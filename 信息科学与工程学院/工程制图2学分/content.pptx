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Default Extension="bin" ContentType="application/vnd.openxmlformats-officedocument.oleObject"/>
  <Default Extension="png" ContentType="image/png"/>
  <Default Extension="wav" ContentType="audio/x-wa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1.xml" ContentType="application/vnd.openxmlformats-officedocument.theme+xml"/>
  <Override PartName="/ppt/slideMasters/slideMaster2.xml" ContentType="application/vnd.openxmlformats-officedocument.presentationml.slideMaster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Masters/slideMaster3.xml" ContentType="application/vnd.openxmlformats-officedocument.presentationml.slideMaster+xml"/>
  <Override PartName="/ppt/slideLayouts/slideLayout23.xml" ContentType="application/vnd.openxmlformats-officedocument.presentationml.slideLayout+xml"/>
  <Override PartName="/ppt/theme/themeOverride1.xml" ContentType="application/vnd.openxmlformats-officedocument.themeOverrid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notesMasters/notesMaster1.xml" ContentType="application/vnd.openxmlformats-officedocument.presentationml.notesMaster+xml"/>
  <Override PartName="/ppt/theme/theme4.xml" ContentType="application/vnd.openxmlformats-officedocument.theme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tableStyles.xml" ContentType="application/vnd.openxmlformats-officedocument.presentationml.tableStyle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5.xml" ContentType="application/vnd.openxmlformats-officedocument.theme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</file>

<file path=ppt/presentation.xml><?xml version="1.0" encoding="utf-8"?>
<p:presentation xmlns:p="http://schemas.openxmlformats.org/presentationml/2006/main" xmlns:r="http://schemas.openxmlformats.org/officeDocument/2006/relationships" xmlns:a="http://schemas.openxmlformats.org/drawingml/2006/main" firstSlideNum="1" rtl="0" saveSubsetFonts="0" serverZoom="0" showSpecialPlsOnTitleSld="1">
  <p:sldMasterIdLst>
    <p:sldMasterId id="2147483648" r:id="rId1"/>
    <p:sldMasterId id="2147483649" r:id="rId2"/>
    <p:sldMasterId id="2147483650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  <p:sldId id="279" r:id="rId28"/>
    <p:sldId id="280" r:id="rId29"/>
    <p:sldId id="281" r:id="rId30"/>
    <p:sldId id="282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94" r:id="rId43"/>
    <p:sldId id="295" r:id="rId44"/>
    <p:sldId id="296" r:id="rId45"/>
    <p:sldId id="297" r:id="rId46"/>
    <p:sldId id="298" r:id="rId47"/>
    <p:sldId id="299" r:id="rId48"/>
    <p:sldId id="300" r:id="rId49"/>
    <p:sldId id="301" r:id="rId50"/>
    <p:sldId id="302" r:id="rId51"/>
    <p:sldId id="303" r:id="rId52"/>
    <p:sldId id="304" r:id="rId53"/>
    <p:sldId id="305" r:id="rId54"/>
    <p:sldId id="306" r:id="rId55"/>
    <p:sldId id="307" r:id="rId56"/>
    <p:sldId id="308" r:id="rId57"/>
    <p:sldId id="309" r:id="rId58"/>
    <p:sldId id="310" r:id="rId59"/>
    <p:sldId id="311" r:id="rId60"/>
    <p:sldId id="312" r:id="rId61"/>
    <p:sldId id="313" r:id="rId62"/>
    <p:sldId id="314" r:id="rId63"/>
    <p:sldId id="315" r:id="rId64"/>
    <p:sldId id="316" r:id="rId65"/>
    <p:sldId id="317" r:id="rId66"/>
    <p:sldId id="318" r:id="rId67"/>
    <p:sldId id="319" r:id="rId68"/>
    <p:sldId id="320" r:id="rId69"/>
    <p:sldId id="321" r:id="rId70"/>
    <p:sldId id="322" r:id="rId71"/>
    <p:sldId id="323" r:id="rId72"/>
    <p:sldId id="324" r:id="rId73"/>
    <p:sldId id="325" r:id="rId74"/>
    <p:sldId id="326" r:id="rId75"/>
    <p:sldId id="327" r:id="rId76"/>
    <p:sldId id="328" r:id="rId77"/>
    <p:sldId id="329" r:id="rId78"/>
    <p:sldId id="330" r:id="rId79"/>
    <p:sldId id="331" r:id="rId80"/>
    <p:sldId id="332" r:id="rId81"/>
    <p:sldId id="333" r:id="rId82"/>
    <p:sldId id="334" r:id="rId83"/>
    <p:sldId id="335" r:id="rId84"/>
    <p:sldId id="336" r:id="rId85"/>
    <p:sldId id="337" r:id="rId86"/>
    <p:sldId id="338" r:id="rId87"/>
    <p:sldId id="339" r:id="rId88"/>
    <p:sldId id="340" r:id="rId89"/>
    <p:sldId id="341" r:id="rId90"/>
    <p:sldId id="342" r:id="rId91"/>
    <p:sldId id="343" r:id="rId92"/>
    <p:sldId id="344" r:id="rId93"/>
    <p:sldId id="345" r:id="rId94"/>
    <p:sldId id="346" r:id="rId95"/>
    <p:sldId id="347" r:id="rId96"/>
    <p:sldId id="348" r:id="rId97"/>
    <p:sldId id="349" r:id="rId98"/>
    <p:sldId id="350" r:id="rId99"/>
    <p:sldId id="351" r:id="rId100"/>
    <p:sldId id="352" r:id="rId101"/>
    <p:sldId id="353" r:id="rId102"/>
    <p:sldId id="354" r:id="rId103"/>
    <p:sldId id="355" r:id="rId104"/>
    <p:sldId id="356" r:id="rId105"/>
    <p:sldId id="357" r:id="rId106"/>
    <p:sldId id="358" r:id="rId107"/>
    <p:sldId id="359" r:id="rId108"/>
    <p:sldId id="360" r:id="rId109"/>
    <p:sldId id="361" r:id="rId110"/>
    <p:sldId id="362" r:id="rId111"/>
    <p:sldId id="363" r:id="rId112"/>
  </p:sldIdLst>
  <p:sldSz type="screen4x3" cy="6858000" cx="9144000"/>
  <p:notesSz cx="6858000" cy="9144000"/>
  <p:defaultTextStyle>
    <a:lvl1pPr algn="l" eaLnBrk="1" fontAlgn="base" hangingPunct="1" indent="0" latinLnBrk="1" marL="0" rtl="0">
      <a:lnSpc>
        <a:spcPct val="100000"/>
      </a:lnSpc>
      <a:spcBef>
        <a:spcPct val="0"/>
      </a:spcBef>
      <a:spcAft>
        <a:spcPct val="0"/>
      </a:spcAft>
      <a:buFontTx/>
      <a:buNone/>
      <a:defRPr baseline="0" b="0" sz="2400" i="0" u="none">
        <a:solidFill>
          <a:schemeClr val="dk1"/>
        </a:solidFill>
        <a:latin typeface="Times New Roman" pitchFamily="18" charset="0"/>
        <a:ea typeface="宋体" pitchFamily="2" charset="-122"/>
        <a:sym typeface="Times New Roman" pitchFamily="18" charset="0"/>
      </a:defRPr>
    </a:lvl1pPr>
    <a:lvl2pPr algn="l" eaLnBrk="1" fontAlgn="base" hangingPunct="1" indent="0" latinLnBrk="1" marL="457200" rtl="0">
      <a:lnSpc>
        <a:spcPct val="100000"/>
      </a:lnSpc>
      <a:spcBef>
        <a:spcPct val="0"/>
      </a:spcBef>
      <a:spcAft>
        <a:spcPct val="0"/>
      </a:spcAft>
      <a:buFontTx/>
      <a:buNone/>
      <a:defRPr baseline="0" b="0" sz="2400" i="0" u="none">
        <a:solidFill>
          <a:schemeClr val="dk1"/>
        </a:solidFill>
        <a:latin typeface="Times New Roman" pitchFamily="18" charset="0"/>
        <a:ea typeface="宋体" pitchFamily="2" charset="-122"/>
        <a:sym typeface="Times New Roman" pitchFamily="18" charset="0"/>
      </a:defRPr>
    </a:lvl2pPr>
    <a:lvl3pPr algn="l" eaLnBrk="1" fontAlgn="base" hangingPunct="1" indent="0" latinLnBrk="1" marL="914400" rtl="0">
      <a:lnSpc>
        <a:spcPct val="100000"/>
      </a:lnSpc>
      <a:spcBef>
        <a:spcPct val="0"/>
      </a:spcBef>
      <a:spcAft>
        <a:spcPct val="0"/>
      </a:spcAft>
      <a:buFontTx/>
      <a:buNone/>
      <a:defRPr baseline="0" b="0" sz="2400" i="0" u="none">
        <a:solidFill>
          <a:schemeClr val="dk1"/>
        </a:solidFill>
        <a:latin typeface="Times New Roman" pitchFamily="18" charset="0"/>
        <a:ea typeface="宋体" pitchFamily="2" charset="-122"/>
        <a:sym typeface="Times New Roman" pitchFamily="18" charset="0"/>
      </a:defRPr>
    </a:lvl3pPr>
    <a:lvl4pPr algn="l" eaLnBrk="1" fontAlgn="base" hangingPunct="1" indent="0" latinLnBrk="1" marL="1371600" rtl="0">
      <a:lnSpc>
        <a:spcPct val="100000"/>
      </a:lnSpc>
      <a:spcBef>
        <a:spcPct val="0"/>
      </a:spcBef>
      <a:spcAft>
        <a:spcPct val="0"/>
      </a:spcAft>
      <a:buFontTx/>
      <a:buNone/>
      <a:defRPr baseline="0" b="0" sz="2400" i="0" u="none">
        <a:solidFill>
          <a:schemeClr val="dk1"/>
        </a:solidFill>
        <a:latin typeface="Times New Roman" pitchFamily="18" charset="0"/>
        <a:ea typeface="宋体" pitchFamily="2" charset="-122"/>
        <a:sym typeface="Times New Roman" pitchFamily="18" charset="0"/>
      </a:defRPr>
    </a:lvl4pPr>
    <a:lvl5pPr algn="l" eaLnBrk="1" fontAlgn="base" hangingPunct="1" indent="0" latinLnBrk="1" marL="1828800" rtl="0">
      <a:lnSpc>
        <a:spcPct val="100000"/>
      </a:lnSpc>
      <a:spcBef>
        <a:spcPct val="0"/>
      </a:spcBef>
      <a:spcAft>
        <a:spcPct val="0"/>
      </a:spcAft>
      <a:buFontTx/>
      <a:buNone/>
      <a:defRPr baseline="0" b="0" sz="2400" i="0" u="none">
        <a:solidFill>
          <a:schemeClr val="dk1"/>
        </a:solidFill>
        <a:latin typeface="Times New Roman" pitchFamily="18" charset="0"/>
        <a:ea typeface="宋体" pitchFamily="2" charset="-122"/>
        <a:sym typeface="Times New Roman" pitchFamily="18" charset="0"/>
      </a:defRPr>
    </a:lvl5pPr>
  </p:defaultTextStyle>
</p:presentation>
</file>

<file path=ppt/presProps.xml><?xml version="1.0" encoding="utf-8"?>
<p:presentationPr xmlns:p="http://schemas.openxmlformats.org/presentationml/2006/main" xmlns:r="http://schemas.openxmlformats.org/officeDocument/2006/relationships" xmlns:a="http://schemas.openxmlformats.org/drawing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p="http://schemas.openxmlformats.org/presentationml/2006/main" xmlns:r="http://schemas.openxmlformats.org/officeDocument/2006/relationships" xmlns:a="http://schemas.openxmlformats.org/drawingml/2006/main" lastView="sldSorterView">
  <p:normalViewPr showOutlineIcons="1" snapVertSplitter="0" vertBarState="restored" horzBarState="restored" preferSingleView="0">
    <p:restoredLeft sz="12034" autoAdjust="0"/>
    <p:restoredTop sz="94643" autoAdjust="0"/>
  </p:normalViewPr>
  <p:slideViewPr>
    <p:cSldViewPr showGuides="0" snapToGrid="1" snapToObjects="1">
      <p:cViewPr varScale="1">
        <p:scale>
          <a:sx n="89" d="100"/>
          <a:sy n="89" d="100"/>
        </p:scale>
        <p:origin x="-102" y="-402"/>
      </p:cViewPr>
      <p:guideLst>
        <p:guide orient="horz" pos="2160"/>
        <p:guide orient="vert" pos="2880"/>
      </p:guideLst>
    </p:cSldViewPr>
  </p:slideViewPr>
  <p:gridSpacing cx="0" cy="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Master" Target="slideMasters/slideMaster3.xml"/><Relationship Id="rId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9" Type="http://schemas.openxmlformats.org/officeDocument/2006/relationships/slide" Target="slides/slide5.xml"/><Relationship Id="rId10" Type="http://schemas.openxmlformats.org/officeDocument/2006/relationships/slide" Target="slides/slide6.xml"/><Relationship Id="rId11" Type="http://schemas.openxmlformats.org/officeDocument/2006/relationships/slide" Target="slides/slide7.xml"/><Relationship Id="rId12" Type="http://schemas.openxmlformats.org/officeDocument/2006/relationships/slide" Target="slides/slide8.xml"/><Relationship Id="rId13" Type="http://schemas.openxmlformats.org/officeDocument/2006/relationships/slide" Target="slides/slide9.xml"/><Relationship Id="rId14" Type="http://schemas.openxmlformats.org/officeDocument/2006/relationships/slide" Target="slides/slide10.xml"/><Relationship Id="rId15" Type="http://schemas.openxmlformats.org/officeDocument/2006/relationships/slide" Target="slides/slide11.xml"/><Relationship Id="rId16" Type="http://schemas.openxmlformats.org/officeDocument/2006/relationships/slide" Target="slides/slide12.xml"/><Relationship Id="rId17" Type="http://schemas.openxmlformats.org/officeDocument/2006/relationships/slide" Target="slides/slide13.xml"/><Relationship Id="rId18" Type="http://schemas.openxmlformats.org/officeDocument/2006/relationships/slide" Target="slides/slide14.xml"/><Relationship Id="rId19" Type="http://schemas.openxmlformats.org/officeDocument/2006/relationships/slide" Target="slides/slide15.xml"/><Relationship Id="rId20" Type="http://schemas.openxmlformats.org/officeDocument/2006/relationships/slide" Target="slides/slide16.xml"/><Relationship Id="rId21" Type="http://schemas.openxmlformats.org/officeDocument/2006/relationships/slide" Target="slides/slide17.xml"/><Relationship Id="rId22" Type="http://schemas.openxmlformats.org/officeDocument/2006/relationships/slide" Target="slides/slide18.xml"/><Relationship Id="rId23" Type="http://schemas.openxmlformats.org/officeDocument/2006/relationships/slide" Target="slides/slide19.xml"/><Relationship Id="rId24" Type="http://schemas.openxmlformats.org/officeDocument/2006/relationships/slide" Target="slides/slide20.xml"/><Relationship Id="rId25" Type="http://schemas.openxmlformats.org/officeDocument/2006/relationships/slide" Target="slides/slide21.xml"/><Relationship Id="rId26" Type="http://schemas.openxmlformats.org/officeDocument/2006/relationships/slide" Target="slides/slide22.xml"/><Relationship Id="rId27" Type="http://schemas.openxmlformats.org/officeDocument/2006/relationships/slide" Target="slides/slide23.xml"/><Relationship Id="rId28" Type="http://schemas.openxmlformats.org/officeDocument/2006/relationships/slide" Target="slides/slide24.xml"/><Relationship Id="rId29" Type="http://schemas.openxmlformats.org/officeDocument/2006/relationships/slide" Target="slides/slide25.xml"/><Relationship Id="rId30" Type="http://schemas.openxmlformats.org/officeDocument/2006/relationships/slide" Target="slides/slide26.xml"/><Relationship Id="rId31" Type="http://schemas.openxmlformats.org/officeDocument/2006/relationships/slide" Target="slides/slide27.xml"/><Relationship Id="rId32" Type="http://schemas.openxmlformats.org/officeDocument/2006/relationships/slide" Target="slides/slide28.xml"/><Relationship Id="rId33" Type="http://schemas.openxmlformats.org/officeDocument/2006/relationships/slide" Target="slides/slide29.xml"/><Relationship Id="rId34" Type="http://schemas.openxmlformats.org/officeDocument/2006/relationships/slide" Target="slides/slide30.xml"/><Relationship Id="rId35" Type="http://schemas.openxmlformats.org/officeDocument/2006/relationships/slide" Target="slides/slide31.xml"/><Relationship Id="rId36" Type="http://schemas.openxmlformats.org/officeDocument/2006/relationships/slide" Target="slides/slide32.xml"/><Relationship Id="rId37" Type="http://schemas.openxmlformats.org/officeDocument/2006/relationships/slide" Target="slides/slide33.xml"/><Relationship Id="rId38" Type="http://schemas.openxmlformats.org/officeDocument/2006/relationships/slide" Target="slides/slide34.xml"/><Relationship Id="rId39" Type="http://schemas.openxmlformats.org/officeDocument/2006/relationships/slide" Target="slides/slide35.xml"/><Relationship Id="rId40" Type="http://schemas.openxmlformats.org/officeDocument/2006/relationships/slide" Target="slides/slide36.xml"/><Relationship Id="rId41" Type="http://schemas.openxmlformats.org/officeDocument/2006/relationships/slide" Target="slides/slide37.xml"/><Relationship Id="rId42" Type="http://schemas.openxmlformats.org/officeDocument/2006/relationships/slide" Target="slides/slide38.xml"/><Relationship Id="rId43" Type="http://schemas.openxmlformats.org/officeDocument/2006/relationships/slide" Target="slides/slide39.xml"/><Relationship Id="rId44" Type="http://schemas.openxmlformats.org/officeDocument/2006/relationships/slide" Target="slides/slide40.xml"/><Relationship Id="rId45" Type="http://schemas.openxmlformats.org/officeDocument/2006/relationships/slide" Target="slides/slide41.xml"/><Relationship Id="rId46" Type="http://schemas.openxmlformats.org/officeDocument/2006/relationships/slide" Target="slides/slide42.xml"/><Relationship Id="rId47" Type="http://schemas.openxmlformats.org/officeDocument/2006/relationships/slide" Target="slides/slide43.xml"/><Relationship Id="rId48" Type="http://schemas.openxmlformats.org/officeDocument/2006/relationships/slide" Target="slides/slide44.xml"/><Relationship Id="rId49" Type="http://schemas.openxmlformats.org/officeDocument/2006/relationships/slide" Target="slides/slide45.xml"/><Relationship Id="rId50" Type="http://schemas.openxmlformats.org/officeDocument/2006/relationships/slide" Target="slides/slide46.xml"/><Relationship Id="rId51" Type="http://schemas.openxmlformats.org/officeDocument/2006/relationships/slide" Target="slides/slide47.xml"/><Relationship Id="rId52" Type="http://schemas.openxmlformats.org/officeDocument/2006/relationships/slide" Target="slides/slide48.xml"/><Relationship Id="rId53" Type="http://schemas.openxmlformats.org/officeDocument/2006/relationships/slide" Target="slides/slide49.xml"/><Relationship Id="rId54" Type="http://schemas.openxmlformats.org/officeDocument/2006/relationships/slide" Target="slides/slide50.xml"/><Relationship Id="rId55" Type="http://schemas.openxmlformats.org/officeDocument/2006/relationships/slide" Target="slides/slide51.xml"/><Relationship Id="rId56" Type="http://schemas.openxmlformats.org/officeDocument/2006/relationships/slide" Target="slides/slide52.xml"/><Relationship Id="rId57" Type="http://schemas.openxmlformats.org/officeDocument/2006/relationships/slide" Target="slides/slide53.xml"/><Relationship Id="rId58" Type="http://schemas.openxmlformats.org/officeDocument/2006/relationships/slide" Target="slides/slide54.xml"/><Relationship Id="rId59" Type="http://schemas.openxmlformats.org/officeDocument/2006/relationships/slide" Target="slides/slide55.xml"/><Relationship Id="rId60" Type="http://schemas.openxmlformats.org/officeDocument/2006/relationships/slide" Target="slides/slide56.xml"/><Relationship Id="rId61" Type="http://schemas.openxmlformats.org/officeDocument/2006/relationships/slide" Target="slides/slide57.xml"/><Relationship Id="rId62" Type="http://schemas.openxmlformats.org/officeDocument/2006/relationships/slide" Target="slides/slide58.xml"/><Relationship Id="rId63" Type="http://schemas.openxmlformats.org/officeDocument/2006/relationships/slide" Target="slides/slide59.xml"/><Relationship Id="rId64" Type="http://schemas.openxmlformats.org/officeDocument/2006/relationships/slide" Target="slides/slide60.xml"/><Relationship Id="rId65" Type="http://schemas.openxmlformats.org/officeDocument/2006/relationships/slide" Target="slides/slide61.xml"/><Relationship Id="rId66" Type="http://schemas.openxmlformats.org/officeDocument/2006/relationships/slide" Target="slides/slide62.xml"/><Relationship Id="rId67" Type="http://schemas.openxmlformats.org/officeDocument/2006/relationships/slide" Target="slides/slide63.xml"/><Relationship Id="rId68" Type="http://schemas.openxmlformats.org/officeDocument/2006/relationships/slide" Target="slides/slide64.xml"/><Relationship Id="rId69" Type="http://schemas.openxmlformats.org/officeDocument/2006/relationships/slide" Target="slides/slide65.xml"/><Relationship Id="rId70" Type="http://schemas.openxmlformats.org/officeDocument/2006/relationships/slide" Target="slides/slide66.xml"/><Relationship Id="rId71" Type="http://schemas.openxmlformats.org/officeDocument/2006/relationships/slide" Target="slides/slide67.xml"/><Relationship Id="rId72" Type="http://schemas.openxmlformats.org/officeDocument/2006/relationships/slide" Target="slides/slide68.xml"/><Relationship Id="rId73" Type="http://schemas.openxmlformats.org/officeDocument/2006/relationships/slide" Target="slides/slide69.xml"/><Relationship Id="rId74" Type="http://schemas.openxmlformats.org/officeDocument/2006/relationships/slide" Target="slides/slide70.xml"/><Relationship Id="rId75" Type="http://schemas.openxmlformats.org/officeDocument/2006/relationships/slide" Target="slides/slide71.xml"/><Relationship Id="rId76" Type="http://schemas.openxmlformats.org/officeDocument/2006/relationships/slide" Target="slides/slide72.xml"/><Relationship Id="rId77" Type="http://schemas.openxmlformats.org/officeDocument/2006/relationships/slide" Target="slides/slide73.xml"/><Relationship Id="rId78" Type="http://schemas.openxmlformats.org/officeDocument/2006/relationships/slide" Target="slides/slide74.xml"/><Relationship Id="rId79" Type="http://schemas.openxmlformats.org/officeDocument/2006/relationships/slide" Target="slides/slide75.xml"/><Relationship Id="rId80" Type="http://schemas.openxmlformats.org/officeDocument/2006/relationships/slide" Target="slides/slide76.xml"/><Relationship Id="rId81" Type="http://schemas.openxmlformats.org/officeDocument/2006/relationships/slide" Target="slides/slide77.xml"/><Relationship Id="rId82" Type="http://schemas.openxmlformats.org/officeDocument/2006/relationships/slide" Target="slides/slide78.xml"/><Relationship Id="rId83" Type="http://schemas.openxmlformats.org/officeDocument/2006/relationships/slide" Target="slides/slide79.xml"/><Relationship Id="rId84" Type="http://schemas.openxmlformats.org/officeDocument/2006/relationships/slide" Target="slides/slide80.xml"/><Relationship Id="rId85" Type="http://schemas.openxmlformats.org/officeDocument/2006/relationships/slide" Target="slides/slide81.xml"/><Relationship Id="rId86" Type="http://schemas.openxmlformats.org/officeDocument/2006/relationships/slide" Target="slides/slide82.xml"/><Relationship Id="rId87" Type="http://schemas.openxmlformats.org/officeDocument/2006/relationships/slide" Target="slides/slide83.xml"/><Relationship Id="rId88" Type="http://schemas.openxmlformats.org/officeDocument/2006/relationships/slide" Target="slides/slide84.xml"/><Relationship Id="rId89" Type="http://schemas.openxmlformats.org/officeDocument/2006/relationships/slide" Target="slides/slide85.xml"/><Relationship Id="rId90" Type="http://schemas.openxmlformats.org/officeDocument/2006/relationships/slide" Target="slides/slide86.xml"/><Relationship Id="rId91" Type="http://schemas.openxmlformats.org/officeDocument/2006/relationships/slide" Target="slides/slide87.xml"/><Relationship Id="rId92" Type="http://schemas.openxmlformats.org/officeDocument/2006/relationships/slide" Target="slides/slide88.xml"/><Relationship Id="rId93" Type="http://schemas.openxmlformats.org/officeDocument/2006/relationships/slide" Target="slides/slide89.xml"/><Relationship Id="rId94" Type="http://schemas.openxmlformats.org/officeDocument/2006/relationships/slide" Target="slides/slide90.xml"/><Relationship Id="rId95" Type="http://schemas.openxmlformats.org/officeDocument/2006/relationships/slide" Target="slides/slide91.xml"/><Relationship Id="rId96" Type="http://schemas.openxmlformats.org/officeDocument/2006/relationships/slide" Target="slides/slide92.xml"/><Relationship Id="rId97" Type="http://schemas.openxmlformats.org/officeDocument/2006/relationships/slide" Target="slides/slide93.xml"/><Relationship Id="rId98" Type="http://schemas.openxmlformats.org/officeDocument/2006/relationships/slide" Target="slides/slide94.xml"/><Relationship Id="rId99" Type="http://schemas.openxmlformats.org/officeDocument/2006/relationships/slide" Target="slides/slide95.xml"/><Relationship Id="rId100" Type="http://schemas.openxmlformats.org/officeDocument/2006/relationships/slide" Target="slides/slide96.xml"/><Relationship Id="rId101" Type="http://schemas.openxmlformats.org/officeDocument/2006/relationships/slide" Target="slides/slide97.xml"/><Relationship Id="rId102" Type="http://schemas.openxmlformats.org/officeDocument/2006/relationships/slide" Target="slides/slide98.xml"/><Relationship Id="rId103" Type="http://schemas.openxmlformats.org/officeDocument/2006/relationships/slide" Target="slides/slide99.xml"/><Relationship Id="rId104" Type="http://schemas.openxmlformats.org/officeDocument/2006/relationships/slide" Target="slides/slide100.xml"/><Relationship Id="rId105" Type="http://schemas.openxmlformats.org/officeDocument/2006/relationships/slide" Target="slides/slide101.xml"/><Relationship Id="rId106" Type="http://schemas.openxmlformats.org/officeDocument/2006/relationships/slide" Target="slides/slide102.xml"/><Relationship Id="rId107" Type="http://schemas.openxmlformats.org/officeDocument/2006/relationships/slide" Target="slides/slide103.xml"/><Relationship Id="rId108" Type="http://schemas.openxmlformats.org/officeDocument/2006/relationships/slide" Target="slides/slide104.xml"/><Relationship Id="rId109" Type="http://schemas.openxmlformats.org/officeDocument/2006/relationships/slide" Target="slides/slide105.xml"/><Relationship Id="rId110" Type="http://schemas.openxmlformats.org/officeDocument/2006/relationships/slide" Target="slides/slide106.xml"/><Relationship Id="rId111" Type="http://schemas.openxmlformats.org/officeDocument/2006/relationships/slide" Target="slides/slide107.xml"/><Relationship Id="rId112" Type="http://schemas.openxmlformats.org/officeDocument/2006/relationships/slide" Target="slides/slide108.xml"/><Relationship Id="rId113" Type="http://schemas.openxmlformats.org/officeDocument/2006/relationships/tableStyles" Target="tableStyles.xml"/><Relationship Id="rId114" Type="http://schemas.openxmlformats.org/officeDocument/2006/relationships/presProps" Target="presProps.xml"/><Relationship Id="rId115" Type="http://schemas.openxmlformats.org/officeDocument/2006/relationships/viewProps" Target="viewProps.xml"/><Relationship Id="rId116" Type="http://schemas.openxmlformats.org/officeDocument/2006/relationships/theme" Target="theme/theme5.xml"/></Relationships>
</file>

<file path=ppt/notesMasters/_rels/notesMaster1.xml.rels><?xml version="1.0" encoding="UTF-8" standalone="yes"?>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3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9193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1139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endParaRPr lang="en-US"/>
          </a:p>
        </p:txBody>
      </p:sp>
      <p:sp>
        <p:nvSpPr>
          <p:cNvPr id="1091934" name="Rectangle 4"/>
          <p:cNvSpPr>
            <a:spLocks noChangeAspect="1" noRot="1" noGrp="1" noChangeArrowheads="1" noTextEdit="1"/>
          </p:cNvSpPr>
          <p:nvPr>
            <p:ph type="sldImg" idx="2"/>
          </p:nvPr>
        </p:nvSpPr>
        <p:spPr bwMode="auto">
          <a:xfrm>
            <a:off x="990600" y="766763"/>
            <a:ext cx="5118100" cy="3838575"/>
          </a:xfrm>
          <a:prstGeom prst="rect"/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109193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4" y="4862514"/>
            <a:ext cx="5680075" cy="4605337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9193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9193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1139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fld id="{A9A0EA98-5831-4853-B862-C702E6EB345C}" type="slidenum">
              <a:rPr lang="en-US"/>
              <a:t>‹#›</a:t>
            </a:fld>
            <a:endParaRPr lang="en-US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notesStyle>
    <a:lvl1pPr algn="l" fontAlgn="base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algn="l" fontAlgn="base" marL="4572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algn="l" fontAlgn="base" marL="9144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algn="l" fontAlgn="base" marL="13716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algn="l" fontAlgn="base" marL="18288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algn="l" defTabSz="914400" eaLnBrk="1" hangingPunct="1" latinLnBrk="0" marL="2286000" rtl="0">
      <a:defRPr sz="12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2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2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
<Relationships xmlns="http://schemas.openxmlformats.org/package/2006/relationships"><Relationship Id="rId1" Type="http://schemas.openxmlformats.org/officeDocument/2006/relationships/themeOverride" Target="../theme/themeOverride1.xml"/><Relationship Id="rId2" Type="http://schemas.openxmlformats.org/officeDocument/2006/relationships/slideMaster" Target="../slideMasters/slideMaster3.xml"/></Relationships>
</file>

<file path=ppt/slideLayouts/_rels/slideLayout2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">
  <p:cSld name="标题幻灯片">
    <p:spTree>
      <p:nvGrpSpPr>
        <p:cNvPr id="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4858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algn="ctr" indent="0" marL="0">
              <a:buNone/>
              <a:defRPr sz="2400"/>
            </a:lvl1pPr>
            <a:lvl2pPr algn="ctr" indent="0" marL="457200">
              <a:buNone/>
              <a:defRPr sz="2000"/>
            </a:lvl2pPr>
            <a:lvl3pPr algn="ctr" indent="0" marL="914400">
              <a:buNone/>
              <a:defRPr sz="1800"/>
            </a:lvl3pPr>
            <a:lvl4pPr algn="ctr" indent="0" marL="1371600">
              <a:buNone/>
              <a:defRPr sz="1600"/>
            </a:lvl4pPr>
            <a:lvl5pPr algn="ctr" indent="0" marL="1828800">
              <a:buNone/>
              <a:defRPr sz="1600"/>
            </a:lvl5pPr>
            <a:lvl6pPr algn="ctr" indent="0" marL="2286000">
              <a:buNone/>
              <a:defRPr sz="1600"/>
            </a:lvl6pPr>
            <a:lvl7pPr algn="ctr" indent="0" marL="2743200">
              <a:buNone/>
              <a:defRPr sz="1600"/>
            </a:lvl7pPr>
            <a:lvl8pPr algn="ctr" indent="0" marL="3200400">
              <a:buNone/>
              <a:defRPr sz="1600"/>
            </a:lvl8pPr>
            <a:lvl9pPr algn="ctr" indent="0" marL="3657600">
              <a:buNone/>
              <a:defRPr sz="1600"/>
            </a:lvl9pPr>
          </a:lstStyle>
          <a:p>
            <a:r>
              <a:rPr altLang="zh-CN" lang="en-US" smtClean="0"/>
              <a:t>单击此处编辑母版副标题样式</a:t>
            </a:r>
            <a:endParaRPr altLang="en-US" lang="zh-CN"/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标题和内容">
    <p:spTree>
      <p:nvGrpSpPr>
        <p:cNvPr id="5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22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88222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secHead">
  <p:cSld name="节标题">
    <p:spTree>
      <p:nvGrpSpPr>
        <p:cNvPr id="6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63" name="Title 1"/>
          <p:cNvSpPr>
            <a:spLocks noGrp="1"/>
          </p:cNvSpPr>
          <p:nvPr>
            <p:ph type="title"/>
          </p:nvPr>
        </p:nvSpPr>
        <p:spPr>
          <a:xfrm>
            <a:off x="623887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64" name="Text Placeholder 2"/>
          <p:cNvSpPr>
            <a:spLocks noGrp="1"/>
          </p:cNvSpPr>
          <p:nvPr>
            <p:ph type="body" idx="1"/>
          </p:nvPr>
        </p:nvSpPr>
        <p:spPr>
          <a:xfrm>
            <a:off x="623887" y="4589463"/>
            <a:ext cx="7886700" cy="1500187"/>
          </a:xfrm>
        </p:spPr>
        <p:txBody>
          <a:bodyPr/>
          <a:lstStyle>
            <a:lvl1pPr indent="0" marL="0">
              <a:buNone/>
              <a:defRPr sz="2400"/>
            </a:lvl1pPr>
            <a:lvl2pPr indent="0" marL="457200">
              <a:buNone/>
              <a:defRPr sz="2000"/>
            </a:lvl2pPr>
            <a:lvl3pPr indent="0" marL="914400">
              <a:buNone/>
              <a:defRPr sz="1800"/>
            </a:lvl3pPr>
            <a:lvl4pPr indent="0" marL="1371600">
              <a:buNone/>
              <a:defRPr sz="1600"/>
            </a:lvl4pPr>
            <a:lvl5pPr indent="0" marL="1828800">
              <a:buNone/>
              <a:defRPr sz="1600"/>
            </a:lvl5pPr>
            <a:lvl6pPr indent="0" marL="2286000">
              <a:buNone/>
              <a:defRPr sz="1600"/>
            </a:lvl6pPr>
            <a:lvl7pPr indent="0" marL="2743200">
              <a:buNone/>
              <a:defRPr sz="1600"/>
            </a:lvl7pPr>
            <a:lvl8pPr indent="0" marL="3200400">
              <a:buNone/>
              <a:defRPr sz="1600"/>
            </a:lvl8pPr>
            <a:lvl9pPr indent="0" marL="3657600">
              <a:buNone/>
              <a:defRPr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两栏内容">
    <p:spTree>
      <p:nvGrpSpPr>
        <p:cNvPr id="6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65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66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91867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TxTwoObj">
  <p:cSld name="比较">
    <p:spTree>
      <p:nvGrpSpPr>
        <p:cNvPr id="6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68" name="Title 1"/>
          <p:cNvSpPr>
            <a:spLocks noGrp="1"/>
          </p:cNvSpPr>
          <p:nvPr>
            <p:ph type="title"/>
          </p:nvPr>
        </p:nvSpPr>
        <p:spPr>
          <a:xfrm>
            <a:off x="629841" y="365125"/>
            <a:ext cx="7886700" cy="1325563"/>
          </a:xfrm>
        </p:spPr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69" name="Text Placeholder 2"/>
          <p:cNvSpPr>
            <a:spLocks noGrp="1"/>
          </p:cNvSpPr>
          <p:nvPr>
            <p:ph type="body" idx="1"/>
          </p:nvPr>
        </p:nvSpPr>
        <p:spPr>
          <a:xfrm>
            <a:off x="629841" y="1681163"/>
            <a:ext cx="3868340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870" name="Content Placeholder 3"/>
          <p:cNvSpPr>
            <a:spLocks noGrp="1"/>
          </p:cNvSpPr>
          <p:nvPr>
            <p:ph sz="half" idx="2"/>
          </p:nvPr>
        </p:nvSpPr>
        <p:spPr>
          <a:xfrm>
            <a:off x="629841" y="2505075"/>
            <a:ext cx="3868340" cy="368458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91871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872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仅标题">
    <p:spTree>
      <p:nvGrpSpPr>
        <p:cNvPr id="6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73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blank">
  <p:cSld name="空白">
    <p:spTree>
      <p:nvGrpSpPr>
        <p:cNvPr id="1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Tx">
  <p:cSld name="内容和标题">
    <p:spTree>
      <p:nvGrpSpPr>
        <p:cNvPr id="6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74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75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876" name="Content Placeholder 2"/>
          <p:cNvSpPr>
            <a:spLocks noGrp="1"/>
          </p:cNvSpPr>
          <p:nvPr>
            <p:ph idx="1"/>
          </p:nvPr>
        </p:nvSpPr>
        <p:spPr>
          <a:xfrm>
            <a:off x="3887391" y="987424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picTx">
  <p:cSld name="图片和标题">
    <p:spTree>
      <p:nvGrpSpPr>
        <p:cNvPr id="6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77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78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879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987424"/>
            <a:ext cx="4629150" cy="4873625"/>
          </a:xfrm>
        </p:spPr>
        <p:txBody>
          <a:bodyPr/>
          <a:lstStyle>
            <a:lvl1pPr indent="0" marL="0">
              <a:buNone/>
              <a:defRPr sz="3200"/>
            </a:lvl1pPr>
            <a:lvl2pPr indent="0" marL="457200">
              <a:buNone/>
              <a:defRPr sz="2800"/>
            </a:lvl2pPr>
            <a:lvl3pPr indent="0" marL="914400">
              <a:buNone/>
              <a:defRPr sz="2000"/>
            </a:lvl3pPr>
            <a:lvl4pPr indent="0" marL="1371600">
              <a:buNone/>
              <a:defRPr sz="2000"/>
            </a:lvl4pPr>
            <a:lvl5pPr indent="0" marL="1828800">
              <a:buNone/>
              <a:defRPr sz="2000"/>
            </a:lvl5pPr>
            <a:lvl6pPr indent="0" marL="2286000">
              <a:buNone/>
              <a:defRPr sz="2000"/>
            </a:lvl6pPr>
            <a:lvl7pPr indent="0" marL="2743200">
              <a:buNone/>
              <a:defRPr sz="2000"/>
            </a:lvl7pPr>
            <a:lvl8pPr indent="0" marL="3200400">
              <a:buNone/>
              <a:defRPr sz="2000"/>
            </a:lvl8pPr>
            <a:lvl9pPr indent="0" marL="3657600">
              <a:buNone/>
              <a:defRPr sz="2000"/>
            </a:lvl9pPr>
          </a:lstStyle>
          <a:p>
            <a:endParaRPr altLang="en-US" lang="zh-CN"/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x">
  <p:cSld name="标题和竖排文字">
    <p:spTree>
      <p:nvGrpSpPr>
        <p:cNvPr id="6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80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81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itleAndTx">
  <p:cSld name="垂直排列标题与文本">
    <p:spTree>
      <p:nvGrpSpPr>
        <p:cNvPr id="6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8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8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">
  <p:cSld name="标题幻灯片">
    <p:spTree>
      <p:nvGrpSpPr>
        <p:cNvPr id="6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84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85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algn="ctr" indent="0" marL="0">
              <a:buNone/>
              <a:defRPr sz="2400"/>
            </a:lvl1pPr>
            <a:lvl2pPr algn="ctr" indent="0" marL="457200">
              <a:buNone/>
              <a:defRPr sz="2000"/>
            </a:lvl2pPr>
            <a:lvl3pPr algn="ctr" indent="0" marL="914400">
              <a:buNone/>
              <a:defRPr sz="1800"/>
            </a:lvl3pPr>
            <a:lvl4pPr algn="ctr" indent="0" marL="1371600">
              <a:buNone/>
              <a:defRPr sz="1600"/>
            </a:lvl4pPr>
            <a:lvl5pPr algn="ctr" indent="0" marL="1828800">
              <a:buNone/>
              <a:defRPr sz="1600"/>
            </a:lvl5pPr>
            <a:lvl6pPr algn="ctr" indent="0" marL="2286000">
              <a:buNone/>
              <a:defRPr sz="1600"/>
            </a:lvl6pPr>
            <a:lvl7pPr algn="ctr" indent="0" marL="2743200">
              <a:buNone/>
              <a:defRPr sz="1600"/>
            </a:lvl7pPr>
            <a:lvl8pPr algn="ctr" indent="0" marL="3200400">
              <a:buNone/>
              <a:defRPr sz="1600"/>
            </a:lvl8pPr>
            <a:lvl9pPr algn="ctr" indent="0" marL="3657600">
              <a:buNone/>
              <a:defRPr sz="1600"/>
            </a:lvl9pPr>
          </a:lstStyle>
          <a:p>
            <a:r>
              <a:rPr altLang="zh-CN" lang="en-US" smtClean="0"/>
              <a:t>单击此处编辑母版副标题样式</a:t>
            </a:r>
            <a:endParaRPr altLang="en-US" lang="zh-CN"/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标题和内容">
    <p:spTree>
      <p:nvGrpSpPr>
        <p:cNvPr id="6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86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87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secHead">
  <p:cSld name="节标题">
    <p:spTree>
      <p:nvGrpSpPr>
        <p:cNvPr id="6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88" name="Title 1"/>
          <p:cNvSpPr>
            <a:spLocks noGrp="1"/>
          </p:cNvSpPr>
          <p:nvPr>
            <p:ph type="title"/>
          </p:nvPr>
        </p:nvSpPr>
        <p:spPr>
          <a:xfrm>
            <a:off x="623887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89" name="Text Placeholder 2"/>
          <p:cNvSpPr>
            <a:spLocks noGrp="1"/>
          </p:cNvSpPr>
          <p:nvPr>
            <p:ph type="body" idx="1"/>
          </p:nvPr>
        </p:nvSpPr>
        <p:spPr>
          <a:xfrm>
            <a:off x="623887" y="4589463"/>
            <a:ext cx="7886700" cy="1500187"/>
          </a:xfrm>
        </p:spPr>
        <p:txBody>
          <a:bodyPr/>
          <a:lstStyle>
            <a:lvl1pPr indent="0" marL="0">
              <a:buNone/>
              <a:defRPr sz="2400"/>
            </a:lvl1pPr>
            <a:lvl2pPr indent="0" marL="457200">
              <a:buNone/>
              <a:defRPr sz="2000"/>
            </a:lvl2pPr>
            <a:lvl3pPr indent="0" marL="914400">
              <a:buNone/>
              <a:defRPr sz="1800"/>
            </a:lvl3pPr>
            <a:lvl4pPr indent="0" marL="1371600">
              <a:buNone/>
              <a:defRPr sz="1600"/>
            </a:lvl4pPr>
            <a:lvl5pPr indent="0" marL="1828800">
              <a:buNone/>
              <a:defRPr sz="1600"/>
            </a:lvl5pPr>
            <a:lvl6pPr indent="0" marL="2286000">
              <a:buNone/>
              <a:defRPr sz="1600"/>
            </a:lvl6pPr>
            <a:lvl7pPr indent="0" marL="2743200">
              <a:buNone/>
              <a:defRPr sz="1600"/>
            </a:lvl7pPr>
            <a:lvl8pPr indent="0" marL="3200400">
              <a:buNone/>
              <a:defRPr sz="1600"/>
            </a:lvl8pPr>
            <a:lvl9pPr indent="0" marL="3657600">
              <a:buNone/>
              <a:defRPr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两栏内容">
    <p:spTree>
      <p:nvGrpSpPr>
        <p:cNvPr id="6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90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91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91892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TxTwoObj">
  <p:cSld name="比较">
    <p:spTree>
      <p:nvGrpSpPr>
        <p:cNvPr id="6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93" name="Title 1"/>
          <p:cNvSpPr>
            <a:spLocks noGrp="1"/>
          </p:cNvSpPr>
          <p:nvPr>
            <p:ph type="title"/>
          </p:nvPr>
        </p:nvSpPr>
        <p:spPr>
          <a:xfrm>
            <a:off x="629841" y="365125"/>
            <a:ext cx="7886700" cy="1325563"/>
          </a:xfrm>
        </p:spPr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894" name="Text Placeholder 2"/>
          <p:cNvSpPr>
            <a:spLocks noGrp="1"/>
          </p:cNvSpPr>
          <p:nvPr>
            <p:ph type="body" idx="1"/>
          </p:nvPr>
        </p:nvSpPr>
        <p:spPr>
          <a:xfrm>
            <a:off x="629841" y="1681163"/>
            <a:ext cx="3868340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895" name="Content Placeholder 3"/>
          <p:cNvSpPr>
            <a:spLocks noGrp="1"/>
          </p:cNvSpPr>
          <p:nvPr>
            <p:ph sz="half" idx="2"/>
          </p:nvPr>
        </p:nvSpPr>
        <p:spPr>
          <a:xfrm>
            <a:off x="629841" y="2505075"/>
            <a:ext cx="3868340" cy="368458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91896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897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仅标题">
    <p:spTree>
      <p:nvGrpSpPr>
        <p:cNvPr id="6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98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blank">
  <p:cSld name="空白">
    <p:spTree>
      <p:nvGrpSpPr>
        <p:cNvPr id="2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Tx">
  <p:cSld name="内容和标题">
    <p:spTree>
      <p:nvGrpSpPr>
        <p:cNvPr id="6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99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00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901" name="Content Placeholder 2"/>
          <p:cNvSpPr>
            <a:spLocks noGrp="1"/>
          </p:cNvSpPr>
          <p:nvPr>
            <p:ph idx="1"/>
          </p:nvPr>
        </p:nvSpPr>
        <p:spPr>
          <a:xfrm>
            <a:off x="3887391" y="987424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picTx">
  <p:cSld name="图片和标题">
    <p:spTree>
      <p:nvGrpSpPr>
        <p:cNvPr id="6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0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03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904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987424"/>
            <a:ext cx="4629150" cy="4873625"/>
          </a:xfrm>
        </p:spPr>
        <p:txBody>
          <a:bodyPr/>
          <a:lstStyle>
            <a:lvl1pPr indent="0" marL="0">
              <a:buNone/>
              <a:defRPr sz="3200"/>
            </a:lvl1pPr>
            <a:lvl2pPr indent="0" marL="457200">
              <a:buNone/>
              <a:defRPr sz="2800"/>
            </a:lvl2pPr>
            <a:lvl3pPr indent="0" marL="914400">
              <a:buNone/>
              <a:defRPr sz="2000"/>
            </a:lvl3pPr>
            <a:lvl4pPr indent="0" marL="1371600">
              <a:buNone/>
              <a:defRPr sz="2000"/>
            </a:lvl4pPr>
            <a:lvl5pPr indent="0" marL="1828800">
              <a:buNone/>
              <a:defRPr sz="2000"/>
            </a:lvl5pPr>
            <a:lvl6pPr indent="0" marL="2286000">
              <a:buNone/>
              <a:defRPr sz="2000"/>
            </a:lvl6pPr>
            <a:lvl7pPr indent="0" marL="2743200">
              <a:buNone/>
              <a:defRPr sz="2000"/>
            </a:lvl7pPr>
            <a:lvl8pPr indent="0" marL="3200400">
              <a:buNone/>
              <a:defRPr sz="2000"/>
            </a:lvl8pPr>
            <a:lvl9pPr indent="0" marL="3657600">
              <a:buNone/>
              <a:defRPr sz="2000"/>
            </a:lvl9pPr>
          </a:lstStyle>
          <a:p>
            <a:endParaRPr altLang="en-US" lang="zh-CN"/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x">
  <p:cSld name="标题和竖排文字">
    <p:spTree>
      <p:nvGrpSpPr>
        <p:cNvPr id="6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05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06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itleAndTx">
  <p:cSld name="垂直排列标题与文本">
    <p:spTree>
      <p:nvGrpSpPr>
        <p:cNvPr id="6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07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08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>
    <p:bg bwMode="white">
      <p:bgPr>
        <a:solidFill>
          <a:schemeClr val="lt1"/>
        </a:solidFill>
      </p:bgPr>
    </p:bg>
    <p:spTree>
      <p:nvGrpSpPr>
        <p:cNvPr id="65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653" name=""/>
          <p:cNvGrpSpPr/>
          <p:nvPr/>
        </p:nvGrpSpPr>
        <p:grpSpPr>
          <a:xfrm rot="0">
            <a:off x="457200" y="998537"/>
            <a:ext cx="8153400" cy="1600200"/>
            <a:chOff x="288" y="629"/>
            <a:chExt cx="5136" cy="1008"/>
          </a:xfrm>
        </p:grpSpPr>
        <p:sp>
          <p:nvSpPr>
            <p:cNvPr id="1091854" name=""/>
            <p:cNvSpPr/>
            <p:nvPr/>
          </p:nvSpPr>
          <p:spPr>
            <a:xfrm rot="0">
              <a:off x="3621" y="629"/>
              <a:ext cx="1803" cy="1008"/>
            </a:xfrm>
            <a:custGeom>
              <a:avLst/>
              <a:ahLst/>
              <a:rect l="0" t="0" r="r" b="b"/>
              <a:pathLst>
                <a:path w="10801" h="21600" fill="none" extrusionOk="0">
                  <a:moveTo>
                    <a:pt x="0" y="0"/>
                  </a:moveTo>
                  <a:arcTo wR="10800" hR="10800" stAng="16200000" swAng="10800000"/>
                </a:path>
                <a:path w="10801" h="21600" stroke="0">
                  <a:moveTo>
                    <a:pt x="0" y="0"/>
                  </a:moveTo>
                  <a:arcTo wR="10800" hR="10800" stAng="16200000" swAng="10800000"/>
                  <a:lnTo>
                    <a:pt x="1" y="10800"/>
                  </a:lnTo>
                  <a:close/>
                </a:path>
              </a:pathLst>
            </a:custGeom>
            <a:gradFill rotWithShape="0">
              <a:gsLst>
                <a:gs pos="0">
                  <a:schemeClr val="lt1">
                    <a:alpha val="100000"/>
                  </a:schemeClr>
                </a:gs>
                <a:gs pos="100000">
                  <a:srgbClr val="6633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  <p:sp>
          <p:nvSpPr>
            <p:cNvPr id="1091855" name=""/>
            <p:cNvSpPr/>
            <p:nvPr/>
          </p:nvSpPr>
          <p:spPr>
            <a:xfrm rot="0">
              <a:off x="3575" y="733"/>
              <a:ext cx="1803" cy="800"/>
            </a:xfrm>
            <a:custGeom>
              <a:avLst/>
              <a:ahLst/>
              <a:rect l="0" t="0" r="r" b="b"/>
              <a:pathLst>
                <a:path w="10801" h="21600" fill="none" extrusionOk="0">
                  <a:moveTo>
                    <a:pt x="0" y="0"/>
                  </a:moveTo>
                  <a:arcTo wR="10800" hR="10800" stAng="16200000" swAng="10800000"/>
                </a:path>
                <a:path w="10801" h="21600" stroke="0">
                  <a:moveTo>
                    <a:pt x="0" y="0"/>
                  </a:moveTo>
                  <a:arcTo wR="10800" hR="10800" stAng="16200000" swAng="10800000"/>
                  <a:lnTo>
                    <a:pt x="1" y="10800"/>
                  </a:lnTo>
                  <a:close/>
                </a:path>
              </a:pathLst>
            </a:custGeom>
            <a:gradFill rotWithShape="0">
              <a:gsLst>
                <a:gs pos="0">
                  <a:schemeClr val="lt1">
                    <a:alpha val="100000"/>
                  </a:schemeClr>
                </a:gs>
                <a:gs pos="100000">
                  <a:srgbClr val="8944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  <p:sp>
          <p:nvSpPr>
            <p:cNvPr id="1091856" name=""/>
            <p:cNvSpPr/>
            <p:nvPr/>
          </p:nvSpPr>
          <p:spPr>
            <a:xfrm rot="0">
              <a:off x="3548" y="872"/>
              <a:ext cx="1802" cy="522"/>
            </a:xfrm>
            <a:custGeom>
              <a:avLst/>
              <a:ahLst/>
              <a:rect l="0" t="0" r="r" b="b"/>
              <a:pathLst>
                <a:path w="10801" h="21600" fill="none" extrusionOk="0">
                  <a:moveTo>
                    <a:pt x="0" y="0"/>
                  </a:moveTo>
                  <a:arcTo wR="10800" hR="10800" stAng="16200000" swAng="10800000"/>
                </a:path>
                <a:path w="10801" h="21600" stroke="0">
                  <a:moveTo>
                    <a:pt x="0" y="0"/>
                  </a:moveTo>
                  <a:arcTo wR="10800" hR="10800" stAng="16200000" swAng="10800000"/>
                  <a:lnTo>
                    <a:pt x="1" y="10800"/>
                  </a:lnTo>
                  <a:close/>
                </a:path>
              </a:pathLst>
            </a:custGeom>
            <a:gradFill rotWithShape="0">
              <a:gsLst>
                <a:gs pos="0">
                  <a:schemeClr val="lt1">
                    <a:alpha val="100000"/>
                  </a:schemeClr>
                </a:gs>
                <a:gs pos="100000">
                  <a:srgbClr val="B75B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  <p:sp>
          <p:nvSpPr>
            <p:cNvPr id="1091857" name=""/>
            <p:cNvSpPr/>
            <p:nvPr/>
          </p:nvSpPr>
          <p:spPr>
            <a:xfrm rot="0">
              <a:off x="288" y="1076"/>
              <a:ext cx="4988" cy="104"/>
            </a:xfrm>
            <a:prstGeom prst="roundRect">
              <a:avLst>
                <a:gd name="adj" fmla="val 49995"/>
              </a:avLst>
            </a:prstGeom>
            <a:gradFill rotWithShape="0">
              <a:gsLst>
                <a:gs pos="0">
                  <a:srgbClr val="000000">
                    <a:alpha val="100000"/>
                  </a:srgbClr>
                </a:gs>
                <a:gs pos="0">
                  <a:srgbClr val="000000">
                    <a:alpha val="100000"/>
                  </a:srgbClr>
                </a:gs>
                <a:gs pos="20000">
                  <a:srgbClr val="000040">
                    <a:alpha val="100000"/>
                  </a:srgbClr>
                </a:gs>
                <a:gs pos="50000">
                  <a:srgbClr val="400040">
                    <a:alpha val="100000"/>
                  </a:srgbClr>
                </a:gs>
                <a:gs pos="75000">
                  <a:srgbClr val="8F0040">
                    <a:alpha val="100000"/>
                  </a:srgbClr>
                </a:gs>
                <a:gs pos="89999">
                  <a:srgbClr val="F27300">
                    <a:alpha val="100000"/>
                  </a:srgbClr>
                </a:gs>
                <a:gs pos="100000">
                  <a:srgbClr val="FFBF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</p:grpSp>
      <p:sp>
        <p:nvSpPr>
          <p:cNvPr id="1091858" name=""/>
          <p:cNvSpPr/>
          <p:nvPr>
            <p:ph type="ctrTitle" sz="full" idx="0"/>
          </p:nvPr>
        </p:nvSpPr>
        <p:spPr>
          <a:xfrm rot="0">
            <a:off x="685800" y="2286000"/>
            <a:ext cx="7772400" cy="1143000"/>
          </a:xfrm>
          <a:prstGeom prst="rect"/>
          <a:noFill/>
          <a:ln>
            <a:noFill/>
          </a:ln>
        </p:spPr>
        <p:txBody>
          <a:bodyPr anchor="b" bIns="46038" lIns="92075" rIns="92075" tIns="46038" vert="horz"/>
          <a:lstStyle>
            <a:lvl1pPr algn="ctr">
              <a:defRPr sz="4400"/>
            </a:lvl1pPr>
          </a:lstStyle>
          <a:p>
            <a:pPr lvl="0"/>
            <a:r>
              <a:rPr altLang="en-US" lang="zh-CN"/>
              <a:t>单击此处编辑母版标题样式</a:t>
            </a:r>
          </a:p>
        </p:txBody>
      </p:sp>
      <p:sp>
        <p:nvSpPr>
          <p:cNvPr id="1091859" name=""/>
          <p:cNvSpPr/>
          <p:nvPr>
            <p:ph type="subTitle" sz="full" idx="1"/>
          </p:nvPr>
        </p:nvSpPr>
        <p:spPr>
          <a:xfrm rot="0">
            <a:off x="1371600" y="3886200"/>
            <a:ext cx="6400800" cy="1752600"/>
          </a:xfrm>
          <a:prstGeom prst="rect"/>
          <a:noFill/>
          <a:ln>
            <a:noFill/>
          </a:ln>
        </p:spPr>
        <p:txBody>
          <a:bodyPr anchor="t" bIns="46038" lIns="92075" rIns="92075" tIns="46038" vert="horz"/>
          <a:lstStyle>
            <a:lvl1pPr algn="ctr" marL="0">
              <a:buFontTx/>
              <a:buNone/>
              <a:defRPr sz="3200">
                <a:solidFill>
                  <a:schemeClr val="dk1"/>
                </a:solidFill>
              </a:defRPr>
            </a:lvl1pPr>
            <a:lvl2pPr algn="ctr" marL="457200">
              <a:buFontTx/>
              <a:buNone/>
            </a:lvl2pPr>
            <a:lvl3pPr algn="ctr" marL="914400">
              <a:buFontTx/>
              <a:buNone/>
            </a:lvl3pPr>
            <a:lvl4pPr algn="ctr" marL="1371600">
              <a:buFontTx/>
              <a:buNone/>
            </a:lvl4pPr>
            <a:lvl5pPr algn="ctr" marL="1828800">
              <a:buFontTx/>
              <a:buNone/>
            </a:lvl5pPr>
          </a:lstStyle>
          <a:p>
            <a:pPr lvl="0"/>
            <a:r>
              <a:rPr altLang="en-US" lang="zh-CN"/>
              <a:t>单击此处编辑母版副标题样式</a:t>
            </a:r>
          </a:p>
        </p:txBody>
      </p:sp>
      <p:sp>
        <p:nvSpPr>
          <p:cNvPr id="1091860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>
                <a:solidFill>
                  <a:srgbClr val="FFFFCC"/>
                </a:solidFill>
              </a:rPr>
              <a:t/>
            </a:r>
            <a:endParaRPr altLang="en-US" sz="1400" lang="zh-CN">
              <a:solidFill>
                <a:srgbClr val="FFFFCC"/>
              </a:solidFill>
            </a:endParaRPr>
          </a:p>
        </p:txBody>
      </p:sp>
      <p:sp>
        <p:nvSpPr>
          <p:cNvPr id="1091861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>
              <a:solidFill>
                <a:srgbClr val="FFFFCC"/>
              </a:solidFill>
            </a:endParaRPr>
          </a:p>
        </p:txBody>
      </p:sp>
      <p:sp>
        <p:nvSpPr>
          <p:cNvPr id="1091862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>
                <a:solidFill>
                  <a:srgbClr val="FFFFCC"/>
                </a:solidFill>
              </a:rPr>
              <a:pPr algn="r" lvl="0">
                <a:spcBef>
                  <a:spcPct val="50000"/>
                </a:spcBef>
              </a:pPr>
            </a:fld>
            <a:endParaRPr altLang="en-US" sz="1400" lang="zh-CN">
              <a:solidFill>
                <a:srgbClr val="FFFFCC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标题和内容">
    <p:spTree>
      <p:nvGrpSpPr>
        <p:cNvPr id="6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09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10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secHead">
  <p:cSld name="节标题">
    <p:spTree>
      <p:nvGrpSpPr>
        <p:cNvPr id="6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11" name="Title 1"/>
          <p:cNvSpPr>
            <a:spLocks noGrp="1"/>
          </p:cNvSpPr>
          <p:nvPr>
            <p:ph type="title"/>
          </p:nvPr>
        </p:nvSpPr>
        <p:spPr>
          <a:xfrm>
            <a:off x="623887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12" name="Text Placeholder 2"/>
          <p:cNvSpPr>
            <a:spLocks noGrp="1"/>
          </p:cNvSpPr>
          <p:nvPr>
            <p:ph type="body" idx="1"/>
          </p:nvPr>
        </p:nvSpPr>
        <p:spPr>
          <a:xfrm>
            <a:off x="623887" y="4589463"/>
            <a:ext cx="7886700" cy="1500187"/>
          </a:xfrm>
        </p:spPr>
        <p:txBody>
          <a:bodyPr/>
          <a:lstStyle>
            <a:lvl1pPr indent="0" marL="0">
              <a:buNone/>
              <a:defRPr sz="2400"/>
            </a:lvl1pPr>
            <a:lvl2pPr indent="0" marL="457200">
              <a:buNone/>
              <a:defRPr sz="2000"/>
            </a:lvl2pPr>
            <a:lvl3pPr indent="0" marL="914400">
              <a:buNone/>
              <a:defRPr sz="1800"/>
            </a:lvl3pPr>
            <a:lvl4pPr indent="0" marL="1371600">
              <a:buNone/>
              <a:defRPr sz="1600"/>
            </a:lvl4pPr>
            <a:lvl5pPr indent="0" marL="1828800">
              <a:buNone/>
              <a:defRPr sz="1600"/>
            </a:lvl5pPr>
            <a:lvl6pPr indent="0" marL="2286000">
              <a:buNone/>
              <a:defRPr sz="1600"/>
            </a:lvl6pPr>
            <a:lvl7pPr indent="0" marL="2743200">
              <a:buNone/>
              <a:defRPr sz="1600"/>
            </a:lvl7pPr>
            <a:lvl8pPr indent="0" marL="3200400">
              <a:buNone/>
              <a:defRPr sz="1600"/>
            </a:lvl8pPr>
            <a:lvl9pPr indent="0" marL="3657600">
              <a:buNone/>
              <a:defRPr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两栏内容">
    <p:spTree>
      <p:nvGrpSpPr>
        <p:cNvPr id="6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13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14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91915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TxTwoObj">
  <p:cSld name="比较">
    <p:spTree>
      <p:nvGrpSpPr>
        <p:cNvPr id="6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16" name="Title 1"/>
          <p:cNvSpPr>
            <a:spLocks noGrp="1"/>
          </p:cNvSpPr>
          <p:nvPr>
            <p:ph type="title"/>
          </p:nvPr>
        </p:nvSpPr>
        <p:spPr>
          <a:xfrm>
            <a:off x="629841" y="365125"/>
            <a:ext cx="7886700" cy="1325563"/>
          </a:xfrm>
        </p:spPr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17" name="Text Placeholder 2"/>
          <p:cNvSpPr>
            <a:spLocks noGrp="1"/>
          </p:cNvSpPr>
          <p:nvPr>
            <p:ph type="body" idx="1"/>
          </p:nvPr>
        </p:nvSpPr>
        <p:spPr>
          <a:xfrm>
            <a:off x="629841" y="1681163"/>
            <a:ext cx="3868340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918" name="Content Placeholder 3"/>
          <p:cNvSpPr>
            <a:spLocks noGrp="1"/>
          </p:cNvSpPr>
          <p:nvPr>
            <p:ph sz="half" idx="2"/>
          </p:nvPr>
        </p:nvSpPr>
        <p:spPr>
          <a:xfrm>
            <a:off x="629841" y="2505075"/>
            <a:ext cx="3868340" cy="368458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91919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920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仅标题">
    <p:spTree>
      <p:nvGrpSpPr>
        <p:cNvPr id="6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2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blank">
  <p:cSld name="空白">
    <p:spTree>
      <p:nvGrpSpPr>
        <p:cNvPr id="4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Tx">
  <p:cSld name="内容和标题">
    <p:spTree>
      <p:nvGrpSpPr>
        <p:cNvPr id="6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2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23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924" name="Content Placeholder 2"/>
          <p:cNvSpPr>
            <a:spLocks noGrp="1"/>
          </p:cNvSpPr>
          <p:nvPr>
            <p:ph idx="1"/>
          </p:nvPr>
        </p:nvSpPr>
        <p:spPr>
          <a:xfrm>
            <a:off x="3887391" y="987424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picTx">
  <p:cSld name="图片和标题">
    <p:spTree>
      <p:nvGrpSpPr>
        <p:cNvPr id="6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25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26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zh-CN" lang="en-US" smtClean="0"/>
              <a:t>单击此处编辑母版文本样式</a:t>
            </a:r>
          </a:p>
        </p:txBody>
      </p:sp>
      <p:sp>
        <p:nvSpPr>
          <p:cNvPr id="1091927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987424"/>
            <a:ext cx="4629150" cy="4873625"/>
          </a:xfrm>
        </p:spPr>
        <p:txBody>
          <a:bodyPr/>
          <a:lstStyle>
            <a:lvl1pPr indent="0" marL="0">
              <a:buNone/>
              <a:defRPr sz="3200"/>
            </a:lvl1pPr>
            <a:lvl2pPr indent="0" marL="457200">
              <a:buNone/>
              <a:defRPr sz="2800"/>
            </a:lvl2pPr>
            <a:lvl3pPr indent="0" marL="914400">
              <a:buNone/>
              <a:defRPr sz="2000"/>
            </a:lvl3pPr>
            <a:lvl4pPr indent="0" marL="1371600">
              <a:buNone/>
              <a:defRPr sz="2000"/>
            </a:lvl4pPr>
            <a:lvl5pPr indent="0" marL="1828800">
              <a:buNone/>
              <a:defRPr sz="2000"/>
            </a:lvl5pPr>
            <a:lvl6pPr indent="0" marL="2286000">
              <a:buNone/>
              <a:defRPr sz="2000"/>
            </a:lvl6pPr>
            <a:lvl7pPr indent="0" marL="2743200">
              <a:buNone/>
              <a:defRPr sz="2000"/>
            </a:lvl7pPr>
            <a:lvl8pPr indent="0" marL="3200400">
              <a:buNone/>
              <a:defRPr sz="2000"/>
            </a:lvl8pPr>
            <a:lvl9pPr indent="0" marL="3657600">
              <a:buNone/>
              <a:defRPr sz="2000"/>
            </a:lvl9pPr>
          </a:lstStyle>
          <a:p>
            <a:endParaRPr altLang="en-US" lang="zh-CN"/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x">
  <p:cSld name="标题和竖排文字">
    <p:spTree>
      <p:nvGrpSpPr>
        <p:cNvPr id="6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28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29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itleAndTx">
  <p:cSld name="垂直排列标题与文本">
    <p:spTree>
      <p:nvGrpSpPr>
        <p:cNvPr id="6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930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p>
            <a:r>
              <a:rPr altLang="zh-CN" lang="en-US" smtClean="0"/>
              <a:t>单击此处编辑母版标题样式</a:t>
            </a:r>
            <a:endParaRPr altLang="en-US" lang="zh-CN"/>
          </a:p>
        </p:txBody>
      </p:sp>
      <p:sp>
        <p:nvSpPr>
          <p:cNvPr id="1091931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p>
            <a:pPr lvl="0"/>
            <a:r>
              <a:rPr altLang="zh-CN" lang="en-US" smtClean="0"/>
              <a:t>单击此处编辑母版文本样式</a:t>
            </a:r>
          </a:p>
          <a:p>
            <a:pPr lvl="1"/>
            <a:r>
              <a:rPr altLang="zh-CN" lang="en-US" smtClean="0"/>
              <a:t>第二级</a:t>
            </a:r>
          </a:p>
          <a:p>
            <a:pPr lvl="2"/>
            <a:r>
              <a:rPr altLang="zh-CN" lang="en-US" smtClean="0"/>
              <a:t>第三级</a:t>
            </a:r>
          </a:p>
          <a:p>
            <a:pPr lvl="3"/>
            <a:r>
              <a:rPr altLang="zh-CN" lang="en-US" smtClean="0"/>
              <a:t>第四级</a:t>
            </a:r>
          </a:p>
          <a:p>
            <a:pPr lvl="4"/>
            <a:r>
              <a:rPr altLang="zh-CN" lang="en-US" smtClean="0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_rels/slideMaster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2.xml"/><Relationship Id="rId12" Type="http://schemas.openxmlformats.org/officeDocument/2006/relationships/theme" Target="../theme/theme2.xml"/></Relationships>
</file>

<file path=ppt/slideMasters/_rels/slideMaster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4.xml"/><Relationship Id="rId3" Type="http://schemas.openxmlformats.org/officeDocument/2006/relationships/slideLayout" Target="../slideLayouts/slideLayout25.xml"/><Relationship Id="rId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7.xml"/><Relationship Id="rId6" Type="http://schemas.openxmlformats.org/officeDocument/2006/relationships/slideLayout" Target="../slideLayouts/slideLayout28.xml"/><Relationship Id="rId7" Type="http://schemas.openxmlformats.org/officeDocument/2006/relationships/slideLayout" Target="../slideLayouts/slideLayout29.xml"/><Relationship Id="rId8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3.xml"/><Relationship Id="rId1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white">
      <p:bgPr>
        <a:solidFill>
          <a:schemeClr val="lt1"/>
        </a:solidFill>
      </p:bgPr>
    </p:bg>
    <p:spTree>
      <p:nvGrpSpPr>
        <p:cNvPr id="1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48576" name=""/>
          <p:cNvSpPr/>
          <p:nvPr>
            <p:ph type="title" sz="full" idx="0"/>
          </p:nvPr>
        </p:nvSpPr>
        <p:spPr>
          <a:xfrm rot="0">
            <a:off x="685800" y="609600"/>
            <a:ext cx="7772400" cy="1143000"/>
          </a:xfrm>
          <a:prstGeom prst="rect"/>
          <a:noFill/>
          <a:ln>
            <a:noFill/>
          </a:ln>
        </p:spPr>
        <p:txBody>
          <a:bodyPr anchor="ctr" bIns="45720" lIns="91440" rIns="91440" tIns="45720" vert="horz"/>
          <a:p>
            <a:pPr lvl="0"/>
            <a:r>
              <a:rPr altLang="en-US" lang="zh-CN"/>
              <a:t>单击此处编辑母版标题样式</a:t>
            </a:r>
          </a:p>
        </p:txBody>
      </p:sp>
      <p:sp>
        <p:nvSpPr>
          <p:cNvPr id="1048577" name=""/>
          <p:cNvSpPr/>
          <p:nvPr>
            <p:ph type="body" sz="full" idx="1"/>
          </p:nvPr>
        </p:nvSpPr>
        <p:spPr>
          <a:xfrm rot="0">
            <a:off x="685800" y="1981200"/>
            <a:ext cx="7772400" cy="41148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p>
            <a:pPr lvl="0"/>
            <a:r>
              <a:rPr altLang="en-US" lang="zh-CN"/>
              <a:t>单击此处编辑母版文本样式</a:t>
            </a:r>
          </a:p>
          <a:p>
            <a:pPr lvl="1"/>
            <a:r>
              <a:rPr altLang="en-US" lang="zh-CN"/>
              <a:t>第二级</a:t>
            </a:r>
          </a:p>
          <a:p>
            <a:pPr lvl="2"/>
            <a:r>
              <a:rPr altLang="en-US" lang="zh-CN"/>
              <a:t>第三级</a:t>
            </a:r>
          </a:p>
          <a:p>
            <a:pPr lvl="3"/>
            <a:r>
              <a:rPr altLang="en-US" lang="zh-CN"/>
              <a:t>第四级</a:t>
            </a:r>
          </a:p>
          <a:p>
            <a:pPr lvl="4"/>
            <a:r>
              <a:rPr altLang="en-US" lang="zh-CN"/>
              <a:t>第五级</a:t>
            </a:r>
          </a:p>
        </p:txBody>
      </p:sp>
      <p:sp>
        <p:nvSpPr>
          <p:cNvPr id="1048578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48579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  <p:sp>
        <p:nvSpPr>
          <p:cNvPr id="1048580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</p:spTree>
  </p:cSld>
  <p:clrMap accent1="accent1" accent2="accent2" accent3="accent3" accent4="accent4" accent5="accent5" accent6="accent6" bg1="lt1" bg2="dk2" tx1="dk1" tx2="lt2" hlink="hlink" folHlink="folHlink"/>
  <p:sldLayoutIdLst>
    <p:sldLayoutId id="2147483652" r:id="rId1"/>
    <p:sldLayoutId id="2147483653" r:id="rId2"/>
    <p:sldLayoutId id="2147483654" r:id="rId3"/>
    <p:sldLayoutId id="2147483655" r:id="rId4"/>
    <p:sldLayoutId id="2147483656" r:id="rId5"/>
    <p:sldLayoutId id="2147483657" r:id="rId6"/>
    <p:sldLayoutId id="2147483658" r:id="rId7"/>
    <p:sldLayoutId id="2147483672" r:id="rId8"/>
    <p:sldLayoutId id="2147483673" r:id="rId9"/>
    <p:sldLayoutId id="2147483674" r:id="rId10"/>
    <p:sldLayoutId id="2147483675" r:id="rId11"/>
  </p:sldLayoutIdLst>
  <p:hf dt="0" ftr="0" sldNum="0"/>
  <p:txStyles>
    <p:titleStyle>
      <a:lvl1pPr algn="ctr" eaLnBrk="1" fontAlgn="base" hangingPunct="1" indent="0" latinLnBrk="1" marL="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4400" i="0" u="none">
          <a:solidFill>
            <a:schemeClr val="lt2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</p:titleStyle>
    <p:bodyStyle>
      <a:lvl1pPr algn="l" eaLnBrk="1" fontAlgn="base" hangingPunct="1" indent="-342900" latinLnBrk="1" marL="3429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•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  <a:lvl2pPr algn="l" eaLnBrk="1" fontAlgn="base" hangingPunct="1" indent="-285750" latinLnBrk="1" marL="74295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–"/>
        <a:defRPr baseline="0" b="0" sz="28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2pPr>
      <a:lvl3pPr algn="l" eaLnBrk="1" fontAlgn="base" hangingPunct="1" indent="-228600" latinLnBrk="1" marL="11430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•"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3pPr>
      <a:lvl4pPr algn="l" eaLnBrk="1" fontAlgn="base" hangingPunct="1" indent="-228600" latinLnBrk="1" marL="16002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–"/>
        <a:defRPr baseline="0" b="0" sz="20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4pPr>
      <a:lvl5pPr algn="l" eaLnBrk="1" fontAlgn="base" hangingPunct="1" indent="-228600" latinLnBrk="1" marL="20574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»"/>
        <a:defRPr baseline="0" b="0" sz="20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5pPr>
    </p:bodyStyle>
    <p:otherStyle>
      <a:lvl1pPr algn="l" eaLnBrk="1" fontAlgn="base" hangingPunct="1" indent="0" latinLnBrk="1" marL="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  <a:lvl2pPr algn="l" eaLnBrk="1" fontAlgn="base" hangingPunct="1" indent="0" latinLnBrk="1" marL="4572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2pPr>
      <a:lvl3pPr algn="l" eaLnBrk="1" fontAlgn="base" hangingPunct="1" indent="0" latinLnBrk="1" marL="9144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3pPr>
      <a:lvl4pPr algn="l" eaLnBrk="1" fontAlgn="base" hangingPunct="1" indent="0" latinLnBrk="1" marL="13716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4pPr>
      <a:lvl5pPr algn="l" eaLnBrk="1" fontAlgn="base" hangingPunct="1" indent="0" latinLnBrk="1" marL="18288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5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white">
      <p:bgPr>
        <a:solidFill>
          <a:schemeClr val="lt1"/>
        </a:solidFill>
      </p:bgPr>
    </p:bg>
    <p:spTree>
      <p:nvGrpSpPr>
        <p:cNvPr id="24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9211" name=""/>
          <p:cNvSpPr/>
          <p:nvPr>
            <p:ph type="title" sz="full" idx="0"/>
          </p:nvPr>
        </p:nvSpPr>
        <p:spPr>
          <a:xfrm rot="0">
            <a:off x="685800" y="609600"/>
            <a:ext cx="7772400" cy="1143000"/>
          </a:xfrm>
          <a:prstGeom prst="rect"/>
          <a:noFill/>
          <a:ln>
            <a:noFill/>
          </a:ln>
        </p:spPr>
        <p:txBody>
          <a:bodyPr anchor="ctr" bIns="45720" lIns="91440" rIns="91440" tIns="45720" vert="horz"/>
          <a:p>
            <a:pPr lvl="0"/>
            <a:r>
              <a:rPr altLang="en-US" lang="zh-CN"/>
              <a:t>单击此处编辑母版标题样式</a:t>
            </a:r>
          </a:p>
        </p:txBody>
      </p:sp>
      <p:sp>
        <p:nvSpPr>
          <p:cNvPr id="1069212" name=""/>
          <p:cNvSpPr/>
          <p:nvPr>
            <p:ph type="body" sz="full" idx="1"/>
          </p:nvPr>
        </p:nvSpPr>
        <p:spPr>
          <a:xfrm rot="0">
            <a:off x="685800" y="1981200"/>
            <a:ext cx="7772400" cy="41148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p>
            <a:pPr lvl="0"/>
            <a:r>
              <a:rPr altLang="en-US" lang="zh-CN"/>
              <a:t>单击此处编辑母版文本样式</a:t>
            </a:r>
          </a:p>
          <a:p>
            <a:pPr lvl="1"/>
            <a:r>
              <a:rPr altLang="en-US" lang="zh-CN"/>
              <a:t>第二级</a:t>
            </a:r>
          </a:p>
          <a:p>
            <a:pPr lvl="2"/>
            <a:r>
              <a:rPr altLang="en-US" lang="zh-CN"/>
              <a:t>第三级</a:t>
            </a:r>
          </a:p>
          <a:p>
            <a:pPr lvl="3"/>
            <a:r>
              <a:rPr altLang="en-US" lang="zh-CN"/>
              <a:t>第四级</a:t>
            </a:r>
          </a:p>
          <a:p>
            <a:pPr lvl="4"/>
            <a:r>
              <a:rPr altLang="en-US" lang="zh-CN"/>
              <a:t>第五级</a:t>
            </a:r>
          </a:p>
        </p:txBody>
      </p:sp>
      <p:sp>
        <p:nvSpPr>
          <p:cNvPr id="1069213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69214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endParaRPr altLang="en-US" sz="1400" lang="zh-CN"/>
          </a:p>
        </p:txBody>
      </p:sp>
      <p:sp>
        <p:nvSpPr>
          <p:cNvPr id="1069215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/>
            <a:fld id="{566ABCEB-ACFC-4714-9973-3DA970169C29}" type="slidenum">
              <a:rPr altLang="en-US" sz="1400" lang="zh-CN"/>
              <a:pPr algn="r" lvl="0"/>
            </a:fld>
            <a:endParaRPr altLang="en-US" sz="1400" lang="zh-CN"/>
          </a:p>
        </p:txBody>
      </p:sp>
    </p:spTree>
  </p:cSld>
  <p:clrMap accent1="accent1" accent2="accent2" accent3="accent3" accent4="accent4" accent5="accent5" accent6="accent6" bg1="lt1" bg2="dk2" tx1="dk1" tx2="lt2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76" r:id="rId8"/>
    <p:sldLayoutId id="2147483677" r:id="rId9"/>
    <p:sldLayoutId id="2147483678" r:id="rId10"/>
    <p:sldLayoutId id="2147483679" r:id="rId11"/>
  </p:sldLayoutIdLst>
  <p:hf dt="0" ftr="0" sldNum="0"/>
  <p:txStyles>
    <p:titleStyle>
      <a:lvl1pPr algn="ctr" eaLnBrk="1" fontAlgn="base" hangingPunct="1" indent="0" latinLnBrk="1" marL="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4400" i="0" u="none">
          <a:solidFill>
            <a:schemeClr val="lt2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</p:titleStyle>
    <p:bodyStyle>
      <a:lvl1pPr algn="l" eaLnBrk="1" fontAlgn="base" hangingPunct="1" indent="-342900" latinLnBrk="1" marL="3429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•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  <a:lvl2pPr algn="l" eaLnBrk="1" fontAlgn="base" hangingPunct="1" indent="-285750" latinLnBrk="1" marL="74295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–"/>
        <a:defRPr baseline="0" b="0" sz="28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2pPr>
      <a:lvl3pPr algn="l" eaLnBrk="1" fontAlgn="base" hangingPunct="1" indent="-228600" latinLnBrk="1" marL="11430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•"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3pPr>
      <a:lvl4pPr algn="l" eaLnBrk="1" fontAlgn="base" hangingPunct="1" indent="-228600" latinLnBrk="1" marL="16002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–"/>
        <a:defRPr baseline="0" b="0" sz="20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4pPr>
      <a:lvl5pPr algn="l" eaLnBrk="1" fontAlgn="base" hangingPunct="1" indent="-228600" latinLnBrk="1" marL="2057400" rtl="0">
        <a:lnSpc>
          <a:spcPct val="100000"/>
        </a:lnSpc>
        <a:spcBef>
          <a:spcPct val="20000"/>
        </a:spcBef>
        <a:spcAft>
          <a:spcPct val="0"/>
        </a:spcAft>
        <a:buSzPct val="100000"/>
        <a:buFontTx/>
        <a:buChar char="»"/>
        <a:defRPr baseline="0" b="0" sz="20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5pPr>
    </p:bodyStyle>
    <p:otherStyle>
      <a:lvl1pPr algn="l" eaLnBrk="1" fontAlgn="base" hangingPunct="1" indent="0" latinLnBrk="1" marL="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  <a:lvl2pPr algn="l" eaLnBrk="1" fontAlgn="base" hangingPunct="1" indent="0" latinLnBrk="1" marL="4572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2pPr>
      <a:lvl3pPr algn="l" eaLnBrk="1" fontAlgn="base" hangingPunct="1" indent="0" latinLnBrk="1" marL="9144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3pPr>
      <a:lvl4pPr algn="l" eaLnBrk="1" fontAlgn="base" hangingPunct="1" indent="0" latinLnBrk="1" marL="13716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4pPr>
      <a:lvl5pPr algn="l" eaLnBrk="1" fontAlgn="base" hangingPunct="1" indent="0" latinLnBrk="1" marL="18288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5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white">
      <p:bgPr>
        <a:solidFill>
          <a:schemeClr val="lt1"/>
        </a:solidFill>
      </p:bgPr>
    </p:bg>
    <p:spTree>
      <p:nvGrpSpPr>
        <p:cNvPr id="47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474" name=""/>
          <p:cNvGrpSpPr/>
          <p:nvPr/>
        </p:nvGrpSpPr>
        <p:grpSpPr>
          <a:xfrm rot="0">
            <a:off x="457200" y="998537"/>
            <a:ext cx="8153400" cy="1600200"/>
            <a:chOff x="288" y="629"/>
            <a:chExt cx="5136" cy="1008"/>
          </a:xfrm>
        </p:grpSpPr>
        <p:sp>
          <p:nvSpPr>
            <p:cNvPr id="1086673" name=""/>
            <p:cNvSpPr/>
            <p:nvPr/>
          </p:nvSpPr>
          <p:spPr>
            <a:xfrm rot="0">
              <a:off x="3621" y="629"/>
              <a:ext cx="1803" cy="1008"/>
            </a:xfrm>
            <a:custGeom>
              <a:avLst/>
              <a:ahLst/>
              <a:rect l="0" t="0" r="r" b="b"/>
              <a:pathLst>
                <a:path w="10801" h="21600" fill="none" extrusionOk="0">
                  <a:moveTo>
                    <a:pt x="0" y="0"/>
                  </a:moveTo>
                  <a:arcTo wR="10800" hR="10800" stAng="16200000" swAng="10800000"/>
                </a:path>
                <a:path w="10801" h="21600" stroke="0">
                  <a:moveTo>
                    <a:pt x="0" y="0"/>
                  </a:moveTo>
                  <a:arcTo wR="10800" hR="10800" stAng="16200000" swAng="10800000"/>
                  <a:lnTo>
                    <a:pt x="1" y="10800"/>
                  </a:lnTo>
                  <a:close/>
                </a:path>
              </a:pathLst>
            </a:custGeom>
            <a:gradFill rotWithShape="0">
              <a:gsLst>
                <a:gs pos="0">
                  <a:schemeClr val="lt1">
                    <a:alpha val="100000"/>
                  </a:schemeClr>
                </a:gs>
                <a:gs pos="100000">
                  <a:srgbClr val="6633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  <p:sp>
          <p:nvSpPr>
            <p:cNvPr id="1086674" name=""/>
            <p:cNvSpPr/>
            <p:nvPr/>
          </p:nvSpPr>
          <p:spPr>
            <a:xfrm rot="0">
              <a:off x="3575" y="733"/>
              <a:ext cx="1803" cy="800"/>
            </a:xfrm>
            <a:custGeom>
              <a:avLst/>
              <a:ahLst/>
              <a:rect l="0" t="0" r="r" b="b"/>
              <a:pathLst>
                <a:path w="10801" h="21600" fill="none" extrusionOk="0">
                  <a:moveTo>
                    <a:pt x="0" y="0"/>
                  </a:moveTo>
                  <a:arcTo wR="10800" hR="10800" stAng="16200000" swAng="10800000"/>
                </a:path>
                <a:path w="10801" h="21600" stroke="0">
                  <a:moveTo>
                    <a:pt x="0" y="0"/>
                  </a:moveTo>
                  <a:arcTo wR="10800" hR="10800" stAng="16200000" swAng="10800000"/>
                  <a:lnTo>
                    <a:pt x="1" y="10800"/>
                  </a:lnTo>
                  <a:close/>
                </a:path>
              </a:pathLst>
            </a:custGeom>
            <a:gradFill rotWithShape="0">
              <a:gsLst>
                <a:gs pos="0">
                  <a:schemeClr val="lt1">
                    <a:alpha val="100000"/>
                  </a:schemeClr>
                </a:gs>
                <a:gs pos="100000">
                  <a:srgbClr val="8944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  <p:sp>
          <p:nvSpPr>
            <p:cNvPr id="1086675" name=""/>
            <p:cNvSpPr/>
            <p:nvPr/>
          </p:nvSpPr>
          <p:spPr>
            <a:xfrm rot="0">
              <a:off x="3548" y="872"/>
              <a:ext cx="1802" cy="522"/>
            </a:xfrm>
            <a:custGeom>
              <a:avLst/>
              <a:ahLst/>
              <a:rect l="0" t="0" r="r" b="b"/>
              <a:pathLst>
                <a:path w="10801" h="21600" fill="none" extrusionOk="0">
                  <a:moveTo>
                    <a:pt x="0" y="0"/>
                  </a:moveTo>
                  <a:arcTo wR="10800" hR="10800" stAng="16200000" swAng="10800000"/>
                </a:path>
                <a:path w="10801" h="21600" stroke="0">
                  <a:moveTo>
                    <a:pt x="0" y="0"/>
                  </a:moveTo>
                  <a:arcTo wR="10800" hR="10800" stAng="16200000" swAng="10800000"/>
                  <a:lnTo>
                    <a:pt x="1" y="10800"/>
                  </a:lnTo>
                  <a:close/>
                </a:path>
              </a:pathLst>
            </a:custGeom>
            <a:gradFill rotWithShape="0">
              <a:gsLst>
                <a:gs pos="0">
                  <a:schemeClr val="lt1">
                    <a:alpha val="100000"/>
                  </a:schemeClr>
                </a:gs>
                <a:gs pos="100000">
                  <a:srgbClr val="B75B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  <p:sp>
          <p:nvSpPr>
            <p:cNvPr id="1086676" name=""/>
            <p:cNvSpPr/>
            <p:nvPr/>
          </p:nvSpPr>
          <p:spPr>
            <a:xfrm rot="0">
              <a:off x="288" y="1076"/>
              <a:ext cx="4988" cy="104"/>
            </a:xfrm>
            <a:prstGeom prst="roundRect">
              <a:avLst>
                <a:gd name="adj" fmla="val 49995"/>
              </a:avLst>
            </a:prstGeom>
            <a:gradFill rotWithShape="0">
              <a:gsLst>
                <a:gs pos="0">
                  <a:srgbClr val="000000">
                    <a:alpha val="100000"/>
                  </a:srgbClr>
                </a:gs>
                <a:gs pos="0">
                  <a:srgbClr val="000000">
                    <a:alpha val="100000"/>
                  </a:srgbClr>
                </a:gs>
                <a:gs pos="20000">
                  <a:srgbClr val="000040">
                    <a:alpha val="100000"/>
                  </a:srgbClr>
                </a:gs>
                <a:gs pos="50000">
                  <a:srgbClr val="400040">
                    <a:alpha val="100000"/>
                  </a:srgbClr>
                </a:gs>
                <a:gs pos="75000">
                  <a:srgbClr val="8F0040">
                    <a:alpha val="100000"/>
                  </a:srgbClr>
                </a:gs>
                <a:gs pos="89999">
                  <a:srgbClr val="F27300">
                    <a:alpha val="100000"/>
                  </a:srgbClr>
                </a:gs>
                <a:gs pos="100000">
                  <a:srgbClr val="FFBF00">
                    <a:alpha val="100000"/>
                  </a:srgbClr>
                </a:gs>
              </a:gsLst>
              <a:lin ang="0" scaled="1"/>
            </a:gradFill>
            <a:ln>
              <a:noFill/>
            </a:ln>
          </p:spPr>
          <p:txBody>
            <a:bodyPr anchor="t" bIns="45720" lIns="91440" rIns="91440" tIns="45720" vert="horz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endParaRPr altLang="en-US" lang="zh-CN"/>
            </a:p>
          </p:txBody>
        </p:sp>
      </p:grpSp>
      <p:sp>
        <p:nvSpPr>
          <p:cNvPr id="1086677" name=""/>
          <p:cNvSpPr/>
          <p:nvPr>
            <p:ph type="title" sz="full" idx="0"/>
          </p:nvPr>
        </p:nvSpPr>
        <p:spPr>
          <a:xfrm rot="0">
            <a:off x="685800" y="381000"/>
            <a:ext cx="7772400" cy="1143000"/>
          </a:xfrm>
          <a:prstGeom prst="rect"/>
          <a:noFill/>
          <a:ln>
            <a:noFill/>
          </a:ln>
        </p:spPr>
        <p:txBody>
          <a:bodyPr anchor="b" bIns="46038" lIns="92075" rIns="92075" tIns="46038" vert="horz"/>
          <a:p>
            <a:pPr lvl="0"/>
            <a:r>
              <a:rPr altLang="en-US" lang="zh-CN"/>
              <a:t>单击此处编辑母版标题样式</a:t>
            </a:r>
          </a:p>
        </p:txBody>
      </p:sp>
      <p:sp>
        <p:nvSpPr>
          <p:cNvPr id="1086678" name=""/>
          <p:cNvSpPr/>
          <p:nvPr>
            <p:ph type="body" sz="full" idx="1"/>
          </p:nvPr>
        </p:nvSpPr>
        <p:spPr>
          <a:xfrm rot="0">
            <a:off x="685800" y="2057400"/>
            <a:ext cx="7772400" cy="4114800"/>
          </a:xfrm>
          <a:prstGeom prst="rect"/>
          <a:noFill/>
          <a:ln>
            <a:noFill/>
          </a:ln>
        </p:spPr>
        <p:txBody>
          <a:bodyPr anchor="t" bIns="46038" lIns="92075" rIns="92075" tIns="46038" vert="horz"/>
          <a:p>
            <a:pPr lvl="0"/>
            <a:r>
              <a:rPr altLang="en-US" lang="zh-CN"/>
              <a:t>单击此处编辑母版文本样式</a:t>
            </a:r>
          </a:p>
          <a:p>
            <a:pPr lvl="1"/>
            <a:r>
              <a:rPr altLang="en-US" lang="zh-CN"/>
              <a:t>第二级</a:t>
            </a:r>
          </a:p>
          <a:p>
            <a:pPr lvl="2"/>
            <a:r>
              <a:rPr altLang="en-US" lang="zh-CN"/>
              <a:t>第三级</a:t>
            </a:r>
          </a:p>
          <a:p>
            <a:pPr lvl="3"/>
            <a:r>
              <a:rPr altLang="en-US" lang="zh-CN"/>
              <a:t>第四级</a:t>
            </a:r>
          </a:p>
          <a:p>
            <a:pPr lvl="4"/>
            <a:r>
              <a:rPr altLang="en-US" lang="zh-CN"/>
              <a:t>第五级</a:t>
            </a:r>
          </a:p>
        </p:txBody>
      </p:sp>
      <p:sp>
        <p:nvSpPr>
          <p:cNvPr id="1086679" name=""/>
          <p:cNvSpPr/>
          <p:nvPr>
            <p:ph type="dt" sz="half" idx="2"/>
          </p:nvPr>
        </p:nvSpPr>
        <p:spPr>
          <a:xfrm rot="0">
            <a:off x="6858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1400" lang="zh-CN"/>
              <a:t/>
            </a:r>
            <a:endParaRPr altLang="en-US" sz="1400" lang="zh-CN"/>
          </a:p>
        </p:txBody>
      </p:sp>
      <p:sp>
        <p:nvSpPr>
          <p:cNvPr id="1086680" name=""/>
          <p:cNvSpPr/>
          <p:nvPr>
            <p:ph type="ftr" sz="quarter" idx="3"/>
          </p:nvPr>
        </p:nvSpPr>
        <p:spPr>
          <a:xfrm rot="0">
            <a:off x="3124200" y="6248400"/>
            <a:ext cx="28956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endParaRPr altLang="en-US" sz="1400" lang="zh-CN"/>
          </a:p>
        </p:txBody>
      </p:sp>
      <p:sp>
        <p:nvSpPr>
          <p:cNvPr id="1086681" name=""/>
          <p:cNvSpPr/>
          <p:nvPr>
            <p:ph type="sldNum" sz="quarter" idx="4"/>
          </p:nvPr>
        </p:nvSpPr>
        <p:spPr>
          <a:xfrm rot="0">
            <a:off x="6553200" y="6248400"/>
            <a:ext cx="1905000" cy="4572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r" lvl="0">
              <a:spcBef>
                <a:spcPct val="50000"/>
              </a:spcBef>
            </a:pPr>
            <a:fld id="{566ABCEB-ACFC-4714-9973-3DA970169C29}" type="slidenum">
              <a:rPr altLang="en-US" sz="1400" lang="zh-CN"/>
              <a:pPr algn="r" lvl="0">
                <a:spcBef>
                  <a:spcPct val="50000"/>
                </a:spcBef>
              </a:pPr>
            </a:fld>
            <a:endParaRPr altLang="en-US" sz="1400" lang="zh-CN"/>
          </a:p>
        </p:txBody>
      </p:sp>
    </p:spTree>
  </p:cSld>
  <p:clrMap accent1="accent1" accent2="accent2" accent3="accent3" accent4="accent4" accent5="accent5" accent6="accent6" bg1="lt1" bg2="dk2" tx1="dk1" tx2="lt2" hlink="hlink" folHlink="folHlink"/>
  <p:sldLayoutIdLst>
    <p:sldLayoutId id="2147483651" r:id="rId1"/>
    <p:sldLayoutId id="2147483666" r:id="rId2"/>
    <p:sldLayoutId id="2147483667" r:id="rId3"/>
    <p:sldLayoutId id="2147483668" r:id="rId4"/>
    <p:sldLayoutId id="2147483669" r:id="rId5"/>
    <p:sldLayoutId id="2147483670" r:id="rId6"/>
    <p:sldLayoutId id="2147483671" r:id="rId7"/>
    <p:sldLayoutId id="2147483680" r:id="rId8"/>
    <p:sldLayoutId id="2147483681" r:id="rId9"/>
    <p:sldLayoutId id="2147483682" r:id="rId10"/>
    <p:sldLayoutId id="2147483683" r:id="rId11"/>
  </p:sldLayoutIdLst>
  <p:hf dt="0" ftr="0" sldNum="0"/>
  <p:txStyles>
    <p:titleStyle>
      <a:lvl1pPr algn="ctr" eaLnBrk="1" fontAlgn="base" hangingPunct="1" indent="0" latinLnBrk="1" marL="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4400" i="0" u="none">
          <a:solidFill>
            <a:schemeClr val="lt2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</p:titleStyle>
    <p:bodyStyle>
      <a:lvl1pPr algn="l" eaLnBrk="1" fontAlgn="base" hangingPunct="1" indent="-342900" latinLnBrk="1" marL="342900" rtl="0">
        <a:lnSpc>
          <a:spcPct val="100000"/>
        </a:lnSpc>
        <a:spcBef>
          <a:spcPct val="20000"/>
        </a:spcBef>
        <a:spcAft>
          <a:spcPct val="0"/>
        </a:spcAft>
        <a:buClr>
          <a:schemeClr val="lt2"/>
        </a:buClr>
        <a:buSzPct val="100000"/>
        <a:buFontTx/>
        <a:buChar char="•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  <a:lvl2pPr algn="l" eaLnBrk="1" fontAlgn="base" hangingPunct="1" indent="-285750" latinLnBrk="1" marL="742950" rtl="0">
        <a:lnSpc>
          <a:spcPct val="100000"/>
        </a:lnSpc>
        <a:spcBef>
          <a:spcPct val="20000"/>
        </a:spcBef>
        <a:spcAft>
          <a:spcPct val="0"/>
        </a:spcAft>
        <a:buClr>
          <a:schemeClr val="lt2"/>
        </a:buClr>
        <a:buSzPct val="100000"/>
        <a:buFontTx/>
        <a:buChar char="–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2pPr>
      <a:lvl3pPr algn="l" eaLnBrk="1" fontAlgn="base" hangingPunct="1" indent="-228600" latinLnBrk="1" marL="1143000" rtl="0">
        <a:lnSpc>
          <a:spcPct val="100000"/>
        </a:lnSpc>
        <a:spcBef>
          <a:spcPct val="20000"/>
        </a:spcBef>
        <a:spcAft>
          <a:spcPct val="0"/>
        </a:spcAft>
        <a:buClr>
          <a:schemeClr val="lt2"/>
        </a:buClr>
        <a:buSzPct val="100000"/>
        <a:buFontTx/>
        <a:buChar char="•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3pPr>
      <a:lvl4pPr algn="l" eaLnBrk="1" fontAlgn="base" hangingPunct="1" indent="-228600" latinLnBrk="1" marL="1600200" rtl="0">
        <a:lnSpc>
          <a:spcPct val="100000"/>
        </a:lnSpc>
        <a:spcBef>
          <a:spcPct val="20000"/>
        </a:spcBef>
        <a:spcAft>
          <a:spcPct val="0"/>
        </a:spcAft>
        <a:buClr>
          <a:schemeClr val="lt2"/>
        </a:buClr>
        <a:buSzPct val="100000"/>
        <a:buFontTx/>
        <a:buChar char="–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4pPr>
      <a:lvl5pPr algn="l" eaLnBrk="1" fontAlgn="base" hangingPunct="1" indent="-228600" latinLnBrk="1" marL="2057400" rtl="0">
        <a:lnSpc>
          <a:spcPct val="100000"/>
        </a:lnSpc>
        <a:spcBef>
          <a:spcPct val="20000"/>
        </a:spcBef>
        <a:spcAft>
          <a:spcPct val="0"/>
        </a:spcAft>
        <a:buClr>
          <a:schemeClr val="lt2"/>
        </a:buClr>
        <a:buSzPct val="100000"/>
        <a:buFontTx/>
        <a:buChar char="•"/>
        <a:defRPr baseline="0" b="0" sz="32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5pPr>
    </p:bodyStyle>
    <p:otherStyle>
      <a:lvl1pPr algn="l" eaLnBrk="1" fontAlgn="base" hangingPunct="1" indent="0" latinLnBrk="1" marL="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1pPr>
      <a:lvl2pPr algn="l" eaLnBrk="1" fontAlgn="base" hangingPunct="1" indent="0" latinLnBrk="1" marL="4572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2pPr>
      <a:lvl3pPr algn="l" eaLnBrk="1" fontAlgn="base" hangingPunct="1" indent="0" latinLnBrk="1" marL="9144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3pPr>
      <a:lvl4pPr algn="l" eaLnBrk="1" fontAlgn="base" hangingPunct="1" indent="0" latinLnBrk="1" marL="13716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4pPr>
      <a:lvl5pPr algn="l" eaLnBrk="1" fontAlgn="base" hangingPunct="1" indent="0" latinLnBrk="1" marL="1828800" rtl="0">
        <a:lnSpc>
          <a:spcPct val="100000"/>
        </a:lnSpc>
        <a:spcBef>
          <a:spcPct val="0"/>
        </a:spcBef>
        <a:spcAft>
          <a:spcPct val="0"/>
        </a:spcAft>
        <a:buFontTx/>
        <a:buNone/>
        <a:defRPr baseline="0" b="0" sz="2400" i="0" u="none">
          <a:solidFill>
            <a:schemeClr val="dk1"/>
          </a:solidFill>
          <a:latin typeface="Times New Roman" pitchFamily="18" charset="0"/>
          <a:ea typeface="宋体" pitchFamily="2" charset="-122"/>
          <a:sym typeface="Times New Roman" pitchFamily="18" charset="0"/>
        </a:defRPr>
      </a:lvl5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7.xml"/></Relationships>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image" Target="../media/image2.png"/><Relationship Id="rId2" Type="http://schemas.openxmlformats.org/officeDocument/2006/relationships/slideLayout" Target="../slideLayouts/slideLayout7.xml"/></Relationships>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7.xml"/></Relationships>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0.bin"/><Relationship Id="rId2" Type="http://schemas.openxmlformats.org/officeDocument/2006/relationships/image" Target="../media/image4.png"/><Relationship Id="rId3" Type="http://schemas.openxmlformats.org/officeDocument/2006/relationships/audio" Target="../media/media1.wav"/><Relationship Id="rId4" Type="http://schemas.openxmlformats.org/officeDocument/2006/relationships/slideLayout" Target="../slideLayouts/slideLayout18.xml"/></Relationships>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18.xml"/></Relationships>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image" Target="../media/image6.png"/><Relationship Id="rId2" Type="http://schemas.openxmlformats.org/officeDocument/2006/relationships/slideLayout" Target="../slideLayouts/slideLayout18.xml"/></Relationships>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image" Target="../media/image7.png"/><Relationship Id="rId2" Type="http://schemas.openxmlformats.org/officeDocument/2006/relationships/slideLayout" Target="../slideLayouts/slideLayout18.xml"/></Relationships>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image" Target="../media/image8.png"/><Relationship Id="rId2" Type="http://schemas.openxmlformats.org/officeDocument/2006/relationships/slideLayout" Target="../slideLayouts/slideLayout18.xml"/></Relationships>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image" Target="../media/image9.png"/><Relationship Id="rId2" Type="http://schemas.openxmlformats.org/officeDocument/2006/relationships/slideLayout" Target="../slideLayouts/slideLayout18.xml"/></Relationships>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image" Target="../media/image10.png"/><Relationship Id="rId2" Type="http://schemas.openxmlformats.org/officeDocument/2006/relationships/slideLayout" Target="../slideLayouts/slideLayout18.xml"/></Relationships>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image" Target="../media/image11.png"/><Relationship Id="rId2" Type="http://schemas.openxmlformats.org/officeDocument/2006/relationships/slideLayout" Target="../slideLayouts/slideLayout18.xml"/></Relationships>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image" Target="../media/image12.png"/><Relationship Id="rId2" Type="http://schemas.openxmlformats.org/officeDocument/2006/relationships/slideLayout" Target="../slideLayouts/slideLayout18.xml"/></Relationships>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image" Target="../media/image13.png"/><Relationship Id="rId2" Type="http://schemas.openxmlformats.org/officeDocument/2006/relationships/slideLayout" Target="../slideLayouts/slideLayout18.xml"/></Relationships>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image" Target="../media/image14.png"/><Relationship Id="rId2" Type="http://schemas.openxmlformats.org/officeDocument/2006/relationships/slideLayout" Target="../slideLayouts/slideLayout18.xml"/></Relationships>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slideLayout" Target="../slideLayouts/slideLayout18.xml"/></Relationships>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image" Target="../media/image16.png"/><Relationship Id="rId2" Type="http://schemas.openxmlformats.org/officeDocument/2006/relationships/slideLayout" Target="../slideLayouts/slideLayout18.xml"/></Relationships>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image" Target="../media/image17.png"/><Relationship Id="rId2" Type="http://schemas.openxmlformats.org/officeDocument/2006/relationships/slideLayout" Target="../slideLayouts/slideLayout18.xml"/></Relationships>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image" Target="../media/image18.png"/><Relationship Id="rId2" Type="http://schemas.openxmlformats.org/officeDocument/2006/relationships/slideLayout" Target="../slideLayouts/slideLayout18.xml"/></Relationships>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image" Target="../media/image19.png"/><Relationship Id="rId2" Type="http://schemas.openxmlformats.org/officeDocument/2006/relationships/slideLayout" Target="../slideLayouts/slideLayout18.xml"/></Relationships>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image" Target="../media/image20.png"/><Relationship Id="rId2" Type="http://schemas.openxmlformats.org/officeDocument/2006/relationships/slideLayout" Target="../slideLayouts/slideLayout18.xml"/></Relationships>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image" Target="../media/image21.png"/><Relationship Id="rId2" Type="http://schemas.openxmlformats.org/officeDocument/2006/relationships/slideLayout" Target="../slideLayouts/slideLayout18.xml"/></Relationships>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image" Target="../media/image22.png"/><Relationship Id="rId2" Type="http://schemas.openxmlformats.org/officeDocument/2006/relationships/slideLayout" Target="../slideLayouts/slideLayout18.xml"/></Relationships>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image" Target="../media/image23.png"/><Relationship Id="rId2" Type="http://schemas.openxmlformats.org/officeDocument/2006/relationships/slideLayout" Target="../slideLayouts/slideLayout18.xml"/></Relationships>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image" Target="../media/image24.png"/><Relationship Id="rId2" Type="http://schemas.openxmlformats.org/officeDocument/2006/relationships/slideLayout" Target="../slideLayouts/slideLayout18.xml"/></Relationships>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image" Target="../media/image25.png"/><Relationship Id="rId2" Type="http://schemas.openxmlformats.org/officeDocument/2006/relationships/slideLayout" Target="../slideLayouts/slideLayout18.xml"/></Relationships>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image" Target="../media/image26.png"/><Relationship Id="rId2" Type="http://schemas.openxmlformats.org/officeDocument/2006/relationships/slideLayout" Target="../slideLayouts/slideLayout18.xml"/></Relationships>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image" Target="../media/image27.png"/><Relationship Id="rId2" Type="http://schemas.openxmlformats.org/officeDocument/2006/relationships/slideLayout" Target="../slideLayouts/slideLayout18.xml"/></Relationships>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image" Target="../media/image28.png"/><Relationship Id="rId2" Type="http://schemas.openxmlformats.org/officeDocument/2006/relationships/slideLayout" Target="../slideLayouts/slideLayout18.xml"/></Relationships>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image" Target="../media/image29.png"/><Relationship Id="rId2" Type="http://schemas.openxmlformats.org/officeDocument/2006/relationships/slideLayout" Target="../slideLayouts/slideLayout18.xml"/></Relationships>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image" Target="../media/image30.png"/><Relationship Id="rId2" Type="http://schemas.openxmlformats.org/officeDocument/2006/relationships/slideLayout" Target="../slideLayouts/slideLayout18.xml"/></Relationships>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image" Target="../media/image31.png"/><Relationship Id="rId2" Type="http://schemas.openxmlformats.org/officeDocument/2006/relationships/slideLayout" Target="../slideLayouts/slideLayout18.xml"/></Relationships>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image" Target="../media/image32.png"/><Relationship Id="rId2" Type="http://schemas.openxmlformats.org/officeDocument/2006/relationships/slideLayout" Target="../slideLayouts/slideLayout18.xml"/></Relationships>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image" Target="../media/image32.png"/><Relationship Id="rId2" Type="http://schemas.openxmlformats.org/officeDocument/2006/relationships/slideLayout" Target="../slideLayouts/slideLayout18.xml"/></Relationships>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image" Target="../media/image33.png"/><Relationship Id="rId2" Type="http://schemas.openxmlformats.org/officeDocument/2006/relationships/slideLayout" Target="../slideLayouts/slideLayout18.xml"/></Relationships>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image" Target="../media/image34.png"/><Relationship Id="rId2" Type="http://schemas.openxmlformats.org/officeDocument/2006/relationships/slideLayout" Target="../slideLayouts/slideLayout18.xml"/></Relationships>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image" Target="../media/image35.png"/><Relationship Id="rId2" Type="http://schemas.openxmlformats.org/officeDocument/2006/relationships/slideLayout" Target="../slideLayouts/slideLayout18.xml"/></Relationships>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image" Target="../media/image36.png"/><Relationship Id="rId2" Type="http://schemas.openxmlformats.org/officeDocument/2006/relationships/slideLayout" Target="../slideLayouts/slideLayout18.xml"/></Relationships>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image" Target="../media/image37.png"/><Relationship Id="rId2" Type="http://schemas.openxmlformats.org/officeDocument/2006/relationships/slideLayout" Target="../slideLayouts/slideLayout18.xml"/></Relationships>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image" Target="../media/image38.png"/><Relationship Id="rId2" Type="http://schemas.openxmlformats.org/officeDocument/2006/relationships/slideLayout" Target="../slideLayouts/slideLayout18.xml"/></Relationships>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image" Target="../media/image39.png"/><Relationship Id="rId2" Type="http://schemas.openxmlformats.org/officeDocument/2006/relationships/slideLayout" Target="../slideLayouts/slideLayout18.xml"/></Relationships>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image" Target="../media/image40.png"/><Relationship Id="rId2" Type="http://schemas.openxmlformats.org/officeDocument/2006/relationships/slideLayout" Target="../slideLayouts/slideLayout18.xml"/></Relationships>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image" Target="../media/image41.png"/><Relationship Id="rId2" Type="http://schemas.openxmlformats.org/officeDocument/2006/relationships/slideLayout" Target="../slideLayouts/slideLayout18.xml"/></Relationships>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image" Target="../media/image42.png"/><Relationship Id="rId2" Type="http://schemas.openxmlformats.org/officeDocument/2006/relationships/slideLayout" Target="../slideLayouts/slideLayout18.xml"/></Relationships>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image" Target="../media/image43.png"/><Relationship Id="rId2" Type="http://schemas.openxmlformats.org/officeDocument/2006/relationships/slideLayout" Target="../slideLayouts/slideLayout18.xml"/></Relationships>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image" Target="../media/image44.png"/><Relationship Id="rId2" Type="http://schemas.openxmlformats.org/officeDocument/2006/relationships/slideLayout" Target="../slideLayouts/slideLayout18.xml"/></Relationships>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image" Target="../media/image45.png"/><Relationship Id="rId2" Type="http://schemas.openxmlformats.org/officeDocument/2006/relationships/slideLayout" Target="../slideLayouts/slideLayout18.xml"/></Relationships>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image" Target="../media/image46.png"/><Relationship Id="rId2" Type="http://schemas.openxmlformats.org/officeDocument/2006/relationships/slideLayout" Target="../slideLayouts/slideLayout18.xml"/></Relationships>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image" Target="../media/image47.png"/><Relationship Id="rId2" Type="http://schemas.openxmlformats.org/officeDocument/2006/relationships/slideLayout" Target="../slideLayouts/slideLayout18.xml"/></Relationships>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image" Target="../media/image48.png"/><Relationship Id="rId2" Type="http://schemas.openxmlformats.org/officeDocument/2006/relationships/slideLayout" Target="../slideLayouts/slideLayout18.xml"/></Relationships>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18.xml"/></Relationships>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image" Target="../media/image50.png"/><Relationship Id="rId2" Type="http://schemas.openxmlformats.org/officeDocument/2006/relationships/slideLayout" Target="../slideLayouts/slideLayout18.xml"/></Relationships>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image" Target="../media/image51.png"/><Relationship Id="rId2" Type="http://schemas.openxmlformats.org/officeDocument/2006/relationships/slideLayout" Target="../slideLayouts/slideLayout18.xml"/></Relationships>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image" Target="../media/image52.png"/><Relationship Id="rId2" Type="http://schemas.openxmlformats.org/officeDocument/2006/relationships/slideLayout" Target="../slideLayouts/slideLayout18.xml"/></Relationships>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image" Target="../media/image53.png"/><Relationship Id="rId2" Type="http://schemas.openxmlformats.org/officeDocument/2006/relationships/slideLayout" Target="../slideLayouts/slideLayout18.xml"/></Relationships>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image" Target="../media/image54.png"/><Relationship Id="rId2" Type="http://schemas.openxmlformats.org/officeDocument/2006/relationships/slideLayout" Target="../slideLayouts/slideLayout18.xml"/></Relationships>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image" Target="../media/image55.png"/><Relationship Id="rId2" Type="http://schemas.openxmlformats.org/officeDocument/2006/relationships/slideLayout" Target="../slideLayouts/slideLayout18.xml"/></Relationships>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1.bin"/><Relationship Id="rId2" Type="http://schemas.openxmlformats.org/officeDocument/2006/relationships/image" Target="../media/image56.png"/><Relationship Id="rId3" Type="http://schemas.openxmlformats.org/officeDocument/2006/relationships/slideLayout" Target="../slideLayouts/slideLayout18.xml"/></Relationships>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2.bin"/><Relationship Id="rId2" Type="http://schemas.openxmlformats.org/officeDocument/2006/relationships/image" Target="../media/image57.png"/><Relationship Id="rId3" Type="http://schemas.openxmlformats.org/officeDocument/2006/relationships/slideLayout" Target="../slideLayouts/slideLayout18.xml"/></Relationships>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3.bin"/><Relationship Id="rId2" Type="http://schemas.openxmlformats.org/officeDocument/2006/relationships/image" Target="../media/image58.png"/><Relationship Id="rId3" Type="http://schemas.openxmlformats.org/officeDocument/2006/relationships/slideLayout" Target="../slideLayouts/slideLayout7.xml"/></Relationships>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4.bin"/><Relationship Id="rId2" Type="http://schemas.openxmlformats.org/officeDocument/2006/relationships/image" Target="../media/image59.png"/><Relationship Id="rId3" Type="http://schemas.openxmlformats.org/officeDocument/2006/relationships/slideLayout" Target="../slideLayouts/slideLayout7.xml"/></Relationships>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5.bin"/><Relationship Id="rId2" Type="http://schemas.openxmlformats.org/officeDocument/2006/relationships/image" Target="../media/image60.png"/><Relationship Id="rId3" Type="http://schemas.openxmlformats.org/officeDocument/2006/relationships/slideLayout" Target="../slideLayouts/slideLayout29.xml"/></Relationships>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audio" Target="../media/media2.wav"/><Relationship Id="rId2" Type="http://schemas.openxmlformats.org/officeDocument/2006/relationships/slideLayout" Target="../slideLayouts/slideLayout7.xml"/></Relationships>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6.bin"/><Relationship Id="rId2" Type="http://schemas.openxmlformats.org/officeDocument/2006/relationships/image" Target="../media/image61.png"/><Relationship Id="rId3" Type="http://schemas.openxmlformats.org/officeDocument/2006/relationships/slideLayout" Target="../slideLayouts/slideLayout7.xml"/></Relationships>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7.bin"/><Relationship Id="rId2" Type="http://schemas.openxmlformats.org/officeDocument/2006/relationships/image" Target="../media/image62.png"/><Relationship Id="rId3" Type="http://schemas.openxmlformats.org/officeDocument/2006/relationships/slideLayout" Target="../slideLayouts/slideLayout7.xml"/></Relationships>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image" Target="../media/image5.png"/><Relationship Id="rId2" Type="http://schemas.openxmlformats.org/officeDocument/2006/relationships/slideLayout" Target="../slideLayouts/slideLayout7.xml"/></Relationships>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8.bin"/><Relationship Id="rId2" Type="http://schemas.openxmlformats.org/officeDocument/2006/relationships/image" Target="../media/image63.png"/><Relationship Id="rId3" Type="http://schemas.openxmlformats.org/officeDocument/2006/relationships/slideLayout" Target="../slideLayouts/slideLayout7.xml"/></Relationships>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9.bin"/><Relationship Id="rId2" Type="http://schemas.openxmlformats.org/officeDocument/2006/relationships/image" Target="../media/image64.png"/><Relationship Id="rId3" Type="http://schemas.openxmlformats.org/officeDocument/2006/relationships/slideLayout" Target="../slideLayouts/slideLayout7.xml"/></Relationships>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image" Target="../media/image65.png"/><Relationship Id="rId2" Type="http://schemas.openxmlformats.org/officeDocument/2006/relationships/image" Target="../media/image66.png"/><Relationship Id="rId3" Type="http://schemas.openxmlformats.org/officeDocument/2006/relationships/slide" Target="slide44.xml"/><Relationship Id="rId4" Type="http://schemas.openxmlformats.org/officeDocument/2006/relationships/slide" Target="slide64.xml"/><Relationship Id="rId5" Type="http://schemas.openxmlformats.org/officeDocument/2006/relationships/slideLayout" Target="../slideLayouts/slideLayout2.xml"/></Relationships>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" Target="slide11.xml"/><Relationship Id="rId2" Type="http://schemas.openxmlformats.org/officeDocument/2006/relationships/image" Target="../media/image67.png"/><Relationship Id="rId3" Type="http://schemas.openxmlformats.org/officeDocument/2006/relationships/image" Target="../media/image68.png"/><Relationship Id="rId4" Type="http://schemas.openxmlformats.org/officeDocument/2006/relationships/audio" Target="../media/media2.wav"/><Relationship Id="rId5" Type="http://schemas.openxmlformats.org/officeDocument/2006/relationships/audio" Target="../media/media3.wav"/><Relationship Id="rId6" Type="http://schemas.openxmlformats.org/officeDocument/2006/relationships/slideLayout" Target="../slideLayouts/slideLayout7.xml"/></Relationships>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image" Target="../media/image69.png"/><Relationship Id="rId2" Type="http://schemas.openxmlformats.org/officeDocument/2006/relationships/image" Target="../media/image70.png"/><Relationship Id="rId3" Type="http://schemas.openxmlformats.org/officeDocument/2006/relationships/audio" Target="../media/media4.wav"/><Relationship Id="rId4" Type="http://schemas.openxmlformats.org/officeDocument/2006/relationships/slideLayout" Target="../slideLayouts/slideLayout2.xml"/></Relationships>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image" Target="../media/image71.png"/><Relationship Id="rId2" Type="http://schemas.openxmlformats.org/officeDocument/2006/relationships/image" Target="../media/image72.png"/><Relationship Id="rId3" Type="http://schemas.openxmlformats.org/officeDocument/2006/relationships/slideLayout" Target="../slideLayouts/slideLayout2.xml"/></Relationships>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10.bin"/><Relationship Id="rId2" Type="http://schemas.openxmlformats.org/officeDocument/2006/relationships/image" Target="../media/image73.png"/><Relationship Id="rId3" Type="http://schemas.openxmlformats.org/officeDocument/2006/relationships/audio" Target="../media/media3.wav"/><Relationship Id="rId4" Type="http://schemas.openxmlformats.org/officeDocument/2006/relationships/audio" Target="../media/media5.wav"/><Relationship Id="rId5" Type="http://schemas.openxmlformats.org/officeDocument/2006/relationships/slideLayout" Target="../slideLayouts/slideLayout7.xml"/></Relationships>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11.bin"/><Relationship Id="rId2" Type="http://schemas.openxmlformats.org/officeDocument/2006/relationships/image" Target="../media/image74.png"/><Relationship Id="rId3" Type="http://schemas.openxmlformats.org/officeDocument/2006/relationships/audio" Target="../media/media3.wav"/><Relationship Id="rId4" Type="http://schemas.openxmlformats.org/officeDocument/2006/relationships/audio" Target="../media/media4.wav"/><Relationship Id="rId5" Type="http://schemas.openxmlformats.org/officeDocument/2006/relationships/slideLayout" Target="../slideLayouts/slideLayout7.xml"/></Relationships>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image" Target="../media/image75.png"/><Relationship Id="rId2" Type="http://schemas.openxmlformats.org/officeDocument/2006/relationships/image" Target="../media/image76.png"/><Relationship Id="rId3" Type="http://schemas.openxmlformats.org/officeDocument/2006/relationships/slideLayout" Target="../slideLayouts/slideLayout7.xml"/></Relationships>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image" Target="../media/image77.png"/><Relationship Id="rId2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48581" name=""/>
          <p:cNvSpPr/>
          <p:nvPr>
            <p:ph type="ctrTitle" sz="full" idx="0"/>
          </p:nvPr>
        </p:nvSpPr>
        <p:spPr>
          <a:xfrm rot="0">
            <a:off x="684212" y="1700212"/>
            <a:ext cx="7772400" cy="2305050"/>
          </a:xfrm>
          <a:prstGeom prst="rect"/>
          <a:solidFill>
            <a:schemeClr val="accent1"/>
          </a:solidFill>
          <a:ln>
            <a:noFill/>
          </a:ln>
        </p:spPr>
        <p:txBody>
          <a:bodyPr anchor="t" bIns="45720" lIns="91440" rIns="91440" tIns="45720" vert="horz"/>
          <a:lstStyle>
            <a:lvl1pPr algn="ctr">
              <a:defRPr sz="4400"/>
            </a:lvl1pPr>
          </a:lstStyle>
          <a:p>
            <a:pPr lvl="0"/>
            <a:r>
              <a:rPr altLang="en-US" sz="6000" lang="zh-CN"/>
              <a:t>简明工程制图习题</a:t>
            </a:r>
            <a:br/>
            <a:r>
              <a:rPr altLang="en-US" sz="6000" lang="zh-CN"/>
              <a:t>解答</a:t>
            </a:r>
          </a:p>
        </p:txBody>
      </p:sp>
    </p:spTree>
  </p:cSld>
  <p:clrMapOvr>
    <a:masterClrMapping/>
  </p:clrMapOvr>
  <p:timing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1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52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19050" y="52387"/>
            <a:ext cx="9182100" cy="67532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2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5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42862" y="119062"/>
            <a:ext cx="9229725" cy="66198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2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54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295400" y="760412"/>
            <a:ext cx="6985000" cy="50260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2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27" name=""/>
          <p:cNvGrpSpPr/>
          <p:nvPr/>
        </p:nvGrpSpPr>
        <p:grpSpPr>
          <a:xfrm rot="0">
            <a:off x="419100" y="390525"/>
            <a:ext cx="8385175" cy="5938837"/>
            <a:chOff x="264" y="246"/>
            <a:chExt cx="5282" cy="3741"/>
          </a:xfrm>
        </p:grpSpPr>
        <p:sp>
          <p:nvSpPr>
            <p:cNvPr id="1048584" name=""/>
            <p:cNvSpPr/>
            <p:nvPr/>
          </p:nvSpPr>
          <p:spPr>
            <a:xfrm rot="0">
              <a:off x="2666" y="2097"/>
              <a:ext cx="239" cy="168"/>
            </a:xfrm>
            <a:custGeom>
              <a:avLst/>
              <a:ahLst/>
              <a:rect l="0" t="0" r="r" b="b"/>
              <a:pathLst>
                <a:path w="717" h="503">
                  <a:moveTo>
                    <a:pt x="0" y="503"/>
                  </a:moveTo>
                  <a:lnTo>
                    <a:pt x="0" y="0"/>
                  </a:lnTo>
                  <a:lnTo>
                    <a:pt x="71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85" name=""/>
            <p:cNvSpPr/>
            <p:nvPr/>
          </p:nvSpPr>
          <p:spPr>
            <a:xfrm rot="0">
              <a:off x="2781" y="2151"/>
              <a:ext cx="20" cy="90"/>
            </a:xfrm>
            <a:custGeom>
              <a:avLst/>
              <a:ahLst/>
              <a:rect l="0" t="0" r="r" b="b"/>
              <a:pathLst>
                <a:path w="59" h="270">
                  <a:moveTo>
                    <a:pt x="59" y="270"/>
                  </a:moveTo>
                  <a:lnTo>
                    <a:pt x="59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86" name=""/>
            <p:cNvSpPr/>
            <p:nvPr/>
          </p:nvSpPr>
          <p:spPr>
            <a:xfrm rot="0">
              <a:off x="5298" y="2097"/>
              <a:ext cx="239" cy="168"/>
            </a:xfrm>
            <a:custGeom>
              <a:avLst/>
              <a:ahLst/>
              <a:rect l="0" t="0" r="r" b="b"/>
              <a:pathLst>
                <a:path w="717" h="503">
                  <a:moveTo>
                    <a:pt x="0" y="503"/>
                  </a:moveTo>
                  <a:lnTo>
                    <a:pt x="0" y="0"/>
                  </a:lnTo>
                  <a:lnTo>
                    <a:pt x="71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87" name=""/>
            <p:cNvSpPr/>
            <p:nvPr/>
          </p:nvSpPr>
          <p:spPr>
            <a:xfrm rot="0">
              <a:off x="5401" y="2153"/>
              <a:ext cx="20" cy="15"/>
            </a:xfrm>
            <a:custGeom>
              <a:avLst/>
              <a:ahLst/>
              <a:rect l="0" t="0" r="r" b="b"/>
              <a:pathLst>
                <a:path w="60" h="45">
                  <a:moveTo>
                    <a:pt x="60" y="0"/>
                  </a:moveTo>
                  <a:lnTo>
                    <a:pt x="48" y="1"/>
                  </a:lnTo>
                  <a:lnTo>
                    <a:pt x="38" y="4"/>
                  </a:lnTo>
                  <a:lnTo>
                    <a:pt x="27" y="9"/>
                  </a:lnTo>
                  <a:lnTo>
                    <a:pt x="17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88" name=""/>
            <p:cNvSpPr/>
            <p:nvPr/>
          </p:nvSpPr>
          <p:spPr>
            <a:xfrm rot="0">
              <a:off x="5421" y="2153"/>
              <a:ext cx="20" cy="31"/>
            </a:xfrm>
            <a:custGeom>
              <a:avLst/>
              <a:ahLst/>
              <a:rect l="0" t="0" r="r" b="b"/>
              <a:pathLst>
                <a:path w="59" h="91">
                  <a:moveTo>
                    <a:pt x="51" y="91"/>
                  </a:moveTo>
                  <a:lnTo>
                    <a:pt x="56" y="81"/>
                  </a:lnTo>
                  <a:lnTo>
                    <a:pt x="58" y="70"/>
                  </a:lnTo>
                  <a:lnTo>
                    <a:pt x="59" y="58"/>
                  </a:lnTo>
                  <a:lnTo>
                    <a:pt x="58" y="47"/>
                  </a:lnTo>
                  <a:lnTo>
                    <a:pt x="55" y="36"/>
                  </a:lnTo>
                  <a:lnTo>
                    <a:pt x="49" y="25"/>
                  </a:lnTo>
                  <a:lnTo>
                    <a:pt x="41" y="17"/>
                  </a:lnTo>
                  <a:lnTo>
                    <a:pt x="33" y="9"/>
                  </a:lnTo>
                  <a:lnTo>
                    <a:pt x="22" y="4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89" name=""/>
            <p:cNvSpPr/>
            <p:nvPr/>
          </p:nvSpPr>
          <p:spPr>
            <a:xfrm rot="0">
              <a:off x="5401" y="2184"/>
              <a:ext cx="40" cy="59"/>
            </a:xfrm>
            <a:custGeom>
              <a:avLst/>
              <a:ahLst/>
              <a:rect l="0" t="0" r="r" b="b"/>
              <a:pathLst>
                <a:path w="119" h="179">
                  <a:moveTo>
                    <a:pt x="111" y="0"/>
                  </a:moveTo>
                  <a:lnTo>
                    <a:pt x="0" y="179"/>
                  </a:lnTo>
                  <a:lnTo>
                    <a:pt x="119" y="17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0" name=""/>
            <p:cNvSpPr/>
            <p:nvPr/>
          </p:nvSpPr>
          <p:spPr>
            <a:xfrm rot="0">
              <a:off x="2666" y="3810"/>
              <a:ext cx="239" cy="168"/>
            </a:xfrm>
            <a:custGeom>
              <a:avLst/>
              <a:ahLst/>
              <a:rect l="0" t="0" r="r" b="b"/>
              <a:pathLst>
                <a:path w="717" h="504">
                  <a:moveTo>
                    <a:pt x="0" y="504"/>
                  </a:moveTo>
                  <a:lnTo>
                    <a:pt x="0" y="0"/>
                  </a:lnTo>
                  <a:lnTo>
                    <a:pt x="71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1" name=""/>
            <p:cNvSpPr/>
            <p:nvPr/>
          </p:nvSpPr>
          <p:spPr>
            <a:xfrm rot="0">
              <a:off x="2769" y="3862"/>
              <a:ext cx="2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2" name=""/>
            <p:cNvSpPr/>
            <p:nvPr/>
          </p:nvSpPr>
          <p:spPr>
            <a:xfrm rot="0">
              <a:off x="2789" y="3862"/>
              <a:ext cx="20" cy="40"/>
            </a:xfrm>
            <a:custGeom>
              <a:avLst/>
              <a:ahLst/>
              <a:rect l="0" t="0" r="r" b="b"/>
              <a:pathLst>
                <a:path w="60" h="120">
                  <a:moveTo>
                    <a:pt x="0" y="120"/>
                  </a:moveTo>
                  <a:lnTo>
                    <a:pt x="12" y="117"/>
                  </a:lnTo>
                  <a:lnTo>
                    <a:pt x="23" y="114"/>
                  </a:lnTo>
                  <a:lnTo>
                    <a:pt x="33" y="109"/>
                  </a:lnTo>
                  <a:lnTo>
                    <a:pt x="43" y="102"/>
                  </a:lnTo>
                  <a:lnTo>
                    <a:pt x="50" y="92"/>
                  </a:lnTo>
                  <a:lnTo>
                    <a:pt x="56" y="82"/>
                  </a:lnTo>
                  <a:lnTo>
                    <a:pt x="59" y="71"/>
                  </a:lnTo>
                  <a:lnTo>
                    <a:pt x="60" y="59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0" y="26"/>
                  </a:lnTo>
                  <a:lnTo>
                    <a:pt x="43" y="17"/>
                  </a:lnTo>
                  <a:lnTo>
                    <a:pt x="33" y="9"/>
                  </a:lnTo>
                  <a:lnTo>
                    <a:pt x="23" y="4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3" name=""/>
            <p:cNvSpPr/>
            <p:nvPr/>
          </p:nvSpPr>
          <p:spPr>
            <a:xfrm rot="0" flipH="1">
              <a:off x="2779" y="3902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4" name=""/>
            <p:cNvSpPr/>
            <p:nvPr/>
          </p:nvSpPr>
          <p:spPr>
            <a:xfrm rot="0">
              <a:off x="2789" y="3902"/>
              <a:ext cx="20" cy="20"/>
            </a:xfrm>
            <a:custGeom>
              <a:avLst/>
              <a:ahLst/>
              <a:rect l="0" t="0" r="r" b="b"/>
              <a:pathLst>
                <a:path w="60" h="59">
                  <a:moveTo>
                    <a:pt x="60" y="59"/>
                  </a:moveTo>
                  <a:lnTo>
                    <a:pt x="59" y="47"/>
                  </a:lnTo>
                  <a:lnTo>
                    <a:pt x="56" y="36"/>
                  </a:lnTo>
                  <a:lnTo>
                    <a:pt x="50" y="26"/>
                  </a:lnTo>
                  <a:lnTo>
                    <a:pt x="43" y="17"/>
                  </a:lnTo>
                  <a:lnTo>
                    <a:pt x="33" y="9"/>
                  </a:lnTo>
                  <a:lnTo>
                    <a:pt x="23" y="4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5" name=""/>
            <p:cNvSpPr/>
            <p:nvPr/>
          </p:nvSpPr>
          <p:spPr>
            <a:xfrm rot="0">
              <a:off x="2809" y="3922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6" name=""/>
            <p:cNvSpPr/>
            <p:nvPr/>
          </p:nvSpPr>
          <p:spPr>
            <a:xfrm rot="0">
              <a:off x="2789" y="3932"/>
              <a:ext cx="20" cy="19"/>
            </a:xfrm>
            <a:custGeom>
              <a:avLst/>
              <a:ahLst/>
              <a:rect l="0" t="0" r="r" b="b"/>
              <a:pathLst>
                <a:path w="60" h="59">
                  <a:moveTo>
                    <a:pt x="0" y="59"/>
                  </a:moveTo>
                  <a:lnTo>
                    <a:pt x="12" y="58"/>
                  </a:lnTo>
                  <a:lnTo>
                    <a:pt x="23" y="55"/>
                  </a:lnTo>
                  <a:lnTo>
                    <a:pt x="33" y="50"/>
                  </a:lnTo>
                  <a:lnTo>
                    <a:pt x="43" y="42"/>
                  </a:lnTo>
                  <a:lnTo>
                    <a:pt x="50" y="33"/>
                  </a:lnTo>
                  <a:lnTo>
                    <a:pt x="56" y="23"/>
                  </a:lnTo>
                  <a:lnTo>
                    <a:pt x="59" y="12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7" name=""/>
            <p:cNvSpPr/>
            <p:nvPr/>
          </p:nvSpPr>
          <p:spPr>
            <a:xfrm rot="0" flipH="1">
              <a:off x="2769" y="3951"/>
              <a:ext cx="2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8" name=""/>
            <p:cNvSpPr/>
            <p:nvPr/>
          </p:nvSpPr>
          <p:spPr>
            <a:xfrm rot="0">
              <a:off x="5298" y="3810"/>
              <a:ext cx="239" cy="168"/>
            </a:xfrm>
            <a:custGeom>
              <a:avLst/>
              <a:ahLst/>
              <a:rect l="0" t="0" r="r" b="b"/>
              <a:pathLst>
                <a:path w="717" h="504">
                  <a:moveTo>
                    <a:pt x="0" y="504"/>
                  </a:moveTo>
                  <a:lnTo>
                    <a:pt x="0" y="0"/>
                  </a:lnTo>
                  <a:lnTo>
                    <a:pt x="71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599" name=""/>
            <p:cNvSpPr/>
            <p:nvPr/>
          </p:nvSpPr>
          <p:spPr>
            <a:xfrm rot="0">
              <a:off x="5398" y="3864"/>
              <a:ext cx="50" cy="70"/>
            </a:xfrm>
            <a:custGeom>
              <a:avLst/>
              <a:ahLst/>
              <a:rect l="0" t="0" r="r" b="b"/>
              <a:pathLst>
                <a:path w="150" h="209">
                  <a:moveTo>
                    <a:pt x="60" y="0"/>
                  </a:moveTo>
                  <a:lnTo>
                    <a:pt x="0" y="209"/>
                  </a:lnTo>
                  <a:lnTo>
                    <a:pt x="150" y="20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00" name=""/>
            <p:cNvSpPr/>
            <p:nvPr/>
          </p:nvSpPr>
          <p:spPr>
            <a:xfrm rot="0">
              <a:off x="5433" y="3914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01" name=""/>
            <p:cNvSpPr/>
            <p:nvPr/>
          </p:nvSpPr>
          <p:spPr>
            <a:xfrm rot="0">
              <a:off x="272" y="3969"/>
              <a:ext cx="5265" cy="18"/>
            </a:xfrm>
            <a:custGeom>
              <a:avLst/>
              <a:ahLst/>
              <a:rect l="0" t="0" r="r" b="b"/>
              <a:pathLst>
                <a:path w="1579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5793" y="55"/>
                  </a:lnTo>
                  <a:lnTo>
                    <a:pt x="15793" y="28"/>
                  </a:lnTo>
                  <a:lnTo>
                    <a:pt x="157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02" name=""/>
            <p:cNvSpPr/>
            <p:nvPr/>
          </p:nvSpPr>
          <p:spPr>
            <a:xfrm rot="0">
              <a:off x="272" y="3969"/>
              <a:ext cx="5265" cy="18"/>
            </a:xfrm>
            <a:custGeom>
              <a:avLst/>
              <a:ahLst/>
              <a:rect l="0" t="0" r="r" b="b"/>
              <a:pathLst>
                <a:path w="1579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5793" y="55"/>
                  </a:lnTo>
                  <a:lnTo>
                    <a:pt x="15793" y="28"/>
                  </a:lnTo>
                  <a:lnTo>
                    <a:pt x="1579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03" name=""/>
            <p:cNvSpPr/>
            <p:nvPr/>
          </p:nvSpPr>
          <p:spPr>
            <a:xfrm rot="0">
              <a:off x="5537" y="3978"/>
              <a:ext cx="9" cy="9"/>
            </a:xfrm>
            <a:custGeom>
              <a:avLst/>
              <a:ahLst/>
              <a:rect l="0" t="0" r="r" b="b"/>
              <a:pathLst>
                <a:path w="28" h="27">
                  <a:moveTo>
                    <a:pt x="0" y="0"/>
                  </a:moveTo>
                  <a:lnTo>
                    <a:pt x="0" y="27"/>
                  </a:lnTo>
                  <a:lnTo>
                    <a:pt x="4" y="27"/>
                  </a:lnTo>
                  <a:lnTo>
                    <a:pt x="9" y="26"/>
                  </a:lnTo>
                  <a:lnTo>
                    <a:pt x="13" y="25"/>
                  </a:lnTo>
                  <a:lnTo>
                    <a:pt x="16" y="22"/>
                  </a:lnTo>
                  <a:lnTo>
                    <a:pt x="19" y="19"/>
                  </a:lnTo>
                  <a:lnTo>
                    <a:pt x="23" y="16"/>
                  </a:lnTo>
                  <a:lnTo>
                    <a:pt x="25" y="13"/>
                  </a:lnTo>
                  <a:lnTo>
                    <a:pt x="26" y="9"/>
                  </a:lnTo>
                  <a:lnTo>
                    <a:pt x="27" y="4"/>
                  </a:lnTo>
                  <a:lnTo>
                    <a:pt x="2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04" name=""/>
            <p:cNvSpPr/>
            <p:nvPr/>
          </p:nvSpPr>
          <p:spPr>
            <a:xfrm rot="0">
              <a:off x="5537" y="3978"/>
              <a:ext cx="9" cy="9"/>
            </a:xfrm>
            <a:custGeom>
              <a:avLst/>
              <a:ahLst/>
              <a:rect l="0" t="0" r="r" b="b"/>
              <a:pathLst>
                <a:path w="28" h="27">
                  <a:moveTo>
                    <a:pt x="0" y="27"/>
                  </a:moveTo>
                  <a:lnTo>
                    <a:pt x="4" y="27"/>
                  </a:lnTo>
                  <a:lnTo>
                    <a:pt x="9" y="26"/>
                  </a:lnTo>
                  <a:lnTo>
                    <a:pt x="13" y="25"/>
                  </a:lnTo>
                  <a:lnTo>
                    <a:pt x="16" y="22"/>
                  </a:lnTo>
                  <a:lnTo>
                    <a:pt x="19" y="19"/>
                  </a:lnTo>
                  <a:lnTo>
                    <a:pt x="23" y="16"/>
                  </a:lnTo>
                  <a:lnTo>
                    <a:pt x="25" y="13"/>
                  </a:lnTo>
                  <a:lnTo>
                    <a:pt x="26" y="9"/>
                  </a:lnTo>
                  <a:lnTo>
                    <a:pt x="27" y="4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05" name=""/>
            <p:cNvSpPr/>
            <p:nvPr/>
          </p:nvSpPr>
          <p:spPr>
            <a:xfrm rot="0">
              <a:off x="5528" y="384"/>
              <a:ext cx="18" cy="3594"/>
            </a:xfrm>
            <a:custGeom>
              <a:avLst/>
              <a:ahLst/>
              <a:rect l="0" t="0" r="r" b="b"/>
              <a:pathLst>
                <a:path w="54" h="10781">
                  <a:moveTo>
                    <a:pt x="0" y="10781"/>
                  </a:moveTo>
                  <a:lnTo>
                    <a:pt x="26" y="10781"/>
                  </a:lnTo>
                  <a:lnTo>
                    <a:pt x="54" y="1078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07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06" name=""/>
            <p:cNvSpPr/>
            <p:nvPr/>
          </p:nvSpPr>
          <p:spPr>
            <a:xfrm rot="0">
              <a:off x="5528" y="384"/>
              <a:ext cx="18" cy="3594"/>
            </a:xfrm>
            <a:custGeom>
              <a:avLst/>
              <a:ahLst/>
              <a:rect l="0" t="0" r="r" b="b"/>
              <a:pathLst>
                <a:path w="54" h="10781">
                  <a:moveTo>
                    <a:pt x="0" y="10781"/>
                  </a:moveTo>
                  <a:lnTo>
                    <a:pt x="26" y="10781"/>
                  </a:lnTo>
                  <a:lnTo>
                    <a:pt x="54" y="1078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07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07" name=""/>
            <p:cNvSpPr/>
            <p:nvPr/>
          </p:nvSpPr>
          <p:spPr>
            <a:xfrm rot="0">
              <a:off x="5537" y="375"/>
              <a:ext cx="9" cy="9"/>
            </a:xfrm>
            <a:custGeom>
              <a:avLst/>
              <a:ahLst/>
              <a:rect l="0" t="0" r="r" b="b"/>
              <a:pathLst>
                <a:path w="28" h="28">
                  <a:moveTo>
                    <a:pt x="0" y="28"/>
                  </a:moveTo>
                  <a:lnTo>
                    <a:pt x="28" y="28"/>
                  </a:lnTo>
                  <a:lnTo>
                    <a:pt x="27" y="23"/>
                  </a:lnTo>
                  <a:lnTo>
                    <a:pt x="26" y="19"/>
                  </a:lnTo>
                  <a:lnTo>
                    <a:pt x="25" y="15"/>
                  </a:lnTo>
                  <a:lnTo>
                    <a:pt x="23" y="12"/>
                  </a:lnTo>
                  <a:lnTo>
                    <a:pt x="19" y="8"/>
                  </a:lnTo>
                  <a:lnTo>
                    <a:pt x="16" y="5"/>
                  </a:lnTo>
                  <a:lnTo>
                    <a:pt x="13" y="3"/>
                  </a:lnTo>
                  <a:lnTo>
                    <a:pt x="9" y="2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08" name=""/>
            <p:cNvSpPr/>
            <p:nvPr/>
          </p:nvSpPr>
          <p:spPr>
            <a:xfrm rot="0">
              <a:off x="5537" y="375"/>
              <a:ext cx="9" cy="9"/>
            </a:xfrm>
            <a:custGeom>
              <a:avLst/>
              <a:ahLst/>
              <a:rect l="0" t="0" r="r" b="b"/>
              <a:pathLst>
                <a:path w="28" h="28">
                  <a:moveTo>
                    <a:pt x="28" y="28"/>
                  </a:moveTo>
                  <a:lnTo>
                    <a:pt x="27" y="23"/>
                  </a:lnTo>
                  <a:lnTo>
                    <a:pt x="26" y="19"/>
                  </a:lnTo>
                  <a:lnTo>
                    <a:pt x="25" y="15"/>
                  </a:lnTo>
                  <a:lnTo>
                    <a:pt x="23" y="12"/>
                  </a:lnTo>
                  <a:lnTo>
                    <a:pt x="19" y="8"/>
                  </a:lnTo>
                  <a:lnTo>
                    <a:pt x="16" y="5"/>
                  </a:lnTo>
                  <a:lnTo>
                    <a:pt x="13" y="3"/>
                  </a:lnTo>
                  <a:lnTo>
                    <a:pt x="9" y="2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09" name=""/>
            <p:cNvSpPr/>
            <p:nvPr/>
          </p:nvSpPr>
          <p:spPr>
            <a:xfrm rot="0">
              <a:off x="272" y="375"/>
              <a:ext cx="5265" cy="18"/>
            </a:xfrm>
            <a:custGeom>
              <a:avLst/>
              <a:ahLst/>
              <a:rect l="0" t="0" r="r" b="b"/>
              <a:pathLst>
                <a:path w="15793" h="54">
                  <a:moveTo>
                    <a:pt x="15793" y="54"/>
                  </a:moveTo>
                  <a:lnTo>
                    <a:pt x="15793" y="28"/>
                  </a:lnTo>
                  <a:lnTo>
                    <a:pt x="1579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579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10" name=""/>
            <p:cNvSpPr/>
            <p:nvPr/>
          </p:nvSpPr>
          <p:spPr>
            <a:xfrm rot="0">
              <a:off x="272" y="375"/>
              <a:ext cx="5265" cy="18"/>
            </a:xfrm>
            <a:custGeom>
              <a:avLst/>
              <a:ahLst/>
              <a:rect l="0" t="0" r="r" b="b"/>
              <a:pathLst>
                <a:path w="15793" h="54">
                  <a:moveTo>
                    <a:pt x="15793" y="54"/>
                  </a:moveTo>
                  <a:lnTo>
                    <a:pt x="15793" y="28"/>
                  </a:lnTo>
                  <a:lnTo>
                    <a:pt x="1579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579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11" name=""/>
            <p:cNvSpPr/>
            <p:nvPr/>
          </p:nvSpPr>
          <p:spPr>
            <a:xfrm rot="0">
              <a:off x="264" y="375"/>
              <a:ext cx="8" cy="9"/>
            </a:xfrm>
            <a:custGeom>
              <a:avLst/>
              <a:ahLst/>
              <a:rect l="0" t="0" r="r" b="b"/>
              <a:pathLst>
                <a:path w="26" h="28">
                  <a:moveTo>
                    <a:pt x="26" y="28"/>
                  </a:moveTo>
                  <a:lnTo>
                    <a:pt x="26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3" y="3"/>
                  </a:lnTo>
                  <a:lnTo>
                    <a:pt x="10" y="5"/>
                  </a:lnTo>
                  <a:lnTo>
                    <a:pt x="7" y="8"/>
                  </a:lnTo>
                  <a:lnTo>
                    <a:pt x="4" y="12"/>
                  </a:lnTo>
                  <a:lnTo>
                    <a:pt x="2" y="15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12" name=""/>
            <p:cNvSpPr/>
            <p:nvPr/>
          </p:nvSpPr>
          <p:spPr>
            <a:xfrm rot="0">
              <a:off x="264" y="375"/>
              <a:ext cx="8" cy="9"/>
            </a:xfrm>
            <a:custGeom>
              <a:avLst/>
              <a:ahLst/>
              <a:rect l="0" t="0" r="r" b="b"/>
              <a:pathLst>
                <a:path w="26" h="28">
                  <a:moveTo>
                    <a:pt x="26" y="0"/>
                  </a:moveTo>
                  <a:lnTo>
                    <a:pt x="22" y="1"/>
                  </a:lnTo>
                  <a:lnTo>
                    <a:pt x="18" y="2"/>
                  </a:lnTo>
                  <a:lnTo>
                    <a:pt x="13" y="3"/>
                  </a:lnTo>
                  <a:lnTo>
                    <a:pt x="10" y="5"/>
                  </a:lnTo>
                  <a:lnTo>
                    <a:pt x="7" y="8"/>
                  </a:lnTo>
                  <a:lnTo>
                    <a:pt x="4" y="12"/>
                  </a:lnTo>
                  <a:lnTo>
                    <a:pt x="2" y="15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13" name=""/>
            <p:cNvSpPr/>
            <p:nvPr/>
          </p:nvSpPr>
          <p:spPr>
            <a:xfrm rot="0">
              <a:off x="264" y="384"/>
              <a:ext cx="18" cy="3594"/>
            </a:xfrm>
            <a:custGeom>
              <a:avLst/>
              <a:ahLst/>
              <a:rect l="0" t="0" r="r" b="b"/>
              <a:pathLst>
                <a:path w="54" h="1078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1"/>
                  </a:lnTo>
                  <a:lnTo>
                    <a:pt x="26" y="10781"/>
                  </a:lnTo>
                  <a:lnTo>
                    <a:pt x="54" y="1078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14" name=""/>
            <p:cNvSpPr/>
            <p:nvPr/>
          </p:nvSpPr>
          <p:spPr>
            <a:xfrm rot="0">
              <a:off x="264" y="384"/>
              <a:ext cx="18" cy="3594"/>
            </a:xfrm>
            <a:custGeom>
              <a:avLst/>
              <a:ahLst/>
              <a:rect l="0" t="0" r="r" b="b"/>
              <a:pathLst>
                <a:path w="54" h="1078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1"/>
                  </a:lnTo>
                  <a:lnTo>
                    <a:pt x="26" y="10781"/>
                  </a:lnTo>
                  <a:lnTo>
                    <a:pt x="54" y="1078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15" name=""/>
            <p:cNvSpPr/>
            <p:nvPr/>
          </p:nvSpPr>
          <p:spPr>
            <a:xfrm rot="0">
              <a:off x="264" y="3978"/>
              <a:ext cx="8" cy="9"/>
            </a:xfrm>
            <a:custGeom>
              <a:avLst/>
              <a:ahLst/>
              <a:rect l="0" t="0" r="r" b="b"/>
              <a:pathLst>
                <a:path w="26" h="27">
                  <a:moveTo>
                    <a:pt x="26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" y="9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7" y="19"/>
                  </a:lnTo>
                  <a:lnTo>
                    <a:pt x="10" y="22"/>
                  </a:lnTo>
                  <a:lnTo>
                    <a:pt x="13" y="25"/>
                  </a:lnTo>
                  <a:lnTo>
                    <a:pt x="18" y="26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616" name=""/>
            <p:cNvSpPr/>
            <p:nvPr/>
          </p:nvSpPr>
          <p:spPr>
            <a:xfrm rot="0">
              <a:off x="264" y="3978"/>
              <a:ext cx="8" cy="9"/>
            </a:xfrm>
            <a:custGeom>
              <a:avLst/>
              <a:ahLst/>
              <a:rect l="0" t="0" r="r" b="b"/>
              <a:pathLst>
                <a:path w="26" h="27">
                  <a:moveTo>
                    <a:pt x="0" y="0"/>
                  </a:moveTo>
                  <a:lnTo>
                    <a:pt x="0" y="4"/>
                  </a:lnTo>
                  <a:lnTo>
                    <a:pt x="1" y="9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7" y="19"/>
                  </a:lnTo>
                  <a:lnTo>
                    <a:pt x="10" y="22"/>
                  </a:lnTo>
                  <a:lnTo>
                    <a:pt x="13" y="25"/>
                  </a:lnTo>
                  <a:lnTo>
                    <a:pt x="18" y="26"/>
                  </a:lnTo>
                  <a:lnTo>
                    <a:pt x="22" y="27"/>
                  </a:lnTo>
                  <a:lnTo>
                    <a:pt x="26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17" name=""/>
            <p:cNvSpPr/>
            <p:nvPr/>
          </p:nvSpPr>
          <p:spPr>
            <a:xfrm rot="0" flipV="1">
              <a:off x="2638" y="273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18" name=""/>
            <p:cNvSpPr/>
            <p:nvPr/>
          </p:nvSpPr>
          <p:spPr>
            <a:xfrm rot="0" flipH="1">
              <a:off x="2638" y="301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19" name=""/>
            <p:cNvSpPr/>
            <p:nvPr/>
          </p:nvSpPr>
          <p:spPr>
            <a:xfrm rot="0" flipV="1">
              <a:off x="2636" y="327"/>
              <a:ext cx="30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0" name=""/>
            <p:cNvSpPr/>
            <p:nvPr/>
          </p:nvSpPr>
          <p:spPr>
            <a:xfrm rot="0" flipV="1">
              <a:off x="2651" y="275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1" name=""/>
            <p:cNvSpPr/>
            <p:nvPr/>
          </p:nvSpPr>
          <p:spPr>
            <a:xfrm rot="0" flipV="1">
              <a:off x="2683" y="272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2" name=""/>
            <p:cNvSpPr/>
            <p:nvPr/>
          </p:nvSpPr>
          <p:spPr>
            <a:xfrm rot="0">
              <a:off x="2692" y="274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3" name=""/>
            <p:cNvSpPr/>
            <p:nvPr/>
          </p:nvSpPr>
          <p:spPr>
            <a:xfrm rot="0" flipH="1">
              <a:off x="2671" y="349"/>
              <a:ext cx="3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4" name=""/>
            <p:cNvSpPr/>
            <p:nvPr/>
          </p:nvSpPr>
          <p:spPr>
            <a:xfrm rot="0" flipV="1">
              <a:off x="2682" y="307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5" name=""/>
            <p:cNvSpPr/>
            <p:nvPr/>
          </p:nvSpPr>
          <p:spPr>
            <a:xfrm rot="0" flipH="1">
              <a:off x="2663" y="287"/>
              <a:ext cx="4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6" name=""/>
            <p:cNvSpPr/>
            <p:nvPr/>
          </p:nvSpPr>
          <p:spPr>
            <a:xfrm rot="0">
              <a:off x="2654" y="251"/>
              <a:ext cx="22" cy="114"/>
            </a:xfrm>
            <a:custGeom>
              <a:avLst/>
              <a:ahLst/>
              <a:rect l="0" t="0" r="r" b="b"/>
              <a:pathLst>
                <a:path w="66" h="344">
                  <a:moveTo>
                    <a:pt x="66" y="0"/>
                  </a:moveTo>
                  <a:lnTo>
                    <a:pt x="59" y="170"/>
                  </a:lnTo>
                  <a:lnTo>
                    <a:pt x="39" y="277"/>
                  </a:lnTo>
                  <a:lnTo>
                    <a:pt x="0" y="3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7" name=""/>
            <p:cNvSpPr/>
            <p:nvPr/>
          </p:nvSpPr>
          <p:spPr>
            <a:xfrm rot="0" flipV="1">
              <a:off x="2724" y="320"/>
              <a:ext cx="18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8" name=""/>
            <p:cNvSpPr/>
            <p:nvPr/>
          </p:nvSpPr>
          <p:spPr>
            <a:xfrm rot="0" flipV="1">
              <a:off x="2720" y="339"/>
              <a:ext cx="2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29" name=""/>
            <p:cNvSpPr/>
            <p:nvPr/>
          </p:nvSpPr>
          <p:spPr>
            <a:xfrm rot="0" flipH="1">
              <a:off x="2723" y="256"/>
              <a:ext cx="15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0" name=""/>
            <p:cNvSpPr/>
            <p:nvPr/>
          </p:nvSpPr>
          <p:spPr>
            <a:xfrm rot="0" flipH="1">
              <a:off x="2727" y="284"/>
              <a:ext cx="2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1" name=""/>
            <p:cNvSpPr/>
            <p:nvPr/>
          </p:nvSpPr>
          <p:spPr>
            <a:xfrm rot="0" flipV="1">
              <a:off x="2720" y="291"/>
              <a:ext cx="22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2" name=""/>
            <p:cNvSpPr/>
            <p:nvPr/>
          </p:nvSpPr>
          <p:spPr>
            <a:xfrm rot="0" flipV="1">
              <a:off x="2752" y="264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3" name=""/>
            <p:cNvSpPr/>
            <p:nvPr/>
          </p:nvSpPr>
          <p:spPr>
            <a:xfrm rot="0" flipH="1">
              <a:off x="2770" y="261"/>
              <a:ext cx="1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4" name=""/>
            <p:cNvSpPr/>
            <p:nvPr/>
          </p:nvSpPr>
          <p:spPr>
            <a:xfrm rot="0" flipV="1">
              <a:off x="2768" y="298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5" name=""/>
            <p:cNvSpPr/>
            <p:nvPr/>
          </p:nvSpPr>
          <p:spPr>
            <a:xfrm rot="0">
              <a:off x="2749" y="295"/>
              <a:ext cx="34" cy="72"/>
            </a:xfrm>
            <a:custGeom>
              <a:avLst/>
              <a:ahLst/>
              <a:rect l="0" t="0" r="r" b="b"/>
              <a:pathLst>
                <a:path w="103" h="214">
                  <a:moveTo>
                    <a:pt x="103" y="0"/>
                  </a:moveTo>
                  <a:lnTo>
                    <a:pt x="67" y="123"/>
                  </a:lnTo>
                  <a:lnTo>
                    <a:pt x="0" y="2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6" name=""/>
            <p:cNvSpPr/>
            <p:nvPr/>
          </p:nvSpPr>
          <p:spPr>
            <a:xfrm rot="0">
              <a:off x="2736" y="269"/>
              <a:ext cx="26" cy="96"/>
            </a:xfrm>
            <a:custGeom>
              <a:avLst/>
              <a:ahLst/>
              <a:rect l="0" t="0" r="r" b="b"/>
              <a:pathLst>
                <a:path w="79" h="289">
                  <a:moveTo>
                    <a:pt x="79" y="0"/>
                  </a:moveTo>
                  <a:lnTo>
                    <a:pt x="55" y="166"/>
                  </a:lnTo>
                  <a:lnTo>
                    <a:pt x="32" y="238"/>
                  </a:lnTo>
                  <a:lnTo>
                    <a:pt x="0" y="2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7" name=""/>
            <p:cNvSpPr/>
            <p:nvPr/>
          </p:nvSpPr>
          <p:spPr>
            <a:xfrm rot="0">
              <a:off x="2760" y="307"/>
              <a:ext cx="33" cy="57"/>
            </a:xfrm>
            <a:custGeom>
              <a:avLst/>
              <a:ahLst/>
              <a:rect l="0" t="0" r="r" b="b"/>
              <a:pathLst>
                <a:path w="99" h="170">
                  <a:moveTo>
                    <a:pt x="0" y="0"/>
                  </a:moveTo>
                  <a:lnTo>
                    <a:pt x="71" y="170"/>
                  </a:lnTo>
                  <a:lnTo>
                    <a:pt x="99" y="1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8" name=""/>
            <p:cNvSpPr/>
            <p:nvPr/>
          </p:nvSpPr>
          <p:spPr>
            <a:xfrm rot="0" flipV="1">
              <a:off x="3338" y="322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39" name=""/>
            <p:cNvSpPr/>
            <p:nvPr/>
          </p:nvSpPr>
          <p:spPr>
            <a:xfrm rot="0" flipV="1">
              <a:off x="3352" y="252"/>
              <a:ext cx="1" cy="10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0" name=""/>
            <p:cNvSpPr/>
            <p:nvPr/>
          </p:nvSpPr>
          <p:spPr>
            <a:xfrm rot="0" flipV="1">
              <a:off x="3326" y="355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1" name=""/>
            <p:cNvSpPr/>
            <p:nvPr/>
          </p:nvSpPr>
          <p:spPr>
            <a:xfrm rot="0" flipV="1">
              <a:off x="3338" y="294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2" name=""/>
            <p:cNvSpPr/>
            <p:nvPr/>
          </p:nvSpPr>
          <p:spPr>
            <a:xfrm rot="0">
              <a:off x="3331" y="270"/>
              <a:ext cx="11" cy="49"/>
            </a:xfrm>
            <a:custGeom>
              <a:avLst/>
              <a:ahLst/>
              <a:rect l="0" t="0" r="r" b="b"/>
              <a:pathLst>
                <a:path w="32" h="147">
                  <a:moveTo>
                    <a:pt x="32" y="0"/>
                  </a:moveTo>
                  <a:lnTo>
                    <a:pt x="20" y="83"/>
                  </a:lnTo>
                  <a:lnTo>
                    <a:pt x="0" y="1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3" name=""/>
            <p:cNvSpPr/>
            <p:nvPr/>
          </p:nvSpPr>
          <p:spPr>
            <a:xfrm rot="0" flipH="1" flipV="1">
              <a:off x="3309" y="320"/>
              <a:ext cx="2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4" name=""/>
            <p:cNvSpPr/>
            <p:nvPr/>
          </p:nvSpPr>
          <p:spPr>
            <a:xfrm rot="0" flipV="1">
              <a:off x="3301" y="291"/>
              <a:ext cx="28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5" name=""/>
            <p:cNvSpPr/>
            <p:nvPr/>
          </p:nvSpPr>
          <p:spPr>
            <a:xfrm rot="0">
              <a:off x="3303" y="284"/>
              <a:ext cx="28" cy="79"/>
            </a:xfrm>
            <a:custGeom>
              <a:avLst/>
              <a:ahLst/>
              <a:rect l="0" t="0" r="r" b="b"/>
              <a:pathLst>
                <a:path w="83" h="238">
                  <a:moveTo>
                    <a:pt x="83" y="0"/>
                  </a:moveTo>
                  <a:lnTo>
                    <a:pt x="51" y="142"/>
                  </a:lnTo>
                  <a:lnTo>
                    <a:pt x="0" y="2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6" name=""/>
            <p:cNvSpPr/>
            <p:nvPr/>
          </p:nvSpPr>
          <p:spPr>
            <a:xfrm rot="0" flipH="1">
              <a:off x="3310" y="252"/>
              <a:ext cx="12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7" name=""/>
            <p:cNvSpPr/>
            <p:nvPr/>
          </p:nvSpPr>
          <p:spPr>
            <a:xfrm rot="0" flipH="1">
              <a:off x="3398" y="253"/>
              <a:ext cx="37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8" name=""/>
            <p:cNvSpPr/>
            <p:nvPr/>
          </p:nvSpPr>
          <p:spPr>
            <a:xfrm rot="0" flipV="1">
              <a:off x="3420" y="274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49" name=""/>
            <p:cNvSpPr/>
            <p:nvPr/>
          </p:nvSpPr>
          <p:spPr>
            <a:xfrm rot="0" flipH="1">
              <a:off x="3388" y="320"/>
              <a:ext cx="26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0" name=""/>
            <p:cNvSpPr/>
            <p:nvPr/>
          </p:nvSpPr>
          <p:spPr>
            <a:xfrm rot="0">
              <a:off x="3417" y="318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1" name=""/>
            <p:cNvSpPr/>
            <p:nvPr/>
          </p:nvSpPr>
          <p:spPr>
            <a:xfrm rot="0" flipV="1">
              <a:off x="3417" y="353"/>
              <a:ext cx="3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2" name=""/>
            <p:cNvSpPr/>
            <p:nvPr/>
          </p:nvSpPr>
          <p:spPr>
            <a:xfrm rot="0" flipV="1">
              <a:off x="3449" y="319"/>
              <a:ext cx="2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3" name=""/>
            <p:cNvSpPr/>
            <p:nvPr/>
          </p:nvSpPr>
          <p:spPr>
            <a:xfrm rot="0">
              <a:off x="3413" y="285"/>
              <a:ext cx="10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4" name=""/>
            <p:cNvSpPr/>
            <p:nvPr/>
          </p:nvSpPr>
          <p:spPr>
            <a:xfrm rot="0">
              <a:off x="3414" y="270"/>
              <a:ext cx="40" cy="50"/>
            </a:xfrm>
            <a:custGeom>
              <a:avLst/>
              <a:ahLst/>
              <a:rect l="0" t="0" r="r" b="b"/>
              <a:pathLst>
                <a:path w="119" h="150">
                  <a:moveTo>
                    <a:pt x="119" y="0"/>
                  </a:moveTo>
                  <a:lnTo>
                    <a:pt x="55" y="95"/>
                  </a:lnTo>
                  <a:lnTo>
                    <a:pt x="0" y="1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5" name=""/>
            <p:cNvSpPr/>
            <p:nvPr/>
          </p:nvSpPr>
          <p:spPr>
            <a:xfrm rot="0" flipV="1">
              <a:off x="3417" y="322"/>
              <a:ext cx="3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6" name=""/>
            <p:cNvSpPr/>
            <p:nvPr/>
          </p:nvSpPr>
          <p:spPr>
            <a:xfrm rot="0">
              <a:off x="4057" y="246"/>
              <a:ext cx="5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7" name=""/>
            <p:cNvSpPr/>
            <p:nvPr/>
          </p:nvSpPr>
          <p:spPr>
            <a:xfrm rot="0" flipH="1">
              <a:off x="4030" y="275"/>
              <a:ext cx="4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8" name=""/>
            <p:cNvSpPr/>
            <p:nvPr/>
          </p:nvSpPr>
          <p:spPr>
            <a:xfrm rot="0" flipV="1">
              <a:off x="4033" y="282"/>
              <a:ext cx="5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59" name=""/>
            <p:cNvSpPr/>
            <p:nvPr/>
          </p:nvSpPr>
          <p:spPr>
            <a:xfrm rot="0" flipH="1">
              <a:off x="4085" y="277"/>
              <a:ext cx="7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0" name=""/>
            <p:cNvSpPr/>
            <p:nvPr/>
          </p:nvSpPr>
          <p:spPr>
            <a:xfrm rot="0" flipH="1" flipV="1">
              <a:off x="4050" y="349"/>
              <a:ext cx="12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1" name=""/>
            <p:cNvSpPr/>
            <p:nvPr/>
          </p:nvSpPr>
          <p:spPr>
            <a:xfrm rot="0" flipH="1">
              <a:off x="4062" y="293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2" name=""/>
            <p:cNvSpPr/>
            <p:nvPr/>
          </p:nvSpPr>
          <p:spPr>
            <a:xfrm rot="0">
              <a:off x="4062" y="311"/>
              <a:ext cx="2" cy="58"/>
            </a:xfrm>
            <a:custGeom>
              <a:avLst/>
              <a:ahLst/>
              <a:rect l="0" t="0" r="r" b="b"/>
              <a:pathLst>
                <a:path w="7" h="174">
                  <a:moveTo>
                    <a:pt x="0" y="0"/>
                  </a:moveTo>
                  <a:lnTo>
                    <a:pt x="7" y="47"/>
                  </a:lnTo>
                  <a:lnTo>
                    <a:pt x="7" y="146"/>
                  </a:lnTo>
                  <a:lnTo>
                    <a:pt x="0" y="1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3" name=""/>
            <p:cNvSpPr/>
            <p:nvPr/>
          </p:nvSpPr>
          <p:spPr>
            <a:xfrm rot="0" flipV="1">
              <a:off x="4030" y="320"/>
              <a:ext cx="63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4" name=""/>
            <p:cNvSpPr/>
            <p:nvPr/>
          </p:nvSpPr>
          <p:spPr>
            <a:xfrm rot="0">
              <a:off x="4040" y="252"/>
              <a:ext cx="7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5" name=""/>
            <p:cNvSpPr/>
            <p:nvPr/>
          </p:nvSpPr>
          <p:spPr>
            <a:xfrm rot="0" flipH="1">
              <a:off x="4072" y="246"/>
              <a:ext cx="9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6" name=""/>
            <p:cNvSpPr/>
            <p:nvPr/>
          </p:nvSpPr>
          <p:spPr>
            <a:xfrm rot="0" flipH="1">
              <a:off x="4044" y="298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7" name=""/>
            <p:cNvSpPr/>
            <p:nvPr/>
          </p:nvSpPr>
          <p:spPr>
            <a:xfrm rot="0">
              <a:off x="4131" y="249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8" name=""/>
            <p:cNvSpPr/>
            <p:nvPr/>
          </p:nvSpPr>
          <p:spPr>
            <a:xfrm rot="0" flipV="1">
              <a:off x="4131" y="257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69" name=""/>
            <p:cNvSpPr/>
            <p:nvPr/>
          </p:nvSpPr>
          <p:spPr>
            <a:xfrm rot="0" flipH="1">
              <a:off x="4163" y="252"/>
              <a:ext cx="3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0" name=""/>
            <p:cNvSpPr/>
            <p:nvPr/>
          </p:nvSpPr>
          <p:spPr>
            <a:xfrm rot="0" flipH="1">
              <a:off x="4131" y="284"/>
              <a:ext cx="3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1" name=""/>
            <p:cNvSpPr/>
            <p:nvPr/>
          </p:nvSpPr>
          <p:spPr>
            <a:xfrm rot="0" flipV="1">
              <a:off x="4112" y="298"/>
              <a:ext cx="6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2" name=""/>
            <p:cNvSpPr/>
            <p:nvPr/>
          </p:nvSpPr>
          <p:spPr>
            <a:xfrm rot="0" flipH="1">
              <a:off x="4131" y="302"/>
              <a:ext cx="6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3" name=""/>
            <p:cNvSpPr/>
            <p:nvPr/>
          </p:nvSpPr>
          <p:spPr>
            <a:xfrm rot="0">
              <a:off x="4139" y="317"/>
              <a:ext cx="28" cy="54"/>
            </a:xfrm>
            <a:custGeom>
              <a:avLst/>
              <a:ahLst/>
              <a:rect l="0" t="0" r="r" b="b"/>
              <a:pathLst>
                <a:path w="84" h="162">
                  <a:moveTo>
                    <a:pt x="84" y="0"/>
                  </a:moveTo>
                  <a:lnTo>
                    <a:pt x="36" y="162"/>
                  </a:lnTo>
                  <a:lnTo>
                    <a:pt x="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4" name=""/>
            <p:cNvSpPr/>
            <p:nvPr/>
          </p:nvSpPr>
          <p:spPr>
            <a:xfrm rot="0" flipH="1">
              <a:off x="4129" y="320"/>
              <a:ext cx="3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5" name=""/>
            <p:cNvSpPr/>
            <p:nvPr/>
          </p:nvSpPr>
          <p:spPr>
            <a:xfrm rot="0">
              <a:off x="4760" y="274"/>
              <a:ext cx="1" cy="9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6" name=""/>
            <p:cNvSpPr/>
            <p:nvPr/>
          </p:nvSpPr>
          <p:spPr>
            <a:xfrm rot="0" flipH="1">
              <a:off x="4744" y="252"/>
              <a:ext cx="28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7" name=""/>
            <p:cNvSpPr/>
            <p:nvPr/>
          </p:nvSpPr>
          <p:spPr>
            <a:xfrm rot="0" flipV="1">
              <a:off x="4768" y="306"/>
              <a:ext cx="52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8" name=""/>
            <p:cNvSpPr/>
            <p:nvPr/>
          </p:nvSpPr>
          <p:spPr>
            <a:xfrm rot="0" flipV="1">
              <a:off x="4771" y="348"/>
              <a:ext cx="4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79" name=""/>
            <p:cNvSpPr/>
            <p:nvPr/>
          </p:nvSpPr>
          <p:spPr>
            <a:xfrm rot="0" flipV="1">
              <a:off x="4793" y="274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0" name=""/>
            <p:cNvSpPr/>
            <p:nvPr/>
          </p:nvSpPr>
          <p:spPr>
            <a:xfrm rot="0" flipH="1">
              <a:off x="4772" y="262"/>
              <a:ext cx="37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1" name=""/>
            <p:cNvSpPr/>
            <p:nvPr/>
          </p:nvSpPr>
          <p:spPr>
            <a:xfrm rot="0">
              <a:off x="4883" y="313"/>
              <a:ext cx="13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2" name=""/>
            <p:cNvSpPr/>
            <p:nvPr/>
          </p:nvSpPr>
          <p:spPr>
            <a:xfrm rot="0">
              <a:off x="4879" y="262"/>
              <a:ext cx="1" cy="1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3" name=""/>
            <p:cNvSpPr/>
            <p:nvPr/>
          </p:nvSpPr>
          <p:spPr>
            <a:xfrm rot="0">
              <a:off x="4896" y="349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4" name=""/>
            <p:cNvSpPr/>
            <p:nvPr/>
          </p:nvSpPr>
          <p:spPr>
            <a:xfrm rot="0">
              <a:off x="4848" y="311"/>
              <a:ext cx="29" cy="49"/>
            </a:xfrm>
            <a:custGeom>
              <a:avLst/>
              <a:ahLst/>
              <a:rect l="0" t="0" r="r" b="b"/>
              <a:pathLst>
                <a:path w="87" h="146">
                  <a:moveTo>
                    <a:pt x="87" y="0"/>
                  </a:moveTo>
                  <a:lnTo>
                    <a:pt x="59" y="68"/>
                  </a:lnTo>
                  <a:lnTo>
                    <a:pt x="0" y="1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5" name=""/>
            <p:cNvSpPr/>
            <p:nvPr/>
          </p:nvSpPr>
          <p:spPr>
            <a:xfrm rot="0" flipV="1">
              <a:off x="4870" y="275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6" name=""/>
            <p:cNvSpPr/>
            <p:nvPr/>
          </p:nvSpPr>
          <p:spPr>
            <a:xfrm rot="0" flipV="1">
              <a:off x="4865" y="293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7" name=""/>
            <p:cNvSpPr/>
            <p:nvPr/>
          </p:nvSpPr>
          <p:spPr>
            <a:xfrm rot="0" flipH="1">
              <a:off x="4892" y="256"/>
              <a:ext cx="4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8" name=""/>
            <p:cNvSpPr/>
            <p:nvPr/>
          </p:nvSpPr>
          <p:spPr>
            <a:xfrm rot="0">
              <a:off x="4865" y="255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89" name=""/>
            <p:cNvSpPr/>
            <p:nvPr/>
          </p:nvSpPr>
          <p:spPr>
            <a:xfrm rot="0" flipV="1">
              <a:off x="4832" y="293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0" name=""/>
            <p:cNvSpPr/>
            <p:nvPr/>
          </p:nvSpPr>
          <p:spPr>
            <a:xfrm rot="0" flipH="1">
              <a:off x="4846" y="289"/>
              <a:ext cx="3" cy="6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1" name=""/>
            <p:cNvSpPr/>
            <p:nvPr/>
          </p:nvSpPr>
          <p:spPr>
            <a:xfrm rot="0">
              <a:off x="4842" y="256"/>
              <a:ext cx="1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2" name=""/>
            <p:cNvSpPr/>
            <p:nvPr/>
          </p:nvSpPr>
          <p:spPr>
            <a:xfrm rot="0" flipV="1">
              <a:off x="4845" y="330"/>
              <a:ext cx="1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3" name=""/>
            <p:cNvSpPr/>
            <p:nvPr/>
          </p:nvSpPr>
          <p:spPr>
            <a:xfrm rot="0" flipV="1">
              <a:off x="4865" y="258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4" name=""/>
            <p:cNvSpPr/>
            <p:nvPr/>
          </p:nvSpPr>
          <p:spPr>
            <a:xfrm rot="0" flipH="1">
              <a:off x="4857" y="310"/>
              <a:ext cx="4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5" name=""/>
            <p:cNvSpPr/>
            <p:nvPr/>
          </p:nvSpPr>
          <p:spPr>
            <a:xfrm rot="0" flipV="1">
              <a:off x="4939" y="273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6" name=""/>
            <p:cNvSpPr/>
            <p:nvPr/>
          </p:nvSpPr>
          <p:spPr>
            <a:xfrm rot="0" flipV="1">
              <a:off x="4921" y="298"/>
              <a:ext cx="73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7" name=""/>
            <p:cNvSpPr/>
            <p:nvPr/>
          </p:nvSpPr>
          <p:spPr>
            <a:xfrm rot="0" flipV="1">
              <a:off x="4957" y="248"/>
              <a:ext cx="1" cy="5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8" name=""/>
            <p:cNvSpPr/>
            <p:nvPr/>
          </p:nvSpPr>
          <p:spPr>
            <a:xfrm rot="0" flipH="1">
              <a:off x="4965" y="261"/>
              <a:ext cx="18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699" name=""/>
            <p:cNvSpPr/>
            <p:nvPr/>
          </p:nvSpPr>
          <p:spPr>
            <a:xfrm rot="0">
              <a:off x="4953" y="318"/>
              <a:ext cx="32" cy="49"/>
            </a:xfrm>
            <a:custGeom>
              <a:avLst/>
              <a:ahLst/>
              <a:rect l="0" t="0" r="r" b="b"/>
              <a:pathLst>
                <a:path w="95" h="146">
                  <a:moveTo>
                    <a:pt x="0" y="0"/>
                  </a:moveTo>
                  <a:lnTo>
                    <a:pt x="0" y="138"/>
                  </a:lnTo>
                  <a:lnTo>
                    <a:pt x="28" y="146"/>
                  </a:lnTo>
                  <a:lnTo>
                    <a:pt x="95" y="142"/>
                  </a:lnTo>
                  <a:lnTo>
                    <a:pt x="9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0" name=""/>
            <p:cNvSpPr/>
            <p:nvPr/>
          </p:nvSpPr>
          <p:spPr>
            <a:xfrm rot="0" flipH="1">
              <a:off x="4953" y="324"/>
              <a:ext cx="26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1" name=""/>
            <p:cNvSpPr/>
            <p:nvPr/>
          </p:nvSpPr>
          <p:spPr>
            <a:xfrm rot="0">
              <a:off x="4919" y="301"/>
              <a:ext cx="46" cy="47"/>
            </a:xfrm>
            <a:custGeom>
              <a:avLst/>
              <a:ahLst/>
              <a:rect l="0" t="0" r="r" b="b"/>
              <a:pathLst>
                <a:path w="138" h="143">
                  <a:moveTo>
                    <a:pt x="138" y="0"/>
                  </a:moveTo>
                  <a:lnTo>
                    <a:pt x="99" y="52"/>
                  </a:lnTo>
                  <a:lnTo>
                    <a:pt x="0" y="1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2" name=""/>
            <p:cNvSpPr/>
            <p:nvPr/>
          </p:nvSpPr>
          <p:spPr>
            <a:xfrm rot="0" flipH="1">
              <a:off x="5012" y="331"/>
              <a:ext cx="12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3" name=""/>
            <p:cNvSpPr/>
            <p:nvPr/>
          </p:nvSpPr>
          <p:spPr>
            <a:xfrm rot="0">
              <a:off x="5015" y="265"/>
              <a:ext cx="1" cy="6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4" name=""/>
            <p:cNvSpPr/>
            <p:nvPr/>
          </p:nvSpPr>
          <p:spPr>
            <a:xfrm rot="0">
              <a:off x="5024" y="248"/>
              <a:ext cx="6" cy="84"/>
            </a:xfrm>
            <a:custGeom>
              <a:avLst/>
              <a:ahLst/>
              <a:rect l="0" t="0" r="r" b="b"/>
              <a:pathLst>
                <a:path w="16" h="254">
                  <a:moveTo>
                    <a:pt x="16" y="0"/>
                  </a:moveTo>
                  <a:lnTo>
                    <a:pt x="11" y="183"/>
                  </a:lnTo>
                  <a:lnTo>
                    <a:pt x="0" y="2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5" name=""/>
            <p:cNvSpPr/>
            <p:nvPr/>
          </p:nvSpPr>
          <p:spPr>
            <a:xfrm rot="0" flipV="1">
              <a:off x="5036" y="261"/>
              <a:ext cx="4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6" name=""/>
            <p:cNvSpPr/>
            <p:nvPr/>
          </p:nvSpPr>
          <p:spPr>
            <a:xfrm rot="0">
              <a:off x="5039" y="285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7" name=""/>
            <p:cNvSpPr/>
            <p:nvPr/>
          </p:nvSpPr>
          <p:spPr>
            <a:xfrm rot="0" flipV="1">
              <a:off x="5039" y="287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8" name=""/>
            <p:cNvSpPr/>
            <p:nvPr/>
          </p:nvSpPr>
          <p:spPr>
            <a:xfrm rot="0" flipH="1" flipV="1">
              <a:off x="5060" y="327"/>
              <a:ext cx="9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09" name=""/>
            <p:cNvSpPr/>
            <p:nvPr/>
          </p:nvSpPr>
          <p:spPr>
            <a:xfrm rot="0">
              <a:off x="5055" y="264"/>
              <a:ext cx="1" cy="10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10" name=""/>
            <p:cNvSpPr/>
            <p:nvPr/>
          </p:nvSpPr>
          <p:spPr>
            <a:xfrm rot="0" flipH="1">
              <a:off x="5069" y="282"/>
              <a:ext cx="3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11" name=""/>
            <p:cNvSpPr/>
            <p:nvPr/>
          </p:nvSpPr>
          <p:spPr>
            <a:xfrm rot="0">
              <a:off x="2424" y="1143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12" name=""/>
            <p:cNvSpPr/>
            <p:nvPr/>
          </p:nvSpPr>
          <p:spPr>
            <a:xfrm rot="0">
              <a:off x="2424" y="1143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13" name=""/>
            <p:cNvSpPr/>
            <p:nvPr/>
          </p:nvSpPr>
          <p:spPr>
            <a:xfrm rot="0">
              <a:off x="2099" y="1144"/>
              <a:ext cx="335" cy="204"/>
            </a:xfrm>
            <a:custGeom>
              <a:avLst/>
              <a:ahLst/>
              <a:rect l="0" t="0" r="r" b="b"/>
              <a:pathLst>
                <a:path w="1003" h="610">
                  <a:moveTo>
                    <a:pt x="1003" y="47"/>
                  </a:moveTo>
                  <a:lnTo>
                    <a:pt x="989" y="24"/>
                  </a:lnTo>
                  <a:lnTo>
                    <a:pt x="975" y="0"/>
                  </a:lnTo>
                  <a:lnTo>
                    <a:pt x="0" y="563"/>
                  </a:lnTo>
                  <a:lnTo>
                    <a:pt x="13" y="587"/>
                  </a:lnTo>
                  <a:lnTo>
                    <a:pt x="27" y="610"/>
                  </a:lnTo>
                  <a:lnTo>
                    <a:pt x="1003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14" name=""/>
            <p:cNvSpPr/>
            <p:nvPr/>
          </p:nvSpPr>
          <p:spPr>
            <a:xfrm rot="0">
              <a:off x="2099" y="1144"/>
              <a:ext cx="335" cy="204"/>
            </a:xfrm>
            <a:custGeom>
              <a:avLst/>
              <a:ahLst/>
              <a:rect l="0" t="0" r="r" b="b"/>
              <a:pathLst>
                <a:path w="1003" h="610">
                  <a:moveTo>
                    <a:pt x="1003" y="47"/>
                  </a:moveTo>
                  <a:lnTo>
                    <a:pt x="989" y="24"/>
                  </a:lnTo>
                  <a:lnTo>
                    <a:pt x="975" y="0"/>
                  </a:lnTo>
                  <a:lnTo>
                    <a:pt x="0" y="563"/>
                  </a:lnTo>
                  <a:lnTo>
                    <a:pt x="13" y="587"/>
                  </a:lnTo>
                  <a:lnTo>
                    <a:pt x="27" y="610"/>
                  </a:lnTo>
                  <a:lnTo>
                    <a:pt x="1003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15" name=""/>
            <p:cNvSpPr/>
            <p:nvPr/>
          </p:nvSpPr>
          <p:spPr>
            <a:xfrm rot="0">
              <a:off x="2095" y="1332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4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16" name=""/>
            <p:cNvSpPr/>
            <p:nvPr/>
          </p:nvSpPr>
          <p:spPr>
            <a:xfrm rot="0">
              <a:off x="2095" y="1332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17" name=""/>
            <p:cNvSpPr/>
            <p:nvPr/>
          </p:nvSpPr>
          <p:spPr>
            <a:xfrm rot="0">
              <a:off x="2532" y="1207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4"/>
                  </a:moveTo>
                  <a:lnTo>
                    <a:pt x="28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18" name=""/>
            <p:cNvSpPr/>
            <p:nvPr/>
          </p:nvSpPr>
          <p:spPr>
            <a:xfrm rot="0">
              <a:off x="2532" y="1207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8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19" name=""/>
            <p:cNvSpPr/>
            <p:nvPr/>
          </p:nvSpPr>
          <p:spPr>
            <a:xfrm rot="0">
              <a:off x="2424" y="1144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324" y="234"/>
                  </a:moveTo>
                  <a:lnTo>
                    <a:pt x="338" y="211"/>
                  </a:lnTo>
                  <a:lnTo>
                    <a:pt x="352" y="187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324" y="2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20" name=""/>
            <p:cNvSpPr/>
            <p:nvPr/>
          </p:nvSpPr>
          <p:spPr>
            <a:xfrm rot="0">
              <a:off x="2424" y="1144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324" y="234"/>
                  </a:moveTo>
                  <a:lnTo>
                    <a:pt x="338" y="211"/>
                  </a:lnTo>
                  <a:lnTo>
                    <a:pt x="352" y="187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324" y="2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21" name=""/>
            <p:cNvSpPr/>
            <p:nvPr/>
          </p:nvSpPr>
          <p:spPr>
            <a:xfrm rot="0">
              <a:off x="2420" y="114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7"/>
                  </a:moveTo>
                  <a:lnTo>
                    <a:pt x="13" y="50"/>
                  </a:lnTo>
                  <a:lnTo>
                    <a:pt x="7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22" name=""/>
            <p:cNvSpPr/>
            <p:nvPr/>
          </p:nvSpPr>
          <p:spPr>
            <a:xfrm rot="0">
              <a:off x="2420" y="114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23" name=""/>
            <p:cNvSpPr/>
            <p:nvPr/>
          </p:nvSpPr>
          <p:spPr>
            <a:xfrm rot="0">
              <a:off x="2095" y="133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24" name=""/>
            <p:cNvSpPr/>
            <p:nvPr/>
          </p:nvSpPr>
          <p:spPr>
            <a:xfrm rot="0">
              <a:off x="2095" y="133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25" name=""/>
            <p:cNvSpPr/>
            <p:nvPr/>
          </p:nvSpPr>
          <p:spPr>
            <a:xfrm rot="0">
              <a:off x="2095" y="1340"/>
              <a:ext cx="18" cy="250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6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26" name=""/>
            <p:cNvSpPr/>
            <p:nvPr/>
          </p:nvSpPr>
          <p:spPr>
            <a:xfrm rot="0">
              <a:off x="2095" y="1340"/>
              <a:ext cx="18" cy="250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6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27" name=""/>
            <p:cNvSpPr/>
            <p:nvPr/>
          </p:nvSpPr>
          <p:spPr>
            <a:xfrm rot="0">
              <a:off x="2095" y="159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28" name=""/>
            <p:cNvSpPr/>
            <p:nvPr/>
          </p:nvSpPr>
          <p:spPr>
            <a:xfrm rot="0">
              <a:off x="2095" y="159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29" name=""/>
            <p:cNvSpPr/>
            <p:nvPr/>
          </p:nvSpPr>
          <p:spPr>
            <a:xfrm rot="0">
              <a:off x="2095" y="1331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3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30" name=""/>
            <p:cNvSpPr/>
            <p:nvPr/>
          </p:nvSpPr>
          <p:spPr>
            <a:xfrm rot="0">
              <a:off x="2095" y="1331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31" name=""/>
            <p:cNvSpPr/>
            <p:nvPr/>
          </p:nvSpPr>
          <p:spPr>
            <a:xfrm rot="0">
              <a:off x="2099" y="1332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27" y="0"/>
                  </a:moveTo>
                  <a:lnTo>
                    <a:pt x="13" y="24"/>
                  </a:lnTo>
                  <a:lnTo>
                    <a:pt x="0" y="47"/>
                  </a:lnTo>
                  <a:lnTo>
                    <a:pt x="325" y="234"/>
                  </a:lnTo>
                  <a:lnTo>
                    <a:pt x="339" y="211"/>
                  </a:lnTo>
                  <a:lnTo>
                    <a:pt x="352" y="188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32" name=""/>
            <p:cNvSpPr/>
            <p:nvPr/>
          </p:nvSpPr>
          <p:spPr>
            <a:xfrm rot="0">
              <a:off x="2099" y="1332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27" y="0"/>
                  </a:moveTo>
                  <a:lnTo>
                    <a:pt x="13" y="24"/>
                  </a:lnTo>
                  <a:lnTo>
                    <a:pt x="0" y="47"/>
                  </a:lnTo>
                  <a:lnTo>
                    <a:pt x="325" y="234"/>
                  </a:lnTo>
                  <a:lnTo>
                    <a:pt x="339" y="211"/>
                  </a:lnTo>
                  <a:lnTo>
                    <a:pt x="352" y="188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33" name=""/>
            <p:cNvSpPr/>
            <p:nvPr/>
          </p:nvSpPr>
          <p:spPr>
            <a:xfrm rot="0">
              <a:off x="2208" y="1395"/>
              <a:ext cx="13" cy="16"/>
            </a:xfrm>
            <a:custGeom>
              <a:avLst/>
              <a:ahLst/>
              <a:rect l="0" t="0" r="r" b="b"/>
              <a:pathLst>
                <a:path w="40" h="49">
                  <a:moveTo>
                    <a:pt x="14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7"/>
                  </a:lnTo>
                  <a:lnTo>
                    <a:pt x="17" y="49"/>
                  </a:lnTo>
                  <a:lnTo>
                    <a:pt x="8" y="49"/>
                  </a:lnTo>
                  <a:lnTo>
                    <a:pt x="0" y="46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34" name=""/>
            <p:cNvSpPr/>
            <p:nvPr/>
          </p:nvSpPr>
          <p:spPr>
            <a:xfrm rot="0">
              <a:off x="2208" y="1395"/>
              <a:ext cx="13" cy="16"/>
            </a:xfrm>
            <a:custGeom>
              <a:avLst/>
              <a:ahLst/>
              <a:rect l="0" t="0" r="r" b="b"/>
              <a:pathLst>
                <a:path w="40" h="49">
                  <a:moveTo>
                    <a:pt x="27" y="0"/>
                  </a:moveTo>
                  <a:lnTo>
                    <a:pt x="34" y="5"/>
                  </a:lnTo>
                  <a:lnTo>
                    <a:pt x="38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7"/>
                  </a:lnTo>
                  <a:lnTo>
                    <a:pt x="17" y="49"/>
                  </a:lnTo>
                  <a:lnTo>
                    <a:pt x="8" y="49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35" name=""/>
            <p:cNvSpPr/>
            <p:nvPr/>
          </p:nvSpPr>
          <p:spPr>
            <a:xfrm rot="0">
              <a:off x="2528" y="1205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36" name=""/>
            <p:cNvSpPr/>
            <p:nvPr/>
          </p:nvSpPr>
          <p:spPr>
            <a:xfrm rot="0">
              <a:off x="2528" y="1205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37" name=""/>
            <p:cNvSpPr/>
            <p:nvPr/>
          </p:nvSpPr>
          <p:spPr>
            <a:xfrm rot="0">
              <a:off x="2528" y="1215"/>
              <a:ext cx="18" cy="250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7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38" name=""/>
            <p:cNvSpPr/>
            <p:nvPr/>
          </p:nvSpPr>
          <p:spPr>
            <a:xfrm rot="0">
              <a:off x="2528" y="1215"/>
              <a:ext cx="18" cy="250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7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39" name=""/>
            <p:cNvSpPr/>
            <p:nvPr/>
          </p:nvSpPr>
          <p:spPr>
            <a:xfrm rot="0">
              <a:off x="2528" y="146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40" name=""/>
            <p:cNvSpPr/>
            <p:nvPr/>
          </p:nvSpPr>
          <p:spPr>
            <a:xfrm rot="0">
              <a:off x="2528" y="146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41" name=""/>
            <p:cNvSpPr/>
            <p:nvPr/>
          </p:nvSpPr>
          <p:spPr>
            <a:xfrm rot="0">
              <a:off x="2203" y="1395"/>
              <a:ext cx="14" cy="16"/>
            </a:xfrm>
            <a:custGeom>
              <a:avLst/>
              <a:ahLst/>
              <a:rect l="0" t="0" r="r" b="b"/>
              <a:pathLst>
                <a:path w="40" h="49">
                  <a:moveTo>
                    <a:pt x="27" y="23"/>
                  </a:moveTo>
                  <a:lnTo>
                    <a:pt x="40" y="46"/>
                  </a:lnTo>
                  <a:lnTo>
                    <a:pt x="32" y="49"/>
                  </a:lnTo>
                  <a:lnTo>
                    <a:pt x="23" y="49"/>
                  </a:lnTo>
                  <a:lnTo>
                    <a:pt x="16" y="47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42" name=""/>
            <p:cNvSpPr/>
            <p:nvPr/>
          </p:nvSpPr>
          <p:spPr>
            <a:xfrm rot="0">
              <a:off x="2203" y="1395"/>
              <a:ext cx="14" cy="16"/>
            </a:xfrm>
            <a:custGeom>
              <a:avLst/>
              <a:ahLst/>
              <a:rect l="0" t="0" r="r" b="b"/>
              <a:pathLst>
                <a:path w="40" h="49">
                  <a:moveTo>
                    <a:pt x="40" y="46"/>
                  </a:moveTo>
                  <a:lnTo>
                    <a:pt x="32" y="49"/>
                  </a:lnTo>
                  <a:lnTo>
                    <a:pt x="23" y="49"/>
                  </a:lnTo>
                  <a:lnTo>
                    <a:pt x="16" y="47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43" name=""/>
            <p:cNvSpPr/>
            <p:nvPr/>
          </p:nvSpPr>
          <p:spPr>
            <a:xfrm rot="0">
              <a:off x="2208" y="1207"/>
              <a:ext cx="334" cy="203"/>
            </a:xfrm>
            <a:custGeom>
              <a:avLst/>
              <a:ahLst/>
              <a:rect l="0" t="0" r="r" b="b"/>
              <a:pathLst>
                <a:path w="1002" h="610">
                  <a:moveTo>
                    <a:pt x="0" y="564"/>
                  </a:moveTo>
                  <a:lnTo>
                    <a:pt x="14" y="587"/>
                  </a:lnTo>
                  <a:lnTo>
                    <a:pt x="27" y="610"/>
                  </a:lnTo>
                  <a:lnTo>
                    <a:pt x="1002" y="47"/>
                  </a:lnTo>
                  <a:lnTo>
                    <a:pt x="988" y="24"/>
                  </a:lnTo>
                  <a:lnTo>
                    <a:pt x="974" y="0"/>
                  </a:lnTo>
                  <a:lnTo>
                    <a:pt x="0" y="5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44" name=""/>
            <p:cNvSpPr/>
            <p:nvPr/>
          </p:nvSpPr>
          <p:spPr>
            <a:xfrm rot="0">
              <a:off x="2208" y="1207"/>
              <a:ext cx="334" cy="203"/>
            </a:xfrm>
            <a:custGeom>
              <a:avLst/>
              <a:ahLst/>
              <a:rect l="0" t="0" r="r" b="b"/>
              <a:pathLst>
                <a:path w="1002" h="610">
                  <a:moveTo>
                    <a:pt x="0" y="564"/>
                  </a:moveTo>
                  <a:lnTo>
                    <a:pt x="14" y="587"/>
                  </a:lnTo>
                  <a:lnTo>
                    <a:pt x="27" y="610"/>
                  </a:lnTo>
                  <a:lnTo>
                    <a:pt x="1002" y="47"/>
                  </a:lnTo>
                  <a:lnTo>
                    <a:pt x="988" y="24"/>
                  </a:lnTo>
                  <a:lnTo>
                    <a:pt x="974" y="0"/>
                  </a:lnTo>
                  <a:lnTo>
                    <a:pt x="0" y="5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45" name=""/>
            <p:cNvSpPr/>
            <p:nvPr/>
          </p:nvSpPr>
          <p:spPr>
            <a:xfrm rot="0">
              <a:off x="2532" y="1206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46" name=""/>
            <p:cNvSpPr/>
            <p:nvPr/>
          </p:nvSpPr>
          <p:spPr>
            <a:xfrm rot="0">
              <a:off x="2532" y="1206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47" name=""/>
            <p:cNvSpPr/>
            <p:nvPr/>
          </p:nvSpPr>
          <p:spPr>
            <a:xfrm rot="0">
              <a:off x="2203" y="1393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48" name=""/>
            <p:cNvSpPr/>
            <p:nvPr/>
          </p:nvSpPr>
          <p:spPr>
            <a:xfrm rot="0">
              <a:off x="2203" y="1393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49" name=""/>
            <p:cNvSpPr/>
            <p:nvPr/>
          </p:nvSpPr>
          <p:spPr>
            <a:xfrm rot="0">
              <a:off x="2203" y="1402"/>
              <a:ext cx="18" cy="251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7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50" name=""/>
            <p:cNvSpPr/>
            <p:nvPr/>
          </p:nvSpPr>
          <p:spPr>
            <a:xfrm rot="0">
              <a:off x="2203" y="1402"/>
              <a:ext cx="18" cy="251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7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51" name=""/>
            <p:cNvSpPr/>
            <p:nvPr/>
          </p:nvSpPr>
          <p:spPr>
            <a:xfrm rot="0">
              <a:off x="2203" y="165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52" name=""/>
            <p:cNvSpPr/>
            <p:nvPr/>
          </p:nvSpPr>
          <p:spPr>
            <a:xfrm rot="0">
              <a:off x="2203" y="165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53" name=""/>
            <p:cNvSpPr/>
            <p:nvPr/>
          </p:nvSpPr>
          <p:spPr>
            <a:xfrm rot="0">
              <a:off x="2203" y="2020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24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54" name=""/>
            <p:cNvSpPr/>
            <p:nvPr/>
          </p:nvSpPr>
          <p:spPr>
            <a:xfrm rot="0">
              <a:off x="2203" y="2020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55" name=""/>
            <p:cNvSpPr/>
            <p:nvPr/>
          </p:nvSpPr>
          <p:spPr>
            <a:xfrm rot="0">
              <a:off x="2208" y="1708"/>
              <a:ext cx="550" cy="328"/>
            </a:xfrm>
            <a:custGeom>
              <a:avLst/>
              <a:ahLst/>
              <a:rect l="0" t="0" r="r" b="b"/>
              <a:pathLst>
                <a:path w="1652" h="985">
                  <a:moveTo>
                    <a:pt x="0" y="938"/>
                  </a:moveTo>
                  <a:lnTo>
                    <a:pt x="14" y="962"/>
                  </a:lnTo>
                  <a:lnTo>
                    <a:pt x="27" y="985"/>
                  </a:lnTo>
                  <a:lnTo>
                    <a:pt x="1652" y="47"/>
                  </a:lnTo>
                  <a:lnTo>
                    <a:pt x="1638" y="23"/>
                  </a:lnTo>
                  <a:lnTo>
                    <a:pt x="1624" y="0"/>
                  </a:lnTo>
                  <a:lnTo>
                    <a:pt x="0" y="9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56" name=""/>
            <p:cNvSpPr/>
            <p:nvPr/>
          </p:nvSpPr>
          <p:spPr>
            <a:xfrm rot="0">
              <a:off x="2208" y="1708"/>
              <a:ext cx="550" cy="328"/>
            </a:xfrm>
            <a:custGeom>
              <a:avLst/>
              <a:ahLst/>
              <a:rect l="0" t="0" r="r" b="b"/>
              <a:pathLst>
                <a:path w="1652" h="985">
                  <a:moveTo>
                    <a:pt x="0" y="938"/>
                  </a:moveTo>
                  <a:lnTo>
                    <a:pt x="14" y="962"/>
                  </a:lnTo>
                  <a:lnTo>
                    <a:pt x="27" y="985"/>
                  </a:lnTo>
                  <a:lnTo>
                    <a:pt x="1652" y="47"/>
                  </a:lnTo>
                  <a:lnTo>
                    <a:pt x="1638" y="23"/>
                  </a:lnTo>
                  <a:lnTo>
                    <a:pt x="1624" y="0"/>
                  </a:lnTo>
                  <a:lnTo>
                    <a:pt x="0" y="9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57" name=""/>
            <p:cNvSpPr/>
            <p:nvPr/>
          </p:nvSpPr>
          <p:spPr>
            <a:xfrm rot="0">
              <a:off x="2749" y="1707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6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9" y="37"/>
                  </a:lnTo>
                  <a:lnTo>
                    <a:pt x="34" y="44"/>
                  </a:lnTo>
                  <a:lnTo>
                    <a:pt x="28" y="50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58" name=""/>
            <p:cNvSpPr/>
            <p:nvPr/>
          </p:nvSpPr>
          <p:spPr>
            <a:xfrm rot="0">
              <a:off x="2749" y="1707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9" y="37"/>
                  </a:lnTo>
                  <a:lnTo>
                    <a:pt x="34" y="44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59" name=""/>
            <p:cNvSpPr/>
            <p:nvPr/>
          </p:nvSpPr>
          <p:spPr>
            <a:xfrm rot="0">
              <a:off x="2745" y="17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60" name=""/>
            <p:cNvSpPr/>
            <p:nvPr/>
          </p:nvSpPr>
          <p:spPr>
            <a:xfrm rot="0">
              <a:off x="2745" y="17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61" name=""/>
            <p:cNvSpPr/>
            <p:nvPr/>
          </p:nvSpPr>
          <p:spPr>
            <a:xfrm rot="0">
              <a:off x="2745" y="1590"/>
              <a:ext cx="18" cy="125"/>
            </a:xfrm>
            <a:custGeom>
              <a:avLst/>
              <a:ahLst/>
              <a:rect l="0" t="0" r="r" b="b"/>
              <a:pathLst>
                <a:path w="54" h="375">
                  <a:moveTo>
                    <a:pt x="0" y="375"/>
                  </a:moveTo>
                  <a:lnTo>
                    <a:pt x="26" y="375"/>
                  </a:lnTo>
                  <a:lnTo>
                    <a:pt x="54" y="375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62" name=""/>
            <p:cNvSpPr/>
            <p:nvPr/>
          </p:nvSpPr>
          <p:spPr>
            <a:xfrm rot="0">
              <a:off x="2745" y="1590"/>
              <a:ext cx="18" cy="125"/>
            </a:xfrm>
            <a:custGeom>
              <a:avLst/>
              <a:ahLst/>
              <a:rect l="0" t="0" r="r" b="b"/>
              <a:pathLst>
                <a:path w="54" h="375">
                  <a:moveTo>
                    <a:pt x="0" y="375"/>
                  </a:moveTo>
                  <a:lnTo>
                    <a:pt x="26" y="375"/>
                  </a:lnTo>
                  <a:lnTo>
                    <a:pt x="54" y="375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63" name=""/>
            <p:cNvSpPr/>
            <p:nvPr/>
          </p:nvSpPr>
          <p:spPr>
            <a:xfrm rot="0">
              <a:off x="2745" y="15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64" name=""/>
            <p:cNvSpPr/>
            <p:nvPr/>
          </p:nvSpPr>
          <p:spPr>
            <a:xfrm rot="0">
              <a:off x="2745" y="15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65" name=""/>
            <p:cNvSpPr/>
            <p:nvPr/>
          </p:nvSpPr>
          <p:spPr>
            <a:xfrm rot="0">
              <a:off x="2095" y="2209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3"/>
                  </a:moveTo>
                  <a:lnTo>
                    <a:pt x="40" y="46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3" y="0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66" name=""/>
            <p:cNvSpPr/>
            <p:nvPr/>
          </p:nvSpPr>
          <p:spPr>
            <a:xfrm rot="0">
              <a:off x="2095" y="2209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6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67" name=""/>
            <p:cNvSpPr/>
            <p:nvPr/>
          </p:nvSpPr>
          <p:spPr>
            <a:xfrm rot="0">
              <a:off x="2099" y="2146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0" y="188"/>
                  </a:moveTo>
                  <a:lnTo>
                    <a:pt x="13" y="211"/>
                  </a:lnTo>
                  <a:lnTo>
                    <a:pt x="27" y="234"/>
                  </a:lnTo>
                  <a:lnTo>
                    <a:pt x="352" y="46"/>
                  </a:lnTo>
                  <a:lnTo>
                    <a:pt x="339" y="23"/>
                  </a:lnTo>
                  <a:lnTo>
                    <a:pt x="325" y="0"/>
                  </a:lnTo>
                  <a:lnTo>
                    <a:pt x="0" y="1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68" name=""/>
            <p:cNvSpPr/>
            <p:nvPr/>
          </p:nvSpPr>
          <p:spPr>
            <a:xfrm rot="0">
              <a:off x="2099" y="2146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0" y="188"/>
                  </a:moveTo>
                  <a:lnTo>
                    <a:pt x="13" y="211"/>
                  </a:lnTo>
                  <a:lnTo>
                    <a:pt x="27" y="234"/>
                  </a:lnTo>
                  <a:lnTo>
                    <a:pt x="352" y="46"/>
                  </a:lnTo>
                  <a:lnTo>
                    <a:pt x="339" y="23"/>
                  </a:lnTo>
                  <a:lnTo>
                    <a:pt x="325" y="0"/>
                  </a:lnTo>
                  <a:lnTo>
                    <a:pt x="0" y="1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69" name=""/>
            <p:cNvSpPr/>
            <p:nvPr/>
          </p:nvSpPr>
          <p:spPr>
            <a:xfrm rot="0">
              <a:off x="2208" y="2145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8"/>
                  </a:lnTo>
                  <a:lnTo>
                    <a:pt x="34" y="45"/>
                  </a:lnTo>
                  <a:lnTo>
                    <a:pt x="27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70" name=""/>
            <p:cNvSpPr/>
            <p:nvPr/>
          </p:nvSpPr>
          <p:spPr>
            <a:xfrm rot="0">
              <a:off x="2208" y="2145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4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8"/>
                  </a:lnTo>
                  <a:lnTo>
                    <a:pt x="34" y="45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71" name=""/>
            <p:cNvSpPr/>
            <p:nvPr/>
          </p:nvSpPr>
          <p:spPr>
            <a:xfrm rot="0">
              <a:off x="2203" y="215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72" name=""/>
            <p:cNvSpPr/>
            <p:nvPr/>
          </p:nvSpPr>
          <p:spPr>
            <a:xfrm rot="0">
              <a:off x="2203" y="215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73" name=""/>
            <p:cNvSpPr/>
            <p:nvPr/>
          </p:nvSpPr>
          <p:spPr>
            <a:xfrm rot="0">
              <a:off x="2203" y="2028"/>
              <a:ext cx="18" cy="126"/>
            </a:xfrm>
            <a:custGeom>
              <a:avLst/>
              <a:ahLst/>
              <a:rect l="0" t="0" r="r" b="b"/>
              <a:pathLst>
                <a:path w="54" h="376">
                  <a:moveTo>
                    <a:pt x="0" y="376"/>
                  </a:moveTo>
                  <a:lnTo>
                    <a:pt x="27" y="376"/>
                  </a:lnTo>
                  <a:lnTo>
                    <a:pt x="54" y="376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3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74" name=""/>
            <p:cNvSpPr/>
            <p:nvPr/>
          </p:nvSpPr>
          <p:spPr>
            <a:xfrm rot="0">
              <a:off x="2203" y="2028"/>
              <a:ext cx="18" cy="126"/>
            </a:xfrm>
            <a:custGeom>
              <a:avLst/>
              <a:ahLst/>
              <a:rect l="0" t="0" r="r" b="b"/>
              <a:pathLst>
                <a:path w="54" h="376">
                  <a:moveTo>
                    <a:pt x="0" y="376"/>
                  </a:moveTo>
                  <a:lnTo>
                    <a:pt x="27" y="376"/>
                  </a:lnTo>
                  <a:lnTo>
                    <a:pt x="54" y="376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3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75" name=""/>
            <p:cNvSpPr/>
            <p:nvPr/>
          </p:nvSpPr>
          <p:spPr>
            <a:xfrm rot="0">
              <a:off x="2203" y="201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76" name=""/>
            <p:cNvSpPr/>
            <p:nvPr/>
          </p:nvSpPr>
          <p:spPr>
            <a:xfrm rot="0">
              <a:off x="2203" y="201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77" name=""/>
            <p:cNvSpPr/>
            <p:nvPr/>
          </p:nvSpPr>
          <p:spPr>
            <a:xfrm rot="0">
              <a:off x="2095" y="1957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78" name=""/>
            <p:cNvSpPr/>
            <p:nvPr/>
          </p:nvSpPr>
          <p:spPr>
            <a:xfrm rot="0">
              <a:off x="2095" y="1957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79" name=""/>
            <p:cNvSpPr/>
            <p:nvPr/>
          </p:nvSpPr>
          <p:spPr>
            <a:xfrm rot="0">
              <a:off x="2095" y="1966"/>
              <a:ext cx="18" cy="250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6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80" name=""/>
            <p:cNvSpPr/>
            <p:nvPr/>
          </p:nvSpPr>
          <p:spPr>
            <a:xfrm rot="0">
              <a:off x="2095" y="1966"/>
              <a:ext cx="18" cy="250"/>
            </a:xfrm>
            <a:custGeom>
              <a:avLst/>
              <a:ahLst/>
              <a:rect l="0" t="0" r="r" b="b"/>
              <a:pathLst>
                <a:path w="54" h="75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1"/>
                  </a:lnTo>
                  <a:lnTo>
                    <a:pt x="26" y="751"/>
                  </a:lnTo>
                  <a:lnTo>
                    <a:pt x="54" y="75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81" name=""/>
            <p:cNvSpPr/>
            <p:nvPr/>
          </p:nvSpPr>
          <p:spPr>
            <a:xfrm rot="0">
              <a:off x="2095" y="221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82" name=""/>
            <p:cNvSpPr/>
            <p:nvPr/>
          </p:nvSpPr>
          <p:spPr>
            <a:xfrm rot="0">
              <a:off x="2095" y="221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83" name=""/>
            <p:cNvSpPr/>
            <p:nvPr/>
          </p:nvSpPr>
          <p:spPr>
            <a:xfrm rot="0">
              <a:off x="1770" y="1769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28" name=""/>
          <p:cNvGrpSpPr/>
          <p:nvPr/>
        </p:nvGrpSpPr>
        <p:grpSpPr>
          <a:xfrm rot="0">
            <a:off x="695325" y="1044575"/>
            <a:ext cx="7761287" cy="2487612"/>
            <a:chOff x="438" y="658"/>
            <a:chExt cx="4889" cy="1567"/>
          </a:xfrm>
        </p:grpSpPr>
        <p:sp>
          <p:nvSpPr>
            <p:cNvPr id="1048784" name=""/>
            <p:cNvSpPr/>
            <p:nvPr/>
          </p:nvSpPr>
          <p:spPr>
            <a:xfrm rot="0">
              <a:off x="1770" y="1769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85" name=""/>
            <p:cNvSpPr/>
            <p:nvPr/>
          </p:nvSpPr>
          <p:spPr>
            <a:xfrm rot="0">
              <a:off x="1770" y="1778"/>
              <a:ext cx="18" cy="251"/>
            </a:xfrm>
            <a:custGeom>
              <a:avLst/>
              <a:ahLst/>
              <a:rect l="0" t="0" r="r" b="b"/>
              <a:pathLst>
                <a:path w="54" h="75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2"/>
                  </a:lnTo>
                  <a:lnTo>
                    <a:pt x="26" y="752"/>
                  </a:lnTo>
                  <a:lnTo>
                    <a:pt x="54" y="75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86" name=""/>
            <p:cNvSpPr/>
            <p:nvPr/>
          </p:nvSpPr>
          <p:spPr>
            <a:xfrm rot="0">
              <a:off x="1770" y="1778"/>
              <a:ext cx="18" cy="251"/>
            </a:xfrm>
            <a:custGeom>
              <a:avLst/>
              <a:ahLst/>
              <a:rect l="0" t="0" r="r" b="b"/>
              <a:pathLst>
                <a:path w="54" h="75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2"/>
                  </a:lnTo>
                  <a:lnTo>
                    <a:pt x="26" y="752"/>
                  </a:lnTo>
                  <a:lnTo>
                    <a:pt x="54" y="75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87" name=""/>
            <p:cNvSpPr/>
            <p:nvPr/>
          </p:nvSpPr>
          <p:spPr>
            <a:xfrm rot="0">
              <a:off x="1770" y="2029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88" name=""/>
            <p:cNvSpPr/>
            <p:nvPr/>
          </p:nvSpPr>
          <p:spPr>
            <a:xfrm rot="0">
              <a:off x="1770" y="2029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89" name=""/>
            <p:cNvSpPr/>
            <p:nvPr/>
          </p:nvSpPr>
          <p:spPr>
            <a:xfrm rot="0">
              <a:off x="1770" y="2020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2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90" name=""/>
            <p:cNvSpPr/>
            <p:nvPr/>
          </p:nvSpPr>
          <p:spPr>
            <a:xfrm rot="0">
              <a:off x="1770" y="2020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2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91" name=""/>
            <p:cNvSpPr/>
            <p:nvPr/>
          </p:nvSpPr>
          <p:spPr>
            <a:xfrm rot="0">
              <a:off x="1774" y="2021"/>
              <a:ext cx="334" cy="203"/>
            </a:xfrm>
            <a:custGeom>
              <a:avLst/>
              <a:ahLst/>
              <a:rect l="0" t="0" r="r" b="b"/>
              <a:pathLst>
                <a:path w="1002" h="610">
                  <a:moveTo>
                    <a:pt x="28" y="0"/>
                  </a:moveTo>
                  <a:lnTo>
                    <a:pt x="14" y="24"/>
                  </a:lnTo>
                  <a:lnTo>
                    <a:pt x="0" y="47"/>
                  </a:lnTo>
                  <a:lnTo>
                    <a:pt x="975" y="610"/>
                  </a:lnTo>
                  <a:lnTo>
                    <a:pt x="988" y="587"/>
                  </a:lnTo>
                  <a:lnTo>
                    <a:pt x="1002" y="56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92" name=""/>
            <p:cNvSpPr/>
            <p:nvPr/>
          </p:nvSpPr>
          <p:spPr>
            <a:xfrm rot="0">
              <a:off x="1774" y="2021"/>
              <a:ext cx="334" cy="203"/>
            </a:xfrm>
            <a:custGeom>
              <a:avLst/>
              <a:ahLst/>
              <a:rect l="0" t="0" r="r" b="b"/>
              <a:pathLst>
                <a:path w="1002" h="610">
                  <a:moveTo>
                    <a:pt x="28" y="0"/>
                  </a:moveTo>
                  <a:lnTo>
                    <a:pt x="14" y="24"/>
                  </a:lnTo>
                  <a:lnTo>
                    <a:pt x="0" y="47"/>
                  </a:lnTo>
                  <a:lnTo>
                    <a:pt x="975" y="610"/>
                  </a:lnTo>
                  <a:lnTo>
                    <a:pt x="988" y="587"/>
                  </a:lnTo>
                  <a:lnTo>
                    <a:pt x="1002" y="564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93" name=""/>
            <p:cNvSpPr/>
            <p:nvPr/>
          </p:nvSpPr>
          <p:spPr>
            <a:xfrm rot="0">
              <a:off x="2099" y="2209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6"/>
                  </a:lnTo>
                  <a:lnTo>
                    <a:pt x="1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94" name=""/>
            <p:cNvSpPr/>
            <p:nvPr/>
          </p:nvSpPr>
          <p:spPr>
            <a:xfrm rot="0">
              <a:off x="2099" y="2209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95" name=""/>
            <p:cNvSpPr/>
            <p:nvPr/>
          </p:nvSpPr>
          <p:spPr>
            <a:xfrm rot="0">
              <a:off x="2203" y="1645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23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96" name=""/>
            <p:cNvSpPr/>
            <p:nvPr/>
          </p:nvSpPr>
          <p:spPr>
            <a:xfrm rot="0">
              <a:off x="2203" y="1645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97" name=""/>
            <p:cNvSpPr/>
            <p:nvPr/>
          </p:nvSpPr>
          <p:spPr>
            <a:xfrm rot="0">
              <a:off x="2208" y="1457"/>
              <a:ext cx="334" cy="204"/>
            </a:xfrm>
            <a:custGeom>
              <a:avLst/>
              <a:ahLst/>
              <a:rect l="0" t="0" r="r" b="b"/>
              <a:pathLst>
                <a:path w="1002" h="610">
                  <a:moveTo>
                    <a:pt x="0" y="563"/>
                  </a:moveTo>
                  <a:lnTo>
                    <a:pt x="14" y="586"/>
                  </a:lnTo>
                  <a:lnTo>
                    <a:pt x="27" y="610"/>
                  </a:lnTo>
                  <a:lnTo>
                    <a:pt x="1002" y="46"/>
                  </a:lnTo>
                  <a:lnTo>
                    <a:pt x="988" y="23"/>
                  </a:lnTo>
                  <a:lnTo>
                    <a:pt x="974" y="0"/>
                  </a:lnTo>
                  <a:lnTo>
                    <a:pt x="0" y="5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798" name=""/>
            <p:cNvSpPr/>
            <p:nvPr/>
          </p:nvSpPr>
          <p:spPr>
            <a:xfrm rot="0">
              <a:off x="2208" y="1457"/>
              <a:ext cx="334" cy="204"/>
            </a:xfrm>
            <a:custGeom>
              <a:avLst/>
              <a:ahLst/>
              <a:rect l="0" t="0" r="r" b="b"/>
              <a:pathLst>
                <a:path w="1002" h="610">
                  <a:moveTo>
                    <a:pt x="0" y="563"/>
                  </a:moveTo>
                  <a:lnTo>
                    <a:pt x="14" y="586"/>
                  </a:lnTo>
                  <a:lnTo>
                    <a:pt x="27" y="610"/>
                  </a:lnTo>
                  <a:lnTo>
                    <a:pt x="1002" y="46"/>
                  </a:lnTo>
                  <a:lnTo>
                    <a:pt x="988" y="23"/>
                  </a:lnTo>
                  <a:lnTo>
                    <a:pt x="974" y="0"/>
                  </a:lnTo>
                  <a:lnTo>
                    <a:pt x="0" y="5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799" name=""/>
            <p:cNvSpPr/>
            <p:nvPr/>
          </p:nvSpPr>
          <p:spPr>
            <a:xfrm rot="0">
              <a:off x="2532" y="1456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8"/>
                  </a:lnTo>
                  <a:lnTo>
                    <a:pt x="34" y="45"/>
                  </a:lnTo>
                  <a:lnTo>
                    <a:pt x="28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00" name=""/>
            <p:cNvSpPr/>
            <p:nvPr/>
          </p:nvSpPr>
          <p:spPr>
            <a:xfrm rot="0">
              <a:off x="2532" y="1456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4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8"/>
                  </a:lnTo>
                  <a:lnTo>
                    <a:pt x="34" y="45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01" name=""/>
            <p:cNvSpPr/>
            <p:nvPr/>
          </p:nvSpPr>
          <p:spPr>
            <a:xfrm rot="0">
              <a:off x="2095" y="1582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6"/>
                  </a:moveTo>
                  <a:lnTo>
                    <a:pt x="13" y="50"/>
                  </a:lnTo>
                  <a:lnTo>
                    <a:pt x="6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02" name=""/>
            <p:cNvSpPr/>
            <p:nvPr/>
          </p:nvSpPr>
          <p:spPr>
            <a:xfrm rot="0">
              <a:off x="2095" y="1582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03" name=""/>
            <p:cNvSpPr/>
            <p:nvPr/>
          </p:nvSpPr>
          <p:spPr>
            <a:xfrm rot="0">
              <a:off x="2099" y="1583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27" y="0"/>
                  </a:moveTo>
                  <a:lnTo>
                    <a:pt x="13" y="23"/>
                  </a:lnTo>
                  <a:lnTo>
                    <a:pt x="0" y="47"/>
                  </a:lnTo>
                  <a:lnTo>
                    <a:pt x="325" y="234"/>
                  </a:lnTo>
                  <a:lnTo>
                    <a:pt x="339" y="210"/>
                  </a:lnTo>
                  <a:lnTo>
                    <a:pt x="352" y="187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04" name=""/>
            <p:cNvSpPr/>
            <p:nvPr/>
          </p:nvSpPr>
          <p:spPr>
            <a:xfrm rot="0">
              <a:off x="2099" y="1583"/>
              <a:ext cx="118" cy="78"/>
            </a:xfrm>
            <a:custGeom>
              <a:avLst/>
              <a:ahLst/>
              <a:rect l="0" t="0" r="r" b="b"/>
              <a:pathLst>
                <a:path w="352" h="234">
                  <a:moveTo>
                    <a:pt x="27" y="0"/>
                  </a:moveTo>
                  <a:lnTo>
                    <a:pt x="13" y="23"/>
                  </a:lnTo>
                  <a:lnTo>
                    <a:pt x="0" y="47"/>
                  </a:lnTo>
                  <a:lnTo>
                    <a:pt x="325" y="234"/>
                  </a:lnTo>
                  <a:lnTo>
                    <a:pt x="339" y="210"/>
                  </a:lnTo>
                  <a:lnTo>
                    <a:pt x="352" y="187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05" name=""/>
            <p:cNvSpPr/>
            <p:nvPr/>
          </p:nvSpPr>
          <p:spPr>
            <a:xfrm rot="0">
              <a:off x="2208" y="1645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06" name=""/>
            <p:cNvSpPr/>
            <p:nvPr/>
          </p:nvSpPr>
          <p:spPr>
            <a:xfrm rot="0">
              <a:off x="2208" y="1645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07" name=""/>
            <p:cNvSpPr/>
            <p:nvPr/>
          </p:nvSpPr>
          <p:spPr>
            <a:xfrm rot="0">
              <a:off x="2099" y="1582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7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08" name=""/>
            <p:cNvSpPr/>
            <p:nvPr/>
          </p:nvSpPr>
          <p:spPr>
            <a:xfrm rot="0">
              <a:off x="2099" y="1582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7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09" name=""/>
            <p:cNvSpPr/>
            <p:nvPr/>
          </p:nvSpPr>
          <p:spPr>
            <a:xfrm rot="0">
              <a:off x="1774" y="1583"/>
              <a:ext cx="334" cy="203"/>
            </a:xfrm>
            <a:custGeom>
              <a:avLst/>
              <a:ahLst/>
              <a:rect l="0" t="0" r="r" b="b"/>
              <a:pathLst>
                <a:path w="1002" h="610">
                  <a:moveTo>
                    <a:pt x="1002" y="47"/>
                  </a:moveTo>
                  <a:lnTo>
                    <a:pt x="988" y="23"/>
                  </a:lnTo>
                  <a:lnTo>
                    <a:pt x="975" y="0"/>
                  </a:lnTo>
                  <a:lnTo>
                    <a:pt x="0" y="563"/>
                  </a:lnTo>
                  <a:lnTo>
                    <a:pt x="14" y="586"/>
                  </a:lnTo>
                  <a:lnTo>
                    <a:pt x="28" y="610"/>
                  </a:lnTo>
                  <a:lnTo>
                    <a:pt x="100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10" name=""/>
            <p:cNvSpPr/>
            <p:nvPr/>
          </p:nvSpPr>
          <p:spPr>
            <a:xfrm rot="0">
              <a:off x="1774" y="1583"/>
              <a:ext cx="334" cy="203"/>
            </a:xfrm>
            <a:custGeom>
              <a:avLst/>
              <a:ahLst/>
              <a:rect l="0" t="0" r="r" b="b"/>
              <a:pathLst>
                <a:path w="1002" h="610">
                  <a:moveTo>
                    <a:pt x="1002" y="47"/>
                  </a:moveTo>
                  <a:lnTo>
                    <a:pt x="988" y="23"/>
                  </a:lnTo>
                  <a:lnTo>
                    <a:pt x="975" y="0"/>
                  </a:lnTo>
                  <a:lnTo>
                    <a:pt x="0" y="563"/>
                  </a:lnTo>
                  <a:lnTo>
                    <a:pt x="14" y="586"/>
                  </a:lnTo>
                  <a:lnTo>
                    <a:pt x="28" y="610"/>
                  </a:lnTo>
                  <a:lnTo>
                    <a:pt x="1002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11" name=""/>
            <p:cNvSpPr/>
            <p:nvPr/>
          </p:nvSpPr>
          <p:spPr>
            <a:xfrm rot="0">
              <a:off x="1770" y="1770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3"/>
                  </a:moveTo>
                  <a:lnTo>
                    <a:pt x="40" y="47"/>
                  </a:lnTo>
                  <a:lnTo>
                    <a:pt x="31" y="50"/>
                  </a:lnTo>
                  <a:lnTo>
                    <a:pt x="23" y="50"/>
                  </a:lnTo>
                  <a:lnTo>
                    <a:pt x="15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12" name=""/>
            <p:cNvSpPr/>
            <p:nvPr/>
          </p:nvSpPr>
          <p:spPr>
            <a:xfrm rot="0">
              <a:off x="1770" y="1770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1" y="50"/>
                  </a:lnTo>
                  <a:lnTo>
                    <a:pt x="23" y="50"/>
                  </a:lnTo>
                  <a:lnTo>
                    <a:pt x="15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13" name=""/>
            <p:cNvSpPr/>
            <p:nvPr/>
          </p:nvSpPr>
          <p:spPr>
            <a:xfrm rot="0">
              <a:off x="1770" y="1769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6"/>
                  </a:moveTo>
                  <a:lnTo>
                    <a:pt x="12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14" name=""/>
            <p:cNvSpPr/>
            <p:nvPr/>
          </p:nvSpPr>
          <p:spPr>
            <a:xfrm rot="0">
              <a:off x="1770" y="1769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2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15" name=""/>
            <p:cNvSpPr/>
            <p:nvPr/>
          </p:nvSpPr>
          <p:spPr>
            <a:xfrm rot="0">
              <a:off x="1774" y="1770"/>
              <a:ext cx="334" cy="204"/>
            </a:xfrm>
            <a:custGeom>
              <a:avLst/>
              <a:ahLst/>
              <a:rect l="0" t="0" r="r" b="b"/>
              <a:pathLst>
                <a:path w="1002" h="610">
                  <a:moveTo>
                    <a:pt x="28" y="0"/>
                  </a:moveTo>
                  <a:lnTo>
                    <a:pt x="14" y="23"/>
                  </a:lnTo>
                  <a:lnTo>
                    <a:pt x="0" y="47"/>
                  </a:lnTo>
                  <a:lnTo>
                    <a:pt x="975" y="610"/>
                  </a:lnTo>
                  <a:lnTo>
                    <a:pt x="988" y="587"/>
                  </a:lnTo>
                  <a:lnTo>
                    <a:pt x="1002" y="563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16" name=""/>
            <p:cNvSpPr/>
            <p:nvPr/>
          </p:nvSpPr>
          <p:spPr>
            <a:xfrm rot="0">
              <a:off x="1774" y="1770"/>
              <a:ext cx="334" cy="204"/>
            </a:xfrm>
            <a:custGeom>
              <a:avLst/>
              <a:ahLst/>
              <a:rect l="0" t="0" r="r" b="b"/>
              <a:pathLst>
                <a:path w="1002" h="610">
                  <a:moveTo>
                    <a:pt x="28" y="0"/>
                  </a:moveTo>
                  <a:lnTo>
                    <a:pt x="14" y="23"/>
                  </a:lnTo>
                  <a:lnTo>
                    <a:pt x="0" y="47"/>
                  </a:lnTo>
                  <a:lnTo>
                    <a:pt x="975" y="610"/>
                  </a:lnTo>
                  <a:lnTo>
                    <a:pt x="988" y="587"/>
                  </a:lnTo>
                  <a:lnTo>
                    <a:pt x="1002" y="56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17" name=""/>
            <p:cNvSpPr/>
            <p:nvPr/>
          </p:nvSpPr>
          <p:spPr>
            <a:xfrm rot="0">
              <a:off x="2099" y="1958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4"/>
                  </a:moveTo>
                  <a:lnTo>
                    <a:pt x="27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1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18" name=""/>
            <p:cNvSpPr/>
            <p:nvPr/>
          </p:nvSpPr>
          <p:spPr>
            <a:xfrm rot="0">
              <a:off x="2099" y="1958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1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19" name=""/>
            <p:cNvSpPr/>
            <p:nvPr/>
          </p:nvSpPr>
          <p:spPr>
            <a:xfrm rot="0">
              <a:off x="2749" y="1582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6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9" y="37"/>
                  </a:lnTo>
                  <a:lnTo>
                    <a:pt x="34" y="44"/>
                  </a:lnTo>
                  <a:lnTo>
                    <a:pt x="28" y="50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20" name=""/>
            <p:cNvSpPr/>
            <p:nvPr/>
          </p:nvSpPr>
          <p:spPr>
            <a:xfrm rot="0">
              <a:off x="2749" y="1582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9" y="37"/>
                  </a:lnTo>
                  <a:lnTo>
                    <a:pt x="34" y="44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21" name=""/>
            <p:cNvSpPr/>
            <p:nvPr/>
          </p:nvSpPr>
          <p:spPr>
            <a:xfrm rot="0">
              <a:off x="2099" y="1583"/>
              <a:ext cx="659" cy="391"/>
            </a:xfrm>
            <a:custGeom>
              <a:avLst/>
              <a:ahLst/>
              <a:rect l="0" t="0" r="r" b="b"/>
              <a:pathLst>
                <a:path w="1977" h="1173">
                  <a:moveTo>
                    <a:pt x="1977" y="47"/>
                  </a:moveTo>
                  <a:lnTo>
                    <a:pt x="1963" y="23"/>
                  </a:lnTo>
                  <a:lnTo>
                    <a:pt x="1949" y="0"/>
                  </a:lnTo>
                  <a:lnTo>
                    <a:pt x="0" y="1126"/>
                  </a:lnTo>
                  <a:lnTo>
                    <a:pt x="13" y="1150"/>
                  </a:lnTo>
                  <a:lnTo>
                    <a:pt x="27" y="1173"/>
                  </a:lnTo>
                  <a:lnTo>
                    <a:pt x="1977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22" name=""/>
            <p:cNvSpPr/>
            <p:nvPr/>
          </p:nvSpPr>
          <p:spPr>
            <a:xfrm rot="0">
              <a:off x="2099" y="1583"/>
              <a:ext cx="659" cy="391"/>
            </a:xfrm>
            <a:custGeom>
              <a:avLst/>
              <a:ahLst/>
              <a:rect l="0" t="0" r="r" b="b"/>
              <a:pathLst>
                <a:path w="1977" h="1173">
                  <a:moveTo>
                    <a:pt x="1977" y="47"/>
                  </a:moveTo>
                  <a:lnTo>
                    <a:pt x="1963" y="23"/>
                  </a:lnTo>
                  <a:lnTo>
                    <a:pt x="1949" y="0"/>
                  </a:lnTo>
                  <a:lnTo>
                    <a:pt x="0" y="1126"/>
                  </a:lnTo>
                  <a:lnTo>
                    <a:pt x="13" y="1150"/>
                  </a:lnTo>
                  <a:lnTo>
                    <a:pt x="27" y="1173"/>
                  </a:lnTo>
                  <a:lnTo>
                    <a:pt x="1977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23" name=""/>
            <p:cNvSpPr/>
            <p:nvPr/>
          </p:nvSpPr>
          <p:spPr>
            <a:xfrm rot="0">
              <a:off x="2095" y="1958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4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24" name=""/>
            <p:cNvSpPr/>
            <p:nvPr/>
          </p:nvSpPr>
          <p:spPr>
            <a:xfrm rot="0">
              <a:off x="2095" y="1958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25" name=""/>
            <p:cNvSpPr/>
            <p:nvPr/>
          </p:nvSpPr>
          <p:spPr>
            <a:xfrm rot="0">
              <a:off x="2528" y="1456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7"/>
                  </a:moveTo>
                  <a:lnTo>
                    <a:pt x="13" y="50"/>
                  </a:lnTo>
                  <a:lnTo>
                    <a:pt x="7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6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4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26" name=""/>
            <p:cNvSpPr/>
            <p:nvPr/>
          </p:nvSpPr>
          <p:spPr>
            <a:xfrm rot="0">
              <a:off x="2528" y="1456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6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27" name=""/>
            <p:cNvSpPr/>
            <p:nvPr/>
          </p:nvSpPr>
          <p:spPr>
            <a:xfrm rot="0">
              <a:off x="2532" y="1457"/>
              <a:ext cx="226" cy="141"/>
            </a:xfrm>
            <a:custGeom>
              <a:avLst/>
              <a:ahLst/>
              <a:rect l="0" t="0" r="r" b="b"/>
              <a:pathLst>
                <a:path w="678" h="423">
                  <a:moveTo>
                    <a:pt x="28" y="0"/>
                  </a:moveTo>
                  <a:lnTo>
                    <a:pt x="14" y="23"/>
                  </a:lnTo>
                  <a:lnTo>
                    <a:pt x="0" y="46"/>
                  </a:lnTo>
                  <a:lnTo>
                    <a:pt x="650" y="423"/>
                  </a:lnTo>
                  <a:lnTo>
                    <a:pt x="664" y="399"/>
                  </a:lnTo>
                  <a:lnTo>
                    <a:pt x="678" y="376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28" name=""/>
            <p:cNvSpPr/>
            <p:nvPr/>
          </p:nvSpPr>
          <p:spPr>
            <a:xfrm rot="0">
              <a:off x="2532" y="1457"/>
              <a:ext cx="226" cy="141"/>
            </a:xfrm>
            <a:custGeom>
              <a:avLst/>
              <a:ahLst/>
              <a:rect l="0" t="0" r="r" b="b"/>
              <a:pathLst>
                <a:path w="678" h="423">
                  <a:moveTo>
                    <a:pt x="28" y="0"/>
                  </a:moveTo>
                  <a:lnTo>
                    <a:pt x="14" y="23"/>
                  </a:lnTo>
                  <a:lnTo>
                    <a:pt x="0" y="46"/>
                  </a:lnTo>
                  <a:lnTo>
                    <a:pt x="650" y="423"/>
                  </a:lnTo>
                  <a:lnTo>
                    <a:pt x="664" y="399"/>
                  </a:lnTo>
                  <a:lnTo>
                    <a:pt x="678" y="376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29" name=""/>
            <p:cNvSpPr/>
            <p:nvPr/>
          </p:nvSpPr>
          <p:spPr>
            <a:xfrm rot="0">
              <a:off x="2749" y="1583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3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9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30" name=""/>
            <p:cNvSpPr/>
            <p:nvPr/>
          </p:nvSpPr>
          <p:spPr>
            <a:xfrm rot="0">
              <a:off x="2749" y="1583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5"/>
                  </a:lnTo>
                  <a:lnTo>
                    <a:pt x="39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31" name=""/>
            <p:cNvSpPr/>
            <p:nvPr/>
          </p:nvSpPr>
          <p:spPr>
            <a:xfrm rot="0">
              <a:off x="1569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32" name=""/>
            <p:cNvSpPr/>
            <p:nvPr/>
          </p:nvSpPr>
          <p:spPr>
            <a:xfrm rot="0">
              <a:off x="1569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33" name=""/>
            <p:cNvSpPr/>
            <p:nvPr/>
          </p:nvSpPr>
          <p:spPr>
            <a:xfrm rot="0">
              <a:off x="1569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34" name=""/>
            <p:cNvSpPr/>
            <p:nvPr/>
          </p:nvSpPr>
          <p:spPr>
            <a:xfrm rot="0">
              <a:off x="1569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35" name=""/>
            <p:cNvSpPr/>
            <p:nvPr/>
          </p:nvSpPr>
          <p:spPr>
            <a:xfrm rot="0">
              <a:off x="1569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36" name=""/>
            <p:cNvSpPr/>
            <p:nvPr/>
          </p:nvSpPr>
          <p:spPr>
            <a:xfrm rot="0">
              <a:off x="1569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37" name=""/>
            <p:cNvSpPr/>
            <p:nvPr/>
          </p:nvSpPr>
          <p:spPr>
            <a:xfrm rot="0">
              <a:off x="1722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38" name=""/>
            <p:cNvSpPr/>
            <p:nvPr/>
          </p:nvSpPr>
          <p:spPr>
            <a:xfrm rot="0">
              <a:off x="1722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39" name=""/>
            <p:cNvSpPr/>
            <p:nvPr/>
          </p:nvSpPr>
          <p:spPr>
            <a:xfrm rot="0">
              <a:off x="1722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40" name=""/>
            <p:cNvSpPr/>
            <p:nvPr/>
          </p:nvSpPr>
          <p:spPr>
            <a:xfrm rot="0">
              <a:off x="1722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41" name=""/>
            <p:cNvSpPr/>
            <p:nvPr/>
          </p:nvSpPr>
          <p:spPr>
            <a:xfrm rot="0">
              <a:off x="1722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42" name=""/>
            <p:cNvSpPr/>
            <p:nvPr/>
          </p:nvSpPr>
          <p:spPr>
            <a:xfrm rot="0">
              <a:off x="1722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43" name=""/>
            <p:cNvSpPr/>
            <p:nvPr/>
          </p:nvSpPr>
          <p:spPr>
            <a:xfrm rot="0">
              <a:off x="1569" y="6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44" name=""/>
            <p:cNvSpPr/>
            <p:nvPr/>
          </p:nvSpPr>
          <p:spPr>
            <a:xfrm rot="0">
              <a:off x="1569" y="6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45" name=""/>
            <p:cNvSpPr/>
            <p:nvPr/>
          </p:nvSpPr>
          <p:spPr>
            <a:xfrm rot="0">
              <a:off x="1578" y="658"/>
              <a:ext cx="153" cy="18"/>
            </a:xfrm>
            <a:custGeom>
              <a:avLst/>
              <a:ahLst/>
              <a:rect l="0" t="0" r="r" b="b"/>
              <a:pathLst>
                <a:path w="459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459" y="54"/>
                  </a:lnTo>
                  <a:lnTo>
                    <a:pt x="459" y="28"/>
                  </a:lnTo>
                  <a:lnTo>
                    <a:pt x="45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46" name=""/>
            <p:cNvSpPr/>
            <p:nvPr/>
          </p:nvSpPr>
          <p:spPr>
            <a:xfrm rot="0">
              <a:off x="1578" y="658"/>
              <a:ext cx="153" cy="18"/>
            </a:xfrm>
            <a:custGeom>
              <a:avLst/>
              <a:ahLst/>
              <a:rect l="0" t="0" r="r" b="b"/>
              <a:pathLst>
                <a:path w="459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459" y="54"/>
                  </a:lnTo>
                  <a:lnTo>
                    <a:pt x="459" y="28"/>
                  </a:lnTo>
                  <a:lnTo>
                    <a:pt x="45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47" name=""/>
            <p:cNvSpPr/>
            <p:nvPr/>
          </p:nvSpPr>
          <p:spPr>
            <a:xfrm rot="0">
              <a:off x="1731" y="6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48" name=""/>
            <p:cNvSpPr/>
            <p:nvPr/>
          </p:nvSpPr>
          <p:spPr>
            <a:xfrm rot="0">
              <a:off x="1731" y="6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49" name=""/>
            <p:cNvSpPr/>
            <p:nvPr/>
          </p:nvSpPr>
          <p:spPr>
            <a:xfrm rot="0">
              <a:off x="1722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50" name=""/>
            <p:cNvSpPr/>
            <p:nvPr/>
          </p:nvSpPr>
          <p:spPr>
            <a:xfrm rot="0">
              <a:off x="1722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51" name=""/>
            <p:cNvSpPr/>
            <p:nvPr/>
          </p:nvSpPr>
          <p:spPr>
            <a:xfrm rot="0">
              <a:off x="1731" y="965"/>
              <a:ext cx="306" cy="18"/>
            </a:xfrm>
            <a:custGeom>
              <a:avLst/>
              <a:ahLst/>
              <a:rect l="0" t="0" r="r" b="b"/>
              <a:pathLst>
                <a:path w="919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919" y="55"/>
                  </a:lnTo>
                  <a:lnTo>
                    <a:pt x="919" y="28"/>
                  </a:lnTo>
                  <a:lnTo>
                    <a:pt x="91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52" name=""/>
            <p:cNvSpPr/>
            <p:nvPr/>
          </p:nvSpPr>
          <p:spPr>
            <a:xfrm rot="0">
              <a:off x="1731" y="965"/>
              <a:ext cx="306" cy="18"/>
            </a:xfrm>
            <a:custGeom>
              <a:avLst/>
              <a:ahLst/>
              <a:rect l="0" t="0" r="r" b="b"/>
              <a:pathLst>
                <a:path w="919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919" y="55"/>
                  </a:lnTo>
                  <a:lnTo>
                    <a:pt x="919" y="28"/>
                  </a:lnTo>
                  <a:lnTo>
                    <a:pt x="91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53" name=""/>
            <p:cNvSpPr/>
            <p:nvPr/>
          </p:nvSpPr>
          <p:spPr>
            <a:xfrm rot="0">
              <a:off x="2037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54" name=""/>
            <p:cNvSpPr/>
            <p:nvPr/>
          </p:nvSpPr>
          <p:spPr>
            <a:xfrm rot="0">
              <a:off x="2037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55" name=""/>
            <p:cNvSpPr/>
            <p:nvPr/>
          </p:nvSpPr>
          <p:spPr>
            <a:xfrm rot="0">
              <a:off x="1569" y="96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56" name=""/>
            <p:cNvSpPr/>
            <p:nvPr/>
          </p:nvSpPr>
          <p:spPr>
            <a:xfrm rot="0">
              <a:off x="1569" y="96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57" name=""/>
            <p:cNvSpPr/>
            <p:nvPr/>
          </p:nvSpPr>
          <p:spPr>
            <a:xfrm rot="0">
              <a:off x="1569" y="974"/>
              <a:ext cx="18" cy="307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58" name=""/>
            <p:cNvSpPr/>
            <p:nvPr/>
          </p:nvSpPr>
          <p:spPr>
            <a:xfrm rot="0">
              <a:off x="1569" y="974"/>
              <a:ext cx="18" cy="307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59" name=""/>
            <p:cNvSpPr/>
            <p:nvPr/>
          </p:nvSpPr>
          <p:spPr>
            <a:xfrm rot="0">
              <a:off x="1569" y="12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60" name=""/>
            <p:cNvSpPr/>
            <p:nvPr/>
          </p:nvSpPr>
          <p:spPr>
            <a:xfrm rot="0">
              <a:off x="1569" y="12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61" name=""/>
            <p:cNvSpPr/>
            <p:nvPr/>
          </p:nvSpPr>
          <p:spPr>
            <a:xfrm rot="0">
              <a:off x="1569" y="127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62" name=""/>
            <p:cNvSpPr/>
            <p:nvPr/>
          </p:nvSpPr>
          <p:spPr>
            <a:xfrm rot="0">
              <a:off x="1569" y="127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63" name=""/>
            <p:cNvSpPr/>
            <p:nvPr/>
          </p:nvSpPr>
          <p:spPr>
            <a:xfrm rot="0">
              <a:off x="1578" y="1272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378" y="54"/>
                  </a:lnTo>
                  <a:lnTo>
                    <a:pt x="1378" y="27"/>
                  </a:lnTo>
                  <a:lnTo>
                    <a:pt x="137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64" name=""/>
            <p:cNvSpPr/>
            <p:nvPr/>
          </p:nvSpPr>
          <p:spPr>
            <a:xfrm rot="0">
              <a:off x="1578" y="1272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378" y="54"/>
                  </a:lnTo>
                  <a:lnTo>
                    <a:pt x="1378" y="27"/>
                  </a:lnTo>
                  <a:lnTo>
                    <a:pt x="13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65" name=""/>
            <p:cNvSpPr/>
            <p:nvPr/>
          </p:nvSpPr>
          <p:spPr>
            <a:xfrm rot="0">
              <a:off x="2037" y="127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66" name=""/>
            <p:cNvSpPr/>
            <p:nvPr/>
          </p:nvSpPr>
          <p:spPr>
            <a:xfrm rot="0">
              <a:off x="2037" y="127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67" name=""/>
            <p:cNvSpPr/>
            <p:nvPr/>
          </p:nvSpPr>
          <p:spPr>
            <a:xfrm rot="0">
              <a:off x="2028" y="96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68" name=""/>
            <p:cNvSpPr/>
            <p:nvPr/>
          </p:nvSpPr>
          <p:spPr>
            <a:xfrm rot="0">
              <a:off x="2028" y="96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69" name=""/>
            <p:cNvSpPr/>
            <p:nvPr/>
          </p:nvSpPr>
          <p:spPr>
            <a:xfrm rot="0">
              <a:off x="2028" y="974"/>
              <a:ext cx="18" cy="307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70" name=""/>
            <p:cNvSpPr/>
            <p:nvPr/>
          </p:nvSpPr>
          <p:spPr>
            <a:xfrm rot="0">
              <a:off x="2028" y="974"/>
              <a:ext cx="18" cy="307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71" name=""/>
            <p:cNvSpPr/>
            <p:nvPr/>
          </p:nvSpPr>
          <p:spPr>
            <a:xfrm rot="0">
              <a:off x="2028" y="12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72" name=""/>
            <p:cNvSpPr/>
            <p:nvPr/>
          </p:nvSpPr>
          <p:spPr>
            <a:xfrm rot="0">
              <a:off x="2028" y="12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73" name=""/>
            <p:cNvSpPr/>
            <p:nvPr/>
          </p:nvSpPr>
          <p:spPr>
            <a:xfrm rot="0">
              <a:off x="907" y="149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74" name=""/>
            <p:cNvSpPr/>
            <p:nvPr/>
          </p:nvSpPr>
          <p:spPr>
            <a:xfrm rot="0">
              <a:off x="907" y="149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75" name=""/>
            <p:cNvSpPr/>
            <p:nvPr/>
          </p:nvSpPr>
          <p:spPr>
            <a:xfrm rot="0">
              <a:off x="447" y="1491"/>
              <a:ext cx="460" cy="18"/>
            </a:xfrm>
            <a:custGeom>
              <a:avLst/>
              <a:ahLst/>
              <a:rect l="0" t="0" r="r" b="b"/>
              <a:pathLst>
                <a:path w="1379" h="54">
                  <a:moveTo>
                    <a:pt x="1379" y="54"/>
                  </a:moveTo>
                  <a:lnTo>
                    <a:pt x="1379" y="27"/>
                  </a:lnTo>
                  <a:lnTo>
                    <a:pt x="1379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79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76" name=""/>
            <p:cNvSpPr/>
            <p:nvPr/>
          </p:nvSpPr>
          <p:spPr>
            <a:xfrm rot="0">
              <a:off x="447" y="1491"/>
              <a:ext cx="460" cy="18"/>
            </a:xfrm>
            <a:custGeom>
              <a:avLst/>
              <a:ahLst/>
              <a:rect l="0" t="0" r="r" b="b"/>
              <a:pathLst>
                <a:path w="1379" h="54">
                  <a:moveTo>
                    <a:pt x="1379" y="54"/>
                  </a:moveTo>
                  <a:lnTo>
                    <a:pt x="1379" y="27"/>
                  </a:lnTo>
                  <a:lnTo>
                    <a:pt x="1379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79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77" name=""/>
            <p:cNvSpPr/>
            <p:nvPr/>
          </p:nvSpPr>
          <p:spPr>
            <a:xfrm rot="0">
              <a:off x="438" y="1491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3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78" name=""/>
            <p:cNvSpPr/>
            <p:nvPr/>
          </p:nvSpPr>
          <p:spPr>
            <a:xfrm rot="0">
              <a:off x="438" y="1491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3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79" name=""/>
            <p:cNvSpPr/>
            <p:nvPr/>
          </p:nvSpPr>
          <p:spPr>
            <a:xfrm rot="0">
              <a:off x="1357" y="164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80" name=""/>
            <p:cNvSpPr/>
            <p:nvPr/>
          </p:nvSpPr>
          <p:spPr>
            <a:xfrm rot="0">
              <a:off x="1357" y="164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81" name=""/>
            <p:cNvSpPr/>
            <p:nvPr/>
          </p:nvSpPr>
          <p:spPr>
            <a:xfrm rot="0">
              <a:off x="1357" y="1654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6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82" name=""/>
            <p:cNvSpPr/>
            <p:nvPr/>
          </p:nvSpPr>
          <p:spPr>
            <a:xfrm rot="0">
              <a:off x="1357" y="1654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6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83" name=""/>
            <p:cNvSpPr/>
            <p:nvPr/>
          </p:nvSpPr>
          <p:spPr>
            <a:xfrm rot="0">
              <a:off x="1357" y="1960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84" name=""/>
            <p:cNvSpPr/>
            <p:nvPr/>
          </p:nvSpPr>
          <p:spPr>
            <a:xfrm rot="0">
              <a:off x="1357" y="1960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85" name=""/>
            <p:cNvSpPr/>
            <p:nvPr/>
          </p:nvSpPr>
          <p:spPr>
            <a:xfrm rot="0">
              <a:off x="438" y="1491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27"/>
                  </a:move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3" y="19"/>
                  </a:lnTo>
                  <a:lnTo>
                    <a:pt x="55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86" name=""/>
            <p:cNvSpPr/>
            <p:nvPr/>
          </p:nvSpPr>
          <p:spPr>
            <a:xfrm rot="0">
              <a:off x="438" y="1491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0" y="27"/>
                  </a:move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3" y="19"/>
                  </a:lnTo>
                  <a:lnTo>
                    <a:pt x="55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87" name=""/>
            <p:cNvSpPr/>
            <p:nvPr/>
          </p:nvSpPr>
          <p:spPr>
            <a:xfrm rot="0">
              <a:off x="438" y="1500"/>
              <a:ext cx="18" cy="460"/>
            </a:xfrm>
            <a:custGeom>
              <a:avLst/>
              <a:ahLst/>
              <a:rect l="0" t="0" r="r" b="b"/>
              <a:pathLst>
                <a:path w="55" h="138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380"/>
                  </a:lnTo>
                  <a:lnTo>
                    <a:pt x="27" y="1380"/>
                  </a:lnTo>
                  <a:lnTo>
                    <a:pt x="55" y="1380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88" name=""/>
            <p:cNvSpPr/>
            <p:nvPr/>
          </p:nvSpPr>
          <p:spPr>
            <a:xfrm rot="0">
              <a:off x="438" y="1500"/>
              <a:ext cx="18" cy="460"/>
            </a:xfrm>
            <a:custGeom>
              <a:avLst/>
              <a:ahLst/>
              <a:rect l="0" t="0" r="r" b="b"/>
              <a:pathLst>
                <a:path w="55" h="138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380"/>
                  </a:lnTo>
                  <a:lnTo>
                    <a:pt x="27" y="1380"/>
                  </a:lnTo>
                  <a:lnTo>
                    <a:pt x="55" y="1380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89" name=""/>
            <p:cNvSpPr/>
            <p:nvPr/>
          </p:nvSpPr>
          <p:spPr>
            <a:xfrm rot="0">
              <a:off x="438" y="1960"/>
              <a:ext cx="18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90" name=""/>
            <p:cNvSpPr/>
            <p:nvPr/>
          </p:nvSpPr>
          <p:spPr>
            <a:xfrm rot="0">
              <a:off x="438" y="1960"/>
              <a:ext cx="18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91" name=""/>
            <p:cNvSpPr/>
            <p:nvPr/>
          </p:nvSpPr>
          <p:spPr>
            <a:xfrm rot="0">
              <a:off x="1366" y="195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92" name=""/>
            <p:cNvSpPr/>
            <p:nvPr/>
          </p:nvSpPr>
          <p:spPr>
            <a:xfrm rot="0">
              <a:off x="1366" y="195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93" name=""/>
            <p:cNvSpPr/>
            <p:nvPr/>
          </p:nvSpPr>
          <p:spPr>
            <a:xfrm rot="0">
              <a:off x="447" y="1951"/>
              <a:ext cx="919" cy="18"/>
            </a:xfrm>
            <a:custGeom>
              <a:avLst/>
              <a:ahLst/>
              <a:rect l="0" t="0" r="r" b="b"/>
              <a:pathLst>
                <a:path w="2757" h="54">
                  <a:moveTo>
                    <a:pt x="2757" y="54"/>
                  </a:moveTo>
                  <a:lnTo>
                    <a:pt x="2757" y="28"/>
                  </a:lnTo>
                  <a:lnTo>
                    <a:pt x="275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2757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94" name=""/>
            <p:cNvSpPr/>
            <p:nvPr/>
          </p:nvSpPr>
          <p:spPr>
            <a:xfrm rot="0">
              <a:off x="447" y="1951"/>
              <a:ext cx="919" cy="18"/>
            </a:xfrm>
            <a:custGeom>
              <a:avLst/>
              <a:ahLst/>
              <a:rect l="0" t="0" r="r" b="b"/>
              <a:pathLst>
                <a:path w="2757" h="54">
                  <a:moveTo>
                    <a:pt x="2757" y="54"/>
                  </a:moveTo>
                  <a:lnTo>
                    <a:pt x="2757" y="28"/>
                  </a:lnTo>
                  <a:lnTo>
                    <a:pt x="275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275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95" name=""/>
            <p:cNvSpPr/>
            <p:nvPr/>
          </p:nvSpPr>
          <p:spPr>
            <a:xfrm rot="0">
              <a:off x="438" y="1951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96" name=""/>
            <p:cNvSpPr/>
            <p:nvPr/>
          </p:nvSpPr>
          <p:spPr>
            <a:xfrm rot="0">
              <a:off x="438" y="1951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97" name=""/>
            <p:cNvSpPr/>
            <p:nvPr/>
          </p:nvSpPr>
          <p:spPr>
            <a:xfrm rot="0">
              <a:off x="1366" y="149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898" name=""/>
            <p:cNvSpPr/>
            <p:nvPr/>
          </p:nvSpPr>
          <p:spPr>
            <a:xfrm rot="0">
              <a:off x="1366" y="149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899" name=""/>
            <p:cNvSpPr/>
            <p:nvPr/>
          </p:nvSpPr>
          <p:spPr>
            <a:xfrm rot="0">
              <a:off x="907" y="1491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1378" y="54"/>
                  </a:moveTo>
                  <a:lnTo>
                    <a:pt x="1378" y="27"/>
                  </a:lnTo>
                  <a:lnTo>
                    <a:pt x="1378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7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00" name=""/>
            <p:cNvSpPr/>
            <p:nvPr/>
          </p:nvSpPr>
          <p:spPr>
            <a:xfrm rot="0">
              <a:off x="907" y="1491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1378" y="54"/>
                  </a:moveTo>
                  <a:lnTo>
                    <a:pt x="1378" y="27"/>
                  </a:lnTo>
                  <a:lnTo>
                    <a:pt x="1378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7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01" name=""/>
            <p:cNvSpPr/>
            <p:nvPr/>
          </p:nvSpPr>
          <p:spPr>
            <a:xfrm rot="0">
              <a:off x="898" y="1491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02" name=""/>
            <p:cNvSpPr/>
            <p:nvPr/>
          </p:nvSpPr>
          <p:spPr>
            <a:xfrm rot="0">
              <a:off x="898" y="1491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03" name=""/>
            <p:cNvSpPr/>
            <p:nvPr/>
          </p:nvSpPr>
          <p:spPr>
            <a:xfrm rot="0">
              <a:off x="1357" y="165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04" name=""/>
            <p:cNvSpPr/>
            <p:nvPr/>
          </p:nvSpPr>
          <p:spPr>
            <a:xfrm rot="0">
              <a:off x="1357" y="165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05" name=""/>
            <p:cNvSpPr/>
            <p:nvPr/>
          </p:nvSpPr>
          <p:spPr>
            <a:xfrm rot="0">
              <a:off x="1357" y="1500"/>
              <a:ext cx="18" cy="154"/>
            </a:xfrm>
            <a:custGeom>
              <a:avLst/>
              <a:ahLst/>
              <a:rect l="0" t="0" r="r" b="b"/>
              <a:pathLst>
                <a:path w="54" h="460">
                  <a:moveTo>
                    <a:pt x="0" y="460"/>
                  </a:move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06" name=""/>
            <p:cNvSpPr/>
            <p:nvPr/>
          </p:nvSpPr>
          <p:spPr>
            <a:xfrm rot="0">
              <a:off x="1357" y="1500"/>
              <a:ext cx="18" cy="154"/>
            </a:xfrm>
            <a:custGeom>
              <a:avLst/>
              <a:ahLst/>
              <a:rect l="0" t="0" r="r" b="b"/>
              <a:pathLst>
                <a:path w="54" h="460">
                  <a:moveTo>
                    <a:pt x="0" y="460"/>
                  </a:move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07" name=""/>
            <p:cNvSpPr/>
            <p:nvPr/>
          </p:nvSpPr>
          <p:spPr>
            <a:xfrm rot="0">
              <a:off x="1357" y="149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08" name=""/>
            <p:cNvSpPr/>
            <p:nvPr/>
          </p:nvSpPr>
          <p:spPr>
            <a:xfrm rot="0">
              <a:off x="1357" y="149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09" name=""/>
            <p:cNvSpPr/>
            <p:nvPr/>
          </p:nvSpPr>
          <p:spPr>
            <a:xfrm rot="0">
              <a:off x="1357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10" name=""/>
            <p:cNvSpPr/>
            <p:nvPr/>
          </p:nvSpPr>
          <p:spPr>
            <a:xfrm rot="0">
              <a:off x="1357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11" name=""/>
            <p:cNvSpPr/>
            <p:nvPr/>
          </p:nvSpPr>
          <p:spPr>
            <a:xfrm rot="0">
              <a:off x="1357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6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12" name=""/>
            <p:cNvSpPr/>
            <p:nvPr/>
          </p:nvSpPr>
          <p:spPr>
            <a:xfrm rot="0">
              <a:off x="1357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6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13" name=""/>
            <p:cNvSpPr/>
            <p:nvPr/>
          </p:nvSpPr>
          <p:spPr>
            <a:xfrm rot="0">
              <a:off x="1357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14" name=""/>
            <p:cNvSpPr/>
            <p:nvPr/>
          </p:nvSpPr>
          <p:spPr>
            <a:xfrm rot="0">
              <a:off x="1357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15" name=""/>
            <p:cNvSpPr/>
            <p:nvPr/>
          </p:nvSpPr>
          <p:spPr>
            <a:xfrm rot="0">
              <a:off x="898" y="6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16" name=""/>
            <p:cNvSpPr/>
            <p:nvPr/>
          </p:nvSpPr>
          <p:spPr>
            <a:xfrm rot="0">
              <a:off x="898" y="6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17" name=""/>
            <p:cNvSpPr/>
            <p:nvPr/>
          </p:nvSpPr>
          <p:spPr>
            <a:xfrm rot="0">
              <a:off x="907" y="658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1378" y="54"/>
                  </a:lnTo>
                  <a:lnTo>
                    <a:pt x="1378" y="28"/>
                  </a:lnTo>
                  <a:lnTo>
                    <a:pt x="137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18" name=""/>
            <p:cNvSpPr/>
            <p:nvPr/>
          </p:nvSpPr>
          <p:spPr>
            <a:xfrm rot="0">
              <a:off x="907" y="658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1378" y="54"/>
                  </a:lnTo>
                  <a:lnTo>
                    <a:pt x="1378" y="28"/>
                  </a:lnTo>
                  <a:lnTo>
                    <a:pt x="13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19" name=""/>
            <p:cNvSpPr/>
            <p:nvPr/>
          </p:nvSpPr>
          <p:spPr>
            <a:xfrm rot="0">
              <a:off x="1366" y="658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20" name=""/>
            <p:cNvSpPr/>
            <p:nvPr/>
          </p:nvSpPr>
          <p:spPr>
            <a:xfrm rot="0">
              <a:off x="1366" y="658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21" name=""/>
            <p:cNvSpPr/>
            <p:nvPr/>
          </p:nvSpPr>
          <p:spPr>
            <a:xfrm rot="0">
              <a:off x="898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22" name=""/>
            <p:cNvSpPr/>
            <p:nvPr/>
          </p:nvSpPr>
          <p:spPr>
            <a:xfrm rot="0">
              <a:off x="898" y="65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23" name=""/>
            <p:cNvSpPr/>
            <p:nvPr/>
          </p:nvSpPr>
          <p:spPr>
            <a:xfrm rot="0">
              <a:off x="898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6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24" name=""/>
            <p:cNvSpPr/>
            <p:nvPr/>
          </p:nvSpPr>
          <p:spPr>
            <a:xfrm rot="0">
              <a:off x="898" y="668"/>
              <a:ext cx="18" cy="306"/>
            </a:xfrm>
            <a:custGeom>
              <a:avLst/>
              <a:ahLst/>
              <a:rect l="0" t="0" r="r" b="b"/>
              <a:pathLst>
                <a:path w="54" h="92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6" y="920"/>
                  </a:lnTo>
                  <a:lnTo>
                    <a:pt x="54" y="92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25" name=""/>
            <p:cNvSpPr/>
            <p:nvPr/>
          </p:nvSpPr>
          <p:spPr>
            <a:xfrm rot="0">
              <a:off x="898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26" name=""/>
            <p:cNvSpPr/>
            <p:nvPr/>
          </p:nvSpPr>
          <p:spPr>
            <a:xfrm rot="0">
              <a:off x="898" y="97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27" name=""/>
            <p:cNvSpPr/>
            <p:nvPr/>
          </p:nvSpPr>
          <p:spPr>
            <a:xfrm rot="0">
              <a:off x="1357" y="112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28" name=""/>
            <p:cNvSpPr/>
            <p:nvPr/>
          </p:nvSpPr>
          <p:spPr>
            <a:xfrm rot="0">
              <a:off x="1357" y="112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29" name=""/>
            <p:cNvSpPr/>
            <p:nvPr/>
          </p:nvSpPr>
          <p:spPr>
            <a:xfrm rot="0">
              <a:off x="1357" y="974"/>
              <a:ext cx="18" cy="154"/>
            </a:xfrm>
            <a:custGeom>
              <a:avLst/>
              <a:ahLst/>
              <a:rect l="0" t="0" r="r" b="b"/>
              <a:pathLst>
                <a:path w="54" h="460">
                  <a:moveTo>
                    <a:pt x="0" y="460"/>
                  </a:move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30" name=""/>
            <p:cNvSpPr/>
            <p:nvPr/>
          </p:nvSpPr>
          <p:spPr>
            <a:xfrm rot="0">
              <a:off x="1357" y="974"/>
              <a:ext cx="18" cy="154"/>
            </a:xfrm>
            <a:custGeom>
              <a:avLst/>
              <a:ahLst/>
              <a:rect l="0" t="0" r="r" b="b"/>
              <a:pathLst>
                <a:path w="54" h="460">
                  <a:moveTo>
                    <a:pt x="0" y="460"/>
                  </a:move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31" name=""/>
            <p:cNvSpPr/>
            <p:nvPr/>
          </p:nvSpPr>
          <p:spPr>
            <a:xfrm rot="0">
              <a:off x="1357" y="96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32" name=""/>
            <p:cNvSpPr/>
            <p:nvPr/>
          </p:nvSpPr>
          <p:spPr>
            <a:xfrm rot="0">
              <a:off x="1357" y="96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33" name=""/>
            <p:cNvSpPr/>
            <p:nvPr/>
          </p:nvSpPr>
          <p:spPr>
            <a:xfrm rot="0">
              <a:off x="907" y="965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34" name=""/>
            <p:cNvSpPr/>
            <p:nvPr/>
          </p:nvSpPr>
          <p:spPr>
            <a:xfrm rot="0">
              <a:off x="907" y="965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35" name=""/>
            <p:cNvSpPr/>
            <p:nvPr/>
          </p:nvSpPr>
          <p:spPr>
            <a:xfrm rot="0">
              <a:off x="447" y="965"/>
              <a:ext cx="460" cy="18"/>
            </a:xfrm>
            <a:custGeom>
              <a:avLst/>
              <a:ahLst/>
              <a:rect l="0" t="0" r="r" b="b"/>
              <a:pathLst>
                <a:path w="1379" h="55">
                  <a:moveTo>
                    <a:pt x="1379" y="55"/>
                  </a:moveTo>
                  <a:lnTo>
                    <a:pt x="1379" y="28"/>
                  </a:lnTo>
                  <a:lnTo>
                    <a:pt x="137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379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36" name=""/>
            <p:cNvSpPr/>
            <p:nvPr/>
          </p:nvSpPr>
          <p:spPr>
            <a:xfrm rot="0">
              <a:off x="447" y="965"/>
              <a:ext cx="460" cy="18"/>
            </a:xfrm>
            <a:custGeom>
              <a:avLst/>
              <a:ahLst/>
              <a:rect l="0" t="0" r="r" b="b"/>
              <a:pathLst>
                <a:path w="1379" h="55">
                  <a:moveTo>
                    <a:pt x="1379" y="55"/>
                  </a:moveTo>
                  <a:lnTo>
                    <a:pt x="1379" y="28"/>
                  </a:lnTo>
                  <a:lnTo>
                    <a:pt x="137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379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37" name=""/>
            <p:cNvSpPr/>
            <p:nvPr/>
          </p:nvSpPr>
          <p:spPr>
            <a:xfrm rot="0">
              <a:off x="438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38" name=""/>
            <p:cNvSpPr/>
            <p:nvPr/>
          </p:nvSpPr>
          <p:spPr>
            <a:xfrm rot="0">
              <a:off x="438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39" name=""/>
            <p:cNvSpPr/>
            <p:nvPr/>
          </p:nvSpPr>
          <p:spPr>
            <a:xfrm rot="0">
              <a:off x="592" y="12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40" name=""/>
            <p:cNvSpPr/>
            <p:nvPr/>
          </p:nvSpPr>
          <p:spPr>
            <a:xfrm rot="0">
              <a:off x="592" y="12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41" name=""/>
            <p:cNvSpPr/>
            <p:nvPr/>
          </p:nvSpPr>
          <p:spPr>
            <a:xfrm rot="0">
              <a:off x="592" y="1128"/>
              <a:ext cx="18" cy="153"/>
            </a:xfrm>
            <a:custGeom>
              <a:avLst/>
              <a:ahLst/>
              <a:rect l="0" t="0" r="r" b="b"/>
              <a:pathLst>
                <a:path w="54" h="460">
                  <a:moveTo>
                    <a:pt x="0" y="460"/>
                  </a:move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42" name=""/>
            <p:cNvSpPr/>
            <p:nvPr/>
          </p:nvSpPr>
          <p:spPr>
            <a:xfrm rot="0">
              <a:off x="592" y="1128"/>
              <a:ext cx="18" cy="153"/>
            </a:xfrm>
            <a:custGeom>
              <a:avLst/>
              <a:ahLst/>
              <a:rect l="0" t="0" r="r" b="b"/>
              <a:pathLst>
                <a:path w="54" h="460">
                  <a:moveTo>
                    <a:pt x="0" y="460"/>
                  </a:move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43" name=""/>
            <p:cNvSpPr/>
            <p:nvPr/>
          </p:nvSpPr>
          <p:spPr>
            <a:xfrm rot="0">
              <a:off x="592" y="1119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44" name=""/>
            <p:cNvSpPr/>
            <p:nvPr/>
          </p:nvSpPr>
          <p:spPr>
            <a:xfrm rot="0">
              <a:off x="592" y="1119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45" name=""/>
            <p:cNvSpPr/>
            <p:nvPr/>
          </p:nvSpPr>
          <p:spPr>
            <a:xfrm rot="0">
              <a:off x="438" y="965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46" name=""/>
            <p:cNvSpPr/>
            <p:nvPr/>
          </p:nvSpPr>
          <p:spPr>
            <a:xfrm rot="0">
              <a:off x="438" y="965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47" name=""/>
            <p:cNvSpPr/>
            <p:nvPr/>
          </p:nvSpPr>
          <p:spPr>
            <a:xfrm rot="0">
              <a:off x="438" y="974"/>
              <a:ext cx="18" cy="307"/>
            </a:xfrm>
            <a:custGeom>
              <a:avLst/>
              <a:ahLst/>
              <a:rect l="0" t="0" r="r" b="b"/>
              <a:pathLst>
                <a:path w="55" h="92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5" y="920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48" name=""/>
            <p:cNvSpPr/>
            <p:nvPr/>
          </p:nvSpPr>
          <p:spPr>
            <a:xfrm rot="0">
              <a:off x="438" y="974"/>
              <a:ext cx="18" cy="307"/>
            </a:xfrm>
            <a:custGeom>
              <a:avLst/>
              <a:ahLst/>
              <a:rect l="0" t="0" r="r" b="b"/>
              <a:pathLst>
                <a:path w="55" h="92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20"/>
                  </a:lnTo>
                  <a:lnTo>
                    <a:pt x="27" y="920"/>
                  </a:lnTo>
                  <a:lnTo>
                    <a:pt x="55" y="920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49" name=""/>
            <p:cNvSpPr/>
            <p:nvPr/>
          </p:nvSpPr>
          <p:spPr>
            <a:xfrm rot="0">
              <a:off x="438" y="1281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50" name=""/>
            <p:cNvSpPr/>
            <p:nvPr/>
          </p:nvSpPr>
          <p:spPr>
            <a:xfrm rot="0">
              <a:off x="438" y="1281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51" name=""/>
            <p:cNvSpPr/>
            <p:nvPr/>
          </p:nvSpPr>
          <p:spPr>
            <a:xfrm rot="0">
              <a:off x="438" y="127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3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52" name=""/>
            <p:cNvSpPr/>
            <p:nvPr/>
          </p:nvSpPr>
          <p:spPr>
            <a:xfrm rot="0">
              <a:off x="438" y="127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3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53" name=""/>
            <p:cNvSpPr/>
            <p:nvPr/>
          </p:nvSpPr>
          <p:spPr>
            <a:xfrm rot="0">
              <a:off x="447" y="1272"/>
              <a:ext cx="153" cy="18"/>
            </a:xfrm>
            <a:custGeom>
              <a:avLst/>
              <a:ahLst/>
              <a:rect l="0" t="0" r="r" b="b"/>
              <a:pathLst>
                <a:path w="460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460" y="54"/>
                  </a:lnTo>
                  <a:lnTo>
                    <a:pt x="460" y="2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54" name=""/>
            <p:cNvSpPr/>
            <p:nvPr/>
          </p:nvSpPr>
          <p:spPr>
            <a:xfrm rot="0">
              <a:off x="447" y="1272"/>
              <a:ext cx="153" cy="18"/>
            </a:xfrm>
            <a:custGeom>
              <a:avLst/>
              <a:ahLst/>
              <a:rect l="0" t="0" r="r" b="b"/>
              <a:pathLst>
                <a:path w="460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460" y="54"/>
                  </a:lnTo>
                  <a:lnTo>
                    <a:pt x="460" y="2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55" name=""/>
            <p:cNvSpPr/>
            <p:nvPr/>
          </p:nvSpPr>
          <p:spPr>
            <a:xfrm rot="0">
              <a:off x="600" y="1272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56" name=""/>
            <p:cNvSpPr/>
            <p:nvPr/>
          </p:nvSpPr>
          <p:spPr>
            <a:xfrm rot="0">
              <a:off x="600" y="1272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57" name=""/>
            <p:cNvSpPr/>
            <p:nvPr/>
          </p:nvSpPr>
          <p:spPr>
            <a:xfrm rot="0">
              <a:off x="592" y="1119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58" name=""/>
            <p:cNvSpPr/>
            <p:nvPr/>
          </p:nvSpPr>
          <p:spPr>
            <a:xfrm rot="0">
              <a:off x="592" y="1119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59" name=""/>
            <p:cNvSpPr/>
            <p:nvPr/>
          </p:nvSpPr>
          <p:spPr>
            <a:xfrm rot="0">
              <a:off x="600" y="1119"/>
              <a:ext cx="766" cy="18"/>
            </a:xfrm>
            <a:custGeom>
              <a:avLst/>
              <a:ahLst/>
              <a:rect l="0" t="0" r="r" b="b"/>
              <a:pathLst>
                <a:path w="2297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297" y="54"/>
                  </a:lnTo>
                  <a:lnTo>
                    <a:pt x="2297" y="27"/>
                  </a:lnTo>
                  <a:lnTo>
                    <a:pt x="229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60" name=""/>
            <p:cNvSpPr/>
            <p:nvPr/>
          </p:nvSpPr>
          <p:spPr>
            <a:xfrm rot="0">
              <a:off x="600" y="1119"/>
              <a:ext cx="766" cy="18"/>
            </a:xfrm>
            <a:custGeom>
              <a:avLst/>
              <a:ahLst/>
              <a:rect l="0" t="0" r="r" b="b"/>
              <a:pathLst>
                <a:path w="2297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297" y="54"/>
                  </a:lnTo>
                  <a:lnTo>
                    <a:pt x="2297" y="27"/>
                  </a:lnTo>
                  <a:lnTo>
                    <a:pt x="229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61" name=""/>
            <p:cNvSpPr/>
            <p:nvPr/>
          </p:nvSpPr>
          <p:spPr>
            <a:xfrm rot="0">
              <a:off x="1366" y="111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62" name=""/>
            <p:cNvSpPr/>
            <p:nvPr/>
          </p:nvSpPr>
          <p:spPr>
            <a:xfrm rot="0">
              <a:off x="1366" y="111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63" name=""/>
            <p:cNvSpPr/>
            <p:nvPr/>
          </p:nvSpPr>
          <p:spPr>
            <a:xfrm rot="0">
              <a:off x="5106" y="148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64" name=""/>
            <p:cNvSpPr/>
            <p:nvPr/>
          </p:nvSpPr>
          <p:spPr>
            <a:xfrm rot="0">
              <a:off x="5106" y="148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65" name=""/>
            <p:cNvSpPr/>
            <p:nvPr/>
          </p:nvSpPr>
          <p:spPr>
            <a:xfrm rot="0">
              <a:off x="5106" y="1317"/>
              <a:ext cx="18" cy="169"/>
            </a:xfrm>
            <a:custGeom>
              <a:avLst/>
              <a:ahLst/>
              <a:rect l="0" t="0" r="r" b="b"/>
              <a:pathLst>
                <a:path w="54" h="505">
                  <a:moveTo>
                    <a:pt x="0" y="505"/>
                  </a:moveTo>
                  <a:lnTo>
                    <a:pt x="27" y="505"/>
                  </a:lnTo>
                  <a:lnTo>
                    <a:pt x="54" y="505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5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66" name=""/>
            <p:cNvSpPr/>
            <p:nvPr/>
          </p:nvSpPr>
          <p:spPr>
            <a:xfrm rot="0">
              <a:off x="5106" y="1317"/>
              <a:ext cx="18" cy="169"/>
            </a:xfrm>
            <a:custGeom>
              <a:avLst/>
              <a:ahLst/>
              <a:rect l="0" t="0" r="r" b="b"/>
              <a:pathLst>
                <a:path w="54" h="505">
                  <a:moveTo>
                    <a:pt x="0" y="505"/>
                  </a:moveTo>
                  <a:lnTo>
                    <a:pt x="27" y="505"/>
                  </a:lnTo>
                  <a:lnTo>
                    <a:pt x="54" y="505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5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67" name=""/>
            <p:cNvSpPr/>
            <p:nvPr/>
          </p:nvSpPr>
          <p:spPr>
            <a:xfrm rot="0">
              <a:off x="5106" y="1308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68" name=""/>
            <p:cNvSpPr/>
            <p:nvPr/>
          </p:nvSpPr>
          <p:spPr>
            <a:xfrm rot="0">
              <a:off x="5106" y="1308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69" name=""/>
            <p:cNvSpPr/>
            <p:nvPr/>
          </p:nvSpPr>
          <p:spPr>
            <a:xfrm rot="0">
              <a:off x="4725" y="141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70" name=""/>
            <p:cNvSpPr/>
            <p:nvPr/>
          </p:nvSpPr>
          <p:spPr>
            <a:xfrm rot="0">
              <a:off x="4725" y="141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71" name=""/>
            <p:cNvSpPr/>
            <p:nvPr/>
          </p:nvSpPr>
          <p:spPr>
            <a:xfrm rot="0">
              <a:off x="4725" y="1420"/>
              <a:ext cx="18" cy="224"/>
            </a:xfrm>
            <a:custGeom>
              <a:avLst/>
              <a:ahLst/>
              <a:rect l="0" t="0" r="r" b="b"/>
              <a:pathLst>
                <a:path w="54" h="672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72"/>
                  </a:lnTo>
                  <a:lnTo>
                    <a:pt x="27" y="672"/>
                  </a:lnTo>
                  <a:lnTo>
                    <a:pt x="54" y="67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72" name=""/>
            <p:cNvSpPr/>
            <p:nvPr/>
          </p:nvSpPr>
          <p:spPr>
            <a:xfrm rot="0">
              <a:off x="4725" y="1420"/>
              <a:ext cx="18" cy="224"/>
            </a:xfrm>
            <a:custGeom>
              <a:avLst/>
              <a:ahLst/>
              <a:rect l="0" t="0" r="r" b="b"/>
              <a:pathLst>
                <a:path w="54" h="672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72"/>
                  </a:lnTo>
                  <a:lnTo>
                    <a:pt x="27" y="672"/>
                  </a:lnTo>
                  <a:lnTo>
                    <a:pt x="54" y="67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73" name=""/>
            <p:cNvSpPr/>
            <p:nvPr/>
          </p:nvSpPr>
          <p:spPr>
            <a:xfrm rot="0">
              <a:off x="4725" y="1644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74" name=""/>
            <p:cNvSpPr/>
            <p:nvPr/>
          </p:nvSpPr>
          <p:spPr>
            <a:xfrm rot="0">
              <a:off x="4725" y="1644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75" name=""/>
            <p:cNvSpPr/>
            <p:nvPr/>
          </p:nvSpPr>
          <p:spPr>
            <a:xfrm rot="0">
              <a:off x="4664" y="1743"/>
              <a:ext cx="13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7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76" name=""/>
            <p:cNvSpPr/>
            <p:nvPr/>
          </p:nvSpPr>
          <p:spPr>
            <a:xfrm rot="0">
              <a:off x="4664" y="1743"/>
              <a:ext cx="13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77" name=""/>
            <p:cNvSpPr/>
            <p:nvPr/>
          </p:nvSpPr>
          <p:spPr>
            <a:xfrm rot="0">
              <a:off x="4451" y="1744"/>
              <a:ext cx="222" cy="139"/>
            </a:xfrm>
            <a:custGeom>
              <a:avLst/>
              <a:ahLst/>
              <a:rect l="0" t="0" r="r" b="b"/>
              <a:pathLst>
                <a:path w="667" h="417">
                  <a:moveTo>
                    <a:pt x="667" y="47"/>
                  </a:moveTo>
                  <a:lnTo>
                    <a:pt x="653" y="24"/>
                  </a:lnTo>
                  <a:lnTo>
                    <a:pt x="639" y="0"/>
                  </a:lnTo>
                  <a:lnTo>
                    <a:pt x="0" y="370"/>
                  </a:lnTo>
                  <a:lnTo>
                    <a:pt x="13" y="394"/>
                  </a:lnTo>
                  <a:lnTo>
                    <a:pt x="27" y="417"/>
                  </a:lnTo>
                  <a:lnTo>
                    <a:pt x="667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78" name=""/>
            <p:cNvSpPr/>
            <p:nvPr/>
          </p:nvSpPr>
          <p:spPr>
            <a:xfrm rot="0">
              <a:off x="4451" y="1744"/>
              <a:ext cx="222" cy="139"/>
            </a:xfrm>
            <a:custGeom>
              <a:avLst/>
              <a:ahLst/>
              <a:rect l="0" t="0" r="r" b="b"/>
              <a:pathLst>
                <a:path w="667" h="417">
                  <a:moveTo>
                    <a:pt x="667" y="47"/>
                  </a:moveTo>
                  <a:lnTo>
                    <a:pt x="653" y="24"/>
                  </a:lnTo>
                  <a:lnTo>
                    <a:pt x="639" y="0"/>
                  </a:lnTo>
                  <a:lnTo>
                    <a:pt x="0" y="370"/>
                  </a:lnTo>
                  <a:lnTo>
                    <a:pt x="13" y="394"/>
                  </a:lnTo>
                  <a:lnTo>
                    <a:pt x="27" y="417"/>
                  </a:lnTo>
                  <a:lnTo>
                    <a:pt x="667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79" name=""/>
            <p:cNvSpPr/>
            <p:nvPr/>
          </p:nvSpPr>
          <p:spPr>
            <a:xfrm rot="0">
              <a:off x="4446" y="1867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4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80" name=""/>
            <p:cNvSpPr/>
            <p:nvPr/>
          </p:nvSpPr>
          <p:spPr>
            <a:xfrm rot="0">
              <a:off x="4446" y="1867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81" name=""/>
            <p:cNvSpPr/>
            <p:nvPr/>
          </p:nvSpPr>
          <p:spPr>
            <a:xfrm rot="0">
              <a:off x="5314" y="1427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4"/>
                  </a:moveTo>
                  <a:lnTo>
                    <a:pt x="27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82" name=""/>
            <p:cNvSpPr/>
            <p:nvPr/>
          </p:nvSpPr>
          <p:spPr>
            <a:xfrm rot="0">
              <a:off x="5314" y="1427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83" name=""/>
            <p:cNvSpPr/>
            <p:nvPr/>
          </p:nvSpPr>
          <p:spPr>
            <a:xfrm rot="0">
              <a:off x="5212" y="1368"/>
              <a:ext cx="111" cy="74"/>
            </a:xfrm>
            <a:custGeom>
              <a:avLst/>
              <a:ahLst/>
              <a:rect l="0" t="0" r="r" b="b"/>
              <a:pathLst>
                <a:path w="332" h="222">
                  <a:moveTo>
                    <a:pt x="305" y="222"/>
                  </a:moveTo>
                  <a:lnTo>
                    <a:pt x="319" y="199"/>
                  </a:lnTo>
                  <a:lnTo>
                    <a:pt x="332" y="175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5" y="2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29" name=""/>
          <p:cNvGrpSpPr/>
          <p:nvPr/>
        </p:nvGrpSpPr>
        <p:grpSpPr>
          <a:xfrm rot="0">
            <a:off x="6807200" y="1131887"/>
            <a:ext cx="1649412" cy="2324100"/>
            <a:chOff x="4288" y="713"/>
            <a:chExt cx="1039" cy="1464"/>
          </a:xfrm>
        </p:grpSpPr>
        <p:sp>
          <p:nvSpPr>
            <p:cNvPr id="1048984" name=""/>
            <p:cNvSpPr/>
            <p:nvPr/>
          </p:nvSpPr>
          <p:spPr>
            <a:xfrm rot="0">
              <a:off x="5212" y="1368"/>
              <a:ext cx="111" cy="74"/>
            </a:xfrm>
            <a:custGeom>
              <a:avLst/>
              <a:ahLst/>
              <a:rect l="0" t="0" r="r" b="b"/>
              <a:pathLst>
                <a:path w="332" h="222">
                  <a:moveTo>
                    <a:pt x="305" y="222"/>
                  </a:moveTo>
                  <a:lnTo>
                    <a:pt x="319" y="199"/>
                  </a:lnTo>
                  <a:lnTo>
                    <a:pt x="332" y="175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5" y="2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85" name=""/>
            <p:cNvSpPr/>
            <p:nvPr/>
          </p:nvSpPr>
          <p:spPr>
            <a:xfrm rot="0">
              <a:off x="5208" y="1367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6"/>
                  </a:moveTo>
                  <a:lnTo>
                    <a:pt x="13" y="50"/>
                  </a:ln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86" name=""/>
            <p:cNvSpPr/>
            <p:nvPr/>
          </p:nvSpPr>
          <p:spPr>
            <a:xfrm rot="0">
              <a:off x="5208" y="1367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87" name=""/>
            <p:cNvSpPr/>
            <p:nvPr/>
          </p:nvSpPr>
          <p:spPr>
            <a:xfrm rot="0">
              <a:off x="5090" y="1496"/>
              <a:ext cx="16" cy="15"/>
            </a:xfrm>
            <a:custGeom>
              <a:avLst/>
              <a:ahLst/>
              <a:rect l="0" t="0" r="r" b="b"/>
              <a:pathLst>
                <a:path w="47" h="44">
                  <a:moveTo>
                    <a:pt x="27" y="18"/>
                  </a:moveTo>
                  <a:lnTo>
                    <a:pt x="47" y="36"/>
                  </a:lnTo>
                  <a:lnTo>
                    <a:pt x="40" y="41"/>
                  </a:lnTo>
                  <a:lnTo>
                    <a:pt x="32" y="44"/>
                  </a:lnTo>
                  <a:lnTo>
                    <a:pt x="24" y="44"/>
                  </a:lnTo>
                  <a:lnTo>
                    <a:pt x="15" y="42"/>
                  </a:lnTo>
                  <a:lnTo>
                    <a:pt x="9" y="38"/>
                  </a:lnTo>
                  <a:lnTo>
                    <a:pt x="4" y="30"/>
                  </a:lnTo>
                  <a:lnTo>
                    <a:pt x="0" y="23"/>
                  </a:lnTo>
                  <a:lnTo>
                    <a:pt x="0" y="14"/>
                  </a:lnTo>
                  <a:lnTo>
                    <a:pt x="3" y="6"/>
                  </a:lnTo>
                  <a:lnTo>
                    <a:pt x="7" y="0"/>
                  </a:lnTo>
                  <a:lnTo>
                    <a:pt x="27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88" name=""/>
            <p:cNvSpPr/>
            <p:nvPr/>
          </p:nvSpPr>
          <p:spPr>
            <a:xfrm rot="0">
              <a:off x="5090" y="1496"/>
              <a:ext cx="16" cy="15"/>
            </a:xfrm>
            <a:custGeom>
              <a:avLst/>
              <a:ahLst/>
              <a:rect l="0" t="0" r="r" b="b"/>
              <a:pathLst>
                <a:path w="47" h="44">
                  <a:moveTo>
                    <a:pt x="47" y="36"/>
                  </a:moveTo>
                  <a:lnTo>
                    <a:pt x="40" y="41"/>
                  </a:lnTo>
                  <a:lnTo>
                    <a:pt x="32" y="44"/>
                  </a:lnTo>
                  <a:lnTo>
                    <a:pt x="24" y="44"/>
                  </a:lnTo>
                  <a:lnTo>
                    <a:pt x="15" y="42"/>
                  </a:lnTo>
                  <a:lnTo>
                    <a:pt x="9" y="38"/>
                  </a:lnTo>
                  <a:lnTo>
                    <a:pt x="4" y="30"/>
                  </a:lnTo>
                  <a:lnTo>
                    <a:pt x="0" y="23"/>
                  </a:lnTo>
                  <a:lnTo>
                    <a:pt x="0" y="14"/>
                  </a:lnTo>
                  <a:lnTo>
                    <a:pt x="3" y="6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89" name=""/>
            <p:cNvSpPr/>
            <p:nvPr/>
          </p:nvSpPr>
          <p:spPr>
            <a:xfrm rot="0">
              <a:off x="5093" y="1370"/>
              <a:ext cx="130" cy="138"/>
            </a:xfrm>
            <a:custGeom>
              <a:avLst/>
              <a:ahLst/>
              <a:rect l="0" t="0" r="r" b="b"/>
              <a:pathLst>
                <a:path w="392" h="415">
                  <a:moveTo>
                    <a:pt x="0" y="379"/>
                  </a:moveTo>
                  <a:lnTo>
                    <a:pt x="20" y="397"/>
                  </a:lnTo>
                  <a:lnTo>
                    <a:pt x="40" y="415"/>
                  </a:lnTo>
                  <a:lnTo>
                    <a:pt x="392" y="36"/>
                  </a:lnTo>
                  <a:lnTo>
                    <a:pt x="372" y="18"/>
                  </a:lnTo>
                  <a:lnTo>
                    <a:pt x="352" y="0"/>
                  </a:lnTo>
                  <a:lnTo>
                    <a:pt x="0" y="3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90" name=""/>
            <p:cNvSpPr/>
            <p:nvPr/>
          </p:nvSpPr>
          <p:spPr>
            <a:xfrm rot="0">
              <a:off x="5093" y="1370"/>
              <a:ext cx="130" cy="138"/>
            </a:xfrm>
            <a:custGeom>
              <a:avLst/>
              <a:ahLst/>
              <a:rect l="0" t="0" r="r" b="b"/>
              <a:pathLst>
                <a:path w="392" h="415">
                  <a:moveTo>
                    <a:pt x="0" y="379"/>
                  </a:moveTo>
                  <a:lnTo>
                    <a:pt x="20" y="397"/>
                  </a:lnTo>
                  <a:lnTo>
                    <a:pt x="40" y="415"/>
                  </a:lnTo>
                  <a:lnTo>
                    <a:pt x="392" y="36"/>
                  </a:lnTo>
                  <a:lnTo>
                    <a:pt x="372" y="18"/>
                  </a:lnTo>
                  <a:lnTo>
                    <a:pt x="352" y="0"/>
                  </a:lnTo>
                  <a:lnTo>
                    <a:pt x="0" y="3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91" name=""/>
            <p:cNvSpPr/>
            <p:nvPr/>
          </p:nvSpPr>
          <p:spPr>
            <a:xfrm rot="0">
              <a:off x="5210" y="1367"/>
              <a:ext cx="15" cy="15"/>
            </a:xfrm>
            <a:custGeom>
              <a:avLst/>
              <a:ahLst/>
              <a:rect l="0" t="0" r="r" b="b"/>
              <a:pathLst>
                <a:path w="46" h="44">
                  <a:moveTo>
                    <a:pt x="20" y="26"/>
                  </a:moveTo>
                  <a:lnTo>
                    <a:pt x="0" y="8"/>
                  </a:lnTo>
                  <a:lnTo>
                    <a:pt x="7" y="3"/>
                  </a:lnTo>
                  <a:lnTo>
                    <a:pt x="14" y="0"/>
                  </a:lnTo>
                  <a:lnTo>
                    <a:pt x="23" y="0"/>
                  </a:lnTo>
                  <a:lnTo>
                    <a:pt x="31" y="2"/>
                  </a:lnTo>
                  <a:lnTo>
                    <a:pt x="38" y="6"/>
                  </a:lnTo>
                  <a:lnTo>
                    <a:pt x="43" y="13"/>
                  </a:lnTo>
                  <a:lnTo>
                    <a:pt x="46" y="21"/>
                  </a:lnTo>
                  <a:lnTo>
                    <a:pt x="46" y="29"/>
                  </a:lnTo>
                  <a:lnTo>
                    <a:pt x="44" y="38"/>
                  </a:lnTo>
                  <a:lnTo>
                    <a:pt x="40" y="44"/>
                  </a:lnTo>
                  <a:lnTo>
                    <a:pt x="2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92" name=""/>
            <p:cNvSpPr/>
            <p:nvPr/>
          </p:nvSpPr>
          <p:spPr>
            <a:xfrm rot="0">
              <a:off x="5210" y="1367"/>
              <a:ext cx="15" cy="15"/>
            </a:xfrm>
            <a:custGeom>
              <a:avLst/>
              <a:ahLst/>
              <a:rect l="0" t="0" r="r" b="b"/>
              <a:pathLst>
                <a:path w="46" h="44">
                  <a:moveTo>
                    <a:pt x="0" y="8"/>
                  </a:moveTo>
                  <a:lnTo>
                    <a:pt x="7" y="3"/>
                  </a:lnTo>
                  <a:lnTo>
                    <a:pt x="14" y="0"/>
                  </a:lnTo>
                  <a:lnTo>
                    <a:pt x="23" y="0"/>
                  </a:lnTo>
                  <a:lnTo>
                    <a:pt x="31" y="2"/>
                  </a:lnTo>
                  <a:lnTo>
                    <a:pt x="38" y="6"/>
                  </a:lnTo>
                  <a:lnTo>
                    <a:pt x="43" y="13"/>
                  </a:lnTo>
                  <a:lnTo>
                    <a:pt x="46" y="21"/>
                  </a:lnTo>
                  <a:lnTo>
                    <a:pt x="46" y="29"/>
                  </a:lnTo>
                  <a:lnTo>
                    <a:pt x="44" y="38"/>
                  </a:lnTo>
                  <a:lnTo>
                    <a:pt x="4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93" name=""/>
            <p:cNvSpPr/>
            <p:nvPr/>
          </p:nvSpPr>
          <p:spPr>
            <a:xfrm rot="0">
              <a:off x="4888" y="1376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2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94" name=""/>
            <p:cNvSpPr/>
            <p:nvPr/>
          </p:nvSpPr>
          <p:spPr>
            <a:xfrm rot="0">
              <a:off x="4888" y="1376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2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95" name=""/>
            <p:cNvSpPr/>
            <p:nvPr/>
          </p:nvSpPr>
          <p:spPr>
            <a:xfrm rot="0">
              <a:off x="4892" y="1377"/>
              <a:ext cx="212" cy="133"/>
            </a:xfrm>
            <a:custGeom>
              <a:avLst/>
              <a:ahLst/>
              <a:rect l="0" t="0" r="r" b="b"/>
              <a:pathLst>
                <a:path w="637" h="399">
                  <a:moveTo>
                    <a:pt x="28" y="0"/>
                  </a:moveTo>
                  <a:lnTo>
                    <a:pt x="14" y="24"/>
                  </a:lnTo>
                  <a:lnTo>
                    <a:pt x="0" y="47"/>
                  </a:lnTo>
                  <a:lnTo>
                    <a:pt x="609" y="399"/>
                  </a:lnTo>
                  <a:lnTo>
                    <a:pt x="623" y="376"/>
                  </a:lnTo>
                  <a:lnTo>
                    <a:pt x="637" y="352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96" name=""/>
            <p:cNvSpPr/>
            <p:nvPr/>
          </p:nvSpPr>
          <p:spPr>
            <a:xfrm rot="0">
              <a:off x="4892" y="1377"/>
              <a:ext cx="212" cy="133"/>
            </a:xfrm>
            <a:custGeom>
              <a:avLst/>
              <a:ahLst/>
              <a:rect l="0" t="0" r="r" b="b"/>
              <a:pathLst>
                <a:path w="637" h="399">
                  <a:moveTo>
                    <a:pt x="28" y="0"/>
                  </a:moveTo>
                  <a:lnTo>
                    <a:pt x="14" y="24"/>
                  </a:lnTo>
                  <a:lnTo>
                    <a:pt x="0" y="47"/>
                  </a:lnTo>
                  <a:lnTo>
                    <a:pt x="609" y="399"/>
                  </a:lnTo>
                  <a:lnTo>
                    <a:pt x="623" y="376"/>
                  </a:lnTo>
                  <a:lnTo>
                    <a:pt x="637" y="35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97" name=""/>
            <p:cNvSpPr/>
            <p:nvPr/>
          </p:nvSpPr>
          <p:spPr>
            <a:xfrm rot="0">
              <a:off x="5095" y="1494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4"/>
                  </a:moveTo>
                  <a:lnTo>
                    <a:pt x="28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8998" name=""/>
            <p:cNvSpPr/>
            <p:nvPr/>
          </p:nvSpPr>
          <p:spPr>
            <a:xfrm rot="0">
              <a:off x="5095" y="1494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8999" name=""/>
            <p:cNvSpPr/>
            <p:nvPr/>
          </p:nvSpPr>
          <p:spPr>
            <a:xfrm rot="0">
              <a:off x="5112" y="1308"/>
              <a:ext cx="12" cy="18"/>
            </a:xfrm>
            <a:custGeom>
              <a:avLst/>
              <a:ahLst/>
              <a:rect l="0" t="0" r="r" b="b"/>
              <a:pathLst>
                <a:path w="35" h="52">
                  <a:moveTo>
                    <a:pt x="9" y="27"/>
                  </a:moveTo>
                  <a:lnTo>
                    <a:pt x="0" y="1"/>
                  </a:lnTo>
                  <a:lnTo>
                    <a:pt x="9" y="0"/>
                  </a:lnTo>
                  <a:lnTo>
                    <a:pt x="17" y="1"/>
                  </a:lnTo>
                  <a:lnTo>
                    <a:pt x="25" y="6"/>
                  </a:lnTo>
                  <a:lnTo>
                    <a:pt x="31" y="11"/>
                  </a:lnTo>
                  <a:lnTo>
                    <a:pt x="34" y="18"/>
                  </a:lnTo>
                  <a:lnTo>
                    <a:pt x="35" y="27"/>
                  </a:lnTo>
                  <a:lnTo>
                    <a:pt x="34" y="35"/>
                  </a:lnTo>
                  <a:lnTo>
                    <a:pt x="30" y="43"/>
                  </a:lnTo>
                  <a:lnTo>
                    <a:pt x="25" y="49"/>
                  </a:lnTo>
                  <a:lnTo>
                    <a:pt x="17" y="52"/>
                  </a:lnTo>
                  <a:lnTo>
                    <a:pt x="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00" name=""/>
            <p:cNvSpPr/>
            <p:nvPr/>
          </p:nvSpPr>
          <p:spPr>
            <a:xfrm rot="0">
              <a:off x="5112" y="1308"/>
              <a:ext cx="12" cy="18"/>
            </a:xfrm>
            <a:custGeom>
              <a:avLst/>
              <a:ahLst/>
              <a:rect l="0" t="0" r="r" b="b"/>
              <a:pathLst>
                <a:path w="35" h="52">
                  <a:moveTo>
                    <a:pt x="0" y="1"/>
                  </a:moveTo>
                  <a:lnTo>
                    <a:pt x="9" y="0"/>
                  </a:lnTo>
                  <a:lnTo>
                    <a:pt x="17" y="1"/>
                  </a:lnTo>
                  <a:lnTo>
                    <a:pt x="25" y="6"/>
                  </a:lnTo>
                  <a:lnTo>
                    <a:pt x="31" y="11"/>
                  </a:lnTo>
                  <a:lnTo>
                    <a:pt x="34" y="18"/>
                  </a:lnTo>
                  <a:lnTo>
                    <a:pt x="35" y="27"/>
                  </a:lnTo>
                  <a:lnTo>
                    <a:pt x="34" y="35"/>
                  </a:lnTo>
                  <a:lnTo>
                    <a:pt x="30" y="43"/>
                  </a:lnTo>
                  <a:lnTo>
                    <a:pt x="25" y="49"/>
                  </a:lnTo>
                  <a:lnTo>
                    <a:pt x="17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01" name=""/>
            <p:cNvSpPr/>
            <p:nvPr/>
          </p:nvSpPr>
          <p:spPr>
            <a:xfrm rot="0">
              <a:off x="4894" y="1309"/>
              <a:ext cx="224" cy="84"/>
            </a:xfrm>
            <a:custGeom>
              <a:avLst/>
              <a:ahLst/>
              <a:rect l="0" t="0" r="r" b="b"/>
              <a:pathLst>
                <a:path w="672" h="254">
                  <a:moveTo>
                    <a:pt x="672" y="51"/>
                  </a:moveTo>
                  <a:lnTo>
                    <a:pt x="664" y="26"/>
                  </a:lnTo>
                  <a:lnTo>
                    <a:pt x="655" y="0"/>
                  </a:lnTo>
                  <a:lnTo>
                    <a:pt x="0" y="203"/>
                  </a:lnTo>
                  <a:lnTo>
                    <a:pt x="8" y="229"/>
                  </a:lnTo>
                  <a:lnTo>
                    <a:pt x="17" y="254"/>
                  </a:lnTo>
                  <a:lnTo>
                    <a:pt x="672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02" name=""/>
            <p:cNvSpPr/>
            <p:nvPr/>
          </p:nvSpPr>
          <p:spPr>
            <a:xfrm rot="0">
              <a:off x="4894" y="1309"/>
              <a:ext cx="224" cy="84"/>
            </a:xfrm>
            <a:custGeom>
              <a:avLst/>
              <a:ahLst/>
              <a:rect l="0" t="0" r="r" b="b"/>
              <a:pathLst>
                <a:path w="672" h="254">
                  <a:moveTo>
                    <a:pt x="672" y="51"/>
                  </a:moveTo>
                  <a:lnTo>
                    <a:pt x="664" y="26"/>
                  </a:lnTo>
                  <a:lnTo>
                    <a:pt x="655" y="0"/>
                  </a:lnTo>
                  <a:lnTo>
                    <a:pt x="0" y="203"/>
                  </a:lnTo>
                  <a:lnTo>
                    <a:pt x="8" y="229"/>
                  </a:lnTo>
                  <a:lnTo>
                    <a:pt x="17" y="254"/>
                  </a:lnTo>
                  <a:lnTo>
                    <a:pt x="672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03" name=""/>
            <p:cNvSpPr/>
            <p:nvPr/>
          </p:nvSpPr>
          <p:spPr>
            <a:xfrm rot="0">
              <a:off x="4888" y="1376"/>
              <a:ext cx="11" cy="18"/>
            </a:xfrm>
            <a:custGeom>
              <a:avLst/>
              <a:ahLst/>
              <a:rect l="0" t="0" r="r" b="b"/>
              <a:pathLst>
                <a:path w="35" h="52">
                  <a:moveTo>
                    <a:pt x="26" y="26"/>
                  </a:moveTo>
                  <a:lnTo>
                    <a:pt x="35" y="51"/>
                  </a:lnTo>
                  <a:lnTo>
                    <a:pt x="26" y="52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7"/>
                  </a:lnTo>
                  <a:lnTo>
                    <a:pt x="5" y="10"/>
                  </a:lnTo>
                  <a:lnTo>
                    <a:pt x="10" y="3"/>
                  </a:lnTo>
                  <a:lnTo>
                    <a:pt x="18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04" name=""/>
            <p:cNvSpPr/>
            <p:nvPr/>
          </p:nvSpPr>
          <p:spPr>
            <a:xfrm rot="0">
              <a:off x="4888" y="1376"/>
              <a:ext cx="11" cy="18"/>
            </a:xfrm>
            <a:custGeom>
              <a:avLst/>
              <a:ahLst/>
              <a:rect l="0" t="0" r="r" b="b"/>
              <a:pathLst>
                <a:path w="35" h="52">
                  <a:moveTo>
                    <a:pt x="35" y="51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7"/>
                  </a:lnTo>
                  <a:lnTo>
                    <a:pt x="5" y="10"/>
                  </a:lnTo>
                  <a:lnTo>
                    <a:pt x="10" y="3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05" name=""/>
            <p:cNvSpPr/>
            <p:nvPr/>
          </p:nvSpPr>
          <p:spPr>
            <a:xfrm rot="0">
              <a:off x="5110" y="1309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4"/>
                  </a:moveTo>
                  <a:lnTo>
                    <a:pt x="28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06" name=""/>
            <p:cNvSpPr/>
            <p:nvPr/>
          </p:nvSpPr>
          <p:spPr>
            <a:xfrm rot="0">
              <a:off x="5110" y="1309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8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07" name=""/>
            <p:cNvSpPr/>
            <p:nvPr/>
          </p:nvSpPr>
          <p:spPr>
            <a:xfrm rot="0">
              <a:off x="5009" y="1251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304" y="223"/>
                  </a:moveTo>
                  <a:lnTo>
                    <a:pt x="318" y="200"/>
                  </a:lnTo>
                  <a:lnTo>
                    <a:pt x="332" y="176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4" y="2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08" name=""/>
            <p:cNvSpPr/>
            <p:nvPr/>
          </p:nvSpPr>
          <p:spPr>
            <a:xfrm rot="0">
              <a:off x="5009" y="1251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304" y="223"/>
                  </a:moveTo>
                  <a:lnTo>
                    <a:pt x="318" y="200"/>
                  </a:lnTo>
                  <a:lnTo>
                    <a:pt x="332" y="176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4" y="2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09" name=""/>
            <p:cNvSpPr/>
            <p:nvPr/>
          </p:nvSpPr>
          <p:spPr>
            <a:xfrm rot="0">
              <a:off x="5005" y="1250"/>
              <a:ext cx="13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6"/>
                  </a:moveTo>
                  <a:lnTo>
                    <a:pt x="13" y="50"/>
                  </a:lnTo>
                  <a:lnTo>
                    <a:pt x="7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4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10" name=""/>
            <p:cNvSpPr/>
            <p:nvPr/>
          </p:nvSpPr>
          <p:spPr>
            <a:xfrm rot="0">
              <a:off x="5005" y="1250"/>
              <a:ext cx="13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4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11" name=""/>
            <p:cNvSpPr/>
            <p:nvPr/>
          </p:nvSpPr>
          <p:spPr>
            <a:xfrm rot="0">
              <a:off x="5009" y="1250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6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50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12" name=""/>
            <p:cNvSpPr/>
            <p:nvPr/>
          </p:nvSpPr>
          <p:spPr>
            <a:xfrm rot="0">
              <a:off x="5009" y="1250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13" name=""/>
            <p:cNvSpPr/>
            <p:nvPr/>
          </p:nvSpPr>
          <p:spPr>
            <a:xfrm rot="0">
              <a:off x="4730" y="1251"/>
              <a:ext cx="288" cy="177"/>
            </a:xfrm>
            <a:custGeom>
              <a:avLst/>
              <a:ahLst/>
              <a:rect l="0" t="0" r="r" b="b"/>
              <a:pathLst>
                <a:path w="866" h="531">
                  <a:moveTo>
                    <a:pt x="866" y="47"/>
                  </a:moveTo>
                  <a:lnTo>
                    <a:pt x="852" y="23"/>
                  </a:lnTo>
                  <a:lnTo>
                    <a:pt x="838" y="0"/>
                  </a:lnTo>
                  <a:lnTo>
                    <a:pt x="0" y="485"/>
                  </a:lnTo>
                  <a:lnTo>
                    <a:pt x="14" y="508"/>
                  </a:lnTo>
                  <a:lnTo>
                    <a:pt x="27" y="531"/>
                  </a:lnTo>
                  <a:lnTo>
                    <a:pt x="866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14" name=""/>
            <p:cNvSpPr/>
            <p:nvPr/>
          </p:nvSpPr>
          <p:spPr>
            <a:xfrm rot="0">
              <a:off x="4730" y="1251"/>
              <a:ext cx="288" cy="177"/>
            </a:xfrm>
            <a:custGeom>
              <a:avLst/>
              <a:ahLst/>
              <a:rect l="0" t="0" r="r" b="b"/>
              <a:pathLst>
                <a:path w="866" h="531">
                  <a:moveTo>
                    <a:pt x="866" y="47"/>
                  </a:moveTo>
                  <a:lnTo>
                    <a:pt x="852" y="23"/>
                  </a:lnTo>
                  <a:lnTo>
                    <a:pt x="838" y="0"/>
                  </a:lnTo>
                  <a:lnTo>
                    <a:pt x="0" y="485"/>
                  </a:lnTo>
                  <a:lnTo>
                    <a:pt x="14" y="508"/>
                  </a:lnTo>
                  <a:lnTo>
                    <a:pt x="27" y="531"/>
                  </a:lnTo>
                  <a:lnTo>
                    <a:pt x="866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15" name=""/>
            <p:cNvSpPr/>
            <p:nvPr/>
          </p:nvSpPr>
          <p:spPr>
            <a:xfrm rot="0">
              <a:off x="4725" y="1412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23"/>
                  </a:moveTo>
                  <a:lnTo>
                    <a:pt x="40" y="46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16" name=""/>
            <p:cNvSpPr/>
            <p:nvPr/>
          </p:nvSpPr>
          <p:spPr>
            <a:xfrm rot="0">
              <a:off x="4725" y="1412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6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17" name=""/>
            <p:cNvSpPr/>
            <p:nvPr/>
          </p:nvSpPr>
          <p:spPr>
            <a:xfrm rot="0">
              <a:off x="4831" y="1471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18" name=""/>
            <p:cNvSpPr/>
            <p:nvPr/>
          </p:nvSpPr>
          <p:spPr>
            <a:xfrm rot="0">
              <a:off x="4831" y="1471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19" name=""/>
            <p:cNvSpPr/>
            <p:nvPr/>
          </p:nvSpPr>
          <p:spPr>
            <a:xfrm rot="0">
              <a:off x="4730" y="1412"/>
              <a:ext cx="110" cy="74"/>
            </a:xfrm>
            <a:custGeom>
              <a:avLst/>
              <a:ahLst/>
              <a:rect l="0" t="0" r="r" b="b"/>
              <a:pathLst>
                <a:path w="332" h="222">
                  <a:moveTo>
                    <a:pt x="305" y="222"/>
                  </a:moveTo>
                  <a:lnTo>
                    <a:pt x="319" y="198"/>
                  </a:lnTo>
                  <a:lnTo>
                    <a:pt x="332" y="175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305" y="2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20" name=""/>
            <p:cNvSpPr/>
            <p:nvPr/>
          </p:nvSpPr>
          <p:spPr>
            <a:xfrm rot="0">
              <a:off x="4730" y="1412"/>
              <a:ext cx="110" cy="74"/>
            </a:xfrm>
            <a:custGeom>
              <a:avLst/>
              <a:ahLst/>
              <a:rect l="0" t="0" r="r" b="b"/>
              <a:pathLst>
                <a:path w="332" h="222">
                  <a:moveTo>
                    <a:pt x="305" y="222"/>
                  </a:moveTo>
                  <a:lnTo>
                    <a:pt x="319" y="198"/>
                  </a:lnTo>
                  <a:lnTo>
                    <a:pt x="332" y="175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305" y="2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21" name=""/>
            <p:cNvSpPr/>
            <p:nvPr/>
          </p:nvSpPr>
          <p:spPr>
            <a:xfrm rot="0">
              <a:off x="4725" y="1411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27"/>
                  </a:moveTo>
                  <a:lnTo>
                    <a:pt x="13" y="50"/>
                  </a:lnTo>
                  <a:lnTo>
                    <a:pt x="6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6" y="3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22" name=""/>
            <p:cNvSpPr/>
            <p:nvPr/>
          </p:nvSpPr>
          <p:spPr>
            <a:xfrm rot="0">
              <a:off x="4725" y="1411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6" y="3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23" name=""/>
            <p:cNvSpPr/>
            <p:nvPr/>
          </p:nvSpPr>
          <p:spPr>
            <a:xfrm rot="0">
              <a:off x="5034" y="1588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24" name=""/>
            <p:cNvSpPr/>
            <p:nvPr/>
          </p:nvSpPr>
          <p:spPr>
            <a:xfrm rot="0">
              <a:off x="5034" y="1588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25" name=""/>
            <p:cNvSpPr/>
            <p:nvPr/>
          </p:nvSpPr>
          <p:spPr>
            <a:xfrm rot="0">
              <a:off x="4933" y="1529"/>
              <a:ext cx="110" cy="75"/>
            </a:xfrm>
            <a:custGeom>
              <a:avLst/>
              <a:ahLst/>
              <a:rect l="0" t="0" r="r" b="b"/>
              <a:pathLst>
                <a:path w="331" h="224">
                  <a:moveTo>
                    <a:pt x="304" y="224"/>
                  </a:moveTo>
                  <a:lnTo>
                    <a:pt x="317" y="200"/>
                  </a:lnTo>
                  <a:lnTo>
                    <a:pt x="331" y="177"/>
                  </a:lnTo>
                  <a:lnTo>
                    <a:pt x="27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304" y="2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26" name=""/>
            <p:cNvSpPr/>
            <p:nvPr/>
          </p:nvSpPr>
          <p:spPr>
            <a:xfrm rot="0">
              <a:off x="4933" y="1529"/>
              <a:ext cx="110" cy="75"/>
            </a:xfrm>
            <a:custGeom>
              <a:avLst/>
              <a:ahLst/>
              <a:rect l="0" t="0" r="r" b="b"/>
              <a:pathLst>
                <a:path w="331" h="224">
                  <a:moveTo>
                    <a:pt x="304" y="224"/>
                  </a:moveTo>
                  <a:lnTo>
                    <a:pt x="317" y="200"/>
                  </a:lnTo>
                  <a:lnTo>
                    <a:pt x="331" y="177"/>
                  </a:lnTo>
                  <a:lnTo>
                    <a:pt x="27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304" y="2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27" name=""/>
            <p:cNvSpPr/>
            <p:nvPr/>
          </p:nvSpPr>
          <p:spPr>
            <a:xfrm rot="0">
              <a:off x="4929" y="1528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3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28" name=""/>
            <p:cNvSpPr/>
            <p:nvPr/>
          </p:nvSpPr>
          <p:spPr>
            <a:xfrm rot="0">
              <a:off x="4929" y="1528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29" name=""/>
            <p:cNvSpPr/>
            <p:nvPr/>
          </p:nvSpPr>
          <p:spPr>
            <a:xfrm rot="0">
              <a:off x="4552" y="1926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3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9" y="12"/>
                  </a:lnTo>
                  <a:lnTo>
                    <a:pt x="41" y="20"/>
                  </a:lnTo>
                  <a:lnTo>
                    <a:pt x="41" y="28"/>
                  </a:lnTo>
                  <a:lnTo>
                    <a:pt x="38" y="37"/>
                  </a:lnTo>
                  <a:lnTo>
                    <a:pt x="32" y="43"/>
                  </a:lnTo>
                  <a:lnTo>
                    <a:pt x="25" y="47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6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30" name=""/>
            <p:cNvSpPr/>
            <p:nvPr/>
          </p:nvSpPr>
          <p:spPr>
            <a:xfrm rot="0">
              <a:off x="4552" y="1926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5"/>
                  </a:lnTo>
                  <a:lnTo>
                    <a:pt x="39" y="12"/>
                  </a:lnTo>
                  <a:lnTo>
                    <a:pt x="41" y="20"/>
                  </a:lnTo>
                  <a:lnTo>
                    <a:pt x="41" y="28"/>
                  </a:lnTo>
                  <a:lnTo>
                    <a:pt x="38" y="37"/>
                  </a:lnTo>
                  <a:lnTo>
                    <a:pt x="32" y="43"/>
                  </a:lnTo>
                  <a:lnTo>
                    <a:pt x="25" y="47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31" name=""/>
            <p:cNvSpPr/>
            <p:nvPr/>
          </p:nvSpPr>
          <p:spPr>
            <a:xfrm rot="0">
              <a:off x="4451" y="1867"/>
              <a:ext cx="110" cy="74"/>
            </a:xfrm>
            <a:custGeom>
              <a:avLst/>
              <a:ahLst/>
              <a:rect l="0" t="0" r="r" b="b"/>
              <a:pathLst>
                <a:path w="332" h="222">
                  <a:moveTo>
                    <a:pt x="304" y="222"/>
                  </a:moveTo>
                  <a:lnTo>
                    <a:pt x="318" y="199"/>
                  </a:lnTo>
                  <a:lnTo>
                    <a:pt x="332" y="176"/>
                  </a:lnTo>
                  <a:lnTo>
                    <a:pt x="27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304" y="2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32" name=""/>
            <p:cNvSpPr/>
            <p:nvPr/>
          </p:nvSpPr>
          <p:spPr>
            <a:xfrm rot="0">
              <a:off x="4451" y="1867"/>
              <a:ext cx="110" cy="74"/>
            </a:xfrm>
            <a:custGeom>
              <a:avLst/>
              <a:ahLst/>
              <a:rect l="0" t="0" r="r" b="b"/>
              <a:pathLst>
                <a:path w="332" h="222">
                  <a:moveTo>
                    <a:pt x="304" y="222"/>
                  </a:moveTo>
                  <a:lnTo>
                    <a:pt x="318" y="199"/>
                  </a:lnTo>
                  <a:lnTo>
                    <a:pt x="332" y="176"/>
                  </a:lnTo>
                  <a:lnTo>
                    <a:pt x="27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304" y="2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33" name=""/>
            <p:cNvSpPr/>
            <p:nvPr/>
          </p:nvSpPr>
          <p:spPr>
            <a:xfrm rot="0">
              <a:off x="4446" y="1866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3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34" name=""/>
            <p:cNvSpPr/>
            <p:nvPr/>
          </p:nvSpPr>
          <p:spPr>
            <a:xfrm rot="0">
              <a:off x="4446" y="1866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35" name=""/>
            <p:cNvSpPr/>
            <p:nvPr/>
          </p:nvSpPr>
          <p:spPr>
            <a:xfrm rot="0">
              <a:off x="4446" y="1866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36" name=""/>
            <p:cNvSpPr/>
            <p:nvPr/>
          </p:nvSpPr>
          <p:spPr>
            <a:xfrm rot="0">
              <a:off x="4446" y="1866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37" name=""/>
            <p:cNvSpPr/>
            <p:nvPr/>
          </p:nvSpPr>
          <p:spPr>
            <a:xfrm rot="0">
              <a:off x="4446" y="1875"/>
              <a:ext cx="18" cy="117"/>
            </a:xfrm>
            <a:custGeom>
              <a:avLst/>
              <a:ahLst/>
              <a:rect l="0" t="0" r="r" b="b"/>
              <a:pathLst>
                <a:path w="54" h="35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51"/>
                  </a:lnTo>
                  <a:lnTo>
                    <a:pt x="26" y="351"/>
                  </a:lnTo>
                  <a:lnTo>
                    <a:pt x="54" y="35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38" name=""/>
            <p:cNvSpPr/>
            <p:nvPr/>
          </p:nvSpPr>
          <p:spPr>
            <a:xfrm rot="0">
              <a:off x="4446" y="1875"/>
              <a:ext cx="18" cy="117"/>
            </a:xfrm>
            <a:custGeom>
              <a:avLst/>
              <a:ahLst/>
              <a:rect l="0" t="0" r="r" b="b"/>
              <a:pathLst>
                <a:path w="54" h="35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51"/>
                  </a:lnTo>
                  <a:lnTo>
                    <a:pt x="26" y="351"/>
                  </a:lnTo>
                  <a:lnTo>
                    <a:pt x="54" y="35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39" name=""/>
            <p:cNvSpPr/>
            <p:nvPr/>
          </p:nvSpPr>
          <p:spPr>
            <a:xfrm rot="0">
              <a:off x="4446" y="199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40" name=""/>
            <p:cNvSpPr/>
            <p:nvPr/>
          </p:nvSpPr>
          <p:spPr>
            <a:xfrm rot="0">
              <a:off x="4446" y="199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41" name=""/>
            <p:cNvSpPr/>
            <p:nvPr/>
          </p:nvSpPr>
          <p:spPr>
            <a:xfrm rot="0">
              <a:off x="4755" y="2160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4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9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42" name=""/>
            <p:cNvSpPr/>
            <p:nvPr/>
          </p:nvSpPr>
          <p:spPr>
            <a:xfrm rot="0">
              <a:off x="4755" y="2160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5"/>
                  </a:lnTo>
                  <a:lnTo>
                    <a:pt x="39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43" name=""/>
            <p:cNvSpPr/>
            <p:nvPr/>
          </p:nvSpPr>
          <p:spPr>
            <a:xfrm rot="0">
              <a:off x="4451" y="1984"/>
              <a:ext cx="313" cy="192"/>
            </a:xfrm>
            <a:custGeom>
              <a:avLst/>
              <a:ahLst/>
              <a:rect l="0" t="0" r="r" b="b"/>
              <a:pathLst>
                <a:path w="941" h="575">
                  <a:moveTo>
                    <a:pt x="913" y="575"/>
                  </a:moveTo>
                  <a:lnTo>
                    <a:pt x="927" y="552"/>
                  </a:lnTo>
                  <a:lnTo>
                    <a:pt x="941" y="528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913" y="5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44" name=""/>
            <p:cNvSpPr/>
            <p:nvPr/>
          </p:nvSpPr>
          <p:spPr>
            <a:xfrm rot="0">
              <a:off x="4451" y="1984"/>
              <a:ext cx="313" cy="192"/>
            </a:xfrm>
            <a:custGeom>
              <a:avLst/>
              <a:ahLst/>
              <a:rect l="0" t="0" r="r" b="b"/>
              <a:pathLst>
                <a:path w="941" h="575">
                  <a:moveTo>
                    <a:pt x="913" y="575"/>
                  </a:moveTo>
                  <a:lnTo>
                    <a:pt x="927" y="552"/>
                  </a:lnTo>
                  <a:lnTo>
                    <a:pt x="941" y="528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913" y="5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45" name=""/>
            <p:cNvSpPr/>
            <p:nvPr/>
          </p:nvSpPr>
          <p:spPr>
            <a:xfrm rot="0">
              <a:off x="4446" y="1983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6"/>
                  </a:moveTo>
                  <a:lnTo>
                    <a:pt x="13" y="50"/>
                  </a:lnTo>
                  <a:lnTo>
                    <a:pt x="6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46" name=""/>
            <p:cNvSpPr/>
            <p:nvPr/>
          </p:nvSpPr>
          <p:spPr>
            <a:xfrm rot="0">
              <a:off x="4446" y="1983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47" name=""/>
            <p:cNvSpPr/>
            <p:nvPr/>
          </p:nvSpPr>
          <p:spPr>
            <a:xfrm rot="0">
              <a:off x="5034" y="1882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48" name=""/>
            <p:cNvSpPr/>
            <p:nvPr/>
          </p:nvSpPr>
          <p:spPr>
            <a:xfrm rot="0">
              <a:off x="5034" y="1882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49" name=""/>
            <p:cNvSpPr/>
            <p:nvPr/>
          </p:nvSpPr>
          <p:spPr>
            <a:xfrm rot="0">
              <a:off x="4933" y="1823"/>
              <a:ext cx="110" cy="74"/>
            </a:xfrm>
            <a:custGeom>
              <a:avLst/>
              <a:ahLst/>
              <a:rect l="0" t="0" r="r" b="b"/>
              <a:pathLst>
                <a:path w="331" h="223">
                  <a:moveTo>
                    <a:pt x="304" y="223"/>
                  </a:moveTo>
                  <a:lnTo>
                    <a:pt x="317" y="199"/>
                  </a:lnTo>
                  <a:lnTo>
                    <a:pt x="331" y="176"/>
                  </a:lnTo>
                  <a:lnTo>
                    <a:pt x="27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304" y="2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50" name=""/>
            <p:cNvSpPr/>
            <p:nvPr/>
          </p:nvSpPr>
          <p:spPr>
            <a:xfrm rot="0">
              <a:off x="4933" y="1823"/>
              <a:ext cx="110" cy="74"/>
            </a:xfrm>
            <a:custGeom>
              <a:avLst/>
              <a:ahLst/>
              <a:rect l="0" t="0" r="r" b="b"/>
              <a:pathLst>
                <a:path w="331" h="223">
                  <a:moveTo>
                    <a:pt x="304" y="223"/>
                  </a:moveTo>
                  <a:lnTo>
                    <a:pt x="317" y="199"/>
                  </a:lnTo>
                  <a:lnTo>
                    <a:pt x="331" y="176"/>
                  </a:lnTo>
                  <a:lnTo>
                    <a:pt x="27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304" y="2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51" name=""/>
            <p:cNvSpPr/>
            <p:nvPr/>
          </p:nvSpPr>
          <p:spPr>
            <a:xfrm rot="0">
              <a:off x="4929" y="1822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3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52" name=""/>
            <p:cNvSpPr/>
            <p:nvPr/>
          </p:nvSpPr>
          <p:spPr>
            <a:xfrm rot="0">
              <a:off x="4929" y="1822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53" name=""/>
            <p:cNvSpPr/>
            <p:nvPr/>
          </p:nvSpPr>
          <p:spPr>
            <a:xfrm rot="0">
              <a:off x="4755" y="204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4"/>
                  </a:moveTo>
                  <a:lnTo>
                    <a:pt x="28" y="0"/>
                  </a:lnTo>
                  <a:lnTo>
                    <a:pt x="34" y="6"/>
                  </a:lnTo>
                  <a:lnTo>
                    <a:pt x="39" y="13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54" name=""/>
            <p:cNvSpPr/>
            <p:nvPr/>
          </p:nvSpPr>
          <p:spPr>
            <a:xfrm rot="0">
              <a:off x="4755" y="204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6"/>
                  </a:lnTo>
                  <a:lnTo>
                    <a:pt x="39" y="13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55" name=""/>
            <p:cNvSpPr/>
            <p:nvPr/>
          </p:nvSpPr>
          <p:spPr>
            <a:xfrm rot="0">
              <a:off x="4653" y="1984"/>
              <a:ext cx="111" cy="75"/>
            </a:xfrm>
            <a:custGeom>
              <a:avLst/>
              <a:ahLst/>
              <a:rect l="0" t="0" r="r" b="b"/>
              <a:pathLst>
                <a:path w="333" h="223">
                  <a:moveTo>
                    <a:pt x="305" y="223"/>
                  </a:moveTo>
                  <a:lnTo>
                    <a:pt x="319" y="200"/>
                  </a:lnTo>
                  <a:lnTo>
                    <a:pt x="333" y="176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5" y="2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56" name=""/>
            <p:cNvSpPr/>
            <p:nvPr/>
          </p:nvSpPr>
          <p:spPr>
            <a:xfrm rot="0">
              <a:off x="4653" y="1984"/>
              <a:ext cx="111" cy="75"/>
            </a:xfrm>
            <a:custGeom>
              <a:avLst/>
              <a:ahLst/>
              <a:rect l="0" t="0" r="r" b="b"/>
              <a:pathLst>
                <a:path w="333" h="223">
                  <a:moveTo>
                    <a:pt x="305" y="223"/>
                  </a:moveTo>
                  <a:lnTo>
                    <a:pt x="319" y="200"/>
                  </a:lnTo>
                  <a:lnTo>
                    <a:pt x="333" y="176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5" y="2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57" name=""/>
            <p:cNvSpPr/>
            <p:nvPr/>
          </p:nvSpPr>
          <p:spPr>
            <a:xfrm rot="0">
              <a:off x="4649" y="1983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6"/>
                  </a:moveTo>
                  <a:lnTo>
                    <a:pt x="12" y="50"/>
                  </a:lnTo>
                  <a:lnTo>
                    <a:pt x="6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58" name=""/>
            <p:cNvSpPr/>
            <p:nvPr/>
          </p:nvSpPr>
          <p:spPr>
            <a:xfrm rot="0">
              <a:off x="4649" y="1983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2" y="50"/>
                  </a:moveTo>
                  <a:lnTo>
                    <a:pt x="6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59" name=""/>
            <p:cNvSpPr/>
            <p:nvPr/>
          </p:nvSpPr>
          <p:spPr>
            <a:xfrm rot="0">
              <a:off x="4828" y="1470"/>
              <a:ext cx="17" cy="13"/>
            </a:xfrm>
            <a:custGeom>
              <a:avLst/>
              <a:ahLst/>
              <a:rect l="0" t="0" r="r" b="b"/>
              <a:pathLst>
                <a:path w="50" h="40">
                  <a:moveTo>
                    <a:pt x="24" y="26"/>
                  </a:moveTo>
                  <a:lnTo>
                    <a:pt x="0" y="13"/>
                  </a:lnTo>
                  <a:lnTo>
                    <a:pt x="5" y="6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4" y="8"/>
                  </a:lnTo>
                  <a:lnTo>
                    <a:pt x="49" y="16"/>
                  </a:lnTo>
                  <a:lnTo>
                    <a:pt x="50" y="24"/>
                  </a:lnTo>
                  <a:lnTo>
                    <a:pt x="50" y="33"/>
                  </a:lnTo>
                  <a:lnTo>
                    <a:pt x="47" y="40"/>
                  </a:lnTo>
                  <a:lnTo>
                    <a:pt x="2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60" name=""/>
            <p:cNvSpPr/>
            <p:nvPr/>
          </p:nvSpPr>
          <p:spPr>
            <a:xfrm rot="0">
              <a:off x="4828" y="1470"/>
              <a:ext cx="17" cy="13"/>
            </a:xfrm>
            <a:custGeom>
              <a:avLst/>
              <a:ahLst/>
              <a:rect l="0" t="0" r="r" b="b"/>
              <a:pathLst>
                <a:path w="50" h="40">
                  <a:moveTo>
                    <a:pt x="0" y="13"/>
                  </a:moveTo>
                  <a:lnTo>
                    <a:pt x="5" y="6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4" y="8"/>
                  </a:lnTo>
                  <a:lnTo>
                    <a:pt x="49" y="16"/>
                  </a:lnTo>
                  <a:lnTo>
                    <a:pt x="50" y="24"/>
                  </a:lnTo>
                  <a:lnTo>
                    <a:pt x="50" y="33"/>
                  </a:lnTo>
                  <a:lnTo>
                    <a:pt x="47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61" name=""/>
            <p:cNvSpPr/>
            <p:nvPr/>
          </p:nvSpPr>
          <p:spPr>
            <a:xfrm rot="0">
              <a:off x="4549" y="1474"/>
              <a:ext cx="295" cy="464"/>
            </a:xfrm>
            <a:custGeom>
              <a:avLst/>
              <a:ahLst/>
              <a:rect l="0" t="0" r="r" b="b"/>
              <a:pathLst>
                <a:path w="884" h="1392">
                  <a:moveTo>
                    <a:pt x="884" y="27"/>
                  </a:moveTo>
                  <a:lnTo>
                    <a:pt x="861" y="13"/>
                  </a:lnTo>
                  <a:lnTo>
                    <a:pt x="837" y="0"/>
                  </a:lnTo>
                  <a:lnTo>
                    <a:pt x="0" y="1364"/>
                  </a:lnTo>
                  <a:lnTo>
                    <a:pt x="23" y="1378"/>
                  </a:lnTo>
                  <a:lnTo>
                    <a:pt x="47" y="1392"/>
                  </a:lnTo>
                  <a:lnTo>
                    <a:pt x="88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62" name=""/>
            <p:cNvSpPr/>
            <p:nvPr/>
          </p:nvSpPr>
          <p:spPr>
            <a:xfrm rot="0">
              <a:off x="4549" y="1474"/>
              <a:ext cx="295" cy="464"/>
            </a:xfrm>
            <a:custGeom>
              <a:avLst/>
              <a:ahLst/>
              <a:rect l="0" t="0" r="r" b="b"/>
              <a:pathLst>
                <a:path w="884" h="1392">
                  <a:moveTo>
                    <a:pt x="884" y="27"/>
                  </a:moveTo>
                  <a:lnTo>
                    <a:pt x="861" y="13"/>
                  </a:lnTo>
                  <a:lnTo>
                    <a:pt x="837" y="0"/>
                  </a:lnTo>
                  <a:lnTo>
                    <a:pt x="0" y="1364"/>
                  </a:lnTo>
                  <a:lnTo>
                    <a:pt x="23" y="1378"/>
                  </a:lnTo>
                  <a:lnTo>
                    <a:pt x="47" y="1392"/>
                  </a:lnTo>
                  <a:lnTo>
                    <a:pt x="88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63" name=""/>
            <p:cNvSpPr/>
            <p:nvPr/>
          </p:nvSpPr>
          <p:spPr>
            <a:xfrm rot="0">
              <a:off x="4548" y="1929"/>
              <a:ext cx="17" cy="13"/>
            </a:xfrm>
            <a:custGeom>
              <a:avLst/>
              <a:ahLst/>
              <a:rect l="0" t="0" r="r" b="b"/>
              <a:pathLst>
                <a:path w="50" h="41">
                  <a:moveTo>
                    <a:pt x="26" y="14"/>
                  </a:moveTo>
                  <a:lnTo>
                    <a:pt x="50" y="28"/>
                  </a:lnTo>
                  <a:lnTo>
                    <a:pt x="44" y="34"/>
                  </a:lnTo>
                  <a:lnTo>
                    <a:pt x="37" y="39"/>
                  </a:lnTo>
                  <a:lnTo>
                    <a:pt x="28" y="41"/>
                  </a:lnTo>
                  <a:lnTo>
                    <a:pt x="20" y="41"/>
                  </a:lnTo>
                  <a:lnTo>
                    <a:pt x="12" y="37"/>
                  </a:lnTo>
                  <a:lnTo>
                    <a:pt x="6" y="32"/>
                  </a:lnTo>
                  <a:lnTo>
                    <a:pt x="1" y="25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lnTo>
                    <a:pt x="26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64" name=""/>
            <p:cNvSpPr/>
            <p:nvPr/>
          </p:nvSpPr>
          <p:spPr>
            <a:xfrm rot="0">
              <a:off x="4548" y="1929"/>
              <a:ext cx="17" cy="13"/>
            </a:xfrm>
            <a:custGeom>
              <a:avLst/>
              <a:ahLst/>
              <a:rect l="0" t="0" r="r" b="b"/>
              <a:pathLst>
                <a:path w="50" h="41">
                  <a:moveTo>
                    <a:pt x="50" y="28"/>
                  </a:moveTo>
                  <a:lnTo>
                    <a:pt x="44" y="34"/>
                  </a:lnTo>
                  <a:lnTo>
                    <a:pt x="37" y="39"/>
                  </a:lnTo>
                  <a:lnTo>
                    <a:pt x="28" y="41"/>
                  </a:lnTo>
                  <a:lnTo>
                    <a:pt x="20" y="41"/>
                  </a:lnTo>
                  <a:lnTo>
                    <a:pt x="12" y="37"/>
                  </a:lnTo>
                  <a:lnTo>
                    <a:pt x="6" y="32"/>
                  </a:lnTo>
                  <a:lnTo>
                    <a:pt x="1" y="25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65" name=""/>
            <p:cNvSpPr/>
            <p:nvPr/>
          </p:nvSpPr>
          <p:spPr>
            <a:xfrm rot="0">
              <a:off x="4548" y="1924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7"/>
                  </a:moveTo>
                  <a:lnTo>
                    <a:pt x="12" y="50"/>
                  </a:lnTo>
                  <a:lnTo>
                    <a:pt x="6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66" name=""/>
            <p:cNvSpPr/>
            <p:nvPr/>
          </p:nvSpPr>
          <p:spPr>
            <a:xfrm rot="0">
              <a:off x="4548" y="1924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2" y="50"/>
                  </a:moveTo>
                  <a:lnTo>
                    <a:pt x="6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67" name=""/>
            <p:cNvSpPr/>
            <p:nvPr/>
          </p:nvSpPr>
          <p:spPr>
            <a:xfrm rot="0">
              <a:off x="4552" y="1926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28" y="0"/>
                  </a:moveTo>
                  <a:lnTo>
                    <a:pt x="14" y="23"/>
                  </a:lnTo>
                  <a:lnTo>
                    <a:pt x="0" y="46"/>
                  </a:lnTo>
                  <a:lnTo>
                    <a:pt x="304" y="223"/>
                  </a:lnTo>
                  <a:lnTo>
                    <a:pt x="318" y="199"/>
                  </a:lnTo>
                  <a:lnTo>
                    <a:pt x="332" y="176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68" name=""/>
            <p:cNvSpPr/>
            <p:nvPr/>
          </p:nvSpPr>
          <p:spPr>
            <a:xfrm rot="0">
              <a:off x="4552" y="1926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28" y="0"/>
                  </a:moveTo>
                  <a:lnTo>
                    <a:pt x="14" y="23"/>
                  </a:lnTo>
                  <a:lnTo>
                    <a:pt x="0" y="46"/>
                  </a:lnTo>
                  <a:lnTo>
                    <a:pt x="304" y="223"/>
                  </a:lnTo>
                  <a:lnTo>
                    <a:pt x="318" y="199"/>
                  </a:lnTo>
                  <a:lnTo>
                    <a:pt x="332" y="176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69" name=""/>
            <p:cNvSpPr/>
            <p:nvPr/>
          </p:nvSpPr>
          <p:spPr>
            <a:xfrm rot="0">
              <a:off x="4653" y="1984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3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9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8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70" name=""/>
            <p:cNvSpPr/>
            <p:nvPr/>
          </p:nvSpPr>
          <p:spPr>
            <a:xfrm rot="0">
              <a:off x="4653" y="1984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5"/>
                  </a:lnTo>
                  <a:lnTo>
                    <a:pt x="39" y="13"/>
                  </a:lnTo>
                  <a:lnTo>
                    <a:pt x="41" y="20"/>
                  </a:lnTo>
                  <a:lnTo>
                    <a:pt x="41" y="29"/>
                  </a:lnTo>
                  <a:lnTo>
                    <a:pt x="38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71" name=""/>
            <p:cNvSpPr/>
            <p:nvPr/>
          </p:nvSpPr>
          <p:spPr>
            <a:xfrm rot="0">
              <a:off x="4933" y="1529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4"/>
                  </a:moveTo>
                  <a:lnTo>
                    <a:pt x="27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72" name=""/>
            <p:cNvSpPr/>
            <p:nvPr/>
          </p:nvSpPr>
          <p:spPr>
            <a:xfrm rot="0">
              <a:off x="4933" y="1529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73" name=""/>
            <p:cNvSpPr/>
            <p:nvPr/>
          </p:nvSpPr>
          <p:spPr>
            <a:xfrm rot="0">
              <a:off x="4831" y="1471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305" y="223"/>
                  </a:moveTo>
                  <a:lnTo>
                    <a:pt x="318" y="200"/>
                  </a:lnTo>
                  <a:lnTo>
                    <a:pt x="332" y="176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5" y="2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74" name=""/>
            <p:cNvSpPr/>
            <p:nvPr/>
          </p:nvSpPr>
          <p:spPr>
            <a:xfrm rot="0">
              <a:off x="4831" y="1471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305" y="223"/>
                  </a:moveTo>
                  <a:lnTo>
                    <a:pt x="318" y="200"/>
                  </a:lnTo>
                  <a:lnTo>
                    <a:pt x="332" y="176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305" y="2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75" name=""/>
            <p:cNvSpPr/>
            <p:nvPr/>
          </p:nvSpPr>
          <p:spPr>
            <a:xfrm rot="0">
              <a:off x="4827" y="1470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26"/>
                  </a:moveTo>
                  <a:lnTo>
                    <a:pt x="13" y="50"/>
                  </a:lnTo>
                  <a:lnTo>
                    <a:pt x="6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76" name=""/>
            <p:cNvSpPr/>
            <p:nvPr/>
          </p:nvSpPr>
          <p:spPr>
            <a:xfrm rot="0">
              <a:off x="4827" y="1470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3" y="50"/>
                  </a:moveTo>
                  <a:lnTo>
                    <a:pt x="6" y="44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77" name=""/>
            <p:cNvSpPr/>
            <p:nvPr/>
          </p:nvSpPr>
          <p:spPr>
            <a:xfrm rot="0">
              <a:off x="4929" y="1528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78" name=""/>
            <p:cNvSpPr/>
            <p:nvPr/>
          </p:nvSpPr>
          <p:spPr>
            <a:xfrm rot="0">
              <a:off x="4929" y="1528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79" name=""/>
            <p:cNvSpPr/>
            <p:nvPr/>
          </p:nvSpPr>
          <p:spPr>
            <a:xfrm rot="0">
              <a:off x="4929" y="1537"/>
              <a:ext cx="18" cy="294"/>
            </a:xfrm>
            <a:custGeom>
              <a:avLst/>
              <a:ahLst/>
              <a:rect l="0" t="0" r="r" b="b"/>
              <a:pathLst>
                <a:path w="54" h="88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81"/>
                  </a:lnTo>
                  <a:lnTo>
                    <a:pt x="26" y="881"/>
                  </a:lnTo>
                  <a:lnTo>
                    <a:pt x="54" y="88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80" name=""/>
            <p:cNvSpPr/>
            <p:nvPr/>
          </p:nvSpPr>
          <p:spPr>
            <a:xfrm rot="0">
              <a:off x="4929" y="1537"/>
              <a:ext cx="18" cy="294"/>
            </a:xfrm>
            <a:custGeom>
              <a:avLst/>
              <a:ahLst/>
              <a:rect l="0" t="0" r="r" b="b"/>
              <a:pathLst>
                <a:path w="54" h="88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81"/>
                  </a:lnTo>
                  <a:lnTo>
                    <a:pt x="26" y="881"/>
                  </a:lnTo>
                  <a:lnTo>
                    <a:pt x="54" y="88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81" name=""/>
            <p:cNvSpPr/>
            <p:nvPr/>
          </p:nvSpPr>
          <p:spPr>
            <a:xfrm rot="0">
              <a:off x="4929" y="1831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82" name=""/>
            <p:cNvSpPr/>
            <p:nvPr/>
          </p:nvSpPr>
          <p:spPr>
            <a:xfrm rot="0">
              <a:off x="4929" y="1831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83" name=""/>
            <p:cNvSpPr/>
            <p:nvPr/>
          </p:nvSpPr>
          <p:spPr>
            <a:xfrm rot="0">
              <a:off x="4930" y="1528"/>
              <a:ext cx="16" cy="14"/>
            </a:xfrm>
            <a:custGeom>
              <a:avLst/>
              <a:ahLst/>
              <a:rect l="0" t="0" r="r" b="b"/>
              <a:pathLst>
                <a:path w="50" h="41">
                  <a:moveTo>
                    <a:pt x="23" y="27"/>
                  </a:moveTo>
                  <a:lnTo>
                    <a:pt x="0" y="13"/>
                  </a:lnTo>
                  <a:lnTo>
                    <a:pt x="5" y="7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4" y="9"/>
                  </a:lnTo>
                  <a:lnTo>
                    <a:pt x="49" y="16"/>
                  </a:lnTo>
                  <a:lnTo>
                    <a:pt x="50" y="25"/>
                  </a:lnTo>
                  <a:lnTo>
                    <a:pt x="50" y="33"/>
                  </a:lnTo>
                  <a:lnTo>
                    <a:pt x="47" y="41"/>
                  </a:lnTo>
                  <a:lnTo>
                    <a:pt x="2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84" name=""/>
            <p:cNvSpPr/>
            <p:nvPr/>
          </p:nvSpPr>
          <p:spPr>
            <a:xfrm rot="0">
              <a:off x="4930" y="1528"/>
              <a:ext cx="16" cy="14"/>
            </a:xfrm>
            <a:custGeom>
              <a:avLst/>
              <a:ahLst/>
              <a:rect l="0" t="0" r="r" b="b"/>
              <a:pathLst>
                <a:path w="50" h="41">
                  <a:moveTo>
                    <a:pt x="0" y="13"/>
                  </a:moveTo>
                  <a:lnTo>
                    <a:pt x="5" y="7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4" y="9"/>
                  </a:lnTo>
                  <a:lnTo>
                    <a:pt x="49" y="16"/>
                  </a:lnTo>
                  <a:lnTo>
                    <a:pt x="50" y="25"/>
                  </a:lnTo>
                  <a:lnTo>
                    <a:pt x="50" y="33"/>
                  </a:lnTo>
                  <a:lnTo>
                    <a:pt x="47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85" name=""/>
            <p:cNvSpPr/>
            <p:nvPr/>
          </p:nvSpPr>
          <p:spPr>
            <a:xfrm rot="0">
              <a:off x="4650" y="1533"/>
              <a:ext cx="295" cy="464"/>
            </a:xfrm>
            <a:custGeom>
              <a:avLst/>
              <a:ahLst/>
              <a:rect l="0" t="0" r="r" b="b"/>
              <a:pathLst>
                <a:path w="885" h="1392">
                  <a:moveTo>
                    <a:pt x="885" y="28"/>
                  </a:moveTo>
                  <a:lnTo>
                    <a:pt x="861" y="14"/>
                  </a:lnTo>
                  <a:lnTo>
                    <a:pt x="838" y="0"/>
                  </a:lnTo>
                  <a:lnTo>
                    <a:pt x="0" y="1365"/>
                  </a:lnTo>
                  <a:lnTo>
                    <a:pt x="23" y="1378"/>
                  </a:lnTo>
                  <a:lnTo>
                    <a:pt x="47" y="1392"/>
                  </a:lnTo>
                  <a:lnTo>
                    <a:pt x="88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86" name=""/>
            <p:cNvSpPr/>
            <p:nvPr/>
          </p:nvSpPr>
          <p:spPr>
            <a:xfrm rot="0">
              <a:off x="4650" y="1533"/>
              <a:ext cx="295" cy="464"/>
            </a:xfrm>
            <a:custGeom>
              <a:avLst/>
              <a:ahLst/>
              <a:rect l="0" t="0" r="r" b="b"/>
              <a:pathLst>
                <a:path w="885" h="1392">
                  <a:moveTo>
                    <a:pt x="885" y="28"/>
                  </a:moveTo>
                  <a:lnTo>
                    <a:pt x="861" y="14"/>
                  </a:lnTo>
                  <a:lnTo>
                    <a:pt x="838" y="0"/>
                  </a:lnTo>
                  <a:lnTo>
                    <a:pt x="0" y="1365"/>
                  </a:lnTo>
                  <a:lnTo>
                    <a:pt x="23" y="1378"/>
                  </a:lnTo>
                  <a:lnTo>
                    <a:pt x="47" y="1392"/>
                  </a:lnTo>
                  <a:lnTo>
                    <a:pt x="88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87" name=""/>
            <p:cNvSpPr/>
            <p:nvPr/>
          </p:nvSpPr>
          <p:spPr>
            <a:xfrm rot="0">
              <a:off x="4649" y="1988"/>
              <a:ext cx="17" cy="13"/>
            </a:xfrm>
            <a:custGeom>
              <a:avLst/>
              <a:ahLst/>
              <a:rect l="0" t="0" r="r" b="b"/>
              <a:pathLst>
                <a:path w="50" h="40">
                  <a:moveTo>
                    <a:pt x="26" y="13"/>
                  </a:moveTo>
                  <a:lnTo>
                    <a:pt x="50" y="27"/>
                  </a:lnTo>
                  <a:lnTo>
                    <a:pt x="44" y="34"/>
                  </a:lnTo>
                  <a:lnTo>
                    <a:pt x="37" y="39"/>
                  </a:lnTo>
                  <a:lnTo>
                    <a:pt x="28" y="40"/>
                  </a:lnTo>
                  <a:lnTo>
                    <a:pt x="20" y="40"/>
                  </a:lnTo>
                  <a:lnTo>
                    <a:pt x="12" y="37"/>
                  </a:lnTo>
                  <a:lnTo>
                    <a:pt x="6" y="31"/>
                  </a:lnTo>
                  <a:lnTo>
                    <a:pt x="1" y="24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  <a:lnTo>
                    <a:pt x="2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88" name=""/>
            <p:cNvSpPr/>
            <p:nvPr/>
          </p:nvSpPr>
          <p:spPr>
            <a:xfrm rot="0">
              <a:off x="4649" y="1988"/>
              <a:ext cx="17" cy="13"/>
            </a:xfrm>
            <a:custGeom>
              <a:avLst/>
              <a:ahLst/>
              <a:rect l="0" t="0" r="r" b="b"/>
              <a:pathLst>
                <a:path w="50" h="40">
                  <a:moveTo>
                    <a:pt x="50" y="27"/>
                  </a:moveTo>
                  <a:lnTo>
                    <a:pt x="44" y="34"/>
                  </a:lnTo>
                  <a:lnTo>
                    <a:pt x="37" y="39"/>
                  </a:lnTo>
                  <a:lnTo>
                    <a:pt x="28" y="40"/>
                  </a:lnTo>
                  <a:lnTo>
                    <a:pt x="20" y="40"/>
                  </a:lnTo>
                  <a:lnTo>
                    <a:pt x="12" y="37"/>
                  </a:lnTo>
                  <a:lnTo>
                    <a:pt x="6" y="31"/>
                  </a:lnTo>
                  <a:lnTo>
                    <a:pt x="1" y="24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89" name=""/>
            <p:cNvSpPr/>
            <p:nvPr/>
          </p:nvSpPr>
          <p:spPr>
            <a:xfrm rot="0">
              <a:off x="4933" y="1822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7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90" name=""/>
            <p:cNvSpPr/>
            <p:nvPr/>
          </p:nvSpPr>
          <p:spPr>
            <a:xfrm rot="0">
              <a:off x="4933" y="1822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91" name=""/>
            <p:cNvSpPr/>
            <p:nvPr/>
          </p:nvSpPr>
          <p:spPr>
            <a:xfrm rot="0">
              <a:off x="4653" y="1823"/>
              <a:ext cx="289" cy="177"/>
            </a:xfrm>
            <a:custGeom>
              <a:avLst/>
              <a:ahLst/>
              <a:rect l="0" t="0" r="r" b="b"/>
              <a:pathLst>
                <a:path w="866" h="531">
                  <a:moveTo>
                    <a:pt x="866" y="47"/>
                  </a:moveTo>
                  <a:lnTo>
                    <a:pt x="852" y="24"/>
                  </a:lnTo>
                  <a:lnTo>
                    <a:pt x="839" y="0"/>
                  </a:lnTo>
                  <a:lnTo>
                    <a:pt x="0" y="484"/>
                  </a:lnTo>
                  <a:lnTo>
                    <a:pt x="14" y="507"/>
                  </a:lnTo>
                  <a:lnTo>
                    <a:pt x="28" y="531"/>
                  </a:lnTo>
                  <a:lnTo>
                    <a:pt x="866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92" name=""/>
            <p:cNvSpPr/>
            <p:nvPr/>
          </p:nvSpPr>
          <p:spPr>
            <a:xfrm rot="0">
              <a:off x="4653" y="1823"/>
              <a:ext cx="289" cy="177"/>
            </a:xfrm>
            <a:custGeom>
              <a:avLst/>
              <a:ahLst/>
              <a:rect l="0" t="0" r="r" b="b"/>
              <a:pathLst>
                <a:path w="866" h="531">
                  <a:moveTo>
                    <a:pt x="866" y="47"/>
                  </a:moveTo>
                  <a:lnTo>
                    <a:pt x="852" y="24"/>
                  </a:lnTo>
                  <a:lnTo>
                    <a:pt x="839" y="0"/>
                  </a:lnTo>
                  <a:lnTo>
                    <a:pt x="0" y="484"/>
                  </a:lnTo>
                  <a:lnTo>
                    <a:pt x="14" y="507"/>
                  </a:lnTo>
                  <a:lnTo>
                    <a:pt x="28" y="531"/>
                  </a:lnTo>
                  <a:lnTo>
                    <a:pt x="866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93" name=""/>
            <p:cNvSpPr/>
            <p:nvPr/>
          </p:nvSpPr>
          <p:spPr>
            <a:xfrm rot="0">
              <a:off x="4649" y="1984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3"/>
                  </a:moveTo>
                  <a:lnTo>
                    <a:pt x="40" y="47"/>
                  </a:lnTo>
                  <a:lnTo>
                    <a:pt x="31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94" name=""/>
            <p:cNvSpPr/>
            <p:nvPr/>
          </p:nvSpPr>
          <p:spPr>
            <a:xfrm rot="0">
              <a:off x="4649" y="1984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1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95" name=""/>
            <p:cNvSpPr/>
            <p:nvPr/>
          </p:nvSpPr>
          <p:spPr>
            <a:xfrm rot="0">
              <a:off x="5030" y="158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96" name=""/>
            <p:cNvSpPr/>
            <p:nvPr/>
          </p:nvSpPr>
          <p:spPr>
            <a:xfrm rot="0">
              <a:off x="5030" y="158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97" name=""/>
            <p:cNvSpPr/>
            <p:nvPr/>
          </p:nvSpPr>
          <p:spPr>
            <a:xfrm rot="0">
              <a:off x="5030" y="1596"/>
              <a:ext cx="18" cy="293"/>
            </a:xfrm>
            <a:custGeom>
              <a:avLst/>
              <a:ahLst/>
              <a:rect l="0" t="0" r="r" b="b"/>
              <a:pathLst>
                <a:path w="54" h="88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80"/>
                  </a:lnTo>
                  <a:lnTo>
                    <a:pt x="26" y="880"/>
                  </a:lnTo>
                  <a:lnTo>
                    <a:pt x="54" y="88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098" name=""/>
            <p:cNvSpPr/>
            <p:nvPr/>
          </p:nvSpPr>
          <p:spPr>
            <a:xfrm rot="0">
              <a:off x="5030" y="1596"/>
              <a:ext cx="18" cy="293"/>
            </a:xfrm>
            <a:custGeom>
              <a:avLst/>
              <a:ahLst/>
              <a:rect l="0" t="0" r="r" b="b"/>
              <a:pathLst>
                <a:path w="54" h="88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80"/>
                  </a:lnTo>
                  <a:lnTo>
                    <a:pt x="26" y="880"/>
                  </a:lnTo>
                  <a:lnTo>
                    <a:pt x="54" y="88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099" name=""/>
            <p:cNvSpPr/>
            <p:nvPr/>
          </p:nvSpPr>
          <p:spPr>
            <a:xfrm rot="0">
              <a:off x="5030" y="1889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00" name=""/>
            <p:cNvSpPr/>
            <p:nvPr/>
          </p:nvSpPr>
          <p:spPr>
            <a:xfrm rot="0">
              <a:off x="5030" y="1889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01" name=""/>
            <p:cNvSpPr/>
            <p:nvPr/>
          </p:nvSpPr>
          <p:spPr>
            <a:xfrm rot="0">
              <a:off x="5034" y="1881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7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02" name=""/>
            <p:cNvSpPr/>
            <p:nvPr/>
          </p:nvSpPr>
          <p:spPr>
            <a:xfrm rot="0">
              <a:off x="5034" y="1881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7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03" name=""/>
            <p:cNvSpPr/>
            <p:nvPr/>
          </p:nvSpPr>
          <p:spPr>
            <a:xfrm rot="0">
              <a:off x="4755" y="1882"/>
              <a:ext cx="288" cy="177"/>
            </a:xfrm>
            <a:custGeom>
              <a:avLst/>
              <a:ahLst/>
              <a:rect l="0" t="0" r="r" b="b"/>
              <a:pathLst>
                <a:path w="865" h="531">
                  <a:moveTo>
                    <a:pt x="865" y="47"/>
                  </a:moveTo>
                  <a:lnTo>
                    <a:pt x="851" y="23"/>
                  </a:lnTo>
                  <a:lnTo>
                    <a:pt x="838" y="0"/>
                  </a:lnTo>
                  <a:lnTo>
                    <a:pt x="0" y="484"/>
                  </a:lnTo>
                  <a:lnTo>
                    <a:pt x="14" y="508"/>
                  </a:lnTo>
                  <a:lnTo>
                    <a:pt x="28" y="531"/>
                  </a:lnTo>
                  <a:lnTo>
                    <a:pt x="865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04" name=""/>
            <p:cNvSpPr/>
            <p:nvPr/>
          </p:nvSpPr>
          <p:spPr>
            <a:xfrm rot="0">
              <a:off x="4755" y="1882"/>
              <a:ext cx="288" cy="177"/>
            </a:xfrm>
            <a:custGeom>
              <a:avLst/>
              <a:ahLst/>
              <a:rect l="0" t="0" r="r" b="b"/>
              <a:pathLst>
                <a:path w="865" h="531">
                  <a:moveTo>
                    <a:pt x="865" y="47"/>
                  </a:moveTo>
                  <a:lnTo>
                    <a:pt x="851" y="23"/>
                  </a:lnTo>
                  <a:lnTo>
                    <a:pt x="838" y="0"/>
                  </a:lnTo>
                  <a:lnTo>
                    <a:pt x="0" y="484"/>
                  </a:lnTo>
                  <a:lnTo>
                    <a:pt x="14" y="508"/>
                  </a:lnTo>
                  <a:lnTo>
                    <a:pt x="28" y="531"/>
                  </a:lnTo>
                  <a:lnTo>
                    <a:pt x="865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05" name=""/>
            <p:cNvSpPr/>
            <p:nvPr/>
          </p:nvSpPr>
          <p:spPr>
            <a:xfrm rot="0">
              <a:off x="4751" y="2043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4"/>
                  </a:moveTo>
                  <a:lnTo>
                    <a:pt x="40" y="47"/>
                  </a:lnTo>
                  <a:lnTo>
                    <a:pt x="31" y="50"/>
                  </a:lnTo>
                  <a:lnTo>
                    <a:pt x="23" y="50"/>
                  </a:lnTo>
                  <a:lnTo>
                    <a:pt x="15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  <a:lnTo>
                    <a:pt x="2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06" name=""/>
            <p:cNvSpPr/>
            <p:nvPr/>
          </p:nvSpPr>
          <p:spPr>
            <a:xfrm rot="0">
              <a:off x="4751" y="2043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1" y="50"/>
                  </a:lnTo>
                  <a:lnTo>
                    <a:pt x="23" y="50"/>
                  </a:lnTo>
                  <a:lnTo>
                    <a:pt x="15" y="48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07" name=""/>
            <p:cNvSpPr/>
            <p:nvPr/>
          </p:nvSpPr>
          <p:spPr>
            <a:xfrm rot="0">
              <a:off x="4751" y="2042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08" name=""/>
            <p:cNvSpPr/>
            <p:nvPr/>
          </p:nvSpPr>
          <p:spPr>
            <a:xfrm rot="0">
              <a:off x="4751" y="2042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09" name=""/>
            <p:cNvSpPr/>
            <p:nvPr/>
          </p:nvSpPr>
          <p:spPr>
            <a:xfrm rot="0">
              <a:off x="4751" y="2051"/>
              <a:ext cx="18" cy="117"/>
            </a:xfrm>
            <a:custGeom>
              <a:avLst/>
              <a:ahLst/>
              <a:rect l="0" t="0" r="r" b="b"/>
              <a:pathLst>
                <a:path w="54" h="35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52"/>
                  </a:lnTo>
                  <a:lnTo>
                    <a:pt x="26" y="352"/>
                  </a:lnTo>
                  <a:lnTo>
                    <a:pt x="54" y="35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10" name=""/>
            <p:cNvSpPr/>
            <p:nvPr/>
          </p:nvSpPr>
          <p:spPr>
            <a:xfrm rot="0">
              <a:off x="4751" y="2051"/>
              <a:ext cx="18" cy="117"/>
            </a:xfrm>
            <a:custGeom>
              <a:avLst/>
              <a:ahLst/>
              <a:rect l="0" t="0" r="r" b="b"/>
              <a:pathLst>
                <a:path w="54" h="35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52"/>
                  </a:lnTo>
                  <a:lnTo>
                    <a:pt x="26" y="352"/>
                  </a:lnTo>
                  <a:lnTo>
                    <a:pt x="54" y="35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11" name=""/>
            <p:cNvSpPr/>
            <p:nvPr/>
          </p:nvSpPr>
          <p:spPr>
            <a:xfrm rot="0">
              <a:off x="4751" y="216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12" name=""/>
            <p:cNvSpPr/>
            <p:nvPr/>
          </p:nvSpPr>
          <p:spPr>
            <a:xfrm rot="0">
              <a:off x="4751" y="216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13" name=""/>
            <p:cNvSpPr/>
            <p:nvPr/>
          </p:nvSpPr>
          <p:spPr>
            <a:xfrm rot="0">
              <a:off x="4751" y="2160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4"/>
                  </a:moveTo>
                  <a:lnTo>
                    <a:pt x="40" y="47"/>
                  </a:lnTo>
                  <a:lnTo>
                    <a:pt x="31" y="50"/>
                  </a:lnTo>
                  <a:lnTo>
                    <a:pt x="23" y="50"/>
                  </a:lnTo>
                  <a:lnTo>
                    <a:pt x="15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14" name=""/>
            <p:cNvSpPr/>
            <p:nvPr/>
          </p:nvSpPr>
          <p:spPr>
            <a:xfrm rot="0">
              <a:off x="4751" y="2160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1" y="50"/>
                  </a:lnTo>
                  <a:lnTo>
                    <a:pt x="23" y="50"/>
                  </a:lnTo>
                  <a:lnTo>
                    <a:pt x="15" y="48"/>
                  </a:lnTo>
                  <a:lnTo>
                    <a:pt x="8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15" name=""/>
            <p:cNvSpPr/>
            <p:nvPr/>
          </p:nvSpPr>
          <p:spPr>
            <a:xfrm rot="0">
              <a:off x="4755" y="1838"/>
              <a:ext cx="568" cy="338"/>
            </a:xfrm>
            <a:custGeom>
              <a:avLst/>
              <a:ahLst/>
              <a:rect l="0" t="0" r="r" b="b"/>
              <a:pathLst>
                <a:path w="1703" h="1015">
                  <a:moveTo>
                    <a:pt x="0" y="968"/>
                  </a:moveTo>
                  <a:lnTo>
                    <a:pt x="14" y="992"/>
                  </a:lnTo>
                  <a:lnTo>
                    <a:pt x="28" y="1015"/>
                  </a:lnTo>
                  <a:lnTo>
                    <a:pt x="1703" y="47"/>
                  </a:lnTo>
                  <a:lnTo>
                    <a:pt x="1690" y="23"/>
                  </a:lnTo>
                  <a:lnTo>
                    <a:pt x="1676" y="0"/>
                  </a:lnTo>
                  <a:lnTo>
                    <a:pt x="0" y="9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16" name=""/>
            <p:cNvSpPr/>
            <p:nvPr/>
          </p:nvSpPr>
          <p:spPr>
            <a:xfrm rot="0">
              <a:off x="4755" y="1838"/>
              <a:ext cx="568" cy="338"/>
            </a:xfrm>
            <a:custGeom>
              <a:avLst/>
              <a:ahLst/>
              <a:rect l="0" t="0" r="r" b="b"/>
              <a:pathLst>
                <a:path w="1703" h="1015">
                  <a:moveTo>
                    <a:pt x="0" y="968"/>
                  </a:moveTo>
                  <a:lnTo>
                    <a:pt x="14" y="992"/>
                  </a:lnTo>
                  <a:lnTo>
                    <a:pt x="28" y="1015"/>
                  </a:lnTo>
                  <a:lnTo>
                    <a:pt x="1703" y="47"/>
                  </a:lnTo>
                  <a:lnTo>
                    <a:pt x="1690" y="23"/>
                  </a:lnTo>
                  <a:lnTo>
                    <a:pt x="1676" y="0"/>
                  </a:lnTo>
                  <a:lnTo>
                    <a:pt x="0" y="9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17" name=""/>
            <p:cNvSpPr/>
            <p:nvPr/>
          </p:nvSpPr>
          <p:spPr>
            <a:xfrm rot="0">
              <a:off x="5314" y="1837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18" name=""/>
            <p:cNvSpPr/>
            <p:nvPr/>
          </p:nvSpPr>
          <p:spPr>
            <a:xfrm rot="0">
              <a:off x="5314" y="1837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19" name=""/>
            <p:cNvSpPr/>
            <p:nvPr/>
          </p:nvSpPr>
          <p:spPr>
            <a:xfrm rot="0">
              <a:off x="5309" y="184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20" name=""/>
            <p:cNvSpPr/>
            <p:nvPr/>
          </p:nvSpPr>
          <p:spPr>
            <a:xfrm rot="0">
              <a:off x="5309" y="184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21" name=""/>
            <p:cNvSpPr/>
            <p:nvPr/>
          </p:nvSpPr>
          <p:spPr>
            <a:xfrm rot="0">
              <a:off x="5309" y="1435"/>
              <a:ext cx="18" cy="410"/>
            </a:xfrm>
            <a:custGeom>
              <a:avLst/>
              <a:ahLst/>
              <a:rect l="0" t="0" r="r" b="b"/>
              <a:pathLst>
                <a:path w="54" h="1232">
                  <a:moveTo>
                    <a:pt x="0" y="1232"/>
                  </a:moveTo>
                  <a:lnTo>
                    <a:pt x="27" y="1232"/>
                  </a:lnTo>
                  <a:lnTo>
                    <a:pt x="54" y="1232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22" name=""/>
            <p:cNvSpPr/>
            <p:nvPr/>
          </p:nvSpPr>
          <p:spPr>
            <a:xfrm rot="0">
              <a:off x="5309" y="1435"/>
              <a:ext cx="18" cy="410"/>
            </a:xfrm>
            <a:custGeom>
              <a:avLst/>
              <a:ahLst/>
              <a:rect l="0" t="0" r="r" b="b"/>
              <a:pathLst>
                <a:path w="54" h="1232">
                  <a:moveTo>
                    <a:pt x="0" y="1232"/>
                  </a:moveTo>
                  <a:lnTo>
                    <a:pt x="27" y="1232"/>
                  </a:lnTo>
                  <a:lnTo>
                    <a:pt x="54" y="1232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23" name=""/>
            <p:cNvSpPr/>
            <p:nvPr/>
          </p:nvSpPr>
          <p:spPr>
            <a:xfrm rot="0">
              <a:off x="5309" y="1425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24" name=""/>
            <p:cNvSpPr/>
            <p:nvPr/>
          </p:nvSpPr>
          <p:spPr>
            <a:xfrm rot="0">
              <a:off x="5309" y="1425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25" name=""/>
            <p:cNvSpPr/>
            <p:nvPr/>
          </p:nvSpPr>
          <p:spPr>
            <a:xfrm rot="0">
              <a:off x="5314" y="1426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26" name=""/>
            <p:cNvSpPr/>
            <p:nvPr/>
          </p:nvSpPr>
          <p:spPr>
            <a:xfrm rot="0">
              <a:off x="5314" y="1426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27" name=""/>
            <p:cNvSpPr/>
            <p:nvPr/>
          </p:nvSpPr>
          <p:spPr>
            <a:xfrm rot="0">
              <a:off x="5034" y="1427"/>
              <a:ext cx="289" cy="177"/>
            </a:xfrm>
            <a:custGeom>
              <a:avLst/>
              <a:ahLst/>
              <a:rect l="0" t="0" r="r" b="b"/>
              <a:pathLst>
                <a:path w="865" h="532">
                  <a:moveTo>
                    <a:pt x="865" y="47"/>
                  </a:moveTo>
                  <a:lnTo>
                    <a:pt x="852" y="24"/>
                  </a:lnTo>
                  <a:lnTo>
                    <a:pt x="838" y="0"/>
                  </a:lnTo>
                  <a:lnTo>
                    <a:pt x="0" y="485"/>
                  </a:lnTo>
                  <a:lnTo>
                    <a:pt x="13" y="508"/>
                  </a:lnTo>
                  <a:lnTo>
                    <a:pt x="27" y="532"/>
                  </a:lnTo>
                  <a:lnTo>
                    <a:pt x="865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28" name=""/>
            <p:cNvSpPr/>
            <p:nvPr/>
          </p:nvSpPr>
          <p:spPr>
            <a:xfrm rot="0">
              <a:off x="5034" y="1427"/>
              <a:ext cx="289" cy="177"/>
            </a:xfrm>
            <a:custGeom>
              <a:avLst/>
              <a:ahLst/>
              <a:rect l="0" t="0" r="r" b="b"/>
              <a:pathLst>
                <a:path w="865" h="532">
                  <a:moveTo>
                    <a:pt x="865" y="47"/>
                  </a:moveTo>
                  <a:lnTo>
                    <a:pt x="852" y="24"/>
                  </a:lnTo>
                  <a:lnTo>
                    <a:pt x="838" y="0"/>
                  </a:lnTo>
                  <a:lnTo>
                    <a:pt x="0" y="485"/>
                  </a:lnTo>
                  <a:lnTo>
                    <a:pt x="13" y="508"/>
                  </a:lnTo>
                  <a:lnTo>
                    <a:pt x="27" y="532"/>
                  </a:lnTo>
                  <a:lnTo>
                    <a:pt x="865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29" name=""/>
            <p:cNvSpPr/>
            <p:nvPr/>
          </p:nvSpPr>
          <p:spPr>
            <a:xfrm rot="0">
              <a:off x="5030" y="1588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3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3" y="0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30" name=""/>
            <p:cNvSpPr/>
            <p:nvPr/>
          </p:nvSpPr>
          <p:spPr>
            <a:xfrm rot="0">
              <a:off x="5030" y="1588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31" name=""/>
            <p:cNvSpPr/>
            <p:nvPr/>
          </p:nvSpPr>
          <p:spPr>
            <a:xfrm rot="0">
              <a:off x="4288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32" name=""/>
            <p:cNvSpPr/>
            <p:nvPr/>
          </p:nvSpPr>
          <p:spPr>
            <a:xfrm rot="0">
              <a:off x="4288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33" name=""/>
            <p:cNvSpPr/>
            <p:nvPr/>
          </p:nvSpPr>
          <p:spPr>
            <a:xfrm rot="0">
              <a:off x="4288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34" name=""/>
            <p:cNvSpPr/>
            <p:nvPr/>
          </p:nvSpPr>
          <p:spPr>
            <a:xfrm rot="0">
              <a:off x="4288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35" name=""/>
            <p:cNvSpPr/>
            <p:nvPr/>
          </p:nvSpPr>
          <p:spPr>
            <a:xfrm rot="0">
              <a:off x="4288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36" name=""/>
            <p:cNvSpPr/>
            <p:nvPr/>
          </p:nvSpPr>
          <p:spPr>
            <a:xfrm rot="0">
              <a:off x="4288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37" name=""/>
            <p:cNvSpPr/>
            <p:nvPr/>
          </p:nvSpPr>
          <p:spPr>
            <a:xfrm rot="0">
              <a:off x="4440" y="713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38" name=""/>
            <p:cNvSpPr/>
            <p:nvPr/>
          </p:nvSpPr>
          <p:spPr>
            <a:xfrm rot="0">
              <a:off x="4440" y="713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39" name=""/>
            <p:cNvSpPr/>
            <p:nvPr/>
          </p:nvSpPr>
          <p:spPr>
            <a:xfrm rot="0">
              <a:off x="4297" y="713"/>
              <a:ext cx="143" cy="18"/>
            </a:xfrm>
            <a:custGeom>
              <a:avLst/>
              <a:ahLst/>
              <a:rect l="0" t="0" r="r" b="b"/>
              <a:pathLst>
                <a:path w="431" h="54">
                  <a:moveTo>
                    <a:pt x="431" y="54"/>
                  </a:moveTo>
                  <a:lnTo>
                    <a:pt x="431" y="27"/>
                  </a:lnTo>
                  <a:lnTo>
                    <a:pt x="43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31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40" name=""/>
            <p:cNvSpPr/>
            <p:nvPr/>
          </p:nvSpPr>
          <p:spPr>
            <a:xfrm rot="0">
              <a:off x="4297" y="713"/>
              <a:ext cx="143" cy="18"/>
            </a:xfrm>
            <a:custGeom>
              <a:avLst/>
              <a:ahLst/>
              <a:rect l="0" t="0" r="r" b="b"/>
              <a:pathLst>
                <a:path w="431" h="54">
                  <a:moveTo>
                    <a:pt x="431" y="54"/>
                  </a:moveTo>
                  <a:lnTo>
                    <a:pt x="431" y="27"/>
                  </a:lnTo>
                  <a:lnTo>
                    <a:pt x="43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31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41" name=""/>
            <p:cNvSpPr/>
            <p:nvPr/>
          </p:nvSpPr>
          <p:spPr>
            <a:xfrm rot="0">
              <a:off x="4288" y="71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42" name=""/>
            <p:cNvSpPr/>
            <p:nvPr/>
          </p:nvSpPr>
          <p:spPr>
            <a:xfrm rot="0">
              <a:off x="4288" y="71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43" name=""/>
            <p:cNvSpPr/>
            <p:nvPr/>
          </p:nvSpPr>
          <p:spPr>
            <a:xfrm rot="0">
              <a:off x="4719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44" name=""/>
            <p:cNvSpPr/>
            <p:nvPr/>
          </p:nvSpPr>
          <p:spPr>
            <a:xfrm rot="0">
              <a:off x="4719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45" name=""/>
            <p:cNvSpPr/>
            <p:nvPr/>
          </p:nvSpPr>
          <p:spPr>
            <a:xfrm rot="0">
              <a:off x="4719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46" name=""/>
            <p:cNvSpPr/>
            <p:nvPr/>
          </p:nvSpPr>
          <p:spPr>
            <a:xfrm rot="0">
              <a:off x="4719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47" name=""/>
            <p:cNvSpPr/>
            <p:nvPr/>
          </p:nvSpPr>
          <p:spPr>
            <a:xfrm rot="0">
              <a:off x="4719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48" name=""/>
            <p:cNvSpPr/>
            <p:nvPr/>
          </p:nvSpPr>
          <p:spPr>
            <a:xfrm rot="0">
              <a:off x="4719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49" name=""/>
            <p:cNvSpPr/>
            <p:nvPr/>
          </p:nvSpPr>
          <p:spPr>
            <a:xfrm rot="0">
              <a:off x="4727" y="713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50" name=""/>
            <p:cNvSpPr/>
            <p:nvPr/>
          </p:nvSpPr>
          <p:spPr>
            <a:xfrm rot="0">
              <a:off x="4727" y="713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51" name=""/>
            <p:cNvSpPr/>
            <p:nvPr/>
          </p:nvSpPr>
          <p:spPr>
            <a:xfrm rot="0">
              <a:off x="4584" y="713"/>
              <a:ext cx="143" cy="18"/>
            </a:xfrm>
            <a:custGeom>
              <a:avLst/>
              <a:ahLst/>
              <a:rect l="0" t="0" r="r" b="b"/>
              <a:pathLst>
                <a:path w="430" h="54">
                  <a:moveTo>
                    <a:pt x="430" y="54"/>
                  </a:moveTo>
                  <a:lnTo>
                    <a:pt x="430" y="27"/>
                  </a:lnTo>
                  <a:lnTo>
                    <a:pt x="43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3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52" name=""/>
            <p:cNvSpPr/>
            <p:nvPr/>
          </p:nvSpPr>
          <p:spPr>
            <a:xfrm rot="0">
              <a:off x="4584" y="713"/>
              <a:ext cx="143" cy="18"/>
            </a:xfrm>
            <a:custGeom>
              <a:avLst/>
              <a:ahLst/>
              <a:rect l="0" t="0" r="r" b="b"/>
              <a:pathLst>
                <a:path w="430" h="54">
                  <a:moveTo>
                    <a:pt x="430" y="54"/>
                  </a:moveTo>
                  <a:lnTo>
                    <a:pt x="430" y="27"/>
                  </a:lnTo>
                  <a:lnTo>
                    <a:pt x="43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53" name=""/>
            <p:cNvSpPr/>
            <p:nvPr/>
          </p:nvSpPr>
          <p:spPr>
            <a:xfrm rot="0">
              <a:off x="4575" y="71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54" name=""/>
            <p:cNvSpPr/>
            <p:nvPr/>
          </p:nvSpPr>
          <p:spPr>
            <a:xfrm rot="0">
              <a:off x="4575" y="71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55" name=""/>
            <p:cNvSpPr/>
            <p:nvPr/>
          </p:nvSpPr>
          <p:spPr>
            <a:xfrm rot="0">
              <a:off x="4575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56" name=""/>
            <p:cNvSpPr/>
            <p:nvPr/>
          </p:nvSpPr>
          <p:spPr>
            <a:xfrm rot="0">
              <a:off x="4575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57" name=""/>
            <p:cNvSpPr/>
            <p:nvPr/>
          </p:nvSpPr>
          <p:spPr>
            <a:xfrm rot="0">
              <a:off x="4575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58" name=""/>
            <p:cNvSpPr/>
            <p:nvPr/>
          </p:nvSpPr>
          <p:spPr>
            <a:xfrm rot="0">
              <a:off x="4575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59" name=""/>
            <p:cNvSpPr/>
            <p:nvPr/>
          </p:nvSpPr>
          <p:spPr>
            <a:xfrm rot="0">
              <a:off x="4575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60" name=""/>
            <p:cNvSpPr/>
            <p:nvPr/>
          </p:nvSpPr>
          <p:spPr>
            <a:xfrm rot="0">
              <a:off x="4575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61" name=""/>
            <p:cNvSpPr/>
            <p:nvPr/>
          </p:nvSpPr>
          <p:spPr>
            <a:xfrm rot="0">
              <a:off x="4431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62" name=""/>
            <p:cNvSpPr/>
            <p:nvPr/>
          </p:nvSpPr>
          <p:spPr>
            <a:xfrm rot="0">
              <a:off x="4431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63" name=""/>
            <p:cNvSpPr/>
            <p:nvPr/>
          </p:nvSpPr>
          <p:spPr>
            <a:xfrm rot="0">
              <a:off x="4431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7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64" name=""/>
            <p:cNvSpPr/>
            <p:nvPr/>
          </p:nvSpPr>
          <p:spPr>
            <a:xfrm rot="0">
              <a:off x="4431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7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65" name=""/>
            <p:cNvSpPr/>
            <p:nvPr/>
          </p:nvSpPr>
          <p:spPr>
            <a:xfrm rot="0">
              <a:off x="4431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66" name=""/>
            <p:cNvSpPr/>
            <p:nvPr/>
          </p:nvSpPr>
          <p:spPr>
            <a:xfrm rot="0">
              <a:off x="4431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67" name=""/>
            <p:cNvSpPr/>
            <p:nvPr/>
          </p:nvSpPr>
          <p:spPr>
            <a:xfrm rot="0">
              <a:off x="4584" y="713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68" name=""/>
            <p:cNvSpPr/>
            <p:nvPr/>
          </p:nvSpPr>
          <p:spPr>
            <a:xfrm rot="0">
              <a:off x="4584" y="713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69" name=""/>
            <p:cNvSpPr/>
            <p:nvPr/>
          </p:nvSpPr>
          <p:spPr>
            <a:xfrm rot="0">
              <a:off x="4440" y="713"/>
              <a:ext cx="144" cy="18"/>
            </a:xfrm>
            <a:custGeom>
              <a:avLst/>
              <a:ahLst/>
              <a:rect l="0" t="0" r="r" b="b"/>
              <a:pathLst>
                <a:path w="431" h="54">
                  <a:moveTo>
                    <a:pt x="431" y="54"/>
                  </a:moveTo>
                  <a:lnTo>
                    <a:pt x="431" y="27"/>
                  </a:lnTo>
                  <a:lnTo>
                    <a:pt x="43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31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70" name=""/>
            <p:cNvSpPr/>
            <p:nvPr/>
          </p:nvSpPr>
          <p:spPr>
            <a:xfrm rot="0">
              <a:off x="4440" y="713"/>
              <a:ext cx="144" cy="18"/>
            </a:xfrm>
            <a:custGeom>
              <a:avLst/>
              <a:ahLst/>
              <a:rect l="0" t="0" r="r" b="b"/>
              <a:pathLst>
                <a:path w="431" h="54">
                  <a:moveTo>
                    <a:pt x="431" y="54"/>
                  </a:moveTo>
                  <a:lnTo>
                    <a:pt x="431" y="27"/>
                  </a:lnTo>
                  <a:lnTo>
                    <a:pt x="43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31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71" name=""/>
            <p:cNvSpPr/>
            <p:nvPr/>
          </p:nvSpPr>
          <p:spPr>
            <a:xfrm rot="0">
              <a:off x="4431" y="713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72" name=""/>
            <p:cNvSpPr/>
            <p:nvPr/>
          </p:nvSpPr>
          <p:spPr>
            <a:xfrm rot="0">
              <a:off x="4431" y="713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73" name=""/>
            <p:cNvSpPr/>
            <p:nvPr/>
          </p:nvSpPr>
          <p:spPr>
            <a:xfrm rot="0">
              <a:off x="4727" y="1072"/>
              <a:ext cx="10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74" name=""/>
            <p:cNvSpPr/>
            <p:nvPr/>
          </p:nvSpPr>
          <p:spPr>
            <a:xfrm rot="0">
              <a:off x="4727" y="1072"/>
              <a:ext cx="10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75" name=""/>
            <p:cNvSpPr/>
            <p:nvPr/>
          </p:nvSpPr>
          <p:spPr>
            <a:xfrm rot="0">
              <a:off x="4584" y="1072"/>
              <a:ext cx="143" cy="19"/>
            </a:xfrm>
            <a:custGeom>
              <a:avLst/>
              <a:ahLst/>
              <a:rect l="0" t="0" r="r" b="b"/>
              <a:pathLst>
                <a:path w="430" h="55">
                  <a:moveTo>
                    <a:pt x="430" y="55"/>
                  </a:moveTo>
                  <a:lnTo>
                    <a:pt x="430" y="28"/>
                  </a:lnTo>
                  <a:lnTo>
                    <a:pt x="43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3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76" name=""/>
            <p:cNvSpPr/>
            <p:nvPr/>
          </p:nvSpPr>
          <p:spPr>
            <a:xfrm rot="0">
              <a:off x="4584" y="1072"/>
              <a:ext cx="143" cy="19"/>
            </a:xfrm>
            <a:custGeom>
              <a:avLst/>
              <a:ahLst/>
              <a:rect l="0" t="0" r="r" b="b"/>
              <a:pathLst>
                <a:path w="430" h="55">
                  <a:moveTo>
                    <a:pt x="430" y="55"/>
                  </a:moveTo>
                  <a:lnTo>
                    <a:pt x="430" y="28"/>
                  </a:lnTo>
                  <a:lnTo>
                    <a:pt x="43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3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77" name=""/>
            <p:cNvSpPr/>
            <p:nvPr/>
          </p:nvSpPr>
          <p:spPr>
            <a:xfrm rot="0">
              <a:off x="4575" y="1072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78" name=""/>
            <p:cNvSpPr/>
            <p:nvPr/>
          </p:nvSpPr>
          <p:spPr>
            <a:xfrm rot="0">
              <a:off x="4575" y="1072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79" name=""/>
            <p:cNvSpPr/>
            <p:nvPr/>
          </p:nvSpPr>
          <p:spPr>
            <a:xfrm rot="0">
              <a:off x="4719" y="107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80" name=""/>
            <p:cNvSpPr/>
            <p:nvPr/>
          </p:nvSpPr>
          <p:spPr>
            <a:xfrm rot="0">
              <a:off x="4719" y="107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81" name=""/>
            <p:cNvSpPr/>
            <p:nvPr/>
          </p:nvSpPr>
          <p:spPr>
            <a:xfrm rot="0">
              <a:off x="4719" y="1082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82" name=""/>
            <p:cNvSpPr/>
            <p:nvPr/>
          </p:nvSpPr>
          <p:spPr>
            <a:xfrm rot="0">
              <a:off x="4719" y="1082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83" name=""/>
            <p:cNvSpPr/>
            <p:nvPr/>
          </p:nvSpPr>
          <p:spPr>
            <a:xfrm rot="0">
              <a:off x="4719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30" name=""/>
          <p:cNvGrpSpPr/>
          <p:nvPr/>
        </p:nvGrpSpPr>
        <p:grpSpPr>
          <a:xfrm rot="0">
            <a:off x="3573462" y="1131887"/>
            <a:ext cx="3946525" cy="4940300"/>
            <a:chOff x="2251" y="713"/>
            <a:chExt cx="2486" cy="3112"/>
          </a:xfrm>
        </p:grpSpPr>
        <p:sp>
          <p:nvSpPr>
            <p:cNvPr id="1049184" name=""/>
            <p:cNvSpPr/>
            <p:nvPr/>
          </p:nvSpPr>
          <p:spPr>
            <a:xfrm rot="0">
              <a:off x="4719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85" name=""/>
            <p:cNvSpPr/>
            <p:nvPr/>
          </p:nvSpPr>
          <p:spPr>
            <a:xfrm rot="0">
              <a:off x="4440" y="1072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86" name=""/>
            <p:cNvSpPr/>
            <p:nvPr/>
          </p:nvSpPr>
          <p:spPr>
            <a:xfrm rot="0">
              <a:off x="4440" y="1072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87" name=""/>
            <p:cNvSpPr/>
            <p:nvPr/>
          </p:nvSpPr>
          <p:spPr>
            <a:xfrm rot="0">
              <a:off x="4297" y="1072"/>
              <a:ext cx="143" cy="19"/>
            </a:xfrm>
            <a:custGeom>
              <a:avLst/>
              <a:ahLst/>
              <a:rect l="0" t="0" r="r" b="b"/>
              <a:pathLst>
                <a:path w="431" h="55">
                  <a:moveTo>
                    <a:pt x="431" y="55"/>
                  </a:moveTo>
                  <a:lnTo>
                    <a:pt x="431" y="28"/>
                  </a:lnTo>
                  <a:lnTo>
                    <a:pt x="431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3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88" name=""/>
            <p:cNvSpPr/>
            <p:nvPr/>
          </p:nvSpPr>
          <p:spPr>
            <a:xfrm rot="0">
              <a:off x="4297" y="1072"/>
              <a:ext cx="143" cy="19"/>
            </a:xfrm>
            <a:custGeom>
              <a:avLst/>
              <a:ahLst/>
              <a:rect l="0" t="0" r="r" b="b"/>
              <a:pathLst>
                <a:path w="431" h="55">
                  <a:moveTo>
                    <a:pt x="431" y="55"/>
                  </a:moveTo>
                  <a:lnTo>
                    <a:pt x="431" y="28"/>
                  </a:lnTo>
                  <a:lnTo>
                    <a:pt x="431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3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89" name=""/>
            <p:cNvSpPr/>
            <p:nvPr/>
          </p:nvSpPr>
          <p:spPr>
            <a:xfrm rot="0">
              <a:off x="4288" y="1072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90" name=""/>
            <p:cNvSpPr/>
            <p:nvPr/>
          </p:nvSpPr>
          <p:spPr>
            <a:xfrm rot="0">
              <a:off x="4288" y="1072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91" name=""/>
            <p:cNvSpPr/>
            <p:nvPr/>
          </p:nvSpPr>
          <p:spPr>
            <a:xfrm rot="0">
              <a:off x="4431" y="1072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92" name=""/>
            <p:cNvSpPr/>
            <p:nvPr/>
          </p:nvSpPr>
          <p:spPr>
            <a:xfrm rot="0">
              <a:off x="4431" y="1072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93" name=""/>
            <p:cNvSpPr/>
            <p:nvPr/>
          </p:nvSpPr>
          <p:spPr>
            <a:xfrm rot="0">
              <a:off x="4440" y="1072"/>
              <a:ext cx="144" cy="19"/>
            </a:xfrm>
            <a:custGeom>
              <a:avLst/>
              <a:ahLst/>
              <a:rect l="0" t="0" r="r" b="b"/>
              <a:pathLst>
                <a:path w="431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431" y="55"/>
                  </a:lnTo>
                  <a:lnTo>
                    <a:pt x="431" y="28"/>
                  </a:lnTo>
                  <a:lnTo>
                    <a:pt x="43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94" name=""/>
            <p:cNvSpPr/>
            <p:nvPr/>
          </p:nvSpPr>
          <p:spPr>
            <a:xfrm rot="0">
              <a:off x="4440" y="1072"/>
              <a:ext cx="144" cy="19"/>
            </a:xfrm>
            <a:custGeom>
              <a:avLst/>
              <a:ahLst/>
              <a:rect l="0" t="0" r="r" b="b"/>
              <a:pathLst>
                <a:path w="431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431" y="55"/>
                  </a:lnTo>
                  <a:lnTo>
                    <a:pt x="431" y="28"/>
                  </a:lnTo>
                  <a:lnTo>
                    <a:pt x="43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95" name=""/>
            <p:cNvSpPr/>
            <p:nvPr/>
          </p:nvSpPr>
          <p:spPr>
            <a:xfrm rot="0">
              <a:off x="4584" y="1072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96" name=""/>
            <p:cNvSpPr/>
            <p:nvPr/>
          </p:nvSpPr>
          <p:spPr>
            <a:xfrm rot="0">
              <a:off x="4584" y="1072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97" name=""/>
            <p:cNvSpPr/>
            <p:nvPr/>
          </p:nvSpPr>
          <p:spPr>
            <a:xfrm rot="0">
              <a:off x="4288" y="107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198" name=""/>
            <p:cNvSpPr/>
            <p:nvPr/>
          </p:nvSpPr>
          <p:spPr>
            <a:xfrm rot="0">
              <a:off x="4288" y="107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199" name=""/>
            <p:cNvSpPr/>
            <p:nvPr/>
          </p:nvSpPr>
          <p:spPr>
            <a:xfrm rot="0">
              <a:off x="4288" y="1082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00" name=""/>
            <p:cNvSpPr/>
            <p:nvPr/>
          </p:nvSpPr>
          <p:spPr>
            <a:xfrm rot="0">
              <a:off x="4288" y="1082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01" name=""/>
            <p:cNvSpPr/>
            <p:nvPr/>
          </p:nvSpPr>
          <p:spPr>
            <a:xfrm rot="0">
              <a:off x="4288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02" name=""/>
            <p:cNvSpPr/>
            <p:nvPr/>
          </p:nvSpPr>
          <p:spPr>
            <a:xfrm rot="0">
              <a:off x="4288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03" name=""/>
            <p:cNvSpPr/>
            <p:nvPr/>
          </p:nvSpPr>
          <p:spPr>
            <a:xfrm rot="0">
              <a:off x="4727" y="1216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04" name=""/>
            <p:cNvSpPr/>
            <p:nvPr/>
          </p:nvSpPr>
          <p:spPr>
            <a:xfrm rot="0">
              <a:off x="4727" y="1216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05" name=""/>
            <p:cNvSpPr/>
            <p:nvPr/>
          </p:nvSpPr>
          <p:spPr>
            <a:xfrm rot="0">
              <a:off x="4297" y="1216"/>
              <a:ext cx="430" cy="18"/>
            </a:xfrm>
            <a:custGeom>
              <a:avLst/>
              <a:ahLst/>
              <a:rect l="0" t="0" r="r" b="b"/>
              <a:pathLst>
                <a:path w="1292" h="54">
                  <a:moveTo>
                    <a:pt x="1292" y="54"/>
                  </a:moveTo>
                  <a:lnTo>
                    <a:pt x="1292" y="28"/>
                  </a:lnTo>
                  <a:lnTo>
                    <a:pt x="12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29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06" name=""/>
            <p:cNvSpPr/>
            <p:nvPr/>
          </p:nvSpPr>
          <p:spPr>
            <a:xfrm rot="0">
              <a:off x="4297" y="1216"/>
              <a:ext cx="430" cy="18"/>
            </a:xfrm>
            <a:custGeom>
              <a:avLst/>
              <a:ahLst/>
              <a:rect l="0" t="0" r="r" b="b"/>
              <a:pathLst>
                <a:path w="1292" h="54">
                  <a:moveTo>
                    <a:pt x="1292" y="54"/>
                  </a:moveTo>
                  <a:lnTo>
                    <a:pt x="1292" y="28"/>
                  </a:lnTo>
                  <a:lnTo>
                    <a:pt x="12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29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07" name=""/>
            <p:cNvSpPr/>
            <p:nvPr/>
          </p:nvSpPr>
          <p:spPr>
            <a:xfrm rot="0">
              <a:off x="4288" y="121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08" name=""/>
            <p:cNvSpPr/>
            <p:nvPr/>
          </p:nvSpPr>
          <p:spPr>
            <a:xfrm rot="0">
              <a:off x="4288" y="121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09" name=""/>
            <p:cNvSpPr/>
            <p:nvPr/>
          </p:nvSpPr>
          <p:spPr>
            <a:xfrm rot="0">
              <a:off x="3615" y="1946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10" name=""/>
            <p:cNvSpPr/>
            <p:nvPr/>
          </p:nvSpPr>
          <p:spPr>
            <a:xfrm rot="0">
              <a:off x="3615" y="1946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11" name=""/>
            <p:cNvSpPr/>
            <p:nvPr/>
          </p:nvSpPr>
          <p:spPr>
            <a:xfrm rot="0">
              <a:off x="3220" y="1946"/>
              <a:ext cx="395" cy="18"/>
            </a:xfrm>
            <a:custGeom>
              <a:avLst/>
              <a:ahLst/>
              <a:rect l="0" t="0" r="r" b="b"/>
              <a:pathLst>
                <a:path w="1185" h="54">
                  <a:moveTo>
                    <a:pt x="1185" y="54"/>
                  </a:moveTo>
                  <a:lnTo>
                    <a:pt x="1185" y="28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18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12" name=""/>
            <p:cNvSpPr/>
            <p:nvPr/>
          </p:nvSpPr>
          <p:spPr>
            <a:xfrm rot="0">
              <a:off x="3220" y="1946"/>
              <a:ext cx="395" cy="18"/>
            </a:xfrm>
            <a:custGeom>
              <a:avLst/>
              <a:ahLst/>
              <a:rect l="0" t="0" r="r" b="b"/>
              <a:pathLst>
                <a:path w="1185" h="54">
                  <a:moveTo>
                    <a:pt x="1185" y="54"/>
                  </a:moveTo>
                  <a:lnTo>
                    <a:pt x="1185" y="28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18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13" name=""/>
            <p:cNvSpPr/>
            <p:nvPr/>
          </p:nvSpPr>
          <p:spPr>
            <a:xfrm rot="0">
              <a:off x="3211" y="194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14" name=""/>
            <p:cNvSpPr/>
            <p:nvPr/>
          </p:nvSpPr>
          <p:spPr>
            <a:xfrm rot="0">
              <a:off x="3211" y="194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15" name=""/>
            <p:cNvSpPr/>
            <p:nvPr/>
          </p:nvSpPr>
          <p:spPr>
            <a:xfrm rot="0">
              <a:off x="3211" y="195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16" name=""/>
            <p:cNvSpPr/>
            <p:nvPr/>
          </p:nvSpPr>
          <p:spPr>
            <a:xfrm rot="0">
              <a:off x="3211" y="195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17" name=""/>
            <p:cNvSpPr/>
            <p:nvPr/>
          </p:nvSpPr>
          <p:spPr>
            <a:xfrm rot="0">
              <a:off x="3211" y="1812"/>
              <a:ext cx="18" cy="143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18" name=""/>
            <p:cNvSpPr/>
            <p:nvPr/>
          </p:nvSpPr>
          <p:spPr>
            <a:xfrm rot="0">
              <a:off x="3211" y="1812"/>
              <a:ext cx="18" cy="143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19" name=""/>
            <p:cNvSpPr/>
            <p:nvPr/>
          </p:nvSpPr>
          <p:spPr>
            <a:xfrm rot="0">
              <a:off x="3211" y="18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20" name=""/>
            <p:cNvSpPr/>
            <p:nvPr/>
          </p:nvSpPr>
          <p:spPr>
            <a:xfrm rot="0">
              <a:off x="3211" y="18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21" name=""/>
            <p:cNvSpPr/>
            <p:nvPr/>
          </p:nvSpPr>
          <p:spPr>
            <a:xfrm rot="0">
              <a:off x="3615" y="1515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22" name=""/>
            <p:cNvSpPr/>
            <p:nvPr/>
          </p:nvSpPr>
          <p:spPr>
            <a:xfrm rot="0">
              <a:off x="3615" y="1515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23" name=""/>
            <p:cNvSpPr/>
            <p:nvPr/>
          </p:nvSpPr>
          <p:spPr>
            <a:xfrm rot="0">
              <a:off x="3220" y="1515"/>
              <a:ext cx="395" cy="18"/>
            </a:xfrm>
            <a:custGeom>
              <a:avLst/>
              <a:ahLst/>
              <a:rect l="0" t="0" r="r" b="b"/>
              <a:pathLst>
                <a:path w="1185" h="54">
                  <a:moveTo>
                    <a:pt x="1185" y="54"/>
                  </a:moveTo>
                  <a:lnTo>
                    <a:pt x="1185" y="27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24" name=""/>
            <p:cNvSpPr/>
            <p:nvPr/>
          </p:nvSpPr>
          <p:spPr>
            <a:xfrm rot="0">
              <a:off x="3220" y="1515"/>
              <a:ext cx="395" cy="18"/>
            </a:xfrm>
            <a:custGeom>
              <a:avLst/>
              <a:ahLst/>
              <a:rect l="0" t="0" r="r" b="b"/>
              <a:pathLst>
                <a:path w="1185" h="54">
                  <a:moveTo>
                    <a:pt x="1185" y="54"/>
                  </a:moveTo>
                  <a:lnTo>
                    <a:pt x="1185" y="27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25" name=""/>
            <p:cNvSpPr/>
            <p:nvPr/>
          </p:nvSpPr>
          <p:spPr>
            <a:xfrm rot="0">
              <a:off x="3211" y="1515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26" name=""/>
            <p:cNvSpPr/>
            <p:nvPr/>
          </p:nvSpPr>
          <p:spPr>
            <a:xfrm rot="0">
              <a:off x="3211" y="1515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27" name=""/>
            <p:cNvSpPr/>
            <p:nvPr/>
          </p:nvSpPr>
          <p:spPr>
            <a:xfrm rot="0">
              <a:off x="3211" y="166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28" name=""/>
            <p:cNvSpPr/>
            <p:nvPr/>
          </p:nvSpPr>
          <p:spPr>
            <a:xfrm rot="0">
              <a:off x="3211" y="166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29" name=""/>
            <p:cNvSpPr/>
            <p:nvPr/>
          </p:nvSpPr>
          <p:spPr>
            <a:xfrm rot="0">
              <a:off x="3211" y="1524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0" y="432"/>
                  </a:move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30" name=""/>
            <p:cNvSpPr/>
            <p:nvPr/>
          </p:nvSpPr>
          <p:spPr>
            <a:xfrm rot="0">
              <a:off x="3211" y="1524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0" y="432"/>
                  </a:move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31" name=""/>
            <p:cNvSpPr/>
            <p:nvPr/>
          </p:nvSpPr>
          <p:spPr>
            <a:xfrm rot="0">
              <a:off x="3211" y="15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32" name=""/>
            <p:cNvSpPr/>
            <p:nvPr/>
          </p:nvSpPr>
          <p:spPr>
            <a:xfrm rot="0">
              <a:off x="3211" y="15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33" name=""/>
            <p:cNvSpPr/>
            <p:nvPr/>
          </p:nvSpPr>
          <p:spPr>
            <a:xfrm rot="0">
              <a:off x="3615" y="1659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34" name=""/>
            <p:cNvSpPr/>
            <p:nvPr/>
          </p:nvSpPr>
          <p:spPr>
            <a:xfrm rot="0">
              <a:off x="3615" y="1659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35" name=""/>
            <p:cNvSpPr/>
            <p:nvPr/>
          </p:nvSpPr>
          <p:spPr>
            <a:xfrm rot="0">
              <a:off x="3220" y="1659"/>
              <a:ext cx="395" cy="18"/>
            </a:xfrm>
            <a:custGeom>
              <a:avLst/>
              <a:ahLst/>
              <a:rect l="0" t="0" r="r" b="b"/>
              <a:pathLst>
                <a:path w="1185" h="55">
                  <a:moveTo>
                    <a:pt x="1185" y="55"/>
                  </a:moveTo>
                  <a:lnTo>
                    <a:pt x="1185" y="28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185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36" name=""/>
            <p:cNvSpPr/>
            <p:nvPr/>
          </p:nvSpPr>
          <p:spPr>
            <a:xfrm rot="0">
              <a:off x="3220" y="1659"/>
              <a:ext cx="395" cy="18"/>
            </a:xfrm>
            <a:custGeom>
              <a:avLst/>
              <a:ahLst/>
              <a:rect l="0" t="0" r="r" b="b"/>
              <a:pathLst>
                <a:path w="1185" h="55">
                  <a:moveTo>
                    <a:pt x="1185" y="55"/>
                  </a:moveTo>
                  <a:lnTo>
                    <a:pt x="1185" y="28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18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37" name=""/>
            <p:cNvSpPr/>
            <p:nvPr/>
          </p:nvSpPr>
          <p:spPr>
            <a:xfrm rot="0">
              <a:off x="3211" y="1659"/>
              <a:ext cx="9" cy="18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38" name=""/>
            <p:cNvSpPr/>
            <p:nvPr/>
          </p:nvSpPr>
          <p:spPr>
            <a:xfrm rot="0">
              <a:off x="3211" y="1659"/>
              <a:ext cx="9" cy="18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39" name=""/>
            <p:cNvSpPr/>
            <p:nvPr/>
          </p:nvSpPr>
          <p:spPr>
            <a:xfrm rot="0">
              <a:off x="3211" y="165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40" name=""/>
            <p:cNvSpPr/>
            <p:nvPr/>
          </p:nvSpPr>
          <p:spPr>
            <a:xfrm rot="0">
              <a:off x="3211" y="165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41" name=""/>
            <p:cNvSpPr/>
            <p:nvPr/>
          </p:nvSpPr>
          <p:spPr>
            <a:xfrm rot="0">
              <a:off x="3211" y="1668"/>
              <a:ext cx="18" cy="144"/>
            </a:xfrm>
            <a:custGeom>
              <a:avLst/>
              <a:ahLst/>
              <a:rect l="0" t="0" r="r" b="b"/>
              <a:pathLst>
                <a:path w="54" h="43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42" name=""/>
            <p:cNvSpPr/>
            <p:nvPr/>
          </p:nvSpPr>
          <p:spPr>
            <a:xfrm rot="0">
              <a:off x="3211" y="1668"/>
              <a:ext cx="18" cy="144"/>
            </a:xfrm>
            <a:custGeom>
              <a:avLst/>
              <a:ahLst/>
              <a:rect l="0" t="0" r="r" b="b"/>
              <a:pathLst>
                <a:path w="54" h="43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43" name=""/>
            <p:cNvSpPr/>
            <p:nvPr/>
          </p:nvSpPr>
          <p:spPr>
            <a:xfrm rot="0">
              <a:off x="3211" y="181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44" name=""/>
            <p:cNvSpPr/>
            <p:nvPr/>
          </p:nvSpPr>
          <p:spPr>
            <a:xfrm rot="0">
              <a:off x="3211" y="181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45" name=""/>
            <p:cNvSpPr/>
            <p:nvPr/>
          </p:nvSpPr>
          <p:spPr>
            <a:xfrm rot="0">
              <a:off x="3615" y="1803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46" name=""/>
            <p:cNvSpPr/>
            <p:nvPr/>
          </p:nvSpPr>
          <p:spPr>
            <a:xfrm rot="0">
              <a:off x="3615" y="1803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47" name=""/>
            <p:cNvSpPr/>
            <p:nvPr/>
          </p:nvSpPr>
          <p:spPr>
            <a:xfrm rot="0">
              <a:off x="3220" y="1803"/>
              <a:ext cx="395" cy="18"/>
            </a:xfrm>
            <a:custGeom>
              <a:avLst/>
              <a:ahLst/>
              <a:rect l="0" t="0" r="r" b="b"/>
              <a:pathLst>
                <a:path w="1185" h="54">
                  <a:moveTo>
                    <a:pt x="1185" y="54"/>
                  </a:moveTo>
                  <a:lnTo>
                    <a:pt x="1185" y="27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48" name=""/>
            <p:cNvSpPr/>
            <p:nvPr/>
          </p:nvSpPr>
          <p:spPr>
            <a:xfrm rot="0">
              <a:off x="3220" y="1803"/>
              <a:ext cx="395" cy="18"/>
            </a:xfrm>
            <a:custGeom>
              <a:avLst/>
              <a:ahLst/>
              <a:rect l="0" t="0" r="r" b="b"/>
              <a:pathLst>
                <a:path w="1185" h="54">
                  <a:moveTo>
                    <a:pt x="1185" y="54"/>
                  </a:moveTo>
                  <a:lnTo>
                    <a:pt x="1185" y="27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49" name=""/>
            <p:cNvSpPr/>
            <p:nvPr/>
          </p:nvSpPr>
          <p:spPr>
            <a:xfrm rot="0">
              <a:off x="3211" y="180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50" name=""/>
            <p:cNvSpPr/>
            <p:nvPr/>
          </p:nvSpPr>
          <p:spPr>
            <a:xfrm rot="0">
              <a:off x="3211" y="180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51" name=""/>
            <p:cNvSpPr/>
            <p:nvPr/>
          </p:nvSpPr>
          <p:spPr>
            <a:xfrm rot="0">
              <a:off x="4001" y="195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52" name=""/>
            <p:cNvSpPr/>
            <p:nvPr/>
          </p:nvSpPr>
          <p:spPr>
            <a:xfrm rot="0">
              <a:off x="4001" y="195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53" name=""/>
            <p:cNvSpPr/>
            <p:nvPr/>
          </p:nvSpPr>
          <p:spPr>
            <a:xfrm rot="0">
              <a:off x="4001" y="1812"/>
              <a:ext cx="18" cy="143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7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54" name=""/>
            <p:cNvSpPr/>
            <p:nvPr/>
          </p:nvSpPr>
          <p:spPr>
            <a:xfrm rot="0">
              <a:off x="4001" y="1812"/>
              <a:ext cx="18" cy="143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7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55" name=""/>
            <p:cNvSpPr/>
            <p:nvPr/>
          </p:nvSpPr>
          <p:spPr>
            <a:xfrm rot="0">
              <a:off x="4001" y="18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56" name=""/>
            <p:cNvSpPr/>
            <p:nvPr/>
          </p:nvSpPr>
          <p:spPr>
            <a:xfrm rot="0">
              <a:off x="4001" y="18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57" name=""/>
            <p:cNvSpPr/>
            <p:nvPr/>
          </p:nvSpPr>
          <p:spPr>
            <a:xfrm rot="0">
              <a:off x="3763" y="1875"/>
              <a:ext cx="12" cy="18"/>
            </a:xfrm>
            <a:custGeom>
              <a:avLst/>
              <a:ahLst/>
              <a:rect l="0" t="0" r="r" b="b"/>
              <a:pathLst>
                <a:path w="34" h="52">
                  <a:moveTo>
                    <a:pt x="27" y="25"/>
                  </a:moveTo>
                  <a:lnTo>
                    <a:pt x="34" y="51"/>
                  </a:lnTo>
                  <a:lnTo>
                    <a:pt x="26" y="52"/>
                  </a:lnTo>
                  <a:lnTo>
                    <a:pt x="18" y="51"/>
                  </a:lnTo>
                  <a:lnTo>
                    <a:pt x="11" y="46"/>
                  </a:lnTo>
                  <a:lnTo>
                    <a:pt x="5" y="41"/>
                  </a:lnTo>
                  <a:lnTo>
                    <a:pt x="1" y="33"/>
                  </a:lnTo>
                  <a:lnTo>
                    <a:pt x="0" y="24"/>
                  </a:lnTo>
                  <a:lnTo>
                    <a:pt x="1" y="17"/>
                  </a:lnTo>
                  <a:lnTo>
                    <a:pt x="6" y="9"/>
                  </a:lnTo>
                  <a:lnTo>
                    <a:pt x="11" y="3"/>
                  </a:lnTo>
                  <a:lnTo>
                    <a:pt x="19" y="0"/>
                  </a:lnTo>
                  <a:lnTo>
                    <a:pt x="2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58" name=""/>
            <p:cNvSpPr/>
            <p:nvPr/>
          </p:nvSpPr>
          <p:spPr>
            <a:xfrm rot="0">
              <a:off x="3763" y="1875"/>
              <a:ext cx="12" cy="18"/>
            </a:xfrm>
            <a:custGeom>
              <a:avLst/>
              <a:ahLst/>
              <a:rect l="0" t="0" r="r" b="b"/>
              <a:pathLst>
                <a:path w="34" h="52">
                  <a:moveTo>
                    <a:pt x="34" y="51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1" y="46"/>
                  </a:lnTo>
                  <a:lnTo>
                    <a:pt x="5" y="41"/>
                  </a:lnTo>
                  <a:lnTo>
                    <a:pt x="1" y="33"/>
                  </a:lnTo>
                  <a:lnTo>
                    <a:pt x="0" y="24"/>
                  </a:lnTo>
                  <a:lnTo>
                    <a:pt x="1" y="17"/>
                  </a:lnTo>
                  <a:lnTo>
                    <a:pt x="6" y="9"/>
                  </a:lnTo>
                  <a:lnTo>
                    <a:pt x="11" y="3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59" name=""/>
            <p:cNvSpPr/>
            <p:nvPr/>
          </p:nvSpPr>
          <p:spPr>
            <a:xfrm rot="0">
              <a:off x="3770" y="1803"/>
              <a:ext cx="242" cy="89"/>
            </a:xfrm>
            <a:custGeom>
              <a:avLst/>
              <a:ahLst/>
              <a:rect l="0" t="0" r="r" b="b"/>
              <a:pathLst>
                <a:path w="727" h="267">
                  <a:moveTo>
                    <a:pt x="0" y="216"/>
                  </a:moveTo>
                  <a:lnTo>
                    <a:pt x="8" y="241"/>
                  </a:lnTo>
                  <a:lnTo>
                    <a:pt x="15" y="267"/>
                  </a:lnTo>
                  <a:lnTo>
                    <a:pt x="727" y="51"/>
                  </a:lnTo>
                  <a:lnTo>
                    <a:pt x="720" y="25"/>
                  </a:lnTo>
                  <a:lnTo>
                    <a:pt x="712" y="0"/>
                  </a:lnTo>
                  <a:lnTo>
                    <a:pt x="0" y="2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60" name=""/>
            <p:cNvSpPr/>
            <p:nvPr/>
          </p:nvSpPr>
          <p:spPr>
            <a:xfrm rot="0">
              <a:off x="3770" y="1803"/>
              <a:ext cx="242" cy="89"/>
            </a:xfrm>
            <a:custGeom>
              <a:avLst/>
              <a:ahLst/>
              <a:rect l="0" t="0" r="r" b="b"/>
              <a:pathLst>
                <a:path w="727" h="267">
                  <a:moveTo>
                    <a:pt x="0" y="216"/>
                  </a:moveTo>
                  <a:lnTo>
                    <a:pt x="8" y="241"/>
                  </a:lnTo>
                  <a:lnTo>
                    <a:pt x="15" y="267"/>
                  </a:lnTo>
                  <a:lnTo>
                    <a:pt x="727" y="51"/>
                  </a:lnTo>
                  <a:lnTo>
                    <a:pt x="720" y="25"/>
                  </a:lnTo>
                  <a:lnTo>
                    <a:pt x="712" y="0"/>
                  </a:lnTo>
                  <a:lnTo>
                    <a:pt x="0" y="2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61" name=""/>
            <p:cNvSpPr/>
            <p:nvPr/>
          </p:nvSpPr>
          <p:spPr>
            <a:xfrm rot="0">
              <a:off x="4007" y="1803"/>
              <a:ext cx="11" cy="17"/>
            </a:xfrm>
            <a:custGeom>
              <a:avLst/>
              <a:ahLst/>
              <a:rect l="0" t="0" r="r" b="b"/>
              <a:pathLst>
                <a:path w="34" h="52">
                  <a:moveTo>
                    <a:pt x="8" y="26"/>
                  </a:moveTo>
                  <a:lnTo>
                    <a:pt x="0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4" y="5"/>
                  </a:lnTo>
                  <a:lnTo>
                    <a:pt x="30" y="10"/>
                  </a:lnTo>
                  <a:lnTo>
                    <a:pt x="33" y="19"/>
                  </a:lnTo>
                  <a:lnTo>
                    <a:pt x="34" y="27"/>
                  </a:lnTo>
                  <a:lnTo>
                    <a:pt x="33" y="35"/>
                  </a:lnTo>
                  <a:lnTo>
                    <a:pt x="29" y="42"/>
                  </a:lnTo>
                  <a:lnTo>
                    <a:pt x="24" y="49"/>
                  </a:lnTo>
                  <a:lnTo>
                    <a:pt x="15" y="52"/>
                  </a:lnTo>
                  <a:lnTo>
                    <a:pt x="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62" name=""/>
            <p:cNvSpPr/>
            <p:nvPr/>
          </p:nvSpPr>
          <p:spPr>
            <a:xfrm rot="0">
              <a:off x="4007" y="1803"/>
              <a:ext cx="11" cy="17"/>
            </a:xfrm>
            <a:custGeom>
              <a:avLst/>
              <a:ahLst/>
              <a:rect l="0" t="0" r="r" b="b"/>
              <a:pathLst>
                <a:path w="34" h="52">
                  <a:moveTo>
                    <a:pt x="0" y="1"/>
                  </a:moveTo>
                  <a:lnTo>
                    <a:pt x="9" y="0"/>
                  </a:lnTo>
                  <a:lnTo>
                    <a:pt x="16" y="1"/>
                  </a:lnTo>
                  <a:lnTo>
                    <a:pt x="24" y="5"/>
                  </a:lnTo>
                  <a:lnTo>
                    <a:pt x="30" y="10"/>
                  </a:lnTo>
                  <a:lnTo>
                    <a:pt x="33" y="19"/>
                  </a:lnTo>
                  <a:lnTo>
                    <a:pt x="34" y="27"/>
                  </a:lnTo>
                  <a:lnTo>
                    <a:pt x="33" y="35"/>
                  </a:lnTo>
                  <a:lnTo>
                    <a:pt x="29" y="42"/>
                  </a:lnTo>
                  <a:lnTo>
                    <a:pt x="24" y="49"/>
                  </a:lnTo>
                  <a:lnTo>
                    <a:pt x="15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63" name=""/>
            <p:cNvSpPr/>
            <p:nvPr/>
          </p:nvSpPr>
          <p:spPr>
            <a:xfrm rot="0">
              <a:off x="3763" y="158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64" name=""/>
            <p:cNvSpPr/>
            <p:nvPr/>
          </p:nvSpPr>
          <p:spPr>
            <a:xfrm rot="0">
              <a:off x="3763" y="158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65" name=""/>
            <p:cNvSpPr/>
            <p:nvPr/>
          </p:nvSpPr>
          <p:spPr>
            <a:xfrm rot="0">
              <a:off x="3763" y="1596"/>
              <a:ext cx="18" cy="288"/>
            </a:xfrm>
            <a:custGeom>
              <a:avLst/>
              <a:ahLst/>
              <a:rect l="0" t="0" r="r" b="b"/>
              <a:pathLst>
                <a:path w="54" h="863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863"/>
                  </a:lnTo>
                  <a:lnTo>
                    <a:pt x="27" y="863"/>
                  </a:lnTo>
                  <a:lnTo>
                    <a:pt x="54" y="86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66" name=""/>
            <p:cNvSpPr/>
            <p:nvPr/>
          </p:nvSpPr>
          <p:spPr>
            <a:xfrm rot="0">
              <a:off x="3763" y="1596"/>
              <a:ext cx="18" cy="288"/>
            </a:xfrm>
            <a:custGeom>
              <a:avLst/>
              <a:ahLst/>
              <a:rect l="0" t="0" r="r" b="b"/>
              <a:pathLst>
                <a:path w="54" h="863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863"/>
                  </a:lnTo>
                  <a:lnTo>
                    <a:pt x="27" y="863"/>
                  </a:lnTo>
                  <a:lnTo>
                    <a:pt x="54" y="86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67" name=""/>
            <p:cNvSpPr/>
            <p:nvPr/>
          </p:nvSpPr>
          <p:spPr>
            <a:xfrm rot="0">
              <a:off x="3763" y="18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68" name=""/>
            <p:cNvSpPr/>
            <p:nvPr/>
          </p:nvSpPr>
          <p:spPr>
            <a:xfrm rot="0">
              <a:off x="3763" y="18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69" name=""/>
            <p:cNvSpPr/>
            <p:nvPr/>
          </p:nvSpPr>
          <p:spPr>
            <a:xfrm rot="0">
              <a:off x="4007" y="1659"/>
              <a:ext cx="11" cy="18"/>
            </a:xfrm>
            <a:custGeom>
              <a:avLst/>
              <a:ahLst/>
              <a:rect l="0" t="0" r="r" b="b"/>
              <a:pathLst>
                <a:path w="34" h="53">
                  <a:moveTo>
                    <a:pt x="8" y="26"/>
                  </a:moveTo>
                  <a:lnTo>
                    <a:pt x="15" y="0"/>
                  </a:lnTo>
                  <a:lnTo>
                    <a:pt x="24" y="4"/>
                  </a:lnTo>
                  <a:lnTo>
                    <a:pt x="29" y="10"/>
                  </a:lnTo>
                  <a:lnTo>
                    <a:pt x="33" y="17"/>
                  </a:lnTo>
                  <a:lnTo>
                    <a:pt x="34" y="25"/>
                  </a:lnTo>
                  <a:lnTo>
                    <a:pt x="33" y="33"/>
                  </a:lnTo>
                  <a:lnTo>
                    <a:pt x="30" y="42"/>
                  </a:lnTo>
                  <a:lnTo>
                    <a:pt x="24" y="47"/>
                  </a:lnTo>
                  <a:lnTo>
                    <a:pt x="16" y="51"/>
                  </a:lnTo>
                  <a:lnTo>
                    <a:pt x="9" y="53"/>
                  </a:lnTo>
                  <a:lnTo>
                    <a:pt x="0" y="51"/>
                  </a:lnTo>
                  <a:lnTo>
                    <a:pt x="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70" name=""/>
            <p:cNvSpPr/>
            <p:nvPr/>
          </p:nvSpPr>
          <p:spPr>
            <a:xfrm rot="0">
              <a:off x="4007" y="1659"/>
              <a:ext cx="11" cy="18"/>
            </a:xfrm>
            <a:custGeom>
              <a:avLst/>
              <a:ahLst/>
              <a:rect l="0" t="0" r="r" b="b"/>
              <a:pathLst>
                <a:path w="34" h="53">
                  <a:moveTo>
                    <a:pt x="15" y="0"/>
                  </a:moveTo>
                  <a:lnTo>
                    <a:pt x="24" y="4"/>
                  </a:lnTo>
                  <a:lnTo>
                    <a:pt x="29" y="10"/>
                  </a:lnTo>
                  <a:lnTo>
                    <a:pt x="33" y="17"/>
                  </a:lnTo>
                  <a:lnTo>
                    <a:pt x="34" y="25"/>
                  </a:lnTo>
                  <a:lnTo>
                    <a:pt x="33" y="33"/>
                  </a:lnTo>
                  <a:lnTo>
                    <a:pt x="30" y="42"/>
                  </a:lnTo>
                  <a:lnTo>
                    <a:pt x="24" y="47"/>
                  </a:lnTo>
                  <a:lnTo>
                    <a:pt x="16" y="51"/>
                  </a:lnTo>
                  <a:lnTo>
                    <a:pt x="9" y="53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71" name=""/>
            <p:cNvSpPr/>
            <p:nvPr/>
          </p:nvSpPr>
          <p:spPr>
            <a:xfrm rot="0">
              <a:off x="3770" y="1588"/>
              <a:ext cx="242" cy="88"/>
            </a:xfrm>
            <a:custGeom>
              <a:avLst/>
              <a:ahLst/>
              <a:rect l="0" t="0" r="r" b="b"/>
              <a:pathLst>
                <a:path w="727" h="266">
                  <a:moveTo>
                    <a:pt x="712" y="266"/>
                  </a:moveTo>
                  <a:lnTo>
                    <a:pt x="720" y="241"/>
                  </a:lnTo>
                  <a:lnTo>
                    <a:pt x="727" y="215"/>
                  </a:lnTo>
                  <a:lnTo>
                    <a:pt x="15" y="0"/>
                  </a:lnTo>
                  <a:lnTo>
                    <a:pt x="8" y="25"/>
                  </a:lnTo>
                  <a:lnTo>
                    <a:pt x="0" y="51"/>
                  </a:lnTo>
                  <a:lnTo>
                    <a:pt x="712" y="2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72" name=""/>
            <p:cNvSpPr/>
            <p:nvPr/>
          </p:nvSpPr>
          <p:spPr>
            <a:xfrm rot="0">
              <a:off x="3770" y="1588"/>
              <a:ext cx="242" cy="88"/>
            </a:xfrm>
            <a:custGeom>
              <a:avLst/>
              <a:ahLst/>
              <a:rect l="0" t="0" r="r" b="b"/>
              <a:pathLst>
                <a:path w="727" h="266">
                  <a:moveTo>
                    <a:pt x="712" y="266"/>
                  </a:moveTo>
                  <a:lnTo>
                    <a:pt x="720" y="241"/>
                  </a:lnTo>
                  <a:lnTo>
                    <a:pt x="727" y="215"/>
                  </a:lnTo>
                  <a:lnTo>
                    <a:pt x="15" y="0"/>
                  </a:lnTo>
                  <a:lnTo>
                    <a:pt x="8" y="25"/>
                  </a:lnTo>
                  <a:lnTo>
                    <a:pt x="0" y="51"/>
                  </a:lnTo>
                  <a:lnTo>
                    <a:pt x="712" y="2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73" name=""/>
            <p:cNvSpPr/>
            <p:nvPr/>
          </p:nvSpPr>
          <p:spPr>
            <a:xfrm rot="0">
              <a:off x="3763" y="1587"/>
              <a:ext cx="12" cy="18"/>
            </a:xfrm>
            <a:custGeom>
              <a:avLst/>
              <a:ahLst/>
              <a:rect l="0" t="0" r="r" b="b"/>
              <a:pathLst>
                <a:path w="34" h="52">
                  <a:moveTo>
                    <a:pt x="27" y="26"/>
                  </a:moveTo>
                  <a:lnTo>
                    <a:pt x="19" y="52"/>
                  </a:lnTo>
                  <a:lnTo>
                    <a:pt x="11" y="49"/>
                  </a:lnTo>
                  <a:lnTo>
                    <a:pt x="6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8" y="1"/>
                  </a:lnTo>
                  <a:lnTo>
                    <a:pt x="26" y="0"/>
                  </a:lnTo>
                  <a:lnTo>
                    <a:pt x="34" y="1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74" name=""/>
            <p:cNvSpPr/>
            <p:nvPr/>
          </p:nvSpPr>
          <p:spPr>
            <a:xfrm rot="0">
              <a:off x="3763" y="1587"/>
              <a:ext cx="12" cy="18"/>
            </a:xfrm>
            <a:custGeom>
              <a:avLst/>
              <a:ahLst/>
              <a:rect l="0" t="0" r="r" b="b"/>
              <a:pathLst>
                <a:path w="34" h="52">
                  <a:moveTo>
                    <a:pt x="19" y="52"/>
                  </a:moveTo>
                  <a:lnTo>
                    <a:pt x="11" y="49"/>
                  </a:lnTo>
                  <a:lnTo>
                    <a:pt x="6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8" y="1"/>
                  </a:lnTo>
                  <a:lnTo>
                    <a:pt x="26" y="0"/>
                  </a:lnTo>
                  <a:lnTo>
                    <a:pt x="34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75" name=""/>
            <p:cNvSpPr/>
            <p:nvPr/>
          </p:nvSpPr>
          <p:spPr>
            <a:xfrm rot="0">
              <a:off x="4001" y="166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76" name=""/>
            <p:cNvSpPr/>
            <p:nvPr/>
          </p:nvSpPr>
          <p:spPr>
            <a:xfrm rot="0">
              <a:off x="4001" y="166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77" name=""/>
            <p:cNvSpPr/>
            <p:nvPr/>
          </p:nvSpPr>
          <p:spPr>
            <a:xfrm rot="0">
              <a:off x="4001" y="1524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0" y="432"/>
                  </a:moveTo>
                  <a:lnTo>
                    <a:pt x="27" y="432"/>
                  </a:lnTo>
                  <a:lnTo>
                    <a:pt x="54" y="432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78" name=""/>
            <p:cNvSpPr/>
            <p:nvPr/>
          </p:nvSpPr>
          <p:spPr>
            <a:xfrm rot="0">
              <a:off x="4001" y="1524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0" y="432"/>
                  </a:moveTo>
                  <a:lnTo>
                    <a:pt x="27" y="432"/>
                  </a:lnTo>
                  <a:lnTo>
                    <a:pt x="54" y="432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79" name=""/>
            <p:cNvSpPr/>
            <p:nvPr/>
          </p:nvSpPr>
          <p:spPr>
            <a:xfrm rot="0">
              <a:off x="4001" y="15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80" name=""/>
            <p:cNvSpPr/>
            <p:nvPr/>
          </p:nvSpPr>
          <p:spPr>
            <a:xfrm rot="0">
              <a:off x="4001" y="15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81" name=""/>
            <p:cNvSpPr/>
            <p:nvPr/>
          </p:nvSpPr>
          <p:spPr>
            <a:xfrm rot="0">
              <a:off x="4010" y="1515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82" name=""/>
            <p:cNvSpPr/>
            <p:nvPr/>
          </p:nvSpPr>
          <p:spPr>
            <a:xfrm rot="0">
              <a:off x="4010" y="1515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83" name=""/>
            <p:cNvSpPr/>
            <p:nvPr/>
          </p:nvSpPr>
          <p:spPr>
            <a:xfrm rot="0">
              <a:off x="3615" y="1515"/>
              <a:ext cx="395" cy="18"/>
            </a:xfrm>
            <a:custGeom>
              <a:avLst/>
              <a:ahLst/>
              <a:rect l="0" t="0" r="r" b="b"/>
              <a:pathLst>
                <a:path w="1184" h="54">
                  <a:moveTo>
                    <a:pt x="1184" y="54"/>
                  </a:moveTo>
                  <a:lnTo>
                    <a:pt x="1184" y="27"/>
                  </a:lnTo>
                  <a:lnTo>
                    <a:pt x="118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84" name=""/>
            <p:cNvSpPr/>
            <p:nvPr/>
          </p:nvSpPr>
          <p:spPr>
            <a:xfrm rot="0">
              <a:off x="3615" y="1515"/>
              <a:ext cx="395" cy="18"/>
            </a:xfrm>
            <a:custGeom>
              <a:avLst/>
              <a:ahLst/>
              <a:rect l="0" t="0" r="r" b="b"/>
              <a:pathLst>
                <a:path w="1184" h="54">
                  <a:moveTo>
                    <a:pt x="1184" y="54"/>
                  </a:moveTo>
                  <a:lnTo>
                    <a:pt x="1184" y="27"/>
                  </a:lnTo>
                  <a:lnTo>
                    <a:pt x="118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85" name=""/>
            <p:cNvSpPr/>
            <p:nvPr/>
          </p:nvSpPr>
          <p:spPr>
            <a:xfrm rot="0">
              <a:off x="3606" y="1515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86" name=""/>
            <p:cNvSpPr/>
            <p:nvPr/>
          </p:nvSpPr>
          <p:spPr>
            <a:xfrm rot="0">
              <a:off x="3606" y="1515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87" name=""/>
            <p:cNvSpPr/>
            <p:nvPr/>
          </p:nvSpPr>
          <p:spPr>
            <a:xfrm rot="0">
              <a:off x="3606" y="166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88" name=""/>
            <p:cNvSpPr/>
            <p:nvPr/>
          </p:nvSpPr>
          <p:spPr>
            <a:xfrm rot="0">
              <a:off x="3606" y="166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89" name=""/>
            <p:cNvSpPr/>
            <p:nvPr/>
          </p:nvSpPr>
          <p:spPr>
            <a:xfrm rot="0">
              <a:off x="3606" y="1524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0" y="432"/>
                  </a:move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90" name=""/>
            <p:cNvSpPr/>
            <p:nvPr/>
          </p:nvSpPr>
          <p:spPr>
            <a:xfrm rot="0">
              <a:off x="3606" y="1524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0" y="432"/>
                  </a:move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91" name=""/>
            <p:cNvSpPr/>
            <p:nvPr/>
          </p:nvSpPr>
          <p:spPr>
            <a:xfrm rot="0">
              <a:off x="3606" y="15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92" name=""/>
            <p:cNvSpPr/>
            <p:nvPr/>
          </p:nvSpPr>
          <p:spPr>
            <a:xfrm rot="0">
              <a:off x="3606" y="151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93" name=""/>
            <p:cNvSpPr/>
            <p:nvPr/>
          </p:nvSpPr>
          <p:spPr>
            <a:xfrm rot="0">
              <a:off x="3606" y="181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94" name=""/>
            <p:cNvSpPr/>
            <p:nvPr/>
          </p:nvSpPr>
          <p:spPr>
            <a:xfrm rot="0">
              <a:off x="3606" y="181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95" name=""/>
            <p:cNvSpPr/>
            <p:nvPr/>
          </p:nvSpPr>
          <p:spPr>
            <a:xfrm rot="0">
              <a:off x="3606" y="1668"/>
              <a:ext cx="18" cy="144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96" name=""/>
            <p:cNvSpPr/>
            <p:nvPr/>
          </p:nvSpPr>
          <p:spPr>
            <a:xfrm rot="0">
              <a:off x="3606" y="1668"/>
              <a:ext cx="18" cy="144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97" name=""/>
            <p:cNvSpPr/>
            <p:nvPr/>
          </p:nvSpPr>
          <p:spPr>
            <a:xfrm rot="0">
              <a:off x="3606" y="165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298" name=""/>
            <p:cNvSpPr/>
            <p:nvPr/>
          </p:nvSpPr>
          <p:spPr>
            <a:xfrm rot="0">
              <a:off x="3606" y="165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299" name=""/>
            <p:cNvSpPr/>
            <p:nvPr/>
          </p:nvSpPr>
          <p:spPr>
            <a:xfrm rot="0">
              <a:off x="3606" y="195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00" name=""/>
            <p:cNvSpPr/>
            <p:nvPr/>
          </p:nvSpPr>
          <p:spPr>
            <a:xfrm rot="0">
              <a:off x="3606" y="195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01" name=""/>
            <p:cNvSpPr/>
            <p:nvPr/>
          </p:nvSpPr>
          <p:spPr>
            <a:xfrm rot="0">
              <a:off x="3606" y="1812"/>
              <a:ext cx="18" cy="143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02" name=""/>
            <p:cNvSpPr/>
            <p:nvPr/>
          </p:nvSpPr>
          <p:spPr>
            <a:xfrm rot="0">
              <a:off x="3606" y="1812"/>
              <a:ext cx="18" cy="143"/>
            </a:xfrm>
            <a:custGeom>
              <a:avLst/>
              <a:ahLst/>
              <a:rect l="0" t="0" r="r" b="b"/>
              <a:pathLst>
                <a:path w="54" h="431">
                  <a:moveTo>
                    <a:pt x="0" y="431"/>
                  </a:moveTo>
                  <a:lnTo>
                    <a:pt x="26" y="431"/>
                  </a:lnTo>
                  <a:lnTo>
                    <a:pt x="54" y="43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03" name=""/>
            <p:cNvSpPr/>
            <p:nvPr/>
          </p:nvSpPr>
          <p:spPr>
            <a:xfrm rot="0">
              <a:off x="3606" y="18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04" name=""/>
            <p:cNvSpPr/>
            <p:nvPr/>
          </p:nvSpPr>
          <p:spPr>
            <a:xfrm rot="0">
              <a:off x="3606" y="18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05" name=""/>
            <p:cNvSpPr/>
            <p:nvPr/>
          </p:nvSpPr>
          <p:spPr>
            <a:xfrm rot="0">
              <a:off x="4010" y="194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06" name=""/>
            <p:cNvSpPr/>
            <p:nvPr/>
          </p:nvSpPr>
          <p:spPr>
            <a:xfrm rot="0">
              <a:off x="4010" y="194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07" name=""/>
            <p:cNvSpPr/>
            <p:nvPr/>
          </p:nvSpPr>
          <p:spPr>
            <a:xfrm rot="0">
              <a:off x="3615" y="1946"/>
              <a:ext cx="395" cy="18"/>
            </a:xfrm>
            <a:custGeom>
              <a:avLst/>
              <a:ahLst/>
              <a:rect l="0" t="0" r="r" b="b"/>
              <a:pathLst>
                <a:path w="1184" h="54">
                  <a:moveTo>
                    <a:pt x="1184" y="54"/>
                  </a:moveTo>
                  <a:lnTo>
                    <a:pt x="1184" y="28"/>
                  </a:lnTo>
                  <a:lnTo>
                    <a:pt x="118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18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08" name=""/>
            <p:cNvSpPr/>
            <p:nvPr/>
          </p:nvSpPr>
          <p:spPr>
            <a:xfrm rot="0">
              <a:off x="3615" y="1946"/>
              <a:ext cx="395" cy="18"/>
            </a:xfrm>
            <a:custGeom>
              <a:avLst/>
              <a:ahLst/>
              <a:rect l="0" t="0" r="r" b="b"/>
              <a:pathLst>
                <a:path w="1184" h="54">
                  <a:moveTo>
                    <a:pt x="1184" y="54"/>
                  </a:moveTo>
                  <a:lnTo>
                    <a:pt x="1184" y="28"/>
                  </a:lnTo>
                  <a:lnTo>
                    <a:pt x="118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18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09" name=""/>
            <p:cNvSpPr/>
            <p:nvPr/>
          </p:nvSpPr>
          <p:spPr>
            <a:xfrm rot="0">
              <a:off x="3606" y="194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10" name=""/>
            <p:cNvSpPr/>
            <p:nvPr/>
          </p:nvSpPr>
          <p:spPr>
            <a:xfrm rot="0">
              <a:off x="3606" y="194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11" name=""/>
            <p:cNvSpPr/>
            <p:nvPr/>
          </p:nvSpPr>
          <p:spPr>
            <a:xfrm rot="0">
              <a:off x="4001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12" name=""/>
            <p:cNvSpPr/>
            <p:nvPr/>
          </p:nvSpPr>
          <p:spPr>
            <a:xfrm rot="0">
              <a:off x="4001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13" name=""/>
            <p:cNvSpPr/>
            <p:nvPr/>
          </p:nvSpPr>
          <p:spPr>
            <a:xfrm rot="0">
              <a:off x="4001" y="722"/>
              <a:ext cx="18" cy="504"/>
            </a:xfrm>
            <a:custGeom>
              <a:avLst/>
              <a:ahLst/>
              <a:rect l="0" t="0" r="r" b="b"/>
              <a:pathLst>
                <a:path w="54" h="1510">
                  <a:moveTo>
                    <a:pt x="0" y="1510"/>
                  </a:moveTo>
                  <a:lnTo>
                    <a:pt x="27" y="1510"/>
                  </a:lnTo>
                  <a:lnTo>
                    <a:pt x="54" y="151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5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14" name=""/>
            <p:cNvSpPr/>
            <p:nvPr/>
          </p:nvSpPr>
          <p:spPr>
            <a:xfrm rot="0">
              <a:off x="4001" y="722"/>
              <a:ext cx="18" cy="504"/>
            </a:xfrm>
            <a:custGeom>
              <a:avLst/>
              <a:ahLst/>
              <a:rect l="0" t="0" r="r" b="b"/>
              <a:pathLst>
                <a:path w="54" h="1510">
                  <a:moveTo>
                    <a:pt x="0" y="1510"/>
                  </a:moveTo>
                  <a:lnTo>
                    <a:pt x="27" y="1510"/>
                  </a:lnTo>
                  <a:lnTo>
                    <a:pt x="54" y="151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5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15" name=""/>
            <p:cNvSpPr/>
            <p:nvPr/>
          </p:nvSpPr>
          <p:spPr>
            <a:xfrm rot="0">
              <a:off x="4001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16" name=""/>
            <p:cNvSpPr/>
            <p:nvPr/>
          </p:nvSpPr>
          <p:spPr>
            <a:xfrm rot="0">
              <a:off x="4001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17" name=""/>
            <p:cNvSpPr/>
            <p:nvPr/>
          </p:nvSpPr>
          <p:spPr>
            <a:xfrm rot="0">
              <a:off x="3606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18" name=""/>
            <p:cNvSpPr/>
            <p:nvPr/>
          </p:nvSpPr>
          <p:spPr>
            <a:xfrm rot="0">
              <a:off x="3606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19" name=""/>
            <p:cNvSpPr/>
            <p:nvPr/>
          </p:nvSpPr>
          <p:spPr>
            <a:xfrm rot="0">
              <a:off x="3606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20" name=""/>
            <p:cNvSpPr/>
            <p:nvPr/>
          </p:nvSpPr>
          <p:spPr>
            <a:xfrm rot="0">
              <a:off x="3606" y="722"/>
              <a:ext cx="18" cy="360"/>
            </a:xfrm>
            <a:custGeom>
              <a:avLst/>
              <a:ahLst/>
              <a:rect l="0" t="0" r="r" b="b"/>
              <a:pathLst>
                <a:path w="54" h="1078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78"/>
                  </a:lnTo>
                  <a:lnTo>
                    <a:pt x="26" y="1078"/>
                  </a:lnTo>
                  <a:lnTo>
                    <a:pt x="54" y="107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21" name=""/>
            <p:cNvSpPr/>
            <p:nvPr/>
          </p:nvSpPr>
          <p:spPr>
            <a:xfrm rot="0">
              <a:off x="3606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22" name=""/>
            <p:cNvSpPr/>
            <p:nvPr/>
          </p:nvSpPr>
          <p:spPr>
            <a:xfrm rot="0">
              <a:off x="3606" y="108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23" name=""/>
            <p:cNvSpPr/>
            <p:nvPr/>
          </p:nvSpPr>
          <p:spPr>
            <a:xfrm rot="0">
              <a:off x="3615" y="1072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24" name=""/>
            <p:cNvSpPr/>
            <p:nvPr/>
          </p:nvSpPr>
          <p:spPr>
            <a:xfrm rot="0">
              <a:off x="3615" y="1072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25" name=""/>
            <p:cNvSpPr/>
            <p:nvPr/>
          </p:nvSpPr>
          <p:spPr>
            <a:xfrm rot="0">
              <a:off x="3220" y="1072"/>
              <a:ext cx="395" cy="19"/>
            </a:xfrm>
            <a:custGeom>
              <a:avLst/>
              <a:ahLst/>
              <a:rect l="0" t="0" r="r" b="b"/>
              <a:pathLst>
                <a:path w="1185" h="55">
                  <a:moveTo>
                    <a:pt x="1185" y="55"/>
                  </a:moveTo>
                  <a:lnTo>
                    <a:pt x="1185" y="28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185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26" name=""/>
            <p:cNvSpPr/>
            <p:nvPr/>
          </p:nvSpPr>
          <p:spPr>
            <a:xfrm rot="0">
              <a:off x="3220" y="1072"/>
              <a:ext cx="395" cy="19"/>
            </a:xfrm>
            <a:custGeom>
              <a:avLst/>
              <a:ahLst/>
              <a:rect l="0" t="0" r="r" b="b"/>
              <a:pathLst>
                <a:path w="1185" h="55">
                  <a:moveTo>
                    <a:pt x="1185" y="55"/>
                  </a:moveTo>
                  <a:lnTo>
                    <a:pt x="1185" y="28"/>
                  </a:lnTo>
                  <a:lnTo>
                    <a:pt x="118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18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27" name=""/>
            <p:cNvSpPr/>
            <p:nvPr/>
          </p:nvSpPr>
          <p:spPr>
            <a:xfrm rot="0">
              <a:off x="3211" y="1072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28" name=""/>
            <p:cNvSpPr/>
            <p:nvPr/>
          </p:nvSpPr>
          <p:spPr>
            <a:xfrm rot="0">
              <a:off x="3211" y="1072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29" name=""/>
            <p:cNvSpPr/>
            <p:nvPr/>
          </p:nvSpPr>
          <p:spPr>
            <a:xfrm rot="0">
              <a:off x="3211" y="107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30" name=""/>
            <p:cNvSpPr/>
            <p:nvPr/>
          </p:nvSpPr>
          <p:spPr>
            <a:xfrm rot="0">
              <a:off x="3211" y="107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31" name=""/>
            <p:cNvSpPr/>
            <p:nvPr/>
          </p:nvSpPr>
          <p:spPr>
            <a:xfrm rot="0">
              <a:off x="3211" y="1082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32" name=""/>
            <p:cNvSpPr/>
            <p:nvPr/>
          </p:nvSpPr>
          <p:spPr>
            <a:xfrm rot="0">
              <a:off x="3211" y="1082"/>
              <a:ext cx="18" cy="144"/>
            </a:xfrm>
            <a:custGeom>
              <a:avLst/>
              <a:ahLst/>
              <a:rect l="0" t="0" r="r" b="b"/>
              <a:pathLst>
                <a:path w="54" h="432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2"/>
                  </a:lnTo>
                  <a:lnTo>
                    <a:pt x="26" y="432"/>
                  </a:lnTo>
                  <a:lnTo>
                    <a:pt x="54" y="43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33" name=""/>
            <p:cNvSpPr/>
            <p:nvPr/>
          </p:nvSpPr>
          <p:spPr>
            <a:xfrm rot="0">
              <a:off x="3211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34" name=""/>
            <p:cNvSpPr/>
            <p:nvPr/>
          </p:nvSpPr>
          <p:spPr>
            <a:xfrm rot="0">
              <a:off x="3211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35" name=""/>
            <p:cNvSpPr/>
            <p:nvPr/>
          </p:nvSpPr>
          <p:spPr>
            <a:xfrm rot="0">
              <a:off x="3211" y="121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36" name=""/>
            <p:cNvSpPr/>
            <p:nvPr/>
          </p:nvSpPr>
          <p:spPr>
            <a:xfrm rot="0">
              <a:off x="3211" y="1216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37" name=""/>
            <p:cNvSpPr/>
            <p:nvPr/>
          </p:nvSpPr>
          <p:spPr>
            <a:xfrm rot="0">
              <a:off x="3220" y="1216"/>
              <a:ext cx="790" cy="18"/>
            </a:xfrm>
            <a:custGeom>
              <a:avLst/>
              <a:ahLst/>
              <a:rect l="0" t="0" r="r" b="b"/>
              <a:pathLst>
                <a:path w="2369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2369" y="54"/>
                  </a:lnTo>
                  <a:lnTo>
                    <a:pt x="2369" y="28"/>
                  </a:lnTo>
                  <a:lnTo>
                    <a:pt x="236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38" name=""/>
            <p:cNvSpPr/>
            <p:nvPr/>
          </p:nvSpPr>
          <p:spPr>
            <a:xfrm rot="0">
              <a:off x="3220" y="1216"/>
              <a:ext cx="790" cy="18"/>
            </a:xfrm>
            <a:custGeom>
              <a:avLst/>
              <a:ahLst/>
              <a:rect l="0" t="0" r="r" b="b"/>
              <a:pathLst>
                <a:path w="2369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2369" y="54"/>
                  </a:lnTo>
                  <a:lnTo>
                    <a:pt x="2369" y="28"/>
                  </a:lnTo>
                  <a:lnTo>
                    <a:pt x="236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39" name=""/>
            <p:cNvSpPr/>
            <p:nvPr/>
          </p:nvSpPr>
          <p:spPr>
            <a:xfrm rot="0">
              <a:off x="4010" y="121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40" name=""/>
            <p:cNvSpPr/>
            <p:nvPr/>
          </p:nvSpPr>
          <p:spPr>
            <a:xfrm rot="0">
              <a:off x="4010" y="121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41" name=""/>
            <p:cNvSpPr/>
            <p:nvPr/>
          </p:nvSpPr>
          <p:spPr>
            <a:xfrm rot="0">
              <a:off x="4010" y="713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42" name=""/>
            <p:cNvSpPr/>
            <p:nvPr/>
          </p:nvSpPr>
          <p:spPr>
            <a:xfrm rot="0">
              <a:off x="4010" y="713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43" name=""/>
            <p:cNvSpPr/>
            <p:nvPr/>
          </p:nvSpPr>
          <p:spPr>
            <a:xfrm rot="0">
              <a:off x="3615" y="713"/>
              <a:ext cx="395" cy="18"/>
            </a:xfrm>
            <a:custGeom>
              <a:avLst/>
              <a:ahLst/>
              <a:rect l="0" t="0" r="r" b="b"/>
              <a:pathLst>
                <a:path w="1184" h="54">
                  <a:moveTo>
                    <a:pt x="1184" y="54"/>
                  </a:moveTo>
                  <a:lnTo>
                    <a:pt x="1184" y="27"/>
                  </a:lnTo>
                  <a:lnTo>
                    <a:pt x="118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44" name=""/>
            <p:cNvSpPr/>
            <p:nvPr/>
          </p:nvSpPr>
          <p:spPr>
            <a:xfrm rot="0">
              <a:off x="3615" y="713"/>
              <a:ext cx="395" cy="18"/>
            </a:xfrm>
            <a:custGeom>
              <a:avLst/>
              <a:ahLst/>
              <a:rect l="0" t="0" r="r" b="b"/>
              <a:pathLst>
                <a:path w="1184" h="54">
                  <a:moveTo>
                    <a:pt x="1184" y="54"/>
                  </a:moveTo>
                  <a:lnTo>
                    <a:pt x="1184" y="27"/>
                  </a:lnTo>
                  <a:lnTo>
                    <a:pt x="118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18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45" name=""/>
            <p:cNvSpPr/>
            <p:nvPr/>
          </p:nvSpPr>
          <p:spPr>
            <a:xfrm rot="0">
              <a:off x="3606" y="71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46" name=""/>
            <p:cNvSpPr/>
            <p:nvPr/>
          </p:nvSpPr>
          <p:spPr>
            <a:xfrm rot="0">
              <a:off x="3606" y="713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47" name=""/>
            <p:cNvSpPr/>
            <p:nvPr/>
          </p:nvSpPr>
          <p:spPr>
            <a:xfrm rot="0">
              <a:off x="2596" y="3680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48" name=""/>
            <p:cNvSpPr/>
            <p:nvPr/>
          </p:nvSpPr>
          <p:spPr>
            <a:xfrm rot="0">
              <a:off x="2596" y="3680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49" name=""/>
            <p:cNvSpPr/>
            <p:nvPr/>
          </p:nvSpPr>
          <p:spPr>
            <a:xfrm rot="0">
              <a:off x="2596" y="3355"/>
              <a:ext cx="19" cy="325"/>
            </a:xfrm>
            <a:custGeom>
              <a:avLst/>
              <a:ahLst/>
              <a:rect l="0" t="0" r="r" b="b"/>
              <a:pathLst>
                <a:path w="55" h="976">
                  <a:moveTo>
                    <a:pt x="0" y="976"/>
                  </a:moveTo>
                  <a:lnTo>
                    <a:pt x="27" y="976"/>
                  </a:lnTo>
                  <a:lnTo>
                    <a:pt x="55" y="97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9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50" name=""/>
            <p:cNvSpPr/>
            <p:nvPr/>
          </p:nvSpPr>
          <p:spPr>
            <a:xfrm rot="0">
              <a:off x="2596" y="3355"/>
              <a:ext cx="19" cy="325"/>
            </a:xfrm>
            <a:custGeom>
              <a:avLst/>
              <a:ahLst/>
              <a:rect l="0" t="0" r="r" b="b"/>
              <a:pathLst>
                <a:path w="55" h="976">
                  <a:moveTo>
                    <a:pt x="0" y="976"/>
                  </a:moveTo>
                  <a:lnTo>
                    <a:pt x="27" y="976"/>
                  </a:lnTo>
                  <a:lnTo>
                    <a:pt x="55" y="97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9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51" name=""/>
            <p:cNvSpPr/>
            <p:nvPr/>
          </p:nvSpPr>
          <p:spPr>
            <a:xfrm rot="0">
              <a:off x="2596" y="3345"/>
              <a:ext cx="19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52" name=""/>
            <p:cNvSpPr/>
            <p:nvPr/>
          </p:nvSpPr>
          <p:spPr>
            <a:xfrm rot="0">
              <a:off x="2596" y="3345"/>
              <a:ext cx="19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53" name=""/>
            <p:cNvSpPr/>
            <p:nvPr/>
          </p:nvSpPr>
          <p:spPr>
            <a:xfrm rot="0">
              <a:off x="2524" y="3712"/>
              <a:ext cx="13" cy="17"/>
            </a:xfrm>
            <a:custGeom>
              <a:avLst/>
              <a:ahLst/>
              <a:rect l="0" t="0" r="r" b="b"/>
              <a:pathLst>
                <a:path w="39" h="50">
                  <a:moveTo>
                    <a:pt x="26" y="23"/>
                  </a:moveTo>
                  <a:lnTo>
                    <a:pt x="39" y="47"/>
                  </a:lnTo>
                  <a:lnTo>
                    <a:pt x="31" y="50"/>
                  </a:lnTo>
                  <a:lnTo>
                    <a:pt x="23" y="50"/>
                  </a:lnTo>
                  <a:lnTo>
                    <a:pt x="14" y="48"/>
                  </a:lnTo>
                  <a:lnTo>
                    <a:pt x="7" y="44"/>
                  </a:lnTo>
                  <a:lnTo>
                    <a:pt x="3" y="36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4"/>
                  </a:lnTo>
                  <a:lnTo>
                    <a:pt x="13" y="0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54" name=""/>
            <p:cNvSpPr/>
            <p:nvPr/>
          </p:nvSpPr>
          <p:spPr>
            <a:xfrm rot="0">
              <a:off x="2524" y="3712"/>
              <a:ext cx="13" cy="17"/>
            </a:xfrm>
            <a:custGeom>
              <a:avLst/>
              <a:ahLst/>
              <a:rect l="0" t="0" r="r" b="b"/>
              <a:pathLst>
                <a:path w="39" h="50">
                  <a:moveTo>
                    <a:pt x="39" y="47"/>
                  </a:moveTo>
                  <a:lnTo>
                    <a:pt x="31" y="50"/>
                  </a:lnTo>
                  <a:lnTo>
                    <a:pt x="23" y="50"/>
                  </a:lnTo>
                  <a:lnTo>
                    <a:pt x="14" y="48"/>
                  </a:lnTo>
                  <a:lnTo>
                    <a:pt x="7" y="44"/>
                  </a:lnTo>
                  <a:lnTo>
                    <a:pt x="3" y="36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4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55" name=""/>
            <p:cNvSpPr/>
            <p:nvPr/>
          </p:nvSpPr>
          <p:spPr>
            <a:xfrm rot="0">
              <a:off x="2528" y="3672"/>
              <a:ext cx="82" cy="56"/>
            </a:xfrm>
            <a:custGeom>
              <a:avLst/>
              <a:ahLst/>
              <a:rect l="0" t="0" r="r" b="b"/>
              <a:pathLst>
                <a:path w="244" h="166">
                  <a:moveTo>
                    <a:pt x="0" y="119"/>
                  </a:moveTo>
                  <a:lnTo>
                    <a:pt x="13" y="142"/>
                  </a:lnTo>
                  <a:lnTo>
                    <a:pt x="26" y="166"/>
                  </a:lnTo>
                  <a:lnTo>
                    <a:pt x="244" y="47"/>
                  </a:lnTo>
                  <a:lnTo>
                    <a:pt x="231" y="23"/>
                  </a:lnTo>
                  <a:lnTo>
                    <a:pt x="218" y="0"/>
                  </a:lnTo>
                  <a:lnTo>
                    <a:pt x="0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56" name=""/>
            <p:cNvSpPr/>
            <p:nvPr/>
          </p:nvSpPr>
          <p:spPr>
            <a:xfrm rot="0">
              <a:off x="2528" y="3672"/>
              <a:ext cx="82" cy="56"/>
            </a:xfrm>
            <a:custGeom>
              <a:avLst/>
              <a:ahLst/>
              <a:rect l="0" t="0" r="r" b="b"/>
              <a:pathLst>
                <a:path w="244" h="166">
                  <a:moveTo>
                    <a:pt x="0" y="119"/>
                  </a:moveTo>
                  <a:lnTo>
                    <a:pt x="13" y="142"/>
                  </a:lnTo>
                  <a:lnTo>
                    <a:pt x="26" y="166"/>
                  </a:lnTo>
                  <a:lnTo>
                    <a:pt x="244" y="47"/>
                  </a:lnTo>
                  <a:lnTo>
                    <a:pt x="231" y="23"/>
                  </a:lnTo>
                  <a:lnTo>
                    <a:pt x="218" y="0"/>
                  </a:lnTo>
                  <a:lnTo>
                    <a:pt x="0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57" name=""/>
            <p:cNvSpPr/>
            <p:nvPr/>
          </p:nvSpPr>
          <p:spPr>
            <a:xfrm rot="0">
              <a:off x="2601" y="3671"/>
              <a:ext cx="13" cy="17"/>
            </a:xfrm>
            <a:custGeom>
              <a:avLst/>
              <a:ahLst/>
              <a:rect l="0" t="0" r="r" b="b"/>
              <a:pathLst>
                <a:path w="39" h="50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6" y="14"/>
                  </a:lnTo>
                  <a:lnTo>
                    <a:pt x="39" y="21"/>
                  </a:lnTo>
                  <a:lnTo>
                    <a:pt x="39" y="30"/>
                  </a:lnTo>
                  <a:lnTo>
                    <a:pt x="37" y="38"/>
                  </a:lnTo>
                  <a:lnTo>
                    <a:pt x="33" y="45"/>
                  </a:lnTo>
                  <a:lnTo>
                    <a:pt x="26" y="50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58" name=""/>
            <p:cNvSpPr/>
            <p:nvPr/>
          </p:nvSpPr>
          <p:spPr>
            <a:xfrm rot="0">
              <a:off x="2601" y="3671"/>
              <a:ext cx="13" cy="17"/>
            </a:xfrm>
            <a:custGeom>
              <a:avLst/>
              <a:ahLst/>
              <a:rect l="0" t="0" r="r" b="b"/>
              <a:pathLst>
                <a:path w="39" h="50">
                  <a:moveTo>
                    <a:pt x="0" y="3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6" y="14"/>
                  </a:lnTo>
                  <a:lnTo>
                    <a:pt x="39" y="21"/>
                  </a:lnTo>
                  <a:lnTo>
                    <a:pt x="39" y="30"/>
                  </a:lnTo>
                  <a:lnTo>
                    <a:pt x="37" y="38"/>
                  </a:lnTo>
                  <a:lnTo>
                    <a:pt x="33" y="45"/>
                  </a:lnTo>
                  <a:lnTo>
                    <a:pt x="26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59" name=""/>
            <p:cNvSpPr/>
            <p:nvPr/>
          </p:nvSpPr>
          <p:spPr>
            <a:xfrm rot="0">
              <a:off x="2511" y="338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60" name=""/>
            <p:cNvSpPr/>
            <p:nvPr/>
          </p:nvSpPr>
          <p:spPr>
            <a:xfrm rot="0">
              <a:off x="2511" y="338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61" name=""/>
            <p:cNvSpPr/>
            <p:nvPr/>
          </p:nvSpPr>
          <p:spPr>
            <a:xfrm rot="0">
              <a:off x="2511" y="3394"/>
              <a:ext cx="18" cy="205"/>
            </a:xfrm>
            <a:custGeom>
              <a:avLst/>
              <a:ahLst/>
              <a:rect l="0" t="0" r="r" b="b"/>
              <a:pathLst>
                <a:path w="54" h="613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13"/>
                  </a:lnTo>
                  <a:lnTo>
                    <a:pt x="27" y="613"/>
                  </a:lnTo>
                  <a:lnTo>
                    <a:pt x="54" y="61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62" name=""/>
            <p:cNvSpPr/>
            <p:nvPr/>
          </p:nvSpPr>
          <p:spPr>
            <a:xfrm rot="0">
              <a:off x="2511" y="3394"/>
              <a:ext cx="18" cy="205"/>
            </a:xfrm>
            <a:custGeom>
              <a:avLst/>
              <a:ahLst/>
              <a:rect l="0" t="0" r="r" b="b"/>
              <a:pathLst>
                <a:path w="54" h="613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13"/>
                  </a:lnTo>
                  <a:lnTo>
                    <a:pt x="27" y="613"/>
                  </a:lnTo>
                  <a:lnTo>
                    <a:pt x="54" y="61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63" name=""/>
            <p:cNvSpPr/>
            <p:nvPr/>
          </p:nvSpPr>
          <p:spPr>
            <a:xfrm rot="0">
              <a:off x="2511" y="3599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64" name=""/>
            <p:cNvSpPr/>
            <p:nvPr/>
          </p:nvSpPr>
          <p:spPr>
            <a:xfrm rot="0">
              <a:off x="2511" y="3599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65" name=""/>
            <p:cNvSpPr/>
            <p:nvPr/>
          </p:nvSpPr>
          <p:spPr>
            <a:xfrm rot="0">
              <a:off x="2601" y="3346"/>
              <a:ext cx="13" cy="17"/>
            </a:xfrm>
            <a:custGeom>
              <a:avLst/>
              <a:ahLst/>
              <a:rect l="0" t="0" r="r" b="b"/>
              <a:pathLst>
                <a:path w="38" h="51">
                  <a:moveTo>
                    <a:pt x="12" y="27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3"/>
                  </a:lnTo>
                  <a:lnTo>
                    <a:pt x="32" y="9"/>
                  </a:lnTo>
                  <a:lnTo>
                    <a:pt x="36" y="15"/>
                  </a:lnTo>
                  <a:lnTo>
                    <a:pt x="38" y="23"/>
                  </a:lnTo>
                  <a:lnTo>
                    <a:pt x="38" y="32"/>
                  </a:lnTo>
                  <a:lnTo>
                    <a:pt x="35" y="39"/>
                  </a:lnTo>
                  <a:lnTo>
                    <a:pt x="30" y="47"/>
                  </a:lnTo>
                  <a:lnTo>
                    <a:pt x="24" y="51"/>
                  </a:lnTo>
                  <a:lnTo>
                    <a:pt x="1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66" name=""/>
            <p:cNvSpPr/>
            <p:nvPr/>
          </p:nvSpPr>
          <p:spPr>
            <a:xfrm rot="0">
              <a:off x="2601" y="3346"/>
              <a:ext cx="13" cy="17"/>
            </a:xfrm>
            <a:custGeom>
              <a:avLst/>
              <a:ahLst/>
              <a:rect l="0" t="0" r="r" b="b"/>
              <a:pathLst>
                <a:path w="38" h="51">
                  <a:moveTo>
                    <a:pt x="0" y="2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3"/>
                  </a:lnTo>
                  <a:lnTo>
                    <a:pt x="32" y="9"/>
                  </a:lnTo>
                  <a:lnTo>
                    <a:pt x="36" y="15"/>
                  </a:lnTo>
                  <a:lnTo>
                    <a:pt x="38" y="23"/>
                  </a:lnTo>
                  <a:lnTo>
                    <a:pt x="38" y="32"/>
                  </a:lnTo>
                  <a:lnTo>
                    <a:pt x="35" y="39"/>
                  </a:lnTo>
                  <a:lnTo>
                    <a:pt x="30" y="47"/>
                  </a:lnTo>
                  <a:lnTo>
                    <a:pt x="2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67" name=""/>
            <p:cNvSpPr/>
            <p:nvPr/>
          </p:nvSpPr>
          <p:spPr>
            <a:xfrm rot="0">
              <a:off x="2516" y="3346"/>
              <a:ext cx="93" cy="56"/>
            </a:xfrm>
            <a:custGeom>
              <a:avLst/>
              <a:ahLst/>
              <a:rect l="0" t="0" r="r" b="b"/>
              <a:pathLst>
                <a:path w="281" h="168">
                  <a:moveTo>
                    <a:pt x="281" y="49"/>
                  </a:moveTo>
                  <a:lnTo>
                    <a:pt x="269" y="25"/>
                  </a:lnTo>
                  <a:lnTo>
                    <a:pt x="257" y="0"/>
                  </a:lnTo>
                  <a:lnTo>
                    <a:pt x="0" y="119"/>
                  </a:lnTo>
                  <a:lnTo>
                    <a:pt x="12" y="144"/>
                  </a:lnTo>
                  <a:lnTo>
                    <a:pt x="23" y="168"/>
                  </a:lnTo>
                  <a:lnTo>
                    <a:pt x="281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68" name=""/>
            <p:cNvSpPr/>
            <p:nvPr/>
          </p:nvSpPr>
          <p:spPr>
            <a:xfrm rot="0">
              <a:off x="2516" y="3346"/>
              <a:ext cx="93" cy="56"/>
            </a:xfrm>
            <a:custGeom>
              <a:avLst/>
              <a:ahLst/>
              <a:rect l="0" t="0" r="r" b="b"/>
              <a:pathLst>
                <a:path w="281" h="168">
                  <a:moveTo>
                    <a:pt x="281" y="49"/>
                  </a:moveTo>
                  <a:lnTo>
                    <a:pt x="269" y="25"/>
                  </a:lnTo>
                  <a:lnTo>
                    <a:pt x="257" y="0"/>
                  </a:lnTo>
                  <a:lnTo>
                    <a:pt x="0" y="119"/>
                  </a:lnTo>
                  <a:lnTo>
                    <a:pt x="12" y="144"/>
                  </a:lnTo>
                  <a:lnTo>
                    <a:pt x="23" y="168"/>
                  </a:lnTo>
                  <a:lnTo>
                    <a:pt x="281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69" name=""/>
            <p:cNvSpPr/>
            <p:nvPr/>
          </p:nvSpPr>
          <p:spPr>
            <a:xfrm rot="0">
              <a:off x="2511" y="3386"/>
              <a:ext cx="12" cy="17"/>
            </a:xfrm>
            <a:custGeom>
              <a:avLst/>
              <a:ahLst/>
              <a:rect l="0" t="0" r="r" b="b"/>
              <a:pathLst>
                <a:path w="38" h="51">
                  <a:moveTo>
                    <a:pt x="27" y="25"/>
                  </a:moveTo>
                  <a:lnTo>
                    <a:pt x="38" y="49"/>
                  </a:lnTo>
                  <a:lnTo>
                    <a:pt x="30" y="51"/>
                  </a:lnTo>
                  <a:lnTo>
                    <a:pt x="21" y="51"/>
                  </a:lnTo>
                  <a:lnTo>
                    <a:pt x="14" y="48"/>
                  </a:lnTo>
                  <a:lnTo>
                    <a:pt x="7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19"/>
                  </a:lnTo>
                  <a:lnTo>
                    <a:pt x="3" y="12"/>
                  </a:lnTo>
                  <a:lnTo>
                    <a:pt x="9" y="4"/>
                  </a:lnTo>
                  <a:lnTo>
                    <a:pt x="15" y="0"/>
                  </a:lnTo>
                  <a:lnTo>
                    <a:pt x="2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70" name=""/>
            <p:cNvSpPr/>
            <p:nvPr/>
          </p:nvSpPr>
          <p:spPr>
            <a:xfrm rot="0">
              <a:off x="2511" y="3386"/>
              <a:ext cx="12" cy="17"/>
            </a:xfrm>
            <a:custGeom>
              <a:avLst/>
              <a:ahLst/>
              <a:rect l="0" t="0" r="r" b="b"/>
              <a:pathLst>
                <a:path w="38" h="51">
                  <a:moveTo>
                    <a:pt x="38" y="49"/>
                  </a:moveTo>
                  <a:lnTo>
                    <a:pt x="30" y="51"/>
                  </a:lnTo>
                  <a:lnTo>
                    <a:pt x="21" y="51"/>
                  </a:lnTo>
                  <a:lnTo>
                    <a:pt x="14" y="48"/>
                  </a:lnTo>
                  <a:lnTo>
                    <a:pt x="7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19"/>
                  </a:lnTo>
                  <a:lnTo>
                    <a:pt x="3" y="12"/>
                  </a:lnTo>
                  <a:lnTo>
                    <a:pt x="9" y="4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71" name=""/>
            <p:cNvSpPr/>
            <p:nvPr/>
          </p:nvSpPr>
          <p:spPr>
            <a:xfrm rot="0">
              <a:off x="2524" y="381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72" name=""/>
            <p:cNvSpPr/>
            <p:nvPr/>
          </p:nvSpPr>
          <p:spPr>
            <a:xfrm rot="0">
              <a:off x="2524" y="381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73" name=""/>
            <p:cNvSpPr/>
            <p:nvPr/>
          </p:nvSpPr>
          <p:spPr>
            <a:xfrm rot="0">
              <a:off x="2524" y="3720"/>
              <a:ext cx="18" cy="96"/>
            </a:xfrm>
            <a:custGeom>
              <a:avLst/>
              <a:ahLst/>
              <a:rect l="0" t="0" r="r" b="b"/>
              <a:pathLst>
                <a:path w="54" h="290">
                  <a:moveTo>
                    <a:pt x="0" y="290"/>
                  </a:moveTo>
                  <a:lnTo>
                    <a:pt x="26" y="290"/>
                  </a:lnTo>
                  <a:lnTo>
                    <a:pt x="54" y="29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74" name=""/>
            <p:cNvSpPr/>
            <p:nvPr/>
          </p:nvSpPr>
          <p:spPr>
            <a:xfrm rot="0">
              <a:off x="2524" y="3720"/>
              <a:ext cx="18" cy="96"/>
            </a:xfrm>
            <a:custGeom>
              <a:avLst/>
              <a:ahLst/>
              <a:rect l="0" t="0" r="r" b="b"/>
              <a:pathLst>
                <a:path w="54" h="290">
                  <a:moveTo>
                    <a:pt x="0" y="290"/>
                  </a:moveTo>
                  <a:lnTo>
                    <a:pt x="26" y="290"/>
                  </a:lnTo>
                  <a:lnTo>
                    <a:pt x="54" y="29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75" name=""/>
            <p:cNvSpPr/>
            <p:nvPr/>
          </p:nvSpPr>
          <p:spPr>
            <a:xfrm rot="0">
              <a:off x="2524" y="371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76" name=""/>
            <p:cNvSpPr/>
            <p:nvPr/>
          </p:nvSpPr>
          <p:spPr>
            <a:xfrm rot="0">
              <a:off x="2524" y="371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77" name=""/>
            <p:cNvSpPr/>
            <p:nvPr/>
          </p:nvSpPr>
          <p:spPr>
            <a:xfrm rot="0">
              <a:off x="2251" y="3214"/>
              <a:ext cx="13" cy="17"/>
            </a:xfrm>
            <a:custGeom>
              <a:avLst/>
              <a:ahLst/>
              <a:rect l="0" t="0" r="r" b="b"/>
              <a:pathLst>
                <a:path w="39" h="51">
                  <a:moveTo>
                    <a:pt x="27" y="24"/>
                  </a:moveTo>
                  <a:lnTo>
                    <a:pt x="39" y="49"/>
                  </a:lnTo>
                  <a:lnTo>
                    <a:pt x="30" y="51"/>
                  </a:lnTo>
                  <a:lnTo>
                    <a:pt x="22" y="51"/>
                  </a:lnTo>
                  <a:lnTo>
                    <a:pt x="13" y="48"/>
                  </a:lnTo>
                  <a:lnTo>
                    <a:pt x="7" y="42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0"/>
                  </a:lnTo>
                  <a:lnTo>
                    <a:pt x="9" y="4"/>
                  </a:lnTo>
                  <a:lnTo>
                    <a:pt x="15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78" name=""/>
            <p:cNvSpPr/>
            <p:nvPr/>
          </p:nvSpPr>
          <p:spPr>
            <a:xfrm rot="0">
              <a:off x="2251" y="3214"/>
              <a:ext cx="13" cy="17"/>
            </a:xfrm>
            <a:custGeom>
              <a:avLst/>
              <a:ahLst/>
              <a:rect l="0" t="0" r="r" b="b"/>
              <a:pathLst>
                <a:path w="39" h="51">
                  <a:moveTo>
                    <a:pt x="39" y="49"/>
                  </a:moveTo>
                  <a:lnTo>
                    <a:pt x="30" y="51"/>
                  </a:lnTo>
                  <a:lnTo>
                    <a:pt x="22" y="51"/>
                  </a:lnTo>
                  <a:lnTo>
                    <a:pt x="13" y="48"/>
                  </a:lnTo>
                  <a:lnTo>
                    <a:pt x="7" y="42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0"/>
                  </a:lnTo>
                  <a:lnTo>
                    <a:pt x="9" y="4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79" name=""/>
            <p:cNvSpPr/>
            <p:nvPr/>
          </p:nvSpPr>
          <p:spPr>
            <a:xfrm rot="0">
              <a:off x="2256" y="3175"/>
              <a:ext cx="94" cy="56"/>
            </a:xfrm>
            <a:custGeom>
              <a:avLst/>
              <a:ahLst/>
              <a:rect l="0" t="0" r="r" b="b"/>
              <a:pathLst>
                <a:path w="281" h="167">
                  <a:moveTo>
                    <a:pt x="0" y="118"/>
                  </a:moveTo>
                  <a:lnTo>
                    <a:pt x="12" y="142"/>
                  </a:lnTo>
                  <a:lnTo>
                    <a:pt x="24" y="167"/>
                  </a:lnTo>
                  <a:lnTo>
                    <a:pt x="281" y="49"/>
                  </a:lnTo>
                  <a:lnTo>
                    <a:pt x="269" y="24"/>
                  </a:lnTo>
                  <a:lnTo>
                    <a:pt x="257" y="0"/>
                  </a:lnTo>
                  <a:lnTo>
                    <a:pt x="0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80" name=""/>
            <p:cNvSpPr/>
            <p:nvPr/>
          </p:nvSpPr>
          <p:spPr>
            <a:xfrm rot="0">
              <a:off x="2256" y="3175"/>
              <a:ext cx="94" cy="56"/>
            </a:xfrm>
            <a:custGeom>
              <a:avLst/>
              <a:ahLst/>
              <a:rect l="0" t="0" r="r" b="b"/>
              <a:pathLst>
                <a:path w="281" h="167">
                  <a:moveTo>
                    <a:pt x="0" y="118"/>
                  </a:moveTo>
                  <a:lnTo>
                    <a:pt x="12" y="142"/>
                  </a:lnTo>
                  <a:lnTo>
                    <a:pt x="24" y="167"/>
                  </a:lnTo>
                  <a:lnTo>
                    <a:pt x="281" y="49"/>
                  </a:lnTo>
                  <a:lnTo>
                    <a:pt x="269" y="24"/>
                  </a:lnTo>
                  <a:lnTo>
                    <a:pt x="257" y="0"/>
                  </a:lnTo>
                  <a:lnTo>
                    <a:pt x="0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81" name=""/>
            <p:cNvSpPr/>
            <p:nvPr/>
          </p:nvSpPr>
          <p:spPr>
            <a:xfrm rot="0">
              <a:off x="2342" y="3174"/>
              <a:ext cx="13" cy="17"/>
            </a:xfrm>
            <a:custGeom>
              <a:avLst/>
              <a:ahLst/>
              <a:rect l="0" t="0" r="r" b="b"/>
              <a:pathLst>
                <a:path w="39" h="51">
                  <a:moveTo>
                    <a:pt x="12" y="26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6" y="3"/>
                  </a:lnTo>
                  <a:lnTo>
                    <a:pt x="32" y="8"/>
                  </a:lnTo>
                  <a:lnTo>
                    <a:pt x="37" y="15"/>
                  </a:lnTo>
                  <a:lnTo>
                    <a:pt x="39" y="23"/>
                  </a:lnTo>
                  <a:lnTo>
                    <a:pt x="39" y="32"/>
                  </a:lnTo>
                  <a:lnTo>
                    <a:pt x="35" y="40"/>
                  </a:lnTo>
                  <a:lnTo>
                    <a:pt x="30" y="46"/>
                  </a:lnTo>
                  <a:lnTo>
                    <a:pt x="24" y="51"/>
                  </a:lnTo>
                  <a:lnTo>
                    <a:pt x="1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82" name=""/>
            <p:cNvSpPr/>
            <p:nvPr/>
          </p:nvSpPr>
          <p:spPr>
            <a:xfrm rot="0">
              <a:off x="2342" y="3174"/>
              <a:ext cx="13" cy="17"/>
            </a:xfrm>
            <a:custGeom>
              <a:avLst/>
              <a:ahLst/>
              <a:rect l="0" t="0" r="r" b="b"/>
              <a:pathLst>
                <a:path w="39" h="51">
                  <a:moveTo>
                    <a:pt x="0" y="2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6" y="3"/>
                  </a:lnTo>
                  <a:lnTo>
                    <a:pt x="32" y="8"/>
                  </a:lnTo>
                  <a:lnTo>
                    <a:pt x="37" y="15"/>
                  </a:lnTo>
                  <a:lnTo>
                    <a:pt x="39" y="23"/>
                  </a:lnTo>
                  <a:lnTo>
                    <a:pt x="39" y="32"/>
                  </a:lnTo>
                  <a:lnTo>
                    <a:pt x="35" y="40"/>
                  </a:lnTo>
                  <a:lnTo>
                    <a:pt x="30" y="46"/>
                  </a:lnTo>
                  <a:lnTo>
                    <a:pt x="2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83" name=""/>
            <p:cNvSpPr/>
            <p:nvPr/>
          </p:nvSpPr>
          <p:spPr>
            <a:xfrm rot="0">
              <a:off x="2256" y="3308"/>
              <a:ext cx="13" cy="17"/>
            </a:xfrm>
            <a:custGeom>
              <a:avLst/>
              <a:ahLst/>
              <a:rect l="0" t="0" r="r" b="b"/>
              <a:pathLst>
                <a:path w="40" h="51">
                  <a:moveTo>
                    <a:pt x="13" y="27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3"/>
                  </a:lnTo>
                  <a:lnTo>
                    <a:pt x="32" y="8"/>
                  </a:lnTo>
                  <a:lnTo>
                    <a:pt x="37" y="14"/>
                  </a:lnTo>
                  <a:lnTo>
                    <a:pt x="40" y="23"/>
                  </a:lnTo>
                  <a:lnTo>
                    <a:pt x="40" y="31"/>
                  </a:lnTo>
                  <a:lnTo>
                    <a:pt x="37" y="39"/>
                  </a:lnTo>
                  <a:lnTo>
                    <a:pt x="32" y="46"/>
                  </a:lnTo>
                  <a:lnTo>
                    <a:pt x="26" y="51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31" name=""/>
          <p:cNvGrpSpPr/>
          <p:nvPr/>
        </p:nvGrpSpPr>
        <p:grpSpPr>
          <a:xfrm rot="0">
            <a:off x="1101725" y="3832225"/>
            <a:ext cx="7137400" cy="2379662"/>
            <a:chOff x="694" y="2414"/>
            <a:chExt cx="4496" cy="1499"/>
          </a:xfrm>
        </p:grpSpPr>
        <p:sp>
          <p:nvSpPr>
            <p:cNvPr id="1049384" name=""/>
            <p:cNvSpPr/>
            <p:nvPr/>
          </p:nvSpPr>
          <p:spPr>
            <a:xfrm rot="0">
              <a:off x="2256" y="3308"/>
              <a:ext cx="13" cy="17"/>
            </a:xfrm>
            <a:custGeom>
              <a:avLst/>
              <a:ahLst/>
              <a:rect l="0" t="0" r="r" b="b"/>
              <a:pathLst>
                <a:path w="40" h="51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3"/>
                  </a:lnTo>
                  <a:lnTo>
                    <a:pt x="32" y="8"/>
                  </a:lnTo>
                  <a:lnTo>
                    <a:pt x="37" y="14"/>
                  </a:lnTo>
                  <a:lnTo>
                    <a:pt x="40" y="23"/>
                  </a:lnTo>
                  <a:lnTo>
                    <a:pt x="40" y="31"/>
                  </a:lnTo>
                  <a:lnTo>
                    <a:pt x="37" y="39"/>
                  </a:lnTo>
                  <a:lnTo>
                    <a:pt x="32" y="46"/>
                  </a:lnTo>
                  <a:lnTo>
                    <a:pt x="26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85" name=""/>
            <p:cNvSpPr/>
            <p:nvPr/>
          </p:nvSpPr>
          <p:spPr>
            <a:xfrm rot="0">
              <a:off x="2073" y="3309"/>
              <a:ext cx="191" cy="113"/>
            </a:xfrm>
            <a:custGeom>
              <a:avLst/>
              <a:ahLst/>
              <a:rect l="0" t="0" r="r" b="b"/>
              <a:pathLst>
                <a:path w="573" h="340">
                  <a:moveTo>
                    <a:pt x="573" y="48"/>
                  </a:moveTo>
                  <a:lnTo>
                    <a:pt x="560" y="24"/>
                  </a:lnTo>
                  <a:lnTo>
                    <a:pt x="547" y="0"/>
                  </a:lnTo>
                  <a:lnTo>
                    <a:pt x="0" y="291"/>
                  </a:lnTo>
                  <a:lnTo>
                    <a:pt x="13" y="315"/>
                  </a:lnTo>
                  <a:lnTo>
                    <a:pt x="26" y="340"/>
                  </a:lnTo>
                  <a:lnTo>
                    <a:pt x="573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86" name=""/>
            <p:cNvSpPr/>
            <p:nvPr/>
          </p:nvSpPr>
          <p:spPr>
            <a:xfrm rot="0">
              <a:off x="2073" y="3309"/>
              <a:ext cx="191" cy="113"/>
            </a:xfrm>
            <a:custGeom>
              <a:avLst/>
              <a:ahLst/>
              <a:rect l="0" t="0" r="r" b="b"/>
              <a:pathLst>
                <a:path w="573" h="340">
                  <a:moveTo>
                    <a:pt x="573" y="48"/>
                  </a:moveTo>
                  <a:lnTo>
                    <a:pt x="560" y="24"/>
                  </a:lnTo>
                  <a:lnTo>
                    <a:pt x="547" y="0"/>
                  </a:lnTo>
                  <a:lnTo>
                    <a:pt x="0" y="291"/>
                  </a:lnTo>
                  <a:lnTo>
                    <a:pt x="13" y="315"/>
                  </a:lnTo>
                  <a:lnTo>
                    <a:pt x="26" y="340"/>
                  </a:lnTo>
                  <a:lnTo>
                    <a:pt x="573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87" name=""/>
            <p:cNvSpPr/>
            <p:nvPr/>
          </p:nvSpPr>
          <p:spPr>
            <a:xfrm rot="0">
              <a:off x="2069" y="3406"/>
              <a:ext cx="13" cy="17"/>
            </a:xfrm>
            <a:custGeom>
              <a:avLst/>
              <a:ahLst/>
              <a:rect l="0" t="0" r="r" b="b"/>
              <a:pathLst>
                <a:path w="40" h="51">
                  <a:moveTo>
                    <a:pt x="27" y="24"/>
                  </a:moveTo>
                  <a:lnTo>
                    <a:pt x="40" y="49"/>
                  </a:lnTo>
                  <a:lnTo>
                    <a:pt x="31" y="51"/>
                  </a:lnTo>
                  <a:lnTo>
                    <a:pt x="23" y="51"/>
                  </a:lnTo>
                  <a:lnTo>
                    <a:pt x="15" y="49"/>
                  </a:lnTo>
                  <a:lnTo>
                    <a:pt x="8" y="43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8" y="5"/>
                  </a:lnTo>
                  <a:lnTo>
                    <a:pt x="14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88" name=""/>
            <p:cNvSpPr/>
            <p:nvPr/>
          </p:nvSpPr>
          <p:spPr>
            <a:xfrm rot="0">
              <a:off x="2069" y="3406"/>
              <a:ext cx="13" cy="17"/>
            </a:xfrm>
            <a:custGeom>
              <a:avLst/>
              <a:ahLst/>
              <a:rect l="0" t="0" r="r" b="b"/>
              <a:pathLst>
                <a:path w="40" h="51">
                  <a:moveTo>
                    <a:pt x="40" y="49"/>
                  </a:moveTo>
                  <a:lnTo>
                    <a:pt x="31" y="51"/>
                  </a:lnTo>
                  <a:lnTo>
                    <a:pt x="23" y="51"/>
                  </a:lnTo>
                  <a:lnTo>
                    <a:pt x="15" y="49"/>
                  </a:lnTo>
                  <a:lnTo>
                    <a:pt x="8" y="43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8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89" name=""/>
            <p:cNvSpPr/>
            <p:nvPr/>
          </p:nvSpPr>
          <p:spPr>
            <a:xfrm rot="0">
              <a:off x="2069" y="3405"/>
              <a:ext cx="15" cy="15"/>
            </a:xfrm>
            <a:custGeom>
              <a:avLst/>
              <a:ahLst/>
              <a:rect l="0" t="0" r="r" b="b"/>
              <a:pathLst>
                <a:path w="47" h="44">
                  <a:moveTo>
                    <a:pt x="27" y="26"/>
                  </a:move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47" y="8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90" name=""/>
            <p:cNvSpPr/>
            <p:nvPr/>
          </p:nvSpPr>
          <p:spPr>
            <a:xfrm rot="0">
              <a:off x="2069" y="3405"/>
              <a:ext cx="15" cy="15"/>
            </a:xfrm>
            <a:custGeom>
              <a:avLst/>
              <a:ahLst/>
              <a:rect l="0" t="0" r="r" b="b"/>
              <a:pathLst>
                <a:path w="47" h="44">
                  <a:moveTo>
                    <a:pt x="7" y="44"/>
                  </a:move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47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91" name=""/>
            <p:cNvSpPr/>
            <p:nvPr/>
          </p:nvSpPr>
          <p:spPr>
            <a:xfrm rot="0">
              <a:off x="2071" y="3408"/>
              <a:ext cx="268" cy="293"/>
            </a:xfrm>
            <a:custGeom>
              <a:avLst/>
              <a:ahLst/>
              <a:rect l="0" t="0" r="r" b="b"/>
              <a:pathLst>
                <a:path w="805" h="880">
                  <a:moveTo>
                    <a:pt x="40" y="0"/>
                  </a:moveTo>
                  <a:lnTo>
                    <a:pt x="20" y="18"/>
                  </a:lnTo>
                  <a:lnTo>
                    <a:pt x="0" y="36"/>
                  </a:lnTo>
                  <a:lnTo>
                    <a:pt x="765" y="880"/>
                  </a:lnTo>
                  <a:lnTo>
                    <a:pt x="785" y="862"/>
                  </a:lnTo>
                  <a:lnTo>
                    <a:pt x="805" y="844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92" name=""/>
            <p:cNvSpPr/>
            <p:nvPr/>
          </p:nvSpPr>
          <p:spPr>
            <a:xfrm rot="0">
              <a:off x="2071" y="3408"/>
              <a:ext cx="268" cy="293"/>
            </a:xfrm>
            <a:custGeom>
              <a:avLst/>
              <a:ahLst/>
              <a:rect l="0" t="0" r="r" b="b"/>
              <a:pathLst>
                <a:path w="805" h="880">
                  <a:moveTo>
                    <a:pt x="40" y="0"/>
                  </a:moveTo>
                  <a:lnTo>
                    <a:pt x="20" y="18"/>
                  </a:lnTo>
                  <a:lnTo>
                    <a:pt x="0" y="36"/>
                  </a:lnTo>
                  <a:lnTo>
                    <a:pt x="765" y="880"/>
                  </a:lnTo>
                  <a:lnTo>
                    <a:pt x="785" y="862"/>
                  </a:lnTo>
                  <a:lnTo>
                    <a:pt x="805" y="844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93" name=""/>
            <p:cNvSpPr/>
            <p:nvPr/>
          </p:nvSpPr>
          <p:spPr>
            <a:xfrm rot="0">
              <a:off x="2326" y="3689"/>
              <a:ext cx="15" cy="15"/>
            </a:xfrm>
            <a:custGeom>
              <a:avLst/>
              <a:ahLst/>
              <a:rect l="0" t="0" r="r" b="b"/>
              <a:pathLst>
                <a:path w="46" h="45">
                  <a:moveTo>
                    <a:pt x="20" y="18"/>
                  </a:moveTo>
                  <a:lnTo>
                    <a:pt x="40" y="0"/>
                  </a:lnTo>
                  <a:lnTo>
                    <a:pt x="44" y="7"/>
                  </a:lnTo>
                  <a:lnTo>
                    <a:pt x="46" y="15"/>
                  </a:lnTo>
                  <a:lnTo>
                    <a:pt x="46" y="23"/>
                  </a:lnTo>
                  <a:lnTo>
                    <a:pt x="43" y="32"/>
                  </a:lnTo>
                  <a:lnTo>
                    <a:pt x="38" y="38"/>
                  </a:lnTo>
                  <a:lnTo>
                    <a:pt x="30" y="42"/>
                  </a:lnTo>
                  <a:lnTo>
                    <a:pt x="23" y="45"/>
                  </a:lnTo>
                  <a:lnTo>
                    <a:pt x="14" y="45"/>
                  </a:lnTo>
                  <a:lnTo>
                    <a:pt x="6" y="41"/>
                  </a:lnTo>
                  <a:lnTo>
                    <a:pt x="0" y="36"/>
                  </a:lnTo>
                  <a:lnTo>
                    <a:pt x="2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94" name=""/>
            <p:cNvSpPr/>
            <p:nvPr/>
          </p:nvSpPr>
          <p:spPr>
            <a:xfrm rot="0">
              <a:off x="2326" y="3689"/>
              <a:ext cx="15" cy="15"/>
            </a:xfrm>
            <a:custGeom>
              <a:avLst/>
              <a:ahLst/>
              <a:rect l="0" t="0" r="r" b="b"/>
              <a:pathLst>
                <a:path w="46" h="45">
                  <a:moveTo>
                    <a:pt x="40" y="0"/>
                  </a:moveTo>
                  <a:lnTo>
                    <a:pt x="44" y="7"/>
                  </a:lnTo>
                  <a:lnTo>
                    <a:pt x="46" y="15"/>
                  </a:lnTo>
                  <a:lnTo>
                    <a:pt x="46" y="23"/>
                  </a:lnTo>
                  <a:lnTo>
                    <a:pt x="43" y="32"/>
                  </a:lnTo>
                  <a:lnTo>
                    <a:pt x="38" y="38"/>
                  </a:lnTo>
                  <a:lnTo>
                    <a:pt x="30" y="42"/>
                  </a:lnTo>
                  <a:lnTo>
                    <a:pt x="23" y="45"/>
                  </a:lnTo>
                  <a:lnTo>
                    <a:pt x="14" y="45"/>
                  </a:lnTo>
                  <a:lnTo>
                    <a:pt x="6" y="41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95" name=""/>
            <p:cNvSpPr/>
            <p:nvPr/>
          </p:nvSpPr>
          <p:spPr>
            <a:xfrm rot="0">
              <a:off x="2251" y="3213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5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96" name=""/>
            <p:cNvSpPr/>
            <p:nvPr/>
          </p:nvSpPr>
          <p:spPr>
            <a:xfrm rot="0">
              <a:off x="2251" y="3213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0" y="27"/>
                  </a:move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5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97" name=""/>
            <p:cNvSpPr/>
            <p:nvPr/>
          </p:nvSpPr>
          <p:spPr>
            <a:xfrm rot="0">
              <a:off x="2251" y="3222"/>
              <a:ext cx="18" cy="95"/>
            </a:xfrm>
            <a:custGeom>
              <a:avLst/>
              <a:ahLst/>
              <a:rect l="0" t="0" r="r" b="b"/>
              <a:pathLst>
                <a:path w="55" h="284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84"/>
                  </a:lnTo>
                  <a:lnTo>
                    <a:pt x="27" y="284"/>
                  </a:lnTo>
                  <a:lnTo>
                    <a:pt x="55" y="284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398" name=""/>
            <p:cNvSpPr/>
            <p:nvPr/>
          </p:nvSpPr>
          <p:spPr>
            <a:xfrm rot="0">
              <a:off x="2251" y="3222"/>
              <a:ext cx="18" cy="95"/>
            </a:xfrm>
            <a:custGeom>
              <a:avLst/>
              <a:ahLst/>
              <a:rect l="0" t="0" r="r" b="b"/>
              <a:pathLst>
                <a:path w="55" h="284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84"/>
                  </a:lnTo>
                  <a:lnTo>
                    <a:pt x="27" y="284"/>
                  </a:lnTo>
                  <a:lnTo>
                    <a:pt x="55" y="284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399" name=""/>
            <p:cNvSpPr/>
            <p:nvPr/>
          </p:nvSpPr>
          <p:spPr>
            <a:xfrm rot="0">
              <a:off x="2251" y="3317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00" name=""/>
            <p:cNvSpPr/>
            <p:nvPr/>
          </p:nvSpPr>
          <p:spPr>
            <a:xfrm rot="0">
              <a:off x="2251" y="3317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01" name=""/>
            <p:cNvSpPr/>
            <p:nvPr/>
          </p:nvSpPr>
          <p:spPr>
            <a:xfrm rot="0">
              <a:off x="2069" y="340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02" name=""/>
            <p:cNvSpPr/>
            <p:nvPr/>
          </p:nvSpPr>
          <p:spPr>
            <a:xfrm rot="0">
              <a:off x="2069" y="340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03" name=""/>
            <p:cNvSpPr/>
            <p:nvPr/>
          </p:nvSpPr>
          <p:spPr>
            <a:xfrm rot="0">
              <a:off x="2069" y="3414"/>
              <a:ext cx="18" cy="322"/>
            </a:xfrm>
            <a:custGeom>
              <a:avLst/>
              <a:ahLst/>
              <a:rect l="0" t="0" r="r" b="b"/>
              <a:pathLst>
                <a:path w="54" h="96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65"/>
                  </a:lnTo>
                  <a:lnTo>
                    <a:pt x="27" y="965"/>
                  </a:lnTo>
                  <a:lnTo>
                    <a:pt x="54" y="96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04" name=""/>
            <p:cNvSpPr/>
            <p:nvPr/>
          </p:nvSpPr>
          <p:spPr>
            <a:xfrm rot="0">
              <a:off x="2069" y="3414"/>
              <a:ext cx="18" cy="322"/>
            </a:xfrm>
            <a:custGeom>
              <a:avLst/>
              <a:ahLst/>
              <a:rect l="0" t="0" r="r" b="b"/>
              <a:pathLst>
                <a:path w="54" h="96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965"/>
                  </a:lnTo>
                  <a:lnTo>
                    <a:pt x="27" y="965"/>
                  </a:lnTo>
                  <a:lnTo>
                    <a:pt x="54" y="96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05" name=""/>
            <p:cNvSpPr/>
            <p:nvPr/>
          </p:nvSpPr>
          <p:spPr>
            <a:xfrm rot="0">
              <a:off x="2069" y="3736"/>
              <a:ext cx="9" cy="7"/>
            </a:xfrm>
            <a:custGeom>
              <a:avLst/>
              <a:ahLst/>
              <a:rect l="0" t="0" r="r" b="b"/>
              <a:pathLst>
                <a:path w="27" h="22">
                  <a:moveTo>
                    <a:pt x="27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" y="9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8" y="19"/>
                  </a:lnTo>
                  <a:lnTo>
                    <a:pt x="12" y="22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06" name=""/>
            <p:cNvSpPr/>
            <p:nvPr/>
          </p:nvSpPr>
          <p:spPr>
            <a:xfrm rot="0">
              <a:off x="2069" y="3736"/>
              <a:ext cx="4" cy="7"/>
            </a:xfrm>
            <a:custGeom>
              <a:avLst/>
              <a:ahLst/>
              <a:rect l="0" t="0" r="r" b="b"/>
              <a:pathLst>
                <a:path w="12" h="22">
                  <a:moveTo>
                    <a:pt x="0" y="0"/>
                  </a:moveTo>
                  <a:lnTo>
                    <a:pt x="0" y="4"/>
                  </a:lnTo>
                  <a:lnTo>
                    <a:pt x="1" y="9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8" y="19"/>
                  </a:lnTo>
                  <a:lnTo>
                    <a:pt x="12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07" name=""/>
            <p:cNvSpPr/>
            <p:nvPr/>
          </p:nvSpPr>
          <p:spPr>
            <a:xfrm rot="0">
              <a:off x="2073" y="3728"/>
              <a:ext cx="265" cy="184"/>
            </a:xfrm>
            <a:custGeom>
              <a:avLst/>
              <a:ahLst/>
              <a:rect l="0" t="0" r="r" b="b"/>
              <a:pathLst>
                <a:path w="795" h="550">
                  <a:moveTo>
                    <a:pt x="30" y="0"/>
                  </a:moveTo>
                  <a:lnTo>
                    <a:pt x="15" y="22"/>
                  </a:lnTo>
                  <a:lnTo>
                    <a:pt x="0" y="44"/>
                  </a:lnTo>
                  <a:lnTo>
                    <a:pt x="765" y="550"/>
                  </a:lnTo>
                  <a:lnTo>
                    <a:pt x="780" y="528"/>
                  </a:lnTo>
                  <a:lnTo>
                    <a:pt x="795" y="506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08" name=""/>
            <p:cNvSpPr/>
            <p:nvPr/>
          </p:nvSpPr>
          <p:spPr>
            <a:xfrm rot="0">
              <a:off x="2073" y="3728"/>
              <a:ext cx="265" cy="184"/>
            </a:xfrm>
            <a:custGeom>
              <a:avLst/>
              <a:ahLst/>
              <a:rect l="0" t="0" r="r" b="b"/>
              <a:pathLst>
                <a:path w="795" h="550">
                  <a:moveTo>
                    <a:pt x="30" y="0"/>
                  </a:moveTo>
                  <a:lnTo>
                    <a:pt x="15" y="22"/>
                  </a:lnTo>
                  <a:lnTo>
                    <a:pt x="0" y="44"/>
                  </a:lnTo>
                  <a:lnTo>
                    <a:pt x="765" y="550"/>
                  </a:lnTo>
                  <a:lnTo>
                    <a:pt x="780" y="528"/>
                  </a:lnTo>
                  <a:lnTo>
                    <a:pt x="795" y="506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09" name=""/>
            <p:cNvSpPr/>
            <p:nvPr/>
          </p:nvSpPr>
          <p:spPr>
            <a:xfrm rot="0">
              <a:off x="2328" y="3897"/>
              <a:ext cx="13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15" y="22"/>
                  </a:moveTo>
                  <a:lnTo>
                    <a:pt x="30" y="0"/>
                  </a:lnTo>
                  <a:lnTo>
                    <a:pt x="36" y="5"/>
                  </a:lnTo>
                  <a:lnTo>
                    <a:pt x="40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8"/>
                  </a:lnTo>
                  <a:lnTo>
                    <a:pt x="16" y="49"/>
                  </a:lnTo>
                  <a:lnTo>
                    <a:pt x="7" y="49"/>
                  </a:lnTo>
                  <a:lnTo>
                    <a:pt x="0" y="44"/>
                  </a:lnTo>
                  <a:lnTo>
                    <a:pt x="1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10" name=""/>
            <p:cNvSpPr/>
            <p:nvPr/>
          </p:nvSpPr>
          <p:spPr>
            <a:xfrm rot="0">
              <a:off x="2328" y="3897"/>
              <a:ext cx="13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30" y="0"/>
                  </a:moveTo>
                  <a:lnTo>
                    <a:pt x="36" y="5"/>
                  </a:lnTo>
                  <a:lnTo>
                    <a:pt x="40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8"/>
                  </a:lnTo>
                  <a:lnTo>
                    <a:pt x="16" y="49"/>
                  </a:lnTo>
                  <a:lnTo>
                    <a:pt x="7" y="49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11" name=""/>
            <p:cNvSpPr/>
            <p:nvPr/>
          </p:nvSpPr>
          <p:spPr>
            <a:xfrm rot="0">
              <a:off x="2324" y="3686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12" name=""/>
            <p:cNvSpPr/>
            <p:nvPr/>
          </p:nvSpPr>
          <p:spPr>
            <a:xfrm rot="0">
              <a:off x="2324" y="3686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13" name=""/>
            <p:cNvSpPr/>
            <p:nvPr/>
          </p:nvSpPr>
          <p:spPr>
            <a:xfrm rot="0">
              <a:off x="2324" y="3695"/>
              <a:ext cx="18" cy="209"/>
            </a:xfrm>
            <a:custGeom>
              <a:avLst/>
              <a:ahLst/>
              <a:rect l="0" t="0" r="r" b="b"/>
              <a:pathLst>
                <a:path w="54" h="627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27" y="627"/>
                  </a:lnTo>
                  <a:lnTo>
                    <a:pt x="54" y="62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14" name=""/>
            <p:cNvSpPr/>
            <p:nvPr/>
          </p:nvSpPr>
          <p:spPr>
            <a:xfrm rot="0">
              <a:off x="2324" y="3695"/>
              <a:ext cx="18" cy="209"/>
            </a:xfrm>
            <a:custGeom>
              <a:avLst/>
              <a:ahLst/>
              <a:rect l="0" t="0" r="r" b="b"/>
              <a:pathLst>
                <a:path w="54" h="627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27" y="627"/>
                  </a:lnTo>
                  <a:lnTo>
                    <a:pt x="54" y="62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15" name=""/>
            <p:cNvSpPr/>
            <p:nvPr/>
          </p:nvSpPr>
          <p:spPr>
            <a:xfrm rot="0">
              <a:off x="2324" y="390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16" name=""/>
            <p:cNvSpPr/>
            <p:nvPr/>
          </p:nvSpPr>
          <p:spPr>
            <a:xfrm rot="0">
              <a:off x="2324" y="390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17" name=""/>
            <p:cNvSpPr/>
            <p:nvPr/>
          </p:nvSpPr>
          <p:spPr>
            <a:xfrm rot="0">
              <a:off x="2337" y="3174"/>
              <a:ext cx="14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26" y="26"/>
                  </a:moveTo>
                  <a:lnTo>
                    <a:pt x="11" y="49"/>
                  </a:lnTo>
                  <a:lnTo>
                    <a:pt x="5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1" y="4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18" name=""/>
            <p:cNvSpPr/>
            <p:nvPr/>
          </p:nvSpPr>
          <p:spPr>
            <a:xfrm rot="0">
              <a:off x="2337" y="3174"/>
              <a:ext cx="14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11" y="49"/>
                  </a:moveTo>
                  <a:lnTo>
                    <a:pt x="5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19" name=""/>
            <p:cNvSpPr/>
            <p:nvPr/>
          </p:nvSpPr>
          <p:spPr>
            <a:xfrm rot="0">
              <a:off x="2341" y="3176"/>
              <a:ext cx="269" cy="186"/>
            </a:xfrm>
            <a:custGeom>
              <a:avLst/>
              <a:ahLst/>
              <a:rect l="0" t="0" r="r" b="b"/>
              <a:pathLst>
                <a:path w="809" h="559">
                  <a:moveTo>
                    <a:pt x="30" y="0"/>
                  </a:moveTo>
                  <a:lnTo>
                    <a:pt x="15" y="22"/>
                  </a:lnTo>
                  <a:lnTo>
                    <a:pt x="0" y="45"/>
                  </a:lnTo>
                  <a:lnTo>
                    <a:pt x="779" y="559"/>
                  </a:lnTo>
                  <a:lnTo>
                    <a:pt x="794" y="537"/>
                  </a:lnTo>
                  <a:lnTo>
                    <a:pt x="809" y="514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20" name=""/>
            <p:cNvSpPr/>
            <p:nvPr/>
          </p:nvSpPr>
          <p:spPr>
            <a:xfrm rot="0">
              <a:off x="2341" y="3176"/>
              <a:ext cx="269" cy="186"/>
            </a:xfrm>
            <a:custGeom>
              <a:avLst/>
              <a:ahLst/>
              <a:rect l="0" t="0" r="r" b="b"/>
              <a:pathLst>
                <a:path w="809" h="559">
                  <a:moveTo>
                    <a:pt x="30" y="0"/>
                  </a:moveTo>
                  <a:lnTo>
                    <a:pt x="15" y="22"/>
                  </a:lnTo>
                  <a:lnTo>
                    <a:pt x="0" y="45"/>
                  </a:lnTo>
                  <a:lnTo>
                    <a:pt x="779" y="559"/>
                  </a:lnTo>
                  <a:lnTo>
                    <a:pt x="794" y="537"/>
                  </a:lnTo>
                  <a:lnTo>
                    <a:pt x="809" y="514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21" name=""/>
            <p:cNvSpPr/>
            <p:nvPr/>
          </p:nvSpPr>
          <p:spPr>
            <a:xfrm rot="0">
              <a:off x="2600" y="3347"/>
              <a:ext cx="14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15" y="23"/>
                  </a:moveTo>
                  <a:lnTo>
                    <a:pt x="30" y="0"/>
                  </a:lnTo>
                  <a:lnTo>
                    <a:pt x="36" y="6"/>
                  </a:lnTo>
                  <a:lnTo>
                    <a:pt x="40" y="13"/>
                  </a:lnTo>
                  <a:lnTo>
                    <a:pt x="41" y="22"/>
                  </a:lnTo>
                  <a:lnTo>
                    <a:pt x="41" y="30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6" y="49"/>
                  </a:lnTo>
                  <a:lnTo>
                    <a:pt x="7" y="49"/>
                  </a:lnTo>
                  <a:lnTo>
                    <a:pt x="0" y="45"/>
                  </a:lnTo>
                  <a:lnTo>
                    <a:pt x="1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22" name=""/>
            <p:cNvSpPr/>
            <p:nvPr/>
          </p:nvSpPr>
          <p:spPr>
            <a:xfrm rot="0">
              <a:off x="2600" y="3347"/>
              <a:ext cx="14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30" y="0"/>
                  </a:moveTo>
                  <a:lnTo>
                    <a:pt x="36" y="6"/>
                  </a:lnTo>
                  <a:lnTo>
                    <a:pt x="40" y="13"/>
                  </a:lnTo>
                  <a:lnTo>
                    <a:pt x="41" y="22"/>
                  </a:lnTo>
                  <a:lnTo>
                    <a:pt x="41" y="30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6" y="49"/>
                  </a:lnTo>
                  <a:lnTo>
                    <a:pt x="7" y="49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23" name=""/>
            <p:cNvSpPr/>
            <p:nvPr/>
          </p:nvSpPr>
          <p:spPr>
            <a:xfrm rot="0">
              <a:off x="2324" y="3896"/>
              <a:ext cx="12" cy="17"/>
            </a:xfrm>
            <a:custGeom>
              <a:avLst/>
              <a:ahLst/>
              <a:rect l="0" t="0" r="r" b="b"/>
              <a:pathLst>
                <a:path w="37" h="51">
                  <a:moveTo>
                    <a:pt x="27" y="24"/>
                  </a:moveTo>
                  <a:lnTo>
                    <a:pt x="37" y="48"/>
                  </a:lnTo>
                  <a:lnTo>
                    <a:pt x="30" y="51"/>
                  </a:lnTo>
                  <a:lnTo>
                    <a:pt x="21" y="51"/>
                  </a:lnTo>
                  <a:lnTo>
                    <a:pt x="13" y="47"/>
                  </a:lnTo>
                  <a:lnTo>
                    <a:pt x="7" y="42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3" y="10"/>
                  </a:lnTo>
                  <a:lnTo>
                    <a:pt x="9" y="4"/>
                  </a:lnTo>
                  <a:lnTo>
                    <a:pt x="16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24" name=""/>
            <p:cNvSpPr/>
            <p:nvPr/>
          </p:nvSpPr>
          <p:spPr>
            <a:xfrm rot="0">
              <a:off x="2324" y="3896"/>
              <a:ext cx="12" cy="17"/>
            </a:xfrm>
            <a:custGeom>
              <a:avLst/>
              <a:ahLst/>
              <a:rect l="0" t="0" r="r" b="b"/>
              <a:pathLst>
                <a:path w="37" h="51">
                  <a:moveTo>
                    <a:pt x="37" y="48"/>
                  </a:moveTo>
                  <a:lnTo>
                    <a:pt x="30" y="51"/>
                  </a:lnTo>
                  <a:lnTo>
                    <a:pt x="21" y="51"/>
                  </a:lnTo>
                  <a:lnTo>
                    <a:pt x="13" y="47"/>
                  </a:lnTo>
                  <a:lnTo>
                    <a:pt x="7" y="42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3" y="10"/>
                  </a:lnTo>
                  <a:lnTo>
                    <a:pt x="9" y="4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25" name=""/>
            <p:cNvSpPr/>
            <p:nvPr/>
          </p:nvSpPr>
          <p:spPr>
            <a:xfrm rot="0">
              <a:off x="2329" y="3808"/>
              <a:ext cx="207" cy="104"/>
            </a:xfrm>
            <a:custGeom>
              <a:avLst/>
              <a:ahLst/>
              <a:rect l="0" t="0" r="r" b="b"/>
              <a:pathLst>
                <a:path w="622" h="312">
                  <a:moveTo>
                    <a:pt x="0" y="264"/>
                  </a:moveTo>
                  <a:lnTo>
                    <a:pt x="11" y="288"/>
                  </a:lnTo>
                  <a:lnTo>
                    <a:pt x="21" y="312"/>
                  </a:lnTo>
                  <a:lnTo>
                    <a:pt x="622" y="49"/>
                  </a:lnTo>
                  <a:lnTo>
                    <a:pt x="611" y="24"/>
                  </a:lnTo>
                  <a:lnTo>
                    <a:pt x="600" y="0"/>
                  </a:lnTo>
                  <a:lnTo>
                    <a:pt x="0" y="2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26" name=""/>
            <p:cNvSpPr/>
            <p:nvPr/>
          </p:nvSpPr>
          <p:spPr>
            <a:xfrm rot="0">
              <a:off x="2329" y="3808"/>
              <a:ext cx="207" cy="104"/>
            </a:xfrm>
            <a:custGeom>
              <a:avLst/>
              <a:ahLst/>
              <a:rect l="0" t="0" r="r" b="b"/>
              <a:pathLst>
                <a:path w="622" h="312">
                  <a:moveTo>
                    <a:pt x="0" y="264"/>
                  </a:moveTo>
                  <a:lnTo>
                    <a:pt x="11" y="288"/>
                  </a:lnTo>
                  <a:lnTo>
                    <a:pt x="21" y="312"/>
                  </a:lnTo>
                  <a:lnTo>
                    <a:pt x="622" y="49"/>
                  </a:lnTo>
                  <a:lnTo>
                    <a:pt x="611" y="24"/>
                  </a:lnTo>
                  <a:lnTo>
                    <a:pt x="600" y="0"/>
                  </a:lnTo>
                  <a:lnTo>
                    <a:pt x="0" y="2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27" name=""/>
            <p:cNvSpPr/>
            <p:nvPr/>
          </p:nvSpPr>
          <p:spPr>
            <a:xfrm rot="0">
              <a:off x="2529" y="3808"/>
              <a:ext cx="13" cy="17"/>
            </a:xfrm>
            <a:custGeom>
              <a:avLst/>
              <a:ahLst/>
              <a:rect l="0" t="0" r="r" b="b"/>
              <a:pathLst>
                <a:path w="38" h="51">
                  <a:moveTo>
                    <a:pt x="11" y="26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5" y="3"/>
                  </a:lnTo>
                  <a:lnTo>
                    <a:pt x="31" y="8"/>
                  </a:lnTo>
                  <a:lnTo>
                    <a:pt x="36" y="16"/>
                  </a:lnTo>
                  <a:lnTo>
                    <a:pt x="38" y="23"/>
                  </a:lnTo>
                  <a:lnTo>
                    <a:pt x="38" y="32"/>
                  </a:lnTo>
                  <a:lnTo>
                    <a:pt x="34" y="40"/>
                  </a:lnTo>
                  <a:lnTo>
                    <a:pt x="29" y="47"/>
                  </a:lnTo>
                  <a:lnTo>
                    <a:pt x="22" y="51"/>
                  </a:lnTo>
                  <a:lnTo>
                    <a:pt x="1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28" name=""/>
            <p:cNvSpPr/>
            <p:nvPr/>
          </p:nvSpPr>
          <p:spPr>
            <a:xfrm rot="0">
              <a:off x="2529" y="3808"/>
              <a:ext cx="13" cy="17"/>
            </a:xfrm>
            <a:custGeom>
              <a:avLst/>
              <a:ahLst/>
              <a:rect l="0" t="0" r="r" b="b"/>
              <a:pathLst>
                <a:path w="38" h="51">
                  <a:moveTo>
                    <a:pt x="0" y="2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5" y="3"/>
                  </a:lnTo>
                  <a:lnTo>
                    <a:pt x="31" y="8"/>
                  </a:lnTo>
                  <a:lnTo>
                    <a:pt x="36" y="16"/>
                  </a:lnTo>
                  <a:lnTo>
                    <a:pt x="38" y="23"/>
                  </a:lnTo>
                  <a:lnTo>
                    <a:pt x="38" y="32"/>
                  </a:lnTo>
                  <a:lnTo>
                    <a:pt x="34" y="40"/>
                  </a:lnTo>
                  <a:lnTo>
                    <a:pt x="29" y="47"/>
                  </a:lnTo>
                  <a:lnTo>
                    <a:pt x="22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29" name=""/>
            <p:cNvSpPr/>
            <p:nvPr/>
          </p:nvSpPr>
          <p:spPr>
            <a:xfrm rot="0">
              <a:off x="2515" y="3590"/>
              <a:ext cx="13" cy="17"/>
            </a:xfrm>
            <a:custGeom>
              <a:avLst/>
              <a:ahLst/>
              <a:rect l="0" t="0" r="r" b="b"/>
              <a:pathLst>
                <a:path w="39" h="51">
                  <a:moveTo>
                    <a:pt x="13" y="27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8"/>
                  </a:lnTo>
                  <a:lnTo>
                    <a:pt x="37" y="14"/>
                  </a:lnTo>
                  <a:lnTo>
                    <a:pt x="39" y="23"/>
                  </a:lnTo>
                  <a:lnTo>
                    <a:pt x="39" y="31"/>
                  </a:lnTo>
                  <a:lnTo>
                    <a:pt x="37" y="39"/>
                  </a:lnTo>
                  <a:lnTo>
                    <a:pt x="32" y="46"/>
                  </a:lnTo>
                  <a:lnTo>
                    <a:pt x="26" y="51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30" name=""/>
            <p:cNvSpPr/>
            <p:nvPr/>
          </p:nvSpPr>
          <p:spPr>
            <a:xfrm rot="0">
              <a:off x="2515" y="3590"/>
              <a:ext cx="13" cy="17"/>
            </a:xfrm>
            <a:custGeom>
              <a:avLst/>
              <a:ahLst/>
              <a:rect l="0" t="0" r="r" b="b"/>
              <a:pathLst>
                <a:path w="39" h="51">
                  <a:moveTo>
                    <a:pt x="0" y="2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8"/>
                  </a:lnTo>
                  <a:lnTo>
                    <a:pt x="37" y="14"/>
                  </a:lnTo>
                  <a:lnTo>
                    <a:pt x="39" y="23"/>
                  </a:lnTo>
                  <a:lnTo>
                    <a:pt x="39" y="31"/>
                  </a:lnTo>
                  <a:lnTo>
                    <a:pt x="37" y="39"/>
                  </a:lnTo>
                  <a:lnTo>
                    <a:pt x="32" y="46"/>
                  </a:lnTo>
                  <a:lnTo>
                    <a:pt x="26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31" name=""/>
            <p:cNvSpPr/>
            <p:nvPr/>
          </p:nvSpPr>
          <p:spPr>
            <a:xfrm rot="0">
              <a:off x="2328" y="3590"/>
              <a:ext cx="196" cy="113"/>
            </a:xfrm>
            <a:custGeom>
              <a:avLst/>
              <a:ahLst/>
              <a:rect l="0" t="0" r="r" b="b"/>
              <a:pathLst>
                <a:path w="587" h="339">
                  <a:moveTo>
                    <a:pt x="587" y="49"/>
                  </a:moveTo>
                  <a:lnTo>
                    <a:pt x="574" y="25"/>
                  </a:lnTo>
                  <a:lnTo>
                    <a:pt x="561" y="0"/>
                  </a:lnTo>
                  <a:lnTo>
                    <a:pt x="0" y="291"/>
                  </a:lnTo>
                  <a:lnTo>
                    <a:pt x="13" y="315"/>
                  </a:lnTo>
                  <a:lnTo>
                    <a:pt x="26" y="339"/>
                  </a:lnTo>
                  <a:lnTo>
                    <a:pt x="58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32" name=""/>
            <p:cNvSpPr/>
            <p:nvPr/>
          </p:nvSpPr>
          <p:spPr>
            <a:xfrm rot="0">
              <a:off x="2328" y="3590"/>
              <a:ext cx="196" cy="113"/>
            </a:xfrm>
            <a:custGeom>
              <a:avLst/>
              <a:ahLst/>
              <a:rect l="0" t="0" r="r" b="b"/>
              <a:pathLst>
                <a:path w="587" h="339">
                  <a:moveTo>
                    <a:pt x="587" y="49"/>
                  </a:moveTo>
                  <a:lnTo>
                    <a:pt x="574" y="25"/>
                  </a:lnTo>
                  <a:lnTo>
                    <a:pt x="561" y="0"/>
                  </a:lnTo>
                  <a:lnTo>
                    <a:pt x="0" y="291"/>
                  </a:lnTo>
                  <a:lnTo>
                    <a:pt x="13" y="315"/>
                  </a:lnTo>
                  <a:lnTo>
                    <a:pt x="26" y="339"/>
                  </a:lnTo>
                  <a:lnTo>
                    <a:pt x="587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33" name=""/>
            <p:cNvSpPr/>
            <p:nvPr/>
          </p:nvSpPr>
          <p:spPr>
            <a:xfrm rot="0">
              <a:off x="2324" y="3687"/>
              <a:ext cx="13" cy="17"/>
            </a:xfrm>
            <a:custGeom>
              <a:avLst/>
              <a:ahLst/>
              <a:rect l="0" t="0" r="r" b="b"/>
              <a:pathLst>
                <a:path w="40" h="51">
                  <a:moveTo>
                    <a:pt x="27" y="24"/>
                  </a:moveTo>
                  <a:lnTo>
                    <a:pt x="40" y="48"/>
                  </a:lnTo>
                  <a:lnTo>
                    <a:pt x="31" y="51"/>
                  </a:lnTo>
                  <a:lnTo>
                    <a:pt x="23" y="51"/>
                  </a:lnTo>
                  <a:lnTo>
                    <a:pt x="15" y="48"/>
                  </a:lnTo>
                  <a:lnTo>
                    <a:pt x="8" y="43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8" y="5"/>
                  </a:lnTo>
                  <a:lnTo>
                    <a:pt x="14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34" name=""/>
            <p:cNvSpPr/>
            <p:nvPr/>
          </p:nvSpPr>
          <p:spPr>
            <a:xfrm rot="0">
              <a:off x="2324" y="3687"/>
              <a:ext cx="13" cy="17"/>
            </a:xfrm>
            <a:custGeom>
              <a:avLst/>
              <a:ahLst/>
              <a:rect l="0" t="0" r="r" b="b"/>
              <a:pathLst>
                <a:path w="40" h="51">
                  <a:moveTo>
                    <a:pt x="40" y="48"/>
                  </a:moveTo>
                  <a:lnTo>
                    <a:pt x="31" y="51"/>
                  </a:lnTo>
                  <a:lnTo>
                    <a:pt x="23" y="51"/>
                  </a:lnTo>
                  <a:lnTo>
                    <a:pt x="15" y="48"/>
                  </a:lnTo>
                  <a:lnTo>
                    <a:pt x="8" y="43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8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35" name=""/>
            <p:cNvSpPr/>
            <p:nvPr/>
          </p:nvSpPr>
          <p:spPr>
            <a:xfrm rot="0">
              <a:off x="2251" y="3214"/>
              <a:ext cx="14" cy="16"/>
            </a:xfrm>
            <a:custGeom>
              <a:avLst/>
              <a:ahLst/>
              <a:rect l="0" t="0" r="r" b="b"/>
              <a:pathLst>
                <a:path w="42" h="49">
                  <a:moveTo>
                    <a:pt x="27" y="26"/>
                  </a:moveTo>
                  <a:lnTo>
                    <a:pt x="12" y="49"/>
                  </a:lnTo>
                  <a:lnTo>
                    <a:pt x="6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5" y="11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2" y="4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36" name=""/>
            <p:cNvSpPr/>
            <p:nvPr/>
          </p:nvSpPr>
          <p:spPr>
            <a:xfrm rot="0">
              <a:off x="2251" y="3214"/>
              <a:ext cx="14" cy="16"/>
            </a:xfrm>
            <a:custGeom>
              <a:avLst/>
              <a:ahLst/>
              <a:rect l="0" t="0" r="r" b="b"/>
              <a:pathLst>
                <a:path w="42" h="49">
                  <a:moveTo>
                    <a:pt x="12" y="49"/>
                  </a:moveTo>
                  <a:lnTo>
                    <a:pt x="6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5" y="11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37" name=""/>
            <p:cNvSpPr/>
            <p:nvPr/>
          </p:nvSpPr>
          <p:spPr>
            <a:xfrm rot="0">
              <a:off x="2255" y="3215"/>
              <a:ext cx="270" cy="187"/>
            </a:xfrm>
            <a:custGeom>
              <a:avLst/>
              <a:ahLst/>
              <a:rect l="0" t="0" r="r" b="b"/>
              <a:pathLst>
                <a:path w="809" h="560">
                  <a:moveTo>
                    <a:pt x="30" y="0"/>
                  </a:moveTo>
                  <a:lnTo>
                    <a:pt x="15" y="22"/>
                  </a:lnTo>
                  <a:lnTo>
                    <a:pt x="0" y="45"/>
                  </a:lnTo>
                  <a:lnTo>
                    <a:pt x="779" y="560"/>
                  </a:lnTo>
                  <a:lnTo>
                    <a:pt x="794" y="538"/>
                  </a:lnTo>
                  <a:lnTo>
                    <a:pt x="809" y="515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38" name=""/>
            <p:cNvSpPr/>
            <p:nvPr/>
          </p:nvSpPr>
          <p:spPr>
            <a:xfrm rot="0">
              <a:off x="2255" y="3215"/>
              <a:ext cx="270" cy="187"/>
            </a:xfrm>
            <a:custGeom>
              <a:avLst/>
              <a:ahLst/>
              <a:rect l="0" t="0" r="r" b="b"/>
              <a:pathLst>
                <a:path w="809" h="560">
                  <a:moveTo>
                    <a:pt x="30" y="0"/>
                  </a:moveTo>
                  <a:lnTo>
                    <a:pt x="15" y="22"/>
                  </a:lnTo>
                  <a:lnTo>
                    <a:pt x="0" y="45"/>
                  </a:lnTo>
                  <a:lnTo>
                    <a:pt x="779" y="560"/>
                  </a:lnTo>
                  <a:lnTo>
                    <a:pt x="794" y="538"/>
                  </a:lnTo>
                  <a:lnTo>
                    <a:pt x="809" y="515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39" name=""/>
            <p:cNvSpPr/>
            <p:nvPr/>
          </p:nvSpPr>
          <p:spPr>
            <a:xfrm rot="0">
              <a:off x="2515" y="3387"/>
              <a:ext cx="13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15" y="23"/>
                  </a:moveTo>
                  <a:lnTo>
                    <a:pt x="30" y="0"/>
                  </a:lnTo>
                  <a:lnTo>
                    <a:pt x="36" y="6"/>
                  </a:lnTo>
                  <a:lnTo>
                    <a:pt x="40" y="13"/>
                  </a:lnTo>
                  <a:lnTo>
                    <a:pt x="41" y="22"/>
                  </a:lnTo>
                  <a:lnTo>
                    <a:pt x="41" y="30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6" y="49"/>
                  </a:lnTo>
                  <a:lnTo>
                    <a:pt x="7" y="49"/>
                  </a:lnTo>
                  <a:lnTo>
                    <a:pt x="0" y="45"/>
                  </a:lnTo>
                  <a:lnTo>
                    <a:pt x="1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40" name=""/>
            <p:cNvSpPr/>
            <p:nvPr/>
          </p:nvSpPr>
          <p:spPr>
            <a:xfrm rot="0">
              <a:off x="2515" y="3387"/>
              <a:ext cx="13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30" y="0"/>
                  </a:moveTo>
                  <a:lnTo>
                    <a:pt x="36" y="6"/>
                  </a:lnTo>
                  <a:lnTo>
                    <a:pt x="40" y="13"/>
                  </a:lnTo>
                  <a:lnTo>
                    <a:pt x="41" y="22"/>
                  </a:lnTo>
                  <a:lnTo>
                    <a:pt x="41" y="30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6" y="49"/>
                  </a:lnTo>
                  <a:lnTo>
                    <a:pt x="7" y="49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41" name=""/>
            <p:cNvSpPr/>
            <p:nvPr/>
          </p:nvSpPr>
          <p:spPr>
            <a:xfrm rot="0">
              <a:off x="2251" y="3308"/>
              <a:ext cx="16" cy="15"/>
            </a:xfrm>
            <a:custGeom>
              <a:avLst/>
              <a:ahLst/>
              <a:rect l="0" t="0" r="r" b="b"/>
              <a:pathLst>
                <a:path w="47" h="45">
                  <a:moveTo>
                    <a:pt x="27" y="27"/>
                  </a:moveTo>
                  <a:lnTo>
                    <a:pt x="7" y="45"/>
                  </a:lnTo>
                  <a:lnTo>
                    <a:pt x="3" y="39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5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47" y="9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42" name=""/>
            <p:cNvSpPr/>
            <p:nvPr/>
          </p:nvSpPr>
          <p:spPr>
            <a:xfrm rot="0">
              <a:off x="2251" y="3308"/>
              <a:ext cx="16" cy="15"/>
            </a:xfrm>
            <a:custGeom>
              <a:avLst/>
              <a:ahLst/>
              <a:rect l="0" t="0" r="r" b="b"/>
              <a:pathLst>
                <a:path w="47" h="45">
                  <a:moveTo>
                    <a:pt x="7" y="45"/>
                  </a:moveTo>
                  <a:lnTo>
                    <a:pt x="3" y="39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5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47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43" name=""/>
            <p:cNvSpPr/>
            <p:nvPr/>
          </p:nvSpPr>
          <p:spPr>
            <a:xfrm rot="0">
              <a:off x="2253" y="3311"/>
              <a:ext cx="273" cy="294"/>
            </a:xfrm>
            <a:custGeom>
              <a:avLst/>
              <a:ahLst/>
              <a:rect l="0" t="0" r="r" b="b"/>
              <a:pathLst>
                <a:path w="819" h="881">
                  <a:moveTo>
                    <a:pt x="40" y="0"/>
                  </a:moveTo>
                  <a:lnTo>
                    <a:pt x="20" y="18"/>
                  </a:lnTo>
                  <a:lnTo>
                    <a:pt x="0" y="36"/>
                  </a:lnTo>
                  <a:lnTo>
                    <a:pt x="779" y="881"/>
                  </a:lnTo>
                  <a:lnTo>
                    <a:pt x="799" y="863"/>
                  </a:lnTo>
                  <a:lnTo>
                    <a:pt x="819" y="845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44" name=""/>
            <p:cNvSpPr/>
            <p:nvPr/>
          </p:nvSpPr>
          <p:spPr>
            <a:xfrm rot="0">
              <a:off x="2253" y="3311"/>
              <a:ext cx="273" cy="294"/>
            </a:xfrm>
            <a:custGeom>
              <a:avLst/>
              <a:ahLst/>
              <a:rect l="0" t="0" r="r" b="b"/>
              <a:pathLst>
                <a:path w="819" h="881">
                  <a:moveTo>
                    <a:pt x="40" y="0"/>
                  </a:moveTo>
                  <a:lnTo>
                    <a:pt x="20" y="18"/>
                  </a:lnTo>
                  <a:lnTo>
                    <a:pt x="0" y="36"/>
                  </a:lnTo>
                  <a:lnTo>
                    <a:pt x="779" y="881"/>
                  </a:lnTo>
                  <a:lnTo>
                    <a:pt x="799" y="863"/>
                  </a:lnTo>
                  <a:lnTo>
                    <a:pt x="819" y="845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45" name=""/>
            <p:cNvSpPr/>
            <p:nvPr/>
          </p:nvSpPr>
          <p:spPr>
            <a:xfrm rot="0">
              <a:off x="2513" y="3593"/>
              <a:ext cx="15" cy="14"/>
            </a:xfrm>
            <a:custGeom>
              <a:avLst/>
              <a:ahLst/>
              <a:rect l="0" t="0" r="r" b="b"/>
              <a:pathLst>
                <a:path w="46" h="44">
                  <a:moveTo>
                    <a:pt x="20" y="18"/>
                  </a:moveTo>
                  <a:lnTo>
                    <a:pt x="40" y="0"/>
                  </a:lnTo>
                  <a:lnTo>
                    <a:pt x="44" y="6"/>
                  </a:lnTo>
                  <a:lnTo>
                    <a:pt x="46" y="15"/>
                  </a:lnTo>
                  <a:lnTo>
                    <a:pt x="46" y="23"/>
                  </a:lnTo>
                  <a:lnTo>
                    <a:pt x="43" y="31"/>
                  </a:lnTo>
                  <a:lnTo>
                    <a:pt x="38" y="38"/>
                  </a:lnTo>
                  <a:lnTo>
                    <a:pt x="31" y="42"/>
                  </a:lnTo>
                  <a:lnTo>
                    <a:pt x="23" y="44"/>
                  </a:lnTo>
                  <a:lnTo>
                    <a:pt x="14" y="44"/>
                  </a:lnTo>
                  <a:lnTo>
                    <a:pt x="7" y="41"/>
                  </a:lnTo>
                  <a:lnTo>
                    <a:pt x="0" y="36"/>
                  </a:lnTo>
                  <a:lnTo>
                    <a:pt x="2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46" name=""/>
            <p:cNvSpPr/>
            <p:nvPr/>
          </p:nvSpPr>
          <p:spPr>
            <a:xfrm rot="0">
              <a:off x="2513" y="3593"/>
              <a:ext cx="15" cy="14"/>
            </a:xfrm>
            <a:custGeom>
              <a:avLst/>
              <a:ahLst/>
              <a:rect l="0" t="0" r="r" b="b"/>
              <a:pathLst>
                <a:path w="46" h="44">
                  <a:moveTo>
                    <a:pt x="40" y="0"/>
                  </a:moveTo>
                  <a:lnTo>
                    <a:pt x="44" y="6"/>
                  </a:lnTo>
                  <a:lnTo>
                    <a:pt x="46" y="15"/>
                  </a:lnTo>
                  <a:lnTo>
                    <a:pt x="46" y="23"/>
                  </a:lnTo>
                  <a:lnTo>
                    <a:pt x="43" y="31"/>
                  </a:lnTo>
                  <a:lnTo>
                    <a:pt x="38" y="38"/>
                  </a:lnTo>
                  <a:lnTo>
                    <a:pt x="31" y="42"/>
                  </a:lnTo>
                  <a:lnTo>
                    <a:pt x="23" y="44"/>
                  </a:lnTo>
                  <a:lnTo>
                    <a:pt x="14" y="44"/>
                  </a:lnTo>
                  <a:lnTo>
                    <a:pt x="7" y="41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47" name=""/>
            <p:cNvSpPr/>
            <p:nvPr/>
          </p:nvSpPr>
          <p:spPr>
            <a:xfrm rot="0">
              <a:off x="1181" y="241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48" name=""/>
            <p:cNvSpPr/>
            <p:nvPr/>
          </p:nvSpPr>
          <p:spPr>
            <a:xfrm rot="0">
              <a:off x="1181" y="241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49" name=""/>
            <p:cNvSpPr/>
            <p:nvPr/>
          </p:nvSpPr>
          <p:spPr>
            <a:xfrm rot="0">
              <a:off x="1033" y="2414"/>
              <a:ext cx="148" cy="18"/>
            </a:xfrm>
            <a:custGeom>
              <a:avLst/>
              <a:ahLst/>
              <a:rect l="0" t="0" r="r" b="b"/>
              <a:pathLst>
                <a:path w="445" h="54">
                  <a:moveTo>
                    <a:pt x="445" y="54"/>
                  </a:moveTo>
                  <a:lnTo>
                    <a:pt x="445" y="28"/>
                  </a:lnTo>
                  <a:lnTo>
                    <a:pt x="44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44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50" name=""/>
            <p:cNvSpPr/>
            <p:nvPr/>
          </p:nvSpPr>
          <p:spPr>
            <a:xfrm rot="0">
              <a:off x="1033" y="2414"/>
              <a:ext cx="148" cy="18"/>
            </a:xfrm>
            <a:custGeom>
              <a:avLst/>
              <a:ahLst/>
              <a:rect l="0" t="0" r="r" b="b"/>
              <a:pathLst>
                <a:path w="445" h="54">
                  <a:moveTo>
                    <a:pt x="445" y="54"/>
                  </a:moveTo>
                  <a:lnTo>
                    <a:pt x="445" y="28"/>
                  </a:lnTo>
                  <a:lnTo>
                    <a:pt x="44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44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51" name=""/>
            <p:cNvSpPr/>
            <p:nvPr/>
          </p:nvSpPr>
          <p:spPr>
            <a:xfrm rot="0">
              <a:off x="1024" y="2414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52" name=""/>
            <p:cNvSpPr/>
            <p:nvPr/>
          </p:nvSpPr>
          <p:spPr>
            <a:xfrm rot="0">
              <a:off x="1024" y="2414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53" name=""/>
            <p:cNvSpPr/>
            <p:nvPr/>
          </p:nvSpPr>
          <p:spPr>
            <a:xfrm rot="0">
              <a:off x="1024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54" name=""/>
            <p:cNvSpPr/>
            <p:nvPr/>
          </p:nvSpPr>
          <p:spPr>
            <a:xfrm rot="0">
              <a:off x="1024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55" name=""/>
            <p:cNvSpPr/>
            <p:nvPr/>
          </p:nvSpPr>
          <p:spPr>
            <a:xfrm rot="0">
              <a:off x="1024" y="2424"/>
              <a:ext cx="18" cy="159"/>
            </a:xfrm>
            <a:custGeom>
              <a:avLst/>
              <a:ahLst/>
              <a:rect l="0" t="0" r="r" b="b"/>
              <a:pathLst>
                <a:path w="54" h="47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77"/>
                  </a:lnTo>
                  <a:lnTo>
                    <a:pt x="26" y="477"/>
                  </a:lnTo>
                  <a:lnTo>
                    <a:pt x="54" y="47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56" name=""/>
            <p:cNvSpPr/>
            <p:nvPr/>
          </p:nvSpPr>
          <p:spPr>
            <a:xfrm rot="0">
              <a:off x="1024" y="2424"/>
              <a:ext cx="18" cy="159"/>
            </a:xfrm>
            <a:custGeom>
              <a:avLst/>
              <a:ahLst/>
              <a:rect l="0" t="0" r="r" b="b"/>
              <a:pathLst>
                <a:path w="54" h="47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77"/>
                  </a:lnTo>
                  <a:lnTo>
                    <a:pt x="26" y="477"/>
                  </a:lnTo>
                  <a:lnTo>
                    <a:pt x="54" y="47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57" name=""/>
            <p:cNvSpPr/>
            <p:nvPr/>
          </p:nvSpPr>
          <p:spPr>
            <a:xfrm rot="0">
              <a:off x="1024" y="258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58" name=""/>
            <p:cNvSpPr/>
            <p:nvPr/>
          </p:nvSpPr>
          <p:spPr>
            <a:xfrm rot="0">
              <a:off x="1024" y="258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59" name=""/>
            <p:cNvSpPr/>
            <p:nvPr/>
          </p:nvSpPr>
          <p:spPr>
            <a:xfrm rot="0">
              <a:off x="694" y="2743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60" name=""/>
            <p:cNvSpPr/>
            <p:nvPr/>
          </p:nvSpPr>
          <p:spPr>
            <a:xfrm rot="0">
              <a:off x="694" y="2743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61" name=""/>
            <p:cNvSpPr/>
            <p:nvPr/>
          </p:nvSpPr>
          <p:spPr>
            <a:xfrm rot="0">
              <a:off x="694" y="2753"/>
              <a:ext cx="18" cy="259"/>
            </a:xfrm>
            <a:custGeom>
              <a:avLst/>
              <a:ahLst/>
              <a:rect l="0" t="0" r="r" b="b"/>
              <a:pathLst>
                <a:path w="54" h="77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77"/>
                  </a:lnTo>
                  <a:lnTo>
                    <a:pt x="26" y="777"/>
                  </a:lnTo>
                  <a:lnTo>
                    <a:pt x="54" y="77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62" name=""/>
            <p:cNvSpPr/>
            <p:nvPr/>
          </p:nvSpPr>
          <p:spPr>
            <a:xfrm rot="0">
              <a:off x="694" y="2753"/>
              <a:ext cx="18" cy="259"/>
            </a:xfrm>
            <a:custGeom>
              <a:avLst/>
              <a:ahLst/>
              <a:rect l="0" t="0" r="r" b="b"/>
              <a:pathLst>
                <a:path w="54" h="77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77"/>
                  </a:lnTo>
                  <a:lnTo>
                    <a:pt x="26" y="777"/>
                  </a:lnTo>
                  <a:lnTo>
                    <a:pt x="54" y="77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63" name=""/>
            <p:cNvSpPr/>
            <p:nvPr/>
          </p:nvSpPr>
          <p:spPr>
            <a:xfrm rot="0">
              <a:off x="694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64" name=""/>
            <p:cNvSpPr/>
            <p:nvPr/>
          </p:nvSpPr>
          <p:spPr>
            <a:xfrm rot="0">
              <a:off x="694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65" name=""/>
            <p:cNvSpPr/>
            <p:nvPr/>
          </p:nvSpPr>
          <p:spPr>
            <a:xfrm rot="0">
              <a:off x="694" y="3002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66" name=""/>
            <p:cNvSpPr/>
            <p:nvPr/>
          </p:nvSpPr>
          <p:spPr>
            <a:xfrm rot="0">
              <a:off x="694" y="3002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67" name=""/>
            <p:cNvSpPr/>
            <p:nvPr/>
          </p:nvSpPr>
          <p:spPr>
            <a:xfrm rot="0">
              <a:off x="702" y="3002"/>
              <a:ext cx="331" cy="18"/>
            </a:xfrm>
            <a:custGeom>
              <a:avLst/>
              <a:ahLst/>
              <a:rect l="0" t="0" r="r" b="b"/>
              <a:pathLst>
                <a:path w="992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992" y="54"/>
                  </a:lnTo>
                  <a:lnTo>
                    <a:pt x="992" y="28"/>
                  </a:lnTo>
                  <a:lnTo>
                    <a:pt x="99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68" name=""/>
            <p:cNvSpPr/>
            <p:nvPr/>
          </p:nvSpPr>
          <p:spPr>
            <a:xfrm rot="0">
              <a:off x="702" y="3002"/>
              <a:ext cx="331" cy="18"/>
            </a:xfrm>
            <a:custGeom>
              <a:avLst/>
              <a:ahLst/>
              <a:rect l="0" t="0" r="r" b="b"/>
              <a:pathLst>
                <a:path w="992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992" y="54"/>
                  </a:lnTo>
                  <a:lnTo>
                    <a:pt x="992" y="28"/>
                  </a:lnTo>
                  <a:lnTo>
                    <a:pt x="99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69" name=""/>
            <p:cNvSpPr/>
            <p:nvPr/>
          </p:nvSpPr>
          <p:spPr>
            <a:xfrm rot="0">
              <a:off x="1033" y="3002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70" name=""/>
            <p:cNvSpPr/>
            <p:nvPr/>
          </p:nvSpPr>
          <p:spPr>
            <a:xfrm rot="0">
              <a:off x="1033" y="3002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71" name=""/>
            <p:cNvSpPr/>
            <p:nvPr/>
          </p:nvSpPr>
          <p:spPr>
            <a:xfrm rot="0">
              <a:off x="1172" y="286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72" name=""/>
            <p:cNvSpPr/>
            <p:nvPr/>
          </p:nvSpPr>
          <p:spPr>
            <a:xfrm rot="0">
              <a:off x="1172" y="286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73" name=""/>
            <p:cNvSpPr/>
            <p:nvPr/>
          </p:nvSpPr>
          <p:spPr>
            <a:xfrm rot="0">
              <a:off x="1172" y="2424"/>
              <a:ext cx="18" cy="443"/>
            </a:xfrm>
            <a:custGeom>
              <a:avLst/>
              <a:ahLst/>
              <a:rect l="0" t="0" r="r" b="b"/>
              <a:pathLst>
                <a:path w="54" h="1329">
                  <a:moveTo>
                    <a:pt x="0" y="1329"/>
                  </a:moveTo>
                  <a:lnTo>
                    <a:pt x="27" y="1329"/>
                  </a:lnTo>
                  <a:lnTo>
                    <a:pt x="54" y="1329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3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74" name=""/>
            <p:cNvSpPr/>
            <p:nvPr/>
          </p:nvSpPr>
          <p:spPr>
            <a:xfrm rot="0">
              <a:off x="1172" y="2424"/>
              <a:ext cx="18" cy="443"/>
            </a:xfrm>
            <a:custGeom>
              <a:avLst/>
              <a:ahLst/>
              <a:rect l="0" t="0" r="r" b="b"/>
              <a:pathLst>
                <a:path w="54" h="1329">
                  <a:moveTo>
                    <a:pt x="0" y="1329"/>
                  </a:moveTo>
                  <a:lnTo>
                    <a:pt x="27" y="1329"/>
                  </a:lnTo>
                  <a:lnTo>
                    <a:pt x="54" y="1329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3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75" name=""/>
            <p:cNvSpPr/>
            <p:nvPr/>
          </p:nvSpPr>
          <p:spPr>
            <a:xfrm rot="0">
              <a:off x="1172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76" name=""/>
            <p:cNvSpPr/>
            <p:nvPr/>
          </p:nvSpPr>
          <p:spPr>
            <a:xfrm rot="0">
              <a:off x="1172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77" name=""/>
            <p:cNvSpPr/>
            <p:nvPr/>
          </p:nvSpPr>
          <p:spPr>
            <a:xfrm rot="0">
              <a:off x="1024" y="2573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78" name=""/>
            <p:cNvSpPr/>
            <p:nvPr/>
          </p:nvSpPr>
          <p:spPr>
            <a:xfrm rot="0">
              <a:off x="1024" y="2573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79" name=""/>
            <p:cNvSpPr/>
            <p:nvPr/>
          </p:nvSpPr>
          <p:spPr>
            <a:xfrm rot="0">
              <a:off x="1024" y="2583"/>
              <a:ext cx="18" cy="170"/>
            </a:xfrm>
            <a:custGeom>
              <a:avLst/>
              <a:ahLst/>
              <a:rect l="0" t="0" r="r" b="b"/>
              <a:pathLst>
                <a:path w="54" h="51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510"/>
                  </a:lnTo>
                  <a:lnTo>
                    <a:pt x="26" y="510"/>
                  </a:lnTo>
                  <a:lnTo>
                    <a:pt x="54" y="510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80" name=""/>
            <p:cNvSpPr/>
            <p:nvPr/>
          </p:nvSpPr>
          <p:spPr>
            <a:xfrm rot="0">
              <a:off x="1024" y="2583"/>
              <a:ext cx="18" cy="170"/>
            </a:xfrm>
            <a:custGeom>
              <a:avLst/>
              <a:ahLst/>
              <a:rect l="0" t="0" r="r" b="b"/>
              <a:pathLst>
                <a:path w="54" h="51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510"/>
                  </a:lnTo>
                  <a:lnTo>
                    <a:pt x="26" y="510"/>
                  </a:lnTo>
                  <a:lnTo>
                    <a:pt x="54" y="51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81" name=""/>
            <p:cNvSpPr/>
            <p:nvPr/>
          </p:nvSpPr>
          <p:spPr>
            <a:xfrm rot="0">
              <a:off x="1024" y="275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82" name=""/>
            <p:cNvSpPr/>
            <p:nvPr/>
          </p:nvSpPr>
          <p:spPr>
            <a:xfrm rot="0">
              <a:off x="1024" y="275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83" name=""/>
            <p:cNvSpPr/>
            <p:nvPr/>
          </p:nvSpPr>
          <p:spPr>
            <a:xfrm rot="0">
              <a:off x="1033" y="2743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84" name=""/>
            <p:cNvSpPr/>
            <p:nvPr/>
          </p:nvSpPr>
          <p:spPr>
            <a:xfrm rot="0">
              <a:off x="1033" y="2743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85" name=""/>
            <p:cNvSpPr/>
            <p:nvPr/>
          </p:nvSpPr>
          <p:spPr>
            <a:xfrm rot="0">
              <a:off x="702" y="2743"/>
              <a:ext cx="331" cy="19"/>
            </a:xfrm>
            <a:custGeom>
              <a:avLst/>
              <a:ahLst/>
              <a:rect l="0" t="0" r="r" b="b"/>
              <a:pathLst>
                <a:path w="992" h="55">
                  <a:moveTo>
                    <a:pt x="992" y="55"/>
                  </a:moveTo>
                  <a:lnTo>
                    <a:pt x="992" y="28"/>
                  </a:lnTo>
                  <a:lnTo>
                    <a:pt x="9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992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86" name=""/>
            <p:cNvSpPr/>
            <p:nvPr/>
          </p:nvSpPr>
          <p:spPr>
            <a:xfrm rot="0">
              <a:off x="702" y="2743"/>
              <a:ext cx="331" cy="19"/>
            </a:xfrm>
            <a:custGeom>
              <a:avLst/>
              <a:ahLst/>
              <a:rect l="0" t="0" r="r" b="b"/>
              <a:pathLst>
                <a:path w="992" h="55">
                  <a:moveTo>
                    <a:pt x="992" y="55"/>
                  </a:moveTo>
                  <a:lnTo>
                    <a:pt x="992" y="28"/>
                  </a:lnTo>
                  <a:lnTo>
                    <a:pt x="9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992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87" name=""/>
            <p:cNvSpPr/>
            <p:nvPr/>
          </p:nvSpPr>
          <p:spPr>
            <a:xfrm rot="0">
              <a:off x="694" y="2743"/>
              <a:ext cx="8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88" name=""/>
            <p:cNvSpPr/>
            <p:nvPr/>
          </p:nvSpPr>
          <p:spPr>
            <a:xfrm rot="0">
              <a:off x="694" y="2743"/>
              <a:ext cx="8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89" name=""/>
            <p:cNvSpPr/>
            <p:nvPr/>
          </p:nvSpPr>
          <p:spPr>
            <a:xfrm rot="0">
              <a:off x="1181" y="28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90" name=""/>
            <p:cNvSpPr/>
            <p:nvPr/>
          </p:nvSpPr>
          <p:spPr>
            <a:xfrm rot="0">
              <a:off x="1181" y="28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91" name=""/>
            <p:cNvSpPr/>
            <p:nvPr/>
          </p:nvSpPr>
          <p:spPr>
            <a:xfrm rot="0">
              <a:off x="1033" y="2858"/>
              <a:ext cx="148" cy="18"/>
            </a:xfrm>
            <a:custGeom>
              <a:avLst/>
              <a:ahLst/>
              <a:rect l="0" t="0" r="r" b="b"/>
              <a:pathLst>
                <a:path w="445" h="54">
                  <a:moveTo>
                    <a:pt x="445" y="54"/>
                  </a:moveTo>
                  <a:lnTo>
                    <a:pt x="445" y="27"/>
                  </a:lnTo>
                  <a:lnTo>
                    <a:pt x="44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4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92" name=""/>
            <p:cNvSpPr/>
            <p:nvPr/>
          </p:nvSpPr>
          <p:spPr>
            <a:xfrm rot="0">
              <a:off x="1033" y="2858"/>
              <a:ext cx="148" cy="18"/>
            </a:xfrm>
            <a:custGeom>
              <a:avLst/>
              <a:ahLst/>
              <a:rect l="0" t="0" r="r" b="b"/>
              <a:pathLst>
                <a:path w="445" h="54">
                  <a:moveTo>
                    <a:pt x="445" y="54"/>
                  </a:moveTo>
                  <a:lnTo>
                    <a:pt x="445" y="27"/>
                  </a:lnTo>
                  <a:lnTo>
                    <a:pt x="44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44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93" name=""/>
            <p:cNvSpPr/>
            <p:nvPr/>
          </p:nvSpPr>
          <p:spPr>
            <a:xfrm rot="0">
              <a:off x="1024" y="28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94" name=""/>
            <p:cNvSpPr/>
            <p:nvPr/>
          </p:nvSpPr>
          <p:spPr>
            <a:xfrm rot="0">
              <a:off x="1024" y="28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95" name=""/>
            <p:cNvSpPr/>
            <p:nvPr/>
          </p:nvSpPr>
          <p:spPr>
            <a:xfrm rot="0">
              <a:off x="1024" y="285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96" name=""/>
            <p:cNvSpPr/>
            <p:nvPr/>
          </p:nvSpPr>
          <p:spPr>
            <a:xfrm rot="0">
              <a:off x="1024" y="285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97" name=""/>
            <p:cNvSpPr/>
            <p:nvPr/>
          </p:nvSpPr>
          <p:spPr>
            <a:xfrm rot="0">
              <a:off x="1024" y="2867"/>
              <a:ext cx="18" cy="145"/>
            </a:xfrm>
            <a:custGeom>
              <a:avLst/>
              <a:ahLst/>
              <a:rect l="0" t="0" r="r" b="b"/>
              <a:pathLst>
                <a:path w="54" h="435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26" y="435"/>
                  </a:lnTo>
                  <a:lnTo>
                    <a:pt x="54" y="43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498" name=""/>
            <p:cNvSpPr/>
            <p:nvPr/>
          </p:nvSpPr>
          <p:spPr>
            <a:xfrm rot="0">
              <a:off x="1024" y="2867"/>
              <a:ext cx="18" cy="145"/>
            </a:xfrm>
            <a:custGeom>
              <a:avLst/>
              <a:ahLst/>
              <a:rect l="0" t="0" r="r" b="b"/>
              <a:pathLst>
                <a:path w="54" h="435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26" y="435"/>
                  </a:lnTo>
                  <a:lnTo>
                    <a:pt x="54" y="43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499" name=""/>
            <p:cNvSpPr/>
            <p:nvPr/>
          </p:nvSpPr>
          <p:spPr>
            <a:xfrm rot="0">
              <a:off x="1024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00" name=""/>
            <p:cNvSpPr/>
            <p:nvPr/>
          </p:nvSpPr>
          <p:spPr>
            <a:xfrm rot="0">
              <a:off x="1024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01" name=""/>
            <p:cNvSpPr/>
            <p:nvPr/>
          </p:nvSpPr>
          <p:spPr>
            <a:xfrm rot="0">
              <a:off x="1150" y="3310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02" name=""/>
            <p:cNvSpPr/>
            <p:nvPr/>
          </p:nvSpPr>
          <p:spPr>
            <a:xfrm rot="0">
              <a:off x="1150" y="3310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03" name=""/>
            <p:cNvSpPr/>
            <p:nvPr/>
          </p:nvSpPr>
          <p:spPr>
            <a:xfrm rot="0">
              <a:off x="702" y="3310"/>
              <a:ext cx="448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1342" y="54"/>
                  </a:moveTo>
                  <a:lnTo>
                    <a:pt x="1342" y="27"/>
                  </a:lnTo>
                  <a:lnTo>
                    <a:pt x="1342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4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04" name=""/>
            <p:cNvSpPr/>
            <p:nvPr/>
          </p:nvSpPr>
          <p:spPr>
            <a:xfrm rot="0">
              <a:off x="702" y="3310"/>
              <a:ext cx="448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1342" y="54"/>
                  </a:moveTo>
                  <a:lnTo>
                    <a:pt x="1342" y="27"/>
                  </a:lnTo>
                  <a:lnTo>
                    <a:pt x="1342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4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05" name=""/>
            <p:cNvSpPr/>
            <p:nvPr/>
          </p:nvSpPr>
          <p:spPr>
            <a:xfrm rot="0">
              <a:off x="694" y="3310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06" name=""/>
            <p:cNvSpPr/>
            <p:nvPr/>
          </p:nvSpPr>
          <p:spPr>
            <a:xfrm rot="0">
              <a:off x="694" y="3310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07" name=""/>
            <p:cNvSpPr/>
            <p:nvPr/>
          </p:nvSpPr>
          <p:spPr>
            <a:xfrm rot="0">
              <a:off x="1141" y="379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08" name=""/>
            <p:cNvSpPr/>
            <p:nvPr/>
          </p:nvSpPr>
          <p:spPr>
            <a:xfrm rot="0">
              <a:off x="1141" y="379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09" name=""/>
            <p:cNvSpPr/>
            <p:nvPr/>
          </p:nvSpPr>
          <p:spPr>
            <a:xfrm rot="0">
              <a:off x="1141" y="3319"/>
              <a:ext cx="18" cy="479"/>
            </a:xfrm>
            <a:custGeom>
              <a:avLst/>
              <a:ahLst/>
              <a:rect l="0" t="0" r="r" b="b"/>
              <a:pathLst>
                <a:path w="55" h="1437">
                  <a:moveTo>
                    <a:pt x="0" y="1437"/>
                  </a:moveTo>
                  <a:lnTo>
                    <a:pt x="27" y="1437"/>
                  </a:lnTo>
                  <a:lnTo>
                    <a:pt x="55" y="143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4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10" name=""/>
            <p:cNvSpPr/>
            <p:nvPr/>
          </p:nvSpPr>
          <p:spPr>
            <a:xfrm rot="0">
              <a:off x="1141" y="3319"/>
              <a:ext cx="18" cy="479"/>
            </a:xfrm>
            <a:custGeom>
              <a:avLst/>
              <a:ahLst/>
              <a:rect l="0" t="0" r="r" b="b"/>
              <a:pathLst>
                <a:path w="55" h="1437">
                  <a:moveTo>
                    <a:pt x="0" y="1437"/>
                  </a:moveTo>
                  <a:lnTo>
                    <a:pt x="27" y="1437"/>
                  </a:lnTo>
                  <a:lnTo>
                    <a:pt x="55" y="143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4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11" name=""/>
            <p:cNvSpPr/>
            <p:nvPr/>
          </p:nvSpPr>
          <p:spPr>
            <a:xfrm rot="0">
              <a:off x="1141" y="3310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27"/>
                  </a:move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3" y="19"/>
                  </a:lnTo>
                  <a:lnTo>
                    <a:pt x="55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12" name=""/>
            <p:cNvSpPr/>
            <p:nvPr/>
          </p:nvSpPr>
          <p:spPr>
            <a:xfrm rot="0">
              <a:off x="1141" y="3310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0" y="27"/>
                  </a:move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3" y="19"/>
                  </a:lnTo>
                  <a:lnTo>
                    <a:pt x="55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13" name=""/>
            <p:cNvSpPr/>
            <p:nvPr/>
          </p:nvSpPr>
          <p:spPr>
            <a:xfrm rot="0">
              <a:off x="694" y="3789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14" name=""/>
            <p:cNvSpPr/>
            <p:nvPr/>
          </p:nvSpPr>
          <p:spPr>
            <a:xfrm rot="0">
              <a:off x="694" y="3789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15" name=""/>
            <p:cNvSpPr/>
            <p:nvPr/>
          </p:nvSpPr>
          <p:spPr>
            <a:xfrm rot="0">
              <a:off x="702" y="3789"/>
              <a:ext cx="448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342" y="54"/>
                  </a:lnTo>
                  <a:lnTo>
                    <a:pt x="1342" y="27"/>
                  </a:lnTo>
                  <a:lnTo>
                    <a:pt x="134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16" name=""/>
            <p:cNvSpPr/>
            <p:nvPr/>
          </p:nvSpPr>
          <p:spPr>
            <a:xfrm rot="0">
              <a:off x="702" y="3789"/>
              <a:ext cx="448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342" y="54"/>
                  </a:lnTo>
                  <a:lnTo>
                    <a:pt x="1342" y="27"/>
                  </a:lnTo>
                  <a:lnTo>
                    <a:pt x="134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17" name=""/>
            <p:cNvSpPr/>
            <p:nvPr/>
          </p:nvSpPr>
          <p:spPr>
            <a:xfrm rot="0">
              <a:off x="1150" y="378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18" name=""/>
            <p:cNvSpPr/>
            <p:nvPr/>
          </p:nvSpPr>
          <p:spPr>
            <a:xfrm rot="0">
              <a:off x="1150" y="378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19" name=""/>
            <p:cNvSpPr/>
            <p:nvPr/>
          </p:nvSpPr>
          <p:spPr>
            <a:xfrm rot="0">
              <a:off x="694" y="331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20" name=""/>
            <p:cNvSpPr/>
            <p:nvPr/>
          </p:nvSpPr>
          <p:spPr>
            <a:xfrm rot="0">
              <a:off x="694" y="331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21" name=""/>
            <p:cNvSpPr/>
            <p:nvPr/>
          </p:nvSpPr>
          <p:spPr>
            <a:xfrm rot="0">
              <a:off x="694" y="3319"/>
              <a:ext cx="18" cy="479"/>
            </a:xfrm>
            <a:custGeom>
              <a:avLst/>
              <a:ahLst/>
              <a:rect l="0" t="0" r="r" b="b"/>
              <a:pathLst>
                <a:path w="54" h="143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37"/>
                  </a:lnTo>
                  <a:lnTo>
                    <a:pt x="26" y="1437"/>
                  </a:lnTo>
                  <a:lnTo>
                    <a:pt x="54" y="143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22" name=""/>
            <p:cNvSpPr/>
            <p:nvPr/>
          </p:nvSpPr>
          <p:spPr>
            <a:xfrm rot="0">
              <a:off x="694" y="3319"/>
              <a:ext cx="18" cy="479"/>
            </a:xfrm>
            <a:custGeom>
              <a:avLst/>
              <a:ahLst/>
              <a:rect l="0" t="0" r="r" b="b"/>
              <a:pathLst>
                <a:path w="54" h="143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37"/>
                  </a:lnTo>
                  <a:lnTo>
                    <a:pt x="26" y="1437"/>
                  </a:lnTo>
                  <a:lnTo>
                    <a:pt x="54" y="143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23" name=""/>
            <p:cNvSpPr/>
            <p:nvPr/>
          </p:nvSpPr>
          <p:spPr>
            <a:xfrm rot="0">
              <a:off x="694" y="379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24" name=""/>
            <p:cNvSpPr/>
            <p:nvPr/>
          </p:nvSpPr>
          <p:spPr>
            <a:xfrm rot="0">
              <a:off x="694" y="379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25" name=""/>
            <p:cNvSpPr/>
            <p:nvPr/>
          </p:nvSpPr>
          <p:spPr>
            <a:xfrm rot="0">
              <a:off x="1615" y="241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26" name=""/>
            <p:cNvSpPr/>
            <p:nvPr/>
          </p:nvSpPr>
          <p:spPr>
            <a:xfrm rot="0">
              <a:off x="1615" y="241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27" name=""/>
            <p:cNvSpPr/>
            <p:nvPr/>
          </p:nvSpPr>
          <p:spPr>
            <a:xfrm rot="0">
              <a:off x="1624" y="2414"/>
              <a:ext cx="447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1342" y="54"/>
                  </a:lnTo>
                  <a:lnTo>
                    <a:pt x="1342" y="28"/>
                  </a:lnTo>
                  <a:lnTo>
                    <a:pt x="134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28" name=""/>
            <p:cNvSpPr/>
            <p:nvPr/>
          </p:nvSpPr>
          <p:spPr>
            <a:xfrm rot="0">
              <a:off x="1624" y="2414"/>
              <a:ext cx="447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1342" y="54"/>
                  </a:lnTo>
                  <a:lnTo>
                    <a:pt x="1342" y="28"/>
                  </a:lnTo>
                  <a:lnTo>
                    <a:pt x="134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29" name=""/>
            <p:cNvSpPr/>
            <p:nvPr/>
          </p:nvSpPr>
          <p:spPr>
            <a:xfrm rot="0">
              <a:off x="2071" y="241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30" name=""/>
            <p:cNvSpPr/>
            <p:nvPr/>
          </p:nvSpPr>
          <p:spPr>
            <a:xfrm rot="0">
              <a:off x="2071" y="241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31" name=""/>
            <p:cNvSpPr/>
            <p:nvPr/>
          </p:nvSpPr>
          <p:spPr>
            <a:xfrm rot="0">
              <a:off x="2071" y="300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32" name=""/>
            <p:cNvSpPr/>
            <p:nvPr/>
          </p:nvSpPr>
          <p:spPr>
            <a:xfrm rot="0">
              <a:off x="2071" y="300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33" name=""/>
            <p:cNvSpPr/>
            <p:nvPr/>
          </p:nvSpPr>
          <p:spPr>
            <a:xfrm rot="0">
              <a:off x="1624" y="3002"/>
              <a:ext cx="447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1342" y="54"/>
                  </a:moveTo>
                  <a:lnTo>
                    <a:pt x="1342" y="28"/>
                  </a:lnTo>
                  <a:lnTo>
                    <a:pt x="134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34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34" name=""/>
            <p:cNvSpPr/>
            <p:nvPr/>
          </p:nvSpPr>
          <p:spPr>
            <a:xfrm rot="0">
              <a:off x="1624" y="3002"/>
              <a:ext cx="447" cy="18"/>
            </a:xfrm>
            <a:custGeom>
              <a:avLst/>
              <a:ahLst/>
              <a:rect l="0" t="0" r="r" b="b"/>
              <a:pathLst>
                <a:path w="1342" h="54">
                  <a:moveTo>
                    <a:pt x="1342" y="54"/>
                  </a:moveTo>
                  <a:lnTo>
                    <a:pt x="1342" y="28"/>
                  </a:lnTo>
                  <a:lnTo>
                    <a:pt x="134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34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35" name=""/>
            <p:cNvSpPr/>
            <p:nvPr/>
          </p:nvSpPr>
          <p:spPr>
            <a:xfrm rot="0">
              <a:off x="1615" y="300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36" name=""/>
            <p:cNvSpPr/>
            <p:nvPr/>
          </p:nvSpPr>
          <p:spPr>
            <a:xfrm rot="0">
              <a:off x="1615" y="300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37" name=""/>
            <p:cNvSpPr/>
            <p:nvPr/>
          </p:nvSpPr>
          <p:spPr>
            <a:xfrm rot="0">
              <a:off x="1615" y="2574"/>
              <a:ext cx="12" cy="17"/>
            </a:xfrm>
            <a:custGeom>
              <a:avLst/>
              <a:ahLst/>
              <a:rect l="0" t="0" r="r" b="b"/>
              <a:pathLst>
                <a:path w="36" h="52">
                  <a:moveTo>
                    <a:pt x="27" y="27"/>
                  </a:moveTo>
                  <a:lnTo>
                    <a:pt x="17" y="52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1" y="17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38" name=""/>
            <p:cNvSpPr/>
            <p:nvPr/>
          </p:nvSpPr>
          <p:spPr>
            <a:xfrm rot="0">
              <a:off x="1615" y="2574"/>
              <a:ext cx="12" cy="17"/>
            </a:xfrm>
            <a:custGeom>
              <a:avLst/>
              <a:ahLst/>
              <a:rect l="0" t="0" r="r" b="b"/>
              <a:pathLst>
                <a:path w="36" h="52">
                  <a:moveTo>
                    <a:pt x="17" y="52"/>
                  </a:moveTo>
                  <a:lnTo>
                    <a:pt x="10" y="48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1" y="17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39" name=""/>
            <p:cNvSpPr/>
            <p:nvPr/>
          </p:nvSpPr>
          <p:spPr>
            <a:xfrm rot="0">
              <a:off x="1621" y="2574"/>
              <a:ext cx="453" cy="187"/>
            </a:xfrm>
            <a:custGeom>
              <a:avLst/>
              <a:ahLst/>
              <a:rect l="0" t="0" r="r" b="b"/>
              <a:pathLst>
                <a:path w="1361" h="562">
                  <a:moveTo>
                    <a:pt x="19" y="0"/>
                  </a:moveTo>
                  <a:lnTo>
                    <a:pt x="10" y="26"/>
                  </a:lnTo>
                  <a:lnTo>
                    <a:pt x="0" y="51"/>
                  </a:lnTo>
                  <a:lnTo>
                    <a:pt x="1342" y="562"/>
                  </a:lnTo>
                  <a:lnTo>
                    <a:pt x="1352" y="536"/>
                  </a:lnTo>
                  <a:lnTo>
                    <a:pt x="1361" y="51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40" name=""/>
            <p:cNvSpPr/>
            <p:nvPr/>
          </p:nvSpPr>
          <p:spPr>
            <a:xfrm rot="0">
              <a:off x="1621" y="2574"/>
              <a:ext cx="453" cy="187"/>
            </a:xfrm>
            <a:custGeom>
              <a:avLst/>
              <a:ahLst/>
              <a:rect l="0" t="0" r="r" b="b"/>
              <a:pathLst>
                <a:path w="1361" h="562">
                  <a:moveTo>
                    <a:pt x="19" y="0"/>
                  </a:moveTo>
                  <a:lnTo>
                    <a:pt x="10" y="26"/>
                  </a:lnTo>
                  <a:lnTo>
                    <a:pt x="0" y="51"/>
                  </a:lnTo>
                  <a:lnTo>
                    <a:pt x="1342" y="562"/>
                  </a:lnTo>
                  <a:lnTo>
                    <a:pt x="1352" y="536"/>
                  </a:lnTo>
                  <a:lnTo>
                    <a:pt x="1361" y="511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41" name=""/>
            <p:cNvSpPr/>
            <p:nvPr/>
          </p:nvSpPr>
          <p:spPr>
            <a:xfrm rot="0">
              <a:off x="2068" y="2744"/>
              <a:ext cx="12" cy="18"/>
            </a:xfrm>
            <a:custGeom>
              <a:avLst/>
              <a:ahLst/>
              <a:rect l="0" t="0" r="r" b="b"/>
              <a:pathLst>
                <a:path w="36" h="52">
                  <a:moveTo>
                    <a:pt x="10" y="25"/>
                  </a:moveTo>
                  <a:lnTo>
                    <a:pt x="19" y="0"/>
                  </a:lnTo>
                  <a:lnTo>
                    <a:pt x="27" y="4"/>
                  </a:lnTo>
                  <a:lnTo>
                    <a:pt x="32" y="10"/>
                  </a:lnTo>
                  <a:lnTo>
                    <a:pt x="36" y="18"/>
                  </a:lnTo>
                  <a:lnTo>
                    <a:pt x="36" y="26"/>
                  </a:lnTo>
                  <a:lnTo>
                    <a:pt x="35" y="35"/>
                  </a:lnTo>
                  <a:lnTo>
                    <a:pt x="31" y="42"/>
                  </a:lnTo>
                  <a:lnTo>
                    <a:pt x="25" y="47"/>
                  </a:lnTo>
                  <a:lnTo>
                    <a:pt x="17" y="52"/>
                  </a:lnTo>
                  <a:lnTo>
                    <a:pt x="9" y="52"/>
                  </a:lnTo>
                  <a:lnTo>
                    <a:pt x="0" y="51"/>
                  </a:lnTo>
                  <a:lnTo>
                    <a:pt x="1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42" name=""/>
            <p:cNvSpPr/>
            <p:nvPr/>
          </p:nvSpPr>
          <p:spPr>
            <a:xfrm rot="0">
              <a:off x="2068" y="2744"/>
              <a:ext cx="12" cy="18"/>
            </a:xfrm>
            <a:custGeom>
              <a:avLst/>
              <a:ahLst/>
              <a:rect l="0" t="0" r="r" b="b"/>
              <a:pathLst>
                <a:path w="36" h="52">
                  <a:moveTo>
                    <a:pt x="19" y="0"/>
                  </a:moveTo>
                  <a:lnTo>
                    <a:pt x="27" y="4"/>
                  </a:lnTo>
                  <a:lnTo>
                    <a:pt x="32" y="10"/>
                  </a:lnTo>
                  <a:lnTo>
                    <a:pt x="36" y="18"/>
                  </a:lnTo>
                  <a:lnTo>
                    <a:pt x="36" y="26"/>
                  </a:lnTo>
                  <a:lnTo>
                    <a:pt x="35" y="35"/>
                  </a:lnTo>
                  <a:lnTo>
                    <a:pt x="31" y="42"/>
                  </a:lnTo>
                  <a:lnTo>
                    <a:pt x="25" y="47"/>
                  </a:lnTo>
                  <a:lnTo>
                    <a:pt x="17" y="52"/>
                  </a:lnTo>
                  <a:lnTo>
                    <a:pt x="9" y="52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43" name=""/>
            <p:cNvSpPr/>
            <p:nvPr/>
          </p:nvSpPr>
          <p:spPr>
            <a:xfrm rot="0">
              <a:off x="1615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44" name=""/>
            <p:cNvSpPr/>
            <p:nvPr/>
          </p:nvSpPr>
          <p:spPr>
            <a:xfrm rot="0">
              <a:off x="1615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45" name=""/>
            <p:cNvSpPr/>
            <p:nvPr/>
          </p:nvSpPr>
          <p:spPr>
            <a:xfrm rot="0">
              <a:off x="1615" y="2424"/>
              <a:ext cx="18" cy="588"/>
            </a:xfrm>
            <a:custGeom>
              <a:avLst/>
              <a:ahLst/>
              <a:rect l="0" t="0" r="r" b="b"/>
              <a:pathLst>
                <a:path w="54" h="1764">
                  <a:moveTo>
                    <a:pt x="0" y="1764"/>
                  </a:moveTo>
                  <a:lnTo>
                    <a:pt x="27" y="1764"/>
                  </a:lnTo>
                  <a:lnTo>
                    <a:pt x="54" y="176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7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46" name=""/>
            <p:cNvSpPr/>
            <p:nvPr/>
          </p:nvSpPr>
          <p:spPr>
            <a:xfrm rot="0">
              <a:off x="1615" y="2424"/>
              <a:ext cx="18" cy="588"/>
            </a:xfrm>
            <a:custGeom>
              <a:avLst/>
              <a:ahLst/>
              <a:rect l="0" t="0" r="r" b="b"/>
              <a:pathLst>
                <a:path w="54" h="1764">
                  <a:moveTo>
                    <a:pt x="0" y="1764"/>
                  </a:moveTo>
                  <a:lnTo>
                    <a:pt x="27" y="1764"/>
                  </a:lnTo>
                  <a:lnTo>
                    <a:pt x="54" y="176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7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47" name=""/>
            <p:cNvSpPr/>
            <p:nvPr/>
          </p:nvSpPr>
          <p:spPr>
            <a:xfrm rot="0">
              <a:off x="1615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48" name=""/>
            <p:cNvSpPr/>
            <p:nvPr/>
          </p:nvSpPr>
          <p:spPr>
            <a:xfrm rot="0">
              <a:off x="1615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49" name=""/>
            <p:cNvSpPr/>
            <p:nvPr/>
          </p:nvSpPr>
          <p:spPr>
            <a:xfrm rot="0">
              <a:off x="2062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50" name=""/>
            <p:cNvSpPr/>
            <p:nvPr/>
          </p:nvSpPr>
          <p:spPr>
            <a:xfrm rot="0">
              <a:off x="2062" y="2414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51" name=""/>
            <p:cNvSpPr/>
            <p:nvPr/>
          </p:nvSpPr>
          <p:spPr>
            <a:xfrm rot="0">
              <a:off x="2062" y="2424"/>
              <a:ext cx="18" cy="588"/>
            </a:xfrm>
            <a:custGeom>
              <a:avLst/>
              <a:ahLst/>
              <a:rect l="0" t="0" r="r" b="b"/>
              <a:pathLst>
                <a:path w="54" h="1764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764"/>
                  </a:lnTo>
                  <a:lnTo>
                    <a:pt x="27" y="1764"/>
                  </a:lnTo>
                  <a:lnTo>
                    <a:pt x="54" y="1764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52" name=""/>
            <p:cNvSpPr/>
            <p:nvPr/>
          </p:nvSpPr>
          <p:spPr>
            <a:xfrm rot="0">
              <a:off x="2062" y="2424"/>
              <a:ext cx="18" cy="588"/>
            </a:xfrm>
            <a:custGeom>
              <a:avLst/>
              <a:ahLst/>
              <a:rect l="0" t="0" r="r" b="b"/>
              <a:pathLst>
                <a:path w="54" h="1764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764"/>
                  </a:lnTo>
                  <a:lnTo>
                    <a:pt x="27" y="1764"/>
                  </a:lnTo>
                  <a:lnTo>
                    <a:pt x="54" y="1764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53" name=""/>
            <p:cNvSpPr/>
            <p:nvPr/>
          </p:nvSpPr>
          <p:spPr>
            <a:xfrm rot="0">
              <a:off x="2062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54" name=""/>
            <p:cNvSpPr/>
            <p:nvPr/>
          </p:nvSpPr>
          <p:spPr>
            <a:xfrm rot="0">
              <a:off x="2062" y="3012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55" name=""/>
            <p:cNvSpPr/>
            <p:nvPr/>
          </p:nvSpPr>
          <p:spPr>
            <a:xfrm rot="0">
              <a:off x="4872" y="3049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50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56" name=""/>
            <p:cNvSpPr/>
            <p:nvPr/>
          </p:nvSpPr>
          <p:spPr>
            <a:xfrm rot="0">
              <a:off x="4872" y="3049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57" name=""/>
            <p:cNvSpPr/>
            <p:nvPr/>
          </p:nvSpPr>
          <p:spPr>
            <a:xfrm rot="0">
              <a:off x="4737" y="3050"/>
              <a:ext cx="144" cy="94"/>
            </a:xfrm>
            <a:custGeom>
              <a:avLst/>
              <a:ahLst/>
              <a:rect l="0" t="0" r="r" b="b"/>
              <a:pathLst>
                <a:path w="434" h="281">
                  <a:moveTo>
                    <a:pt x="434" y="47"/>
                  </a:moveTo>
                  <a:lnTo>
                    <a:pt x="420" y="23"/>
                  </a:lnTo>
                  <a:lnTo>
                    <a:pt x="406" y="0"/>
                  </a:lnTo>
                  <a:lnTo>
                    <a:pt x="0" y="235"/>
                  </a:lnTo>
                  <a:lnTo>
                    <a:pt x="14" y="258"/>
                  </a:lnTo>
                  <a:lnTo>
                    <a:pt x="28" y="281"/>
                  </a:lnTo>
                  <a:lnTo>
                    <a:pt x="43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58" name=""/>
            <p:cNvSpPr/>
            <p:nvPr/>
          </p:nvSpPr>
          <p:spPr>
            <a:xfrm rot="0">
              <a:off x="4737" y="3050"/>
              <a:ext cx="144" cy="94"/>
            </a:xfrm>
            <a:custGeom>
              <a:avLst/>
              <a:ahLst/>
              <a:rect l="0" t="0" r="r" b="b"/>
              <a:pathLst>
                <a:path w="434" h="281">
                  <a:moveTo>
                    <a:pt x="434" y="47"/>
                  </a:moveTo>
                  <a:lnTo>
                    <a:pt x="420" y="23"/>
                  </a:lnTo>
                  <a:lnTo>
                    <a:pt x="406" y="0"/>
                  </a:lnTo>
                  <a:lnTo>
                    <a:pt x="0" y="235"/>
                  </a:lnTo>
                  <a:lnTo>
                    <a:pt x="14" y="258"/>
                  </a:lnTo>
                  <a:lnTo>
                    <a:pt x="28" y="281"/>
                  </a:lnTo>
                  <a:lnTo>
                    <a:pt x="434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59" name=""/>
            <p:cNvSpPr/>
            <p:nvPr/>
          </p:nvSpPr>
          <p:spPr>
            <a:xfrm rot="0">
              <a:off x="4732" y="3129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3"/>
                  </a:moveTo>
                  <a:lnTo>
                    <a:pt x="41" y="46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7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60" name=""/>
            <p:cNvSpPr/>
            <p:nvPr/>
          </p:nvSpPr>
          <p:spPr>
            <a:xfrm rot="0">
              <a:off x="4732" y="3129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41" y="46"/>
                  </a:moveTo>
                  <a:lnTo>
                    <a:pt x="32" y="50"/>
                  </a:lnTo>
                  <a:lnTo>
                    <a:pt x="24" y="50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7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61" name=""/>
            <p:cNvSpPr/>
            <p:nvPr/>
          </p:nvSpPr>
          <p:spPr>
            <a:xfrm rot="0">
              <a:off x="5177" y="3226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62" name=""/>
            <p:cNvSpPr/>
            <p:nvPr/>
          </p:nvSpPr>
          <p:spPr>
            <a:xfrm rot="0">
              <a:off x="5177" y="3226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63" name=""/>
            <p:cNvSpPr/>
            <p:nvPr/>
          </p:nvSpPr>
          <p:spPr>
            <a:xfrm rot="0">
              <a:off x="4872" y="3050"/>
              <a:ext cx="314" cy="192"/>
            </a:xfrm>
            <a:custGeom>
              <a:avLst/>
              <a:ahLst/>
              <a:rect l="0" t="0" r="r" b="b"/>
              <a:pathLst>
                <a:path w="941" h="575">
                  <a:moveTo>
                    <a:pt x="914" y="575"/>
                  </a:moveTo>
                  <a:lnTo>
                    <a:pt x="927" y="551"/>
                  </a:lnTo>
                  <a:lnTo>
                    <a:pt x="941" y="528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914" y="5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64" name=""/>
            <p:cNvSpPr/>
            <p:nvPr/>
          </p:nvSpPr>
          <p:spPr>
            <a:xfrm rot="0">
              <a:off x="4872" y="3050"/>
              <a:ext cx="314" cy="192"/>
            </a:xfrm>
            <a:custGeom>
              <a:avLst/>
              <a:ahLst/>
              <a:rect l="0" t="0" r="r" b="b"/>
              <a:pathLst>
                <a:path w="941" h="575">
                  <a:moveTo>
                    <a:pt x="914" y="575"/>
                  </a:moveTo>
                  <a:lnTo>
                    <a:pt x="927" y="551"/>
                  </a:lnTo>
                  <a:lnTo>
                    <a:pt x="941" y="528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914" y="5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65" name=""/>
            <p:cNvSpPr/>
            <p:nvPr/>
          </p:nvSpPr>
          <p:spPr>
            <a:xfrm rot="0">
              <a:off x="4868" y="3049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6"/>
                  </a:moveTo>
                  <a:lnTo>
                    <a:pt x="13" y="50"/>
                  </a:ln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66" name=""/>
            <p:cNvSpPr/>
            <p:nvPr/>
          </p:nvSpPr>
          <p:spPr>
            <a:xfrm rot="0">
              <a:off x="4868" y="3049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67" name=""/>
            <p:cNvSpPr/>
            <p:nvPr/>
          </p:nvSpPr>
          <p:spPr>
            <a:xfrm rot="0">
              <a:off x="4732" y="3127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68" name=""/>
            <p:cNvSpPr/>
            <p:nvPr/>
          </p:nvSpPr>
          <p:spPr>
            <a:xfrm rot="0">
              <a:off x="4732" y="3127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69" name=""/>
            <p:cNvSpPr/>
            <p:nvPr/>
          </p:nvSpPr>
          <p:spPr>
            <a:xfrm rot="0">
              <a:off x="4732" y="3136"/>
              <a:ext cx="18" cy="196"/>
            </a:xfrm>
            <a:custGeom>
              <a:avLst/>
              <a:ahLst/>
              <a:rect l="0" t="0" r="r" b="b"/>
              <a:pathLst>
                <a:path w="54" h="587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4" y="58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70" name=""/>
            <p:cNvSpPr/>
            <p:nvPr/>
          </p:nvSpPr>
          <p:spPr>
            <a:xfrm rot="0">
              <a:off x="4732" y="3136"/>
              <a:ext cx="18" cy="196"/>
            </a:xfrm>
            <a:custGeom>
              <a:avLst/>
              <a:ahLst/>
              <a:rect l="0" t="0" r="r" b="b"/>
              <a:pathLst>
                <a:path w="54" h="587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4" y="58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71" name=""/>
            <p:cNvSpPr/>
            <p:nvPr/>
          </p:nvSpPr>
          <p:spPr>
            <a:xfrm rot="0">
              <a:off x="4732" y="3332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72" name=""/>
            <p:cNvSpPr/>
            <p:nvPr/>
          </p:nvSpPr>
          <p:spPr>
            <a:xfrm rot="0">
              <a:off x="4732" y="3332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73" name=""/>
            <p:cNvSpPr/>
            <p:nvPr/>
          </p:nvSpPr>
          <p:spPr>
            <a:xfrm rot="0">
              <a:off x="5041" y="3305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3"/>
                  </a:moveTo>
                  <a:lnTo>
                    <a:pt x="27" y="0"/>
                  </a:ln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74" name=""/>
            <p:cNvSpPr/>
            <p:nvPr/>
          </p:nvSpPr>
          <p:spPr>
            <a:xfrm rot="0">
              <a:off x="5041" y="3305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5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75" name=""/>
            <p:cNvSpPr/>
            <p:nvPr/>
          </p:nvSpPr>
          <p:spPr>
            <a:xfrm rot="0">
              <a:off x="4737" y="3129"/>
              <a:ext cx="313" cy="191"/>
            </a:xfrm>
            <a:custGeom>
              <a:avLst/>
              <a:ahLst/>
              <a:rect l="0" t="0" r="r" b="b"/>
              <a:pathLst>
                <a:path w="941" h="575">
                  <a:moveTo>
                    <a:pt x="914" y="575"/>
                  </a:moveTo>
                  <a:lnTo>
                    <a:pt x="928" y="551"/>
                  </a:lnTo>
                  <a:lnTo>
                    <a:pt x="941" y="528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914" y="5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76" name=""/>
            <p:cNvSpPr/>
            <p:nvPr/>
          </p:nvSpPr>
          <p:spPr>
            <a:xfrm rot="0">
              <a:off x="4737" y="3129"/>
              <a:ext cx="313" cy="191"/>
            </a:xfrm>
            <a:custGeom>
              <a:avLst/>
              <a:ahLst/>
              <a:rect l="0" t="0" r="r" b="b"/>
              <a:pathLst>
                <a:path w="941" h="575">
                  <a:moveTo>
                    <a:pt x="914" y="575"/>
                  </a:moveTo>
                  <a:lnTo>
                    <a:pt x="928" y="551"/>
                  </a:lnTo>
                  <a:lnTo>
                    <a:pt x="941" y="528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914" y="5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77" name=""/>
            <p:cNvSpPr/>
            <p:nvPr/>
          </p:nvSpPr>
          <p:spPr>
            <a:xfrm rot="0">
              <a:off x="4732" y="3127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7"/>
                  </a:moveTo>
                  <a:lnTo>
                    <a:pt x="13" y="50"/>
                  </a:lnTo>
                  <a:lnTo>
                    <a:pt x="7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6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4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78" name=""/>
            <p:cNvSpPr/>
            <p:nvPr/>
          </p:nvSpPr>
          <p:spPr>
            <a:xfrm rot="0">
              <a:off x="4732" y="3127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5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6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79" name=""/>
            <p:cNvSpPr/>
            <p:nvPr/>
          </p:nvSpPr>
          <p:spPr>
            <a:xfrm rot="0">
              <a:off x="4631" y="3342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80" name=""/>
            <p:cNvSpPr/>
            <p:nvPr/>
          </p:nvSpPr>
          <p:spPr>
            <a:xfrm rot="0">
              <a:off x="4631" y="3342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81" name=""/>
            <p:cNvSpPr/>
            <p:nvPr/>
          </p:nvSpPr>
          <p:spPr>
            <a:xfrm rot="0">
              <a:off x="4631" y="3351"/>
              <a:ext cx="18" cy="196"/>
            </a:xfrm>
            <a:custGeom>
              <a:avLst/>
              <a:ahLst/>
              <a:rect l="0" t="0" r="r" b="b"/>
              <a:pathLst>
                <a:path w="55" h="587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5" y="587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82" name=""/>
            <p:cNvSpPr/>
            <p:nvPr/>
          </p:nvSpPr>
          <p:spPr>
            <a:xfrm rot="0">
              <a:off x="4631" y="3351"/>
              <a:ext cx="18" cy="196"/>
            </a:xfrm>
            <a:custGeom>
              <a:avLst/>
              <a:ahLst/>
              <a:rect l="0" t="0" r="r" b="b"/>
              <a:pathLst>
                <a:path w="55" h="587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5" y="587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83" name=""/>
            <p:cNvSpPr/>
            <p:nvPr/>
          </p:nvSpPr>
          <p:spPr>
            <a:xfrm rot="0">
              <a:off x="4631" y="3547"/>
              <a:ext cx="18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32" name=""/>
          <p:cNvGrpSpPr/>
          <p:nvPr/>
        </p:nvGrpSpPr>
        <p:grpSpPr>
          <a:xfrm rot="0">
            <a:off x="5219700" y="3975100"/>
            <a:ext cx="3019425" cy="2197100"/>
            <a:chOff x="3288" y="2504"/>
            <a:chExt cx="1902" cy="1384"/>
          </a:xfrm>
        </p:grpSpPr>
        <p:sp>
          <p:nvSpPr>
            <p:cNvPr id="1049584" name=""/>
            <p:cNvSpPr/>
            <p:nvPr/>
          </p:nvSpPr>
          <p:spPr>
            <a:xfrm rot="0">
              <a:off x="4631" y="3547"/>
              <a:ext cx="18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85" name=""/>
            <p:cNvSpPr/>
            <p:nvPr/>
          </p:nvSpPr>
          <p:spPr>
            <a:xfrm rot="0">
              <a:off x="4635" y="3343"/>
              <a:ext cx="14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14" y="26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49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86" name=""/>
            <p:cNvSpPr/>
            <p:nvPr/>
          </p:nvSpPr>
          <p:spPr>
            <a:xfrm rot="0">
              <a:off x="4635" y="3343"/>
              <a:ext cx="14" cy="16"/>
            </a:xfrm>
            <a:custGeom>
              <a:avLst/>
              <a:ahLst/>
              <a:rect l="0" t="0" r="r" b="b"/>
              <a:pathLst>
                <a:path w="41" h="49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87" name=""/>
            <p:cNvSpPr/>
            <p:nvPr/>
          </p:nvSpPr>
          <p:spPr>
            <a:xfrm rot="0">
              <a:off x="4500" y="3344"/>
              <a:ext cx="145" cy="93"/>
            </a:xfrm>
            <a:custGeom>
              <a:avLst/>
              <a:ahLst/>
              <a:rect l="0" t="0" r="r" b="b"/>
              <a:pathLst>
                <a:path w="435" h="281">
                  <a:moveTo>
                    <a:pt x="435" y="46"/>
                  </a:moveTo>
                  <a:lnTo>
                    <a:pt x="421" y="23"/>
                  </a:lnTo>
                  <a:lnTo>
                    <a:pt x="407" y="0"/>
                  </a:lnTo>
                  <a:lnTo>
                    <a:pt x="0" y="235"/>
                  </a:lnTo>
                  <a:lnTo>
                    <a:pt x="14" y="258"/>
                  </a:lnTo>
                  <a:lnTo>
                    <a:pt x="28" y="281"/>
                  </a:lnTo>
                  <a:lnTo>
                    <a:pt x="435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88" name=""/>
            <p:cNvSpPr/>
            <p:nvPr/>
          </p:nvSpPr>
          <p:spPr>
            <a:xfrm rot="0">
              <a:off x="4500" y="3344"/>
              <a:ext cx="145" cy="93"/>
            </a:xfrm>
            <a:custGeom>
              <a:avLst/>
              <a:ahLst/>
              <a:rect l="0" t="0" r="r" b="b"/>
              <a:pathLst>
                <a:path w="435" h="281">
                  <a:moveTo>
                    <a:pt x="435" y="46"/>
                  </a:moveTo>
                  <a:lnTo>
                    <a:pt x="421" y="23"/>
                  </a:lnTo>
                  <a:lnTo>
                    <a:pt x="407" y="0"/>
                  </a:lnTo>
                  <a:lnTo>
                    <a:pt x="0" y="235"/>
                  </a:lnTo>
                  <a:lnTo>
                    <a:pt x="14" y="258"/>
                  </a:lnTo>
                  <a:lnTo>
                    <a:pt x="28" y="281"/>
                  </a:lnTo>
                  <a:lnTo>
                    <a:pt x="435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89" name=""/>
            <p:cNvSpPr/>
            <p:nvPr/>
          </p:nvSpPr>
          <p:spPr>
            <a:xfrm rot="0">
              <a:off x="4495" y="3422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3"/>
                  </a:moveTo>
                  <a:lnTo>
                    <a:pt x="41" y="46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90" name=""/>
            <p:cNvSpPr/>
            <p:nvPr/>
          </p:nvSpPr>
          <p:spPr>
            <a:xfrm rot="0">
              <a:off x="4495" y="3422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41" y="46"/>
                  </a:moveTo>
                  <a:lnTo>
                    <a:pt x="32" y="50"/>
                  </a:lnTo>
                  <a:lnTo>
                    <a:pt x="24" y="50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91" name=""/>
            <p:cNvSpPr/>
            <p:nvPr/>
          </p:nvSpPr>
          <p:spPr>
            <a:xfrm rot="0">
              <a:off x="4495" y="3264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6"/>
                  </a:moveTo>
                  <a:lnTo>
                    <a:pt x="13" y="50"/>
                  </a:lnTo>
                  <a:lnTo>
                    <a:pt x="7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4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92" name=""/>
            <p:cNvSpPr/>
            <p:nvPr/>
          </p:nvSpPr>
          <p:spPr>
            <a:xfrm rot="0">
              <a:off x="4495" y="3264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4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4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93" name=""/>
            <p:cNvSpPr/>
            <p:nvPr/>
          </p:nvSpPr>
          <p:spPr>
            <a:xfrm rot="0">
              <a:off x="4500" y="3265"/>
              <a:ext cx="145" cy="94"/>
            </a:xfrm>
            <a:custGeom>
              <a:avLst/>
              <a:ahLst/>
              <a:rect l="0" t="0" r="r" b="b"/>
              <a:pathLst>
                <a:path w="435" h="281">
                  <a:moveTo>
                    <a:pt x="28" y="0"/>
                  </a:moveTo>
                  <a:lnTo>
                    <a:pt x="14" y="23"/>
                  </a:lnTo>
                  <a:lnTo>
                    <a:pt x="0" y="47"/>
                  </a:lnTo>
                  <a:lnTo>
                    <a:pt x="407" y="281"/>
                  </a:lnTo>
                  <a:lnTo>
                    <a:pt x="421" y="258"/>
                  </a:lnTo>
                  <a:lnTo>
                    <a:pt x="435" y="235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94" name=""/>
            <p:cNvSpPr/>
            <p:nvPr/>
          </p:nvSpPr>
          <p:spPr>
            <a:xfrm rot="0">
              <a:off x="4500" y="3265"/>
              <a:ext cx="145" cy="94"/>
            </a:xfrm>
            <a:custGeom>
              <a:avLst/>
              <a:ahLst/>
              <a:rect l="0" t="0" r="r" b="b"/>
              <a:pathLst>
                <a:path w="435" h="281">
                  <a:moveTo>
                    <a:pt x="28" y="0"/>
                  </a:moveTo>
                  <a:lnTo>
                    <a:pt x="14" y="23"/>
                  </a:lnTo>
                  <a:lnTo>
                    <a:pt x="0" y="47"/>
                  </a:lnTo>
                  <a:lnTo>
                    <a:pt x="407" y="281"/>
                  </a:lnTo>
                  <a:lnTo>
                    <a:pt x="421" y="258"/>
                  </a:lnTo>
                  <a:lnTo>
                    <a:pt x="435" y="235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95" name=""/>
            <p:cNvSpPr/>
            <p:nvPr/>
          </p:nvSpPr>
          <p:spPr>
            <a:xfrm rot="0">
              <a:off x="4635" y="3344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3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8" y="12"/>
                  </a:lnTo>
                  <a:lnTo>
                    <a:pt x="41" y="20"/>
                  </a:lnTo>
                  <a:lnTo>
                    <a:pt x="41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6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96" name=""/>
            <p:cNvSpPr/>
            <p:nvPr/>
          </p:nvSpPr>
          <p:spPr>
            <a:xfrm rot="0">
              <a:off x="4635" y="3344"/>
              <a:ext cx="14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5"/>
                  </a:lnTo>
                  <a:lnTo>
                    <a:pt x="38" y="12"/>
                  </a:lnTo>
                  <a:lnTo>
                    <a:pt x="41" y="20"/>
                  </a:lnTo>
                  <a:lnTo>
                    <a:pt x="41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97" name=""/>
            <p:cNvSpPr/>
            <p:nvPr/>
          </p:nvSpPr>
          <p:spPr>
            <a:xfrm rot="0">
              <a:off x="4360" y="3344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3"/>
                  </a:moveTo>
                  <a:lnTo>
                    <a:pt x="40" y="46"/>
                  </a:lnTo>
                  <a:lnTo>
                    <a:pt x="31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598" name=""/>
            <p:cNvSpPr/>
            <p:nvPr/>
          </p:nvSpPr>
          <p:spPr>
            <a:xfrm rot="0">
              <a:off x="4360" y="3344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6"/>
                  </a:moveTo>
                  <a:lnTo>
                    <a:pt x="31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8" y="43"/>
                  </a:lnTo>
                  <a:lnTo>
                    <a:pt x="3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599" name=""/>
            <p:cNvSpPr/>
            <p:nvPr/>
          </p:nvSpPr>
          <p:spPr>
            <a:xfrm rot="0">
              <a:off x="4364" y="3265"/>
              <a:ext cx="145" cy="94"/>
            </a:xfrm>
            <a:custGeom>
              <a:avLst/>
              <a:ahLst/>
              <a:rect l="0" t="0" r="r" b="b"/>
              <a:pathLst>
                <a:path w="434" h="281">
                  <a:moveTo>
                    <a:pt x="0" y="235"/>
                  </a:moveTo>
                  <a:lnTo>
                    <a:pt x="14" y="258"/>
                  </a:lnTo>
                  <a:lnTo>
                    <a:pt x="28" y="281"/>
                  </a:lnTo>
                  <a:lnTo>
                    <a:pt x="434" y="47"/>
                  </a:lnTo>
                  <a:lnTo>
                    <a:pt x="420" y="23"/>
                  </a:lnTo>
                  <a:lnTo>
                    <a:pt x="406" y="0"/>
                  </a:lnTo>
                  <a:lnTo>
                    <a:pt x="0" y="2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00" name=""/>
            <p:cNvSpPr/>
            <p:nvPr/>
          </p:nvSpPr>
          <p:spPr>
            <a:xfrm rot="0">
              <a:off x="4364" y="3265"/>
              <a:ext cx="145" cy="94"/>
            </a:xfrm>
            <a:custGeom>
              <a:avLst/>
              <a:ahLst/>
              <a:rect l="0" t="0" r="r" b="b"/>
              <a:pathLst>
                <a:path w="434" h="281">
                  <a:moveTo>
                    <a:pt x="0" y="235"/>
                  </a:moveTo>
                  <a:lnTo>
                    <a:pt x="14" y="258"/>
                  </a:lnTo>
                  <a:lnTo>
                    <a:pt x="28" y="281"/>
                  </a:lnTo>
                  <a:lnTo>
                    <a:pt x="434" y="47"/>
                  </a:lnTo>
                  <a:lnTo>
                    <a:pt x="420" y="23"/>
                  </a:lnTo>
                  <a:lnTo>
                    <a:pt x="406" y="0"/>
                  </a:lnTo>
                  <a:lnTo>
                    <a:pt x="0" y="2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01" name=""/>
            <p:cNvSpPr/>
            <p:nvPr/>
          </p:nvSpPr>
          <p:spPr>
            <a:xfrm rot="0">
              <a:off x="4500" y="3264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6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50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02" name=""/>
            <p:cNvSpPr/>
            <p:nvPr/>
          </p:nvSpPr>
          <p:spPr>
            <a:xfrm rot="0">
              <a:off x="4500" y="3264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2"/>
                  </a:lnTo>
                  <a:lnTo>
                    <a:pt x="41" y="21"/>
                  </a:lnTo>
                  <a:lnTo>
                    <a:pt x="41" y="29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03" name=""/>
            <p:cNvSpPr/>
            <p:nvPr/>
          </p:nvSpPr>
          <p:spPr>
            <a:xfrm rot="0">
              <a:off x="4495" y="3617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4"/>
                  </a:moveTo>
                  <a:lnTo>
                    <a:pt x="41" y="47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16" y="48"/>
                  </a:lnTo>
                  <a:lnTo>
                    <a:pt x="9" y="44"/>
                  </a:lnTo>
                  <a:lnTo>
                    <a:pt x="4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7" y="6"/>
                  </a:lnTo>
                  <a:lnTo>
                    <a:pt x="13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04" name=""/>
            <p:cNvSpPr/>
            <p:nvPr/>
          </p:nvSpPr>
          <p:spPr>
            <a:xfrm rot="0">
              <a:off x="4495" y="3617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41" y="47"/>
                  </a:moveTo>
                  <a:lnTo>
                    <a:pt x="32" y="50"/>
                  </a:lnTo>
                  <a:lnTo>
                    <a:pt x="24" y="50"/>
                  </a:lnTo>
                  <a:lnTo>
                    <a:pt x="16" y="48"/>
                  </a:lnTo>
                  <a:lnTo>
                    <a:pt x="9" y="44"/>
                  </a:lnTo>
                  <a:lnTo>
                    <a:pt x="4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7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05" name=""/>
            <p:cNvSpPr/>
            <p:nvPr/>
          </p:nvSpPr>
          <p:spPr>
            <a:xfrm rot="0">
              <a:off x="4500" y="3539"/>
              <a:ext cx="145" cy="94"/>
            </a:xfrm>
            <a:custGeom>
              <a:avLst/>
              <a:ahLst/>
              <a:rect l="0" t="0" r="r" b="b"/>
              <a:pathLst>
                <a:path w="435" h="282">
                  <a:moveTo>
                    <a:pt x="0" y="235"/>
                  </a:moveTo>
                  <a:lnTo>
                    <a:pt x="14" y="259"/>
                  </a:lnTo>
                  <a:lnTo>
                    <a:pt x="28" y="282"/>
                  </a:lnTo>
                  <a:lnTo>
                    <a:pt x="435" y="47"/>
                  </a:lnTo>
                  <a:lnTo>
                    <a:pt x="421" y="24"/>
                  </a:lnTo>
                  <a:lnTo>
                    <a:pt x="407" y="0"/>
                  </a:lnTo>
                  <a:lnTo>
                    <a:pt x="0" y="2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06" name=""/>
            <p:cNvSpPr/>
            <p:nvPr/>
          </p:nvSpPr>
          <p:spPr>
            <a:xfrm rot="0">
              <a:off x="4500" y="3539"/>
              <a:ext cx="145" cy="94"/>
            </a:xfrm>
            <a:custGeom>
              <a:avLst/>
              <a:ahLst/>
              <a:rect l="0" t="0" r="r" b="b"/>
              <a:pathLst>
                <a:path w="435" h="282">
                  <a:moveTo>
                    <a:pt x="0" y="235"/>
                  </a:moveTo>
                  <a:lnTo>
                    <a:pt x="14" y="259"/>
                  </a:lnTo>
                  <a:lnTo>
                    <a:pt x="28" y="282"/>
                  </a:lnTo>
                  <a:lnTo>
                    <a:pt x="435" y="47"/>
                  </a:lnTo>
                  <a:lnTo>
                    <a:pt x="421" y="24"/>
                  </a:lnTo>
                  <a:lnTo>
                    <a:pt x="407" y="0"/>
                  </a:lnTo>
                  <a:lnTo>
                    <a:pt x="0" y="2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07" name=""/>
            <p:cNvSpPr/>
            <p:nvPr/>
          </p:nvSpPr>
          <p:spPr>
            <a:xfrm rot="0">
              <a:off x="4635" y="3538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7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08" name=""/>
            <p:cNvSpPr/>
            <p:nvPr/>
          </p:nvSpPr>
          <p:spPr>
            <a:xfrm rot="0">
              <a:off x="4635" y="3538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09" name=""/>
            <p:cNvSpPr/>
            <p:nvPr/>
          </p:nvSpPr>
          <p:spPr>
            <a:xfrm rot="0">
              <a:off x="5041" y="3500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4"/>
                  </a:moveTo>
                  <a:lnTo>
                    <a:pt x="27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10" name=""/>
            <p:cNvSpPr/>
            <p:nvPr/>
          </p:nvSpPr>
          <p:spPr>
            <a:xfrm rot="0">
              <a:off x="5041" y="3500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27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8"/>
                  </a:lnTo>
                  <a:lnTo>
                    <a:pt x="32" y="44"/>
                  </a:lnTo>
                  <a:lnTo>
                    <a:pt x="24" y="48"/>
                  </a:lnTo>
                  <a:lnTo>
                    <a:pt x="17" y="50"/>
                  </a:lnTo>
                  <a:lnTo>
                    <a:pt x="8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11" name=""/>
            <p:cNvSpPr/>
            <p:nvPr/>
          </p:nvSpPr>
          <p:spPr>
            <a:xfrm rot="0">
              <a:off x="4737" y="3324"/>
              <a:ext cx="313" cy="192"/>
            </a:xfrm>
            <a:custGeom>
              <a:avLst/>
              <a:ahLst/>
              <a:rect l="0" t="0" r="r" b="b"/>
              <a:pathLst>
                <a:path w="941" h="575">
                  <a:moveTo>
                    <a:pt x="914" y="575"/>
                  </a:moveTo>
                  <a:lnTo>
                    <a:pt x="928" y="552"/>
                  </a:lnTo>
                  <a:lnTo>
                    <a:pt x="941" y="528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914" y="5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12" name=""/>
            <p:cNvSpPr/>
            <p:nvPr/>
          </p:nvSpPr>
          <p:spPr>
            <a:xfrm rot="0">
              <a:off x="4737" y="3324"/>
              <a:ext cx="313" cy="192"/>
            </a:xfrm>
            <a:custGeom>
              <a:avLst/>
              <a:ahLst/>
              <a:rect l="0" t="0" r="r" b="b"/>
              <a:pathLst>
                <a:path w="941" h="575">
                  <a:moveTo>
                    <a:pt x="914" y="575"/>
                  </a:moveTo>
                  <a:lnTo>
                    <a:pt x="928" y="552"/>
                  </a:lnTo>
                  <a:lnTo>
                    <a:pt x="941" y="528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914" y="5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13" name=""/>
            <p:cNvSpPr/>
            <p:nvPr/>
          </p:nvSpPr>
          <p:spPr>
            <a:xfrm rot="0">
              <a:off x="4732" y="332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7"/>
                  </a:moveTo>
                  <a:lnTo>
                    <a:pt x="13" y="50"/>
                  </a:lnTo>
                  <a:lnTo>
                    <a:pt x="7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14" name=""/>
            <p:cNvSpPr/>
            <p:nvPr/>
          </p:nvSpPr>
          <p:spPr>
            <a:xfrm rot="0">
              <a:off x="4732" y="332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15" name=""/>
            <p:cNvSpPr/>
            <p:nvPr/>
          </p:nvSpPr>
          <p:spPr>
            <a:xfrm rot="0">
              <a:off x="4737" y="3323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16" name=""/>
            <p:cNvSpPr/>
            <p:nvPr/>
          </p:nvSpPr>
          <p:spPr>
            <a:xfrm rot="0">
              <a:off x="4737" y="3323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17" name=""/>
            <p:cNvSpPr/>
            <p:nvPr/>
          </p:nvSpPr>
          <p:spPr>
            <a:xfrm rot="0">
              <a:off x="4635" y="3324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332" y="47"/>
                  </a:moveTo>
                  <a:lnTo>
                    <a:pt x="318" y="24"/>
                  </a:lnTo>
                  <a:lnTo>
                    <a:pt x="304" y="0"/>
                  </a:lnTo>
                  <a:lnTo>
                    <a:pt x="0" y="177"/>
                  </a:lnTo>
                  <a:lnTo>
                    <a:pt x="14" y="200"/>
                  </a:lnTo>
                  <a:lnTo>
                    <a:pt x="28" y="223"/>
                  </a:lnTo>
                  <a:lnTo>
                    <a:pt x="33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18" name=""/>
            <p:cNvSpPr/>
            <p:nvPr/>
          </p:nvSpPr>
          <p:spPr>
            <a:xfrm rot="0">
              <a:off x="4635" y="3324"/>
              <a:ext cx="111" cy="74"/>
            </a:xfrm>
            <a:custGeom>
              <a:avLst/>
              <a:ahLst/>
              <a:rect l="0" t="0" r="r" b="b"/>
              <a:pathLst>
                <a:path w="332" h="223">
                  <a:moveTo>
                    <a:pt x="332" y="47"/>
                  </a:moveTo>
                  <a:lnTo>
                    <a:pt x="318" y="24"/>
                  </a:lnTo>
                  <a:lnTo>
                    <a:pt x="304" y="0"/>
                  </a:lnTo>
                  <a:lnTo>
                    <a:pt x="0" y="177"/>
                  </a:lnTo>
                  <a:lnTo>
                    <a:pt x="14" y="200"/>
                  </a:lnTo>
                  <a:lnTo>
                    <a:pt x="28" y="223"/>
                  </a:lnTo>
                  <a:lnTo>
                    <a:pt x="332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19" name=""/>
            <p:cNvSpPr/>
            <p:nvPr/>
          </p:nvSpPr>
          <p:spPr>
            <a:xfrm rot="0">
              <a:off x="4631" y="338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3"/>
                  </a:moveTo>
                  <a:lnTo>
                    <a:pt x="41" y="46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16" y="48"/>
                  </a:lnTo>
                  <a:lnTo>
                    <a:pt x="9" y="43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20" name=""/>
            <p:cNvSpPr/>
            <p:nvPr/>
          </p:nvSpPr>
          <p:spPr>
            <a:xfrm rot="0">
              <a:off x="4631" y="3383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41" y="46"/>
                  </a:moveTo>
                  <a:lnTo>
                    <a:pt x="32" y="50"/>
                  </a:lnTo>
                  <a:lnTo>
                    <a:pt x="24" y="50"/>
                  </a:lnTo>
                  <a:lnTo>
                    <a:pt x="16" y="48"/>
                  </a:lnTo>
                  <a:lnTo>
                    <a:pt x="9" y="43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21" name=""/>
            <p:cNvSpPr/>
            <p:nvPr/>
          </p:nvSpPr>
          <p:spPr>
            <a:xfrm rot="0">
              <a:off x="5037" y="33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22" name=""/>
            <p:cNvSpPr/>
            <p:nvPr/>
          </p:nvSpPr>
          <p:spPr>
            <a:xfrm rot="0">
              <a:off x="5037" y="33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23" name=""/>
            <p:cNvSpPr/>
            <p:nvPr/>
          </p:nvSpPr>
          <p:spPr>
            <a:xfrm rot="0">
              <a:off x="5037" y="3312"/>
              <a:ext cx="18" cy="196"/>
            </a:xfrm>
            <a:custGeom>
              <a:avLst/>
              <a:ahLst/>
              <a:rect l="0" t="0" r="r" b="b"/>
              <a:pathLst>
                <a:path w="54" h="587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4" y="58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24" name=""/>
            <p:cNvSpPr/>
            <p:nvPr/>
          </p:nvSpPr>
          <p:spPr>
            <a:xfrm rot="0">
              <a:off x="5037" y="3312"/>
              <a:ext cx="18" cy="196"/>
            </a:xfrm>
            <a:custGeom>
              <a:avLst/>
              <a:ahLst/>
              <a:rect l="0" t="0" r="r" b="b"/>
              <a:pathLst>
                <a:path w="54" h="587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4" y="58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25" name=""/>
            <p:cNvSpPr/>
            <p:nvPr/>
          </p:nvSpPr>
          <p:spPr>
            <a:xfrm rot="0">
              <a:off x="5037" y="350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26" name=""/>
            <p:cNvSpPr/>
            <p:nvPr/>
          </p:nvSpPr>
          <p:spPr>
            <a:xfrm rot="0">
              <a:off x="5037" y="350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27" name=""/>
            <p:cNvSpPr/>
            <p:nvPr/>
          </p:nvSpPr>
          <p:spPr>
            <a:xfrm rot="0">
              <a:off x="5041" y="3499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7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28" name=""/>
            <p:cNvSpPr/>
            <p:nvPr/>
          </p:nvSpPr>
          <p:spPr>
            <a:xfrm rot="0">
              <a:off x="5041" y="3499"/>
              <a:ext cx="14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29" name=""/>
            <p:cNvSpPr/>
            <p:nvPr/>
          </p:nvSpPr>
          <p:spPr>
            <a:xfrm rot="0">
              <a:off x="4669" y="3500"/>
              <a:ext cx="381" cy="231"/>
            </a:xfrm>
            <a:custGeom>
              <a:avLst/>
              <a:ahLst/>
              <a:rect l="0" t="0" r="r" b="b"/>
              <a:pathLst>
                <a:path w="1144" h="692">
                  <a:moveTo>
                    <a:pt x="1144" y="47"/>
                  </a:moveTo>
                  <a:lnTo>
                    <a:pt x="1131" y="24"/>
                  </a:lnTo>
                  <a:lnTo>
                    <a:pt x="1117" y="0"/>
                  </a:lnTo>
                  <a:lnTo>
                    <a:pt x="0" y="646"/>
                  </a:lnTo>
                  <a:lnTo>
                    <a:pt x="14" y="669"/>
                  </a:lnTo>
                  <a:lnTo>
                    <a:pt x="28" y="692"/>
                  </a:lnTo>
                  <a:lnTo>
                    <a:pt x="114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30" name=""/>
            <p:cNvSpPr/>
            <p:nvPr/>
          </p:nvSpPr>
          <p:spPr>
            <a:xfrm rot="0">
              <a:off x="4669" y="3500"/>
              <a:ext cx="381" cy="231"/>
            </a:xfrm>
            <a:custGeom>
              <a:avLst/>
              <a:ahLst/>
              <a:rect l="0" t="0" r="r" b="b"/>
              <a:pathLst>
                <a:path w="1144" h="692">
                  <a:moveTo>
                    <a:pt x="1144" y="47"/>
                  </a:moveTo>
                  <a:lnTo>
                    <a:pt x="1131" y="24"/>
                  </a:lnTo>
                  <a:lnTo>
                    <a:pt x="1117" y="0"/>
                  </a:lnTo>
                  <a:lnTo>
                    <a:pt x="0" y="646"/>
                  </a:lnTo>
                  <a:lnTo>
                    <a:pt x="14" y="669"/>
                  </a:lnTo>
                  <a:lnTo>
                    <a:pt x="28" y="692"/>
                  </a:lnTo>
                  <a:lnTo>
                    <a:pt x="1144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31" name=""/>
            <p:cNvSpPr/>
            <p:nvPr/>
          </p:nvSpPr>
          <p:spPr>
            <a:xfrm rot="0">
              <a:off x="4665" y="3715"/>
              <a:ext cx="13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27" y="23"/>
                  </a:moveTo>
                  <a:lnTo>
                    <a:pt x="41" y="46"/>
                  </a:lnTo>
                  <a:lnTo>
                    <a:pt x="32" y="49"/>
                  </a:lnTo>
                  <a:lnTo>
                    <a:pt x="24" y="49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7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32" name=""/>
            <p:cNvSpPr/>
            <p:nvPr/>
          </p:nvSpPr>
          <p:spPr>
            <a:xfrm rot="0">
              <a:off x="4665" y="3715"/>
              <a:ext cx="13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41" y="46"/>
                  </a:moveTo>
                  <a:lnTo>
                    <a:pt x="32" y="49"/>
                  </a:lnTo>
                  <a:lnTo>
                    <a:pt x="24" y="49"/>
                  </a:lnTo>
                  <a:lnTo>
                    <a:pt x="16" y="47"/>
                  </a:lnTo>
                  <a:lnTo>
                    <a:pt x="9" y="43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7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33" name=""/>
            <p:cNvSpPr/>
            <p:nvPr/>
          </p:nvSpPr>
          <p:spPr>
            <a:xfrm rot="0">
              <a:off x="4665" y="3872"/>
              <a:ext cx="13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4"/>
                  </a:moveTo>
                  <a:lnTo>
                    <a:pt x="41" y="47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16" y="48"/>
                  </a:lnTo>
                  <a:lnTo>
                    <a:pt x="9" y="44"/>
                  </a:lnTo>
                  <a:lnTo>
                    <a:pt x="4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7" y="6"/>
                  </a:lnTo>
                  <a:lnTo>
                    <a:pt x="13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34" name=""/>
            <p:cNvSpPr/>
            <p:nvPr/>
          </p:nvSpPr>
          <p:spPr>
            <a:xfrm rot="0">
              <a:off x="4665" y="3872"/>
              <a:ext cx="13" cy="16"/>
            </a:xfrm>
            <a:custGeom>
              <a:avLst/>
              <a:ahLst/>
              <a:rect l="0" t="0" r="r" b="b"/>
              <a:pathLst>
                <a:path w="41" h="50">
                  <a:moveTo>
                    <a:pt x="41" y="47"/>
                  </a:moveTo>
                  <a:lnTo>
                    <a:pt x="32" y="50"/>
                  </a:lnTo>
                  <a:lnTo>
                    <a:pt x="24" y="50"/>
                  </a:lnTo>
                  <a:lnTo>
                    <a:pt x="16" y="48"/>
                  </a:lnTo>
                  <a:lnTo>
                    <a:pt x="9" y="44"/>
                  </a:lnTo>
                  <a:lnTo>
                    <a:pt x="4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7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35" name=""/>
            <p:cNvSpPr/>
            <p:nvPr/>
          </p:nvSpPr>
          <p:spPr>
            <a:xfrm rot="0">
              <a:off x="4669" y="3578"/>
              <a:ext cx="517" cy="309"/>
            </a:xfrm>
            <a:custGeom>
              <a:avLst/>
              <a:ahLst/>
              <a:rect l="0" t="0" r="r" b="b"/>
              <a:pathLst>
                <a:path w="1550" h="927">
                  <a:moveTo>
                    <a:pt x="0" y="880"/>
                  </a:moveTo>
                  <a:lnTo>
                    <a:pt x="14" y="904"/>
                  </a:lnTo>
                  <a:lnTo>
                    <a:pt x="28" y="927"/>
                  </a:lnTo>
                  <a:lnTo>
                    <a:pt x="1550" y="47"/>
                  </a:lnTo>
                  <a:lnTo>
                    <a:pt x="1536" y="24"/>
                  </a:lnTo>
                  <a:lnTo>
                    <a:pt x="1523" y="0"/>
                  </a:lnTo>
                  <a:lnTo>
                    <a:pt x="0" y="8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36" name=""/>
            <p:cNvSpPr/>
            <p:nvPr/>
          </p:nvSpPr>
          <p:spPr>
            <a:xfrm rot="0">
              <a:off x="4669" y="3578"/>
              <a:ext cx="517" cy="309"/>
            </a:xfrm>
            <a:custGeom>
              <a:avLst/>
              <a:ahLst/>
              <a:rect l="0" t="0" r="r" b="b"/>
              <a:pathLst>
                <a:path w="1550" h="927">
                  <a:moveTo>
                    <a:pt x="0" y="880"/>
                  </a:moveTo>
                  <a:lnTo>
                    <a:pt x="14" y="904"/>
                  </a:lnTo>
                  <a:lnTo>
                    <a:pt x="28" y="927"/>
                  </a:lnTo>
                  <a:lnTo>
                    <a:pt x="1550" y="47"/>
                  </a:lnTo>
                  <a:lnTo>
                    <a:pt x="1536" y="24"/>
                  </a:lnTo>
                  <a:lnTo>
                    <a:pt x="1523" y="0"/>
                  </a:lnTo>
                  <a:lnTo>
                    <a:pt x="0" y="8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37" name=""/>
            <p:cNvSpPr/>
            <p:nvPr/>
          </p:nvSpPr>
          <p:spPr>
            <a:xfrm rot="0">
              <a:off x="5177" y="3577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7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38" name=""/>
            <p:cNvSpPr/>
            <p:nvPr/>
          </p:nvSpPr>
          <p:spPr>
            <a:xfrm rot="0">
              <a:off x="5177" y="3577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7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5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39" name=""/>
            <p:cNvSpPr/>
            <p:nvPr/>
          </p:nvSpPr>
          <p:spPr>
            <a:xfrm rot="0">
              <a:off x="5172" y="3586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40" name=""/>
            <p:cNvSpPr/>
            <p:nvPr/>
          </p:nvSpPr>
          <p:spPr>
            <a:xfrm rot="0">
              <a:off x="5172" y="3586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41" name=""/>
            <p:cNvSpPr/>
            <p:nvPr/>
          </p:nvSpPr>
          <p:spPr>
            <a:xfrm rot="0">
              <a:off x="5172" y="3234"/>
              <a:ext cx="18" cy="352"/>
            </a:xfrm>
            <a:custGeom>
              <a:avLst/>
              <a:ahLst/>
              <a:rect l="0" t="0" r="r" b="b"/>
              <a:pathLst>
                <a:path w="54" h="1057">
                  <a:moveTo>
                    <a:pt x="0" y="1057"/>
                  </a:moveTo>
                  <a:lnTo>
                    <a:pt x="26" y="1057"/>
                  </a:lnTo>
                  <a:lnTo>
                    <a:pt x="54" y="1057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0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42" name=""/>
            <p:cNvSpPr/>
            <p:nvPr/>
          </p:nvSpPr>
          <p:spPr>
            <a:xfrm rot="0">
              <a:off x="5172" y="3234"/>
              <a:ext cx="18" cy="352"/>
            </a:xfrm>
            <a:custGeom>
              <a:avLst/>
              <a:ahLst/>
              <a:rect l="0" t="0" r="r" b="b"/>
              <a:pathLst>
                <a:path w="54" h="1057">
                  <a:moveTo>
                    <a:pt x="0" y="1057"/>
                  </a:moveTo>
                  <a:lnTo>
                    <a:pt x="26" y="1057"/>
                  </a:lnTo>
                  <a:lnTo>
                    <a:pt x="54" y="1057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0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43" name=""/>
            <p:cNvSpPr/>
            <p:nvPr/>
          </p:nvSpPr>
          <p:spPr>
            <a:xfrm rot="0">
              <a:off x="5172" y="322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44" name=""/>
            <p:cNvSpPr/>
            <p:nvPr/>
          </p:nvSpPr>
          <p:spPr>
            <a:xfrm rot="0">
              <a:off x="5172" y="322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45" name=""/>
            <p:cNvSpPr/>
            <p:nvPr/>
          </p:nvSpPr>
          <p:spPr>
            <a:xfrm rot="0">
              <a:off x="5177" y="3225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46" name=""/>
            <p:cNvSpPr/>
            <p:nvPr/>
          </p:nvSpPr>
          <p:spPr>
            <a:xfrm rot="0">
              <a:off x="5177" y="3225"/>
              <a:ext cx="13" cy="17"/>
            </a:xfrm>
            <a:custGeom>
              <a:avLst/>
              <a:ahLst/>
              <a:rect l="0" t="0" r="r" b="b"/>
              <a:pathLst>
                <a:path w="40" h="50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37" y="13"/>
                  </a:lnTo>
                  <a:lnTo>
                    <a:pt x="40" y="21"/>
                  </a:lnTo>
                  <a:lnTo>
                    <a:pt x="40" y="30"/>
                  </a:lnTo>
                  <a:lnTo>
                    <a:pt x="38" y="37"/>
                  </a:lnTo>
                  <a:lnTo>
                    <a:pt x="34" y="44"/>
                  </a:lnTo>
                  <a:lnTo>
                    <a:pt x="2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47" name=""/>
            <p:cNvSpPr/>
            <p:nvPr/>
          </p:nvSpPr>
          <p:spPr>
            <a:xfrm rot="0">
              <a:off x="5041" y="3226"/>
              <a:ext cx="145" cy="94"/>
            </a:xfrm>
            <a:custGeom>
              <a:avLst/>
              <a:ahLst/>
              <a:rect l="0" t="0" r="r" b="b"/>
              <a:pathLst>
                <a:path w="433" h="282">
                  <a:moveTo>
                    <a:pt x="433" y="47"/>
                  </a:moveTo>
                  <a:lnTo>
                    <a:pt x="419" y="23"/>
                  </a:lnTo>
                  <a:lnTo>
                    <a:pt x="406" y="0"/>
                  </a:lnTo>
                  <a:lnTo>
                    <a:pt x="0" y="235"/>
                  </a:lnTo>
                  <a:lnTo>
                    <a:pt x="14" y="258"/>
                  </a:lnTo>
                  <a:lnTo>
                    <a:pt x="27" y="282"/>
                  </a:lnTo>
                  <a:lnTo>
                    <a:pt x="433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48" name=""/>
            <p:cNvSpPr/>
            <p:nvPr/>
          </p:nvSpPr>
          <p:spPr>
            <a:xfrm rot="0">
              <a:off x="5041" y="3226"/>
              <a:ext cx="145" cy="94"/>
            </a:xfrm>
            <a:custGeom>
              <a:avLst/>
              <a:ahLst/>
              <a:rect l="0" t="0" r="r" b="b"/>
              <a:pathLst>
                <a:path w="433" h="282">
                  <a:moveTo>
                    <a:pt x="433" y="47"/>
                  </a:moveTo>
                  <a:lnTo>
                    <a:pt x="419" y="23"/>
                  </a:lnTo>
                  <a:lnTo>
                    <a:pt x="406" y="0"/>
                  </a:lnTo>
                  <a:lnTo>
                    <a:pt x="0" y="235"/>
                  </a:lnTo>
                  <a:lnTo>
                    <a:pt x="14" y="258"/>
                  </a:lnTo>
                  <a:lnTo>
                    <a:pt x="27" y="282"/>
                  </a:lnTo>
                  <a:lnTo>
                    <a:pt x="433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49" name=""/>
            <p:cNvSpPr/>
            <p:nvPr/>
          </p:nvSpPr>
          <p:spPr>
            <a:xfrm rot="0">
              <a:off x="5037" y="3305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7" y="23"/>
                  </a:moveTo>
                  <a:lnTo>
                    <a:pt x="40" y="47"/>
                  </a:ln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9" y="43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3" y="0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50" name=""/>
            <p:cNvSpPr/>
            <p:nvPr/>
          </p:nvSpPr>
          <p:spPr>
            <a:xfrm rot="0">
              <a:off x="5037" y="3305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40" y="47"/>
                  </a:moveTo>
                  <a:lnTo>
                    <a:pt x="32" y="50"/>
                  </a:lnTo>
                  <a:lnTo>
                    <a:pt x="23" y="50"/>
                  </a:lnTo>
                  <a:lnTo>
                    <a:pt x="16" y="48"/>
                  </a:lnTo>
                  <a:lnTo>
                    <a:pt x="9" y="43"/>
                  </a:lnTo>
                  <a:lnTo>
                    <a:pt x="3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51" name=""/>
            <p:cNvSpPr/>
            <p:nvPr/>
          </p:nvSpPr>
          <p:spPr>
            <a:xfrm rot="0">
              <a:off x="4360" y="3342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52" name=""/>
            <p:cNvSpPr/>
            <p:nvPr/>
          </p:nvSpPr>
          <p:spPr>
            <a:xfrm rot="0">
              <a:off x="4360" y="3342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53" name=""/>
            <p:cNvSpPr/>
            <p:nvPr/>
          </p:nvSpPr>
          <p:spPr>
            <a:xfrm rot="0">
              <a:off x="4360" y="3351"/>
              <a:ext cx="18" cy="352"/>
            </a:xfrm>
            <a:custGeom>
              <a:avLst/>
              <a:ahLst/>
              <a:rect l="0" t="0" r="r" b="b"/>
              <a:pathLst>
                <a:path w="54" h="1056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56"/>
                  </a:lnTo>
                  <a:lnTo>
                    <a:pt x="26" y="1056"/>
                  </a:lnTo>
                  <a:lnTo>
                    <a:pt x="54" y="1056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54" name=""/>
            <p:cNvSpPr/>
            <p:nvPr/>
          </p:nvSpPr>
          <p:spPr>
            <a:xfrm rot="0">
              <a:off x="4360" y="3351"/>
              <a:ext cx="18" cy="352"/>
            </a:xfrm>
            <a:custGeom>
              <a:avLst/>
              <a:ahLst/>
              <a:rect l="0" t="0" r="r" b="b"/>
              <a:pathLst>
                <a:path w="54" h="1056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56"/>
                  </a:lnTo>
                  <a:lnTo>
                    <a:pt x="26" y="1056"/>
                  </a:lnTo>
                  <a:lnTo>
                    <a:pt x="54" y="1056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55" name=""/>
            <p:cNvSpPr/>
            <p:nvPr/>
          </p:nvSpPr>
          <p:spPr>
            <a:xfrm rot="0">
              <a:off x="4360" y="37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56" name=""/>
            <p:cNvSpPr/>
            <p:nvPr/>
          </p:nvSpPr>
          <p:spPr>
            <a:xfrm rot="0">
              <a:off x="4360" y="370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57" name=""/>
            <p:cNvSpPr/>
            <p:nvPr/>
          </p:nvSpPr>
          <p:spPr>
            <a:xfrm rot="0">
              <a:off x="4669" y="3872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4" y="24"/>
                  </a:moveTo>
                  <a:lnTo>
                    <a:pt x="28" y="0"/>
                  </a:lnTo>
                  <a:lnTo>
                    <a:pt x="34" y="6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58" name=""/>
            <p:cNvSpPr/>
            <p:nvPr/>
          </p:nvSpPr>
          <p:spPr>
            <a:xfrm rot="0">
              <a:off x="4669" y="3872"/>
              <a:ext cx="13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8" y="0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0" y="20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2" y="44"/>
                  </a:lnTo>
                  <a:lnTo>
                    <a:pt x="25" y="48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59" name=""/>
            <p:cNvSpPr/>
            <p:nvPr/>
          </p:nvSpPr>
          <p:spPr>
            <a:xfrm rot="0">
              <a:off x="4364" y="3696"/>
              <a:ext cx="314" cy="191"/>
            </a:xfrm>
            <a:custGeom>
              <a:avLst/>
              <a:ahLst/>
              <a:rect l="0" t="0" r="r" b="b"/>
              <a:pathLst>
                <a:path w="942" h="575">
                  <a:moveTo>
                    <a:pt x="914" y="575"/>
                  </a:moveTo>
                  <a:lnTo>
                    <a:pt x="928" y="552"/>
                  </a:lnTo>
                  <a:lnTo>
                    <a:pt x="942" y="528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914" y="5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60" name=""/>
            <p:cNvSpPr/>
            <p:nvPr/>
          </p:nvSpPr>
          <p:spPr>
            <a:xfrm rot="0">
              <a:off x="4364" y="3696"/>
              <a:ext cx="314" cy="191"/>
            </a:xfrm>
            <a:custGeom>
              <a:avLst/>
              <a:ahLst/>
              <a:rect l="0" t="0" r="r" b="b"/>
              <a:pathLst>
                <a:path w="942" h="575">
                  <a:moveTo>
                    <a:pt x="914" y="575"/>
                  </a:moveTo>
                  <a:lnTo>
                    <a:pt x="928" y="552"/>
                  </a:lnTo>
                  <a:lnTo>
                    <a:pt x="942" y="528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914" y="5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61" name=""/>
            <p:cNvSpPr/>
            <p:nvPr/>
          </p:nvSpPr>
          <p:spPr>
            <a:xfrm rot="0">
              <a:off x="4360" y="3695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26" y="26"/>
                  </a:moveTo>
                  <a:lnTo>
                    <a:pt x="12" y="50"/>
                  </a:ln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62" name=""/>
            <p:cNvSpPr/>
            <p:nvPr/>
          </p:nvSpPr>
          <p:spPr>
            <a:xfrm rot="0">
              <a:off x="4360" y="3695"/>
              <a:ext cx="14" cy="16"/>
            </a:xfrm>
            <a:custGeom>
              <a:avLst/>
              <a:ahLst/>
              <a:rect l="0" t="0" r="r" b="b"/>
              <a:pathLst>
                <a:path w="40" h="50">
                  <a:moveTo>
                    <a:pt x="12" y="50"/>
                  </a:moveTo>
                  <a:lnTo>
                    <a:pt x="6" y="45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63" name=""/>
            <p:cNvSpPr/>
            <p:nvPr/>
          </p:nvSpPr>
          <p:spPr>
            <a:xfrm rot="0">
              <a:off x="4665" y="3714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64" name=""/>
            <p:cNvSpPr/>
            <p:nvPr/>
          </p:nvSpPr>
          <p:spPr>
            <a:xfrm rot="0">
              <a:off x="4665" y="3714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65" name=""/>
            <p:cNvSpPr/>
            <p:nvPr/>
          </p:nvSpPr>
          <p:spPr>
            <a:xfrm rot="0">
              <a:off x="4665" y="3723"/>
              <a:ext cx="18" cy="157"/>
            </a:xfrm>
            <a:custGeom>
              <a:avLst/>
              <a:ahLst/>
              <a:rect l="0" t="0" r="r" b="b"/>
              <a:pathLst>
                <a:path w="55" h="47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27" y="470"/>
                  </a:lnTo>
                  <a:lnTo>
                    <a:pt x="55" y="470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66" name=""/>
            <p:cNvSpPr/>
            <p:nvPr/>
          </p:nvSpPr>
          <p:spPr>
            <a:xfrm rot="0">
              <a:off x="4665" y="3723"/>
              <a:ext cx="18" cy="157"/>
            </a:xfrm>
            <a:custGeom>
              <a:avLst/>
              <a:ahLst/>
              <a:rect l="0" t="0" r="r" b="b"/>
              <a:pathLst>
                <a:path w="55" h="47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27" y="470"/>
                  </a:lnTo>
                  <a:lnTo>
                    <a:pt x="55" y="470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67" name=""/>
            <p:cNvSpPr/>
            <p:nvPr/>
          </p:nvSpPr>
          <p:spPr>
            <a:xfrm rot="0">
              <a:off x="4665" y="3880"/>
              <a:ext cx="18" cy="8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68" name=""/>
            <p:cNvSpPr/>
            <p:nvPr/>
          </p:nvSpPr>
          <p:spPr>
            <a:xfrm rot="0">
              <a:off x="4665" y="3880"/>
              <a:ext cx="18" cy="8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69" name=""/>
            <p:cNvSpPr/>
            <p:nvPr/>
          </p:nvSpPr>
          <p:spPr>
            <a:xfrm rot="0">
              <a:off x="4669" y="3715"/>
              <a:ext cx="13" cy="17"/>
            </a:xfrm>
            <a:custGeom>
              <a:avLst/>
              <a:ahLst/>
              <a:rect l="0" t="0" r="r" b="b"/>
              <a:pathLst>
                <a:path w="40" h="49">
                  <a:moveTo>
                    <a:pt x="14" y="23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8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7"/>
                  </a:lnTo>
                  <a:lnTo>
                    <a:pt x="17" y="49"/>
                  </a:lnTo>
                  <a:lnTo>
                    <a:pt x="9" y="49"/>
                  </a:lnTo>
                  <a:lnTo>
                    <a:pt x="0" y="46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70" name=""/>
            <p:cNvSpPr/>
            <p:nvPr/>
          </p:nvSpPr>
          <p:spPr>
            <a:xfrm rot="0">
              <a:off x="4669" y="3715"/>
              <a:ext cx="13" cy="17"/>
            </a:xfrm>
            <a:custGeom>
              <a:avLst/>
              <a:ahLst/>
              <a:rect l="0" t="0" r="r" b="b"/>
              <a:pathLst>
                <a:path w="40" h="49">
                  <a:moveTo>
                    <a:pt x="28" y="0"/>
                  </a:moveTo>
                  <a:lnTo>
                    <a:pt x="34" y="5"/>
                  </a:lnTo>
                  <a:lnTo>
                    <a:pt x="38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7"/>
                  </a:lnTo>
                  <a:lnTo>
                    <a:pt x="17" y="49"/>
                  </a:lnTo>
                  <a:lnTo>
                    <a:pt x="9" y="49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71" name=""/>
            <p:cNvSpPr/>
            <p:nvPr/>
          </p:nvSpPr>
          <p:spPr>
            <a:xfrm rot="0">
              <a:off x="4500" y="3617"/>
              <a:ext cx="178" cy="114"/>
            </a:xfrm>
            <a:custGeom>
              <a:avLst/>
              <a:ahLst/>
              <a:rect l="0" t="0" r="r" b="b"/>
              <a:pathLst>
                <a:path w="536" h="340">
                  <a:moveTo>
                    <a:pt x="508" y="340"/>
                  </a:moveTo>
                  <a:lnTo>
                    <a:pt x="522" y="317"/>
                  </a:lnTo>
                  <a:lnTo>
                    <a:pt x="536" y="294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508" y="3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72" name=""/>
            <p:cNvSpPr/>
            <p:nvPr/>
          </p:nvSpPr>
          <p:spPr>
            <a:xfrm rot="0">
              <a:off x="4500" y="3617"/>
              <a:ext cx="178" cy="114"/>
            </a:xfrm>
            <a:custGeom>
              <a:avLst/>
              <a:ahLst/>
              <a:rect l="0" t="0" r="r" b="b"/>
              <a:pathLst>
                <a:path w="536" h="340">
                  <a:moveTo>
                    <a:pt x="508" y="340"/>
                  </a:moveTo>
                  <a:lnTo>
                    <a:pt x="522" y="317"/>
                  </a:lnTo>
                  <a:lnTo>
                    <a:pt x="536" y="294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508" y="3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73" name=""/>
            <p:cNvSpPr/>
            <p:nvPr/>
          </p:nvSpPr>
          <p:spPr>
            <a:xfrm rot="0">
              <a:off x="4495" y="3616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7" y="27"/>
                  </a:moveTo>
                  <a:lnTo>
                    <a:pt x="13" y="50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4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74" name=""/>
            <p:cNvSpPr/>
            <p:nvPr/>
          </p:nvSpPr>
          <p:spPr>
            <a:xfrm rot="0">
              <a:off x="4495" y="3616"/>
              <a:ext cx="14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3" y="50"/>
                  </a:moveTo>
                  <a:lnTo>
                    <a:pt x="7" y="45"/>
                  </a:lnTo>
                  <a:lnTo>
                    <a:pt x="3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4" y="13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75" name=""/>
            <p:cNvSpPr/>
            <p:nvPr/>
          </p:nvSpPr>
          <p:spPr>
            <a:xfrm rot="0">
              <a:off x="4495" y="3420"/>
              <a:ext cx="19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76" name=""/>
            <p:cNvSpPr/>
            <p:nvPr/>
          </p:nvSpPr>
          <p:spPr>
            <a:xfrm rot="0">
              <a:off x="4495" y="3420"/>
              <a:ext cx="19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77" name=""/>
            <p:cNvSpPr/>
            <p:nvPr/>
          </p:nvSpPr>
          <p:spPr>
            <a:xfrm rot="0">
              <a:off x="4495" y="3430"/>
              <a:ext cx="19" cy="195"/>
            </a:xfrm>
            <a:custGeom>
              <a:avLst/>
              <a:ahLst/>
              <a:rect l="0" t="0" r="r" b="b"/>
              <a:pathLst>
                <a:path w="55" h="587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5" y="587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78" name=""/>
            <p:cNvSpPr/>
            <p:nvPr/>
          </p:nvSpPr>
          <p:spPr>
            <a:xfrm rot="0">
              <a:off x="4495" y="3430"/>
              <a:ext cx="19" cy="195"/>
            </a:xfrm>
            <a:custGeom>
              <a:avLst/>
              <a:ahLst/>
              <a:rect l="0" t="0" r="r" b="b"/>
              <a:pathLst>
                <a:path w="55" h="587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87"/>
                  </a:lnTo>
                  <a:lnTo>
                    <a:pt x="27" y="587"/>
                  </a:lnTo>
                  <a:lnTo>
                    <a:pt x="55" y="587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79" name=""/>
            <p:cNvSpPr/>
            <p:nvPr/>
          </p:nvSpPr>
          <p:spPr>
            <a:xfrm rot="0">
              <a:off x="4495" y="3625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80" name=""/>
            <p:cNvSpPr/>
            <p:nvPr/>
          </p:nvSpPr>
          <p:spPr>
            <a:xfrm rot="0">
              <a:off x="4495" y="3625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81" name=""/>
            <p:cNvSpPr/>
            <p:nvPr/>
          </p:nvSpPr>
          <p:spPr>
            <a:xfrm rot="0">
              <a:off x="4500" y="3422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14" y="23"/>
                  </a:moveTo>
                  <a:lnTo>
                    <a:pt x="28" y="0"/>
                  </a:lnTo>
                  <a:lnTo>
                    <a:pt x="34" y="5"/>
                  </a:lnTo>
                  <a:lnTo>
                    <a:pt x="38" y="12"/>
                  </a:lnTo>
                  <a:lnTo>
                    <a:pt x="41" y="20"/>
                  </a:lnTo>
                  <a:lnTo>
                    <a:pt x="41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7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6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82" name=""/>
            <p:cNvSpPr/>
            <p:nvPr/>
          </p:nvSpPr>
          <p:spPr>
            <a:xfrm rot="0">
              <a:off x="4500" y="3422"/>
              <a:ext cx="13" cy="17"/>
            </a:xfrm>
            <a:custGeom>
              <a:avLst/>
              <a:ahLst/>
              <a:rect l="0" t="0" r="r" b="b"/>
              <a:pathLst>
                <a:path w="41" h="50">
                  <a:moveTo>
                    <a:pt x="28" y="0"/>
                  </a:moveTo>
                  <a:lnTo>
                    <a:pt x="34" y="5"/>
                  </a:lnTo>
                  <a:lnTo>
                    <a:pt x="38" y="12"/>
                  </a:lnTo>
                  <a:lnTo>
                    <a:pt x="41" y="20"/>
                  </a:lnTo>
                  <a:lnTo>
                    <a:pt x="41" y="28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5" y="47"/>
                  </a:lnTo>
                  <a:lnTo>
                    <a:pt x="17" y="50"/>
                  </a:lnTo>
                  <a:lnTo>
                    <a:pt x="9" y="5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83" name=""/>
            <p:cNvSpPr/>
            <p:nvPr/>
          </p:nvSpPr>
          <p:spPr>
            <a:xfrm rot="0">
              <a:off x="4364" y="3344"/>
              <a:ext cx="145" cy="93"/>
            </a:xfrm>
            <a:custGeom>
              <a:avLst/>
              <a:ahLst/>
              <a:rect l="0" t="0" r="r" b="b"/>
              <a:pathLst>
                <a:path w="434" h="281">
                  <a:moveTo>
                    <a:pt x="406" y="281"/>
                  </a:moveTo>
                  <a:lnTo>
                    <a:pt x="420" y="258"/>
                  </a:lnTo>
                  <a:lnTo>
                    <a:pt x="434" y="235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406" y="2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84" name=""/>
            <p:cNvSpPr/>
            <p:nvPr/>
          </p:nvSpPr>
          <p:spPr>
            <a:xfrm rot="0">
              <a:off x="4364" y="3344"/>
              <a:ext cx="145" cy="93"/>
            </a:xfrm>
            <a:custGeom>
              <a:avLst/>
              <a:ahLst/>
              <a:rect l="0" t="0" r="r" b="b"/>
              <a:pathLst>
                <a:path w="434" h="281">
                  <a:moveTo>
                    <a:pt x="406" y="281"/>
                  </a:moveTo>
                  <a:lnTo>
                    <a:pt x="420" y="258"/>
                  </a:lnTo>
                  <a:lnTo>
                    <a:pt x="434" y="235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406" y="2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85" name=""/>
            <p:cNvSpPr/>
            <p:nvPr/>
          </p:nvSpPr>
          <p:spPr>
            <a:xfrm rot="0">
              <a:off x="4360" y="3343"/>
              <a:ext cx="14" cy="16"/>
            </a:xfrm>
            <a:custGeom>
              <a:avLst/>
              <a:ahLst/>
              <a:rect l="0" t="0" r="r" b="b"/>
              <a:pathLst>
                <a:path w="40" h="49">
                  <a:moveTo>
                    <a:pt x="26" y="26"/>
                  </a:moveTo>
                  <a:lnTo>
                    <a:pt x="12" y="49"/>
                  </a:lnTo>
                  <a:lnTo>
                    <a:pt x="6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86" name=""/>
            <p:cNvSpPr/>
            <p:nvPr/>
          </p:nvSpPr>
          <p:spPr>
            <a:xfrm rot="0">
              <a:off x="4360" y="3343"/>
              <a:ext cx="14" cy="16"/>
            </a:xfrm>
            <a:custGeom>
              <a:avLst/>
              <a:ahLst/>
              <a:rect l="0" t="0" r="r" b="b"/>
              <a:pathLst>
                <a:path w="40" h="49">
                  <a:moveTo>
                    <a:pt x="12" y="49"/>
                  </a:moveTo>
                  <a:lnTo>
                    <a:pt x="6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4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87" name=""/>
            <p:cNvSpPr/>
            <p:nvPr/>
          </p:nvSpPr>
          <p:spPr>
            <a:xfrm rot="0">
              <a:off x="4777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88" name=""/>
            <p:cNvSpPr/>
            <p:nvPr/>
          </p:nvSpPr>
          <p:spPr>
            <a:xfrm rot="0">
              <a:off x="4777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89" name=""/>
            <p:cNvSpPr/>
            <p:nvPr/>
          </p:nvSpPr>
          <p:spPr>
            <a:xfrm rot="0">
              <a:off x="4777" y="2513"/>
              <a:ext cx="18" cy="239"/>
            </a:xfrm>
            <a:custGeom>
              <a:avLst/>
              <a:ahLst/>
              <a:rect l="0" t="0" r="r" b="b"/>
              <a:pathLst>
                <a:path w="54" h="71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4" y="71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90" name=""/>
            <p:cNvSpPr/>
            <p:nvPr/>
          </p:nvSpPr>
          <p:spPr>
            <a:xfrm rot="0">
              <a:off x="4777" y="2513"/>
              <a:ext cx="18" cy="239"/>
            </a:xfrm>
            <a:custGeom>
              <a:avLst/>
              <a:ahLst/>
              <a:rect l="0" t="0" r="r" b="b"/>
              <a:pathLst>
                <a:path w="54" h="71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4" y="71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91" name=""/>
            <p:cNvSpPr/>
            <p:nvPr/>
          </p:nvSpPr>
          <p:spPr>
            <a:xfrm rot="0">
              <a:off x="4777" y="275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92" name=""/>
            <p:cNvSpPr/>
            <p:nvPr/>
          </p:nvSpPr>
          <p:spPr>
            <a:xfrm rot="0">
              <a:off x="4777" y="275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93" name=""/>
            <p:cNvSpPr/>
            <p:nvPr/>
          </p:nvSpPr>
          <p:spPr>
            <a:xfrm rot="0">
              <a:off x="4786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94" name=""/>
            <p:cNvSpPr/>
            <p:nvPr/>
          </p:nvSpPr>
          <p:spPr>
            <a:xfrm rot="0">
              <a:off x="4786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95" name=""/>
            <p:cNvSpPr/>
            <p:nvPr/>
          </p:nvSpPr>
          <p:spPr>
            <a:xfrm rot="0">
              <a:off x="4547" y="2504"/>
              <a:ext cx="239" cy="18"/>
            </a:xfrm>
            <a:custGeom>
              <a:avLst/>
              <a:ahLst/>
              <a:rect l="0" t="0" r="r" b="b"/>
              <a:pathLst>
                <a:path w="718" h="54">
                  <a:moveTo>
                    <a:pt x="718" y="54"/>
                  </a:moveTo>
                  <a:lnTo>
                    <a:pt x="718" y="28"/>
                  </a:lnTo>
                  <a:lnTo>
                    <a:pt x="718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71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96" name=""/>
            <p:cNvSpPr/>
            <p:nvPr/>
          </p:nvSpPr>
          <p:spPr>
            <a:xfrm rot="0">
              <a:off x="4547" y="2504"/>
              <a:ext cx="239" cy="18"/>
            </a:xfrm>
            <a:custGeom>
              <a:avLst/>
              <a:ahLst/>
              <a:rect l="0" t="0" r="r" b="b"/>
              <a:pathLst>
                <a:path w="718" h="54">
                  <a:moveTo>
                    <a:pt x="718" y="54"/>
                  </a:moveTo>
                  <a:lnTo>
                    <a:pt x="718" y="28"/>
                  </a:lnTo>
                  <a:lnTo>
                    <a:pt x="718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71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97" name=""/>
            <p:cNvSpPr/>
            <p:nvPr/>
          </p:nvSpPr>
          <p:spPr>
            <a:xfrm rot="0">
              <a:off x="4538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698" name=""/>
            <p:cNvSpPr/>
            <p:nvPr/>
          </p:nvSpPr>
          <p:spPr>
            <a:xfrm rot="0">
              <a:off x="4538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699" name=""/>
            <p:cNvSpPr/>
            <p:nvPr/>
          </p:nvSpPr>
          <p:spPr>
            <a:xfrm rot="0">
              <a:off x="4547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00" name=""/>
            <p:cNvSpPr/>
            <p:nvPr/>
          </p:nvSpPr>
          <p:spPr>
            <a:xfrm rot="0">
              <a:off x="4547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01" name=""/>
            <p:cNvSpPr/>
            <p:nvPr/>
          </p:nvSpPr>
          <p:spPr>
            <a:xfrm rot="0">
              <a:off x="4356" y="2504"/>
              <a:ext cx="191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574" y="54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02" name=""/>
            <p:cNvSpPr/>
            <p:nvPr/>
          </p:nvSpPr>
          <p:spPr>
            <a:xfrm rot="0">
              <a:off x="4356" y="2504"/>
              <a:ext cx="191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574" y="54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03" name=""/>
            <p:cNvSpPr/>
            <p:nvPr/>
          </p:nvSpPr>
          <p:spPr>
            <a:xfrm rot="0">
              <a:off x="4347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04" name=""/>
            <p:cNvSpPr/>
            <p:nvPr/>
          </p:nvSpPr>
          <p:spPr>
            <a:xfrm rot="0">
              <a:off x="4347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05" name=""/>
            <p:cNvSpPr/>
            <p:nvPr/>
          </p:nvSpPr>
          <p:spPr>
            <a:xfrm rot="0">
              <a:off x="4347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06" name=""/>
            <p:cNvSpPr/>
            <p:nvPr/>
          </p:nvSpPr>
          <p:spPr>
            <a:xfrm rot="0">
              <a:off x="4347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07" name=""/>
            <p:cNvSpPr/>
            <p:nvPr/>
          </p:nvSpPr>
          <p:spPr>
            <a:xfrm rot="0">
              <a:off x="4347" y="2513"/>
              <a:ext cx="18" cy="431"/>
            </a:xfrm>
            <a:custGeom>
              <a:avLst/>
              <a:ahLst/>
              <a:rect l="0" t="0" r="r" b="b"/>
              <a:pathLst>
                <a:path w="54" h="1293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  <a:lnTo>
                    <a:pt x="27" y="1293"/>
                  </a:lnTo>
                  <a:lnTo>
                    <a:pt x="54" y="129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08" name=""/>
            <p:cNvSpPr/>
            <p:nvPr/>
          </p:nvSpPr>
          <p:spPr>
            <a:xfrm rot="0">
              <a:off x="4347" y="2513"/>
              <a:ext cx="18" cy="431"/>
            </a:xfrm>
            <a:custGeom>
              <a:avLst/>
              <a:ahLst/>
              <a:rect l="0" t="0" r="r" b="b"/>
              <a:pathLst>
                <a:path w="54" h="1293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  <a:lnTo>
                    <a:pt x="27" y="1293"/>
                  </a:lnTo>
                  <a:lnTo>
                    <a:pt x="54" y="129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09" name=""/>
            <p:cNvSpPr/>
            <p:nvPr/>
          </p:nvSpPr>
          <p:spPr>
            <a:xfrm rot="0">
              <a:off x="4347" y="29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10" name=""/>
            <p:cNvSpPr/>
            <p:nvPr/>
          </p:nvSpPr>
          <p:spPr>
            <a:xfrm rot="0">
              <a:off x="4347" y="29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11" name=""/>
            <p:cNvSpPr/>
            <p:nvPr/>
          </p:nvSpPr>
          <p:spPr>
            <a:xfrm rot="0">
              <a:off x="4786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12" name=""/>
            <p:cNvSpPr/>
            <p:nvPr/>
          </p:nvSpPr>
          <p:spPr>
            <a:xfrm rot="0">
              <a:off x="4786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13" name=""/>
            <p:cNvSpPr/>
            <p:nvPr/>
          </p:nvSpPr>
          <p:spPr>
            <a:xfrm rot="0">
              <a:off x="4356" y="2935"/>
              <a:ext cx="430" cy="18"/>
            </a:xfrm>
            <a:custGeom>
              <a:avLst/>
              <a:ahLst/>
              <a:rect l="0" t="0" r="r" b="b"/>
              <a:pathLst>
                <a:path w="1292" h="55">
                  <a:moveTo>
                    <a:pt x="1292" y="55"/>
                  </a:moveTo>
                  <a:lnTo>
                    <a:pt x="1292" y="28"/>
                  </a:lnTo>
                  <a:lnTo>
                    <a:pt x="12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292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14" name=""/>
            <p:cNvSpPr/>
            <p:nvPr/>
          </p:nvSpPr>
          <p:spPr>
            <a:xfrm rot="0">
              <a:off x="4356" y="2935"/>
              <a:ext cx="430" cy="18"/>
            </a:xfrm>
            <a:custGeom>
              <a:avLst/>
              <a:ahLst/>
              <a:rect l="0" t="0" r="r" b="b"/>
              <a:pathLst>
                <a:path w="1292" h="55">
                  <a:moveTo>
                    <a:pt x="1292" y="55"/>
                  </a:moveTo>
                  <a:lnTo>
                    <a:pt x="1292" y="28"/>
                  </a:lnTo>
                  <a:lnTo>
                    <a:pt x="12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292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15" name=""/>
            <p:cNvSpPr/>
            <p:nvPr/>
          </p:nvSpPr>
          <p:spPr>
            <a:xfrm rot="0">
              <a:off x="4347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16" name=""/>
            <p:cNvSpPr/>
            <p:nvPr/>
          </p:nvSpPr>
          <p:spPr>
            <a:xfrm rot="0">
              <a:off x="4347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17" name=""/>
            <p:cNvSpPr/>
            <p:nvPr/>
          </p:nvSpPr>
          <p:spPr>
            <a:xfrm rot="0">
              <a:off x="4777" y="2743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18" name=""/>
            <p:cNvSpPr/>
            <p:nvPr/>
          </p:nvSpPr>
          <p:spPr>
            <a:xfrm rot="0">
              <a:off x="4777" y="2743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19" name=""/>
            <p:cNvSpPr/>
            <p:nvPr/>
          </p:nvSpPr>
          <p:spPr>
            <a:xfrm rot="0">
              <a:off x="4777" y="2752"/>
              <a:ext cx="18" cy="192"/>
            </a:xfrm>
            <a:custGeom>
              <a:avLst/>
              <a:ahLst/>
              <a:rect l="0" t="0" r="r" b="b"/>
              <a:pathLst>
                <a:path w="54" h="57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" y="575"/>
                  </a:lnTo>
                  <a:lnTo>
                    <a:pt x="54" y="57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20" name=""/>
            <p:cNvSpPr/>
            <p:nvPr/>
          </p:nvSpPr>
          <p:spPr>
            <a:xfrm rot="0">
              <a:off x="4777" y="2752"/>
              <a:ext cx="18" cy="192"/>
            </a:xfrm>
            <a:custGeom>
              <a:avLst/>
              <a:ahLst/>
              <a:rect l="0" t="0" r="r" b="b"/>
              <a:pathLst>
                <a:path w="54" h="57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" y="575"/>
                  </a:lnTo>
                  <a:lnTo>
                    <a:pt x="54" y="57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21" name=""/>
            <p:cNvSpPr/>
            <p:nvPr/>
          </p:nvSpPr>
          <p:spPr>
            <a:xfrm rot="0">
              <a:off x="4777" y="29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22" name=""/>
            <p:cNvSpPr/>
            <p:nvPr/>
          </p:nvSpPr>
          <p:spPr>
            <a:xfrm rot="0">
              <a:off x="4777" y="29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23" name=""/>
            <p:cNvSpPr/>
            <p:nvPr/>
          </p:nvSpPr>
          <p:spPr>
            <a:xfrm rot="0">
              <a:off x="4786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24" name=""/>
            <p:cNvSpPr/>
            <p:nvPr/>
          </p:nvSpPr>
          <p:spPr>
            <a:xfrm rot="0">
              <a:off x="4786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25" name=""/>
            <p:cNvSpPr/>
            <p:nvPr/>
          </p:nvSpPr>
          <p:spPr>
            <a:xfrm rot="0">
              <a:off x="4547" y="2743"/>
              <a:ext cx="239" cy="18"/>
            </a:xfrm>
            <a:custGeom>
              <a:avLst/>
              <a:ahLst/>
              <a:rect l="0" t="0" r="r" b="b"/>
              <a:pathLst>
                <a:path w="718" h="55">
                  <a:moveTo>
                    <a:pt x="718" y="55"/>
                  </a:moveTo>
                  <a:lnTo>
                    <a:pt x="718" y="28"/>
                  </a:lnTo>
                  <a:lnTo>
                    <a:pt x="718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71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26" name=""/>
            <p:cNvSpPr/>
            <p:nvPr/>
          </p:nvSpPr>
          <p:spPr>
            <a:xfrm rot="0">
              <a:off x="4547" y="2743"/>
              <a:ext cx="239" cy="18"/>
            </a:xfrm>
            <a:custGeom>
              <a:avLst/>
              <a:ahLst/>
              <a:rect l="0" t="0" r="r" b="b"/>
              <a:pathLst>
                <a:path w="718" h="55">
                  <a:moveTo>
                    <a:pt x="718" y="55"/>
                  </a:moveTo>
                  <a:lnTo>
                    <a:pt x="718" y="28"/>
                  </a:lnTo>
                  <a:lnTo>
                    <a:pt x="718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71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27" name=""/>
            <p:cNvSpPr/>
            <p:nvPr/>
          </p:nvSpPr>
          <p:spPr>
            <a:xfrm rot="0">
              <a:off x="4538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28" name=""/>
            <p:cNvSpPr/>
            <p:nvPr/>
          </p:nvSpPr>
          <p:spPr>
            <a:xfrm rot="0">
              <a:off x="4538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29" name=""/>
            <p:cNvSpPr/>
            <p:nvPr/>
          </p:nvSpPr>
          <p:spPr>
            <a:xfrm rot="0">
              <a:off x="4538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30" name=""/>
            <p:cNvSpPr/>
            <p:nvPr/>
          </p:nvSpPr>
          <p:spPr>
            <a:xfrm rot="0">
              <a:off x="4538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31" name=""/>
            <p:cNvSpPr/>
            <p:nvPr/>
          </p:nvSpPr>
          <p:spPr>
            <a:xfrm rot="0">
              <a:off x="4538" y="2513"/>
              <a:ext cx="18" cy="239"/>
            </a:xfrm>
            <a:custGeom>
              <a:avLst/>
              <a:ahLst/>
              <a:rect l="0" t="0" r="r" b="b"/>
              <a:pathLst>
                <a:path w="54" h="71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4" y="71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32" name=""/>
            <p:cNvSpPr/>
            <p:nvPr/>
          </p:nvSpPr>
          <p:spPr>
            <a:xfrm rot="0">
              <a:off x="4538" y="2513"/>
              <a:ext cx="18" cy="239"/>
            </a:xfrm>
            <a:custGeom>
              <a:avLst/>
              <a:ahLst/>
              <a:rect l="0" t="0" r="r" b="b"/>
              <a:pathLst>
                <a:path w="54" h="71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4" y="71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33" name=""/>
            <p:cNvSpPr/>
            <p:nvPr/>
          </p:nvSpPr>
          <p:spPr>
            <a:xfrm rot="0">
              <a:off x="4538" y="275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34" name=""/>
            <p:cNvSpPr/>
            <p:nvPr/>
          </p:nvSpPr>
          <p:spPr>
            <a:xfrm rot="0">
              <a:off x="4538" y="275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35" name=""/>
            <p:cNvSpPr/>
            <p:nvPr/>
          </p:nvSpPr>
          <p:spPr>
            <a:xfrm rot="0">
              <a:off x="3288" y="3684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36" name=""/>
            <p:cNvSpPr/>
            <p:nvPr/>
          </p:nvSpPr>
          <p:spPr>
            <a:xfrm rot="0">
              <a:off x="3288" y="3684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37" name=""/>
            <p:cNvSpPr/>
            <p:nvPr/>
          </p:nvSpPr>
          <p:spPr>
            <a:xfrm rot="0">
              <a:off x="3288" y="3445"/>
              <a:ext cx="19" cy="239"/>
            </a:xfrm>
            <a:custGeom>
              <a:avLst/>
              <a:ahLst/>
              <a:rect l="0" t="0" r="r" b="b"/>
              <a:pathLst>
                <a:path w="55" h="718">
                  <a:moveTo>
                    <a:pt x="0" y="718"/>
                  </a:moveTo>
                  <a:lnTo>
                    <a:pt x="27" y="718"/>
                  </a:lnTo>
                  <a:lnTo>
                    <a:pt x="55" y="718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38" name=""/>
            <p:cNvSpPr/>
            <p:nvPr/>
          </p:nvSpPr>
          <p:spPr>
            <a:xfrm rot="0">
              <a:off x="3288" y="3445"/>
              <a:ext cx="19" cy="239"/>
            </a:xfrm>
            <a:custGeom>
              <a:avLst/>
              <a:ahLst/>
              <a:rect l="0" t="0" r="r" b="b"/>
              <a:pathLst>
                <a:path w="55" h="718">
                  <a:moveTo>
                    <a:pt x="0" y="718"/>
                  </a:moveTo>
                  <a:lnTo>
                    <a:pt x="27" y="718"/>
                  </a:lnTo>
                  <a:lnTo>
                    <a:pt x="55" y="718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39" name=""/>
            <p:cNvSpPr/>
            <p:nvPr/>
          </p:nvSpPr>
          <p:spPr>
            <a:xfrm rot="0">
              <a:off x="3288" y="3436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40" name=""/>
            <p:cNvSpPr/>
            <p:nvPr/>
          </p:nvSpPr>
          <p:spPr>
            <a:xfrm rot="0">
              <a:off x="3288" y="3436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41" name=""/>
            <p:cNvSpPr/>
            <p:nvPr/>
          </p:nvSpPr>
          <p:spPr>
            <a:xfrm rot="0">
              <a:off x="3824" y="3244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42" name=""/>
            <p:cNvSpPr/>
            <p:nvPr/>
          </p:nvSpPr>
          <p:spPr>
            <a:xfrm rot="0">
              <a:off x="3824" y="3244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43" name=""/>
            <p:cNvSpPr/>
            <p:nvPr/>
          </p:nvSpPr>
          <p:spPr>
            <a:xfrm rot="0">
              <a:off x="3489" y="3244"/>
              <a:ext cx="335" cy="18"/>
            </a:xfrm>
            <a:custGeom>
              <a:avLst/>
              <a:ahLst/>
              <a:rect l="0" t="0" r="r" b="b"/>
              <a:pathLst>
                <a:path w="1005" h="54">
                  <a:moveTo>
                    <a:pt x="1005" y="54"/>
                  </a:moveTo>
                  <a:lnTo>
                    <a:pt x="1005" y="28"/>
                  </a:lnTo>
                  <a:lnTo>
                    <a:pt x="100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00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44" name=""/>
            <p:cNvSpPr/>
            <p:nvPr/>
          </p:nvSpPr>
          <p:spPr>
            <a:xfrm rot="0">
              <a:off x="3489" y="3244"/>
              <a:ext cx="335" cy="18"/>
            </a:xfrm>
            <a:custGeom>
              <a:avLst/>
              <a:ahLst/>
              <a:rect l="0" t="0" r="r" b="b"/>
              <a:pathLst>
                <a:path w="1005" h="54">
                  <a:moveTo>
                    <a:pt x="1005" y="54"/>
                  </a:moveTo>
                  <a:lnTo>
                    <a:pt x="1005" y="28"/>
                  </a:lnTo>
                  <a:lnTo>
                    <a:pt x="100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00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45" name=""/>
            <p:cNvSpPr/>
            <p:nvPr/>
          </p:nvSpPr>
          <p:spPr>
            <a:xfrm rot="0">
              <a:off x="3480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46" name=""/>
            <p:cNvSpPr/>
            <p:nvPr/>
          </p:nvSpPr>
          <p:spPr>
            <a:xfrm rot="0">
              <a:off x="3480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47" name=""/>
            <p:cNvSpPr/>
            <p:nvPr/>
          </p:nvSpPr>
          <p:spPr>
            <a:xfrm rot="0">
              <a:off x="3824" y="3675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8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48" name=""/>
            <p:cNvSpPr/>
            <p:nvPr/>
          </p:nvSpPr>
          <p:spPr>
            <a:xfrm rot="0">
              <a:off x="3824" y="3675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8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49" name=""/>
            <p:cNvSpPr/>
            <p:nvPr/>
          </p:nvSpPr>
          <p:spPr>
            <a:xfrm rot="0">
              <a:off x="3297" y="3675"/>
              <a:ext cx="527" cy="18"/>
            </a:xfrm>
            <a:custGeom>
              <a:avLst/>
              <a:ahLst/>
              <a:rect l="0" t="0" r="r" b="b"/>
              <a:pathLst>
                <a:path w="1579" h="55">
                  <a:moveTo>
                    <a:pt x="1579" y="55"/>
                  </a:moveTo>
                  <a:lnTo>
                    <a:pt x="1579" y="28"/>
                  </a:lnTo>
                  <a:lnTo>
                    <a:pt x="157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579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50" name=""/>
            <p:cNvSpPr/>
            <p:nvPr/>
          </p:nvSpPr>
          <p:spPr>
            <a:xfrm rot="0">
              <a:off x="3297" y="3675"/>
              <a:ext cx="527" cy="18"/>
            </a:xfrm>
            <a:custGeom>
              <a:avLst/>
              <a:ahLst/>
              <a:rect l="0" t="0" r="r" b="b"/>
              <a:pathLst>
                <a:path w="1579" h="55">
                  <a:moveTo>
                    <a:pt x="1579" y="55"/>
                  </a:moveTo>
                  <a:lnTo>
                    <a:pt x="1579" y="28"/>
                  </a:lnTo>
                  <a:lnTo>
                    <a:pt x="157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579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51" name=""/>
            <p:cNvSpPr/>
            <p:nvPr/>
          </p:nvSpPr>
          <p:spPr>
            <a:xfrm rot="0">
              <a:off x="3288" y="367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52" name=""/>
            <p:cNvSpPr/>
            <p:nvPr/>
          </p:nvSpPr>
          <p:spPr>
            <a:xfrm rot="0">
              <a:off x="3288" y="367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53" name=""/>
            <p:cNvSpPr/>
            <p:nvPr/>
          </p:nvSpPr>
          <p:spPr>
            <a:xfrm rot="0">
              <a:off x="3288" y="3445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54" name=""/>
            <p:cNvSpPr/>
            <p:nvPr/>
          </p:nvSpPr>
          <p:spPr>
            <a:xfrm rot="0">
              <a:off x="3288" y="3445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55" name=""/>
            <p:cNvSpPr/>
            <p:nvPr/>
          </p:nvSpPr>
          <p:spPr>
            <a:xfrm rot="0">
              <a:off x="3288" y="3253"/>
              <a:ext cx="19" cy="192"/>
            </a:xfrm>
            <a:custGeom>
              <a:avLst/>
              <a:ahLst/>
              <a:rect l="0" t="0" r="r" b="b"/>
              <a:pathLst>
                <a:path w="55" h="575">
                  <a:moveTo>
                    <a:pt x="0" y="575"/>
                  </a:moveTo>
                  <a:lnTo>
                    <a:pt x="27" y="575"/>
                  </a:lnTo>
                  <a:lnTo>
                    <a:pt x="55" y="575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56" name=""/>
            <p:cNvSpPr/>
            <p:nvPr/>
          </p:nvSpPr>
          <p:spPr>
            <a:xfrm rot="0">
              <a:off x="3288" y="3253"/>
              <a:ext cx="19" cy="192"/>
            </a:xfrm>
            <a:custGeom>
              <a:avLst/>
              <a:ahLst/>
              <a:rect l="0" t="0" r="r" b="b"/>
              <a:pathLst>
                <a:path w="55" h="575">
                  <a:moveTo>
                    <a:pt x="0" y="575"/>
                  </a:moveTo>
                  <a:lnTo>
                    <a:pt x="27" y="575"/>
                  </a:lnTo>
                  <a:lnTo>
                    <a:pt x="55" y="575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57" name=""/>
            <p:cNvSpPr/>
            <p:nvPr/>
          </p:nvSpPr>
          <p:spPr>
            <a:xfrm rot="0">
              <a:off x="3288" y="3244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58" name=""/>
            <p:cNvSpPr/>
            <p:nvPr/>
          </p:nvSpPr>
          <p:spPr>
            <a:xfrm rot="0">
              <a:off x="3288" y="3244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59" name=""/>
            <p:cNvSpPr/>
            <p:nvPr/>
          </p:nvSpPr>
          <p:spPr>
            <a:xfrm rot="0">
              <a:off x="3480" y="324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60" name=""/>
            <p:cNvSpPr/>
            <p:nvPr/>
          </p:nvSpPr>
          <p:spPr>
            <a:xfrm rot="0">
              <a:off x="3480" y="324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61" name=""/>
            <p:cNvSpPr/>
            <p:nvPr/>
          </p:nvSpPr>
          <p:spPr>
            <a:xfrm rot="0">
              <a:off x="3480" y="3253"/>
              <a:ext cx="18" cy="192"/>
            </a:xfrm>
            <a:custGeom>
              <a:avLst/>
              <a:ahLst/>
              <a:rect l="0" t="0" r="r" b="b"/>
              <a:pathLst>
                <a:path w="54" h="57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" y="575"/>
                  </a:lnTo>
                  <a:lnTo>
                    <a:pt x="54" y="57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62" name=""/>
            <p:cNvSpPr/>
            <p:nvPr/>
          </p:nvSpPr>
          <p:spPr>
            <a:xfrm rot="0">
              <a:off x="3480" y="3253"/>
              <a:ext cx="18" cy="192"/>
            </a:xfrm>
            <a:custGeom>
              <a:avLst/>
              <a:ahLst/>
              <a:rect l="0" t="0" r="r" b="b"/>
              <a:pathLst>
                <a:path w="54" h="57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" y="575"/>
                  </a:lnTo>
                  <a:lnTo>
                    <a:pt x="54" y="57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63" name=""/>
            <p:cNvSpPr/>
            <p:nvPr/>
          </p:nvSpPr>
          <p:spPr>
            <a:xfrm rot="0">
              <a:off x="3480" y="344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64" name=""/>
            <p:cNvSpPr/>
            <p:nvPr/>
          </p:nvSpPr>
          <p:spPr>
            <a:xfrm rot="0">
              <a:off x="3480" y="3445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65" name=""/>
            <p:cNvSpPr/>
            <p:nvPr/>
          </p:nvSpPr>
          <p:spPr>
            <a:xfrm rot="0">
              <a:off x="3489" y="343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66" name=""/>
            <p:cNvSpPr/>
            <p:nvPr/>
          </p:nvSpPr>
          <p:spPr>
            <a:xfrm rot="0">
              <a:off x="3489" y="343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67" name=""/>
            <p:cNvSpPr/>
            <p:nvPr/>
          </p:nvSpPr>
          <p:spPr>
            <a:xfrm rot="0">
              <a:off x="3297" y="3436"/>
              <a:ext cx="192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574" y="54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68" name=""/>
            <p:cNvSpPr/>
            <p:nvPr/>
          </p:nvSpPr>
          <p:spPr>
            <a:xfrm rot="0">
              <a:off x="3297" y="3436"/>
              <a:ext cx="192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574" y="54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69" name=""/>
            <p:cNvSpPr/>
            <p:nvPr/>
          </p:nvSpPr>
          <p:spPr>
            <a:xfrm rot="0">
              <a:off x="3288" y="343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70" name=""/>
            <p:cNvSpPr/>
            <p:nvPr/>
          </p:nvSpPr>
          <p:spPr>
            <a:xfrm rot="0">
              <a:off x="3288" y="3436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71" name=""/>
            <p:cNvSpPr/>
            <p:nvPr/>
          </p:nvSpPr>
          <p:spPr>
            <a:xfrm rot="0">
              <a:off x="3288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72" name=""/>
            <p:cNvSpPr/>
            <p:nvPr/>
          </p:nvSpPr>
          <p:spPr>
            <a:xfrm rot="0">
              <a:off x="3288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73" name=""/>
            <p:cNvSpPr/>
            <p:nvPr/>
          </p:nvSpPr>
          <p:spPr>
            <a:xfrm rot="0">
              <a:off x="3297" y="3244"/>
              <a:ext cx="192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74" name=""/>
            <p:cNvSpPr/>
            <p:nvPr/>
          </p:nvSpPr>
          <p:spPr>
            <a:xfrm rot="0">
              <a:off x="3297" y="3244"/>
              <a:ext cx="192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75" name=""/>
            <p:cNvSpPr/>
            <p:nvPr/>
          </p:nvSpPr>
          <p:spPr>
            <a:xfrm rot="0">
              <a:off x="3489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76" name=""/>
            <p:cNvSpPr/>
            <p:nvPr/>
          </p:nvSpPr>
          <p:spPr>
            <a:xfrm rot="0">
              <a:off x="3489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77" name=""/>
            <p:cNvSpPr/>
            <p:nvPr/>
          </p:nvSpPr>
          <p:spPr>
            <a:xfrm rot="0">
              <a:off x="4015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78" name=""/>
            <p:cNvSpPr/>
            <p:nvPr/>
          </p:nvSpPr>
          <p:spPr>
            <a:xfrm rot="0">
              <a:off x="4015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79" name=""/>
            <p:cNvSpPr/>
            <p:nvPr/>
          </p:nvSpPr>
          <p:spPr>
            <a:xfrm rot="0">
              <a:off x="3824" y="3244"/>
              <a:ext cx="191" cy="18"/>
            </a:xfrm>
            <a:custGeom>
              <a:avLst/>
              <a:ahLst/>
              <a:rect l="0" t="0" r="r" b="b"/>
              <a:pathLst>
                <a:path w="575" h="54">
                  <a:moveTo>
                    <a:pt x="575" y="54"/>
                  </a:moveTo>
                  <a:lnTo>
                    <a:pt x="575" y="28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80" name=""/>
            <p:cNvSpPr/>
            <p:nvPr/>
          </p:nvSpPr>
          <p:spPr>
            <a:xfrm rot="0">
              <a:off x="3824" y="3244"/>
              <a:ext cx="191" cy="18"/>
            </a:xfrm>
            <a:custGeom>
              <a:avLst/>
              <a:ahLst/>
              <a:rect l="0" t="0" r="r" b="b"/>
              <a:pathLst>
                <a:path w="575" h="54">
                  <a:moveTo>
                    <a:pt x="575" y="54"/>
                  </a:moveTo>
                  <a:lnTo>
                    <a:pt x="575" y="28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81" name=""/>
            <p:cNvSpPr/>
            <p:nvPr/>
          </p:nvSpPr>
          <p:spPr>
            <a:xfrm rot="0">
              <a:off x="3815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82" name=""/>
            <p:cNvSpPr/>
            <p:nvPr/>
          </p:nvSpPr>
          <p:spPr>
            <a:xfrm rot="0">
              <a:off x="3815" y="324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83" name=""/>
            <p:cNvSpPr/>
            <p:nvPr/>
          </p:nvSpPr>
          <p:spPr>
            <a:xfrm rot="0">
              <a:off x="4015" y="367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33" name=""/>
          <p:cNvGrpSpPr/>
          <p:nvPr/>
        </p:nvGrpSpPr>
        <p:grpSpPr>
          <a:xfrm rot="0">
            <a:off x="939800" y="1131887"/>
            <a:ext cx="7751762" cy="5383212"/>
            <a:chOff x="592" y="713"/>
            <a:chExt cx="4883" cy="3391"/>
          </a:xfrm>
        </p:grpSpPr>
        <p:sp>
          <p:nvSpPr>
            <p:cNvPr id="1049784" name=""/>
            <p:cNvSpPr/>
            <p:nvPr/>
          </p:nvSpPr>
          <p:spPr>
            <a:xfrm rot="0">
              <a:off x="4015" y="367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85" name=""/>
            <p:cNvSpPr/>
            <p:nvPr/>
          </p:nvSpPr>
          <p:spPr>
            <a:xfrm rot="0">
              <a:off x="3824" y="3675"/>
              <a:ext cx="191" cy="18"/>
            </a:xfrm>
            <a:custGeom>
              <a:avLst/>
              <a:ahLst/>
              <a:rect l="0" t="0" r="r" b="b"/>
              <a:pathLst>
                <a:path w="575" h="55">
                  <a:moveTo>
                    <a:pt x="575" y="55"/>
                  </a:moveTo>
                  <a:lnTo>
                    <a:pt x="575" y="28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75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86" name=""/>
            <p:cNvSpPr/>
            <p:nvPr/>
          </p:nvSpPr>
          <p:spPr>
            <a:xfrm rot="0">
              <a:off x="3824" y="3675"/>
              <a:ext cx="191" cy="18"/>
            </a:xfrm>
            <a:custGeom>
              <a:avLst/>
              <a:ahLst/>
              <a:rect l="0" t="0" r="r" b="b"/>
              <a:pathLst>
                <a:path w="575" h="55">
                  <a:moveTo>
                    <a:pt x="575" y="55"/>
                  </a:moveTo>
                  <a:lnTo>
                    <a:pt x="575" y="28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7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87" name=""/>
            <p:cNvSpPr/>
            <p:nvPr/>
          </p:nvSpPr>
          <p:spPr>
            <a:xfrm rot="0">
              <a:off x="3815" y="367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88" name=""/>
            <p:cNvSpPr/>
            <p:nvPr/>
          </p:nvSpPr>
          <p:spPr>
            <a:xfrm rot="0">
              <a:off x="3815" y="367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89" name=""/>
            <p:cNvSpPr/>
            <p:nvPr/>
          </p:nvSpPr>
          <p:spPr>
            <a:xfrm rot="0">
              <a:off x="4006" y="36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90" name=""/>
            <p:cNvSpPr/>
            <p:nvPr/>
          </p:nvSpPr>
          <p:spPr>
            <a:xfrm rot="0">
              <a:off x="4006" y="36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91" name=""/>
            <p:cNvSpPr/>
            <p:nvPr/>
          </p:nvSpPr>
          <p:spPr>
            <a:xfrm rot="0">
              <a:off x="4006" y="3253"/>
              <a:ext cx="18" cy="431"/>
            </a:xfrm>
            <a:custGeom>
              <a:avLst/>
              <a:ahLst/>
              <a:rect l="0" t="0" r="r" b="b"/>
              <a:pathLst>
                <a:path w="54" h="1293">
                  <a:moveTo>
                    <a:pt x="0" y="1293"/>
                  </a:moveTo>
                  <a:lnTo>
                    <a:pt x="27" y="1293"/>
                  </a:lnTo>
                  <a:lnTo>
                    <a:pt x="54" y="1293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92" name=""/>
            <p:cNvSpPr/>
            <p:nvPr/>
          </p:nvSpPr>
          <p:spPr>
            <a:xfrm rot="0">
              <a:off x="4006" y="3253"/>
              <a:ext cx="18" cy="431"/>
            </a:xfrm>
            <a:custGeom>
              <a:avLst/>
              <a:ahLst/>
              <a:rect l="0" t="0" r="r" b="b"/>
              <a:pathLst>
                <a:path w="54" h="1293">
                  <a:moveTo>
                    <a:pt x="0" y="1293"/>
                  </a:moveTo>
                  <a:lnTo>
                    <a:pt x="27" y="1293"/>
                  </a:lnTo>
                  <a:lnTo>
                    <a:pt x="54" y="1293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93" name=""/>
            <p:cNvSpPr/>
            <p:nvPr/>
          </p:nvSpPr>
          <p:spPr>
            <a:xfrm rot="0">
              <a:off x="4006" y="324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94" name=""/>
            <p:cNvSpPr/>
            <p:nvPr/>
          </p:nvSpPr>
          <p:spPr>
            <a:xfrm rot="0">
              <a:off x="4006" y="324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95" name=""/>
            <p:cNvSpPr/>
            <p:nvPr/>
          </p:nvSpPr>
          <p:spPr>
            <a:xfrm rot="0">
              <a:off x="3288" y="2504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96" name=""/>
            <p:cNvSpPr/>
            <p:nvPr/>
          </p:nvSpPr>
          <p:spPr>
            <a:xfrm rot="0">
              <a:off x="3288" y="2504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97" name=""/>
            <p:cNvSpPr/>
            <p:nvPr/>
          </p:nvSpPr>
          <p:spPr>
            <a:xfrm rot="0">
              <a:off x="3288" y="2513"/>
              <a:ext cx="19" cy="239"/>
            </a:xfrm>
            <a:custGeom>
              <a:avLst/>
              <a:ahLst/>
              <a:rect l="0" t="0" r="r" b="b"/>
              <a:pathLst>
                <a:path w="55" h="71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5" y="718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798" name=""/>
            <p:cNvSpPr/>
            <p:nvPr/>
          </p:nvSpPr>
          <p:spPr>
            <a:xfrm rot="0">
              <a:off x="3288" y="2513"/>
              <a:ext cx="19" cy="239"/>
            </a:xfrm>
            <a:custGeom>
              <a:avLst/>
              <a:ahLst/>
              <a:rect l="0" t="0" r="r" b="b"/>
              <a:pathLst>
                <a:path w="55" h="71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5" y="718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799" name=""/>
            <p:cNvSpPr/>
            <p:nvPr/>
          </p:nvSpPr>
          <p:spPr>
            <a:xfrm rot="0">
              <a:off x="3288" y="2752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00" name=""/>
            <p:cNvSpPr/>
            <p:nvPr/>
          </p:nvSpPr>
          <p:spPr>
            <a:xfrm rot="0">
              <a:off x="3288" y="2752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01" name=""/>
            <p:cNvSpPr/>
            <p:nvPr/>
          </p:nvSpPr>
          <p:spPr>
            <a:xfrm rot="0">
              <a:off x="3480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02" name=""/>
            <p:cNvSpPr/>
            <p:nvPr/>
          </p:nvSpPr>
          <p:spPr>
            <a:xfrm rot="0">
              <a:off x="3480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03" name=""/>
            <p:cNvSpPr/>
            <p:nvPr/>
          </p:nvSpPr>
          <p:spPr>
            <a:xfrm rot="0">
              <a:off x="3480" y="2513"/>
              <a:ext cx="18" cy="239"/>
            </a:xfrm>
            <a:custGeom>
              <a:avLst/>
              <a:ahLst/>
              <a:rect l="0" t="0" r="r" b="b"/>
              <a:pathLst>
                <a:path w="54" h="71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4" y="71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04" name=""/>
            <p:cNvSpPr/>
            <p:nvPr/>
          </p:nvSpPr>
          <p:spPr>
            <a:xfrm rot="0">
              <a:off x="3480" y="2513"/>
              <a:ext cx="18" cy="239"/>
            </a:xfrm>
            <a:custGeom>
              <a:avLst/>
              <a:ahLst/>
              <a:rect l="0" t="0" r="r" b="b"/>
              <a:pathLst>
                <a:path w="54" h="71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4" y="71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05" name=""/>
            <p:cNvSpPr/>
            <p:nvPr/>
          </p:nvSpPr>
          <p:spPr>
            <a:xfrm rot="0">
              <a:off x="3480" y="275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06" name=""/>
            <p:cNvSpPr/>
            <p:nvPr/>
          </p:nvSpPr>
          <p:spPr>
            <a:xfrm rot="0">
              <a:off x="3480" y="2752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07" name=""/>
            <p:cNvSpPr/>
            <p:nvPr/>
          </p:nvSpPr>
          <p:spPr>
            <a:xfrm rot="0">
              <a:off x="3489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08" name=""/>
            <p:cNvSpPr/>
            <p:nvPr/>
          </p:nvSpPr>
          <p:spPr>
            <a:xfrm rot="0">
              <a:off x="3489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09" name=""/>
            <p:cNvSpPr/>
            <p:nvPr/>
          </p:nvSpPr>
          <p:spPr>
            <a:xfrm rot="0">
              <a:off x="3297" y="2504"/>
              <a:ext cx="192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574" y="54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10" name=""/>
            <p:cNvSpPr/>
            <p:nvPr/>
          </p:nvSpPr>
          <p:spPr>
            <a:xfrm rot="0">
              <a:off x="3297" y="2504"/>
              <a:ext cx="192" cy="18"/>
            </a:xfrm>
            <a:custGeom>
              <a:avLst/>
              <a:ahLst/>
              <a:rect l="0" t="0" r="r" b="b"/>
              <a:pathLst>
                <a:path w="574" h="54">
                  <a:moveTo>
                    <a:pt x="574" y="54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11" name=""/>
            <p:cNvSpPr/>
            <p:nvPr/>
          </p:nvSpPr>
          <p:spPr>
            <a:xfrm rot="0">
              <a:off x="3288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12" name=""/>
            <p:cNvSpPr/>
            <p:nvPr/>
          </p:nvSpPr>
          <p:spPr>
            <a:xfrm rot="0">
              <a:off x="3288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13" name=""/>
            <p:cNvSpPr/>
            <p:nvPr/>
          </p:nvSpPr>
          <p:spPr>
            <a:xfrm rot="0">
              <a:off x="3824" y="2743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14" name=""/>
            <p:cNvSpPr/>
            <p:nvPr/>
          </p:nvSpPr>
          <p:spPr>
            <a:xfrm rot="0">
              <a:off x="3824" y="2743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15" name=""/>
            <p:cNvSpPr/>
            <p:nvPr/>
          </p:nvSpPr>
          <p:spPr>
            <a:xfrm rot="0">
              <a:off x="3489" y="2743"/>
              <a:ext cx="335" cy="18"/>
            </a:xfrm>
            <a:custGeom>
              <a:avLst/>
              <a:ahLst/>
              <a:rect l="0" t="0" r="r" b="b"/>
              <a:pathLst>
                <a:path w="1005" h="55">
                  <a:moveTo>
                    <a:pt x="1005" y="55"/>
                  </a:moveTo>
                  <a:lnTo>
                    <a:pt x="1005" y="28"/>
                  </a:lnTo>
                  <a:lnTo>
                    <a:pt x="100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05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16" name=""/>
            <p:cNvSpPr/>
            <p:nvPr/>
          </p:nvSpPr>
          <p:spPr>
            <a:xfrm rot="0">
              <a:off x="3489" y="2743"/>
              <a:ext cx="335" cy="18"/>
            </a:xfrm>
            <a:custGeom>
              <a:avLst/>
              <a:ahLst/>
              <a:rect l="0" t="0" r="r" b="b"/>
              <a:pathLst>
                <a:path w="1005" h="55">
                  <a:moveTo>
                    <a:pt x="1005" y="55"/>
                  </a:moveTo>
                  <a:lnTo>
                    <a:pt x="1005" y="28"/>
                  </a:lnTo>
                  <a:lnTo>
                    <a:pt x="100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0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17" name=""/>
            <p:cNvSpPr/>
            <p:nvPr/>
          </p:nvSpPr>
          <p:spPr>
            <a:xfrm rot="0">
              <a:off x="3480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18" name=""/>
            <p:cNvSpPr/>
            <p:nvPr/>
          </p:nvSpPr>
          <p:spPr>
            <a:xfrm rot="0">
              <a:off x="3480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19" name=""/>
            <p:cNvSpPr/>
            <p:nvPr/>
          </p:nvSpPr>
          <p:spPr>
            <a:xfrm rot="0">
              <a:off x="3815" y="2504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20" name=""/>
            <p:cNvSpPr/>
            <p:nvPr/>
          </p:nvSpPr>
          <p:spPr>
            <a:xfrm rot="0">
              <a:off x="3815" y="2504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21" name=""/>
            <p:cNvSpPr/>
            <p:nvPr/>
          </p:nvSpPr>
          <p:spPr>
            <a:xfrm rot="0">
              <a:off x="3815" y="2513"/>
              <a:ext cx="18" cy="239"/>
            </a:xfrm>
            <a:custGeom>
              <a:avLst/>
              <a:ahLst/>
              <a:rect l="0" t="0" r="r" b="b"/>
              <a:pathLst>
                <a:path w="55" h="71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5" y="718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22" name=""/>
            <p:cNvSpPr/>
            <p:nvPr/>
          </p:nvSpPr>
          <p:spPr>
            <a:xfrm rot="0">
              <a:off x="3815" y="2513"/>
              <a:ext cx="18" cy="239"/>
            </a:xfrm>
            <a:custGeom>
              <a:avLst/>
              <a:ahLst/>
              <a:rect l="0" t="0" r="r" b="b"/>
              <a:pathLst>
                <a:path w="55" h="71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18"/>
                  </a:lnTo>
                  <a:lnTo>
                    <a:pt x="27" y="718"/>
                  </a:lnTo>
                  <a:lnTo>
                    <a:pt x="55" y="718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23" name=""/>
            <p:cNvSpPr/>
            <p:nvPr/>
          </p:nvSpPr>
          <p:spPr>
            <a:xfrm rot="0">
              <a:off x="3815" y="2752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24" name=""/>
            <p:cNvSpPr/>
            <p:nvPr/>
          </p:nvSpPr>
          <p:spPr>
            <a:xfrm rot="0">
              <a:off x="3815" y="2752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25" name=""/>
            <p:cNvSpPr/>
            <p:nvPr/>
          </p:nvSpPr>
          <p:spPr>
            <a:xfrm rot="0">
              <a:off x="3288" y="2743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26" name=""/>
            <p:cNvSpPr/>
            <p:nvPr/>
          </p:nvSpPr>
          <p:spPr>
            <a:xfrm rot="0">
              <a:off x="3288" y="2743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27" name=""/>
            <p:cNvSpPr/>
            <p:nvPr/>
          </p:nvSpPr>
          <p:spPr>
            <a:xfrm rot="0">
              <a:off x="3288" y="2752"/>
              <a:ext cx="19" cy="192"/>
            </a:xfrm>
            <a:custGeom>
              <a:avLst/>
              <a:ahLst/>
              <a:rect l="0" t="0" r="r" b="b"/>
              <a:pathLst>
                <a:path w="55" h="575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" y="575"/>
                  </a:lnTo>
                  <a:lnTo>
                    <a:pt x="55" y="575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28" name=""/>
            <p:cNvSpPr/>
            <p:nvPr/>
          </p:nvSpPr>
          <p:spPr>
            <a:xfrm rot="0">
              <a:off x="3288" y="2752"/>
              <a:ext cx="19" cy="192"/>
            </a:xfrm>
            <a:custGeom>
              <a:avLst/>
              <a:ahLst/>
              <a:rect l="0" t="0" r="r" b="b"/>
              <a:pathLst>
                <a:path w="55" h="575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" y="575"/>
                  </a:lnTo>
                  <a:lnTo>
                    <a:pt x="55" y="575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29" name=""/>
            <p:cNvSpPr/>
            <p:nvPr/>
          </p:nvSpPr>
          <p:spPr>
            <a:xfrm rot="0">
              <a:off x="3288" y="2944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7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30" name=""/>
            <p:cNvSpPr/>
            <p:nvPr/>
          </p:nvSpPr>
          <p:spPr>
            <a:xfrm rot="0">
              <a:off x="3288" y="2944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7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31" name=""/>
            <p:cNvSpPr/>
            <p:nvPr/>
          </p:nvSpPr>
          <p:spPr>
            <a:xfrm rot="0">
              <a:off x="3288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32" name=""/>
            <p:cNvSpPr/>
            <p:nvPr/>
          </p:nvSpPr>
          <p:spPr>
            <a:xfrm rot="0">
              <a:off x="3288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33" name=""/>
            <p:cNvSpPr/>
            <p:nvPr/>
          </p:nvSpPr>
          <p:spPr>
            <a:xfrm rot="0">
              <a:off x="3297" y="2935"/>
              <a:ext cx="718" cy="18"/>
            </a:xfrm>
            <a:custGeom>
              <a:avLst/>
              <a:ahLst/>
              <a:rect l="0" t="0" r="r" b="b"/>
              <a:pathLst>
                <a:path w="2154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2154" y="55"/>
                  </a:lnTo>
                  <a:lnTo>
                    <a:pt x="2154" y="28"/>
                  </a:lnTo>
                  <a:lnTo>
                    <a:pt x="215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34" name=""/>
            <p:cNvSpPr/>
            <p:nvPr/>
          </p:nvSpPr>
          <p:spPr>
            <a:xfrm rot="0">
              <a:off x="3297" y="2935"/>
              <a:ext cx="718" cy="18"/>
            </a:xfrm>
            <a:custGeom>
              <a:avLst/>
              <a:ahLst/>
              <a:rect l="0" t="0" r="r" b="b"/>
              <a:pathLst>
                <a:path w="2154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2154" y="55"/>
                  </a:lnTo>
                  <a:lnTo>
                    <a:pt x="2154" y="28"/>
                  </a:lnTo>
                  <a:lnTo>
                    <a:pt x="215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35" name=""/>
            <p:cNvSpPr/>
            <p:nvPr/>
          </p:nvSpPr>
          <p:spPr>
            <a:xfrm rot="0">
              <a:off x="4015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36" name=""/>
            <p:cNvSpPr/>
            <p:nvPr/>
          </p:nvSpPr>
          <p:spPr>
            <a:xfrm rot="0">
              <a:off x="4015" y="293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37" name=""/>
            <p:cNvSpPr/>
            <p:nvPr/>
          </p:nvSpPr>
          <p:spPr>
            <a:xfrm rot="0">
              <a:off x="4006" y="29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38" name=""/>
            <p:cNvSpPr/>
            <p:nvPr/>
          </p:nvSpPr>
          <p:spPr>
            <a:xfrm rot="0">
              <a:off x="4006" y="29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39" name=""/>
            <p:cNvSpPr/>
            <p:nvPr/>
          </p:nvSpPr>
          <p:spPr>
            <a:xfrm rot="0">
              <a:off x="4006" y="2513"/>
              <a:ext cx="18" cy="431"/>
            </a:xfrm>
            <a:custGeom>
              <a:avLst/>
              <a:ahLst/>
              <a:rect l="0" t="0" r="r" b="b"/>
              <a:pathLst>
                <a:path w="54" h="1293">
                  <a:moveTo>
                    <a:pt x="0" y="1293"/>
                  </a:moveTo>
                  <a:lnTo>
                    <a:pt x="27" y="1293"/>
                  </a:lnTo>
                  <a:lnTo>
                    <a:pt x="54" y="1293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40" name=""/>
            <p:cNvSpPr/>
            <p:nvPr/>
          </p:nvSpPr>
          <p:spPr>
            <a:xfrm rot="0">
              <a:off x="4006" y="2513"/>
              <a:ext cx="18" cy="431"/>
            </a:xfrm>
            <a:custGeom>
              <a:avLst/>
              <a:ahLst/>
              <a:rect l="0" t="0" r="r" b="b"/>
              <a:pathLst>
                <a:path w="54" h="1293">
                  <a:moveTo>
                    <a:pt x="0" y="1293"/>
                  </a:moveTo>
                  <a:lnTo>
                    <a:pt x="27" y="1293"/>
                  </a:lnTo>
                  <a:lnTo>
                    <a:pt x="54" y="1293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41" name=""/>
            <p:cNvSpPr/>
            <p:nvPr/>
          </p:nvSpPr>
          <p:spPr>
            <a:xfrm rot="0">
              <a:off x="4006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42" name=""/>
            <p:cNvSpPr/>
            <p:nvPr/>
          </p:nvSpPr>
          <p:spPr>
            <a:xfrm rot="0">
              <a:off x="4006" y="25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43" name=""/>
            <p:cNvSpPr/>
            <p:nvPr/>
          </p:nvSpPr>
          <p:spPr>
            <a:xfrm rot="0">
              <a:off x="4015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44" name=""/>
            <p:cNvSpPr/>
            <p:nvPr/>
          </p:nvSpPr>
          <p:spPr>
            <a:xfrm rot="0">
              <a:off x="4015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45" name=""/>
            <p:cNvSpPr/>
            <p:nvPr/>
          </p:nvSpPr>
          <p:spPr>
            <a:xfrm rot="0">
              <a:off x="3824" y="2504"/>
              <a:ext cx="191" cy="18"/>
            </a:xfrm>
            <a:custGeom>
              <a:avLst/>
              <a:ahLst/>
              <a:rect l="0" t="0" r="r" b="b"/>
              <a:pathLst>
                <a:path w="575" h="54">
                  <a:moveTo>
                    <a:pt x="575" y="54"/>
                  </a:moveTo>
                  <a:lnTo>
                    <a:pt x="575" y="28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46" name=""/>
            <p:cNvSpPr/>
            <p:nvPr/>
          </p:nvSpPr>
          <p:spPr>
            <a:xfrm rot="0">
              <a:off x="3824" y="2504"/>
              <a:ext cx="191" cy="18"/>
            </a:xfrm>
            <a:custGeom>
              <a:avLst/>
              <a:ahLst/>
              <a:rect l="0" t="0" r="r" b="b"/>
              <a:pathLst>
                <a:path w="575" h="54">
                  <a:moveTo>
                    <a:pt x="575" y="54"/>
                  </a:moveTo>
                  <a:lnTo>
                    <a:pt x="575" y="28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57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47" name=""/>
            <p:cNvSpPr/>
            <p:nvPr/>
          </p:nvSpPr>
          <p:spPr>
            <a:xfrm rot="0">
              <a:off x="3815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49848" name=""/>
            <p:cNvSpPr/>
            <p:nvPr/>
          </p:nvSpPr>
          <p:spPr>
            <a:xfrm rot="0">
              <a:off x="3815" y="2504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49" name=""/>
            <p:cNvSpPr/>
            <p:nvPr/>
          </p:nvSpPr>
          <p:spPr>
            <a:xfrm rot="0">
              <a:off x="5426" y="4014"/>
              <a:ext cx="49" cy="70"/>
            </a:xfrm>
            <a:custGeom>
              <a:avLst/>
              <a:ahLst/>
              <a:rect l="0" t="0" r="r" b="b"/>
              <a:pathLst>
                <a:path w="148" h="210">
                  <a:moveTo>
                    <a:pt x="59" y="0"/>
                  </a:moveTo>
                  <a:lnTo>
                    <a:pt x="0" y="210"/>
                  </a:lnTo>
                  <a:lnTo>
                    <a:pt x="148" y="2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50" name=""/>
            <p:cNvSpPr/>
            <p:nvPr/>
          </p:nvSpPr>
          <p:spPr>
            <a:xfrm rot="0">
              <a:off x="5460" y="4064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51" name=""/>
            <p:cNvSpPr/>
            <p:nvPr/>
          </p:nvSpPr>
          <p:spPr>
            <a:xfrm rot="0">
              <a:off x="1569" y="1119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52" name=""/>
            <p:cNvSpPr/>
            <p:nvPr/>
          </p:nvSpPr>
          <p:spPr>
            <a:xfrm rot="0">
              <a:off x="1569" y="1119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53" name=""/>
            <p:cNvSpPr/>
            <p:nvPr/>
          </p:nvSpPr>
          <p:spPr>
            <a:xfrm rot="0">
              <a:off x="1578" y="1119"/>
              <a:ext cx="70" cy="18"/>
            </a:xfrm>
            <a:custGeom>
              <a:avLst/>
              <a:ahLst/>
              <a:rect l="0" t="0" r="r" b="b"/>
              <a:pathLst>
                <a:path w="210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10" y="54"/>
                  </a:lnTo>
                  <a:lnTo>
                    <a:pt x="210" y="27"/>
                  </a:lnTo>
                  <a:lnTo>
                    <a:pt x="21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54" name=""/>
            <p:cNvSpPr/>
            <p:nvPr/>
          </p:nvSpPr>
          <p:spPr>
            <a:xfrm rot="0">
              <a:off x="1578" y="1119"/>
              <a:ext cx="70" cy="18"/>
            </a:xfrm>
            <a:custGeom>
              <a:avLst/>
              <a:ahLst/>
              <a:rect l="0" t="0" r="r" b="b"/>
              <a:pathLst>
                <a:path w="210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10" y="54"/>
                  </a:lnTo>
                  <a:lnTo>
                    <a:pt x="210" y="27"/>
                  </a:lnTo>
                  <a:lnTo>
                    <a:pt x="21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55" name=""/>
            <p:cNvSpPr/>
            <p:nvPr/>
          </p:nvSpPr>
          <p:spPr>
            <a:xfrm rot="0">
              <a:off x="1648" y="111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56" name=""/>
            <p:cNvSpPr/>
            <p:nvPr/>
          </p:nvSpPr>
          <p:spPr>
            <a:xfrm rot="0">
              <a:off x="1648" y="111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57" name=""/>
            <p:cNvSpPr/>
            <p:nvPr/>
          </p:nvSpPr>
          <p:spPr>
            <a:xfrm rot="0">
              <a:off x="1684" y="1119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5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58" name=""/>
            <p:cNvSpPr/>
            <p:nvPr/>
          </p:nvSpPr>
          <p:spPr>
            <a:xfrm rot="0">
              <a:off x="1684" y="1119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5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59" name=""/>
            <p:cNvSpPr/>
            <p:nvPr/>
          </p:nvSpPr>
          <p:spPr>
            <a:xfrm rot="0">
              <a:off x="1693" y="1119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60" name=""/>
            <p:cNvSpPr/>
            <p:nvPr/>
          </p:nvSpPr>
          <p:spPr>
            <a:xfrm rot="0">
              <a:off x="1693" y="1119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61" name=""/>
            <p:cNvSpPr/>
            <p:nvPr/>
          </p:nvSpPr>
          <p:spPr>
            <a:xfrm rot="0">
              <a:off x="1784" y="1119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62" name=""/>
            <p:cNvSpPr/>
            <p:nvPr/>
          </p:nvSpPr>
          <p:spPr>
            <a:xfrm rot="0">
              <a:off x="1784" y="1119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63" name=""/>
            <p:cNvSpPr/>
            <p:nvPr/>
          </p:nvSpPr>
          <p:spPr>
            <a:xfrm rot="0">
              <a:off x="1821" y="1119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64" name=""/>
            <p:cNvSpPr/>
            <p:nvPr/>
          </p:nvSpPr>
          <p:spPr>
            <a:xfrm rot="0">
              <a:off x="1821" y="1119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65" name=""/>
            <p:cNvSpPr/>
            <p:nvPr/>
          </p:nvSpPr>
          <p:spPr>
            <a:xfrm rot="0">
              <a:off x="1830" y="1119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66" name=""/>
            <p:cNvSpPr/>
            <p:nvPr/>
          </p:nvSpPr>
          <p:spPr>
            <a:xfrm rot="0">
              <a:off x="1830" y="1119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67" name=""/>
            <p:cNvSpPr/>
            <p:nvPr/>
          </p:nvSpPr>
          <p:spPr>
            <a:xfrm rot="0">
              <a:off x="1921" y="111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68" name=""/>
            <p:cNvSpPr/>
            <p:nvPr/>
          </p:nvSpPr>
          <p:spPr>
            <a:xfrm rot="0">
              <a:off x="1921" y="1119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69" name=""/>
            <p:cNvSpPr/>
            <p:nvPr/>
          </p:nvSpPr>
          <p:spPr>
            <a:xfrm rot="0">
              <a:off x="1958" y="1119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70" name=""/>
            <p:cNvSpPr/>
            <p:nvPr/>
          </p:nvSpPr>
          <p:spPr>
            <a:xfrm rot="0">
              <a:off x="1958" y="1119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71" name=""/>
            <p:cNvSpPr/>
            <p:nvPr/>
          </p:nvSpPr>
          <p:spPr>
            <a:xfrm rot="0">
              <a:off x="1967" y="1119"/>
              <a:ext cx="70" cy="18"/>
            </a:xfrm>
            <a:custGeom>
              <a:avLst/>
              <a:ahLst/>
              <a:rect l="0" t="0" r="r" b="b"/>
              <a:pathLst>
                <a:path w="211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11" y="54"/>
                  </a:lnTo>
                  <a:lnTo>
                    <a:pt x="211" y="27"/>
                  </a:lnTo>
                  <a:lnTo>
                    <a:pt x="21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72" name=""/>
            <p:cNvSpPr/>
            <p:nvPr/>
          </p:nvSpPr>
          <p:spPr>
            <a:xfrm rot="0">
              <a:off x="1967" y="1119"/>
              <a:ext cx="70" cy="18"/>
            </a:xfrm>
            <a:custGeom>
              <a:avLst/>
              <a:ahLst/>
              <a:rect l="0" t="0" r="r" b="b"/>
              <a:pathLst>
                <a:path w="211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11" y="54"/>
                  </a:lnTo>
                  <a:lnTo>
                    <a:pt x="211" y="27"/>
                  </a:lnTo>
                  <a:lnTo>
                    <a:pt x="2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73" name=""/>
            <p:cNvSpPr/>
            <p:nvPr/>
          </p:nvSpPr>
          <p:spPr>
            <a:xfrm rot="0">
              <a:off x="2037" y="1119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74" name=""/>
            <p:cNvSpPr/>
            <p:nvPr/>
          </p:nvSpPr>
          <p:spPr>
            <a:xfrm rot="0">
              <a:off x="2037" y="1119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75" name=""/>
            <p:cNvSpPr/>
            <p:nvPr/>
          </p:nvSpPr>
          <p:spPr>
            <a:xfrm rot="0">
              <a:off x="898" y="149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76" name=""/>
            <p:cNvSpPr/>
            <p:nvPr/>
          </p:nvSpPr>
          <p:spPr>
            <a:xfrm rot="0">
              <a:off x="898" y="149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77" name=""/>
            <p:cNvSpPr/>
            <p:nvPr/>
          </p:nvSpPr>
          <p:spPr>
            <a:xfrm rot="0">
              <a:off x="898" y="1500"/>
              <a:ext cx="18" cy="154"/>
            </a:xfrm>
            <a:custGeom>
              <a:avLst/>
              <a:ahLst/>
              <a:rect l="0" t="0" r="r" b="b"/>
              <a:pathLst>
                <a:path w="54" h="46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78" name=""/>
            <p:cNvSpPr/>
            <p:nvPr/>
          </p:nvSpPr>
          <p:spPr>
            <a:xfrm rot="0">
              <a:off x="898" y="1500"/>
              <a:ext cx="18" cy="154"/>
            </a:xfrm>
            <a:custGeom>
              <a:avLst/>
              <a:ahLst/>
              <a:rect l="0" t="0" r="r" b="b"/>
              <a:pathLst>
                <a:path w="54" h="46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60"/>
                  </a:lnTo>
                  <a:lnTo>
                    <a:pt x="26" y="460"/>
                  </a:lnTo>
                  <a:lnTo>
                    <a:pt x="54" y="46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79" name=""/>
            <p:cNvSpPr/>
            <p:nvPr/>
          </p:nvSpPr>
          <p:spPr>
            <a:xfrm rot="0">
              <a:off x="898" y="165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80" name=""/>
            <p:cNvSpPr/>
            <p:nvPr/>
          </p:nvSpPr>
          <p:spPr>
            <a:xfrm rot="0">
              <a:off x="898" y="165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81" name=""/>
            <p:cNvSpPr/>
            <p:nvPr/>
          </p:nvSpPr>
          <p:spPr>
            <a:xfrm rot="0">
              <a:off x="592" y="149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82" name=""/>
            <p:cNvSpPr/>
            <p:nvPr/>
          </p:nvSpPr>
          <p:spPr>
            <a:xfrm rot="0">
              <a:off x="592" y="149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83" name=""/>
            <p:cNvSpPr/>
            <p:nvPr/>
          </p:nvSpPr>
          <p:spPr>
            <a:xfrm rot="0">
              <a:off x="592" y="1500"/>
              <a:ext cx="18" cy="71"/>
            </a:xfrm>
            <a:custGeom>
              <a:avLst/>
              <a:ahLst/>
              <a:rect l="0" t="0" r="r" b="b"/>
              <a:pathLst>
                <a:path w="54" h="21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11"/>
                  </a:lnTo>
                  <a:lnTo>
                    <a:pt x="26" y="211"/>
                  </a:lnTo>
                  <a:lnTo>
                    <a:pt x="54" y="211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84" name=""/>
            <p:cNvSpPr/>
            <p:nvPr/>
          </p:nvSpPr>
          <p:spPr>
            <a:xfrm rot="0">
              <a:off x="592" y="1500"/>
              <a:ext cx="18" cy="71"/>
            </a:xfrm>
            <a:custGeom>
              <a:avLst/>
              <a:ahLst/>
              <a:rect l="0" t="0" r="r" b="b"/>
              <a:pathLst>
                <a:path w="54" h="21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11"/>
                  </a:lnTo>
                  <a:lnTo>
                    <a:pt x="26" y="211"/>
                  </a:lnTo>
                  <a:lnTo>
                    <a:pt x="54" y="21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85" name=""/>
            <p:cNvSpPr/>
            <p:nvPr/>
          </p:nvSpPr>
          <p:spPr>
            <a:xfrm rot="0">
              <a:off x="592" y="157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86" name=""/>
            <p:cNvSpPr/>
            <p:nvPr/>
          </p:nvSpPr>
          <p:spPr>
            <a:xfrm rot="0">
              <a:off x="592" y="157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87" name=""/>
            <p:cNvSpPr/>
            <p:nvPr/>
          </p:nvSpPr>
          <p:spPr>
            <a:xfrm rot="0">
              <a:off x="592" y="1607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88" name=""/>
            <p:cNvSpPr/>
            <p:nvPr/>
          </p:nvSpPr>
          <p:spPr>
            <a:xfrm rot="0">
              <a:off x="592" y="1607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89" name=""/>
            <p:cNvSpPr/>
            <p:nvPr/>
          </p:nvSpPr>
          <p:spPr>
            <a:xfrm rot="0">
              <a:off x="592" y="1616"/>
              <a:ext cx="18" cy="92"/>
            </a:xfrm>
            <a:custGeom>
              <a:avLst/>
              <a:ahLst/>
              <a:rect l="0" t="0" r="r" b="b"/>
              <a:pathLst>
                <a:path w="54" h="274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74"/>
                  </a:lnTo>
                  <a:lnTo>
                    <a:pt x="26" y="274"/>
                  </a:lnTo>
                  <a:lnTo>
                    <a:pt x="54" y="274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90" name=""/>
            <p:cNvSpPr/>
            <p:nvPr/>
          </p:nvSpPr>
          <p:spPr>
            <a:xfrm rot="0">
              <a:off x="592" y="1616"/>
              <a:ext cx="18" cy="92"/>
            </a:xfrm>
            <a:custGeom>
              <a:avLst/>
              <a:ahLst/>
              <a:rect l="0" t="0" r="r" b="b"/>
              <a:pathLst>
                <a:path w="54" h="274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74"/>
                  </a:lnTo>
                  <a:lnTo>
                    <a:pt x="26" y="274"/>
                  </a:lnTo>
                  <a:lnTo>
                    <a:pt x="54" y="274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91" name=""/>
            <p:cNvSpPr/>
            <p:nvPr/>
          </p:nvSpPr>
          <p:spPr>
            <a:xfrm rot="0">
              <a:off x="592" y="170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92" name=""/>
            <p:cNvSpPr/>
            <p:nvPr/>
          </p:nvSpPr>
          <p:spPr>
            <a:xfrm rot="0">
              <a:off x="592" y="170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7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93" name=""/>
            <p:cNvSpPr/>
            <p:nvPr/>
          </p:nvSpPr>
          <p:spPr>
            <a:xfrm rot="0">
              <a:off x="592" y="174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94" name=""/>
            <p:cNvSpPr/>
            <p:nvPr/>
          </p:nvSpPr>
          <p:spPr>
            <a:xfrm rot="0">
              <a:off x="592" y="174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95" name=""/>
            <p:cNvSpPr/>
            <p:nvPr/>
          </p:nvSpPr>
          <p:spPr>
            <a:xfrm rot="0">
              <a:off x="592" y="1753"/>
              <a:ext cx="18" cy="91"/>
            </a:xfrm>
            <a:custGeom>
              <a:avLst/>
              <a:ahLst/>
              <a:rect l="0" t="0" r="r" b="b"/>
              <a:pathLst>
                <a:path w="54" h="273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73"/>
                  </a:lnTo>
                  <a:lnTo>
                    <a:pt x="26" y="273"/>
                  </a:lnTo>
                  <a:lnTo>
                    <a:pt x="54" y="273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96" name=""/>
            <p:cNvSpPr/>
            <p:nvPr/>
          </p:nvSpPr>
          <p:spPr>
            <a:xfrm rot="0">
              <a:off x="592" y="1753"/>
              <a:ext cx="18" cy="91"/>
            </a:xfrm>
            <a:custGeom>
              <a:avLst/>
              <a:ahLst/>
              <a:rect l="0" t="0" r="r" b="b"/>
              <a:pathLst>
                <a:path w="54" h="273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73"/>
                  </a:lnTo>
                  <a:lnTo>
                    <a:pt x="26" y="273"/>
                  </a:lnTo>
                  <a:lnTo>
                    <a:pt x="54" y="27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97" name=""/>
            <p:cNvSpPr/>
            <p:nvPr/>
          </p:nvSpPr>
          <p:spPr>
            <a:xfrm rot="0">
              <a:off x="592" y="18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898" name=""/>
            <p:cNvSpPr/>
            <p:nvPr/>
          </p:nvSpPr>
          <p:spPr>
            <a:xfrm rot="0">
              <a:off x="592" y="184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899" name=""/>
            <p:cNvSpPr/>
            <p:nvPr/>
          </p:nvSpPr>
          <p:spPr>
            <a:xfrm rot="0">
              <a:off x="592" y="18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00" name=""/>
            <p:cNvSpPr/>
            <p:nvPr/>
          </p:nvSpPr>
          <p:spPr>
            <a:xfrm rot="0">
              <a:off x="592" y="188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01" name=""/>
            <p:cNvSpPr/>
            <p:nvPr/>
          </p:nvSpPr>
          <p:spPr>
            <a:xfrm rot="0">
              <a:off x="592" y="1890"/>
              <a:ext cx="18" cy="70"/>
            </a:xfrm>
            <a:custGeom>
              <a:avLst/>
              <a:ahLst/>
              <a:rect l="0" t="0" r="r" b="b"/>
              <a:pathLst>
                <a:path w="54" h="21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11"/>
                  </a:lnTo>
                  <a:lnTo>
                    <a:pt x="26" y="211"/>
                  </a:lnTo>
                  <a:lnTo>
                    <a:pt x="54" y="211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02" name=""/>
            <p:cNvSpPr/>
            <p:nvPr/>
          </p:nvSpPr>
          <p:spPr>
            <a:xfrm rot="0">
              <a:off x="592" y="1890"/>
              <a:ext cx="18" cy="70"/>
            </a:xfrm>
            <a:custGeom>
              <a:avLst/>
              <a:ahLst/>
              <a:rect l="0" t="0" r="r" b="b"/>
              <a:pathLst>
                <a:path w="54" h="21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11"/>
                  </a:lnTo>
                  <a:lnTo>
                    <a:pt x="26" y="211"/>
                  </a:lnTo>
                  <a:lnTo>
                    <a:pt x="54" y="21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03" name=""/>
            <p:cNvSpPr/>
            <p:nvPr/>
          </p:nvSpPr>
          <p:spPr>
            <a:xfrm rot="0">
              <a:off x="592" y="1960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04" name=""/>
            <p:cNvSpPr/>
            <p:nvPr/>
          </p:nvSpPr>
          <p:spPr>
            <a:xfrm rot="0">
              <a:off x="592" y="1960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05" name=""/>
            <p:cNvSpPr/>
            <p:nvPr/>
          </p:nvSpPr>
          <p:spPr>
            <a:xfrm rot="0">
              <a:off x="1366" y="1645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06" name=""/>
            <p:cNvSpPr/>
            <p:nvPr/>
          </p:nvSpPr>
          <p:spPr>
            <a:xfrm rot="0">
              <a:off x="1366" y="1645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07" name=""/>
            <p:cNvSpPr/>
            <p:nvPr/>
          </p:nvSpPr>
          <p:spPr>
            <a:xfrm rot="0">
              <a:off x="907" y="1645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1378" y="54"/>
                  </a:moveTo>
                  <a:lnTo>
                    <a:pt x="1378" y="27"/>
                  </a:lnTo>
                  <a:lnTo>
                    <a:pt x="1378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78" y="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08" name=""/>
            <p:cNvSpPr/>
            <p:nvPr/>
          </p:nvSpPr>
          <p:spPr>
            <a:xfrm rot="0">
              <a:off x="907" y="1645"/>
              <a:ext cx="459" cy="18"/>
            </a:xfrm>
            <a:custGeom>
              <a:avLst/>
              <a:ahLst/>
              <a:rect l="0" t="0" r="r" b="b"/>
              <a:pathLst>
                <a:path w="1378" h="54">
                  <a:moveTo>
                    <a:pt x="1378" y="54"/>
                  </a:moveTo>
                  <a:lnTo>
                    <a:pt x="1378" y="27"/>
                  </a:lnTo>
                  <a:lnTo>
                    <a:pt x="1378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1378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09" name=""/>
            <p:cNvSpPr/>
            <p:nvPr/>
          </p:nvSpPr>
          <p:spPr>
            <a:xfrm rot="0">
              <a:off x="898" y="1645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10" name=""/>
            <p:cNvSpPr/>
            <p:nvPr/>
          </p:nvSpPr>
          <p:spPr>
            <a:xfrm rot="0">
              <a:off x="898" y="1645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11" name=""/>
            <p:cNvSpPr/>
            <p:nvPr/>
          </p:nvSpPr>
          <p:spPr>
            <a:xfrm rot="0">
              <a:off x="898" y="965"/>
              <a:ext cx="9" cy="18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12" name=""/>
            <p:cNvSpPr/>
            <p:nvPr/>
          </p:nvSpPr>
          <p:spPr>
            <a:xfrm rot="0">
              <a:off x="898" y="965"/>
              <a:ext cx="9" cy="18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13" name=""/>
            <p:cNvSpPr/>
            <p:nvPr/>
          </p:nvSpPr>
          <p:spPr>
            <a:xfrm rot="0">
              <a:off x="907" y="965"/>
              <a:ext cx="459" cy="18"/>
            </a:xfrm>
            <a:custGeom>
              <a:avLst/>
              <a:ahLst/>
              <a:rect l="0" t="0" r="r" b="b"/>
              <a:pathLst>
                <a:path w="1378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378" y="55"/>
                  </a:lnTo>
                  <a:lnTo>
                    <a:pt x="1378" y="28"/>
                  </a:lnTo>
                  <a:lnTo>
                    <a:pt x="137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14" name=""/>
            <p:cNvSpPr/>
            <p:nvPr/>
          </p:nvSpPr>
          <p:spPr>
            <a:xfrm rot="0">
              <a:off x="907" y="965"/>
              <a:ext cx="459" cy="18"/>
            </a:xfrm>
            <a:custGeom>
              <a:avLst/>
              <a:ahLst/>
              <a:rect l="0" t="0" r="r" b="b"/>
              <a:pathLst>
                <a:path w="1378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378" y="55"/>
                  </a:lnTo>
                  <a:lnTo>
                    <a:pt x="1378" y="28"/>
                  </a:lnTo>
                  <a:lnTo>
                    <a:pt x="13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15" name=""/>
            <p:cNvSpPr/>
            <p:nvPr/>
          </p:nvSpPr>
          <p:spPr>
            <a:xfrm rot="0">
              <a:off x="1366" y="965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16" name=""/>
            <p:cNvSpPr/>
            <p:nvPr/>
          </p:nvSpPr>
          <p:spPr>
            <a:xfrm rot="0">
              <a:off x="1366" y="965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17" name=""/>
            <p:cNvSpPr/>
            <p:nvPr/>
          </p:nvSpPr>
          <p:spPr>
            <a:xfrm rot="0">
              <a:off x="1731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5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18" name=""/>
            <p:cNvSpPr/>
            <p:nvPr/>
          </p:nvSpPr>
          <p:spPr>
            <a:xfrm rot="0">
              <a:off x="1731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3"/>
                  </a:lnTo>
                  <a:lnTo>
                    <a:pt x="15" y="6"/>
                  </a:lnTo>
                  <a:lnTo>
                    <a:pt x="22" y="12"/>
                  </a:lnTo>
                  <a:lnTo>
                    <a:pt x="25" y="20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19" name=""/>
            <p:cNvSpPr/>
            <p:nvPr/>
          </p:nvSpPr>
          <p:spPr>
            <a:xfrm rot="0">
              <a:off x="1578" y="965"/>
              <a:ext cx="153" cy="18"/>
            </a:xfrm>
            <a:custGeom>
              <a:avLst/>
              <a:ahLst/>
              <a:rect l="0" t="0" r="r" b="b"/>
              <a:pathLst>
                <a:path w="459" h="55">
                  <a:moveTo>
                    <a:pt x="459" y="55"/>
                  </a:moveTo>
                  <a:lnTo>
                    <a:pt x="459" y="28"/>
                  </a:lnTo>
                  <a:lnTo>
                    <a:pt x="45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59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20" name=""/>
            <p:cNvSpPr/>
            <p:nvPr/>
          </p:nvSpPr>
          <p:spPr>
            <a:xfrm rot="0">
              <a:off x="1578" y="965"/>
              <a:ext cx="153" cy="18"/>
            </a:xfrm>
            <a:custGeom>
              <a:avLst/>
              <a:ahLst/>
              <a:rect l="0" t="0" r="r" b="b"/>
              <a:pathLst>
                <a:path w="459" h="55">
                  <a:moveTo>
                    <a:pt x="459" y="55"/>
                  </a:moveTo>
                  <a:lnTo>
                    <a:pt x="459" y="28"/>
                  </a:lnTo>
                  <a:lnTo>
                    <a:pt x="45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59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21" name=""/>
            <p:cNvSpPr/>
            <p:nvPr/>
          </p:nvSpPr>
          <p:spPr>
            <a:xfrm rot="0">
              <a:off x="1569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22" name=""/>
            <p:cNvSpPr/>
            <p:nvPr/>
          </p:nvSpPr>
          <p:spPr>
            <a:xfrm rot="0">
              <a:off x="1569" y="965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23" name=""/>
            <p:cNvSpPr/>
            <p:nvPr/>
          </p:nvSpPr>
          <p:spPr>
            <a:xfrm rot="0">
              <a:off x="3211" y="1075"/>
              <a:ext cx="15" cy="16"/>
            </a:xfrm>
            <a:custGeom>
              <a:avLst/>
              <a:ahLst/>
              <a:rect l="0" t="0" r="r" b="b"/>
              <a:pathLst>
                <a:path w="44" h="47">
                  <a:moveTo>
                    <a:pt x="26" y="20"/>
                  </a:moveTo>
                  <a:lnTo>
                    <a:pt x="44" y="40"/>
                  </a:lnTo>
                  <a:lnTo>
                    <a:pt x="37" y="45"/>
                  </a:lnTo>
                  <a:lnTo>
                    <a:pt x="30" y="47"/>
                  </a:lnTo>
                  <a:lnTo>
                    <a:pt x="21" y="47"/>
                  </a:lnTo>
                  <a:lnTo>
                    <a:pt x="13" y="43"/>
                  </a:lnTo>
                  <a:lnTo>
                    <a:pt x="6" y="38"/>
                  </a:lnTo>
                  <a:lnTo>
                    <a:pt x="2" y="31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3" y="6"/>
                  </a:lnTo>
                  <a:lnTo>
                    <a:pt x="8" y="0"/>
                  </a:lnTo>
                  <a:lnTo>
                    <a:pt x="26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24" name=""/>
            <p:cNvSpPr/>
            <p:nvPr/>
          </p:nvSpPr>
          <p:spPr>
            <a:xfrm rot="0">
              <a:off x="3211" y="1075"/>
              <a:ext cx="15" cy="16"/>
            </a:xfrm>
            <a:custGeom>
              <a:avLst/>
              <a:ahLst/>
              <a:rect l="0" t="0" r="r" b="b"/>
              <a:pathLst>
                <a:path w="44" h="47">
                  <a:moveTo>
                    <a:pt x="44" y="40"/>
                  </a:moveTo>
                  <a:lnTo>
                    <a:pt x="37" y="45"/>
                  </a:lnTo>
                  <a:lnTo>
                    <a:pt x="30" y="47"/>
                  </a:lnTo>
                  <a:lnTo>
                    <a:pt x="21" y="47"/>
                  </a:lnTo>
                  <a:lnTo>
                    <a:pt x="13" y="43"/>
                  </a:lnTo>
                  <a:lnTo>
                    <a:pt x="6" y="38"/>
                  </a:lnTo>
                  <a:lnTo>
                    <a:pt x="2" y="31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3" y="6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25" name=""/>
            <p:cNvSpPr/>
            <p:nvPr/>
          </p:nvSpPr>
          <p:spPr>
            <a:xfrm rot="0">
              <a:off x="3214" y="716"/>
              <a:ext cx="407" cy="372"/>
            </a:xfrm>
            <a:custGeom>
              <a:avLst/>
              <a:ahLst/>
              <a:rect l="0" t="0" r="r" b="b"/>
              <a:pathLst>
                <a:path w="1221" h="1118">
                  <a:moveTo>
                    <a:pt x="0" y="1078"/>
                  </a:moveTo>
                  <a:lnTo>
                    <a:pt x="18" y="1098"/>
                  </a:lnTo>
                  <a:lnTo>
                    <a:pt x="36" y="1118"/>
                  </a:lnTo>
                  <a:lnTo>
                    <a:pt x="1221" y="41"/>
                  </a:lnTo>
                  <a:lnTo>
                    <a:pt x="1203" y="20"/>
                  </a:lnTo>
                  <a:lnTo>
                    <a:pt x="1185" y="0"/>
                  </a:lnTo>
                  <a:lnTo>
                    <a:pt x="0" y="107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26" name=""/>
            <p:cNvSpPr/>
            <p:nvPr/>
          </p:nvSpPr>
          <p:spPr>
            <a:xfrm rot="0">
              <a:off x="3214" y="716"/>
              <a:ext cx="407" cy="372"/>
            </a:xfrm>
            <a:custGeom>
              <a:avLst/>
              <a:ahLst/>
              <a:rect l="0" t="0" r="r" b="b"/>
              <a:pathLst>
                <a:path w="1221" h="1118">
                  <a:moveTo>
                    <a:pt x="0" y="1078"/>
                  </a:moveTo>
                  <a:lnTo>
                    <a:pt x="18" y="1098"/>
                  </a:lnTo>
                  <a:lnTo>
                    <a:pt x="36" y="1118"/>
                  </a:lnTo>
                  <a:lnTo>
                    <a:pt x="1221" y="41"/>
                  </a:lnTo>
                  <a:lnTo>
                    <a:pt x="1203" y="20"/>
                  </a:lnTo>
                  <a:lnTo>
                    <a:pt x="1185" y="0"/>
                  </a:lnTo>
                  <a:lnTo>
                    <a:pt x="0" y="107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27" name=""/>
            <p:cNvSpPr/>
            <p:nvPr/>
          </p:nvSpPr>
          <p:spPr>
            <a:xfrm rot="0">
              <a:off x="3609" y="714"/>
              <a:ext cx="15" cy="15"/>
            </a:xfrm>
            <a:custGeom>
              <a:avLst/>
              <a:ahLst/>
              <a:rect l="0" t="0" r="r" b="b"/>
              <a:pathLst>
                <a:path w="45" h="47">
                  <a:moveTo>
                    <a:pt x="18" y="26"/>
                  </a:moveTo>
                  <a:lnTo>
                    <a:pt x="0" y="6"/>
                  </a:lnTo>
                  <a:lnTo>
                    <a:pt x="7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3"/>
                  </a:lnTo>
                  <a:lnTo>
                    <a:pt x="38" y="8"/>
                  </a:lnTo>
                  <a:lnTo>
                    <a:pt x="43" y="16"/>
                  </a:lnTo>
                  <a:lnTo>
                    <a:pt x="45" y="23"/>
                  </a:lnTo>
                  <a:lnTo>
                    <a:pt x="45" y="32"/>
                  </a:lnTo>
                  <a:lnTo>
                    <a:pt x="41" y="40"/>
                  </a:lnTo>
                  <a:lnTo>
                    <a:pt x="36" y="47"/>
                  </a:lnTo>
                  <a:lnTo>
                    <a:pt x="18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28" name=""/>
            <p:cNvSpPr/>
            <p:nvPr/>
          </p:nvSpPr>
          <p:spPr>
            <a:xfrm rot="0">
              <a:off x="3609" y="714"/>
              <a:ext cx="15" cy="15"/>
            </a:xfrm>
            <a:custGeom>
              <a:avLst/>
              <a:ahLst/>
              <a:rect l="0" t="0" r="r" b="b"/>
              <a:pathLst>
                <a:path w="45" h="47">
                  <a:moveTo>
                    <a:pt x="0" y="6"/>
                  </a:moveTo>
                  <a:lnTo>
                    <a:pt x="7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3"/>
                  </a:lnTo>
                  <a:lnTo>
                    <a:pt x="38" y="8"/>
                  </a:lnTo>
                  <a:lnTo>
                    <a:pt x="43" y="16"/>
                  </a:lnTo>
                  <a:lnTo>
                    <a:pt x="45" y="23"/>
                  </a:lnTo>
                  <a:lnTo>
                    <a:pt x="45" y="32"/>
                  </a:lnTo>
                  <a:lnTo>
                    <a:pt x="41" y="40"/>
                  </a:lnTo>
                  <a:lnTo>
                    <a:pt x="36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29" name=""/>
            <p:cNvSpPr/>
            <p:nvPr/>
          </p:nvSpPr>
          <p:spPr>
            <a:xfrm rot="0">
              <a:off x="3763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30" name=""/>
            <p:cNvSpPr/>
            <p:nvPr/>
          </p:nvSpPr>
          <p:spPr>
            <a:xfrm rot="0">
              <a:off x="3763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31" name=""/>
            <p:cNvSpPr/>
            <p:nvPr/>
          </p:nvSpPr>
          <p:spPr>
            <a:xfrm rot="0">
              <a:off x="3763" y="1164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32" name=""/>
            <p:cNvSpPr/>
            <p:nvPr/>
          </p:nvSpPr>
          <p:spPr>
            <a:xfrm rot="0">
              <a:off x="3763" y="1164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33" name=""/>
            <p:cNvSpPr/>
            <p:nvPr/>
          </p:nvSpPr>
          <p:spPr>
            <a:xfrm rot="0">
              <a:off x="3763" y="115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34" name=""/>
            <p:cNvSpPr/>
            <p:nvPr/>
          </p:nvSpPr>
          <p:spPr>
            <a:xfrm rot="0">
              <a:off x="3763" y="115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35" name=""/>
            <p:cNvSpPr/>
            <p:nvPr/>
          </p:nvSpPr>
          <p:spPr>
            <a:xfrm rot="0">
              <a:off x="3763" y="112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36" name=""/>
            <p:cNvSpPr/>
            <p:nvPr/>
          </p:nvSpPr>
          <p:spPr>
            <a:xfrm rot="0">
              <a:off x="3763" y="112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37" name=""/>
            <p:cNvSpPr/>
            <p:nvPr/>
          </p:nvSpPr>
          <p:spPr>
            <a:xfrm rot="0">
              <a:off x="3763" y="1050"/>
              <a:ext cx="18" cy="76"/>
            </a:xfrm>
            <a:custGeom>
              <a:avLst/>
              <a:ahLst/>
              <a:rect l="0" t="0" r="r" b="b"/>
              <a:pathLst>
                <a:path w="54" h="227">
                  <a:moveTo>
                    <a:pt x="0" y="227"/>
                  </a:moveTo>
                  <a:lnTo>
                    <a:pt x="27" y="227"/>
                  </a:lnTo>
                  <a:lnTo>
                    <a:pt x="54" y="227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38" name=""/>
            <p:cNvSpPr/>
            <p:nvPr/>
          </p:nvSpPr>
          <p:spPr>
            <a:xfrm rot="0">
              <a:off x="3763" y="1050"/>
              <a:ext cx="18" cy="76"/>
            </a:xfrm>
            <a:custGeom>
              <a:avLst/>
              <a:ahLst/>
              <a:rect l="0" t="0" r="r" b="b"/>
              <a:pathLst>
                <a:path w="54" h="227">
                  <a:moveTo>
                    <a:pt x="0" y="227"/>
                  </a:moveTo>
                  <a:lnTo>
                    <a:pt x="27" y="227"/>
                  </a:lnTo>
                  <a:lnTo>
                    <a:pt x="54" y="227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39" name=""/>
            <p:cNvSpPr/>
            <p:nvPr/>
          </p:nvSpPr>
          <p:spPr>
            <a:xfrm rot="0">
              <a:off x="3763" y="104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40" name=""/>
            <p:cNvSpPr/>
            <p:nvPr/>
          </p:nvSpPr>
          <p:spPr>
            <a:xfrm rot="0">
              <a:off x="3763" y="104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41" name=""/>
            <p:cNvSpPr/>
            <p:nvPr/>
          </p:nvSpPr>
          <p:spPr>
            <a:xfrm rot="0">
              <a:off x="3763" y="1012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42" name=""/>
            <p:cNvSpPr/>
            <p:nvPr/>
          </p:nvSpPr>
          <p:spPr>
            <a:xfrm rot="0">
              <a:off x="3763" y="1012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43" name=""/>
            <p:cNvSpPr/>
            <p:nvPr/>
          </p:nvSpPr>
          <p:spPr>
            <a:xfrm rot="0">
              <a:off x="3763" y="936"/>
              <a:ext cx="18" cy="76"/>
            </a:xfrm>
            <a:custGeom>
              <a:avLst/>
              <a:ahLst/>
              <a:rect l="0" t="0" r="r" b="b"/>
              <a:pathLst>
                <a:path w="54" h="228">
                  <a:moveTo>
                    <a:pt x="0" y="228"/>
                  </a:moveTo>
                  <a:lnTo>
                    <a:pt x="27" y="228"/>
                  </a:lnTo>
                  <a:lnTo>
                    <a:pt x="54" y="228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44" name=""/>
            <p:cNvSpPr/>
            <p:nvPr/>
          </p:nvSpPr>
          <p:spPr>
            <a:xfrm rot="0">
              <a:off x="3763" y="936"/>
              <a:ext cx="18" cy="76"/>
            </a:xfrm>
            <a:custGeom>
              <a:avLst/>
              <a:ahLst/>
              <a:rect l="0" t="0" r="r" b="b"/>
              <a:pathLst>
                <a:path w="54" h="228">
                  <a:moveTo>
                    <a:pt x="0" y="228"/>
                  </a:moveTo>
                  <a:lnTo>
                    <a:pt x="27" y="228"/>
                  </a:lnTo>
                  <a:lnTo>
                    <a:pt x="54" y="228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45" name=""/>
            <p:cNvSpPr/>
            <p:nvPr/>
          </p:nvSpPr>
          <p:spPr>
            <a:xfrm rot="0">
              <a:off x="3763" y="92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46" name=""/>
            <p:cNvSpPr/>
            <p:nvPr/>
          </p:nvSpPr>
          <p:spPr>
            <a:xfrm rot="0">
              <a:off x="3763" y="92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47" name=""/>
            <p:cNvSpPr/>
            <p:nvPr/>
          </p:nvSpPr>
          <p:spPr>
            <a:xfrm rot="0">
              <a:off x="3763" y="89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5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48" name=""/>
            <p:cNvSpPr/>
            <p:nvPr/>
          </p:nvSpPr>
          <p:spPr>
            <a:xfrm rot="0">
              <a:off x="3763" y="89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5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49" name=""/>
            <p:cNvSpPr/>
            <p:nvPr/>
          </p:nvSpPr>
          <p:spPr>
            <a:xfrm rot="0">
              <a:off x="3763" y="822"/>
              <a:ext cx="18" cy="76"/>
            </a:xfrm>
            <a:custGeom>
              <a:avLst/>
              <a:ahLst/>
              <a:rect l="0" t="0" r="r" b="b"/>
              <a:pathLst>
                <a:path w="54" h="229">
                  <a:moveTo>
                    <a:pt x="0" y="229"/>
                  </a:moveTo>
                  <a:lnTo>
                    <a:pt x="27" y="229"/>
                  </a:lnTo>
                  <a:lnTo>
                    <a:pt x="54" y="229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50" name=""/>
            <p:cNvSpPr/>
            <p:nvPr/>
          </p:nvSpPr>
          <p:spPr>
            <a:xfrm rot="0">
              <a:off x="3763" y="822"/>
              <a:ext cx="18" cy="76"/>
            </a:xfrm>
            <a:custGeom>
              <a:avLst/>
              <a:ahLst/>
              <a:rect l="0" t="0" r="r" b="b"/>
              <a:pathLst>
                <a:path w="54" h="229">
                  <a:moveTo>
                    <a:pt x="0" y="229"/>
                  </a:moveTo>
                  <a:lnTo>
                    <a:pt x="27" y="229"/>
                  </a:lnTo>
                  <a:lnTo>
                    <a:pt x="54" y="229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51" name=""/>
            <p:cNvSpPr/>
            <p:nvPr/>
          </p:nvSpPr>
          <p:spPr>
            <a:xfrm rot="0">
              <a:off x="3763" y="81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52" name=""/>
            <p:cNvSpPr/>
            <p:nvPr/>
          </p:nvSpPr>
          <p:spPr>
            <a:xfrm rot="0">
              <a:off x="3763" y="81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53" name=""/>
            <p:cNvSpPr/>
            <p:nvPr/>
          </p:nvSpPr>
          <p:spPr>
            <a:xfrm rot="0">
              <a:off x="3763" y="7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54" name=""/>
            <p:cNvSpPr/>
            <p:nvPr/>
          </p:nvSpPr>
          <p:spPr>
            <a:xfrm rot="0">
              <a:off x="3763" y="7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55" name=""/>
            <p:cNvSpPr/>
            <p:nvPr/>
          </p:nvSpPr>
          <p:spPr>
            <a:xfrm rot="0">
              <a:off x="3763" y="722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56" name=""/>
            <p:cNvSpPr/>
            <p:nvPr/>
          </p:nvSpPr>
          <p:spPr>
            <a:xfrm rot="0">
              <a:off x="3763" y="722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57" name=""/>
            <p:cNvSpPr/>
            <p:nvPr/>
          </p:nvSpPr>
          <p:spPr>
            <a:xfrm rot="0">
              <a:off x="3763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58" name=""/>
            <p:cNvSpPr/>
            <p:nvPr/>
          </p:nvSpPr>
          <p:spPr>
            <a:xfrm rot="0">
              <a:off x="3763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59" name=""/>
            <p:cNvSpPr/>
            <p:nvPr/>
          </p:nvSpPr>
          <p:spPr>
            <a:xfrm rot="0">
              <a:off x="4359" y="1226"/>
              <a:ext cx="19" cy="8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60" name=""/>
            <p:cNvSpPr/>
            <p:nvPr/>
          </p:nvSpPr>
          <p:spPr>
            <a:xfrm rot="0">
              <a:off x="4359" y="1226"/>
              <a:ext cx="19" cy="8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61" name=""/>
            <p:cNvSpPr/>
            <p:nvPr/>
          </p:nvSpPr>
          <p:spPr>
            <a:xfrm rot="0">
              <a:off x="4359" y="1164"/>
              <a:ext cx="19" cy="62"/>
            </a:xfrm>
            <a:custGeom>
              <a:avLst/>
              <a:ahLst/>
              <a:rect l="0" t="0" r="r" b="b"/>
              <a:pathLst>
                <a:path w="55" h="184">
                  <a:moveTo>
                    <a:pt x="0" y="184"/>
                  </a:moveTo>
                  <a:lnTo>
                    <a:pt x="27" y="184"/>
                  </a:lnTo>
                  <a:lnTo>
                    <a:pt x="55" y="184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62" name=""/>
            <p:cNvSpPr/>
            <p:nvPr/>
          </p:nvSpPr>
          <p:spPr>
            <a:xfrm rot="0">
              <a:off x="4359" y="1164"/>
              <a:ext cx="19" cy="62"/>
            </a:xfrm>
            <a:custGeom>
              <a:avLst/>
              <a:ahLst/>
              <a:rect l="0" t="0" r="r" b="b"/>
              <a:pathLst>
                <a:path w="55" h="184">
                  <a:moveTo>
                    <a:pt x="0" y="184"/>
                  </a:moveTo>
                  <a:lnTo>
                    <a:pt x="27" y="184"/>
                  </a:lnTo>
                  <a:lnTo>
                    <a:pt x="55" y="184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63" name=""/>
            <p:cNvSpPr/>
            <p:nvPr/>
          </p:nvSpPr>
          <p:spPr>
            <a:xfrm rot="0">
              <a:off x="4359" y="1155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64" name=""/>
            <p:cNvSpPr/>
            <p:nvPr/>
          </p:nvSpPr>
          <p:spPr>
            <a:xfrm rot="0">
              <a:off x="4359" y="1155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65" name=""/>
            <p:cNvSpPr/>
            <p:nvPr/>
          </p:nvSpPr>
          <p:spPr>
            <a:xfrm rot="0">
              <a:off x="4359" y="1126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7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66" name=""/>
            <p:cNvSpPr/>
            <p:nvPr/>
          </p:nvSpPr>
          <p:spPr>
            <a:xfrm rot="0">
              <a:off x="4359" y="1126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7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67" name=""/>
            <p:cNvSpPr/>
            <p:nvPr/>
          </p:nvSpPr>
          <p:spPr>
            <a:xfrm rot="0">
              <a:off x="4359" y="1050"/>
              <a:ext cx="19" cy="76"/>
            </a:xfrm>
            <a:custGeom>
              <a:avLst/>
              <a:ahLst/>
              <a:rect l="0" t="0" r="r" b="b"/>
              <a:pathLst>
                <a:path w="55" h="227">
                  <a:moveTo>
                    <a:pt x="0" y="227"/>
                  </a:moveTo>
                  <a:lnTo>
                    <a:pt x="27" y="227"/>
                  </a:lnTo>
                  <a:lnTo>
                    <a:pt x="55" y="22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68" name=""/>
            <p:cNvSpPr/>
            <p:nvPr/>
          </p:nvSpPr>
          <p:spPr>
            <a:xfrm rot="0">
              <a:off x="4359" y="1050"/>
              <a:ext cx="19" cy="76"/>
            </a:xfrm>
            <a:custGeom>
              <a:avLst/>
              <a:ahLst/>
              <a:rect l="0" t="0" r="r" b="b"/>
              <a:pathLst>
                <a:path w="55" h="227">
                  <a:moveTo>
                    <a:pt x="0" y="227"/>
                  </a:moveTo>
                  <a:lnTo>
                    <a:pt x="27" y="227"/>
                  </a:lnTo>
                  <a:lnTo>
                    <a:pt x="55" y="22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69" name=""/>
            <p:cNvSpPr/>
            <p:nvPr/>
          </p:nvSpPr>
          <p:spPr>
            <a:xfrm rot="0">
              <a:off x="4359" y="1041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70" name=""/>
            <p:cNvSpPr/>
            <p:nvPr/>
          </p:nvSpPr>
          <p:spPr>
            <a:xfrm rot="0">
              <a:off x="4359" y="1041"/>
              <a:ext cx="19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71" name=""/>
            <p:cNvSpPr/>
            <p:nvPr/>
          </p:nvSpPr>
          <p:spPr>
            <a:xfrm rot="0">
              <a:off x="4359" y="1012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72" name=""/>
            <p:cNvSpPr/>
            <p:nvPr/>
          </p:nvSpPr>
          <p:spPr>
            <a:xfrm rot="0">
              <a:off x="4359" y="1012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73" name=""/>
            <p:cNvSpPr/>
            <p:nvPr/>
          </p:nvSpPr>
          <p:spPr>
            <a:xfrm rot="0">
              <a:off x="4359" y="936"/>
              <a:ext cx="19" cy="76"/>
            </a:xfrm>
            <a:custGeom>
              <a:avLst/>
              <a:ahLst/>
              <a:rect l="0" t="0" r="r" b="b"/>
              <a:pathLst>
                <a:path w="55" h="228">
                  <a:moveTo>
                    <a:pt x="0" y="228"/>
                  </a:moveTo>
                  <a:lnTo>
                    <a:pt x="27" y="228"/>
                  </a:lnTo>
                  <a:lnTo>
                    <a:pt x="55" y="228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74" name=""/>
            <p:cNvSpPr/>
            <p:nvPr/>
          </p:nvSpPr>
          <p:spPr>
            <a:xfrm rot="0">
              <a:off x="4359" y="936"/>
              <a:ext cx="19" cy="76"/>
            </a:xfrm>
            <a:custGeom>
              <a:avLst/>
              <a:ahLst/>
              <a:rect l="0" t="0" r="r" b="b"/>
              <a:pathLst>
                <a:path w="55" h="228">
                  <a:moveTo>
                    <a:pt x="0" y="228"/>
                  </a:moveTo>
                  <a:lnTo>
                    <a:pt x="27" y="228"/>
                  </a:lnTo>
                  <a:lnTo>
                    <a:pt x="55" y="228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75" name=""/>
            <p:cNvSpPr/>
            <p:nvPr/>
          </p:nvSpPr>
          <p:spPr>
            <a:xfrm rot="0">
              <a:off x="4359" y="927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27"/>
                  </a:move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3" y="19"/>
                  </a:lnTo>
                  <a:lnTo>
                    <a:pt x="55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76" name=""/>
            <p:cNvSpPr/>
            <p:nvPr/>
          </p:nvSpPr>
          <p:spPr>
            <a:xfrm rot="0">
              <a:off x="4359" y="927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0" y="27"/>
                  </a:move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3" y="19"/>
                  </a:lnTo>
                  <a:lnTo>
                    <a:pt x="55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77" name=""/>
            <p:cNvSpPr/>
            <p:nvPr/>
          </p:nvSpPr>
          <p:spPr>
            <a:xfrm rot="0">
              <a:off x="4359" y="898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49" y="15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78" name=""/>
            <p:cNvSpPr/>
            <p:nvPr/>
          </p:nvSpPr>
          <p:spPr>
            <a:xfrm rot="0">
              <a:off x="4359" y="898"/>
              <a:ext cx="19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49" y="15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79" name=""/>
            <p:cNvSpPr/>
            <p:nvPr/>
          </p:nvSpPr>
          <p:spPr>
            <a:xfrm rot="0">
              <a:off x="4359" y="822"/>
              <a:ext cx="19" cy="76"/>
            </a:xfrm>
            <a:custGeom>
              <a:avLst/>
              <a:ahLst/>
              <a:rect l="0" t="0" r="r" b="b"/>
              <a:pathLst>
                <a:path w="55" h="229">
                  <a:moveTo>
                    <a:pt x="0" y="229"/>
                  </a:moveTo>
                  <a:lnTo>
                    <a:pt x="27" y="229"/>
                  </a:lnTo>
                  <a:lnTo>
                    <a:pt x="55" y="229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80" name=""/>
            <p:cNvSpPr/>
            <p:nvPr/>
          </p:nvSpPr>
          <p:spPr>
            <a:xfrm rot="0">
              <a:off x="4359" y="822"/>
              <a:ext cx="19" cy="76"/>
            </a:xfrm>
            <a:custGeom>
              <a:avLst/>
              <a:ahLst/>
              <a:rect l="0" t="0" r="r" b="b"/>
              <a:pathLst>
                <a:path w="55" h="229">
                  <a:moveTo>
                    <a:pt x="0" y="229"/>
                  </a:moveTo>
                  <a:lnTo>
                    <a:pt x="27" y="229"/>
                  </a:lnTo>
                  <a:lnTo>
                    <a:pt x="55" y="229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81" name=""/>
            <p:cNvSpPr/>
            <p:nvPr/>
          </p:nvSpPr>
          <p:spPr>
            <a:xfrm rot="0">
              <a:off x="4359" y="812"/>
              <a:ext cx="19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82" name=""/>
            <p:cNvSpPr/>
            <p:nvPr/>
          </p:nvSpPr>
          <p:spPr>
            <a:xfrm rot="0">
              <a:off x="4359" y="812"/>
              <a:ext cx="19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83" name=""/>
            <p:cNvSpPr/>
            <p:nvPr/>
          </p:nvSpPr>
          <p:spPr>
            <a:xfrm rot="0">
              <a:off x="4359" y="784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</p:grpSp>
      <p:grpSp>
        <p:nvGrpSpPr>
          <p:cNvPr id="134" name=""/>
          <p:cNvGrpSpPr/>
          <p:nvPr/>
        </p:nvGrpSpPr>
        <p:grpSpPr>
          <a:xfrm rot="0">
            <a:off x="431800" y="377825"/>
            <a:ext cx="8358187" cy="5665787"/>
            <a:chOff x="272" y="238"/>
            <a:chExt cx="5265" cy="3569"/>
          </a:xfrm>
        </p:grpSpPr>
        <p:sp>
          <p:nvSpPr>
            <p:cNvPr id="1049984" name=""/>
            <p:cNvSpPr/>
            <p:nvPr/>
          </p:nvSpPr>
          <p:spPr>
            <a:xfrm rot="0">
              <a:off x="4359" y="784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85" name=""/>
            <p:cNvSpPr/>
            <p:nvPr/>
          </p:nvSpPr>
          <p:spPr>
            <a:xfrm rot="0">
              <a:off x="4359" y="722"/>
              <a:ext cx="19" cy="62"/>
            </a:xfrm>
            <a:custGeom>
              <a:avLst/>
              <a:ahLst/>
              <a:rect l="0" t="0" r="r" b="b"/>
              <a:pathLst>
                <a:path w="55" h="184">
                  <a:moveTo>
                    <a:pt x="0" y="184"/>
                  </a:moveTo>
                  <a:lnTo>
                    <a:pt x="27" y="184"/>
                  </a:lnTo>
                  <a:lnTo>
                    <a:pt x="55" y="184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86" name=""/>
            <p:cNvSpPr/>
            <p:nvPr/>
          </p:nvSpPr>
          <p:spPr>
            <a:xfrm rot="0">
              <a:off x="4359" y="722"/>
              <a:ext cx="19" cy="62"/>
            </a:xfrm>
            <a:custGeom>
              <a:avLst/>
              <a:ahLst/>
              <a:rect l="0" t="0" r="r" b="b"/>
              <a:pathLst>
                <a:path w="55" h="184">
                  <a:moveTo>
                    <a:pt x="0" y="184"/>
                  </a:moveTo>
                  <a:lnTo>
                    <a:pt x="27" y="184"/>
                  </a:lnTo>
                  <a:lnTo>
                    <a:pt x="55" y="184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87" name=""/>
            <p:cNvSpPr/>
            <p:nvPr/>
          </p:nvSpPr>
          <p:spPr>
            <a:xfrm rot="0">
              <a:off x="4359" y="713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27"/>
                  </a:moveTo>
                  <a:lnTo>
                    <a:pt x="0" y="27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88" name=""/>
            <p:cNvSpPr/>
            <p:nvPr/>
          </p:nvSpPr>
          <p:spPr>
            <a:xfrm rot="0">
              <a:off x="4359" y="713"/>
              <a:ext cx="19" cy="9"/>
            </a:xfrm>
            <a:custGeom>
              <a:avLst/>
              <a:ahLst/>
              <a:rect l="0" t="0" r="r" b="b"/>
              <a:pathLst>
                <a:path w="55" h="27">
                  <a:moveTo>
                    <a:pt x="0" y="27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89" name=""/>
            <p:cNvSpPr/>
            <p:nvPr/>
          </p:nvSpPr>
          <p:spPr>
            <a:xfrm rot="0">
              <a:off x="4431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90" name=""/>
            <p:cNvSpPr/>
            <p:nvPr/>
          </p:nvSpPr>
          <p:spPr>
            <a:xfrm rot="0">
              <a:off x="4431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91" name=""/>
            <p:cNvSpPr/>
            <p:nvPr/>
          </p:nvSpPr>
          <p:spPr>
            <a:xfrm rot="0">
              <a:off x="4431" y="1183"/>
              <a:ext cx="18" cy="43"/>
            </a:xfrm>
            <a:custGeom>
              <a:avLst/>
              <a:ahLst/>
              <a:rect l="0" t="0" r="r" b="b"/>
              <a:pathLst>
                <a:path w="54" h="128">
                  <a:moveTo>
                    <a:pt x="0" y="128"/>
                  </a:moveTo>
                  <a:lnTo>
                    <a:pt x="27" y="128"/>
                  </a:lnTo>
                  <a:lnTo>
                    <a:pt x="54" y="128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92" name=""/>
            <p:cNvSpPr/>
            <p:nvPr/>
          </p:nvSpPr>
          <p:spPr>
            <a:xfrm rot="0">
              <a:off x="4431" y="1183"/>
              <a:ext cx="18" cy="43"/>
            </a:xfrm>
            <a:custGeom>
              <a:avLst/>
              <a:ahLst/>
              <a:rect l="0" t="0" r="r" b="b"/>
              <a:pathLst>
                <a:path w="54" h="128">
                  <a:moveTo>
                    <a:pt x="0" y="128"/>
                  </a:moveTo>
                  <a:lnTo>
                    <a:pt x="27" y="128"/>
                  </a:lnTo>
                  <a:lnTo>
                    <a:pt x="54" y="128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93" name=""/>
            <p:cNvSpPr/>
            <p:nvPr/>
          </p:nvSpPr>
          <p:spPr>
            <a:xfrm rot="0">
              <a:off x="4431" y="117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94" name=""/>
            <p:cNvSpPr/>
            <p:nvPr/>
          </p:nvSpPr>
          <p:spPr>
            <a:xfrm rot="0">
              <a:off x="4431" y="117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95" name=""/>
            <p:cNvSpPr/>
            <p:nvPr/>
          </p:nvSpPr>
          <p:spPr>
            <a:xfrm rot="0">
              <a:off x="4575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96" name=""/>
            <p:cNvSpPr/>
            <p:nvPr/>
          </p:nvSpPr>
          <p:spPr>
            <a:xfrm rot="0">
              <a:off x="4575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97" name=""/>
            <p:cNvSpPr/>
            <p:nvPr/>
          </p:nvSpPr>
          <p:spPr>
            <a:xfrm rot="0">
              <a:off x="4575" y="1169"/>
              <a:ext cx="18" cy="57"/>
            </a:xfrm>
            <a:custGeom>
              <a:avLst/>
              <a:ahLst/>
              <a:rect l="0" t="0" r="r" b="b"/>
              <a:pathLst>
                <a:path w="54" h="169">
                  <a:moveTo>
                    <a:pt x="0" y="169"/>
                  </a:moveTo>
                  <a:lnTo>
                    <a:pt x="26" y="169"/>
                  </a:lnTo>
                  <a:lnTo>
                    <a:pt x="54" y="169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49998" name=""/>
            <p:cNvSpPr/>
            <p:nvPr/>
          </p:nvSpPr>
          <p:spPr>
            <a:xfrm rot="0">
              <a:off x="4575" y="1169"/>
              <a:ext cx="18" cy="57"/>
            </a:xfrm>
            <a:custGeom>
              <a:avLst/>
              <a:ahLst/>
              <a:rect l="0" t="0" r="r" b="b"/>
              <a:pathLst>
                <a:path w="54" h="169">
                  <a:moveTo>
                    <a:pt x="0" y="169"/>
                  </a:moveTo>
                  <a:lnTo>
                    <a:pt x="26" y="169"/>
                  </a:lnTo>
                  <a:lnTo>
                    <a:pt x="54" y="169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49999" name=""/>
            <p:cNvSpPr/>
            <p:nvPr/>
          </p:nvSpPr>
          <p:spPr>
            <a:xfrm rot="0">
              <a:off x="4575" y="1160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00" name=""/>
            <p:cNvSpPr/>
            <p:nvPr/>
          </p:nvSpPr>
          <p:spPr>
            <a:xfrm rot="0">
              <a:off x="4575" y="1160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01" name=""/>
            <p:cNvSpPr/>
            <p:nvPr/>
          </p:nvSpPr>
          <p:spPr>
            <a:xfrm rot="0">
              <a:off x="4647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02" name=""/>
            <p:cNvSpPr/>
            <p:nvPr/>
          </p:nvSpPr>
          <p:spPr>
            <a:xfrm rot="0">
              <a:off x="4647" y="1226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03" name=""/>
            <p:cNvSpPr/>
            <p:nvPr/>
          </p:nvSpPr>
          <p:spPr>
            <a:xfrm rot="0">
              <a:off x="4647" y="1164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04" name=""/>
            <p:cNvSpPr/>
            <p:nvPr/>
          </p:nvSpPr>
          <p:spPr>
            <a:xfrm rot="0">
              <a:off x="4647" y="1164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05" name=""/>
            <p:cNvSpPr/>
            <p:nvPr/>
          </p:nvSpPr>
          <p:spPr>
            <a:xfrm rot="0">
              <a:off x="4647" y="115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06" name=""/>
            <p:cNvSpPr/>
            <p:nvPr/>
          </p:nvSpPr>
          <p:spPr>
            <a:xfrm rot="0">
              <a:off x="4647" y="1155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07" name=""/>
            <p:cNvSpPr/>
            <p:nvPr/>
          </p:nvSpPr>
          <p:spPr>
            <a:xfrm rot="0">
              <a:off x="4647" y="112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08" name=""/>
            <p:cNvSpPr/>
            <p:nvPr/>
          </p:nvSpPr>
          <p:spPr>
            <a:xfrm rot="0">
              <a:off x="4647" y="112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09" name=""/>
            <p:cNvSpPr/>
            <p:nvPr/>
          </p:nvSpPr>
          <p:spPr>
            <a:xfrm rot="0">
              <a:off x="4647" y="1050"/>
              <a:ext cx="18" cy="76"/>
            </a:xfrm>
            <a:custGeom>
              <a:avLst/>
              <a:ahLst/>
              <a:rect l="0" t="0" r="r" b="b"/>
              <a:pathLst>
                <a:path w="54" h="227">
                  <a:moveTo>
                    <a:pt x="0" y="227"/>
                  </a:moveTo>
                  <a:lnTo>
                    <a:pt x="27" y="227"/>
                  </a:lnTo>
                  <a:lnTo>
                    <a:pt x="54" y="227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10" name=""/>
            <p:cNvSpPr/>
            <p:nvPr/>
          </p:nvSpPr>
          <p:spPr>
            <a:xfrm rot="0">
              <a:off x="4647" y="1050"/>
              <a:ext cx="18" cy="76"/>
            </a:xfrm>
            <a:custGeom>
              <a:avLst/>
              <a:ahLst/>
              <a:rect l="0" t="0" r="r" b="b"/>
              <a:pathLst>
                <a:path w="54" h="227">
                  <a:moveTo>
                    <a:pt x="0" y="227"/>
                  </a:moveTo>
                  <a:lnTo>
                    <a:pt x="27" y="227"/>
                  </a:lnTo>
                  <a:lnTo>
                    <a:pt x="54" y="227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11" name=""/>
            <p:cNvSpPr/>
            <p:nvPr/>
          </p:nvSpPr>
          <p:spPr>
            <a:xfrm rot="0">
              <a:off x="4647" y="104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12" name=""/>
            <p:cNvSpPr/>
            <p:nvPr/>
          </p:nvSpPr>
          <p:spPr>
            <a:xfrm rot="0">
              <a:off x="4647" y="104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13" name=""/>
            <p:cNvSpPr/>
            <p:nvPr/>
          </p:nvSpPr>
          <p:spPr>
            <a:xfrm rot="0">
              <a:off x="4647" y="1012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14" name=""/>
            <p:cNvSpPr/>
            <p:nvPr/>
          </p:nvSpPr>
          <p:spPr>
            <a:xfrm rot="0">
              <a:off x="4647" y="1012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15" name=""/>
            <p:cNvSpPr/>
            <p:nvPr/>
          </p:nvSpPr>
          <p:spPr>
            <a:xfrm rot="0">
              <a:off x="4647" y="936"/>
              <a:ext cx="18" cy="76"/>
            </a:xfrm>
            <a:custGeom>
              <a:avLst/>
              <a:ahLst/>
              <a:rect l="0" t="0" r="r" b="b"/>
              <a:pathLst>
                <a:path w="54" h="228">
                  <a:moveTo>
                    <a:pt x="0" y="228"/>
                  </a:moveTo>
                  <a:lnTo>
                    <a:pt x="27" y="228"/>
                  </a:lnTo>
                  <a:lnTo>
                    <a:pt x="54" y="228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16" name=""/>
            <p:cNvSpPr/>
            <p:nvPr/>
          </p:nvSpPr>
          <p:spPr>
            <a:xfrm rot="0">
              <a:off x="4647" y="936"/>
              <a:ext cx="18" cy="76"/>
            </a:xfrm>
            <a:custGeom>
              <a:avLst/>
              <a:ahLst/>
              <a:rect l="0" t="0" r="r" b="b"/>
              <a:pathLst>
                <a:path w="54" h="228">
                  <a:moveTo>
                    <a:pt x="0" y="228"/>
                  </a:moveTo>
                  <a:lnTo>
                    <a:pt x="27" y="228"/>
                  </a:lnTo>
                  <a:lnTo>
                    <a:pt x="54" y="228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17" name=""/>
            <p:cNvSpPr/>
            <p:nvPr/>
          </p:nvSpPr>
          <p:spPr>
            <a:xfrm rot="0">
              <a:off x="4647" y="92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18" name=""/>
            <p:cNvSpPr/>
            <p:nvPr/>
          </p:nvSpPr>
          <p:spPr>
            <a:xfrm rot="0">
              <a:off x="4647" y="927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19" name=""/>
            <p:cNvSpPr/>
            <p:nvPr/>
          </p:nvSpPr>
          <p:spPr>
            <a:xfrm rot="0">
              <a:off x="4647" y="89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5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20" name=""/>
            <p:cNvSpPr/>
            <p:nvPr/>
          </p:nvSpPr>
          <p:spPr>
            <a:xfrm rot="0">
              <a:off x="4647" y="898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5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21" name=""/>
            <p:cNvSpPr/>
            <p:nvPr/>
          </p:nvSpPr>
          <p:spPr>
            <a:xfrm rot="0">
              <a:off x="4647" y="822"/>
              <a:ext cx="18" cy="76"/>
            </a:xfrm>
            <a:custGeom>
              <a:avLst/>
              <a:ahLst/>
              <a:rect l="0" t="0" r="r" b="b"/>
              <a:pathLst>
                <a:path w="54" h="229">
                  <a:moveTo>
                    <a:pt x="0" y="229"/>
                  </a:moveTo>
                  <a:lnTo>
                    <a:pt x="27" y="229"/>
                  </a:lnTo>
                  <a:lnTo>
                    <a:pt x="54" y="229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22" name=""/>
            <p:cNvSpPr/>
            <p:nvPr/>
          </p:nvSpPr>
          <p:spPr>
            <a:xfrm rot="0">
              <a:off x="4647" y="822"/>
              <a:ext cx="18" cy="76"/>
            </a:xfrm>
            <a:custGeom>
              <a:avLst/>
              <a:ahLst/>
              <a:rect l="0" t="0" r="r" b="b"/>
              <a:pathLst>
                <a:path w="54" h="229">
                  <a:moveTo>
                    <a:pt x="0" y="229"/>
                  </a:moveTo>
                  <a:lnTo>
                    <a:pt x="27" y="229"/>
                  </a:lnTo>
                  <a:lnTo>
                    <a:pt x="54" y="229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23" name=""/>
            <p:cNvSpPr/>
            <p:nvPr/>
          </p:nvSpPr>
          <p:spPr>
            <a:xfrm rot="0">
              <a:off x="4647" y="81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24" name=""/>
            <p:cNvSpPr/>
            <p:nvPr/>
          </p:nvSpPr>
          <p:spPr>
            <a:xfrm rot="0">
              <a:off x="4647" y="812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25" name=""/>
            <p:cNvSpPr/>
            <p:nvPr/>
          </p:nvSpPr>
          <p:spPr>
            <a:xfrm rot="0">
              <a:off x="4647" y="7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26" name=""/>
            <p:cNvSpPr/>
            <p:nvPr/>
          </p:nvSpPr>
          <p:spPr>
            <a:xfrm rot="0">
              <a:off x="4647" y="784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27" name=""/>
            <p:cNvSpPr/>
            <p:nvPr/>
          </p:nvSpPr>
          <p:spPr>
            <a:xfrm rot="0">
              <a:off x="4647" y="722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28" name=""/>
            <p:cNvSpPr/>
            <p:nvPr/>
          </p:nvSpPr>
          <p:spPr>
            <a:xfrm rot="0">
              <a:off x="4647" y="722"/>
              <a:ext cx="18" cy="62"/>
            </a:xfrm>
            <a:custGeom>
              <a:avLst/>
              <a:ahLst/>
              <a:rect l="0" t="0" r="r" b="b"/>
              <a:pathLst>
                <a:path w="54" h="184">
                  <a:moveTo>
                    <a:pt x="0" y="184"/>
                  </a:moveTo>
                  <a:lnTo>
                    <a:pt x="27" y="184"/>
                  </a:lnTo>
                  <a:lnTo>
                    <a:pt x="54" y="18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29" name=""/>
            <p:cNvSpPr/>
            <p:nvPr/>
          </p:nvSpPr>
          <p:spPr>
            <a:xfrm rot="0">
              <a:off x="4647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30" name=""/>
            <p:cNvSpPr/>
            <p:nvPr/>
          </p:nvSpPr>
          <p:spPr>
            <a:xfrm rot="0">
              <a:off x="4647" y="71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31" name=""/>
            <p:cNvSpPr/>
            <p:nvPr/>
          </p:nvSpPr>
          <p:spPr>
            <a:xfrm rot="0">
              <a:off x="4575" y="115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32" name=""/>
            <p:cNvSpPr/>
            <p:nvPr/>
          </p:nvSpPr>
          <p:spPr>
            <a:xfrm rot="0">
              <a:off x="4575" y="115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33" name=""/>
            <p:cNvSpPr/>
            <p:nvPr/>
          </p:nvSpPr>
          <p:spPr>
            <a:xfrm rot="0">
              <a:off x="4575" y="1094"/>
              <a:ext cx="18" cy="56"/>
            </a:xfrm>
            <a:custGeom>
              <a:avLst/>
              <a:ahLst/>
              <a:rect l="0" t="0" r="r" b="b"/>
              <a:pathLst>
                <a:path w="54" h="169">
                  <a:moveTo>
                    <a:pt x="0" y="169"/>
                  </a:moveTo>
                  <a:lnTo>
                    <a:pt x="26" y="169"/>
                  </a:lnTo>
                  <a:lnTo>
                    <a:pt x="54" y="169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34" name=""/>
            <p:cNvSpPr/>
            <p:nvPr/>
          </p:nvSpPr>
          <p:spPr>
            <a:xfrm rot="0">
              <a:off x="4575" y="1094"/>
              <a:ext cx="18" cy="56"/>
            </a:xfrm>
            <a:custGeom>
              <a:avLst/>
              <a:ahLst/>
              <a:rect l="0" t="0" r="r" b="b"/>
              <a:pathLst>
                <a:path w="54" h="169">
                  <a:moveTo>
                    <a:pt x="0" y="169"/>
                  </a:moveTo>
                  <a:lnTo>
                    <a:pt x="26" y="169"/>
                  </a:lnTo>
                  <a:lnTo>
                    <a:pt x="54" y="169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35" name=""/>
            <p:cNvSpPr/>
            <p:nvPr/>
          </p:nvSpPr>
          <p:spPr>
            <a:xfrm rot="0">
              <a:off x="4575" y="108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36" name=""/>
            <p:cNvSpPr/>
            <p:nvPr/>
          </p:nvSpPr>
          <p:spPr>
            <a:xfrm rot="0">
              <a:off x="4575" y="108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37" name=""/>
            <p:cNvSpPr/>
            <p:nvPr/>
          </p:nvSpPr>
          <p:spPr>
            <a:xfrm rot="0">
              <a:off x="4431" y="115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38" name=""/>
            <p:cNvSpPr/>
            <p:nvPr/>
          </p:nvSpPr>
          <p:spPr>
            <a:xfrm rot="0">
              <a:off x="4431" y="115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39" name=""/>
            <p:cNvSpPr/>
            <p:nvPr/>
          </p:nvSpPr>
          <p:spPr>
            <a:xfrm rot="0">
              <a:off x="4431" y="1113"/>
              <a:ext cx="18" cy="43"/>
            </a:xfrm>
            <a:custGeom>
              <a:avLst/>
              <a:ahLst/>
              <a:rect l="0" t="0" r="r" b="b"/>
              <a:pathLst>
                <a:path w="54" h="127">
                  <a:moveTo>
                    <a:pt x="0" y="127"/>
                  </a:moveTo>
                  <a:lnTo>
                    <a:pt x="27" y="127"/>
                  </a:lnTo>
                  <a:lnTo>
                    <a:pt x="54" y="127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40" name=""/>
            <p:cNvSpPr/>
            <p:nvPr/>
          </p:nvSpPr>
          <p:spPr>
            <a:xfrm rot="0">
              <a:off x="4431" y="1113"/>
              <a:ext cx="18" cy="43"/>
            </a:xfrm>
            <a:custGeom>
              <a:avLst/>
              <a:ahLst/>
              <a:rect l="0" t="0" r="r" b="b"/>
              <a:pathLst>
                <a:path w="54" h="127">
                  <a:moveTo>
                    <a:pt x="0" y="127"/>
                  </a:moveTo>
                  <a:lnTo>
                    <a:pt x="27" y="127"/>
                  </a:lnTo>
                  <a:lnTo>
                    <a:pt x="54" y="127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41" name=""/>
            <p:cNvSpPr/>
            <p:nvPr/>
          </p:nvSpPr>
          <p:spPr>
            <a:xfrm rot="0">
              <a:off x="4431" y="11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42" name=""/>
            <p:cNvSpPr/>
            <p:nvPr/>
          </p:nvSpPr>
          <p:spPr>
            <a:xfrm rot="0">
              <a:off x="4431" y="1104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43" name=""/>
            <p:cNvSpPr/>
            <p:nvPr/>
          </p:nvSpPr>
          <p:spPr>
            <a:xfrm rot="0">
              <a:off x="1033" y="2573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44" name=""/>
            <p:cNvSpPr/>
            <p:nvPr/>
          </p:nvSpPr>
          <p:spPr>
            <a:xfrm rot="0">
              <a:off x="1033" y="2573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45" name=""/>
            <p:cNvSpPr/>
            <p:nvPr/>
          </p:nvSpPr>
          <p:spPr>
            <a:xfrm rot="0">
              <a:off x="702" y="2573"/>
              <a:ext cx="331" cy="19"/>
            </a:xfrm>
            <a:custGeom>
              <a:avLst/>
              <a:ahLst/>
              <a:rect l="0" t="0" r="r" b="b"/>
              <a:pathLst>
                <a:path w="992" h="55">
                  <a:moveTo>
                    <a:pt x="992" y="55"/>
                  </a:moveTo>
                  <a:lnTo>
                    <a:pt x="992" y="28"/>
                  </a:lnTo>
                  <a:lnTo>
                    <a:pt x="9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992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46" name=""/>
            <p:cNvSpPr/>
            <p:nvPr/>
          </p:nvSpPr>
          <p:spPr>
            <a:xfrm rot="0">
              <a:off x="702" y="2573"/>
              <a:ext cx="331" cy="19"/>
            </a:xfrm>
            <a:custGeom>
              <a:avLst/>
              <a:ahLst/>
              <a:rect l="0" t="0" r="r" b="b"/>
              <a:pathLst>
                <a:path w="992" h="55">
                  <a:moveTo>
                    <a:pt x="992" y="55"/>
                  </a:moveTo>
                  <a:lnTo>
                    <a:pt x="992" y="28"/>
                  </a:lnTo>
                  <a:lnTo>
                    <a:pt x="992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992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47" name=""/>
            <p:cNvSpPr/>
            <p:nvPr/>
          </p:nvSpPr>
          <p:spPr>
            <a:xfrm rot="0">
              <a:off x="694" y="2573"/>
              <a:ext cx="8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48" name=""/>
            <p:cNvSpPr/>
            <p:nvPr/>
          </p:nvSpPr>
          <p:spPr>
            <a:xfrm rot="0">
              <a:off x="694" y="2573"/>
              <a:ext cx="8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49" name=""/>
            <p:cNvSpPr/>
            <p:nvPr/>
          </p:nvSpPr>
          <p:spPr>
            <a:xfrm rot="0">
              <a:off x="694" y="2573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50" name=""/>
            <p:cNvSpPr/>
            <p:nvPr/>
          </p:nvSpPr>
          <p:spPr>
            <a:xfrm rot="0">
              <a:off x="694" y="2573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51" name=""/>
            <p:cNvSpPr/>
            <p:nvPr/>
          </p:nvSpPr>
          <p:spPr>
            <a:xfrm rot="0">
              <a:off x="694" y="2583"/>
              <a:ext cx="18" cy="170"/>
            </a:xfrm>
            <a:custGeom>
              <a:avLst/>
              <a:ahLst/>
              <a:rect l="0" t="0" r="r" b="b"/>
              <a:pathLst>
                <a:path w="54" h="51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510"/>
                  </a:lnTo>
                  <a:lnTo>
                    <a:pt x="26" y="510"/>
                  </a:lnTo>
                  <a:lnTo>
                    <a:pt x="54" y="510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52" name=""/>
            <p:cNvSpPr/>
            <p:nvPr/>
          </p:nvSpPr>
          <p:spPr>
            <a:xfrm rot="0">
              <a:off x="694" y="2583"/>
              <a:ext cx="18" cy="170"/>
            </a:xfrm>
            <a:custGeom>
              <a:avLst/>
              <a:ahLst/>
              <a:rect l="0" t="0" r="r" b="b"/>
              <a:pathLst>
                <a:path w="54" h="510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510"/>
                  </a:lnTo>
                  <a:lnTo>
                    <a:pt x="26" y="510"/>
                  </a:lnTo>
                  <a:lnTo>
                    <a:pt x="54" y="510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53" name=""/>
            <p:cNvSpPr/>
            <p:nvPr/>
          </p:nvSpPr>
          <p:spPr>
            <a:xfrm rot="0">
              <a:off x="694" y="275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54" name=""/>
            <p:cNvSpPr/>
            <p:nvPr/>
          </p:nvSpPr>
          <p:spPr>
            <a:xfrm rot="0">
              <a:off x="694" y="2753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55" name=""/>
            <p:cNvSpPr/>
            <p:nvPr/>
          </p:nvSpPr>
          <p:spPr>
            <a:xfrm rot="0">
              <a:off x="1024" y="331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56" name=""/>
            <p:cNvSpPr/>
            <p:nvPr/>
          </p:nvSpPr>
          <p:spPr>
            <a:xfrm rot="0">
              <a:off x="1024" y="3310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57" name=""/>
            <p:cNvSpPr/>
            <p:nvPr/>
          </p:nvSpPr>
          <p:spPr>
            <a:xfrm rot="0">
              <a:off x="1024" y="3319"/>
              <a:ext cx="18" cy="479"/>
            </a:xfrm>
            <a:custGeom>
              <a:avLst/>
              <a:ahLst/>
              <a:rect l="0" t="0" r="r" b="b"/>
              <a:pathLst>
                <a:path w="54" h="143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37"/>
                  </a:lnTo>
                  <a:lnTo>
                    <a:pt x="26" y="1437"/>
                  </a:lnTo>
                  <a:lnTo>
                    <a:pt x="54" y="1437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58" name=""/>
            <p:cNvSpPr/>
            <p:nvPr/>
          </p:nvSpPr>
          <p:spPr>
            <a:xfrm rot="0">
              <a:off x="1024" y="3319"/>
              <a:ext cx="18" cy="479"/>
            </a:xfrm>
            <a:custGeom>
              <a:avLst/>
              <a:ahLst/>
              <a:rect l="0" t="0" r="r" b="b"/>
              <a:pathLst>
                <a:path w="54" h="143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37"/>
                  </a:lnTo>
                  <a:lnTo>
                    <a:pt x="26" y="1437"/>
                  </a:lnTo>
                  <a:lnTo>
                    <a:pt x="54" y="143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59" name=""/>
            <p:cNvSpPr/>
            <p:nvPr/>
          </p:nvSpPr>
          <p:spPr>
            <a:xfrm rot="0">
              <a:off x="1024" y="379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60" name=""/>
            <p:cNvSpPr/>
            <p:nvPr/>
          </p:nvSpPr>
          <p:spPr>
            <a:xfrm rot="0">
              <a:off x="1024" y="379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61" name=""/>
            <p:cNvSpPr/>
            <p:nvPr/>
          </p:nvSpPr>
          <p:spPr>
            <a:xfrm rot="0">
              <a:off x="1615" y="28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62" name=""/>
            <p:cNvSpPr/>
            <p:nvPr/>
          </p:nvSpPr>
          <p:spPr>
            <a:xfrm rot="0">
              <a:off x="1615" y="28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63" name=""/>
            <p:cNvSpPr/>
            <p:nvPr/>
          </p:nvSpPr>
          <p:spPr>
            <a:xfrm rot="0">
              <a:off x="1624" y="2858"/>
              <a:ext cx="64" cy="18"/>
            </a:xfrm>
            <a:custGeom>
              <a:avLst/>
              <a:ahLst/>
              <a:rect l="0" t="0" r="r" b="b"/>
              <a:pathLst>
                <a:path w="192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92" y="54"/>
                  </a:lnTo>
                  <a:lnTo>
                    <a:pt x="192" y="27"/>
                  </a:lnTo>
                  <a:lnTo>
                    <a:pt x="19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64" name=""/>
            <p:cNvSpPr/>
            <p:nvPr/>
          </p:nvSpPr>
          <p:spPr>
            <a:xfrm rot="0">
              <a:off x="1624" y="2858"/>
              <a:ext cx="64" cy="18"/>
            </a:xfrm>
            <a:custGeom>
              <a:avLst/>
              <a:ahLst/>
              <a:rect l="0" t="0" r="r" b="b"/>
              <a:pathLst>
                <a:path w="192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92" y="54"/>
                  </a:lnTo>
                  <a:lnTo>
                    <a:pt x="192" y="27"/>
                  </a:lnTo>
                  <a:lnTo>
                    <a:pt x="19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65" name=""/>
            <p:cNvSpPr/>
            <p:nvPr/>
          </p:nvSpPr>
          <p:spPr>
            <a:xfrm rot="0">
              <a:off x="1688" y="2858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66" name=""/>
            <p:cNvSpPr/>
            <p:nvPr/>
          </p:nvSpPr>
          <p:spPr>
            <a:xfrm rot="0">
              <a:off x="1688" y="2858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67" name=""/>
            <p:cNvSpPr/>
            <p:nvPr/>
          </p:nvSpPr>
          <p:spPr>
            <a:xfrm rot="0">
              <a:off x="1725" y="28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68" name=""/>
            <p:cNvSpPr/>
            <p:nvPr/>
          </p:nvSpPr>
          <p:spPr>
            <a:xfrm rot="0">
              <a:off x="1725" y="28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69" name=""/>
            <p:cNvSpPr/>
            <p:nvPr/>
          </p:nvSpPr>
          <p:spPr>
            <a:xfrm rot="0">
              <a:off x="1734" y="2858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70" name=""/>
            <p:cNvSpPr/>
            <p:nvPr/>
          </p:nvSpPr>
          <p:spPr>
            <a:xfrm rot="0">
              <a:off x="1734" y="2858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71" name=""/>
            <p:cNvSpPr/>
            <p:nvPr/>
          </p:nvSpPr>
          <p:spPr>
            <a:xfrm rot="0">
              <a:off x="1825" y="2858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72" name=""/>
            <p:cNvSpPr/>
            <p:nvPr/>
          </p:nvSpPr>
          <p:spPr>
            <a:xfrm rot="0">
              <a:off x="1825" y="2858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73" name=""/>
            <p:cNvSpPr/>
            <p:nvPr/>
          </p:nvSpPr>
          <p:spPr>
            <a:xfrm rot="0">
              <a:off x="1862" y="2858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74" name=""/>
            <p:cNvSpPr/>
            <p:nvPr/>
          </p:nvSpPr>
          <p:spPr>
            <a:xfrm rot="0">
              <a:off x="1862" y="2858"/>
              <a:ext cx="8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75" name=""/>
            <p:cNvSpPr/>
            <p:nvPr/>
          </p:nvSpPr>
          <p:spPr>
            <a:xfrm rot="0">
              <a:off x="1870" y="2858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76" name=""/>
            <p:cNvSpPr/>
            <p:nvPr/>
          </p:nvSpPr>
          <p:spPr>
            <a:xfrm rot="0">
              <a:off x="1870" y="2858"/>
              <a:ext cx="91" cy="18"/>
            </a:xfrm>
            <a:custGeom>
              <a:avLst/>
              <a:ahLst/>
              <a:rect l="0" t="0" r="r" b="b"/>
              <a:pathLst>
                <a:path w="27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73" y="54"/>
                  </a:lnTo>
                  <a:lnTo>
                    <a:pt x="273" y="27"/>
                  </a:lnTo>
                  <a:lnTo>
                    <a:pt x="2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77" name=""/>
            <p:cNvSpPr/>
            <p:nvPr/>
          </p:nvSpPr>
          <p:spPr>
            <a:xfrm rot="0">
              <a:off x="1961" y="2858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78" name=""/>
            <p:cNvSpPr/>
            <p:nvPr/>
          </p:nvSpPr>
          <p:spPr>
            <a:xfrm rot="0">
              <a:off x="1961" y="2858"/>
              <a:ext cx="10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79" name=""/>
            <p:cNvSpPr/>
            <p:nvPr/>
          </p:nvSpPr>
          <p:spPr>
            <a:xfrm rot="0">
              <a:off x="1998" y="28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80" name=""/>
            <p:cNvSpPr/>
            <p:nvPr/>
          </p:nvSpPr>
          <p:spPr>
            <a:xfrm rot="0">
              <a:off x="1998" y="2858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81" name=""/>
            <p:cNvSpPr/>
            <p:nvPr/>
          </p:nvSpPr>
          <p:spPr>
            <a:xfrm rot="0">
              <a:off x="2007" y="2858"/>
              <a:ext cx="64" cy="18"/>
            </a:xfrm>
            <a:custGeom>
              <a:avLst/>
              <a:ahLst/>
              <a:rect l="0" t="0" r="r" b="b"/>
              <a:pathLst>
                <a:path w="19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93" y="54"/>
                  </a:lnTo>
                  <a:lnTo>
                    <a:pt x="193" y="27"/>
                  </a:lnTo>
                  <a:lnTo>
                    <a:pt x="19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82" name=""/>
            <p:cNvSpPr/>
            <p:nvPr/>
          </p:nvSpPr>
          <p:spPr>
            <a:xfrm rot="0">
              <a:off x="2007" y="2858"/>
              <a:ext cx="64" cy="18"/>
            </a:xfrm>
            <a:custGeom>
              <a:avLst/>
              <a:ahLst/>
              <a:rect l="0" t="0" r="r" b="b"/>
              <a:pathLst>
                <a:path w="19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93" y="54"/>
                  </a:lnTo>
                  <a:lnTo>
                    <a:pt x="193" y="27"/>
                  </a:lnTo>
                  <a:lnTo>
                    <a:pt x="19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83" name=""/>
            <p:cNvSpPr/>
            <p:nvPr/>
          </p:nvSpPr>
          <p:spPr>
            <a:xfrm rot="0">
              <a:off x="2071" y="28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84" name=""/>
            <p:cNvSpPr/>
            <p:nvPr/>
          </p:nvSpPr>
          <p:spPr>
            <a:xfrm rot="0">
              <a:off x="2071" y="2858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85" name=""/>
            <p:cNvSpPr/>
            <p:nvPr/>
          </p:nvSpPr>
          <p:spPr>
            <a:xfrm rot="0">
              <a:off x="3489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86" name=""/>
            <p:cNvSpPr/>
            <p:nvPr/>
          </p:nvSpPr>
          <p:spPr>
            <a:xfrm rot="0">
              <a:off x="3489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87" name=""/>
            <p:cNvSpPr/>
            <p:nvPr/>
          </p:nvSpPr>
          <p:spPr>
            <a:xfrm rot="0">
              <a:off x="3297" y="2743"/>
              <a:ext cx="192" cy="18"/>
            </a:xfrm>
            <a:custGeom>
              <a:avLst/>
              <a:ahLst/>
              <a:rect l="0" t="0" r="r" b="b"/>
              <a:pathLst>
                <a:path w="574" h="55">
                  <a:moveTo>
                    <a:pt x="574" y="55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74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88" name=""/>
            <p:cNvSpPr/>
            <p:nvPr/>
          </p:nvSpPr>
          <p:spPr>
            <a:xfrm rot="0">
              <a:off x="3297" y="2743"/>
              <a:ext cx="192" cy="18"/>
            </a:xfrm>
            <a:custGeom>
              <a:avLst/>
              <a:ahLst/>
              <a:rect l="0" t="0" r="r" b="b"/>
              <a:pathLst>
                <a:path w="574" h="55">
                  <a:moveTo>
                    <a:pt x="574" y="55"/>
                  </a:moveTo>
                  <a:lnTo>
                    <a:pt x="574" y="28"/>
                  </a:lnTo>
                  <a:lnTo>
                    <a:pt x="5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74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89" name=""/>
            <p:cNvSpPr/>
            <p:nvPr/>
          </p:nvSpPr>
          <p:spPr>
            <a:xfrm rot="0">
              <a:off x="3288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90" name=""/>
            <p:cNvSpPr/>
            <p:nvPr/>
          </p:nvSpPr>
          <p:spPr>
            <a:xfrm rot="0">
              <a:off x="3288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91" name=""/>
            <p:cNvSpPr/>
            <p:nvPr/>
          </p:nvSpPr>
          <p:spPr>
            <a:xfrm rot="0">
              <a:off x="3815" y="3244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92" name=""/>
            <p:cNvSpPr/>
            <p:nvPr/>
          </p:nvSpPr>
          <p:spPr>
            <a:xfrm rot="0">
              <a:off x="3815" y="3244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93" name=""/>
            <p:cNvSpPr/>
            <p:nvPr/>
          </p:nvSpPr>
          <p:spPr>
            <a:xfrm rot="0">
              <a:off x="3815" y="3253"/>
              <a:ext cx="18" cy="431"/>
            </a:xfrm>
            <a:custGeom>
              <a:avLst/>
              <a:ahLst/>
              <a:rect l="0" t="0" r="r" b="b"/>
              <a:pathLst>
                <a:path w="55" h="1293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  <a:lnTo>
                    <a:pt x="27" y="1293"/>
                  </a:lnTo>
                  <a:lnTo>
                    <a:pt x="55" y="1293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94" name=""/>
            <p:cNvSpPr/>
            <p:nvPr/>
          </p:nvSpPr>
          <p:spPr>
            <a:xfrm rot="0">
              <a:off x="3815" y="3253"/>
              <a:ext cx="18" cy="431"/>
            </a:xfrm>
            <a:custGeom>
              <a:avLst/>
              <a:ahLst/>
              <a:rect l="0" t="0" r="r" b="b"/>
              <a:pathLst>
                <a:path w="55" h="1293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293"/>
                  </a:lnTo>
                  <a:lnTo>
                    <a:pt x="27" y="1293"/>
                  </a:lnTo>
                  <a:lnTo>
                    <a:pt x="55" y="1293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95" name=""/>
            <p:cNvSpPr/>
            <p:nvPr/>
          </p:nvSpPr>
          <p:spPr>
            <a:xfrm rot="0">
              <a:off x="3815" y="3684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96" name=""/>
            <p:cNvSpPr/>
            <p:nvPr/>
          </p:nvSpPr>
          <p:spPr>
            <a:xfrm rot="0">
              <a:off x="3815" y="3684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97" name=""/>
            <p:cNvSpPr/>
            <p:nvPr/>
          </p:nvSpPr>
          <p:spPr>
            <a:xfrm rot="0">
              <a:off x="4547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098" name=""/>
            <p:cNvSpPr/>
            <p:nvPr/>
          </p:nvSpPr>
          <p:spPr>
            <a:xfrm rot="0">
              <a:off x="4547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5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5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099" name=""/>
            <p:cNvSpPr/>
            <p:nvPr/>
          </p:nvSpPr>
          <p:spPr>
            <a:xfrm rot="0">
              <a:off x="4474" y="2743"/>
              <a:ext cx="73" cy="18"/>
            </a:xfrm>
            <a:custGeom>
              <a:avLst/>
              <a:ahLst/>
              <a:rect l="0" t="0" r="r" b="b"/>
              <a:pathLst>
                <a:path w="219" h="55">
                  <a:moveTo>
                    <a:pt x="219" y="55"/>
                  </a:moveTo>
                  <a:lnTo>
                    <a:pt x="219" y="28"/>
                  </a:lnTo>
                  <a:lnTo>
                    <a:pt x="21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219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100" name=""/>
            <p:cNvSpPr/>
            <p:nvPr/>
          </p:nvSpPr>
          <p:spPr>
            <a:xfrm rot="0">
              <a:off x="4474" y="2743"/>
              <a:ext cx="73" cy="18"/>
            </a:xfrm>
            <a:custGeom>
              <a:avLst/>
              <a:ahLst/>
              <a:rect l="0" t="0" r="r" b="b"/>
              <a:pathLst>
                <a:path w="219" h="55">
                  <a:moveTo>
                    <a:pt x="219" y="55"/>
                  </a:moveTo>
                  <a:lnTo>
                    <a:pt x="219" y="28"/>
                  </a:lnTo>
                  <a:lnTo>
                    <a:pt x="21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219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01" name=""/>
            <p:cNvSpPr/>
            <p:nvPr/>
          </p:nvSpPr>
          <p:spPr>
            <a:xfrm rot="0">
              <a:off x="4465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102" name=""/>
            <p:cNvSpPr/>
            <p:nvPr/>
          </p:nvSpPr>
          <p:spPr>
            <a:xfrm rot="0">
              <a:off x="4465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03" name=""/>
            <p:cNvSpPr/>
            <p:nvPr/>
          </p:nvSpPr>
          <p:spPr>
            <a:xfrm rot="0">
              <a:off x="4429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104" name=""/>
            <p:cNvSpPr/>
            <p:nvPr/>
          </p:nvSpPr>
          <p:spPr>
            <a:xfrm rot="0">
              <a:off x="4429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7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05" name=""/>
            <p:cNvSpPr/>
            <p:nvPr/>
          </p:nvSpPr>
          <p:spPr>
            <a:xfrm rot="0">
              <a:off x="4356" y="2743"/>
              <a:ext cx="73" cy="18"/>
            </a:xfrm>
            <a:custGeom>
              <a:avLst/>
              <a:ahLst/>
              <a:rect l="0" t="0" r="r" b="b"/>
              <a:pathLst>
                <a:path w="219" h="55">
                  <a:moveTo>
                    <a:pt x="219" y="55"/>
                  </a:moveTo>
                  <a:lnTo>
                    <a:pt x="219" y="28"/>
                  </a:lnTo>
                  <a:lnTo>
                    <a:pt x="21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219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106" name=""/>
            <p:cNvSpPr/>
            <p:nvPr/>
          </p:nvSpPr>
          <p:spPr>
            <a:xfrm rot="0">
              <a:off x="4356" y="2743"/>
              <a:ext cx="73" cy="18"/>
            </a:xfrm>
            <a:custGeom>
              <a:avLst/>
              <a:ahLst/>
              <a:rect l="0" t="0" r="r" b="b"/>
              <a:pathLst>
                <a:path w="219" h="55">
                  <a:moveTo>
                    <a:pt x="219" y="55"/>
                  </a:moveTo>
                  <a:lnTo>
                    <a:pt x="219" y="28"/>
                  </a:lnTo>
                  <a:lnTo>
                    <a:pt x="219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219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07" name=""/>
            <p:cNvSpPr/>
            <p:nvPr/>
          </p:nvSpPr>
          <p:spPr>
            <a:xfrm rot="0">
              <a:off x="4347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0108" name=""/>
            <p:cNvSpPr/>
            <p:nvPr/>
          </p:nvSpPr>
          <p:spPr>
            <a:xfrm rot="0">
              <a:off x="4347" y="2743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09" name=""/>
            <p:cNvSpPr/>
            <p:nvPr/>
          </p:nvSpPr>
          <p:spPr>
            <a:xfrm rot="0" flipH="1">
              <a:off x="332" y="273"/>
              <a:ext cx="2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0" name=""/>
            <p:cNvSpPr/>
            <p:nvPr/>
          </p:nvSpPr>
          <p:spPr>
            <a:xfrm rot="0">
              <a:off x="336" y="238"/>
              <a:ext cx="12" cy="118"/>
            </a:xfrm>
            <a:custGeom>
              <a:avLst/>
              <a:ahLst/>
              <a:rect l="0" t="0" r="r" b="b"/>
              <a:pathLst>
                <a:path w="36" h="353">
                  <a:moveTo>
                    <a:pt x="36" y="0"/>
                  </a:moveTo>
                  <a:lnTo>
                    <a:pt x="36" y="353"/>
                  </a:lnTo>
                  <a:lnTo>
                    <a:pt x="0" y="3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1" name=""/>
            <p:cNvSpPr/>
            <p:nvPr/>
          </p:nvSpPr>
          <p:spPr>
            <a:xfrm rot="0" flipV="1">
              <a:off x="329" y="290"/>
              <a:ext cx="29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2" name=""/>
            <p:cNvSpPr/>
            <p:nvPr/>
          </p:nvSpPr>
          <p:spPr>
            <a:xfrm rot="0">
              <a:off x="358" y="241"/>
              <a:ext cx="13" cy="58"/>
            </a:xfrm>
            <a:custGeom>
              <a:avLst/>
              <a:ahLst/>
              <a:rect l="0" t="0" r="r" b="b"/>
              <a:pathLst>
                <a:path w="37" h="175">
                  <a:moveTo>
                    <a:pt x="37" y="0"/>
                  </a:moveTo>
                  <a:lnTo>
                    <a:pt x="28" y="95"/>
                  </a:lnTo>
                  <a:lnTo>
                    <a:pt x="0" y="1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3" name=""/>
            <p:cNvSpPr/>
            <p:nvPr/>
          </p:nvSpPr>
          <p:spPr>
            <a:xfrm rot="0" flipV="1">
              <a:off x="371" y="249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4" name=""/>
            <p:cNvSpPr/>
            <p:nvPr/>
          </p:nvSpPr>
          <p:spPr>
            <a:xfrm rot="0">
              <a:off x="384" y="246"/>
              <a:ext cx="17" cy="37"/>
            </a:xfrm>
            <a:custGeom>
              <a:avLst/>
              <a:ahLst/>
              <a:rect l="0" t="0" r="r" b="b"/>
              <a:pathLst>
                <a:path w="51" h="111">
                  <a:moveTo>
                    <a:pt x="0" y="0"/>
                  </a:moveTo>
                  <a:lnTo>
                    <a:pt x="0" y="111"/>
                  </a:lnTo>
                  <a:lnTo>
                    <a:pt x="51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5" name=""/>
            <p:cNvSpPr/>
            <p:nvPr/>
          </p:nvSpPr>
          <p:spPr>
            <a:xfrm rot="0">
              <a:off x="365" y="308"/>
              <a:ext cx="37" cy="45"/>
            </a:xfrm>
            <a:custGeom>
              <a:avLst/>
              <a:ahLst/>
              <a:rect l="0" t="0" r="r" b="b"/>
              <a:pathLst>
                <a:path w="110" h="135">
                  <a:moveTo>
                    <a:pt x="0" y="0"/>
                  </a:moveTo>
                  <a:lnTo>
                    <a:pt x="74" y="135"/>
                  </a:lnTo>
                  <a:lnTo>
                    <a:pt x="110" y="1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6" name=""/>
            <p:cNvSpPr/>
            <p:nvPr/>
          </p:nvSpPr>
          <p:spPr>
            <a:xfrm rot="0" flipV="1">
              <a:off x="364" y="295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7" name=""/>
            <p:cNvSpPr/>
            <p:nvPr/>
          </p:nvSpPr>
          <p:spPr>
            <a:xfrm rot="0">
              <a:off x="353" y="291"/>
              <a:ext cx="37" cy="64"/>
            </a:xfrm>
            <a:custGeom>
              <a:avLst/>
              <a:ahLst/>
              <a:rect l="0" t="0" r="r" b="b"/>
              <a:pathLst>
                <a:path w="111" h="190">
                  <a:moveTo>
                    <a:pt x="111" y="0"/>
                  </a:moveTo>
                  <a:lnTo>
                    <a:pt x="67" y="111"/>
                  </a:lnTo>
                  <a:lnTo>
                    <a:pt x="0" y="1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8" name=""/>
            <p:cNvSpPr/>
            <p:nvPr/>
          </p:nvSpPr>
          <p:spPr>
            <a:xfrm rot="0">
              <a:off x="448" y="304"/>
              <a:ext cx="40" cy="53"/>
            </a:xfrm>
            <a:custGeom>
              <a:avLst/>
              <a:ahLst/>
              <a:rect l="0" t="0" r="r" b="b"/>
              <a:pathLst>
                <a:path w="119" h="159">
                  <a:moveTo>
                    <a:pt x="119" y="0"/>
                  </a:moveTo>
                  <a:lnTo>
                    <a:pt x="60" y="99"/>
                  </a:lnTo>
                  <a:lnTo>
                    <a:pt x="0" y="1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19" name=""/>
            <p:cNvSpPr/>
            <p:nvPr/>
          </p:nvSpPr>
          <p:spPr>
            <a:xfrm rot="0" flipH="1">
              <a:off x="463" y="279"/>
              <a:ext cx="2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0" name=""/>
            <p:cNvSpPr/>
            <p:nvPr/>
          </p:nvSpPr>
          <p:spPr>
            <a:xfrm rot="0" flipH="1">
              <a:off x="463" y="245"/>
              <a:ext cx="18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1" name=""/>
            <p:cNvSpPr/>
            <p:nvPr/>
          </p:nvSpPr>
          <p:spPr>
            <a:xfrm rot="0">
              <a:off x="427" y="244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2" name=""/>
            <p:cNvSpPr/>
            <p:nvPr/>
          </p:nvSpPr>
          <p:spPr>
            <a:xfrm rot="0" flipV="1">
              <a:off x="427" y="246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3" name=""/>
            <p:cNvSpPr/>
            <p:nvPr/>
          </p:nvSpPr>
          <p:spPr>
            <a:xfrm rot="0" flipH="1">
              <a:off x="455" y="244"/>
              <a:ext cx="1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4" name=""/>
            <p:cNvSpPr/>
            <p:nvPr/>
          </p:nvSpPr>
          <p:spPr>
            <a:xfrm rot="0" flipH="1">
              <a:off x="427" y="269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5" name=""/>
            <p:cNvSpPr/>
            <p:nvPr/>
          </p:nvSpPr>
          <p:spPr>
            <a:xfrm rot="0" flipV="1">
              <a:off x="427" y="258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6" name=""/>
            <p:cNvSpPr/>
            <p:nvPr/>
          </p:nvSpPr>
          <p:spPr>
            <a:xfrm rot="0">
              <a:off x="439" y="272"/>
              <a:ext cx="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7" name=""/>
            <p:cNvSpPr/>
            <p:nvPr/>
          </p:nvSpPr>
          <p:spPr>
            <a:xfrm rot="0" flipV="1">
              <a:off x="415" y="285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8" name=""/>
            <p:cNvSpPr/>
            <p:nvPr/>
          </p:nvSpPr>
          <p:spPr>
            <a:xfrm rot="0">
              <a:off x="427" y="294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29" name=""/>
            <p:cNvSpPr/>
            <p:nvPr/>
          </p:nvSpPr>
          <p:spPr>
            <a:xfrm rot="0" flipV="1">
              <a:off x="427" y="298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0" name=""/>
            <p:cNvSpPr/>
            <p:nvPr/>
          </p:nvSpPr>
          <p:spPr>
            <a:xfrm rot="0" flipH="1">
              <a:off x="451" y="295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1" name=""/>
            <p:cNvSpPr/>
            <p:nvPr/>
          </p:nvSpPr>
          <p:spPr>
            <a:xfrm rot="0" flipH="1">
              <a:off x="427" y="312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2" name=""/>
            <p:cNvSpPr/>
            <p:nvPr/>
          </p:nvSpPr>
          <p:spPr>
            <a:xfrm rot="0">
              <a:off x="431" y="314"/>
              <a:ext cx="9" cy="42"/>
            </a:xfrm>
            <a:custGeom>
              <a:avLst/>
              <a:ahLst/>
              <a:rect l="0" t="0" r="r" b="b"/>
              <a:pathLst>
                <a:path w="28" h="127">
                  <a:moveTo>
                    <a:pt x="28" y="0"/>
                  </a:moveTo>
                  <a:lnTo>
                    <a:pt x="28" y="127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3" name=""/>
            <p:cNvSpPr/>
            <p:nvPr/>
          </p:nvSpPr>
          <p:spPr>
            <a:xfrm rot="0" flipH="1">
              <a:off x="417" y="327"/>
              <a:ext cx="14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4" name=""/>
            <p:cNvSpPr/>
            <p:nvPr/>
          </p:nvSpPr>
          <p:spPr>
            <a:xfrm rot="0">
              <a:off x="447" y="323"/>
              <a:ext cx="10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5" name=""/>
            <p:cNvSpPr/>
            <p:nvPr/>
          </p:nvSpPr>
          <p:spPr>
            <a:xfrm rot="0" flipV="1">
              <a:off x="510" y="349"/>
              <a:ext cx="6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6" name=""/>
            <p:cNvSpPr/>
            <p:nvPr/>
          </p:nvSpPr>
          <p:spPr>
            <a:xfrm rot="0" flipV="1">
              <a:off x="513" y="259"/>
              <a:ext cx="55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7" name=""/>
            <p:cNvSpPr/>
            <p:nvPr/>
          </p:nvSpPr>
          <p:spPr>
            <a:xfrm rot="0" flipV="1">
              <a:off x="505" y="299"/>
              <a:ext cx="6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8" name=""/>
            <p:cNvSpPr/>
            <p:nvPr/>
          </p:nvSpPr>
          <p:spPr>
            <a:xfrm rot="0">
              <a:off x="531" y="245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39" name=""/>
            <p:cNvSpPr/>
            <p:nvPr/>
          </p:nvSpPr>
          <p:spPr>
            <a:xfrm rot="0" flipH="1">
              <a:off x="551" y="241"/>
              <a:ext cx="2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0" name=""/>
            <p:cNvSpPr/>
            <p:nvPr/>
          </p:nvSpPr>
          <p:spPr>
            <a:xfrm rot="0" flipH="1">
              <a:off x="502" y="303"/>
              <a:ext cx="29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1" name=""/>
            <p:cNvSpPr/>
            <p:nvPr/>
          </p:nvSpPr>
          <p:spPr>
            <a:xfrm rot="0">
              <a:off x="549" y="302"/>
              <a:ext cx="27" cy="34"/>
            </a:xfrm>
            <a:custGeom>
              <a:avLst/>
              <a:ahLst/>
              <a:rect l="0" t="0" r="r" b="b"/>
              <a:pathLst>
                <a:path w="83" h="103">
                  <a:moveTo>
                    <a:pt x="0" y="0"/>
                  </a:moveTo>
                  <a:lnTo>
                    <a:pt x="67" y="103"/>
                  </a:lnTo>
                  <a:lnTo>
                    <a:pt x="83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2" name=""/>
            <p:cNvSpPr/>
            <p:nvPr/>
          </p:nvSpPr>
          <p:spPr>
            <a:xfrm rot="0">
              <a:off x="539" y="308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3" name=""/>
            <p:cNvSpPr/>
            <p:nvPr/>
          </p:nvSpPr>
          <p:spPr>
            <a:xfrm rot="0" flipV="1">
              <a:off x="531" y="286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4" name=""/>
            <p:cNvSpPr/>
            <p:nvPr/>
          </p:nvSpPr>
          <p:spPr>
            <a:xfrm rot="0" flipV="1">
              <a:off x="531" y="274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5" name=""/>
            <p:cNvSpPr/>
            <p:nvPr/>
          </p:nvSpPr>
          <p:spPr>
            <a:xfrm rot="0" flipV="1">
              <a:off x="525" y="328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6" name=""/>
            <p:cNvSpPr/>
            <p:nvPr/>
          </p:nvSpPr>
          <p:spPr>
            <a:xfrm rot="0">
              <a:off x="644" y="244"/>
              <a:ext cx="1" cy="10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7" name=""/>
            <p:cNvSpPr/>
            <p:nvPr/>
          </p:nvSpPr>
          <p:spPr>
            <a:xfrm rot="0" flipH="1">
              <a:off x="658" y="312"/>
              <a:ext cx="3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8" name=""/>
            <p:cNvSpPr/>
            <p:nvPr/>
          </p:nvSpPr>
          <p:spPr>
            <a:xfrm rot="0" flipV="1">
              <a:off x="626" y="347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49" name=""/>
            <p:cNvSpPr/>
            <p:nvPr/>
          </p:nvSpPr>
          <p:spPr>
            <a:xfrm rot="0">
              <a:off x="629" y="314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0" name=""/>
            <p:cNvSpPr/>
            <p:nvPr/>
          </p:nvSpPr>
          <p:spPr>
            <a:xfrm rot="0" flipH="1">
              <a:off x="658" y="262"/>
              <a:ext cx="3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1" name=""/>
            <p:cNvSpPr/>
            <p:nvPr/>
          </p:nvSpPr>
          <p:spPr>
            <a:xfrm rot="0" flipV="1">
              <a:off x="626" y="296"/>
              <a:ext cx="3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2" name=""/>
            <p:cNvSpPr/>
            <p:nvPr/>
          </p:nvSpPr>
          <p:spPr>
            <a:xfrm rot="0">
              <a:off x="629" y="266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3" name=""/>
            <p:cNvSpPr/>
            <p:nvPr/>
          </p:nvSpPr>
          <p:spPr>
            <a:xfrm rot="0" flipH="1">
              <a:off x="601" y="335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4" name=""/>
            <p:cNvSpPr/>
            <p:nvPr/>
          </p:nvSpPr>
          <p:spPr>
            <a:xfrm rot="0" flipH="1">
              <a:off x="616" y="302"/>
              <a:ext cx="2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5" name=""/>
            <p:cNvSpPr/>
            <p:nvPr/>
          </p:nvSpPr>
          <p:spPr>
            <a:xfrm rot="0" flipV="1">
              <a:off x="601" y="306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6" name=""/>
            <p:cNvSpPr/>
            <p:nvPr/>
          </p:nvSpPr>
          <p:spPr>
            <a:xfrm rot="0">
              <a:off x="601" y="301"/>
              <a:ext cx="1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7" name=""/>
            <p:cNvSpPr/>
            <p:nvPr/>
          </p:nvSpPr>
          <p:spPr>
            <a:xfrm rot="0" flipH="1">
              <a:off x="591" y="269"/>
              <a:ext cx="2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8" name=""/>
            <p:cNvSpPr/>
            <p:nvPr/>
          </p:nvSpPr>
          <p:spPr>
            <a:xfrm rot="0" flipV="1">
              <a:off x="596" y="266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59" name=""/>
            <p:cNvSpPr/>
            <p:nvPr/>
          </p:nvSpPr>
          <p:spPr>
            <a:xfrm rot="0" flipH="1">
              <a:off x="272" y="552"/>
              <a:ext cx="526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0" name=""/>
            <p:cNvSpPr/>
            <p:nvPr/>
          </p:nvSpPr>
          <p:spPr>
            <a:xfrm rot="0">
              <a:off x="366" y="471"/>
              <a:ext cx="12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1" name=""/>
            <p:cNvSpPr/>
            <p:nvPr/>
          </p:nvSpPr>
          <p:spPr>
            <a:xfrm rot="0">
              <a:off x="363" y="442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2" name=""/>
            <p:cNvSpPr/>
            <p:nvPr/>
          </p:nvSpPr>
          <p:spPr>
            <a:xfrm rot="0">
              <a:off x="341" y="471"/>
              <a:ext cx="12" cy="22"/>
            </a:xfrm>
            <a:custGeom>
              <a:avLst/>
              <a:ahLst/>
              <a:rect l="0" t="0" r="r" b="b"/>
              <a:pathLst>
                <a:path w="36" h="66">
                  <a:moveTo>
                    <a:pt x="36" y="0"/>
                  </a:moveTo>
                  <a:lnTo>
                    <a:pt x="0" y="38"/>
                  </a:lnTo>
                  <a:lnTo>
                    <a:pt x="31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3" name=""/>
            <p:cNvSpPr/>
            <p:nvPr/>
          </p:nvSpPr>
          <p:spPr>
            <a:xfrm rot="0">
              <a:off x="341" y="475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4" name=""/>
            <p:cNvSpPr/>
            <p:nvPr/>
          </p:nvSpPr>
          <p:spPr>
            <a:xfrm rot="0">
              <a:off x="326" y="460"/>
              <a:ext cx="23" cy="37"/>
            </a:xfrm>
            <a:custGeom>
              <a:avLst/>
              <a:ahLst/>
              <a:rect l="0" t="0" r="r" b="b"/>
              <a:pathLst>
                <a:path w="69" h="112">
                  <a:moveTo>
                    <a:pt x="69" y="0"/>
                  </a:moveTo>
                  <a:lnTo>
                    <a:pt x="36" y="56"/>
                  </a:lnTo>
                  <a:lnTo>
                    <a:pt x="0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5" name=""/>
            <p:cNvSpPr/>
            <p:nvPr/>
          </p:nvSpPr>
          <p:spPr>
            <a:xfrm rot="0" flipV="1">
              <a:off x="330" y="461"/>
              <a:ext cx="1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6" name=""/>
            <p:cNvSpPr/>
            <p:nvPr/>
          </p:nvSpPr>
          <p:spPr>
            <a:xfrm rot="0">
              <a:off x="338" y="443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7" name=""/>
            <p:cNvSpPr/>
            <p:nvPr/>
          </p:nvSpPr>
          <p:spPr>
            <a:xfrm rot="0" flipV="1">
              <a:off x="406" y="479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8" name=""/>
            <p:cNvSpPr/>
            <p:nvPr/>
          </p:nvSpPr>
          <p:spPr>
            <a:xfrm rot="0" flipV="1">
              <a:off x="431" y="475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69" name=""/>
            <p:cNvSpPr/>
            <p:nvPr/>
          </p:nvSpPr>
          <p:spPr>
            <a:xfrm rot="0" flipV="1">
              <a:off x="395" y="512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0" name=""/>
            <p:cNvSpPr/>
            <p:nvPr/>
          </p:nvSpPr>
          <p:spPr>
            <a:xfrm rot="0">
              <a:off x="394" y="478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1" name=""/>
            <p:cNvSpPr/>
            <p:nvPr/>
          </p:nvSpPr>
          <p:spPr>
            <a:xfrm rot="0">
              <a:off x="413" y="466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2" name=""/>
            <p:cNvSpPr/>
            <p:nvPr/>
          </p:nvSpPr>
          <p:spPr>
            <a:xfrm rot="0" flipH="1">
              <a:off x="402" y="464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3" name=""/>
            <p:cNvSpPr/>
            <p:nvPr/>
          </p:nvSpPr>
          <p:spPr>
            <a:xfrm rot="0" flipV="1">
              <a:off x="423" y="461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4" name=""/>
            <p:cNvSpPr/>
            <p:nvPr/>
          </p:nvSpPr>
          <p:spPr>
            <a:xfrm rot="0" flipV="1">
              <a:off x="403" y="496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5" name=""/>
            <p:cNvSpPr/>
            <p:nvPr/>
          </p:nvSpPr>
          <p:spPr>
            <a:xfrm rot="0">
              <a:off x="402" y="460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6" name=""/>
            <p:cNvSpPr/>
            <p:nvPr/>
          </p:nvSpPr>
          <p:spPr>
            <a:xfrm rot="0" flipH="1">
              <a:off x="391" y="447"/>
              <a:ext cx="4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7" name=""/>
            <p:cNvSpPr/>
            <p:nvPr/>
          </p:nvSpPr>
          <p:spPr>
            <a:xfrm rot="0" flipV="1">
              <a:off x="449" y="444"/>
              <a:ext cx="4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8" name=""/>
            <p:cNvSpPr/>
            <p:nvPr/>
          </p:nvSpPr>
          <p:spPr>
            <a:xfrm rot="0">
              <a:off x="473" y="447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79" name=""/>
            <p:cNvSpPr/>
            <p:nvPr/>
          </p:nvSpPr>
          <p:spPr>
            <a:xfrm rot="0">
              <a:off x="479" y="469"/>
              <a:ext cx="16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80" name=""/>
            <p:cNvSpPr/>
            <p:nvPr/>
          </p:nvSpPr>
          <p:spPr>
            <a:xfrm rot="0" flipV="1">
              <a:off x="516" y="451"/>
              <a:ext cx="2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81" name=""/>
            <p:cNvSpPr/>
            <p:nvPr/>
          </p:nvSpPr>
          <p:spPr>
            <a:xfrm rot="0" flipV="1">
              <a:off x="523" y="469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82" name=""/>
            <p:cNvSpPr/>
            <p:nvPr/>
          </p:nvSpPr>
          <p:spPr>
            <a:xfrm rot="0" flipH="1">
              <a:off x="523" y="488"/>
              <a:ext cx="8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183" name=""/>
            <p:cNvSpPr/>
            <p:nvPr/>
          </p:nvSpPr>
          <p:spPr>
            <a:xfrm rot="0" flipV="1">
              <a:off x="514" y="453"/>
              <a:ext cx="16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50184" name=""/>
          <p:cNvSpPr/>
          <p:nvPr/>
        </p:nvSpPr>
        <p:spPr>
          <a:xfrm rot="0">
            <a:off x="823912" y="760412"/>
            <a:ext cx="12700" cy="174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85" name=""/>
          <p:cNvSpPr/>
          <p:nvPr/>
        </p:nvSpPr>
        <p:spPr>
          <a:xfrm rot="0" flipV="1">
            <a:off x="868362" y="730250"/>
            <a:ext cx="1587" cy="523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86" name=""/>
          <p:cNvSpPr/>
          <p:nvPr/>
        </p:nvSpPr>
        <p:spPr>
          <a:xfrm rot="0">
            <a:off x="866775" y="700087"/>
            <a:ext cx="15875" cy="130175"/>
          </a:xfrm>
          <a:custGeom>
            <a:avLst/>
            <a:ahLst/>
            <a:rect l="0" t="0" r="r" b="b"/>
            <a:pathLst>
              <a:path w="29" h="247">
                <a:moveTo>
                  <a:pt x="29" y="0"/>
                </a:moveTo>
                <a:lnTo>
                  <a:pt x="27" y="247"/>
                </a:lnTo>
                <a:lnTo>
                  <a:pt x="0" y="19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87" name=""/>
          <p:cNvSpPr/>
          <p:nvPr/>
        </p:nvSpPr>
        <p:spPr>
          <a:xfrm rot="0" flipV="1">
            <a:off x="842962" y="738187"/>
            <a:ext cx="12700" cy="349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88" name=""/>
          <p:cNvSpPr/>
          <p:nvPr/>
        </p:nvSpPr>
        <p:spPr>
          <a:xfrm rot="0" flipV="1">
            <a:off x="814387" y="800100"/>
            <a:ext cx="15875" cy="238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89" name=""/>
          <p:cNvSpPr/>
          <p:nvPr/>
        </p:nvSpPr>
        <p:spPr>
          <a:xfrm rot="0" flipV="1">
            <a:off x="922337" y="760412"/>
            <a:ext cx="47625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0" name=""/>
          <p:cNvSpPr/>
          <p:nvPr/>
        </p:nvSpPr>
        <p:spPr>
          <a:xfrm rot="0" flipH="1">
            <a:off x="908050" y="808037"/>
            <a:ext cx="79375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1" name=""/>
          <p:cNvSpPr/>
          <p:nvPr/>
        </p:nvSpPr>
        <p:spPr>
          <a:xfrm rot="0" flipV="1">
            <a:off x="915987" y="719137"/>
            <a:ext cx="57150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2" name=""/>
          <p:cNvSpPr/>
          <p:nvPr/>
        </p:nvSpPr>
        <p:spPr>
          <a:xfrm rot="0" flipV="1">
            <a:off x="1001712" y="736600"/>
            <a:ext cx="23812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3" name=""/>
          <p:cNvSpPr/>
          <p:nvPr/>
        </p:nvSpPr>
        <p:spPr>
          <a:xfrm rot="0">
            <a:off x="1020762" y="758825"/>
            <a:ext cx="12700" cy="127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4" name=""/>
          <p:cNvSpPr/>
          <p:nvPr/>
        </p:nvSpPr>
        <p:spPr>
          <a:xfrm rot="0">
            <a:off x="1020762" y="750887"/>
            <a:ext cx="1587" cy="746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5" name=""/>
          <p:cNvSpPr/>
          <p:nvPr/>
        </p:nvSpPr>
        <p:spPr>
          <a:xfrm rot="0">
            <a:off x="1000125" y="730250"/>
            <a:ext cx="26987" cy="52387"/>
          </a:xfrm>
          <a:custGeom>
            <a:avLst/>
            <a:ahLst/>
            <a:rect l="0" t="0" r="r" b="b"/>
            <a:pathLst>
              <a:path w="52" h="98">
                <a:moveTo>
                  <a:pt x="52" y="0"/>
                </a:moveTo>
                <a:lnTo>
                  <a:pt x="39" y="39"/>
                </a:lnTo>
                <a:lnTo>
                  <a:pt x="0" y="9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6" name=""/>
          <p:cNvSpPr/>
          <p:nvPr/>
        </p:nvSpPr>
        <p:spPr>
          <a:xfrm rot="0">
            <a:off x="1012825" y="703262"/>
            <a:ext cx="12700" cy="174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7" name=""/>
          <p:cNvSpPr/>
          <p:nvPr/>
        </p:nvSpPr>
        <p:spPr>
          <a:xfrm rot="0">
            <a:off x="1046162" y="703262"/>
            <a:ext cx="1587" cy="714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8" name=""/>
          <p:cNvSpPr/>
          <p:nvPr/>
        </p:nvSpPr>
        <p:spPr>
          <a:xfrm rot="0" flipV="1">
            <a:off x="1069975" y="706437"/>
            <a:ext cx="3175" cy="714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199" name=""/>
          <p:cNvSpPr/>
          <p:nvPr/>
        </p:nvSpPr>
        <p:spPr>
          <a:xfrm rot="0" flipH="1">
            <a:off x="1046162" y="711200"/>
            <a:ext cx="26987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0" name=""/>
          <p:cNvSpPr/>
          <p:nvPr/>
        </p:nvSpPr>
        <p:spPr>
          <a:xfrm rot="0">
            <a:off x="1047750" y="728662"/>
            <a:ext cx="11112" cy="71437"/>
          </a:xfrm>
          <a:custGeom>
            <a:avLst/>
            <a:ahLst/>
            <a:rect l="0" t="0" r="r" b="b"/>
            <a:pathLst>
              <a:path w="22" h="133">
                <a:moveTo>
                  <a:pt x="22" y="0"/>
                </a:moveTo>
                <a:lnTo>
                  <a:pt x="13" y="83"/>
                </a:lnTo>
                <a:lnTo>
                  <a:pt x="0" y="13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1" name=""/>
          <p:cNvSpPr/>
          <p:nvPr/>
        </p:nvSpPr>
        <p:spPr>
          <a:xfrm rot="0">
            <a:off x="1025525" y="800100"/>
            <a:ext cx="22225" cy="25400"/>
          </a:xfrm>
          <a:custGeom>
            <a:avLst/>
            <a:ahLst/>
            <a:rect l="0" t="0" r="r" b="b"/>
            <a:pathLst>
              <a:path w="42" h="50">
                <a:moveTo>
                  <a:pt x="0" y="50"/>
                </a:moveTo>
                <a:lnTo>
                  <a:pt x="22" y="27"/>
                </a:lnTo>
                <a:lnTo>
                  <a:pt x="42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2" name=""/>
          <p:cNvSpPr/>
          <p:nvPr/>
        </p:nvSpPr>
        <p:spPr>
          <a:xfrm rot="0">
            <a:off x="1060450" y="768350"/>
            <a:ext cx="23812" cy="50800"/>
          </a:xfrm>
          <a:custGeom>
            <a:avLst/>
            <a:ahLst/>
            <a:rect l="0" t="0" r="r" b="b"/>
            <a:pathLst>
              <a:path w="45" h="95">
                <a:moveTo>
                  <a:pt x="45" y="45"/>
                </a:moveTo>
                <a:lnTo>
                  <a:pt x="45" y="95"/>
                </a:lnTo>
                <a:lnTo>
                  <a:pt x="11" y="95"/>
                </a:lnTo>
                <a:lnTo>
                  <a:pt x="0" y="86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3" name=""/>
          <p:cNvSpPr/>
          <p:nvPr/>
        </p:nvSpPr>
        <p:spPr>
          <a:xfrm rot="0" flipH="1">
            <a:off x="1108075" y="711200"/>
            <a:ext cx="6191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4" name=""/>
          <p:cNvSpPr/>
          <p:nvPr/>
        </p:nvSpPr>
        <p:spPr>
          <a:xfrm rot="0" flipV="1">
            <a:off x="1108075" y="812800"/>
            <a:ext cx="58737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5" name=""/>
          <p:cNvSpPr/>
          <p:nvPr/>
        </p:nvSpPr>
        <p:spPr>
          <a:xfrm rot="0" flipV="1">
            <a:off x="1168400" y="704850"/>
            <a:ext cx="1587" cy="1158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6" name=""/>
          <p:cNvSpPr/>
          <p:nvPr/>
        </p:nvSpPr>
        <p:spPr>
          <a:xfrm rot="0">
            <a:off x="1166812" y="812800"/>
            <a:ext cx="1587" cy="11112"/>
          </a:xfrm>
          <a:custGeom>
            <a:avLst/>
            <a:ahLst/>
            <a:rect l="0" t="0" r="r" b="b"/>
            <a:pathLst>
              <a:path w="5" h="22">
                <a:moveTo>
                  <a:pt x="5" y="22"/>
                </a:moveTo>
                <a:lnTo>
                  <a:pt x="5" y="15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7" name=""/>
          <p:cNvSpPr/>
          <p:nvPr/>
        </p:nvSpPr>
        <p:spPr>
          <a:xfrm rot="0">
            <a:off x="1108075" y="704850"/>
            <a:ext cx="1587" cy="1158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8" name=""/>
          <p:cNvSpPr/>
          <p:nvPr/>
        </p:nvSpPr>
        <p:spPr>
          <a:xfrm rot="0">
            <a:off x="1108075" y="703262"/>
            <a:ext cx="1587" cy="1238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09" name=""/>
          <p:cNvSpPr/>
          <p:nvPr/>
        </p:nvSpPr>
        <p:spPr>
          <a:xfrm rot="0" flipH="1">
            <a:off x="1117600" y="722312"/>
            <a:ext cx="23812" cy="349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0" name=""/>
          <p:cNvSpPr/>
          <p:nvPr/>
        </p:nvSpPr>
        <p:spPr>
          <a:xfrm rot="0">
            <a:off x="1130300" y="746125"/>
            <a:ext cx="36512" cy="31750"/>
          </a:xfrm>
          <a:custGeom>
            <a:avLst/>
            <a:ahLst/>
            <a:rect l="0" t="0" r="r" b="b"/>
            <a:pathLst>
              <a:path w="69" h="58">
                <a:moveTo>
                  <a:pt x="0" y="0"/>
                </a:moveTo>
                <a:lnTo>
                  <a:pt x="55" y="58"/>
                </a:lnTo>
                <a:lnTo>
                  <a:pt x="69" y="5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1" name=""/>
          <p:cNvSpPr/>
          <p:nvPr/>
        </p:nvSpPr>
        <p:spPr>
          <a:xfrm rot="0">
            <a:off x="1135062" y="776287"/>
            <a:ext cx="9525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2" name=""/>
          <p:cNvSpPr/>
          <p:nvPr/>
        </p:nvSpPr>
        <p:spPr>
          <a:xfrm rot="0">
            <a:off x="1130300" y="792162"/>
            <a:ext cx="14287" cy="158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3" name=""/>
          <p:cNvSpPr/>
          <p:nvPr/>
        </p:nvSpPr>
        <p:spPr>
          <a:xfrm rot="0" flipV="1">
            <a:off x="1131887" y="735012"/>
            <a:ext cx="19050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4" name=""/>
          <p:cNvSpPr/>
          <p:nvPr/>
        </p:nvSpPr>
        <p:spPr>
          <a:xfrm rot="0">
            <a:off x="1131887" y="728662"/>
            <a:ext cx="23812" cy="38100"/>
          </a:xfrm>
          <a:custGeom>
            <a:avLst/>
            <a:ahLst/>
            <a:rect l="0" t="0" r="r" b="b"/>
            <a:pathLst>
              <a:path w="44" h="72">
                <a:moveTo>
                  <a:pt x="0" y="72"/>
                </a:moveTo>
                <a:lnTo>
                  <a:pt x="16" y="50"/>
                </a:lnTo>
                <a:lnTo>
                  <a:pt x="44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5" name=""/>
          <p:cNvSpPr/>
          <p:nvPr/>
        </p:nvSpPr>
        <p:spPr>
          <a:xfrm rot="0" flipV="1">
            <a:off x="1111250" y="766762"/>
            <a:ext cx="20637" cy="174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6" name=""/>
          <p:cNvSpPr/>
          <p:nvPr/>
        </p:nvSpPr>
        <p:spPr>
          <a:xfrm rot="0" flipV="1">
            <a:off x="1204912" y="731837"/>
            <a:ext cx="61912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7" name=""/>
          <p:cNvSpPr/>
          <p:nvPr/>
        </p:nvSpPr>
        <p:spPr>
          <a:xfrm rot="0">
            <a:off x="1204912" y="723900"/>
            <a:ext cx="1587" cy="650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8" name=""/>
          <p:cNvSpPr/>
          <p:nvPr/>
        </p:nvSpPr>
        <p:spPr>
          <a:xfrm rot="0">
            <a:off x="1236662" y="698500"/>
            <a:ext cx="1587" cy="130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19" name=""/>
          <p:cNvSpPr/>
          <p:nvPr/>
        </p:nvSpPr>
        <p:spPr>
          <a:xfrm rot="0" flipH="1">
            <a:off x="1263650" y="728662"/>
            <a:ext cx="4762" cy="444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0" name=""/>
          <p:cNvSpPr/>
          <p:nvPr/>
        </p:nvSpPr>
        <p:spPr>
          <a:xfrm rot="0" flipH="1">
            <a:off x="1204912" y="773112"/>
            <a:ext cx="61912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1" name=""/>
          <p:cNvSpPr/>
          <p:nvPr/>
        </p:nvSpPr>
        <p:spPr>
          <a:xfrm rot="0" flipH="1">
            <a:off x="1306512" y="700087"/>
            <a:ext cx="25400" cy="206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2" name=""/>
          <p:cNvSpPr/>
          <p:nvPr/>
        </p:nvSpPr>
        <p:spPr>
          <a:xfrm rot="0">
            <a:off x="1290637" y="708025"/>
            <a:ext cx="15875" cy="120650"/>
          </a:xfrm>
          <a:custGeom>
            <a:avLst/>
            <a:ahLst/>
            <a:rect l="0" t="0" r="r" b="b"/>
            <a:pathLst>
              <a:path w="30" h="227">
                <a:moveTo>
                  <a:pt x="30" y="0"/>
                </a:moveTo>
                <a:lnTo>
                  <a:pt x="25" y="141"/>
                </a:lnTo>
                <a:lnTo>
                  <a:pt x="20" y="175"/>
                </a:lnTo>
                <a:lnTo>
                  <a:pt x="0" y="2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3" name=""/>
          <p:cNvSpPr/>
          <p:nvPr/>
        </p:nvSpPr>
        <p:spPr>
          <a:xfrm rot="0" flipH="1">
            <a:off x="1325562" y="736600"/>
            <a:ext cx="3175" cy="333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4" name=""/>
          <p:cNvSpPr/>
          <p:nvPr/>
        </p:nvSpPr>
        <p:spPr>
          <a:xfrm rot="0" flipV="1">
            <a:off x="1303337" y="769937"/>
            <a:ext cx="23812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5" name=""/>
          <p:cNvSpPr/>
          <p:nvPr/>
        </p:nvSpPr>
        <p:spPr>
          <a:xfrm rot="0" flipV="1">
            <a:off x="1304925" y="741362"/>
            <a:ext cx="23812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6" name=""/>
          <p:cNvSpPr/>
          <p:nvPr/>
        </p:nvSpPr>
        <p:spPr>
          <a:xfrm rot="0" flipH="1">
            <a:off x="1343025" y="704850"/>
            <a:ext cx="28575" cy="174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7" name=""/>
          <p:cNvSpPr/>
          <p:nvPr/>
        </p:nvSpPr>
        <p:spPr>
          <a:xfrm rot="0">
            <a:off x="1316037" y="711200"/>
            <a:ext cx="26987" cy="119062"/>
          </a:xfrm>
          <a:custGeom>
            <a:avLst/>
            <a:ahLst/>
            <a:rect l="0" t="0" r="r" b="b"/>
            <a:pathLst>
              <a:path w="52" h="225">
                <a:moveTo>
                  <a:pt x="52" y="0"/>
                </a:moveTo>
                <a:lnTo>
                  <a:pt x="44" y="136"/>
                </a:lnTo>
                <a:lnTo>
                  <a:pt x="37" y="170"/>
                </a:lnTo>
                <a:lnTo>
                  <a:pt x="0" y="22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8" name=""/>
          <p:cNvSpPr/>
          <p:nvPr/>
        </p:nvSpPr>
        <p:spPr>
          <a:xfrm rot="0" flipV="1">
            <a:off x="1339850" y="749300"/>
            <a:ext cx="3651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29" name=""/>
          <p:cNvSpPr/>
          <p:nvPr/>
        </p:nvSpPr>
        <p:spPr>
          <a:xfrm rot="0">
            <a:off x="1360487" y="752475"/>
            <a:ext cx="1587" cy="809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0" name=""/>
          <p:cNvSpPr/>
          <p:nvPr/>
        </p:nvSpPr>
        <p:spPr>
          <a:xfrm rot="0" flipH="1">
            <a:off x="1398587" y="701675"/>
            <a:ext cx="15875" cy="460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1" name=""/>
          <p:cNvSpPr/>
          <p:nvPr/>
        </p:nvSpPr>
        <p:spPr>
          <a:xfrm rot="0" flipV="1">
            <a:off x="1403350" y="730250"/>
            <a:ext cx="25400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2" name=""/>
          <p:cNvSpPr/>
          <p:nvPr/>
        </p:nvSpPr>
        <p:spPr>
          <a:xfrm rot="0" flipV="1">
            <a:off x="1389062" y="757237"/>
            <a:ext cx="4286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3" name=""/>
          <p:cNvSpPr/>
          <p:nvPr/>
        </p:nvSpPr>
        <p:spPr>
          <a:xfrm rot="0">
            <a:off x="1412875" y="733425"/>
            <a:ext cx="1587" cy="682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4" name=""/>
          <p:cNvSpPr/>
          <p:nvPr/>
        </p:nvSpPr>
        <p:spPr>
          <a:xfrm rot="0">
            <a:off x="1398587" y="773112"/>
            <a:ext cx="1587" cy="349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5" name=""/>
          <p:cNvSpPr/>
          <p:nvPr/>
        </p:nvSpPr>
        <p:spPr>
          <a:xfrm rot="0" flipV="1">
            <a:off x="1398587" y="798512"/>
            <a:ext cx="25400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6" name=""/>
          <p:cNvSpPr/>
          <p:nvPr/>
        </p:nvSpPr>
        <p:spPr>
          <a:xfrm rot="0" flipH="1">
            <a:off x="1423987" y="768350"/>
            <a:ext cx="1587" cy="381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7" name=""/>
          <p:cNvSpPr/>
          <p:nvPr/>
        </p:nvSpPr>
        <p:spPr>
          <a:xfrm rot="0" flipV="1">
            <a:off x="1431925" y="735012"/>
            <a:ext cx="3016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8" name=""/>
          <p:cNvSpPr/>
          <p:nvPr/>
        </p:nvSpPr>
        <p:spPr>
          <a:xfrm rot="0" flipH="1">
            <a:off x="1457325" y="731837"/>
            <a:ext cx="6350" cy="396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39" name=""/>
          <p:cNvSpPr/>
          <p:nvPr/>
        </p:nvSpPr>
        <p:spPr>
          <a:xfrm rot="0" flipV="1">
            <a:off x="1427162" y="769937"/>
            <a:ext cx="46037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0" name=""/>
          <p:cNvSpPr/>
          <p:nvPr/>
        </p:nvSpPr>
        <p:spPr>
          <a:xfrm rot="0" flipH="1">
            <a:off x="1414462" y="801687"/>
            <a:ext cx="20637" cy="301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1" name=""/>
          <p:cNvSpPr/>
          <p:nvPr/>
        </p:nvSpPr>
        <p:spPr>
          <a:xfrm rot="0">
            <a:off x="1444625" y="774700"/>
            <a:ext cx="28575" cy="50800"/>
          </a:xfrm>
          <a:custGeom>
            <a:avLst/>
            <a:ahLst/>
            <a:rect l="0" t="0" r="r" b="b"/>
            <a:pathLst>
              <a:path w="53" h="97">
                <a:moveTo>
                  <a:pt x="0" y="0"/>
                </a:moveTo>
                <a:lnTo>
                  <a:pt x="27" y="97"/>
                </a:lnTo>
                <a:lnTo>
                  <a:pt x="53" y="9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2" name=""/>
          <p:cNvSpPr/>
          <p:nvPr/>
        </p:nvSpPr>
        <p:spPr>
          <a:xfrm rot="0">
            <a:off x="1435100" y="701675"/>
            <a:ext cx="14287" cy="100012"/>
          </a:xfrm>
          <a:custGeom>
            <a:avLst/>
            <a:ahLst/>
            <a:rect l="0" t="0" r="r" b="b"/>
            <a:pathLst>
              <a:path w="25" h="191">
                <a:moveTo>
                  <a:pt x="25" y="0"/>
                </a:moveTo>
                <a:lnTo>
                  <a:pt x="17" y="108"/>
                </a:lnTo>
                <a:lnTo>
                  <a:pt x="0" y="191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3" name=""/>
          <p:cNvSpPr/>
          <p:nvPr/>
        </p:nvSpPr>
        <p:spPr>
          <a:xfrm rot="0" flipH="1">
            <a:off x="1503362" y="703262"/>
            <a:ext cx="7937" cy="349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4" name=""/>
          <p:cNvSpPr/>
          <p:nvPr/>
        </p:nvSpPr>
        <p:spPr>
          <a:xfrm rot="0" flipV="1">
            <a:off x="1497012" y="798512"/>
            <a:ext cx="20637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5" name=""/>
          <p:cNvSpPr/>
          <p:nvPr/>
        </p:nvSpPr>
        <p:spPr>
          <a:xfrm rot="0" flipV="1">
            <a:off x="1520825" y="733425"/>
            <a:ext cx="3175" cy="777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6" name=""/>
          <p:cNvSpPr/>
          <p:nvPr/>
        </p:nvSpPr>
        <p:spPr>
          <a:xfrm rot="0" flipH="1">
            <a:off x="1498600" y="738187"/>
            <a:ext cx="23812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7" name=""/>
          <p:cNvSpPr/>
          <p:nvPr/>
        </p:nvSpPr>
        <p:spPr>
          <a:xfrm rot="0" flipV="1">
            <a:off x="1497012" y="766762"/>
            <a:ext cx="17462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8" name=""/>
          <p:cNvSpPr/>
          <p:nvPr/>
        </p:nvSpPr>
        <p:spPr>
          <a:xfrm rot="0" flipH="1">
            <a:off x="1528762" y="701675"/>
            <a:ext cx="15875" cy="555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49" name=""/>
          <p:cNvSpPr/>
          <p:nvPr/>
        </p:nvSpPr>
        <p:spPr>
          <a:xfrm rot="0" flipH="1" flipV="1">
            <a:off x="1543050" y="808037"/>
            <a:ext cx="11112" cy="206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0" name=""/>
          <p:cNvSpPr/>
          <p:nvPr/>
        </p:nvSpPr>
        <p:spPr>
          <a:xfrm rot="0">
            <a:off x="1538287" y="758825"/>
            <a:ext cx="9525" cy="222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1" name=""/>
          <p:cNvSpPr/>
          <p:nvPr/>
        </p:nvSpPr>
        <p:spPr>
          <a:xfrm rot="0">
            <a:off x="1554162" y="730250"/>
            <a:ext cx="11112" cy="98425"/>
          </a:xfrm>
          <a:custGeom>
            <a:avLst/>
            <a:ahLst/>
            <a:rect l="0" t="0" r="r" b="b"/>
            <a:pathLst>
              <a:path w="19" h="186">
                <a:moveTo>
                  <a:pt x="0" y="186"/>
                </a:moveTo>
                <a:lnTo>
                  <a:pt x="11" y="108"/>
                </a:lnTo>
                <a:lnTo>
                  <a:pt x="1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2" name=""/>
          <p:cNvSpPr/>
          <p:nvPr/>
        </p:nvSpPr>
        <p:spPr>
          <a:xfrm rot="0" flipV="1">
            <a:off x="1535112" y="735012"/>
            <a:ext cx="28575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3" name=""/>
          <p:cNvSpPr/>
          <p:nvPr/>
        </p:nvSpPr>
        <p:spPr>
          <a:xfrm rot="0">
            <a:off x="1497012" y="731837"/>
            <a:ext cx="1587" cy="793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4" name=""/>
          <p:cNvSpPr/>
          <p:nvPr/>
        </p:nvSpPr>
        <p:spPr>
          <a:xfrm rot="0" flipH="1">
            <a:off x="1584325" y="773112"/>
            <a:ext cx="26987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5" name=""/>
          <p:cNvSpPr/>
          <p:nvPr/>
        </p:nvSpPr>
        <p:spPr>
          <a:xfrm rot="0" flipH="1">
            <a:off x="1587500" y="731837"/>
            <a:ext cx="20637" cy="508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6" name=""/>
          <p:cNvSpPr/>
          <p:nvPr/>
        </p:nvSpPr>
        <p:spPr>
          <a:xfrm rot="0" flipV="1">
            <a:off x="1581150" y="744537"/>
            <a:ext cx="22225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7" name=""/>
          <p:cNvSpPr/>
          <p:nvPr/>
        </p:nvSpPr>
        <p:spPr>
          <a:xfrm rot="0" flipV="1">
            <a:off x="1584325" y="793750"/>
            <a:ext cx="28575" cy="158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8" name=""/>
          <p:cNvSpPr/>
          <p:nvPr/>
        </p:nvSpPr>
        <p:spPr>
          <a:xfrm rot="0" flipH="1">
            <a:off x="1584325" y="706437"/>
            <a:ext cx="17462" cy="444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59" name=""/>
          <p:cNvSpPr/>
          <p:nvPr/>
        </p:nvSpPr>
        <p:spPr>
          <a:xfrm rot="0" flipV="1">
            <a:off x="1617662" y="730250"/>
            <a:ext cx="31750" cy="142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0" name=""/>
          <p:cNvSpPr/>
          <p:nvPr/>
        </p:nvSpPr>
        <p:spPr>
          <a:xfrm rot="0" flipV="1">
            <a:off x="1616075" y="755650"/>
            <a:ext cx="36512" cy="127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1" name=""/>
          <p:cNvSpPr/>
          <p:nvPr/>
        </p:nvSpPr>
        <p:spPr>
          <a:xfrm rot="0">
            <a:off x="1641475" y="798512"/>
            <a:ext cx="20637" cy="28575"/>
          </a:xfrm>
          <a:custGeom>
            <a:avLst/>
            <a:ahLst/>
            <a:rect l="0" t="0" r="r" b="b"/>
            <a:pathLst>
              <a:path w="38" h="56">
                <a:moveTo>
                  <a:pt x="0" y="3"/>
                </a:moveTo>
                <a:lnTo>
                  <a:pt x="38" y="56"/>
                </a:lnTo>
                <a:lnTo>
                  <a:pt x="38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2" name=""/>
          <p:cNvSpPr/>
          <p:nvPr/>
        </p:nvSpPr>
        <p:spPr>
          <a:xfrm rot="0">
            <a:off x="1639887" y="708025"/>
            <a:ext cx="9525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3" name=""/>
          <p:cNvSpPr/>
          <p:nvPr/>
        </p:nvSpPr>
        <p:spPr>
          <a:xfrm rot="0">
            <a:off x="1627187" y="701675"/>
            <a:ext cx="14287" cy="98425"/>
          </a:xfrm>
          <a:custGeom>
            <a:avLst/>
            <a:ahLst/>
            <a:rect l="0" t="0" r="r" b="b"/>
            <a:pathLst>
              <a:path w="28" h="186">
                <a:moveTo>
                  <a:pt x="0" y="0"/>
                </a:moveTo>
                <a:lnTo>
                  <a:pt x="7" y="127"/>
                </a:lnTo>
                <a:lnTo>
                  <a:pt x="28" y="186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4" name=""/>
          <p:cNvSpPr/>
          <p:nvPr/>
        </p:nvSpPr>
        <p:spPr>
          <a:xfrm rot="0">
            <a:off x="1609725" y="768350"/>
            <a:ext cx="41275" cy="52387"/>
          </a:xfrm>
          <a:custGeom>
            <a:avLst/>
            <a:ahLst/>
            <a:rect l="0" t="0" r="r" b="b"/>
            <a:pathLst>
              <a:path w="78" h="98">
                <a:moveTo>
                  <a:pt x="78" y="0"/>
                </a:moveTo>
                <a:lnTo>
                  <a:pt x="52" y="42"/>
                </a:lnTo>
                <a:lnTo>
                  <a:pt x="0" y="9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5" name=""/>
          <p:cNvSpPr/>
          <p:nvPr/>
        </p:nvSpPr>
        <p:spPr>
          <a:xfrm rot="0">
            <a:off x="1687512" y="796925"/>
            <a:ext cx="20637" cy="20637"/>
          </a:xfrm>
          <a:custGeom>
            <a:avLst/>
            <a:ahLst/>
            <a:rect l="0" t="0" r="r" b="b"/>
            <a:pathLst>
              <a:path w="39" h="39">
                <a:moveTo>
                  <a:pt x="0" y="20"/>
                </a:moveTo>
                <a:lnTo>
                  <a:pt x="1" y="27"/>
                </a:lnTo>
                <a:lnTo>
                  <a:pt x="5" y="33"/>
                </a:lnTo>
                <a:lnTo>
                  <a:pt x="11" y="38"/>
                </a:lnTo>
                <a:lnTo>
                  <a:pt x="19" y="39"/>
                </a:lnTo>
                <a:lnTo>
                  <a:pt x="26" y="38"/>
                </a:lnTo>
                <a:lnTo>
                  <a:pt x="33" y="33"/>
                </a:lnTo>
                <a:lnTo>
                  <a:pt x="37" y="27"/>
                </a:lnTo>
                <a:lnTo>
                  <a:pt x="39" y="20"/>
                </a:lnTo>
                <a:lnTo>
                  <a:pt x="37" y="12"/>
                </a:lnTo>
                <a:lnTo>
                  <a:pt x="33" y="6"/>
                </a:lnTo>
                <a:lnTo>
                  <a:pt x="26" y="1"/>
                </a:lnTo>
                <a:lnTo>
                  <a:pt x="19" y="0"/>
                </a:lnTo>
                <a:lnTo>
                  <a:pt x="11" y="1"/>
                </a:lnTo>
                <a:lnTo>
                  <a:pt x="5" y="6"/>
                </a:lnTo>
                <a:lnTo>
                  <a:pt x="1" y="12"/>
                </a:lnTo>
                <a:lnTo>
                  <a:pt x="0" y="2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6" name=""/>
          <p:cNvSpPr/>
          <p:nvPr/>
        </p:nvSpPr>
        <p:spPr>
          <a:xfrm rot="0">
            <a:off x="1685925" y="795337"/>
            <a:ext cx="23812" cy="23812"/>
          </a:xfrm>
          <a:custGeom>
            <a:avLst/>
            <a:ahLst/>
            <a:rect l="0" t="0" r="r" b="b"/>
            <a:pathLst>
              <a:path w="44" h="45">
                <a:moveTo>
                  <a:pt x="44" y="23"/>
                </a:moveTo>
                <a:lnTo>
                  <a:pt x="43" y="16"/>
                </a:lnTo>
                <a:lnTo>
                  <a:pt x="40" y="10"/>
                </a:lnTo>
                <a:lnTo>
                  <a:pt x="36" y="4"/>
                </a:lnTo>
                <a:lnTo>
                  <a:pt x="29" y="1"/>
                </a:lnTo>
                <a:lnTo>
                  <a:pt x="22" y="0"/>
                </a:lnTo>
                <a:lnTo>
                  <a:pt x="16" y="1"/>
                </a:lnTo>
                <a:lnTo>
                  <a:pt x="9" y="4"/>
                </a:lnTo>
                <a:lnTo>
                  <a:pt x="4" y="10"/>
                </a:lnTo>
                <a:lnTo>
                  <a:pt x="2" y="16"/>
                </a:lnTo>
                <a:lnTo>
                  <a:pt x="0" y="23"/>
                </a:lnTo>
                <a:lnTo>
                  <a:pt x="2" y="30"/>
                </a:lnTo>
                <a:lnTo>
                  <a:pt x="4" y="35"/>
                </a:lnTo>
                <a:lnTo>
                  <a:pt x="9" y="41"/>
                </a:lnTo>
                <a:lnTo>
                  <a:pt x="16" y="44"/>
                </a:lnTo>
                <a:lnTo>
                  <a:pt x="22" y="45"/>
                </a:lnTo>
                <a:lnTo>
                  <a:pt x="29" y="44"/>
                </a:lnTo>
                <a:lnTo>
                  <a:pt x="36" y="41"/>
                </a:lnTo>
                <a:lnTo>
                  <a:pt x="40" y="35"/>
                </a:lnTo>
                <a:lnTo>
                  <a:pt x="43" y="30"/>
                </a:lnTo>
                <a:lnTo>
                  <a:pt x="44" y="2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0267" name=""/>
          <p:cNvSpPr/>
          <p:nvPr/>
        </p:nvSpPr>
        <p:spPr>
          <a:xfrm rot="0">
            <a:off x="4611687" y="876300"/>
            <a:ext cx="1587" cy="54387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0268" name=""/>
          <p:cNvSpPr/>
          <p:nvPr/>
        </p:nvSpPr>
        <p:spPr>
          <a:xfrm rot="0" flipH="1">
            <a:off x="431800" y="3595687"/>
            <a:ext cx="83581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3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36" name=""/>
          <p:cNvGrpSpPr/>
          <p:nvPr/>
        </p:nvGrpSpPr>
        <p:grpSpPr>
          <a:xfrm rot="0">
            <a:off x="161925" y="603250"/>
            <a:ext cx="8512175" cy="6024562"/>
            <a:chOff x="102" y="380"/>
            <a:chExt cx="5362" cy="3795"/>
          </a:xfrm>
        </p:grpSpPr>
        <p:sp>
          <p:nvSpPr>
            <p:cNvPr id="1050269" name=""/>
            <p:cNvSpPr/>
            <p:nvPr/>
          </p:nvSpPr>
          <p:spPr>
            <a:xfrm rot="0">
              <a:off x="113" y="4152"/>
              <a:ext cx="5339" cy="23"/>
            </a:xfrm>
            <a:custGeom>
              <a:avLst/>
              <a:ahLst/>
              <a:rect l="0" t="0" r="r" b="b"/>
              <a:pathLst>
                <a:path w="16017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6017" y="68"/>
                  </a:lnTo>
                  <a:lnTo>
                    <a:pt x="16017" y="35"/>
                  </a:lnTo>
                  <a:lnTo>
                    <a:pt x="1601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70" name=""/>
            <p:cNvSpPr/>
            <p:nvPr/>
          </p:nvSpPr>
          <p:spPr>
            <a:xfrm rot="0">
              <a:off x="113" y="4152"/>
              <a:ext cx="5339" cy="23"/>
            </a:xfrm>
            <a:custGeom>
              <a:avLst/>
              <a:ahLst/>
              <a:rect l="0" t="0" r="r" b="b"/>
              <a:pathLst>
                <a:path w="16017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6017" y="68"/>
                  </a:lnTo>
                  <a:lnTo>
                    <a:pt x="16017" y="35"/>
                  </a:lnTo>
                  <a:lnTo>
                    <a:pt x="1601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71" name=""/>
            <p:cNvSpPr/>
            <p:nvPr/>
          </p:nvSpPr>
          <p:spPr>
            <a:xfrm rot="0">
              <a:off x="5452" y="4164"/>
              <a:ext cx="12" cy="11"/>
            </a:xfrm>
            <a:custGeom>
              <a:avLst/>
              <a:ahLst/>
              <a:rect l="0" t="0" r="r" b="b"/>
              <a:pathLst>
                <a:path w="35" h="33">
                  <a:moveTo>
                    <a:pt x="0" y="0"/>
                  </a:moveTo>
                  <a:lnTo>
                    <a:pt x="0" y="33"/>
                  </a:lnTo>
                  <a:lnTo>
                    <a:pt x="6" y="33"/>
                  </a:lnTo>
                  <a:lnTo>
                    <a:pt x="11" y="32"/>
                  </a:lnTo>
                  <a:lnTo>
                    <a:pt x="16" y="30"/>
                  </a:lnTo>
                  <a:lnTo>
                    <a:pt x="20" y="28"/>
                  </a:lnTo>
                  <a:lnTo>
                    <a:pt x="24" y="24"/>
                  </a:lnTo>
                  <a:lnTo>
                    <a:pt x="28" y="20"/>
                  </a:lnTo>
                  <a:lnTo>
                    <a:pt x="31" y="16"/>
                  </a:lnTo>
                  <a:lnTo>
                    <a:pt x="32" y="10"/>
                  </a:lnTo>
                  <a:lnTo>
                    <a:pt x="34" y="5"/>
                  </a:lnTo>
                  <a:lnTo>
                    <a:pt x="3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72" name=""/>
            <p:cNvSpPr/>
            <p:nvPr/>
          </p:nvSpPr>
          <p:spPr>
            <a:xfrm rot="0">
              <a:off x="5452" y="4164"/>
              <a:ext cx="12" cy="11"/>
            </a:xfrm>
            <a:custGeom>
              <a:avLst/>
              <a:ahLst/>
              <a:rect l="0" t="0" r="r" b="b"/>
              <a:pathLst>
                <a:path w="35" h="33">
                  <a:moveTo>
                    <a:pt x="0" y="33"/>
                  </a:moveTo>
                  <a:lnTo>
                    <a:pt x="6" y="33"/>
                  </a:lnTo>
                  <a:lnTo>
                    <a:pt x="11" y="32"/>
                  </a:lnTo>
                  <a:lnTo>
                    <a:pt x="16" y="30"/>
                  </a:lnTo>
                  <a:lnTo>
                    <a:pt x="20" y="28"/>
                  </a:lnTo>
                  <a:lnTo>
                    <a:pt x="24" y="24"/>
                  </a:lnTo>
                  <a:lnTo>
                    <a:pt x="28" y="20"/>
                  </a:lnTo>
                  <a:lnTo>
                    <a:pt x="31" y="16"/>
                  </a:lnTo>
                  <a:lnTo>
                    <a:pt x="32" y="10"/>
                  </a:lnTo>
                  <a:lnTo>
                    <a:pt x="34" y="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73" name=""/>
            <p:cNvSpPr/>
            <p:nvPr/>
          </p:nvSpPr>
          <p:spPr>
            <a:xfrm rot="0">
              <a:off x="5441" y="519"/>
              <a:ext cx="23" cy="3645"/>
            </a:xfrm>
            <a:custGeom>
              <a:avLst/>
              <a:ahLst/>
              <a:rect l="0" t="0" r="r" b="b"/>
              <a:pathLst>
                <a:path w="68" h="10933">
                  <a:moveTo>
                    <a:pt x="0" y="10933"/>
                  </a:moveTo>
                  <a:lnTo>
                    <a:pt x="33" y="10933"/>
                  </a:lnTo>
                  <a:lnTo>
                    <a:pt x="68" y="10933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9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74" name=""/>
            <p:cNvSpPr/>
            <p:nvPr/>
          </p:nvSpPr>
          <p:spPr>
            <a:xfrm rot="0">
              <a:off x="5441" y="519"/>
              <a:ext cx="23" cy="3645"/>
            </a:xfrm>
            <a:custGeom>
              <a:avLst/>
              <a:ahLst/>
              <a:rect l="0" t="0" r="r" b="b"/>
              <a:pathLst>
                <a:path w="68" h="10933">
                  <a:moveTo>
                    <a:pt x="0" y="10933"/>
                  </a:moveTo>
                  <a:lnTo>
                    <a:pt x="33" y="10933"/>
                  </a:lnTo>
                  <a:lnTo>
                    <a:pt x="68" y="10933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9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75" name=""/>
            <p:cNvSpPr/>
            <p:nvPr/>
          </p:nvSpPr>
          <p:spPr>
            <a:xfrm rot="0">
              <a:off x="5452" y="508"/>
              <a:ext cx="12" cy="11"/>
            </a:xfrm>
            <a:custGeom>
              <a:avLst/>
              <a:ahLst/>
              <a:rect l="0" t="0" r="r" b="b"/>
              <a:pathLst>
                <a:path w="35" h="35">
                  <a:moveTo>
                    <a:pt x="0" y="35"/>
                  </a:moveTo>
                  <a:lnTo>
                    <a:pt x="35" y="35"/>
                  </a:lnTo>
                  <a:lnTo>
                    <a:pt x="34" y="29"/>
                  </a:lnTo>
                  <a:lnTo>
                    <a:pt x="32" y="24"/>
                  </a:lnTo>
                  <a:lnTo>
                    <a:pt x="31" y="19"/>
                  </a:lnTo>
                  <a:lnTo>
                    <a:pt x="28" y="15"/>
                  </a:lnTo>
                  <a:lnTo>
                    <a:pt x="24" y="11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1" y="3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76" name=""/>
            <p:cNvSpPr/>
            <p:nvPr/>
          </p:nvSpPr>
          <p:spPr>
            <a:xfrm rot="0">
              <a:off x="5452" y="508"/>
              <a:ext cx="12" cy="11"/>
            </a:xfrm>
            <a:custGeom>
              <a:avLst/>
              <a:ahLst/>
              <a:rect l="0" t="0" r="r" b="b"/>
              <a:pathLst>
                <a:path w="35" h="35">
                  <a:moveTo>
                    <a:pt x="35" y="35"/>
                  </a:moveTo>
                  <a:lnTo>
                    <a:pt x="34" y="29"/>
                  </a:lnTo>
                  <a:lnTo>
                    <a:pt x="32" y="24"/>
                  </a:lnTo>
                  <a:lnTo>
                    <a:pt x="31" y="19"/>
                  </a:lnTo>
                  <a:lnTo>
                    <a:pt x="28" y="15"/>
                  </a:lnTo>
                  <a:lnTo>
                    <a:pt x="24" y="11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1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77" name=""/>
            <p:cNvSpPr/>
            <p:nvPr/>
          </p:nvSpPr>
          <p:spPr>
            <a:xfrm rot="0">
              <a:off x="113" y="508"/>
              <a:ext cx="5339" cy="22"/>
            </a:xfrm>
            <a:custGeom>
              <a:avLst/>
              <a:ahLst/>
              <a:rect l="0" t="0" r="r" b="b"/>
              <a:pathLst>
                <a:path w="16017" h="68">
                  <a:moveTo>
                    <a:pt x="16017" y="68"/>
                  </a:moveTo>
                  <a:lnTo>
                    <a:pt x="16017" y="35"/>
                  </a:lnTo>
                  <a:lnTo>
                    <a:pt x="16017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6017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78" name=""/>
            <p:cNvSpPr/>
            <p:nvPr/>
          </p:nvSpPr>
          <p:spPr>
            <a:xfrm rot="0">
              <a:off x="113" y="508"/>
              <a:ext cx="5339" cy="22"/>
            </a:xfrm>
            <a:custGeom>
              <a:avLst/>
              <a:ahLst/>
              <a:rect l="0" t="0" r="r" b="b"/>
              <a:pathLst>
                <a:path w="16017" h="68">
                  <a:moveTo>
                    <a:pt x="16017" y="68"/>
                  </a:moveTo>
                  <a:lnTo>
                    <a:pt x="16017" y="35"/>
                  </a:lnTo>
                  <a:lnTo>
                    <a:pt x="16017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6017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79" name=""/>
            <p:cNvSpPr/>
            <p:nvPr/>
          </p:nvSpPr>
          <p:spPr>
            <a:xfrm rot="0">
              <a:off x="102" y="508"/>
              <a:ext cx="11" cy="11"/>
            </a:xfrm>
            <a:custGeom>
              <a:avLst/>
              <a:ahLst/>
              <a:rect l="0" t="0" r="r" b="b"/>
              <a:pathLst>
                <a:path w="33" h="35">
                  <a:moveTo>
                    <a:pt x="33" y="35"/>
                  </a:moveTo>
                  <a:lnTo>
                    <a:pt x="33" y="0"/>
                  </a:lnTo>
                  <a:lnTo>
                    <a:pt x="28" y="1"/>
                  </a:lnTo>
                  <a:lnTo>
                    <a:pt x="23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80" name=""/>
            <p:cNvSpPr/>
            <p:nvPr/>
          </p:nvSpPr>
          <p:spPr>
            <a:xfrm rot="0">
              <a:off x="102" y="508"/>
              <a:ext cx="11" cy="11"/>
            </a:xfrm>
            <a:custGeom>
              <a:avLst/>
              <a:ahLst/>
              <a:rect l="0" t="0" r="r" b="b"/>
              <a:pathLst>
                <a:path w="33" h="35">
                  <a:moveTo>
                    <a:pt x="33" y="0"/>
                  </a:moveTo>
                  <a:lnTo>
                    <a:pt x="28" y="1"/>
                  </a:lnTo>
                  <a:lnTo>
                    <a:pt x="23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1" name=""/>
            <p:cNvSpPr/>
            <p:nvPr/>
          </p:nvSpPr>
          <p:spPr>
            <a:xfrm rot="0">
              <a:off x="102" y="519"/>
              <a:ext cx="23" cy="3645"/>
            </a:xfrm>
            <a:custGeom>
              <a:avLst/>
              <a:ahLst/>
              <a:rect l="0" t="0" r="r" b="b"/>
              <a:pathLst>
                <a:path w="68" h="10933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933"/>
                  </a:lnTo>
                  <a:lnTo>
                    <a:pt x="33" y="10933"/>
                  </a:lnTo>
                  <a:lnTo>
                    <a:pt x="68" y="10933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82" name=""/>
            <p:cNvSpPr/>
            <p:nvPr/>
          </p:nvSpPr>
          <p:spPr>
            <a:xfrm rot="0">
              <a:off x="102" y="519"/>
              <a:ext cx="23" cy="3645"/>
            </a:xfrm>
            <a:custGeom>
              <a:avLst/>
              <a:ahLst/>
              <a:rect l="0" t="0" r="r" b="b"/>
              <a:pathLst>
                <a:path w="68" h="10933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933"/>
                  </a:lnTo>
                  <a:lnTo>
                    <a:pt x="33" y="10933"/>
                  </a:lnTo>
                  <a:lnTo>
                    <a:pt x="68" y="10933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3" name=""/>
            <p:cNvSpPr/>
            <p:nvPr/>
          </p:nvSpPr>
          <p:spPr>
            <a:xfrm rot="0">
              <a:off x="102" y="4164"/>
              <a:ext cx="11" cy="11"/>
            </a:xfrm>
            <a:custGeom>
              <a:avLst/>
              <a:ahLst/>
              <a:rect l="0" t="0" r="r" b="b"/>
              <a:pathLst>
                <a:path w="33" h="33">
                  <a:moveTo>
                    <a:pt x="33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9" y="24"/>
                  </a:lnTo>
                  <a:lnTo>
                    <a:pt x="13" y="28"/>
                  </a:lnTo>
                  <a:lnTo>
                    <a:pt x="17" y="30"/>
                  </a:lnTo>
                  <a:lnTo>
                    <a:pt x="23" y="32"/>
                  </a:lnTo>
                  <a:lnTo>
                    <a:pt x="28" y="33"/>
                  </a:lnTo>
                  <a:lnTo>
                    <a:pt x="33" y="33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284" name=""/>
            <p:cNvSpPr/>
            <p:nvPr/>
          </p:nvSpPr>
          <p:spPr>
            <a:xfrm rot="0">
              <a:off x="102" y="4164"/>
              <a:ext cx="11" cy="11"/>
            </a:xfrm>
            <a:custGeom>
              <a:avLst/>
              <a:ahLst/>
              <a:rect l="0" t="0" r="r" b="b"/>
              <a:pathLst>
                <a:path w="33" h="33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9" y="24"/>
                  </a:lnTo>
                  <a:lnTo>
                    <a:pt x="13" y="28"/>
                  </a:lnTo>
                  <a:lnTo>
                    <a:pt x="17" y="30"/>
                  </a:lnTo>
                  <a:lnTo>
                    <a:pt x="23" y="32"/>
                  </a:lnTo>
                  <a:lnTo>
                    <a:pt x="28" y="33"/>
                  </a:lnTo>
                  <a:lnTo>
                    <a:pt x="33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5" name=""/>
            <p:cNvSpPr/>
            <p:nvPr/>
          </p:nvSpPr>
          <p:spPr>
            <a:xfrm rot="0" flipV="1">
              <a:off x="2513" y="406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6" name=""/>
            <p:cNvSpPr/>
            <p:nvPr/>
          </p:nvSpPr>
          <p:spPr>
            <a:xfrm rot="0" flipH="1">
              <a:off x="2513" y="435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7" name=""/>
            <p:cNvSpPr/>
            <p:nvPr/>
          </p:nvSpPr>
          <p:spPr>
            <a:xfrm rot="0" flipV="1">
              <a:off x="2510" y="461"/>
              <a:ext cx="3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8" name=""/>
            <p:cNvSpPr/>
            <p:nvPr/>
          </p:nvSpPr>
          <p:spPr>
            <a:xfrm rot="0" flipV="1">
              <a:off x="2526" y="409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89" name=""/>
            <p:cNvSpPr/>
            <p:nvPr/>
          </p:nvSpPr>
          <p:spPr>
            <a:xfrm rot="0" flipV="1">
              <a:off x="2558" y="405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0" name=""/>
            <p:cNvSpPr/>
            <p:nvPr/>
          </p:nvSpPr>
          <p:spPr>
            <a:xfrm rot="0">
              <a:off x="2567" y="408"/>
              <a:ext cx="1" cy="7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1" name=""/>
            <p:cNvSpPr/>
            <p:nvPr/>
          </p:nvSpPr>
          <p:spPr>
            <a:xfrm rot="0" flipH="1">
              <a:off x="2546" y="484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2" name=""/>
            <p:cNvSpPr/>
            <p:nvPr/>
          </p:nvSpPr>
          <p:spPr>
            <a:xfrm rot="0" flipV="1">
              <a:off x="2557" y="441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3" name=""/>
            <p:cNvSpPr/>
            <p:nvPr/>
          </p:nvSpPr>
          <p:spPr>
            <a:xfrm rot="0" flipH="1">
              <a:off x="2538" y="421"/>
              <a:ext cx="4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4" name=""/>
            <p:cNvSpPr/>
            <p:nvPr/>
          </p:nvSpPr>
          <p:spPr>
            <a:xfrm rot="0">
              <a:off x="2529" y="384"/>
              <a:ext cx="22" cy="116"/>
            </a:xfrm>
            <a:custGeom>
              <a:avLst/>
              <a:ahLst/>
              <a:rect l="0" t="0" r="r" b="b"/>
              <a:pathLst>
                <a:path w="67" h="349">
                  <a:moveTo>
                    <a:pt x="67" y="0"/>
                  </a:moveTo>
                  <a:lnTo>
                    <a:pt x="59" y="173"/>
                  </a:lnTo>
                  <a:lnTo>
                    <a:pt x="39" y="282"/>
                  </a:lnTo>
                  <a:lnTo>
                    <a:pt x="0" y="3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5" name=""/>
            <p:cNvSpPr/>
            <p:nvPr/>
          </p:nvSpPr>
          <p:spPr>
            <a:xfrm rot="0" flipV="1">
              <a:off x="2600" y="455"/>
              <a:ext cx="1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6" name=""/>
            <p:cNvSpPr/>
            <p:nvPr/>
          </p:nvSpPr>
          <p:spPr>
            <a:xfrm rot="0" flipV="1">
              <a:off x="2596" y="474"/>
              <a:ext cx="2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7" name=""/>
            <p:cNvSpPr/>
            <p:nvPr/>
          </p:nvSpPr>
          <p:spPr>
            <a:xfrm rot="0" flipH="1">
              <a:off x="2598" y="389"/>
              <a:ext cx="16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8" name=""/>
            <p:cNvSpPr/>
            <p:nvPr/>
          </p:nvSpPr>
          <p:spPr>
            <a:xfrm rot="0" flipH="1">
              <a:off x="2602" y="417"/>
              <a:ext cx="22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299" name=""/>
            <p:cNvSpPr/>
            <p:nvPr/>
          </p:nvSpPr>
          <p:spPr>
            <a:xfrm rot="0" flipV="1">
              <a:off x="2596" y="425"/>
              <a:ext cx="22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0" name=""/>
            <p:cNvSpPr/>
            <p:nvPr/>
          </p:nvSpPr>
          <p:spPr>
            <a:xfrm rot="0" flipV="1">
              <a:off x="2628" y="397"/>
              <a:ext cx="2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1" name=""/>
            <p:cNvSpPr/>
            <p:nvPr/>
          </p:nvSpPr>
          <p:spPr>
            <a:xfrm rot="0" flipH="1">
              <a:off x="2647" y="394"/>
              <a:ext cx="10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2" name=""/>
            <p:cNvSpPr/>
            <p:nvPr/>
          </p:nvSpPr>
          <p:spPr>
            <a:xfrm rot="0" flipV="1">
              <a:off x="2644" y="432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3" name=""/>
            <p:cNvSpPr/>
            <p:nvPr/>
          </p:nvSpPr>
          <p:spPr>
            <a:xfrm rot="0">
              <a:off x="2625" y="429"/>
              <a:ext cx="35" cy="72"/>
            </a:xfrm>
            <a:custGeom>
              <a:avLst/>
              <a:ahLst/>
              <a:rect l="0" t="0" r="r" b="b"/>
              <a:pathLst>
                <a:path w="104" h="216">
                  <a:moveTo>
                    <a:pt x="104" y="0"/>
                  </a:moveTo>
                  <a:lnTo>
                    <a:pt x="68" y="125"/>
                  </a:lnTo>
                  <a:lnTo>
                    <a:pt x="0" y="2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4" name=""/>
            <p:cNvSpPr/>
            <p:nvPr/>
          </p:nvSpPr>
          <p:spPr>
            <a:xfrm rot="0">
              <a:off x="2612" y="402"/>
              <a:ext cx="27" cy="98"/>
            </a:xfrm>
            <a:custGeom>
              <a:avLst/>
              <a:ahLst/>
              <a:rect l="0" t="0" r="r" b="b"/>
              <a:pathLst>
                <a:path w="81" h="293">
                  <a:moveTo>
                    <a:pt x="81" y="0"/>
                  </a:moveTo>
                  <a:lnTo>
                    <a:pt x="57" y="169"/>
                  </a:lnTo>
                  <a:lnTo>
                    <a:pt x="32" y="242"/>
                  </a:lnTo>
                  <a:lnTo>
                    <a:pt x="0" y="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5" name=""/>
            <p:cNvSpPr/>
            <p:nvPr/>
          </p:nvSpPr>
          <p:spPr>
            <a:xfrm rot="0">
              <a:off x="2636" y="441"/>
              <a:ext cx="33" cy="58"/>
            </a:xfrm>
            <a:custGeom>
              <a:avLst/>
              <a:ahLst/>
              <a:rect l="0" t="0" r="r" b="b"/>
              <a:pathLst>
                <a:path w="100" h="172">
                  <a:moveTo>
                    <a:pt x="0" y="0"/>
                  </a:moveTo>
                  <a:lnTo>
                    <a:pt x="72" y="172"/>
                  </a:lnTo>
                  <a:lnTo>
                    <a:pt x="100" y="1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6" name=""/>
            <p:cNvSpPr/>
            <p:nvPr/>
          </p:nvSpPr>
          <p:spPr>
            <a:xfrm rot="0" flipV="1">
              <a:off x="3222" y="456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7" name=""/>
            <p:cNvSpPr/>
            <p:nvPr/>
          </p:nvSpPr>
          <p:spPr>
            <a:xfrm rot="0" flipV="1">
              <a:off x="3237" y="385"/>
              <a:ext cx="1" cy="10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8" name=""/>
            <p:cNvSpPr/>
            <p:nvPr/>
          </p:nvSpPr>
          <p:spPr>
            <a:xfrm rot="0" flipV="1">
              <a:off x="3210" y="489"/>
              <a:ext cx="49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09" name=""/>
            <p:cNvSpPr/>
            <p:nvPr/>
          </p:nvSpPr>
          <p:spPr>
            <a:xfrm rot="0" flipV="1">
              <a:off x="3222" y="428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0" name=""/>
            <p:cNvSpPr/>
            <p:nvPr/>
          </p:nvSpPr>
          <p:spPr>
            <a:xfrm rot="0">
              <a:off x="3215" y="404"/>
              <a:ext cx="11" cy="49"/>
            </a:xfrm>
            <a:custGeom>
              <a:avLst/>
              <a:ahLst/>
              <a:rect l="0" t="0" r="r" b="b"/>
              <a:pathLst>
                <a:path w="32" h="149">
                  <a:moveTo>
                    <a:pt x="32" y="0"/>
                  </a:moveTo>
                  <a:lnTo>
                    <a:pt x="20" y="85"/>
                  </a:lnTo>
                  <a:lnTo>
                    <a:pt x="0" y="1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1" name=""/>
            <p:cNvSpPr/>
            <p:nvPr/>
          </p:nvSpPr>
          <p:spPr>
            <a:xfrm rot="0" flipH="1" flipV="1">
              <a:off x="3193" y="455"/>
              <a:ext cx="2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2" name=""/>
            <p:cNvSpPr/>
            <p:nvPr/>
          </p:nvSpPr>
          <p:spPr>
            <a:xfrm rot="0" flipV="1">
              <a:off x="3185" y="425"/>
              <a:ext cx="2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3" name=""/>
            <p:cNvSpPr/>
            <p:nvPr/>
          </p:nvSpPr>
          <p:spPr>
            <a:xfrm rot="0">
              <a:off x="3187" y="417"/>
              <a:ext cx="28" cy="80"/>
            </a:xfrm>
            <a:custGeom>
              <a:avLst/>
              <a:ahLst/>
              <a:rect l="0" t="0" r="r" b="b"/>
              <a:pathLst>
                <a:path w="83" h="240">
                  <a:moveTo>
                    <a:pt x="83" y="0"/>
                  </a:moveTo>
                  <a:lnTo>
                    <a:pt x="52" y="145"/>
                  </a:lnTo>
                  <a:lnTo>
                    <a:pt x="0" y="2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4" name=""/>
            <p:cNvSpPr/>
            <p:nvPr/>
          </p:nvSpPr>
          <p:spPr>
            <a:xfrm rot="0" flipH="1">
              <a:off x="3194" y="385"/>
              <a:ext cx="12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5" name=""/>
            <p:cNvSpPr/>
            <p:nvPr/>
          </p:nvSpPr>
          <p:spPr>
            <a:xfrm rot="0" flipH="1">
              <a:off x="3284" y="386"/>
              <a:ext cx="37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6" name=""/>
            <p:cNvSpPr/>
            <p:nvPr/>
          </p:nvSpPr>
          <p:spPr>
            <a:xfrm rot="0" flipV="1">
              <a:off x="3305" y="408"/>
              <a:ext cx="3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7" name=""/>
            <p:cNvSpPr/>
            <p:nvPr/>
          </p:nvSpPr>
          <p:spPr>
            <a:xfrm rot="0" flipH="1">
              <a:off x="3273" y="455"/>
              <a:ext cx="27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8" name=""/>
            <p:cNvSpPr/>
            <p:nvPr/>
          </p:nvSpPr>
          <p:spPr>
            <a:xfrm rot="0">
              <a:off x="3302" y="452"/>
              <a:ext cx="1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19" name=""/>
            <p:cNvSpPr/>
            <p:nvPr/>
          </p:nvSpPr>
          <p:spPr>
            <a:xfrm rot="0" flipV="1">
              <a:off x="3302" y="488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0" name=""/>
            <p:cNvSpPr/>
            <p:nvPr/>
          </p:nvSpPr>
          <p:spPr>
            <a:xfrm rot="0" flipV="1">
              <a:off x="3335" y="453"/>
              <a:ext cx="2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1" name=""/>
            <p:cNvSpPr/>
            <p:nvPr/>
          </p:nvSpPr>
          <p:spPr>
            <a:xfrm rot="0">
              <a:off x="3298" y="419"/>
              <a:ext cx="1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2" name=""/>
            <p:cNvSpPr/>
            <p:nvPr/>
          </p:nvSpPr>
          <p:spPr>
            <a:xfrm rot="0">
              <a:off x="3300" y="404"/>
              <a:ext cx="40" cy="51"/>
            </a:xfrm>
            <a:custGeom>
              <a:avLst/>
              <a:ahLst/>
              <a:rect l="0" t="0" r="r" b="b"/>
              <a:pathLst>
                <a:path w="121" h="153">
                  <a:moveTo>
                    <a:pt x="121" y="0"/>
                  </a:moveTo>
                  <a:lnTo>
                    <a:pt x="56" y="97"/>
                  </a:lnTo>
                  <a:lnTo>
                    <a:pt x="0" y="1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3" name=""/>
            <p:cNvSpPr/>
            <p:nvPr/>
          </p:nvSpPr>
          <p:spPr>
            <a:xfrm rot="0" flipV="1">
              <a:off x="3302" y="456"/>
              <a:ext cx="3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4" name=""/>
            <p:cNvSpPr/>
            <p:nvPr/>
          </p:nvSpPr>
          <p:spPr>
            <a:xfrm rot="0">
              <a:off x="3952" y="380"/>
              <a:ext cx="4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5" name=""/>
            <p:cNvSpPr/>
            <p:nvPr/>
          </p:nvSpPr>
          <p:spPr>
            <a:xfrm rot="0" flipH="1">
              <a:off x="3924" y="409"/>
              <a:ext cx="4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6" name=""/>
            <p:cNvSpPr/>
            <p:nvPr/>
          </p:nvSpPr>
          <p:spPr>
            <a:xfrm rot="0" flipV="1">
              <a:off x="3927" y="416"/>
              <a:ext cx="5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7" name=""/>
            <p:cNvSpPr/>
            <p:nvPr/>
          </p:nvSpPr>
          <p:spPr>
            <a:xfrm rot="0" flipH="1">
              <a:off x="3980" y="410"/>
              <a:ext cx="7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8" name=""/>
            <p:cNvSpPr/>
            <p:nvPr/>
          </p:nvSpPr>
          <p:spPr>
            <a:xfrm rot="0" flipH="1" flipV="1">
              <a:off x="3944" y="484"/>
              <a:ext cx="12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29" name=""/>
            <p:cNvSpPr/>
            <p:nvPr/>
          </p:nvSpPr>
          <p:spPr>
            <a:xfrm rot="0" flipH="1">
              <a:off x="3956" y="427"/>
              <a:ext cx="15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0" name=""/>
            <p:cNvSpPr/>
            <p:nvPr/>
          </p:nvSpPr>
          <p:spPr>
            <a:xfrm rot="0">
              <a:off x="3956" y="445"/>
              <a:ext cx="3" cy="59"/>
            </a:xfrm>
            <a:custGeom>
              <a:avLst/>
              <a:ahLst/>
              <a:rect l="0" t="0" r="r" b="b"/>
              <a:pathLst>
                <a:path w="8" h="176">
                  <a:moveTo>
                    <a:pt x="0" y="0"/>
                  </a:moveTo>
                  <a:lnTo>
                    <a:pt x="8" y="48"/>
                  </a:lnTo>
                  <a:lnTo>
                    <a:pt x="8" y="148"/>
                  </a:lnTo>
                  <a:lnTo>
                    <a:pt x="0" y="1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1" name=""/>
            <p:cNvSpPr/>
            <p:nvPr/>
          </p:nvSpPr>
          <p:spPr>
            <a:xfrm rot="0" flipV="1">
              <a:off x="3924" y="455"/>
              <a:ext cx="6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2" name=""/>
            <p:cNvSpPr/>
            <p:nvPr/>
          </p:nvSpPr>
          <p:spPr>
            <a:xfrm rot="0">
              <a:off x="3935" y="385"/>
              <a:ext cx="6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3" name=""/>
            <p:cNvSpPr/>
            <p:nvPr/>
          </p:nvSpPr>
          <p:spPr>
            <a:xfrm rot="0" flipH="1">
              <a:off x="3967" y="380"/>
              <a:ext cx="9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4" name=""/>
            <p:cNvSpPr/>
            <p:nvPr/>
          </p:nvSpPr>
          <p:spPr>
            <a:xfrm rot="0" flipH="1">
              <a:off x="3939" y="432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5" name=""/>
            <p:cNvSpPr/>
            <p:nvPr/>
          </p:nvSpPr>
          <p:spPr>
            <a:xfrm rot="0">
              <a:off x="4027" y="38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6" name=""/>
            <p:cNvSpPr/>
            <p:nvPr/>
          </p:nvSpPr>
          <p:spPr>
            <a:xfrm rot="0" flipV="1">
              <a:off x="4027" y="390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7" name=""/>
            <p:cNvSpPr/>
            <p:nvPr/>
          </p:nvSpPr>
          <p:spPr>
            <a:xfrm rot="0" flipH="1">
              <a:off x="4059" y="385"/>
              <a:ext cx="3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8" name=""/>
            <p:cNvSpPr/>
            <p:nvPr/>
          </p:nvSpPr>
          <p:spPr>
            <a:xfrm rot="0" flipH="1">
              <a:off x="4027" y="417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39" name=""/>
            <p:cNvSpPr/>
            <p:nvPr/>
          </p:nvSpPr>
          <p:spPr>
            <a:xfrm rot="0" flipV="1">
              <a:off x="4007" y="432"/>
              <a:ext cx="7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0" name=""/>
            <p:cNvSpPr/>
            <p:nvPr/>
          </p:nvSpPr>
          <p:spPr>
            <a:xfrm rot="0" flipH="1">
              <a:off x="4027" y="436"/>
              <a:ext cx="5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1" name=""/>
            <p:cNvSpPr/>
            <p:nvPr/>
          </p:nvSpPr>
          <p:spPr>
            <a:xfrm rot="0">
              <a:off x="4035" y="451"/>
              <a:ext cx="28" cy="54"/>
            </a:xfrm>
            <a:custGeom>
              <a:avLst/>
              <a:ahLst/>
              <a:rect l="0" t="0" r="r" b="b"/>
              <a:pathLst>
                <a:path w="85" h="164">
                  <a:moveTo>
                    <a:pt x="85" y="0"/>
                  </a:moveTo>
                  <a:lnTo>
                    <a:pt x="36" y="164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2" name=""/>
            <p:cNvSpPr/>
            <p:nvPr/>
          </p:nvSpPr>
          <p:spPr>
            <a:xfrm rot="0" flipH="1">
              <a:off x="4024" y="455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3" name=""/>
            <p:cNvSpPr/>
            <p:nvPr/>
          </p:nvSpPr>
          <p:spPr>
            <a:xfrm rot="0">
              <a:off x="4665" y="408"/>
              <a:ext cx="1" cy="9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4" name=""/>
            <p:cNvSpPr/>
            <p:nvPr/>
          </p:nvSpPr>
          <p:spPr>
            <a:xfrm rot="0" flipH="1">
              <a:off x="4649" y="385"/>
              <a:ext cx="28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5" name=""/>
            <p:cNvSpPr/>
            <p:nvPr/>
          </p:nvSpPr>
          <p:spPr>
            <a:xfrm rot="0" flipV="1">
              <a:off x="4673" y="440"/>
              <a:ext cx="52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6" name=""/>
            <p:cNvSpPr/>
            <p:nvPr/>
          </p:nvSpPr>
          <p:spPr>
            <a:xfrm rot="0" flipV="1">
              <a:off x="4675" y="483"/>
              <a:ext cx="4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7" name=""/>
            <p:cNvSpPr/>
            <p:nvPr/>
          </p:nvSpPr>
          <p:spPr>
            <a:xfrm rot="0" flipV="1">
              <a:off x="4698" y="408"/>
              <a:ext cx="1" cy="7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8" name=""/>
            <p:cNvSpPr/>
            <p:nvPr/>
          </p:nvSpPr>
          <p:spPr>
            <a:xfrm rot="0" flipH="1">
              <a:off x="4677" y="396"/>
              <a:ext cx="37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49" name=""/>
            <p:cNvSpPr/>
            <p:nvPr/>
          </p:nvSpPr>
          <p:spPr>
            <a:xfrm rot="0">
              <a:off x="4789" y="447"/>
              <a:ext cx="14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0" name=""/>
            <p:cNvSpPr/>
            <p:nvPr/>
          </p:nvSpPr>
          <p:spPr>
            <a:xfrm rot="0">
              <a:off x="4785" y="396"/>
              <a:ext cx="1" cy="1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1" name=""/>
            <p:cNvSpPr/>
            <p:nvPr/>
          </p:nvSpPr>
          <p:spPr>
            <a:xfrm rot="0">
              <a:off x="4803" y="484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2" name=""/>
            <p:cNvSpPr/>
            <p:nvPr/>
          </p:nvSpPr>
          <p:spPr>
            <a:xfrm rot="0">
              <a:off x="4753" y="445"/>
              <a:ext cx="29" cy="50"/>
            </a:xfrm>
            <a:custGeom>
              <a:avLst/>
              <a:ahLst/>
              <a:rect l="0" t="0" r="r" b="b"/>
              <a:pathLst>
                <a:path w="88" h="148">
                  <a:moveTo>
                    <a:pt x="88" y="0"/>
                  </a:moveTo>
                  <a:lnTo>
                    <a:pt x="60" y="69"/>
                  </a:lnTo>
                  <a:lnTo>
                    <a:pt x="0" y="1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3" name=""/>
            <p:cNvSpPr/>
            <p:nvPr/>
          </p:nvSpPr>
          <p:spPr>
            <a:xfrm rot="0" flipV="1">
              <a:off x="4776" y="409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4" name=""/>
            <p:cNvSpPr/>
            <p:nvPr/>
          </p:nvSpPr>
          <p:spPr>
            <a:xfrm rot="0" flipV="1">
              <a:off x="4770" y="427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5" name=""/>
            <p:cNvSpPr/>
            <p:nvPr/>
          </p:nvSpPr>
          <p:spPr>
            <a:xfrm rot="0" flipH="1">
              <a:off x="4799" y="389"/>
              <a:ext cx="4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6" name=""/>
            <p:cNvSpPr/>
            <p:nvPr/>
          </p:nvSpPr>
          <p:spPr>
            <a:xfrm rot="0">
              <a:off x="4770" y="388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7" name=""/>
            <p:cNvSpPr/>
            <p:nvPr/>
          </p:nvSpPr>
          <p:spPr>
            <a:xfrm rot="0" flipV="1">
              <a:off x="4737" y="427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8" name=""/>
            <p:cNvSpPr/>
            <p:nvPr/>
          </p:nvSpPr>
          <p:spPr>
            <a:xfrm rot="0" flipH="1">
              <a:off x="4752" y="423"/>
              <a:ext cx="2" cy="6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59" name=""/>
            <p:cNvSpPr/>
            <p:nvPr/>
          </p:nvSpPr>
          <p:spPr>
            <a:xfrm rot="0">
              <a:off x="4748" y="389"/>
              <a:ext cx="10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0" name=""/>
            <p:cNvSpPr/>
            <p:nvPr/>
          </p:nvSpPr>
          <p:spPr>
            <a:xfrm rot="0" flipV="1">
              <a:off x="4750" y="464"/>
              <a:ext cx="15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1" name=""/>
            <p:cNvSpPr/>
            <p:nvPr/>
          </p:nvSpPr>
          <p:spPr>
            <a:xfrm rot="0" flipV="1">
              <a:off x="4770" y="392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2" name=""/>
            <p:cNvSpPr/>
            <p:nvPr/>
          </p:nvSpPr>
          <p:spPr>
            <a:xfrm rot="0" flipH="1">
              <a:off x="4762" y="444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3" name=""/>
            <p:cNvSpPr/>
            <p:nvPr/>
          </p:nvSpPr>
          <p:spPr>
            <a:xfrm rot="0" flipV="1">
              <a:off x="4845" y="406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4" name=""/>
            <p:cNvSpPr/>
            <p:nvPr/>
          </p:nvSpPr>
          <p:spPr>
            <a:xfrm rot="0" flipV="1">
              <a:off x="4828" y="432"/>
              <a:ext cx="73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5" name=""/>
            <p:cNvSpPr/>
            <p:nvPr/>
          </p:nvSpPr>
          <p:spPr>
            <a:xfrm rot="0" flipV="1">
              <a:off x="4864" y="381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6" name=""/>
            <p:cNvSpPr/>
            <p:nvPr/>
          </p:nvSpPr>
          <p:spPr>
            <a:xfrm rot="0" flipH="1">
              <a:off x="4872" y="394"/>
              <a:ext cx="19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7" name=""/>
            <p:cNvSpPr/>
            <p:nvPr/>
          </p:nvSpPr>
          <p:spPr>
            <a:xfrm rot="0">
              <a:off x="4860" y="452"/>
              <a:ext cx="32" cy="49"/>
            </a:xfrm>
            <a:custGeom>
              <a:avLst/>
              <a:ahLst/>
              <a:rect l="0" t="0" r="r" b="b"/>
              <a:pathLst>
                <a:path w="95" h="148">
                  <a:moveTo>
                    <a:pt x="0" y="0"/>
                  </a:moveTo>
                  <a:lnTo>
                    <a:pt x="0" y="140"/>
                  </a:lnTo>
                  <a:lnTo>
                    <a:pt x="28" y="148"/>
                  </a:lnTo>
                  <a:lnTo>
                    <a:pt x="95" y="144"/>
                  </a:lnTo>
                  <a:lnTo>
                    <a:pt x="91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8" name=""/>
            <p:cNvSpPr/>
            <p:nvPr/>
          </p:nvSpPr>
          <p:spPr>
            <a:xfrm rot="0" flipH="1">
              <a:off x="4860" y="459"/>
              <a:ext cx="27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69" name=""/>
            <p:cNvSpPr/>
            <p:nvPr/>
          </p:nvSpPr>
          <p:spPr>
            <a:xfrm rot="0">
              <a:off x="4825" y="435"/>
              <a:ext cx="47" cy="48"/>
            </a:xfrm>
            <a:custGeom>
              <a:avLst/>
              <a:ahLst/>
              <a:rect l="0" t="0" r="r" b="b"/>
              <a:pathLst>
                <a:path w="141" h="145">
                  <a:moveTo>
                    <a:pt x="141" y="0"/>
                  </a:moveTo>
                  <a:lnTo>
                    <a:pt x="101" y="52"/>
                  </a:lnTo>
                  <a:lnTo>
                    <a:pt x="0" y="1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0" name=""/>
            <p:cNvSpPr/>
            <p:nvPr/>
          </p:nvSpPr>
          <p:spPr>
            <a:xfrm rot="0" flipH="1">
              <a:off x="4920" y="466"/>
              <a:ext cx="12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1" name=""/>
            <p:cNvSpPr/>
            <p:nvPr/>
          </p:nvSpPr>
          <p:spPr>
            <a:xfrm rot="0">
              <a:off x="4923" y="398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2" name=""/>
            <p:cNvSpPr/>
            <p:nvPr/>
          </p:nvSpPr>
          <p:spPr>
            <a:xfrm rot="0">
              <a:off x="4932" y="381"/>
              <a:ext cx="6" cy="86"/>
            </a:xfrm>
            <a:custGeom>
              <a:avLst/>
              <a:ahLst/>
              <a:rect l="0" t="0" r="r" b="b"/>
              <a:pathLst>
                <a:path w="16" h="258">
                  <a:moveTo>
                    <a:pt x="16" y="0"/>
                  </a:moveTo>
                  <a:lnTo>
                    <a:pt x="12" y="185"/>
                  </a:lnTo>
                  <a:lnTo>
                    <a:pt x="0" y="2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3" name=""/>
            <p:cNvSpPr/>
            <p:nvPr/>
          </p:nvSpPr>
          <p:spPr>
            <a:xfrm rot="0" flipV="1">
              <a:off x="4944" y="394"/>
              <a:ext cx="4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4" name=""/>
            <p:cNvSpPr/>
            <p:nvPr/>
          </p:nvSpPr>
          <p:spPr>
            <a:xfrm rot="0">
              <a:off x="4947" y="419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5" name=""/>
            <p:cNvSpPr/>
            <p:nvPr/>
          </p:nvSpPr>
          <p:spPr>
            <a:xfrm rot="0" flipV="1">
              <a:off x="4947" y="421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6" name=""/>
            <p:cNvSpPr/>
            <p:nvPr/>
          </p:nvSpPr>
          <p:spPr>
            <a:xfrm rot="0" flipH="1" flipV="1">
              <a:off x="4969" y="461"/>
              <a:ext cx="9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7" name=""/>
            <p:cNvSpPr/>
            <p:nvPr/>
          </p:nvSpPr>
          <p:spPr>
            <a:xfrm rot="0">
              <a:off x="4963" y="397"/>
              <a:ext cx="1" cy="10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8" name=""/>
            <p:cNvSpPr/>
            <p:nvPr/>
          </p:nvSpPr>
          <p:spPr>
            <a:xfrm rot="0" flipH="1">
              <a:off x="4978" y="416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79" name=""/>
            <p:cNvSpPr/>
            <p:nvPr/>
          </p:nvSpPr>
          <p:spPr>
            <a:xfrm rot="0">
              <a:off x="2008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80" name=""/>
            <p:cNvSpPr/>
            <p:nvPr/>
          </p:nvSpPr>
          <p:spPr>
            <a:xfrm rot="0">
              <a:off x="2008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81" name=""/>
            <p:cNvSpPr/>
            <p:nvPr/>
          </p:nvSpPr>
          <p:spPr>
            <a:xfrm rot="0">
              <a:off x="2014" y="1985"/>
              <a:ext cx="558" cy="336"/>
            </a:xfrm>
            <a:custGeom>
              <a:avLst/>
              <a:ahLst/>
              <a:rect l="0" t="0" r="r" b="b"/>
              <a:pathLst>
                <a:path w="1675" h="1008">
                  <a:moveTo>
                    <a:pt x="0" y="949"/>
                  </a:moveTo>
                  <a:lnTo>
                    <a:pt x="18" y="978"/>
                  </a:lnTo>
                  <a:lnTo>
                    <a:pt x="35" y="1008"/>
                  </a:lnTo>
                  <a:lnTo>
                    <a:pt x="1675" y="60"/>
                  </a:lnTo>
                  <a:lnTo>
                    <a:pt x="1657" y="30"/>
                  </a:lnTo>
                  <a:lnTo>
                    <a:pt x="1640" y="0"/>
                  </a:lnTo>
                  <a:lnTo>
                    <a:pt x="0" y="9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82" name=""/>
            <p:cNvSpPr/>
            <p:nvPr/>
          </p:nvSpPr>
          <p:spPr>
            <a:xfrm rot="0">
              <a:off x="2014" y="1985"/>
              <a:ext cx="558" cy="336"/>
            </a:xfrm>
            <a:custGeom>
              <a:avLst/>
              <a:ahLst/>
              <a:rect l="0" t="0" r="r" b="b"/>
              <a:pathLst>
                <a:path w="1675" h="1008">
                  <a:moveTo>
                    <a:pt x="0" y="949"/>
                  </a:moveTo>
                  <a:lnTo>
                    <a:pt x="18" y="978"/>
                  </a:lnTo>
                  <a:lnTo>
                    <a:pt x="35" y="1008"/>
                  </a:lnTo>
                  <a:lnTo>
                    <a:pt x="1675" y="60"/>
                  </a:lnTo>
                  <a:lnTo>
                    <a:pt x="1657" y="30"/>
                  </a:lnTo>
                  <a:lnTo>
                    <a:pt x="1640" y="0"/>
                  </a:lnTo>
                  <a:lnTo>
                    <a:pt x="0" y="9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83" name=""/>
            <p:cNvSpPr/>
            <p:nvPr/>
          </p:nvSpPr>
          <p:spPr>
            <a:xfrm rot="0">
              <a:off x="2560" y="198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7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4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84" name=""/>
            <p:cNvSpPr/>
            <p:nvPr/>
          </p:nvSpPr>
          <p:spPr>
            <a:xfrm rot="0">
              <a:off x="2560" y="198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85" name=""/>
            <p:cNvSpPr/>
            <p:nvPr/>
          </p:nvSpPr>
          <p:spPr>
            <a:xfrm rot="0">
              <a:off x="2555" y="1995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86" name=""/>
            <p:cNvSpPr/>
            <p:nvPr/>
          </p:nvSpPr>
          <p:spPr>
            <a:xfrm rot="0">
              <a:off x="2555" y="1995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87" name=""/>
            <p:cNvSpPr/>
            <p:nvPr/>
          </p:nvSpPr>
          <p:spPr>
            <a:xfrm rot="0">
              <a:off x="2555" y="1606"/>
              <a:ext cx="23" cy="389"/>
            </a:xfrm>
            <a:custGeom>
              <a:avLst/>
              <a:ahLst/>
              <a:rect l="0" t="0" r="r" b="b"/>
              <a:pathLst>
                <a:path w="68" h="1167">
                  <a:moveTo>
                    <a:pt x="0" y="1167"/>
                  </a:moveTo>
                  <a:lnTo>
                    <a:pt x="33" y="1167"/>
                  </a:lnTo>
                  <a:lnTo>
                    <a:pt x="68" y="1167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1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88" name=""/>
            <p:cNvSpPr/>
            <p:nvPr/>
          </p:nvSpPr>
          <p:spPr>
            <a:xfrm rot="0">
              <a:off x="2555" y="1606"/>
              <a:ext cx="23" cy="389"/>
            </a:xfrm>
            <a:custGeom>
              <a:avLst/>
              <a:ahLst/>
              <a:rect l="0" t="0" r="r" b="b"/>
              <a:pathLst>
                <a:path w="68" h="1167">
                  <a:moveTo>
                    <a:pt x="0" y="1167"/>
                  </a:moveTo>
                  <a:lnTo>
                    <a:pt x="33" y="1167"/>
                  </a:lnTo>
                  <a:lnTo>
                    <a:pt x="68" y="1167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1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89" name=""/>
            <p:cNvSpPr/>
            <p:nvPr/>
          </p:nvSpPr>
          <p:spPr>
            <a:xfrm rot="0">
              <a:off x="2555" y="159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90" name=""/>
            <p:cNvSpPr/>
            <p:nvPr/>
          </p:nvSpPr>
          <p:spPr>
            <a:xfrm rot="0">
              <a:off x="2555" y="159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91" name=""/>
            <p:cNvSpPr/>
            <p:nvPr/>
          </p:nvSpPr>
          <p:spPr>
            <a:xfrm rot="0">
              <a:off x="2560" y="1594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7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4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92" name=""/>
            <p:cNvSpPr/>
            <p:nvPr/>
          </p:nvSpPr>
          <p:spPr>
            <a:xfrm rot="0">
              <a:off x="2560" y="1594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93" name=""/>
            <p:cNvSpPr/>
            <p:nvPr/>
          </p:nvSpPr>
          <p:spPr>
            <a:xfrm rot="0">
              <a:off x="2434" y="1596"/>
              <a:ext cx="138" cy="92"/>
            </a:xfrm>
            <a:custGeom>
              <a:avLst/>
              <a:ahLst/>
              <a:rect l="0" t="0" r="r" b="b"/>
              <a:pathLst>
                <a:path w="414" h="278">
                  <a:moveTo>
                    <a:pt x="414" y="60"/>
                  </a:moveTo>
                  <a:lnTo>
                    <a:pt x="396" y="30"/>
                  </a:lnTo>
                  <a:lnTo>
                    <a:pt x="379" y="0"/>
                  </a:lnTo>
                  <a:lnTo>
                    <a:pt x="0" y="219"/>
                  </a:lnTo>
                  <a:lnTo>
                    <a:pt x="18" y="249"/>
                  </a:lnTo>
                  <a:lnTo>
                    <a:pt x="35" y="278"/>
                  </a:lnTo>
                  <a:lnTo>
                    <a:pt x="41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94" name=""/>
            <p:cNvSpPr/>
            <p:nvPr/>
          </p:nvSpPr>
          <p:spPr>
            <a:xfrm rot="0">
              <a:off x="2434" y="1596"/>
              <a:ext cx="138" cy="92"/>
            </a:xfrm>
            <a:custGeom>
              <a:avLst/>
              <a:ahLst/>
              <a:rect l="0" t="0" r="r" b="b"/>
              <a:pathLst>
                <a:path w="414" h="278">
                  <a:moveTo>
                    <a:pt x="414" y="60"/>
                  </a:moveTo>
                  <a:lnTo>
                    <a:pt x="396" y="30"/>
                  </a:lnTo>
                  <a:lnTo>
                    <a:pt x="379" y="0"/>
                  </a:lnTo>
                  <a:lnTo>
                    <a:pt x="0" y="219"/>
                  </a:lnTo>
                  <a:lnTo>
                    <a:pt x="18" y="249"/>
                  </a:lnTo>
                  <a:lnTo>
                    <a:pt x="35" y="278"/>
                  </a:lnTo>
                  <a:lnTo>
                    <a:pt x="41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95" name=""/>
            <p:cNvSpPr/>
            <p:nvPr/>
          </p:nvSpPr>
          <p:spPr>
            <a:xfrm rot="0">
              <a:off x="2429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0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30" y="63"/>
                  </a:lnTo>
                  <a:lnTo>
                    <a:pt x="20" y="61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96" name=""/>
            <p:cNvSpPr/>
            <p:nvPr/>
          </p:nvSpPr>
          <p:spPr>
            <a:xfrm rot="0">
              <a:off x="2429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30" y="63"/>
                  </a:lnTo>
                  <a:lnTo>
                    <a:pt x="20" y="61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97" name=""/>
            <p:cNvSpPr/>
            <p:nvPr/>
          </p:nvSpPr>
          <p:spPr>
            <a:xfrm rot="0">
              <a:off x="2429" y="1667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398" name=""/>
            <p:cNvSpPr/>
            <p:nvPr/>
          </p:nvSpPr>
          <p:spPr>
            <a:xfrm rot="0">
              <a:off x="2429" y="1667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399" name=""/>
            <p:cNvSpPr/>
            <p:nvPr/>
          </p:nvSpPr>
          <p:spPr>
            <a:xfrm rot="0">
              <a:off x="2429" y="1679"/>
              <a:ext cx="23" cy="243"/>
            </a:xfrm>
            <a:custGeom>
              <a:avLst/>
              <a:ahLst/>
              <a:rect l="0" t="0" r="r" b="b"/>
              <a:pathLst>
                <a:path w="69" h="729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9"/>
                  </a:lnTo>
                  <a:lnTo>
                    <a:pt x="34" y="729"/>
                  </a:lnTo>
                  <a:lnTo>
                    <a:pt x="69" y="729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00" name=""/>
            <p:cNvSpPr/>
            <p:nvPr/>
          </p:nvSpPr>
          <p:spPr>
            <a:xfrm rot="0">
              <a:off x="2429" y="1679"/>
              <a:ext cx="23" cy="243"/>
            </a:xfrm>
            <a:custGeom>
              <a:avLst/>
              <a:ahLst/>
              <a:rect l="0" t="0" r="r" b="b"/>
              <a:pathLst>
                <a:path w="69" h="729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9"/>
                  </a:lnTo>
                  <a:lnTo>
                    <a:pt x="34" y="729"/>
                  </a:lnTo>
                  <a:lnTo>
                    <a:pt x="69" y="729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01" name=""/>
            <p:cNvSpPr/>
            <p:nvPr/>
          </p:nvSpPr>
          <p:spPr>
            <a:xfrm rot="0">
              <a:off x="2429" y="1922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02" name=""/>
            <p:cNvSpPr/>
            <p:nvPr/>
          </p:nvSpPr>
          <p:spPr>
            <a:xfrm rot="0">
              <a:off x="2429" y="1922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03" name=""/>
            <p:cNvSpPr/>
            <p:nvPr/>
          </p:nvSpPr>
          <p:spPr>
            <a:xfrm rot="0">
              <a:off x="2434" y="191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04" name=""/>
            <p:cNvSpPr/>
            <p:nvPr/>
          </p:nvSpPr>
          <p:spPr>
            <a:xfrm rot="0">
              <a:off x="2434" y="191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05" name=""/>
            <p:cNvSpPr/>
            <p:nvPr/>
          </p:nvSpPr>
          <p:spPr>
            <a:xfrm rot="0">
              <a:off x="2014" y="1912"/>
              <a:ext cx="432" cy="261"/>
            </a:xfrm>
            <a:custGeom>
              <a:avLst/>
              <a:ahLst/>
              <a:rect l="0" t="0" r="r" b="b"/>
              <a:pathLst>
                <a:path w="1296" h="784">
                  <a:moveTo>
                    <a:pt x="1296" y="59"/>
                  </a:moveTo>
                  <a:lnTo>
                    <a:pt x="1279" y="29"/>
                  </a:lnTo>
                  <a:lnTo>
                    <a:pt x="1261" y="0"/>
                  </a:lnTo>
                  <a:lnTo>
                    <a:pt x="0" y="725"/>
                  </a:lnTo>
                  <a:lnTo>
                    <a:pt x="18" y="754"/>
                  </a:lnTo>
                  <a:lnTo>
                    <a:pt x="35" y="784"/>
                  </a:lnTo>
                  <a:lnTo>
                    <a:pt x="1296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06" name=""/>
            <p:cNvSpPr/>
            <p:nvPr/>
          </p:nvSpPr>
          <p:spPr>
            <a:xfrm rot="0">
              <a:off x="2014" y="1912"/>
              <a:ext cx="432" cy="261"/>
            </a:xfrm>
            <a:custGeom>
              <a:avLst/>
              <a:ahLst/>
              <a:rect l="0" t="0" r="r" b="b"/>
              <a:pathLst>
                <a:path w="1296" h="784">
                  <a:moveTo>
                    <a:pt x="1296" y="59"/>
                  </a:moveTo>
                  <a:lnTo>
                    <a:pt x="1279" y="29"/>
                  </a:lnTo>
                  <a:lnTo>
                    <a:pt x="1261" y="0"/>
                  </a:lnTo>
                  <a:lnTo>
                    <a:pt x="0" y="725"/>
                  </a:lnTo>
                  <a:lnTo>
                    <a:pt x="18" y="754"/>
                  </a:lnTo>
                  <a:lnTo>
                    <a:pt x="35" y="784"/>
                  </a:lnTo>
                  <a:lnTo>
                    <a:pt x="1296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07" name=""/>
            <p:cNvSpPr/>
            <p:nvPr/>
          </p:nvSpPr>
          <p:spPr>
            <a:xfrm rot="0">
              <a:off x="2008" y="21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08" name=""/>
            <p:cNvSpPr/>
            <p:nvPr/>
          </p:nvSpPr>
          <p:spPr>
            <a:xfrm rot="0">
              <a:off x="2008" y="21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09" name=""/>
            <p:cNvSpPr/>
            <p:nvPr/>
          </p:nvSpPr>
          <p:spPr>
            <a:xfrm rot="0">
              <a:off x="2008" y="215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10" name=""/>
            <p:cNvSpPr/>
            <p:nvPr/>
          </p:nvSpPr>
          <p:spPr>
            <a:xfrm rot="0">
              <a:off x="2008" y="215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11" name=""/>
            <p:cNvSpPr/>
            <p:nvPr/>
          </p:nvSpPr>
          <p:spPr>
            <a:xfrm rot="0">
              <a:off x="2008" y="2163"/>
              <a:ext cx="24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2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12" name=""/>
            <p:cNvSpPr/>
            <p:nvPr/>
          </p:nvSpPr>
          <p:spPr>
            <a:xfrm rot="0">
              <a:off x="2008" y="2163"/>
              <a:ext cx="24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2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13" name=""/>
            <p:cNvSpPr/>
            <p:nvPr/>
          </p:nvSpPr>
          <p:spPr>
            <a:xfrm rot="0">
              <a:off x="2009" y="231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14" name=""/>
            <p:cNvSpPr/>
            <p:nvPr/>
          </p:nvSpPr>
          <p:spPr>
            <a:xfrm rot="0">
              <a:off x="2009" y="231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15" name=""/>
            <p:cNvSpPr/>
            <p:nvPr/>
          </p:nvSpPr>
          <p:spPr>
            <a:xfrm rot="0">
              <a:off x="2014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16" name=""/>
            <p:cNvSpPr/>
            <p:nvPr/>
          </p:nvSpPr>
          <p:spPr>
            <a:xfrm rot="0">
              <a:off x="2014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17" name=""/>
            <p:cNvSpPr/>
            <p:nvPr/>
          </p:nvSpPr>
          <p:spPr>
            <a:xfrm rot="0">
              <a:off x="1678" y="2106"/>
              <a:ext cx="348" cy="215"/>
            </a:xfrm>
            <a:custGeom>
              <a:avLst/>
              <a:ahLst/>
              <a:rect l="0" t="0" r="r" b="b"/>
              <a:pathLst>
                <a:path w="1044" h="644">
                  <a:moveTo>
                    <a:pt x="1009" y="644"/>
                  </a:moveTo>
                  <a:lnTo>
                    <a:pt x="1026" y="614"/>
                  </a:lnTo>
                  <a:lnTo>
                    <a:pt x="1044" y="585"/>
                  </a:lnTo>
                  <a:lnTo>
                    <a:pt x="35" y="0"/>
                  </a:lnTo>
                  <a:lnTo>
                    <a:pt x="18" y="30"/>
                  </a:lnTo>
                  <a:lnTo>
                    <a:pt x="0" y="60"/>
                  </a:lnTo>
                  <a:lnTo>
                    <a:pt x="1009" y="6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18" name=""/>
            <p:cNvSpPr/>
            <p:nvPr/>
          </p:nvSpPr>
          <p:spPr>
            <a:xfrm rot="0">
              <a:off x="1678" y="2106"/>
              <a:ext cx="348" cy="215"/>
            </a:xfrm>
            <a:custGeom>
              <a:avLst/>
              <a:ahLst/>
              <a:rect l="0" t="0" r="r" b="b"/>
              <a:pathLst>
                <a:path w="1044" h="644">
                  <a:moveTo>
                    <a:pt x="1009" y="644"/>
                  </a:moveTo>
                  <a:lnTo>
                    <a:pt x="1026" y="614"/>
                  </a:lnTo>
                  <a:lnTo>
                    <a:pt x="1044" y="585"/>
                  </a:lnTo>
                  <a:lnTo>
                    <a:pt x="35" y="0"/>
                  </a:lnTo>
                  <a:lnTo>
                    <a:pt x="18" y="30"/>
                  </a:lnTo>
                  <a:lnTo>
                    <a:pt x="0" y="60"/>
                  </a:lnTo>
                  <a:lnTo>
                    <a:pt x="1009" y="6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19" name=""/>
            <p:cNvSpPr/>
            <p:nvPr/>
          </p:nvSpPr>
          <p:spPr>
            <a:xfrm rot="0">
              <a:off x="1673" y="2105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4" y="34"/>
                  </a:moveTo>
                  <a:lnTo>
                    <a:pt x="16" y="64"/>
                  </a:ln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20" name=""/>
            <p:cNvSpPr/>
            <p:nvPr/>
          </p:nvSpPr>
          <p:spPr>
            <a:xfrm rot="0">
              <a:off x="1673" y="2105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16" y="64"/>
                  </a:move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21" name=""/>
            <p:cNvSpPr/>
            <p:nvPr/>
          </p:nvSpPr>
          <p:spPr>
            <a:xfrm rot="0">
              <a:off x="1673" y="211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22" name=""/>
            <p:cNvSpPr/>
            <p:nvPr/>
          </p:nvSpPr>
          <p:spPr>
            <a:xfrm rot="0">
              <a:off x="1673" y="211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23" name=""/>
            <p:cNvSpPr/>
            <p:nvPr/>
          </p:nvSpPr>
          <p:spPr>
            <a:xfrm rot="0">
              <a:off x="1673" y="1727"/>
              <a:ext cx="23" cy="389"/>
            </a:xfrm>
            <a:custGeom>
              <a:avLst/>
              <a:ahLst/>
              <a:rect l="0" t="0" r="r" b="b"/>
              <a:pathLst>
                <a:path w="69" h="1166">
                  <a:moveTo>
                    <a:pt x="0" y="1166"/>
                  </a:moveTo>
                  <a:lnTo>
                    <a:pt x="34" y="1166"/>
                  </a:lnTo>
                  <a:lnTo>
                    <a:pt x="69" y="1166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24" name=""/>
            <p:cNvSpPr/>
            <p:nvPr/>
          </p:nvSpPr>
          <p:spPr>
            <a:xfrm rot="0">
              <a:off x="1673" y="1727"/>
              <a:ext cx="23" cy="389"/>
            </a:xfrm>
            <a:custGeom>
              <a:avLst/>
              <a:ahLst/>
              <a:rect l="0" t="0" r="r" b="b"/>
              <a:pathLst>
                <a:path w="69" h="1166">
                  <a:moveTo>
                    <a:pt x="0" y="1166"/>
                  </a:moveTo>
                  <a:lnTo>
                    <a:pt x="34" y="1166"/>
                  </a:lnTo>
                  <a:lnTo>
                    <a:pt x="69" y="1166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25" name=""/>
            <p:cNvSpPr/>
            <p:nvPr/>
          </p:nvSpPr>
          <p:spPr>
            <a:xfrm rot="0">
              <a:off x="1673" y="171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26" name=""/>
            <p:cNvSpPr/>
            <p:nvPr/>
          </p:nvSpPr>
          <p:spPr>
            <a:xfrm rot="0">
              <a:off x="1673" y="171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27" name=""/>
            <p:cNvSpPr/>
            <p:nvPr/>
          </p:nvSpPr>
          <p:spPr>
            <a:xfrm rot="0">
              <a:off x="1673" y="171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28" name=""/>
            <p:cNvSpPr/>
            <p:nvPr/>
          </p:nvSpPr>
          <p:spPr>
            <a:xfrm rot="0">
              <a:off x="1673" y="171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29" name=""/>
            <p:cNvSpPr/>
            <p:nvPr/>
          </p:nvSpPr>
          <p:spPr>
            <a:xfrm rot="0">
              <a:off x="1678" y="1718"/>
              <a:ext cx="159" cy="104"/>
            </a:xfrm>
            <a:custGeom>
              <a:avLst/>
              <a:ahLst/>
              <a:rect l="0" t="0" r="r" b="b"/>
              <a:pathLst>
                <a:path w="476" h="314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441" y="314"/>
                  </a:lnTo>
                  <a:lnTo>
                    <a:pt x="458" y="284"/>
                  </a:lnTo>
                  <a:lnTo>
                    <a:pt x="476" y="25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30" name=""/>
            <p:cNvSpPr/>
            <p:nvPr/>
          </p:nvSpPr>
          <p:spPr>
            <a:xfrm rot="0">
              <a:off x="1678" y="1718"/>
              <a:ext cx="159" cy="104"/>
            </a:xfrm>
            <a:custGeom>
              <a:avLst/>
              <a:ahLst/>
              <a:rect l="0" t="0" r="r" b="b"/>
              <a:pathLst>
                <a:path w="476" h="314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441" y="314"/>
                  </a:lnTo>
                  <a:lnTo>
                    <a:pt x="458" y="284"/>
                  </a:lnTo>
                  <a:lnTo>
                    <a:pt x="476" y="25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31" name=""/>
            <p:cNvSpPr/>
            <p:nvPr/>
          </p:nvSpPr>
          <p:spPr>
            <a:xfrm rot="0">
              <a:off x="1825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32" name=""/>
            <p:cNvSpPr/>
            <p:nvPr/>
          </p:nvSpPr>
          <p:spPr>
            <a:xfrm rot="0">
              <a:off x="1825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33" name=""/>
            <p:cNvSpPr/>
            <p:nvPr/>
          </p:nvSpPr>
          <p:spPr>
            <a:xfrm rot="0">
              <a:off x="1820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34" name=""/>
            <p:cNvSpPr/>
            <p:nvPr/>
          </p:nvSpPr>
          <p:spPr>
            <a:xfrm rot="0">
              <a:off x="1820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35" name=""/>
            <p:cNvSpPr/>
            <p:nvPr/>
          </p:nvSpPr>
          <p:spPr>
            <a:xfrm rot="0">
              <a:off x="1825" y="1560"/>
              <a:ext cx="432" cy="262"/>
            </a:xfrm>
            <a:custGeom>
              <a:avLst/>
              <a:ahLst/>
              <a:rect l="0" t="0" r="r" b="b"/>
              <a:pathLst>
                <a:path w="1296" h="788">
                  <a:moveTo>
                    <a:pt x="0" y="729"/>
                  </a:moveTo>
                  <a:lnTo>
                    <a:pt x="17" y="758"/>
                  </a:lnTo>
                  <a:lnTo>
                    <a:pt x="35" y="788"/>
                  </a:lnTo>
                  <a:lnTo>
                    <a:pt x="1296" y="59"/>
                  </a:lnTo>
                  <a:lnTo>
                    <a:pt x="1278" y="29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36" name=""/>
            <p:cNvSpPr/>
            <p:nvPr/>
          </p:nvSpPr>
          <p:spPr>
            <a:xfrm rot="0">
              <a:off x="1825" y="1560"/>
              <a:ext cx="432" cy="262"/>
            </a:xfrm>
            <a:custGeom>
              <a:avLst/>
              <a:ahLst/>
              <a:rect l="0" t="0" r="r" b="b"/>
              <a:pathLst>
                <a:path w="1296" h="788">
                  <a:moveTo>
                    <a:pt x="0" y="729"/>
                  </a:moveTo>
                  <a:lnTo>
                    <a:pt x="17" y="758"/>
                  </a:lnTo>
                  <a:lnTo>
                    <a:pt x="35" y="788"/>
                  </a:lnTo>
                  <a:lnTo>
                    <a:pt x="1296" y="59"/>
                  </a:lnTo>
                  <a:lnTo>
                    <a:pt x="1278" y="29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37" name=""/>
            <p:cNvSpPr/>
            <p:nvPr/>
          </p:nvSpPr>
          <p:spPr>
            <a:xfrm rot="0">
              <a:off x="2245" y="155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38" name=""/>
            <p:cNvSpPr/>
            <p:nvPr/>
          </p:nvSpPr>
          <p:spPr>
            <a:xfrm rot="0">
              <a:off x="2245" y="155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39" name=""/>
            <p:cNvSpPr/>
            <p:nvPr/>
          </p:nvSpPr>
          <p:spPr>
            <a:xfrm rot="0">
              <a:off x="2240" y="1558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34" y="33"/>
                  </a:moveTo>
                  <a:lnTo>
                    <a:pt x="17" y="63"/>
                  </a:lnTo>
                  <a:lnTo>
                    <a:pt x="9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2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40" name=""/>
            <p:cNvSpPr/>
            <p:nvPr/>
          </p:nvSpPr>
          <p:spPr>
            <a:xfrm rot="0">
              <a:off x="2240" y="1558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17" y="63"/>
                  </a:moveTo>
                  <a:lnTo>
                    <a:pt x="9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41" name=""/>
            <p:cNvSpPr/>
            <p:nvPr/>
          </p:nvSpPr>
          <p:spPr>
            <a:xfrm rot="0">
              <a:off x="2245" y="1560"/>
              <a:ext cx="201" cy="128"/>
            </a:xfrm>
            <a:custGeom>
              <a:avLst/>
              <a:ahLst/>
              <a:rect l="0" t="0" r="r" b="b"/>
              <a:pathLst>
                <a:path w="601" h="386">
                  <a:moveTo>
                    <a:pt x="35" y="0"/>
                  </a:moveTo>
                  <a:lnTo>
                    <a:pt x="17" y="29"/>
                  </a:lnTo>
                  <a:lnTo>
                    <a:pt x="0" y="59"/>
                  </a:lnTo>
                  <a:lnTo>
                    <a:pt x="566" y="386"/>
                  </a:lnTo>
                  <a:lnTo>
                    <a:pt x="584" y="357"/>
                  </a:lnTo>
                  <a:lnTo>
                    <a:pt x="601" y="327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42" name=""/>
            <p:cNvSpPr/>
            <p:nvPr/>
          </p:nvSpPr>
          <p:spPr>
            <a:xfrm rot="0">
              <a:off x="2245" y="1560"/>
              <a:ext cx="201" cy="128"/>
            </a:xfrm>
            <a:custGeom>
              <a:avLst/>
              <a:ahLst/>
              <a:rect l="0" t="0" r="r" b="b"/>
              <a:pathLst>
                <a:path w="601" h="386">
                  <a:moveTo>
                    <a:pt x="35" y="0"/>
                  </a:moveTo>
                  <a:lnTo>
                    <a:pt x="17" y="29"/>
                  </a:lnTo>
                  <a:lnTo>
                    <a:pt x="0" y="59"/>
                  </a:lnTo>
                  <a:lnTo>
                    <a:pt x="566" y="386"/>
                  </a:lnTo>
                  <a:lnTo>
                    <a:pt x="584" y="357"/>
                  </a:lnTo>
                  <a:lnTo>
                    <a:pt x="601" y="327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43" name=""/>
            <p:cNvSpPr/>
            <p:nvPr/>
          </p:nvSpPr>
          <p:spPr>
            <a:xfrm rot="0">
              <a:off x="2434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9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1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44" name=""/>
            <p:cNvSpPr/>
            <p:nvPr/>
          </p:nvSpPr>
          <p:spPr>
            <a:xfrm rot="0">
              <a:off x="2434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9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1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45" name=""/>
            <p:cNvSpPr/>
            <p:nvPr/>
          </p:nvSpPr>
          <p:spPr>
            <a:xfrm rot="0">
              <a:off x="2560" y="1596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17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1" y="64"/>
                  </a:lnTo>
                  <a:lnTo>
                    <a:pt x="11" y="64"/>
                  </a:lnTo>
                  <a:lnTo>
                    <a:pt x="0" y="60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46" name=""/>
            <p:cNvSpPr/>
            <p:nvPr/>
          </p:nvSpPr>
          <p:spPr>
            <a:xfrm rot="0">
              <a:off x="2560" y="1596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5" y="0"/>
                  </a:move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1" y="64"/>
                  </a:lnTo>
                  <a:lnTo>
                    <a:pt x="11" y="64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47" name=""/>
            <p:cNvSpPr/>
            <p:nvPr/>
          </p:nvSpPr>
          <p:spPr>
            <a:xfrm rot="0">
              <a:off x="2224" y="1402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1009" y="642"/>
                  </a:moveTo>
                  <a:lnTo>
                    <a:pt x="1026" y="612"/>
                  </a:lnTo>
                  <a:lnTo>
                    <a:pt x="1044" y="582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48" name=""/>
            <p:cNvSpPr/>
            <p:nvPr/>
          </p:nvSpPr>
          <p:spPr>
            <a:xfrm rot="0">
              <a:off x="2224" y="1402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1009" y="642"/>
                  </a:moveTo>
                  <a:lnTo>
                    <a:pt x="1026" y="612"/>
                  </a:lnTo>
                  <a:lnTo>
                    <a:pt x="1044" y="582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49" name=""/>
            <p:cNvSpPr/>
            <p:nvPr/>
          </p:nvSpPr>
          <p:spPr>
            <a:xfrm rot="0">
              <a:off x="2219" y="14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50" name=""/>
            <p:cNvSpPr/>
            <p:nvPr/>
          </p:nvSpPr>
          <p:spPr>
            <a:xfrm rot="0">
              <a:off x="2219" y="14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51" name=""/>
            <p:cNvSpPr/>
            <p:nvPr/>
          </p:nvSpPr>
          <p:spPr>
            <a:xfrm rot="0">
              <a:off x="2224" y="1400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2" y="26"/>
                  </a:lnTo>
                  <a:lnTo>
                    <a:pt x="52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52" name=""/>
            <p:cNvSpPr/>
            <p:nvPr/>
          </p:nvSpPr>
          <p:spPr>
            <a:xfrm rot="0">
              <a:off x="2224" y="1400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2" y="26"/>
                  </a:lnTo>
                  <a:lnTo>
                    <a:pt x="52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53" name=""/>
            <p:cNvSpPr/>
            <p:nvPr/>
          </p:nvSpPr>
          <p:spPr>
            <a:xfrm rot="0">
              <a:off x="1678" y="1402"/>
              <a:ext cx="558" cy="335"/>
            </a:xfrm>
            <a:custGeom>
              <a:avLst/>
              <a:ahLst/>
              <a:rect l="0" t="0" r="r" b="b"/>
              <a:pathLst>
                <a:path w="1673" h="1007">
                  <a:moveTo>
                    <a:pt x="1673" y="59"/>
                  </a:moveTo>
                  <a:lnTo>
                    <a:pt x="1656" y="29"/>
                  </a:lnTo>
                  <a:lnTo>
                    <a:pt x="1638" y="0"/>
                  </a:lnTo>
                  <a:lnTo>
                    <a:pt x="0" y="948"/>
                  </a:lnTo>
                  <a:lnTo>
                    <a:pt x="18" y="977"/>
                  </a:lnTo>
                  <a:lnTo>
                    <a:pt x="35" y="1007"/>
                  </a:lnTo>
                  <a:lnTo>
                    <a:pt x="167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54" name=""/>
            <p:cNvSpPr/>
            <p:nvPr/>
          </p:nvSpPr>
          <p:spPr>
            <a:xfrm rot="0">
              <a:off x="1678" y="1402"/>
              <a:ext cx="558" cy="335"/>
            </a:xfrm>
            <a:custGeom>
              <a:avLst/>
              <a:ahLst/>
              <a:rect l="0" t="0" r="r" b="b"/>
              <a:pathLst>
                <a:path w="1673" h="1007">
                  <a:moveTo>
                    <a:pt x="1673" y="59"/>
                  </a:moveTo>
                  <a:lnTo>
                    <a:pt x="1656" y="29"/>
                  </a:lnTo>
                  <a:lnTo>
                    <a:pt x="1638" y="0"/>
                  </a:lnTo>
                  <a:lnTo>
                    <a:pt x="0" y="948"/>
                  </a:lnTo>
                  <a:lnTo>
                    <a:pt x="18" y="977"/>
                  </a:lnTo>
                  <a:lnTo>
                    <a:pt x="35" y="1007"/>
                  </a:lnTo>
                  <a:lnTo>
                    <a:pt x="167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55" name=""/>
            <p:cNvSpPr/>
            <p:nvPr/>
          </p:nvSpPr>
          <p:spPr>
            <a:xfrm rot="0">
              <a:off x="1673" y="171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56" name=""/>
            <p:cNvSpPr/>
            <p:nvPr/>
          </p:nvSpPr>
          <p:spPr>
            <a:xfrm rot="0">
              <a:off x="1673" y="171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57" name=""/>
            <p:cNvSpPr/>
            <p:nvPr/>
          </p:nvSpPr>
          <p:spPr>
            <a:xfrm rot="0">
              <a:off x="1820" y="1801"/>
              <a:ext cx="22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6" y="24"/>
                  </a:lnTo>
                  <a:lnTo>
                    <a:pt x="68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58" name=""/>
            <p:cNvSpPr/>
            <p:nvPr/>
          </p:nvSpPr>
          <p:spPr>
            <a:xfrm rot="0">
              <a:off x="1820" y="1801"/>
              <a:ext cx="22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6" y="24"/>
                  </a:lnTo>
                  <a:lnTo>
                    <a:pt x="68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59" name=""/>
            <p:cNvSpPr/>
            <p:nvPr/>
          </p:nvSpPr>
          <p:spPr>
            <a:xfrm rot="0">
              <a:off x="1820" y="1812"/>
              <a:ext cx="22" cy="242"/>
            </a:xfrm>
            <a:custGeom>
              <a:avLst/>
              <a:ahLst/>
              <a:rect l="0" t="0" r="r" b="b"/>
              <a:pathLst>
                <a:path w="68" h="726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26"/>
                  </a:lnTo>
                  <a:lnTo>
                    <a:pt x="33" y="726"/>
                  </a:lnTo>
                  <a:lnTo>
                    <a:pt x="68" y="726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60" name=""/>
            <p:cNvSpPr/>
            <p:nvPr/>
          </p:nvSpPr>
          <p:spPr>
            <a:xfrm rot="0">
              <a:off x="1820" y="1812"/>
              <a:ext cx="22" cy="242"/>
            </a:xfrm>
            <a:custGeom>
              <a:avLst/>
              <a:ahLst/>
              <a:rect l="0" t="0" r="r" b="b"/>
              <a:pathLst>
                <a:path w="68" h="726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26"/>
                  </a:lnTo>
                  <a:lnTo>
                    <a:pt x="33" y="726"/>
                  </a:lnTo>
                  <a:lnTo>
                    <a:pt x="68" y="726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61" name=""/>
            <p:cNvSpPr/>
            <p:nvPr/>
          </p:nvSpPr>
          <p:spPr>
            <a:xfrm rot="0">
              <a:off x="1820" y="2054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62" name=""/>
            <p:cNvSpPr/>
            <p:nvPr/>
          </p:nvSpPr>
          <p:spPr>
            <a:xfrm rot="0">
              <a:off x="1820" y="2054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63" name=""/>
            <p:cNvSpPr/>
            <p:nvPr/>
          </p:nvSpPr>
          <p:spPr>
            <a:xfrm rot="0">
              <a:off x="2014" y="21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64" name=""/>
            <p:cNvSpPr/>
            <p:nvPr/>
          </p:nvSpPr>
          <p:spPr>
            <a:xfrm rot="0">
              <a:off x="2014" y="21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65" name=""/>
            <p:cNvSpPr/>
            <p:nvPr/>
          </p:nvSpPr>
          <p:spPr>
            <a:xfrm rot="0">
              <a:off x="1825" y="2044"/>
              <a:ext cx="201" cy="129"/>
            </a:xfrm>
            <a:custGeom>
              <a:avLst/>
              <a:ahLst/>
              <a:rect l="0" t="0" r="r" b="b"/>
              <a:pathLst>
                <a:path w="603" h="387">
                  <a:moveTo>
                    <a:pt x="568" y="387"/>
                  </a:moveTo>
                  <a:lnTo>
                    <a:pt x="585" y="357"/>
                  </a:lnTo>
                  <a:lnTo>
                    <a:pt x="603" y="328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568" y="3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66" name=""/>
            <p:cNvSpPr/>
            <p:nvPr/>
          </p:nvSpPr>
          <p:spPr>
            <a:xfrm rot="0">
              <a:off x="1825" y="2044"/>
              <a:ext cx="201" cy="129"/>
            </a:xfrm>
            <a:custGeom>
              <a:avLst/>
              <a:ahLst/>
              <a:rect l="0" t="0" r="r" b="b"/>
              <a:pathLst>
                <a:path w="603" h="387">
                  <a:moveTo>
                    <a:pt x="568" y="387"/>
                  </a:moveTo>
                  <a:lnTo>
                    <a:pt x="585" y="357"/>
                  </a:lnTo>
                  <a:lnTo>
                    <a:pt x="603" y="328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568" y="3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67" name=""/>
            <p:cNvSpPr/>
            <p:nvPr/>
          </p:nvSpPr>
          <p:spPr>
            <a:xfrm rot="0">
              <a:off x="1820" y="204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68" name=""/>
            <p:cNvSpPr/>
            <p:nvPr/>
          </p:nvSpPr>
          <p:spPr>
            <a:xfrm rot="0">
              <a:off x="1820" y="204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37" name=""/>
          <p:cNvGrpSpPr/>
          <p:nvPr/>
        </p:nvGrpSpPr>
        <p:grpSpPr>
          <a:xfrm rot="0">
            <a:off x="179387" y="914400"/>
            <a:ext cx="8475662" cy="5695950"/>
            <a:chOff x="113" y="576"/>
            <a:chExt cx="5339" cy="3588"/>
          </a:xfrm>
        </p:grpSpPr>
        <p:sp>
          <p:nvSpPr>
            <p:cNvPr id="1050469" name=""/>
            <p:cNvSpPr/>
            <p:nvPr/>
          </p:nvSpPr>
          <p:spPr>
            <a:xfrm rot="0">
              <a:off x="1820" y="204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0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1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70" name=""/>
            <p:cNvSpPr/>
            <p:nvPr/>
          </p:nvSpPr>
          <p:spPr>
            <a:xfrm rot="0">
              <a:off x="1820" y="204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1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71" name=""/>
            <p:cNvSpPr/>
            <p:nvPr/>
          </p:nvSpPr>
          <p:spPr>
            <a:xfrm rot="0">
              <a:off x="1825" y="1801"/>
              <a:ext cx="432" cy="263"/>
            </a:xfrm>
            <a:custGeom>
              <a:avLst/>
              <a:ahLst/>
              <a:rect l="0" t="0" r="r" b="b"/>
              <a:pathLst>
                <a:path w="1296" h="788">
                  <a:moveTo>
                    <a:pt x="0" y="729"/>
                  </a:moveTo>
                  <a:lnTo>
                    <a:pt x="17" y="759"/>
                  </a:lnTo>
                  <a:lnTo>
                    <a:pt x="35" y="788"/>
                  </a:lnTo>
                  <a:lnTo>
                    <a:pt x="1296" y="59"/>
                  </a:lnTo>
                  <a:lnTo>
                    <a:pt x="1278" y="29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72" name=""/>
            <p:cNvSpPr/>
            <p:nvPr/>
          </p:nvSpPr>
          <p:spPr>
            <a:xfrm rot="0">
              <a:off x="1825" y="1801"/>
              <a:ext cx="432" cy="263"/>
            </a:xfrm>
            <a:custGeom>
              <a:avLst/>
              <a:ahLst/>
              <a:rect l="0" t="0" r="r" b="b"/>
              <a:pathLst>
                <a:path w="1296" h="788">
                  <a:moveTo>
                    <a:pt x="0" y="729"/>
                  </a:moveTo>
                  <a:lnTo>
                    <a:pt x="17" y="759"/>
                  </a:lnTo>
                  <a:lnTo>
                    <a:pt x="35" y="788"/>
                  </a:lnTo>
                  <a:lnTo>
                    <a:pt x="1296" y="59"/>
                  </a:lnTo>
                  <a:lnTo>
                    <a:pt x="1278" y="29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73" name=""/>
            <p:cNvSpPr/>
            <p:nvPr/>
          </p:nvSpPr>
          <p:spPr>
            <a:xfrm rot="0">
              <a:off x="2245" y="18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74" name=""/>
            <p:cNvSpPr/>
            <p:nvPr/>
          </p:nvSpPr>
          <p:spPr>
            <a:xfrm rot="0">
              <a:off x="2245" y="18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75" name=""/>
            <p:cNvSpPr/>
            <p:nvPr/>
          </p:nvSpPr>
          <p:spPr>
            <a:xfrm rot="0">
              <a:off x="2434" y="191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76" name=""/>
            <p:cNvSpPr/>
            <p:nvPr/>
          </p:nvSpPr>
          <p:spPr>
            <a:xfrm rot="0">
              <a:off x="2434" y="191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77" name=""/>
            <p:cNvSpPr/>
            <p:nvPr/>
          </p:nvSpPr>
          <p:spPr>
            <a:xfrm rot="0">
              <a:off x="2245" y="1801"/>
              <a:ext cx="201" cy="129"/>
            </a:xfrm>
            <a:custGeom>
              <a:avLst/>
              <a:ahLst/>
              <a:rect l="0" t="0" r="r" b="b"/>
              <a:pathLst>
                <a:path w="601" h="387">
                  <a:moveTo>
                    <a:pt x="566" y="387"/>
                  </a:moveTo>
                  <a:lnTo>
                    <a:pt x="584" y="357"/>
                  </a:lnTo>
                  <a:lnTo>
                    <a:pt x="601" y="328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9"/>
                  </a:lnTo>
                  <a:lnTo>
                    <a:pt x="566" y="3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78" name=""/>
            <p:cNvSpPr/>
            <p:nvPr/>
          </p:nvSpPr>
          <p:spPr>
            <a:xfrm rot="0">
              <a:off x="2245" y="1801"/>
              <a:ext cx="201" cy="129"/>
            </a:xfrm>
            <a:custGeom>
              <a:avLst/>
              <a:ahLst/>
              <a:rect l="0" t="0" r="r" b="b"/>
              <a:pathLst>
                <a:path w="601" h="387">
                  <a:moveTo>
                    <a:pt x="566" y="387"/>
                  </a:moveTo>
                  <a:lnTo>
                    <a:pt x="584" y="357"/>
                  </a:lnTo>
                  <a:lnTo>
                    <a:pt x="601" y="328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9"/>
                  </a:lnTo>
                  <a:lnTo>
                    <a:pt x="566" y="3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79" name=""/>
            <p:cNvSpPr/>
            <p:nvPr/>
          </p:nvSpPr>
          <p:spPr>
            <a:xfrm rot="0">
              <a:off x="2240" y="1800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34" y="33"/>
                  </a:moveTo>
                  <a:lnTo>
                    <a:pt x="17" y="63"/>
                  </a:lnTo>
                  <a:lnTo>
                    <a:pt x="9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2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80" name=""/>
            <p:cNvSpPr/>
            <p:nvPr/>
          </p:nvSpPr>
          <p:spPr>
            <a:xfrm rot="0">
              <a:off x="2240" y="1800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17" y="63"/>
                  </a:moveTo>
                  <a:lnTo>
                    <a:pt x="9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81" name=""/>
            <p:cNvSpPr/>
            <p:nvPr/>
          </p:nvSpPr>
          <p:spPr>
            <a:xfrm rot="0">
              <a:off x="2240" y="1558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82" name=""/>
            <p:cNvSpPr/>
            <p:nvPr/>
          </p:nvSpPr>
          <p:spPr>
            <a:xfrm rot="0">
              <a:off x="2240" y="1558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83" name=""/>
            <p:cNvSpPr/>
            <p:nvPr/>
          </p:nvSpPr>
          <p:spPr>
            <a:xfrm rot="0">
              <a:off x="2240" y="1569"/>
              <a:ext cx="23" cy="242"/>
            </a:xfrm>
            <a:custGeom>
              <a:avLst/>
              <a:ahLst/>
              <a:rect l="0" t="0" r="r" b="b"/>
              <a:pathLst>
                <a:path w="69" h="725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5"/>
                  </a:lnTo>
                  <a:lnTo>
                    <a:pt x="34" y="725"/>
                  </a:lnTo>
                  <a:lnTo>
                    <a:pt x="69" y="725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84" name=""/>
            <p:cNvSpPr/>
            <p:nvPr/>
          </p:nvSpPr>
          <p:spPr>
            <a:xfrm rot="0">
              <a:off x="2240" y="1569"/>
              <a:ext cx="23" cy="242"/>
            </a:xfrm>
            <a:custGeom>
              <a:avLst/>
              <a:ahLst/>
              <a:rect l="0" t="0" r="r" b="b"/>
              <a:pathLst>
                <a:path w="69" h="725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5"/>
                  </a:lnTo>
                  <a:lnTo>
                    <a:pt x="34" y="725"/>
                  </a:lnTo>
                  <a:lnTo>
                    <a:pt x="69" y="725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85" name=""/>
            <p:cNvSpPr/>
            <p:nvPr/>
          </p:nvSpPr>
          <p:spPr>
            <a:xfrm rot="0">
              <a:off x="2240" y="1811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5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486" name=""/>
            <p:cNvSpPr/>
            <p:nvPr/>
          </p:nvSpPr>
          <p:spPr>
            <a:xfrm rot="0">
              <a:off x="2240" y="1811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5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87" name=""/>
            <p:cNvSpPr/>
            <p:nvPr/>
          </p:nvSpPr>
          <p:spPr>
            <a:xfrm rot="0">
              <a:off x="5209" y="2256"/>
              <a:ext cx="243" cy="170"/>
            </a:xfrm>
            <a:custGeom>
              <a:avLst/>
              <a:ahLst/>
              <a:rect l="0" t="0" r="r" b="b"/>
              <a:pathLst>
                <a:path w="729" h="511">
                  <a:moveTo>
                    <a:pt x="0" y="511"/>
                  </a:moveTo>
                  <a:lnTo>
                    <a:pt x="0" y="0"/>
                  </a:lnTo>
                  <a:lnTo>
                    <a:pt x="72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88" name=""/>
            <p:cNvSpPr/>
            <p:nvPr/>
          </p:nvSpPr>
          <p:spPr>
            <a:xfrm rot="0">
              <a:off x="5317" y="2313"/>
              <a:ext cx="40" cy="91"/>
            </a:xfrm>
            <a:custGeom>
              <a:avLst/>
              <a:ahLst/>
              <a:rect l="0" t="0" r="r" b="b"/>
              <a:pathLst>
                <a:path w="120" h="274">
                  <a:moveTo>
                    <a:pt x="90" y="0"/>
                  </a:moveTo>
                  <a:lnTo>
                    <a:pt x="72" y="8"/>
                  </a:lnTo>
                  <a:lnTo>
                    <a:pt x="55" y="19"/>
                  </a:lnTo>
                  <a:lnTo>
                    <a:pt x="40" y="32"/>
                  </a:lnTo>
                  <a:lnTo>
                    <a:pt x="27" y="47"/>
                  </a:lnTo>
                  <a:lnTo>
                    <a:pt x="16" y="64"/>
                  </a:lnTo>
                  <a:lnTo>
                    <a:pt x="8" y="82"/>
                  </a:lnTo>
                  <a:lnTo>
                    <a:pt x="2" y="102"/>
                  </a:lnTo>
                  <a:lnTo>
                    <a:pt x="0" y="122"/>
                  </a:lnTo>
                  <a:lnTo>
                    <a:pt x="0" y="212"/>
                  </a:lnTo>
                  <a:lnTo>
                    <a:pt x="1" y="225"/>
                  </a:lnTo>
                  <a:lnTo>
                    <a:pt x="5" y="239"/>
                  </a:lnTo>
                  <a:lnTo>
                    <a:pt x="12" y="251"/>
                  </a:lnTo>
                  <a:lnTo>
                    <a:pt x="22" y="260"/>
                  </a:lnTo>
                  <a:lnTo>
                    <a:pt x="33" y="267"/>
                  </a:lnTo>
                  <a:lnTo>
                    <a:pt x="47" y="271"/>
                  </a:lnTo>
                  <a:lnTo>
                    <a:pt x="60" y="274"/>
                  </a:lnTo>
                  <a:lnTo>
                    <a:pt x="74" y="271"/>
                  </a:lnTo>
                  <a:lnTo>
                    <a:pt x="86" y="267"/>
                  </a:lnTo>
                  <a:lnTo>
                    <a:pt x="98" y="260"/>
                  </a:lnTo>
                  <a:lnTo>
                    <a:pt x="107" y="251"/>
                  </a:lnTo>
                  <a:lnTo>
                    <a:pt x="114" y="239"/>
                  </a:lnTo>
                  <a:lnTo>
                    <a:pt x="119" y="225"/>
                  </a:lnTo>
                  <a:lnTo>
                    <a:pt x="120" y="212"/>
                  </a:lnTo>
                  <a:lnTo>
                    <a:pt x="120" y="182"/>
                  </a:lnTo>
                  <a:lnTo>
                    <a:pt x="120" y="170"/>
                  </a:lnTo>
                  <a:lnTo>
                    <a:pt x="118" y="157"/>
                  </a:lnTo>
                  <a:lnTo>
                    <a:pt x="112" y="146"/>
                  </a:lnTo>
                  <a:lnTo>
                    <a:pt x="106" y="137"/>
                  </a:lnTo>
                  <a:lnTo>
                    <a:pt x="95" y="129"/>
                  </a:lnTo>
                  <a:lnTo>
                    <a:pt x="84" y="123"/>
                  </a:lnTo>
                  <a:lnTo>
                    <a:pt x="72" y="121"/>
                  </a:lnTo>
                  <a:lnTo>
                    <a:pt x="60" y="122"/>
                  </a:lnTo>
                  <a:lnTo>
                    <a:pt x="0" y="12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89" name=""/>
            <p:cNvSpPr/>
            <p:nvPr/>
          </p:nvSpPr>
          <p:spPr>
            <a:xfrm rot="0">
              <a:off x="2540" y="2256"/>
              <a:ext cx="243" cy="170"/>
            </a:xfrm>
            <a:custGeom>
              <a:avLst/>
              <a:ahLst/>
              <a:rect l="0" t="0" r="r" b="b"/>
              <a:pathLst>
                <a:path w="728" h="511">
                  <a:moveTo>
                    <a:pt x="0" y="511"/>
                  </a:moveTo>
                  <a:lnTo>
                    <a:pt x="0" y="0"/>
                  </a:lnTo>
                  <a:lnTo>
                    <a:pt x="728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0" name=""/>
            <p:cNvSpPr/>
            <p:nvPr/>
          </p:nvSpPr>
          <p:spPr>
            <a:xfrm rot="0">
              <a:off x="2645" y="2308"/>
              <a:ext cx="41" cy="92"/>
            </a:xfrm>
            <a:custGeom>
              <a:avLst/>
              <a:ahLst/>
              <a:rect l="0" t="0" r="r" b="b"/>
              <a:pathLst>
                <a:path w="122" h="274">
                  <a:moveTo>
                    <a:pt x="0" y="274"/>
                  </a:moveTo>
                  <a:lnTo>
                    <a:pt x="61" y="274"/>
                  </a:lnTo>
                  <a:lnTo>
                    <a:pt x="75" y="273"/>
                  </a:lnTo>
                  <a:lnTo>
                    <a:pt x="87" y="268"/>
                  </a:lnTo>
                  <a:lnTo>
                    <a:pt x="99" y="261"/>
                  </a:lnTo>
                  <a:lnTo>
                    <a:pt x="108" y="252"/>
                  </a:lnTo>
                  <a:lnTo>
                    <a:pt x="115" y="239"/>
                  </a:lnTo>
                  <a:lnTo>
                    <a:pt x="120" y="227"/>
                  </a:lnTo>
                  <a:lnTo>
                    <a:pt x="122" y="214"/>
                  </a:lnTo>
                  <a:lnTo>
                    <a:pt x="122" y="183"/>
                  </a:lnTo>
                  <a:lnTo>
                    <a:pt x="120" y="170"/>
                  </a:lnTo>
                  <a:lnTo>
                    <a:pt x="115" y="156"/>
                  </a:lnTo>
                  <a:lnTo>
                    <a:pt x="108" y="145"/>
                  </a:lnTo>
                  <a:lnTo>
                    <a:pt x="99" y="136"/>
                  </a:lnTo>
                  <a:lnTo>
                    <a:pt x="87" y="128"/>
                  </a:lnTo>
                  <a:lnTo>
                    <a:pt x="75" y="124"/>
                  </a:lnTo>
                  <a:lnTo>
                    <a:pt x="61" y="123"/>
                  </a:lnTo>
                  <a:lnTo>
                    <a:pt x="0" y="123"/>
                  </a:lnTo>
                  <a:lnTo>
                    <a:pt x="0" y="0"/>
                  </a:lnTo>
                  <a:lnTo>
                    <a:pt x="106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1" name=""/>
            <p:cNvSpPr/>
            <p:nvPr/>
          </p:nvSpPr>
          <p:spPr>
            <a:xfrm rot="0" flipH="1">
              <a:off x="113" y="2426"/>
              <a:ext cx="533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2" name=""/>
            <p:cNvSpPr/>
            <p:nvPr/>
          </p:nvSpPr>
          <p:spPr>
            <a:xfrm rot="0" flipH="1">
              <a:off x="113" y="689"/>
              <a:ext cx="533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3" name=""/>
            <p:cNvSpPr/>
            <p:nvPr/>
          </p:nvSpPr>
          <p:spPr>
            <a:xfrm rot="0">
              <a:off x="2783" y="689"/>
              <a:ext cx="1" cy="347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4" name=""/>
            <p:cNvSpPr/>
            <p:nvPr/>
          </p:nvSpPr>
          <p:spPr>
            <a:xfrm rot="0">
              <a:off x="5209" y="3993"/>
              <a:ext cx="243" cy="171"/>
            </a:xfrm>
            <a:custGeom>
              <a:avLst/>
              <a:ahLst/>
              <a:rect l="0" t="0" r="r" b="b"/>
              <a:pathLst>
                <a:path w="729" h="511">
                  <a:moveTo>
                    <a:pt x="0" y="511"/>
                  </a:moveTo>
                  <a:lnTo>
                    <a:pt x="0" y="0"/>
                  </a:lnTo>
                  <a:lnTo>
                    <a:pt x="72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5" name=""/>
            <p:cNvSpPr/>
            <p:nvPr/>
          </p:nvSpPr>
          <p:spPr>
            <a:xfrm rot="0">
              <a:off x="5316" y="4048"/>
              <a:ext cx="41" cy="40"/>
            </a:xfrm>
            <a:custGeom>
              <a:avLst/>
              <a:ahLst/>
              <a:rect l="0" t="0" r="r" b="b"/>
              <a:pathLst>
                <a:path w="122" h="121">
                  <a:moveTo>
                    <a:pt x="122" y="60"/>
                  </a:moveTo>
                  <a:lnTo>
                    <a:pt x="121" y="47"/>
                  </a:lnTo>
                  <a:lnTo>
                    <a:pt x="115" y="34"/>
                  </a:lnTo>
                  <a:lnTo>
                    <a:pt x="109" y="23"/>
                  </a:lnTo>
                  <a:lnTo>
                    <a:pt x="99" y="13"/>
                  </a:lnTo>
                  <a:lnTo>
                    <a:pt x="87" y="5"/>
                  </a:lnTo>
                  <a:lnTo>
                    <a:pt x="75" y="1"/>
                  </a:lnTo>
                  <a:lnTo>
                    <a:pt x="62" y="0"/>
                  </a:lnTo>
                  <a:lnTo>
                    <a:pt x="48" y="1"/>
                  </a:lnTo>
                  <a:lnTo>
                    <a:pt x="35" y="5"/>
                  </a:lnTo>
                  <a:lnTo>
                    <a:pt x="23" y="13"/>
                  </a:lnTo>
                  <a:lnTo>
                    <a:pt x="13" y="23"/>
                  </a:lnTo>
                  <a:lnTo>
                    <a:pt x="7" y="34"/>
                  </a:lnTo>
                  <a:lnTo>
                    <a:pt x="3" y="47"/>
                  </a:lnTo>
                  <a:lnTo>
                    <a:pt x="0" y="60"/>
                  </a:lnTo>
                  <a:lnTo>
                    <a:pt x="3" y="74"/>
                  </a:lnTo>
                  <a:lnTo>
                    <a:pt x="7" y="87"/>
                  </a:lnTo>
                  <a:lnTo>
                    <a:pt x="13" y="98"/>
                  </a:lnTo>
                  <a:lnTo>
                    <a:pt x="23" y="107"/>
                  </a:lnTo>
                  <a:lnTo>
                    <a:pt x="35" y="116"/>
                  </a:lnTo>
                  <a:lnTo>
                    <a:pt x="48" y="120"/>
                  </a:lnTo>
                  <a:lnTo>
                    <a:pt x="62" y="121"/>
                  </a:lnTo>
                  <a:lnTo>
                    <a:pt x="75" y="120"/>
                  </a:lnTo>
                  <a:lnTo>
                    <a:pt x="87" y="116"/>
                  </a:lnTo>
                  <a:lnTo>
                    <a:pt x="99" y="107"/>
                  </a:lnTo>
                  <a:lnTo>
                    <a:pt x="109" y="98"/>
                  </a:lnTo>
                  <a:lnTo>
                    <a:pt x="115" y="87"/>
                  </a:lnTo>
                  <a:lnTo>
                    <a:pt x="121" y="74"/>
                  </a:lnTo>
                  <a:lnTo>
                    <a:pt x="122" y="6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6" name=""/>
            <p:cNvSpPr/>
            <p:nvPr/>
          </p:nvSpPr>
          <p:spPr>
            <a:xfrm rot="0">
              <a:off x="5316" y="4088"/>
              <a:ext cx="41" cy="20"/>
            </a:xfrm>
            <a:custGeom>
              <a:avLst/>
              <a:ahLst/>
              <a:rect l="0" t="0" r="r" b="b"/>
              <a:pathLst>
                <a:path w="122" h="60">
                  <a:moveTo>
                    <a:pt x="122" y="60"/>
                  </a:moveTo>
                  <a:lnTo>
                    <a:pt x="121" y="47"/>
                  </a:lnTo>
                  <a:lnTo>
                    <a:pt x="115" y="35"/>
                  </a:lnTo>
                  <a:lnTo>
                    <a:pt x="109" y="23"/>
                  </a:lnTo>
                  <a:lnTo>
                    <a:pt x="99" y="13"/>
                  </a:lnTo>
                  <a:lnTo>
                    <a:pt x="87" y="7"/>
                  </a:lnTo>
                  <a:lnTo>
                    <a:pt x="75" y="1"/>
                  </a:lnTo>
                  <a:lnTo>
                    <a:pt x="62" y="0"/>
                  </a:lnTo>
                  <a:lnTo>
                    <a:pt x="48" y="1"/>
                  </a:lnTo>
                  <a:lnTo>
                    <a:pt x="35" y="7"/>
                  </a:lnTo>
                  <a:lnTo>
                    <a:pt x="23" y="13"/>
                  </a:lnTo>
                  <a:lnTo>
                    <a:pt x="13" y="23"/>
                  </a:lnTo>
                  <a:lnTo>
                    <a:pt x="7" y="35"/>
                  </a:lnTo>
                  <a:lnTo>
                    <a:pt x="3" y="47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7" name=""/>
            <p:cNvSpPr/>
            <p:nvPr/>
          </p:nvSpPr>
          <p:spPr>
            <a:xfrm rot="0">
              <a:off x="5357" y="4108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8" name=""/>
            <p:cNvSpPr/>
            <p:nvPr/>
          </p:nvSpPr>
          <p:spPr>
            <a:xfrm rot="0">
              <a:off x="5316" y="4119"/>
              <a:ext cx="41" cy="20"/>
            </a:xfrm>
            <a:custGeom>
              <a:avLst/>
              <a:ahLst/>
              <a:rect l="0" t="0" r="r" b="b"/>
              <a:pathLst>
                <a:path w="122" h="61">
                  <a:moveTo>
                    <a:pt x="0" y="0"/>
                  </a:moveTo>
                  <a:lnTo>
                    <a:pt x="3" y="14"/>
                  </a:lnTo>
                  <a:lnTo>
                    <a:pt x="7" y="27"/>
                  </a:lnTo>
                  <a:lnTo>
                    <a:pt x="13" y="38"/>
                  </a:lnTo>
                  <a:lnTo>
                    <a:pt x="23" y="47"/>
                  </a:lnTo>
                  <a:lnTo>
                    <a:pt x="35" y="55"/>
                  </a:lnTo>
                  <a:lnTo>
                    <a:pt x="48" y="59"/>
                  </a:lnTo>
                  <a:lnTo>
                    <a:pt x="62" y="61"/>
                  </a:lnTo>
                  <a:lnTo>
                    <a:pt x="75" y="59"/>
                  </a:lnTo>
                  <a:lnTo>
                    <a:pt x="87" y="55"/>
                  </a:lnTo>
                  <a:lnTo>
                    <a:pt x="99" y="47"/>
                  </a:lnTo>
                  <a:lnTo>
                    <a:pt x="109" y="38"/>
                  </a:lnTo>
                  <a:lnTo>
                    <a:pt x="115" y="27"/>
                  </a:lnTo>
                  <a:lnTo>
                    <a:pt x="121" y="14"/>
                  </a:lnTo>
                  <a:lnTo>
                    <a:pt x="12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499" name=""/>
            <p:cNvSpPr/>
            <p:nvPr/>
          </p:nvSpPr>
          <p:spPr>
            <a:xfrm rot="0" flipV="1">
              <a:off x="5316" y="4108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0" name=""/>
            <p:cNvSpPr/>
            <p:nvPr/>
          </p:nvSpPr>
          <p:spPr>
            <a:xfrm rot="0">
              <a:off x="2540" y="3993"/>
              <a:ext cx="243" cy="171"/>
            </a:xfrm>
            <a:custGeom>
              <a:avLst/>
              <a:ahLst/>
              <a:rect l="0" t="0" r="r" b="b"/>
              <a:pathLst>
                <a:path w="728" h="511">
                  <a:moveTo>
                    <a:pt x="0" y="511"/>
                  </a:moveTo>
                  <a:lnTo>
                    <a:pt x="0" y="0"/>
                  </a:lnTo>
                  <a:lnTo>
                    <a:pt x="728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1" name=""/>
            <p:cNvSpPr/>
            <p:nvPr/>
          </p:nvSpPr>
          <p:spPr>
            <a:xfrm rot="0">
              <a:off x="2647" y="4048"/>
              <a:ext cx="40" cy="91"/>
            </a:xfrm>
            <a:custGeom>
              <a:avLst/>
              <a:ahLst/>
              <a:rect l="0" t="0" r="r" b="b"/>
              <a:pathLst>
                <a:path w="121" h="273">
                  <a:moveTo>
                    <a:pt x="61" y="273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2" name=""/>
            <p:cNvSpPr/>
            <p:nvPr/>
          </p:nvSpPr>
          <p:spPr>
            <a:xfrm rot="0" flipV="1">
              <a:off x="168" y="601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3" name=""/>
            <p:cNvSpPr/>
            <p:nvPr/>
          </p:nvSpPr>
          <p:spPr>
            <a:xfrm rot="0">
              <a:off x="179" y="576"/>
              <a:ext cx="1" cy="8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4" name=""/>
            <p:cNvSpPr/>
            <p:nvPr/>
          </p:nvSpPr>
          <p:spPr>
            <a:xfrm rot="0" flipH="1">
              <a:off x="168" y="604"/>
              <a:ext cx="1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5" name=""/>
            <p:cNvSpPr/>
            <p:nvPr/>
          </p:nvSpPr>
          <p:spPr>
            <a:xfrm rot="0">
              <a:off x="179" y="608"/>
              <a:ext cx="10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6" name=""/>
            <p:cNvSpPr/>
            <p:nvPr/>
          </p:nvSpPr>
          <p:spPr>
            <a:xfrm rot="0">
              <a:off x="192" y="579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7" name=""/>
            <p:cNvSpPr/>
            <p:nvPr/>
          </p:nvSpPr>
          <p:spPr>
            <a:xfrm rot="0" flipV="1">
              <a:off x="190" y="640"/>
              <a:ext cx="1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8" name=""/>
            <p:cNvSpPr/>
            <p:nvPr/>
          </p:nvSpPr>
          <p:spPr>
            <a:xfrm rot="0" flipV="1">
              <a:off x="192" y="582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09" name=""/>
            <p:cNvSpPr/>
            <p:nvPr/>
          </p:nvSpPr>
          <p:spPr>
            <a:xfrm rot="0" flipH="1">
              <a:off x="208" y="579"/>
              <a:ext cx="2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0" name=""/>
            <p:cNvSpPr/>
            <p:nvPr/>
          </p:nvSpPr>
          <p:spPr>
            <a:xfrm rot="0" flipH="1">
              <a:off x="192" y="610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1" name=""/>
            <p:cNvSpPr/>
            <p:nvPr/>
          </p:nvSpPr>
          <p:spPr>
            <a:xfrm rot="0" flipV="1">
              <a:off x="192" y="596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2" name=""/>
            <p:cNvSpPr/>
            <p:nvPr/>
          </p:nvSpPr>
          <p:spPr>
            <a:xfrm rot="0">
              <a:off x="196" y="613"/>
              <a:ext cx="24" cy="37"/>
            </a:xfrm>
            <a:custGeom>
              <a:avLst/>
              <a:ahLst/>
              <a:rect l="0" t="0" r="r" b="b"/>
              <a:pathLst>
                <a:path w="72" h="109">
                  <a:moveTo>
                    <a:pt x="0" y="0"/>
                  </a:moveTo>
                  <a:lnTo>
                    <a:pt x="50" y="109"/>
                  </a:lnTo>
                  <a:lnTo>
                    <a:pt x="72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3" name=""/>
            <p:cNvSpPr/>
            <p:nvPr/>
          </p:nvSpPr>
          <p:spPr>
            <a:xfrm rot="0" flipH="1">
              <a:off x="204" y="617"/>
              <a:ext cx="11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4" name=""/>
            <p:cNvSpPr/>
            <p:nvPr/>
          </p:nvSpPr>
          <p:spPr>
            <a:xfrm rot="0" flipH="1">
              <a:off x="260" y="634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5" name=""/>
            <p:cNvSpPr/>
            <p:nvPr/>
          </p:nvSpPr>
          <p:spPr>
            <a:xfrm rot="0">
              <a:off x="266" y="604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6" name=""/>
            <p:cNvSpPr/>
            <p:nvPr/>
          </p:nvSpPr>
          <p:spPr>
            <a:xfrm rot="0" flipH="1">
              <a:off x="256" y="586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7" name=""/>
            <p:cNvSpPr/>
            <p:nvPr/>
          </p:nvSpPr>
          <p:spPr>
            <a:xfrm rot="0" flipV="1">
              <a:off x="273" y="584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8" name=""/>
            <p:cNvSpPr/>
            <p:nvPr/>
          </p:nvSpPr>
          <p:spPr>
            <a:xfrm rot="0" flipH="1">
              <a:off x="256" y="602"/>
              <a:ext cx="1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19" name=""/>
            <p:cNvSpPr/>
            <p:nvPr/>
          </p:nvSpPr>
          <p:spPr>
            <a:xfrm rot="0" flipV="1">
              <a:off x="255" y="617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0" name=""/>
            <p:cNvSpPr/>
            <p:nvPr/>
          </p:nvSpPr>
          <p:spPr>
            <a:xfrm rot="0" flipV="1">
              <a:off x="275" y="632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1" name=""/>
            <p:cNvSpPr/>
            <p:nvPr/>
          </p:nvSpPr>
          <p:spPr>
            <a:xfrm rot="0" flipV="1">
              <a:off x="260" y="653"/>
              <a:ext cx="17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2" name=""/>
            <p:cNvSpPr/>
            <p:nvPr/>
          </p:nvSpPr>
          <p:spPr>
            <a:xfrm rot="0">
              <a:off x="260" y="633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3" name=""/>
            <p:cNvSpPr/>
            <p:nvPr/>
          </p:nvSpPr>
          <p:spPr>
            <a:xfrm rot="0">
              <a:off x="249" y="585"/>
              <a:ext cx="7" cy="76"/>
            </a:xfrm>
            <a:custGeom>
              <a:avLst/>
              <a:ahLst/>
              <a:rect l="0" t="0" r="r" b="b"/>
              <a:pathLst>
                <a:path w="21" h="227">
                  <a:moveTo>
                    <a:pt x="21" y="0"/>
                  </a:moveTo>
                  <a:lnTo>
                    <a:pt x="21" y="67"/>
                  </a:lnTo>
                  <a:lnTo>
                    <a:pt x="16" y="155"/>
                  </a:lnTo>
                  <a:lnTo>
                    <a:pt x="0" y="2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4" name=""/>
            <p:cNvSpPr/>
            <p:nvPr/>
          </p:nvSpPr>
          <p:spPr>
            <a:xfrm rot="0" flipH="1">
              <a:off x="234" y="614"/>
              <a:ext cx="1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5" name=""/>
            <p:cNvSpPr/>
            <p:nvPr/>
          </p:nvSpPr>
          <p:spPr>
            <a:xfrm rot="0" flipV="1">
              <a:off x="235" y="601"/>
              <a:ext cx="1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6" name=""/>
            <p:cNvSpPr/>
            <p:nvPr/>
          </p:nvSpPr>
          <p:spPr>
            <a:xfrm rot="0">
              <a:off x="237" y="578"/>
              <a:ext cx="8" cy="82"/>
            </a:xfrm>
            <a:custGeom>
              <a:avLst/>
              <a:ahLst/>
              <a:rect l="0" t="0" r="r" b="b"/>
              <a:pathLst>
                <a:path w="22" h="244">
                  <a:moveTo>
                    <a:pt x="0" y="208"/>
                  </a:moveTo>
                  <a:lnTo>
                    <a:pt x="22" y="244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7" name=""/>
            <p:cNvSpPr/>
            <p:nvPr/>
          </p:nvSpPr>
          <p:spPr>
            <a:xfrm rot="0" flipV="1">
              <a:off x="293" y="648"/>
              <a:ext cx="5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8" name=""/>
            <p:cNvSpPr/>
            <p:nvPr/>
          </p:nvSpPr>
          <p:spPr>
            <a:xfrm rot="0">
              <a:off x="311" y="610"/>
              <a:ext cx="5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29" name=""/>
            <p:cNvSpPr/>
            <p:nvPr/>
          </p:nvSpPr>
          <p:spPr>
            <a:xfrm rot="0" flipV="1">
              <a:off x="301" y="598"/>
              <a:ext cx="4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0" name=""/>
            <p:cNvSpPr/>
            <p:nvPr/>
          </p:nvSpPr>
          <p:spPr>
            <a:xfrm rot="0">
              <a:off x="320" y="581"/>
              <a:ext cx="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1" name=""/>
            <p:cNvSpPr/>
            <p:nvPr/>
          </p:nvSpPr>
          <p:spPr>
            <a:xfrm rot="0" flipH="1">
              <a:off x="321" y="600"/>
              <a:ext cx="9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2" name=""/>
            <p:cNvSpPr/>
            <p:nvPr/>
          </p:nvSpPr>
          <p:spPr>
            <a:xfrm rot="0" flipH="1">
              <a:off x="352" y="578"/>
              <a:ext cx="19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3" name=""/>
            <p:cNvSpPr/>
            <p:nvPr/>
          </p:nvSpPr>
          <p:spPr>
            <a:xfrm rot="0">
              <a:off x="387" y="577"/>
              <a:ext cx="1" cy="8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4" name=""/>
            <p:cNvSpPr/>
            <p:nvPr/>
          </p:nvSpPr>
          <p:spPr>
            <a:xfrm rot="0">
              <a:off x="366" y="600"/>
              <a:ext cx="18" cy="44"/>
            </a:xfrm>
            <a:custGeom>
              <a:avLst/>
              <a:ahLst/>
              <a:rect l="0" t="0" r="r" b="b"/>
              <a:pathLst>
                <a:path w="54" h="133">
                  <a:moveTo>
                    <a:pt x="54" y="0"/>
                  </a:moveTo>
                  <a:lnTo>
                    <a:pt x="40" y="46"/>
                  </a:lnTo>
                  <a:lnTo>
                    <a:pt x="23" y="88"/>
                  </a:lnTo>
                  <a:lnTo>
                    <a:pt x="0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5" name=""/>
            <p:cNvSpPr/>
            <p:nvPr/>
          </p:nvSpPr>
          <p:spPr>
            <a:xfrm rot="0">
              <a:off x="387" y="600"/>
              <a:ext cx="22" cy="38"/>
            </a:xfrm>
            <a:custGeom>
              <a:avLst/>
              <a:ahLst/>
              <a:rect l="0" t="0" r="r" b="b"/>
              <a:pathLst>
                <a:path w="66" h="116">
                  <a:moveTo>
                    <a:pt x="0" y="0"/>
                  </a:moveTo>
                  <a:lnTo>
                    <a:pt x="54" y="116"/>
                  </a:lnTo>
                  <a:lnTo>
                    <a:pt x="66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6" name=""/>
            <p:cNvSpPr/>
            <p:nvPr/>
          </p:nvSpPr>
          <p:spPr>
            <a:xfrm rot="0" flipV="1">
              <a:off x="376" y="635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7" name=""/>
            <p:cNvSpPr/>
            <p:nvPr/>
          </p:nvSpPr>
          <p:spPr>
            <a:xfrm rot="0" flipV="1">
              <a:off x="364" y="595"/>
              <a:ext cx="1" cy="6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8" name=""/>
            <p:cNvSpPr/>
            <p:nvPr/>
          </p:nvSpPr>
          <p:spPr>
            <a:xfrm rot="0" flipV="1">
              <a:off x="369" y="597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39" name=""/>
            <p:cNvSpPr/>
            <p:nvPr/>
          </p:nvSpPr>
          <p:spPr>
            <a:xfrm rot="0" flipH="1">
              <a:off x="422" y="584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0" name=""/>
            <p:cNvSpPr/>
            <p:nvPr/>
          </p:nvSpPr>
          <p:spPr>
            <a:xfrm rot="0" flipV="1">
              <a:off x="422" y="649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1" name=""/>
            <p:cNvSpPr/>
            <p:nvPr/>
          </p:nvSpPr>
          <p:spPr>
            <a:xfrm rot="0" flipV="1">
              <a:off x="460" y="580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2" name=""/>
            <p:cNvSpPr/>
            <p:nvPr/>
          </p:nvSpPr>
          <p:spPr>
            <a:xfrm rot="0">
              <a:off x="459" y="649"/>
              <a:ext cx="1" cy="7"/>
            </a:xfrm>
            <a:custGeom>
              <a:avLst/>
              <a:ahLst/>
              <a:rect l="0" t="0" r="r" b="b"/>
              <a:pathLst>
                <a:path w="5" h="23">
                  <a:moveTo>
                    <a:pt x="5" y="23"/>
                  </a:moveTo>
                  <a:lnTo>
                    <a:pt x="5" y="1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3" name=""/>
            <p:cNvSpPr/>
            <p:nvPr/>
          </p:nvSpPr>
          <p:spPr>
            <a:xfrm rot="0">
              <a:off x="422" y="580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4" name=""/>
            <p:cNvSpPr/>
            <p:nvPr/>
          </p:nvSpPr>
          <p:spPr>
            <a:xfrm rot="0">
              <a:off x="422" y="579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5" name=""/>
            <p:cNvSpPr/>
            <p:nvPr/>
          </p:nvSpPr>
          <p:spPr>
            <a:xfrm rot="0" flipH="1">
              <a:off x="427" y="591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6" name=""/>
            <p:cNvSpPr/>
            <p:nvPr/>
          </p:nvSpPr>
          <p:spPr>
            <a:xfrm rot="0">
              <a:off x="436" y="607"/>
              <a:ext cx="23" cy="19"/>
            </a:xfrm>
            <a:custGeom>
              <a:avLst/>
              <a:ahLst/>
              <a:rect l="0" t="0" r="r" b="b"/>
              <a:pathLst>
                <a:path w="71" h="59">
                  <a:moveTo>
                    <a:pt x="0" y="0"/>
                  </a:moveTo>
                  <a:lnTo>
                    <a:pt x="57" y="59"/>
                  </a:lnTo>
                  <a:lnTo>
                    <a:pt x="7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7" name=""/>
            <p:cNvSpPr/>
            <p:nvPr/>
          </p:nvSpPr>
          <p:spPr>
            <a:xfrm rot="0">
              <a:off x="439" y="625"/>
              <a:ext cx="6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8" name=""/>
            <p:cNvSpPr/>
            <p:nvPr/>
          </p:nvSpPr>
          <p:spPr>
            <a:xfrm rot="0">
              <a:off x="436" y="636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49" name=""/>
            <p:cNvSpPr/>
            <p:nvPr/>
          </p:nvSpPr>
          <p:spPr>
            <a:xfrm rot="0" flipV="1">
              <a:off x="437" y="599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0" name=""/>
            <p:cNvSpPr/>
            <p:nvPr/>
          </p:nvSpPr>
          <p:spPr>
            <a:xfrm rot="0">
              <a:off x="437" y="595"/>
              <a:ext cx="15" cy="25"/>
            </a:xfrm>
            <a:custGeom>
              <a:avLst/>
              <a:ahLst/>
              <a:rect l="0" t="0" r="r" b="b"/>
              <a:pathLst>
                <a:path w="46" h="73">
                  <a:moveTo>
                    <a:pt x="0" y="73"/>
                  </a:moveTo>
                  <a:lnTo>
                    <a:pt x="17" y="51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1" name=""/>
            <p:cNvSpPr/>
            <p:nvPr/>
          </p:nvSpPr>
          <p:spPr>
            <a:xfrm rot="0" flipV="1">
              <a:off x="424" y="620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2" name=""/>
            <p:cNvSpPr/>
            <p:nvPr/>
          </p:nvSpPr>
          <p:spPr>
            <a:xfrm rot="0" flipH="1">
              <a:off x="513" y="600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3" name=""/>
            <p:cNvSpPr/>
            <p:nvPr/>
          </p:nvSpPr>
          <p:spPr>
            <a:xfrm rot="0" flipV="1">
              <a:off x="527" y="595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4" name=""/>
            <p:cNvSpPr/>
            <p:nvPr/>
          </p:nvSpPr>
          <p:spPr>
            <a:xfrm rot="0" flipV="1">
              <a:off x="513" y="634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5" name=""/>
            <p:cNvSpPr/>
            <p:nvPr/>
          </p:nvSpPr>
          <p:spPr>
            <a:xfrm rot="0">
              <a:off x="513" y="594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6" name=""/>
            <p:cNvSpPr/>
            <p:nvPr/>
          </p:nvSpPr>
          <p:spPr>
            <a:xfrm rot="0">
              <a:off x="496" y="613"/>
              <a:ext cx="9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7" name=""/>
            <p:cNvSpPr/>
            <p:nvPr/>
          </p:nvSpPr>
          <p:spPr>
            <a:xfrm rot="0" flipV="1">
              <a:off x="478" y="610"/>
              <a:ext cx="18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8" name=""/>
            <p:cNvSpPr/>
            <p:nvPr/>
          </p:nvSpPr>
          <p:spPr>
            <a:xfrm rot="0">
              <a:off x="496" y="583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59" name=""/>
            <p:cNvSpPr/>
            <p:nvPr/>
          </p:nvSpPr>
          <p:spPr>
            <a:xfrm rot="0" flipH="1">
              <a:off x="480" y="602"/>
              <a:ext cx="2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0" name=""/>
            <p:cNvSpPr/>
            <p:nvPr/>
          </p:nvSpPr>
          <p:spPr>
            <a:xfrm rot="0" flipV="1">
              <a:off x="483" y="577"/>
              <a:ext cx="20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1" name=""/>
            <p:cNvSpPr/>
            <p:nvPr/>
          </p:nvSpPr>
          <p:spPr>
            <a:xfrm rot="0">
              <a:off x="547" y="599"/>
              <a:ext cx="37" cy="56"/>
            </a:xfrm>
            <a:custGeom>
              <a:avLst/>
              <a:ahLst/>
              <a:rect l="0" t="0" r="r" b="b"/>
              <a:pathLst>
                <a:path w="110" h="169">
                  <a:moveTo>
                    <a:pt x="0" y="0"/>
                  </a:moveTo>
                  <a:lnTo>
                    <a:pt x="0" y="146"/>
                  </a:lnTo>
                  <a:lnTo>
                    <a:pt x="14" y="169"/>
                  </a:lnTo>
                  <a:lnTo>
                    <a:pt x="110" y="169"/>
                  </a:lnTo>
                  <a:lnTo>
                    <a:pt x="107" y="1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2" name=""/>
            <p:cNvSpPr/>
            <p:nvPr/>
          </p:nvSpPr>
          <p:spPr>
            <a:xfrm rot="0" flipV="1">
              <a:off x="547" y="612"/>
              <a:ext cx="2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3" name=""/>
            <p:cNvSpPr/>
            <p:nvPr/>
          </p:nvSpPr>
          <p:spPr>
            <a:xfrm rot="0" flipV="1">
              <a:off x="571" y="583"/>
              <a:ext cx="3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4" name=""/>
            <p:cNvSpPr/>
            <p:nvPr/>
          </p:nvSpPr>
          <p:spPr>
            <a:xfrm rot="0" flipH="1">
              <a:off x="546" y="587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5" name=""/>
            <p:cNvSpPr/>
            <p:nvPr/>
          </p:nvSpPr>
          <p:spPr>
            <a:xfrm rot="0">
              <a:off x="637" y="597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6" name=""/>
            <p:cNvSpPr/>
            <p:nvPr/>
          </p:nvSpPr>
          <p:spPr>
            <a:xfrm rot="0" flipV="1">
              <a:off x="637" y="637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7" name=""/>
            <p:cNvSpPr/>
            <p:nvPr/>
          </p:nvSpPr>
          <p:spPr>
            <a:xfrm rot="0" flipV="1">
              <a:off x="651" y="598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8" name=""/>
            <p:cNvSpPr/>
            <p:nvPr/>
          </p:nvSpPr>
          <p:spPr>
            <a:xfrm rot="0" flipH="1">
              <a:off x="637" y="603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69" name=""/>
            <p:cNvSpPr/>
            <p:nvPr/>
          </p:nvSpPr>
          <p:spPr>
            <a:xfrm rot="0">
              <a:off x="608" y="576"/>
              <a:ext cx="13" cy="36"/>
            </a:xfrm>
            <a:custGeom>
              <a:avLst/>
              <a:ahLst/>
              <a:rect l="0" t="0" r="r" b="b"/>
              <a:pathLst>
                <a:path w="40" h="110">
                  <a:moveTo>
                    <a:pt x="40" y="0"/>
                  </a:moveTo>
                  <a:lnTo>
                    <a:pt x="18" y="75"/>
                  </a:lnTo>
                  <a:lnTo>
                    <a:pt x="0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0" name=""/>
            <p:cNvSpPr/>
            <p:nvPr/>
          </p:nvSpPr>
          <p:spPr>
            <a:xfrm rot="0" flipV="1">
              <a:off x="614" y="596"/>
              <a:ext cx="1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1" name=""/>
            <p:cNvSpPr/>
            <p:nvPr/>
          </p:nvSpPr>
          <p:spPr>
            <a:xfrm rot="0" flipH="1">
              <a:off x="601" y="617"/>
              <a:ext cx="3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2" name=""/>
            <p:cNvSpPr/>
            <p:nvPr/>
          </p:nvSpPr>
          <p:spPr>
            <a:xfrm rot="0">
              <a:off x="618" y="599"/>
              <a:ext cx="13" cy="47"/>
            </a:xfrm>
            <a:custGeom>
              <a:avLst/>
              <a:ahLst/>
              <a:rect l="0" t="0" r="r" b="b"/>
              <a:pathLst>
                <a:path w="38" h="141">
                  <a:moveTo>
                    <a:pt x="12" y="0"/>
                  </a:moveTo>
                  <a:lnTo>
                    <a:pt x="0" y="95"/>
                  </a:lnTo>
                  <a:lnTo>
                    <a:pt x="38" y="1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3" name=""/>
            <p:cNvSpPr/>
            <p:nvPr/>
          </p:nvSpPr>
          <p:spPr>
            <a:xfrm rot="0">
              <a:off x="603" y="631"/>
              <a:ext cx="15" cy="30"/>
            </a:xfrm>
            <a:custGeom>
              <a:avLst/>
              <a:ahLst/>
              <a:rect l="0" t="0" r="r" b="b"/>
              <a:pathLst>
                <a:path w="47" h="90">
                  <a:moveTo>
                    <a:pt x="0" y="90"/>
                  </a:moveTo>
                  <a:lnTo>
                    <a:pt x="31" y="48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4" name=""/>
            <p:cNvSpPr/>
            <p:nvPr/>
          </p:nvSpPr>
          <p:spPr>
            <a:xfrm rot="0" flipV="1">
              <a:off x="663" y="600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5" name=""/>
            <p:cNvSpPr/>
            <p:nvPr/>
          </p:nvSpPr>
          <p:spPr>
            <a:xfrm rot="0">
              <a:off x="675" y="614"/>
              <a:ext cx="8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6" name=""/>
            <p:cNvSpPr/>
            <p:nvPr/>
          </p:nvSpPr>
          <p:spPr>
            <a:xfrm rot="0">
              <a:off x="675" y="609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7" name=""/>
            <p:cNvSpPr/>
            <p:nvPr/>
          </p:nvSpPr>
          <p:spPr>
            <a:xfrm rot="0">
              <a:off x="662" y="596"/>
              <a:ext cx="18" cy="33"/>
            </a:xfrm>
            <a:custGeom>
              <a:avLst/>
              <a:ahLst/>
              <a:rect l="0" t="0" r="r" b="b"/>
              <a:pathLst>
                <a:path w="54" h="98">
                  <a:moveTo>
                    <a:pt x="54" y="0"/>
                  </a:moveTo>
                  <a:lnTo>
                    <a:pt x="39" y="39"/>
                  </a:lnTo>
                  <a:lnTo>
                    <a:pt x="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8" name=""/>
            <p:cNvSpPr/>
            <p:nvPr/>
          </p:nvSpPr>
          <p:spPr>
            <a:xfrm rot="0">
              <a:off x="670" y="578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79" name=""/>
            <p:cNvSpPr/>
            <p:nvPr/>
          </p:nvSpPr>
          <p:spPr>
            <a:xfrm rot="0">
              <a:off x="691" y="579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0" name=""/>
            <p:cNvSpPr/>
            <p:nvPr/>
          </p:nvSpPr>
          <p:spPr>
            <a:xfrm rot="0" flipV="1">
              <a:off x="707" y="581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1" name=""/>
            <p:cNvSpPr/>
            <p:nvPr/>
          </p:nvSpPr>
          <p:spPr>
            <a:xfrm rot="0" flipH="1">
              <a:off x="691" y="584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2" name=""/>
            <p:cNvSpPr/>
            <p:nvPr/>
          </p:nvSpPr>
          <p:spPr>
            <a:xfrm rot="0">
              <a:off x="692" y="595"/>
              <a:ext cx="7" cy="45"/>
            </a:xfrm>
            <a:custGeom>
              <a:avLst/>
              <a:ahLst/>
              <a:rect l="0" t="0" r="r" b="b"/>
              <a:pathLst>
                <a:path w="22" h="134">
                  <a:moveTo>
                    <a:pt x="22" y="0"/>
                  </a:moveTo>
                  <a:lnTo>
                    <a:pt x="14" y="85"/>
                  </a:lnTo>
                  <a:lnTo>
                    <a:pt x="0" y="1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3" name=""/>
            <p:cNvSpPr/>
            <p:nvPr/>
          </p:nvSpPr>
          <p:spPr>
            <a:xfrm rot="0">
              <a:off x="677" y="640"/>
              <a:ext cx="15" cy="17"/>
            </a:xfrm>
            <a:custGeom>
              <a:avLst/>
              <a:ahLst/>
              <a:rect l="0" t="0" r="r" b="b"/>
              <a:pathLst>
                <a:path w="43" h="51">
                  <a:moveTo>
                    <a:pt x="0" y="51"/>
                  </a:moveTo>
                  <a:lnTo>
                    <a:pt x="23" y="2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4" name=""/>
            <p:cNvSpPr/>
            <p:nvPr/>
          </p:nvSpPr>
          <p:spPr>
            <a:xfrm rot="0">
              <a:off x="700" y="620"/>
              <a:ext cx="15" cy="33"/>
            </a:xfrm>
            <a:custGeom>
              <a:avLst/>
              <a:ahLst/>
              <a:rect l="0" t="0" r="r" b="b"/>
              <a:pathLst>
                <a:path w="44" h="97">
                  <a:moveTo>
                    <a:pt x="44" y="46"/>
                  </a:moveTo>
                  <a:lnTo>
                    <a:pt x="44" y="97"/>
                  </a:lnTo>
                  <a:lnTo>
                    <a:pt x="10" y="97"/>
                  </a:lnTo>
                  <a:lnTo>
                    <a:pt x="0" y="8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5" name=""/>
            <p:cNvSpPr/>
            <p:nvPr/>
          </p:nvSpPr>
          <p:spPr>
            <a:xfrm rot="0" flipH="1">
              <a:off x="731" y="584"/>
              <a:ext cx="4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6" name=""/>
            <p:cNvSpPr/>
            <p:nvPr/>
          </p:nvSpPr>
          <p:spPr>
            <a:xfrm rot="0" flipV="1">
              <a:off x="731" y="649"/>
              <a:ext cx="3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7" name=""/>
            <p:cNvSpPr/>
            <p:nvPr/>
          </p:nvSpPr>
          <p:spPr>
            <a:xfrm rot="0" flipV="1">
              <a:off x="769" y="580"/>
              <a:ext cx="2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8" name=""/>
            <p:cNvSpPr/>
            <p:nvPr/>
          </p:nvSpPr>
          <p:spPr>
            <a:xfrm rot="0">
              <a:off x="767" y="649"/>
              <a:ext cx="2" cy="7"/>
            </a:xfrm>
            <a:custGeom>
              <a:avLst/>
              <a:ahLst/>
              <a:rect l="0" t="0" r="r" b="b"/>
              <a:pathLst>
                <a:path w="5" h="23">
                  <a:moveTo>
                    <a:pt x="5" y="23"/>
                  </a:moveTo>
                  <a:lnTo>
                    <a:pt x="5" y="1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89" name=""/>
            <p:cNvSpPr/>
            <p:nvPr/>
          </p:nvSpPr>
          <p:spPr>
            <a:xfrm rot="0">
              <a:off x="731" y="580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0" name=""/>
            <p:cNvSpPr/>
            <p:nvPr/>
          </p:nvSpPr>
          <p:spPr>
            <a:xfrm rot="0">
              <a:off x="731" y="579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1" name=""/>
            <p:cNvSpPr/>
            <p:nvPr/>
          </p:nvSpPr>
          <p:spPr>
            <a:xfrm rot="0" flipH="1">
              <a:off x="736" y="591"/>
              <a:ext cx="16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2" name=""/>
            <p:cNvSpPr/>
            <p:nvPr/>
          </p:nvSpPr>
          <p:spPr>
            <a:xfrm rot="0">
              <a:off x="745" y="607"/>
              <a:ext cx="23" cy="19"/>
            </a:xfrm>
            <a:custGeom>
              <a:avLst/>
              <a:ahLst/>
              <a:rect l="0" t="0" r="r" b="b"/>
              <a:pathLst>
                <a:path w="70" h="59">
                  <a:moveTo>
                    <a:pt x="0" y="0"/>
                  </a:moveTo>
                  <a:lnTo>
                    <a:pt x="56" y="59"/>
                  </a:lnTo>
                  <a:lnTo>
                    <a:pt x="7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3" name=""/>
            <p:cNvSpPr/>
            <p:nvPr/>
          </p:nvSpPr>
          <p:spPr>
            <a:xfrm rot="0">
              <a:off x="748" y="625"/>
              <a:ext cx="6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4" name=""/>
            <p:cNvSpPr/>
            <p:nvPr/>
          </p:nvSpPr>
          <p:spPr>
            <a:xfrm rot="0">
              <a:off x="745" y="636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5" name=""/>
            <p:cNvSpPr/>
            <p:nvPr/>
          </p:nvSpPr>
          <p:spPr>
            <a:xfrm rot="0" flipV="1">
              <a:off x="746" y="599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6" name=""/>
            <p:cNvSpPr/>
            <p:nvPr/>
          </p:nvSpPr>
          <p:spPr>
            <a:xfrm rot="0">
              <a:off x="746" y="595"/>
              <a:ext cx="15" cy="25"/>
            </a:xfrm>
            <a:custGeom>
              <a:avLst/>
              <a:ahLst/>
              <a:rect l="0" t="0" r="r" b="b"/>
              <a:pathLst>
                <a:path w="45" h="73">
                  <a:moveTo>
                    <a:pt x="0" y="73"/>
                  </a:moveTo>
                  <a:lnTo>
                    <a:pt x="17" y="51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7" name=""/>
            <p:cNvSpPr/>
            <p:nvPr/>
          </p:nvSpPr>
          <p:spPr>
            <a:xfrm rot="0" flipV="1">
              <a:off x="733" y="620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8" name=""/>
            <p:cNvSpPr/>
            <p:nvPr/>
          </p:nvSpPr>
          <p:spPr>
            <a:xfrm rot="0">
              <a:off x="790" y="631"/>
              <a:ext cx="7" cy="7"/>
            </a:xfrm>
            <a:custGeom>
              <a:avLst/>
              <a:ahLst/>
              <a:rect l="0" t="0" r="r" b="b"/>
              <a:pathLst>
                <a:path w="21" h="23">
                  <a:moveTo>
                    <a:pt x="0" y="12"/>
                  </a:moveTo>
                  <a:lnTo>
                    <a:pt x="1" y="18"/>
                  </a:lnTo>
                  <a:lnTo>
                    <a:pt x="5" y="22"/>
                  </a:lnTo>
                  <a:lnTo>
                    <a:pt x="10" y="23"/>
                  </a:lnTo>
                  <a:lnTo>
                    <a:pt x="16" y="22"/>
                  </a:lnTo>
                  <a:lnTo>
                    <a:pt x="20" y="18"/>
                  </a:lnTo>
                  <a:lnTo>
                    <a:pt x="21" y="12"/>
                  </a:lnTo>
                  <a:lnTo>
                    <a:pt x="20" y="7"/>
                  </a:lnTo>
                  <a:lnTo>
                    <a:pt x="16" y="3"/>
                  </a:lnTo>
                  <a:lnTo>
                    <a:pt x="10" y="0"/>
                  </a:lnTo>
                  <a:lnTo>
                    <a:pt x="5" y="3"/>
                  </a:lnTo>
                  <a:lnTo>
                    <a:pt x="1" y="7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599" name=""/>
            <p:cNvSpPr/>
            <p:nvPr/>
          </p:nvSpPr>
          <p:spPr>
            <a:xfrm rot="0">
              <a:off x="791" y="632"/>
              <a:ext cx="5" cy="5"/>
            </a:xfrm>
            <a:custGeom>
              <a:avLst/>
              <a:ahLst/>
              <a:rect l="0" t="0" r="r" b="b"/>
              <a:pathLst>
                <a:path w="16" h="16">
                  <a:moveTo>
                    <a:pt x="16" y="8"/>
                  </a:moveTo>
                  <a:lnTo>
                    <a:pt x="15" y="4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4" y="15"/>
                  </a:lnTo>
                  <a:lnTo>
                    <a:pt x="8" y="16"/>
                  </a:lnTo>
                  <a:lnTo>
                    <a:pt x="12" y="15"/>
                  </a:lnTo>
                  <a:lnTo>
                    <a:pt x="15" y="12"/>
                  </a:lnTo>
                  <a:lnTo>
                    <a:pt x="1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0" name=""/>
            <p:cNvSpPr/>
            <p:nvPr/>
          </p:nvSpPr>
          <p:spPr>
            <a:xfrm rot="0">
              <a:off x="792" y="633"/>
              <a:ext cx="4" cy="4"/>
            </a:xfrm>
            <a:custGeom>
              <a:avLst/>
              <a:ahLst/>
              <a:rect l="0" t="0" r="r" b="b"/>
              <a:pathLst>
                <a:path w="11" h="11">
                  <a:moveTo>
                    <a:pt x="11" y="5"/>
                  </a:move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5"/>
                  </a:lnTo>
                  <a:lnTo>
                    <a:pt x="1" y="9"/>
                  </a:lnTo>
                  <a:lnTo>
                    <a:pt x="5" y="11"/>
                  </a:lnTo>
                  <a:lnTo>
                    <a:pt x="9" y="9"/>
                  </a:lnTo>
                  <a:lnTo>
                    <a:pt x="1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1" name=""/>
            <p:cNvSpPr/>
            <p:nvPr/>
          </p:nvSpPr>
          <p:spPr>
            <a:xfrm rot="0">
              <a:off x="793" y="634"/>
              <a:ext cx="2" cy="2"/>
            </a:xfrm>
            <a:custGeom>
              <a:avLst/>
              <a:ahLst/>
              <a:rect l="0" t="0" r="r" b="b"/>
              <a:pathLst>
                <a:path w="5" h="5">
                  <a:moveTo>
                    <a:pt x="5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4" y="4"/>
                  </a:lnTo>
                  <a:lnTo>
                    <a:pt x="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2" name=""/>
            <p:cNvSpPr/>
            <p:nvPr/>
          </p:nvSpPr>
          <p:spPr>
            <a:xfrm rot="0">
              <a:off x="786" y="636"/>
              <a:ext cx="11" cy="14"/>
            </a:xfrm>
            <a:custGeom>
              <a:avLst/>
              <a:ahLst/>
              <a:rect l="0" t="0" r="r" b="b"/>
              <a:pathLst>
                <a:path w="33" h="42">
                  <a:moveTo>
                    <a:pt x="33" y="0"/>
                  </a:moveTo>
                  <a:lnTo>
                    <a:pt x="33" y="13"/>
                  </a:lnTo>
                  <a:lnTo>
                    <a:pt x="28" y="28"/>
                  </a:lnTo>
                  <a:lnTo>
                    <a:pt x="14" y="39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3" name=""/>
            <p:cNvSpPr/>
            <p:nvPr/>
          </p:nvSpPr>
          <p:spPr>
            <a:xfrm rot="0" flipV="1">
              <a:off x="867" y="615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4" name=""/>
            <p:cNvSpPr/>
            <p:nvPr/>
          </p:nvSpPr>
          <p:spPr>
            <a:xfrm rot="0" flipV="1">
              <a:off x="893" y="611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5" name=""/>
            <p:cNvSpPr/>
            <p:nvPr/>
          </p:nvSpPr>
          <p:spPr>
            <a:xfrm rot="0" flipV="1">
              <a:off x="856" y="649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6" name=""/>
            <p:cNvSpPr/>
            <p:nvPr/>
          </p:nvSpPr>
          <p:spPr>
            <a:xfrm rot="0">
              <a:off x="855" y="614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7" name=""/>
            <p:cNvSpPr/>
            <p:nvPr/>
          </p:nvSpPr>
          <p:spPr>
            <a:xfrm rot="0">
              <a:off x="874" y="60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8" name=""/>
            <p:cNvSpPr/>
            <p:nvPr/>
          </p:nvSpPr>
          <p:spPr>
            <a:xfrm rot="0" flipH="1">
              <a:off x="863" y="600"/>
              <a:ext cx="2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09" name=""/>
            <p:cNvSpPr/>
            <p:nvPr/>
          </p:nvSpPr>
          <p:spPr>
            <a:xfrm rot="0" flipV="1">
              <a:off x="885" y="597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0" name=""/>
            <p:cNvSpPr/>
            <p:nvPr/>
          </p:nvSpPr>
          <p:spPr>
            <a:xfrm rot="0" flipV="1">
              <a:off x="864" y="633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1" name=""/>
            <p:cNvSpPr/>
            <p:nvPr/>
          </p:nvSpPr>
          <p:spPr>
            <a:xfrm rot="0">
              <a:off x="863" y="59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2" name=""/>
            <p:cNvSpPr/>
            <p:nvPr/>
          </p:nvSpPr>
          <p:spPr>
            <a:xfrm rot="0" flipH="1">
              <a:off x="852" y="583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3" name=""/>
            <p:cNvSpPr/>
            <p:nvPr/>
          </p:nvSpPr>
          <p:spPr>
            <a:xfrm rot="0" flipV="1">
              <a:off x="942" y="586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4" name=""/>
            <p:cNvSpPr/>
            <p:nvPr/>
          </p:nvSpPr>
          <p:spPr>
            <a:xfrm rot="0" flipV="1">
              <a:off x="920" y="586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5" name=""/>
            <p:cNvSpPr/>
            <p:nvPr/>
          </p:nvSpPr>
          <p:spPr>
            <a:xfrm rot="0" flipV="1">
              <a:off x="910" y="577"/>
              <a:ext cx="16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6" name=""/>
            <p:cNvSpPr/>
            <p:nvPr/>
          </p:nvSpPr>
          <p:spPr>
            <a:xfrm rot="0" flipH="1" flipV="1">
              <a:off x="924" y="589"/>
              <a:ext cx="4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7" name=""/>
            <p:cNvSpPr/>
            <p:nvPr/>
          </p:nvSpPr>
          <p:spPr>
            <a:xfrm rot="0">
              <a:off x="944" y="589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8" name=""/>
            <p:cNvSpPr/>
            <p:nvPr/>
          </p:nvSpPr>
          <p:spPr>
            <a:xfrm rot="0">
              <a:off x="920" y="615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19" name=""/>
            <p:cNvSpPr/>
            <p:nvPr/>
          </p:nvSpPr>
          <p:spPr>
            <a:xfrm rot="0" flipV="1">
              <a:off x="919" y="628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0" name=""/>
            <p:cNvSpPr/>
            <p:nvPr/>
          </p:nvSpPr>
          <p:spPr>
            <a:xfrm rot="0">
              <a:off x="945" y="624"/>
              <a:ext cx="11" cy="30"/>
            </a:xfrm>
            <a:custGeom>
              <a:avLst/>
              <a:ahLst/>
              <a:rect l="0" t="0" r="r" b="b"/>
              <a:pathLst>
                <a:path w="31" h="90">
                  <a:moveTo>
                    <a:pt x="31" y="0"/>
                  </a:moveTo>
                  <a:lnTo>
                    <a:pt x="18" y="9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1" name=""/>
            <p:cNvSpPr/>
            <p:nvPr/>
          </p:nvSpPr>
          <p:spPr>
            <a:xfrm rot="0">
              <a:off x="907" y="632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87" y="0"/>
                  </a:moveTo>
                  <a:lnTo>
                    <a:pt x="51" y="36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2" name=""/>
            <p:cNvSpPr/>
            <p:nvPr/>
          </p:nvSpPr>
          <p:spPr>
            <a:xfrm rot="0" flipV="1">
              <a:off x="937" y="577"/>
              <a:ext cx="9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3" name=""/>
            <p:cNvSpPr/>
            <p:nvPr/>
          </p:nvSpPr>
          <p:spPr>
            <a:xfrm rot="0">
              <a:off x="936" y="606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4" name=""/>
            <p:cNvSpPr/>
            <p:nvPr/>
          </p:nvSpPr>
          <p:spPr>
            <a:xfrm rot="0" flipV="1">
              <a:off x="920" y="604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5" name=""/>
            <p:cNvSpPr/>
            <p:nvPr/>
          </p:nvSpPr>
          <p:spPr>
            <a:xfrm rot="0" flipV="1">
              <a:off x="948" y="602"/>
              <a:ext cx="2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6" name=""/>
            <p:cNvSpPr/>
            <p:nvPr/>
          </p:nvSpPr>
          <p:spPr>
            <a:xfrm rot="0" flipH="1">
              <a:off x="920" y="616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7" name=""/>
            <p:cNvSpPr/>
            <p:nvPr/>
          </p:nvSpPr>
          <p:spPr>
            <a:xfrm rot="0" flipV="1">
              <a:off x="983" y="615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8" name=""/>
            <p:cNvSpPr/>
            <p:nvPr/>
          </p:nvSpPr>
          <p:spPr>
            <a:xfrm rot="0" flipH="1">
              <a:off x="974" y="646"/>
              <a:ext cx="5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29" name=""/>
            <p:cNvSpPr/>
            <p:nvPr/>
          </p:nvSpPr>
          <p:spPr>
            <a:xfrm rot="0" flipV="1">
              <a:off x="979" y="589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0" name=""/>
            <p:cNvSpPr/>
            <p:nvPr/>
          </p:nvSpPr>
          <p:spPr>
            <a:xfrm rot="0" flipV="1">
              <a:off x="1034" y="600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1" name=""/>
            <p:cNvSpPr/>
            <p:nvPr/>
          </p:nvSpPr>
          <p:spPr>
            <a:xfrm rot="0">
              <a:off x="1046" y="614"/>
              <a:ext cx="8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2" name=""/>
            <p:cNvSpPr/>
            <p:nvPr/>
          </p:nvSpPr>
          <p:spPr>
            <a:xfrm rot="0">
              <a:off x="1046" y="609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3" name=""/>
            <p:cNvSpPr/>
            <p:nvPr/>
          </p:nvSpPr>
          <p:spPr>
            <a:xfrm rot="0">
              <a:off x="1033" y="596"/>
              <a:ext cx="17" cy="33"/>
            </a:xfrm>
            <a:custGeom>
              <a:avLst/>
              <a:ahLst/>
              <a:rect l="0" t="0" r="r" b="b"/>
              <a:pathLst>
                <a:path w="53" h="98">
                  <a:moveTo>
                    <a:pt x="53" y="0"/>
                  </a:moveTo>
                  <a:lnTo>
                    <a:pt x="39" y="39"/>
                  </a:lnTo>
                  <a:lnTo>
                    <a:pt x="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4" name=""/>
            <p:cNvSpPr/>
            <p:nvPr/>
          </p:nvSpPr>
          <p:spPr>
            <a:xfrm rot="0">
              <a:off x="1041" y="578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5" name=""/>
            <p:cNvSpPr/>
            <p:nvPr/>
          </p:nvSpPr>
          <p:spPr>
            <a:xfrm rot="0">
              <a:off x="1062" y="579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6" name=""/>
            <p:cNvSpPr/>
            <p:nvPr/>
          </p:nvSpPr>
          <p:spPr>
            <a:xfrm rot="0" flipV="1">
              <a:off x="1078" y="581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7" name=""/>
            <p:cNvSpPr/>
            <p:nvPr/>
          </p:nvSpPr>
          <p:spPr>
            <a:xfrm rot="0" flipH="1">
              <a:off x="1062" y="584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8" name=""/>
            <p:cNvSpPr/>
            <p:nvPr/>
          </p:nvSpPr>
          <p:spPr>
            <a:xfrm rot="0">
              <a:off x="1063" y="595"/>
              <a:ext cx="7" cy="45"/>
            </a:xfrm>
            <a:custGeom>
              <a:avLst/>
              <a:ahLst/>
              <a:rect l="0" t="0" r="r" b="b"/>
              <a:pathLst>
                <a:path w="22" h="134">
                  <a:moveTo>
                    <a:pt x="22" y="0"/>
                  </a:moveTo>
                  <a:lnTo>
                    <a:pt x="14" y="85"/>
                  </a:lnTo>
                  <a:lnTo>
                    <a:pt x="0" y="1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39" name=""/>
            <p:cNvSpPr/>
            <p:nvPr/>
          </p:nvSpPr>
          <p:spPr>
            <a:xfrm rot="0">
              <a:off x="1048" y="640"/>
              <a:ext cx="15" cy="17"/>
            </a:xfrm>
            <a:custGeom>
              <a:avLst/>
              <a:ahLst/>
              <a:rect l="0" t="0" r="r" b="b"/>
              <a:pathLst>
                <a:path w="43" h="51">
                  <a:moveTo>
                    <a:pt x="0" y="51"/>
                  </a:moveTo>
                  <a:lnTo>
                    <a:pt x="23" y="2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0" name=""/>
            <p:cNvSpPr/>
            <p:nvPr/>
          </p:nvSpPr>
          <p:spPr>
            <a:xfrm rot="0">
              <a:off x="1071" y="620"/>
              <a:ext cx="15" cy="33"/>
            </a:xfrm>
            <a:custGeom>
              <a:avLst/>
              <a:ahLst/>
              <a:rect l="0" t="0" r="r" b="b"/>
              <a:pathLst>
                <a:path w="46" h="97">
                  <a:moveTo>
                    <a:pt x="46" y="46"/>
                  </a:moveTo>
                  <a:lnTo>
                    <a:pt x="46" y="97"/>
                  </a:lnTo>
                  <a:lnTo>
                    <a:pt x="13" y="97"/>
                  </a:lnTo>
                  <a:lnTo>
                    <a:pt x="0" y="8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1" name=""/>
            <p:cNvSpPr/>
            <p:nvPr/>
          </p:nvSpPr>
          <p:spPr>
            <a:xfrm rot="0" flipH="1">
              <a:off x="1102" y="584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2" name=""/>
            <p:cNvSpPr/>
            <p:nvPr/>
          </p:nvSpPr>
          <p:spPr>
            <a:xfrm rot="0" flipV="1">
              <a:off x="1102" y="649"/>
              <a:ext cx="3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3" name=""/>
            <p:cNvSpPr/>
            <p:nvPr/>
          </p:nvSpPr>
          <p:spPr>
            <a:xfrm rot="0" flipV="1">
              <a:off x="1140" y="580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4" name=""/>
            <p:cNvSpPr/>
            <p:nvPr/>
          </p:nvSpPr>
          <p:spPr>
            <a:xfrm rot="0">
              <a:off x="1138" y="649"/>
              <a:ext cx="2" cy="7"/>
            </a:xfrm>
            <a:custGeom>
              <a:avLst/>
              <a:ahLst/>
              <a:rect l="0" t="0" r="r" b="b"/>
              <a:pathLst>
                <a:path w="6" h="23">
                  <a:moveTo>
                    <a:pt x="6" y="23"/>
                  </a:moveTo>
                  <a:lnTo>
                    <a:pt x="6" y="1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5" name=""/>
            <p:cNvSpPr/>
            <p:nvPr/>
          </p:nvSpPr>
          <p:spPr>
            <a:xfrm rot="0">
              <a:off x="1102" y="580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6" name=""/>
            <p:cNvSpPr/>
            <p:nvPr/>
          </p:nvSpPr>
          <p:spPr>
            <a:xfrm rot="0">
              <a:off x="1102" y="579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7" name=""/>
            <p:cNvSpPr/>
            <p:nvPr/>
          </p:nvSpPr>
          <p:spPr>
            <a:xfrm rot="0" flipH="1">
              <a:off x="1108" y="591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8" name=""/>
            <p:cNvSpPr/>
            <p:nvPr/>
          </p:nvSpPr>
          <p:spPr>
            <a:xfrm rot="0">
              <a:off x="1116" y="607"/>
              <a:ext cx="23" cy="19"/>
            </a:xfrm>
            <a:custGeom>
              <a:avLst/>
              <a:ahLst/>
              <a:rect l="0" t="0" r="r" b="b"/>
              <a:pathLst>
                <a:path w="70" h="59">
                  <a:moveTo>
                    <a:pt x="0" y="0"/>
                  </a:moveTo>
                  <a:lnTo>
                    <a:pt x="56" y="59"/>
                  </a:lnTo>
                  <a:lnTo>
                    <a:pt x="7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49" name=""/>
            <p:cNvSpPr/>
            <p:nvPr/>
          </p:nvSpPr>
          <p:spPr>
            <a:xfrm rot="0">
              <a:off x="1119" y="625"/>
              <a:ext cx="6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0" name=""/>
            <p:cNvSpPr/>
            <p:nvPr/>
          </p:nvSpPr>
          <p:spPr>
            <a:xfrm rot="0">
              <a:off x="1116" y="636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1" name=""/>
            <p:cNvSpPr/>
            <p:nvPr/>
          </p:nvSpPr>
          <p:spPr>
            <a:xfrm rot="0" flipV="1">
              <a:off x="1117" y="599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2" name=""/>
            <p:cNvSpPr/>
            <p:nvPr/>
          </p:nvSpPr>
          <p:spPr>
            <a:xfrm rot="0">
              <a:off x="1117" y="595"/>
              <a:ext cx="15" cy="25"/>
            </a:xfrm>
            <a:custGeom>
              <a:avLst/>
              <a:ahLst/>
              <a:rect l="0" t="0" r="r" b="b"/>
              <a:pathLst>
                <a:path w="45" h="73">
                  <a:moveTo>
                    <a:pt x="0" y="73"/>
                  </a:moveTo>
                  <a:lnTo>
                    <a:pt x="17" y="51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3" name=""/>
            <p:cNvSpPr/>
            <p:nvPr/>
          </p:nvSpPr>
          <p:spPr>
            <a:xfrm rot="0" flipV="1">
              <a:off x="1104" y="620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4" name=""/>
            <p:cNvSpPr/>
            <p:nvPr/>
          </p:nvSpPr>
          <p:spPr>
            <a:xfrm rot="0">
              <a:off x="1163" y="638"/>
              <a:ext cx="13" cy="14"/>
            </a:xfrm>
            <a:custGeom>
              <a:avLst/>
              <a:ahLst/>
              <a:rect l="0" t="0" r="r" b="b"/>
              <a:pathLst>
                <a:path w="39" h="40">
                  <a:moveTo>
                    <a:pt x="0" y="20"/>
                  </a:moveTo>
                  <a:lnTo>
                    <a:pt x="1" y="27"/>
                  </a:lnTo>
                  <a:lnTo>
                    <a:pt x="5" y="34"/>
                  </a:lnTo>
                  <a:lnTo>
                    <a:pt x="12" y="38"/>
                  </a:lnTo>
                  <a:lnTo>
                    <a:pt x="19" y="40"/>
                  </a:lnTo>
                  <a:lnTo>
                    <a:pt x="27" y="38"/>
                  </a:lnTo>
                  <a:lnTo>
                    <a:pt x="34" y="34"/>
                  </a:lnTo>
                  <a:lnTo>
                    <a:pt x="38" y="27"/>
                  </a:lnTo>
                  <a:lnTo>
                    <a:pt x="39" y="20"/>
                  </a:lnTo>
                  <a:lnTo>
                    <a:pt x="38" y="12"/>
                  </a:lnTo>
                  <a:lnTo>
                    <a:pt x="34" y="5"/>
                  </a:lnTo>
                  <a:lnTo>
                    <a:pt x="27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5" y="5"/>
                  </a:lnTo>
                  <a:lnTo>
                    <a:pt x="1" y="12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5" name=""/>
            <p:cNvSpPr/>
            <p:nvPr/>
          </p:nvSpPr>
          <p:spPr>
            <a:xfrm rot="0">
              <a:off x="1162" y="637"/>
              <a:ext cx="15" cy="16"/>
            </a:xfrm>
            <a:custGeom>
              <a:avLst/>
              <a:ahLst/>
              <a:rect l="0" t="0" r="r" b="b"/>
              <a:pathLst>
                <a:path w="46" h="46">
                  <a:moveTo>
                    <a:pt x="46" y="23"/>
                  </a:moveTo>
                  <a:lnTo>
                    <a:pt x="44" y="14"/>
                  </a:lnTo>
                  <a:lnTo>
                    <a:pt x="39" y="7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7" y="7"/>
                  </a:lnTo>
                  <a:lnTo>
                    <a:pt x="3" y="14"/>
                  </a:lnTo>
                  <a:lnTo>
                    <a:pt x="0" y="23"/>
                  </a:lnTo>
                  <a:lnTo>
                    <a:pt x="3" y="31"/>
                  </a:lnTo>
                  <a:lnTo>
                    <a:pt x="7" y="39"/>
                  </a:lnTo>
                  <a:lnTo>
                    <a:pt x="15" y="43"/>
                  </a:lnTo>
                  <a:lnTo>
                    <a:pt x="23" y="46"/>
                  </a:lnTo>
                  <a:lnTo>
                    <a:pt x="32" y="43"/>
                  </a:lnTo>
                  <a:lnTo>
                    <a:pt x="39" y="39"/>
                  </a:lnTo>
                  <a:lnTo>
                    <a:pt x="44" y="31"/>
                  </a:lnTo>
                  <a:lnTo>
                    <a:pt x="46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6" name=""/>
            <p:cNvSpPr/>
            <p:nvPr/>
          </p:nvSpPr>
          <p:spPr>
            <a:xfrm rot="0">
              <a:off x="5029" y="1667"/>
              <a:ext cx="19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25" y="34"/>
                  </a:moveTo>
                  <a:lnTo>
                    <a:pt x="0" y="11"/>
                  </a:lnTo>
                  <a:lnTo>
                    <a:pt x="8" y="4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3"/>
                  </a:lnTo>
                  <a:lnTo>
                    <a:pt x="48" y="8"/>
                  </a:lnTo>
                  <a:lnTo>
                    <a:pt x="55" y="16"/>
                  </a:lnTo>
                  <a:lnTo>
                    <a:pt x="59" y="26"/>
                  </a:lnTo>
                  <a:lnTo>
                    <a:pt x="59" y="37"/>
                  </a:lnTo>
                  <a:lnTo>
                    <a:pt x="56" y="47"/>
                  </a:lnTo>
                  <a:lnTo>
                    <a:pt x="51" y="57"/>
                  </a:lnTo>
                  <a:lnTo>
                    <a:pt x="2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57" name=""/>
            <p:cNvSpPr/>
            <p:nvPr/>
          </p:nvSpPr>
          <p:spPr>
            <a:xfrm rot="0">
              <a:off x="5029" y="1667"/>
              <a:ext cx="19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0" y="11"/>
                  </a:moveTo>
                  <a:lnTo>
                    <a:pt x="8" y="4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3"/>
                  </a:lnTo>
                  <a:lnTo>
                    <a:pt x="48" y="8"/>
                  </a:lnTo>
                  <a:lnTo>
                    <a:pt x="55" y="16"/>
                  </a:lnTo>
                  <a:lnTo>
                    <a:pt x="59" y="26"/>
                  </a:lnTo>
                  <a:lnTo>
                    <a:pt x="59" y="37"/>
                  </a:lnTo>
                  <a:lnTo>
                    <a:pt x="56" y="47"/>
                  </a:lnTo>
                  <a:lnTo>
                    <a:pt x="51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58" name=""/>
            <p:cNvSpPr/>
            <p:nvPr/>
          </p:nvSpPr>
          <p:spPr>
            <a:xfrm rot="0">
              <a:off x="4609" y="1671"/>
              <a:ext cx="437" cy="500"/>
            </a:xfrm>
            <a:custGeom>
              <a:avLst/>
              <a:ahLst/>
              <a:rect l="0" t="0" r="r" b="b"/>
              <a:pathLst>
                <a:path w="1311" h="1500">
                  <a:moveTo>
                    <a:pt x="1311" y="46"/>
                  </a:moveTo>
                  <a:lnTo>
                    <a:pt x="1285" y="23"/>
                  </a:lnTo>
                  <a:lnTo>
                    <a:pt x="1260" y="0"/>
                  </a:lnTo>
                  <a:lnTo>
                    <a:pt x="0" y="1454"/>
                  </a:lnTo>
                  <a:lnTo>
                    <a:pt x="26" y="1477"/>
                  </a:lnTo>
                  <a:lnTo>
                    <a:pt x="51" y="1500"/>
                  </a:lnTo>
                  <a:lnTo>
                    <a:pt x="1311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59" name=""/>
            <p:cNvSpPr/>
            <p:nvPr/>
          </p:nvSpPr>
          <p:spPr>
            <a:xfrm rot="0">
              <a:off x="4609" y="1671"/>
              <a:ext cx="437" cy="500"/>
            </a:xfrm>
            <a:custGeom>
              <a:avLst/>
              <a:ahLst/>
              <a:rect l="0" t="0" r="r" b="b"/>
              <a:pathLst>
                <a:path w="1311" h="1500">
                  <a:moveTo>
                    <a:pt x="1311" y="46"/>
                  </a:moveTo>
                  <a:lnTo>
                    <a:pt x="1285" y="23"/>
                  </a:lnTo>
                  <a:lnTo>
                    <a:pt x="1260" y="0"/>
                  </a:lnTo>
                  <a:lnTo>
                    <a:pt x="0" y="1454"/>
                  </a:lnTo>
                  <a:lnTo>
                    <a:pt x="26" y="1477"/>
                  </a:lnTo>
                  <a:lnTo>
                    <a:pt x="51" y="1500"/>
                  </a:lnTo>
                  <a:lnTo>
                    <a:pt x="1311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60" name=""/>
            <p:cNvSpPr/>
            <p:nvPr/>
          </p:nvSpPr>
          <p:spPr>
            <a:xfrm rot="0">
              <a:off x="4606" y="2156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34" y="23"/>
                  </a:moveTo>
                  <a:lnTo>
                    <a:pt x="59" y="46"/>
                  </a:lnTo>
                  <a:lnTo>
                    <a:pt x="51" y="53"/>
                  </a:lnTo>
                  <a:lnTo>
                    <a:pt x="42" y="57"/>
                  </a:lnTo>
                  <a:lnTo>
                    <a:pt x="31" y="57"/>
                  </a:lnTo>
                  <a:lnTo>
                    <a:pt x="20" y="54"/>
                  </a:lnTo>
                  <a:lnTo>
                    <a:pt x="11" y="49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0"/>
                  </a:lnTo>
                  <a:lnTo>
                    <a:pt x="8" y="0"/>
                  </a:lnTo>
                  <a:lnTo>
                    <a:pt x="3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61" name=""/>
            <p:cNvSpPr/>
            <p:nvPr/>
          </p:nvSpPr>
          <p:spPr>
            <a:xfrm rot="0">
              <a:off x="4606" y="2156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59" y="46"/>
                  </a:moveTo>
                  <a:lnTo>
                    <a:pt x="51" y="53"/>
                  </a:lnTo>
                  <a:lnTo>
                    <a:pt x="42" y="57"/>
                  </a:lnTo>
                  <a:lnTo>
                    <a:pt x="31" y="57"/>
                  </a:lnTo>
                  <a:lnTo>
                    <a:pt x="20" y="54"/>
                  </a:lnTo>
                  <a:lnTo>
                    <a:pt x="11" y="49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0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62" name=""/>
            <p:cNvSpPr/>
            <p:nvPr/>
          </p:nvSpPr>
          <p:spPr>
            <a:xfrm rot="0">
              <a:off x="4840" y="1558"/>
              <a:ext cx="19" cy="19"/>
            </a:xfrm>
            <a:custGeom>
              <a:avLst/>
              <a:ahLst/>
              <a:rect l="0" t="0" r="r" b="b"/>
              <a:pathLst>
                <a:path w="59" h="56">
                  <a:moveTo>
                    <a:pt x="26" y="33"/>
                  </a:moveTo>
                  <a:lnTo>
                    <a:pt x="0" y="10"/>
                  </a:lnTo>
                  <a:lnTo>
                    <a:pt x="8" y="4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2"/>
                  </a:lnTo>
                  <a:lnTo>
                    <a:pt x="48" y="8"/>
                  </a:lnTo>
                  <a:lnTo>
                    <a:pt x="55" y="16"/>
                  </a:lnTo>
                  <a:lnTo>
                    <a:pt x="59" y="25"/>
                  </a:lnTo>
                  <a:lnTo>
                    <a:pt x="59" y="36"/>
                  </a:lnTo>
                  <a:lnTo>
                    <a:pt x="56" y="47"/>
                  </a:lnTo>
                  <a:lnTo>
                    <a:pt x="51" y="56"/>
                  </a:lnTo>
                  <a:lnTo>
                    <a:pt x="2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63" name=""/>
            <p:cNvSpPr/>
            <p:nvPr/>
          </p:nvSpPr>
          <p:spPr>
            <a:xfrm rot="0">
              <a:off x="4840" y="1558"/>
              <a:ext cx="19" cy="19"/>
            </a:xfrm>
            <a:custGeom>
              <a:avLst/>
              <a:ahLst/>
              <a:rect l="0" t="0" r="r" b="b"/>
              <a:pathLst>
                <a:path w="59" h="56">
                  <a:moveTo>
                    <a:pt x="0" y="10"/>
                  </a:moveTo>
                  <a:lnTo>
                    <a:pt x="8" y="4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2"/>
                  </a:lnTo>
                  <a:lnTo>
                    <a:pt x="48" y="8"/>
                  </a:lnTo>
                  <a:lnTo>
                    <a:pt x="55" y="16"/>
                  </a:lnTo>
                  <a:lnTo>
                    <a:pt x="59" y="25"/>
                  </a:lnTo>
                  <a:lnTo>
                    <a:pt x="59" y="36"/>
                  </a:lnTo>
                  <a:lnTo>
                    <a:pt x="56" y="47"/>
                  </a:lnTo>
                  <a:lnTo>
                    <a:pt x="5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64" name=""/>
            <p:cNvSpPr/>
            <p:nvPr/>
          </p:nvSpPr>
          <p:spPr>
            <a:xfrm rot="0">
              <a:off x="4419" y="1562"/>
              <a:ext cx="438" cy="500"/>
            </a:xfrm>
            <a:custGeom>
              <a:avLst/>
              <a:ahLst/>
              <a:rect l="0" t="0" r="r" b="b"/>
              <a:pathLst>
                <a:path w="1312" h="1500">
                  <a:moveTo>
                    <a:pt x="1312" y="46"/>
                  </a:moveTo>
                  <a:lnTo>
                    <a:pt x="1287" y="23"/>
                  </a:lnTo>
                  <a:lnTo>
                    <a:pt x="1261" y="0"/>
                  </a:lnTo>
                  <a:lnTo>
                    <a:pt x="0" y="1455"/>
                  </a:lnTo>
                  <a:lnTo>
                    <a:pt x="26" y="1478"/>
                  </a:lnTo>
                  <a:lnTo>
                    <a:pt x="51" y="1500"/>
                  </a:lnTo>
                  <a:lnTo>
                    <a:pt x="1312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65" name=""/>
            <p:cNvSpPr/>
            <p:nvPr/>
          </p:nvSpPr>
          <p:spPr>
            <a:xfrm rot="0">
              <a:off x="4419" y="1562"/>
              <a:ext cx="438" cy="500"/>
            </a:xfrm>
            <a:custGeom>
              <a:avLst/>
              <a:ahLst/>
              <a:rect l="0" t="0" r="r" b="b"/>
              <a:pathLst>
                <a:path w="1312" h="1500">
                  <a:moveTo>
                    <a:pt x="1312" y="46"/>
                  </a:moveTo>
                  <a:lnTo>
                    <a:pt x="1287" y="23"/>
                  </a:lnTo>
                  <a:lnTo>
                    <a:pt x="1261" y="0"/>
                  </a:lnTo>
                  <a:lnTo>
                    <a:pt x="0" y="1455"/>
                  </a:lnTo>
                  <a:lnTo>
                    <a:pt x="26" y="1478"/>
                  </a:lnTo>
                  <a:lnTo>
                    <a:pt x="51" y="1500"/>
                  </a:lnTo>
                  <a:lnTo>
                    <a:pt x="1312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66" name=""/>
            <p:cNvSpPr/>
            <p:nvPr/>
          </p:nvSpPr>
          <p:spPr>
            <a:xfrm rot="0">
              <a:off x="4417" y="2047"/>
              <a:ext cx="19" cy="18"/>
            </a:xfrm>
            <a:custGeom>
              <a:avLst/>
              <a:ahLst/>
              <a:rect l="0" t="0" r="r" b="b"/>
              <a:pathLst>
                <a:path w="59" h="56">
                  <a:moveTo>
                    <a:pt x="34" y="23"/>
                  </a:moveTo>
                  <a:lnTo>
                    <a:pt x="59" y="45"/>
                  </a:lnTo>
                  <a:lnTo>
                    <a:pt x="51" y="52"/>
                  </a:lnTo>
                  <a:lnTo>
                    <a:pt x="42" y="56"/>
                  </a:lnTo>
                  <a:lnTo>
                    <a:pt x="31" y="56"/>
                  </a:lnTo>
                  <a:lnTo>
                    <a:pt x="20" y="54"/>
                  </a:lnTo>
                  <a:lnTo>
                    <a:pt x="11" y="48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3" y="9"/>
                  </a:lnTo>
                  <a:lnTo>
                    <a:pt x="8" y="0"/>
                  </a:lnTo>
                  <a:lnTo>
                    <a:pt x="3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67" name=""/>
            <p:cNvSpPr/>
            <p:nvPr/>
          </p:nvSpPr>
          <p:spPr>
            <a:xfrm rot="0">
              <a:off x="4417" y="2047"/>
              <a:ext cx="19" cy="18"/>
            </a:xfrm>
            <a:custGeom>
              <a:avLst/>
              <a:ahLst/>
              <a:rect l="0" t="0" r="r" b="b"/>
              <a:pathLst>
                <a:path w="59" h="56">
                  <a:moveTo>
                    <a:pt x="59" y="45"/>
                  </a:moveTo>
                  <a:lnTo>
                    <a:pt x="51" y="52"/>
                  </a:lnTo>
                  <a:lnTo>
                    <a:pt x="42" y="56"/>
                  </a:lnTo>
                  <a:lnTo>
                    <a:pt x="31" y="56"/>
                  </a:lnTo>
                  <a:lnTo>
                    <a:pt x="20" y="54"/>
                  </a:lnTo>
                  <a:lnTo>
                    <a:pt x="11" y="48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3" y="9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68" name=""/>
            <p:cNvSpPr/>
            <p:nvPr/>
          </p:nvSpPr>
          <p:spPr>
            <a:xfrm rot="0">
              <a:off x="4606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38" name=""/>
          <p:cNvGrpSpPr/>
          <p:nvPr/>
        </p:nvGrpSpPr>
        <p:grpSpPr>
          <a:xfrm rot="0">
            <a:off x="2655887" y="2222500"/>
            <a:ext cx="5559425" cy="4321175"/>
            <a:chOff x="1673" y="1400"/>
            <a:chExt cx="3502" cy="2722"/>
          </a:xfrm>
        </p:grpSpPr>
        <p:sp>
          <p:nvSpPr>
            <p:cNvPr id="1050669" name=""/>
            <p:cNvSpPr/>
            <p:nvPr/>
          </p:nvSpPr>
          <p:spPr>
            <a:xfrm rot="0">
              <a:off x="4606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70" name=""/>
            <p:cNvSpPr/>
            <p:nvPr/>
          </p:nvSpPr>
          <p:spPr>
            <a:xfrm rot="0">
              <a:off x="4611" y="1985"/>
              <a:ext cx="558" cy="336"/>
            </a:xfrm>
            <a:custGeom>
              <a:avLst/>
              <a:ahLst/>
              <a:rect l="0" t="0" r="r" b="b"/>
              <a:pathLst>
                <a:path w="1674" h="1008">
                  <a:moveTo>
                    <a:pt x="0" y="949"/>
                  </a:moveTo>
                  <a:lnTo>
                    <a:pt x="17" y="978"/>
                  </a:lnTo>
                  <a:lnTo>
                    <a:pt x="35" y="1008"/>
                  </a:lnTo>
                  <a:lnTo>
                    <a:pt x="1674" y="60"/>
                  </a:lnTo>
                  <a:lnTo>
                    <a:pt x="1657" y="30"/>
                  </a:lnTo>
                  <a:lnTo>
                    <a:pt x="1639" y="0"/>
                  </a:lnTo>
                  <a:lnTo>
                    <a:pt x="0" y="9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71" name=""/>
            <p:cNvSpPr/>
            <p:nvPr/>
          </p:nvSpPr>
          <p:spPr>
            <a:xfrm rot="0">
              <a:off x="4611" y="1985"/>
              <a:ext cx="558" cy="336"/>
            </a:xfrm>
            <a:custGeom>
              <a:avLst/>
              <a:ahLst/>
              <a:rect l="0" t="0" r="r" b="b"/>
              <a:pathLst>
                <a:path w="1674" h="1008">
                  <a:moveTo>
                    <a:pt x="0" y="949"/>
                  </a:moveTo>
                  <a:lnTo>
                    <a:pt x="17" y="978"/>
                  </a:lnTo>
                  <a:lnTo>
                    <a:pt x="35" y="1008"/>
                  </a:lnTo>
                  <a:lnTo>
                    <a:pt x="1674" y="60"/>
                  </a:lnTo>
                  <a:lnTo>
                    <a:pt x="1657" y="30"/>
                  </a:lnTo>
                  <a:lnTo>
                    <a:pt x="1639" y="0"/>
                  </a:lnTo>
                  <a:lnTo>
                    <a:pt x="0" y="9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72" name=""/>
            <p:cNvSpPr/>
            <p:nvPr/>
          </p:nvSpPr>
          <p:spPr>
            <a:xfrm rot="0">
              <a:off x="5157" y="198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8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9" y="47"/>
                  </a:lnTo>
                  <a:lnTo>
                    <a:pt x="43" y="57"/>
                  </a:lnTo>
                  <a:lnTo>
                    <a:pt x="35" y="64"/>
                  </a:lnTo>
                  <a:lnTo>
                    <a:pt x="18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73" name=""/>
            <p:cNvSpPr/>
            <p:nvPr/>
          </p:nvSpPr>
          <p:spPr>
            <a:xfrm rot="0">
              <a:off x="5157" y="198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9" y="47"/>
                  </a:lnTo>
                  <a:lnTo>
                    <a:pt x="43" y="57"/>
                  </a:lnTo>
                  <a:lnTo>
                    <a:pt x="3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74" name=""/>
            <p:cNvSpPr/>
            <p:nvPr/>
          </p:nvSpPr>
          <p:spPr>
            <a:xfrm rot="0">
              <a:off x="5152" y="1995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75" name=""/>
            <p:cNvSpPr/>
            <p:nvPr/>
          </p:nvSpPr>
          <p:spPr>
            <a:xfrm rot="0">
              <a:off x="5152" y="1995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76" name=""/>
            <p:cNvSpPr/>
            <p:nvPr/>
          </p:nvSpPr>
          <p:spPr>
            <a:xfrm rot="0">
              <a:off x="5152" y="1606"/>
              <a:ext cx="23" cy="389"/>
            </a:xfrm>
            <a:custGeom>
              <a:avLst/>
              <a:ahLst/>
              <a:rect l="0" t="0" r="r" b="b"/>
              <a:pathLst>
                <a:path w="69" h="1167">
                  <a:moveTo>
                    <a:pt x="0" y="1167"/>
                  </a:moveTo>
                  <a:lnTo>
                    <a:pt x="34" y="1167"/>
                  </a:lnTo>
                  <a:lnTo>
                    <a:pt x="69" y="1167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1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77" name=""/>
            <p:cNvSpPr/>
            <p:nvPr/>
          </p:nvSpPr>
          <p:spPr>
            <a:xfrm rot="0">
              <a:off x="5152" y="1606"/>
              <a:ext cx="23" cy="389"/>
            </a:xfrm>
            <a:custGeom>
              <a:avLst/>
              <a:ahLst/>
              <a:rect l="0" t="0" r="r" b="b"/>
              <a:pathLst>
                <a:path w="69" h="1167">
                  <a:moveTo>
                    <a:pt x="0" y="1167"/>
                  </a:moveTo>
                  <a:lnTo>
                    <a:pt x="34" y="1167"/>
                  </a:lnTo>
                  <a:lnTo>
                    <a:pt x="69" y="1167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1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78" name=""/>
            <p:cNvSpPr/>
            <p:nvPr/>
          </p:nvSpPr>
          <p:spPr>
            <a:xfrm rot="0">
              <a:off x="5152" y="1594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79" name=""/>
            <p:cNvSpPr/>
            <p:nvPr/>
          </p:nvSpPr>
          <p:spPr>
            <a:xfrm rot="0">
              <a:off x="5152" y="1594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80" name=""/>
            <p:cNvSpPr/>
            <p:nvPr/>
          </p:nvSpPr>
          <p:spPr>
            <a:xfrm rot="0">
              <a:off x="5157" y="1594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8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9" y="47"/>
                  </a:lnTo>
                  <a:lnTo>
                    <a:pt x="43" y="57"/>
                  </a:lnTo>
                  <a:lnTo>
                    <a:pt x="35" y="64"/>
                  </a:lnTo>
                  <a:lnTo>
                    <a:pt x="18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81" name=""/>
            <p:cNvSpPr/>
            <p:nvPr/>
          </p:nvSpPr>
          <p:spPr>
            <a:xfrm rot="0">
              <a:off x="5157" y="1594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9" y="47"/>
                  </a:lnTo>
                  <a:lnTo>
                    <a:pt x="43" y="57"/>
                  </a:lnTo>
                  <a:lnTo>
                    <a:pt x="3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82" name=""/>
            <p:cNvSpPr/>
            <p:nvPr/>
          </p:nvSpPr>
          <p:spPr>
            <a:xfrm rot="0">
              <a:off x="5031" y="1596"/>
              <a:ext cx="138" cy="92"/>
            </a:xfrm>
            <a:custGeom>
              <a:avLst/>
              <a:ahLst/>
              <a:rect l="0" t="0" r="r" b="b"/>
              <a:pathLst>
                <a:path w="413" h="278">
                  <a:moveTo>
                    <a:pt x="413" y="60"/>
                  </a:moveTo>
                  <a:lnTo>
                    <a:pt x="396" y="30"/>
                  </a:lnTo>
                  <a:lnTo>
                    <a:pt x="378" y="0"/>
                  </a:lnTo>
                  <a:lnTo>
                    <a:pt x="0" y="219"/>
                  </a:lnTo>
                  <a:lnTo>
                    <a:pt x="17" y="249"/>
                  </a:lnTo>
                  <a:lnTo>
                    <a:pt x="35" y="278"/>
                  </a:lnTo>
                  <a:lnTo>
                    <a:pt x="41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83" name=""/>
            <p:cNvSpPr/>
            <p:nvPr/>
          </p:nvSpPr>
          <p:spPr>
            <a:xfrm rot="0">
              <a:off x="5031" y="1596"/>
              <a:ext cx="138" cy="92"/>
            </a:xfrm>
            <a:custGeom>
              <a:avLst/>
              <a:ahLst/>
              <a:rect l="0" t="0" r="r" b="b"/>
              <a:pathLst>
                <a:path w="413" h="278">
                  <a:moveTo>
                    <a:pt x="413" y="60"/>
                  </a:moveTo>
                  <a:lnTo>
                    <a:pt x="396" y="30"/>
                  </a:lnTo>
                  <a:lnTo>
                    <a:pt x="378" y="0"/>
                  </a:lnTo>
                  <a:lnTo>
                    <a:pt x="0" y="219"/>
                  </a:lnTo>
                  <a:lnTo>
                    <a:pt x="17" y="249"/>
                  </a:lnTo>
                  <a:lnTo>
                    <a:pt x="35" y="278"/>
                  </a:lnTo>
                  <a:lnTo>
                    <a:pt x="413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84" name=""/>
            <p:cNvSpPr/>
            <p:nvPr/>
          </p:nvSpPr>
          <p:spPr>
            <a:xfrm rot="0">
              <a:off x="5026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0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1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85" name=""/>
            <p:cNvSpPr/>
            <p:nvPr/>
          </p:nvSpPr>
          <p:spPr>
            <a:xfrm rot="0">
              <a:off x="5026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1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86" name=""/>
            <p:cNvSpPr/>
            <p:nvPr/>
          </p:nvSpPr>
          <p:spPr>
            <a:xfrm rot="0">
              <a:off x="4606" y="2152"/>
              <a:ext cx="22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87" name=""/>
            <p:cNvSpPr/>
            <p:nvPr/>
          </p:nvSpPr>
          <p:spPr>
            <a:xfrm rot="0">
              <a:off x="4606" y="2152"/>
              <a:ext cx="22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88" name=""/>
            <p:cNvSpPr/>
            <p:nvPr/>
          </p:nvSpPr>
          <p:spPr>
            <a:xfrm rot="0">
              <a:off x="4606" y="2163"/>
              <a:ext cx="23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1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89" name=""/>
            <p:cNvSpPr/>
            <p:nvPr/>
          </p:nvSpPr>
          <p:spPr>
            <a:xfrm rot="0">
              <a:off x="4606" y="2163"/>
              <a:ext cx="23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1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90" name=""/>
            <p:cNvSpPr/>
            <p:nvPr/>
          </p:nvSpPr>
          <p:spPr>
            <a:xfrm rot="0">
              <a:off x="4606" y="2311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91" name=""/>
            <p:cNvSpPr/>
            <p:nvPr/>
          </p:nvSpPr>
          <p:spPr>
            <a:xfrm rot="0">
              <a:off x="4606" y="2311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92" name=""/>
            <p:cNvSpPr/>
            <p:nvPr/>
          </p:nvSpPr>
          <p:spPr>
            <a:xfrm rot="0">
              <a:off x="4611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93" name=""/>
            <p:cNvSpPr/>
            <p:nvPr/>
          </p:nvSpPr>
          <p:spPr>
            <a:xfrm rot="0">
              <a:off x="4611" y="23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94" name=""/>
            <p:cNvSpPr/>
            <p:nvPr/>
          </p:nvSpPr>
          <p:spPr>
            <a:xfrm rot="0">
              <a:off x="4275" y="2106"/>
              <a:ext cx="348" cy="215"/>
            </a:xfrm>
            <a:custGeom>
              <a:avLst/>
              <a:ahLst/>
              <a:rect l="0" t="0" r="r" b="b"/>
              <a:pathLst>
                <a:path w="1043" h="644">
                  <a:moveTo>
                    <a:pt x="1008" y="644"/>
                  </a:moveTo>
                  <a:lnTo>
                    <a:pt x="1026" y="614"/>
                  </a:lnTo>
                  <a:lnTo>
                    <a:pt x="1043" y="585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60"/>
                  </a:lnTo>
                  <a:lnTo>
                    <a:pt x="1008" y="6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95" name=""/>
            <p:cNvSpPr/>
            <p:nvPr/>
          </p:nvSpPr>
          <p:spPr>
            <a:xfrm rot="0">
              <a:off x="4275" y="2106"/>
              <a:ext cx="348" cy="215"/>
            </a:xfrm>
            <a:custGeom>
              <a:avLst/>
              <a:ahLst/>
              <a:rect l="0" t="0" r="r" b="b"/>
              <a:pathLst>
                <a:path w="1043" h="644">
                  <a:moveTo>
                    <a:pt x="1008" y="644"/>
                  </a:moveTo>
                  <a:lnTo>
                    <a:pt x="1026" y="614"/>
                  </a:lnTo>
                  <a:lnTo>
                    <a:pt x="1043" y="585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60"/>
                  </a:lnTo>
                  <a:lnTo>
                    <a:pt x="1008" y="6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96" name=""/>
            <p:cNvSpPr/>
            <p:nvPr/>
          </p:nvSpPr>
          <p:spPr>
            <a:xfrm rot="0">
              <a:off x="4270" y="2105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3" y="34"/>
                  </a:moveTo>
                  <a:lnTo>
                    <a:pt x="16" y="64"/>
                  </a:ln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97" name=""/>
            <p:cNvSpPr/>
            <p:nvPr/>
          </p:nvSpPr>
          <p:spPr>
            <a:xfrm rot="0">
              <a:off x="4270" y="2105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16" y="64"/>
                  </a:move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698" name=""/>
            <p:cNvSpPr/>
            <p:nvPr/>
          </p:nvSpPr>
          <p:spPr>
            <a:xfrm rot="0">
              <a:off x="4270" y="211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699" name=""/>
            <p:cNvSpPr/>
            <p:nvPr/>
          </p:nvSpPr>
          <p:spPr>
            <a:xfrm rot="0">
              <a:off x="4270" y="211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00" name=""/>
            <p:cNvSpPr/>
            <p:nvPr/>
          </p:nvSpPr>
          <p:spPr>
            <a:xfrm rot="0">
              <a:off x="4270" y="1727"/>
              <a:ext cx="23" cy="389"/>
            </a:xfrm>
            <a:custGeom>
              <a:avLst/>
              <a:ahLst/>
              <a:rect l="0" t="0" r="r" b="b"/>
              <a:pathLst>
                <a:path w="68" h="1166">
                  <a:moveTo>
                    <a:pt x="0" y="1166"/>
                  </a:moveTo>
                  <a:lnTo>
                    <a:pt x="33" y="1166"/>
                  </a:lnTo>
                  <a:lnTo>
                    <a:pt x="68" y="1166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01" name=""/>
            <p:cNvSpPr/>
            <p:nvPr/>
          </p:nvSpPr>
          <p:spPr>
            <a:xfrm rot="0">
              <a:off x="4270" y="1727"/>
              <a:ext cx="23" cy="389"/>
            </a:xfrm>
            <a:custGeom>
              <a:avLst/>
              <a:ahLst/>
              <a:rect l="0" t="0" r="r" b="b"/>
              <a:pathLst>
                <a:path w="68" h="1166">
                  <a:moveTo>
                    <a:pt x="0" y="1166"/>
                  </a:moveTo>
                  <a:lnTo>
                    <a:pt x="33" y="1166"/>
                  </a:lnTo>
                  <a:lnTo>
                    <a:pt x="68" y="1166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02" name=""/>
            <p:cNvSpPr/>
            <p:nvPr/>
          </p:nvSpPr>
          <p:spPr>
            <a:xfrm rot="0">
              <a:off x="4270" y="1716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03" name=""/>
            <p:cNvSpPr/>
            <p:nvPr/>
          </p:nvSpPr>
          <p:spPr>
            <a:xfrm rot="0">
              <a:off x="4270" y="1716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04" name=""/>
            <p:cNvSpPr/>
            <p:nvPr/>
          </p:nvSpPr>
          <p:spPr>
            <a:xfrm rot="0">
              <a:off x="4270" y="171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05" name=""/>
            <p:cNvSpPr/>
            <p:nvPr/>
          </p:nvSpPr>
          <p:spPr>
            <a:xfrm rot="0">
              <a:off x="4270" y="171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06" name=""/>
            <p:cNvSpPr/>
            <p:nvPr/>
          </p:nvSpPr>
          <p:spPr>
            <a:xfrm rot="0">
              <a:off x="4275" y="1718"/>
              <a:ext cx="159" cy="104"/>
            </a:xfrm>
            <a:custGeom>
              <a:avLst/>
              <a:ahLst/>
              <a:rect l="0" t="0" r="r" b="b"/>
              <a:pathLst>
                <a:path w="475" h="314">
                  <a:moveTo>
                    <a:pt x="35" y="0"/>
                  </a:moveTo>
                  <a:lnTo>
                    <a:pt x="17" y="29"/>
                  </a:lnTo>
                  <a:lnTo>
                    <a:pt x="0" y="59"/>
                  </a:lnTo>
                  <a:lnTo>
                    <a:pt x="440" y="314"/>
                  </a:lnTo>
                  <a:lnTo>
                    <a:pt x="458" y="284"/>
                  </a:lnTo>
                  <a:lnTo>
                    <a:pt x="475" y="25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07" name=""/>
            <p:cNvSpPr/>
            <p:nvPr/>
          </p:nvSpPr>
          <p:spPr>
            <a:xfrm rot="0">
              <a:off x="4275" y="1718"/>
              <a:ext cx="159" cy="104"/>
            </a:xfrm>
            <a:custGeom>
              <a:avLst/>
              <a:ahLst/>
              <a:rect l="0" t="0" r="r" b="b"/>
              <a:pathLst>
                <a:path w="475" h="314">
                  <a:moveTo>
                    <a:pt x="35" y="0"/>
                  </a:moveTo>
                  <a:lnTo>
                    <a:pt x="17" y="29"/>
                  </a:lnTo>
                  <a:lnTo>
                    <a:pt x="0" y="59"/>
                  </a:lnTo>
                  <a:lnTo>
                    <a:pt x="440" y="314"/>
                  </a:lnTo>
                  <a:lnTo>
                    <a:pt x="458" y="284"/>
                  </a:lnTo>
                  <a:lnTo>
                    <a:pt x="475" y="25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08" name=""/>
            <p:cNvSpPr/>
            <p:nvPr/>
          </p:nvSpPr>
          <p:spPr>
            <a:xfrm rot="0">
              <a:off x="4422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09" name=""/>
            <p:cNvSpPr/>
            <p:nvPr/>
          </p:nvSpPr>
          <p:spPr>
            <a:xfrm rot="0">
              <a:off x="4422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10" name=""/>
            <p:cNvSpPr/>
            <p:nvPr/>
          </p:nvSpPr>
          <p:spPr>
            <a:xfrm rot="0">
              <a:off x="4417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11" name=""/>
            <p:cNvSpPr/>
            <p:nvPr/>
          </p:nvSpPr>
          <p:spPr>
            <a:xfrm rot="0">
              <a:off x="4417" y="18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12" name=""/>
            <p:cNvSpPr/>
            <p:nvPr/>
          </p:nvSpPr>
          <p:spPr>
            <a:xfrm rot="0">
              <a:off x="4422" y="1560"/>
              <a:ext cx="432" cy="262"/>
            </a:xfrm>
            <a:custGeom>
              <a:avLst/>
              <a:ahLst/>
              <a:rect l="0" t="0" r="r" b="b"/>
              <a:pathLst>
                <a:path w="1296" h="788">
                  <a:moveTo>
                    <a:pt x="0" y="729"/>
                  </a:moveTo>
                  <a:lnTo>
                    <a:pt x="18" y="758"/>
                  </a:lnTo>
                  <a:lnTo>
                    <a:pt x="35" y="788"/>
                  </a:lnTo>
                  <a:lnTo>
                    <a:pt x="1296" y="59"/>
                  </a:lnTo>
                  <a:lnTo>
                    <a:pt x="1279" y="29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13" name=""/>
            <p:cNvSpPr/>
            <p:nvPr/>
          </p:nvSpPr>
          <p:spPr>
            <a:xfrm rot="0">
              <a:off x="4422" y="1560"/>
              <a:ext cx="432" cy="262"/>
            </a:xfrm>
            <a:custGeom>
              <a:avLst/>
              <a:ahLst/>
              <a:rect l="0" t="0" r="r" b="b"/>
              <a:pathLst>
                <a:path w="1296" h="788">
                  <a:moveTo>
                    <a:pt x="0" y="729"/>
                  </a:moveTo>
                  <a:lnTo>
                    <a:pt x="18" y="758"/>
                  </a:lnTo>
                  <a:lnTo>
                    <a:pt x="35" y="788"/>
                  </a:lnTo>
                  <a:lnTo>
                    <a:pt x="1296" y="59"/>
                  </a:lnTo>
                  <a:lnTo>
                    <a:pt x="1279" y="29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14" name=""/>
            <p:cNvSpPr/>
            <p:nvPr/>
          </p:nvSpPr>
          <p:spPr>
            <a:xfrm rot="0">
              <a:off x="4842" y="155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15" name=""/>
            <p:cNvSpPr/>
            <p:nvPr/>
          </p:nvSpPr>
          <p:spPr>
            <a:xfrm rot="0">
              <a:off x="4842" y="155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16" name=""/>
            <p:cNvSpPr/>
            <p:nvPr/>
          </p:nvSpPr>
          <p:spPr>
            <a:xfrm rot="0">
              <a:off x="4837" y="155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17" name=""/>
            <p:cNvSpPr/>
            <p:nvPr/>
          </p:nvSpPr>
          <p:spPr>
            <a:xfrm rot="0">
              <a:off x="4837" y="155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18" name=""/>
            <p:cNvSpPr/>
            <p:nvPr/>
          </p:nvSpPr>
          <p:spPr>
            <a:xfrm rot="0">
              <a:off x="4842" y="1560"/>
              <a:ext cx="201" cy="128"/>
            </a:xfrm>
            <a:custGeom>
              <a:avLst/>
              <a:ahLst/>
              <a:rect l="0" t="0" r="r" b="b"/>
              <a:pathLst>
                <a:path w="602" h="386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567" y="386"/>
                  </a:lnTo>
                  <a:lnTo>
                    <a:pt x="584" y="357"/>
                  </a:lnTo>
                  <a:lnTo>
                    <a:pt x="602" y="327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19" name=""/>
            <p:cNvSpPr/>
            <p:nvPr/>
          </p:nvSpPr>
          <p:spPr>
            <a:xfrm rot="0">
              <a:off x="4842" y="1560"/>
              <a:ext cx="201" cy="128"/>
            </a:xfrm>
            <a:custGeom>
              <a:avLst/>
              <a:ahLst/>
              <a:rect l="0" t="0" r="r" b="b"/>
              <a:pathLst>
                <a:path w="602" h="386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567" y="386"/>
                  </a:lnTo>
                  <a:lnTo>
                    <a:pt x="584" y="357"/>
                  </a:lnTo>
                  <a:lnTo>
                    <a:pt x="602" y="327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20" name=""/>
            <p:cNvSpPr/>
            <p:nvPr/>
          </p:nvSpPr>
          <p:spPr>
            <a:xfrm rot="0">
              <a:off x="5031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1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59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21" name=""/>
            <p:cNvSpPr/>
            <p:nvPr/>
          </p:nvSpPr>
          <p:spPr>
            <a:xfrm rot="0">
              <a:off x="5031" y="16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8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1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22" name=""/>
            <p:cNvSpPr/>
            <p:nvPr/>
          </p:nvSpPr>
          <p:spPr>
            <a:xfrm rot="0">
              <a:off x="5157" y="1596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18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9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1" y="56"/>
                  </a:lnTo>
                  <a:lnTo>
                    <a:pt x="31" y="61"/>
                  </a:lnTo>
                  <a:lnTo>
                    <a:pt x="22" y="64"/>
                  </a:lnTo>
                  <a:lnTo>
                    <a:pt x="11" y="64"/>
                  </a:lnTo>
                  <a:lnTo>
                    <a:pt x="0" y="60"/>
                  </a:lnTo>
                  <a:lnTo>
                    <a:pt x="1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23" name=""/>
            <p:cNvSpPr/>
            <p:nvPr/>
          </p:nvSpPr>
          <p:spPr>
            <a:xfrm rot="0">
              <a:off x="5157" y="1596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5" y="0"/>
                  </a:moveTo>
                  <a:lnTo>
                    <a:pt x="43" y="7"/>
                  </a:lnTo>
                  <a:lnTo>
                    <a:pt x="49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1" y="56"/>
                  </a:lnTo>
                  <a:lnTo>
                    <a:pt x="31" y="61"/>
                  </a:lnTo>
                  <a:lnTo>
                    <a:pt x="22" y="64"/>
                  </a:lnTo>
                  <a:lnTo>
                    <a:pt x="11" y="64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24" name=""/>
            <p:cNvSpPr/>
            <p:nvPr/>
          </p:nvSpPr>
          <p:spPr>
            <a:xfrm rot="0">
              <a:off x="4821" y="1402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1008" y="642"/>
                  </a:moveTo>
                  <a:lnTo>
                    <a:pt x="1026" y="612"/>
                  </a:lnTo>
                  <a:lnTo>
                    <a:pt x="1043" y="582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9"/>
                  </a:lnTo>
                  <a:lnTo>
                    <a:pt x="1008" y="6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25" name=""/>
            <p:cNvSpPr/>
            <p:nvPr/>
          </p:nvSpPr>
          <p:spPr>
            <a:xfrm rot="0">
              <a:off x="4821" y="1402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1008" y="642"/>
                  </a:moveTo>
                  <a:lnTo>
                    <a:pt x="1026" y="612"/>
                  </a:lnTo>
                  <a:lnTo>
                    <a:pt x="1043" y="582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9"/>
                  </a:lnTo>
                  <a:lnTo>
                    <a:pt x="1008" y="6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26" name=""/>
            <p:cNvSpPr/>
            <p:nvPr/>
          </p:nvSpPr>
          <p:spPr>
            <a:xfrm rot="0">
              <a:off x="4816" y="14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27" name=""/>
            <p:cNvSpPr/>
            <p:nvPr/>
          </p:nvSpPr>
          <p:spPr>
            <a:xfrm rot="0">
              <a:off x="4816" y="14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28" name=""/>
            <p:cNvSpPr/>
            <p:nvPr/>
          </p:nvSpPr>
          <p:spPr>
            <a:xfrm rot="0">
              <a:off x="4821" y="14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29" name=""/>
            <p:cNvSpPr/>
            <p:nvPr/>
          </p:nvSpPr>
          <p:spPr>
            <a:xfrm rot="0">
              <a:off x="4821" y="14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30" name=""/>
            <p:cNvSpPr/>
            <p:nvPr/>
          </p:nvSpPr>
          <p:spPr>
            <a:xfrm rot="0">
              <a:off x="4275" y="1402"/>
              <a:ext cx="558" cy="335"/>
            </a:xfrm>
            <a:custGeom>
              <a:avLst/>
              <a:ahLst/>
              <a:rect l="0" t="0" r="r" b="b"/>
              <a:pathLst>
                <a:path w="1673" h="1007">
                  <a:moveTo>
                    <a:pt x="1673" y="59"/>
                  </a:moveTo>
                  <a:lnTo>
                    <a:pt x="1655" y="29"/>
                  </a:lnTo>
                  <a:lnTo>
                    <a:pt x="1638" y="0"/>
                  </a:lnTo>
                  <a:lnTo>
                    <a:pt x="0" y="948"/>
                  </a:lnTo>
                  <a:lnTo>
                    <a:pt x="17" y="977"/>
                  </a:lnTo>
                  <a:lnTo>
                    <a:pt x="35" y="1007"/>
                  </a:lnTo>
                  <a:lnTo>
                    <a:pt x="167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31" name=""/>
            <p:cNvSpPr/>
            <p:nvPr/>
          </p:nvSpPr>
          <p:spPr>
            <a:xfrm rot="0">
              <a:off x="4275" y="1402"/>
              <a:ext cx="558" cy="335"/>
            </a:xfrm>
            <a:custGeom>
              <a:avLst/>
              <a:ahLst/>
              <a:rect l="0" t="0" r="r" b="b"/>
              <a:pathLst>
                <a:path w="1673" h="1007">
                  <a:moveTo>
                    <a:pt x="1673" y="59"/>
                  </a:moveTo>
                  <a:lnTo>
                    <a:pt x="1655" y="29"/>
                  </a:lnTo>
                  <a:lnTo>
                    <a:pt x="1638" y="0"/>
                  </a:lnTo>
                  <a:lnTo>
                    <a:pt x="0" y="948"/>
                  </a:lnTo>
                  <a:lnTo>
                    <a:pt x="17" y="977"/>
                  </a:lnTo>
                  <a:lnTo>
                    <a:pt x="35" y="1007"/>
                  </a:lnTo>
                  <a:lnTo>
                    <a:pt x="167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32" name=""/>
            <p:cNvSpPr/>
            <p:nvPr/>
          </p:nvSpPr>
          <p:spPr>
            <a:xfrm rot="0">
              <a:off x="4270" y="171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33" name=""/>
            <p:cNvSpPr/>
            <p:nvPr/>
          </p:nvSpPr>
          <p:spPr>
            <a:xfrm rot="0">
              <a:off x="4270" y="171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34" name=""/>
            <p:cNvSpPr/>
            <p:nvPr/>
          </p:nvSpPr>
          <p:spPr>
            <a:xfrm rot="0">
              <a:off x="4417" y="1801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35" name=""/>
            <p:cNvSpPr/>
            <p:nvPr/>
          </p:nvSpPr>
          <p:spPr>
            <a:xfrm rot="0">
              <a:off x="4417" y="1801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36" name=""/>
            <p:cNvSpPr/>
            <p:nvPr/>
          </p:nvSpPr>
          <p:spPr>
            <a:xfrm rot="0">
              <a:off x="4417" y="1812"/>
              <a:ext cx="23" cy="242"/>
            </a:xfrm>
            <a:custGeom>
              <a:avLst/>
              <a:ahLst/>
              <a:rect l="0" t="0" r="r" b="b"/>
              <a:pathLst>
                <a:path w="69" h="726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6"/>
                  </a:lnTo>
                  <a:lnTo>
                    <a:pt x="34" y="726"/>
                  </a:lnTo>
                  <a:lnTo>
                    <a:pt x="69" y="726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37" name=""/>
            <p:cNvSpPr/>
            <p:nvPr/>
          </p:nvSpPr>
          <p:spPr>
            <a:xfrm rot="0">
              <a:off x="4417" y="1812"/>
              <a:ext cx="23" cy="242"/>
            </a:xfrm>
            <a:custGeom>
              <a:avLst/>
              <a:ahLst/>
              <a:rect l="0" t="0" r="r" b="b"/>
              <a:pathLst>
                <a:path w="69" h="726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6"/>
                  </a:lnTo>
                  <a:lnTo>
                    <a:pt x="34" y="726"/>
                  </a:lnTo>
                  <a:lnTo>
                    <a:pt x="69" y="726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38" name=""/>
            <p:cNvSpPr/>
            <p:nvPr/>
          </p:nvSpPr>
          <p:spPr>
            <a:xfrm rot="0">
              <a:off x="4417" y="2054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39" name=""/>
            <p:cNvSpPr/>
            <p:nvPr/>
          </p:nvSpPr>
          <p:spPr>
            <a:xfrm rot="0">
              <a:off x="4417" y="2054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40" name=""/>
            <p:cNvSpPr/>
            <p:nvPr/>
          </p:nvSpPr>
          <p:spPr>
            <a:xfrm rot="0">
              <a:off x="4611" y="21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41" name=""/>
            <p:cNvSpPr/>
            <p:nvPr/>
          </p:nvSpPr>
          <p:spPr>
            <a:xfrm rot="0">
              <a:off x="4611" y="21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42" name=""/>
            <p:cNvSpPr/>
            <p:nvPr/>
          </p:nvSpPr>
          <p:spPr>
            <a:xfrm rot="0">
              <a:off x="4422" y="2044"/>
              <a:ext cx="201" cy="129"/>
            </a:xfrm>
            <a:custGeom>
              <a:avLst/>
              <a:ahLst/>
              <a:rect l="0" t="0" r="r" b="b"/>
              <a:pathLst>
                <a:path w="603" h="387">
                  <a:moveTo>
                    <a:pt x="568" y="387"/>
                  </a:moveTo>
                  <a:lnTo>
                    <a:pt x="586" y="357"/>
                  </a:lnTo>
                  <a:lnTo>
                    <a:pt x="603" y="328"/>
                  </a:lnTo>
                  <a:lnTo>
                    <a:pt x="35" y="0"/>
                  </a:lnTo>
                  <a:lnTo>
                    <a:pt x="18" y="30"/>
                  </a:lnTo>
                  <a:lnTo>
                    <a:pt x="0" y="59"/>
                  </a:lnTo>
                  <a:lnTo>
                    <a:pt x="568" y="3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43" name=""/>
            <p:cNvSpPr/>
            <p:nvPr/>
          </p:nvSpPr>
          <p:spPr>
            <a:xfrm rot="0">
              <a:off x="4422" y="2044"/>
              <a:ext cx="201" cy="129"/>
            </a:xfrm>
            <a:custGeom>
              <a:avLst/>
              <a:ahLst/>
              <a:rect l="0" t="0" r="r" b="b"/>
              <a:pathLst>
                <a:path w="603" h="387">
                  <a:moveTo>
                    <a:pt x="568" y="387"/>
                  </a:moveTo>
                  <a:lnTo>
                    <a:pt x="586" y="357"/>
                  </a:lnTo>
                  <a:lnTo>
                    <a:pt x="603" y="328"/>
                  </a:lnTo>
                  <a:lnTo>
                    <a:pt x="35" y="0"/>
                  </a:lnTo>
                  <a:lnTo>
                    <a:pt x="18" y="30"/>
                  </a:lnTo>
                  <a:lnTo>
                    <a:pt x="0" y="59"/>
                  </a:lnTo>
                  <a:lnTo>
                    <a:pt x="568" y="3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44" name=""/>
            <p:cNvSpPr/>
            <p:nvPr/>
          </p:nvSpPr>
          <p:spPr>
            <a:xfrm rot="0">
              <a:off x="4417" y="204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45" name=""/>
            <p:cNvSpPr/>
            <p:nvPr/>
          </p:nvSpPr>
          <p:spPr>
            <a:xfrm rot="0">
              <a:off x="4417" y="204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46" name=""/>
            <p:cNvSpPr/>
            <p:nvPr/>
          </p:nvSpPr>
          <p:spPr>
            <a:xfrm rot="0">
              <a:off x="2093" y="333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47" name=""/>
            <p:cNvSpPr/>
            <p:nvPr/>
          </p:nvSpPr>
          <p:spPr>
            <a:xfrm rot="0">
              <a:off x="2093" y="333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48" name=""/>
            <p:cNvSpPr/>
            <p:nvPr/>
          </p:nvSpPr>
          <p:spPr>
            <a:xfrm rot="0">
              <a:off x="2098" y="3335"/>
              <a:ext cx="159" cy="105"/>
            </a:xfrm>
            <a:custGeom>
              <a:avLst/>
              <a:ahLst/>
              <a:rect l="0" t="0" r="r" b="b"/>
              <a:pathLst>
                <a:path w="477" h="314">
                  <a:moveTo>
                    <a:pt x="35" y="0"/>
                  </a:moveTo>
                  <a:lnTo>
                    <a:pt x="17" y="30"/>
                  </a:lnTo>
                  <a:lnTo>
                    <a:pt x="0" y="59"/>
                  </a:lnTo>
                  <a:lnTo>
                    <a:pt x="442" y="314"/>
                  </a:lnTo>
                  <a:lnTo>
                    <a:pt x="459" y="285"/>
                  </a:lnTo>
                  <a:lnTo>
                    <a:pt x="477" y="25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49" name=""/>
            <p:cNvSpPr/>
            <p:nvPr/>
          </p:nvSpPr>
          <p:spPr>
            <a:xfrm rot="0">
              <a:off x="2098" y="3335"/>
              <a:ext cx="159" cy="105"/>
            </a:xfrm>
            <a:custGeom>
              <a:avLst/>
              <a:ahLst/>
              <a:rect l="0" t="0" r="r" b="b"/>
              <a:pathLst>
                <a:path w="477" h="314">
                  <a:moveTo>
                    <a:pt x="35" y="0"/>
                  </a:moveTo>
                  <a:lnTo>
                    <a:pt x="17" y="30"/>
                  </a:lnTo>
                  <a:lnTo>
                    <a:pt x="0" y="59"/>
                  </a:lnTo>
                  <a:lnTo>
                    <a:pt x="442" y="314"/>
                  </a:lnTo>
                  <a:lnTo>
                    <a:pt x="459" y="285"/>
                  </a:lnTo>
                  <a:lnTo>
                    <a:pt x="477" y="25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50" name=""/>
            <p:cNvSpPr/>
            <p:nvPr/>
          </p:nvSpPr>
          <p:spPr>
            <a:xfrm rot="0">
              <a:off x="2245" y="342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0" y="61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59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51" name=""/>
            <p:cNvSpPr/>
            <p:nvPr/>
          </p:nvSpPr>
          <p:spPr>
            <a:xfrm rot="0">
              <a:off x="2245" y="342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8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0" y="61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52" name=""/>
            <p:cNvSpPr/>
            <p:nvPr/>
          </p:nvSpPr>
          <p:spPr>
            <a:xfrm rot="0">
              <a:off x="2093" y="3273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53" name=""/>
            <p:cNvSpPr/>
            <p:nvPr/>
          </p:nvSpPr>
          <p:spPr>
            <a:xfrm rot="0">
              <a:off x="2093" y="3273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54" name=""/>
            <p:cNvSpPr/>
            <p:nvPr/>
          </p:nvSpPr>
          <p:spPr>
            <a:xfrm rot="0">
              <a:off x="2093" y="3285"/>
              <a:ext cx="22" cy="60"/>
            </a:xfrm>
            <a:custGeom>
              <a:avLst/>
              <a:ahLst/>
              <a:rect l="0" t="0" r="r" b="b"/>
              <a:pathLst>
                <a:path w="68" h="18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82"/>
                  </a:lnTo>
                  <a:lnTo>
                    <a:pt x="33" y="182"/>
                  </a:lnTo>
                  <a:lnTo>
                    <a:pt x="68" y="182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55" name=""/>
            <p:cNvSpPr/>
            <p:nvPr/>
          </p:nvSpPr>
          <p:spPr>
            <a:xfrm rot="0">
              <a:off x="2093" y="3285"/>
              <a:ext cx="22" cy="60"/>
            </a:xfrm>
            <a:custGeom>
              <a:avLst/>
              <a:ahLst/>
              <a:rect l="0" t="0" r="r" b="b"/>
              <a:pathLst>
                <a:path w="68" h="18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82"/>
                  </a:lnTo>
                  <a:lnTo>
                    <a:pt x="33" y="182"/>
                  </a:lnTo>
                  <a:lnTo>
                    <a:pt x="68" y="182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56" name=""/>
            <p:cNvSpPr/>
            <p:nvPr/>
          </p:nvSpPr>
          <p:spPr>
            <a:xfrm rot="0">
              <a:off x="2093" y="3345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57" name=""/>
            <p:cNvSpPr/>
            <p:nvPr/>
          </p:nvSpPr>
          <p:spPr>
            <a:xfrm rot="0">
              <a:off x="2093" y="3345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58" name=""/>
            <p:cNvSpPr/>
            <p:nvPr/>
          </p:nvSpPr>
          <p:spPr>
            <a:xfrm rot="0">
              <a:off x="2224" y="3201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2" y="27"/>
                  </a:lnTo>
                  <a:lnTo>
                    <a:pt x="52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59" name=""/>
            <p:cNvSpPr/>
            <p:nvPr/>
          </p:nvSpPr>
          <p:spPr>
            <a:xfrm rot="0">
              <a:off x="2224" y="3201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2" y="27"/>
                  </a:lnTo>
                  <a:lnTo>
                    <a:pt x="52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60" name=""/>
            <p:cNvSpPr/>
            <p:nvPr/>
          </p:nvSpPr>
          <p:spPr>
            <a:xfrm rot="0">
              <a:off x="2098" y="3202"/>
              <a:ext cx="138" cy="93"/>
            </a:xfrm>
            <a:custGeom>
              <a:avLst/>
              <a:ahLst/>
              <a:rect l="0" t="0" r="r" b="b"/>
              <a:pathLst>
                <a:path w="413" h="278">
                  <a:moveTo>
                    <a:pt x="413" y="59"/>
                  </a:moveTo>
                  <a:lnTo>
                    <a:pt x="396" y="29"/>
                  </a:lnTo>
                  <a:lnTo>
                    <a:pt x="378" y="0"/>
                  </a:lnTo>
                  <a:lnTo>
                    <a:pt x="0" y="219"/>
                  </a:lnTo>
                  <a:lnTo>
                    <a:pt x="17" y="248"/>
                  </a:lnTo>
                  <a:lnTo>
                    <a:pt x="35" y="278"/>
                  </a:lnTo>
                  <a:lnTo>
                    <a:pt x="41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61" name=""/>
            <p:cNvSpPr/>
            <p:nvPr/>
          </p:nvSpPr>
          <p:spPr>
            <a:xfrm rot="0">
              <a:off x="2098" y="3202"/>
              <a:ext cx="138" cy="93"/>
            </a:xfrm>
            <a:custGeom>
              <a:avLst/>
              <a:ahLst/>
              <a:rect l="0" t="0" r="r" b="b"/>
              <a:pathLst>
                <a:path w="413" h="278">
                  <a:moveTo>
                    <a:pt x="413" y="59"/>
                  </a:moveTo>
                  <a:lnTo>
                    <a:pt x="396" y="29"/>
                  </a:lnTo>
                  <a:lnTo>
                    <a:pt x="378" y="0"/>
                  </a:lnTo>
                  <a:lnTo>
                    <a:pt x="0" y="219"/>
                  </a:lnTo>
                  <a:lnTo>
                    <a:pt x="17" y="248"/>
                  </a:lnTo>
                  <a:lnTo>
                    <a:pt x="35" y="278"/>
                  </a:lnTo>
                  <a:lnTo>
                    <a:pt x="41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62" name=""/>
            <p:cNvSpPr/>
            <p:nvPr/>
          </p:nvSpPr>
          <p:spPr>
            <a:xfrm rot="0">
              <a:off x="2093" y="327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63" name=""/>
            <p:cNvSpPr/>
            <p:nvPr/>
          </p:nvSpPr>
          <p:spPr>
            <a:xfrm rot="0">
              <a:off x="2093" y="327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64" name=""/>
            <p:cNvSpPr/>
            <p:nvPr/>
          </p:nvSpPr>
          <p:spPr>
            <a:xfrm rot="0">
              <a:off x="2008" y="41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65" name=""/>
            <p:cNvSpPr/>
            <p:nvPr/>
          </p:nvSpPr>
          <p:spPr>
            <a:xfrm rot="0">
              <a:off x="2008" y="41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66" name=""/>
            <p:cNvSpPr/>
            <p:nvPr/>
          </p:nvSpPr>
          <p:spPr>
            <a:xfrm rot="0">
              <a:off x="2014" y="3785"/>
              <a:ext cx="558" cy="336"/>
            </a:xfrm>
            <a:custGeom>
              <a:avLst/>
              <a:ahLst/>
              <a:rect l="0" t="0" r="r" b="b"/>
              <a:pathLst>
                <a:path w="1675" h="1008">
                  <a:moveTo>
                    <a:pt x="0" y="949"/>
                  </a:moveTo>
                  <a:lnTo>
                    <a:pt x="18" y="978"/>
                  </a:lnTo>
                  <a:lnTo>
                    <a:pt x="35" y="1008"/>
                  </a:lnTo>
                  <a:lnTo>
                    <a:pt x="1675" y="60"/>
                  </a:lnTo>
                  <a:lnTo>
                    <a:pt x="1657" y="30"/>
                  </a:lnTo>
                  <a:lnTo>
                    <a:pt x="1640" y="0"/>
                  </a:lnTo>
                  <a:lnTo>
                    <a:pt x="0" y="9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67" name=""/>
            <p:cNvSpPr/>
            <p:nvPr/>
          </p:nvSpPr>
          <p:spPr>
            <a:xfrm rot="0">
              <a:off x="2014" y="3785"/>
              <a:ext cx="558" cy="336"/>
            </a:xfrm>
            <a:custGeom>
              <a:avLst/>
              <a:ahLst/>
              <a:rect l="0" t="0" r="r" b="b"/>
              <a:pathLst>
                <a:path w="1675" h="1008">
                  <a:moveTo>
                    <a:pt x="0" y="949"/>
                  </a:moveTo>
                  <a:lnTo>
                    <a:pt x="18" y="978"/>
                  </a:lnTo>
                  <a:lnTo>
                    <a:pt x="35" y="1008"/>
                  </a:lnTo>
                  <a:lnTo>
                    <a:pt x="1675" y="60"/>
                  </a:lnTo>
                  <a:lnTo>
                    <a:pt x="1657" y="30"/>
                  </a:lnTo>
                  <a:lnTo>
                    <a:pt x="1640" y="0"/>
                  </a:lnTo>
                  <a:lnTo>
                    <a:pt x="0" y="9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68" name=""/>
            <p:cNvSpPr/>
            <p:nvPr/>
          </p:nvSpPr>
          <p:spPr>
            <a:xfrm rot="0">
              <a:off x="2560" y="378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7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4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69" name=""/>
            <p:cNvSpPr/>
            <p:nvPr/>
          </p:nvSpPr>
          <p:spPr>
            <a:xfrm rot="0">
              <a:off x="2560" y="378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70" name=""/>
            <p:cNvSpPr/>
            <p:nvPr/>
          </p:nvSpPr>
          <p:spPr>
            <a:xfrm rot="0">
              <a:off x="2555" y="3795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71" name=""/>
            <p:cNvSpPr/>
            <p:nvPr/>
          </p:nvSpPr>
          <p:spPr>
            <a:xfrm rot="0">
              <a:off x="2555" y="3795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72" name=""/>
            <p:cNvSpPr/>
            <p:nvPr/>
          </p:nvSpPr>
          <p:spPr>
            <a:xfrm rot="0">
              <a:off x="2555" y="3406"/>
              <a:ext cx="23" cy="389"/>
            </a:xfrm>
            <a:custGeom>
              <a:avLst/>
              <a:ahLst/>
              <a:rect l="0" t="0" r="r" b="b"/>
              <a:pathLst>
                <a:path w="68" h="1166">
                  <a:moveTo>
                    <a:pt x="0" y="1166"/>
                  </a:moveTo>
                  <a:lnTo>
                    <a:pt x="33" y="1166"/>
                  </a:lnTo>
                  <a:lnTo>
                    <a:pt x="68" y="1166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73" name=""/>
            <p:cNvSpPr/>
            <p:nvPr/>
          </p:nvSpPr>
          <p:spPr>
            <a:xfrm rot="0">
              <a:off x="2555" y="3406"/>
              <a:ext cx="23" cy="389"/>
            </a:xfrm>
            <a:custGeom>
              <a:avLst/>
              <a:ahLst/>
              <a:rect l="0" t="0" r="r" b="b"/>
              <a:pathLst>
                <a:path w="68" h="1166">
                  <a:moveTo>
                    <a:pt x="0" y="1166"/>
                  </a:moveTo>
                  <a:lnTo>
                    <a:pt x="33" y="1166"/>
                  </a:lnTo>
                  <a:lnTo>
                    <a:pt x="68" y="1166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74" name=""/>
            <p:cNvSpPr/>
            <p:nvPr/>
          </p:nvSpPr>
          <p:spPr>
            <a:xfrm rot="0">
              <a:off x="2555" y="339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75" name=""/>
            <p:cNvSpPr/>
            <p:nvPr/>
          </p:nvSpPr>
          <p:spPr>
            <a:xfrm rot="0">
              <a:off x="2555" y="339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76" name=""/>
            <p:cNvSpPr/>
            <p:nvPr/>
          </p:nvSpPr>
          <p:spPr>
            <a:xfrm rot="0">
              <a:off x="2560" y="339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77" name=""/>
            <p:cNvSpPr/>
            <p:nvPr/>
          </p:nvSpPr>
          <p:spPr>
            <a:xfrm rot="0">
              <a:off x="2560" y="339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78" name=""/>
            <p:cNvSpPr/>
            <p:nvPr/>
          </p:nvSpPr>
          <p:spPr>
            <a:xfrm rot="0">
              <a:off x="2434" y="3396"/>
              <a:ext cx="138" cy="93"/>
            </a:xfrm>
            <a:custGeom>
              <a:avLst/>
              <a:ahLst/>
              <a:rect l="0" t="0" r="r" b="b"/>
              <a:pathLst>
                <a:path w="414" h="278">
                  <a:moveTo>
                    <a:pt x="414" y="59"/>
                  </a:moveTo>
                  <a:lnTo>
                    <a:pt x="396" y="29"/>
                  </a:lnTo>
                  <a:lnTo>
                    <a:pt x="379" y="0"/>
                  </a:lnTo>
                  <a:lnTo>
                    <a:pt x="0" y="219"/>
                  </a:lnTo>
                  <a:lnTo>
                    <a:pt x="18" y="248"/>
                  </a:lnTo>
                  <a:lnTo>
                    <a:pt x="35" y="278"/>
                  </a:lnTo>
                  <a:lnTo>
                    <a:pt x="414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79" name=""/>
            <p:cNvSpPr/>
            <p:nvPr/>
          </p:nvSpPr>
          <p:spPr>
            <a:xfrm rot="0">
              <a:off x="2434" y="3396"/>
              <a:ext cx="138" cy="93"/>
            </a:xfrm>
            <a:custGeom>
              <a:avLst/>
              <a:ahLst/>
              <a:rect l="0" t="0" r="r" b="b"/>
              <a:pathLst>
                <a:path w="414" h="278">
                  <a:moveTo>
                    <a:pt x="414" y="59"/>
                  </a:moveTo>
                  <a:lnTo>
                    <a:pt x="396" y="29"/>
                  </a:lnTo>
                  <a:lnTo>
                    <a:pt x="379" y="0"/>
                  </a:lnTo>
                  <a:lnTo>
                    <a:pt x="0" y="219"/>
                  </a:lnTo>
                  <a:lnTo>
                    <a:pt x="18" y="248"/>
                  </a:lnTo>
                  <a:lnTo>
                    <a:pt x="35" y="278"/>
                  </a:lnTo>
                  <a:lnTo>
                    <a:pt x="41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80" name=""/>
            <p:cNvSpPr/>
            <p:nvPr/>
          </p:nvSpPr>
          <p:spPr>
            <a:xfrm rot="0">
              <a:off x="2429" y="34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81" name=""/>
            <p:cNvSpPr/>
            <p:nvPr/>
          </p:nvSpPr>
          <p:spPr>
            <a:xfrm rot="0">
              <a:off x="2429" y="34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82" name=""/>
            <p:cNvSpPr/>
            <p:nvPr/>
          </p:nvSpPr>
          <p:spPr>
            <a:xfrm rot="0">
              <a:off x="2429" y="3467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83" name=""/>
            <p:cNvSpPr/>
            <p:nvPr/>
          </p:nvSpPr>
          <p:spPr>
            <a:xfrm rot="0">
              <a:off x="2429" y="3467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84" name=""/>
            <p:cNvSpPr/>
            <p:nvPr/>
          </p:nvSpPr>
          <p:spPr>
            <a:xfrm rot="0">
              <a:off x="2429" y="3479"/>
              <a:ext cx="23" cy="243"/>
            </a:xfrm>
            <a:custGeom>
              <a:avLst/>
              <a:ahLst/>
              <a:rect l="0" t="0" r="r" b="b"/>
              <a:pathLst>
                <a:path w="69" h="728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8"/>
                  </a:lnTo>
                  <a:lnTo>
                    <a:pt x="34" y="728"/>
                  </a:lnTo>
                  <a:lnTo>
                    <a:pt x="69" y="728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85" name=""/>
            <p:cNvSpPr/>
            <p:nvPr/>
          </p:nvSpPr>
          <p:spPr>
            <a:xfrm rot="0">
              <a:off x="2429" y="3479"/>
              <a:ext cx="23" cy="243"/>
            </a:xfrm>
            <a:custGeom>
              <a:avLst/>
              <a:ahLst/>
              <a:rect l="0" t="0" r="r" b="b"/>
              <a:pathLst>
                <a:path w="69" h="728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728"/>
                  </a:lnTo>
                  <a:lnTo>
                    <a:pt x="34" y="728"/>
                  </a:lnTo>
                  <a:lnTo>
                    <a:pt x="69" y="728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86" name=""/>
            <p:cNvSpPr/>
            <p:nvPr/>
          </p:nvSpPr>
          <p:spPr>
            <a:xfrm rot="0">
              <a:off x="2429" y="3722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87" name=""/>
            <p:cNvSpPr/>
            <p:nvPr/>
          </p:nvSpPr>
          <p:spPr>
            <a:xfrm rot="0">
              <a:off x="2429" y="3722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88" name=""/>
            <p:cNvSpPr/>
            <p:nvPr/>
          </p:nvSpPr>
          <p:spPr>
            <a:xfrm rot="0">
              <a:off x="2434" y="3710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8" y="34"/>
                  </a:moveTo>
                  <a:lnTo>
                    <a:pt x="0" y="5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0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9" y="47"/>
                  </a:lnTo>
                  <a:lnTo>
                    <a:pt x="43" y="57"/>
                  </a:lnTo>
                  <a:lnTo>
                    <a:pt x="35" y="64"/>
                  </a:lnTo>
                  <a:lnTo>
                    <a:pt x="18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89" name=""/>
            <p:cNvSpPr/>
            <p:nvPr/>
          </p:nvSpPr>
          <p:spPr>
            <a:xfrm rot="0">
              <a:off x="2434" y="3710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0" y="5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0" y="9"/>
                  </a:lnTo>
                  <a:lnTo>
                    <a:pt x="47" y="17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9" y="47"/>
                  </a:lnTo>
                  <a:lnTo>
                    <a:pt x="43" y="57"/>
                  </a:lnTo>
                  <a:lnTo>
                    <a:pt x="3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90" name=""/>
            <p:cNvSpPr/>
            <p:nvPr/>
          </p:nvSpPr>
          <p:spPr>
            <a:xfrm rot="0">
              <a:off x="2014" y="3712"/>
              <a:ext cx="432" cy="261"/>
            </a:xfrm>
            <a:custGeom>
              <a:avLst/>
              <a:ahLst/>
              <a:rect l="0" t="0" r="r" b="b"/>
              <a:pathLst>
                <a:path w="1296" h="784">
                  <a:moveTo>
                    <a:pt x="1296" y="59"/>
                  </a:moveTo>
                  <a:lnTo>
                    <a:pt x="1279" y="29"/>
                  </a:lnTo>
                  <a:lnTo>
                    <a:pt x="1261" y="0"/>
                  </a:lnTo>
                  <a:lnTo>
                    <a:pt x="0" y="725"/>
                  </a:lnTo>
                  <a:lnTo>
                    <a:pt x="18" y="754"/>
                  </a:lnTo>
                  <a:lnTo>
                    <a:pt x="35" y="784"/>
                  </a:lnTo>
                  <a:lnTo>
                    <a:pt x="1296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91" name=""/>
            <p:cNvSpPr/>
            <p:nvPr/>
          </p:nvSpPr>
          <p:spPr>
            <a:xfrm rot="0">
              <a:off x="2014" y="3712"/>
              <a:ext cx="432" cy="261"/>
            </a:xfrm>
            <a:custGeom>
              <a:avLst/>
              <a:ahLst/>
              <a:rect l="0" t="0" r="r" b="b"/>
              <a:pathLst>
                <a:path w="1296" h="784">
                  <a:moveTo>
                    <a:pt x="1296" y="59"/>
                  </a:moveTo>
                  <a:lnTo>
                    <a:pt x="1279" y="29"/>
                  </a:lnTo>
                  <a:lnTo>
                    <a:pt x="1261" y="0"/>
                  </a:lnTo>
                  <a:lnTo>
                    <a:pt x="0" y="725"/>
                  </a:lnTo>
                  <a:lnTo>
                    <a:pt x="18" y="754"/>
                  </a:lnTo>
                  <a:lnTo>
                    <a:pt x="35" y="784"/>
                  </a:lnTo>
                  <a:lnTo>
                    <a:pt x="1296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92" name=""/>
            <p:cNvSpPr/>
            <p:nvPr/>
          </p:nvSpPr>
          <p:spPr>
            <a:xfrm rot="0">
              <a:off x="2008" y="39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93" name=""/>
            <p:cNvSpPr/>
            <p:nvPr/>
          </p:nvSpPr>
          <p:spPr>
            <a:xfrm rot="0">
              <a:off x="2008" y="39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94" name=""/>
            <p:cNvSpPr/>
            <p:nvPr/>
          </p:nvSpPr>
          <p:spPr>
            <a:xfrm rot="0">
              <a:off x="2008" y="395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95" name=""/>
            <p:cNvSpPr/>
            <p:nvPr/>
          </p:nvSpPr>
          <p:spPr>
            <a:xfrm rot="0">
              <a:off x="2008" y="395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96" name=""/>
            <p:cNvSpPr/>
            <p:nvPr/>
          </p:nvSpPr>
          <p:spPr>
            <a:xfrm rot="0">
              <a:off x="2008" y="3963"/>
              <a:ext cx="24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2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97" name=""/>
            <p:cNvSpPr/>
            <p:nvPr/>
          </p:nvSpPr>
          <p:spPr>
            <a:xfrm rot="0">
              <a:off x="2008" y="3963"/>
              <a:ext cx="24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2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798" name=""/>
            <p:cNvSpPr/>
            <p:nvPr/>
          </p:nvSpPr>
          <p:spPr>
            <a:xfrm rot="0">
              <a:off x="2009" y="411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799" name=""/>
            <p:cNvSpPr/>
            <p:nvPr/>
          </p:nvSpPr>
          <p:spPr>
            <a:xfrm rot="0">
              <a:off x="2009" y="411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00" name=""/>
            <p:cNvSpPr/>
            <p:nvPr/>
          </p:nvSpPr>
          <p:spPr>
            <a:xfrm rot="0">
              <a:off x="2014" y="41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01" name=""/>
            <p:cNvSpPr/>
            <p:nvPr/>
          </p:nvSpPr>
          <p:spPr>
            <a:xfrm rot="0">
              <a:off x="2014" y="41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02" name=""/>
            <p:cNvSpPr/>
            <p:nvPr/>
          </p:nvSpPr>
          <p:spPr>
            <a:xfrm rot="0">
              <a:off x="1678" y="3907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1009" y="642"/>
                  </a:moveTo>
                  <a:lnTo>
                    <a:pt x="1026" y="612"/>
                  </a:lnTo>
                  <a:lnTo>
                    <a:pt x="1044" y="583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03" name=""/>
            <p:cNvSpPr/>
            <p:nvPr/>
          </p:nvSpPr>
          <p:spPr>
            <a:xfrm rot="0">
              <a:off x="1678" y="3907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1009" y="642"/>
                  </a:moveTo>
                  <a:lnTo>
                    <a:pt x="1026" y="612"/>
                  </a:lnTo>
                  <a:lnTo>
                    <a:pt x="1044" y="583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04" name=""/>
            <p:cNvSpPr/>
            <p:nvPr/>
          </p:nvSpPr>
          <p:spPr>
            <a:xfrm rot="0">
              <a:off x="1673" y="390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05" name=""/>
            <p:cNvSpPr/>
            <p:nvPr/>
          </p:nvSpPr>
          <p:spPr>
            <a:xfrm rot="0">
              <a:off x="1673" y="390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06" name=""/>
            <p:cNvSpPr/>
            <p:nvPr/>
          </p:nvSpPr>
          <p:spPr>
            <a:xfrm rot="0">
              <a:off x="1673" y="3916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07" name=""/>
            <p:cNvSpPr/>
            <p:nvPr/>
          </p:nvSpPr>
          <p:spPr>
            <a:xfrm rot="0">
              <a:off x="1673" y="3916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08" name=""/>
            <p:cNvSpPr/>
            <p:nvPr/>
          </p:nvSpPr>
          <p:spPr>
            <a:xfrm rot="0">
              <a:off x="1673" y="3588"/>
              <a:ext cx="23" cy="328"/>
            </a:xfrm>
            <a:custGeom>
              <a:avLst/>
              <a:ahLst/>
              <a:rect l="0" t="0" r="r" b="b"/>
              <a:pathLst>
                <a:path w="69" h="984">
                  <a:moveTo>
                    <a:pt x="0" y="984"/>
                  </a:moveTo>
                  <a:lnTo>
                    <a:pt x="34" y="984"/>
                  </a:lnTo>
                  <a:lnTo>
                    <a:pt x="69" y="984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9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09" name=""/>
            <p:cNvSpPr/>
            <p:nvPr/>
          </p:nvSpPr>
          <p:spPr>
            <a:xfrm rot="0">
              <a:off x="1673" y="3588"/>
              <a:ext cx="23" cy="328"/>
            </a:xfrm>
            <a:custGeom>
              <a:avLst/>
              <a:ahLst/>
              <a:rect l="0" t="0" r="r" b="b"/>
              <a:pathLst>
                <a:path w="69" h="984">
                  <a:moveTo>
                    <a:pt x="0" y="984"/>
                  </a:moveTo>
                  <a:lnTo>
                    <a:pt x="34" y="984"/>
                  </a:lnTo>
                  <a:lnTo>
                    <a:pt x="69" y="984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9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10" name=""/>
            <p:cNvSpPr/>
            <p:nvPr/>
          </p:nvSpPr>
          <p:spPr>
            <a:xfrm rot="0">
              <a:off x="1673" y="3577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11" name=""/>
            <p:cNvSpPr/>
            <p:nvPr/>
          </p:nvSpPr>
          <p:spPr>
            <a:xfrm rot="0">
              <a:off x="1673" y="3577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12" name=""/>
            <p:cNvSpPr/>
            <p:nvPr/>
          </p:nvSpPr>
          <p:spPr>
            <a:xfrm rot="0">
              <a:off x="1673" y="3577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4"/>
                  </a:moveTo>
                  <a:lnTo>
                    <a:pt x="16" y="63"/>
                  </a:ln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13" name=""/>
            <p:cNvSpPr/>
            <p:nvPr/>
          </p:nvSpPr>
          <p:spPr>
            <a:xfrm rot="0">
              <a:off x="1673" y="3577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14" name=""/>
            <p:cNvSpPr/>
            <p:nvPr/>
          </p:nvSpPr>
          <p:spPr>
            <a:xfrm rot="0">
              <a:off x="1678" y="3578"/>
              <a:ext cx="159" cy="105"/>
            </a:xfrm>
            <a:custGeom>
              <a:avLst/>
              <a:ahLst/>
              <a:rect l="0" t="0" r="r" b="b"/>
              <a:pathLst>
                <a:path w="476" h="315">
                  <a:moveTo>
                    <a:pt x="35" y="0"/>
                  </a:moveTo>
                  <a:lnTo>
                    <a:pt x="18" y="30"/>
                  </a:lnTo>
                  <a:lnTo>
                    <a:pt x="0" y="59"/>
                  </a:lnTo>
                  <a:lnTo>
                    <a:pt x="441" y="315"/>
                  </a:lnTo>
                  <a:lnTo>
                    <a:pt x="458" y="285"/>
                  </a:lnTo>
                  <a:lnTo>
                    <a:pt x="476" y="25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15" name=""/>
            <p:cNvSpPr/>
            <p:nvPr/>
          </p:nvSpPr>
          <p:spPr>
            <a:xfrm rot="0">
              <a:off x="1678" y="3578"/>
              <a:ext cx="159" cy="105"/>
            </a:xfrm>
            <a:custGeom>
              <a:avLst/>
              <a:ahLst/>
              <a:rect l="0" t="0" r="r" b="b"/>
              <a:pathLst>
                <a:path w="476" h="315">
                  <a:moveTo>
                    <a:pt x="35" y="0"/>
                  </a:moveTo>
                  <a:lnTo>
                    <a:pt x="18" y="30"/>
                  </a:lnTo>
                  <a:lnTo>
                    <a:pt x="0" y="59"/>
                  </a:lnTo>
                  <a:lnTo>
                    <a:pt x="441" y="315"/>
                  </a:lnTo>
                  <a:lnTo>
                    <a:pt x="458" y="285"/>
                  </a:lnTo>
                  <a:lnTo>
                    <a:pt x="476" y="25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16" name=""/>
            <p:cNvSpPr/>
            <p:nvPr/>
          </p:nvSpPr>
          <p:spPr>
            <a:xfrm rot="0">
              <a:off x="1825" y="366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7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1" y="64"/>
                  </a:lnTo>
                  <a:lnTo>
                    <a:pt x="11" y="64"/>
                  </a:lnTo>
                  <a:lnTo>
                    <a:pt x="0" y="60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17" name=""/>
            <p:cNvSpPr/>
            <p:nvPr/>
          </p:nvSpPr>
          <p:spPr>
            <a:xfrm rot="0">
              <a:off x="1825" y="366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35" y="0"/>
                  </a:move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1" y="64"/>
                  </a:lnTo>
                  <a:lnTo>
                    <a:pt x="11" y="64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18" name=""/>
            <p:cNvSpPr/>
            <p:nvPr/>
          </p:nvSpPr>
          <p:spPr>
            <a:xfrm rot="0">
              <a:off x="1820" y="366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33" y="30"/>
                  </a:moveTo>
                  <a:lnTo>
                    <a:pt x="51" y="60"/>
                  </a:lnTo>
                  <a:lnTo>
                    <a:pt x="40" y="64"/>
                  </a:lnTo>
                  <a:lnTo>
                    <a:pt x="29" y="64"/>
                  </a:lnTo>
                  <a:lnTo>
                    <a:pt x="20" y="61"/>
                  </a:lnTo>
                  <a:lnTo>
                    <a:pt x="10" y="56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19" name=""/>
            <p:cNvSpPr/>
            <p:nvPr/>
          </p:nvSpPr>
          <p:spPr>
            <a:xfrm rot="0">
              <a:off x="1820" y="3663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51" y="60"/>
                  </a:moveTo>
                  <a:lnTo>
                    <a:pt x="40" y="64"/>
                  </a:lnTo>
                  <a:lnTo>
                    <a:pt x="29" y="64"/>
                  </a:lnTo>
                  <a:lnTo>
                    <a:pt x="20" y="61"/>
                  </a:lnTo>
                  <a:lnTo>
                    <a:pt x="10" y="56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20" name=""/>
            <p:cNvSpPr/>
            <p:nvPr/>
          </p:nvSpPr>
          <p:spPr>
            <a:xfrm rot="0">
              <a:off x="1825" y="3420"/>
              <a:ext cx="432" cy="263"/>
            </a:xfrm>
            <a:custGeom>
              <a:avLst/>
              <a:ahLst/>
              <a:rect l="0" t="0" r="r" b="b"/>
              <a:pathLst>
                <a:path w="1296" h="789">
                  <a:moveTo>
                    <a:pt x="0" y="729"/>
                  </a:moveTo>
                  <a:lnTo>
                    <a:pt x="17" y="759"/>
                  </a:lnTo>
                  <a:lnTo>
                    <a:pt x="35" y="789"/>
                  </a:lnTo>
                  <a:lnTo>
                    <a:pt x="1296" y="59"/>
                  </a:lnTo>
                  <a:lnTo>
                    <a:pt x="1278" y="30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21" name=""/>
            <p:cNvSpPr/>
            <p:nvPr/>
          </p:nvSpPr>
          <p:spPr>
            <a:xfrm rot="0">
              <a:off x="1825" y="3420"/>
              <a:ext cx="432" cy="263"/>
            </a:xfrm>
            <a:custGeom>
              <a:avLst/>
              <a:ahLst/>
              <a:rect l="0" t="0" r="r" b="b"/>
              <a:pathLst>
                <a:path w="1296" h="789">
                  <a:moveTo>
                    <a:pt x="0" y="729"/>
                  </a:moveTo>
                  <a:lnTo>
                    <a:pt x="17" y="759"/>
                  </a:lnTo>
                  <a:lnTo>
                    <a:pt x="35" y="789"/>
                  </a:lnTo>
                  <a:lnTo>
                    <a:pt x="1296" y="59"/>
                  </a:lnTo>
                  <a:lnTo>
                    <a:pt x="1278" y="30"/>
                  </a:lnTo>
                  <a:lnTo>
                    <a:pt x="1261" y="0"/>
                  </a:lnTo>
                  <a:lnTo>
                    <a:pt x="0" y="7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22" name=""/>
            <p:cNvSpPr/>
            <p:nvPr/>
          </p:nvSpPr>
          <p:spPr>
            <a:xfrm rot="0">
              <a:off x="2245" y="341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4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3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23" name=""/>
            <p:cNvSpPr/>
            <p:nvPr/>
          </p:nvSpPr>
          <p:spPr>
            <a:xfrm rot="0">
              <a:off x="2245" y="341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24" name=""/>
            <p:cNvSpPr/>
            <p:nvPr/>
          </p:nvSpPr>
          <p:spPr>
            <a:xfrm rot="0">
              <a:off x="2093" y="327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25" name=""/>
            <p:cNvSpPr/>
            <p:nvPr/>
          </p:nvSpPr>
          <p:spPr>
            <a:xfrm rot="0">
              <a:off x="2093" y="327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26" name=""/>
            <p:cNvSpPr/>
            <p:nvPr/>
          </p:nvSpPr>
          <p:spPr>
            <a:xfrm rot="0">
              <a:off x="2098" y="3275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35" y="0"/>
                  </a:moveTo>
                  <a:lnTo>
                    <a:pt x="17" y="29"/>
                  </a:lnTo>
                  <a:lnTo>
                    <a:pt x="0" y="59"/>
                  </a:lnTo>
                  <a:lnTo>
                    <a:pt x="1008" y="642"/>
                  </a:lnTo>
                  <a:lnTo>
                    <a:pt x="1026" y="612"/>
                  </a:lnTo>
                  <a:lnTo>
                    <a:pt x="1043" y="583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27" name=""/>
            <p:cNvSpPr/>
            <p:nvPr/>
          </p:nvSpPr>
          <p:spPr>
            <a:xfrm rot="0">
              <a:off x="2098" y="3275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35" y="0"/>
                  </a:moveTo>
                  <a:lnTo>
                    <a:pt x="17" y="29"/>
                  </a:lnTo>
                  <a:lnTo>
                    <a:pt x="0" y="59"/>
                  </a:lnTo>
                  <a:lnTo>
                    <a:pt x="1008" y="642"/>
                  </a:lnTo>
                  <a:lnTo>
                    <a:pt x="1026" y="612"/>
                  </a:lnTo>
                  <a:lnTo>
                    <a:pt x="1043" y="58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28" name=""/>
            <p:cNvSpPr/>
            <p:nvPr/>
          </p:nvSpPr>
          <p:spPr>
            <a:xfrm rot="0">
              <a:off x="2434" y="34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29" name=""/>
            <p:cNvSpPr/>
            <p:nvPr/>
          </p:nvSpPr>
          <p:spPr>
            <a:xfrm rot="0">
              <a:off x="2434" y="346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30" name=""/>
            <p:cNvSpPr/>
            <p:nvPr/>
          </p:nvSpPr>
          <p:spPr>
            <a:xfrm rot="0">
              <a:off x="2560" y="339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31" name=""/>
            <p:cNvSpPr/>
            <p:nvPr/>
          </p:nvSpPr>
          <p:spPr>
            <a:xfrm rot="0">
              <a:off x="2560" y="339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32" name=""/>
            <p:cNvSpPr/>
            <p:nvPr/>
          </p:nvSpPr>
          <p:spPr>
            <a:xfrm rot="0">
              <a:off x="2224" y="3202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1009" y="642"/>
                  </a:moveTo>
                  <a:lnTo>
                    <a:pt x="1026" y="612"/>
                  </a:lnTo>
                  <a:lnTo>
                    <a:pt x="1044" y="583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33" name=""/>
            <p:cNvSpPr/>
            <p:nvPr/>
          </p:nvSpPr>
          <p:spPr>
            <a:xfrm rot="0">
              <a:off x="2224" y="3202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1009" y="642"/>
                  </a:moveTo>
                  <a:lnTo>
                    <a:pt x="1026" y="612"/>
                  </a:lnTo>
                  <a:lnTo>
                    <a:pt x="1044" y="583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34" name=""/>
            <p:cNvSpPr/>
            <p:nvPr/>
          </p:nvSpPr>
          <p:spPr>
            <a:xfrm rot="0">
              <a:off x="2219" y="32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35" name=""/>
            <p:cNvSpPr/>
            <p:nvPr/>
          </p:nvSpPr>
          <p:spPr>
            <a:xfrm rot="0">
              <a:off x="2219" y="3201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36" name=""/>
            <p:cNvSpPr/>
            <p:nvPr/>
          </p:nvSpPr>
          <p:spPr>
            <a:xfrm rot="0">
              <a:off x="2098" y="333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37" name=""/>
            <p:cNvSpPr/>
            <p:nvPr/>
          </p:nvSpPr>
          <p:spPr>
            <a:xfrm rot="0">
              <a:off x="2098" y="333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38" name=""/>
            <p:cNvSpPr/>
            <p:nvPr/>
          </p:nvSpPr>
          <p:spPr>
            <a:xfrm rot="0">
              <a:off x="1678" y="3335"/>
              <a:ext cx="432" cy="263"/>
            </a:xfrm>
            <a:custGeom>
              <a:avLst/>
              <a:ahLst/>
              <a:rect l="0" t="0" r="r" b="b"/>
              <a:pathLst>
                <a:path w="1295" h="788">
                  <a:moveTo>
                    <a:pt x="1295" y="59"/>
                  </a:moveTo>
                  <a:lnTo>
                    <a:pt x="1277" y="30"/>
                  </a:lnTo>
                  <a:lnTo>
                    <a:pt x="1260" y="0"/>
                  </a:lnTo>
                  <a:lnTo>
                    <a:pt x="0" y="729"/>
                  </a:lnTo>
                  <a:lnTo>
                    <a:pt x="18" y="759"/>
                  </a:lnTo>
                  <a:lnTo>
                    <a:pt x="35" y="788"/>
                  </a:lnTo>
                  <a:lnTo>
                    <a:pt x="1295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39" name=""/>
            <p:cNvSpPr/>
            <p:nvPr/>
          </p:nvSpPr>
          <p:spPr>
            <a:xfrm rot="0">
              <a:off x="1678" y="3335"/>
              <a:ext cx="432" cy="263"/>
            </a:xfrm>
            <a:custGeom>
              <a:avLst/>
              <a:ahLst/>
              <a:rect l="0" t="0" r="r" b="b"/>
              <a:pathLst>
                <a:path w="1295" h="788">
                  <a:moveTo>
                    <a:pt x="1295" y="59"/>
                  </a:moveTo>
                  <a:lnTo>
                    <a:pt x="1277" y="30"/>
                  </a:lnTo>
                  <a:lnTo>
                    <a:pt x="1260" y="0"/>
                  </a:lnTo>
                  <a:lnTo>
                    <a:pt x="0" y="729"/>
                  </a:lnTo>
                  <a:lnTo>
                    <a:pt x="18" y="759"/>
                  </a:lnTo>
                  <a:lnTo>
                    <a:pt x="35" y="788"/>
                  </a:lnTo>
                  <a:lnTo>
                    <a:pt x="1295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40" name=""/>
            <p:cNvSpPr/>
            <p:nvPr/>
          </p:nvSpPr>
          <p:spPr>
            <a:xfrm rot="0">
              <a:off x="1673" y="357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0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1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41" name=""/>
            <p:cNvSpPr/>
            <p:nvPr/>
          </p:nvSpPr>
          <p:spPr>
            <a:xfrm rot="0">
              <a:off x="1673" y="3578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1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42" name=""/>
            <p:cNvSpPr/>
            <p:nvPr/>
          </p:nvSpPr>
          <p:spPr>
            <a:xfrm rot="0">
              <a:off x="1820" y="3662"/>
              <a:ext cx="22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43" name=""/>
            <p:cNvSpPr/>
            <p:nvPr/>
          </p:nvSpPr>
          <p:spPr>
            <a:xfrm rot="0">
              <a:off x="1820" y="3662"/>
              <a:ext cx="22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44" name=""/>
            <p:cNvSpPr/>
            <p:nvPr/>
          </p:nvSpPr>
          <p:spPr>
            <a:xfrm rot="0">
              <a:off x="1820" y="3673"/>
              <a:ext cx="22" cy="181"/>
            </a:xfrm>
            <a:custGeom>
              <a:avLst/>
              <a:ahLst/>
              <a:rect l="0" t="0" r="r" b="b"/>
              <a:pathLst>
                <a:path w="68" h="543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43"/>
                  </a:lnTo>
                  <a:lnTo>
                    <a:pt x="33" y="543"/>
                  </a:lnTo>
                  <a:lnTo>
                    <a:pt x="68" y="543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45" name=""/>
            <p:cNvSpPr/>
            <p:nvPr/>
          </p:nvSpPr>
          <p:spPr>
            <a:xfrm rot="0">
              <a:off x="1820" y="3673"/>
              <a:ext cx="22" cy="181"/>
            </a:xfrm>
            <a:custGeom>
              <a:avLst/>
              <a:ahLst/>
              <a:rect l="0" t="0" r="r" b="b"/>
              <a:pathLst>
                <a:path w="68" h="543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43"/>
                  </a:lnTo>
                  <a:lnTo>
                    <a:pt x="33" y="543"/>
                  </a:lnTo>
                  <a:lnTo>
                    <a:pt x="68" y="543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46" name=""/>
            <p:cNvSpPr/>
            <p:nvPr/>
          </p:nvSpPr>
          <p:spPr>
            <a:xfrm rot="0">
              <a:off x="1820" y="3854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47" name=""/>
            <p:cNvSpPr/>
            <p:nvPr/>
          </p:nvSpPr>
          <p:spPr>
            <a:xfrm rot="0">
              <a:off x="1820" y="3854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48" name=""/>
            <p:cNvSpPr/>
            <p:nvPr/>
          </p:nvSpPr>
          <p:spPr>
            <a:xfrm rot="0">
              <a:off x="2014" y="39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49" name=""/>
            <p:cNvSpPr/>
            <p:nvPr/>
          </p:nvSpPr>
          <p:spPr>
            <a:xfrm rot="0">
              <a:off x="2014" y="395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50" name=""/>
            <p:cNvSpPr/>
            <p:nvPr/>
          </p:nvSpPr>
          <p:spPr>
            <a:xfrm rot="0">
              <a:off x="1825" y="3844"/>
              <a:ext cx="201" cy="129"/>
            </a:xfrm>
            <a:custGeom>
              <a:avLst/>
              <a:ahLst/>
              <a:rect l="0" t="0" r="r" b="b"/>
              <a:pathLst>
                <a:path w="603" h="387">
                  <a:moveTo>
                    <a:pt x="568" y="387"/>
                  </a:moveTo>
                  <a:lnTo>
                    <a:pt x="585" y="357"/>
                  </a:lnTo>
                  <a:lnTo>
                    <a:pt x="603" y="328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568" y="3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51" name=""/>
            <p:cNvSpPr/>
            <p:nvPr/>
          </p:nvSpPr>
          <p:spPr>
            <a:xfrm rot="0">
              <a:off x="1825" y="3844"/>
              <a:ext cx="201" cy="129"/>
            </a:xfrm>
            <a:custGeom>
              <a:avLst/>
              <a:ahLst/>
              <a:rect l="0" t="0" r="r" b="b"/>
              <a:pathLst>
                <a:path w="603" h="387">
                  <a:moveTo>
                    <a:pt x="568" y="387"/>
                  </a:moveTo>
                  <a:lnTo>
                    <a:pt x="585" y="357"/>
                  </a:lnTo>
                  <a:lnTo>
                    <a:pt x="603" y="328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568" y="3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52" name=""/>
            <p:cNvSpPr/>
            <p:nvPr/>
          </p:nvSpPr>
          <p:spPr>
            <a:xfrm rot="0">
              <a:off x="1820" y="384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53" name=""/>
            <p:cNvSpPr/>
            <p:nvPr/>
          </p:nvSpPr>
          <p:spPr>
            <a:xfrm rot="0">
              <a:off x="1820" y="384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54" name=""/>
            <p:cNvSpPr/>
            <p:nvPr/>
          </p:nvSpPr>
          <p:spPr>
            <a:xfrm rot="0">
              <a:off x="1820" y="384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0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55" name=""/>
            <p:cNvSpPr/>
            <p:nvPr/>
          </p:nvSpPr>
          <p:spPr>
            <a:xfrm rot="0">
              <a:off x="1820" y="384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56" name=""/>
            <p:cNvSpPr/>
            <p:nvPr/>
          </p:nvSpPr>
          <p:spPr>
            <a:xfrm rot="0">
              <a:off x="1825" y="3602"/>
              <a:ext cx="432" cy="262"/>
            </a:xfrm>
            <a:custGeom>
              <a:avLst/>
              <a:ahLst/>
              <a:rect l="0" t="0" r="r" b="b"/>
              <a:pathLst>
                <a:path w="1296" h="787">
                  <a:moveTo>
                    <a:pt x="0" y="728"/>
                  </a:moveTo>
                  <a:lnTo>
                    <a:pt x="17" y="758"/>
                  </a:lnTo>
                  <a:lnTo>
                    <a:pt x="35" y="787"/>
                  </a:lnTo>
                  <a:lnTo>
                    <a:pt x="1296" y="59"/>
                  </a:lnTo>
                  <a:lnTo>
                    <a:pt x="1278" y="30"/>
                  </a:lnTo>
                  <a:lnTo>
                    <a:pt x="1261" y="0"/>
                  </a:lnTo>
                  <a:lnTo>
                    <a:pt x="0" y="7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57" name=""/>
            <p:cNvSpPr/>
            <p:nvPr/>
          </p:nvSpPr>
          <p:spPr>
            <a:xfrm rot="0">
              <a:off x="1825" y="3602"/>
              <a:ext cx="432" cy="262"/>
            </a:xfrm>
            <a:custGeom>
              <a:avLst/>
              <a:ahLst/>
              <a:rect l="0" t="0" r="r" b="b"/>
              <a:pathLst>
                <a:path w="1296" h="787">
                  <a:moveTo>
                    <a:pt x="0" y="728"/>
                  </a:moveTo>
                  <a:lnTo>
                    <a:pt x="17" y="758"/>
                  </a:lnTo>
                  <a:lnTo>
                    <a:pt x="35" y="787"/>
                  </a:lnTo>
                  <a:lnTo>
                    <a:pt x="1296" y="59"/>
                  </a:lnTo>
                  <a:lnTo>
                    <a:pt x="1278" y="30"/>
                  </a:lnTo>
                  <a:lnTo>
                    <a:pt x="1261" y="0"/>
                  </a:lnTo>
                  <a:lnTo>
                    <a:pt x="0" y="7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58" name=""/>
            <p:cNvSpPr/>
            <p:nvPr/>
          </p:nvSpPr>
          <p:spPr>
            <a:xfrm rot="0">
              <a:off x="2245" y="36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4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3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59" name=""/>
            <p:cNvSpPr/>
            <p:nvPr/>
          </p:nvSpPr>
          <p:spPr>
            <a:xfrm rot="0">
              <a:off x="2245" y="360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7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60" name=""/>
            <p:cNvSpPr/>
            <p:nvPr/>
          </p:nvSpPr>
          <p:spPr>
            <a:xfrm rot="0">
              <a:off x="2434" y="3710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8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9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2" y="64"/>
                  </a:lnTo>
                  <a:lnTo>
                    <a:pt x="11" y="64"/>
                  </a:lnTo>
                  <a:lnTo>
                    <a:pt x="0" y="60"/>
                  </a:lnTo>
                  <a:lnTo>
                    <a:pt x="1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61" name=""/>
            <p:cNvSpPr/>
            <p:nvPr/>
          </p:nvSpPr>
          <p:spPr>
            <a:xfrm rot="0">
              <a:off x="2434" y="3710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35" y="0"/>
                  </a:moveTo>
                  <a:lnTo>
                    <a:pt x="43" y="7"/>
                  </a:lnTo>
                  <a:lnTo>
                    <a:pt x="49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2" y="64"/>
                  </a:lnTo>
                  <a:lnTo>
                    <a:pt x="11" y="64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62" name=""/>
            <p:cNvSpPr/>
            <p:nvPr/>
          </p:nvSpPr>
          <p:spPr>
            <a:xfrm rot="0">
              <a:off x="2245" y="3602"/>
              <a:ext cx="201" cy="128"/>
            </a:xfrm>
            <a:custGeom>
              <a:avLst/>
              <a:ahLst/>
              <a:rect l="0" t="0" r="r" b="b"/>
              <a:pathLst>
                <a:path w="601" h="386">
                  <a:moveTo>
                    <a:pt x="566" y="386"/>
                  </a:moveTo>
                  <a:lnTo>
                    <a:pt x="584" y="356"/>
                  </a:lnTo>
                  <a:lnTo>
                    <a:pt x="601" y="326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566" y="3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63" name=""/>
            <p:cNvSpPr/>
            <p:nvPr/>
          </p:nvSpPr>
          <p:spPr>
            <a:xfrm rot="0">
              <a:off x="2245" y="3602"/>
              <a:ext cx="201" cy="128"/>
            </a:xfrm>
            <a:custGeom>
              <a:avLst/>
              <a:ahLst/>
              <a:rect l="0" t="0" r="r" b="b"/>
              <a:pathLst>
                <a:path w="601" h="386">
                  <a:moveTo>
                    <a:pt x="566" y="386"/>
                  </a:moveTo>
                  <a:lnTo>
                    <a:pt x="584" y="356"/>
                  </a:lnTo>
                  <a:lnTo>
                    <a:pt x="601" y="326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566" y="3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64" name=""/>
            <p:cNvSpPr/>
            <p:nvPr/>
          </p:nvSpPr>
          <p:spPr>
            <a:xfrm rot="0">
              <a:off x="2240" y="3600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34" y="34"/>
                  </a:moveTo>
                  <a:lnTo>
                    <a:pt x="17" y="63"/>
                  </a:lnTo>
                  <a:lnTo>
                    <a:pt x="9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2" y="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65" name=""/>
            <p:cNvSpPr/>
            <p:nvPr/>
          </p:nvSpPr>
          <p:spPr>
            <a:xfrm rot="0">
              <a:off x="2240" y="3600"/>
              <a:ext cx="17" cy="21"/>
            </a:xfrm>
            <a:custGeom>
              <a:avLst/>
              <a:ahLst/>
              <a:rect l="0" t="0" r="r" b="b"/>
              <a:pathLst>
                <a:path w="52" h="63">
                  <a:moveTo>
                    <a:pt x="17" y="63"/>
                  </a:moveTo>
                  <a:lnTo>
                    <a:pt x="9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66" name=""/>
            <p:cNvSpPr/>
            <p:nvPr/>
          </p:nvSpPr>
          <p:spPr>
            <a:xfrm rot="0">
              <a:off x="2240" y="3419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67" name=""/>
            <p:cNvSpPr/>
            <p:nvPr/>
          </p:nvSpPr>
          <p:spPr>
            <a:xfrm rot="0">
              <a:off x="2240" y="3419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68" name=""/>
            <p:cNvSpPr/>
            <p:nvPr/>
          </p:nvSpPr>
          <p:spPr>
            <a:xfrm rot="0">
              <a:off x="2240" y="3430"/>
              <a:ext cx="23" cy="182"/>
            </a:xfrm>
            <a:custGeom>
              <a:avLst/>
              <a:ahLst/>
              <a:rect l="0" t="0" r="r" b="b"/>
              <a:pathLst>
                <a:path w="69" h="544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544"/>
                  </a:lnTo>
                  <a:lnTo>
                    <a:pt x="34" y="544"/>
                  </a:lnTo>
                  <a:lnTo>
                    <a:pt x="69" y="544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39" name=""/>
          <p:cNvGrpSpPr/>
          <p:nvPr/>
        </p:nvGrpSpPr>
        <p:grpSpPr>
          <a:xfrm rot="0">
            <a:off x="1957387" y="1463675"/>
            <a:ext cx="6581775" cy="5348287"/>
            <a:chOff x="1233" y="922"/>
            <a:chExt cx="4146" cy="3369"/>
          </a:xfrm>
        </p:grpSpPr>
        <p:sp>
          <p:nvSpPr>
            <p:cNvPr id="1050869" name=""/>
            <p:cNvSpPr/>
            <p:nvPr/>
          </p:nvSpPr>
          <p:spPr>
            <a:xfrm rot="0">
              <a:off x="2240" y="3430"/>
              <a:ext cx="23" cy="182"/>
            </a:xfrm>
            <a:custGeom>
              <a:avLst/>
              <a:ahLst/>
              <a:rect l="0" t="0" r="r" b="b"/>
              <a:pathLst>
                <a:path w="69" h="544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544"/>
                  </a:lnTo>
                  <a:lnTo>
                    <a:pt x="34" y="544"/>
                  </a:lnTo>
                  <a:lnTo>
                    <a:pt x="69" y="544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70" name=""/>
            <p:cNvSpPr/>
            <p:nvPr/>
          </p:nvSpPr>
          <p:spPr>
            <a:xfrm rot="0">
              <a:off x="2240" y="3612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71" name=""/>
            <p:cNvSpPr/>
            <p:nvPr/>
          </p:nvSpPr>
          <p:spPr>
            <a:xfrm rot="0">
              <a:off x="2240" y="3612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72" name=""/>
            <p:cNvSpPr/>
            <p:nvPr/>
          </p:nvSpPr>
          <p:spPr>
            <a:xfrm rot="0">
              <a:off x="4389" y="368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73" name=""/>
            <p:cNvSpPr/>
            <p:nvPr/>
          </p:nvSpPr>
          <p:spPr>
            <a:xfrm rot="0">
              <a:off x="4389" y="368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74" name=""/>
            <p:cNvSpPr/>
            <p:nvPr/>
          </p:nvSpPr>
          <p:spPr>
            <a:xfrm rot="0">
              <a:off x="4275" y="3685"/>
              <a:ext cx="126" cy="85"/>
            </a:xfrm>
            <a:custGeom>
              <a:avLst/>
              <a:ahLst/>
              <a:rect l="0" t="0" r="r" b="b"/>
              <a:pathLst>
                <a:path w="377" h="256">
                  <a:moveTo>
                    <a:pt x="377" y="59"/>
                  </a:moveTo>
                  <a:lnTo>
                    <a:pt x="360" y="29"/>
                  </a:lnTo>
                  <a:lnTo>
                    <a:pt x="342" y="0"/>
                  </a:lnTo>
                  <a:lnTo>
                    <a:pt x="0" y="197"/>
                  </a:lnTo>
                  <a:lnTo>
                    <a:pt x="17" y="227"/>
                  </a:lnTo>
                  <a:lnTo>
                    <a:pt x="35" y="256"/>
                  </a:lnTo>
                  <a:lnTo>
                    <a:pt x="377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75" name=""/>
            <p:cNvSpPr/>
            <p:nvPr/>
          </p:nvSpPr>
          <p:spPr>
            <a:xfrm rot="0">
              <a:off x="4275" y="3685"/>
              <a:ext cx="126" cy="85"/>
            </a:xfrm>
            <a:custGeom>
              <a:avLst/>
              <a:ahLst/>
              <a:rect l="0" t="0" r="r" b="b"/>
              <a:pathLst>
                <a:path w="377" h="256">
                  <a:moveTo>
                    <a:pt x="377" y="59"/>
                  </a:moveTo>
                  <a:lnTo>
                    <a:pt x="360" y="29"/>
                  </a:lnTo>
                  <a:lnTo>
                    <a:pt x="342" y="0"/>
                  </a:lnTo>
                  <a:lnTo>
                    <a:pt x="0" y="197"/>
                  </a:lnTo>
                  <a:lnTo>
                    <a:pt x="17" y="227"/>
                  </a:lnTo>
                  <a:lnTo>
                    <a:pt x="35" y="256"/>
                  </a:lnTo>
                  <a:lnTo>
                    <a:pt x="377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76" name=""/>
            <p:cNvSpPr/>
            <p:nvPr/>
          </p:nvSpPr>
          <p:spPr>
            <a:xfrm rot="0">
              <a:off x="4270" y="375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0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77" name=""/>
            <p:cNvSpPr/>
            <p:nvPr/>
          </p:nvSpPr>
          <p:spPr>
            <a:xfrm rot="0">
              <a:off x="4270" y="375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78" name=""/>
            <p:cNvSpPr/>
            <p:nvPr/>
          </p:nvSpPr>
          <p:spPr>
            <a:xfrm rot="0">
              <a:off x="4692" y="3325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26" y="34"/>
                  </a:moveTo>
                  <a:lnTo>
                    <a:pt x="0" y="11"/>
                  </a:lnTo>
                  <a:lnTo>
                    <a:pt x="8" y="4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9" y="2"/>
                  </a:lnTo>
                  <a:lnTo>
                    <a:pt x="49" y="8"/>
                  </a:lnTo>
                  <a:lnTo>
                    <a:pt x="55" y="16"/>
                  </a:lnTo>
                  <a:lnTo>
                    <a:pt x="59" y="26"/>
                  </a:lnTo>
                  <a:lnTo>
                    <a:pt x="59" y="36"/>
                  </a:lnTo>
                  <a:lnTo>
                    <a:pt x="58" y="47"/>
                  </a:lnTo>
                  <a:lnTo>
                    <a:pt x="51" y="57"/>
                  </a:lnTo>
                  <a:lnTo>
                    <a:pt x="2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79" name=""/>
            <p:cNvSpPr/>
            <p:nvPr/>
          </p:nvSpPr>
          <p:spPr>
            <a:xfrm rot="0">
              <a:off x="4692" y="3325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0" y="11"/>
                  </a:moveTo>
                  <a:lnTo>
                    <a:pt x="8" y="4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9" y="2"/>
                  </a:lnTo>
                  <a:lnTo>
                    <a:pt x="49" y="8"/>
                  </a:lnTo>
                  <a:lnTo>
                    <a:pt x="55" y="16"/>
                  </a:lnTo>
                  <a:lnTo>
                    <a:pt x="59" y="26"/>
                  </a:lnTo>
                  <a:lnTo>
                    <a:pt x="59" y="36"/>
                  </a:lnTo>
                  <a:lnTo>
                    <a:pt x="58" y="47"/>
                  </a:lnTo>
                  <a:lnTo>
                    <a:pt x="51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80" name=""/>
            <p:cNvSpPr/>
            <p:nvPr/>
          </p:nvSpPr>
          <p:spPr>
            <a:xfrm rot="0">
              <a:off x="4387" y="3329"/>
              <a:ext cx="322" cy="373"/>
            </a:xfrm>
            <a:custGeom>
              <a:avLst/>
              <a:ahLst/>
              <a:rect l="0" t="0" r="r" b="b"/>
              <a:pathLst>
                <a:path w="968" h="1120">
                  <a:moveTo>
                    <a:pt x="968" y="46"/>
                  </a:moveTo>
                  <a:lnTo>
                    <a:pt x="943" y="23"/>
                  </a:lnTo>
                  <a:lnTo>
                    <a:pt x="917" y="0"/>
                  </a:lnTo>
                  <a:lnTo>
                    <a:pt x="0" y="1074"/>
                  </a:lnTo>
                  <a:lnTo>
                    <a:pt x="26" y="1097"/>
                  </a:lnTo>
                  <a:lnTo>
                    <a:pt x="51" y="1120"/>
                  </a:lnTo>
                  <a:lnTo>
                    <a:pt x="968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81" name=""/>
            <p:cNvSpPr/>
            <p:nvPr/>
          </p:nvSpPr>
          <p:spPr>
            <a:xfrm rot="0">
              <a:off x="4387" y="3329"/>
              <a:ext cx="322" cy="373"/>
            </a:xfrm>
            <a:custGeom>
              <a:avLst/>
              <a:ahLst/>
              <a:rect l="0" t="0" r="r" b="b"/>
              <a:pathLst>
                <a:path w="968" h="1120">
                  <a:moveTo>
                    <a:pt x="968" y="46"/>
                  </a:moveTo>
                  <a:lnTo>
                    <a:pt x="943" y="23"/>
                  </a:lnTo>
                  <a:lnTo>
                    <a:pt x="917" y="0"/>
                  </a:lnTo>
                  <a:lnTo>
                    <a:pt x="0" y="1074"/>
                  </a:lnTo>
                  <a:lnTo>
                    <a:pt x="26" y="1097"/>
                  </a:lnTo>
                  <a:lnTo>
                    <a:pt x="51" y="1120"/>
                  </a:lnTo>
                  <a:lnTo>
                    <a:pt x="968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82" name=""/>
            <p:cNvSpPr/>
            <p:nvPr/>
          </p:nvSpPr>
          <p:spPr>
            <a:xfrm rot="0">
              <a:off x="4384" y="3687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34" y="23"/>
                  </a:moveTo>
                  <a:lnTo>
                    <a:pt x="59" y="46"/>
                  </a:lnTo>
                  <a:lnTo>
                    <a:pt x="51" y="53"/>
                  </a:lnTo>
                  <a:lnTo>
                    <a:pt x="42" y="57"/>
                  </a:lnTo>
                  <a:lnTo>
                    <a:pt x="31" y="57"/>
                  </a:lnTo>
                  <a:lnTo>
                    <a:pt x="20" y="55"/>
                  </a:lnTo>
                  <a:lnTo>
                    <a:pt x="11" y="49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2" y="10"/>
                  </a:lnTo>
                  <a:lnTo>
                    <a:pt x="8" y="0"/>
                  </a:lnTo>
                  <a:lnTo>
                    <a:pt x="3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83" name=""/>
            <p:cNvSpPr/>
            <p:nvPr/>
          </p:nvSpPr>
          <p:spPr>
            <a:xfrm rot="0">
              <a:off x="4384" y="3687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59" y="46"/>
                  </a:moveTo>
                  <a:lnTo>
                    <a:pt x="51" y="53"/>
                  </a:lnTo>
                  <a:lnTo>
                    <a:pt x="42" y="57"/>
                  </a:lnTo>
                  <a:lnTo>
                    <a:pt x="31" y="57"/>
                  </a:lnTo>
                  <a:lnTo>
                    <a:pt x="20" y="55"/>
                  </a:lnTo>
                  <a:lnTo>
                    <a:pt x="11" y="49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2" y="10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84" name=""/>
            <p:cNvSpPr/>
            <p:nvPr/>
          </p:nvSpPr>
          <p:spPr>
            <a:xfrm rot="0">
              <a:off x="4840" y="3410"/>
              <a:ext cx="19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26" y="34"/>
                  </a:moveTo>
                  <a:lnTo>
                    <a:pt x="0" y="11"/>
                  </a:lnTo>
                  <a:lnTo>
                    <a:pt x="8" y="4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2"/>
                  </a:lnTo>
                  <a:lnTo>
                    <a:pt x="48" y="8"/>
                  </a:lnTo>
                  <a:lnTo>
                    <a:pt x="55" y="16"/>
                  </a:lnTo>
                  <a:lnTo>
                    <a:pt x="59" y="26"/>
                  </a:lnTo>
                  <a:lnTo>
                    <a:pt x="59" y="37"/>
                  </a:lnTo>
                  <a:lnTo>
                    <a:pt x="58" y="47"/>
                  </a:lnTo>
                  <a:lnTo>
                    <a:pt x="51" y="57"/>
                  </a:lnTo>
                  <a:lnTo>
                    <a:pt x="2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85" name=""/>
            <p:cNvSpPr/>
            <p:nvPr/>
          </p:nvSpPr>
          <p:spPr>
            <a:xfrm rot="0">
              <a:off x="4840" y="3410"/>
              <a:ext cx="19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0" y="11"/>
                  </a:moveTo>
                  <a:lnTo>
                    <a:pt x="8" y="4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2"/>
                  </a:lnTo>
                  <a:lnTo>
                    <a:pt x="48" y="8"/>
                  </a:lnTo>
                  <a:lnTo>
                    <a:pt x="55" y="16"/>
                  </a:lnTo>
                  <a:lnTo>
                    <a:pt x="59" y="26"/>
                  </a:lnTo>
                  <a:lnTo>
                    <a:pt x="59" y="37"/>
                  </a:lnTo>
                  <a:lnTo>
                    <a:pt x="58" y="47"/>
                  </a:lnTo>
                  <a:lnTo>
                    <a:pt x="51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86" name=""/>
            <p:cNvSpPr/>
            <p:nvPr/>
          </p:nvSpPr>
          <p:spPr>
            <a:xfrm rot="0">
              <a:off x="4534" y="3414"/>
              <a:ext cx="323" cy="373"/>
            </a:xfrm>
            <a:custGeom>
              <a:avLst/>
              <a:ahLst/>
              <a:rect l="0" t="0" r="r" b="b"/>
              <a:pathLst>
                <a:path w="968" h="1120">
                  <a:moveTo>
                    <a:pt x="968" y="46"/>
                  </a:moveTo>
                  <a:lnTo>
                    <a:pt x="943" y="23"/>
                  </a:lnTo>
                  <a:lnTo>
                    <a:pt x="917" y="0"/>
                  </a:lnTo>
                  <a:lnTo>
                    <a:pt x="0" y="1074"/>
                  </a:lnTo>
                  <a:lnTo>
                    <a:pt x="26" y="1097"/>
                  </a:lnTo>
                  <a:lnTo>
                    <a:pt x="51" y="1120"/>
                  </a:lnTo>
                  <a:lnTo>
                    <a:pt x="968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87" name=""/>
            <p:cNvSpPr/>
            <p:nvPr/>
          </p:nvSpPr>
          <p:spPr>
            <a:xfrm rot="0">
              <a:off x="4534" y="3414"/>
              <a:ext cx="323" cy="373"/>
            </a:xfrm>
            <a:custGeom>
              <a:avLst/>
              <a:ahLst/>
              <a:rect l="0" t="0" r="r" b="b"/>
              <a:pathLst>
                <a:path w="968" h="1120">
                  <a:moveTo>
                    <a:pt x="968" y="46"/>
                  </a:moveTo>
                  <a:lnTo>
                    <a:pt x="943" y="23"/>
                  </a:lnTo>
                  <a:lnTo>
                    <a:pt x="917" y="0"/>
                  </a:lnTo>
                  <a:lnTo>
                    <a:pt x="0" y="1074"/>
                  </a:lnTo>
                  <a:lnTo>
                    <a:pt x="26" y="1097"/>
                  </a:lnTo>
                  <a:lnTo>
                    <a:pt x="51" y="1120"/>
                  </a:lnTo>
                  <a:lnTo>
                    <a:pt x="968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88" name=""/>
            <p:cNvSpPr/>
            <p:nvPr/>
          </p:nvSpPr>
          <p:spPr>
            <a:xfrm rot="0">
              <a:off x="4531" y="3772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34" y="23"/>
                  </a:moveTo>
                  <a:lnTo>
                    <a:pt x="59" y="46"/>
                  </a:lnTo>
                  <a:lnTo>
                    <a:pt x="51" y="53"/>
                  </a:lnTo>
                  <a:lnTo>
                    <a:pt x="42" y="57"/>
                  </a:lnTo>
                  <a:lnTo>
                    <a:pt x="31" y="57"/>
                  </a:lnTo>
                  <a:lnTo>
                    <a:pt x="20" y="56"/>
                  </a:lnTo>
                  <a:lnTo>
                    <a:pt x="11" y="49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1" y="10"/>
                  </a:lnTo>
                  <a:lnTo>
                    <a:pt x="8" y="0"/>
                  </a:lnTo>
                  <a:lnTo>
                    <a:pt x="3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89" name=""/>
            <p:cNvSpPr/>
            <p:nvPr/>
          </p:nvSpPr>
          <p:spPr>
            <a:xfrm rot="0">
              <a:off x="4531" y="3772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59" y="46"/>
                  </a:moveTo>
                  <a:lnTo>
                    <a:pt x="51" y="53"/>
                  </a:lnTo>
                  <a:lnTo>
                    <a:pt x="42" y="57"/>
                  </a:lnTo>
                  <a:lnTo>
                    <a:pt x="31" y="57"/>
                  </a:lnTo>
                  <a:lnTo>
                    <a:pt x="20" y="56"/>
                  </a:lnTo>
                  <a:lnTo>
                    <a:pt x="11" y="49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1" y="10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90" name=""/>
            <p:cNvSpPr/>
            <p:nvPr/>
          </p:nvSpPr>
          <p:spPr>
            <a:xfrm rot="0">
              <a:off x="4837" y="3410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91" name=""/>
            <p:cNvSpPr/>
            <p:nvPr/>
          </p:nvSpPr>
          <p:spPr>
            <a:xfrm rot="0">
              <a:off x="4837" y="3410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92" name=""/>
            <p:cNvSpPr/>
            <p:nvPr/>
          </p:nvSpPr>
          <p:spPr>
            <a:xfrm rot="0">
              <a:off x="4837" y="3421"/>
              <a:ext cx="23" cy="183"/>
            </a:xfrm>
            <a:custGeom>
              <a:avLst/>
              <a:ahLst/>
              <a:rect l="0" t="0" r="r" b="b"/>
              <a:pathLst>
                <a:path w="68" h="547">
                  <a:moveTo>
                    <a:pt x="68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34" y="547"/>
                  </a:lnTo>
                  <a:lnTo>
                    <a:pt x="68" y="547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93" name=""/>
            <p:cNvSpPr/>
            <p:nvPr/>
          </p:nvSpPr>
          <p:spPr>
            <a:xfrm rot="0">
              <a:off x="4837" y="3421"/>
              <a:ext cx="23" cy="183"/>
            </a:xfrm>
            <a:custGeom>
              <a:avLst/>
              <a:ahLst/>
              <a:rect l="0" t="0" r="r" b="b"/>
              <a:pathLst>
                <a:path w="68" h="547">
                  <a:moveTo>
                    <a:pt x="68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34" y="547"/>
                  </a:lnTo>
                  <a:lnTo>
                    <a:pt x="68" y="547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94" name=""/>
            <p:cNvSpPr/>
            <p:nvPr/>
          </p:nvSpPr>
          <p:spPr>
            <a:xfrm rot="0">
              <a:off x="4837" y="3604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4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95" name=""/>
            <p:cNvSpPr/>
            <p:nvPr/>
          </p:nvSpPr>
          <p:spPr>
            <a:xfrm rot="0">
              <a:off x="4837" y="3604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96" name=""/>
            <p:cNvSpPr/>
            <p:nvPr/>
          </p:nvSpPr>
          <p:spPr>
            <a:xfrm rot="0">
              <a:off x="5031" y="37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59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97" name=""/>
            <p:cNvSpPr/>
            <p:nvPr/>
          </p:nvSpPr>
          <p:spPr>
            <a:xfrm rot="0">
              <a:off x="5031" y="370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898" name=""/>
            <p:cNvSpPr/>
            <p:nvPr/>
          </p:nvSpPr>
          <p:spPr>
            <a:xfrm rot="0">
              <a:off x="4842" y="3594"/>
              <a:ext cx="201" cy="129"/>
            </a:xfrm>
            <a:custGeom>
              <a:avLst/>
              <a:ahLst/>
              <a:rect l="0" t="0" r="r" b="b"/>
              <a:pathLst>
                <a:path w="602" h="387">
                  <a:moveTo>
                    <a:pt x="567" y="387"/>
                  </a:moveTo>
                  <a:lnTo>
                    <a:pt x="584" y="357"/>
                  </a:lnTo>
                  <a:lnTo>
                    <a:pt x="602" y="328"/>
                  </a:lnTo>
                  <a:lnTo>
                    <a:pt x="35" y="0"/>
                  </a:lnTo>
                  <a:lnTo>
                    <a:pt x="18" y="30"/>
                  </a:lnTo>
                  <a:lnTo>
                    <a:pt x="0" y="59"/>
                  </a:lnTo>
                  <a:lnTo>
                    <a:pt x="567" y="3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899" name=""/>
            <p:cNvSpPr/>
            <p:nvPr/>
          </p:nvSpPr>
          <p:spPr>
            <a:xfrm rot="0">
              <a:off x="4842" y="3594"/>
              <a:ext cx="201" cy="129"/>
            </a:xfrm>
            <a:custGeom>
              <a:avLst/>
              <a:ahLst/>
              <a:rect l="0" t="0" r="r" b="b"/>
              <a:pathLst>
                <a:path w="602" h="387">
                  <a:moveTo>
                    <a:pt x="567" y="387"/>
                  </a:moveTo>
                  <a:lnTo>
                    <a:pt x="584" y="357"/>
                  </a:lnTo>
                  <a:lnTo>
                    <a:pt x="602" y="328"/>
                  </a:lnTo>
                  <a:lnTo>
                    <a:pt x="35" y="0"/>
                  </a:lnTo>
                  <a:lnTo>
                    <a:pt x="18" y="30"/>
                  </a:lnTo>
                  <a:lnTo>
                    <a:pt x="0" y="59"/>
                  </a:lnTo>
                  <a:lnTo>
                    <a:pt x="567" y="3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00" name=""/>
            <p:cNvSpPr/>
            <p:nvPr/>
          </p:nvSpPr>
          <p:spPr>
            <a:xfrm rot="0">
              <a:off x="4837" y="35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01" name=""/>
            <p:cNvSpPr/>
            <p:nvPr/>
          </p:nvSpPr>
          <p:spPr>
            <a:xfrm rot="0">
              <a:off x="4837" y="35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02" name=""/>
            <p:cNvSpPr/>
            <p:nvPr/>
          </p:nvSpPr>
          <p:spPr>
            <a:xfrm rot="0">
              <a:off x="4531" y="377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03" name=""/>
            <p:cNvSpPr/>
            <p:nvPr/>
          </p:nvSpPr>
          <p:spPr>
            <a:xfrm rot="0">
              <a:off x="4531" y="377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04" name=""/>
            <p:cNvSpPr/>
            <p:nvPr/>
          </p:nvSpPr>
          <p:spPr>
            <a:xfrm rot="0">
              <a:off x="4537" y="3594"/>
              <a:ext cx="317" cy="195"/>
            </a:xfrm>
            <a:custGeom>
              <a:avLst/>
              <a:ahLst/>
              <a:rect l="0" t="0" r="r" b="b"/>
              <a:pathLst>
                <a:path w="952" h="587">
                  <a:moveTo>
                    <a:pt x="0" y="528"/>
                  </a:moveTo>
                  <a:lnTo>
                    <a:pt x="18" y="557"/>
                  </a:lnTo>
                  <a:lnTo>
                    <a:pt x="35" y="587"/>
                  </a:lnTo>
                  <a:lnTo>
                    <a:pt x="952" y="59"/>
                  </a:lnTo>
                  <a:lnTo>
                    <a:pt x="935" y="30"/>
                  </a:lnTo>
                  <a:lnTo>
                    <a:pt x="917" y="0"/>
                  </a:lnTo>
                  <a:lnTo>
                    <a:pt x="0" y="5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05" name=""/>
            <p:cNvSpPr/>
            <p:nvPr/>
          </p:nvSpPr>
          <p:spPr>
            <a:xfrm rot="0">
              <a:off x="4537" y="3594"/>
              <a:ext cx="317" cy="195"/>
            </a:xfrm>
            <a:custGeom>
              <a:avLst/>
              <a:ahLst/>
              <a:rect l="0" t="0" r="r" b="b"/>
              <a:pathLst>
                <a:path w="952" h="587">
                  <a:moveTo>
                    <a:pt x="0" y="528"/>
                  </a:moveTo>
                  <a:lnTo>
                    <a:pt x="18" y="557"/>
                  </a:lnTo>
                  <a:lnTo>
                    <a:pt x="35" y="587"/>
                  </a:lnTo>
                  <a:lnTo>
                    <a:pt x="952" y="59"/>
                  </a:lnTo>
                  <a:lnTo>
                    <a:pt x="935" y="30"/>
                  </a:lnTo>
                  <a:lnTo>
                    <a:pt x="917" y="0"/>
                  </a:lnTo>
                  <a:lnTo>
                    <a:pt x="0" y="5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06" name=""/>
            <p:cNvSpPr/>
            <p:nvPr/>
          </p:nvSpPr>
          <p:spPr>
            <a:xfrm rot="0">
              <a:off x="4842" y="35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07" name=""/>
            <p:cNvSpPr/>
            <p:nvPr/>
          </p:nvSpPr>
          <p:spPr>
            <a:xfrm rot="0">
              <a:off x="4842" y="35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08" name=""/>
            <p:cNvSpPr/>
            <p:nvPr/>
          </p:nvSpPr>
          <p:spPr>
            <a:xfrm rot="0">
              <a:off x="4611" y="394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09" name=""/>
            <p:cNvSpPr/>
            <p:nvPr/>
          </p:nvSpPr>
          <p:spPr>
            <a:xfrm rot="0">
              <a:off x="4611" y="394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10" name=""/>
            <p:cNvSpPr/>
            <p:nvPr/>
          </p:nvSpPr>
          <p:spPr>
            <a:xfrm rot="0">
              <a:off x="4275" y="3750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1008" y="642"/>
                  </a:moveTo>
                  <a:lnTo>
                    <a:pt x="1026" y="612"/>
                  </a:lnTo>
                  <a:lnTo>
                    <a:pt x="1043" y="583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1008" y="6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11" name=""/>
            <p:cNvSpPr/>
            <p:nvPr/>
          </p:nvSpPr>
          <p:spPr>
            <a:xfrm rot="0">
              <a:off x="4275" y="3750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1008" y="642"/>
                  </a:moveTo>
                  <a:lnTo>
                    <a:pt x="1026" y="612"/>
                  </a:lnTo>
                  <a:lnTo>
                    <a:pt x="1043" y="583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1008" y="6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12" name=""/>
            <p:cNvSpPr/>
            <p:nvPr/>
          </p:nvSpPr>
          <p:spPr>
            <a:xfrm rot="0">
              <a:off x="4270" y="374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13" name=""/>
            <p:cNvSpPr/>
            <p:nvPr/>
          </p:nvSpPr>
          <p:spPr>
            <a:xfrm rot="0">
              <a:off x="4270" y="3749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14" name=""/>
            <p:cNvSpPr/>
            <p:nvPr/>
          </p:nvSpPr>
          <p:spPr>
            <a:xfrm rot="0">
              <a:off x="5157" y="3387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15" name=""/>
            <p:cNvSpPr/>
            <p:nvPr/>
          </p:nvSpPr>
          <p:spPr>
            <a:xfrm rot="0">
              <a:off x="5157" y="3387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7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16" name=""/>
            <p:cNvSpPr/>
            <p:nvPr/>
          </p:nvSpPr>
          <p:spPr>
            <a:xfrm rot="0">
              <a:off x="4821" y="3193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1008" y="642"/>
                  </a:moveTo>
                  <a:lnTo>
                    <a:pt x="1026" y="612"/>
                  </a:lnTo>
                  <a:lnTo>
                    <a:pt x="1043" y="583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1008" y="6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17" name=""/>
            <p:cNvSpPr/>
            <p:nvPr/>
          </p:nvSpPr>
          <p:spPr>
            <a:xfrm rot="0">
              <a:off x="4821" y="3193"/>
              <a:ext cx="348" cy="214"/>
            </a:xfrm>
            <a:custGeom>
              <a:avLst/>
              <a:ahLst/>
              <a:rect l="0" t="0" r="r" b="b"/>
              <a:pathLst>
                <a:path w="1043" h="642">
                  <a:moveTo>
                    <a:pt x="1008" y="642"/>
                  </a:moveTo>
                  <a:lnTo>
                    <a:pt x="1026" y="612"/>
                  </a:lnTo>
                  <a:lnTo>
                    <a:pt x="1043" y="583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59"/>
                  </a:lnTo>
                  <a:lnTo>
                    <a:pt x="1008" y="6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18" name=""/>
            <p:cNvSpPr/>
            <p:nvPr/>
          </p:nvSpPr>
          <p:spPr>
            <a:xfrm rot="0">
              <a:off x="4816" y="31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4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19" name=""/>
            <p:cNvSpPr/>
            <p:nvPr/>
          </p:nvSpPr>
          <p:spPr>
            <a:xfrm rot="0">
              <a:off x="4816" y="31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20" name=""/>
            <p:cNvSpPr/>
            <p:nvPr/>
          </p:nvSpPr>
          <p:spPr>
            <a:xfrm rot="0">
              <a:off x="4690" y="326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21" name=""/>
            <p:cNvSpPr/>
            <p:nvPr/>
          </p:nvSpPr>
          <p:spPr>
            <a:xfrm rot="0">
              <a:off x="4690" y="3264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22" name=""/>
            <p:cNvSpPr/>
            <p:nvPr/>
          </p:nvSpPr>
          <p:spPr>
            <a:xfrm rot="0">
              <a:off x="4695" y="3266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  <a:lnTo>
                    <a:pt x="1026" y="612"/>
                  </a:lnTo>
                  <a:lnTo>
                    <a:pt x="1044" y="582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23" name=""/>
            <p:cNvSpPr/>
            <p:nvPr/>
          </p:nvSpPr>
          <p:spPr>
            <a:xfrm rot="0">
              <a:off x="4695" y="3266"/>
              <a:ext cx="348" cy="214"/>
            </a:xfrm>
            <a:custGeom>
              <a:avLst/>
              <a:ahLst/>
              <a:rect l="0" t="0" r="r" b="b"/>
              <a:pathLst>
                <a:path w="1044" h="642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1009" y="642"/>
                  </a:lnTo>
                  <a:lnTo>
                    <a:pt x="1026" y="612"/>
                  </a:lnTo>
                  <a:lnTo>
                    <a:pt x="1044" y="58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24" name=""/>
            <p:cNvSpPr/>
            <p:nvPr/>
          </p:nvSpPr>
          <p:spPr>
            <a:xfrm rot="0">
              <a:off x="5031" y="3460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17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0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25" name=""/>
            <p:cNvSpPr/>
            <p:nvPr/>
          </p:nvSpPr>
          <p:spPr>
            <a:xfrm rot="0">
              <a:off x="5031" y="3460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5" y="0"/>
                  </a:move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6"/>
                  </a:lnTo>
                  <a:lnTo>
                    <a:pt x="31" y="61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26" name=""/>
            <p:cNvSpPr/>
            <p:nvPr/>
          </p:nvSpPr>
          <p:spPr>
            <a:xfrm rot="0">
              <a:off x="4384" y="368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3"/>
                  </a:moveTo>
                  <a:lnTo>
                    <a:pt x="16" y="63"/>
                  </a:ln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27" name=""/>
            <p:cNvSpPr/>
            <p:nvPr/>
          </p:nvSpPr>
          <p:spPr>
            <a:xfrm rot="0">
              <a:off x="4384" y="3683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6"/>
                  </a:lnTo>
                  <a:lnTo>
                    <a:pt x="3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28" name=""/>
            <p:cNvSpPr/>
            <p:nvPr/>
          </p:nvSpPr>
          <p:spPr>
            <a:xfrm rot="0">
              <a:off x="4389" y="3685"/>
              <a:ext cx="159" cy="104"/>
            </a:xfrm>
            <a:custGeom>
              <a:avLst/>
              <a:ahLst/>
              <a:rect l="0" t="0" r="r" b="b"/>
              <a:pathLst>
                <a:path w="477" h="314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442" y="314"/>
                  </a:lnTo>
                  <a:lnTo>
                    <a:pt x="460" y="284"/>
                  </a:lnTo>
                  <a:lnTo>
                    <a:pt x="477" y="25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29" name=""/>
            <p:cNvSpPr/>
            <p:nvPr/>
          </p:nvSpPr>
          <p:spPr>
            <a:xfrm rot="0">
              <a:off x="4389" y="3685"/>
              <a:ext cx="159" cy="104"/>
            </a:xfrm>
            <a:custGeom>
              <a:avLst/>
              <a:ahLst/>
              <a:rect l="0" t="0" r="r" b="b"/>
              <a:pathLst>
                <a:path w="477" h="314">
                  <a:moveTo>
                    <a:pt x="35" y="0"/>
                  </a:moveTo>
                  <a:lnTo>
                    <a:pt x="18" y="29"/>
                  </a:lnTo>
                  <a:lnTo>
                    <a:pt x="0" y="59"/>
                  </a:lnTo>
                  <a:lnTo>
                    <a:pt x="442" y="314"/>
                  </a:lnTo>
                  <a:lnTo>
                    <a:pt x="460" y="284"/>
                  </a:lnTo>
                  <a:lnTo>
                    <a:pt x="477" y="25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30" name=""/>
            <p:cNvSpPr/>
            <p:nvPr/>
          </p:nvSpPr>
          <p:spPr>
            <a:xfrm rot="0">
              <a:off x="4537" y="377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31" name=""/>
            <p:cNvSpPr/>
            <p:nvPr/>
          </p:nvSpPr>
          <p:spPr>
            <a:xfrm rot="0">
              <a:off x="4537" y="3770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32" name=""/>
            <p:cNvSpPr/>
            <p:nvPr/>
          </p:nvSpPr>
          <p:spPr>
            <a:xfrm rot="0">
              <a:off x="4270" y="3907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33" name=""/>
            <p:cNvSpPr/>
            <p:nvPr/>
          </p:nvSpPr>
          <p:spPr>
            <a:xfrm rot="0">
              <a:off x="4270" y="3907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34" name=""/>
            <p:cNvSpPr/>
            <p:nvPr/>
          </p:nvSpPr>
          <p:spPr>
            <a:xfrm rot="0">
              <a:off x="4270" y="3760"/>
              <a:ext cx="23" cy="147"/>
            </a:xfrm>
            <a:custGeom>
              <a:avLst/>
              <a:ahLst/>
              <a:rect l="0" t="0" r="r" b="b"/>
              <a:pathLst>
                <a:path w="68" h="440">
                  <a:moveTo>
                    <a:pt x="0" y="440"/>
                  </a:moveTo>
                  <a:lnTo>
                    <a:pt x="33" y="440"/>
                  </a:lnTo>
                  <a:lnTo>
                    <a:pt x="68" y="440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35" name=""/>
            <p:cNvSpPr/>
            <p:nvPr/>
          </p:nvSpPr>
          <p:spPr>
            <a:xfrm rot="0">
              <a:off x="4270" y="3760"/>
              <a:ext cx="23" cy="147"/>
            </a:xfrm>
            <a:custGeom>
              <a:avLst/>
              <a:ahLst/>
              <a:rect l="0" t="0" r="r" b="b"/>
              <a:pathLst>
                <a:path w="68" h="440">
                  <a:moveTo>
                    <a:pt x="0" y="440"/>
                  </a:moveTo>
                  <a:lnTo>
                    <a:pt x="33" y="440"/>
                  </a:lnTo>
                  <a:lnTo>
                    <a:pt x="68" y="440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36" name=""/>
            <p:cNvSpPr/>
            <p:nvPr/>
          </p:nvSpPr>
          <p:spPr>
            <a:xfrm rot="0">
              <a:off x="4270" y="3749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37" name=""/>
            <p:cNvSpPr/>
            <p:nvPr/>
          </p:nvSpPr>
          <p:spPr>
            <a:xfrm rot="0">
              <a:off x="4270" y="3749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38" name=""/>
            <p:cNvSpPr/>
            <p:nvPr/>
          </p:nvSpPr>
          <p:spPr>
            <a:xfrm rot="0">
              <a:off x="4611" y="40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39" name=""/>
            <p:cNvSpPr/>
            <p:nvPr/>
          </p:nvSpPr>
          <p:spPr>
            <a:xfrm rot="0">
              <a:off x="4611" y="40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5" y="0"/>
                  </a:moveTo>
                  <a:lnTo>
                    <a:pt x="43" y="6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7" y="47"/>
                  </a:lnTo>
                  <a:lnTo>
                    <a:pt x="41" y="55"/>
                  </a:lnTo>
                  <a:lnTo>
                    <a:pt x="31" y="60"/>
                  </a:lnTo>
                  <a:lnTo>
                    <a:pt x="22" y="63"/>
                  </a:lnTo>
                  <a:lnTo>
                    <a:pt x="11" y="63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40" name=""/>
            <p:cNvSpPr/>
            <p:nvPr/>
          </p:nvSpPr>
          <p:spPr>
            <a:xfrm rot="0">
              <a:off x="4275" y="3897"/>
              <a:ext cx="348" cy="215"/>
            </a:xfrm>
            <a:custGeom>
              <a:avLst/>
              <a:ahLst/>
              <a:rect l="0" t="0" r="r" b="b"/>
              <a:pathLst>
                <a:path w="1043" h="644">
                  <a:moveTo>
                    <a:pt x="1008" y="644"/>
                  </a:moveTo>
                  <a:lnTo>
                    <a:pt x="1026" y="614"/>
                  </a:lnTo>
                  <a:lnTo>
                    <a:pt x="1043" y="585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60"/>
                  </a:lnTo>
                  <a:lnTo>
                    <a:pt x="1008" y="6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41" name=""/>
            <p:cNvSpPr/>
            <p:nvPr/>
          </p:nvSpPr>
          <p:spPr>
            <a:xfrm rot="0">
              <a:off x="4275" y="3897"/>
              <a:ext cx="348" cy="215"/>
            </a:xfrm>
            <a:custGeom>
              <a:avLst/>
              <a:ahLst/>
              <a:rect l="0" t="0" r="r" b="b"/>
              <a:pathLst>
                <a:path w="1043" h="644">
                  <a:moveTo>
                    <a:pt x="1008" y="644"/>
                  </a:moveTo>
                  <a:lnTo>
                    <a:pt x="1026" y="614"/>
                  </a:lnTo>
                  <a:lnTo>
                    <a:pt x="1043" y="585"/>
                  </a:lnTo>
                  <a:lnTo>
                    <a:pt x="35" y="0"/>
                  </a:lnTo>
                  <a:lnTo>
                    <a:pt x="17" y="30"/>
                  </a:lnTo>
                  <a:lnTo>
                    <a:pt x="0" y="60"/>
                  </a:lnTo>
                  <a:lnTo>
                    <a:pt x="1008" y="6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42" name=""/>
            <p:cNvSpPr/>
            <p:nvPr/>
          </p:nvSpPr>
          <p:spPr>
            <a:xfrm rot="0">
              <a:off x="4270" y="3896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3" y="34"/>
                  </a:moveTo>
                  <a:lnTo>
                    <a:pt x="16" y="64"/>
                  </a:ln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43" name=""/>
            <p:cNvSpPr/>
            <p:nvPr/>
          </p:nvSpPr>
          <p:spPr>
            <a:xfrm rot="0">
              <a:off x="4270" y="3896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16" y="64"/>
                  </a:move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44" name=""/>
            <p:cNvSpPr/>
            <p:nvPr/>
          </p:nvSpPr>
          <p:spPr>
            <a:xfrm rot="0">
              <a:off x="4606" y="3943"/>
              <a:ext cx="22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45" name=""/>
            <p:cNvSpPr/>
            <p:nvPr/>
          </p:nvSpPr>
          <p:spPr>
            <a:xfrm rot="0">
              <a:off x="4606" y="3943"/>
              <a:ext cx="22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46" name=""/>
            <p:cNvSpPr/>
            <p:nvPr/>
          </p:nvSpPr>
          <p:spPr>
            <a:xfrm rot="0">
              <a:off x="4606" y="3954"/>
              <a:ext cx="23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1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47" name=""/>
            <p:cNvSpPr/>
            <p:nvPr/>
          </p:nvSpPr>
          <p:spPr>
            <a:xfrm rot="0">
              <a:off x="4606" y="3954"/>
              <a:ext cx="23" cy="148"/>
            </a:xfrm>
            <a:custGeom>
              <a:avLst/>
              <a:ahLst/>
              <a:rect l="0" t="0" r="r" b="b"/>
              <a:pathLst>
                <a:path w="70" h="44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1" y="442"/>
                  </a:lnTo>
                  <a:lnTo>
                    <a:pt x="35" y="442"/>
                  </a:lnTo>
                  <a:lnTo>
                    <a:pt x="70" y="442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48" name=""/>
            <p:cNvSpPr/>
            <p:nvPr/>
          </p:nvSpPr>
          <p:spPr>
            <a:xfrm rot="0">
              <a:off x="4606" y="4102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49" name=""/>
            <p:cNvSpPr/>
            <p:nvPr/>
          </p:nvSpPr>
          <p:spPr>
            <a:xfrm rot="0">
              <a:off x="4606" y="4102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50" name=""/>
            <p:cNvSpPr/>
            <p:nvPr/>
          </p:nvSpPr>
          <p:spPr>
            <a:xfrm rot="0">
              <a:off x="5031" y="370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51" name=""/>
            <p:cNvSpPr/>
            <p:nvPr/>
          </p:nvSpPr>
          <p:spPr>
            <a:xfrm rot="0">
              <a:off x="5031" y="370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52" name=""/>
            <p:cNvSpPr/>
            <p:nvPr/>
          </p:nvSpPr>
          <p:spPr>
            <a:xfrm rot="0">
              <a:off x="4611" y="3703"/>
              <a:ext cx="432" cy="261"/>
            </a:xfrm>
            <a:custGeom>
              <a:avLst/>
              <a:ahLst/>
              <a:rect l="0" t="0" r="r" b="b"/>
              <a:pathLst>
                <a:path w="1296" h="784">
                  <a:moveTo>
                    <a:pt x="1296" y="59"/>
                  </a:moveTo>
                  <a:lnTo>
                    <a:pt x="1278" y="29"/>
                  </a:lnTo>
                  <a:lnTo>
                    <a:pt x="1261" y="0"/>
                  </a:lnTo>
                  <a:lnTo>
                    <a:pt x="0" y="725"/>
                  </a:lnTo>
                  <a:lnTo>
                    <a:pt x="17" y="754"/>
                  </a:lnTo>
                  <a:lnTo>
                    <a:pt x="35" y="784"/>
                  </a:lnTo>
                  <a:lnTo>
                    <a:pt x="1296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53" name=""/>
            <p:cNvSpPr/>
            <p:nvPr/>
          </p:nvSpPr>
          <p:spPr>
            <a:xfrm rot="0">
              <a:off x="4611" y="3703"/>
              <a:ext cx="432" cy="261"/>
            </a:xfrm>
            <a:custGeom>
              <a:avLst/>
              <a:ahLst/>
              <a:rect l="0" t="0" r="r" b="b"/>
              <a:pathLst>
                <a:path w="1296" h="784">
                  <a:moveTo>
                    <a:pt x="1296" y="59"/>
                  </a:moveTo>
                  <a:lnTo>
                    <a:pt x="1278" y="29"/>
                  </a:lnTo>
                  <a:lnTo>
                    <a:pt x="1261" y="0"/>
                  </a:lnTo>
                  <a:lnTo>
                    <a:pt x="0" y="725"/>
                  </a:lnTo>
                  <a:lnTo>
                    <a:pt x="17" y="754"/>
                  </a:lnTo>
                  <a:lnTo>
                    <a:pt x="35" y="784"/>
                  </a:lnTo>
                  <a:lnTo>
                    <a:pt x="1296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54" name=""/>
            <p:cNvSpPr/>
            <p:nvPr/>
          </p:nvSpPr>
          <p:spPr>
            <a:xfrm rot="0">
              <a:off x="4606" y="394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55" name=""/>
            <p:cNvSpPr/>
            <p:nvPr/>
          </p:nvSpPr>
          <p:spPr>
            <a:xfrm rot="0">
              <a:off x="4606" y="394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56" name=""/>
            <p:cNvSpPr/>
            <p:nvPr/>
          </p:nvSpPr>
          <p:spPr>
            <a:xfrm rot="0">
              <a:off x="5026" y="345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57" name=""/>
            <p:cNvSpPr/>
            <p:nvPr/>
          </p:nvSpPr>
          <p:spPr>
            <a:xfrm rot="0">
              <a:off x="5026" y="345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58" name=""/>
            <p:cNvSpPr/>
            <p:nvPr/>
          </p:nvSpPr>
          <p:spPr>
            <a:xfrm rot="0">
              <a:off x="5026" y="3470"/>
              <a:ext cx="23" cy="243"/>
            </a:xfrm>
            <a:custGeom>
              <a:avLst/>
              <a:ahLst/>
              <a:rect l="0" t="0" r="r" b="b"/>
              <a:pathLst>
                <a:path w="68" h="72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29"/>
                  </a:lnTo>
                  <a:lnTo>
                    <a:pt x="33" y="729"/>
                  </a:lnTo>
                  <a:lnTo>
                    <a:pt x="68" y="729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59" name=""/>
            <p:cNvSpPr/>
            <p:nvPr/>
          </p:nvSpPr>
          <p:spPr>
            <a:xfrm rot="0">
              <a:off x="5026" y="3470"/>
              <a:ext cx="23" cy="243"/>
            </a:xfrm>
            <a:custGeom>
              <a:avLst/>
              <a:ahLst/>
              <a:rect l="0" t="0" r="r" b="b"/>
              <a:pathLst>
                <a:path w="68" h="72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29"/>
                  </a:lnTo>
                  <a:lnTo>
                    <a:pt x="33" y="729"/>
                  </a:lnTo>
                  <a:lnTo>
                    <a:pt x="68" y="729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60" name=""/>
            <p:cNvSpPr/>
            <p:nvPr/>
          </p:nvSpPr>
          <p:spPr>
            <a:xfrm rot="0">
              <a:off x="5026" y="3713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61" name=""/>
            <p:cNvSpPr/>
            <p:nvPr/>
          </p:nvSpPr>
          <p:spPr>
            <a:xfrm rot="0">
              <a:off x="5026" y="3713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62" name=""/>
            <p:cNvSpPr/>
            <p:nvPr/>
          </p:nvSpPr>
          <p:spPr>
            <a:xfrm rot="0">
              <a:off x="5157" y="338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63" name=""/>
            <p:cNvSpPr/>
            <p:nvPr/>
          </p:nvSpPr>
          <p:spPr>
            <a:xfrm rot="0">
              <a:off x="5157" y="338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64" name=""/>
            <p:cNvSpPr/>
            <p:nvPr/>
          </p:nvSpPr>
          <p:spPr>
            <a:xfrm rot="0">
              <a:off x="5031" y="3387"/>
              <a:ext cx="138" cy="93"/>
            </a:xfrm>
            <a:custGeom>
              <a:avLst/>
              <a:ahLst/>
              <a:rect l="0" t="0" r="r" b="b"/>
              <a:pathLst>
                <a:path w="413" h="277">
                  <a:moveTo>
                    <a:pt x="413" y="59"/>
                  </a:moveTo>
                  <a:lnTo>
                    <a:pt x="396" y="29"/>
                  </a:lnTo>
                  <a:lnTo>
                    <a:pt x="378" y="0"/>
                  </a:lnTo>
                  <a:lnTo>
                    <a:pt x="0" y="217"/>
                  </a:lnTo>
                  <a:lnTo>
                    <a:pt x="17" y="247"/>
                  </a:lnTo>
                  <a:lnTo>
                    <a:pt x="35" y="277"/>
                  </a:lnTo>
                  <a:lnTo>
                    <a:pt x="41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65" name=""/>
            <p:cNvSpPr/>
            <p:nvPr/>
          </p:nvSpPr>
          <p:spPr>
            <a:xfrm rot="0">
              <a:off x="5031" y="3387"/>
              <a:ext cx="138" cy="93"/>
            </a:xfrm>
            <a:custGeom>
              <a:avLst/>
              <a:ahLst/>
              <a:rect l="0" t="0" r="r" b="b"/>
              <a:pathLst>
                <a:path w="413" h="277">
                  <a:moveTo>
                    <a:pt x="413" y="59"/>
                  </a:moveTo>
                  <a:lnTo>
                    <a:pt x="396" y="29"/>
                  </a:lnTo>
                  <a:lnTo>
                    <a:pt x="378" y="0"/>
                  </a:lnTo>
                  <a:lnTo>
                    <a:pt x="0" y="217"/>
                  </a:lnTo>
                  <a:lnTo>
                    <a:pt x="17" y="247"/>
                  </a:lnTo>
                  <a:lnTo>
                    <a:pt x="35" y="277"/>
                  </a:lnTo>
                  <a:lnTo>
                    <a:pt x="41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66" name=""/>
            <p:cNvSpPr/>
            <p:nvPr/>
          </p:nvSpPr>
          <p:spPr>
            <a:xfrm rot="0">
              <a:off x="5026" y="3460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33" y="30"/>
                  </a:moveTo>
                  <a:lnTo>
                    <a:pt x="51" y="60"/>
                  </a:lnTo>
                  <a:lnTo>
                    <a:pt x="40" y="64"/>
                  </a:lnTo>
                  <a:lnTo>
                    <a:pt x="29" y="64"/>
                  </a:lnTo>
                  <a:lnTo>
                    <a:pt x="20" y="61"/>
                  </a:lnTo>
                  <a:lnTo>
                    <a:pt x="10" y="56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67" name=""/>
            <p:cNvSpPr/>
            <p:nvPr/>
          </p:nvSpPr>
          <p:spPr>
            <a:xfrm rot="0">
              <a:off x="5026" y="3460"/>
              <a:ext cx="17" cy="21"/>
            </a:xfrm>
            <a:custGeom>
              <a:avLst/>
              <a:ahLst/>
              <a:rect l="0" t="0" r="r" b="b"/>
              <a:pathLst>
                <a:path w="51" h="64">
                  <a:moveTo>
                    <a:pt x="51" y="60"/>
                  </a:moveTo>
                  <a:lnTo>
                    <a:pt x="40" y="64"/>
                  </a:lnTo>
                  <a:lnTo>
                    <a:pt x="29" y="64"/>
                  </a:lnTo>
                  <a:lnTo>
                    <a:pt x="20" y="61"/>
                  </a:lnTo>
                  <a:lnTo>
                    <a:pt x="10" y="56"/>
                  </a:lnTo>
                  <a:lnTo>
                    <a:pt x="4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68" name=""/>
            <p:cNvSpPr/>
            <p:nvPr/>
          </p:nvSpPr>
          <p:spPr>
            <a:xfrm rot="0">
              <a:off x="5152" y="378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69" name=""/>
            <p:cNvSpPr/>
            <p:nvPr/>
          </p:nvSpPr>
          <p:spPr>
            <a:xfrm rot="0">
              <a:off x="5152" y="378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70" name=""/>
            <p:cNvSpPr/>
            <p:nvPr/>
          </p:nvSpPr>
          <p:spPr>
            <a:xfrm rot="0">
              <a:off x="5152" y="3397"/>
              <a:ext cx="23" cy="389"/>
            </a:xfrm>
            <a:custGeom>
              <a:avLst/>
              <a:ahLst/>
              <a:rect l="0" t="0" r="r" b="b"/>
              <a:pathLst>
                <a:path w="69" h="1166">
                  <a:moveTo>
                    <a:pt x="0" y="1166"/>
                  </a:moveTo>
                  <a:lnTo>
                    <a:pt x="34" y="1166"/>
                  </a:lnTo>
                  <a:lnTo>
                    <a:pt x="69" y="1166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71" name=""/>
            <p:cNvSpPr/>
            <p:nvPr/>
          </p:nvSpPr>
          <p:spPr>
            <a:xfrm rot="0">
              <a:off x="5152" y="3397"/>
              <a:ext cx="23" cy="389"/>
            </a:xfrm>
            <a:custGeom>
              <a:avLst/>
              <a:ahLst/>
              <a:rect l="0" t="0" r="r" b="b"/>
              <a:pathLst>
                <a:path w="69" h="1166">
                  <a:moveTo>
                    <a:pt x="0" y="1166"/>
                  </a:moveTo>
                  <a:lnTo>
                    <a:pt x="34" y="1166"/>
                  </a:lnTo>
                  <a:lnTo>
                    <a:pt x="69" y="1166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72" name=""/>
            <p:cNvSpPr/>
            <p:nvPr/>
          </p:nvSpPr>
          <p:spPr>
            <a:xfrm rot="0">
              <a:off x="5152" y="338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73" name=""/>
            <p:cNvSpPr/>
            <p:nvPr/>
          </p:nvSpPr>
          <p:spPr>
            <a:xfrm rot="0">
              <a:off x="5152" y="338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74" name=""/>
            <p:cNvSpPr/>
            <p:nvPr/>
          </p:nvSpPr>
          <p:spPr>
            <a:xfrm rot="0">
              <a:off x="4606" y="40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29"/>
                  </a:moveTo>
                  <a:lnTo>
                    <a:pt x="51" y="59"/>
                  </a:ln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75" name=""/>
            <p:cNvSpPr/>
            <p:nvPr/>
          </p:nvSpPr>
          <p:spPr>
            <a:xfrm rot="0">
              <a:off x="4606" y="40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0" y="63"/>
                  </a:lnTo>
                  <a:lnTo>
                    <a:pt x="29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76" name=""/>
            <p:cNvSpPr/>
            <p:nvPr/>
          </p:nvSpPr>
          <p:spPr>
            <a:xfrm rot="0">
              <a:off x="4611" y="3776"/>
              <a:ext cx="558" cy="336"/>
            </a:xfrm>
            <a:custGeom>
              <a:avLst/>
              <a:ahLst/>
              <a:rect l="0" t="0" r="r" b="b"/>
              <a:pathLst>
                <a:path w="1674" h="1007">
                  <a:moveTo>
                    <a:pt x="0" y="948"/>
                  </a:moveTo>
                  <a:lnTo>
                    <a:pt x="17" y="977"/>
                  </a:lnTo>
                  <a:lnTo>
                    <a:pt x="35" y="1007"/>
                  </a:lnTo>
                  <a:lnTo>
                    <a:pt x="1674" y="59"/>
                  </a:lnTo>
                  <a:lnTo>
                    <a:pt x="1657" y="29"/>
                  </a:lnTo>
                  <a:lnTo>
                    <a:pt x="1639" y="0"/>
                  </a:lnTo>
                  <a:lnTo>
                    <a:pt x="0" y="9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77" name=""/>
            <p:cNvSpPr/>
            <p:nvPr/>
          </p:nvSpPr>
          <p:spPr>
            <a:xfrm rot="0">
              <a:off x="4611" y="3776"/>
              <a:ext cx="558" cy="336"/>
            </a:xfrm>
            <a:custGeom>
              <a:avLst/>
              <a:ahLst/>
              <a:rect l="0" t="0" r="r" b="b"/>
              <a:pathLst>
                <a:path w="1674" h="1007">
                  <a:moveTo>
                    <a:pt x="0" y="948"/>
                  </a:moveTo>
                  <a:lnTo>
                    <a:pt x="17" y="977"/>
                  </a:lnTo>
                  <a:lnTo>
                    <a:pt x="35" y="1007"/>
                  </a:lnTo>
                  <a:lnTo>
                    <a:pt x="1674" y="59"/>
                  </a:lnTo>
                  <a:lnTo>
                    <a:pt x="1657" y="29"/>
                  </a:lnTo>
                  <a:lnTo>
                    <a:pt x="1639" y="0"/>
                  </a:lnTo>
                  <a:lnTo>
                    <a:pt x="0" y="9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78" name=""/>
            <p:cNvSpPr/>
            <p:nvPr/>
          </p:nvSpPr>
          <p:spPr>
            <a:xfrm rot="0">
              <a:off x="5157" y="377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79" name=""/>
            <p:cNvSpPr/>
            <p:nvPr/>
          </p:nvSpPr>
          <p:spPr>
            <a:xfrm rot="0">
              <a:off x="5157" y="377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1" y="8"/>
                  </a:lnTo>
                  <a:lnTo>
                    <a:pt x="47" y="16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80" name=""/>
            <p:cNvSpPr/>
            <p:nvPr/>
          </p:nvSpPr>
          <p:spPr>
            <a:xfrm rot="0">
              <a:off x="4821" y="31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81" name=""/>
            <p:cNvSpPr/>
            <p:nvPr/>
          </p:nvSpPr>
          <p:spPr>
            <a:xfrm rot="0">
              <a:off x="4821" y="3192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7"/>
                  </a:lnTo>
                  <a:lnTo>
                    <a:pt x="51" y="38"/>
                  </a:lnTo>
                  <a:lnTo>
                    <a:pt x="48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82" name=""/>
            <p:cNvSpPr/>
            <p:nvPr/>
          </p:nvSpPr>
          <p:spPr>
            <a:xfrm rot="0">
              <a:off x="4695" y="3193"/>
              <a:ext cx="138" cy="92"/>
            </a:xfrm>
            <a:custGeom>
              <a:avLst/>
              <a:ahLst/>
              <a:rect l="0" t="0" r="r" b="b"/>
              <a:pathLst>
                <a:path w="414" h="277">
                  <a:moveTo>
                    <a:pt x="414" y="59"/>
                  </a:moveTo>
                  <a:lnTo>
                    <a:pt x="396" y="30"/>
                  </a:lnTo>
                  <a:lnTo>
                    <a:pt x="379" y="0"/>
                  </a:lnTo>
                  <a:lnTo>
                    <a:pt x="0" y="218"/>
                  </a:lnTo>
                  <a:lnTo>
                    <a:pt x="18" y="247"/>
                  </a:lnTo>
                  <a:lnTo>
                    <a:pt x="35" y="277"/>
                  </a:lnTo>
                  <a:lnTo>
                    <a:pt x="414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83" name=""/>
            <p:cNvSpPr/>
            <p:nvPr/>
          </p:nvSpPr>
          <p:spPr>
            <a:xfrm rot="0">
              <a:off x="4695" y="3193"/>
              <a:ext cx="138" cy="92"/>
            </a:xfrm>
            <a:custGeom>
              <a:avLst/>
              <a:ahLst/>
              <a:rect l="0" t="0" r="r" b="b"/>
              <a:pathLst>
                <a:path w="414" h="277">
                  <a:moveTo>
                    <a:pt x="414" y="59"/>
                  </a:moveTo>
                  <a:lnTo>
                    <a:pt x="396" y="30"/>
                  </a:lnTo>
                  <a:lnTo>
                    <a:pt x="379" y="0"/>
                  </a:lnTo>
                  <a:lnTo>
                    <a:pt x="0" y="218"/>
                  </a:lnTo>
                  <a:lnTo>
                    <a:pt x="18" y="247"/>
                  </a:lnTo>
                  <a:lnTo>
                    <a:pt x="35" y="277"/>
                  </a:lnTo>
                  <a:lnTo>
                    <a:pt x="41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84" name=""/>
            <p:cNvSpPr/>
            <p:nvPr/>
          </p:nvSpPr>
          <p:spPr>
            <a:xfrm rot="0">
              <a:off x="4690" y="326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29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85" name=""/>
            <p:cNvSpPr/>
            <p:nvPr/>
          </p:nvSpPr>
          <p:spPr>
            <a:xfrm rot="0">
              <a:off x="4690" y="326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0" y="63"/>
                  </a:lnTo>
                  <a:lnTo>
                    <a:pt x="20" y="60"/>
                  </a:lnTo>
                  <a:lnTo>
                    <a:pt x="11" y="55"/>
                  </a:lnTo>
                  <a:lnTo>
                    <a:pt x="4" y="47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86" name=""/>
            <p:cNvSpPr/>
            <p:nvPr/>
          </p:nvSpPr>
          <p:spPr>
            <a:xfrm rot="0">
              <a:off x="4690" y="3264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87" name=""/>
            <p:cNvSpPr/>
            <p:nvPr/>
          </p:nvSpPr>
          <p:spPr>
            <a:xfrm rot="0">
              <a:off x="4690" y="3264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88" name=""/>
            <p:cNvSpPr/>
            <p:nvPr/>
          </p:nvSpPr>
          <p:spPr>
            <a:xfrm rot="0">
              <a:off x="4690" y="3275"/>
              <a:ext cx="23" cy="61"/>
            </a:xfrm>
            <a:custGeom>
              <a:avLst/>
              <a:ahLst/>
              <a:rect l="0" t="0" r="r" b="b"/>
              <a:pathLst>
                <a:path w="69" h="183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83"/>
                  </a:lnTo>
                  <a:lnTo>
                    <a:pt x="34" y="183"/>
                  </a:lnTo>
                  <a:lnTo>
                    <a:pt x="69" y="183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89" name=""/>
            <p:cNvSpPr/>
            <p:nvPr/>
          </p:nvSpPr>
          <p:spPr>
            <a:xfrm rot="0">
              <a:off x="4690" y="3275"/>
              <a:ext cx="23" cy="61"/>
            </a:xfrm>
            <a:custGeom>
              <a:avLst/>
              <a:ahLst/>
              <a:rect l="0" t="0" r="r" b="b"/>
              <a:pathLst>
                <a:path w="69" h="183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83"/>
                  </a:lnTo>
                  <a:lnTo>
                    <a:pt x="34" y="183"/>
                  </a:lnTo>
                  <a:lnTo>
                    <a:pt x="69" y="183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90" name=""/>
            <p:cNvSpPr/>
            <p:nvPr/>
          </p:nvSpPr>
          <p:spPr>
            <a:xfrm rot="0">
              <a:off x="4690" y="3336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91" name=""/>
            <p:cNvSpPr/>
            <p:nvPr/>
          </p:nvSpPr>
          <p:spPr>
            <a:xfrm rot="0">
              <a:off x="4690" y="3336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92" name=""/>
            <p:cNvSpPr/>
            <p:nvPr/>
          </p:nvSpPr>
          <p:spPr>
            <a:xfrm rot="0">
              <a:off x="4690" y="332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4" y="34"/>
                  </a:moveTo>
                  <a:lnTo>
                    <a:pt x="16" y="63"/>
                  </a:ln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  <a:lnTo>
                    <a:pt x="3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93" name=""/>
            <p:cNvSpPr/>
            <p:nvPr/>
          </p:nvSpPr>
          <p:spPr>
            <a:xfrm rot="0">
              <a:off x="4690" y="3325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6" y="63"/>
                  </a:moveTo>
                  <a:lnTo>
                    <a:pt x="8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94" name=""/>
            <p:cNvSpPr/>
            <p:nvPr/>
          </p:nvSpPr>
          <p:spPr>
            <a:xfrm rot="0">
              <a:off x="4695" y="3326"/>
              <a:ext cx="159" cy="105"/>
            </a:xfrm>
            <a:custGeom>
              <a:avLst/>
              <a:ahLst/>
              <a:rect l="0" t="0" r="r" b="b"/>
              <a:pathLst>
                <a:path w="477" h="314">
                  <a:moveTo>
                    <a:pt x="35" y="0"/>
                  </a:moveTo>
                  <a:lnTo>
                    <a:pt x="18" y="30"/>
                  </a:lnTo>
                  <a:lnTo>
                    <a:pt x="0" y="59"/>
                  </a:lnTo>
                  <a:lnTo>
                    <a:pt x="442" y="314"/>
                  </a:lnTo>
                  <a:lnTo>
                    <a:pt x="460" y="285"/>
                  </a:lnTo>
                  <a:lnTo>
                    <a:pt x="477" y="25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95" name=""/>
            <p:cNvSpPr/>
            <p:nvPr/>
          </p:nvSpPr>
          <p:spPr>
            <a:xfrm rot="0">
              <a:off x="4695" y="3326"/>
              <a:ext cx="159" cy="105"/>
            </a:xfrm>
            <a:custGeom>
              <a:avLst/>
              <a:ahLst/>
              <a:rect l="0" t="0" r="r" b="b"/>
              <a:pathLst>
                <a:path w="477" h="314">
                  <a:moveTo>
                    <a:pt x="35" y="0"/>
                  </a:moveTo>
                  <a:lnTo>
                    <a:pt x="18" y="30"/>
                  </a:lnTo>
                  <a:lnTo>
                    <a:pt x="0" y="59"/>
                  </a:lnTo>
                  <a:lnTo>
                    <a:pt x="442" y="314"/>
                  </a:lnTo>
                  <a:lnTo>
                    <a:pt x="460" y="285"/>
                  </a:lnTo>
                  <a:lnTo>
                    <a:pt x="477" y="25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96" name=""/>
            <p:cNvSpPr/>
            <p:nvPr/>
          </p:nvSpPr>
          <p:spPr>
            <a:xfrm rot="0">
              <a:off x="4842" y="3411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18" y="30"/>
                  </a:moveTo>
                  <a:lnTo>
                    <a:pt x="35" y="0"/>
                  </a:ln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1"/>
                  </a:lnTo>
                  <a:lnTo>
                    <a:pt x="22" y="64"/>
                  </a:lnTo>
                  <a:lnTo>
                    <a:pt x="11" y="64"/>
                  </a:lnTo>
                  <a:lnTo>
                    <a:pt x="0" y="59"/>
                  </a:lnTo>
                  <a:lnTo>
                    <a:pt x="1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0997" name=""/>
            <p:cNvSpPr/>
            <p:nvPr/>
          </p:nvSpPr>
          <p:spPr>
            <a:xfrm rot="0">
              <a:off x="4842" y="3411"/>
              <a:ext cx="17" cy="22"/>
            </a:xfrm>
            <a:custGeom>
              <a:avLst/>
              <a:ahLst/>
              <a:rect l="0" t="0" r="r" b="b"/>
              <a:pathLst>
                <a:path w="51" h="64">
                  <a:moveTo>
                    <a:pt x="35" y="0"/>
                  </a:moveTo>
                  <a:lnTo>
                    <a:pt x="43" y="7"/>
                  </a:lnTo>
                  <a:lnTo>
                    <a:pt x="48" y="17"/>
                  </a:lnTo>
                  <a:lnTo>
                    <a:pt x="51" y="26"/>
                  </a:lnTo>
                  <a:lnTo>
                    <a:pt x="51" y="37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31" y="61"/>
                  </a:lnTo>
                  <a:lnTo>
                    <a:pt x="22" y="64"/>
                  </a:lnTo>
                  <a:lnTo>
                    <a:pt x="11" y="64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98" name=""/>
            <p:cNvSpPr/>
            <p:nvPr/>
          </p:nvSpPr>
          <p:spPr>
            <a:xfrm rot="0">
              <a:off x="5339" y="4200"/>
              <a:ext cx="40" cy="91"/>
            </a:xfrm>
            <a:custGeom>
              <a:avLst/>
              <a:ahLst/>
              <a:rect l="0" t="0" r="r" b="b"/>
              <a:pathLst>
                <a:path w="121" h="274">
                  <a:moveTo>
                    <a:pt x="0" y="274"/>
                  </a:moveTo>
                  <a:lnTo>
                    <a:pt x="61" y="274"/>
                  </a:lnTo>
                  <a:lnTo>
                    <a:pt x="74" y="273"/>
                  </a:lnTo>
                  <a:lnTo>
                    <a:pt x="88" y="269"/>
                  </a:lnTo>
                  <a:lnTo>
                    <a:pt x="98" y="261"/>
                  </a:lnTo>
                  <a:lnTo>
                    <a:pt x="109" y="251"/>
                  </a:lnTo>
                  <a:lnTo>
                    <a:pt x="116" y="239"/>
                  </a:lnTo>
                  <a:lnTo>
                    <a:pt x="120" y="227"/>
                  </a:lnTo>
                  <a:lnTo>
                    <a:pt x="121" y="214"/>
                  </a:lnTo>
                  <a:lnTo>
                    <a:pt x="121" y="183"/>
                  </a:lnTo>
                  <a:lnTo>
                    <a:pt x="120" y="170"/>
                  </a:lnTo>
                  <a:lnTo>
                    <a:pt x="116" y="157"/>
                  </a:lnTo>
                  <a:lnTo>
                    <a:pt x="109" y="145"/>
                  </a:lnTo>
                  <a:lnTo>
                    <a:pt x="98" y="136"/>
                  </a:lnTo>
                  <a:lnTo>
                    <a:pt x="88" y="128"/>
                  </a:lnTo>
                  <a:lnTo>
                    <a:pt x="74" y="124"/>
                  </a:lnTo>
                  <a:lnTo>
                    <a:pt x="61" y="123"/>
                  </a:lnTo>
                  <a:lnTo>
                    <a:pt x="0" y="123"/>
                  </a:lnTo>
                  <a:lnTo>
                    <a:pt x="0" y="0"/>
                  </a:lnTo>
                  <a:lnTo>
                    <a:pt x="10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0999" name=""/>
            <p:cNvSpPr/>
            <p:nvPr/>
          </p:nvSpPr>
          <p:spPr>
            <a:xfrm rot="0">
              <a:off x="3681" y="2758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00" name=""/>
            <p:cNvSpPr/>
            <p:nvPr/>
          </p:nvSpPr>
          <p:spPr>
            <a:xfrm rot="0">
              <a:off x="3681" y="2758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01" name=""/>
            <p:cNvSpPr/>
            <p:nvPr/>
          </p:nvSpPr>
          <p:spPr>
            <a:xfrm rot="0">
              <a:off x="3681" y="2770"/>
              <a:ext cx="23" cy="340"/>
            </a:xfrm>
            <a:custGeom>
              <a:avLst/>
              <a:ahLst/>
              <a:rect l="0" t="0" r="r" b="b"/>
              <a:pathLst>
                <a:path w="69" h="1022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4" y="1022"/>
                  </a:lnTo>
                  <a:lnTo>
                    <a:pt x="69" y="1022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02" name=""/>
            <p:cNvSpPr/>
            <p:nvPr/>
          </p:nvSpPr>
          <p:spPr>
            <a:xfrm rot="0">
              <a:off x="3681" y="2770"/>
              <a:ext cx="23" cy="340"/>
            </a:xfrm>
            <a:custGeom>
              <a:avLst/>
              <a:ahLst/>
              <a:rect l="0" t="0" r="r" b="b"/>
              <a:pathLst>
                <a:path w="69" h="1022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4" y="1022"/>
                  </a:lnTo>
                  <a:lnTo>
                    <a:pt x="69" y="1022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03" name=""/>
            <p:cNvSpPr/>
            <p:nvPr/>
          </p:nvSpPr>
          <p:spPr>
            <a:xfrm rot="0">
              <a:off x="3681" y="3110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04" name=""/>
            <p:cNvSpPr/>
            <p:nvPr/>
          </p:nvSpPr>
          <p:spPr>
            <a:xfrm rot="0">
              <a:off x="3681" y="3110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05" name=""/>
            <p:cNvSpPr/>
            <p:nvPr/>
          </p:nvSpPr>
          <p:spPr>
            <a:xfrm rot="0">
              <a:off x="3863" y="324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06" name=""/>
            <p:cNvSpPr/>
            <p:nvPr/>
          </p:nvSpPr>
          <p:spPr>
            <a:xfrm rot="0">
              <a:off x="3863" y="324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07" name=""/>
            <p:cNvSpPr/>
            <p:nvPr/>
          </p:nvSpPr>
          <p:spPr>
            <a:xfrm rot="0">
              <a:off x="3134" y="3244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2185" y="69"/>
                  </a:move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08" name=""/>
            <p:cNvSpPr/>
            <p:nvPr/>
          </p:nvSpPr>
          <p:spPr>
            <a:xfrm rot="0">
              <a:off x="3134" y="3244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2185" y="69"/>
                  </a:move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09" name=""/>
            <p:cNvSpPr/>
            <p:nvPr/>
          </p:nvSpPr>
          <p:spPr>
            <a:xfrm rot="0">
              <a:off x="3123" y="324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3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10" name=""/>
            <p:cNvSpPr/>
            <p:nvPr/>
          </p:nvSpPr>
          <p:spPr>
            <a:xfrm rot="0">
              <a:off x="3123" y="324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3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11" name=""/>
            <p:cNvSpPr/>
            <p:nvPr/>
          </p:nvSpPr>
          <p:spPr>
            <a:xfrm rot="0">
              <a:off x="3851" y="2758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12" name=""/>
            <p:cNvSpPr/>
            <p:nvPr/>
          </p:nvSpPr>
          <p:spPr>
            <a:xfrm rot="0">
              <a:off x="3851" y="2758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13" name=""/>
            <p:cNvSpPr/>
            <p:nvPr/>
          </p:nvSpPr>
          <p:spPr>
            <a:xfrm rot="0">
              <a:off x="3851" y="2770"/>
              <a:ext cx="23" cy="486"/>
            </a:xfrm>
            <a:custGeom>
              <a:avLst/>
              <a:ahLst/>
              <a:rect l="0" t="0" r="r" b="b"/>
              <a:pathLst>
                <a:path w="69" h="1459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4" y="1459"/>
                  </a:lnTo>
                  <a:lnTo>
                    <a:pt x="69" y="1459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14" name=""/>
            <p:cNvSpPr/>
            <p:nvPr/>
          </p:nvSpPr>
          <p:spPr>
            <a:xfrm rot="0">
              <a:off x="3851" y="2770"/>
              <a:ext cx="23" cy="486"/>
            </a:xfrm>
            <a:custGeom>
              <a:avLst/>
              <a:ahLst/>
              <a:rect l="0" t="0" r="r" b="b"/>
              <a:pathLst>
                <a:path w="69" h="1459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4" y="1459"/>
                  </a:lnTo>
                  <a:lnTo>
                    <a:pt x="69" y="1459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15" name=""/>
            <p:cNvSpPr/>
            <p:nvPr/>
          </p:nvSpPr>
          <p:spPr>
            <a:xfrm rot="0">
              <a:off x="3851" y="325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5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16" name=""/>
            <p:cNvSpPr/>
            <p:nvPr/>
          </p:nvSpPr>
          <p:spPr>
            <a:xfrm rot="0">
              <a:off x="3851" y="325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5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17" name=""/>
            <p:cNvSpPr/>
            <p:nvPr/>
          </p:nvSpPr>
          <p:spPr>
            <a:xfrm rot="0">
              <a:off x="3851" y="2831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18" name=""/>
            <p:cNvSpPr/>
            <p:nvPr/>
          </p:nvSpPr>
          <p:spPr>
            <a:xfrm rot="0">
              <a:off x="3851" y="2831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19" name=""/>
            <p:cNvSpPr/>
            <p:nvPr/>
          </p:nvSpPr>
          <p:spPr>
            <a:xfrm rot="0">
              <a:off x="3863" y="2831"/>
              <a:ext cx="1" cy="23"/>
            </a:xfrm>
            <a:custGeom>
              <a:avLst/>
              <a:ahLst/>
              <a:rect l="0" t="0" r="r" b="b"/>
              <a:pathLst>
                <a:path w="3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3" y="68"/>
                  </a:lnTo>
                  <a:lnTo>
                    <a:pt x="3" y="35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20" name=""/>
            <p:cNvSpPr/>
            <p:nvPr/>
          </p:nvSpPr>
          <p:spPr>
            <a:xfrm rot="0">
              <a:off x="3863" y="2831"/>
              <a:ext cx="1" cy="23"/>
            </a:xfrm>
            <a:custGeom>
              <a:avLst/>
              <a:ahLst/>
              <a:rect l="0" t="0" r="r" b="b"/>
              <a:pathLst>
                <a:path w="3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3" y="68"/>
                  </a:lnTo>
                  <a:lnTo>
                    <a:pt x="3" y="35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21" name=""/>
            <p:cNvSpPr/>
            <p:nvPr/>
          </p:nvSpPr>
          <p:spPr>
            <a:xfrm rot="0">
              <a:off x="3864" y="2831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22" name=""/>
            <p:cNvSpPr/>
            <p:nvPr/>
          </p:nvSpPr>
          <p:spPr>
            <a:xfrm rot="0">
              <a:off x="3864" y="2831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23" name=""/>
            <p:cNvSpPr/>
            <p:nvPr/>
          </p:nvSpPr>
          <p:spPr>
            <a:xfrm rot="0">
              <a:off x="3681" y="2758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24" name=""/>
            <p:cNvSpPr/>
            <p:nvPr/>
          </p:nvSpPr>
          <p:spPr>
            <a:xfrm rot="0">
              <a:off x="3681" y="2758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25" name=""/>
            <p:cNvSpPr/>
            <p:nvPr/>
          </p:nvSpPr>
          <p:spPr>
            <a:xfrm rot="0">
              <a:off x="3693" y="2758"/>
              <a:ext cx="170" cy="23"/>
            </a:xfrm>
            <a:custGeom>
              <a:avLst/>
              <a:ahLst/>
              <a:rect l="0" t="0" r="r" b="b"/>
              <a:pathLst>
                <a:path w="51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510" y="68"/>
                  </a:lnTo>
                  <a:lnTo>
                    <a:pt x="510" y="35"/>
                  </a:lnTo>
                  <a:lnTo>
                    <a:pt x="51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26" name=""/>
            <p:cNvSpPr/>
            <p:nvPr/>
          </p:nvSpPr>
          <p:spPr>
            <a:xfrm rot="0">
              <a:off x="3693" y="2758"/>
              <a:ext cx="170" cy="23"/>
            </a:xfrm>
            <a:custGeom>
              <a:avLst/>
              <a:ahLst/>
              <a:rect l="0" t="0" r="r" b="b"/>
              <a:pathLst>
                <a:path w="51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510" y="68"/>
                  </a:lnTo>
                  <a:lnTo>
                    <a:pt x="510" y="35"/>
                  </a:lnTo>
                  <a:lnTo>
                    <a:pt x="51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27" name=""/>
            <p:cNvSpPr/>
            <p:nvPr/>
          </p:nvSpPr>
          <p:spPr>
            <a:xfrm rot="0">
              <a:off x="3863" y="2758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28" name=""/>
            <p:cNvSpPr/>
            <p:nvPr/>
          </p:nvSpPr>
          <p:spPr>
            <a:xfrm rot="0">
              <a:off x="3863" y="2758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29" name=""/>
            <p:cNvSpPr/>
            <p:nvPr/>
          </p:nvSpPr>
          <p:spPr>
            <a:xfrm rot="0">
              <a:off x="1332" y="140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30" name=""/>
            <p:cNvSpPr/>
            <p:nvPr/>
          </p:nvSpPr>
          <p:spPr>
            <a:xfrm rot="0">
              <a:off x="1332" y="140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31" name=""/>
            <p:cNvSpPr/>
            <p:nvPr/>
          </p:nvSpPr>
          <p:spPr>
            <a:xfrm rot="0">
              <a:off x="1343" y="1408"/>
              <a:ext cx="371" cy="23"/>
            </a:xfrm>
            <a:custGeom>
              <a:avLst/>
              <a:ahLst/>
              <a:rect l="0" t="0" r="r" b="b"/>
              <a:pathLst>
                <a:path w="1112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112" y="69"/>
                  </a:lnTo>
                  <a:lnTo>
                    <a:pt x="1112" y="35"/>
                  </a:lnTo>
                  <a:lnTo>
                    <a:pt x="111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32" name=""/>
            <p:cNvSpPr/>
            <p:nvPr/>
          </p:nvSpPr>
          <p:spPr>
            <a:xfrm rot="0">
              <a:off x="1343" y="1408"/>
              <a:ext cx="371" cy="23"/>
            </a:xfrm>
            <a:custGeom>
              <a:avLst/>
              <a:ahLst/>
              <a:rect l="0" t="0" r="r" b="b"/>
              <a:pathLst>
                <a:path w="1112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112" y="69"/>
                  </a:lnTo>
                  <a:lnTo>
                    <a:pt x="1112" y="35"/>
                  </a:lnTo>
                  <a:lnTo>
                    <a:pt x="111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33" name=""/>
            <p:cNvSpPr/>
            <p:nvPr/>
          </p:nvSpPr>
          <p:spPr>
            <a:xfrm rot="0">
              <a:off x="1714" y="140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34" name=""/>
            <p:cNvSpPr/>
            <p:nvPr/>
          </p:nvSpPr>
          <p:spPr>
            <a:xfrm rot="0">
              <a:off x="1714" y="140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35" name=""/>
            <p:cNvSpPr/>
            <p:nvPr/>
          </p:nvSpPr>
          <p:spPr>
            <a:xfrm rot="0">
              <a:off x="1714" y="922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36" name=""/>
            <p:cNvSpPr/>
            <p:nvPr/>
          </p:nvSpPr>
          <p:spPr>
            <a:xfrm rot="0">
              <a:off x="1714" y="922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37" name=""/>
            <p:cNvSpPr/>
            <p:nvPr/>
          </p:nvSpPr>
          <p:spPr>
            <a:xfrm rot="0">
              <a:off x="1343" y="922"/>
              <a:ext cx="371" cy="23"/>
            </a:xfrm>
            <a:custGeom>
              <a:avLst/>
              <a:ahLst/>
              <a:rect l="0" t="0" r="r" b="b"/>
              <a:pathLst>
                <a:path w="1112" h="69">
                  <a:moveTo>
                    <a:pt x="1112" y="69"/>
                  </a:moveTo>
                  <a:lnTo>
                    <a:pt x="1112" y="35"/>
                  </a:lnTo>
                  <a:lnTo>
                    <a:pt x="1112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112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38" name=""/>
            <p:cNvSpPr/>
            <p:nvPr/>
          </p:nvSpPr>
          <p:spPr>
            <a:xfrm rot="0">
              <a:off x="1343" y="922"/>
              <a:ext cx="371" cy="23"/>
            </a:xfrm>
            <a:custGeom>
              <a:avLst/>
              <a:ahLst/>
              <a:rect l="0" t="0" r="r" b="b"/>
              <a:pathLst>
                <a:path w="1112" h="69">
                  <a:moveTo>
                    <a:pt x="1112" y="69"/>
                  </a:moveTo>
                  <a:lnTo>
                    <a:pt x="1112" y="35"/>
                  </a:lnTo>
                  <a:lnTo>
                    <a:pt x="1112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112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39" name=""/>
            <p:cNvSpPr/>
            <p:nvPr/>
          </p:nvSpPr>
          <p:spPr>
            <a:xfrm rot="0">
              <a:off x="1332" y="922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40" name=""/>
            <p:cNvSpPr/>
            <p:nvPr/>
          </p:nvSpPr>
          <p:spPr>
            <a:xfrm rot="0">
              <a:off x="1332" y="922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41" name=""/>
            <p:cNvSpPr/>
            <p:nvPr/>
          </p:nvSpPr>
          <p:spPr>
            <a:xfrm rot="0">
              <a:off x="1703" y="1419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5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42" name=""/>
            <p:cNvSpPr/>
            <p:nvPr/>
          </p:nvSpPr>
          <p:spPr>
            <a:xfrm rot="0">
              <a:off x="1703" y="1419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5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43" name=""/>
            <p:cNvSpPr/>
            <p:nvPr/>
          </p:nvSpPr>
          <p:spPr>
            <a:xfrm rot="0">
              <a:off x="1703" y="933"/>
              <a:ext cx="23" cy="486"/>
            </a:xfrm>
            <a:custGeom>
              <a:avLst/>
              <a:ahLst/>
              <a:rect l="0" t="0" r="r" b="b"/>
              <a:pathLst>
                <a:path w="69" h="1458">
                  <a:moveTo>
                    <a:pt x="0" y="1458"/>
                  </a:moveTo>
                  <a:lnTo>
                    <a:pt x="34" y="1458"/>
                  </a:lnTo>
                  <a:lnTo>
                    <a:pt x="69" y="1458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4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44" name=""/>
            <p:cNvSpPr/>
            <p:nvPr/>
          </p:nvSpPr>
          <p:spPr>
            <a:xfrm rot="0">
              <a:off x="1703" y="933"/>
              <a:ext cx="23" cy="486"/>
            </a:xfrm>
            <a:custGeom>
              <a:avLst/>
              <a:ahLst/>
              <a:rect l="0" t="0" r="r" b="b"/>
              <a:pathLst>
                <a:path w="69" h="1458">
                  <a:moveTo>
                    <a:pt x="0" y="1458"/>
                  </a:moveTo>
                  <a:lnTo>
                    <a:pt x="34" y="1458"/>
                  </a:lnTo>
                  <a:lnTo>
                    <a:pt x="69" y="1458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4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45" name=""/>
            <p:cNvSpPr/>
            <p:nvPr/>
          </p:nvSpPr>
          <p:spPr>
            <a:xfrm rot="0">
              <a:off x="1703" y="92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46" name=""/>
            <p:cNvSpPr/>
            <p:nvPr/>
          </p:nvSpPr>
          <p:spPr>
            <a:xfrm rot="0">
              <a:off x="1703" y="92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47" name=""/>
            <p:cNvSpPr/>
            <p:nvPr/>
          </p:nvSpPr>
          <p:spPr>
            <a:xfrm rot="0">
              <a:off x="1482" y="1262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48" name=""/>
            <p:cNvSpPr/>
            <p:nvPr/>
          </p:nvSpPr>
          <p:spPr>
            <a:xfrm rot="0">
              <a:off x="1482" y="1262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49" name=""/>
            <p:cNvSpPr/>
            <p:nvPr/>
          </p:nvSpPr>
          <p:spPr>
            <a:xfrm rot="0">
              <a:off x="1493" y="1262"/>
              <a:ext cx="221" cy="23"/>
            </a:xfrm>
            <a:custGeom>
              <a:avLst/>
              <a:ahLst/>
              <a:rect l="0" t="0" r="r" b="b"/>
              <a:pathLst>
                <a:path w="662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662" y="68"/>
                  </a:lnTo>
                  <a:lnTo>
                    <a:pt x="662" y="35"/>
                  </a:lnTo>
                  <a:lnTo>
                    <a:pt x="66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50" name=""/>
            <p:cNvSpPr/>
            <p:nvPr/>
          </p:nvSpPr>
          <p:spPr>
            <a:xfrm rot="0">
              <a:off x="1493" y="1262"/>
              <a:ext cx="221" cy="23"/>
            </a:xfrm>
            <a:custGeom>
              <a:avLst/>
              <a:ahLst/>
              <a:rect l="0" t="0" r="r" b="b"/>
              <a:pathLst>
                <a:path w="662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662" y="68"/>
                  </a:lnTo>
                  <a:lnTo>
                    <a:pt x="662" y="35"/>
                  </a:lnTo>
                  <a:lnTo>
                    <a:pt x="6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51" name=""/>
            <p:cNvSpPr/>
            <p:nvPr/>
          </p:nvSpPr>
          <p:spPr>
            <a:xfrm rot="0">
              <a:off x="1714" y="1262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52" name=""/>
            <p:cNvSpPr/>
            <p:nvPr/>
          </p:nvSpPr>
          <p:spPr>
            <a:xfrm rot="0">
              <a:off x="1714" y="1262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53" name=""/>
            <p:cNvSpPr/>
            <p:nvPr/>
          </p:nvSpPr>
          <p:spPr>
            <a:xfrm rot="0">
              <a:off x="1482" y="92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54" name=""/>
            <p:cNvSpPr/>
            <p:nvPr/>
          </p:nvSpPr>
          <p:spPr>
            <a:xfrm rot="0">
              <a:off x="1482" y="922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55" name=""/>
            <p:cNvSpPr/>
            <p:nvPr/>
          </p:nvSpPr>
          <p:spPr>
            <a:xfrm rot="0">
              <a:off x="1482" y="933"/>
              <a:ext cx="23" cy="341"/>
            </a:xfrm>
            <a:custGeom>
              <a:avLst/>
              <a:ahLst/>
              <a:rect l="0" t="0" r="r" b="b"/>
              <a:pathLst>
                <a:path w="69" h="1021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021"/>
                  </a:lnTo>
                  <a:lnTo>
                    <a:pt x="34" y="1021"/>
                  </a:lnTo>
                  <a:lnTo>
                    <a:pt x="69" y="1021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56" name=""/>
            <p:cNvSpPr/>
            <p:nvPr/>
          </p:nvSpPr>
          <p:spPr>
            <a:xfrm rot="0">
              <a:off x="1482" y="933"/>
              <a:ext cx="23" cy="341"/>
            </a:xfrm>
            <a:custGeom>
              <a:avLst/>
              <a:ahLst/>
              <a:rect l="0" t="0" r="r" b="b"/>
              <a:pathLst>
                <a:path w="69" h="1021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021"/>
                  </a:lnTo>
                  <a:lnTo>
                    <a:pt x="34" y="1021"/>
                  </a:lnTo>
                  <a:lnTo>
                    <a:pt x="69" y="1021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57" name=""/>
            <p:cNvSpPr/>
            <p:nvPr/>
          </p:nvSpPr>
          <p:spPr>
            <a:xfrm rot="0">
              <a:off x="1482" y="1274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58" name=""/>
            <p:cNvSpPr/>
            <p:nvPr/>
          </p:nvSpPr>
          <p:spPr>
            <a:xfrm rot="0">
              <a:off x="1482" y="1274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59" name=""/>
            <p:cNvSpPr/>
            <p:nvPr/>
          </p:nvSpPr>
          <p:spPr>
            <a:xfrm rot="0">
              <a:off x="1332" y="922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60" name=""/>
            <p:cNvSpPr/>
            <p:nvPr/>
          </p:nvSpPr>
          <p:spPr>
            <a:xfrm rot="0">
              <a:off x="1332" y="922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61" name=""/>
            <p:cNvSpPr/>
            <p:nvPr/>
          </p:nvSpPr>
          <p:spPr>
            <a:xfrm rot="0">
              <a:off x="1332" y="933"/>
              <a:ext cx="23" cy="486"/>
            </a:xfrm>
            <a:custGeom>
              <a:avLst/>
              <a:ahLst/>
              <a:rect l="0" t="0" r="r" b="b"/>
              <a:pathLst>
                <a:path w="68" h="1458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8"/>
                  </a:lnTo>
                  <a:lnTo>
                    <a:pt x="33" y="1458"/>
                  </a:lnTo>
                  <a:lnTo>
                    <a:pt x="68" y="1458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62" name=""/>
            <p:cNvSpPr/>
            <p:nvPr/>
          </p:nvSpPr>
          <p:spPr>
            <a:xfrm rot="0">
              <a:off x="1332" y="933"/>
              <a:ext cx="23" cy="486"/>
            </a:xfrm>
            <a:custGeom>
              <a:avLst/>
              <a:ahLst/>
              <a:rect l="0" t="0" r="r" b="b"/>
              <a:pathLst>
                <a:path w="68" h="1458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8"/>
                  </a:lnTo>
                  <a:lnTo>
                    <a:pt x="33" y="1458"/>
                  </a:lnTo>
                  <a:lnTo>
                    <a:pt x="68" y="1458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63" name=""/>
            <p:cNvSpPr/>
            <p:nvPr/>
          </p:nvSpPr>
          <p:spPr>
            <a:xfrm rot="0">
              <a:off x="1332" y="1419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1"/>
                  </a:lnTo>
                  <a:lnTo>
                    <a:pt x="53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2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064" name=""/>
            <p:cNvSpPr/>
            <p:nvPr/>
          </p:nvSpPr>
          <p:spPr>
            <a:xfrm rot="0">
              <a:off x="1332" y="1419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1"/>
                  </a:lnTo>
                  <a:lnTo>
                    <a:pt x="53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2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65" name=""/>
            <p:cNvSpPr/>
            <p:nvPr/>
          </p:nvSpPr>
          <p:spPr>
            <a:xfrm rot="0">
              <a:off x="1233" y="1980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66" name=""/>
            <p:cNvSpPr/>
            <p:nvPr/>
          </p:nvSpPr>
          <p:spPr>
            <a:xfrm rot="0">
              <a:off x="1233" y="1980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67" name=""/>
            <p:cNvSpPr/>
            <p:nvPr/>
          </p:nvSpPr>
          <p:spPr>
            <a:xfrm rot="0">
              <a:off x="1233" y="1579"/>
              <a:ext cx="23" cy="401"/>
            </a:xfrm>
            <a:custGeom>
              <a:avLst/>
              <a:ahLst/>
              <a:rect l="0" t="0" r="r" b="b"/>
              <a:pathLst>
                <a:path w="68" h="1205">
                  <a:moveTo>
                    <a:pt x="0" y="1205"/>
                  </a:moveTo>
                  <a:lnTo>
                    <a:pt x="33" y="1205"/>
                  </a:lnTo>
                  <a:lnTo>
                    <a:pt x="68" y="1205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0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68" name=""/>
            <p:cNvSpPr/>
            <p:nvPr/>
          </p:nvSpPr>
          <p:spPr>
            <a:xfrm rot="0">
              <a:off x="1233" y="1579"/>
              <a:ext cx="23" cy="401"/>
            </a:xfrm>
            <a:custGeom>
              <a:avLst/>
              <a:ahLst/>
              <a:rect l="0" t="0" r="r" b="b"/>
              <a:pathLst>
                <a:path w="68" h="1205">
                  <a:moveTo>
                    <a:pt x="0" y="1205"/>
                  </a:moveTo>
                  <a:lnTo>
                    <a:pt x="33" y="1205"/>
                  </a:lnTo>
                  <a:lnTo>
                    <a:pt x="68" y="1205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0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40" name=""/>
          <p:cNvGrpSpPr/>
          <p:nvPr/>
        </p:nvGrpSpPr>
        <p:grpSpPr>
          <a:xfrm rot="0">
            <a:off x="803275" y="1436687"/>
            <a:ext cx="6275387" cy="1725612"/>
            <a:chOff x="506" y="905"/>
            <a:chExt cx="3953" cy="1087"/>
          </a:xfrm>
        </p:grpSpPr>
        <p:sp>
          <p:nvSpPr>
            <p:cNvPr id="1051069" name=""/>
            <p:cNvSpPr/>
            <p:nvPr/>
          </p:nvSpPr>
          <p:spPr>
            <a:xfrm rot="0">
              <a:off x="1233" y="1567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70" name=""/>
            <p:cNvSpPr/>
            <p:nvPr/>
          </p:nvSpPr>
          <p:spPr>
            <a:xfrm rot="0">
              <a:off x="1233" y="1567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71" name=""/>
            <p:cNvSpPr/>
            <p:nvPr/>
          </p:nvSpPr>
          <p:spPr>
            <a:xfrm rot="0">
              <a:off x="1064" y="1975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4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72" name=""/>
            <p:cNvSpPr/>
            <p:nvPr/>
          </p:nvSpPr>
          <p:spPr>
            <a:xfrm rot="0">
              <a:off x="1064" y="1975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73" name=""/>
            <p:cNvSpPr/>
            <p:nvPr/>
          </p:nvSpPr>
          <p:spPr>
            <a:xfrm rot="0">
              <a:off x="1064" y="1725"/>
              <a:ext cx="22" cy="250"/>
            </a:xfrm>
            <a:custGeom>
              <a:avLst/>
              <a:ahLst/>
              <a:rect l="0" t="0" r="r" b="b"/>
              <a:pathLst>
                <a:path w="68" h="750">
                  <a:moveTo>
                    <a:pt x="0" y="750"/>
                  </a:moveTo>
                  <a:lnTo>
                    <a:pt x="34" y="750"/>
                  </a:lnTo>
                  <a:lnTo>
                    <a:pt x="68" y="750"/>
                  </a:lnTo>
                  <a:lnTo>
                    <a:pt x="68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75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74" name=""/>
            <p:cNvSpPr/>
            <p:nvPr/>
          </p:nvSpPr>
          <p:spPr>
            <a:xfrm rot="0">
              <a:off x="1064" y="1725"/>
              <a:ext cx="22" cy="250"/>
            </a:xfrm>
            <a:custGeom>
              <a:avLst/>
              <a:ahLst/>
              <a:rect l="0" t="0" r="r" b="b"/>
              <a:pathLst>
                <a:path w="68" h="750">
                  <a:moveTo>
                    <a:pt x="0" y="750"/>
                  </a:moveTo>
                  <a:lnTo>
                    <a:pt x="34" y="750"/>
                  </a:lnTo>
                  <a:lnTo>
                    <a:pt x="68" y="750"/>
                  </a:lnTo>
                  <a:lnTo>
                    <a:pt x="68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7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75" name=""/>
            <p:cNvSpPr/>
            <p:nvPr/>
          </p:nvSpPr>
          <p:spPr>
            <a:xfrm rot="0">
              <a:off x="1064" y="1713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4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76" name=""/>
            <p:cNvSpPr/>
            <p:nvPr/>
          </p:nvSpPr>
          <p:spPr>
            <a:xfrm rot="0">
              <a:off x="1064" y="1713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77" name=""/>
            <p:cNvSpPr/>
            <p:nvPr/>
          </p:nvSpPr>
          <p:spPr>
            <a:xfrm rot="0">
              <a:off x="1075" y="1713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4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78" name=""/>
            <p:cNvSpPr/>
            <p:nvPr/>
          </p:nvSpPr>
          <p:spPr>
            <a:xfrm rot="0">
              <a:off x="1075" y="1713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4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79" name=""/>
            <p:cNvSpPr/>
            <p:nvPr/>
          </p:nvSpPr>
          <p:spPr>
            <a:xfrm rot="0">
              <a:off x="517" y="1713"/>
              <a:ext cx="558" cy="23"/>
            </a:xfrm>
            <a:custGeom>
              <a:avLst/>
              <a:ahLst/>
              <a:rect l="0" t="0" r="r" b="b"/>
              <a:pathLst>
                <a:path w="1675" h="69">
                  <a:moveTo>
                    <a:pt x="1675" y="69"/>
                  </a:moveTo>
                  <a:lnTo>
                    <a:pt x="1675" y="35"/>
                  </a:lnTo>
                  <a:lnTo>
                    <a:pt x="167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675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80" name=""/>
            <p:cNvSpPr/>
            <p:nvPr/>
          </p:nvSpPr>
          <p:spPr>
            <a:xfrm rot="0">
              <a:off x="517" y="1713"/>
              <a:ext cx="558" cy="23"/>
            </a:xfrm>
            <a:custGeom>
              <a:avLst/>
              <a:ahLst/>
              <a:rect l="0" t="0" r="r" b="b"/>
              <a:pathLst>
                <a:path w="1675" h="69">
                  <a:moveTo>
                    <a:pt x="1675" y="69"/>
                  </a:moveTo>
                  <a:lnTo>
                    <a:pt x="1675" y="35"/>
                  </a:lnTo>
                  <a:lnTo>
                    <a:pt x="167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675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81" name=""/>
            <p:cNvSpPr/>
            <p:nvPr/>
          </p:nvSpPr>
          <p:spPr>
            <a:xfrm rot="0">
              <a:off x="506" y="1713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82" name=""/>
            <p:cNvSpPr/>
            <p:nvPr/>
          </p:nvSpPr>
          <p:spPr>
            <a:xfrm rot="0">
              <a:off x="506" y="1713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83" name=""/>
            <p:cNvSpPr/>
            <p:nvPr/>
          </p:nvSpPr>
          <p:spPr>
            <a:xfrm rot="0">
              <a:off x="506" y="1567"/>
              <a:ext cx="22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84" name=""/>
            <p:cNvSpPr/>
            <p:nvPr/>
          </p:nvSpPr>
          <p:spPr>
            <a:xfrm rot="0">
              <a:off x="506" y="1567"/>
              <a:ext cx="22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85" name=""/>
            <p:cNvSpPr/>
            <p:nvPr/>
          </p:nvSpPr>
          <p:spPr>
            <a:xfrm rot="0">
              <a:off x="506" y="1579"/>
              <a:ext cx="22" cy="401"/>
            </a:xfrm>
            <a:custGeom>
              <a:avLst/>
              <a:ahLst/>
              <a:rect l="0" t="0" r="r" b="b"/>
              <a:pathLst>
                <a:path w="68" h="1205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205"/>
                  </a:lnTo>
                  <a:lnTo>
                    <a:pt x="33" y="1205"/>
                  </a:lnTo>
                  <a:lnTo>
                    <a:pt x="68" y="1205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86" name=""/>
            <p:cNvSpPr/>
            <p:nvPr/>
          </p:nvSpPr>
          <p:spPr>
            <a:xfrm rot="0">
              <a:off x="506" y="1579"/>
              <a:ext cx="22" cy="401"/>
            </a:xfrm>
            <a:custGeom>
              <a:avLst/>
              <a:ahLst/>
              <a:rect l="0" t="0" r="r" b="b"/>
              <a:pathLst>
                <a:path w="68" h="1205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205"/>
                  </a:lnTo>
                  <a:lnTo>
                    <a:pt x="33" y="1205"/>
                  </a:lnTo>
                  <a:lnTo>
                    <a:pt x="68" y="1205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87" name=""/>
            <p:cNvSpPr/>
            <p:nvPr/>
          </p:nvSpPr>
          <p:spPr>
            <a:xfrm rot="0">
              <a:off x="506" y="1980"/>
              <a:ext cx="22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88" name=""/>
            <p:cNvSpPr/>
            <p:nvPr/>
          </p:nvSpPr>
          <p:spPr>
            <a:xfrm rot="0">
              <a:off x="506" y="1980"/>
              <a:ext cx="22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89" name=""/>
            <p:cNvSpPr/>
            <p:nvPr/>
          </p:nvSpPr>
          <p:spPr>
            <a:xfrm rot="0">
              <a:off x="506" y="196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90" name=""/>
            <p:cNvSpPr/>
            <p:nvPr/>
          </p:nvSpPr>
          <p:spPr>
            <a:xfrm rot="0">
              <a:off x="506" y="196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91" name=""/>
            <p:cNvSpPr/>
            <p:nvPr/>
          </p:nvSpPr>
          <p:spPr>
            <a:xfrm rot="0">
              <a:off x="517" y="1969"/>
              <a:ext cx="727" cy="23"/>
            </a:xfrm>
            <a:custGeom>
              <a:avLst/>
              <a:ahLst/>
              <a:rect l="0" t="0" r="r" b="b"/>
              <a:pathLst>
                <a:path w="2183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3" y="69"/>
                  </a:lnTo>
                  <a:lnTo>
                    <a:pt x="2183" y="35"/>
                  </a:lnTo>
                  <a:lnTo>
                    <a:pt x="218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92" name=""/>
            <p:cNvSpPr/>
            <p:nvPr/>
          </p:nvSpPr>
          <p:spPr>
            <a:xfrm rot="0">
              <a:off x="517" y="1969"/>
              <a:ext cx="727" cy="23"/>
            </a:xfrm>
            <a:custGeom>
              <a:avLst/>
              <a:ahLst/>
              <a:rect l="0" t="0" r="r" b="b"/>
              <a:pathLst>
                <a:path w="2183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3" y="69"/>
                  </a:lnTo>
                  <a:lnTo>
                    <a:pt x="2183" y="35"/>
                  </a:lnTo>
                  <a:lnTo>
                    <a:pt x="218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93" name=""/>
            <p:cNvSpPr/>
            <p:nvPr/>
          </p:nvSpPr>
          <p:spPr>
            <a:xfrm rot="0">
              <a:off x="1244" y="196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94" name=""/>
            <p:cNvSpPr/>
            <p:nvPr/>
          </p:nvSpPr>
          <p:spPr>
            <a:xfrm rot="0">
              <a:off x="1244" y="196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95" name=""/>
            <p:cNvSpPr/>
            <p:nvPr/>
          </p:nvSpPr>
          <p:spPr>
            <a:xfrm rot="0">
              <a:off x="1244" y="156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6"/>
                  </a:lnTo>
                  <a:lnTo>
                    <a:pt x="29" y="14"/>
                  </a:lnTo>
                  <a:lnTo>
                    <a:pt x="33" y="24"/>
                  </a:lnTo>
                  <a:lnTo>
                    <a:pt x="35" y="34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96" name=""/>
            <p:cNvSpPr/>
            <p:nvPr/>
          </p:nvSpPr>
          <p:spPr>
            <a:xfrm rot="0">
              <a:off x="1244" y="156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1" y="6"/>
                  </a:lnTo>
                  <a:lnTo>
                    <a:pt x="29" y="14"/>
                  </a:lnTo>
                  <a:lnTo>
                    <a:pt x="33" y="24"/>
                  </a:lnTo>
                  <a:lnTo>
                    <a:pt x="35" y="34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97" name=""/>
            <p:cNvSpPr/>
            <p:nvPr/>
          </p:nvSpPr>
          <p:spPr>
            <a:xfrm rot="0">
              <a:off x="517" y="1567"/>
              <a:ext cx="727" cy="23"/>
            </a:xfrm>
            <a:custGeom>
              <a:avLst/>
              <a:ahLst/>
              <a:rect l="0" t="0" r="r" b="b"/>
              <a:pathLst>
                <a:path w="2183" h="68">
                  <a:moveTo>
                    <a:pt x="2183" y="68"/>
                  </a:moveTo>
                  <a:lnTo>
                    <a:pt x="2183" y="34"/>
                  </a:lnTo>
                  <a:lnTo>
                    <a:pt x="2183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8"/>
                  </a:lnTo>
                  <a:lnTo>
                    <a:pt x="2183" y="6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098" name=""/>
            <p:cNvSpPr/>
            <p:nvPr/>
          </p:nvSpPr>
          <p:spPr>
            <a:xfrm rot="0">
              <a:off x="517" y="1567"/>
              <a:ext cx="727" cy="23"/>
            </a:xfrm>
            <a:custGeom>
              <a:avLst/>
              <a:ahLst/>
              <a:rect l="0" t="0" r="r" b="b"/>
              <a:pathLst>
                <a:path w="2183" h="68">
                  <a:moveTo>
                    <a:pt x="2183" y="68"/>
                  </a:moveTo>
                  <a:lnTo>
                    <a:pt x="2183" y="34"/>
                  </a:lnTo>
                  <a:lnTo>
                    <a:pt x="2183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8"/>
                  </a:lnTo>
                  <a:lnTo>
                    <a:pt x="2183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099" name=""/>
            <p:cNvSpPr/>
            <p:nvPr/>
          </p:nvSpPr>
          <p:spPr>
            <a:xfrm rot="0">
              <a:off x="506" y="1567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34"/>
                  </a:moveTo>
                  <a:lnTo>
                    <a:pt x="33" y="68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00" name=""/>
            <p:cNvSpPr/>
            <p:nvPr/>
          </p:nvSpPr>
          <p:spPr>
            <a:xfrm rot="0">
              <a:off x="506" y="1567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68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01" name=""/>
            <p:cNvSpPr/>
            <p:nvPr/>
          </p:nvSpPr>
          <p:spPr>
            <a:xfrm rot="0">
              <a:off x="1075" y="1262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0" y="35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02" name=""/>
            <p:cNvSpPr/>
            <p:nvPr/>
          </p:nvSpPr>
          <p:spPr>
            <a:xfrm rot="0">
              <a:off x="1075" y="1262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03" name=""/>
            <p:cNvSpPr/>
            <p:nvPr/>
          </p:nvSpPr>
          <p:spPr>
            <a:xfrm rot="0">
              <a:off x="517" y="1262"/>
              <a:ext cx="558" cy="23"/>
            </a:xfrm>
            <a:custGeom>
              <a:avLst/>
              <a:ahLst/>
              <a:rect l="0" t="0" r="r" b="b"/>
              <a:pathLst>
                <a:path w="1675" h="68">
                  <a:moveTo>
                    <a:pt x="1675" y="68"/>
                  </a:moveTo>
                  <a:lnTo>
                    <a:pt x="1675" y="35"/>
                  </a:lnTo>
                  <a:lnTo>
                    <a:pt x="167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675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04" name=""/>
            <p:cNvSpPr/>
            <p:nvPr/>
          </p:nvSpPr>
          <p:spPr>
            <a:xfrm rot="0">
              <a:off x="517" y="1262"/>
              <a:ext cx="558" cy="23"/>
            </a:xfrm>
            <a:custGeom>
              <a:avLst/>
              <a:ahLst/>
              <a:rect l="0" t="0" r="r" b="b"/>
              <a:pathLst>
                <a:path w="1675" h="68">
                  <a:moveTo>
                    <a:pt x="1675" y="68"/>
                  </a:moveTo>
                  <a:lnTo>
                    <a:pt x="1675" y="35"/>
                  </a:lnTo>
                  <a:lnTo>
                    <a:pt x="167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675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05" name=""/>
            <p:cNvSpPr/>
            <p:nvPr/>
          </p:nvSpPr>
          <p:spPr>
            <a:xfrm rot="0">
              <a:off x="506" y="1262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35"/>
                  </a:moveTo>
                  <a:lnTo>
                    <a:pt x="33" y="68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06" name=""/>
            <p:cNvSpPr/>
            <p:nvPr/>
          </p:nvSpPr>
          <p:spPr>
            <a:xfrm rot="0">
              <a:off x="506" y="1262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68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07" name=""/>
            <p:cNvSpPr/>
            <p:nvPr/>
          </p:nvSpPr>
          <p:spPr>
            <a:xfrm rot="0">
              <a:off x="1064" y="921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08" name=""/>
            <p:cNvSpPr/>
            <p:nvPr/>
          </p:nvSpPr>
          <p:spPr>
            <a:xfrm rot="0">
              <a:off x="1064" y="921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09" name=""/>
            <p:cNvSpPr/>
            <p:nvPr/>
          </p:nvSpPr>
          <p:spPr>
            <a:xfrm rot="0">
              <a:off x="1064" y="933"/>
              <a:ext cx="22" cy="341"/>
            </a:xfrm>
            <a:custGeom>
              <a:avLst/>
              <a:ahLst/>
              <a:rect l="0" t="0" r="r" b="b"/>
              <a:pathLst>
                <a:path w="68" h="1022">
                  <a:moveTo>
                    <a:pt x="68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4" y="1022"/>
                  </a:lnTo>
                  <a:lnTo>
                    <a:pt x="68" y="1022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10" name=""/>
            <p:cNvSpPr/>
            <p:nvPr/>
          </p:nvSpPr>
          <p:spPr>
            <a:xfrm rot="0">
              <a:off x="1064" y="933"/>
              <a:ext cx="22" cy="341"/>
            </a:xfrm>
            <a:custGeom>
              <a:avLst/>
              <a:ahLst/>
              <a:rect l="0" t="0" r="r" b="b"/>
              <a:pathLst>
                <a:path w="68" h="1022">
                  <a:moveTo>
                    <a:pt x="68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4" y="1022"/>
                  </a:lnTo>
                  <a:lnTo>
                    <a:pt x="68" y="1022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11" name=""/>
            <p:cNvSpPr/>
            <p:nvPr/>
          </p:nvSpPr>
          <p:spPr>
            <a:xfrm rot="0">
              <a:off x="1064" y="1274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4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12" name=""/>
            <p:cNvSpPr/>
            <p:nvPr/>
          </p:nvSpPr>
          <p:spPr>
            <a:xfrm rot="0">
              <a:off x="1064" y="1274"/>
              <a:ext cx="22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13" name=""/>
            <p:cNvSpPr/>
            <p:nvPr/>
          </p:nvSpPr>
          <p:spPr>
            <a:xfrm rot="0">
              <a:off x="506" y="1419"/>
              <a:ext cx="22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1"/>
                  </a:lnTo>
                  <a:lnTo>
                    <a:pt x="53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2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14" name=""/>
            <p:cNvSpPr/>
            <p:nvPr/>
          </p:nvSpPr>
          <p:spPr>
            <a:xfrm rot="0">
              <a:off x="506" y="1419"/>
              <a:ext cx="22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1"/>
                  </a:lnTo>
                  <a:lnTo>
                    <a:pt x="53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2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15" name=""/>
            <p:cNvSpPr/>
            <p:nvPr/>
          </p:nvSpPr>
          <p:spPr>
            <a:xfrm rot="0">
              <a:off x="506" y="933"/>
              <a:ext cx="22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0" y="1459"/>
                  </a:move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16" name=""/>
            <p:cNvSpPr/>
            <p:nvPr/>
          </p:nvSpPr>
          <p:spPr>
            <a:xfrm rot="0">
              <a:off x="506" y="933"/>
              <a:ext cx="22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0" y="1459"/>
                  </a:move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17" name=""/>
            <p:cNvSpPr/>
            <p:nvPr/>
          </p:nvSpPr>
          <p:spPr>
            <a:xfrm rot="0">
              <a:off x="506" y="921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18" name=""/>
            <p:cNvSpPr/>
            <p:nvPr/>
          </p:nvSpPr>
          <p:spPr>
            <a:xfrm rot="0">
              <a:off x="506" y="921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19" name=""/>
            <p:cNvSpPr/>
            <p:nvPr/>
          </p:nvSpPr>
          <p:spPr>
            <a:xfrm rot="0">
              <a:off x="1244" y="140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6"/>
                  </a:lnTo>
                  <a:lnTo>
                    <a:pt x="21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20" name=""/>
            <p:cNvSpPr/>
            <p:nvPr/>
          </p:nvSpPr>
          <p:spPr>
            <a:xfrm rot="0">
              <a:off x="1244" y="140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6"/>
                  </a:lnTo>
                  <a:lnTo>
                    <a:pt x="21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21" name=""/>
            <p:cNvSpPr/>
            <p:nvPr/>
          </p:nvSpPr>
          <p:spPr>
            <a:xfrm rot="0">
              <a:off x="517" y="1408"/>
              <a:ext cx="727" cy="23"/>
            </a:xfrm>
            <a:custGeom>
              <a:avLst/>
              <a:ahLst/>
              <a:rect l="0" t="0" r="r" b="b"/>
              <a:pathLst>
                <a:path w="2183" h="69">
                  <a:moveTo>
                    <a:pt x="2183" y="69"/>
                  </a:moveTo>
                  <a:lnTo>
                    <a:pt x="2183" y="35"/>
                  </a:lnTo>
                  <a:lnTo>
                    <a:pt x="2183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3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22" name=""/>
            <p:cNvSpPr/>
            <p:nvPr/>
          </p:nvSpPr>
          <p:spPr>
            <a:xfrm rot="0">
              <a:off x="517" y="1408"/>
              <a:ext cx="727" cy="23"/>
            </a:xfrm>
            <a:custGeom>
              <a:avLst/>
              <a:ahLst/>
              <a:rect l="0" t="0" r="r" b="b"/>
              <a:pathLst>
                <a:path w="2183" h="69">
                  <a:moveTo>
                    <a:pt x="2183" y="69"/>
                  </a:moveTo>
                  <a:lnTo>
                    <a:pt x="2183" y="35"/>
                  </a:lnTo>
                  <a:lnTo>
                    <a:pt x="2183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3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23" name=""/>
            <p:cNvSpPr/>
            <p:nvPr/>
          </p:nvSpPr>
          <p:spPr>
            <a:xfrm rot="0">
              <a:off x="506" y="140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24" name=""/>
            <p:cNvSpPr/>
            <p:nvPr/>
          </p:nvSpPr>
          <p:spPr>
            <a:xfrm rot="0">
              <a:off x="506" y="140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25" name=""/>
            <p:cNvSpPr/>
            <p:nvPr/>
          </p:nvSpPr>
          <p:spPr>
            <a:xfrm rot="0">
              <a:off x="1233" y="921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26" name=""/>
            <p:cNvSpPr/>
            <p:nvPr/>
          </p:nvSpPr>
          <p:spPr>
            <a:xfrm rot="0">
              <a:off x="1233" y="921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27" name=""/>
            <p:cNvSpPr/>
            <p:nvPr/>
          </p:nvSpPr>
          <p:spPr>
            <a:xfrm rot="0">
              <a:off x="1233" y="933"/>
              <a:ext cx="23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28" name=""/>
            <p:cNvSpPr/>
            <p:nvPr/>
          </p:nvSpPr>
          <p:spPr>
            <a:xfrm rot="0">
              <a:off x="1233" y="933"/>
              <a:ext cx="23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29" name=""/>
            <p:cNvSpPr/>
            <p:nvPr/>
          </p:nvSpPr>
          <p:spPr>
            <a:xfrm rot="0">
              <a:off x="1233" y="1419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30" name=""/>
            <p:cNvSpPr/>
            <p:nvPr/>
          </p:nvSpPr>
          <p:spPr>
            <a:xfrm rot="0">
              <a:off x="1233" y="1419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31" name=""/>
            <p:cNvSpPr/>
            <p:nvPr/>
          </p:nvSpPr>
          <p:spPr>
            <a:xfrm rot="0">
              <a:off x="506" y="921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35"/>
                  </a:moveTo>
                  <a:lnTo>
                    <a:pt x="33" y="68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32" name=""/>
            <p:cNvSpPr/>
            <p:nvPr/>
          </p:nvSpPr>
          <p:spPr>
            <a:xfrm rot="0">
              <a:off x="506" y="921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68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33" name=""/>
            <p:cNvSpPr/>
            <p:nvPr/>
          </p:nvSpPr>
          <p:spPr>
            <a:xfrm rot="0">
              <a:off x="517" y="921"/>
              <a:ext cx="727" cy="23"/>
            </a:xfrm>
            <a:custGeom>
              <a:avLst/>
              <a:ahLst/>
              <a:rect l="0" t="0" r="r" b="b"/>
              <a:pathLst>
                <a:path w="2183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2183" y="68"/>
                  </a:lnTo>
                  <a:lnTo>
                    <a:pt x="2183" y="35"/>
                  </a:lnTo>
                  <a:lnTo>
                    <a:pt x="218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34" name=""/>
            <p:cNvSpPr/>
            <p:nvPr/>
          </p:nvSpPr>
          <p:spPr>
            <a:xfrm rot="0">
              <a:off x="517" y="921"/>
              <a:ext cx="727" cy="23"/>
            </a:xfrm>
            <a:custGeom>
              <a:avLst/>
              <a:ahLst/>
              <a:rect l="0" t="0" r="r" b="b"/>
              <a:pathLst>
                <a:path w="2183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2183" y="68"/>
                  </a:lnTo>
                  <a:lnTo>
                    <a:pt x="2183" y="35"/>
                  </a:lnTo>
                  <a:lnTo>
                    <a:pt x="218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35" name=""/>
            <p:cNvSpPr/>
            <p:nvPr/>
          </p:nvSpPr>
          <p:spPr>
            <a:xfrm rot="0">
              <a:off x="1244" y="921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6"/>
                  </a:lnTo>
                  <a:lnTo>
                    <a:pt x="29" y="14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36" name=""/>
            <p:cNvSpPr/>
            <p:nvPr/>
          </p:nvSpPr>
          <p:spPr>
            <a:xfrm rot="0">
              <a:off x="1244" y="921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1" y="6"/>
                  </a:lnTo>
                  <a:lnTo>
                    <a:pt x="29" y="14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37" name=""/>
            <p:cNvSpPr/>
            <p:nvPr/>
          </p:nvSpPr>
          <p:spPr>
            <a:xfrm rot="0">
              <a:off x="4024" y="1391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38" name=""/>
            <p:cNvSpPr/>
            <p:nvPr/>
          </p:nvSpPr>
          <p:spPr>
            <a:xfrm rot="0">
              <a:off x="4024" y="1391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39" name=""/>
            <p:cNvSpPr/>
            <p:nvPr/>
          </p:nvSpPr>
          <p:spPr>
            <a:xfrm rot="0">
              <a:off x="4035" y="1391"/>
              <a:ext cx="413" cy="23"/>
            </a:xfrm>
            <a:custGeom>
              <a:avLst/>
              <a:ahLst/>
              <a:rect l="0" t="0" r="r" b="b"/>
              <a:pathLst>
                <a:path w="1238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238" y="68"/>
                  </a:ln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40" name=""/>
            <p:cNvSpPr/>
            <p:nvPr/>
          </p:nvSpPr>
          <p:spPr>
            <a:xfrm rot="0">
              <a:off x="4035" y="1391"/>
              <a:ext cx="413" cy="23"/>
            </a:xfrm>
            <a:custGeom>
              <a:avLst/>
              <a:ahLst/>
              <a:rect l="0" t="0" r="r" b="b"/>
              <a:pathLst>
                <a:path w="1238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238" y="68"/>
                  </a:ln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41" name=""/>
            <p:cNvSpPr/>
            <p:nvPr/>
          </p:nvSpPr>
          <p:spPr>
            <a:xfrm rot="0">
              <a:off x="4448" y="1391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42" name=""/>
            <p:cNvSpPr/>
            <p:nvPr/>
          </p:nvSpPr>
          <p:spPr>
            <a:xfrm rot="0">
              <a:off x="4448" y="1391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43" name=""/>
            <p:cNvSpPr/>
            <p:nvPr/>
          </p:nvSpPr>
          <p:spPr>
            <a:xfrm rot="0">
              <a:off x="4436" y="1403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44" name=""/>
            <p:cNvSpPr/>
            <p:nvPr/>
          </p:nvSpPr>
          <p:spPr>
            <a:xfrm rot="0">
              <a:off x="4436" y="1403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45" name=""/>
            <p:cNvSpPr/>
            <p:nvPr/>
          </p:nvSpPr>
          <p:spPr>
            <a:xfrm rot="0">
              <a:off x="4436" y="917"/>
              <a:ext cx="23" cy="486"/>
            </a:xfrm>
            <a:custGeom>
              <a:avLst/>
              <a:ahLst/>
              <a:rect l="0" t="0" r="r" b="b"/>
              <a:pathLst>
                <a:path w="69" h="1457">
                  <a:moveTo>
                    <a:pt x="0" y="1457"/>
                  </a:moveTo>
                  <a:lnTo>
                    <a:pt x="34" y="1457"/>
                  </a:lnTo>
                  <a:lnTo>
                    <a:pt x="69" y="1457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45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46" name=""/>
            <p:cNvSpPr/>
            <p:nvPr/>
          </p:nvSpPr>
          <p:spPr>
            <a:xfrm rot="0">
              <a:off x="4436" y="917"/>
              <a:ext cx="23" cy="486"/>
            </a:xfrm>
            <a:custGeom>
              <a:avLst/>
              <a:ahLst/>
              <a:rect l="0" t="0" r="r" b="b"/>
              <a:pathLst>
                <a:path w="69" h="1457">
                  <a:moveTo>
                    <a:pt x="0" y="1457"/>
                  </a:moveTo>
                  <a:lnTo>
                    <a:pt x="34" y="1457"/>
                  </a:lnTo>
                  <a:lnTo>
                    <a:pt x="69" y="1457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45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47" name=""/>
            <p:cNvSpPr/>
            <p:nvPr/>
          </p:nvSpPr>
          <p:spPr>
            <a:xfrm rot="0">
              <a:off x="4436" y="90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48" name=""/>
            <p:cNvSpPr/>
            <p:nvPr/>
          </p:nvSpPr>
          <p:spPr>
            <a:xfrm rot="0">
              <a:off x="4436" y="90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49" name=""/>
            <p:cNvSpPr/>
            <p:nvPr/>
          </p:nvSpPr>
          <p:spPr>
            <a:xfrm rot="0">
              <a:off x="4448" y="906"/>
              <a:ext cx="11" cy="22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50" name=""/>
            <p:cNvSpPr/>
            <p:nvPr/>
          </p:nvSpPr>
          <p:spPr>
            <a:xfrm rot="0">
              <a:off x="4448" y="906"/>
              <a:ext cx="11" cy="22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51" name=""/>
            <p:cNvSpPr/>
            <p:nvPr/>
          </p:nvSpPr>
          <p:spPr>
            <a:xfrm rot="0">
              <a:off x="4035" y="906"/>
              <a:ext cx="413" cy="22"/>
            </a:xfrm>
            <a:custGeom>
              <a:avLst/>
              <a:ahLst/>
              <a:rect l="0" t="0" r="r" b="b"/>
              <a:pathLst>
                <a:path w="1238" h="68">
                  <a:moveTo>
                    <a:pt x="1238" y="68"/>
                  </a:move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238" y="6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52" name=""/>
            <p:cNvSpPr/>
            <p:nvPr/>
          </p:nvSpPr>
          <p:spPr>
            <a:xfrm rot="0">
              <a:off x="4035" y="906"/>
              <a:ext cx="413" cy="22"/>
            </a:xfrm>
            <a:custGeom>
              <a:avLst/>
              <a:ahLst/>
              <a:rect l="0" t="0" r="r" b="b"/>
              <a:pathLst>
                <a:path w="1238" h="68">
                  <a:moveTo>
                    <a:pt x="1238" y="68"/>
                  </a:move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238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53" name=""/>
            <p:cNvSpPr/>
            <p:nvPr/>
          </p:nvSpPr>
          <p:spPr>
            <a:xfrm rot="0">
              <a:off x="4024" y="906"/>
              <a:ext cx="11" cy="22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54" name=""/>
            <p:cNvSpPr/>
            <p:nvPr/>
          </p:nvSpPr>
          <p:spPr>
            <a:xfrm rot="0">
              <a:off x="4024" y="906"/>
              <a:ext cx="11" cy="22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55" name=""/>
            <p:cNvSpPr/>
            <p:nvPr/>
          </p:nvSpPr>
          <p:spPr>
            <a:xfrm rot="0">
              <a:off x="4024" y="90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56" name=""/>
            <p:cNvSpPr/>
            <p:nvPr/>
          </p:nvSpPr>
          <p:spPr>
            <a:xfrm rot="0">
              <a:off x="4024" y="90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57" name=""/>
            <p:cNvSpPr/>
            <p:nvPr/>
          </p:nvSpPr>
          <p:spPr>
            <a:xfrm rot="0">
              <a:off x="4024" y="917"/>
              <a:ext cx="23" cy="486"/>
            </a:xfrm>
            <a:custGeom>
              <a:avLst/>
              <a:ahLst/>
              <a:rect l="0" t="0" r="r" b="b"/>
              <a:pathLst>
                <a:path w="69" h="1457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457"/>
                  </a:lnTo>
                  <a:lnTo>
                    <a:pt x="34" y="1457"/>
                  </a:lnTo>
                  <a:lnTo>
                    <a:pt x="69" y="1457"/>
                  </a:lnTo>
                  <a:lnTo>
                    <a:pt x="6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58" name=""/>
            <p:cNvSpPr/>
            <p:nvPr/>
          </p:nvSpPr>
          <p:spPr>
            <a:xfrm rot="0">
              <a:off x="4024" y="917"/>
              <a:ext cx="23" cy="486"/>
            </a:xfrm>
            <a:custGeom>
              <a:avLst/>
              <a:ahLst/>
              <a:rect l="0" t="0" r="r" b="b"/>
              <a:pathLst>
                <a:path w="69" h="1457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457"/>
                  </a:lnTo>
                  <a:lnTo>
                    <a:pt x="34" y="1457"/>
                  </a:lnTo>
                  <a:lnTo>
                    <a:pt x="69" y="1457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59" name=""/>
            <p:cNvSpPr/>
            <p:nvPr/>
          </p:nvSpPr>
          <p:spPr>
            <a:xfrm rot="0">
              <a:off x="4024" y="1403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60" name=""/>
            <p:cNvSpPr/>
            <p:nvPr/>
          </p:nvSpPr>
          <p:spPr>
            <a:xfrm rot="0">
              <a:off x="4024" y="1403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61" name=""/>
            <p:cNvSpPr/>
            <p:nvPr/>
          </p:nvSpPr>
          <p:spPr>
            <a:xfrm rot="0">
              <a:off x="4187" y="1221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8"/>
                  </a:lnTo>
                  <a:lnTo>
                    <a:pt x="14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62" name=""/>
            <p:cNvSpPr/>
            <p:nvPr/>
          </p:nvSpPr>
          <p:spPr>
            <a:xfrm rot="0">
              <a:off x="4187" y="1221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8"/>
                  </a:lnTo>
                  <a:lnTo>
                    <a:pt x="14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63" name=""/>
            <p:cNvSpPr/>
            <p:nvPr/>
          </p:nvSpPr>
          <p:spPr>
            <a:xfrm rot="0">
              <a:off x="4198" y="1221"/>
              <a:ext cx="250" cy="23"/>
            </a:xfrm>
            <a:custGeom>
              <a:avLst/>
              <a:ahLst/>
              <a:rect l="0" t="0" r="r" b="b"/>
              <a:pathLst>
                <a:path w="749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49" y="69"/>
                  </a:lnTo>
                  <a:lnTo>
                    <a:pt x="749" y="35"/>
                  </a:lnTo>
                  <a:lnTo>
                    <a:pt x="74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64" name=""/>
            <p:cNvSpPr/>
            <p:nvPr/>
          </p:nvSpPr>
          <p:spPr>
            <a:xfrm rot="0">
              <a:off x="4198" y="1221"/>
              <a:ext cx="250" cy="23"/>
            </a:xfrm>
            <a:custGeom>
              <a:avLst/>
              <a:ahLst/>
              <a:rect l="0" t="0" r="r" b="b"/>
              <a:pathLst>
                <a:path w="749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49" y="69"/>
                  </a:lnTo>
                  <a:lnTo>
                    <a:pt x="749" y="35"/>
                  </a:lnTo>
                  <a:lnTo>
                    <a:pt x="74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65" name=""/>
            <p:cNvSpPr/>
            <p:nvPr/>
          </p:nvSpPr>
          <p:spPr>
            <a:xfrm rot="0">
              <a:off x="4448" y="1221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66" name=""/>
            <p:cNvSpPr/>
            <p:nvPr/>
          </p:nvSpPr>
          <p:spPr>
            <a:xfrm rot="0">
              <a:off x="4448" y="1221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67" name=""/>
            <p:cNvSpPr/>
            <p:nvPr/>
          </p:nvSpPr>
          <p:spPr>
            <a:xfrm rot="0">
              <a:off x="4187" y="90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68" name=""/>
            <p:cNvSpPr/>
            <p:nvPr/>
          </p:nvSpPr>
          <p:spPr>
            <a:xfrm rot="0">
              <a:off x="4187" y="906"/>
              <a:ext cx="23" cy="11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69" name=""/>
            <p:cNvSpPr/>
            <p:nvPr/>
          </p:nvSpPr>
          <p:spPr>
            <a:xfrm rot="0">
              <a:off x="4187" y="917"/>
              <a:ext cx="23" cy="316"/>
            </a:xfrm>
            <a:custGeom>
              <a:avLst/>
              <a:ahLst/>
              <a:rect l="0" t="0" r="r" b="b"/>
              <a:pathLst>
                <a:path w="69" h="946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946"/>
                  </a:lnTo>
                  <a:lnTo>
                    <a:pt x="34" y="946"/>
                  </a:lnTo>
                  <a:lnTo>
                    <a:pt x="69" y="946"/>
                  </a:lnTo>
                  <a:lnTo>
                    <a:pt x="6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70" name=""/>
            <p:cNvSpPr/>
            <p:nvPr/>
          </p:nvSpPr>
          <p:spPr>
            <a:xfrm rot="0">
              <a:off x="4187" y="917"/>
              <a:ext cx="23" cy="316"/>
            </a:xfrm>
            <a:custGeom>
              <a:avLst/>
              <a:ahLst/>
              <a:rect l="0" t="0" r="r" b="b"/>
              <a:pathLst>
                <a:path w="69" h="946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946"/>
                  </a:lnTo>
                  <a:lnTo>
                    <a:pt x="34" y="946"/>
                  </a:lnTo>
                  <a:lnTo>
                    <a:pt x="69" y="946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71" name=""/>
            <p:cNvSpPr/>
            <p:nvPr/>
          </p:nvSpPr>
          <p:spPr>
            <a:xfrm rot="0">
              <a:off x="4187" y="1233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172" name=""/>
            <p:cNvSpPr/>
            <p:nvPr/>
          </p:nvSpPr>
          <p:spPr>
            <a:xfrm rot="0">
              <a:off x="4187" y="1233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73" name=""/>
            <p:cNvSpPr/>
            <p:nvPr/>
          </p:nvSpPr>
          <p:spPr>
            <a:xfrm rot="0">
              <a:off x="3160" y="1247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33" y="30"/>
                  </a:moveTo>
                  <a:lnTo>
                    <a:pt x="51" y="59"/>
                  </a:lnTo>
                  <a:lnTo>
                    <a:pt x="41" y="63"/>
                  </a:lnTo>
                  <a:lnTo>
                    <a:pt x="31" y="63"/>
                  </a:lnTo>
                  <a:lnTo>
                    <a:pt x="20" y="62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74" name=""/>
            <p:cNvSpPr/>
            <p:nvPr/>
          </p:nvSpPr>
          <p:spPr>
            <a:xfrm rot="0">
              <a:off x="3160" y="1247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51" y="59"/>
                  </a:moveTo>
                  <a:lnTo>
                    <a:pt x="41" y="63"/>
                  </a:lnTo>
                  <a:lnTo>
                    <a:pt x="31" y="63"/>
                  </a:lnTo>
                  <a:lnTo>
                    <a:pt x="20" y="62"/>
                  </a:lnTo>
                  <a:lnTo>
                    <a:pt x="10" y="55"/>
                  </a:lnTo>
                  <a:lnTo>
                    <a:pt x="4" y="47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75" name=""/>
            <p:cNvSpPr/>
            <p:nvPr/>
          </p:nvSpPr>
          <p:spPr>
            <a:xfrm rot="0">
              <a:off x="3165" y="907"/>
              <a:ext cx="569" cy="360"/>
            </a:xfrm>
            <a:custGeom>
              <a:avLst/>
              <a:ahLst/>
              <a:rect l="0" t="0" r="r" b="b"/>
              <a:pathLst>
                <a:path w="1708" h="1079">
                  <a:moveTo>
                    <a:pt x="0" y="1020"/>
                  </a:moveTo>
                  <a:lnTo>
                    <a:pt x="17" y="1050"/>
                  </a:lnTo>
                  <a:lnTo>
                    <a:pt x="35" y="1079"/>
                  </a:lnTo>
                  <a:lnTo>
                    <a:pt x="1708" y="59"/>
                  </a:lnTo>
                  <a:lnTo>
                    <a:pt x="1690" y="29"/>
                  </a:lnTo>
                  <a:lnTo>
                    <a:pt x="1673" y="0"/>
                  </a:lnTo>
                  <a:lnTo>
                    <a:pt x="0" y="10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76" name=""/>
            <p:cNvSpPr/>
            <p:nvPr/>
          </p:nvSpPr>
          <p:spPr>
            <a:xfrm rot="0">
              <a:off x="3165" y="907"/>
              <a:ext cx="569" cy="360"/>
            </a:xfrm>
            <a:custGeom>
              <a:avLst/>
              <a:ahLst/>
              <a:rect l="0" t="0" r="r" b="b"/>
              <a:pathLst>
                <a:path w="1708" h="1079">
                  <a:moveTo>
                    <a:pt x="0" y="1020"/>
                  </a:moveTo>
                  <a:lnTo>
                    <a:pt x="17" y="1050"/>
                  </a:lnTo>
                  <a:lnTo>
                    <a:pt x="35" y="1079"/>
                  </a:lnTo>
                  <a:lnTo>
                    <a:pt x="1708" y="59"/>
                  </a:lnTo>
                  <a:lnTo>
                    <a:pt x="1690" y="29"/>
                  </a:lnTo>
                  <a:lnTo>
                    <a:pt x="1673" y="0"/>
                  </a:lnTo>
                  <a:lnTo>
                    <a:pt x="0" y="10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77" name=""/>
            <p:cNvSpPr/>
            <p:nvPr/>
          </p:nvSpPr>
          <p:spPr>
            <a:xfrm rot="0">
              <a:off x="3723" y="90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17" y="33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20" y="0"/>
                  </a:lnTo>
                  <a:lnTo>
                    <a:pt x="31" y="1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78" name=""/>
            <p:cNvSpPr/>
            <p:nvPr/>
          </p:nvSpPr>
          <p:spPr>
            <a:xfrm rot="0">
              <a:off x="3723" y="906"/>
              <a:ext cx="17" cy="21"/>
            </a:xfrm>
            <a:custGeom>
              <a:avLst/>
              <a:ahLst/>
              <a:rect l="0" t="0" r="r" b="b"/>
              <a:pathLst>
                <a:path w="51" h="63">
                  <a:moveTo>
                    <a:pt x="0" y="4"/>
                  </a:moveTo>
                  <a:lnTo>
                    <a:pt x="9" y="0"/>
                  </a:lnTo>
                  <a:lnTo>
                    <a:pt x="20" y="0"/>
                  </a:lnTo>
                  <a:lnTo>
                    <a:pt x="31" y="1"/>
                  </a:lnTo>
                  <a:lnTo>
                    <a:pt x="40" y="8"/>
                  </a:lnTo>
                  <a:lnTo>
                    <a:pt x="47" y="16"/>
                  </a:lnTo>
                  <a:lnTo>
                    <a:pt x="51" y="25"/>
                  </a:lnTo>
                  <a:lnTo>
                    <a:pt x="51" y="36"/>
                  </a:lnTo>
                  <a:lnTo>
                    <a:pt x="49" y="47"/>
                  </a:lnTo>
                  <a:lnTo>
                    <a:pt x="43" y="56"/>
                  </a:lnTo>
                  <a:lnTo>
                    <a:pt x="3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79" name=""/>
            <p:cNvSpPr/>
            <p:nvPr/>
          </p:nvSpPr>
          <p:spPr>
            <a:xfrm rot="0">
              <a:off x="3159" y="905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80" name=""/>
            <p:cNvSpPr/>
            <p:nvPr/>
          </p:nvSpPr>
          <p:spPr>
            <a:xfrm rot="0">
              <a:off x="3159" y="905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81" name=""/>
            <p:cNvSpPr/>
            <p:nvPr/>
          </p:nvSpPr>
          <p:spPr>
            <a:xfrm rot="0">
              <a:off x="3170" y="905"/>
              <a:ext cx="728" cy="23"/>
            </a:xfrm>
            <a:custGeom>
              <a:avLst/>
              <a:ahLst/>
              <a:rect l="0" t="0" r="r" b="b"/>
              <a:pathLst>
                <a:path w="218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4" y="69"/>
                  </a:ln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82" name=""/>
            <p:cNvSpPr/>
            <p:nvPr/>
          </p:nvSpPr>
          <p:spPr>
            <a:xfrm rot="0">
              <a:off x="3170" y="905"/>
              <a:ext cx="728" cy="23"/>
            </a:xfrm>
            <a:custGeom>
              <a:avLst/>
              <a:ahLst/>
              <a:rect l="0" t="0" r="r" b="b"/>
              <a:pathLst>
                <a:path w="218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4" y="69"/>
                  </a:ln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83" name=""/>
            <p:cNvSpPr/>
            <p:nvPr/>
          </p:nvSpPr>
          <p:spPr>
            <a:xfrm rot="0">
              <a:off x="3898" y="905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84" name=""/>
            <p:cNvSpPr/>
            <p:nvPr/>
          </p:nvSpPr>
          <p:spPr>
            <a:xfrm rot="0">
              <a:off x="3898" y="905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85" name=""/>
            <p:cNvSpPr/>
            <p:nvPr/>
          </p:nvSpPr>
          <p:spPr>
            <a:xfrm rot="0">
              <a:off x="3887" y="905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86" name=""/>
            <p:cNvSpPr/>
            <p:nvPr/>
          </p:nvSpPr>
          <p:spPr>
            <a:xfrm rot="0">
              <a:off x="3887" y="905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5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87" name=""/>
            <p:cNvSpPr/>
            <p:nvPr/>
          </p:nvSpPr>
          <p:spPr>
            <a:xfrm rot="0">
              <a:off x="3887" y="917"/>
              <a:ext cx="23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88" name=""/>
            <p:cNvSpPr/>
            <p:nvPr/>
          </p:nvSpPr>
          <p:spPr>
            <a:xfrm rot="0">
              <a:off x="3887" y="917"/>
              <a:ext cx="23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89" name=""/>
            <p:cNvSpPr/>
            <p:nvPr/>
          </p:nvSpPr>
          <p:spPr>
            <a:xfrm rot="0">
              <a:off x="3887" y="1403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90" name=""/>
            <p:cNvSpPr/>
            <p:nvPr/>
          </p:nvSpPr>
          <p:spPr>
            <a:xfrm rot="0">
              <a:off x="3887" y="1403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91" name=""/>
            <p:cNvSpPr/>
            <p:nvPr/>
          </p:nvSpPr>
          <p:spPr>
            <a:xfrm rot="0">
              <a:off x="3898" y="1391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6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92" name=""/>
            <p:cNvSpPr/>
            <p:nvPr/>
          </p:nvSpPr>
          <p:spPr>
            <a:xfrm rot="0">
              <a:off x="3898" y="1391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1" y="6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93" name=""/>
            <p:cNvSpPr/>
            <p:nvPr/>
          </p:nvSpPr>
          <p:spPr>
            <a:xfrm rot="0">
              <a:off x="3170" y="1391"/>
              <a:ext cx="728" cy="23"/>
            </a:xfrm>
            <a:custGeom>
              <a:avLst/>
              <a:ahLst/>
              <a:rect l="0" t="0" r="r" b="b"/>
              <a:pathLst>
                <a:path w="2184" h="68">
                  <a:moveTo>
                    <a:pt x="2184" y="68"/>
                  </a:move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2184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94" name=""/>
            <p:cNvSpPr/>
            <p:nvPr/>
          </p:nvSpPr>
          <p:spPr>
            <a:xfrm rot="0">
              <a:off x="3170" y="1391"/>
              <a:ext cx="728" cy="23"/>
            </a:xfrm>
            <a:custGeom>
              <a:avLst/>
              <a:ahLst/>
              <a:rect l="0" t="0" r="r" b="b"/>
              <a:pathLst>
                <a:path w="2184" h="68">
                  <a:moveTo>
                    <a:pt x="2184" y="68"/>
                  </a:move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2184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95" name=""/>
            <p:cNvSpPr/>
            <p:nvPr/>
          </p:nvSpPr>
          <p:spPr>
            <a:xfrm rot="0">
              <a:off x="3159" y="1391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0"/>
                  </a:lnTo>
                  <a:lnTo>
                    <a:pt x="29" y="1"/>
                  </a:lnTo>
                  <a:lnTo>
                    <a:pt x="23" y="2"/>
                  </a:lnTo>
                  <a:lnTo>
                    <a:pt x="18" y="4"/>
                  </a:lnTo>
                  <a:lnTo>
                    <a:pt x="14" y="6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3" y="51"/>
                  </a:lnTo>
                  <a:lnTo>
                    <a:pt x="6" y="55"/>
                  </a:lnTo>
                  <a:lnTo>
                    <a:pt x="10" y="59"/>
                  </a:lnTo>
                  <a:lnTo>
                    <a:pt x="14" y="63"/>
                  </a:lnTo>
                  <a:lnTo>
                    <a:pt x="18" y="66"/>
                  </a:lnTo>
                  <a:lnTo>
                    <a:pt x="23" y="67"/>
                  </a:lnTo>
                  <a:lnTo>
                    <a:pt x="29" y="68"/>
                  </a:lnTo>
                  <a:lnTo>
                    <a:pt x="34" y="68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96" name=""/>
            <p:cNvSpPr/>
            <p:nvPr/>
          </p:nvSpPr>
          <p:spPr>
            <a:xfrm rot="0">
              <a:off x="3159" y="1391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0"/>
                  </a:moveTo>
                  <a:lnTo>
                    <a:pt x="29" y="1"/>
                  </a:lnTo>
                  <a:lnTo>
                    <a:pt x="23" y="2"/>
                  </a:lnTo>
                  <a:lnTo>
                    <a:pt x="18" y="4"/>
                  </a:lnTo>
                  <a:lnTo>
                    <a:pt x="14" y="6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3" y="51"/>
                  </a:lnTo>
                  <a:lnTo>
                    <a:pt x="6" y="55"/>
                  </a:lnTo>
                  <a:lnTo>
                    <a:pt x="10" y="59"/>
                  </a:lnTo>
                  <a:lnTo>
                    <a:pt x="14" y="63"/>
                  </a:lnTo>
                  <a:lnTo>
                    <a:pt x="18" y="66"/>
                  </a:lnTo>
                  <a:lnTo>
                    <a:pt x="23" y="67"/>
                  </a:lnTo>
                  <a:lnTo>
                    <a:pt x="29" y="68"/>
                  </a:lnTo>
                  <a:lnTo>
                    <a:pt x="34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97" name=""/>
            <p:cNvSpPr/>
            <p:nvPr/>
          </p:nvSpPr>
          <p:spPr>
            <a:xfrm rot="0">
              <a:off x="3147" y="1391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198" name=""/>
            <p:cNvSpPr/>
            <p:nvPr/>
          </p:nvSpPr>
          <p:spPr>
            <a:xfrm rot="0">
              <a:off x="3147" y="1391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199" name=""/>
            <p:cNvSpPr/>
            <p:nvPr/>
          </p:nvSpPr>
          <p:spPr>
            <a:xfrm rot="0">
              <a:off x="3159" y="1391"/>
              <a:ext cx="23" cy="23"/>
            </a:xfrm>
            <a:custGeom>
              <a:avLst/>
              <a:ahLst/>
              <a:rect l="0" t="0" r="r" b="b"/>
              <a:pathLst>
                <a:path w="7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70" y="68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00" name=""/>
            <p:cNvSpPr/>
            <p:nvPr/>
          </p:nvSpPr>
          <p:spPr>
            <a:xfrm rot="0">
              <a:off x="3159" y="1391"/>
              <a:ext cx="23" cy="23"/>
            </a:xfrm>
            <a:custGeom>
              <a:avLst/>
              <a:ahLst/>
              <a:rect l="0" t="0" r="r" b="b"/>
              <a:pathLst>
                <a:path w="7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70" y="68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01" name=""/>
            <p:cNvSpPr/>
            <p:nvPr/>
          </p:nvSpPr>
          <p:spPr>
            <a:xfrm rot="0">
              <a:off x="3182" y="1391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02" name=""/>
            <p:cNvSpPr/>
            <p:nvPr/>
          </p:nvSpPr>
          <p:spPr>
            <a:xfrm rot="0">
              <a:off x="3182" y="1391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03" name=""/>
            <p:cNvSpPr/>
            <p:nvPr/>
          </p:nvSpPr>
          <p:spPr>
            <a:xfrm rot="0">
              <a:off x="3171" y="1391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04" name=""/>
            <p:cNvSpPr/>
            <p:nvPr/>
          </p:nvSpPr>
          <p:spPr>
            <a:xfrm rot="0">
              <a:off x="3171" y="1391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05" name=""/>
            <p:cNvSpPr/>
            <p:nvPr/>
          </p:nvSpPr>
          <p:spPr>
            <a:xfrm rot="0">
              <a:off x="3159" y="1403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34" y="0"/>
                  </a:moveTo>
                  <a:lnTo>
                    <a:pt x="69" y="0"/>
                  </a:ln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06" name=""/>
            <p:cNvSpPr/>
            <p:nvPr/>
          </p:nvSpPr>
          <p:spPr>
            <a:xfrm rot="0">
              <a:off x="3159" y="1403"/>
              <a:ext cx="23" cy="11"/>
            </a:xfrm>
            <a:custGeom>
              <a:avLst/>
              <a:ahLst/>
              <a:rect l="0" t="0" r="r" b="b"/>
              <a:pathLst>
                <a:path w="69" h="33">
                  <a:moveTo>
                    <a:pt x="69" y="0"/>
                  </a:moveTo>
                  <a:lnTo>
                    <a:pt x="66" y="10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07" name=""/>
            <p:cNvSpPr/>
            <p:nvPr/>
          </p:nvSpPr>
          <p:spPr>
            <a:xfrm rot="0">
              <a:off x="3159" y="917"/>
              <a:ext cx="23" cy="486"/>
            </a:xfrm>
            <a:custGeom>
              <a:avLst/>
              <a:ahLst/>
              <a:rect l="0" t="0" r="r" b="b"/>
              <a:pathLst>
                <a:path w="69" h="1459">
                  <a:moveTo>
                    <a:pt x="0" y="1459"/>
                  </a:moveTo>
                  <a:lnTo>
                    <a:pt x="34" y="1459"/>
                  </a:lnTo>
                  <a:lnTo>
                    <a:pt x="69" y="1459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4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08" name=""/>
            <p:cNvSpPr/>
            <p:nvPr/>
          </p:nvSpPr>
          <p:spPr>
            <a:xfrm rot="0">
              <a:off x="3159" y="917"/>
              <a:ext cx="23" cy="486"/>
            </a:xfrm>
            <a:custGeom>
              <a:avLst/>
              <a:ahLst/>
              <a:rect l="0" t="0" r="r" b="b"/>
              <a:pathLst>
                <a:path w="69" h="1459">
                  <a:moveTo>
                    <a:pt x="0" y="1459"/>
                  </a:moveTo>
                  <a:lnTo>
                    <a:pt x="34" y="1459"/>
                  </a:lnTo>
                  <a:lnTo>
                    <a:pt x="69" y="1459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4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09" name=""/>
            <p:cNvSpPr/>
            <p:nvPr/>
          </p:nvSpPr>
          <p:spPr>
            <a:xfrm rot="0">
              <a:off x="3159" y="905"/>
              <a:ext cx="11" cy="12"/>
            </a:xfrm>
            <a:custGeom>
              <a:avLst/>
              <a:ahLst/>
              <a:rect l="0" t="0" r="r" b="b"/>
              <a:pathLst>
                <a:path w="34" h="35">
                  <a:moveTo>
                    <a:pt x="34" y="35"/>
                  </a:moveTo>
                  <a:lnTo>
                    <a:pt x="0" y="35"/>
                  </a:lnTo>
                  <a:lnTo>
                    <a:pt x="0" y="30"/>
                  </a:lnTo>
                  <a:lnTo>
                    <a:pt x="2" y="25"/>
                  </a:lnTo>
                  <a:lnTo>
                    <a:pt x="3" y="19"/>
                  </a:lnTo>
                  <a:lnTo>
                    <a:pt x="6" y="15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18" y="4"/>
                  </a:lnTo>
                  <a:lnTo>
                    <a:pt x="23" y="3"/>
                  </a:lnTo>
                  <a:lnTo>
                    <a:pt x="29" y="2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10" name=""/>
            <p:cNvSpPr/>
            <p:nvPr/>
          </p:nvSpPr>
          <p:spPr>
            <a:xfrm rot="0">
              <a:off x="3159" y="905"/>
              <a:ext cx="11" cy="12"/>
            </a:xfrm>
            <a:custGeom>
              <a:avLst/>
              <a:ahLst/>
              <a:rect l="0" t="0" r="r" b="b"/>
              <a:pathLst>
                <a:path w="34" h="35">
                  <a:moveTo>
                    <a:pt x="0" y="35"/>
                  </a:moveTo>
                  <a:lnTo>
                    <a:pt x="0" y="30"/>
                  </a:lnTo>
                  <a:lnTo>
                    <a:pt x="2" y="25"/>
                  </a:lnTo>
                  <a:lnTo>
                    <a:pt x="3" y="19"/>
                  </a:lnTo>
                  <a:lnTo>
                    <a:pt x="6" y="15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18" y="4"/>
                  </a:lnTo>
                  <a:lnTo>
                    <a:pt x="23" y="3"/>
                  </a:lnTo>
                  <a:lnTo>
                    <a:pt x="29" y="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11" name=""/>
            <p:cNvSpPr/>
            <p:nvPr/>
          </p:nvSpPr>
          <p:spPr>
            <a:xfrm rot="0">
              <a:off x="3147" y="905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12" name=""/>
            <p:cNvSpPr/>
            <p:nvPr/>
          </p:nvSpPr>
          <p:spPr>
            <a:xfrm rot="0">
              <a:off x="3147" y="905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13" name=""/>
            <p:cNvSpPr/>
            <p:nvPr/>
          </p:nvSpPr>
          <p:spPr>
            <a:xfrm rot="0">
              <a:off x="3159" y="905"/>
              <a:ext cx="23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0" y="69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14" name=""/>
            <p:cNvSpPr/>
            <p:nvPr/>
          </p:nvSpPr>
          <p:spPr>
            <a:xfrm rot="0">
              <a:off x="3159" y="905"/>
              <a:ext cx="23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0" y="69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15" name=""/>
            <p:cNvSpPr/>
            <p:nvPr/>
          </p:nvSpPr>
          <p:spPr>
            <a:xfrm rot="0">
              <a:off x="3182" y="905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16" name=""/>
            <p:cNvSpPr/>
            <p:nvPr/>
          </p:nvSpPr>
          <p:spPr>
            <a:xfrm rot="0">
              <a:off x="3182" y="905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17" name=""/>
            <p:cNvSpPr/>
            <p:nvPr/>
          </p:nvSpPr>
          <p:spPr>
            <a:xfrm rot="0">
              <a:off x="3171" y="905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18" name=""/>
            <p:cNvSpPr/>
            <p:nvPr/>
          </p:nvSpPr>
          <p:spPr>
            <a:xfrm rot="0">
              <a:off x="3171" y="905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19" name=""/>
            <p:cNvSpPr/>
            <p:nvPr/>
          </p:nvSpPr>
          <p:spPr>
            <a:xfrm rot="0">
              <a:off x="3898" y="155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20" name=""/>
            <p:cNvSpPr/>
            <p:nvPr/>
          </p:nvSpPr>
          <p:spPr>
            <a:xfrm rot="0">
              <a:off x="3898" y="155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21" name=""/>
            <p:cNvSpPr/>
            <p:nvPr/>
          </p:nvSpPr>
          <p:spPr>
            <a:xfrm rot="0">
              <a:off x="3170" y="1551"/>
              <a:ext cx="728" cy="23"/>
            </a:xfrm>
            <a:custGeom>
              <a:avLst/>
              <a:ahLst/>
              <a:rect l="0" t="0" r="r" b="b"/>
              <a:pathLst>
                <a:path w="2184" h="69">
                  <a:moveTo>
                    <a:pt x="2184" y="69"/>
                  </a:move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4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22" name=""/>
            <p:cNvSpPr/>
            <p:nvPr/>
          </p:nvSpPr>
          <p:spPr>
            <a:xfrm rot="0">
              <a:off x="3170" y="1551"/>
              <a:ext cx="728" cy="23"/>
            </a:xfrm>
            <a:custGeom>
              <a:avLst/>
              <a:ahLst/>
              <a:rect l="0" t="0" r="r" b="b"/>
              <a:pathLst>
                <a:path w="2184" h="69">
                  <a:moveTo>
                    <a:pt x="2184" y="69"/>
                  </a:move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4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23" name=""/>
            <p:cNvSpPr/>
            <p:nvPr/>
          </p:nvSpPr>
          <p:spPr>
            <a:xfrm rot="0">
              <a:off x="3159" y="1551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0"/>
                  </a:lnTo>
                  <a:lnTo>
                    <a:pt x="29" y="2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3" y="51"/>
                  </a:lnTo>
                  <a:lnTo>
                    <a:pt x="6" y="55"/>
                  </a:lnTo>
                  <a:lnTo>
                    <a:pt x="10" y="59"/>
                  </a:lnTo>
                  <a:lnTo>
                    <a:pt x="14" y="63"/>
                  </a:lnTo>
                  <a:lnTo>
                    <a:pt x="18" y="66"/>
                  </a:lnTo>
                  <a:lnTo>
                    <a:pt x="23" y="67"/>
                  </a:lnTo>
                  <a:lnTo>
                    <a:pt x="29" y="69"/>
                  </a:lnTo>
                  <a:lnTo>
                    <a:pt x="34" y="69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24" name=""/>
            <p:cNvSpPr/>
            <p:nvPr/>
          </p:nvSpPr>
          <p:spPr>
            <a:xfrm rot="0">
              <a:off x="3159" y="1551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0"/>
                  </a:moveTo>
                  <a:lnTo>
                    <a:pt x="29" y="2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3" y="51"/>
                  </a:lnTo>
                  <a:lnTo>
                    <a:pt x="6" y="55"/>
                  </a:lnTo>
                  <a:lnTo>
                    <a:pt x="10" y="59"/>
                  </a:lnTo>
                  <a:lnTo>
                    <a:pt x="14" y="63"/>
                  </a:lnTo>
                  <a:lnTo>
                    <a:pt x="18" y="66"/>
                  </a:lnTo>
                  <a:lnTo>
                    <a:pt x="23" y="67"/>
                  </a:lnTo>
                  <a:lnTo>
                    <a:pt x="29" y="69"/>
                  </a:lnTo>
                  <a:lnTo>
                    <a:pt x="34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25" name=""/>
            <p:cNvSpPr/>
            <p:nvPr/>
          </p:nvSpPr>
          <p:spPr>
            <a:xfrm rot="0">
              <a:off x="3147" y="1551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26" name=""/>
            <p:cNvSpPr/>
            <p:nvPr/>
          </p:nvSpPr>
          <p:spPr>
            <a:xfrm rot="0">
              <a:off x="3147" y="1551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27" name=""/>
            <p:cNvSpPr/>
            <p:nvPr/>
          </p:nvSpPr>
          <p:spPr>
            <a:xfrm rot="0">
              <a:off x="3159" y="1551"/>
              <a:ext cx="23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0" y="69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28" name=""/>
            <p:cNvSpPr/>
            <p:nvPr/>
          </p:nvSpPr>
          <p:spPr>
            <a:xfrm rot="0">
              <a:off x="3159" y="1551"/>
              <a:ext cx="23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0" y="69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29" name=""/>
            <p:cNvSpPr/>
            <p:nvPr/>
          </p:nvSpPr>
          <p:spPr>
            <a:xfrm rot="0">
              <a:off x="3182" y="155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30" name=""/>
            <p:cNvSpPr/>
            <p:nvPr/>
          </p:nvSpPr>
          <p:spPr>
            <a:xfrm rot="0">
              <a:off x="3182" y="155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31" name=""/>
            <p:cNvSpPr/>
            <p:nvPr/>
          </p:nvSpPr>
          <p:spPr>
            <a:xfrm rot="0">
              <a:off x="3171" y="1551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32" name=""/>
            <p:cNvSpPr/>
            <p:nvPr/>
          </p:nvSpPr>
          <p:spPr>
            <a:xfrm rot="0">
              <a:off x="3171" y="1551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33" name=""/>
            <p:cNvSpPr/>
            <p:nvPr/>
          </p:nvSpPr>
          <p:spPr>
            <a:xfrm rot="0">
              <a:off x="3159" y="1952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8"/>
                  </a:lnTo>
                  <a:lnTo>
                    <a:pt x="14" y="64"/>
                  </a:lnTo>
                  <a:lnTo>
                    <a:pt x="6" y="56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34" name=""/>
            <p:cNvSpPr/>
            <p:nvPr/>
          </p:nvSpPr>
          <p:spPr>
            <a:xfrm rot="0">
              <a:off x="3159" y="1952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8"/>
                  </a:lnTo>
                  <a:lnTo>
                    <a:pt x="14" y="64"/>
                  </a:lnTo>
                  <a:lnTo>
                    <a:pt x="6" y="56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35" name=""/>
            <p:cNvSpPr/>
            <p:nvPr/>
          </p:nvSpPr>
          <p:spPr>
            <a:xfrm rot="0">
              <a:off x="3170" y="1952"/>
              <a:ext cx="728" cy="23"/>
            </a:xfrm>
            <a:custGeom>
              <a:avLst/>
              <a:ahLst/>
              <a:rect l="0" t="0" r="r" b="b"/>
              <a:pathLst>
                <a:path w="218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4" y="69"/>
                  </a:ln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36" name=""/>
            <p:cNvSpPr/>
            <p:nvPr/>
          </p:nvSpPr>
          <p:spPr>
            <a:xfrm rot="0">
              <a:off x="3170" y="1952"/>
              <a:ext cx="728" cy="23"/>
            </a:xfrm>
            <a:custGeom>
              <a:avLst/>
              <a:ahLst/>
              <a:rect l="0" t="0" r="r" b="b"/>
              <a:pathLst>
                <a:path w="218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4" y="69"/>
                  </a:lnTo>
                  <a:lnTo>
                    <a:pt x="2184" y="35"/>
                  </a:lnTo>
                  <a:lnTo>
                    <a:pt x="218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37" name=""/>
            <p:cNvSpPr/>
            <p:nvPr/>
          </p:nvSpPr>
          <p:spPr>
            <a:xfrm rot="0">
              <a:off x="3898" y="1952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6"/>
                  </a:lnTo>
                  <a:lnTo>
                    <a:pt x="21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38" name=""/>
            <p:cNvSpPr/>
            <p:nvPr/>
          </p:nvSpPr>
          <p:spPr>
            <a:xfrm rot="0">
              <a:off x="3898" y="1952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6"/>
                  </a:lnTo>
                  <a:lnTo>
                    <a:pt x="21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39" name=""/>
            <p:cNvSpPr/>
            <p:nvPr/>
          </p:nvSpPr>
          <p:spPr>
            <a:xfrm rot="0">
              <a:off x="3159" y="1551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40" name=""/>
            <p:cNvSpPr/>
            <p:nvPr/>
          </p:nvSpPr>
          <p:spPr>
            <a:xfrm rot="0">
              <a:off x="3159" y="1551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41" name=""/>
            <p:cNvSpPr/>
            <p:nvPr/>
          </p:nvSpPr>
          <p:spPr>
            <a:xfrm rot="0">
              <a:off x="3159" y="1563"/>
              <a:ext cx="23" cy="401"/>
            </a:xfrm>
            <a:custGeom>
              <a:avLst/>
              <a:ahLst/>
              <a:rect l="0" t="0" r="r" b="b"/>
              <a:pathLst>
                <a:path w="69" h="1203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203"/>
                  </a:lnTo>
                  <a:lnTo>
                    <a:pt x="34" y="1203"/>
                  </a:lnTo>
                  <a:lnTo>
                    <a:pt x="69" y="1203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42" name=""/>
            <p:cNvSpPr/>
            <p:nvPr/>
          </p:nvSpPr>
          <p:spPr>
            <a:xfrm rot="0">
              <a:off x="3159" y="1563"/>
              <a:ext cx="23" cy="401"/>
            </a:xfrm>
            <a:custGeom>
              <a:avLst/>
              <a:ahLst/>
              <a:rect l="0" t="0" r="r" b="b"/>
              <a:pathLst>
                <a:path w="69" h="1203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203"/>
                  </a:lnTo>
                  <a:lnTo>
                    <a:pt x="34" y="1203"/>
                  </a:lnTo>
                  <a:lnTo>
                    <a:pt x="69" y="1203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43" name=""/>
            <p:cNvSpPr/>
            <p:nvPr/>
          </p:nvSpPr>
          <p:spPr>
            <a:xfrm rot="0">
              <a:off x="3159" y="1964"/>
              <a:ext cx="11" cy="11"/>
            </a:xfrm>
            <a:custGeom>
              <a:avLst/>
              <a:ahLst/>
              <a:rect l="0" t="0" r="r" b="b"/>
              <a:pathLst>
                <a:path w="34" h="34">
                  <a:moveTo>
                    <a:pt x="34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1"/>
                  </a:lnTo>
                  <a:lnTo>
                    <a:pt x="3" y="16"/>
                  </a:lnTo>
                  <a:lnTo>
                    <a:pt x="6" y="21"/>
                  </a:lnTo>
                  <a:lnTo>
                    <a:pt x="10" y="25"/>
                  </a:lnTo>
                  <a:lnTo>
                    <a:pt x="14" y="29"/>
                  </a:lnTo>
                  <a:lnTo>
                    <a:pt x="18" y="31"/>
                  </a:lnTo>
                  <a:lnTo>
                    <a:pt x="23" y="33"/>
                  </a:lnTo>
                  <a:lnTo>
                    <a:pt x="29" y="34"/>
                  </a:lnTo>
                  <a:lnTo>
                    <a:pt x="34" y="34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44" name=""/>
            <p:cNvSpPr/>
            <p:nvPr/>
          </p:nvSpPr>
          <p:spPr>
            <a:xfrm rot="0">
              <a:off x="3159" y="1964"/>
              <a:ext cx="11" cy="11"/>
            </a:xfrm>
            <a:custGeom>
              <a:avLst/>
              <a:ahLst/>
              <a:rect l="0" t="0" r="r" b="b"/>
              <a:pathLst>
                <a:path w="34" h="34">
                  <a:moveTo>
                    <a:pt x="0" y="0"/>
                  </a:moveTo>
                  <a:lnTo>
                    <a:pt x="0" y="6"/>
                  </a:lnTo>
                  <a:lnTo>
                    <a:pt x="2" y="11"/>
                  </a:lnTo>
                  <a:lnTo>
                    <a:pt x="3" y="16"/>
                  </a:lnTo>
                  <a:lnTo>
                    <a:pt x="6" y="21"/>
                  </a:lnTo>
                  <a:lnTo>
                    <a:pt x="10" y="25"/>
                  </a:lnTo>
                  <a:lnTo>
                    <a:pt x="14" y="29"/>
                  </a:lnTo>
                  <a:lnTo>
                    <a:pt x="18" y="31"/>
                  </a:lnTo>
                  <a:lnTo>
                    <a:pt x="23" y="33"/>
                  </a:lnTo>
                  <a:lnTo>
                    <a:pt x="29" y="34"/>
                  </a:lnTo>
                  <a:lnTo>
                    <a:pt x="34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45" name=""/>
            <p:cNvSpPr/>
            <p:nvPr/>
          </p:nvSpPr>
          <p:spPr>
            <a:xfrm rot="0">
              <a:off x="3147" y="1952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8"/>
                  </a:lnTo>
                  <a:lnTo>
                    <a:pt x="14" y="64"/>
                  </a:lnTo>
                  <a:lnTo>
                    <a:pt x="6" y="56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46" name=""/>
            <p:cNvSpPr/>
            <p:nvPr/>
          </p:nvSpPr>
          <p:spPr>
            <a:xfrm rot="0">
              <a:off x="3147" y="1952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8"/>
                  </a:lnTo>
                  <a:lnTo>
                    <a:pt x="14" y="64"/>
                  </a:lnTo>
                  <a:lnTo>
                    <a:pt x="6" y="56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47" name=""/>
            <p:cNvSpPr/>
            <p:nvPr/>
          </p:nvSpPr>
          <p:spPr>
            <a:xfrm rot="0">
              <a:off x="3159" y="1952"/>
              <a:ext cx="23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0" y="69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48" name=""/>
            <p:cNvSpPr/>
            <p:nvPr/>
          </p:nvSpPr>
          <p:spPr>
            <a:xfrm rot="0">
              <a:off x="3159" y="1952"/>
              <a:ext cx="23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0" y="69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49" name=""/>
            <p:cNvSpPr/>
            <p:nvPr/>
          </p:nvSpPr>
          <p:spPr>
            <a:xfrm rot="0">
              <a:off x="3182" y="1952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50" name=""/>
            <p:cNvSpPr/>
            <p:nvPr/>
          </p:nvSpPr>
          <p:spPr>
            <a:xfrm rot="0">
              <a:off x="3182" y="1952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51" name=""/>
            <p:cNvSpPr/>
            <p:nvPr/>
          </p:nvSpPr>
          <p:spPr>
            <a:xfrm rot="0">
              <a:off x="3171" y="1952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52" name=""/>
            <p:cNvSpPr/>
            <p:nvPr/>
          </p:nvSpPr>
          <p:spPr>
            <a:xfrm rot="0">
              <a:off x="3171" y="1952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5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53" name=""/>
            <p:cNvSpPr/>
            <p:nvPr/>
          </p:nvSpPr>
          <p:spPr>
            <a:xfrm rot="0">
              <a:off x="3728" y="169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54" name=""/>
            <p:cNvSpPr/>
            <p:nvPr/>
          </p:nvSpPr>
          <p:spPr>
            <a:xfrm rot="0">
              <a:off x="3728" y="169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55" name=""/>
            <p:cNvSpPr/>
            <p:nvPr/>
          </p:nvSpPr>
          <p:spPr>
            <a:xfrm rot="0">
              <a:off x="3170" y="1697"/>
              <a:ext cx="558" cy="23"/>
            </a:xfrm>
            <a:custGeom>
              <a:avLst/>
              <a:ahLst/>
              <a:rect l="0" t="0" r="r" b="b"/>
              <a:pathLst>
                <a:path w="1674" h="68">
                  <a:moveTo>
                    <a:pt x="1674" y="68"/>
                  </a:move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674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56" name=""/>
            <p:cNvSpPr/>
            <p:nvPr/>
          </p:nvSpPr>
          <p:spPr>
            <a:xfrm rot="0">
              <a:off x="3170" y="1697"/>
              <a:ext cx="558" cy="23"/>
            </a:xfrm>
            <a:custGeom>
              <a:avLst/>
              <a:ahLst/>
              <a:rect l="0" t="0" r="r" b="b"/>
              <a:pathLst>
                <a:path w="1674" h="68">
                  <a:moveTo>
                    <a:pt x="1674" y="68"/>
                  </a:move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1674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57" name=""/>
            <p:cNvSpPr/>
            <p:nvPr/>
          </p:nvSpPr>
          <p:spPr>
            <a:xfrm rot="0">
              <a:off x="3159" y="1697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3" y="51"/>
                  </a:lnTo>
                  <a:lnTo>
                    <a:pt x="6" y="55"/>
                  </a:lnTo>
                  <a:lnTo>
                    <a:pt x="10" y="59"/>
                  </a:lnTo>
                  <a:lnTo>
                    <a:pt x="14" y="63"/>
                  </a:lnTo>
                  <a:lnTo>
                    <a:pt x="18" y="66"/>
                  </a:lnTo>
                  <a:lnTo>
                    <a:pt x="23" y="67"/>
                  </a:lnTo>
                  <a:lnTo>
                    <a:pt x="29" y="68"/>
                  </a:lnTo>
                  <a:lnTo>
                    <a:pt x="34" y="68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58" name=""/>
            <p:cNvSpPr/>
            <p:nvPr/>
          </p:nvSpPr>
          <p:spPr>
            <a:xfrm rot="0">
              <a:off x="3159" y="1697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0"/>
                  </a:move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3" y="51"/>
                  </a:lnTo>
                  <a:lnTo>
                    <a:pt x="6" y="55"/>
                  </a:lnTo>
                  <a:lnTo>
                    <a:pt x="10" y="59"/>
                  </a:lnTo>
                  <a:lnTo>
                    <a:pt x="14" y="63"/>
                  </a:lnTo>
                  <a:lnTo>
                    <a:pt x="18" y="66"/>
                  </a:lnTo>
                  <a:lnTo>
                    <a:pt x="23" y="67"/>
                  </a:lnTo>
                  <a:lnTo>
                    <a:pt x="29" y="68"/>
                  </a:lnTo>
                  <a:lnTo>
                    <a:pt x="34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59" name=""/>
            <p:cNvSpPr/>
            <p:nvPr/>
          </p:nvSpPr>
          <p:spPr>
            <a:xfrm rot="0">
              <a:off x="3147" y="1697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35"/>
                  </a:moveTo>
                  <a:lnTo>
                    <a:pt x="34" y="68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60" name=""/>
            <p:cNvSpPr/>
            <p:nvPr/>
          </p:nvSpPr>
          <p:spPr>
            <a:xfrm rot="0">
              <a:off x="3147" y="1697"/>
              <a:ext cx="12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34" y="68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61" name=""/>
            <p:cNvSpPr/>
            <p:nvPr/>
          </p:nvSpPr>
          <p:spPr>
            <a:xfrm rot="0">
              <a:off x="3159" y="1697"/>
              <a:ext cx="23" cy="23"/>
            </a:xfrm>
            <a:custGeom>
              <a:avLst/>
              <a:ahLst/>
              <a:rect l="0" t="0" r="r" b="b"/>
              <a:pathLst>
                <a:path w="7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70" y="68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62" name=""/>
            <p:cNvSpPr/>
            <p:nvPr/>
          </p:nvSpPr>
          <p:spPr>
            <a:xfrm rot="0">
              <a:off x="3159" y="1697"/>
              <a:ext cx="23" cy="23"/>
            </a:xfrm>
            <a:custGeom>
              <a:avLst/>
              <a:ahLst/>
              <a:rect l="0" t="0" r="r" b="b"/>
              <a:pathLst>
                <a:path w="7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70" y="68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63" name=""/>
            <p:cNvSpPr/>
            <p:nvPr/>
          </p:nvSpPr>
          <p:spPr>
            <a:xfrm rot="0">
              <a:off x="3182" y="169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64" name=""/>
            <p:cNvSpPr/>
            <p:nvPr/>
          </p:nvSpPr>
          <p:spPr>
            <a:xfrm rot="0">
              <a:off x="3182" y="169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65" name=""/>
            <p:cNvSpPr/>
            <p:nvPr/>
          </p:nvSpPr>
          <p:spPr>
            <a:xfrm rot="0">
              <a:off x="3171" y="1697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66" name=""/>
            <p:cNvSpPr/>
            <p:nvPr/>
          </p:nvSpPr>
          <p:spPr>
            <a:xfrm rot="0">
              <a:off x="3171" y="1697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67" name=""/>
            <p:cNvSpPr/>
            <p:nvPr/>
          </p:nvSpPr>
          <p:spPr>
            <a:xfrm rot="0">
              <a:off x="3717" y="1958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68" name=""/>
            <p:cNvSpPr/>
            <p:nvPr/>
          </p:nvSpPr>
          <p:spPr>
            <a:xfrm rot="0">
              <a:off x="3717" y="1958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41" name=""/>
          <p:cNvGrpSpPr/>
          <p:nvPr/>
        </p:nvGrpSpPr>
        <p:grpSpPr>
          <a:xfrm rot="0">
            <a:off x="773112" y="2462212"/>
            <a:ext cx="6188075" cy="3581400"/>
            <a:chOff x="487" y="1551"/>
            <a:chExt cx="3898" cy="2256"/>
          </a:xfrm>
        </p:grpSpPr>
        <p:sp>
          <p:nvSpPr>
            <p:cNvPr id="1051269" name=""/>
            <p:cNvSpPr/>
            <p:nvPr/>
          </p:nvSpPr>
          <p:spPr>
            <a:xfrm rot="0">
              <a:off x="3717" y="1709"/>
              <a:ext cx="23" cy="249"/>
            </a:xfrm>
            <a:custGeom>
              <a:avLst/>
              <a:ahLst/>
              <a:rect l="0" t="0" r="r" b="b"/>
              <a:pathLst>
                <a:path w="68" h="749">
                  <a:moveTo>
                    <a:pt x="0" y="749"/>
                  </a:moveTo>
                  <a:lnTo>
                    <a:pt x="33" y="749"/>
                  </a:lnTo>
                  <a:lnTo>
                    <a:pt x="68" y="749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70" name=""/>
            <p:cNvSpPr/>
            <p:nvPr/>
          </p:nvSpPr>
          <p:spPr>
            <a:xfrm rot="0">
              <a:off x="3717" y="1709"/>
              <a:ext cx="23" cy="249"/>
            </a:xfrm>
            <a:custGeom>
              <a:avLst/>
              <a:ahLst/>
              <a:rect l="0" t="0" r="r" b="b"/>
              <a:pathLst>
                <a:path w="68" h="749">
                  <a:moveTo>
                    <a:pt x="0" y="749"/>
                  </a:moveTo>
                  <a:lnTo>
                    <a:pt x="33" y="749"/>
                  </a:lnTo>
                  <a:lnTo>
                    <a:pt x="68" y="749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71" name=""/>
            <p:cNvSpPr/>
            <p:nvPr/>
          </p:nvSpPr>
          <p:spPr>
            <a:xfrm rot="0">
              <a:off x="3717" y="1697"/>
              <a:ext cx="11" cy="12"/>
            </a:xfrm>
            <a:custGeom>
              <a:avLst/>
              <a:ahLst/>
              <a:rect l="0" t="0" r="r" b="b"/>
              <a:pathLst>
                <a:path w="33" h="35">
                  <a:moveTo>
                    <a:pt x="33" y="35"/>
                  </a:moveTo>
                  <a:lnTo>
                    <a:pt x="0" y="35"/>
                  </a:lnTo>
                  <a:lnTo>
                    <a:pt x="0" y="30"/>
                  </a:lnTo>
                  <a:lnTo>
                    <a:pt x="1" y="24"/>
                  </a:lnTo>
                  <a:lnTo>
                    <a:pt x="2" y="19"/>
                  </a:lnTo>
                  <a:lnTo>
                    <a:pt x="5" y="15"/>
                  </a:lnTo>
                  <a:lnTo>
                    <a:pt x="9" y="11"/>
                  </a:lnTo>
                  <a:lnTo>
                    <a:pt x="13" y="7"/>
                  </a:lnTo>
                  <a:lnTo>
                    <a:pt x="17" y="4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72" name=""/>
            <p:cNvSpPr/>
            <p:nvPr/>
          </p:nvSpPr>
          <p:spPr>
            <a:xfrm rot="0">
              <a:off x="3717" y="1697"/>
              <a:ext cx="11" cy="12"/>
            </a:xfrm>
            <a:custGeom>
              <a:avLst/>
              <a:ahLst/>
              <a:rect l="0" t="0" r="r" b="b"/>
              <a:pathLst>
                <a:path w="33" h="35">
                  <a:moveTo>
                    <a:pt x="0" y="35"/>
                  </a:moveTo>
                  <a:lnTo>
                    <a:pt x="0" y="30"/>
                  </a:lnTo>
                  <a:lnTo>
                    <a:pt x="1" y="24"/>
                  </a:lnTo>
                  <a:lnTo>
                    <a:pt x="2" y="19"/>
                  </a:lnTo>
                  <a:lnTo>
                    <a:pt x="5" y="15"/>
                  </a:lnTo>
                  <a:lnTo>
                    <a:pt x="9" y="11"/>
                  </a:lnTo>
                  <a:lnTo>
                    <a:pt x="13" y="7"/>
                  </a:lnTo>
                  <a:lnTo>
                    <a:pt x="17" y="4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73" name=""/>
            <p:cNvSpPr/>
            <p:nvPr/>
          </p:nvSpPr>
          <p:spPr>
            <a:xfrm rot="0">
              <a:off x="3706" y="1697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35"/>
                  </a:moveTo>
                  <a:lnTo>
                    <a:pt x="33" y="68"/>
                  </a:ln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74" name=""/>
            <p:cNvSpPr/>
            <p:nvPr/>
          </p:nvSpPr>
          <p:spPr>
            <a:xfrm rot="0">
              <a:off x="3706" y="1697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68"/>
                  </a:move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75" name=""/>
            <p:cNvSpPr/>
            <p:nvPr/>
          </p:nvSpPr>
          <p:spPr>
            <a:xfrm rot="0">
              <a:off x="3717" y="1697"/>
              <a:ext cx="23" cy="23"/>
            </a:xfrm>
            <a:custGeom>
              <a:avLst/>
              <a:ahLst/>
              <a:rect l="0" t="0" r="r" b="b"/>
              <a:pathLst>
                <a:path w="7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70" y="68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76" name=""/>
            <p:cNvSpPr/>
            <p:nvPr/>
          </p:nvSpPr>
          <p:spPr>
            <a:xfrm rot="0">
              <a:off x="3717" y="1697"/>
              <a:ext cx="23" cy="23"/>
            </a:xfrm>
            <a:custGeom>
              <a:avLst/>
              <a:ahLst/>
              <a:rect l="0" t="0" r="r" b="b"/>
              <a:pathLst>
                <a:path w="70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70" y="68"/>
                  </a:lnTo>
                  <a:lnTo>
                    <a:pt x="70" y="35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77" name=""/>
            <p:cNvSpPr/>
            <p:nvPr/>
          </p:nvSpPr>
          <p:spPr>
            <a:xfrm rot="0">
              <a:off x="3740" y="169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78" name=""/>
            <p:cNvSpPr/>
            <p:nvPr/>
          </p:nvSpPr>
          <p:spPr>
            <a:xfrm rot="0">
              <a:off x="3740" y="1697"/>
              <a:ext cx="12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79" name=""/>
            <p:cNvSpPr/>
            <p:nvPr/>
          </p:nvSpPr>
          <p:spPr>
            <a:xfrm rot="0">
              <a:off x="3729" y="1697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80" name=""/>
            <p:cNvSpPr/>
            <p:nvPr/>
          </p:nvSpPr>
          <p:spPr>
            <a:xfrm rot="0">
              <a:off x="3729" y="1697"/>
              <a:ext cx="11" cy="23"/>
            </a:xfrm>
            <a:custGeom>
              <a:avLst/>
              <a:ahLst/>
              <a:rect l="0" t="0" r="r" b="b"/>
              <a:pathLst>
                <a:path w="34" h="68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81" name=""/>
            <p:cNvSpPr/>
            <p:nvPr/>
          </p:nvSpPr>
          <p:spPr>
            <a:xfrm rot="0">
              <a:off x="3887" y="1964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82" name=""/>
            <p:cNvSpPr/>
            <p:nvPr/>
          </p:nvSpPr>
          <p:spPr>
            <a:xfrm rot="0">
              <a:off x="3887" y="1964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83" name=""/>
            <p:cNvSpPr/>
            <p:nvPr/>
          </p:nvSpPr>
          <p:spPr>
            <a:xfrm rot="0">
              <a:off x="3887" y="1563"/>
              <a:ext cx="23" cy="401"/>
            </a:xfrm>
            <a:custGeom>
              <a:avLst/>
              <a:ahLst/>
              <a:rect l="0" t="0" r="r" b="b"/>
              <a:pathLst>
                <a:path w="68" h="1203">
                  <a:moveTo>
                    <a:pt x="0" y="1203"/>
                  </a:moveTo>
                  <a:lnTo>
                    <a:pt x="33" y="1203"/>
                  </a:lnTo>
                  <a:lnTo>
                    <a:pt x="68" y="1203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84" name=""/>
            <p:cNvSpPr/>
            <p:nvPr/>
          </p:nvSpPr>
          <p:spPr>
            <a:xfrm rot="0">
              <a:off x="3887" y="1563"/>
              <a:ext cx="23" cy="401"/>
            </a:xfrm>
            <a:custGeom>
              <a:avLst/>
              <a:ahLst/>
              <a:rect l="0" t="0" r="r" b="b"/>
              <a:pathLst>
                <a:path w="68" h="1203">
                  <a:moveTo>
                    <a:pt x="0" y="1203"/>
                  </a:moveTo>
                  <a:lnTo>
                    <a:pt x="33" y="1203"/>
                  </a:lnTo>
                  <a:lnTo>
                    <a:pt x="68" y="1203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85" name=""/>
            <p:cNvSpPr/>
            <p:nvPr/>
          </p:nvSpPr>
          <p:spPr>
            <a:xfrm rot="0">
              <a:off x="3887" y="1551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286" name=""/>
            <p:cNvSpPr/>
            <p:nvPr/>
          </p:nvSpPr>
          <p:spPr>
            <a:xfrm rot="0">
              <a:off x="3887" y="1551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87" name=""/>
            <p:cNvSpPr/>
            <p:nvPr/>
          </p:nvSpPr>
          <p:spPr>
            <a:xfrm rot="0">
              <a:off x="487" y="378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288" name=""/>
            <p:cNvSpPr/>
            <p:nvPr/>
          </p:nvSpPr>
          <p:spPr>
            <a:xfrm rot="0">
              <a:off x="487" y="378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89" name=""/>
            <p:cNvSpPr/>
            <p:nvPr/>
          </p:nvSpPr>
          <p:spPr>
            <a:xfrm rot="0">
              <a:off x="498" y="3784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290" name=""/>
            <p:cNvSpPr/>
            <p:nvPr/>
          </p:nvSpPr>
          <p:spPr>
            <a:xfrm rot="0">
              <a:off x="498" y="3784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91" name=""/>
            <p:cNvSpPr/>
            <p:nvPr/>
          </p:nvSpPr>
          <p:spPr>
            <a:xfrm rot="0">
              <a:off x="1227" y="378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292" name=""/>
            <p:cNvSpPr/>
            <p:nvPr/>
          </p:nvSpPr>
          <p:spPr>
            <a:xfrm rot="0">
              <a:off x="1227" y="378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93" name=""/>
            <p:cNvSpPr/>
            <p:nvPr/>
          </p:nvSpPr>
          <p:spPr>
            <a:xfrm rot="0">
              <a:off x="1215" y="379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294" name=""/>
            <p:cNvSpPr/>
            <p:nvPr/>
          </p:nvSpPr>
          <p:spPr>
            <a:xfrm rot="0">
              <a:off x="1215" y="3796"/>
              <a:ext cx="23" cy="11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95" name=""/>
            <p:cNvSpPr/>
            <p:nvPr/>
          </p:nvSpPr>
          <p:spPr>
            <a:xfrm rot="0">
              <a:off x="1215" y="3286"/>
              <a:ext cx="23" cy="510"/>
            </a:xfrm>
            <a:custGeom>
              <a:avLst/>
              <a:ahLst/>
              <a:rect l="0" t="0" r="r" b="b"/>
              <a:pathLst>
                <a:path w="69" h="1531">
                  <a:moveTo>
                    <a:pt x="0" y="1531"/>
                  </a:moveTo>
                  <a:lnTo>
                    <a:pt x="34" y="1531"/>
                  </a:lnTo>
                  <a:lnTo>
                    <a:pt x="69" y="1531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5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296" name=""/>
            <p:cNvSpPr/>
            <p:nvPr/>
          </p:nvSpPr>
          <p:spPr>
            <a:xfrm rot="0">
              <a:off x="1215" y="3286"/>
              <a:ext cx="23" cy="510"/>
            </a:xfrm>
            <a:custGeom>
              <a:avLst/>
              <a:ahLst/>
              <a:rect l="0" t="0" r="r" b="b"/>
              <a:pathLst>
                <a:path w="69" h="1531">
                  <a:moveTo>
                    <a:pt x="0" y="1531"/>
                  </a:moveTo>
                  <a:lnTo>
                    <a:pt x="34" y="1531"/>
                  </a:lnTo>
                  <a:lnTo>
                    <a:pt x="69" y="1531"/>
                  </a:lnTo>
                  <a:lnTo>
                    <a:pt x="69" y="0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15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97" name=""/>
            <p:cNvSpPr/>
            <p:nvPr/>
          </p:nvSpPr>
          <p:spPr>
            <a:xfrm rot="0">
              <a:off x="1215" y="3274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298" name=""/>
            <p:cNvSpPr/>
            <p:nvPr/>
          </p:nvSpPr>
          <p:spPr>
            <a:xfrm rot="0">
              <a:off x="1215" y="3274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299" name=""/>
            <p:cNvSpPr/>
            <p:nvPr/>
          </p:nvSpPr>
          <p:spPr>
            <a:xfrm rot="0">
              <a:off x="1227" y="327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00" name=""/>
            <p:cNvSpPr/>
            <p:nvPr/>
          </p:nvSpPr>
          <p:spPr>
            <a:xfrm rot="0">
              <a:off x="1227" y="327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01" name=""/>
            <p:cNvSpPr/>
            <p:nvPr/>
          </p:nvSpPr>
          <p:spPr>
            <a:xfrm rot="0">
              <a:off x="498" y="3274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2185" y="69"/>
                  </a:move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02" name=""/>
            <p:cNvSpPr/>
            <p:nvPr/>
          </p:nvSpPr>
          <p:spPr>
            <a:xfrm rot="0">
              <a:off x="498" y="3274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2185" y="69"/>
                  </a:move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03" name=""/>
            <p:cNvSpPr/>
            <p:nvPr/>
          </p:nvSpPr>
          <p:spPr>
            <a:xfrm rot="0">
              <a:off x="487" y="327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04" name=""/>
            <p:cNvSpPr/>
            <p:nvPr/>
          </p:nvSpPr>
          <p:spPr>
            <a:xfrm rot="0">
              <a:off x="487" y="327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05" name=""/>
            <p:cNvSpPr/>
            <p:nvPr/>
          </p:nvSpPr>
          <p:spPr>
            <a:xfrm rot="0">
              <a:off x="487" y="327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06" name=""/>
            <p:cNvSpPr/>
            <p:nvPr/>
          </p:nvSpPr>
          <p:spPr>
            <a:xfrm rot="0">
              <a:off x="487" y="327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07" name=""/>
            <p:cNvSpPr/>
            <p:nvPr/>
          </p:nvSpPr>
          <p:spPr>
            <a:xfrm rot="0">
              <a:off x="487" y="3286"/>
              <a:ext cx="23" cy="510"/>
            </a:xfrm>
            <a:custGeom>
              <a:avLst/>
              <a:ahLst/>
              <a:rect l="0" t="0" r="r" b="b"/>
              <a:pathLst>
                <a:path w="68" h="1531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531"/>
                  </a:lnTo>
                  <a:lnTo>
                    <a:pt x="33" y="1531"/>
                  </a:lnTo>
                  <a:lnTo>
                    <a:pt x="68" y="1531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08" name=""/>
            <p:cNvSpPr/>
            <p:nvPr/>
          </p:nvSpPr>
          <p:spPr>
            <a:xfrm rot="0">
              <a:off x="487" y="3286"/>
              <a:ext cx="23" cy="510"/>
            </a:xfrm>
            <a:custGeom>
              <a:avLst/>
              <a:ahLst/>
              <a:rect l="0" t="0" r="r" b="b"/>
              <a:pathLst>
                <a:path w="68" h="1531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531"/>
                  </a:lnTo>
                  <a:lnTo>
                    <a:pt x="33" y="1531"/>
                  </a:lnTo>
                  <a:lnTo>
                    <a:pt x="68" y="1531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09" name=""/>
            <p:cNvSpPr/>
            <p:nvPr/>
          </p:nvSpPr>
          <p:spPr>
            <a:xfrm rot="0">
              <a:off x="487" y="379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10" name=""/>
            <p:cNvSpPr/>
            <p:nvPr/>
          </p:nvSpPr>
          <p:spPr>
            <a:xfrm rot="0">
              <a:off x="487" y="379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11" name=""/>
            <p:cNvSpPr/>
            <p:nvPr/>
          </p:nvSpPr>
          <p:spPr>
            <a:xfrm rot="0">
              <a:off x="1045" y="379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12" name=""/>
            <p:cNvSpPr/>
            <p:nvPr/>
          </p:nvSpPr>
          <p:spPr>
            <a:xfrm rot="0">
              <a:off x="1045" y="379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13" name=""/>
            <p:cNvSpPr/>
            <p:nvPr/>
          </p:nvSpPr>
          <p:spPr>
            <a:xfrm rot="0">
              <a:off x="1045" y="3286"/>
              <a:ext cx="23" cy="510"/>
            </a:xfrm>
            <a:custGeom>
              <a:avLst/>
              <a:ahLst/>
              <a:rect l="0" t="0" r="r" b="b"/>
              <a:pathLst>
                <a:path w="68" h="1531">
                  <a:moveTo>
                    <a:pt x="0" y="1531"/>
                  </a:moveTo>
                  <a:lnTo>
                    <a:pt x="33" y="1531"/>
                  </a:lnTo>
                  <a:lnTo>
                    <a:pt x="68" y="1531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14" name=""/>
            <p:cNvSpPr/>
            <p:nvPr/>
          </p:nvSpPr>
          <p:spPr>
            <a:xfrm rot="0">
              <a:off x="1045" y="3286"/>
              <a:ext cx="23" cy="510"/>
            </a:xfrm>
            <a:custGeom>
              <a:avLst/>
              <a:ahLst/>
              <a:rect l="0" t="0" r="r" b="b"/>
              <a:pathLst>
                <a:path w="68" h="1531">
                  <a:moveTo>
                    <a:pt x="0" y="1531"/>
                  </a:moveTo>
                  <a:lnTo>
                    <a:pt x="33" y="1531"/>
                  </a:lnTo>
                  <a:lnTo>
                    <a:pt x="68" y="1531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15" name=""/>
            <p:cNvSpPr/>
            <p:nvPr/>
          </p:nvSpPr>
          <p:spPr>
            <a:xfrm rot="0">
              <a:off x="1045" y="327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16" name=""/>
            <p:cNvSpPr/>
            <p:nvPr/>
          </p:nvSpPr>
          <p:spPr>
            <a:xfrm rot="0">
              <a:off x="1045" y="3274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17" name=""/>
            <p:cNvSpPr/>
            <p:nvPr/>
          </p:nvSpPr>
          <p:spPr>
            <a:xfrm rot="0">
              <a:off x="487" y="3426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8"/>
                  </a:lnTo>
                  <a:lnTo>
                    <a:pt x="13" y="64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18" name=""/>
            <p:cNvSpPr/>
            <p:nvPr/>
          </p:nvSpPr>
          <p:spPr>
            <a:xfrm rot="0">
              <a:off x="487" y="3426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8"/>
                  </a:lnTo>
                  <a:lnTo>
                    <a:pt x="13" y="64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19" name=""/>
            <p:cNvSpPr/>
            <p:nvPr/>
          </p:nvSpPr>
          <p:spPr>
            <a:xfrm rot="0">
              <a:off x="498" y="3426"/>
              <a:ext cx="558" cy="23"/>
            </a:xfrm>
            <a:custGeom>
              <a:avLst/>
              <a:ahLst/>
              <a:rect l="0" t="0" r="r" b="b"/>
              <a:pathLst>
                <a:path w="167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674" y="69"/>
                  </a:ln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20" name=""/>
            <p:cNvSpPr/>
            <p:nvPr/>
          </p:nvSpPr>
          <p:spPr>
            <a:xfrm rot="0">
              <a:off x="498" y="3426"/>
              <a:ext cx="558" cy="23"/>
            </a:xfrm>
            <a:custGeom>
              <a:avLst/>
              <a:ahLst/>
              <a:rect l="0" t="0" r="r" b="b"/>
              <a:pathLst>
                <a:path w="167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674" y="69"/>
                  </a:ln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21" name=""/>
            <p:cNvSpPr/>
            <p:nvPr/>
          </p:nvSpPr>
          <p:spPr>
            <a:xfrm rot="0">
              <a:off x="1056" y="3426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322" name=""/>
            <p:cNvSpPr/>
            <p:nvPr/>
          </p:nvSpPr>
          <p:spPr>
            <a:xfrm rot="0">
              <a:off x="1056" y="3426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23" name=""/>
            <p:cNvSpPr/>
            <p:nvPr/>
          </p:nvSpPr>
          <p:spPr>
            <a:xfrm rot="0">
              <a:off x="1314" y="2701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24" name=""/>
            <p:cNvSpPr/>
            <p:nvPr/>
          </p:nvSpPr>
          <p:spPr>
            <a:xfrm rot="0">
              <a:off x="1314" y="2701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25" name=""/>
            <p:cNvSpPr/>
            <p:nvPr/>
          </p:nvSpPr>
          <p:spPr>
            <a:xfrm rot="0">
              <a:off x="1325" y="2701"/>
              <a:ext cx="151" cy="23"/>
            </a:xfrm>
            <a:custGeom>
              <a:avLst/>
              <a:ahLst/>
              <a:rect l="0" t="0" r="r" b="b"/>
              <a:pathLst>
                <a:path w="45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454" y="69"/>
                  </a:lnTo>
                  <a:lnTo>
                    <a:pt x="454" y="35"/>
                  </a:lnTo>
                  <a:lnTo>
                    <a:pt x="45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26" name=""/>
            <p:cNvSpPr/>
            <p:nvPr/>
          </p:nvSpPr>
          <p:spPr>
            <a:xfrm rot="0">
              <a:off x="1325" y="2701"/>
              <a:ext cx="151" cy="23"/>
            </a:xfrm>
            <a:custGeom>
              <a:avLst/>
              <a:ahLst/>
              <a:rect l="0" t="0" r="r" b="b"/>
              <a:pathLst>
                <a:path w="45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454" y="69"/>
                  </a:lnTo>
                  <a:lnTo>
                    <a:pt x="454" y="35"/>
                  </a:lnTo>
                  <a:lnTo>
                    <a:pt x="45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27" name=""/>
            <p:cNvSpPr/>
            <p:nvPr/>
          </p:nvSpPr>
          <p:spPr>
            <a:xfrm rot="0">
              <a:off x="1476" y="270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28" name=""/>
            <p:cNvSpPr/>
            <p:nvPr/>
          </p:nvSpPr>
          <p:spPr>
            <a:xfrm rot="0">
              <a:off x="1476" y="270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29" name=""/>
            <p:cNvSpPr/>
            <p:nvPr/>
          </p:nvSpPr>
          <p:spPr>
            <a:xfrm rot="0">
              <a:off x="1465" y="2969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30" name=""/>
            <p:cNvSpPr/>
            <p:nvPr/>
          </p:nvSpPr>
          <p:spPr>
            <a:xfrm rot="0">
              <a:off x="1465" y="2969"/>
              <a:ext cx="11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6" y="55"/>
                  </a:lnTo>
                  <a:lnTo>
                    <a:pt x="2" y="46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31" name=""/>
            <p:cNvSpPr/>
            <p:nvPr/>
          </p:nvSpPr>
          <p:spPr>
            <a:xfrm rot="0">
              <a:off x="1476" y="2969"/>
              <a:ext cx="250" cy="23"/>
            </a:xfrm>
            <a:custGeom>
              <a:avLst/>
              <a:ahLst/>
              <a:rect l="0" t="0" r="r" b="b"/>
              <a:pathLst>
                <a:path w="749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49" y="69"/>
                  </a:lnTo>
                  <a:lnTo>
                    <a:pt x="749" y="35"/>
                  </a:lnTo>
                  <a:lnTo>
                    <a:pt x="74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32" name=""/>
            <p:cNvSpPr/>
            <p:nvPr/>
          </p:nvSpPr>
          <p:spPr>
            <a:xfrm rot="0">
              <a:off x="1476" y="2969"/>
              <a:ext cx="250" cy="23"/>
            </a:xfrm>
            <a:custGeom>
              <a:avLst/>
              <a:ahLst/>
              <a:rect l="0" t="0" r="r" b="b"/>
              <a:pathLst>
                <a:path w="749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749" y="69"/>
                  </a:lnTo>
                  <a:lnTo>
                    <a:pt x="749" y="35"/>
                  </a:lnTo>
                  <a:lnTo>
                    <a:pt x="74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33" name=""/>
            <p:cNvSpPr/>
            <p:nvPr/>
          </p:nvSpPr>
          <p:spPr>
            <a:xfrm rot="0">
              <a:off x="1726" y="296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34" name=""/>
            <p:cNvSpPr/>
            <p:nvPr/>
          </p:nvSpPr>
          <p:spPr>
            <a:xfrm rot="0">
              <a:off x="1726" y="296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35" name=""/>
            <p:cNvSpPr/>
            <p:nvPr/>
          </p:nvSpPr>
          <p:spPr>
            <a:xfrm rot="0">
              <a:off x="1465" y="2701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36" name=""/>
            <p:cNvSpPr/>
            <p:nvPr/>
          </p:nvSpPr>
          <p:spPr>
            <a:xfrm rot="0">
              <a:off x="1465" y="2701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37" name=""/>
            <p:cNvSpPr/>
            <p:nvPr/>
          </p:nvSpPr>
          <p:spPr>
            <a:xfrm rot="0">
              <a:off x="1465" y="2713"/>
              <a:ext cx="23" cy="267"/>
            </a:xfrm>
            <a:custGeom>
              <a:avLst/>
              <a:ahLst/>
              <a:rect l="0" t="0" r="r" b="b"/>
              <a:pathLst>
                <a:path w="69" h="803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34" y="803"/>
                  </a:lnTo>
                  <a:lnTo>
                    <a:pt x="69" y="803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38" name=""/>
            <p:cNvSpPr/>
            <p:nvPr/>
          </p:nvSpPr>
          <p:spPr>
            <a:xfrm rot="0">
              <a:off x="1465" y="2713"/>
              <a:ext cx="23" cy="267"/>
            </a:xfrm>
            <a:custGeom>
              <a:avLst/>
              <a:ahLst/>
              <a:rect l="0" t="0" r="r" b="b"/>
              <a:pathLst>
                <a:path w="69" h="803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34" y="803"/>
                  </a:lnTo>
                  <a:lnTo>
                    <a:pt x="69" y="803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39" name=""/>
            <p:cNvSpPr/>
            <p:nvPr/>
          </p:nvSpPr>
          <p:spPr>
            <a:xfrm rot="0">
              <a:off x="1465" y="2980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40" name=""/>
            <p:cNvSpPr/>
            <p:nvPr/>
          </p:nvSpPr>
          <p:spPr>
            <a:xfrm rot="0">
              <a:off x="1465" y="2980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41" name=""/>
            <p:cNvSpPr/>
            <p:nvPr/>
          </p:nvSpPr>
          <p:spPr>
            <a:xfrm rot="0">
              <a:off x="1715" y="262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42" name=""/>
            <p:cNvSpPr/>
            <p:nvPr/>
          </p:nvSpPr>
          <p:spPr>
            <a:xfrm rot="0">
              <a:off x="1715" y="262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43" name=""/>
            <p:cNvSpPr/>
            <p:nvPr/>
          </p:nvSpPr>
          <p:spPr>
            <a:xfrm rot="0">
              <a:off x="1715" y="2640"/>
              <a:ext cx="23" cy="486"/>
            </a:xfrm>
            <a:custGeom>
              <a:avLst/>
              <a:ahLst/>
              <a:rect l="0" t="0" r="r" b="b"/>
              <a:pathLst>
                <a:path w="68" h="1460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60"/>
                  </a:lnTo>
                  <a:lnTo>
                    <a:pt x="33" y="1460"/>
                  </a:lnTo>
                  <a:lnTo>
                    <a:pt x="68" y="1460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44" name=""/>
            <p:cNvSpPr/>
            <p:nvPr/>
          </p:nvSpPr>
          <p:spPr>
            <a:xfrm rot="0">
              <a:off x="1715" y="2640"/>
              <a:ext cx="23" cy="486"/>
            </a:xfrm>
            <a:custGeom>
              <a:avLst/>
              <a:ahLst/>
              <a:rect l="0" t="0" r="r" b="b"/>
              <a:pathLst>
                <a:path w="68" h="1460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60"/>
                  </a:lnTo>
                  <a:lnTo>
                    <a:pt x="33" y="1460"/>
                  </a:lnTo>
                  <a:lnTo>
                    <a:pt x="68" y="1460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45" name=""/>
            <p:cNvSpPr/>
            <p:nvPr/>
          </p:nvSpPr>
          <p:spPr>
            <a:xfrm rot="0">
              <a:off x="1715" y="3126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46" name=""/>
            <p:cNvSpPr/>
            <p:nvPr/>
          </p:nvSpPr>
          <p:spPr>
            <a:xfrm rot="0">
              <a:off x="1715" y="3126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47" name=""/>
            <p:cNvSpPr/>
            <p:nvPr/>
          </p:nvSpPr>
          <p:spPr>
            <a:xfrm rot="0">
              <a:off x="1314" y="262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48" name=""/>
            <p:cNvSpPr/>
            <p:nvPr/>
          </p:nvSpPr>
          <p:spPr>
            <a:xfrm rot="0">
              <a:off x="1314" y="262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49" name=""/>
            <p:cNvSpPr/>
            <p:nvPr/>
          </p:nvSpPr>
          <p:spPr>
            <a:xfrm rot="0">
              <a:off x="1325" y="2628"/>
              <a:ext cx="401" cy="23"/>
            </a:xfrm>
            <a:custGeom>
              <a:avLst/>
              <a:ahLst/>
              <a:rect l="0" t="0" r="r" b="b"/>
              <a:pathLst>
                <a:path w="1203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203" y="69"/>
                  </a:lnTo>
                  <a:lnTo>
                    <a:pt x="1203" y="35"/>
                  </a:lnTo>
                  <a:lnTo>
                    <a:pt x="120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50" name=""/>
            <p:cNvSpPr/>
            <p:nvPr/>
          </p:nvSpPr>
          <p:spPr>
            <a:xfrm rot="0">
              <a:off x="1325" y="2628"/>
              <a:ext cx="401" cy="23"/>
            </a:xfrm>
            <a:custGeom>
              <a:avLst/>
              <a:ahLst/>
              <a:rect l="0" t="0" r="r" b="b"/>
              <a:pathLst>
                <a:path w="1203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203" y="69"/>
                  </a:lnTo>
                  <a:lnTo>
                    <a:pt x="1203" y="35"/>
                  </a:lnTo>
                  <a:lnTo>
                    <a:pt x="120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51" name=""/>
            <p:cNvSpPr/>
            <p:nvPr/>
          </p:nvSpPr>
          <p:spPr>
            <a:xfrm rot="0">
              <a:off x="1726" y="262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52" name=""/>
            <p:cNvSpPr/>
            <p:nvPr/>
          </p:nvSpPr>
          <p:spPr>
            <a:xfrm rot="0">
              <a:off x="1726" y="262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53" name=""/>
            <p:cNvSpPr/>
            <p:nvPr/>
          </p:nvSpPr>
          <p:spPr>
            <a:xfrm rot="0">
              <a:off x="487" y="3126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54" name=""/>
            <p:cNvSpPr/>
            <p:nvPr/>
          </p:nvSpPr>
          <p:spPr>
            <a:xfrm rot="0">
              <a:off x="487" y="3126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55" name=""/>
            <p:cNvSpPr/>
            <p:nvPr/>
          </p:nvSpPr>
          <p:spPr>
            <a:xfrm rot="0">
              <a:off x="487" y="2713"/>
              <a:ext cx="23" cy="413"/>
            </a:xfrm>
            <a:custGeom>
              <a:avLst/>
              <a:ahLst/>
              <a:rect l="0" t="0" r="r" b="b"/>
              <a:pathLst>
                <a:path w="68" h="1241">
                  <a:moveTo>
                    <a:pt x="0" y="1241"/>
                  </a:moveTo>
                  <a:lnTo>
                    <a:pt x="33" y="1241"/>
                  </a:lnTo>
                  <a:lnTo>
                    <a:pt x="68" y="1241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56" name=""/>
            <p:cNvSpPr/>
            <p:nvPr/>
          </p:nvSpPr>
          <p:spPr>
            <a:xfrm rot="0">
              <a:off x="487" y="2713"/>
              <a:ext cx="23" cy="413"/>
            </a:xfrm>
            <a:custGeom>
              <a:avLst/>
              <a:ahLst/>
              <a:rect l="0" t="0" r="r" b="b"/>
              <a:pathLst>
                <a:path w="68" h="1241">
                  <a:moveTo>
                    <a:pt x="0" y="1241"/>
                  </a:moveTo>
                  <a:lnTo>
                    <a:pt x="33" y="1241"/>
                  </a:lnTo>
                  <a:lnTo>
                    <a:pt x="68" y="1241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57" name=""/>
            <p:cNvSpPr/>
            <p:nvPr/>
          </p:nvSpPr>
          <p:spPr>
            <a:xfrm rot="0">
              <a:off x="487" y="2701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58" name=""/>
            <p:cNvSpPr/>
            <p:nvPr/>
          </p:nvSpPr>
          <p:spPr>
            <a:xfrm rot="0">
              <a:off x="487" y="2701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59" name=""/>
            <p:cNvSpPr/>
            <p:nvPr/>
          </p:nvSpPr>
          <p:spPr>
            <a:xfrm rot="0">
              <a:off x="1045" y="262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60" name=""/>
            <p:cNvSpPr/>
            <p:nvPr/>
          </p:nvSpPr>
          <p:spPr>
            <a:xfrm rot="0">
              <a:off x="1045" y="262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61" name=""/>
            <p:cNvSpPr/>
            <p:nvPr/>
          </p:nvSpPr>
          <p:spPr>
            <a:xfrm rot="0">
              <a:off x="1056" y="2628"/>
              <a:ext cx="171" cy="23"/>
            </a:xfrm>
            <a:custGeom>
              <a:avLst/>
              <a:ahLst/>
              <a:rect l="0" t="0" r="r" b="b"/>
              <a:pathLst>
                <a:path w="511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511" y="69"/>
                  </a:lnTo>
                  <a:lnTo>
                    <a:pt x="511" y="35"/>
                  </a:lnTo>
                  <a:lnTo>
                    <a:pt x="51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62" name=""/>
            <p:cNvSpPr/>
            <p:nvPr/>
          </p:nvSpPr>
          <p:spPr>
            <a:xfrm rot="0">
              <a:off x="1056" y="2628"/>
              <a:ext cx="171" cy="23"/>
            </a:xfrm>
            <a:custGeom>
              <a:avLst/>
              <a:ahLst/>
              <a:rect l="0" t="0" r="r" b="b"/>
              <a:pathLst>
                <a:path w="511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511" y="69"/>
                  </a:lnTo>
                  <a:lnTo>
                    <a:pt x="511" y="35"/>
                  </a:lnTo>
                  <a:lnTo>
                    <a:pt x="5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63" name=""/>
            <p:cNvSpPr/>
            <p:nvPr/>
          </p:nvSpPr>
          <p:spPr>
            <a:xfrm rot="0">
              <a:off x="1227" y="2628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64" name=""/>
            <p:cNvSpPr/>
            <p:nvPr/>
          </p:nvSpPr>
          <p:spPr>
            <a:xfrm rot="0">
              <a:off x="1227" y="2628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65" name=""/>
            <p:cNvSpPr/>
            <p:nvPr/>
          </p:nvSpPr>
          <p:spPr>
            <a:xfrm rot="0">
              <a:off x="1215" y="2701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35"/>
                  </a:moveTo>
                  <a:lnTo>
                    <a:pt x="34" y="69"/>
                  </a:lnTo>
                  <a:lnTo>
                    <a:pt x="23" y="67"/>
                  </a:lnTo>
                  <a:lnTo>
                    <a:pt x="14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66" name=""/>
            <p:cNvSpPr/>
            <p:nvPr/>
          </p:nvSpPr>
          <p:spPr>
            <a:xfrm rot="0">
              <a:off x="1215" y="2701"/>
              <a:ext cx="12" cy="23"/>
            </a:xfrm>
            <a:custGeom>
              <a:avLst/>
              <a:ahLst/>
              <a:rect l="0" t="0" r="r" b="b"/>
              <a:pathLst>
                <a:path w="34" h="69">
                  <a:moveTo>
                    <a:pt x="34" y="69"/>
                  </a:moveTo>
                  <a:lnTo>
                    <a:pt x="23" y="67"/>
                  </a:lnTo>
                  <a:lnTo>
                    <a:pt x="14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67" name=""/>
            <p:cNvSpPr/>
            <p:nvPr/>
          </p:nvSpPr>
          <p:spPr>
            <a:xfrm rot="0">
              <a:off x="1227" y="2701"/>
              <a:ext cx="1" cy="23"/>
            </a:xfrm>
            <a:custGeom>
              <a:avLst/>
              <a:ahLst/>
              <a:rect l="0" t="0" r="r" b="b"/>
              <a:pathLst>
                <a:path w="2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" y="69"/>
                  </a:lnTo>
                  <a:lnTo>
                    <a:pt x="2" y="35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68" name=""/>
            <p:cNvSpPr/>
            <p:nvPr/>
          </p:nvSpPr>
          <p:spPr>
            <a:xfrm rot="0">
              <a:off x="1227" y="2701"/>
              <a:ext cx="1" cy="23"/>
            </a:xfrm>
            <a:custGeom>
              <a:avLst/>
              <a:ahLst/>
              <a:rect l="0" t="0" r="r" b="b"/>
              <a:pathLst>
                <a:path w="2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2" y="69"/>
                  </a:lnTo>
                  <a:lnTo>
                    <a:pt x="2" y="35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69" name=""/>
            <p:cNvSpPr/>
            <p:nvPr/>
          </p:nvSpPr>
          <p:spPr>
            <a:xfrm rot="0">
              <a:off x="1227" y="270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70" name=""/>
            <p:cNvSpPr/>
            <p:nvPr/>
          </p:nvSpPr>
          <p:spPr>
            <a:xfrm rot="0">
              <a:off x="1227" y="270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71" name=""/>
            <p:cNvSpPr/>
            <p:nvPr/>
          </p:nvSpPr>
          <p:spPr>
            <a:xfrm rot="0">
              <a:off x="487" y="2701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72" name=""/>
            <p:cNvSpPr/>
            <p:nvPr/>
          </p:nvSpPr>
          <p:spPr>
            <a:xfrm rot="0">
              <a:off x="487" y="2701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73" name=""/>
            <p:cNvSpPr/>
            <p:nvPr/>
          </p:nvSpPr>
          <p:spPr>
            <a:xfrm rot="0">
              <a:off x="498" y="2701"/>
              <a:ext cx="558" cy="23"/>
            </a:xfrm>
            <a:custGeom>
              <a:avLst/>
              <a:ahLst/>
              <a:rect l="0" t="0" r="r" b="b"/>
              <a:pathLst>
                <a:path w="167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674" y="69"/>
                  </a:ln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74" name=""/>
            <p:cNvSpPr/>
            <p:nvPr/>
          </p:nvSpPr>
          <p:spPr>
            <a:xfrm rot="0">
              <a:off x="498" y="2701"/>
              <a:ext cx="558" cy="23"/>
            </a:xfrm>
            <a:custGeom>
              <a:avLst/>
              <a:ahLst/>
              <a:rect l="0" t="0" r="r" b="b"/>
              <a:pathLst>
                <a:path w="167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1674" y="69"/>
                  </a:ln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75" name=""/>
            <p:cNvSpPr/>
            <p:nvPr/>
          </p:nvSpPr>
          <p:spPr>
            <a:xfrm rot="0">
              <a:off x="1056" y="270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76" name=""/>
            <p:cNvSpPr/>
            <p:nvPr/>
          </p:nvSpPr>
          <p:spPr>
            <a:xfrm rot="0">
              <a:off x="1056" y="2701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77" name=""/>
            <p:cNvSpPr/>
            <p:nvPr/>
          </p:nvSpPr>
          <p:spPr>
            <a:xfrm rot="0">
              <a:off x="1215" y="2628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34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78" name=""/>
            <p:cNvSpPr/>
            <p:nvPr/>
          </p:nvSpPr>
          <p:spPr>
            <a:xfrm rot="0">
              <a:off x="1215" y="2628"/>
              <a:ext cx="23" cy="12"/>
            </a:xfrm>
            <a:custGeom>
              <a:avLst/>
              <a:ahLst/>
              <a:rect l="0" t="0" r="r" b="b"/>
              <a:pathLst>
                <a:path w="69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79" name=""/>
            <p:cNvSpPr/>
            <p:nvPr/>
          </p:nvSpPr>
          <p:spPr>
            <a:xfrm rot="0">
              <a:off x="1215" y="2640"/>
              <a:ext cx="23" cy="486"/>
            </a:xfrm>
            <a:custGeom>
              <a:avLst/>
              <a:ahLst/>
              <a:rect l="0" t="0" r="r" b="b"/>
              <a:pathLst>
                <a:path w="69" h="1460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460"/>
                  </a:lnTo>
                  <a:lnTo>
                    <a:pt x="34" y="1460"/>
                  </a:lnTo>
                  <a:lnTo>
                    <a:pt x="69" y="1460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80" name=""/>
            <p:cNvSpPr/>
            <p:nvPr/>
          </p:nvSpPr>
          <p:spPr>
            <a:xfrm rot="0">
              <a:off x="1215" y="2640"/>
              <a:ext cx="23" cy="486"/>
            </a:xfrm>
            <a:custGeom>
              <a:avLst/>
              <a:ahLst/>
              <a:rect l="0" t="0" r="r" b="b"/>
              <a:pathLst>
                <a:path w="69" h="1460">
                  <a:moveTo>
                    <a:pt x="69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1460"/>
                  </a:lnTo>
                  <a:lnTo>
                    <a:pt x="34" y="1460"/>
                  </a:lnTo>
                  <a:lnTo>
                    <a:pt x="69" y="1460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81" name=""/>
            <p:cNvSpPr/>
            <p:nvPr/>
          </p:nvSpPr>
          <p:spPr>
            <a:xfrm rot="0">
              <a:off x="1215" y="3126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34" y="0"/>
                  </a:moveTo>
                  <a:lnTo>
                    <a:pt x="69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82" name=""/>
            <p:cNvSpPr/>
            <p:nvPr/>
          </p:nvSpPr>
          <p:spPr>
            <a:xfrm rot="0">
              <a:off x="1215" y="3126"/>
              <a:ext cx="23" cy="12"/>
            </a:xfrm>
            <a:custGeom>
              <a:avLst/>
              <a:ahLst/>
              <a:rect l="0" t="0" r="r" b="b"/>
              <a:pathLst>
                <a:path w="69" h="34">
                  <a:moveTo>
                    <a:pt x="69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4" y="34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83" name=""/>
            <p:cNvSpPr/>
            <p:nvPr/>
          </p:nvSpPr>
          <p:spPr>
            <a:xfrm rot="0">
              <a:off x="1227" y="3115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84" name=""/>
            <p:cNvSpPr/>
            <p:nvPr/>
          </p:nvSpPr>
          <p:spPr>
            <a:xfrm rot="0">
              <a:off x="1227" y="3115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85" name=""/>
            <p:cNvSpPr/>
            <p:nvPr/>
          </p:nvSpPr>
          <p:spPr>
            <a:xfrm rot="0">
              <a:off x="498" y="3115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2185" y="69"/>
                  </a:move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86" name=""/>
            <p:cNvSpPr/>
            <p:nvPr/>
          </p:nvSpPr>
          <p:spPr>
            <a:xfrm rot="0">
              <a:off x="498" y="3115"/>
              <a:ext cx="729" cy="23"/>
            </a:xfrm>
            <a:custGeom>
              <a:avLst/>
              <a:ahLst/>
              <a:rect l="0" t="0" r="r" b="b"/>
              <a:pathLst>
                <a:path w="2185" h="69">
                  <a:moveTo>
                    <a:pt x="2185" y="69"/>
                  </a:moveTo>
                  <a:lnTo>
                    <a:pt x="2185" y="35"/>
                  </a:lnTo>
                  <a:lnTo>
                    <a:pt x="218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2185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87" name=""/>
            <p:cNvSpPr/>
            <p:nvPr/>
          </p:nvSpPr>
          <p:spPr>
            <a:xfrm rot="0">
              <a:off x="487" y="3115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88" name=""/>
            <p:cNvSpPr/>
            <p:nvPr/>
          </p:nvSpPr>
          <p:spPr>
            <a:xfrm rot="0">
              <a:off x="487" y="3115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89" name=""/>
            <p:cNvSpPr/>
            <p:nvPr/>
          </p:nvSpPr>
          <p:spPr>
            <a:xfrm rot="0">
              <a:off x="1045" y="262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90" name=""/>
            <p:cNvSpPr/>
            <p:nvPr/>
          </p:nvSpPr>
          <p:spPr>
            <a:xfrm rot="0">
              <a:off x="1045" y="262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91" name=""/>
            <p:cNvSpPr/>
            <p:nvPr/>
          </p:nvSpPr>
          <p:spPr>
            <a:xfrm rot="0">
              <a:off x="1045" y="2640"/>
              <a:ext cx="23" cy="340"/>
            </a:xfrm>
            <a:custGeom>
              <a:avLst/>
              <a:ahLst/>
              <a:rect l="0" t="0" r="r" b="b"/>
              <a:pathLst>
                <a:path w="68" h="102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3" y="1022"/>
                  </a:lnTo>
                  <a:lnTo>
                    <a:pt x="68" y="1022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92" name=""/>
            <p:cNvSpPr/>
            <p:nvPr/>
          </p:nvSpPr>
          <p:spPr>
            <a:xfrm rot="0">
              <a:off x="1045" y="2640"/>
              <a:ext cx="23" cy="340"/>
            </a:xfrm>
            <a:custGeom>
              <a:avLst/>
              <a:ahLst/>
              <a:rect l="0" t="0" r="r" b="b"/>
              <a:pathLst>
                <a:path w="68" h="1022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3" y="1022"/>
                  </a:lnTo>
                  <a:lnTo>
                    <a:pt x="68" y="1022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93" name=""/>
            <p:cNvSpPr/>
            <p:nvPr/>
          </p:nvSpPr>
          <p:spPr>
            <a:xfrm rot="0">
              <a:off x="1045" y="2980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94" name=""/>
            <p:cNvSpPr/>
            <p:nvPr/>
          </p:nvSpPr>
          <p:spPr>
            <a:xfrm rot="0">
              <a:off x="1045" y="2980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0"/>
                  </a:lnTo>
                  <a:lnTo>
                    <a:pt x="54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95" name=""/>
            <p:cNvSpPr/>
            <p:nvPr/>
          </p:nvSpPr>
          <p:spPr>
            <a:xfrm rot="0">
              <a:off x="1056" y="296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96" name=""/>
            <p:cNvSpPr/>
            <p:nvPr/>
          </p:nvSpPr>
          <p:spPr>
            <a:xfrm rot="0">
              <a:off x="1056" y="296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1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97" name=""/>
            <p:cNvSpPr/>
            <p:nvPr/>
          </p:nvSpPr>
          <p:spPr>
            <a:xfrm rot="0">
              <a:off x="498" y="2969"/>
              <a:ext cx="558" cy="23"/>
            </a:xfrm>
            <a:custGeom>
              <a:avLst/>
              <a:ahLst/>
              <a:rect l="0" t="0" r="r" b="b"/>
              <a:pathLst>
                <a:path w="1674" h="69">
                  <a:moveTo>
                    <a:pt x="1674" y="69"/>
                  </a:move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674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398" name=""/>
            <p:cNvSpPr/>
            <p:nvPr/>
          </p:nvSpPr>
          <p:spPr>
            <a:xfrm rot="0">
              <a:off x="498" y="2969"/>
              <a:ext cx="558" cy="23"/>
            </a:xfrm>
            <a:custGeom>
              <a:avLst/>
              <a:ahLst/>
              <a:rect l="0" t="0" r="r" b="b"/>
              <a:pathLst>
                <a:path w="1674" h="69">
                  <a:moveTo>
                    <a:pt x="1674" y="69"/>
                  </a:moveTo>
                  <a:lnTo>
                    <a:pt x="1674" y="35"/>
                  </a:lnTo>
                  <a:lnTo>
                    <a:pt x="167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674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399" name=""/>
            <p:cNvSpPr/>
            <p:nvPr/>
          </p:nvSpPr>
          <p:spPr>
            <a:xfrm rot="0">
              <a:off x="487" y="296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00" name=""/>
            <p:cNvSpPr/>
            <p:nvPr/>
          </p:nvSpPr>
          <p:spPr>
            <a:xfrm rot="0">
              <a:off x="487" y="296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01" name=""/>
            <p:cNvSpPr/>
            <p:nvPr/>
          </p:nvSpPr>
          <p:spPr>
            <a:xfrm rot="0">
              <a:off x="1314" y="3115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02" name=""/>
            <p:cNvSpPr/>
            <p:nvPr/>
          </p:nvSpPr>
          <p:spPr>
            <a:xfrm rot="0">
              <a:off x="1314" y="3115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2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03" name=""/>
            <p:cNvSpPr/>
            <p:nvPr/>
          </p:nvSpPr>
          <p:spPr>
            <a:xfrm rot="0">
              <a:off x="1325" y="3115"/>
              <a:ext cx="134" cy="23"/>
            </a:xfrm>
            <a:custGeom>
              <a:avLst/>
              <a:ahLst/>
              <a:rect l="0" t="0" r="r" b="b"/>
              <a:pathLst>
                <a:path w="403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403" y="69"/>
                  </a:lnTo>
                  <a:lnTo>
                    <a:pt x="403" y="35"/>
                  </a:lnTo>
                  <a:lnTo>
                    <a:pt x="40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04" name=""/>
            <p:cNvSpPr/>
            <p:nvPr/>
          </p:nvSpPr>
          <p:spPr>
            <a:xfrm rot="0">
              <a:off x="1325" y="3115"/>
              <a:ext cx="134" cy="23"/>
            </a:xfrm>
            <a:custGeom>
              <a:avLst/>
              <a:ahLst/>
              <a:rect l="0" t="0" r="r" b="b"/>
              <a:pathLst>
                <a:path w="403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403" y="69"/>
                  </a:lnTo>
                  <a:lnTo>
                    <a:pt x="403" y="35"/>
                  </a:lnTo>
                  <a:lnTo>
                    <a:pt x="40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05" name=""/>
            <p:cNvSpPr/>
            <p:nvPr/>
          </p:nvSpPr>
          <p:spPr>
            <a:xfrm rot="0">
              <a:off x="1459" y="3115"/>
              <a:ext cx="267" cy="23"/>
            </a:xfrm>
            <a:custGeom>
              <a:avLst/>
              <a:ahLst/>
              <a:rect l="0" t="0" r="r" b="b"/>
              <a:pathLst>
                <a:path w="80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800" y="69"/>
                  </a:lnTo>
                  <a:lnTo>
                    <a:pt x="800" y="35"/>
                  </a:lnTo>
                  <a:lnTo>
                    <a:pt x="80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06" name=""/>
            <p:cNvSpPr/>
            <p:nvPr/>
          </p:nvSpPr>
          <p:spPr>
            <a:xfrm rot="0">
              <a:off x="1459" y="3115"/>
              <a:ext cx="267" cy="23"/>
            </a:xfrm>
            <a:custGeom>
              <a:avLst/>
              <a:ahLst/>
              <a:rect l="0" t="0" r="r" b="b"/>
              <a:pathLst>
                <a:path w="800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800" y="69"/>
                  </a:lnTo>
                  <a:lnTo>
                    <a:pt x="800" y="35"/>
                  </a:lnTo>
                  <a:lnTo>
                    <a:pt x="80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07" name=""/>
            <p:cNvSpPr/>
            <p:nvPr/>
          </p:nvSpPr>
          <p:spPr>
            <a:xfrm rot="0">
              <a:off x="1726" y="3115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08" name=""/>
            <p:cNvSpPr/>
            <p:nvPr/>
          </p:nvSpPr>
          <p:spPr>
            <a:xfrm rot="0">
              <a:off x="1726" y="3115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5"/>
                  </a:lnTo>
                  <a:lnTo>
                    <a:pt x="32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09" name=""/>
            <p:cNvSpPr/>
            <p:nvPr/>
          </p:nvSpPr>
          <p:spPr>
            <a:xfrm rot="0">
              <a:off x="1314" y="262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10" name=""/>
            <p:cNvSpPr/>
            <p:nvPr/>
          </p:nvSpPr>
          <p:spPr>
            <a:xfrm rot="0">
              <a:off x="1314" y="262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11" name=""/>
            <p:cNvSpPr/>
            <p:nvPr/>
          </p:nvSpPr>
          <p:spPr>
            <a:xfrm rot="0">
              <a:off x="1314" y="2640"/>
              <a:ext cx="23" cy="486"/>
            </a:xfrm>
            <a:custGeom>
              <a:avLst/>
              <a:ahLst/>
              <a:rect l="0" t="0" r="r" b="b"/>
              <a:pathLst>
                <a:path w="68" h="1460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60"/>
                  </a:lnTo>
                  <a:lnTo>
                    <a:pt x="33" y="1460"/>
                  </a:lnTo>
                  <a:lnTo>
                    <a:pt x="68" y="1460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12" name=""/>
            <p:cNvSpPr/>
            <p:nvPr/>
          </p:nvSpPr>
          <p:spPr>
            <a:xfrm rot="0">
              <a:off x="1314" y="2640"/>
              <a:ext cx="23" cy="486"/>
            </a:xfrm>
            <a:custGeom>
              <a:avLst/>
              <a:ahLst/>
              <a:rect l="0" t="0" r="r" b="b"/>
              <a:pathLst>
                <a:path w="68" h="1460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60"/>
                  </a:lnTo>
                  <a:lnTo>
                    <a:pt x="33" y="1460"/>
                  </a:lnTo>
                  <a:lnTo>
                    <a:pt x="68" y="1460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13" name=""/>
            <p:cNvSpPr/>
            <p:nvPr/>
          </p:nvSpPr>
          <p:spPr>
            <a:xfrm rot="0">
              <a:off x="1314" y="3126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14" name=""/>
            <p:cNvSpPr/>
            <p:nvPr/>
          </p:nvSpPr>
          <p:spPr>
            <a:xfrm rot="0">
              <a:off x="1314" y="3126"/>
              <a:ext cx="23" cy="12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15" name=""/>
            <p:cNvSpPr/>
            <p:nvPr/>
          </p:nvSpPr>
          <p:spPr>
            <a:xfrm rot="0">
              <a:off x="3950" y="2758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35"/>
                  </a:moveTo>
                  <a:lnTo>
                    <a:pt x="33" y="68"/>
                  </a:ln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16" name=""/>
            <p:cNvSpPr/>
            <p:nvPr/>
          </p:nvSpPr>
          <p:spPr>
            <a:xfrm rot="0">
              <a:off x="3950" y="2758"/>
              <a:ext cx="11" cy="23"/>
            </a:xfrm>
            <a:custGeom>
              <a:avLst/>
              <a:ahLst/>
              <a:rect l="0" t="0" r="r" b="b"/>
              <a:pathLst>
                <a:path w="33" h="68">
                  <a:moveTo>
                    <a:pt x="33" y="68"/>
                  </a:move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17" name=""/>
            <p:cNvSpPr/>
            <p:nvPr/>
          </p:nvSpPr>
          <p:spPr>
            <a:xfrm rot="0">
              <a:off x="3961" y="2758"/>
              <a:ext cx="413" cy="23"/>
            </a:xfrm>
            <a:custGeom>
              <a:avLst/>
              <a:ahLst/>
              <a:rect l="0" t="0" r="r" b="b"/>
              <a:pathLst>
                <a:path w="1238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238" y="68"/>
                  </a:ln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18" name=""/>
            <p:cNvSpPr/>
            <p:nvPr/>
          </p:nvSpPr>
          <p:spPr>
            <a:xfrm rot="0">
              <a:off x="3961" y="2758"/>
              <a:ext cx="413" cy="23"/>
            </a:xfrm>
            <a:custGeom>
              <a:avLst/>
              <a:ahLst/>
              <a:rect l="0" t="0" r="r" b="b"/>
              <a:pathLst>
                <a:path w="1238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238" y="68"/>
                  </a:ln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19" name=""/>
            <p:cNvSpPr/>
            <p:nvPr/>
          </p:nvSpPr>
          <p:spPr>
            <a:xfrm rot="0">
              <a:off x="4374" y="2758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35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20" name=""/>
            <p:cNvSpPr/>
            <p:nvPr/>
          </p:nvSpPr>
          <p:spPr>
            <a:xfrm rot="0">
              <a:off x="4374" y="2758"/>
              <a:ext cx="11" cy="23"/>
            </a:xfrm>
            <a:custGeom>
              <a:avLst/>
              <a:ahLst/>
              <a:rect l="0" t="0" r="r" b="b"/>
              <a:pathLst>
                <a:path w="35" h="68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5"/>
                  </a:lnTo>
                  <a:lnTo>
                    <a:pt x="29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21" name=""/>
            <p:cNvSpPr/>
            <p:nvPr/>
          </p:nvSpPr>
          <p:spPr>
            <a:xfrm rot="0">
              <a:off x="3950" y="325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22" name=""/>
            <p:cNvSpPr/>
            <p:nvPr/>
          </p:nvSpPr>
          <p:spPr>
            <a:xfrm rot="0">
              <a:off x="3950" y="325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23" name=""/>
            <p:cNvSpPr/>
            <p:nvPr/>
          </p:nvSpPr>
          <p:spPr>
            <a:xfrm rot="0">
              <a:off x="3950" y="2770"/>
              <a:ext cx="23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0" y="1459"/>
                  </a:move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24" name=""/>
            <p:cNvSpPr/>
            <p:nvPr/>
          </p:nvSpPr>
          <p:spPr>
            <a:xfrm rot="0">
              <a:off x="3950" y="2770"/>
              <a:ext cx="23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0" y="1459"/>
                  </a:move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25" name=""/>
            <p:cNvSpPr/>
            <p:nvPr/>
          </p:nvSpPr>
          <p:spPr>
            <a:xfrm rot="0">
              <a:off x="3950" y="275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26" name=""/>
            <p:cNvSpPr/>
            <p:nvPr/>
          </p:nvSpPr>
          <p:spPr>
            <a:xfrm rot="0">
              <a:off x="3950" y="275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27" name=""/>
            <p:cNvSpPr/>
            <p:nvPr/>
          </p:nvSpPr>
          <p:spPr>
            <a:xfrm rot="0">
              <a:off x="4363" y="2758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28" name=""/>
            <p:cNvSpPr/>
            <p:nvPr/>
          </p:nvSpPr>
          <p:spPr>
            <a:xfrm rot="0">
              <a:off x="4363" y="2758"/>
              <a:ext cx="22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2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29" name=""/>
            <p:cNvSpPr/>
            <p:nvPr/>
          </p:nvSpPr>
          <p:spPr>
            <a:xfrm rot="0">
              <a:off x="4363" y="2770"/>
              <a:ext cx="22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30" name=""/>
            <p:cNvSpPr/>
            <p:nvPr/>
          </p:nvSpPr>
          <p:spPr>
            <a:xfrm rot="0">
              <a:off x="4363" y="2770"/>
              <a:ext cx="22" cy="486"/>
            </a:xfrm>
            <a:custGeom>
              <a:avLst/>
              <a:ahLst/>
              <a:rect l="0" t="0" r="r" b="b"/>
              <a:pathLst>
                <a:path w="68" h="1459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59"/>
                  </a:lnTo>
                  <a:lnTo>
                    <a:pt x="33" y="1459"/>
                  </a:lnTo>
                  <a:lnTo>
                    <a:pt x="68" y="1459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31" name=""/>
            <p:cNvSpPr/>
            <p:nvPr/>
          </p:nvSpPr>
          <p:spPr>
            <a:xfrm rot="0">
              <a:off x="4363" y="3256"/>
              <a:ext cx="22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3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32" name=""/>
            <p:cNvSpPr/>
            <p:nvPr/>
          </p:nvSpPr>
          <p:spPr>
            <a:xfrm rot="0">
              <a:off x="4363" y="3256"/>
              <a:ext cx="22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3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33" name=""/>
            <p:cNvSpPr/>
            <p:nvPr/>
          </p:nvSpPr>
          <p:spPr>
            <a:xfrm rot="0">
              <a:off x="4374" y="324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34" name=""/>
            <p:cNvSpPr/>
            <p:nvPr/>
          </p:nvSpPr>
          <p:spPr>
            <a:xfrm rot="0">
              <a:off x="4374" y="3244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9" y="15"/>
                  </a:lnTo>
                  <a:lnTo>
                    <a:pt x="33" y="25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6"/>
                  </a:lnTo>
                  <a:lnTo>
                    <a:pt x="20" y="64"/>
                  </a:lnTo>
                  <a:lnTo>
                    <a:pt x="11" y="68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35" name=""/>
            <p:cNvSpPr/>
            <p:nvPr/>
          </p:nvSpPr>
          <p:spPr>
            <a:xfrm rot="0">
              <a:off x="3961" y="3244"/>
              <a:ext cx="413" cy="23"/>
            </a:xfrm>
            <a:custGeom>
              <a:avLst/>
              <a:ahLst/>
              <a:rect l="0" t="0" r="r" b="b"/>
              <a:pathLst>
                <a:path w="1238" h="69">
                  <a:moveTo>
                    <a:pt x="1238" y="69"/>
                  </a:move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238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36" name=""/>
            <p:cNvSpPr/>
            <p:nvPr/>
          </p:nvSpPr>
          <p:spPr>
            <a:xfrm rot="0">
              <a:off x="3961" y="3244"/>
              <a:ext cx="413" cy="23"/>
            </a:xfrm>
            <a:custGeom>
              <a:avLst/>
              <a:ahLst/>
              <a:rect l="0" t="0" r="r" b="b"/>
              <a:pathLst>
                <a:path w="1238" h="69">
                  <a:moveTo>
                    <a:pt x="1238" y="69"/>
                  </a:moveTo>
                  <a:lnTo>
                    <a:pt x="1238" y="35"/>
                  </a:lnTo>
                  <a:lnTo>
                    <a:pt x="1238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1238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37" name=""/>
            <p:cNvSpPr/>
            <p:nvPr/>
          </p:nvSpPr>
          <p:spPr>
            <a:xfrm rot="0">
              <a:off x="3950" y="324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3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38" name=""/>
            <p:cNvSpPr/>
            <p:nvPr/>
          </p:nvSpPr>
          <p:spPr>
            <a:xfrm rot="0">
              <a:off x="3950" y="3244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3" y="68"/>
                  </a:lnTo>
                  <a:lnTo>
                    <a:pt x="13" y="64"/>
                  </a:lnTo>
                  <a:lnTo>
                    <a:pt x="5" y="56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39" name=""/>
            <p:cNvSpPr/>
            <p:nvPr/>
          </p:nvSpPr>
          <p:spPr>
            <a:xfrm rot="0">
              <a:off x="3950" y="280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40" name=""/>
            <p:cNvSpPr/>
            <p:nvPr/>
          </p:nvSpPr>
          <p:spPr>
            <a:xfrm rot="0">
              <a:off x="3950" y="2808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41" name=""/>
            <p:cNvSpPr/>
            <p:nvPr/>
          </p:nvSpPr>
          <p:spPr>
            <a:xfrm rot="0">
              <a:off x="3961" y="2808"/>
              <a:ext cx="188" cy="23"/>
            </a:xfrm>
            <a:custGeom>
              <a:avLst/>
              <a:ahLst/>
              <a:rect l="0" t="0" r="r" b="b"/>
              <a:pathLst>
                <a:path w="56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564" y="69"/>
                  </a:lnTo>
                  <a:lnTo>
                    <a:pt x="564" y="35"/>
                  </a:lnTo>
                  <a:lnTo>
                    <a:pt x="56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42" name=""/>
            <p:cNvSpPr/>
            <p:nvPr/>
          </p:nvSpPr>
          <p:spPr>
            <a:xfrm rot="0">
              <a:off x="3961" y="2808"/>
              <a:ext cx="188" cy="23"/>
            </a:xfrm>
            <a:custGeom>
              <a:avLst/>
              <a:ahLst/>
              <a:rect l="0" t="0" r="r" b="b"/>
              <a:pathLst>
                <a:path w="56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564" y="69"/>
                  </a:lnTo>
                  <a:lnTo>
                    <a:pt x="564" y="35"/>
                  </a:lnTo>
                  <a:lnTo>
                    <a:pt x="56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43" name=""/>
            <p:cNvSpPr/>
            <p:nvPr/>
          </p:nvSpPr>
          <p:spPr>
            <a:xfrm rot="0">
              <a:off x="4149" y="280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44" name=""/>
            <p:cNvSpPr/>
            <p:nvPr/>
          </p:nvSpPr>
          <p:spPr>
            <a:xfrm rot="0">
              <a:off x="4149" y="2808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45" name=""/>
            <p:cNvSpPr/>
            <p:nvPr/>
          </p:nvSpPr>
          <p:spPr>
            <a:xfrm rot="0">
              <a:off x="4138" y="280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46" name=""/>
            <p:cNvSpPr/>
            <p:nvPr/>
          </p:nvSpPr>
          <p:spPr>
            <a:xfrm rot="0">
              <a:off x="4138" y="2808"/>
              <a:ext cx="23" cy="12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47" name=""/>
            <p:cNvSpPr/>
            <p:nvPr/>
          </p:nvSpPr>
          <p:spPr>
            <a:xfrm rot="0">
              <a:off x="4138" y="2820"/>
              <a:ext cx="23" cy="291"/>
            </a:xfrm>
            <a:custGeom>
              <a:avLst/>
              <a:ahLst/>
              <a:rect l="0" t="0" r="r" b="b"/>
              <a:pathLst>
                <a:path w="68" h="873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873"/>
                  </a:lnTo>
                  <a:lnTo>
                    <a:pt x="33" y="873"/>
                  </a:lnTo>
                  <a:lnTo>
                    <a:pt x="68" y="873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48" name=""/>
            <p:cNvSpPr/>
            <p:nvPr/>
          </p:nvSpPr>
          <p:spPr>
            <a:xfrm rot="0">
              <a:off x="4138" y="2820"/>
              <a:ext cx="23" cy="291"/>
            </a:xfrm>
            <a:custGeom>
              <a:avLst/>
              <a:ahLst/>
              <a:rect l="0" t="0" r="r" b="b"/>
              <a:pathLst>
                <a:path w="68" h="873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873"/>
                  </a:lnTo>
                  <a:lnTo>
                    <a:pt x="33" y="873"/>
                  </a:lnTo>
                  <a:lnTo>
                    <a:pt x="68" y="873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49" name=""/>
            <p:cNvSpPr/>
            <p:nvPr/>
          </p:nvSpPr>
          <p:spPr>
            <a:xfrm rot="0">
              <a:off x="4138" y="311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50" name=""/>
            <p:cNvSpPr/>
            <p:nvPr/>
          </p:nvSpPr>
          <p:spPr>
            <a:xfrm rot="0">
              <a:off x="4138" y="311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4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51" name=""/>
            <p:cNvSpPr/>
            <p:nvPr/>
          </p:nvSpPr>
          <p:spPr>
            <a:xfrm rot="0">
              <a:off x="4138" y="309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52" name=""/>
            <p:cNvSpPr/>
            <p:nvPr/>
          </p:nvSpPr>
          <p:spPr>
            <a:xfrm rot="0">
              <a:off x="4138" y="309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53" name=""/>
            <p:cNvSpPr/>
            <p:nvPr/>
          </p:nvSpPr>
          <p:spPr>
            <a:xfrm rot="0">
              <a:off x="4149" y="3099"/>
              <a:ext cx="225" cy="23"/>
            </a:xfrm>
            <a:custGeom>
              <a:avLst/>
              <a:ahLst/>
              <a:rect l="0" t="0" r="r" b="b"/>
              <a:pathLst>
                <a:path w="67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674" y="69"/>
                  </a:lnTo>
                  <a:lnTo>
                    <a:pt x="674" y="35"/>
                  </a:lnTo>
                  <a:lnTo>
                    <a:pt x="67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54" name=""/>
            <p:cNvSpPr/>
            <p:nvPr/>
          </p:nvSpPr>
          <p:spPr>
            <a:xfrm rot="0">
              <a:off x="4149" y="3099"/>
              <a:ext cx="225" cy="23"/>
            </a:xfrm>
            <a:custGeom>
              <a:avLst/>
              <a:ahLst/>
              <a:rect l="0" t="0" r="r" b="b"/>
              <a:pathLst>
                <a:path w="674" h="69">
                  <a:moveTo>
                    <a:pt x="0" y="0"/>
                  </a:moveTo>
                  <a:lnTo>
                    <a:pt x="0" y="35"/>
                  </a:lnTo>
                  <a:lnTo>
                    <a:pt x="0" y="69"/>
                  </a:lnTo>
                  <a:lnTo>
                    <a:pt x="674" y="69"/>
                  </a:lnTo>
                  <a:lnTo>
                    <a:pt x="674" y="35"/>
                  </a:lnTo>
                  <a:lnTo>
                    <a:pt x="6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55" name=""/>
            <p:cNvSpPr/>
            <p:nvPr/>
          </p:nvSpPr>
          <p:spPr>
            <a:xfrm rot="0">
              <a:off x="4374" y="3099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56" name=""/>
            <p:cNvSpPr/>
            <p:nvPr/>
          </p:nvSpPr>
          <p:spPr>
            <a:xfrm rot="0">
              <a:off x="4374" y="3099"/>
              <a:ext cx="11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9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9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57" name=""/>
            <p:cNvSpPr/>
            <p:nvPr/>
          </p:nvSpPr>
          <p:spPr>
            <a:xfrm rot="0">
              <a:off x="4149" y="309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58" name=""/>
            <p:cNvSpPr/>
            <p:nvPr/>
          </p:nvSpPr>
          <p:spPr>
            <a:xfrm rot="0">
              <a:off x="4149" y="3099"/>
              <a:ext cx="12" cy="23"/>
            </a:xfrm>
            <a:custGeom>
              <a:avLst/>
              <a:ahLst/>
              <a:rect l="0" t="0" r="r" b="b"/>
              <a:pathLst>
                <a:path w="35" h="69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3" y="24"/>
                  </a:lnTo>
                  <a:lnTo>
                    <a:pt x="35" y="35"/>
                  </a:lnTo>
                  <a:lnTo>
                    <a:pt x="33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1" y="67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59" name=""/>
            <p:cNvSpPr/>
            <p:nvPr/>
          </p:nvSpPr>
          <p:spPr>
            <a:xfrm rot="0">
              <a:off x="3961" y="3099"/>
              <a:ext cx="188" cy="23"/>
            </a:xfrm>
            <a:custGeom>
              <a:avLst/>
              <a:ahLst/>
              <a:rect l="0" t="0" r="r" b="b"/>
              <a:pathLst>
                <a:path w="564" h="69">
                  <a:moveTo>
                    <a:pt x="564" y="69"/>
                  </a:moveTo>
                  <a:lnTo>
                    <a:pt x="564" y="35"/>
                  </a:lnTo>
                  <a:lnTo>
                    <a:pt x="56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564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60" name=""/>
            <p:cNvSpPr/>
            <p:nvPr/>
          </p:nvSpPr>
          <p:spPr>
            <a:xfrm rot="0">
              <a:off x="3961" y="3099"/>
              <a:ext cx="188" cy="23"/>
            </a:xfrm>
            <a:custGeom>
              <a:avLst/>
              <a:ahLst/>
              <a:rect l="0" t="0" r="r" b="b"/>
              <a:pathLst>
                <a:path w="564" h="69">
                  <a:moveTo>
                    <a:pt x="564" y="69"/>
                  </a:moveTo>
                  <a:lnTo>
                    <a:pt x="564" y="35"/>
                  </a:lnTo>
                  <a:lnTo>
                    <a:pt x="564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9"/>
                  </a:lnTo>
                  <a:lnTo>
                    <a:pt x="564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61" name=""/>
            <p:cNvSpPr/>
            <p:nvPr/>
          </p:nvSpPr>
          <p:spPr>
            <a:xfrm rot="0">
              <a:off x="3950" y="309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35"/>
                  </a:moveTo>
                  <a:lnTo>
                    <a:pt x="33" y="69"/>
                  </a:ln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1462" name=""/>
            <p:cNvSpPr/>
            <p:nvPr/>
          </p:nvSpPr>
          <p:spPr>
            <a:xfrm rot="0">
              <a:off x="3950" y="3099"/>
              <a:ext cx="11" cy="23"/>
            </a:xfrm>
            <a:custGeom>
              <a:avLst/>
              <a:ahLst/>
              <a:rect l="0" t="0" r="r" b="b"/>
              <a:pathLst>
                <a:path w="33" h="69">
                  <a:moveTo>
                    <a:pt x="33" y="69"/>
                  </a:moveTo>
                  <a:lnTo>
                    <a:pt x="23" y="67"/>
                  </a:lnTo>
                  <a:lnTo>
                    <a:pt x="13" y="63"/>
                  </a:lnTo>
                  <a:lnTo>
                    <a:pt x="5" y="55"/>
                  </a:lnTo>
                  <a:lnTo>
                    <a:pt x="1" y="46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63" name=""/>
            <p:cNvSpPr/>
            <p:nvPr/>
          </p:nvSpPr>
          <p:spPr>
            <a:xfrm rot="0">
              <a:off x="3123" y="3099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64" name=""/>
            <p:cNvSpPr/>
            <p:nvPr/>
          </p:nvSpPr>
          <p:spPr>
            <a:xfrm rot="0">
              <a:off x="3123" y="3099"/>
              <a:ext cx="23" cy="11"/>
            </a:xfrm>
            <a:custGeom>
              <a:avLst/>
              <a:ahLst/>
              <a:rect l="0" t="0" r="r" b="b"/>
              <a:pathLst>
                <a:path w="68" h="35">
                  <a:moveTo>
                    <a:pt x="0" y="35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4" y="6"/>
                  </a:lnTo>
                  <a:lnTo>
                    <a:pt x="62" y="14"/>
                  </a:lnTo>
                  <a:lnTo>
                    <a:pt x="66" y="24"/>
                  </a:lnTo>
                  <a:lnTo>
                    <a:pt x="6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65" name=""/>
            <p:cNvSpPr/>
            <p:nvPr/>
          </p:nvSpPr>
          <p:spPr>
            <a:xfrm rot="0">
              <a:off x="3123" y="3110"/>
              <a:ext cx="23" cy="146"/>
            </a:xfrm>
            <a:custGeom>
              <a:avLst/>
              <a:ahLst/>
              <a:rect l="0" t="0" r="r" b="b"/>
              <a:pathLst>
                <a:path w="68" h="437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437"/>
                  </a:lnTo>
                  <a:lnTo>
                    <a:pt x="33" y="437"/>
                  </a:lnTo>
                  <a:lnTo>
                    <a:pt x="68" y="437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66" name=""/>
            <p:cNvSpPr/>
            <p:nvPr/>
          </p:nvSpPr>
          <p:spPr>
            <a:xfrm rot="0">
              <a:off x="3123" y="3110"/>
              <a:ext cx="23" cy="146"/>
            </a:xfrm>
            <a:custGeom>
              <a:avLst/>
              <a:ahLst/>
              <a:rect l="0" t="0" r="r" b="b"/>
              <a:pathLst>
                <a:path w="68" h="437">
                  <a:moveTo>
                    <a:pt x="68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437"/>
                  </a:lnTo>
                  <a:lnTo>
                    <a:pt x="33" y="437"/>
                  </a:lnTo>
                  <a:lnTo>
                    <a:pt x="68" y="437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467" name=""/>
            <p:cNvSpPr/>
            <p:nvPr/>
          </p:nvSpPr>
          <p:spPr>
            <a:xfrm rot="0">
              <a:off x="3123" y="325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0"/>
                  </a:moveTo>
                  <a:lnTo>
                    <a:pt x="68" y="0"/>
                  </a:ln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468" name=""/>
            <p:cNvSpPr/>
            <p:nvPr/>
          </p:nvSpPr>
          <p:spPr>
            <a:xfrm rot="0">
              <a:off x="3123" y="3256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68" y="0"/>
                  </a:moveTo>
                  <a:lnTo>
                    <a:pt x="66" y="11"/>
                  </a:lnTo>
                  <a:lnTo>
                    <a:pt x="62" y="21"/>
                  </a:lnTo>
                  <a:lnTo>
                    <a:pt x="54" y="29"/>
                  </a:lnTo>
                  <a:lnTo>
                    <a:pt x="44" y="33"/>
                  </a:lnTo>
                  <a:lnTo>
                    <a:pt x="33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51469" name=""/>
          <p:cNvSpPr/>
          <p:nvPr/>
        </p:nvSpPr>
        <p:spPr>
          <a:xfrm rot="0">
            <a:off x="5189537" y="4922837"/>
            <a:ext cx="26987" cy="31750"/>
          </a:xfrm>
          <a:custGeom>
            <a:avLst/>
            <a:ahLst/>
            <a:rect l="0" t="0" r="r" b="b"/>
            <a:pathLst>
              <a:path w="53" h="62">
                <a:moveTo>
                  <a:pt x="34" y="29"/>
                </a:moveTo>
                <a:lnTo>
                  <a:pt x="53" y="57"/>
                </a:lnTo>
                <a:lnTo>
                  <a:pt x="43" y="62"/>
                </a:lnTo>
                <a:lnTo>
                  <a:pt x="33" y="62"/>
                </a:lnTo>
                <a:lnTo>
                  <a:pt x="22" y="61"/>
                </a:lnTo>
                <a:lnTo>
                  <a:pt x="12" y="55"/>
                </a:lnTo>
                <a:lnTo>
                  <a:pt x="6" y="47"/>
                </a:lnTo>
                <a:lnTo>
                  <a:pt x="0" y="38"/>
                </a:lnTo>
                <a:lnTo>
                  <a:pt x="0" y="27"/>
                </a:lnTo>
                <a:lnTo>
                  <a:pt x="2" y="17"/>
                </a:lnTo>
                <a:lnTo>
                  <a:pt x="7" y="7"/>
                </a:lnTo>
                <a:lnTo>
                  <a:pt x="15" y="0"/>
                </a:lnTo>
                <a:lnTo>
                  <a:pt x="34" y="2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70" name=""/>
          <p:cNvSpPr/>
          <p:nvPr/>
        </p:nvSpPr>
        <p:spPr>
          <a:xfrm rot="0">
            <a:off x="5189537" y="4922837"/>
            <a:ext cx="26987" cy="31750"/>
          </a:xfrm>
          <a:custGeom>
            <a:avLst/>
            <a:ahLst/>
            <a:rect l="0" t="0" r="r" b="b"/>
            <a:pathLst>
              <a:path w="53" h="62">
                <a:moveTo>
                  <a:pt x="53" y="57"/>
                </a:moveTo>
                <a:lnTo>
                  <a:pt x="43" y="62"/>
                </a:lnTo>
                <a:lnTo>
                  <a:pt x="33" y="62"/>
                </a:lnTo>
                <a:lnTo>
                  <a:pt x="22" y="61"/>
                </a:lnTo>
                <a:lnTo>
                  <a:pt x="12" y="55"/>
                </a:lnTo>
                <a:lnTo>
                  <a:pt x="6" y="47"/>
                </a:lnTo>
                <a:lnTo>
                  <a:pt x="0" y="38"/>
                </a:lnTo>
                <a:lnTo>
                  <a:pt x="0" y="27"/>
                </a:lnTo>
                <a:lnTo>
                  <a:pt x="2" y="17"/>
                </a:lnTo>
                <a:lnTo>
                  <a:pt x="7" y="7"/>
                </a:lnTo>
                <a:lnTo>
                  <a:pt x="15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71" name=""/>
          <p:cNvSpPr/>
          <p:nvPr/>
        </p:nvSpPr>
        <p:spPr>
          <a:xfrm rot="0">
            <a:off x="5197475" y="4497387"/>
            <a:ext cx="674687" cy="455612"/>
          </a:xfrm>
          <a:custGeom>
            <a:avLst/>
            <a:ahLst/>
            <a:rect l="0" t="0" r="r" b="b"/>
            <a:pathLst>
              <a:path w="1276" h="860">
                <a:moveTo>
                  <a:pt x="0" y="803"/>
                </a:moveTo>
                <a:lnTo>
                  <a:pt x="19" y="832"/>
                </a:lnTo>
                <a:lnTo>
                  <a:pt x="38" y="860"/>
                </a:lnTo>
                <a:lnTo>
                  <a:pt x="1276" y="57"/>
                </a:lnTo>
                <a:lnTo>
                  <a:pt x="1257" y="29"/>
                </a:lnTo>
                <a:lnTo>
                  <a:pt x="1238" y="0"/>
                </a:lnTo>
                <a:lnTo>
                  <a:pt x="0" y="80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72" name=""/>
          <p:cNvSpPr/>
          <p:nvPr/>
        </p:nvSpPr>
        <p:spPr>
          <a:xfrm rot="0">
            <a:off x="5197475" y="4497387"/>
            <a:ext cx="674687" cy="455612"/>
          </a:xfrm>
          <a:custGeom>
            <a:avLst/>
            <a:ahLst/>
            <a:rect l="0" t="0" r="r" b="b"/>
            <a:pathLst>
              <a:path w="1276" h="860">
                <a:moveTo>
                  <a:pt x="0" y="803"/>
                </a:moveTo>
                <a:lnTo>
                  <a:pt x="19" y="832"/>
                </a:lnTo>
                <a:lnTo>
                  <a:pt x="38" y="860"/>
                </a:lnTo>
                <a:lnTo>
                  <a:pt x="1276" y="57"/>
                </a:lnTo>
                <a:lnTo>
                  <a:pt x="1257" y="29"/>
                </a:lnTo>
                <a:lnTo>
                  <a:pt x="1238" y="0"/>
                </a:lnTo>
                <a:lnTo>
                  <a:pt x="0" y="80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73" name=""/>
          <p:cNvSpPr/>
          <p:nvPr/>
        </p:nvSpPr>
        <p:spPr>
          <a:xfrm rot="0">
            <a:off x="5851525" y="4494212"/>
            <a:ext cx="28575" cy="33337"/>
          </a:xfrm>
          <a:custGeom>
            <a:avLst/>
            <a:ahLst/>
            <a:rect l="0" t="0" r="r" b="b"/>
            <a:pathLst>
              <a:path w="52" h="62">
                <a:moveTo>
                  <a:pt x="19" y="34"/>
                </a:moveTo>
                <a:lnTo>
                  <a:pt x="0" y="5"/>
                </a:lnTo>
                <a:lnTo>
                  <a:pt x="9" y="0"/>
                </a:lnTo>
                <a:lnTo>
                  <a:pt x="20" y="0"/>
                </a:lnTo>
                <a:lnTo>
                  <a:pt x="31" y="1"/>
                </a:lnTo>
                <a:lnTo>
                  <a:pt x="40" y="7"/>
                </a:lnTo>
                <a:lnTo>
                  <a:pt x="47" y="15"/>
                </a:lnTo>
                <a:lnTo>
                  <a:pt x="52" y="24"/>
                </a:lnTo>
                <a:lnTo>
                  <a:pt x="52" y="35"/>
                </a:lnTo>
                <a:lnTo>
                  <a:pt x="51" y="46"/>
                </a:lnTo>
                <a:lnTo>
                  <a:pt x="46" y="55"/>
                </a:lnTo>
                <a:lnTo>
                  <a:pt x="38" y="62"/>
                </a:lnTo>
                <a:lnTo>
                  <a:pt x="19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74" name=""/>
          <p:cNvSpPr/>
          <p:nvPr/>
        </p:nvSpPr>
        <p:spPr>
          <a:xfrm rot="0">
            <a:off x="5851525" y="4494212"/>
            <a:ext cx="28575" cy="33337"/>
          </a:xfrm>
          <a:custGeom>
            <a:avLst/>
            <a:ahLst/>
            <a:rect l="0" t="0" r="r" b="b"/>
            <a:pathLst>
              <a:path w="52" h="62">
                <a:moveTo>
                  <a:pt x="0" y="5"/>
                </a:moveTo>
                <a:lnTo>
                  <a:pt x="9" y="0"/>
                </a:lnTo>
                <a:lnTo>
                  <a:pt x="20" y="0"/>
                </a:lnTo>
                <a:lnTo>
                  <a:pt x="31" y="1"/>
                </a:lnTo>
                <a:lnTo>
                  <a:pt x="40" y="7"/>
                </a:lnTo>
                <a:lnTo>
                  <a:pt x="47" y="15"/>
                </a:lnTo>
                <a:lnTo>
                  <a:pt x="52" y="24"/>
                </a:lnTo>
                <a:lnTo>
                  <a:pt x="52" y="35"/>
                </a:lnTo>
                <a:lnTo>
                  <a:pt x="51" y="46"/>
                </a:lnTo>
                <a:lnTo>
                  <a:pt x="46" y="55"/>
                </a:lnTo>
                <a:lnTo>
                  <a:pt x="38" y="6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75" name=""/>
          <p:cNvSpPr/>
          <p:nvPr/>
        </p:nvSpPr>
        <p:spPr>
          <a:xfrm rot="0">
            <a:off x="5189537" y="5403850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34" y="34"/>
                </a:moveTo>
                <a:lnTo>
                  <a:pt x="0" y="34"/>
                </a:lnTo>
                <a:lnTo>
                  <a:pt x="2" y="24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4" y="0"/>
                </a:lnTo>
                <a:lnTo>
                  <a:pt x="45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9" y="34"/>
                </a:lnTo>
                <a:lnTo>
                  <a:pt x="34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76" name=""/>
          <p:cNvSpPr/>
          <p:nvPr/>
        </p:nvSpPr>
        <p:spPr>
          <a:xfrm rot="0">
            <a:off x="5189537" y="5403850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0" y="34"/>
                </a:moveTo>
                <a:lnTo>
                  <a:pt x="2" y="24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4" y="0"/>
                </a:lnTo>
                <a:lnTo>
                  <a:pt x="45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9" y="3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77" name=""/>
          <p:cNvSpPr/>
          <p:nvPr/>
        </p:nvSpPr>
        <p:spPr>
          <a:xfrm rot="0">
            <a:off x="5189537" y="5421312"/>
            <a:ext cx="36512" cy="231775"/>
          </a:xfrm>
          <a:custGeom>
            <a:avLst/>
            <a:ahLst/>
            <a:rect l="0" t="0" r="r" b="b"/>
            <a:pathLst>
              <a:path w="69" h="438">
                <a:moveTo>
                  <a:pt x="69" y="0"/>
                </a:moveTo>
                <a:lnTo>
                  <a:pt x="34" y="0"/>
                </a:lnTo>
                <a:lnTo>
                  <a:pt x="0" y="0"/>
                </a:lnTo>
                <a:lnTo>
                  <a:pt x="0" y="438"/>
                </a:lnTo>
                <a:lnTo>
                  <a:pt x="34" y="438"/>
                </a:lnTo>
                <a:lnTo>
                  <a:pt x="69" y="438"/>
                </a:lnTo>
                <a:lnTo>
                  <a:pt x="69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78" name=""/>
          <p:cNvSpPr/>
          <p:nvPr/>
        </p:nvSpPr>
        <p:spPr>
          <a:xfrm rot="0">
            <a:off x="5189537" y="5421312"/>
            <a:ext cx="36512" cy="231775"/>
          </a:xfrm>
          <a:custGeom>
            <a:avLst/>
            <a:ahLst/>
            <a:rect l="0" t="0" r="r" b="b"/>
            <a:pathLst>
              <a:path w="69" h="438">
                <a:moveTo>
                  <a:pt x="69" y="0"/>
                </a:moveTo>
                <a:lnTo>
                  <a:pt x="34" y="0"/>
                </a:lnTo>
                <a:lnTo>
                  <a:pt x="0" y="0"/>
                </a:lnTo>
                <a:lnTo>
                  <a:pt x="0" y="438"/>
                </a:lnTo>
                <a:lnTo>
                  <a:pt x="34" y="438"/>
                </a:lnTo>
                <a:lnTo>
                  <a:pt x="69" y="438"/>
                </a:lnTo>
                <a:lnTo>
                  <a:pt x="6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79" name=""/>
          <p:cNvSpPr/>
          <p:nvPr/>
        </p:nvSpPr>
        <p:spPr>
          <a:xfrm rot="0">
            <a:off x="5189537" y="5653087"/>
            <a:ext cx="36512" cy="19050"/>
          </a:xfrm>
          <a:custGeom>
            <a:avLst/>
            <a:ahLst/>
            <a:rect l="0" t="0" r="r" b="b"/>
            <a:pathLst>
              <a:path w="69" h="34">
                <a:moveTo>
                  <a:pt x="34" y="0"/>
                </a:moveTo>
                <a:lnTo>
                  <a:pt x="69" y="0"/>
                </a:lnTo>
                <a:lnTo>
                  <a:pt x="66" y="11"/>
                </a:lnTo>
                <a:lnTo>
                  <a:pt x="62" y="20"/>
                </a:lnTo>
                <a:lnTo>
                  <a:pt x="54" y="28"/>
                </a:lnTo>
                <a:lnTo>
                  <a:pt x="45" y="33"/>
                </a:lnTo>
                <a:lnTo>
                  <a:pt x="34" y="34"/>
                </a:lnTo>
                <a:lnTo>
                  <a:pt x="23" y="33"/>
                </a:lnTo>
                <a:lnTo>
                  <a:pt x="14" y="28"/>
                </a:lnTo>
                <a:lnTo>
                  <a:pt x="6" y="20"/>
                </a:lnTo>
                <a:lnTo>
                  <a:pt x="2" y="11"/>
                </a:lnTo>
                <a:lnTo>
                  <a:pt x="0" y="0"/>
                </a:lnTo>
                <a:lnTo>
                  <a:pt x="34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80" name=""/>
          <p:cNvSpPr/>
          <p:nvPr/>
        </p:nvSpPr>
        <p:spPr>
          <a:xfrm rot="0">
            <a:off x="5189537" y="5653087"/>
            <a:ext cx="36512" cy="19050"/>
          </a:xfrm>
          <a:custGeom>
            <a:avLst/>
            <a:ahLst/>
            <a:rect l="0" t="0" r="r" b="b"/>
            <a:pathLst>
              <a:path w="69" h="34">
                <a:moveTo>
                  <a:pt x="69" y="0"/>
                </a:moveTo>
                <a:lnTo>
                  <a:pt x="66" y="11"/>
                </a:lnTo>
                <a:lnTo>
                  <a:pt x="62" y="20"/>
                </a:lnTo>
                <a:lnTo>
                  <a:pt x="54" y="28"/>
                </a:lnTo>
                <a:lnTo>
                  <a:pt x="45" y="33"/>
                </a:lnTo>
                <a:lnTo>
                  <a:pt x="34" y="34"/>
                </a:lnTo>
                <a:lnTo>
                  <a:pt x="23" y="33"/>
                </a:lnTo>
                <a:lnTo>
                  <a:pt x="14" y="28"/>
                </a:lnTo>
                <a:lnTo>
                  <a:pt x="6" y="20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81" name=""/>
          <p:cNvSpPr/>
          <p:nvPr/>
        </p:nvSpPr>
        <p:spPr>
          <a:xfrm rot="0">
            <a:off x="4957762" y="5635625"/>
            <a:ext cx="17462" cy="36512"/>
          </a:xfrm>
          <a:custGeom>
            <a:avLst/>
            <a:ahLst/>
            <a:rect l="0" t="0" r="r" b="b"/>
            <a:pathLst>
              <a:path w="33" h="69">
                <a:moveTo>
                  <a:pt x="33" y="35"/>
                </a:moveTo>
                <a:lnTo>
                  <a:pt x="33" y="69"/>
                </a:lnTo>
                <a:lnTo>
                  <a:pt x="23" y="68"/>
                </a:lnTo>
                <a:lnTo>
                  <a:pt x="13" y="63"/>
                </a:lnTo>
                <a:lnTo>
                  <a:pt x="5" y="55"/>
                </a:lnTo>
                <a:lnTo>
                  <a:pt x="1" y="46"/>
                </a:lnTo>
                <a:lnTo>
                  <a:pt x="0" y="35"/>
                </a:lnTo>
                <a:lnTo>
                  <a:pt x="1" y="25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  <a:lnTo>
                  <a:pt x="33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82" name=""/>
          <p:cNvSpPr/>
          <p:nvPr/>
        </p:nvSpPr>
        <p:spPr>
          <a:xfrm rot="0">
            <a:off x="4957762" y="5635625"/>
            <a:ext cx="17462" cy="36512"/>
          </a:xfrm>
          <a:custGeom>
            <a:avLst/>
            <a:ahLst/>
            <a:rect l="0" t="0" r="r" b="b"/>
            <a:pathLst>
              <a:path w="33" h="69">
                <a:moveTo>
                  <a:pt x="33" y="69"/>
                </a:moveTo>
                <a:lnTo>
                  <a:pt x="23" y="68"/>
                </a:lnTo>
                <a:lnTo>
                  <a:pt x="13" y="63"/>
                </a:lnTo>
                <a:lnTo>
                  <a:pt x="5" y="55"/>
                </a:lnTo>
                <a:lnTo>
                  <a:pt x="1" y="46"/>
                </a:lnTo>
                <a:lnTo>
                  <a:pt x="0" y="35"/>
                </a:lnTo>
                <a:lnTo>
                  <a:pt x="1" y="25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83" name=""/>
          <p:cNvSpPr/>
          <p:nvPr/>
        </p:nvSpPr>
        <p:spPr>
          <a:xfrm rot="0">
            <a:off x="4975225" y="5635625"/>
            <a:ext cx="1587" cy="36512"/>
          </a:xfrm>
          <a:custGeom>
            <a:avLst/>
            <a:ahLst/>
            <a:rect l="0" t="0" r="r" b="b"/>
            <a:pathLst>
              <a:path w="3" h="69">
                <a:moveTo>
                  <a:pt x="0" y="0"/>
                </a:moveTo>
                <a:lnTo>
                  <a:pt x="0" y="35"/>
                </a:lnTo>
                <a:lnTo>
                  <a:pt x="0" y="69"/>
                </a:lnTo>
                <a:lnTo>
                  <a:pt x="3" y="69"/>
                </a:lnTo>
                <a:lnTo>
                  <a:pt x="3" y="35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84" name=""/>
          <p:cNvSpPr/>
          <p:nvPr/>
        </p:nvSpPr>
        <p:spPr>
          <a:xfrm rot="0">
            <a:off x="4975225" y="5635625"/>
            <a:ext cx="1587" cy="36512"/>
          </a:xfrm>
          <a:custGeom>
            <a:avLst/>
            <a:ahLst/>
            <a:rect l="0" t="0" r="r" b="b"/>
            <a:pathLst>
              <a:path w="3" h="69">
                <a:moveTo>
                  <a:pt x="0" y="0"/>
                </a:moveTo>
                <a:lnTo>
                  <a:pt x="0" y="35"/>
                </a:lnTo>
                <a:lnTo>
                  <a:pt x="0" y="69"/>
                </a:lnTo>
                <a:lnTo>
                  <a:pt x="3" y="69"/>
                </a:lnTo>
                <a:lnTo>
                  <a:pt x="3" y="35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85" name=""/>
          <p:cNvSpPr/>
          <p:nvPr/>
        </p:nvSpPr>
        <p:spPr>
          <a:xfrm rot="0">
            <a:off x="4976812" y="5635625"/>
            <a:ext cx="19050" cy="36512"/>
          </a:xfrm>
          <a:custGeom>
            <a:avLst/>
            <a:ahLst/>
            <a:rect l="0" t="0" r="r" b="b"/>
            <a:pathLst>
              <a:path w="35" h="69">
                <a:moveTo>
                  <a:pt x="0" y="35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5"/>
                </a:lnTo>
                <a:lnTo>
                  <a:pt x="35" y="35"/>
                </a:lnTo>
                <a:lnTo>
                  <a:pt x="32" y="46"/>
                </a:lnTo>
                <a:lnTo>
                  <a:pt x="28" y="55"/>
                </a:lnTo>
                <a:lnTo>
                  <a:pt x="20" y="63"/>
                </a:lnTo>
                <a:lnTo>
                  <a:pt x="11" y="68"/>
                </a:lnTo>
                <a:lnTo>
                  <a:pt x="0" y="69"/>
                </a:lnTo>
                <a:lnTo>
                  <a:pt x="0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86" name=""/>
          <p:cNvSpPr/>
          <p:nvPr/>
        </p:nvSpPr>
        <p:spPr>
          <a:xfrm rot="0">
            <a:off x="4976812" y="5635625"/>
            <a:ext cx="19050" cy="36512"/>
          </a:xfrm>
          <a:custGeom>
            <a:avLst/>
            <a:ahLst/>
            <a:rect l="0" t="0" r="r" b="b"/>
            <a:pathLst>
              <a:path w="35" h="69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5"/>
                </a:lnTo>
                <a:lnTo>
                  <a:pt x="35" y="35"/>
                </a:lnTo>
                <a:lnTo>
                  <a:pt x="32" y="46"/>
                </a:lnTo>
                <a:lnTo>
                  <a:pt x="28" y="55"/>
                </a:lnTo>
                <a:lnTo>
                  <a:pt x="20" y="63"/>
                </a:lnTo>
                <a:lnTo>
                  <a:pt x="11" y="68"/>
                </a:lnTo>
                <a:lnTo>
                  <a:pt x="0" y="6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87" name=""/>
          <p:cNvSpPr/>
          <p:nvPr/>
        </p:nvSpPr>
        <p:spPr>
          <a:xfrm rot="0">
            <a:off x="5862637" y="5635625"/>
            <a:ext cx="17462" cy="36512"/>
          </a:xfrm>
          <a:custGeom>
            <a:avLst/>
            <a:ahLst/>
            <a:rect l="0" t="0" r="r" b="b"/>
            <a:pathLst>
              <a:path w="35" h="69">
                <a:moveTo>
                  <a:pt x="0" y="35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5"/>
                </a:lnTo>
                <a:lnTo>
                  <a:pt x="35" y="35"/>
                </a:lnTo>
                <a:lnTo>
                  <a:pt x="32" y="46"/>
                </a:lnTo>
                <a:lnTo>
                  <a:pt x="28" y="55"/>
                </a:lnTo>
                <a:lnTo>
                  <a:pt x="20" y="63"/>
                </a:lnTo>
                <a:lnTo>
                  <a:pt x="11" y="68"/>
                </a:lnTo>
                <a:lnTo>
                  <a:pt x="0" y="69"/>
                </a:lnTo>
                <a:lnTo>
                  <a:pt x="0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88" name=""/>
          <p:cNvSpPr/>
          <p:nvPr/>
        </p:nvSpPr>
        <p:spPr>
          <a:xfrm rot="0">
            <a:off x="5862637" y="5635625"/>
            <a:ext cx="17462" cy="36512"/>
          </a:xfrm>
          <a:custGeom>
            <a:avLst/>
            <a:ahLst/>
            <a:rect l="0" t="0" r="r" b="b"/>
            <a:pathLst>
              <a:path w="35" h="69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5"/>
                </a:lnTo>
                <a:lnTo>
                  <a:pt x="35" y="35"/>
                </a:lnTo>
                <a:lnTo>
                  <a:pt x="32" y="46"/>
                </a:lnTo>
                <a:lnTo>
                  <a:pt x="28" y="55"/>
                </a:lnTo>
                <a:lnTo>
                  <a:pt x="20" y="63"/>
                </a:lnTo>
                <a:lnTo>
                  <a:pt x="11" y="68"/>
                </a:lnTo>
                <a:lnTo>
                  <a:pt x="0" y="6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89" name=""/>
          <p:cNvSpPr/>
          <p:nvPr/>
        </p:nvSpPr>
        <p:spPr>
          <a:xfrm rot="0">
            <a:off x="5207000" y="5635625"/>
            <a:ext cx="655637" cy="36512"/>
          </a:xfrm>
          <a:custGeom>
            <a:avLst/>
            <a:ahLst/>
            <a:rect l="0" t="0" r="r" b="b"/>
            <a:pathLst>
              <a:path w="1238" h="69">
                <a:moveTo>
                  <a:pt x="1238" y="69"/>
                </a:moveTo>
                <a:lnTo>
                  <a:pt x="1238" y="35"/>
                </a:lnTo>
                <a:lnTo>
                  <a:pt x="1238" y="0"/>
                </a:lnTo>
                <a:lnTo>
                  <a:pt x="0" y="0"/>
                </a:lnTo>
                <a:lnTo>
                  <a:pt x="0" y="35"/>
                </a:lnTo>
                <a:lnTo>
                  <a:pt x="0" y="69"/>
                </a:lnTo>
                <a:lnTo>
                  <a:pt x="1238" y="6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90" name=""/>
          <p:cNvSpPr/>
          <p:nvPr/>
        </p:nvSpPr>
        <p:spPr>
          <a:xfrm rot="0">
            <a:off x="5207000" y="5635625"/>
            <a:ext cx="655637" cy="36512"/>
          </a:xfrm>
          <a:custGeom>
            <a:avLst/>
            <a:ahLst/>
            <a:rect l="0" t="0" r="r" b="b"/>
            <a:pathLst>
              <a:path w="1238" h="69">
                <a:moveTo>
                  <a:pt x="1238" y="69"/>
                </a:moveTo>
                <a:lnTo>
                  <a:pt x="1238" y="35"/>
                </a:lnTo>
                <a:lnTo>
                  <a:pt x="1238" y="0"/>
                </a:lnTo>
                <a:lnTo>
                  <a:pt x="0" y="0"/>
                </a:lnTo>
                <a:lnTo>
                  <a:pt x="0" y="35"/>
                </a:lnTo>
                <a:lnTo>
                  <a:pt x="0" y="69"/>
                </a:lnTo>
                <a:lnTo>
                  <a:pt x="1238" y="6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91" name=""/>
          <p:cNvSpPr/>
          <p:nvPr/>
        </p:nvSpPr>
        <p:spPr>
          <a:xfrm rot="0">
            <a:off x="5189537" y="5635625"/>
            <a:ext cx="17462" cy="36512"/>
          </a:xfrm>
          <a:custGeom>
            <a:avLst/>
            <a:ahLst/>
            <a:rect l="0" t="0" r="r" b="b"/>
            <a:pathLst>
              <a:path w="34" h="69">
                <a:moveTo>
                  <a:pt x="34" y="35"/>
                </a:moveTo>
                <a:lnTo>
                  <a:pt x="34" y="69"/>
                </a:lnTo>
                <a:lnTo>
                  <a:pt x="23" y="68"/>
                </a:lnTo>
                <a:lnTo>
                  <a:pt x="14" y="63"/>
                </a:lnTo>
                <a:lnTo>
                  <a:pt x="6" y="55"/>
                </a:lnTo>
                <a:lnTo>
                  <a:pt x="2" y="46"/>
                </a:lnTo>
                <a:lnTo>
                  <a:pt x="0" y="35"/>
                </a:lnTo>
                <a:lnTo>
                  <a:pt x="2" y="25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4" y="0"/>
                </a:lnTo>
                <a:lnTo>
                  <a:pt x="34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92" name=""/>
          <p:cNvSpPr/>
          <p:nvPr/>
        </p:nvSpPr>
        <p:spPr>
          <a:xfrm rot="0">
            <a:off x="5189537" y="5635625"/>
            <a:ext cx="17462" cy="36512"/>
          </a:xfrm>
          <a:custGeom>
            <a:avLst/>
            <a:ahLst/>
            <a:rect l="0" t="0" r="r" b="b"/>
            <a:pathLst>
              <a:path w="34" h="69">
                <a:moveTo>
                  <a:pt x="34" y="69"/>
                </a:moveTo>
                <a:lnTo>
                  <a:pt x="23" y="68"/>
                </a:lnTo>
                <a:lnTo>
                  <a:pt x="14" y="63"/>
                </a:lnTo>
                <a:lnTo>
                  <a:pt x="6" y="55"/>
                </a:lnTo>
                <a:lnTo>
                  <a:pt x="2" y="46"/>
                </a:lnTo>
                <a:lnTo>
                  <a:pt x="0" y="35"/>
                </a:lnTo>
                <a:lnTo>
                  <a:pt x="2" y="25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4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93" name=""/>
          <p:cNvSpPr/>
          <p:nvPr/>
        </p:nvSpPr>
        <p:spPr>
          <a:xfrm rot="0">
            <a:off x="6113462" y="6059487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34" y="0"/>
                </a:moveTo>
                <a:lnTo>
                  <a:pt x="69" y="0"/>
                </a:lnTo>
                <a:lnTo>
                  <a:pt x="66" y="11"/>
                </a:lnTo>
                <a:lnTo>
                  <a:pt x="62" y="20"/>
                </a:lnTo>
                <a:lnTo>
                  <a:pt x="54" y="28"/>
                </a:lnTo>
                <a:lnTo>
                  <a:pt x="45" y="32"/>
                </a:lnTo>
                <a:lnTo>
                  <a:pt x="34" y="34"/>
                </a:lnTo>
                <a:lnTo>
                  <a:pt x="23" y="32"/>
                </a:lnTo>
                <a:lnTo>
                  <a:pt x="14" y="28"/>
                </a:lnTo>
                <a:lnTo>
                  <a:pt x="6" y="20"/>
                </a:lnTo>
                <a:lnTo>
                  <a:pt x="2" y="11"/>
                </a:lnTo>
                <a:lnTo>
                  <a:pt x="0" y="0"/>
                </a:lnTo>
                <a:lnTo>
                  <a:pt x="34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94" name=""/>
          <p:cNvSpPr/>
          <p:nvPr/>
        </p:nvSpPr>
        <p:spPr>
          <a:xfrm rot="0">
            <a:off x="6113462" y="6059487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69" y="0"/>
                </a:moveTo>
                <a:lnTo>
                  <a:pt x="66" y="11"/>
                </a:lnTo>
                <a:lnTo>
                  <a:pt x="62" y="20"/>
                </a:lnTo>
                <a:lnTo>
                  <a:pt x="54" y="28"/>
                </a:lnTo>
                <a:lnTo>
                  <a:pt x="45" y="32"/>
                </a:lnTo>
                <a:lnTo>
                  <a:pt x="34" y="34"/>
                </a:lnTo>
                <a:lnTo>
                  <a:pt x="23" y="32"/>
                </a:lnTo>
                <a:lnTo>
                  <a:pt x="14" y="28"/>
                </a:lnTo>
                <a:lnTo>
                  <a:pt x="6" y="20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95" name=""/>
          <p:cNvSpPr/>
          <p:nvPr/>
        </p:nvSpPr>
        <p:spPr>
          <a:xfrm rot="0">
            <a:off x="6113462" y="5421312"/>
            <a:ext cx="36512" cy="638175"/>
          </a:xfrm>
          <a:custGeom>
            <a:avLst/>
            <a:ahLst/>
            <a:rect l="0" t="0" r="r" b="b"/>
            <a:pathLst>
              <a:path w="69" h="1205">
                <a:moveTo>
                  <a:pt x="0" y="1205"/>
                </a:moveTo>
                <a:lnTo>
                  <a:pt x="34" y="1205"/>
                </a:lnTo>
                <a:lnTo>
                  <a:pt x="69" y="1205"/>
                </a:lnTo>
                <a:lnTo>
                  <a:pt x="69" y="0"/>
                </a:lnTo>
                <a:lnTo>
                  <a:pt x="34" y="0"/>
                </a:lnTo>
                <a:lnTo>
                  <a:pt x="0" y="0"/>
                </a:lnTo>
                <a:lnTo>
                  <a:pt x="0" y="120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96" name=""/>
          <p:cNvSpPr/>
          <p:nvPr/>
        </p:nvSpPr>
        <p:spPr>
          <a:xfrm rot="0">
            <a:off x="6113462" y="5421312"/>
            <a:ext cx="36512" cy="638175"/>
          </a:xfrm>
          <a:custGeom>
            <a:avLst/>
            <a:ahLst/>
            <a:rect l="0" t="0" r="r" b="b"/>
            <a:pathLst>
              <a:path w="69" h="1205">
                <a:moveTo>
                  <a:pt x="0" y="1205"/>
                </a:moveTo>
                <a:lnTo>
                  <a:pt x="34" y="1205"/>
                </a:lnTo>
                <a:lnTo>
                  <a:pt x="69" y="1205"/>
                </a:lnTo>
                <a:lnTo>
                  <a:pt x="69" y="0"/>
                </a:lnTo>
                <a:lnTo>
                  <a:pt x="34" y="0"/>
                </a:lnTo>
                <a:lnTo>
                  <a:pt x="0" y="0"/>
                </a:lnTo>
                <a:lnTo>
                  <a:pt x="0" y="120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97" name=""/>
          <p:cNvSpPr/>
          <p:nvPr/>
        </p:nvSpPr>
        <p:spPr>
          <a:xfrm rot="0">
            <a:off x="6113462" y="5403850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34" y="34"/>
                </a:moveTo>
                <a:lnTo>
                  <a:pt x="0" y="34"/>
                </a:lnTo>
                <a:lnTo>
                  <a:pt x="2" y="24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4" y="0"/>
                </a:lnTo>
                <a:lnTo>
                  <a:pt x="45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9" y="34"/>
                </a:lnTo>
                <a:lnTo>
                  <a:pt x="34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498" name=""/>
          <p:cNvSpPr/>
          <p:nvPr/>
        </p:nvSpPr>
        <p:spPr>
          <a:xfrm rot="0">
            <a:off x="6113462" y="5403850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0" y="34"/>
                </a:moveTo>
                <a:lnTo>
                  <a:pt x="2" y="24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4" y="0"/>
                </a:lnTo>
                <a:lnTo>
                  <a:pt x="45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9" y="3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499" name=""/>
          <p:cNvSpPr/>
          <p:nvPr/>
        </p:nvSpPr>
        <p:spPr>
          <a:xfrm rot="0">
            <a:off x="5843587" y="6049962"/>
            <a:ext cx="36512" cy="17462"/>
          </a:xfrm>
          <a:custGeom>
            <a:avLst/>
            <a:ahLst/>
            <a:rect l="0" t="0" r="r" b="b"/>
            <a:pathLst>
              <a:path w="69" h="33">
                <a:moveTo>
                  <a:pt x="34" y="0"/>
                </a:moveTo>
                <a:lnTo>
                  <a:pt x="69" y="0"/>
                </a:lnTo>
                <a:lnTo>
                  <a:pt x="66" y="10"/>
                </a:lnTo>
                <a:lnTo>
                  <a:pt x="62" y="20"/>
                </a:lnTo>
                <a:lnTo>
                  <a:pt x="54" y="28"/>
                </a:lnTo>
                <a:lnTo>
                  <a:pt x="45" y="32"/>
                </a:lnTo>
                <a:lnTo>
                  <a:pt x="34" y="33"/>
                </a:lnTo>
                <a:lnTo>
                  <a:pt x="23" y="32"/>
                </a:lnTo>
                <a:lnTo>
                  <a:pt x="14" y="28"/>
                </a:lnTo>
                <a:lnTo>
                  <a:pt x="6" y="20"/>
                </a:lnTo>
                <a:lnTo>
                  <a:pt x="2" y="10"/>
                </a:lnTo>
                <a:lnTo>
                  <a:pt x="0" y="0"/>
                </a:lnTo>
                <a:lnTo>
                  <a:pt x="34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00" name=""/>
          <p:cNvSpPr/>
          <p:nvPr/>
        </p:nvSpPr>
        <p:spPr>
          <a:xfrm rot="0">
            <a:off x="5843587" y="6049962"/>
            <a:ext cx="36512" cy="17462"/>
          </a:xfrm>
          <a:custGeom>
            <a:avLst/>
            <a:ahLst/>
            <a:rect l="0" t="0" r="r" b="b"/>
            <a:pathLst>
              <a:path w="69" h="33">
                <a:moveTo>
                  <a:pt x="69" y="0"/>
                </a:moveTo>
                <a:lnTo>
                  <a:pt x="66" y="10"/>
                </a:lnTo>
                <a:lnTo>
                  <a:pt x="62" y="20"/>
                </a:lnTo>
                <a:lnTo>
                  <a:pt x="54" y="28"/>
                </a:lnTo>
                <a:lnTo>
                  <a:pt x="45" y="32"/>
                </a:lnTo>
                <a:lnTo>
                  <a:pt x="34" y="33"/>
                </a:lnTo>
                <a:lnTo>
                  <a:pt x="23" y="32"/>
                </a:lnTo>
                <a:lnTo>
                  <a:pt x="14" y="28"/>
                </a:lnTo>
                <a:lnTo>
                  <a:pt x="6" y="20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01" name=""/>
          <p:cNvSpPr/>
          <p:nvPr/>
        </p:nvSpPr>
        <p:spPr>
          <a:xfrm rot="0">
            <a:off x="5843587" y="5653087"/>
            <a:ext cx="36512" cy="396875"/>
          </a:xfrm>
          <a:custGeom>
            <a:avLst/>
            <a:ahLst/>
            <a:rect l="0" t="0" r="r" b="b"/>
            <a:pathLst>
              <a:path w="69" h="750">
                <a:moveTo>
                  <a:pt x="0" y="750"/>
                </a:moveTo>
                <a:lnTo>
                  <a:pt x="34" y="750"/>
                </a:lnTo>
                <a:lnTo>
                  <a:pt x="69" y="750"/>
                </a:lnTo>
                <a:lnTo>
                  <a:pt x="69" y="0"/>
                </a:lnTo>
                <a:lnTo>
                  <a:pt x="34" y="0"/>
                </a:lnTo>
                <a:lnTo>
                  <a:pt x="0" y="0"/>
                </a:lnTo>
                <a:lnTo>
                  <a:pt x="0" y="75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02" name=""/>
          <p:cNvSpPr/>
          <p:nvPr/>
        </p:nvSpPr>
        <p:spPr>
          <a:xfrm rot="0">
            <a:off x="5843587" y="5653087"/>
            <a:ext cx="36512" cy="396875"/>
          </a:xfrm>
          <a:custGeom>
            <a:avLst/>
            <a:ahLst/>
            <a:rect l="0" t="0" r="r" b="b"/>
            <a:pathLst>
              <a:path w="69" h="750">
                <a:moveTo>
                  <a:pt x="0" y="750"/>
                </a:moveTo>
                <a:lnTo>
                  <a:pt x="34" y="750"/>
                </a:lnTo>
                <a:lnTo>
                  <a:pt x="69" y="750"/>
                </a:lnTo>
                <a:lnTo>
                  <a:pt x="69" y="0"/>
                </a:lnTo>
                <a:lnTo>
                  <a:pt x="34" y="0"/>
                </a:lnTo>
                <a:lnTo>
                  <a:pt x="0" y="0"/>
                </a:lnTo>
                <a:lnTo>
                  <a:pt x="0" y="75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03" name=""/>
          <p:cNvSpPr/>
          <p:nvPr/>
        </p:nvSpPr>
        <p:spPr>
          <a:xfrm rot="0">
            <a:off x="5843587" y="5421312"/>
            <a:ext cx="36512" cy="231775"/>
          </a:xfrm>
          <a:custGeom>
            <a:avLst/>
            <a:ahLst/>
            <a:rect l="0" t="0" r="r" b="b"/>
            <a:pathLst>
              <a:path w="69" h="438">
                <a:moveTo>
                  <a:pt x="0" y="438"/>
                </a:moveTo>
                <a:lnTo>
                  <a:pt x="34" y="438"/>
                </a:lnTo>
                <a:lnTo>
                  <a:pt x="69" y="438"/>
                </a:lnTo>
                <a:lnTo>
                  <a:pt x="69" y="0"/>
                </a:lnTo>
                <a:lnTo>
                  <a:pt x="34" y="0"/>
                </a:lnTo>
                <a:lnTo>
                  <a:pt x="0" y="0"/>
                </a:lnTo>
                <a:lnTo>
                  <a:pt x="0" y="43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04" name=""/>
          <p:cNvSpPr/>
          <p:nvPr/>
        </p:nvSpPr>
        <p:spPr>
          <a:xfrm rot="0">
            <a:off x="5843587" y="5421312"/>
            <a:ext cx="36512" cy="231775"/>
          </a:xfrm>
          <a:custGeom>
            <a:avLst/>
            <a:ahLst/>
            <a:rect l="0" t="0" r="r" b="b"/>
            <a:pathLst>
              <a:path w="69" h="438">
                <a:moveTo>
                  <a:pt x="0" y="438"/>
                </a:moveTo>
                <a:lnTo>
                  <a:pt x="34" y="438"/>
                </a:lnTo>
                <a:lnTo>
                  <a:pt x="69" y="438"/>
                </a:lnTo>
                <a:lnTo>
                  <a:pt x="69" y="0"/>
                </a:lnTo>
                <a:lnTo>
                  <a:pt x="34" y="0"/>
                </a:lnTo>
                <a:lnTo>
                  <a:pt x="0" y="0"/>
                </a:lnTo>
                <a:lnTo>
                  <a:pt x="0" y="43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05" name=""/>
          <p:cNvSpPr/>
          <p:nvPr/>
        </p:nvSpPr>
        <p:spPr>
          <a:xfrm rot="0">
            <a:off x="5843587" y="5403850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34" y="34"/>
                </a:moveTo>
                <a:lnTo>
                  <a:pt x="0" y="34"/>
                </a:lnTo>
                <a:lnTo>
                  <a:pt x="2" y="24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4" y="0"/>
                </a:lnTo>
                <a:lnTo>
                  <a:pt x="45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9" y="34"/>
                </a:lnTo>
                <a:lnTo>
                  <a:pt x="34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06" name=""/>
          <p:cNvSpPr/>
          <p:nvPr/>
        </p:nvSpPr>
        <p:spPr>
          <a:xfrm rot="0">
            <a:off x="5843587" y="5403850"/>
            <a:ext cx="36512" cy="17462"/>
          </a:xfrm>
          <a:custGeom>
            <a:avLst/>
            <a:ahLst/>
            <a:rect l="0" t="0" r="r" b="b"/>
            <a:pathLst>
              <a:path w="69" h="34">
                <a:moveTo>
                  <a:pt x="0" y="34"/>
                </a:moveTo>
                <a:lnTo>
                  <a:pt x="2" y="24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4" y="0"/>
                </a:lnTo>
                <a:lnTo>
                  <a:pt x="45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9" y="3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07" name=""/>
          <p:cNvSpPr/>
          <p:nvPr/>
        </p:nvSpPr>
        <p:spPr>
          <a:xfrm rot="0">
            <a:off x="4957762" y="5403850"/>
            <a:ext cx="36512" cy="17462"/>
          </a:xfrm>
          <a:custGeom>
            <a:avLst/>
            <a:ahLst/>
            <a:rect l="0" t="0" r="r" b="b"/>
            <a:pathLst>
              <a:path w="68" h="34">
                <a:moveTo>
                  <a:pt x="33" y="34"/>
                </a:move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44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8" y="34"/>
                </a:lnTo>
                <a:lnTo>
                  <a:pt x="33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08" name=""/>
          <p:cNvSpPr/>
          <p:nvPr/>
        </p:nvSpPr>
        <p:spPr>
          <a:xfrm rot="0">
            <a:off x="4957762" y="5403850"/>
            <a:ext cx="36512" cy="17462"/>
          </a:xfrm>
          <a:custGeom>
            <a:avLst/>
            <a:ahLst/>
            <a:rect l="0" t="0" r="r" b="b"/>
            <a:pathLst>
              <a:path w="68" h="34">
                <a:moveTo>
                  <a:pt x="0" y="34"/>
                </a:move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44" y="2"/>
                </a:lnTo>
                <a:lnTo>
                  <a:pt x="54" y="6"/>
                </a:lnTo>
                <a:lnTo>
                  <a:pt x="62" y="14"/>
                </a:lnTo>
                <a:lnTo>
                  <a:pt x="66" y="24"/>
                </a:lnTo>
                <a:lnTo>
                  <a:pt x="68" y="3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09" name=""/>
          <p:cNvSpPr/>
          <p:nvPr/>
        </p:nvSpPr>
        <p:spPr>
          <a:xfrm rot="0">
            <a:off x="4957762" y="5421312"/>
            <a:ext cx="36512" cy="638175"/>
          </a:xfrm>
          <a:custGeom>
            <a:avLst/>
            <a:ahLst/>
            <a:rect l="0" t="0" r="r" b="b"/>
            <a:pathLst>
              <a:path w="68" h="1205">
                <a:moveTo>
                  <a:pt x="68" y="0"/>
                </a:moveTo>
                <a:lnTo>
                  <a:pt x="33" y="0"/>
                </a:lnTo>
                <a:lnTo>
                  <a:pt x="0" y="0"/>
                </a:lnTo>
                <a:lnTo>
                  <a:pt x="0" y="1205"/>
                </a:lnTo>
                <a:lnTo>
                  <a:pt x="33" y="1205"/>
                </a:lnTo>
                <a:lnTo>
                  <a:pt x="68" y="1205"/>
                </a:lnTo>
                <a:lnTo>
                  <a:pt x="68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10" name=""/>
          <p:cNvSpPr/>
          <p:nvPr/>
        </p:nvSpPr>
        <p:spPr>
          <a:xfrm rot="0">
            <a:off x="4957762" y="5421312"/>
            <a:ext cx="36512" cy="638175"/>
          </a:xfrm>
          <a:custGeom>
            <a:avLst/>
            <a:ahLst/>
            <a:rect l="0" t="0" r="r" b="b"/>
            <a:pathLst>
              <a:path w="68" h="1205">
                <a:moveTo>
                  <a:pt x="68" y="0"/>
                </a:moveTo>
                <a:lnTo>
                  <a:pt x="33" y="0"/>
                </a:lnTo>
                <a:lnTo>
                  <a:pt x="0" y="0"/>
                </a:lnTo>
                <a:lnTo>
                  <a:pt x="0" y="1205"/>
                </a:lnTo>
                <a:lnTo>
                  <a:pt x="33" y="1205"/>
                </a:lnTo>
                <a:lnTo>
                  <a:pt x="68" y="1205"/>
                </a:lnTo>
                <a:lnTo>
                  <a:pt x="68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11" name=""/>
          <p:cNvSpPr/>
          <p:nvPr/>
        </p:nvSpPr>
        <p:spPr>
          <a:xfrm rot="0">
            <a:off x="4957762" y="6059487"/>
            <a:ext cx="36512" cy="17462"/>
          </a:xfrm>
          <a:custGeom>
            <a:avLst/>
            <a:ahLst/>
            <a:rect l="0" t="0" r="r" b="b"/>
            <a:pathLst>
              <a:path w="68" h="34">
                <a:moveTo>
                  <a:pt x="33" y="0"/>
                </a:moveTo>
                <a:lnTo>
                  <a:pt x="68" y="0"/>
                </a:lnTo>
                <a:lnTo>
                  <a:pt x="66" y="11"/>
                </a:lnTo>
                <a:lnTo>
                  <a:pt x="62" y="20"/>
                </a:lnTo>
                <a:lnTo>
                  <a:pt x="54" y="28"/>
                </a:lnTo>
                <a:lnTo>
                  <a:pt x="44" y="32"/>
                </a:lnTo>
                <a:lnTo>
                  <a:pt x="33" y="34"/>
                </a:lnTo>
                <a:lnTo>
                  <a:pt x="23" y="32"/>
                </a:lnTo>
                <a:lnTo>
                  <a:pt x="13" y="28"/>
                </a:lnTo>
                <a:lnTo>
                  <a:pt x="5" y="20"/>
                </a:lnTo>
                <a:lnTo>
                  <a:pt x="1" y="11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12" name=""/>
          <p:cNvSpPr/>
          <p:nvPr/>
        </p:nvSpPr>
        <p:spPr>
          <a:xfrm rot="0">
            <a:off x="4957762" y="6059487"/>
            <a:ext cx="36512" cy="17462"/>
          </a:xfrm>
          <a:custGeom>
            <a:avLst/>
            <a:ahLst/>
            <a:rect l="0" t="0" r="r" b="b"/>
            <a:pathLst>
              <a:path w="68" h="34">
                <a:moveTo>
                  <a:pt x="68" y="0"/>
                </a:moveTo>
                <a:lnTo>
                  <a:pt x="66" y="11"/>
                </a:lnTo>
                <a:lnTo>
                  <a:pt x="62" y="20"/>
                </a:lnTo>
                <a:lnTo>
                  <a:pt x="54" y="28"/>
                </a:lnTo>
                <a:lnTo>
                  <a:pt x="44" y="32"/>
                </a:lnTo>
                <a:lnTo>
                  <a:pt x="33" y="34"/>
                </a:lnTo>
                <a:lnTo>
                  <a:pt x="23" y="32"/>
                </a:lnTo>
                <a:lnTo>
                  <a:pt x="13" y="28"/>
                </a:lnTo>
                <a:lnTo>
                  <a:pt x="5" y="20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13" name=""/>
          <p:cNvSpPr/>
          <p:nvPr/>
        </p:nvSpPr>
        <p:spPr>
          <a:xfrm rot="0">
            <a:off x="4957762" y="6040437"/>
            <a:ext cx="17462" cy="36512"/>
          </a:xfrm>
          <a:custGeom>
            <a:avLst/>
            <a:ahLst/>
            <a:rect l="0" t="0" r="r" b="b"/>
            <a:pathLst>
              <a:path w="33" h="69">
                <a:moveTo>
                  <a:pt x="33" y="35"/>
                </a:moveTo>
                <a:lnTo>
                  <a:pt x="33" y="69"/>
                </a:lnTo>
                <a:lnTo>
                  <a:pt x="23" y="67"/>
                </a:lnTo>
                <a:lnTo>
                  <a:pt x="13" y="63"/>
                </a:lnTo>
                <a:lnTo>
                  <a:pt x="5" y="55"/>
                </a:lnTo>
                <a:lnTo>
                  <a:pt x="1" y="46"/>
                </a:lnTo>
                <a:lnTo>
                  <a:pt x="0" y="35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  <a:lnTo>
                  <a:pt x="33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14" name=""/>
          <p:cNvSpPr/>
          <p:nvPr/>
        </p:nvSpPr>
        <p:spPr>
          <a:xfrm rot="0">
            <a:off x="4957762" y="6040437"/>
            <a:ext cx="17462" cy="36512"/>
          </a:xfrm>
          <a:custGeom>
            <a:avLst/>
            <a:ahLst/>
            <a:rect l="0" t="0" r="r" b="b"/>
            <a:pathLst>
              <a:path w="33" h="69">
                <a:moveTo>
                  <a:pt x="33" y="69"/>
                </a:moveTo>
                <a:lnTo>
                  <a:pt x="23" y="67"/>
                </a:lnTo>
                <a:lnTo>
                  <a:pt x="13" y="63"/>
                </a:lnTo>
                <a:lnTo>
                  <a:pt x="5" y="55"/>
                </a:lnTo>
                <a:lnTo>
                  <a:pt x="1" y="46"/>
                </a:lnTo>
                <a:lnTo>
                  <a:pt x="0" y="35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15" name=""/>
          <p:cNvSpPr/>
          <p:nvPr/>
        </p:nvSpPr>
        <p:spPr>
          <a:xfrm rot="0">
            <a:off x="4975225" y="6040437"/>
            <a:ext cx="1157287" cy="36512"/>
          </a:xfrm>
          <a:custGeom>
            <a:avLst/>
            <a:ahLst/>
            <a:rect l="0" t="0" r="r" b="b"/>
            <a:pathLst>
              <a:path w="2185" h="69">
                <a:moveTo>
                  <a:pt x="0" y="0"/>
                </a:moveTo>
                <a:lnTo>
                  <a:pt x="0" y="35"/>
                </a:lnTo>
                <a:lnTo>
                  <a:pt x="0" y="69"/>
                </a:lnTo>
                <a:lnTo>
                  <a:pt x="2185" y="69"/>
                </a:lnTo>
                <a:lnTo>
                  <a:pt x="2185" y="35"/>
                </a:lnTo>
                <a:lnTo>
                  <a:pt x="2185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16" name=""/>
          <p:cNvSpPr/>
          <p:nvPr/>
        </p:nvSpPr>
        <p:spPr>
          <a:xfrm rot="0">
            <a:off x="4975225" y="6040437"/>
            <a:ext cx="1157287" cy="36512"/>
          </a:xfrm>
          <a:custGeom>
            <a:avLst/>
            <a:ahLst/>
            <a:rect l="0" t="0" r="r" b="b"/>
            <a:pathLst>
              <a:path w="2185" h="69">
                <a:moveTo>
                  <a:pt x="0" y="0"/>
                </a:moveTo>
                <a:lnTo>
                  <a:pt x="0" y="35"/>
                </a:lnTo>
                <a:lnTo>
                  <a:pt x="0" y="69"/>
                </a:lnTo>
                <a:lnTo>
                  <a:pt x="2185" y="69"/>
                </a:lnTo>
                <a:lnTo>
                  <a:pt x="2185" y="35"/>
                </a:lnTo>
                <a:lnTo>
                  <a:pt x="2185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17" name=""/>
          <p:cNvSpPr/>
          <p:nvPr/>
        </p:nvSpPr>
        <p:spPr>
          <a:xfrm rot="0">
            <a:off x="6132512" y="6040437"/>
            <a:ext cx="17462" cy="36512"/>
          </a:xfrm>
          <a:custGeom>
            <a:avLst/>
            <a:ahLst/>
            <a:rect l="0" t="0" r="r" b="b"/>
            <a:pathLst>
              <a:path w="35" h="69">
                <a:moveTo>
                  <a:pt x="0" y="35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5" y="35"/>
                </a:lnTo>
                <a:lnTo>
                  <a:pt x="32" y="46"/>
                </a:lnTo>
                <a:lnTo>
                  <a:pt x="28" y="55"/>
                </a:lnTo>
                <a:lnTo>
                  <a:pt x="20" y="63"/>
                </a:lnTo>
                <a:lnTo>
                  <a:pt x="11" y="67"/>
                </a:lnTo>
                <a:lnTo>
                  <a:pt x="0" y="69"/>
                </a:lnTo>
                <a:lnTo>
                  <a:pt x="0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18" name=""/>
          <p:cNvSpPr/>
          <p:nvPr/>
        </p:nvSpPr>
        <p:spPr>
          <a:xfrm rot="0">
            <a:off x="6132512" y="6040437"/>
            <a:ext cx="17462" cy="36512"/>
          </a:xfrm>
          <a:custGeom>
            <a:avLst/>
            <a:ahLst/>
            <a:rect l="0" t="0" r="r" b="b"/>
            <a:pathLst>
              <a:path w="35" h="69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5" y="35"/>
                </a:lnTo>
                <a:lnTo>
                  <a:pt x="32" y="46"/>
                </a:lnTo>
                <a:lnTo>
                  <a:pt x="28" y="55"/>
                </a:lnTo>
                <a:lnTo>
                  <a:pt x="20" y="63"/>
                </a:lnTo>
                <a:lnTo>
                  <a:pt x="11" y="67"/>
                </a:lnTo>
                <a:lnTo>
                  <a:pt x="0" y="6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19" name=""/>
          <p:cNvSpPr/>
          <p:nvPr/>
        </p:nvSpPr>
        <p:spPr>
          <a:xfrm rot="0">
            <a:off x="6132512" y="5403850"/>
            <a:ext cx="17462" cy="36512"/>
          </a:xfrm>
          <a:custGeom>
            <a:avLst/>
            <a:ahLst/>
            <a:rect l="0" t="0" r="r" b="b"/>
            <a:pathLst>
              <a:path w="35" h="68">
                <a:moveTo>
                  <a:pt x="0" y="34"/>
                </a:moveTo>
                <a:lnTo>
                  <a:pt x="0" y="0"/>
                </a:ln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5"/>
                </a:lnTo>
                <a:lnTo>
                  <a:pt x="20" y="63"/>
                </a:lnTo>
                <a:lnTo>
                  <a:pt x="11" y="67"/>
                </a:lnTo>
                <a:lnTo>
                  <a:pt x="0" y="68"/>
                </a:lnTo>
                <a:lnTo>
                  <a:pt x="0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20" name=""/>
          <p:cNvSpPr/>
          <p:nvPr/>
        </p:nvSpPr>
        <p:spPr>
          <a:xfrm rot="0">
            <a:off x="6132512" y="5403850"/>
            <a:ext cx="17462" cy="36512"/>
          </a:xfrm>
          <a:custGeom>
            <a:avLst/>
            <a:ahLst/>
            <a:rect l="0" t="0" r="r" b="b"/>
            <a:pathLst>
              <a:path w="35" h="68">
                <a:moveTo>
                  <a:pt x="0" y="0"/>
                </a:move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5"/>
                </a:lnTo>
                <a:lnTo>
                  <a:pt x="20" y="63"/>
                </a:lnTo>
                <a:lnTo>
                  <a:pt x="11" y="67"/>
                </a:lnTo>
                <a:lnTo>
                  <a:pt x="0" y="6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21" name=""/>
          <p:cNvSpPr/>
          <p:nvPr/>
        </p:nvSpPr>
        <p:spPr>
          <a:xfrm rot="0">
            <a:off x="4975225" y="5403850"/>
            <a:ext cx="1157287" cy="36512"/>
          </a:xfrm>
          <a:custGeom>
            <a:avLst/>
            <a:ahLst/>
            <a:rect l="0" t="0" r="r" b="b"/>
            <a:pathLst>
              <a:path w="2185" h="68">
                <a:moveTo>
                  <a:pt x="2185" y="68"/>
                </a:moveTo>
                <a:lnTo>
                  <a:pt x="2185" y="34"/>
                </a:lnTo>
                <a:lnTo>
                  <a:pt x="2185" y="0"/>
                </a:lnTo>
                <a:lnTo>
                  <a:pt x="0" y="0"/>
                </a:lnTo>
                <a:lnTo>
                  <a:pt x="0" y="34"/>
                </a:lnTo>
                <a:lnTo>
                  <a:pt x="0" y="68"/>
                </a:lnTo>
                <a:lnTo>
                  <a:pt x="2185" y="6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22" name=""/>
          <p:cNvSpPr/>
          <p:nvPr/>
        </p:nvSpPr>
        <p:spPr>
          <a:xfrm rot="0">
            <a:off x="4975225" y="5403850"/>
            <a:ext cx="1157287" cy="36512"/>
          </a:xfrm>
          <a:custGeom>
            <a:avLst/>
            <a:ahLst/>
            <a:rect l="0" t="0" r="r" b="b"/>
            <a:pathLst>
              <a:path w="2185" h="68">
                <a:moveTo>
                  <a:pt x="2185" y="68"/>
                </a:moveTo>
                <a:lnTo>
                  <a:pt x="2185" y="34"/>
                </a:lnTo>
                <a:lnTo>
                  <a:pt x="2185" y="0"/>
                </a:lnTo>
                <a:lnTo>
                  <a:pt x="0" y="0"/>
                </a:lnTo>
                <a:lnTo>
                  <a:pt x="0" y="34"/>
                </a:lnTo>
                <a:lnTo>
                  <a:pt x="0" y="68"/>
                </a:lnTo>
                <a:lnTo>
                  <a:pt x="2185" y="6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23" name=""/>
          <p:cNvSpPr/>
          <p:nvPr/>
        </p:nvSpPr>
        <p:spPr>
          <a:xfrm rot="0">
            <a:off x="4957762" y="5403850"/>
            <a:ext cx="17462" cy="36512"/>
          </a:xfrm>
          <a:custGeom>
            <a:avLst/>
            <a:ahLst/>
            <a:rect l="0" t="0" r="r" b="b"/>
            <a:pathLst>
              <a:path w="33" h="68">
                <a:moveTo>
                  <a:pt x="33" y="34"/>
                </a:moveTo>
                <a:lnTo>
                  <a:pt x="33" y="68"/>
                </a:lnTo>
                <a:lnTo>
                  <a:pt x="23" y="67"/>
                </a:lnTo>
                <a:lnTo>
                  <a:pt x="13" y="63"/>
                </a:lnTo>
                <a:lnTo>
                  <a:pt x="5" y="55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24" name=""/>
          <p:cNvSpPr/>
          <p:nvPr/>
        </p:nvSpPr>
        <p:spPr>
          <a:xfrm rot="0">
            <a:off x="4957762" y="5403850"/>
            <a:ext cx="17462" cy="36512"/>
          </a:xfrm>
          <a:custGeom>
            <a:avLst/>
            <a:ahLst/>
            <a:rect l="0" t="0" r="r" b="b"/>
            <a:pathLst>
              <a:path w="33" h="68">
                <a:moveTo>
                  <a:pt x="33" y="68"/>
                </a:moveTo>
                <a:lnTo>
                  <a:pt x="23" y="67"/>
                </a:lnTo>
                <a:lnTo>
                  <a:pt x="13" y="63"/>
                </a:lnTo>
                <a:lnTo>
                  <a:pt x="5" y="55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25" name=""/>
          <p:cNvSpPr/>
          <p:nvPr/>
        </p:nvSpPr>
        <p:spPr>
          <a:xfrm rot="0">
            <a:off x="5862637" y="4919662"/>
            <a:ext cx="17462" cy="34925"/>
          </a:xfrm>
          <a:custGeom>
            <a:avLst/>
            <a:ahLst/>
            <a:rect l="0" t="0" r="r" b="b"/>
            <a:pathLst>
              <a:path w="35" h="68">
                <a:moveTo>
                  <a:pt x="0" y="35"/>
                </a:moveTo>
                <a:lnTo>
                  <a:pt x="0" y="0"/>
                </a:ln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4"/>
                </a:lnTo>
                <a:lnTo>
                  <a:pt x="35" y="35"/>
                </a:lnTo>
                <a:lnTo>
                  <a:pt x="32" y="45"/>
                </a:lnTo>
                <a:lnTo>
                  <a:pt x="28" y="55"/>
                </a:lnTo>
                <a:lnTo>
                  <a:pt x="20" y="63"/>
                </a:lnTo>
                <a:lnTo>
                  <a:pt x="11" y="67"/>
                </a:lnTo>
                <a:lnTo>
                  <a:pt x="0" y="68"/>
                </a:lnTo>
                <a:lnTo>
                  <a:pt x="0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26" name=""/>
          <p:cNvSpPr/>
          <p:nvPr/>
        </p:nvSpPr>
        <p:spPr>
          <a:xfrm rot="0">
            <a:off x="5862637" y="4919662"/>
            <a:ext cx="17462" cy="34925"/>
          </a:xfrm>
          <a:custGeom>
            <a:avLst/>
            <a:ahLst/>
            <a:rect l="0" t="0" r="r" b="b"/>
            <a:pathLst>
              <a:path w="35" h="68">
                <a:moveTo>
                  <a:pt x="0" y="0"/>
                </a:move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4"/>
                </a:lnTo>
                <a:lnTo>
                  <a:pt x="35" y="35"/>
                </a:lnTo>
                <a:lnTo>
                  <a:pt x="32" y="45"/>
                </a:lnTo>
                <a:lnTo>
                  <a:pt x="28" y="55"/>
                </a:lnTo>
                <a:lnTo>
                  <a:pt x="20" y="63"/>
                </a:lnTo>
                <a:lnTo>
                  <a:pt x="11" y="67"/>
                </a:lnTo>
                <a:lnTo>
                  <a:pt x="0" y="6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27" name=""/>
          <p:cNvSpPr/>
          <p:nvPr/>
        </p:nvSpPr>
        <p:spPr>
          <a:xfrm rot="0">
            <a:off x="4975225" y="4919662"/>
            <a:ext cx="887412" cy="34925"/>
          </a:xfrm>
          <a:custGeom>
            <a:avLst/>
            <a:ahLst/>
            <a:rect l="0" t="0" r="r" b="b"/>
            <a:pathLst>
              <a:path w="1675" h="68">
                <a:moveTo>
                  <a:pt x="1675" y="68"/>
                </a:moveTo>
                <a:lnTo>
                  <a:pt x="1675" y="35"/>
                </a:lnTo>
                <a:lnTo>
                  <a:pt x="1675" y="0"/>
                </a:lnTo>
                <a:lnTo>
                  <a:pt x="0" y="0"/>
                </a:lnTo>
                <a:lnTo>
                  <a:pt x="0" y="35"/>
                </a:lnTo>
                <a:lnTo>
                  <a:pt x="0" y="68"/>
                </a:lnTo>
                <a:lnTo>
                  <a:pt x="1675" y="6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28" name=""/>
          <p:cNvSpPr/>
          <p:nvPr/>
        </p:nvSpPr>
        <p:spPr>
          <a:xfrm rot="0">
            <a:off x="4975225" y="4919662"/>
            <a:ext cx="887412" cy="34925"/>
          </a:xfrm>
          <a:custGeom>
            <a:avLst/>
            <a:ahLst/>
            <a:rect l="0" t="0" r="r" b="b"/>
            <a:pathLst>
              <a:path w="1675" h="68">
                <a:moveTo>
                  <a:pt x="1675" y="68"/>
                </a:moveTo>
                <a:lnTo>
                  <a:pt x="1675" y="35"/>
                </a:lnTo>
                <a:lnTo>
                  <a:pt x="1675" y="0"/>
                </a:lnTo>
                <a:lnTo>
                  <a:pt x="0" y="0"/>
                </a:lnTo>
                <a:lnTo>
                  <a:pt x="0" y="35"/>
                </a:lnTo>
                <a:lnTo>
                  <a:pt x="0" y="68"/>
                </a:lnTo>
                <a:lnTo>
                  <a:pt x="1675" y="6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51529" name=""/>
          <p:cNvSpPr/>
          <p:nvPr/>
        </p:nvSpPr>
        <p:spPr>
          <a:xfrm rot="0">
            <a:off x="4957762" y="4919662"/>
            <a:ext cx="17462" cy="34925"/>
          </a:xfrm>
          <a:custGeom>
            <a:avLst/>
            <a:ahLst/>
            <a:rect l="0" t="0" r="r" b="b"/>
            <a:pathLst>
              <a:path w="33" h="68">
                <a:moveTo>
                  <a:pt x="33" y="35"/>
                </a:moveTo>
                <a:lnTo>
                  <a:pt x="33" y="68"/>
                </a:lnTo>
                <a:lnTo>
                  <a:pt x="23" y="67"/>
                </a:lnTo>
                <a:lnTo>
                  <a:pt x="13" y="63"/>
                </a:lnTo>
                <a:lnTo>
                  <a:pt x="5" y="55"/>
                </a:lnTo>
                <a:lnTo>
                  <a:pt x="1" y="45"/>
                </a:lnTo>
                <a:lnTo>
                  <a:pt x="0" y="35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33" y="3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51530" name=""/>
          <p:cNvSpPr/>
          <p:nvPr/>
        </p:nvSpPr>
        <p:spPr>
          <a:xfrm rot="0">
            <a:off x="4957762" y="4919662"/>
            <a:ext cx="17462" cy="34925"/>
          </a:xfrm>
          <a:custGeom>
            <a:avLst/>
            <a:ahLst/>
            <a:rect l="0" t="0" r="r" b="b"/>
            <a:pathLst>
              <a:path w="33" h="68">
                <a:moveTo>
                  <a:pt x="33" y="68"/>
                </a:moveTo>
                <a:lnTo>
                  <a:pt x="23" y="67"/>
                </a:lnTo>
                <a:lnTo>
                  <a:pt x="13" y="63"/>
                </a:lnTo>
                <a:lnTo>
                  <a:pt x="5" y="55"/>
                </a:lnTo>
                <a:lnTo>
                  <a:pt x="1" y="45"/>
                </a:lnTo>
                <a:lnTo>
                  <a:pt x="0" y="35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4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43" name=""/>
          <p:cNvGrpSpPr/>
          <p:nvPr/>
        </p:nvGrpSpPr>
        <p:grpSpPr>
          <a:xfrm rot="0">
            <a:off x="619125" y="749300"/>
            <a:ext cx="8074025" cy="5716587"/>
            <a:chOff x="390" y="472"/>
            <a:chExt cx="5086" cy="3601"/>
          </a:xfrm>
        </p:grpSpPr>
        <p:sp>
          <p:nvSpPr>
            <p:cNvPr id="1051531" name=""/>
            <p:cNvSpPr/>
            <p:nvPr/>
          </p:nvSpPr>
          <p:spPr>
            <a:xfrm rot="0">
              <a:off x="398" y="4058"/>
              <a:ext cx="5071" cy="15"/>
            </a:xfrm>
            <a:custGeom>
              <a:avLst/>
              <a:ahLst/>
              <a:rect l="0" t="0" r="r" b="b"/>
              <a:pathLst>
                <a:path w="20284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20284" y="58"/>
                  </a:lnTo>
                  <a:lnTo>
                    <a:pt x="20284" y="30"/>
                  </a:lnTo>
                  <a:lnTo>
                    <a:pt x="2028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32" name=""/>
            <p:cNvSpPr/>
            <p:nvPr/>
          </p:nvSpPr>
          <p:spPr>
            <a:xfrm rot="0">
              <a:off x="398" y="4058"/>
              <a:ext cx="5071" cy="15"/>
            </a:xfrm>
            <a:custGeom>
              <a:avLst/>
              <a:ahLst/>
              <a:rect l="0" t="0" r="r" b="b"/>
              <a:pathLst>
                <a:path w="20284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20284" y="58"/>
                  </a:lnTo>
                  <a:lnTo>
                    <a:pt x="20284" y="30"/>
                  </a:lnTo>
                  <a:lnTo>
                    <a:pt x="2028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33" name=""/>
            <p:cNvSpPr/>
            <p:nvPr/>
          </p:nvSpPr>
          <p:spPr>
            <a:xfrm rot="0">
              <a:off x="5469" y="4066"/>
              <a:ext cx="7" cy="7"/>
            </a:xfrm>
            <a:custGeom>
              <a:avLst/>
              <a:ahLst/>
              <a:rect l="0" t="0" r="r" b="b"/>
              <a:pathLst>
                <a:path w="30" h="28">
                  <a:moveTo>
                    <a:pt x="0" y="0"/>
                  </a:moveTo>
                  <a:lnTo>
                    <a:pt x="0" y="28"/>
                  </a:lnTo>
                  <a:lnTo>
                    <a:pt x="4" y="28"/>
                  </a:lnTo>
                  <a:lnTo>
                    <a:pt x="9" y="27"/>
                  </a:lnTo>
                  <a:lnTo>
                    <a:pt x="14" y="26"/>
                  </a:lnTo>
                  <a:lnTo>
                    <a:pt x="17" y="24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6" y="13"/>
                  </a:lnTo>
                  <a:lnTo>
                    <a:pt x="27" y="9"/>
                  </a:lnTo>
                  <a:lnTo>
                    <a:pt x="28" y="4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34" name=""/>
            <p:cNvSpPr/>
            <p:nvPr/>
          </p:nvSpPr>
          <p:spPr>
            <a:xfrm rot="0">
              <a:off x="5469" y="4066"/>
              <a:ext cx="7" cy="7"/>
            </a:xfrm>
            <a:custGeom>
              <a:avLst/>
              <a:ahLst/>
              <a:rect l="0" t="0" r="r" b="b"/>
              <a:pathLst>
                <a:path w="30" h="28">
                  <a:moveTo>
                    <a:pt x="0" y="28"/>
                  </a:moveTo>
                  <a:lnTo>
                    <a:pt x="4" y="28"/>
                  </a:lnTo>
                  <a:lnTo>
                    <a:pt x="9" y="27"/>
                  </a:lnTo>
                  <a:lnTo>
                    <a:pt x="14" y="26"/>
                  </a:lnTo>
                  <a:lnTo>
                    <a:pt x="17" y="24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6" y="13"/>
                  </a:lnTo>
                  <a:lnTo>
                    <a:pt x="27" y="9"/>
                  </a:lnTo>
                  <a:lnTo>
                    <a:pt x="28" y="4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35" name=""/>
            <p:cNvSpPr/>
            <p:nvPr/>
          </p:nvSpPr>
          <p:spPr>
            <a:xfrm rot="0">
              <a:off x="5462" y="604"/>
              <a:ext cx="14" cy="3462"/>
            </a:xfrm>
            <a:custGeom>
              <a:avLst/>
              <a:ahLst/>
              <a:rect l="0" t="0" r="r" b="b"/>
              <a:pathLst>
                <a:path w="59" h="13846">
                  <a:moveTo>
                    <a:pt x="0" y="13846"/>
                  </a:moveTo>
                  <a:lnTo>
                    <a:pt x="29" y="13846"/>
                  </a:lnTo>
                  <a:lnTo>
                    <a:pt x="59" y="13846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38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36" name=""/>
            <p:cNvSpPr/>
            <p:nvPr/>
          </p:nvSpPr>
          <p:spPr>
            <a:xfrm rot="0">
              <a:off x="5462" y="604"/>
              <a:ext cx="14" cy="3462"/>
            </a:xfrm>
            <a:custGeom>
              <a:avLst/>
              <a:ahLst/>
              <a:rect l="0" t="0" r="r" b="b"/>
              <a:pathLst>
                <a:path w="59" h="13846">
                  <a:moveTo>
                    <a:pt x="0" y="13846"/>
                  </a:moveTo>
                  <a:lnTo>
                    <a:pt x="29" y="13846"/>
                  </a:lnTo>
                  <a:lnTo>
                    <a:pt x="59" y="13846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38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37" name=""/>
            <p:cNvSpPr/>
            <p:nvPr/>
          </p:nvSpPr>
          <p:spPr>
            <a:xfrm rot="0">
              <a:off x="5469" y="597"/>
              <a:ext cx="7" cy="7"/>
            </a:xfrm>
            <a:custGeom>
              <a:avLst/>
              <a:ahLst/>
              <a:rect l="0" t="0" r="r" b="b"/>
              <a:pathLst>
                <a:path w="30" h="30">
                  <a:moveTo>
                    <a:pt x="0" y="30"/>
                  </a:moveTo>
                  <a:lnTo>
                    <a:pt x="30" y="30"/>
                  </a:lnTo>
                  <a:lnTo>
                    <a:pt x="28" y="25"/>
                  </a:lnTo>
                  <a:lnTo>
                    <a:pt x="27" y="21"/>
                  </a:lnTo>
                  <a:lnTo>
                    <a:pt x="26" y="16"/>
                  </a:lnTo>
                  <a:lnTo>
                    <a:pt x="24" y="13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4"/>
                  </a:lnTo>
                  <a:lnTo>
                    <a:pt x="9" y="2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38" name=""/>
            <p:cNvSpPr/>
            <p:nvPr/>
          </p:nvSpPr>
          <p:spPr>
            <a:xfrm rot="0">
              <a:off x="5469" y="597"/>
              <a:ext cx="7" cy="7"/>
            </a:xfrm>
            <a:custGeom>
              <a:avLst/>
              <a:ahLst/>
              <a:rect l="0" t="0" r="r" b="b"/>
              <a:pathLst>
                <a:path w="30" h="30">
                  <a:moveTo>
                    <a:pt x="30" y="30"/>
                  </a:moveTo>
                  <a:lnTo>
                    <a:pt x="28" y="25"/>
                  </a:lnTo>
                  <a:lnTo>
                    <a:pt x="27" y="21"/>
                  </a:lnTo>
                  <a:lnTo>
                    <a:pt x="26" y="16"/>
                  </a:lnTo>
                  <a:lnTo>
                    <a:pt x="24" y="13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4"/>
                  </a:lnTo>
                  <a:lnTo>
                    <a:pt x="9" y="2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39" name=""/>
            <p:cNvSpPr/>
            <p:nvPr/>
          </p:nvSpPr>
          <p:spPr>
            <a:xfrm rot="0">
              <a:off x="398" y="597"/>
              <a:ext cx="5071" cy="14"/>
            </a:xfrm>
            <a:custGeom>
              <a:avLst/>
              <a:ahLst/>
              <a:rect l="0" t="0" r="r" b="b"/>
              <a:pathLst>
                <a:path w="20284" h="59">
                  <a:moveTo>
                    <a:pt x="20284" y="59"/>
                  </a:moveTo>
                  <a:lnTo>
                    <a:pt x="20284" y="30"/>
                  </a:lnTo>
                  <a:lnTo>
                    <a:pt x="20284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0284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40" name=""/>
            <p:cNvSpPr/>
            <p:nvPr/>
          </p:nvSpPr>
          <p:spPr>
            <a:xfrm rot="0">
              <a:off x="398" y="597"/>
              <a:ext cx="5071" cy="14"/>
            </a:xfrm>
            <a:custGeom>
              <a:avLst/>
              <a:ahLst/>
              <a:rect l="0" t="0" r="r" b="b"/>
              <a:pathLst>
                <a:path w="20284" h="59">
                  <a:moveTo>
                    <a:pt x="20284" y="59"/>
                  </a:moveTo>
                  <a:lnTo>
                    <a:pt x="20284" y="30"/>
                  </a:lnTo>
                  <a:lnTo>
                    <a:pt x="20284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028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41" name=""/>
            <p:cNvSpPr/>
            <p:nvPr/>
          </p:nvSpPr>
          <p:spPr>
            <a:xfrm rot="0">
              <a:off x="390" y="597"/>
              <a:ext cx="8" cy="7"/>
            </a:xfrm>
            <a:custGeom>
              <a:avLst/>
              <a:ahLst/>
              <a:rect l="0" t="0" r="r" b="b"/>
              <a:pathLst>
                <a:path w="29" h="30">
                  <a:moveTo>
                    <a:pt x="29" y="30"/>
                  </a:moveTo>
                  <a:lnTo>
                    <a:pt x="29" y="0"/>
                  </a:lnTo>
                  <a:lnTo>
                    <a:pt x="24" y="1"/>
                  </a:lnTo>
                  <a:lnTo>
                    <a:pt x="19" y="2"/>
                  </a:lnTo>
                  <a:lnTo>
                    <a:pt x="15" y="4"/>
                  </a:lnTo>
                  <a:lnTo>
                    <a:pt x="11" y="6"/>
                  </a:lnTo>
                  <a:lnTo>
                    <a:pt x="8" y="9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42" name=""/>
            <p:cNvSpPr/>
            <p:nvPr/>
          </p:nvSpPr>
          <p:spPr>
            <a:xfrm rot="0">
              <a:off x="390" y="597"/>
              <a:ext cx="8" cy="7"/>
            </a:xfrm>
            <a:custGeom>
              <a:avLst/>
              <a:ahLst/>
              <a:rect l="0" t="0" r="r" b="b"/>
              <a:pathLst>
                <a:path w="29" h="30">
                  <a:moveTo>
                    <a:pt x="29" y="0"/>
                  </a:moveTo>
                  <a:lnTo>
                    <a:pt x="24" y="1"/>
                  </a:lnTo>
                  <a:lnTo>
                    <a:pt x="19" y="2"/>
                  </a:lnTo>
                  <a:lnTo>
                    <a:pt x="15" y="4"/>
                  </a:lnTo>
                  <a:lnTo>
                    <a:pt x="11" y="6"/>
                  </a:lnTo>
                  <a:lnTo>
                    <a:pt x="8" y="9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43" name=""/>
            <p:cNvSpPr/>
            <p:nvPr/>
          </p:nvSpPr>
          <p:spPr>
            <a:xfrm rot="0">
              <a:off x="390" y="604"/>
              <a:ext cx="15" cy="3462"/>
            </a:xfrm>
            <a:custGeom>
              <a:avLst/>
              <a:ahLst/>
              <a:rect l="0" t="0" r="r" b="b"/>
              <a:pathLst>
                <a:path w="58" h="13846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3846"/>
                  </a:lnTo>
                  <a:lnTo>
                    <a:pt x="29" y="13846"/>
                  </a:lnTo>
                  <a:lnTo>
                    <a:pt x="58" y="13846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44" name=""/>
            <p:cNvSpPr/>
            <p:nvPr/>
          </p:nvSpPr>
          <p:spPr>
            <a:xfrm rot="0">
              <a:off x="390" y="604"/>
              <a:ext cx="15" cy="3462"/>
            </a:xfrm>
            <a:custGeom>
              <a:avLst/>
              <a:ahLst/>
              <a:rect l="0" t="0" r="r" b="b"/>
              <a:pathLst>
                <a:path w="58" h="13846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3846"/>
                  </a:lnTo>
                  <a:lnTo>
                    <a:pt x="29" y="13846"/>
                  </a:lnTo>
                  <a:lnTo>
                    <a:pt x="58" y="1384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45" name=""/>
            <p:cNvSpPr/>
            <p:nvPr/>
          </p:nvSpPr>
          <p:spPr>
            <a:xfrm rot="0">
              <a:off x="390" y="4066"/>
              <a:ext cx="8" cy="7"/>
            </a:xfrm>
            <a:custGeom>
              <a:avLst/>
              <a:ahLst/>
              <a:rect l="0" t="0" r="r" b="b"/>
              <a:pathLst>
                <a:path w="29" h="28">
                  <a:moveTo>
                    <a:pt x="29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" y="9"/>
                  </a:lnTo>
                  <a:lnTo>
                    <a:pt x="2" y="13"/>
                  </a:lnTo>
                  <a:lnTo>
                    <a:pt x="4" y="17"/>
                  </a:lnTo>
                  <a:lnTo>
                    <a:pt x="8" y="20"/>
                  </a:lnTo>
                  <a:lnTo>
                    <a:pt x="11" y="24"/>
                  </a:lnTo>
                  <a:lnTo>
                    <a:pt x="15" y="26"/>
                  </a:lnTo>
                  <a:lnTo>
                    <a:pt x="19" y="27"/>
                  </a:lnTo>
                  <a:lnTo>
                    <a:pt x="24" y="28"/>
                  </a:lnTo>
                  <a:lnTo>
                    <a:pt x="29" y="28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546" name=""/>
            <p:cNvSpPr/>
            <p:nvPr/>
          </p:nvSpPr>
          <p:spPr>
            <a:xfrm rot="0">
              <a:off x="390" y="4066"/>
              <a:ext cx="8" cy="7"/>
            </a:xfrm>
            <a:custGeom>
              <a:avLst/>
              <a:ahLst/>
              <a:rect l="0" t="0" r="r" b="b"/>
              <a:pathLst>
                <a:path w="29" h="28">
                  <a:moveTo>
                    <a:pt x="0" y="0"/>
                  </a:moveTo>
                  <a:lnTo>
                    <a:pt x="0" y="4"/>
                  </a:lnTo>
                  <a:lnTo>
                    <a:pt x="1" y="9"/>
                  </a:lnTo>
                  <a:lnTo>
                    <a:pt x="2" y="13"/>
                  </a:lnTo>
                  <a:lnTo>
                    <a:pt x="4" y="17"/>
                  </a:lnTo>
                  <a:lnTo>
                    <a:pt x="8" y="20"/>
                  </a:lnTo>
                  <a:lnTo>
                    <a:pt x="11" y="24"/>
                  </a:lnTo>
                  <a:lnTo>
                    <a:pt x="15" y="26"/>
                  </a:lnTo>
                  <a:lnTo>
                    <a:pt x="19" y="27"/>
                  </a:lnTo>
                  <a:lnTo>
                    <a:pt x="24" y="28"/>
                  </a:lnTo>
                  <a:lnTo>
                    <a:pt x="29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47" name=""/>
            <p:cNvSpPr/>
            <p:nvPr/>
          </p:nvSpPr>
          <p:spPr>
            <a:xfrm rot="0" flipV="1">
              <a:off x="2677" y="497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48" name=""/>
            <p:cNvSpPr/>
            <p:nvPr/>
          </p:nvSpPr>
          <p:spPr>
            <a:xfrm rot="0" flipH="1">
              <a:off x="2677" y="524"/>
              <a:ext cx="2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49" name=""/>
            <p:cNvSpPr/>
            <p:nvPr/>
          </p:nvSpPr>
          <p:spPr>
            <a:xfrm rot="0" flipV="1">
              <a:off x="2674" y="549"/>
              <a:ext cx="29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0" name=""/>
            <p:cNvSpPr/>
            <p:nvPr/>
          </p:nvSpPr>
          <p:spPr>
            <a:xfrm rot="0" flipV="1">
              <a:off x="2689" y="500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1" name=""/>
            <p:cNvSpPr/>
            <p:nvPr/>
          </p:nvSpPr>
          <p:spPr>
            <a:xfrm rot="0" flipV="1">
              <a:off x="2720" y="496"/>
              <a:ext cx="1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2" name=""/>
            <p:cNvSpPr/>
            <p:nvPr/>
          </p:nvSpPr>
          <p:spPr>
            <a:xfrm rot="0">
              <a:off x="2729" y="499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3" name=""/>
            <p:cNvSpPr/>
            <p:nvPr/>
          </p:nvSpPr>
          <p:spPr>
            <a:xfrm rot="0" flipH="1">
              <a:off x="2708" y="571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4" name=""/>
            <p:cNvSpPr/>
            <p:nvPr/>
          </p:nvSpPr>
          <p:spPr>
            <a:xfrm rot="0" flipV="1">
              <a:off x="2719" y="530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5" name=""/>
            <p:cNvSpPr/>
            <p:nvPr/>
          </p:nvSpPr>
          <p:spPr>
            <a:xfrm rot="0" flipH="1">
              <a:off x="2701" y="511"/>
              <a:ext cx="3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6" name=""/>
            <p:cNvSpPr/>
            <p:nvPr/>
          </p:nvSpPr>
          <p:spPr>
            <a:xfrm rot="0">
              <a:off x="2692" y="476"/>
              <a:ext cx="21" cy="110"/>
            </a:xfrm>
            <a:custGeom>
              <a:avLst/>
              <a:ahLst/>
              <a:rect l="0" t="0" r="r" b="b"/>
              <a:pathLst>
                <a:path w="86" h="442">
                  <a:moveTo>
                    <a:pt x="86" y="0"/>
                  </a:moveTo>
                  <a:lnTo>
                    <a:pt x="76" y="218"/>
                  </a:lnTo>
                  <a:lnTo>
                    <a:pt x="51" y="356"/>
                  </a:lnTo>
                  <a:lnTo>
                    <a:pt x="0" y="4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7" name=""/>
            <p:cNvSpPr/>
            <p:nvPr/>
          </p:nvSpPr>
          <p:spPr>
            <a:xfrm rot="0" flipV="1">
              <a:off x="2759" y="543"/>
              <a:ext cx="1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8" name=""/>
            <p:cNvSpPr/>
            <p:nvPr/>
          </p:nvSpPr>
          <p:spPr>
            <a:xfrm rot="0" flipV="1">
              <a:off x="2755" y="561"/>
              <a:ext cx="2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59" name=""/>
            <p:cNvSpPr/>
            <p:nvPr/>
          </p:nvSpPr>
          <p:spPr>
            <a:xfrm rot="0" flipH="1">
              <a:off x="2758" y="481"/>
              <a:ext cx="15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0" name=""/>
            <p:cNvSpPr/>
            <p:nvPr/>
          </p:nvSpPr>
          <p:spPr>
            <a:xfrm rot="0" flipH="1">
              <a:off x="2762" y="508"/>
              <a:ext cx="20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1" name=""/>
            <p:cNvSpPr/>
            <p:nvPr/>
          </p:nvSpPr>
          <p:spPr>
            <a:xfrm rot="0" flipV="1">
              <a:off x="2755" y="515"/>
              <a:ext cx="22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2" name=""/>
            <p:cNvSpPr/>
            <p:nvPr/>
          </p:nvSpPr>
          <p:spPr>
            <a:xfrm rot="0" flipV="1">
              <a:off x="2786" y="488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3" name=""/>
            <p:cNvSpPr/>
            <p:nvPr/>
          </p:nvSpPr>
          <p:spPr>
            <a:xfrm rot="0" flipH="1">
              <a:off x="2804" y="486"/>
              <a:ext cx="10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4" name=""/>
            <p:cNvSpPr/>
            <p:nvPr/>
          </p:nvSpPr>
          <p:spPr>
            <a:xfrm rot="0" flipV="1">
              <a:off x="2801" y="521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5" name=""/>
            <p:cNvSpPr/>
            <p:nvPr/>
          </p:nvSpPr>
          <p:spPr>
            <a:xfrm rot="0">
              <a:off x="2783" y="519"/>
              <a:ext cx="33" cy="69"/>
            </a:xfrm>
            <a:custGeom>
              <a:avLst/>
              <a:ahLst/>
              <a:rect l="0" t="0" r="r" b="b"/>
              <a:pathLst>
                <a:path w="132" h="275">
                  <a:moveTo>
                    <a:pt x="132" y="0"/>
                  </a:moveTo>
                  <a:lnTo>
                    <a:pt x="86" y="158"/>
                  </a:lnTo>
                  <a:lnTo>
                    <a:pt x="0" y="2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6" name=""/>
            <p:cNvSpPr/>
            <p:nvPr/>
          </p:nvSpPr>
          <p:spPr>
            <a:xfrm rot="0">
              <a:off x="2770" y="493"/>
              <a:ext cx="26" cy="93"/>
            </a:xfrm>
            <a:custGeom>
              <a:avLst/>
              <a:ahLst/>
              <a:rect l="0" t="0" r="r" b="b"/>
              <a:pathLst>
                <a:path w="102" h="371">
                  <a:moveTo>
                    <a:pt x="102" y="0"/>
                  </a:moveTo>
                  <a:lnTo>
                    <a:pt x="72" y="213"/>
                  </a:lnTo>
                  <a:lnTo>
                    <a:pt x="41" y="305"/>
                  </a:lnTo>
                  <a:lnTo>
                    <a:pt x="0" y="3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7" name=""/>
            <p:cNvSpPr/>
            <p:nvPr/>
          </p:nvSpPr>
          <p:spPr>
            <a:xfrm rot="0">
              <a:off x="2793" y="530"/>
              <a:ext cx="32" cy="55"/>
            </a:xfrm>
            <a:custGeom>
              <a:avLst/>
              <a:ahLst/>
              <a:rect l="0" t="0" r="r" b="b"/>
              <a:pathLst>
                <a:path w="127" h="219">
                  <a:moveTo>
                    <a:pt x="0" y="0"/>
                  </a:moveTo>
                  <a:lnTo>
                    <a:pt x="92" y="219"/>
                  </a:lnTo>
                  <a:lnTo>
                    <a:pt x="127" y="2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8" name=""/>
            <p:cNvSpPr/>
            <p:nvPr/>
          </p:nvSpPr>
          <p:spPr>
            <a:xfrm rot="0" flipV="1">
              <a:off x="3350" y="544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69" name=""/>
            <p:cNvSpPr/>
            <p:nvPr/>
          </p:nvSpPr>
          <p:spPr>
            <a:xfrm rot="0" flipV="1">
              <a:off x="3364" y="477"/>
              <a:ext cx="1" cy="10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0" name=""/>
            <p:cNvSpPr/>
            <p:nvPr/>
          </p:nvSpPr>
          <p:spPr>
            <a:xfrm rot="0" flipV="1">
              <a:off x="3339" y="576"/>
              <a:ext cx="4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1" name=""/>
            <p:cNvSpPr/>
            <p:nvPr/>
          </p:nvSpPr>
          <p:spPr>
            <a:xfrm rot="0" flipV="1">
              <a:off x="3350" y="518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2" name=""/>
            <p:cNvSpPr/>
            <p:nvPr/>
          </p:nvSpPr>
          <p:spPr>
            <a:xfrm rot="0">
              <a:off x="3344" y="495"/>
              <a:ext cx="10" cy="47"/>
            </a:xfrm>
            <a:custGeom>
              <a:avLst/>
              <a:ahLst/>
              <a:rect l="0" t="0" r="r" b="b"/>
              <a:pathLst>
                <a:path w="42" h="189">
                  <a:moveTo>
                    <a:pt x="42" y="0"/>
                  </a:moveTo>
                  <a:lnTo>
                    <a:pt x="25" y="107"/>
                  </a:lnTo>
                  <a:lnTo>
                    <a:pt x="0" y="1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3" name=""/>
            <p:cNvSpPr/>
            <p:nvPr/>
          </p:nvSpPr>
          <p:spPr>
            <a:xfrm rot="0" flipH="1" flipV="1">
              <a:off x="3322" y="543"/>
              <a:ext cx="2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4" name=""/>
            <p:cNvSpPr/>
            <p:nvPr/>
          </p:nvSpPr>
          <p:spPr>
            <a:xfrm rot="0" flipV="1">
              <a:off x="3315" y="515"/>
              <a:ext cx="2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5" name=""/>
            <p:cNvSpPr/>
            <p:nvPr/>
          </p:nvSpPr>
          <p:spPr>
            <a:xfrm rot="0">
              <a:off x="3317" y="508"/>
              <a:ext cx="27" cy="76"/>
            </a:xfrm>
            <a:custGeom>
              <a:avLst/>
              <a:ahLst/>
              <a:rect l="0" t="0" r="r" b="b"/>
              <a:pathLst>
                <a:path w="107" h="306">
                  <a:moveTo>
                    <a:pt x="107" y="0"/>
                  </a:moveTo>
                  <a:lnTo>
                    <a:pt x="67" y="183"/>
                  </a:lnTo>
                  <a:lnTo>
                    <a:pt x="0" y="3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6" name=""/>
            <p:cNvSpPr/>
            <p:nvPr/>
          </p:nvSpPr>
          <p:spPr>
            <a:xfrm rot="0" flipH="1">
              <a:off x="3323" y="477"/>
              <a:ext cx="12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7" name=""/>
            <p:cNvSpPr/>
            <p:nvPr/>
          </p:nvSpPr>
          <p:spPr>
            <a:xfrm rot="0" flipH="1">
              <a:off x="3409" y="478"/>
              <a:ext cx="35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8" name=""/>
            <p:cNvSpPr/>
            <p:nvPr/>
          </p:nvSpPr>
          <p:spPr>
            <a:xfrm rot="0" flipV="1">
              <a:off x="3429" y="499"/>
              <a:ext cx="2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79" name=""/>
            <p:cNvSpPr/>
            <p:nvPr/>
          </p:nvSpPr>
          <p:spPr>
            <a:xfrm rot="0" flipH="1">
              <a:off x="3399" y="543"/>
              <a:ext cx="25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0" name=""/>
            <p:cNvSpPr/>
            <p:nvPr/>
          </p:nvSpPr>
          <p:spPr>
            <a:xfrm rot="0">
              <a:off x="3426" y="541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1" name=""/>
            <p:cNvSpPr/>
            <p:nvPr/>
          </p:nvSpPr>
          <p:spPr>
            <a:xfrm rot="0" flipV="1">
              <a:off x="3426" y="575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2" name=""/>
            <p:cNvSpPr/>
            <p:nvPr/>
          </p:nvSpPr>
          <p:spPr>
            <a:xfrm rot="0" flipV="1">
              <a:off x="3457" y="542"/>
              <a:ext cx="2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3" name=""/>
            <p:cNvSpPr/>
            <p:nvPr/>
          </p:nvSpPr>
          <p:spPr>
            <a:xfrm rot="0">
              <a:off x="3423" y="509"/>
              <a:ext cx="10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4" name=""/>
            <p:cNvSpPr/>
            <p:nvPr/>
          </p:nvSpPr>
          <p:spPr>
            <a:xfrm rot="0">
              <a:off x="3424" y="495"/>
              <a:ext cx="38" cy="48"/>
            </a:xfrm>
            <a:custGeom>
              <a:avLst/>
              <a:ahLst/>
              <a:rect l="0" t="0" r="r" b="b"/>
              <a:pathLst>
                <a:path w="153" h="194">
                  <a:moveTo>
                    <a:pt x="153" y="0"/>
                  </a:moveTo>
                  <a:lnTo>
                    <a:pt x="72" y="123"/>
                  </a:lnTo>
                  <a:lnTo>
                    <a:pt x="0" y="1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5" name=""/>
            <p:cNvSpPr/>
            <p:nvPr/>
          </p:nvSpPr>
          <p:spPr>
            <a:xfrm rot="0" flipV="1">
              <a:off x="3426" y="544"/>
              <a:ext cx="3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6" name=""/>
            <p:cNvSpPr/>
            <p:nvPr/>
          </p:nvSpPr>
          <p:spPr>
            <a:xfrm rot="0">
              <a:off x="4044" y="472"/>
              <a:ext cx="3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7" name=""/>
            <p:cNvSpPr/>
            <p:nvPr/>
          </p:nvSpPr>
          <p:spPr>
            <a:xfrm rot="0" flipH="1">
              <a:off x="4017" y="500"/>
              <a:ext cx="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8" name=""/>
            <p:cNvSpPr/>
            <p:nvPr/>
          </p:nvSpPr>
          <p:spPr>
            <a:xfrm rot="0" flipV="1">
              <a:off x="4020" y="506"/>
              <a:ext cx="5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89" name=""/>
            <p:cNvSpPr/>
            <p:nvPr/>
          </p:nvSpPr>
          <p:spPr>
            <a:xfrm rot="0" flipH="1">
              <a:off x="4070" y="501"/>
              <a:ext cx="7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0" name=""/>
            <p:cNvSpPr/>
            <p:nvPr/>
          </p:nvSpPr>
          <p:spPr>
            <a:xfrm rot="0" flipH="1" flipV="1">
              <a:off x="4036" y="571"/>
              <a:ext cx="11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1" name=""/>
            <p:cNvSpPr/>
            <p:nvPr/>
          </p:nvSpPr>
          <p:spPr>
            <a:xfrm rot="0" flipH="1">
              <a:off x="4047" y="516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2" name=""/>
            <p:cNvSpPr/>
            <p:nvPr/>
          </p:nvSpPr>
          <p:spPr>
            <a:xfrm rot="0">
              <a:off x="4047" y="534"/>
              <a:ext cx="3" cy="56"/>
            </a:xfrm>
            <a:custGeom>
              <a:avLst/>
              <a:ahLst/>
              <a:rect l="0" t="0" r="r" b="b"/>
              <a:pathLst>
                <a:path w="10" h="224">
                  <a:moveTo>
                    <a:pt x="0" y="0"/>
                  </a:moveTo>
                  <a:lnTo>
                    <a:pt x="10" y="61"/>
                  </a:lnTo>
                  <a:lnTo>
                    <a:pt x="10" y="188"/>
                  </a:lnTo>
                  <a:lnTo>
                    <a:pt x="0" y="2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3" name=""/>
            <p:cNvSpPr/>
            <p:nvPr/>
          </p:nvSpPr>
          <p:spPr>
            <a:xfrm rot="0" flipV="1">
              <a:off x="4017" y="543"/>
              <a:ext cx="6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4" name=""/>
            <p:cNvSpPr/>
            <p:nvPr/>
          </p:nvSpPr>
          <p:spPr>
            <a:xfrm rot="0">
              <a:off x="4027" y="477"/>
              <a:ext cx="7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5" name=""/>
            <p:cNvSpPr/>
            <p:nvPr/>
          </p:nvSpPr>
          <p:spPr>
            <a:xfrm rot="0" flipH="1">
              <a:off x="4058" y="472"/>
              <a:ext cx="9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6" name=""/>
            <p:cNvSpPr/>
            <p:nvPr/>
          </p:nvSpPr>
          <p:spPr>
            <a:xfrm rot="0" flipH="1">
              <a:off x="4031" y="521"/>
              <a:ext cx="2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7" name=""/>
            <p:cNvSpPr/>
            <p:nvPr/>
          </p:nvSpPr>
          <p:spPr>
            <a:xfrm rot="0">
              <a:off x="4115" y="474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8" name=""/>
            <p:cNvSpPr/>
            <p:nvPr/>
          </p:nvSpPr>
          <p:spPr>
            <a:xfrm rot="0" flipV="1">
              <a:off x="4115" y="482"/>
              <a:ext cx="3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599" name=""/>
            <p:cNvSpPr/>
            <p:nvPr/>
          </p:nvSpPr>
          <p:spPr>
            <a:xfrm rot="0" flipH="1">
              <a:off x="4145" y="477"/>
              <a:ext cx="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0" name=""/>
            <p:cNvSpPr/>
            <p:nvPr/>
          </p:nvSpPr>
          <p:spPr>
            <a:xfrm rot="0" flipH="1">
              <a:off x="4115" y="508"/>
              <a:ext cx="3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1" name=""/>
            <p:cNvSpPr/>
            <p:nvPr/>
          </p:nvSpPr>
          <p:spPr>
            <a:xfrm rot="0" flipV="1">
              <a:off x="4096" y="521"/>
              <a:ext cx="6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2" name=""/>
            <p:cNvSpPr/>
            <p:nvPr/>
          </p:nvSpPr>
          <p:spPr>
            <a:xfrm rot="0" flipH="1">
              <a:off x="4115" y="525"/>
              <a:ext cx="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3" name=""/>
            <p:cNvSpPr/>
            <p:nvPr/>
          </p:nvSpPr>
          <p:spPr>
            <a:xfrm rot="0">
              <a:off x="4123" y="539"/>
              <a:ext cx="26" cy="52"/>
            </a:xfrm>
            <a:custGeom>
              <a:avLst/>
              <a:ahLst/>
              <a:rect l="0" t="0" r="r" b="b"/>
              <a:pathLst>
                <a:path w="107" h="209">
                  <a:moveTo>
                    <a:pt x="107" y="0"/>
                  </a:moveTo>
                  <a:lnTo>
                    <a:pt x="45" y="209"/>
                  </a:lnTo>
                  <a:lnTo>
                    <a:pt x="0" y="1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4" name=""/>
            <p:cNvSpPr/>
            <p:nvPr/>
          </p:nvSpPr>
          <p:spPr>
            <a:xfrm rot="0" flipH="1">
              <a:off x="4112" y="543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5" name=""/>
            <p:cNvSpPr/>
            <p:nvPr/>
          </p:nvSpPr>
          <p:spPr>
            <a:xfrm rot="0">
              <a:off x="4721" y="499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6" name=""/>
            <p:cNvSpPr/>
            <p:nvPr/>
          </p:nvSpPr>
          <p:spPr>
            <a:xfrm rot="0" flipH="1">
              <a:off x="4705" y="477"/>
              <a:ext cx="27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7" name=""/>
            <p:cNvSpPr/>
            <p:nvPr/>
          </p:nvSpPr>
          <p:spPr>
            <a:xfrm rot="0" flipV="1">
              <a:off x="4728" y="529"/>
              <a:ext cx="50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8" name=""/>
            <p:cNvSpPr/>
            <p:nvPr/>
          </p:nvSpPr>
          <p:spPr>
            <a:xfrm rot="0" flipV="1">
              <a:off x="4731" y="570"/>
              <a:ext cx="4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09" name=""/>
            <p:cNvSpPr/>
            <p:nvPr/>
          </p:nvSpPr>
          <p:spPr>
            <a:xfrm rot="0" flipV="1">
              <a:off x="4752" y="499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0" name=""/>
            <p:cNvSpPr/>
            <p:nvPr/>
          </p:nvSpPr>
          <p:spPr>
            <a:xfrm rot="0" flipH="1">
              <a:off x="4732" y="487"/>
              <a:ext cx="36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1" name=""/>
            <p:cNvSpPr/>
            <p:nvPr/>
          </p:nvSpPr>
          <p:spPr>
            <a:xfrm rot="0">
              <a:off x="4839" y="535"/>
              <a:ext cx="12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2" name=""/>
            <p:cNvSpPr/>
            <p:nvPr/>
          </p:nvSpPr>
          <p:spPr>
            <a:xfrm rot="0">
              <a:off x="4835" y="487"/>
              <a:ext cx="1" cy="10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3" name=""/>
            <p:cNvSpPr/>
            <p:nvPr/>
          </p:nvSpPr>
          <p:spPr>
            <a:xfrm rot="0">
              <a:off x="4851" y="571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4" name=""/>
            <p:cNvSpPr/>
            <p:nvPr/>
          </p:nvSpPr>
          <p:spPr>
            <a:xfrm rot="0">
              <a:off x="4804" y="534"/>
              <a:ext cx="29" cy="47"/>
            </a:xfrm>
            <a:custGeom>
              <a:avLst/>
              <a:ahLst/>
              <a:rect l="0" t="0" r="r" b="b"/>
              <a:pathLst>
                <a:path w="112" h="188">
                  <a:moveTo>
                    <a:pt x="112" y="0"/>
                  </a:moveTo>
                  <a:lnTo>
                    <a:pt x="76" y="86"/>
                  </a:lnTo>
                  <a:lnTo>
                    <a:pt x="0" y="1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5" name=""/>
            <p:cNvSpPr/>
            <p:nvPr/>
          </p:nvSpPr>
          <p:spPr>
            <a:xfrm rot="0" flipV="1">
              <a:off x="4826" y="500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6" name=""/>
            <p:cNvSpPr/>
            <p:nvPr/>
          </p:nvSpPr>
          <p:spPr>
            <a:xfrm rot="0" flipV="1">
              <a:off x="4821" y="516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7" name=""/>
            <p:cNvSpPr/>
            <p:nvPr/>
          </p:nvSpPr>
          <p:spPr>
            <a:xfrm rot="0" flipH="1">
              <a:off x="4848" y="481"/>
              <a:ext cx="3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8" name=""/>
            <p:cNvSpPr/>
            <p:nvPr/>
          </p:nvSpPr>
          <p:spPr>
            <a:xfrm rot="0">
              <a:off x="4821" y="479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19" name=""/>
            <p:cNvSpPr/>
            <p:nvPr/>
          </p:nvSpPr>
          <p:spPr>
            <a:xfrm rot="0" flipV="1">
              <a:off x="4789" y="516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0" name=""/>
            <p:cNvSpPr/>
            <p:nvPr/>
          </p:nvSpPr>
          <p:spPr>
            <a:xfrm rot="0" flipH="1">
              <a:off x="4803" y="512"/>
              <a:ext cx="3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1" name=""/>
            <p:cNvSpPr/>
            <p:nvPr/>
          </p:nvSpPr>
          <p:spPr>
            <a:xfrm rot="0">
              <a:off x="4800" y="481"/>
              <a:ext cx="10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2" name=""/>
            <p:cNvSpPr/>
            <p:nvPr/>
          </p:nvSpPr>
          <p:spPr>
            <a:xfrm rot="0" flipV="1">
              <a:off x="4802" y="552"/>
              <a:ext cx="14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3" name=""/>
            <p:cNvSpPr/>
            <p:nvPr/>
          </p:nvSpPr>
          <p:spPr>
            <a:xfrm rot="0" flipV="1">
              <a:off x="4821" y="483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4" name=""/>
            <p:cNvSpPr/>
            <p:nvPr/>
          </p:nvSpPr>
          <p:spPr>
            <a:xfrm rot="0" flipH="1">
              <a:off x="4813" y="533"/>
              <a:ext cx="4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5" name=""/>
            <p:cNvSpPr/>
            <p:nvPr/>
          </p:nvSpPr>
          <p:spPr>
            <a:xfrm rot="0" flipV="1">
              <a:off x="4892" y="497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6" name=""/>
            <p:cNvSpPr/>
            <p:nvPr/>
          </p:nvSpPr>
          <p:spPr>
            <a:xfrm rot="0" flipV="1">
              <a:off x="4876" y="521"/>
              <a:ext cx="7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7" name=""/>
            <p:cNvSpPr/>
            <p:nvPr/>
          </p:nvSpPr>
          <p:spPr>
            <a:xfrm rot="0" flipV="1">
              <a:off x="4910" y="473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8" name=""/>
            <p:cNvSpPr/>
            <p:nvPr/>
          </p:nvSpPr>
          <p:spPr>
            <a:xfrm rot="0" flipH="1">
              <a:off x="4918" y="486"/>
              <a:ext cx="18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29" name=""/>
            <p:cNvSpPr/>
            <p:nvPr/>
          </p:nvSpPr>
          <p:spPr>
            <a:xfrm rot="0">
              <a:off x="4906" y="541"/>
              <a:ext cx="31" cy="47"/>
            </a:xfrm>
            <a:custGeom>
              <a:avLst/>
              <a:ahLst/>
              <a:rect l="0" t="0" r="r" b="b"/>
              <a:pathLst>
                <a:path w="122" h="188">
                  <a:moveTo>
                    <a:pt x="0" y="0"/>
                  </a:moveTo>
                  <a:lnTo>
                    <a:pt x="0" y="178"/>
                  </a:lnTo>
                  <a:lnTo>
                    <a:pt x="36" y="188"/>
                  </a:lnTo>
                  <a:lnTo>
                    <a:pt x="122" y="183"/>
                  </a:lnTo>
                  <a:lnTo>
                    <a:pt x="11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0" name=""/>
            <p:cNvSpPr/>
            <p:nvPr/>
          </p:nvSpPr>
          <p:spPr>
            <a:xfrm rot="0" flipH="1">
              <a:off x="4906" y="547"/>
              <a:ext cx="2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1" name=""/>
            <p:cNvSpPr/>
            <p:nvPr/>
          </p:nvSpPr>
          <p:spPr>
            <a:xfrm rot="0">
              <a:off x="4873" y="524"/>
              <a:ext cx="45" cy="46"/>
            </a:xfrm>
            <a:custGeom>
              <a:avLst/>
              <a:ahLst/>
              <a:rect l="0" t="0" r="r" b="b"/>
              <a:pathLst>
                <a:path w="178" h="183">
                  <a:moveTo>
                    <a:pt x="178" y="0"/>
                  </a:moveTo>
                  <a:lnTo>
                    <a:pt x="126" y="66"/>
                  </a:lnTo>
                  <a:lnTo>
                    <a:pt x="0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2" name=""/>
            <p:cNvSpPr/>
            <p:nvPr/>
          </p:nvSpPr>
          <p:spPr>
            <a:xfrm rot="0" flipH="1">
              <a:off x="4963" y="553"/>
              <a:ext cx="12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3" name=""/>
            <p:cNvSpPr/>
            <p:nvPr/>
          </p:nvSpPr>
          <p:spPr>
            <a:xfrm rot="0">
              <a:off x="4966" y="489"/>
              <a:ext cx="1" cy="6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4" name=""/>
            <p:cNvSpPr/>
            <p:nvPr/>
          </p:nvSpPr>
          <p:spPr>
            <a:xfrm rot="0">
              <a:off x="4975" y="473"/>
              <a:ext cx="5" cy="82"/>
            </a:xfrm>
            <a:custGeom>
              <a:avLst/>
              <a:ahLst/>
              <a:rect l="0" t="0" r="r" b="b"/>
              <a:pathLst>
                <a:path w="21" h="326">
                  <a:moveTo>
                    <a:pt x="21" y="0"/>
                  </a:moveTo>
                  <a:lnTo>
                    <a:pt x="15" y="235"/>
                  </a:lnTo>
                  <a:lnTo>
                    <a:pt x="0" y="3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5" name=""/>
            <p:cNvSpPr/>
            <p:nvPr/>
          </p:nvSpPr>
          <p:spPr>
            <a:xfrm rot="0" flipV="1">
              <a:off x="4986" y="486"/>
              <a:ext cx="4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6" name=""/>
            <p:cNvSpPr/>
            <p:nvPr/>
          </p:nvSpPr>
          <p:spPr>
            <a:xfrm rot="0">
              <a:off x="4989" y="509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7" name=""/>
            <p:cNvSpPr/>
            <p:nvPr/>
          </p:nvSpPr>
          <p:spPr>
            <a:xfrm rot="0" flipV="1">
              <a:off x="4989" y="511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8" name=""/>
            <p:cNvSpPr/>
            <p:nvPr/>
          </p:nvSpPr>
          <p:spPr>
            <a:xfrm rot="0" flipH="1" flipV="1">
              <a:off x="5009" y="549"/>
              <a:ext cx="9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39" name=""/>
            <p:cNvSpPr/>
            <p:nvPr/>
          </p:nvSpPr>
          <p:spPr>
            <a:xfrm rot="0">
              <a:off x="5004" y="488"/>
              <a:ext cx="1" cy="10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0" name=""/>
            <p:cNvSpPr/>
            <p:nvPr/>
          </p:nvSpPr>
          <p:spPr>
            <a:xfrm rot="0" flipH="1">
              <a:off x="5018" y="506"/>
              <a:ext cx="2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1" name=""/>
            <p:cNvSpPr/>
            <p:nvPr/>
          </p:nvSpPr>
          <p:spPr>
            <a:xfrm rot="0" flipV="1">
              <a:off x="450" y="682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2" name=""/>
            <p:cNvSpPr/>
            <p:nvPr/>
          </p:nvSpPr>
          <p:spPr>
            <a:xfrm rot="0">
              <a:off x="460" y="658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3" name=""/>
            <p:cNvSpPr/>
            <p:nvPr/>
          </p:nvSpPr>
          <p:spPr>
            <a:xfrm rot="0" flipH="1">
              <a:off x="450" y="685"/>
              <a:ext cx="10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4" name=""/>
            <p:cNvSpPr/>
            <p:nvPr/>
          </p:nvSpPr>
          <p:spPr>
            <a:xfrm rot="0">
              <a:off x="460" y="689"/>
              <a:ext cx="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5" name=""/>
            <p:cNvSpPr/>
            <p:nvPr/>
          </p:nvSpPr>
          <p:spPr>
            <a:xfrm rot="0">
              <a:off x="473" y="661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6" name=""/>
            <p:cNvSpPr/>
            <p:nvPr/>
          </p:nvSpPr>
          <p:spPr>
            <a:xfrm rot="0" flipV="1">
              <a:off x="471" y="719"/>
              <a:ext cx="11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7" name=""/>
            <p:cNvSpPr/>
            <p:nvPr/>
          </p:nvSpPr>
          <p:spPr>
            <a:xfrm rot="0" flipV="1">
              <a:off x="473" y="664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8" name=""/>
            <p:cNvSpPr/>
            <p:nvPr/>
          </p:nvSpPr>
          <p:spPr>
            <a:xfrm rot="0" flipH="1">
              <a:off x="488" y="661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49" name=""/>
            <p:cNvSpPr/>
            <p:nvPr/>
          </p:nvSpPr>
          <p:spPr>
            <a:xfrm rot="0" flipH="1">
              <a:off x="473" y="691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0" name=""/>
            <p:cNvSpPr/>
            <p:nvPr/>
          </p:nvSpPr>
          <p:spPr>
            <a:xfrm rot="0" flipV="1">
              <a:off x="473" y="677"/>
              <a:ext cx="1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1" name=""/>
            <p:cNvSpPr/>
            <p:nvPr/>
          </p:nvSpPr>
          <p:spPr>
            <a:xfrm rot="0">
              <a:off x="476" y="694"/>
              <a:ext cx="23" cy="34"/>
            </a:xfrm>
            <a:custGeom>
              <a:avLst/>
              <a:ahLst/>
              <a:rect l="0" t="0" r="r" b="b"/>
              <a:pathLst>
                <a:path w="92" h="139">
                  <a:moveTo>
                    <a:pt x="0" y="0"/>
                  </a:moveTo>
                  <a:lnTo>
                    <a:pt x="64" y="139"/>
                  </a:lnTo>
                  <a:lnTo>
                    <a:pt x="92" y="1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2" name=""/>
            <p:cNvSpPr/>
            <p:nvPr/>
          </p:nvSpPr>
          <p:spPr>
            <a:xfrm rot="0" flipH="1">
              <a:off x="484" y="697"/>
              <a:ext cx="10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3" name=""/>
            <p:cNvSpPr/>
            <p:nvPr/>
          </p:nvSpPr>
          <p:spPr>
            <a:xfrm rot="0" flipH="1">
              <a:off x="537" y="713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4" name=""/>
            <p:cNvSpPr/>
            <p:nvPr/>
          </p:nvSpPr>
          <p:spPr>
            <a:xfrm rot="0">
              <a:off x="543" y="685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5" name=""/>
            <p:cNvSpPr/>
            <p:nvPr/>
          </p:nvSpPr>
          <p:spPr>
            <a:xfrm rot="0" flipH="1">
              <a:off x="533" y="668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6" name=""/>
            <p:cNvSpPr/>
            <p:nvPr/>
          </p:nvSpPr>
          <p:spPr>
            <a:xfrm rot="0" flipV="1">
              <a:off x="549" y="666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7" name=""/>
            <p:cNvSpPr/>
            <p:nvPr/>
          </p:nvSpPr>
          <p:spPr>
            <a:xfrm rot="0" flipH="1">
              <a:off x="533" y="683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8" name=""/>
            <p:cNvSpPr/>
            <p:nvPr/>
          </p:nvSpPr>
          <p:spPr>
            <a:xfrm rot="0" flipV="1">
              <a:off x="532" y="697"/>
              <a:ext cx="2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59" name=""/>
            <p:cNvSpPr/>
            <p:nvPr/>
          </p:nvSpPr>
          <p:spPr>
            <a:xfrm rot="0" flipV="1">
              <a:off x="551" y="711"/>
              <a:ext cx="1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0" name=""/>
            <p:cNvSpPr/>
            <p:nvPr/>
          </p:nvSpPr>
          <p:spPr>
            <a:xfrm rot="0" flipV="1">
              <a:off x="537" y="731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1" name=""/>
            <p:cNvSpPr/>
            <p:nvPr/>
          </p:nvSpPr>
          <p:spPr>
            <a:xfrm rot="0">
              <a:off x="537" y="712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2" name=""/>
            <p:cNvSpPr/>
            <p:nvPr/>
          </p:nvSpPr>
          <p:spPr>
            <a:xfrm rot="0">
              <a:off x="526" y="667"/>
              <a:ext cx="7" cy="72"/>
            </a:xfrm>
            <a:custGeom>
              <a:avLst/>
              <a:ahLst/>
              <a:rect l="0" t="0" r="r" b="b"/>
              <a:pathLst>
                <a:path w="28" h="288">
                  <a:moveTo>
                    <a:pt x="28" y="0"/>
                  </a:moveTo>
                  <a:lnTo>
                    <a:pt x="28" y="85"/>
                  </a:lnTo>
                  <a:lnTo>
                    <a:pt x="21" y="197"/>
                  </a:lnTo>
                  <a:lnTo>
                    <a:pt x="0" y="2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3" name=""/>
            <p:cNvSpPr/>
            <p:nvPr/>
          </p:nvSpPr>
          <p:spPr>
            <a:xfrm rot="0" flipH="1">
              <a:off x="513" y="694"/>
              <a:ext cx="17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4" name=""/>
            <p:cNvSpPr/>
            <p:nvPr/>
          </p:nvSpPr>
          <p:spPr>
            <a:xfrm rot="0" flipV="1">
              <a:off x="514" y="682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5" name=""/>
            <p:cNvSpPr/>
            <p:nvPr/>
          </p:nvSpPr>
          <p:spPr>
            <a:xfrm rot="0">
              <a:off x="515" y="661"/>
              <a:ext cx="7" cy="77"/>
            </a:xfrm>
            <a:custGeom>
              <a:avLst/>
              <a:ahLst/>
              <a:rect l="0" t="0" r="r" b="b"/>
              <a:pathLst>
                <a:path w="29" h="310">
                  <a:moveTo>
                    <a:pt x="0" y="264"/>
                  </a:moveTo>
                  <a:lnTo>
                    <a:pt x="29" y="310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6" name=""/>
            <p:cNvSpPr/>
            <p:nvPr/>
          </p:nvSpPr>
          <p:spPr>
            <a:xfrm rot="0" flipV="1">
              <a:off x="569" y="727"/>
              <a:ext cx="4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7" name=""/>
            <p:cNvSpPr/>
            <p:nvPr/>
          </p:nvSpPr>
          <p:spPr>
            <a:xfrm rot="0">
              <a:off x="586" y="691"/>
              <a:ext cx="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8" name=""/>
            <p:cNvSpPr/>
            <p:nvPr/>
          </p:nvSpPr>
          <p:spPr>
            <a:xfrm rot="0" flipV="1">
              <a:off x="576" y="679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69" name=""/>
            <p:cNvSpPr/>
            <p:nvPr/>
          </p:nvSpPr>
          <p:spPr>
            <a:xfrm rot="0">
              <a:off x="594" y="663"/>
              <a:ext cx="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0" name=""/>
            <p:cNvSpPr/>
            <p:nvPr/>
          </p:nvSpPr>
          <p:spPr>
            <a:xfrm rot="0" flipH="1">
              <a:off x="595" y="681"/>
              <a:ext cx="8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1" name=""/>
            <p:cNvSpPr/>
            <p:nvPr/>
          </p:nvSpPr>
          <p:spPr>
            <a:xfrm rot="0" flipH="1">
              <a:off x="625" y="661"/>
              <a:ext cx="18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2" name=""/>
            <p:cNvSpPr/>
            <p:nvPr/>
          </p:nvSpPr>
          <p:spPr>
            <a:xfrm rot="0">
              <a:off x="658" y="659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3" name=""/>
            <p:cNvSpPr/>
            <p:nvPr/>
          </p:nvSpPr>
          <p:spPr>
            <a:xfrm rot="0">
              <a:off x="638" y="681"/>
              <a:ext cx="17" cy="42"/>
            </a:xfrm>
            <a:custGeom>
              <a:avLst/>
              <a:ahLst/>
              <a:rect l="0" t="0" r="r" b="b"/>
              <a:pathLst>
                <a:path w="68" h="166">
                  <a:moveTo>
                    <a:pt x="68" y="0"/>
                  </a:moveTo>
                  <a:lnTo>
                    <a:pt x="50" y="56"/>
                  </a:lnTo>
                  <a:lnTo>
                    <a:pt x="29" y="110"/>
                  </a:lnTo>
                  <a:lnTo>
                    <a:pt x="0" y="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4" name=""/>
            <p:cNvSpPr/>
            <p:nvPr/>
          </p:nvSpPr>
          <p:spPr>
            <a:xfrm rot="0">
              <a:off x="658" y="681"/>
              <a:ext cx="20" cy="37"/>
            </a:xfrm>
            <a:custGeom>
              <a:avLst/>
              <a:ahLst/>
              <a:rect l="0" t="0" r="r" b="b"/>
              <a:pathLst>
                <a:path w="82" h="145">
                  <a:moveTo>
                    <a:pt x="0" y="0"/>
                  </a:moveTo>
                  <a:lnTo>
                    <a:pt x="67" y="145"/>
                  </a:lnTo>
                  <a:lnTo>
                    <a:pt x="82" y="1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5" name=""/>
            <p:cNvSpPr/>
            <p:nvPr/>
          </p:nvSpPr>
          <p:spPr>
            <a:xfrm rot="0" flipV="1">
              <a:off x="647" y="714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6" name=""/>
            <p:cNvSpPr/>
            <p:nvPr/>
          </p:nvSpPr>
          <p:spPr>
            <a:xfrm rot="0" flipV="1">
              <a:off x="636" y="677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7" name=""/>
            <p:cNvSpPr/>
            <p:nvPr/>
          </p:nvSpPr>
          <p:spPr>
            <a:xfrm rot="0" flipV="1">
              <a:off x="641" y="678"/>
              <a:ext cx="3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8" name=""/>
            <p:cNvSpPr/>
            <p:nvPr/>
          </p:nvSpPr>
          <p:spPr>
            <a:xfrm rot="0" flipH="1">
              <a:off x="691" y="666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79" name=""/>
            <p:cNvSpPr/>
            <p:nvPr/>
          </p:nvSpPr>
          <p:spPr>
            <a:xfrm rot="0" flipV="1">
              <a:off x="691" y="727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0" name=""/>
            <p:cNvSpPr/>
            <p:nvPr/>
          </p:nvSpPr>
          <p:spPr>
            <a:xfrm rot="0" flipV="1">
              <a:off x="727" y="662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1" name=""/>
            <p:cNvSpPr/>
            <p:nvPr/>
          </p:nvSpPr>
          <p:spPr>
            <a:xfrm rot="0">
              <a:off x="725" y="727"/>
              <a:ext cx="2" cy="8"/>
            </a:xfrm>
            <a:custGeom>
              <a:avLst/>
              <a:ahLst/>
              <a:rect l="0" t="0" r="r" b="b"/>
              <a:pathLst>
                <a:path w="7" h="29">
                  <a:moveTo>
                    <a:pt x="7" y="29"/>
                  </a:moveTo>
                  <a:lnTo>
                    <a:pt x="7" y="1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2" name=""/>
            <p:cNvSpPr/>
            <p:nvPr/>
          </p:nvSpPr>
          <p:spPr>
            <a:xfrm rot="0">
              <a:off x="691" y="662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3" name=""/>
            <p:cNvSpPr/>
            <p:nvPr/>
          </p:nvSpPr>
          <p:spPr>
            <a:xfrm rot="0">
              <a:off x="691" y="661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4" name=""/>
            <p:cNvSpPr/>
            <p:nvPr/>
          </p:nvSpPr>
          <p:spPr>
            <a:xfrm rot="0" flipH="1">
              <a:off x="696" y="673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5" name=""/>
            <p:cNvSpPr/>
            <p:nvPr/>
          </p:nvSpPr>
          <p:spPr>
            <a:xfrm rot="0">
              <a:off x="704" y="687"/>
              <a:ext cx="22" cy="19"/>
            </a:xfrm>
            <a:custGeom>
              <a:avLst/>
              <a:ahLst/>
              <a:rect l="0" t="0" r="r" b="b"/>
              <a:pathLst>
                <a:path w="90" h="76">
                  <a:moveTo>
                    <a:pt x="0" y="0"/>
                  </a:moveTo>
                  <a:lnTo>
                    <a:pt x="73" y="76"/>
                  </a:lnTo>
                  <a:lnTo>
                    <a:pt x="9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6" name=""/>
            <p:cNvSpPr/>
            <p:nvPr/>
          </p:nvSpPr>
          <p:spPr>
            <a:xfrm rot="0">
              <a:off x="707" y="705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7" name=""/>
            <p:cNvSpPr/>
            <p:nvPr/>
          </p:nvSpPr>
          <p:spPr>
            <a:xfrm rot="0">
              <a:off x="704" y="715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8" name=""/>
            <p:cNvSpPr/>
            <p:nvPr/>
          </p:nvSpPr>
          <p:spPr>
            <a:xfrm rot="0" flipV="1">
              <a:off x="705" y="680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89" name=""/>
            <p:cNvSpPr/>
            <p:nvPr/>
          </p:nvSpPr>
          <p:spPr>
            <a:xfrm rot="0">
              <a:off x="705" y="677"/>
              <a:ext cx="14" cy="23"/>
            </a:xfrm>
            <a:custGeom>
              <a:avLst/>
              <a:ahLst/>
              <a:rect l="0" t="0" r="r" b="b"/>
              <a:pathLst>
                <a:path w="56" h="93">
                  <a:moveTo>
                    <a:pt x="0" y="93"/>
                  </a:moveTo>
                  <a:lnTo>
                    <a:pt x="21" y="65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0" name=""/>
            <p:cNvSpPr/>
            <p:nvPr/>
          </p:nvSpPr>
          <p:spPr>
            <a:xfrm rot="0" flipV="1">
              <a:off x="692" y="700"/>
              <a:ext cx="13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1" name=""/>
            <p:cNvSpPr/>
            <p:nvPr/>
          </p:nvSpPr>
          <p:spPr>
            <a:xfrm rot="0" flipV="1">
              <a:off x="761" y="695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2" name=""/>
            <p:cNvSpPr/>
            <p:nvPr/>
          </p:nvSpPr>
          <p:spPr>
            <a:xfrm rot="0" flipV="1">
              <a:off x="786" y="69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3" name=""/>
            <p:cNvSpPr/>
            <p:nvPr/>
          </p:nvSpPr>
          <p:spPr>
            <a:xfrm rot="0" flipV="1">
              <a:off x="750" y="727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4" name=""/>
            <p:cNvSpPr/>
            <p:nvPr/>
          </p:nvSpPr>
          <p:spPr>
            <a:xfrm rot="0">
              <a:off x="749" y="694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5" name=""/>
            <p:cNvSpPr/>
            <p:nvPr/>
          </p:nvSpPr>
          <p:spPr>
            <a:xfrm rot="0">
              <a:off x="768" y="683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6" name=""/>
            <p:cNvSpPr/>
            <p:nvPr/>
          </p:nvSpPr>
          <p:spPr>
            <a:xfrm rot="0" flipH="1">
              <a:off x="757" y="681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7" name=""/>
            <p:cNvSpPr/>
            <p:nvPr/>
          </p:nvSpPr>
          <p:spPr>
            <a:xfrm rot="0" flipV="1">
              <a:off x="778" y="678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8" name=""/>
            <p:cNvSpPr/>
            <p:nvPr/>
          </p:nvSpPr>
          <p:spPr>
            <a:xfrm rot="0" flipV="1">
              <a:off x="758" y="712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699" name=""/>
            <p:cNvSpPr/>
            <p:nvPr/>
          </p:nvSpPr>
          <p:spPr>
            <a:xfrm rot="0">
              <a:off x="757" y="677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0" name=""/>
            <p:cNvSpPr/>
            <p:nvPr/>
          </p:nvSpPr>
          <p:spPr>
            <a:xfrm rot="0" flipH="1">
              <a:off x="747" y="665"/>
              <a:ext cx="4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1" name=""/>
            <p:cNvSpPr/>
            <p:nvPr/>
          </p:nvSpPr>
          <p:spPr>
            <a:xfrm rot="0" flipV="1">
              <a:off x="813" y="695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2" name=""/>
            <p:cNvSpPr/>
            <p:nvPr/>
          </p:nvSpPr>
          <p:spPr>
            <a:xfrm rot="0" flipH="1">
              <a:off x="804" y="725"/>
              <a:ext cx="4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3" name=""/>
            <p:cNvSpPr/>
            <p:nvPr/>
          </p:nvSpPr>
          <p:spPr>
            <a:xfrm rot="0" flipV="1">
              <a:off x="809" y="670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4" name=""/>
            <p:cNvSpPr/>
            <p:nvPr/>
          </p:nvSpPr>
          <p:spPr>
            <a:xfrm rot="0" flipV="1">
              <a:off x="861" y="681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5" name=""/>
            <p:cNvSpPr/>
            <p:nvPr/>
          </p:nvSpPr>
          <p:spPr>
            <a:xfrm rot="0">
              <a:off x="872" y="694"/>
              <a:ext cx="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6" name=""/>
            <p:cNvSpPr/>
            <p:nvPr/>
          </p:nvSpPr>
          <p:spPr>
            <a:xfrm rot="0">
              <a:off x="872" y="690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7" name=""/>
            <p:cNvSpPr/>
            <p:nvPr/>
          </p:nvSpPr>
          <p:spPr>
            <a:xfrm rot="0">
              <a:off x="860" y="677"/>
              <a:ext cx="17" cy="32"/>
            </a:xfrm>
            <a:custGeom>
              <a:avLst/>
              <a:ahLst/>
              <a:rect l="0" t="0" r="r" b="b"/>
              <a:pathLst>
                <a:path w="67" h="125">
                  <a:moveTo>
                    <a:pt x="67" y="0"/>
                  </a:moveTo>
                  <a:lnTo>
                    <a:pt x="50" y="50"/>
                  </a:lnTo>
                  <a:lnTo>
                    <a:pt x="0" y="1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8" name=""/>
            <p:cNvSpPr/>
            <p:nvPr/>
          </p:nvSpPr>
          <p:spPr>
            <a:xfrm rot="0">
              <a:off x="868" y="661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09" name=""/>
            <p:cNvSpPr/>
            <p:nvPr/>
          </p:nvSpPr>
          <p:spPr>
            <a:xfrm rot="0">
              <a:off x="887" y="661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0" name=""/>
            <p:cNvSpPr/>
            <p:nvPr/>
          </p:nvSpPr>
          <p:spPr>
            <a:xfrm rot="0" flipV="1">
              <a:off x="902" y="663"/>
              <a:ext cx="2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1" name=""/>
            <p:cNvSpPr/>
            <p:nvPr/>
          </p:nvSpPr>
          <p:spPr>
            <a:xfrm rot="0" flipH="1">
              <a:off x="887" y="666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2" name=""/>
            <p:cNvSpPr/>
            <p:nvPr/>
          </p:nvSpPr>
          <p:spPr>
            <a:xfrm rot="0">
              <a:off x="888" y="677"/>
              <a:ext cx="7" cy="42"/>
            </a:xfrm>
            <a:custGeom>
              <a:avLst/>
              <a:ahLst/>
              <a:rect l="0" t="0" r="r" b="b"/>
              <a:pathLst>
                <a:path w="29" h="171">
                  <a:moveTo>
                    <a:pt x="29" y="0"/>
                  </a:moveTo>
                  <a:lnTo>
                    <a:pt x="19" y="107"/>
                  </a:lnTo>
                  <a:lnTo>
                    <a:pt x="0" y="1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3" name=""/>
            <p:cNvSpPr/>
            <p:nvPr/>
          </p:nvSpPr>
          <p:spPr>
            <a:xfrm rot="0">
              <a:off x="875" y="719"/>
              <a:ext cx="13" cy="16"/>
            </a:xfrm>
            <a:custGeom>
              <a:avLst/>
              <a:ahLst/>
              <a:rect l="0" t="0" r="r" b="b"/>
              <a:pathLst>
                <a:path w="53" h="65">
                  <a:moveTo>
                    <a:pt x="0" y="65"/>
                  </a:moveTo>
                  <a:lnTo>
                    <a:pt x="29" y="36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4" name=""/>
            <p:cNvSpPr/>
            <p:nvPr/>
          </p:nvSpPr>
          <p:spPr>
            <a:xfrm rot="0">
              <a:off x="896" y="701"/>
              <a:ext cx="14" cy="30"/>
            </a:xfrm>
            <a:custGeom>
              <a:avLst/>
              <a:ahLst/>
              <a:rect l="0" t="0" r="r" b="b"/>
              <a:pathLst>
                <a:path w="58" h="120">
                  <a:moveTo>
                    <a:pt x="58" y="57"/>
                  </a:moveTo>
                  <a:lnTo>
                    <a:pt x="58" y="120"/>
                  </a:lnTo>
                  <a:lnTo>
                    <a:pt x="15" y="120"/>
                  </a:lnTo>
                  <a:lnTo>
                    <a:pt x="0" y="1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5" name=""/>
            <p:cNvSpPr/>
            <p:nvPr/>
          </p:nvSpPr>
          <p:spPr>
            <a:xfrm rot="0" flipH="1">
              <a:off x="926" y="666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6" name=""/>
            <p:cNvSpPr/>
            <p:nvPr/>
          </p:nvSpPr>
          <p:spPr>
            <a:xfrm rot="0" flipV="1">
              <a:off x="926" y="727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7" name=""/>
            <p:cNvSpPr/>
            <p:nvPr/>
          </p:nvSpPr>
          <p:spPr>
            <a:xfrm rot="0" flipV="1">
              <a:off x="962" y="662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8" name=""/>
            <p:cNvSpPr/>
            <p:nvPr/>
          </p:nvSpPr>
          <p:spPr>
            <a:xfrm rot="0">
              <a:off x="960" y="727"/>
              <a:ext cx="2" cy="8"/>
            </a:xfrm>
            <a:custGeom>
              <a:avLst/>
              <a:ahLst/>
              <a:rect l="0" t="0" r="r" b="b"/>
              <a:pathLst>
                <a:path w="7" h="29">
                  <a:moveTo>
                    <a:pt x="7" y="29"/>
                  </a:moveTo>
                  <a:lnTo>
                    <a:pt x="7" y="1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19" name=""/>
            <p:cNvSpPr/>
            <p:nvPr/>
          </p:nvSpPr>
          <p:spPr>
            <a:xfrm rot="0">
              <a:off x="926" y="662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0" name=""/>
            <p:cNvSpPr/>
            <p:nvPr/>
          </p:nvSpPr>
          <p:spPr>
            <a:xfrm rot="0">
              <a:off x="926" y="661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1" name=""/>
            <p:cNvSpPr/>
            <p:nvPr/>
          </p:nvSpPr>
          <p:spPr>
            <a:xfrm rot="0" flipH="1">
              <a:off x="931" y="673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2" name=""/>
            <p:cNvSpPr/>
            <p:nvPr/>
          </p:nvSpPr>
          <p:spPr>
            <a:xfrm rot="0">
              <a:off x="939" y="687"/>
              <a:ext cx="22" cy="19"/>
            </a:xfrm>
            <a:custGeom>
              <a:avLst/>
              <a:ahLst/>
              <a:rect l="0" t="0" r="r" b="b"/>
              <a:pathLst>
                <a:path w="90" h="76">
                  <a:moveTo>
                    <a:pt x="0" y="0"/>
                  </a:moveTo>
                  <a:lnTo>
                    <a:pt x="72" y="76"/>
                  </a:lnTo>
                  <a:lnTo>
                    <a:pt x="9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3" name=""/>
            <p:cNvSpPr/>
            <p:nvPr/>
          </p:nvSpPr>
          <p:spPr>
            <a:xfrm rot="0">
              <a:off x="941" y="705"/>
              <a:ext cx="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4" name=""/>
            <p:cNvSpPr/>
            <p:nvPr/>
          </p:nvSpPr>
          <p:spPr>
            <a:xfrm rot="0">
              <a:off x="939" y="715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5" name=""/>
            <p:cNvSpPr/>
            <p:nvPr/>
          </p:nvSpPr>
          <p:spPr>
            <a:xfrm rot="0" flipV="1">
              <a:off x="940" y="680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6" name=""/>
            <p:cNvSpPr/>
            <p:nvPr/>
          </p:nvSpPr>
          <p:spPr>
            <a:xfrm rot="0">
              <a:off x="940" y="677"/>
              <a:ext cx="14" cy="23"/>
            </a:xfrm>
            <a:custGeom>
              <a:avLst/>
              <a:ahLst/>
              <a:rect l="0" t="0" r="r" b="b"/>
              <a:pathLst>
                <a:path w="57" h="93">
                  <a:moveTo>
                    <a:pt x="0" y="93"/>
                  </a:moveTo>
                  <a:lnTo>
                    <a:pt x="22" y="65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7" name=""/>
            <p:cNvSpPr/>
            <p:nvPr/>
          </p:nvSpPr>
          <p:spPr>
            <a:xfrm rot="0" flipV="1">
              <a:off x="927" y="700"/>
              <a:ext cx="13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8" name=""/>
            <p:cNvSpPr/>
            <p:nvPr/>
          </p:nvSpPr>
          <p:spPr>
            <a:xfrm rot="0">
              <a:off x="983" y="718"/>
              <a:ext cx="13" cy="12"/>
            </a:xfrm>
            <a:custGeom>
              <a:avLst/>
              <a:ahLst/>
              <a:rect l="0" t="0" r="r" b="b"/>
              <a:pathLst>
                <a:path w="51" h="50">
                  <a:moveTo>
                    <a:pt x="0" y="26"/>
                  </a:moveTo>
                  <a:lnTo>
                    <a:pt x="1" y="33"/>
                  </a:lnTo>
                  <a:lnTo>
                    <a:pt x="5" y="39"/>
                  </a:lnTo>
                  <a:lnTo>
                    <a:pt x="11" y="45"/>
                  </a:lnTo>
                  <a:lnTo>
                    <a:pt x="18" y="49"/>
                  </a:lnTo>
                  <a:lnTo>
                    <a:pt x="26" y="50"/>
                  </a:lnTo>
                  <a:lnTo>
                    <a:pt x="34" y="49"/>
                  </a:lnTo>
                  <a:lnTo>
                    <a:pt x="40" y="45"/>
                  </a:lnTo>
                  <a:lnTo>
                    <a:pt x="45" y="39"/>
                  </a:lnTo>
                  <a:lnTo>
                    <a:pt x="48" y="33"/>
                  </a:lnTo>
                  <a:lnTo>
                    <a:pt x="51" y="26"/>
                  </a:lnTo>
                  <a:lnTo>
                    <a:pt x="48" y="18"/>
                  </a:lnTo>
                  <a:lnTo>
                    <a:pt x="45" y="11"/>
                  </a:lnTo>
                  <a:lnTo>
                    <a:pt x="40" y="5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18" y="2"/>
                  </a:lnTo>
                  <a:lnTo>
                    <a:pt x="11" y="5"/>
                  </a:lnTo>
                  <a:lnTo>
                    <a:pt x="5" y="11"/>
                  </a:lnTo>
                  <a:lnTo>
                    <a:pt x="1" y="18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29" name=""/>
            <p:cNvSpPr/>
            <p:nvPr/>
          </p:nvSpPr>
          <p:spPr>
            <a:xfrm rot="0">
              <a:off x="982" y="717"/>
              <a:ext cx="15" cy="14"/>
            </a:xfrm>
            <a:custGeom>
              <a:avLst/>
              <a:ahLst/>
              <a:rect l="0" t="0" r="r" b="b"/>
              <a:pathLst>
                <a:path w="57" h="56">
                  <a:moveTo>
                    <a:pt x="57" y="29"/>
                  </a:moveTo>
                  <a:lnTo>
                    <a:pt x="55" y="20"/>
                  </a:lnTo>
                  <a:lnTo>
                    <a:pt x="51" y="11"/>
                  </a:lnTo>
                  <a:lnTo>
                    <a:pt x="45" y="5"/>
                  </a:lnTo>
                  <a:lnTo>
                    <a:pt x="37" y="1"/>
                  </a:lnTo>
                  <a:lnTo>
                    <a:pt x="29" y="0"/>
                  </a:lnTo>
                  <a:lnTo>
                    <a:pt x="19" y="1"/>
                  </a:lnTo>
                  <a:lnTo>
                    <a:pt x="11" y="5"/>
                  </a:lnTo>
                  <a:lnTo>
                    <a:pt x="6" y="11"/>
                  </a:lnTo>
                  <a:lnTo>
                    <a:pt x="1" y="20"/>
                  </a:lnTo>
                  <a:lnTo>
                    <a:pt x="0" y="29"/>
                  </a:lnTo>
                  <a:lnTo>
                    <a:pt x="1" y="37"/>
                  </a:lnTo>
                  <a:lnTo>
                    <a:pt x="6" y="45"/>
                  </a:lnTo>
                  <a:lnTo>
                    <a:pt x="11" y="52"/>
                  </a:lnTo>
                  <a:lnTo>
                    <a:pt x="19" y="55"/>
                  </a:lnTo>
                  <a:lnTo>
                    <a:pt x="29" y="56"/>
                  </a:lnTo>
                  <a:lnTo>
                    <a:pt x="37" y="55"/>
                  </a:lnTo>
                  <a:lnTo>
                    <a:pt x="45" y="52"/>
                  </a:lnTo>
                  <a:lnTo>
                    <a:pt x="51" y="45"/>
                  </a:lnTo>
                  <a:lnTo>
                    <a:pt x="55" y="37"/>
                  </a:lnTo>
                  <a:lnTo>
                    <a:pt x="57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0" name=""/>
            <p:cNvSpPr/>
            <p:nvPr/>
          </p:nvSpPr>
          <p:spPr>
            <a:xfrm rot="0" flipH="1">
              <a:off x="398" y="766"/>
              <a:ext cx="507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44" name=""/>
          <p:cNvGrpSpPr/>
          <p:nvPr/>
        </p:nvGrpSpPr>
        <p:grpSpPr>
          <a:xfrm rot="0">
            <a:off x="631825" y="1216025"/>
            <a:ext cx="8050212" cy="5238750"/>
            <a:chOff x="398" y="766"/>
            <a:chExt cx="5071" cy="3300"/>
          </a:xfrm>
        </p:grpSpPr>
        <p:sp>
          <p:nvSpPr>
            <p:cNvPr id="1051731" name=""/>
            <p:cNvSpPr/>
            <p:nvPr/>
          </p:nvSpPr>
          <p:spPr>
            <a:xfrm rot="0">
              <a:off x="2933" y="766"/>
              <a:ext cx="1" cy="330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2" name=""/>
            <p:cNvSpPr/>
            <p:nvPr/>
          </p:nvSpPr>
          <p:spPr>
            <a:xfrm rot="0" flipH="1">
              <a:off x="398" y="2416"/>
              <a:ext cx="507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3" name=""/>
            <p:cNvSpPr/>
            <p:nvPr/>
          </p:nvSpPr>
          <p:spPr>
            <a:xfrm rot="0">
              <a:off x="2703" y="3904"/>
              <a:ext cx="230" cy="162"/>
            </a:xfrm>
            <a:custGeom>
              <a:avLst/>
              <a:ahLst/>
              <a:rect l="0" t="0" r="r" b="b"/>
              <a:pathLst>
                <a:path w="922" h="647">
                  <a:moveTo>
                    <a:pt x="0" y="647"/>
                  </a:moveTo>
                  <a:lnTo>
                    <a:pt x="0" y="0"/>
                  </a:lnTo>
                  <a:lnTo>
                    <a:pt x="92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4" name=""/>
            <p:cNvSpPr/>
            <p:nvPr/>
          </p:nvSpPr>
          <p:spPr>
            <a:xfrm rot="0">
              <a:off x="2780" y="3956"/>
              <a:ext cx="19" cy="86"/>
            </a:xfrm>
            <a:custGeom>
              <a:avLst/>
              <a:ahLst/>
              <a:rect l="0" t="0" r="r" b="b"/>
              <a:pathLst>
                <a:path w="77" h="347">
                  <a:moveTo>
                    <a:pt x="77" y="347"/>
                  </a:moveTo>
                  <a:lnTo>
                    <a:pt x="77" y="0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5" name=""/>
            <p:cNvSpPr/>
            <p:nvPr/>
          </p:nvSpPr>
          <p:spPr>
            <a:xfrm rot="0">
              <a:off x="2828" y="3961"/>
              <a:ext cx="10" cy="77"/>
            </a:xfrm>
            <a:custGeom>
              <a:avLst/>
              <a:ahLst/>
              <a:rect l="0" t="0" r="r" b="b"/>
              <a:pathLst>
                <a:path w="39" h="307">
                  <a:moveTo>
                    <a:pt x="39" y="0"/>
                  </a:moveTo>
                  <a:lnTo>
                    <a:pt x="26" y="26"/>
                  </a:lnTo>
                  <a:lnTo>
                    <a:pt x="16" y="52"/>
                  </a:lnTo>
                  <a:lnTo>
                    <a:pt x="8" y="81"/>
                  </a:lnTo>
                  <a:lnTo>
                    <a:pt x="3" y="110"/>
                  </a:lnTo>
                  <a:lnTo>
                    <a:pt x="0" y="138"/>
                  </a:lnTo>
                  <a:lnTo>
                    <a:pt x="0" y="167"/>
                  </a:lnTo>
                  <a:lnTo>
                    <a:pt x="3" y="197"/>
                  </a:lnTo>
                  <a:lnTo>
                    <a:pt x="8" y="226"/>
                  </a:lnTo>
                  <a:lnTo>
                    <a:pt x="16" y="253"/>
                  </a:lnTo>
                  <a:lnTo>
                    <a:pt x="26" y="281"/>
                  </a:lnTo>
                  <a:lnTo>
                    <a:pt x="39" y="30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6" name=""/>
            <p:cNvSpPr/>
            <p:nvPr/>
          </p:nvSpPr>
          <p:spPr>
            <a:xfrm rot="0">
              <a:off x="2838" y="3956"/>
              <a:ext cx="19" cy="5"/>
            </a:xfrm>
            <a:custGeom>
              <a:avLst/>
              <a:ahLst/>
              <a:rect l="0" t="0" r="r" b="b"/>
              <a:pathLst>
                <a:path w="77" h="20">
                  <a:moveTo>
                    <a:pt x="77" y="20"/>
                  </a:moveTo>
                  <a:lnTo>
                    <a:pt x="68" y="12"/>
                  </a:lnTo>
                  <a:lnTo>
                    <a:pt x="59" y="5"/>
                  </a:lnTo>
                  <a:lnTo>
                    <a:pt x="49" y="1"/>
                  </a:lnTo>
                  <a:lnTo>
                    <a:pt x="37" y="0"/>
                  </a:lnTo>
                  <a:lnTo>
                    <a:pt x="27" y="1"/>
                  </a:lnTo>
                  <a:lnTo>
                    <a:pt x="17" y="5"/>
                  </a:lnTo>
                  <a:lnTo>
                    <a:pt x="6" y="12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7" name=""/>
            <p:cNvSpPr/>
            <p:nvPr/>
          </p:nvSpPr>
          <p:spPr>
            <a:xfrm rot="0">
              <a:off x="2857" y="3961"/>
              <a:ext cx="10" cy="77"/>
            </a:xfrm>
            <a:custGeom>
              <a:avLst/>
              <a:ahLst/>
              <a:rect l="0" t="0" r="r" b="b"/>
              <a:pathLst>
                <a:path w="37" h="307">
                  <a:moveTo>
                    <a:pt x="0" y="307"/>
                  </a:moveTo>
                  <a:lnTo>
                    <a:pt x="12" y="281"/>
                  </a:lnTo>
                  <a:lnTo>
                    <a:pt x="22" y="253"/>
                  </a:lnTo>
                  <a:lnTo>
                    <a:pt x="29" y="226"/>
                  </a:lnTo>
                  <a:lnTo>
                    <a:pt x="35" y="197"/>
                  </a:lnTo>
                  <a:lnTo>
                    <a:pt x="37" y="167"/>
                  </a:lnTo>
                  <a:lnTo>
                    <a:pt x="37" y="138"/>
                  </a:lnTo>
                  <a:lnTo>
                    <a:pt x="35" y="110"/>
                  </a:lnTo>
                  <a:lnTo>
                    <a:pt x="29" y="81"/>
                  </a:lnTo>
                  <a:lnTo>
                    <a:pt x="22" y="52"/>
                  </a:lnTo>
                  <a:lnTo>
                    <a:pt x="12" y="26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8" name=""/>
            <p:cNvSpPr/>
            <p:nvPr/>
          </p:nvSpPr>
          <p:spPr>
            <a:xfrm rot="0">
              <a:off x="2838" y="4038"/>
              <a:ext cx="19" cy="4"/>
            </a:xfrm>
            <a:custGeom>
              <a:avLst/>
              <a:ahLst/>
              <a:rect l="0" t="0" r="r" b="b"/>
              <a:pathLst>
                <a:path w="77" h="20">
                  <a:moveTo>
                    <a:pt x="0" y="0"/>
                  </a:moveTo>
                  <a:lnTo>
                    <a:pt x="6" y="8"/>
                  </a:lnTo>
                  <a:lnTo>
                    <a:pt x="17" y="14"/>
                  </a:lnTo>
                  <a:lnTo>
                    <a:pt x="27" y="19"/>
                  </a:lnTo>
                  <a:lnTo>
                    <a:pt x="37" y="20"/>
                  </a:lnTo>
                  <a:lnTo>
                    <a:pt x="49" y="19"/>
                  </a:lnTo>
                  <a:lnTo>
                    <a:pt x="59" y="14"/>
                  </a:lnTo>
                  <a:lnTo>
                    <a:pt x="68" y="8"/>
                  </a:lnTo>
                  <a:lnTo>
                    <a:pt x="7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39" name=""/>
            <p:cNvSpPr/>
            <p:nvPr/>
          </p:nvSpPr>
          <p:spPr>
            <a:xfrm rot="0">
              <a:off x="5238" y="3904"/>
              <a:ext cx="231" cy="162"/>
            </a:xfrm>
            <a:custGeom>
              <a:avLst/>
              <a:ahLst/>
              <a:rect l="0" t="0" r="r" b="b"/>
              <a:pathLst>
                <a:path w="923" h="647">
                  <a:moveTo>
                    <a:pt x="0" y="647"/>
                  </a:moveTo>
                  <a:lnTo>
                    <a:pt x="0" y="0"/>
                  </a:lnTo>
                  <a:lnTo>
                    <a:pt x="92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0" name=""/>
            <p:cNvSpPr/>
            <p:nvPr/>
          </p:nvSpPr>
          <p:spPr>
            <a:xfrm rot="0">
              <a:off x="5313" y="3958"/>
              <a:ext cx="19" cy="87"/>
            </a:xfrm>
            <a:custGeom>
              <a:avLst/>
              <a:ahLst/>
              <a:rect l="0" t="0" r="r" b="b"/>
              <a:pathLst>
                <a:path w="77" h="347">
                  <a:moveTo>
                    <a:pt x="77" y="347"/>
                  </a:moveTo>
                  <a:lnTo>
                    <a:pt x="77" y="0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1" name=""/>
            <p:cNvSpPr/>
            <p:nvPr/>
          </p:nvSpPr>
          <p:spPr>
            <a:xfrm rot="0">
              <a:off x="5361" y="3958"/>
              <a:ext cx="19" cy="15"/>
            </a:xfrm>
            <a:custGeom>
              <a:avLst/>
              <a:ahLst/>
              <a:rect l="0" t="0" r="r" b="b"/>
              <a:pathLst>
                <a:path w="77" h="59">
                  <a:moveTo>
                    <a:pt x="77" y="0"/>
                  </a:moveTo>
                  <a:lnTo>
                    <a:pt x="62" y="1"/>
                  </a:lnTo>
                  <a:lnTo>
                    <a:pt x="48" y="6"/>
                  </a:lnTo>
                  <a:lnTo>
                    <a:pt x="35" y="13"/>
                  </a:lnTo>
                  <a:lnTo>
                    <a:pt x="23" y="21"/>
                  </a:lnTo>
                  <a:lnTo>
                    <a:pt x="13" y="32"/>
                  </a:lnTo>
                  <a:lnTo>
                    <a:pt x="6" y="45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2" name=""/>
            <p:cNvSpPr/>
            <p:nvPr/>
          </p:nvSpPr>
          <p:spPr>
            <a:xfrm rot="0">
              <a:off x="5380" y="3958"/>
              <a:ext cx="19" cy="30"/>
            </a:xfrm>
            <a:custGeom>
              <a:avLst/>
              <a:ahLst/>
              <a:rect l="0" t="0" r="r" b="b"/>
              <a:pathLst>
                <a:path w="77" h="118">
                  <a:moveTo>
                    <a:pt x="66" y="118"/>
                  </a:moveTo>
                  <a:lnTo>
                    <a:pt x="72" y="105"/>
                  </a:lnTo>
                  <a:lnTo>
                    <a:pt x="76" y="91"/>
                  </a:lnTo>
                  <a:lnTo>
                    <a:pt x="77" y="76"/>
                  </a:lnTo>
                  <a:lnTo>
                    <a:pt x="75" y="61"/>
                  </a:lnTo>
                  <a:lnTo>
                    <a:pt x="70" y="46"/>
                  </a:lnTo>
                  <a:lnTo>
                    <a:pt x="63" y="34"/>
                  </a:lnTo>
                  <a:lnTo>
                    <a:pt x="54" y="22"/>
                  </a:lnTo>
                  <a:lnTo>
                    <a:pt x="43" y="13"/>
                  </a:lnTo>
                  <a:lnTo>
                    <a:pt x="29" y="6"/>
                  </a:lnTo>
                  <a:lnTo>
                    <a:pt x="15" y="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3" name=""/>
            <p:cNvSpPr/>
            <p:nvPr/>
          </p:nvSpPr>
          <p:spPr>
            <a:xfrm rot="0">
              <a:off x="5361" y="3988"/>
              <a:ext cx="38" cy="57"/>
            </a:xfrm>
            <a:custGeom>
              <a:avLst/>
              <a:ahLst/>
              <a:rect l="0" t="0" r="r" b="b"/>
              <a:pathLst>
                <a:path w="154" h="229">
                  <a:moveTo>
                    <a:pt x="143" y="0"/>
                  </a:moveTo>
                  <a:lnTo>
                    <a:pt x="0" y="229"/>
                  </a:lnTo>
                  <a:lnTo>
                    <a:pt x="154" y="22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4" name=""/>
            <p:cNvSpPr/>
            <p:nvPr/>
          </p:nvSpPr>
          <p:spPr>
            <a:xfrm rot="0">
              <a:off x="5238" y="2254"/>
              <a:ext cx="231" cy="162"/>
            </a:xfrm>
            <a:custGeom>
              <a:avLst/>
              <a:ahLst/>
              <a:rect l="0" t="0" r="r" b="b"/>
              <a:pathLst>
                <a:path w="923" h="646">
                  <a:moveTo>
                    <a:pt x="0" y="646"/>
                  </a:moveTo>
                  <a:lnTo>
                    <a:pt x="0" y="0"/>
                  </a:lnTo>
                  <a:lnTo>
                    <a:pt x="92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5" name=""/>
            <p:cNvSpPr/>
            <p:nvPr/>
          </p:nvSpPr>
          <p:spPr>
            <a:xfrm rot="0">
              <a:off x="5325" y="2306"/>
              <a:ext cx="19" cy="87"/>
            </a:xfrm>
            <a:custGeom>
              <a:avLst/>
              <a:ahLst/>
              <a:rect l="0" t="0" r="r" b="b"/>
              <a:pathLst>
                <a:path w="77" h="347">
                  <a:moveTo>
                    <a:pt x="77" y="347"/>
                  </a:moveTo>
                  <a:lnTo>
                    <a:pt x="77" y="0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6" name=""/>
            <p:cNvSpPr/>
            <p:nvPr/>
          </p:nvSpPr>
          <p:spPr>
            <a:xfrm rot="0">
              <a:off x="5373" y="2306"/>
              <a:ext cx="19" cy="87"/>
            </a:xfrm>
            <a:custGeom>
              <a:avLst/>
              <a:ahLst/>
              <a:rect l="0" t="0" r="r" b="b"/>
              <a:pathLst>
                <a:path w="76" h="347">
                  <a:moveTo>
                    <a:pt x="76" y="347"/>
                  </a:moveTo>
                  <a:lnTo>
                    <a:pt x="76" y="0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7" name=""/>
            <p:cNvSpPr/>
            <p:nvPr/>
          </p:nvSpPr>
          <p:spPr>
            <a:xfrm rot="0" flipV="1">
              <a:off x="2703" y="2254"/>
              <a:ext cx="1" cy="16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8" name=""/>
            <p:cNvSpPr/>
            <p:nvPr/>
          </p:nvSpPr>
          <p:spPr>
            <a:xfrm rot="0">
              <a:off x="2703" y="2254"/>
              <a:ext cx="23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49" name=""/>
            <p:cNvSpPr/>
            <p:nvPr/>
          </p:nvSpPr>
          <p:spPr>
            <a:xfrm rot="0">
              <a:off x="2803" y="2304"/>
              <a:ext cx="38" cy="86"/>
            </a:xfrm>
            <a:custGeom>
              <a:avLst/>
              <a:ahLst/>
              <a:rect l="0" t="0" r="r" b="b"/>
              <a:pathLst>
                <a:path w="153" h="347">
                  <a:moveTo>
                    <a:pt x="37" y="347"/>
                  </a:moveTo>
                  <a:lnTo>
                    <a:pt x="59" y="337"/>
                  </a:lnTo>
                  <a:lnTo>
                    <a:pt x="79" y="325"/>
                  </a:lnTo>
                  <a:lnTo>
                    <a:pt x="98" y="310"/>
                  </a:lnTo>
                  <a:lnTo>
                    <a:pt x="114" y="293"/>
                  </a:lnTo>
                  <a:lnTo>
                    <a:pt x="128" y="273"/>
                  </a:lnTo>
                  <a:lnTo>
                    <a:pt x="140" y="253"/>
                  </a:lnTo>
                  <a:lnTo>
                    <a:pt x="148" y="230"/>
                  </a:lnTo>
                  <a:lnTo>
                    <a:pt x="152" y="207"/>
                  </a:lnTo>
                  <a:lnTo>
                    <a:pt x="153" y="183"/>
                  </a:lnTo>
                  <a:lnTo>
                    <a:pt x="153" y="77"/>
                  </a:lnTo>
                  <a:lnTo>
                    <a:pt x="152" y="62"/>
                  </a:lnTo>
                  <a:lnTo>
                    <a:pt x="148" y="47"/>
                  </a:lnTo>
                  <a:lnTo>
                    <a:pt x="141" y="35"/>
                  </a:lnTo>
                  <a:lnTo>
                    <a:pt x="132" y="22"/>
                  </a:lnTo>
                  <a:lnTo>
                    <a:pt x="119" y="13"/>
                  </a:lnTo>
                  <a:lnTo>
                    <a:pt x="106" y="6"/>
                  </a:lnTo>
                  <a:lnTo>
                    <a:pt x="91" y="1"/>
                  </a:lnTo>
                  <a:lnTo>
                    <a:pt x="76" y="0"/>
                  </a:lnTo>
                  <a:lnTo>
                    <a:pt x="62" y="1"/>
                  </a:lnTo>
                  <a:lnTo>
                    <a:pt x="48" y="6"/>
                  </a:lnTo>
                  <a:lnTo>
                    <a:pt x="34" y="13"/>
                  </a:lnTo>
                  <a:lnTo>
                    <a:pt x="23" y="22"/>
                  </a:lnTo>
                  <a:lnTo>
                    <a:pt x="13" y="35"/>
                  </a:lnTo>
                  <a:lnTo>
                    <a:pt x="5" y="47"/>
                  </a:lnTo>
                  <a:lnTo>
                    <a:pt x="2" y="62"/>
                  </a:lnTo>
                  <a:lnTo>
                    <a:pt x="0" y="77"/>
                  </a:lnTo>
                  <a:lnTo>
                    <a:pt x="0" y="115"/>
                  </a:lnTo>
                  <a:lnTo>
                    <a:pt x="2" y="130"/>
                  </a:lnTo>
                  <a:lnTo>
                    <a:pt x="5" y="145"/>
                  </a:lnTo>
                  <a:lnTo>
                    <a:pt x="13" y="159"/>
                  </a:lnTo>
                  <a:lnTo>
                    <a:pt x="23" y="170"/>
                  </a:lnTo>
                  <a:lnTo>
                    <a:pt x="34" y="179"/>
                  </a:lnTo>
                  <a:lnTo>
                    <a:pt x="48" y="186"/>
                  </a:lnTo>
                  <a:lnTo>
                    <a:pt x="62" y="191"/>
                  </a:lnTo>
                  <a:lnTo>
                    <a:pt x="76" y="192"/>
                  </a:lnTo>
                  <a:lnTo>
                    <a:pt x="153" y="19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50" name=""/>
            <p:cNvSpPr/>
            <p:nvPr/>
          </p:nvSpPr>
          <p:spPr>
            <a:xfrm rot="0">
              <a:off x="2471" y="3188"/>
              <a:ext cx="11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29" y="29"/>
                  </a:moveTo>
                  <a:lnTo>
                    <a:pt x="16" y="55"/>
                  </a:lnTo>
                  <a:lnTo>
                    <a:pt x="8" y="49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2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51" name=""/>
            <p:cNvSpPr/>
            <p:nvPr/>
          </p:nvSpPr>
          <p:spPr>
            <a:xfrm rot="0">
              <a:off x="2471" y="3188"/>
              <a:ext cx="11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16" y="55"/>
                  </a:moveTo>
                  <a:lnTo>
                    <a:pt x="8" y="49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52" name=""/>
            <p:cNvSpPr/>
            <p:nvPr/>
          </p:nvSpPr>
          <p:spPr>
            <a:xfrm rot="0">
              <a:off x="2475" y="3188"/>
              <a:ext cx="96" cy="58"/>
            </a:xfrm>
            <a:custGeom>
              <a:avLst/>
              <a:ahLst/>
              <a:rect l="0" t="0" r="r" b="b"/>
              <a:pathLst>
                <a:path w="381" h="231">
                  <a:moveTo>
                    <a:pt x="25" y="0"/>
                  </a:moveTo>
                  <a:lnTo>
                    <a:pt x="13" y="27"/>
                  </a:lnTo>
                  <a:lnTo>
                    <a:pt x="0" y="53"/>
                  </a:lnTo>
                  <a:lnTo>
                    <a:pt x="356" y="231"/>
                  </a:lnTo>
                  <a:lnTo>
                    <a:pt x="368" y="205"/>
                  </a:lnTo>
                  <a:lnTo>
                    <a:pt x="381" y="178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53" name=""/>
            <p:cNvSpPr/>
            <p:nvPr/>
          </p:nvSpPr>
          <p:spPr>
            <a:xfrm rot="0">
              <a:off x="2475" y="3188"/>
              <a:ext cx="96" cy="58"/>
            </a:xfrm>
            <a:custGeom>
              <a:avLst/>
              <a:ahLst/>
              <a:rect l="0" t="0" r="r" b="b"/>
              <a:pathLst>
                <a:path w="381" h="231">
                  <a:moveTo>
                    <a:pt x="25" y="0"/>
                  </a:moveTo>
                  <a:lnTo>
                    <a:pt x="13" y="27"/>
                  </a:lnTo>
                  <a:lnTo>
                    <a:pt x="0" y="53"/>
                  </a:lnTo>
                  <a:lnTo>
                    <a:pt x="356" y="231"/>
                  </a:lnTo>
                  <a:lnTo>
                    <a:pt x="368" y="205"/>
                  </a:lnTo>
                  <a:lnTo>
                    <a:pt x="381" y="178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54" name=""/>
            <p:cNvSpPr/>
            <p:nvPr/>
          </p:nvSpPr>
          <p:spPr>
            <a:xfrm rot="0">
              <a:off x="2564" y="3233"/>
              <a:ext cx="11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12" y="27"/>
                  </a:moveTo>
                  <a:lnTo>
                    <a:pt x="25" y="0"/>
                  </a:lnTo>
                  <a:lnTo>
                    <a:pt x="33" y="6"/>
                  </a:lnTo>
                  <a:lnTo>
                    <a:pt x="39" y="13"/>
                  </a:lnTo>
                  <a:lnTo>
                    <a:pt x="41" y="22"/>
                  </a:lnTo>
                  <a:lnTo>
                    <a:pt x="41" y="31"/>
                  </a:lnTo>
                  <a:lnTo>
                    <a:pt x="39" y="39"/>
                  </a:lnTo>
                  <a:lnTo>
                    <a:pt x="33" y="47"/>
                  </a:lnTo>
                  <a:lnTo>
                    <a:pt x="26" y="53"/>
                  </a:lnTo>
                  <a:lnTo>
                    <a:pt x="17" y="55"/>
                  </a:lnTo>
                  <a:lnTo>
                    <a:pt x="8" y="55"/>
                  </a:lnTo>
                  <a:lnTo>
                    <a:pt x="0" y="53"/>
                  </a:lnTo>
                  <a:lnTo>
                    <a:pt x="1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55" name=""/>
            <p:cNvSpPr/>
            <p:nvPr/>
          </p:nvSpPr>
          <p:spPr>
            <a:xfrm rot="0">
              <a:off x="2564" y="3233"/>
              <a:ext cx="11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25" y="0"/>
                  </a:moveTo>
                  <a:lnTo>
                    <a:pt x="33" y="6"/>
                  </a:lnTo>
                  <a:lnTo>
                    <a:pt x="39" y="13"/>
                  </a:lnTo>
                  <a:lnTo>
                    <a:pt x="41" y="22"/>
                  </a:lnTo>
                  <a:lnTo>
                    <a:pt x="41" y="31"/>
                  </a:lnTo>
                  <a:lnTo>
                    <a:pt x="39" y="39"/>
                  </a:lnTo>
                  <a:lnTo>
                    <a:pt x="33" y="47"/>
                  </a:lnTo>
                  <a:lnTo>
                    <a:pt x="26" y="53"/>
                  </a:lnTo>
                  <a:lnTo>
                    <a:pt x="17" y="55"/>
                  </a:lnTo>
                  <a:lnTo>
                    <a:pt x="8" y="55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56" name=""/>
            <p:cNvSpPr/>
            <p:nvPr/>
          </p:nvSpPr>
          <p:spPr>
            <a:xfrm rot="0">
              <a:off x="2563" y="3232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16" y="29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1"/>
                  </a:lnTo>
                  <a:lnTo>
                    <a:pt x="35" y="6"/>
                  </a:lnTo>
                  <a:lnTo>
                    <a:pt x="40" y="13"/>
                  </a:lnTo>
                  <a:lnTo>
                    <a:pt x="45" y="21"/>
                  </a:lnTo>
                  <a:lnTo>
                    <a:pt x="45" y="30"/>
                  </a:lnTo>
                  <a:lnTo>
                    <a:pt x="44" y="39"/>
                  </a:lnTo>
                  <a:lnTo>
                    <a:pt x="39" y="47"/>
                  </a:lnTo>
                  <a:lnTo>
                    <a:pt x="32" y="53"/>
                  </a:lnTo>
                  <a:lnTo>
                    <a:pt x="16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57" name=""/>
            <p:cNvSpPr/>
            <p:nvPr/>
          </p:nvSpPr>
          <p:spPr>
            <a:xfrm rot="0">
              <a:off x="2563" y="3232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0" y="5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7" y="1"/>
                  </a:lnTo>
                  <a:lnTo>
                    <a:pt x="35" y="6"/>
                  </a:lnTo>
                  <a:lnTo>
                    <a:pt x="40" y="13"/>
                  </a:lnTo>
                  <a:lnTo>
                    <a:pt x="45" y="21"/>
                  </a:lnTo>
                  <a:lnTo>
                    <a:pt x="45" y="30"/>
                  </a:lnTo>
                  <a:lnTo>
                    <a:pt x="44" y="39"/>
                  </a:lnTo>
                  <a:lnTo>
                    <a:pt x="39" y="47"/>
                  </a:lnTo>
                  <a:lnTo>
                    <a:pt x="3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58" name=""/>
            <p:cNvSpPr/>
            <p:nvPr/>
          </p:nvSpPr>
          <p:spPr>
            <a:xfrm rot="0">
              <a:off x="2494" y="3233"/>
              <a:ext cx="77" cy="59"/>
            </a:xfrm>
            <a:custGeom>
              <a:avLst/>
              <a:ahLst/>
              <a:rect l="0" t="0" r="r" b="b"/>
              <a:pathLst>
                <a:path w="310" h="235">
                  <a:moveTo>
                    <a:pt x="310" y="48"/>
                  </a:moveTo>
                  <a:lnTo>
                    <a:pt x="294" y="24"/>
                  </a:lnTo>
                  <a:lnTo>
                    <a:pt x="278" y="0"/>
                  </a:lnTo>
                  <a:lnTo>
                    <a:pt x="0" y="187"/>
                  </a:lnTo>
                  <a:lnTo>
                    <a:pt x="16" y="211"/>
                  </a:lnTo>
                  <a:lnTo>
                    <a:pt x="33" y="235"/>
                  </a:lnTo>
                  <a:lnTo>
                    <a:pt x="31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59" name=""/>
            <p:cNvSpPr/>
            <p:nvPr/>
          </p:nvSpPr>
          <p:spPr>
            <a:xfrm rot="0">
              <a:off x="2494" y="3233"/>
              <a:ext cx="77" cy="59"/>
            </a:xfrm>
            <a:custGeom>
              <a:avLst/>
              <a:ahLst/>
              <a:rect l="0" t="0" r="r" b="b"/>
              <a:pathLst>
                <a:path w="310" h="235">
                  <a:moveTo>
                    <a:pt x="310" y="48"/>
                  </a:moveTo>
                  <a:lnTo>
                    <a:pt x="294" y="24"/>
                  </a:lnTo>
                  <a:lnTo>
                    <a:pt x="278" y="0"/>
                  </a:lnTo>
                  <a:lnTo>
                    <a:pt x="0" y="187"/>
                  </a:lnTo>
                  <a:lnTo>
                    <a:pt x="16" y="211"/>
                  </a:lnTo>
                  <a:lnTo>
                    <a:pt x="33" y="235"/>
                  </a:lnTo>
                  <a:lnTo>
                    <a:pt x="31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60" name=""/>
            <p:cNvSpPr/>
            <p:nvPr/>
          </p:nvSpPr>
          <p:spPr>
            <a:xfrm rot="0">
              <a:off x="2491" y="3280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28" y="24"/>
                  </a:moveTo>
                  <a:lnTo>
                    <a:pt x="45" y="48"/>
                  </a:lnTo>
                  <a:lnTo>
                    <a:pt x="36" y="53"/>
                  </a:lnTo>
                  <a:lnTo>
                    <a:pt x="27" y="53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1" y="13"/>
                  </a:lnTo>
                  <a:lnTo>
                    <a:pt x="5" y="5"/>
                  </a:lnTo>
                  <a:lnTo>
                    <a:pt x="12" y="0"/>
                  </a:lnTo>
                  <a:lnTo>
                    <a:pt x="2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61" name=""/>
            <p:cNvSpPr/>
            <p:nvPr/>
          </p:nvSpPr>
          <p:spPr>
            <a:xfrm rot="0">
              <a:off x="2491" y="3280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45" y="48"/>
                  </a:moveTo>
                  <a:lnTo>
                    <a:pt x="36" y="53"/>
                  </a:lnTo>
                  <a:lnTo>
                    <a:pt x="27" y="53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1" y="13"/>
                  </a:lnTo>
                  <a:lnTo>
                    <a:pt x="5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62" name=""/>
            <p:cNvSpPr/>
            <p:nvPr/>
          </p:nvSpPr>
          <p:spPr>
            <a:xfrm rot="0">
              <a:off x="2560" y="3232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2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63" name=""/>
            <p:cNvSpPr/>
            <p:nvPr/>
          </p:nvSpPr>
          <p:spPr>
            <a:xfrm rot="0">
              <a:off x="2560" y="3232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2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64" name=""/>
            <p:cNvSpPr/>
            <p:nvPr/>
          </p:nvSpPr>
          <p:spPr>
            <a:xfrm rot="0">
              <a:off x="2560" y="3239"/>
              <a:ext cx="15" cy="200"/>
            </a:xfrm>
            <a:custGeom>
              <a:avLst/>
              <a:ahLst/>
              <a:rect l="0" t="0" r="r" b="b"/>
              <a:pathLst>
                <a:path w="58" h="79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796"/>
                  </a:lnTo>
                  <a:lnTo>
                    <a:pt x="28" y="796"/>
                  </a:lnTo>
                  <a:lnTo>
                    <a:pt x="58" y="796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65" name=""/>
            <p:cNvSpPr/>
            <p:nvPr/>
          </p:nvSpPr>
          <p:spPr>
            <a:xfrm rot="0">
              <a:off x="2560" y="3239"/>
              <a:ext cx="15" cy="200"/>
            </a:xfrm>
            <a:custGeom>
              <a:avLst/>
              <a:ahLst/>
              <a:rect l="0" t="0" r="r" b="b"/>
              <a:pathLst>
                <a:path w="58" h="79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796"/>
                  </a:lnTo>
                  <a:lnTo>
                    <a:pt x="28" y="796"/>
                  </a:lnTo>
                  <a:lnTo>
                    <a:pt x="58" y="79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66" name=""/>
            <p:cNvSpPr/>
            <p:nvPr/>
          </p:nvSpPr>
          <p:spPr>
            <a:xfrm rot="0">
              <a:off x="2560" y="3439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67" name=""/>
            <p:cNvSpPr/>
            <p:nvPr/>
          </p:nvSpPr>
          <p:spPr>
            <a:xfrm rot="0">
              <a:off x="2560" y="3439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68" name=""/>
            <p:cNvSpPr/>
            <p:nvPr/>
          </p:nvSpPr>
          <p:spPr>
            <a:xfrm rot="0">
              <a:off x="2745" y="3548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69" name=""/>
            <p:cNvSpPr/>
            <p:nvPr/>
          </p:nvSpPr>
          <p:spPr>
            <a:xfrm rot="0">
              <a:off x="2745" y="3548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70" name=""/>
            <p:cNvSpPr/>
            <p:nvPr/>
          </p:nvSpPr>
          <p:spPr>
            <a:xfrm rot="0">
              <a:off x="2745" y="3555"/>
              <a:ext cx="15" cy="205"/>
            </a:xfrm>
            <a:custGeom>
              <a:avLst/>
              <a:ahLst/>
              <a:rect l="0" t="0" r="r" b="b"/>
              <a:pathLst>
                <a:path w="58" h="82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820"/>
                  </a:lnTo>
                  <a:lnTo>
                    <a:pt x="28" y="820"/>
                  </a:lnTo>
                  <a:lnTo>
                    <a:pt x="58" y="820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71" name=""/>
            <p:cNvSpPr/>
            <p:nvPr/>
          </p:nvSpPr>
          <p:spPr>
            <a:xfrm rot="0">
              <a:off x="2745" y="3555"/>
              <a:ext cx="15" cy="205"/>
            </a:xfrm>
            <a:custGeom>
              <a:avLst/>
              <a:ahLst/>
              <a:rect l="0" t="0" r="r" b="b"/>
              <a:pathLst>
                <a:path w="58" h="82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820"/>
                  </a:lnTo>
                  <a:lnTo>
                    <a:pt x="28" y="820"/>
                  </a:lnTo>
                  <a:lnTo>
                    <a:pt x="58" y="820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72" name=""/>
            <p:cNvSpPr/>
            <p:nvPr/>
          </p:nvSpPr>
          <p:spPr>
            <a:xfrm rot="0">
              <a:off x="2745" y="3760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73" name=""/>
            <p:cNvSpPr/>
            <p:nvPr/>
          </p:nvSpPr>
          <p:spPr>
            <a:xfrm rot="0">
              <a:off x="2745" y="3760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74" name=""/>
            <p:cNvSpPr/>
            <p:nvPr/>
          </p:nvSpPr>
          <p:spPr>
            <a:xfrm rot="0">
              <a:off x="2563" y="3771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9" y="25"/>
                  </a:moveTo>
                  <a:lnTo>
                    <a:pt x="43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6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2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75" name=""/>
            <p:cNvSpPr/>
            <p:nvPr/>
          </p:nvSpPr>
          <p:spPr>
            <a:xfrm rot="0">
              <a:off x="2563" y="3771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6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2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76" name=""/>
            <p:cNvSpPr/>
            <p:nvPr/>
          </p:nvSpPr>
          <p:spPr>
            <a:xfrm rot="0">
              <a:off x="2566" y="3760"/>
              <a:ext cx="27" cy="24"/>
            </a:xfrm>
            <a:custGeom>
              <a:avLst/>
              <a:ahLst/>
              <a:rect l="0" t="0" r="r" b="b"/>
              <a:pathLst>
                <a:path w="109" h="95">
                  <a:moveTo>
                    <a:pt x="0" y="45"/>
                  </a:moveTo>
                  <a:lnTo>
                    <a:pt x="15" y="70"/>
                  </a:lnTo>
                  <a:lnTo>
                    <a:pt x="29" y="95"/>
                  </a:lnTo>
                  <a:lnTo>
                    <a:pt x="109" y="50"/>
                  </a:lnTo>
                  <a:lnTo>
                    <a:pt x="94" y="25"/>
                  </a:lnTo>
                  <a:lnTo>
                    <a:pt x="79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77" name=""/>
            <p:cNvSpPr/>
            <p:nvPr/>
          </p:nvSpPr>
          <p:spPr>
            <a:xfrm rot="0">
              <a:off x="2566" y="3760"/>
              <a:ext cx="27" cy="24"/>
            </a:xfrm>
            <a:custGeom>
              <a:avLst/>
              <a:ahLst/>
              <a:rect l="0" t="0" r="r" b="b"/>
              <a:pathLst>
                <a:path w="109" h="95">
                  <a:moveTo>
                    <a:pt x="0" y="45"/>
                  </a:moveTo>
                  <a:lnTo>
                    <a:pt x="15" y="70"/>
                  </a:lnTo>
                  <a:lnTo>
                    <a:pt x="29" y="95"/>
                  </a:lnTo>
                  <a:lnTo>
                    <a:pt x="109" y="50"/>
                  </a:lnTo>
                  <a:lnTo>
                    <a:pt x="94" y="25"/>
                  </a:lnTo>
                  <a:lnTo>
                    <a:pt x="79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78" name=""/>
            <p:cNvSpPr/>
            <p:nvPr/>
          </p:nvSpPr>
          <p:spPr>
            <a:xfrm rot="0">
              <a:off x="2586" y="3759"/>
              <a:ext cx="11" cy="13"/>
            </a:xfrm>
            <a:custGeom>
              <a:avLst/>
              <a:ahLst/>
              <a:rect l="0" t="0" r="r" b="b"/>
              <a:pathLst>
                <a:path w="43" h="53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34" y="6"/>
                  </a:lnTo>
                  <a:lnTo>
                    <a:pt x="40" y="13"/>
                  </a:lnTo>
                  <a:lnTo>
                    <a:pt x="43" y="22"/>
                  </a:lnTo>
                  <a:lnTo>
                    <a:pt x="43" y="32"/>
                  </a:lnTo>
                  <a:lnTo>
                    <a:pt x="41" y="41"/>
                  </a:lnTo>
                  <a:lnTo>
                    <a:pt x="37" y="48"/>
                  </a:lnTo>
                  <a:lnTo>
                    <a:pt x="30" y="53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79" name=""/>
            <p:cNvSpPr/>
            <p:nvPr/>
          </p:nvSpPr>
          <p:spPr>
            <a:xfrm rot="0">
              <a:off x="2586" y="3759"/>
              <a:ext cx="11" cy="13"/>
            </a:xfrm>
            <a:custGeom>
              <a:avLst/>
              <a:ahLst/>
              <a:rect l="0" t="0" r="r" b="b"/>
              <a:pathLst>
                <a:path w="43" h="53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34" y="6"/>
                  </a:lnTo>
                  <a:lnTo>
                    <a:pt x="40" y="13"/>
                  </a:lnTo>
                  <a:lnTo>
                    <a:pt x="43" y="22"/>
                  </a:lnTo>
                  <a:lnTo>
                    <a:pt x="43" y="32"/>
                  </a:lnTo>
                  <a:lnTo>
                    <a:pt x="41" y="41"/>
                  </a:lnTo>
                  <a:lnTo>
                    <a:pt x="37" y="48"/>
                  </a:lnTo>
                  <a:lnTo>
                    <a:pt x="3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80" name=""/>
            <p:cNvSpPr/>
            <p:nvPr/>
          </p:nvSpPr>
          <p:spPr>
            <a:xfrm rot="0">
              <a:off x="2494" y="3601"/>
              <a:ext cx="10" cy="14"/>
            </a:xfrm>
            <a:custGeom>
              <a:avLst/>
              <a:ahLst/>
              <a:rect l="0" t="0" r="r" b="b"/>
              <a:pathLst>
                <a:path w="43" h="55">
                  <a:moveTo>
                    <a:pt x="29" y="27"/>
                  </a:moveTo>
                  <a:lnTo>
                    <a:pt x="43" y="53"/>
                  </a:lnTo>
                  <a:lnTo>
                    <a:pt x="34" y="55"/>
                  </a:lnTo>
                  <a:lnTo>
                    <a:pt x="24" y="55"/>
                  </a:lnTo>
                  <a:lnTo>
                    <a:pt x="15" y="53"/>
                  </a:lnTo>
                  <a:lnTo>
                    <a:pt x="8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5" y="0"/>
                  </a:lnTo>
                  <a:lnTo>
                    <a:pt x="2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81" name=""/>
            <p:cNvSpPr/>
            <p:nvPr/>
          </p:nvSpPr>
          <p:spPr>
            <a:xfrm rot="0">
              <a:off x="2494" y="3601"/>
              <a:ext cx="10" cy="14"/>
            </a:xfrm>
            <a:custGeom>
              <a:avLst/>
              <a:ahLst/>
              <a:rect l="0" t="0" r="r" b="b"/>
              <a:pathLst>
                <a:path w="43" h="55">
                  <a:moveTo>
                    <a:pt x="43" y="53"/>
                  </a:moveTo>
                  <a:lnTo>
                    <a:pt x="34" y="55"/>
                  </a:lnTo>
                  <a:lnTo>
                    <a:pt x="24" y="55"/>
                  </a:lnTo>
                  <a:lnTo>
                    <a:pt x="15" y="53"/>
                  </a:lnTo>
                  <a:lnTo>
                    <a:pt x="8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82" name=""/>
            <p:cNvSpPr/>
            <p:nvPr/>
          </p:nvSpPr>
          <p:spPr>
            <a:xfrm rot="0">
              <a:off x="2497" y="3556"/>
              <a:ext cx="96" cy="58"/>
            </a:xfrm>
            <a:custGeom>
              <a:avLst/>
              <a:ahLst/>
              <a:rect l="0" t="0" r="r" b="b"/>
              <a:pathLst>
                <a:path w="384" h="234">
                  <a:moveTo>
                    <a:pt x="0" y="181"/>
                  </a:moveTo>
                  <a:lnTo>
                    <a:pt x="14" y="208"/>
                  </a:lnTo>
                  <a:lnTo>
                    <a:pt x="28" y="234"/>
                  </a:lnTo>
                  <a:lnTo>
                    <a:pt x="384" y="53"/>
                  </a:lnTo>
                  <a:lnTo>
                    <a:pt x="370" y="26"/>
                  </a:lnTo>
                  <a:lnTo>
                    <a:pt x="356" y="0"/>
                  </a:lnTo>
                  <a:lnTo>
                    <a:pt x="0" y="1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83" name=""/>
            <p:cNvSpPr/>
            <p:nvPr/>
          </p:nvSpPr>
          <p:spPr>
            <a:xfrm rot="0">
              <a:off x="2497" y="3556"/>
              <a:ext cx="96" cy="58"/>
            </a:xfrm>
            <a:custGeom>
              <a:avLst/>
              <a:ahLst/>
              <a:rect l="0" t="0" r="r" b="b"/>
              <a:pathLst>
                <a:path w="384" h="234">
                  <a:moveTo>
                    <a:pt x="0" y="181"/>
                  </a:moveTo>
                  <a:lnTo>
                    <a:pt x="14" y="208"/>
                  </a:lnTo>
                  <a:lnTo>
                    <a:pt x="28" y="234"/>
                  </a:lnTo>
                  <a:lnTo>
                    <a:pt x="384" y="53"/>
                  </a:lnTo>
                  <a:lnTo>
                    <a:pt x="370" y="26"/>
                  </a:lnTo>
                  <a:lnTo>
                    <a:pt x="356" y="0"/>
                  </a:lnTo>
                  <a:lnTo>
                    <a:pt x="0" y="1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84" name=""/>
            <p:cNvSpPr/>
            <p:nvPr/>
          </p:nvSpPr>
          <p:spPr>
            <a:xfrm rot="0">
              <a:off x="2586" y="3555"/>
              <a:ext cx="11" cy="14"/>
            </a:xfrm>
            <a:custGeom>
              <a:avLst/>
              <a:ahLst/>
              <a:rect l="0" t="0" r="r" b="b"/>
              <a:pathLst>
                <a:path w="42" h="56">
                  <a:moveTo>
                    <a:pt x="14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8" y="3"/>
                  </a:lnTo>
                  <a:lnTo>
                    <a:pt x="34" y="9"/>
                  </a:lnTo>
                  <a:lnTo>
                    <a:pt x="40" y="15"/>
                  </a:lnTo>
                  <a:lnTo>
                    <a:pt x="42" y="25"/>
                  </a:lnTo>
                  <a:lnTo>
                    <a:pt x="42" y="34"/>
                  </a:lnTo>
                  <a:lnTo>
                    <a:pt x="40" y="43"/>
                  </a:lnTo>
                  <a:lnTo>
                    <a:pt x="34" y="50"/>
                  </a:lnTo>
                  <a:lnTo>
                    <a:pt x="28" y="56"/>
                  </a:lnTo>
                  <a:lnTo>
                    <a:pt x="1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85" name=""/>
            <p:cNvSpPr/>
            <p:nvPr/>
          </p:nvSpPr>
          <p:spPr>
            <a:xfrm rot="0">
              <a:off x="2586" y="3555"/>
              <a:ext cx="11" cy="14"/>
            </a:xfrm>
            <a:custGeom>
              <a:avLst/>
              <a:ahLst/>
              <a:rect l="0" t="0" r="r" b="b"/>
              <a:pathLst>
                <a:path w="42" h="56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8" y="3"/>
                  </a:lnTo>
                  <a:lnTo>
                    <a:pt x="34" y="9"/>
                  </a:lnTo>
                  <a:lnTo>
                    <a:pt x="40" y="15"/>
                  </a:lnTo>
                  <a:lnTo>
                    <a:pt x="42" y="25"/>
                  </a:lnTo>
                  <a:lnTo>
                    <a:pt x="42" y="34"/>
                  </a:lnTo>
                  <a:lnTo>
                    <a:pt x="40" y="43"/>
                  </a:lnTo>
                  <a:lnTo>
                    <a:pt x="34" y="50"/>
                  </a:lnTo>
                  <a:lnTo>
                    <a:pt x="28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86" name=""/>
            <p:cNvSpPr/>
            <p:nvPr/>
          </p:nvSpPr>
          <p:spPr>
            <a:xfrm rot="0">
              <a:off x="2583" y="3759"/>
              <a:ext cx="11" cy="13"/>
            </a:xfrm>
            <a:custGeom>
              <a:avLst/>
              <a:ahLst/>
              <a:rect l="0" t="0" r="r" b="b"/>
              <a:pathLst>
                <a:path w="46" h="52">
                  <a:moveTo>
                    <a:pt x="29" y="28"/>
                  </a:moveTo>
                  <a:lnTo>
                    <a:pt x="12" y="52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2" y="4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4"/>
                  </a:lnTo>
                  <a:lnTo>
                    <a:pt x="2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87" name=""/>
            <p:cNvSpPr/>
            <p:nvPr/>
          </p:nvSpPr>
          <p:spPr>
            <a:xfrm rot="0">
              <a:off x="2583" y="3759"/>
              <a:ext cx="11" cy="13"/>
            </a:xfrm>
            <a:custGeom>
              <a:avLst/>
              <a:ahLst/>
              <a:rect l="0" t="0" r="r" b="b"/>
              <a:pathLst>
                <a:path w="46" h="52">
                  <a:moveTo>
                    <a:pt x="12" y="52"/>
                  </a:moveTo>
                  <a:lnTo>
                    <a:pt x="5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2" y="4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88" name=""/>
            <p:cNvSpPr/>
            <p:nvPr/>
          </p:nvSpPr>
          <p:spPr>
            <a:xfrm rot="0">
              <a:off x="2585" y="3760"/>
              <a:ext cx="76" cy="60"/>
            </a:xfrm>
            <a:custGeom>
              <a:avLst/>
              <a:ahLst/>
              <a:rect l="0" t="0" r="r" b="b"/>
              <a:pathLst>
                <a:path w="301" h="240">
                  <a:moveTo>
                    <a:pt x="34" y="0"/>
                  </a:moveTo>
                  <a:lnTo>
                    <a:pt x="17" y="24"/>
                  </a:lnTo>
                  <a:lnTo>
                    <a:pt x="0" y="48"/>
                  </a:lnTo>
                  <a:lnTo>
                    <a:pt x="267" y="240"/>
                  </a:lnTo>
                  <a:lnTo>
                    <a:pt x="284" y="216"/>
                  </a:lnTo>
                  <a:lnTo>
                    <a:pt x="301" y="192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89" name=""/>
            <p:cNvSpPr/>
            <p:nvPr/>
          </p:nvSpPr>
          <p:spPr>
            <a:xfrm rot="0">
              <a:off x="2585" y="3760"/>
              <a:ext cx="76" cy="60"/>
            </a:xfrm>
            <a:custGeom>
              <a:avLst/>
              <a:ahLst/>
              <a:rect l="0" t="0" r="r" b="b"/>
              <a:pathLst>
                <a:path w="301" h="240">
                  <a:moveTo>
                    <a:pt x="34" y="0"/>
                  </a:moveTo>
                  <a:lnTo>
                    <a:pt x="17" y="24"/>
                  </a:lnTo>
                  <a:lnTo>
                    <a:pt x="0" y="48"/>
                  </a:lnTo>
                  <a:lnTo>
                    <a:pt x="267" y="240"/>
                  </a:lnTo>
                  <a:lnTo>
                    <a:pt x="284" y="216"/>
                  </a:lnTo>
                  <a:lnTo>
                    <a:pt x="301" y="19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90" name=""/>
            <p:cNvSpPr/>
            <p:nvPr/>
          </p:nvSpPr>
          <p:spPr>
            <a:xfrm rot="0">
              <a:off x="2652" y="3808"/>
              <a:ext cx="12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17" y="24"/>
                  </a:moveTo>
                  <a:lnTo>
                    <a:pt x="34" y="0"/>
                  </a:lnTo>
                  <a:lnTo>
                    <a:pt x="41" y="7"/>
                  </a:lnTo>
                  <a:lnTo>
                    <a:pt x="45" y="15"/>
                  </a:lnTo>
                  <a:lnTo>
                    <a:pt x="46" y="24"/>
                  </a:lnTo>
                  <a:lnTo>
                    <a:pt x="45" y="33"/>
                  </a:lnTo>
                  <a:lnTo>
                    <a:pt x="41" y="41"/>
                  </a:lnTo>
                  <a:lnTo>
                    <a:pt x="34" y="48"/>
                  </a:lnTo>
                  <a:lnTo>
                    <a:pt x="26" y="51"/>
                  </a:lnTo>
                  <a:lnTo>
                    <a:pt x="17" y="53"/>
                  </a:lnTo>
                  <a:lnTo>
                    <a:pt x="8" y="51"/>
                  </a:lnTo>
                  <a:lnTo>
                    <a:pt x="0" y="48"/>
                  </a:lnTo>
                  <a:lnTo>
                    <a:pt x="1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91" name=""/>
            <p:cNvSpPr/>
            <p:nvPr/>
          </p:nvSpPr>
          <p:spPr>
            <a:xfrm rot="0">
              <a:off x="2652" y="3808"/>
              <a:ext cx="12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34" y="0"/>
                  </a:moveTo>
                  <a:lnTo>
                    <a:pt x="41" y="7"/>
                  </a:lnTo>
                  <a:lnTo>
                    <a:pt x="45" y="15"/>
                  </a:lnTo>
                  <a:lnTo>
                    <a:pt x="46" y="24"/>
                  </a:lnTo>
                  <a:lnTo>
                    <a:pt x="45" y="33"/>
                  </a:lnTo>
                  <a:lnTo>
                    <a:pt x="41" y="41"/>
                  </a:lnTo>
                  <a:lnTo>
                    <a:pt x="34" y="48"/>
                  </a:lnTo>
                  <a:lnTo>
                    <a:pt x="26" y="51"/>
                  </a:lnTo>
                  <a:lnTo>
                    <a:pt x="17" y="53"/>
                  </a:lnTo>
                  <a:lnTo>
                    <a:pt x="8" y="51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92" name=""/>
            <p:cNvSpPr/>
            <p:nvPr/>
          </p:nvSpPr>
          <p:spPr>
            <a:xfrm rot="0">
              <a:off x="2583" y="3555"/>
              <a:ext cx="11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29" y="29"/>
                  </a:moveTo>
                  <a:lnTo>
                    <a:pt x="12" y="53"/>
                  </a:lnTo>
                  <a:lnTo>
                    <a:pt x="5" y="46"/>
                  </a:lnTo>
                  <a:lnTo>
                    <a:pt x="1" y="38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93" name=""/>
            <p:cNvSpPr/>
            <p:nvPr/>
          </p:nvSpPr>
          <p:spPr>
            <a:xfrm rot="0">
              <a:off x="2583" y="3555"/>
              <a:ext cx="11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12" y="53"/>
                  </a:moveTo>
                  <a:lnTo>
                    <a:pt x="5" y="46"/>
                  </a:lnTo>
                  <a:lnTo>
                    <a:pt x="1" y="38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94" name=""/>
            <p:cNvSpPr/>
            <p:nvPr/>
          </p:nvSpPr>
          <p:spPr>
            <a:xfrm rot="0">
              <a:off x="2585" y="3556"/>
              <a:ext cx="76" cy="60"/>
            </a:xfrm>
            <a:custGeom>
              <a:avLst/>
              <a:ahLst/>
              <a:rect l="0" t="0" r="r" b="b"/>
              <a:pathLst>
                <a:path w="301" h="240">
                  <a:moveTo>
                    <a:pt x="34" y="0"/>
                  </a:moveTo>
                  <a:lnTo>
                    <a:pt x="17" y="24"/>
                  </a:lnTo>
                  <a:lnTo>
                    <a:pt x="0" y="48"/>
                  </a:lnTo>
                  <a:lnTo>
                    <a:pt x="267" y="240"/>
                  </a:lnTo>
                  <a:lnTo>
                    <a:pt x="284" y="216"/>
                  </a:lnTo>
                  <a:lnTo>
                    <a:pt x="301" y="192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95" name=""/>
            <p:cNvSpPr/>
            <p:nvPr/>
          </p:nvSpPr>
          <p:spPr>
            <a:xfrm rot="0">
              <a:off x="2585" y="3556"/>
              <a:ext cx="76" cy="60"/>
            </a:xfrm>
            <a:custGeom>
              <a:avLst/>
              <a:ahLst/>
              <a:rect l="0" t="0" r="r" b="b"/>
              <a:pathLst>
                <a:path w="301" h="240">
                  <a:moveTo>
                    <a:pt x="34" y="0"/>
                  </a:moveTo>
                  <a:lnTo>
                    <a:pt x="17" y="24"/>
                  </a:lnTo>
                  <a:lnTo>
                    <a:pt x="0" y="48"/>
                  </a:lnTo>
                  <a:lnTo>
                    <a:pt x="267" y="240"/>
                  </a:lnTo>
                  <a:lnTo>
                    <a:pt x="284" y="216"/>
                  </a:lnTo>
                  <a:lnTo>
                    <a:pt x="301" y="19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96" name=""/>
            <p:cNvSpPr/>
            <p:nvPr/>
          </p:nvSpPr>
          <p:spPr>
            <a:xfrm rot="0">
              <a:off x="2652" y="3604"/>
              <a:ext cx="12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17" y="24"/>
                  </a:moveTo>
                  <a:lnTo>
                    <a:pt x="34" y="0"/>
                  </a:lnTo>
                  <a:lnTo>
                    <a:pt x="41" y="7"/>
                  </a:lnTo>
                  <a:lnTo>
                    <a:pt x="45" y="15"/>
                  </a:lnTo>
                  <a:lnTo>
                    <a:pt x="46" y="24"/>
                  </a:lnTo>
                  <a:lnTo>
                    <a:pt x="45" y="33"/>
                  </a:lnTo>
                  <a:lnTo>
                    <a:pt x="41" y="41"/>
                  </a:lnTo>
                  <a:lnTo>
                    <a:pt x="34" y="48"/>
                  </a:lnTo>
                  <a:lnTo>
                    <a:pt x="26" y="51"/>
                  </a:lnTo>
                  <a:lnTo>
                    <a:pt x="17" y="53"/>
                  </a:lnTo>
                  <a:lnTo>
                    <a:pt x="8" y="51"/>
                  </a:lnTo>
                  <a:lnTo>
                    <a:pt x="0" y="48"/>
                  </a:lnTo>
                  <a:lnTo>
                    <a:pt x="1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97" name=""/>
            <p:cNvSpPr/>
            <p:nvPr/>
          </p:nvSpPr>
          <p:spPr>
            <a:xfrm rot="0">
              <a:off x="2652" y="3604"/>
              <a:ext cx="12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34" y="0"/>
                  </a:moveTo>
                  <a:lnTo>
                    <a:pt x="41" y="7"/>
                  </a:lnTo>
                  <a:lnTo>
                    <a:pt x="45" y="15"/>
                  </a:lnTo>
                  <a:lnTo>
                    <a:pt x="46" y="24"/>
                  </a:lnTo>
                  <a:lnTo>
                    <a:pt x="45" y="33"/>
                  </a:lnTo>
                  <a:lnTo>
                    <a:pt x="41" y="41"/>
                  </a:lnTo>
                  <a:lnTo>
                    <a:pt x="34" y="48"/>
                  </a:lnTo>
                  <a:lnTo>
                    <a:pt x="26" y="51"/>
                  </a:lnTo>
                  <a:lnTo>
                    <a:pt x="17" y="53"/>
                  </a:lnTo>
                  <a:lnTo>
                    <a:pt x="8" y="51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798" name=""/>
            <p:cNvSpPr/>
            <p:nvPr/>
          </p:nvSpPr>
          <p:spPr>
            <a:xfrm rot="0">
              <a:off x="2567" y="3650"/>
              <a:ext cx="10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13" y="29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3"/>
                  </a:lnTo>
                  <a:lnTo>
                    <a:pt x="33" y="8"/>
                  </a:lnTo>
                  <a:lnTo>
                    <a:pt x="39" y="16"/>
                  </a:lnTo>
                  <a:lnTo>
                    <a:pt x="41" y="24"/>
                  </a:lnTo>
                  <a:lnTo>
                    <a:pt x="41" y="34"/>
                  </a:lnTo>
                  <a:lnTo>
                    <a:pt x="39" y="43"/>
                  </a:lnTo>
                  <a:lnTo>
                    <a:pt x="33" y="50"/>
                  </a:lnTo>
                  <a:lnTo>
                    <a:pt x="25" y="55"/>
                  </a:lnTo>
                  <a:lnTo>
                    <a:pt x="1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799" name=""/>
            <p:cNvSpPr/>
            <p:nvPr/>
          </p:nvSpPr>
          <p:spPr>
            <a:xfrm rot="0">
              <a:off x="2567" y="3650"/>
              <a:ext cx="10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6" y="3"/>
                  </a:lnTo>
                  <a:lnTo>
                    <a:pt x="33" y="8"/>
                  </a:lnTo>
                  <a:lnTo>
                    <a:pt x="39" y="16"/>
                  </a:lnTo>
                  <a:lnTo>
                    <a:pt x="41" y="24"/>
                  </a:lnTo>
                  <a:lnTo>
                    <a:pt x="41" y="34"/>
                  </a:lnTo>
                  <a:lnTo>
                    <a:pt x="39" y="43"/>
                  </a:lnTo>
                  <a:lnTo>
                    <a:pt x="33" y="50"/>
                  </a:lnTo>
                  <a:lnTo>
                    <a:pt x="2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00" name=""/>
            <p:cNvSpPr/>
            <p:nvPr/>
          </p:nvSpPr>
          <p:spPr>
            <a:xfrm rot="0">
              <a:off x="2478" y="3650"/>
              <a:ext cx="95" cy="58"/>
            </a:xfrm>
            <a:custGeom>
              <a:avLst/>
              <a:ahLst/>
              <a:rect l="0" t="0" r="r" b="b"/>
              <a:pathLst>
                <a:path w="381" h="230">
                  <a:moveTo>
                    <a:pt x="381" y="52"/>
                  </a:moveTo>
                  <a:lnTo>
                    <a:pt x="369" y="26"/>
                  </a:lnTo>
                  <a:lnTo>
                    <a:pt x="356" y="0"/>
                  </a:lnTo>
                  <a:lnTo>
                    <a:pt x="0" y="178"/>
                  </a:lnTo>
                  <a:lnTo>
                    <a:pt x="13" y="204"/>
                  </a:lnTo>
                  <a:lnTo>
                    <a:pt x="25" y="230"/>
                  </a:lnTo>
                  <a:lnTo>
                    <a:pt x="38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01" name=""/>
            <p:cNvSpPr/>
            <p:nvPr/>
          </p:nvSpPr>
          <p:spPr>
            <a:xfrm rot="0">
              <a:off x="2478" y="3650"/>
              <a:ext cx="95" cy="58"/>
            </a:xfrm>
            <a:custGeom>
              <a:avLst/>
              <a:ahLst/>
              <a:rect l="0" t="0" r="r" b="b"/>
              <a:pathLst>
                <a:path w="381" h="230">
                  <a:moveTo>
                    <a:pt x="381" y="52"/>
                  </a:moveTo>
                  <a:lnTo>
                    <a:pt x="369" y="26"/>
                  </a:lnTo>
                  <a:lnTo>
                    <a:pt x="356" y="0"/>
                  </a:lnTo>
                  <a:lnTo>
                    <a:pt x="0" y="178"/>
                  </a:lnTo>
                  <a:lnTo>
                    <a:pt x="13" y="204"/>
                  </a:lnTo>
                  <a:lnTo>
                    <a:pt x="25" y="230"/>
                  </a:lnTo>
                  <a:lnTo>
                    <a:pt x="38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02" name=""/>
            <p:cNvSpPr/>
            <p:nvPr/>
          </p:nvSpPr>
          <p:spPr>
            <a:xfrm rot="0">
              <a:off x="2474" y="3695"/>
              <a:ext cx="10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29" y="26"/>
                  </a:moveTo>
                  <a:lnTo>
                    <a:pt x="41" y="52"/>
                  </a:lnTo>
                  <a:lnTo>
                    <a:pt x="33" y="55"/>
                  </a:lnTo>
                  <a:lnTo>
                    <a:pt x="24" y="55"/>
                  </a:lnTo>
                  <a:lnTo>
                    <a:pt x="15" y="52"/>
                  </a:lnTo>
                  <a:lnTo>
                    <a:pt x="8" y="47"/>
                  </a:lnTo>
                  <a:lnTo>
                    <a:pt x="2" y="39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8" y="5"/>
                  </a:lnTo>
                  <a:lnTo>
                    <a:pt x="16" y="0"/>
                  </a:lnTo>
                  <a:lnTo>
                    <a:pt x="2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03" name=""/>
            <p:cNvSpPr/>
            <p:nvPr/>
          </p:nvSpPr>
          <p:spPr>
            <a:xfrm rot="0">
              <a:off x="2474" y="3695"/>
              <a:ext cx="10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41" y="52"/>
                  </a:moveTo>
                  <a:lnTo>
                    <a:pt x="33" y="55"/>
                  </a:lnTo>
                  <a:lnTo>
                    <a:pt x="24" y="55"/>
                  </a:lnTo>
                  <a:lnTo>
                    <a:pt x="15" y="52"/>
                  </a:lnTo>
                  <a:lnTo>
                    <a:pt x="8" y="47"/>
                  </a:lnTo>
                  <a:lnTo>
                    <a:pt x="2" y="39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8" y="5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04" name=""/>
            <p:cNvSpPr/>
            <p:nvPr/>
          </p:nvSpPr>
          <p:spPr>
            <a:xfrm rot="0">
              <a:off x="2494" y="3600"/>
              <a:ext cx="11" cy="14"/>
            </a:xfrm>
            <a:custGeom>
              <a:avLst/>
              <a:ahLst/>
              <a:rect l="0" t="0" r="r" b="b"/>
              <a:pathLst>
                <a:path w="46" h="53">
                  <a:moveTo>
                    <a:pt x="29" y="29"/>
                  </a:moveTo>
                  <a:lnTo>
                    <a:pt x="12" y="53"/>
                  </a:lnTo>
                  <a:lnTo>
                    <a:pt x="5" y="46"/>
                  </a:lnTo>
                  <a:lnTo>
                    <a:pt x="1" y="38"/>
                  </a:lnTo>
                  <a:lnTo>
                    <a:pt x="0" y="29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2" y="4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05" name=""/>
            <p:cNvSpPr/>
            <p:nvPr/>
          </p:nvSpPr>
          <p:spPr>
            <a:xfrm rot="0">
              <a:off x="2494" y="3600"/>
              <a:ext cx="11" cy="14"/>
            </a:xfrm>
            <a:custGeom>
              <a:avLst/>
              <a:ahLst/>
              <a:rect l="0" t="0" r="r" b="b"/>
              <a:pathLst>
                <a:path w="46" h="53">
                  <a:moveTo>
                    <a:pt x="12" y="53"/>
                  </a:moveTo>
                  <a:lnTo>
                    <a:pt x="5" y="46"/>
                  </a:lnTo>
                  <a:lnTo>
                    <a:pt x="1" y="38"/>
                  </a:lnTo>
                  <a:lnTo>
                    <a:pt x="0" y="29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2" y="4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06" name=""/>
            <p:cNvSpPr/>
            <p:nvPr/>
          </p:nvSpPr>
          <p:spPr>
            <a:xfrm rot="0">
              <a:off x="2496" y="3602"/>
              <a:ext cx="78" cy="61"/>
            </a:xfrm>
            <a:custGeom>
              <a:avLst/>
              <a:ahLst/>
              <a:rect l="0" t="0" r="r" b="b"/>
              <a:pathLst>
                <a:path w="311" h="246">
                  <a:moveTo>
                    <a:pt x="34" y="0"/>
                  </a:moveTo>
                  <a:lnTo>
                    <a:pt x="17" y="25"/>
                  </a:lnTo>
                  <a:lnTo>
                    <a:pt x="0" y="49"/>
                  </a:lnTo>
                  <a:lnTo>
                    <a:pt x="276" y="246"/>
                  </a:lnTo>
                  <a:lnTo>
                    <a:pt x="294" y="222"/>
                  </a:lnTo>
                  <a:lnTo>
                    <a:pt x="311" y="198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07" name=""/>
            <p:cNvSpPr/>
            <p:nvPr/>
          </p:nvSpPr>
          <p:spPr>
            <a:xfrm rot="0">
              <a:off x="2496" y="3602"/>
              <a:ext cx="78" cy="61"/>
            </a:xfrm>
            <a:custGeom>
              <a:avLst/>
              <a:ahLst/>
              <a:rect l="0" t="0" r="r" b="b"/>
              <a:pathLst>
                <a:path w="311" h="246">
                  <a:moveTo>
                    <a:pt x="34" y="0"/>
                  </a:moveTo>
                  <a:lnTo>
                    <a:pt x="17" y="25"/>
                  </a:lnTo>
                  <a:lnTo>
                    <a:pt x="0" y="49"/>
                  </a:lnTo>
                  <a:lnTo>
                    <a:pt x="276" y="246"/>
                  </a:lnTo>
                  <a:lnTo>
                    <a:pt x="294" y="222"/>
                  </a:lnTo>
                  <a:lnTo>
                    <a:pt x="311" y="198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08" name=""/>
            <p:cNvSpPr/>
            <p:nvPr/>
          </p:nvSpPr>
          <p:spPr>
            <a:xfrm rot="0">
              <a:off x="2566" y="3651"/>
              <a:ext cx="11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18" y="24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45" y="15"/>
                  </a:lnTo>
                  <a:lnTo>
                    <a:pt x="46" y="24"/>
                  </a:lnTo>
                  <a:lnTo>
                    <a:pt x="45" y="33"/>
                  </a:lnTo>
                  <a:lnTo>
                    <a:pt x="42" y="41"/>
                  </a:lnTo>
                  <a:lnTo>
                    <a:pt x="35" y="48"/>
                  </a:lnTo>
                  <a:lnTo>
                    <a:pt x="27" y="52"/>
                  </a:lnTo>
                  <a:lnTo>
                    <a:pt x="18" y="53"/>
                  </a:lnTo>
                  <a:lnTo>
                    <a:pt x="8" y="52"/>
                  </a:lnTo>
                  <a:lnTo>
                    <a:pt x="0" y="48"/>
                  </a:lnTo>
                  <a:lnTo>
                    <a:pt x="1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09" name=""/>
            <p:cNvSpPr/>
            <p:nvPr/>
          </p:nvSpPr>
          <p:spPr>
            <a:xfrm rot="0">
              <a:off x="2566" y="3651"/>
              <a:ext cx="11" cy="13"/>
            </a:xfrm>
            <a:custGeom>
              <a:avLst/>
              <a:ahLst/>
              <a:rect l="0" t="0" r="r" b="b"/>
              <a:pathLst>
                <a:path w="46" h="53">
                  <a:moveTo>
                    <a:pt x="35" y="0"/>
                  </a:moveTo>
                  <a:lnTo>
                    <a:pt x="42" y="7"/>
                  </a:lnTo>
                  <a:lnTo>
                    <a:pt x="45" y="15"/>
                  </a:lnTo>
                  <a:lnTo>
                    <a:pt x="46" y="24"/>
                  </a:lnTo>
                  <a:lnTo>
                    <a:pt x="45" y="33"/>
                  </a:lnTo>
                  <a:lnTo>
                    <a:pt x="42" y="41"/>
                  </a:lnTo>
                  <a:lnTo>
                    <a:pt x="35" y="48"/>
                  </a:lnTo>
                  <a:lnTo>
                    <a:pt x="27" y="52"/>
                  </a:lnTo>
                  <a:lnTo>
                    <a:pt x="18" y="53"/>
                  </a:lnTo>
                  <a:lnTo>
                    <a:pt x="8" y="52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10" name=""/>
            <p:cNvSpPr/>
            <p:nvPr/>
          </p:nvSpPr>
          <p:spPr>
            <a:xfrm rot="0">
              <a:off x="2563" y="3650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11" name=""/>
            <p:cNvSpPr/>
            <p:nvPr/>
          </p:nvSpPr>
          <p:spPr>
            <a:xfrm rot="0">
              <a:off x="2563" y="3650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12" name=""/>
            <p:cNvSpPr/>
            <p:nvPr/>
          </p:nvSpPr>
          <p:spPr>
            <a:xfrm rot="0">
              <a:off x="2563" y="3657"/>
              <a:ext cx="14" cy="206"/>
            </a:xfrm>
            <a:custGeom>
              <a:avLst/>
              <a:ahLst/>
              <a:rect l="0" t="0" r="r" b="b"/>
              <a:pathLst>
                <a:path w="58" h="824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24"/>
                  </a:lnTo>
                  <a:lnTo>
                    <a:pt x="29" y="824"/>
                  </a:lnTo>
                  <a:lnTo>
                    <a:pt x="58" y="824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13" name=""/>
            <p:cNvSpPr/>
            <p:nvPr/>
          </p:nvSpPr>
          <p:spPr>
            <a:xfrm rot="0">
              <a:off x="2563" y="3657"/>
              <a:ext cx="14" cy="206"/>
            </a:xfrm>
            <a:custGeom>
              <a:avLst/>
              <a:ahLst/>
              <a:rect l="0" t="0" r="r" b="b"/>
              <a:pathLst>
                <a:path w="58" h="824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24"/>
                  </a:lnTo>
                  <a:lnTo>
                    <a:pt x="29" y="824"/>
                  </a:lnTo>
                  <a:lnTo>
                    <a:pt x="58" y="824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14" name=""/>
            <p:cNvSpPr/>
            <p:nvPr/>
          </p:nvSpPr>
          <p:spPr>
            <a:xfrm rot="0">
              <a:off x="2563" y="3863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15" name=""/>
            <p:cNvSpPr/>
            <p:nvPr/>
          </p:nvSpPr>
          <p:spPr>
            <a:xfrm rot="0">
              <a:off x="2563" y="3863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16" name=""/>
            <p:cNvSpPr/>
            <p:nvPr/>
          </p:nvSpPr>
          <p:spPr>
            <a:xfrm rot="0">
              <a:off x="2474" y="3913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17" name=""/>
            <p:cNvSpPr/>
            <p:nvPr/>
          </p:nvSpPr>
          <p:spPr>
            <a:xfrm rot="0">
              <a:off x="2474" y="3913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18" name=""/>
            <p:cNvSpPr/>
            <p:nvPr/>
          </p:nvSpPr>
          <p:spPr>
            <a:xfrm rot="0">
              <a:off x="2474" y="3701"/>
              <a:ext cx="14" cy="212"/>
            </a:xfrm>
            <a:custGeom>
              <a:avLst/>
              <a:ahLst/>
              <a:rect l="0" t="0" r="r" b="b"/>
              <a:pathLst>
                <a:path w="59" h="847">
                  <a:moveTo>
                    <a:pt x="0" y="847"/>
                  </a:moveTo>
                  <a:lnTo>
                    <a:pt x="29" y="847"/>
                  </a:lnTo>
                  <a:lnTo>
                    <a:pt x="59" y="847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8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19" name=""/>
            <p:cNvSpPr/>
            <p:nvPr/>
          </p:nvSpPr>
          <p:spPr>
            <a:xfrm rot="0">
              <a:off x="2474" y="3701"/>
              <a:ext cx="14" cy="212"/>
            </a:xfrm>
            <a:custGeom>
              <a:avLst/>
              <a:ahLst/>
              <a:rect l="0" t="0" r="r" b="b"/>
              <a:pathLst>
                <a:path w="59" h="847">
                  <a:moveTo>
                    <a:pt x="0" y="847"/>
                  </a:moveTo>
                  <a:lnTo>
                    <a:pt x="29" y="847"/>
                  </a:lnTo>
                  <a:lnTo>
                    <a:pt x="59" y="847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8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20" name=""/>
            <p:cNvSpPr/>
            <p:nvPr/>
          </p:nvSpPr>
          <p:spPr>
            <a:xfrm rot="0">
              <a:off x="2474" y="3694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21" name=""/>
            <p:cNvSpPr/>
            <p:nvPr/>
          </p:nvSpPr>
          <p:spPr>
            <a:xfrm rot="0">
              <a:off x="2474" y="3694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22" name=""/>
            <p:cNvSpPr/>
            <p:nvPr/>
          </p:nvSpPr>
          <p:spPr>
            <a:xfrm rot="0">
              <a:off x="2583" y="3555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23" name=""/>
            <p:cNvSpPr/>
            <p:nvPr/>
          </p:nvSpPr>
          <p:spPr>
            <a:xfrm rot="0">
              <a:off x="2583" y="3555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24" name=""/>
            <p:cNvSpPr/>
            <p:nvPr/>
          </p:nvSpPr>
          <p:spPr>
            <a:xfrm rot="0">
              <a:off x="2583" y="3562"/>
              <a:ext cx="14" cy="204"/>
            </a:xfrm>
            <a:custGeom>
              <a:avLst/>
              <a:ahLst/>
              <a:rect l="0" t="0" r="r" b="b"/>
              <a:pathLst>
                <a:path w="59" h="81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15"/>
                  </a:lnTo>
                  <a:lnTo>
                    <a:pt x="29" y="815"/>
                  </a:lnTo>
                  <a:lnTo>
                    <a:pt x="59" y="815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25" name=""/>
            <p:cNvSpPr/>
            <p:nvPr/>
          </p:nvSpPr>
          <p:spPr>
            <a:xfrm rot="0">
              <a:off x="2583" y="3562"/>
              <a:ext cx="14" cy="204"/>
            </a:xfrm>
            <a:custGeom>
              <a:avLst/>
              <a:ahLst/>
              <a:rect l="0" t="0" r="r" b="b"/>
              <a:pathLst>
                <a:path w="59" h="81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15"/>
                  </a:lnTo>
                  <a:lnTo>
                    <a:pt x="29" y="815"/>
                  </a:lnTo>
                  <a:lnTo>
                    <a:pt x="59" y="815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26" name=""/>
            <p:cNvSpPr/>
            <p:nvPr/>
          </p:nvSpPr>
          <p:spPr>
            <a:xfrm rot="0">
              <a:off x="2583" y="3766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27" name=""/>
            <p:cNvSpPr/>
            <p:nvPr/>
          </p:nvSpPr>
          <p:spPr>
            <a:xfrm rot="0">
              <a:off x="2583" y="3766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28" name=""/>
            <p:cNvSpPr/>
            <p:nvPr/>
          </p:nvSpPr>
          <p:spPr>
            <a:xfrm rot="0">
              <a:off x="2649" y="3603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29" name=""/>
            <p:cNvSpPr/>
            <p:nvPr/>
          </p:nvSpPr>
          <p:spPr>
            <a:xfrm rot="0">
              <a:off x="2649" y="3603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30" name=""/>
            <p:cNvSpPr/>
            <p:nvPr/>
          </p:nvSpPr>
          <p:spPr>
            <a:xfrm rot="0">
              <a:off x="2649" y="3610"/>
              <a:ext cx="15" cy="204"/>
            </a:xfrm>
            <a:custGeom>
              <a:avLst/>
              <a:ahLst/>
              <a:rect l="0" t="0" r="r" b="b"/>
              <a:pathLst>
                <a:path w="59" h="81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15"/>
                  </a:lnTo>
                  <a:lnTo>
                    <a:pt x="29" y="815"/>
                  </a:lnTo>
                  <a:lnTo>
                    <a:pt x="59" y="815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31" name=""/>
            <p:cNvSpPr/>
            <p:nvPr/>
          </p:nvSpPr>
          <p:spPr>
            <a:xfrm rot="0">
              <a:off x="2649" y="3610"/>
              <a:ext cx="15" cy="204"/>
            </a:xfrm>
            <a:custGeom>
              <a:avLst/>
              <a:ahLst/>
              <a:rect l="0" t="0" r="r" b="b"/>
              <a:pathLst>
                <a:path w="59" h="81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15"/>
                  </a:lnTo>
                  <a:lnTo>
                    <a:pt x="29" y="815"/>
                  </a:lnTo>
                  <a:lnTo>
                    <a:pt x="59" y="815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32" name=""/>
            <p:cNvSpPr/>
            <p:nvPr/>
          </p:nvSpPr>
          <p:spPr>
            <a:xfrm rot="0">
              <a:off x="2649" y="3814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33" name=""/>
            <p:cNvSpPr/>
            <p:nvPr/>
          </p:nvSpPr>
          <p:spPr>
            <a:xfrm rot="0">
              <a:off x="2649" y="3814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34" name=""/>
            <p:cNvSpPr/>
            <p:nvPr/>
          </p:nvSpPr>
          <p:spPr>
            <a:xfrm rot="0">
              <a:off x="2474" y="3907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6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3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35" name=""/>
            <p:cNvSpPr/>
            <p:nvPr/>
          </p:nvSpPr>
          <p:spPr>
            <a:xfrm rot="0">
              <a:off x="2474" y="3907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6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3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36" name=""/>
            <p:cNvSpPr/>
            <p:nvPr/>
          </p:nvSpPr>
          <p:spPr>
            <a:xfrm rot="0">
              <a:off x="2477" y="3857"/>
              <a:ext cx="97" cy="63"/>
            </a:xfrm>
            <a:custGeom>
              <a:avLst/>
              <a:ahLst/>
              <a:rect l="0" t="0" r="r" b="b"/>
              <a:pathLst>
                <a:path w="385" h="251">
                  <a:moveTo>
                    <a:pt x="0" y="201"/>
                  </a:moveTo>
                  <a:lnTo>
                    <a:pt x="15" y="226"/>
                  </a:lnTo>
                  <a:lnTo>
                    <a:pt x="30" y="251"/>
                  </a:lnTo>
                  <a:lnTo>
                    <a:pt x="385" y="51"/>
                  </a:lnTo>
                  <a:lnTo>
                    <a:pt x="371" y="25"/>
                  </a:lnTo>
                  <a:lnTo>
                    <a:pt x="356" y="0"/>
                  </a:lnTo>
                  <a:lnTo>
                    <a:pt x="0" y="2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37" name=""/>
            <p:cNvSpPr/>
            <p:nvPr/>
          </p:nvSpPr>
          <p:spPr>
            <a:xfrm rot="0">
              <a:off x="2477" y="3857"/>
              <a:ext cx="97" cy="63"/>
            </a:xfrm>
            <a:custGeom>
              <a:avLst/>
              <a:ahLst/>
              <a:rect l="0" t="0" r="r" b="b"/>
              <a:pathLst>
                <a:path w="385" h="251">
                  <a:moveTo>
                    <a:pt x="0" y="201"/>
                  </a:moveTo>
                  <a:lnTo>
                    <a:pt x="15" y="226"/>
                  </a:lnTo>
                  <a:lnTo>
                    <a:pt x="30" y="251"/>
                  </a:lnTo>
                  <a:lnTo>
                    <a:pt x="385" y="51"/>
                  </a:lnTo>
                  <a:lnTo>
                    <a:pt x="371" y="25"/>
                  </a:lnTo>
                  <a:lnTo>
                    <a:pt x="356" y="0"/>
                  </a:lnTo>
                  <a:lnTo>
                    <a:pt x="0" y="2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38" name=""/>
            <p:cNvSpPr/>
            <p:nvPr/>
          </p:nvSpPr>
          <p:spPr>
            <a:xfrm rot="0">
              <a:off x="2566" y="385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34" y="6"/>
                  </a:lnTo>
                  <a:lnTo>
                    <a:pt x="40" y="13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1"/>
                  </a:lnTo>
                  <a:lnTo>
                    <a:pt x="36" y="48"/>
                  </a:lnTo>
                  <a:lnTo>
                    <a:pt x="29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39" name=""/>
            <p:cNvSpPr/>
            <p:nvPr/>
          </p:nvSpPr>
          <p:spPr>
            <a:xfrm rot="0">
              <a:off x="2566" y="385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34" y="6"/>
                  </a:lnTo>
                  <a:lnTo>
                    <a:pt x="40" y="13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1"/>
                  </a:lnTo>
                  <a:lnTo>
                    <a:pt x="36" y="48"/>
                  </a:lnTo>
                  <a:lnTo>
                    <a:pt x="29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40" name=""/>
            <p:cNvSpPr/>
            <p:nvPr/>
          </p:nvSpPr>
          <p:spPr>
            <a:xfrm rot="0">
              <a:off x="2649" y="380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7" y="51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41" name=""/>
            <p:cNvSpPr/>
            <p:nvPr/>
          </p:nvSpPr>
          <p:spPr>
            <a:xfrm rot="0">
              <a:off x="2649" y="380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7" y="51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42" name=""/>
            <p:cNvSpPr/>
            <p:nvPr/>
          </p:nvSpPr>
          <p:spPr>
            <a:xfrm rot="0">
              <a:off x="2653" y="3754"/>
              <a:ext cx="103" cy="66"/>
            </a:xfrm>
            <a:custGeom>
              <a:avLst/>
              <a:ahLst/>
              <a:rect l="0" t="0" r="r" b="b"/>
              <a:pathLst>
                <a:path w="412" h="266">
                  <a:moveTo>
                    <a:pt x="0" y="216"/>
                  </a:moveTo>
                  <a:lnTo>
                    <a:pt x="15" y="241"/>
                  </a:lnTo>
                  <a:lnTo>
                    <a:pt x="30" y="266"/>
                  </a:lnTo>
                  <a:lnTo>
                    <a:pt x="412" y="50"/>
                  </a:lnTo>
                  <a:lnTo>
                    <a:pt x="397" y="25"/>
                  </a:lnTo>
                  <a:lnTo>
                    <a:pt x="382" y="0"/>
                  </a:lnTo>
                  <a:lnTo>
                    <a:pt x="0" y="2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43" name=""/>
            <p:cNvSpPr/>
            <p:nvPr/>
          </p:nvSpPr>
          <p:spPr>
            <a:xfrm rot="0">
              <a:off x="2653" y="3754"/>
              <a:ext cx="103" cy="66"/>
            </a:xfrm>
            <a:custGeom>
              <a:avLst/>
              <a:ahLst/>
              <a:rect l="0" t="0" r="r" b="b"/>
              <a:pathLst>
                <a:path w="412" h="266">
                  <a:moveTo>
                    <a:pt x="0" y="216"/>
                  </a:moveTo>
                  <a:lnTo>
                    <a:pt x="15" y="241"/>
                  </a:lnTo>
                  <a:lnTo>
                    <a:pt x="30" y="266"/>
                  </a:lnTo>
                  <a:lnTo>
                    <a:pt x="412" y="50"/>
                  </a:lnTo>
                  <a:lnTo>
                    <a:pt x="397" y="25"/>
                  </a:lnTo>
                  <a:lnTo>
                    <a:pt x="382" y="0"/>
                  </a:lnTo>
                  <a:lnTo>
                    <a:pt x="0" y="2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44" name=""/>
            <p:cNvSpPr/>
            <p:nvPr/>
          </p:nvSpPr>
          <p:spPr>
            <a:xfrm rot="0">
              <a:off x="2748" y="3753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8" y="3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2" y="42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45" name=""/>
            <p:cNvSpPr/>
            <p:nvPr/>
          </p:nvSpPr>
          <p:spPr>
            <a:xfrm rot="0">
              <a:off x="2748" y="3753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8" y="3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2" y="42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46" name=""/>
            <p:cNvSpPr/>
            <p:nvPr/>
          </p:nvSpPr>
          <p:spPr>
            <a:xfrm rot="0">
              <a:off x="2748" y="354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47" name=""/>
            <p:cNvSpPr/>
            <p:nvPr/>
          </p:nvSpPr>
          <p:spPr>
            <a:xfrm rot="0">
              <a:off x="2748" y="354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48" name=""/>
            <p:cNvSpPr/>
            <p:nvPr/>
          </p:nvSpPr>
          <p:spPr>
            <a:xfrm rot="0">
              <a:off x="2653" y="3549"/>
              <a:ext cx="103" cy="68"/>
            </a:xfrm>
            <a:custGeom>
              <a:avLst/>
              <a:ahLst/>
              <a:rect l="0" t="0" r="r" b="b"/>
              <a:pathLst>
                <a:path w="412" h="271">
                  <a:moveTo>
                    <a:pt x="412" y="51"/>
                  </a:moveTo>
                  <a:lnTo>
                    <a:pt x="397" y="25"/>
                  </a:lnTo>
                  <a:lnTo>
                    <a:pt x="382" y="0"/>
                  </a:lnTo>
                  <a:lnTo>
                    <a:pt x="0" y="221"/>
                  </a:lnTo>
                  <a:lnTo>
                    <a:pt x="15" y="246"/>
                  </a:lnTo>
                  <a:lnTo>
                    <a:pt x="30" y="271"/>
                  </a:lnTo>
                  <a:lnTo>
                    <a:pt x="412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49" name=""/>
            <p:cNvSpPr/>
            <p:nvPr/>
          </p:nvSpPr>
          <p:spPr>
            <a:xfrm rot="0">
              <a:off x="2653" y="3549"/>
              <a:ext cx="103" cy="68"/>
            </a:xfrm>
            <a:custGeom>
              <a:avLst/>
              <a:ahLst/>
              <a:rect l="0" t="0" r="r" b="b"/>
              <a:pathLst>
                <a:path w="412" h="271">
                  <a:moveTo>
                    <a:pt x="412" y="51"/>
                  </a:moveTo>
                  <a:lnTo>
                    <a:pt x="397" y="25"/>
                  </a:lnTo>
                  <a:lnTo>
                    <a:pt x="382" y="0"/>
                  </a:lnTo>
                  <a:lnTo>
                    <a:pt x="0" y="221"/>
                  </a:lnTo>
                  <a:lnTo>
                    <a:pt x="15" y="246"/>
                  </a:lnTo>
                  <a:lnTo>
                    <a:pt x="30" y="271"/>
                  </a:lnTo>
                  <a:lnTo>
                    <a:pt x="412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50" name=""/>
            <p:cNvSpPr/>
            <p:nvPr/>
          </p:nvSpPr>
          <p:spPr>
            <a:xfrm rot="0">
              <a:off x="2649" y="360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51" name=""/>
            <p:cNvSpPr/>
            <p:nvPr/>
          </p:nvSpPr>
          <p:spPr>
            <a:xfrm rot="0">
              <a:off x="2649" y="360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52" name=""/>
            <p:cNvSpPr/>
            <p:nvPr/>
          </p:nvSpPr>
          <p:spPr>
            <a:xfrm rot="0">
              <a:off x="2560" y="3431"/>
              <a:ext cx="12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8" y="28"/>
                  </a:move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2"/>
                  </a:lnTo>
                  <a:lnTo>
                    <a:pt x="10" y="5"/>
                  </a:lnTo>
                  <a:lnTo>
                    <a:pt x="18" y="1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53" name=""/>
            <p:cNvSpPr/>
            <p:nvPr/>
          </p:nvSpPr>
          <p:spPr>
            <a:xfrm rot="0">
              <a:off x="2560" y="3431"/>
              <a:ext cx="12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2" y="54"/>
                  </a:moveTo>
                  <a:lnTo>
                    <a:pt x="5" y="47"/>
                  </a:lnTo>
                  <a:lnTo>
                    <a:pt x="1" y="39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2"/>
                  </a:lnTo>
                  <a:lnTo>
                    <a:pt x="10" y="5"/>
                  </a:lnTo>
                  <a:lnTo>
                    <a:pt x="18" y="1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54" name=""/>
            <p:cNvSpPr/>
            <p:nvPr/>
          </p:nvSpPr>
          <p:spPr>
            <a:xfrm rot="0">
              <a:off x="2564" y="3432"/>
              <a:ext cx="192" cy="129"/>
            </a:xfrm>
            <a:custGeom>
              <a:avLst/>
              <a:ahLst/>
              <a:rect l="0" t="0" r="r" b="b"/>
              <a:pathLst>
                <a:path w="770" h="517">
                  <a:moveTo>
                    <a:pt x="32" y="0"/>
                  </a:moveTo>
                  <a:lnTo>
                    <a:pt x="16" y="25"/>
                  </a:lnTo>
                  <a:lnTo>
                    <a:pt x="0" y="51"/>
                  </a:lnTo>
                  <a:lnTo>
                    <a:pt x="738" y="517"/>
                  </a:lnTo>
                  <a:lnTo>
                    <a:pt x="754" y="491"/>
                  </a:lnTo>
                  <a:lnTo>
                    <a:pt x="770" y="466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55" name=""/>
            <p:cNvSpPr/>
            <p:nvPr/>
          </p:nvSpPr>
          <p:spPr>
            <a:xfrm rot="0">
              <a:off x="2564" y="3432"/>
              <a:ext cx="192" cy="129"/>
            </a:xfrm>
            <a:custGeom>
              <a:avLst/>
              <a:ahLst/>
              <a:rect l="0" t="0" r="r" b="b"/>
              <a:pathLst>
                <a:path w="770" h="517">
                  <a:moveTo>
                    <a:pt x="32" y="0"/>
                  </a:moveTo>
                  <a:lnTo>
                    <a:pt x="16" y="25"/>
                  </a:lnTo>
                  <a:lnTo>
                    <a:pt x="0" y="51"/>
                  </a:lnTo>
                  <a:lnTo>
                    <a:pt x="738" y="517"/>
                  </a:lnTo>
                  <a:lnTo>
                    <a:pt x="754" y="491"/>
                  </a:lnTo>
                  <a:lnTo>
                    <a:pt x="770" y="466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56" name=""/>
            <p:cNvSpPr/>
            <p:nvPr/>
          </p:nvSpPr>
          <p:spPr>
            <a:xfrm rot="0">
              <a:off x="2748" y="3549"/>
              <a:ext cx="11" cy="13"/>
            </a:xfrm>
            <a:custGeom>
              <a:avLst/>
              <a:ahLst/>
              <a:rect l="0" t="0" r="r" b="b"/>
              <a:pathLst>
                <a:path w="45" h="54">
                  <a:moveTo>
                    <a:pt x="16" y="25"/>
                  </a:moveTo>
                  <a:lnTo>
                    <a:pt x="32" y="0"/>
                  </a:lnTo>
                  <a:lnTo>
                    <a:pt x="39" y="7"/>
                  </a:lnTo>
                  <a:lnTo>
                    <a:pt x="44" y="15"/>
                  </a:lnTo>
                  <a:lnTo>
                    <a:pt x="45" y="23"/>
                  </a:lnTo>
                  <a:lnTo>
                    <a:pt x="45" y="32"/>
                  </a:lnTo>
                  <a:lnTo>
                    <a:pt x="42" y="42"/>
                  </a:lnTo>
                  <a:lnTo>
                    <a:pt x="35" y="48"/>
                  </a:lnTo>
                  <a:lnTo>
                    <a:pt x="27" y="53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57" name=""/>
            <p:cNvSpPr/>
            <p:nvPr/>
          </p:nvSpPr>
          <p:spPr>
            <a:xfrm rot="0">
              <a:off x="2748" y="3549"/>
              <a:ext cx="11" cy="13"/>
            </a:xfrm>
            <a:custGeom>
              <a:avLst/>
              <a:ahLst/>
              <a:rect l="0" t="0" r="r" b="b"/>
              <a:pathLst>
                <a:path w="45" h="54">
                  <a:moveTo>
                    <a:pt x="32" y="0"/>
                  </a:moveTo>
                  <a:lnTo>
                    <a:pt x="39" y="7"/>
                  </a:lnTo>
                  <a:lnTo>
                    <a:pt x="44" y="15"/>
                  </a:lnTo>
                  <a:lnTo>
                    <a:pt x="45" y="23"/>
                  </a:lnTo>
                  <a:lnTo>
                    <a:pt x="45" y="32"/>
                  </a:lnTo>
                  <a:lnTo>
                    <a:pt x="42" y="42"/>
                  </a:lnTo>
                  <a:lnTo>
                    <a:pt x="35" y="48"/>
                  </a:lnTo>
                  <a:lnTo>
                    <a:pt x="27" y="53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58" name=""/>
            <p:cNvSpPr/>
            <p:nvPr/>
          </p:nvSpPr>
          <p:spPr>
            <a:xfrm rot="0">
              <a:off x="2302" y="3600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59" name=""/>
            <p:cNvSpPr/>
            <p:nvPr/>
          </p:nvSpPr>
          <p:spPr>
            <a:xfrm rot="0">
              <a:off x="2302" y="3600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60" name=""/>
            <p:cNvSpPr/>
            <p:nvPr/>
          </p:nvSpPr>
          <p:spPr>
            <a:xfrm rot="0">
              <a:off x="2302" y="3494"/>
              <a:ext cx="15" cy="106"/>
            </a:xfrm>
            <a:custGeom>
              <a:avLst/>
              <a:ahLst/>
              <a:rect l="0" t="0" r="r" b="b"/>
              <a:pathLst>
                <a:path w="58" h="423">
                  <a:moveTo>
                    <a:pt x="0" y="423"/>
                  </a:moveTo>
                  <a:lnTo>
                    <a:pt x="28" y="423"/>
                  </a:lnTo>
                  <a:lnTo>
                    <a:pt x="58" y="423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4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61" name=""/>
            <p:cNvSpPr/>
            <p:nvPr/>
          </p:nvSpPr>
          <p:spPr>
            <a:xfrm rot="0">
              <a:off x="2302" y="3494"/>
              <a:ext cx="15" cy="106"/>
            </a:xfrm>
            <a:custGeom>
              <a:avLst/>
              <a:ahLst/>
              <a:rect l="0" t="0" r="r" b="b"/>
              <a:pathLst>
                <a:path w="58" h="423">
                  <a:moveTo>
                    <a:pt x="0" y="423"/>
                  </a:moveTo>
                  <a:lnTo>
                    <a:pt x="28" y="423"/>
                  </a:lnTo>
                  <a:lnTo>
                    <a:pt x="58" y="423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4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62" name=""/>
            <p:cNvSpPr/>
            <p:nvPr/>
          </p:nvSpPr>
          <p:spPr>
            <a:xfrm rot="0">
              <a:off x="2302" y="3486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63" name=""/>
            <p:cNvSpPr/>
            <p:nvPr/>
          </p:nvSpPr>
          <p:spPr>
            <a:xfrm rot="0">
              <a:off x="2302" y="3486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64" name=""/>
            <p:cNvSpPr/>
            <p:nvPr/>
          </p:nvSpPr>
          <p:spPr>
            <a:xfrm rot="0">
              <a:off x="2213" y="3442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65" name=""/>
            <p:cNvSpPr/>
            <p:nvPr/>
          </p:nvSpPr>
          <p:spPr>
            <a:xfrm rot="0">
              <a:off x="2213" y="3442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66" name=""/>
            <p:cNvSpPr/>
            <p:nvPr/>
          </p:nvSpPr>
          <p:spPr>
            <a:xfrm rot="0">
              <a:off x="2213" y="3449"/>
              <a:ext cx="15" cy="316"/>
            </a:xfrm>
            <a:custGeom>
              <a:avLst/>
              <a:ahLst/>
              <a:rect l="0" t="0" r="r" b="b"/>
              <a:pathLst>
                <a:path w="58" h="1263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263"/>
                  </a:lnTo>
                  <a:lnTo>
                    <a:pt x="29" y="1263"/>
                  </a:lnTo>
                  <a:lnTo>
                    <a:pt x="58" y="1263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67" name=""/>
            <p:cNvSpPr/>
            <p:nvPr/>
          </p:nvSpPr>
          <p:spPr>
            <a:xfrm rot="0">
              <a:off x="2213" y="3449"/>
              <a:ext cx="15" cy="316"/>
            </a:xfrm>
            <a:custGeom>
              <a:avLst/>
              <a:ahLst/>
              <a:rect l="0" t="0" r="r" b="b"/>
              <a:pathLst>
                <a:path w="58" h="1263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263"/>
                  </a:lnTo>
                  <a:lnTo>
                    <a:pt x="29" y="1263"/>
                  </a:lnTo>
                  <a:lnTo>
                    <a:pt x="58" y="1263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68" name=""/>
            <p:cNvSpPr/>
            <p:nvPr/>
          </p:nvSpPr>
          <p:spPr>
            <a:xfrm rot="0">
              <a:off x="2213" y="3765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69" name=""/>
            <p:cNvSpPr/>
            <p:nvPr/>
          </p:nvSpPr>
          <p:spPr>
            <a:xfrm rot="0">
              <a:off x="2213" y="3765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70" name=""/>
            <p:cNvSpPr/>
            <p:nvPr/>
          </p:nvSpPr>
          <p:spPr>
            <a:xfrm rot="0">
              <a:off x="2213" y="3442"/>
              <a:ext cx="11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29" y="29"/>
                  </a:moveTo>
                  <a:lnTo>
                    <a:pt x="16" y="55"/>
                  </a:lnTo>
                  <a:lnTo>
                    <a:pt x="8" y="50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2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71" name=""/>
            <p:cNvSpPr/>
            <p:nvPr/>
          </p:nvSpPr>
          <p:spPr>
            <a:xfrm rot="0">
              <a:off x="2213" y="3442"/>
              <a:ext cx="11" cy="14"/>
            </a:xfrm>
            <a:custGeom>
              <a:avLst/>
              <a:ahLst/>
              <a:rect l="0" t="0" r="r" b="b"/>
              <a:pathLst>
                <a:path w="41" h="55">
                  <a:moveTo>
                    <a:pt x="16" y="55"/>
                  </a:moveTo>
                  <a:lnTo>
                    <a:pt x="8" y="50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72" name=""/>
            <p:cNvSpPr/>
            <p:nvPr/>
          </p:nvSpPr>
          <p:spPr>
            <a:xfrm rot="0">
              <a:off x="2217" y="3443"/>
              <a:ext cx="95" cy="57"/>
            </a:xfrm>
            <a:custGeom>
              <a:avLst/>
              <a:ahLst/>
              <a:rect l="0" t="0" r="r" b="b"/>
              <a:pathLst>
                <a:path w="381" h="231">
                  <a:moveTo>
                    <a:pt x="25" y="0"/>
                  </a:moveTo>
                  <a:lnTo>
                    <a:pt x="13" y="27"/>
                  </a:lnTo>
                  <a:lnTo>
                    <a:pt x="0" y="53"/>
                  </a:lnTo>
                  <a:lnTo>
                    <a:pt x="356" y="231"/>
                  </a:lnTo>
                  <a:lnTo>
                    <a:pt x="368" y="205"/>
                  </a:lnTo>
                  <a:lnTo>
                    <a:pt x="381" y="178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73" name=""/>
            <p:cNvSpPr/>
            <p:nvPr/>
          </p:nvSpPr>
          <p:spPr>
            <a:xfrm rot="0">
              <a:off x="2217" y="3443"/>
              <a:ext cx="95" cy="57"/>
            </a:xfrm>
            <a:custGeom>
              <a:avLst/>
              <a:ahLst/>
              <a:rect l="0" t="0" r="r" b="b"/>
              <a:pathLst>
                <a:path w="381" h="231">
                  <a:moveTo>
                    <a:pt x="25" y="0"/>
                  </a:moveTo>
                  <a:lnTo>
                    <a:pt x="13" y="27"/>
                  </a:lnTo>
                  <a:lnTo>
                    <a:pt x="0" y="53"/>
                  </a:lnTo>
                  <a:lnTo>
                    <a:pt x="356" y="231"/>
                  </a:lnTo>
                  <a:lnTo>
                    <a:pt x="368" y="205"/>
                  </a:lnTo>
                  <a:lnTo>
                    <a:pt x="381" y="178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74" name=""/>
            <p:cNvSpPr/>
            <p:nvPr/>
          </p:nvSpPr>
          <p:spPr>
            <a:xfrm rot="0">
              <a:off x="2306" y="3487"/>
              <a:ext cx="11" cy="14"/>
            </a:xfrm>
            <a:custGeom>
              <a:avLst/>
              <a:ahLst/>
              <a:rect l="0" t="0" r="r" b="b"/>
              <a:pathLst>
                <a:path w="41" h="56">
                  <a:moveTo>
                    <a:pt x="12" y="27"/>
                  </a:moveTo>
                  <a:lnTo>
                    <a:pt x="25" y="0"/>
                  </a:lnTo>
                  <a:lnTo>
                    <a:pt x="33" y="6"/>
                  </a:lnTo>
                  <a:lnTo>
                    <a:pt x="39" y="13"/>
                  </a:lnTo>
                  <a:lnTo>
                    <a:pt x="41" y="22"/>
                  </a:lnTo>
                  <a:lnTo>
                    <a:pt x="41" y="31"/>
                  </a:lnTo>
                  <a:lnTo>
                    <a:pt x="39" y="39"/>
                  </a:lnTo>
                  <a:lnTo>
                    <a:pt x="33" y="47"/>
                  </a:lnTo>
                  <a:lnTo>
                    <a:pt x="26" y="53"/>
                  </a:lnTo>
                  <a:lnTo>
                    <a:pt x="17" y="56"/>
                  </a:lnTo>
                  <a:lnTo>
                    <a:pt x="8" y="56"/>
                  </a:lnTo>
                  <a:lnTo>
                    <a:pt x="0" y="53"/>
                  </a:lnTo>
                  <a:lnTo>
                    <a:pt x="1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75" name=""/>
            <p:cNvSpPr/>
            <p:nvPr/>
          </p:nvSpPr>
          <p:spPr>
            <a:xfrm rot="0">
              <a:off x="2306" y="3487"/>
              <a:ext cx="11" cy="14"/>
            </a:xfrm>
            <a:custGeom>
              <a:avLst/>
              <a:ahLst/>
              <a:rect l="0" t="0" r="r" b="b"/>
              <a:pathLst>
                <a:path w="41" h="56">
                  <a:moveTo>
                    <a:pt x="25" y="0"/>
                  </a:moveTo>
                  <a:lnTo>
                    <a:pt x="33" y="6"/>
                  </a:lnTo>
                  <a:lnTo>
                    <a:pt x="39" y="13"/>
                  </a:lnTo>
                  <a:lnTo>
                    <a:pt x="41" y="22"/>
                  </a:lnTo>
                  <a:lnTo>
                    <a:pt x="41" y="31"/>
                  </a:lnTo>
                  <a:lnTo>
                    <a:pt x="39" y="39"/>
                  </a:lnTo>
                  <a:lnTo>
                    <a:pt x="33" y="47"/>
                  </a:lnTo>
                  <a:lnTo>
                    <a:pt x="26" y="53"/>
                  </a:lnTo>
                  <a:lnTo>
                    <a:pt x="17" y="56"/>
                  </a:lnTo>
                  <a:lnTo>
                    <a:pt x="8" y="56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76" name=""/>
            <p:cNvSpPr/>
            <p:nvPr/>
          </p:nvSpPr>
          <p:spPr>
            <a:xfrm rot="0">
              <a:off x="2403" y="3235"/>
              <a:ext cx="13" cy="12"/>
            </a:xfrm>
            <a:custGeom>
              <a:avLst/>
              <a:ahLst/>
              <a:rect l="0" t="0" r="r" b="b"/>
              <a:pathLst>
                <a:path w="50" h="48">
                  <a:moveTo>
                    <a:pt x="22" y="29"/>
                  </a:moveTo>
                  <a:lnTo>
                    <a:pt x="0" y="9"/>
                  </a:lnTo>
                  <a:lnTo>
                    <a:pt x="7" y="4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7"/>
                  </a:lnTo>
                  <a:lnTo>
                    <a:pt x="47" y="14"/>
                  </a:lnTo>
                  <a:lnTo>
                    <a:pt x="50" y="23"/>
                  </a:lnTo>
                  <a:lnTo>
                    <a:pt x="50" y="32"/>
                  </a:lnTo>
                  <a:lnTo>
                    <a:pt x="48" y="40"/>
                  </a:lnTo>
                  <a:lnTo>
                    <a:pt x="43" y="48"/>
                  </a:lnTo>
                  <a:lnTo>
                    <a:pt x="2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77" name=""/>
            <p:cNvSpPr/>
            <p:nvPr/>
          </p:nvSpPr>
          <p:spPr>
            <a:xfrm rot="0">
              <a:off x="2403" y="3235"/>
              <a:ext cx="13" cy="12"/>
            </a:xfrm>
            <a:custGeom>
              <a:avLst/>
              <a:ahLst/>
              <a:rect l="0" t="0" r="r" b="b"/>
              <a:pathLst>
                <a:path w="50" h="48">
                  <a:moveTo>
                    <a:pt x="0" y="9"/>
                  </a:moveTo>
                  <a:lnTo>
                    <a:pt x="7" y="4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7"/>
                  </a:lnTo>
                  <a:lnTo>
                    <a:pt x="47" y="14"/>
                  </a:lnTo>
                  <a:lnTo>
                    <a:pt x="50" y="23"/>
                  </a:lnTo>
                  <a:lnTo>
                    <a:pt x="50" y="32"/>
                  </a:lnTo>
                  <a:lnTo>
                    <a:pt x="48" y="40"/>
                  </a:lnTo>
                  <a:lnTo>
                    <a:pt x="43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78" name=""/>
            <p:cNvSpPr/>
            <p:nvPr/>
          </p:nvSpPr>
          <p:spPr>
            <a:xfrm rot="0">
              <a:off x="2215" y="3237"/>
              <a:ext cx="199" cy="217"/>
            </a:xfrm>
            <a:custGeom>
              <a:avLst/>
              <a:ahLst/>
              <a:rect l="0" t="0" r="r" b="b"/>
              <a:pathLst>
                <a:path w="797" h="869">
                  <a:moveTo>
                    <a:pt x="797" y="39"/>
                  </a:moveTo>
                  <a:lnTo>
                    <a:pt x="776" y="20"/>
                  </a:lnTo>
                  <a:lnTo>
                    <a:pt x="754" y="0"/>
                  </a:lnTo>
                  <a:lnTo>
                    <a:pt x="0" y="830"/>
                  </a:lnTo>
                  <a:lnTo>
                    <a:pt x="22" y="850"/>
                  </a:lnTo>
                  <a:lnTo>
                    <a:pt x="43" y="869"/>
                  </a:lnTo>
                  <a:lnTo>
                    <a:pt x="797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79" name=""/>
            <p:cNvSpPr/>
            <p:nvPr/>
          </p:nvSpPr>
          <p:spPr>
            <a:xfrm rot="0">
              <a:off x="2215" y="3237"/>
              <a:ext cx="199" cy="217"/>
            </a:xfrm>
            <a:custGeom>
              <a:avLst/>
              <a:ahLst/>
              <a:rect l="0" t="0" r="r" b="b"/>
              <a:pathLst>
                <a:path w="797" h="869">
                  <a:moveTo>
                    <a:pt x="797" y="39"/>
                  </a:moveTo>
                  <a:lnTo>
                    <a:pt x="776" y="20"/>
                  </a:lnTo>
                  <a:lnTo>
                    <a:pt x="754" y="0"/>
                  </a:lnTo>
                  <a:lnTo>
                    <a:pt x="0" y="830"/>
                  </a:lnTo>
                  <a:lnTo>
                    <a:pt x="22" y="850"/>
                  </a:lnTo>
                  <a:lnTo>
                    <a:pt x="43" y="869"/>
                  </a:lnTo>
                  <a:lnTo>
                    <a:pt x="797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80" name=""/>
            <p:cNvSpPr/>
            <p:nvPr/>
          </p:nvSpPr>
          <p:spPr>
            <a:xfrm rot="0">
              <a:off x="2213" y="3444"/>
              <a:ext cx="13" cy="12"/>
            </a:xfrm>
            <a:custGeom>
              <a:avLst/>
              <a:ahLst/>
              <a:rect l="0" t="0" r="r" b="b"/>
              <a:pathLst>
                <a:path w="50" h="49">
                  <a:moveTo>
                    <a:pt x="29" y="20"/>
                  </a:moveTo>
                  <a:lnTo>
                    <a:pt x="50" y="39"/>
                  </a:lnTo>
                  <a:lnTo>
                    <a:pt x="43" y="45"/>
                  </a:lnTo>
                  <a:lnTo>
                    <a:pt x="34" y="49"/>
                  </a:lnTo>
                  <a:lnTo>
                    <a:pt x="25" y="49"/>
                  </a:lnTo>
                  <a:lnTo>
                    <a:pt x="17" y="46"/>
                  </a:lnTo>
                  <a:lnTo>
                    <a:pt x="9" y="42"/>
                  </a:lnTo>
                  <a:lnTo>
                    <a:pt x="3" y="35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2" y="8"/>
                  </a:lnTo>
                  <a:lnTo>
                    <a:pt x="7" y="0"/>
                  </a:lnTo>
                  <a:lnTo>
                    <a:pt x="2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81" name=""/>
            <p:cNvSpPr/>
            <p:nvPr/>
          </p:nvSpPr>
          <p:spPr>
            <a:xfrm rot="0">
              <a:off x="2213" y="3444"/>
              <a:ext cx="13" cy="12"/>
            </a:xfrm>
            <a:custGeom>
              <a:avLst/>
              <a:ahLst/>
              <a:rect l="0" t="0" r="r" b="b"/>
              <a:pathLst>
                <a:path w="50" h="49">
                  <a:moveTo>
                    <a:pt x="50" y="39"/>
                  </a:moveTo>
                  <a:lnTo>
                    <a:pt x="43" y="45"/>
                  </a:lnTo>
                  <a:lnTo>
                    <a:pt x="34" y="49"/>
                  </a:lnTo>
                  <a:lnTo>
                    <a:pt x="25" y="49"/>
                  </a:lnTo>
                  <a:lnTo>
                    <a:pt x="17" y="46"/>
                  </a:lnTo>
                  <a:lnTo>
                    <a:pt x="9" y="42"/>
                  </a:lnTo>
                  <a:lnTo>
                    <a:pt x="3" y="35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2" y="8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82" name=""/>
            <p:cNvSpPr/>
            <p:nvPr/>
          </p:nvSpPr>
          <p:spPr>
            <a:xfrm rot="0">
              <a:off x="2402" y="3236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29" y="24"/>
                  </a:moveTo>
                  <a:lnTo>
                    <a:pt x="45" y="48"/>
                  </a:lnTo>
                  <a:lnTo>
                    <a:pt x="37" y="53"/>
                  </a:lnTo>
                  <a:lnTo>
                    <a:pt x="27" y="53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5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1" y="14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83" name=""/>
            <p:cNvSpPr/>
            <p:nvPr/>
          </p:nvSpPr>
          <p:spPr>
            <a:xfrm rot="0">
              <a:off x="2402" y="3236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45" y="48"/>
                  </a:moveTo>
                  <a:lnTo>
                    <a:pt x="37" y="53"/>
                  </a:lnTo>
                  <a:lnTo>
                    <a:pt x="27" y="53"/>
                  </a:lnTo>
                  <a:lnTo>
                    <a:pt x="18" y="51"/>
                  </a:lnTo>
                  <a:lnTo>
                    <a:pt x="10" y="47"/>
                  </a:lnTo>
                  <a:lnTo>
                    <a:pt x="5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1" y="14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84" name=""/>
            <p:cNvSpPr/>
            <p:nvPr/>
          </p:nvSpPr>
          <p:spPr>
            <a:xfrm rot="0">
              <a:off x="2405" y="3189"/>
              <a:ext cx="78" cy="59"/>
            </a:xfrm>
            <a:custGeom>
              <a:avLst/>
              <a:ahLst/>
              <a:rect l="0" t="0" r="r" b="b"/>
              <a:pathLst>
                <a:path w="311" h="235">
                  <a:moveTo>
                    <a:pt x="0" y="187"/>
                  </a:moveTo>
                  <a:lnTo>
                    <a:pt x="16" y="211"/>
                  </a:lnTo>
                  <a:lnTo>
                    <a:pt x="32" y="235"/>
                  </a:lnTo>
                  <a:lnTo>
                    <a:pt x="311" y="48"/>
                  </a:lnTo>
                  <a:lnTo>
                    <a:pt x="295" y="24"/>
                  </a:lnTo>
                  <a:lnTo>
                    <a:pt x="278" y="0"/>
                  </a:lnTo>
                  <a:lnTo>
                    <a:pt x="0" y="1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85" name=""/>
            <p:cNvSpPr/>
            <p:nvPr/>
          </p:nvSpPr>
          <p:spPr>
            <a:xfrm rot="0">
              <a:off x="2405" y="3189"/>
              <a:ext cx="78" cy="59"/>
            </a:xfrm>
            <a:custGeom>
              <a:avLst/>
              <a:ahLst/>
              <a:rect l="0" t="0" r="r" b="b"/>
              <a:pathLst>
                <a:path w="311" h="235">
                  <a:moveTo>
                    <a:pt x="0" y="187"/>
                  </a:moveTo>
                  <a:lnTo>
                    <a:pt x="16" y="211"/>
                  </a:lnTo>
                  <a:lnTo>
                    <a:pt x="32" y="235"/>
                  </a:lnTo>
                  <a:lnTo>
                    <a:pt x="311" y="48"/>
                  </a:lnTo>
                  <a:lnTo>
                    <a:pt x="295" y="24"/>
                  </a:lnTo>
                  <a:lnTo>
                    <a:pt x="278" y="0"/>
                  </a:lnTo>
                  <a:lnTo>
                    <a:pt x="0" y="1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86" name=""/>
            <p:cNvSpPr/>
            <p:nvPr/>
          </p:nvSpPr>
          <p:spPr>
            <a:xfrm rot="0">
              <a:off x="2475" y="3188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17" y="29"/>
                  </a:moveTo>
                  <a:lnTo>
                    <a:pt x="0" y="5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7" y="1"/>
                  </a:lnTo>
                  <a:lnTo>
                    <a:pt x="35" y="6"/>
                  </a:lnTo>
                  <a:lnTo>
                    <a:pt x="41" y="13"/>
                  </a:lnTo>
                  <a:lnTo>
                    <a:pt x="45" y="21"/>
                  </a:lnTo>
                  <a:lnTo>
                    <a:pt x="45" y="30"/>
                  </a:lnTo>
                  <a:lnTo>
                    <a:pt x="44" y="39"/>
                  </a:lnTo>
                  <a:lnTo>
                    <a:pt x="39" y="47"/>
                  </a:lnTo>
                  <a:lnTo>
                    <a:pt x="33" y="53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87" name=""/>
            <p:cNvSpPr/>
            <p:nvPr/>
          </p:nvSpPr>
          <p:spPr>
            <a:xfrm rot="0">
              <a:off x="2475" y="3188"/>
              <a:ext cx="11" cy="13"/>
            </a:xfrm>
            <a:custGeom>
              <a:avLst/>
              <a:ahLst/>
              <a:rect l="0" t="0" r="r" b="b"/>
              <a:pathLst>
                <a:path w="45" h="53">
                  <a:moveTo>
                    <a:pt x="0" y="5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7" y="1"/>
                  </a:lnTo>
                  <a:lnTo>
                    <a:pt x="35" y="6"/>
                  </a:lnTo>
                  <a:lnTo>
                    <a:pt x="41" y="13"/>
                  </a:lnTo>
                  <a:lnTo>
                    <a:pt x="45" y="21"/>
                  </a:lnTo>
                  <a:lnTo>
                    <a:pt x="45" y="30"/>
                  </a:lnTo>
                  <a:lnTo>
                    <a:pt x="44" y="39"/>
                  </a:lnTo>
                  <a:lnTo>
                    <a:pt x="39" y="47"/>
                  </a:lnTo>
                  <a:lnTo>
                    <a:pt x="33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88" name=""/>
            <p:cNvSpPr/>
            <p:nvPr/>
          </p:nvSpPr>
          <p:spPr>
            <a:xfrm rot="0">
              <a:off x="2492" y="3279"/>
              <a:ext cx="13" cy="12"/>
            </a:xfrm>
            <a:custGeom>
              <a:avLst/>
              <a:ahLst/>
              <a:rect l="0" t="0" r="r" b="b"/>
              <a:pathLst>
                <a:path w="50" h="48">
                  <a:moveTo>
                    <a:pt x="21" y="29"/>
                  </a:moveTo>
                  <a:lnTo>
                    <a:pt x="0" y="9"/>
                  </a:lnTo>
                  <a:lnTo>
                    <a:pt x="7" y="4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7"/>
                  </a:lnTo>
                  <a:lnTo>
                    <a:pt x="47" y="14"/>
                  </a:lnTo>
                  <a:lnTo>
                    <a:pt x="50" y="23"/>
                  </a:lnTo>
                  <a:lnTo>
                    <a:pt x="50" y="32"/>
                  </a:lnTo>
                  <a:lnTo>
                    <a:pt x="48" y="40"/>
                  </a:lnTo>
                  <a:lnTo>
                    <a:pt x="43" y="48"/>
                  </a:lnTo>
                  <a:lnTo>
                    <a:pt x="2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89" name=""/>
            <p:cNvSpPr/>
            <p:nvPr/>
          </p:nvSpPr>
          <p:spPr>
            <a:xfrm rot="0">
              <a:off x="2492" y="3279"/>
              <a:ext cx="13" cy="12"/>
            </a:xfrm>
            <a:custGeom>
              <a:avLst/>
              <a:ahLst/>
              <a:rect l="0" t="0" r="r" b="b"/>
              <a:pathLst>
                <a:path w="50" h="48">
                  <a:moveTo>
                    <a:pt x="0" y="9"/>
                  </a:moveTo>
                  <a:lnTo>
                    <a:pt x="7" y="4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7"/>
                  </a:lnTo>
                  <a:lnTo>
                    <a:pt x="47" y="14"/>
                  </a:lnTo>
                  <a:lnTo>
                    <a:pt x="50" y="23"/>
                  </a:lnTo>
                  <a:lnTo>
                    <a:pt x="50" y="32"/>
                  </a:lnTo>
                  <a:lnTo>
                    <a:pt x="48" y="40"/>
                  </a:lnTo>
                  <a:lnTo>
                    <a:pt x="43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90" name=""/>
            <p:cNvSpPr/>
            <p:nvPr/>
          </p:nvSpPr>
          <p:spPr>
            <a:xfrm rot="0">
              <a:off x="2304" y="3281"/>
              <a:ext cx="199" cy="218"/>
            </a:xfrm>
            <a:custGeom>
              <a:avLst/>
              <a:ahLst/>
              <a:rect l="0" t="0" r="r" b="b"/>
              <a:pathLst>
                <a:path w="797" h="869">
                  <a:moveTo>
                    <a:pt x="797" y="39"/>
                  </a:moveTo>
                  <a:lnTo>
                    <a:pt x="775" y="20"/>
                  </a:lnTo>
                  <a:lnTo>
                    <a:pt x="754" y="0"/>
                  </a:lnTo>
                  <a:lnTo>
                    <a:pt x="0" y="830"/>
                  </a:lnTo>
                  <a:lnTo>
                    <a:pt x="21" y="850"/>
                  </a:lnTo>
                  <a:lnTo>
                    <a:pt x="43" y="869"/>
                  </a:lnTo>
                  <a:lnTo>
                    <a:pt x="797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91" name=""/>
            <p:cNvSpPr/>
            <p:nvPr/>
          </p:nvSpPr>
          <p:spPr>
            <a:xfrm rot="0">
              <a:off x="2304" y="3281"/>
              <a:ext cx="199" cy="218"/>
            </a:xfrm>
            <a:custGeom>
              <a:avLst/>
              <a:ahLst/>
              <a:rect l="0" t="0" r="r" b="b"/>
              <a:pathLst>
                <a:path w="797" h="869">
                  <a:moveTo>
                    <a:pt x="797" y="39"/>
                  </a:moveTo>
                  <a:lnTo>
                    <a:pt x="775" y="20"/>
                  </a:lnTo>
                  <a:lnTo>
                    <a:pt x="754" y="0"/>
                  </a:lnTo>
                  <a:lnTo>
                    <a:pt x="0" y="830"/>
                  </a:lnTo>
                  <a:lnTo>
                    <a:pt x="21" y="850"/>
                  </a:lnTo>
                  <a:lnTo>
                    <a:pt x="43" y="869"/>
                  </a:lnTo>
                  <a:lnTo>
                    <a:pt x="797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92" name=""/>
            <p:cNvSpPr/>
            <p:nvPr/>
          </p:nvSpPr>
          <p:spPr>
            <a:xfrm rot="0">
              <a:off x="2302" y="3489"/>
              <a:ext cx="13" cy="12"/>
            </a:xfrm>
            <a:custGeom>
              <a:avLst/>
              <a:ahLst/>
              <a:rect l="0" t="0" r="r" b="b"/>
              <a:pathLst>
                <a:path w="50" h="49">
                  <a:moveTo>
                    <a:pt x="28" y="20"/>
                  </a:moveTo>
                  <a:lnTo>
                    <a:pt x="50" y="39"/>
                  </a:lnTo>
                  <a:lnTo>
                    <a:pt x="43" y="45"/>
                  </a:lnTo>
                  <a:lnTo>
                    <a:pt x="34" y="49"/>
                  </a:lnTo>
                  <a:lnTo>
                    <a:pt x="25" y="49"/>
                  </a:lnTo>
                  <a:lnTo>
                    <a:pt x="17" y="46"/>
                  </a:lnTo>
                  <a:lnTo>
                    <a:pt x="9" y="42"/>
                  </a:lnTo>
                  <a:lnTo>
                    <a:pt x="3" y="35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2" y="8"/>
                  </a:lnTo>
                  <a:lnTo>
                    <a:pt x="7" y="0"/>
                  </a:lnTo>
                  <a:lnTo>
                    <a:pt x="2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93" name=""/>
            <p:cNvSpPr/>
            <p:nvPr/>
          </p:nvSpPr>
          <p:spPr>
            <a:xfrm rot="0">
              <a:off x="2302" y="3489"/>
              <a:ext cx="13" cy="12"/>
            </a:xfrm>
            <a:custGeom>
              <a:avLst/>
              <a:ahLst/>
              <a:rect l="0" t="0" r="r" b="b"/>
              <a:pathLst>
                <a:path w="50" h="49">
                  <a:moveTo>
                    <a:pt x="50" y="39"/>
                  </a:moveTo>
                  <a:lnTo>
                    <a:pt x="43" y="45"/>
                  </a:lnTo>
                  <a:lnTo>
                    <a:pt x="34" y="49"/>
                  </a:lnTo>
                  <a:lnTo>
                    <a:pt x="25" y="49"/>
                  </a:lnTo>
                  <a:lnTo>
                    <a:pt x="17" y="46"/>
                  </a:lnTo>
                  <a:lnTo>
                    <a:pt x="9" y="42"/>
                  </a:lnTo>
                  <a:lnTo>
                    <a:pt x="3" y="35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2" y="8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94" name=""/>
            <p:cNvSpPr/>
            <p:nvPr/>
          </p:nvSpPr>
          <p:spPr>
            <a:xfrm rot="0">
              <a:off x="2564" y="343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8" y="0"/>
                  </a:lnTo>
                  <a:lnTo>
                    <a:pt x="27" y="1"/>
                  </a:lnTo>
                  <a:lnTo>
                    <a:pt x="34" y="5"/>
                  </a:lnTo>
                  <a:lnTo>
                    <a:pt x="41" y="13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3" y="40"/>
                  </a:lnTo>
                  <a:lnTo>
                    <a:pt x="38" y="47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95" name=""/>
            <p:cNvSpPr/>
            <p:nvPr/>
          </p:nvSpPr>
          <p:spPr>
            <a:xfrm rot="0">
              <a:off x="2564" y="343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8" y="0"/>
                  </a:lnTo>
                  <a:lnTo>
                    <a:pt x="18" y="0"/>
                  </a:lnTo>
                  <a:lnTo>
                    <a:pt x="27" y="1"/>
                  </a:lnTo>
                  <a:lnTo>
                    <a:pt x="34" y="5"/>
                  </a:lnTo>
                  <a:lnTo>
                    <a:pt x="41" y="13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3" y="40"/>
                  </a:lnTo>
                  <a:lnTo>
                    <a:pt x="38" y="47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96" name=""/>
            <p:cNvSpPr/>
            <p:nvPr/>
          </p:nvSpPr>
          <p:spPr>
            <a:xfrm rot="0">
              <a:off x="2306" y="3432"/>
              <a:ext cx="265" cy="174"/>
            </a:xfrm>
            <a:custGeom>
              <a:avLst/>
              <a:ahLst/>
              <a:rect l="0" t="0" r="r" b="b"/>
              <a:pathLst>
                <a:path w="1063" h="695">
                  <a:moveTo>
                    <a:pt x="1063" y="51"/>
                  </a:moveTo>
                  <a:lnTo>
                    <a:pt x="1048" y="25"/>
                  </a:lnTo>
                  <a:lnTo>
                    <a:pt x="1033" y="0"/>
                  </a:lnTo>
                  <a:lnTo>
                    <a:pt x="0" y="644"/>
                  </a:lnTo>
                  <a:lnTo>
                    <a:pt x="15" y="669"/>
                  </a:lnTo>
                  <a:lnTo>
                    <a:pt x="30" y="695"/>
                  </a:lnTo>
                  <a:lnTo>
                    <a:pt x="106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97" name=""/>
            <p:cNvSpPr/>
            <p:nvPr/>
          </p:nvSpPr>
          <p:spPr>
            <a:xfrm rot="0">
              <a:off x="2306" y="3432"/>
              <a:ext cx="265" cy="174"/>
            </a:xfrm>
            <a:custGeom>
              <a:avLst/>
              <a:ahLst/>
              <a:rect l="0" t="0" r="r" b="b"/>
              <a:pathLst>
                <a:path w="1063" h="695">
                  <a:moveTo>
                    <a:pt x="1063" y="51"/>
                  </a:moveTo>
                  <a:lnTo>
                    <a:pt x="1048" y="25"/>
                  </a:lnTo>
                  <a:lnTo>
                    <a:pt x="1033" y="0"/>
                  </a:lnTo>
                  <a:lnTo>
                    <a:pt x="0" y="644"/>
                  </a:lnTo>
                  <a:lnTo>
                    <a:pt x="15" y="669"/>
                  </a:lnTo>
                  <a:lnTo>
                    <a:pt x="30" y="695"/>
                  </a:lnTo>
                  <a:lnTo>
                    <a:pt x="106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898" name=""/>
            <p:cNvSpPr/>
            <p:nvPr/>
          </p:nvSpPr>
          <p:spPr>
            <a:xfrm rot="0">
              <a:off x="2302" y="3593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1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7" y="53"/>
                  </a:lnTo>
                  <a:lnTo>
                    <a:pt x="10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1" y="14"/>
                  </a:lnTo>
                  <a:lnTo>
                    <a:pt x="5" y="7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899" name=""/>
            <p:cNvSpPr/>
            <p:nvPr/>
          </p:nvSpPr>
          <p:spPr>
            <a:xfrm rot="0">
              <a:off x="2302" y="3593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7" y="53"/>
                  </a:lnTo>
                  <a:lnTo>
                    <a:pt x="10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1" y="14"/>
                  </a:lnTo>
                  <a:lnTo>
                    <a:pt x="5" y="7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00" name=""/>
            <p:cNvSpPr/>
            <p:nvPr/>
          </p:nvSpPr>
          <p:spPr>
            <a:xfrm rot="0">
              <a:off x="2477" y="3695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5"/>
                  </a:moveTo>
                  <a:lnTo>
                    <a:pt x="30" y="0"/>
                  </a:lnTo>
                  <a:lnTo>
                    <a:pt x="37" y="5"/>
                  </a:lnTo>
                  <a:lnTo>
                    <a:pt x="41" y="13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1"/>
                  </a:lnTo>
                  <a:lnTo>
                    <a:pt x="17" y="54"/>
                  </a:lnTo>
                  <a:lnTo>
                    <a:pt x="8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01" name=""/>
            <p:cNvSpPr/>
            <p:nvPr/>
          </p:nvSpPr>
          <p:spPr>
            <a:xfrm rot="0">
              <a:off x="2477" y="3695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5"/>
                  </a:lnTo>
                  <a:lnTo>
                    <a:pt x="41" y="13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1"/>
                  </a:lnTo>
                  <a:lnTo>
                    <a:pt x="17" y="54"/>
                  </a:lnTo>
                  <a:lnTo>
                    <a:pt x="8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02" name=""/>
            <p:cNvSpPr/>
            <p:nvPr/>
          </p:nvSpPr>
          <p:spPr>
            <a:xfrm rot="0">
              <a:off x="2306" y="3593"/>
              <a:ext cx="179" cy="115"/>
            </a:xfrm>
            <a:custGeom>
              <a:avLst/>
              <a:ahLst/>
              <a:rect l="0" t="0" r="r" b="b"/>
              <a:pathLst>
                <a:path w="717" h="458">
                  <a:moveTo>
                    <a:pt x="687" y="458"/>
                  </a:moveTo>
                  <a:lnTo>
                    <a:pt x="702" y="433"/>
                  </a:lnTo>
                  <a:lnTo>
                    <a:pt x="717" y="408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687" y="4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03" name=""/>
            <p:cNvSpPr/>
            <p:nvPr/>
          </p:nvSpPr>
          <p:spPr>
            <a:xfrm rot="0">
              <a:off x="2306" y="3593"/>
              <a:ext cx="179" cy="115"/>
            </a:xfrm>
            <a:custGeom>
              <a:avLst/>
              <a:ahLst/>
              <a:rect l="0" t="0" r="r" b="b"/>
              <a:pathLst>
                <a:path w="717" h="458">
                  <a:moveTo>
                    <a:pt x="687" y="458"/>
                  </a:moveTo>
                  <a:lnTo>
                    <a:pt x="702" y="433"/>
                  </a:lnTo>
                  <a:lnTo>
                    <a:pt x="717" y="408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687" y="4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04" name=""/>
            <p:cNvSpPr/>
            <p:nvPr/>
          </p:nvSpPr>
          <p:spPr>
            <a:xfrm rot="0">
              <a:off x="2302" y="3592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8"/>
                  </a:moveTo>
                  <a:lnTo>
                    <a:pt x="13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3" y="3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05" name=""/>
            <p:cNvSpPr/>
            <p:nvPr/>
          </p:nvSpPr>
          <p:spPr>
            <a:xfrm rot="0">
              <a:off x="2302" y="3592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3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06" name=""/>
            <p:cNvSpPr/>
            <p:nvPr/>
          </p:nvSpPr>
          <p:spPr>
            <a:xfrm rot="0">
              <a:off x="2213" y="375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07" name=""/>
            <p:cNvSpPr/>
            <p:nvPr/>
          </p:nvSpPr>
          <p:spPr>
            <a:xfrm rot="0">
              <a:off x="2213" y="375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4" y="54"/>
                  </a:moveTo>
                  <a:lnTo>
                    <a:pt x="7" y="48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08" name=""/>
            <p:cNvSpPr/>
            <p:nvPr/>
          </p:nvSpPr>
          <p:spPr>
            <a:xfrm rot="0">
              <a:off x="2217" y="3759"/>
              <a:ext cx="268" cy="161"/>
            </a:xfrm>
            <a:custGeom>
              <a:avLst/>
              <a:ahLst/>
              <a:rect l="0" t="0" r="r" b="b"/>
              <a:pathLst>
                <a:path w="1072" h="644">
                  <a:moveTo>
                    <a:pt x="29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1042" y="644"/>
                  </a:lnTo>
                  <a:lnTo>
                    <a:pt x="1057" y="619"/>
                  </a:lnTo>
                  <a:lnTo>
                    <a:pt x="1072" y="594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09" name=""/>
            <p:cNvSpPr/>
            <p:nvPr/>
          </p:nvSpPr>
          <p:spPr>
            <a:xfrm rot="0">
              <a:off x="2217" y="3759"/>
              <a:ext cx="268" cy="161"/>
            </a:xfrm>
            <a:custGeom>
              <a:avLst/>
              <a:ahLst/>
              <a:rect l="0" t="0" r="r" b="b"/>
              <a:pathLst>
                <a:path w="1072" h="644">
                  <a:moveTo>
                    <a:pt x="29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1042" y="644"/>
                  </a:lnTo>
                  <a:lnTo>
                    <a:pt x="1057" y="619"/>
                  </a:lnTo>
                  <a:lnTo>
                    <a:pt x="1072" y="594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10" name=""/>
            <p:cNvSpPr/>
            <p:nvPr/>
          </p:nvSpPr>
          <p:spPr>
            <a:xfrm rot="0">
              <a:off x="2477" y="3907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3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7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11" name=""/>
            <p:cNvSpPr/>
            <p:nvPr/>
          </p:nvSpPr>
          <p:spPr>
            <a:xfrm rot="0">
              <a:off x="2477" y="3907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3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7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12" name=""/>
            <p:cNvSpPr/>
            <p:nvPr/>
          </p:nvSpPr>
          <p:spPr>
            <a:xfrm rot="0">
              <a:off x="2402" y="3235"/>
              <a:ext cx="10" cy="13"/>
            </a:xfrm>
            <a:custGeom>
              <a:avLst/>
              <a:ahLst/>
              <a:rect l="0" t="0" r="r" b="b"/>
              <a:pathLst>
                <a:path w="41" h="55">
                  <a:moveTo>
                    <a:pt x="29" y="29"/>
                  </a:moveTo>
                  <a:lnTo>
                    <a:pt x="16" y="55"/>
                  </a:lnTo>
                  <a:lnTo>
                    <a:pt x="8" y="50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2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13" name=""/>
            <p:cNvSpPr/>
            <p:nvPr/>
          </p:nvSpPr>
          <p:spPr>
            <a:xfrm rot="0">
              <a:off x="2402" y="3235"/>
              <a:ext cx="10" cy="13"/>
            </a:xfrm>
            <a:custGeom>
              <a:avLst/>
              <a:ahLst/>
              <a:rect l="0" t="0" r="r" b="b"/>
              <a:pathLst>
                <a:path w="41" h="55">
                  <a:moveTo>
                    <a:pt x="16" y="55"/>
                  </a:moveTo>
                  <a:lnTo>
                    <a:pt x="8" y="50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14" name=""/>
            <p:cNvSpPr/>
            <p:nvPr/>
          </p:nvSpPr>
          <p:spPr>
            <a:xfrm rot="0">
              <a:off x="2406" y="3235"/>
              <a:ext cx="95" cy="58"/>
            </a:xfrm>
            <a:custGeom>
              <a:avLst/>
              <a:ahLst/>
              <a:rect l="0" t="0" r="r" b="b"/>
              <a:pathLst>
                <a:path w="381" h="231">
                  <a:moveTo>
                    <a:pt x="25" y="0"/>
                  </a:moveTo>
                  <a:lnTo>
                    <a:pt x="13" y="27"/>
                  </a:lnTo>
                  <a:lnTo>
                    <a:pt x="0" y="53"/>
                  </a:lnTo>
                  <a:lnTo>
                    <a:pt x="356" y="231"/>
                  </a:lnTo>
                  <a:lnTo>
                    <a:pt x="368" y="205"/>
                  </a:lnTo>
                  <a:lnTo>
                    <a:pt x="381" y="178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15" name=""/>
            <p:cNvSpPr/>
            <p:nvPr/>
          </p:nvSpPr>
          <p:spPr>
            <a:xfrm rot="0">
              <a:off x="2406" y="3235"/>
              <a:ext cx="95" cy="58"/>
            </a:xfrm>
            <a:custGeom>
              <a:avLst/>
              <a:ahLst/>
              <a:rect l="0" t="0" r="r" b="b"/>
              <a:pathLst>
                <a:path w="381" h="231">
                  <a:moveTo>
                    <a:pt x="25" y="0"/>
                  </a:moveTo>
                  <a:lnTo>
                    <a:pt x="13" y="27"/>
                  </a:lnTo>
                  <a:lnTo>
                    <a:pt x="0" y="53"/>
                  </a:lnTo>
                  <a:lnTo>
                    <a:pt x="356" y="231"/>
                  </a:lnTo>
                  <a:lnTo>
                    <a:pt x="368" y="205"/>
                  </a:lnTo>
                  <a:lnTo>
                    <a:pt x="381" y="178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16" name=""/>
            <p:cNvSpPr/>
            <p:nvPr/>
          </p:nvSpPr>
          <p:spPr>
            <a:xfrm rot="0">
              <a:off x="2495" y="3280"/>
              <a:ext cx="10" cy="13"/>
            </a:xfrm>
            <a:custGeom>
              <a:avLst/>
              <a:ahLst/>
              <a:rect l="0" t="0" r="r" b="b"/>
              <a:pathLst>
                <a:path w="41" h="56">
                  <a:moveTo>
                    <a:pt x="12" y="27"/>
                  </a:moveTo>
                  <a:lnTo>
                    <a:pt x="25" y="0"/>
                  </a:lnTo>
                  <a:lnTo>
                    <a:pt x="33" y="6"/>
                  </a:lnTo>
                  <a:lnTo>
                    <a:pt x="39" y="13"/>
                  </a:lnTo>
                  <a:lnTo>
                    <a:pt x="41" y="22"/>
                  </a:lnTo>
                  <a:lnTo>
                    <a:pt x="41" y="31"/>
                  </a:lnTo>
                  <a:lnTo>
                    <a:pt x="39" y="39"/>
                  </a:lnTo>
                  <a:lnTo>
                    <a:pt x="33" y="47"/>
                  </a:lnTo>
                  <a:lnTo>
                    <a:pt x="26" y="53"/>
                  </a:lnTo>
                  <a:lnTo>
                    <a:pt x="17" y="56"/>
                  </a:lnTo>
                  <a:lnTo>
                    <a:pt x="8" y="56"/>
                  </a:lnTo>
                  <a:lnTo>
                    <a:pt x="0" y="53"/>
                  </a:lnTo>
                  <a:lnTo>
                    <a:pt x="1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17" name=""/>
            <p:cNvSpPr/>
            <p:nvPr/>
          </p:nvSpPr>
          <p:spPr>
            <a:xfrm rot="0">
              <a:off x="2495" y="3280"/>
              <a:ext cx="10" cy="13"/>
            </a:xfrm>
            <a:custGeom>
              <a:avLst/>
              <a:ahLst/>
              <a:rect l="0" t="0" r="r" b="b"/>
              <a:pathLst>
                <a:path w="41" h="56">
                  <a:moveTo>
                    <a:pt x="25" y="0"/>
                  </a:moveTo>
                  <a:lnTo>
                    <a:pt x="33" y="6"/>
                  </a:lnTo>
                  <a:lnTo>
                    <a:pt x="39" y="13"/>
                  </a:lnTo>
                  <a:lnTo>
                    <a:pt x="41" y="22"/>
                  </a:lnTo>
                  <a:lnTo>
                    <a:pt x="41" y="31"/>
                  </a:lnTo>
                  <a:lnTo>
                    <a:pt x="39" y="39"/>
                  </a:lnTo>
                  <a:lnTo>
                    <a:pt x="33" y="47"/>
                  </a:lnTo>
                  <a:lnTo>
                    <a:pt x="26" y="53"/>
                  </a:lnTo>
                  <a:lnTo>
                    <a:pt x="17" y="56"/>
                  </a:lnTo>
                  <a:lnTo>
                    <a:pt x="8" y="56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18" name=""/>
            <p:cNvSpPr/>
            <p:nvPr/>
          </p:nvSpPr>
          <p:spPr>
            <a:xfrm rot="0">
              <a:off x="1829" y="204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19" name=""/>
            <p:cNvSpPr/>
            <p:nvPr/>
          </p:nvSpPr>
          <p:spPr>
            <a:xfrm rot="0">
              <a:off x="1829" y="204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20" name=""/>
            <p:cNvSpPr/>
            <p:nvPr/>
          </p:nvSpPr>
          <p:spPr>
            <a:xfrm rot="0">
              <a:off x="1832" y="2045"/>
              <a:ext cx="238" cy="145"/>
            </a:xfrm>
            <a:custGeom>
              <a:avLst/>
              <a:ahLst/>
              <a:rect l="0" t="0" r="r" b="b"/>
              <a:pathLst>
                <a:path w="949" h="582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919" y="582"/>
                  </a:lnTo>
                  <a:lnTo>
                    <a:pt x="934" y="556"/>
                  </a:lnTo>
                  <a:lnTo>
                    <a:pt x="949" y="531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21" name=""/>
            <p:cNvSpPr/>
            <p:nvPr/>
          </p:nvSpPr>
          <p:spPr>
            <a:xfrm rot="0">
              <a:off x="1832" y="2045"/>
              <a:ext cx="238" cy="145"/>
            </a:xfrm>
            <a:custGeom>
              <a:avLst/>
              <a:ahLst/>
              <a:rect l="0" t="0" r="r" b="b"/>
              <a:pathLst>
                <a:path w="949" h="582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919" y="582"/>
                  </a:lnTo>
                  <a:lnTo>
                    <a:pt x="934" y="556"/>
                  </a:lnTo>
                  <a:lnTo>
                    <a:pt x="949" y="531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22" name=""/>
            <p:cNvSpPr/>
            <p:nvPr/>
          </p:nvSpPr>
          <p:spPr>
            <a:xfrm rot="0">
              <a:off x="2062" y="217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23" name=""/>
            <p:cNvSpPr/>
            <p:nvPr/>
          </p:nvSpPr>
          <p:spPr>
            <a:xfrm rot="0">
              <a:off x="2062" y="217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24" name=""/>
            <p:cNvSpPr/>
            <p:nvPr/>
          </p:nvSpPr>
          <p:spPr>
            <a:xfrm rot="0">
              <a:off x="2091" y="189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25" name=""/>
            <p:cNvSpPr/>
            <p:nvPr/>
          </p:nvSpPr>
          <p:spPr>
            <a:xfrm rot="0">
              <a:off x="2091" y="189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26" name=""/>
            <p:cNvSpPr/>
            <p:nvPr/>
          </p:nvSpPr>
          <p:spPr>
            <a:xfrm rot="0">
              <a:off x="1861" y="1895"/>
              <a:ext cx="237" cy="146"/>
            </a:xfrm>
            <a:custGeom>
              <a:avLst/>
              <a:ahLst/>
              <a:rect l="0" t="0" r="r" b="b"/>
              <a:pathLst>
                <a:path w="950" h="582">
                  <a:moveTo>
                    <a:pt x="950" y="50"/>
                  </a:moveTo>
                  <a:lnTo>
                    <a:pt x="935" y="25"/>
                  </a:lnTo>
                  <a:lnTo>
                    <a:pt x="920" y="0"/>
                  </a:lnTo>
                  <a:lnTo>
                    <a:pt x="0" y="531"/>
                  </a:lnTo>
                  <a:lnTo>
                    <a:pt x="15" y="556"/>
                  </a:lnTo>
                  <a:lnTo>
                    <a:pt x="30" y="582"/>
                  </a:lnTo>
                  <a:lnTo>
                    <a:pt x="9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27" name=""/>
            <p:cNvSpPr/>
            <p:nvPr/>
          </p:nvSpPr>
          <p:spPr>
            <a:xfrm rot="0">
              <a:off x="1861" y="1895"/>
              <a:ext cx="237" cy="146"/>
            </a:xfrm>
            <a:custGeom>
              <a:avLst/>
              <a:ahLst/>
              <a:rect l="0" t="0" r="r" b="b"/>
              <a:pathLst>
                <a:path w="950" h="582">
                  <a:moveTo>
                    <a:pt x="950" y="50"/>
                  </a:moveTo>
                  <a:lnTo>
                    <a:pt x="935" y="25"/>
                  </a:lnTo>
                  <a:lnTo>
                    <a:pt x="920" y="0"/>
                  </a:lnTo>
                  <a:lnTo>
                    <a:pt x="0" y="531"/>
                  </a:lnTo>
                  <a:lnTo>
                    <a:pt x="15" y="556"/>
                  </a:lnTo>
                  <a:lnTo>
                    <a:pt x="30" y="582"/>
                  </a:lnTo>
                  <a:lnTo>
                    <a:pt x="95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28" name=""/>
            <p:cNvSpPr/>
            <p:nvPr/>
          </p:nvSpPr>
          <p:spPr>
            <a:xfrm rot="0">
              <a:off x="1858" y="2028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29" name=""/>
            <p:cNvSpPr/>
            <p:nvPr/>
          </p:nvSpPr>
          <p:spPr>
            <a:xfrm rot="0">
              <a:off x="1858" y="2028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30" name=""/>
            <p:cNvSpPr/>
            <p:nvPr/>
          </p:nvSpPr>
          <p:spPr>
            <a:xfrm rot="0">
              <a:off x="1829" y="2157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45" name=""/>
          <p:cNvGrpSpPr/>
          <p:nvPr/>
        </p:nvGrpSpPr>
        <p:grpSpPr>
          <a:xfrm rot="0">
            <a:off x="2903537" y="2305050"/>
            <a:ext cx="1392237" cy="1341437"/>
            <a:chOff x="1829" y="1452"/>
            <a:chExt cx="877" cy="845"/>
          </a:xfrm>
        </p:grpSpPr>
        <p:sp>
          <p:nvSpPr>
            <p:cNvPr id="1051931" name=""/>
            <p:cNvSpPr/>
            <p:nvPr/>
          </p:nvSpPr>
          <p:spPr>
            <a:xfrm rot="0">
              <a:off x="1829" y="2157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32" name=""/>
            <p:cNvSpPr/>
            <p:nvPr/>
          </p:nvSpPr>
          <p:spPr>
            <a:xfrm rot="0">
              <a:off x="1829" y="2051"/>
              <a:ext cx="15" cy="106"/>
            </a:xfrm>
            <a:custGeom>
              <a:avLst/>
              <a:ahLst/>
              <a:rect l="0" t="0" r="r" b="b"/>
              <a:pathLst>
                <a:path w="58" h="425">
                  <a:moveTo>
                    <a:pt x="0" y="425"/>
                  </a:moveTo>
                  <a:lnTo>
                    <a:pt x="29" y="425"/>
                  </a:lnTo>
                  <a:lnTo>
                    <a:pt x="58" y="425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33" name=""/>
            <p:cNvSpPr/>
            <p:nvPr/>
          </p:nvSpPr>
          <p:spPr>
            <a:xfrm rot="0">
              <a:off x="1829" y="2051"/>
              <a:ext cx="15" cy="106"/>
            </a:xfrm>
            <a:custGeom>
              <a:avLst/>
              <a:ahLst/>
              <a:rect l="0" t="0" r="r" b="b"/>
              <a:pathLst>
                <a:path w="58" h="425">
                  <a:moveTo>
                    <a:pt x="0" y="425"/>
                  </a:moveTo>
                  <a:lnTo>
                    <a:pt x="29" y="425"/>
                  </a:lnTo>
                  <a:lnTo>
                    <a:pt x="58" y="425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34" name=""/>
            <p:cNvSpPr/>
            <p:nvPr/>
          </p:nvSpPr>
          <p:spPr>
            <a:xfrm rot="0">
              <a:off x="1829" y="2044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35" name=""/>
            <p:cNvSpPr/>
            <p:nvPr/>
          </p:nvSpPr>
          <p:spPr>
            <a:xfrm rot="0">
              <a:off x="1829" y="2044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36" name=""/>
            <p:cNvSpPr/>
            <p:nvPr/>
          </p:nvSpPr>
          <p:spPr>
            <a:xfrm rot="0">
              <a:off x="2062" y="228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37" name=""/>
            <p:cNvSpPr/>
            <p:nvPr/>
          </p:nvSpPr>
          <p:spPr>
            <a:xfrm rot="0">
              <a:off x="2062" y="228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38" name=""/>
            <p:cNvSpPr/>
            <p:nvPr/>
          </p:nvSpPr>
          <p:spPr>
            <a:xfrm rot="0">
              <a:off x="1832" y="2151"/>
              <a:ext cx="238" cy="145"/>
            </a:xfrm>
            <a:custGeom>
              <a:avLst/>
              <a:ahLst/>
              <a:rect l="0" t="0" r="r" b="b"/>
              <a:pathLst>
                <a:path w="949" h="582">
                  <a:moveTo>
                    <a:pt x="919" y="582"/>
                  </a:moveTo>
                  <a:lnTo>
                    <a:pt x="934" y="557"/>
                  </a:lnTo>
                  <a:lnTo>
                    <a:pt x="949" y="532"/>
                  </a:lnTo>
                  <a:lnTo>
                    <a:pt x="30" y="0"/>
                  </a:lnTo>
                  <a:lnTo>
                    <a:pt x="15" y="26"/>
                  </a:lnTo>
                  <a:lnTo>
                    <a:pt x="0" y="51"/>
                  </a:lnTo>
                  <a:lnTo>
                    <a:pt x="919" y="5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39" name=""/>
            <p:cNvSpPr/>
            <p:nvPr/>
          </p:nvSpPr>
          <p:spPr>
            <a:xfrm rot="0">
              <a:off x="1832" y="2151"/>
              <a:ext cx="238" cy="145"/>
            </a:xfrm>
            <a:custGeom>
              <a:avLst/>
              <a:ahLst/>
              <a:rect l="0" t="0" r="r" b="b"/>
              <a:pathLst>
                <a:path w="949" h="582">
                  <a:moveTo>
                    <a:pt x="919" y="582"/>
                  </a:moveTo>
                  <a:lnTo>
                    <a:pt x="934" y="557"/>
                  </a:lnTo>
                  <a:lnTo>
                    <a:pt x="949" y="532"/>
                  </a:lnTo>
                  <a:lnTo>
                    <a:pt x="30" y="0"/>
                  </a:lnTo>
                  <a:lnTo>
                    <a:pt x="15" y="26"/>
                  </a:lnTo>
                  <a:lnTo>
                    <a:pt x="0" y="51"/>
                  </a:lnTo>
                  <a:lnTo>
                    <a:pt x="919" y="5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40" name=""/>
            <p:cNvSpPr/>
            <p:nvPr/>
          </p:nvSpPr>
          <p:spPr>
            <a:xfrm rot="0">
              <a:off x="1829" y="2150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41" name=""/>
            <p:cNvSpPr/>
            <p:nvPr/>
          </p:nvSpPr>
          <p:spPr>
            <a:xfrm rot="0">
              <a:off x="1829" y="2150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42" name=""/>
            <p:cNvSpPr/>
            <p:nvPr/>
          </p:nvSpPr>
          <p:spPr>
            <a:xfrm rot="0">
              <a:off x="2059" y="228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43" name=""/>
            <p:cNvSpPr/>
            <p:nvPr/>
          </p:nvSpPr>
          <p:spPr>
            <a:xfrm rot="0">
              <a:off x="2059" y="228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44" name=""/>
            <p:cNvSpPr/>
            <p:nvPr/>
          </p:nvSpPr>
          <p:spPr>
            <a:xfrm rot="0">
              <a:off x="2062" y="2267"/>
              <a:ext cx="36" cy="29"/>
            </a:xfrm>
            <a:custGeom>
              <a:avLst/>
              <a:ahLst/>
              <a:rect l="0" t="0" r="r" b="b"/>
              <a:pathLst>
                <a:path w="145" h="117">
                  <a:moveTo>
                    <a:pt x="0" y="67"/>
                  </a:moveTo>
                  <a:lnTo>
                    <a:pt x="15" y="92"/>
                  </a:lnTo>
                  <a:lnTo>
                    <a:pt x="30" y="117"/>
                  </a:lnTo>
                  <a:lnTo>
                    <a:pt x="145" y="51"/>
                  </a:lnTo>
                  <a:lnTo>
                    <a:pt x="130" y="26"/>
                  </a:lnTo>
                  <a:lnTo>
                    <a:pt x="115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45" name=""/>
            <p:cNvSpPr/>
            <p:nvPr/>
          </p:nvSpPr>
          <p:spPr>
            <a:xfrm rot="0">
              <a:off x="2062" y="2267"/>
              <a:ext cx="36" cy="29"/>
            </a:xfrm>
            <a:custGeom>
              <a:avLst/>
              <a:ahLst/>
              <a:rect l="0" t="0" r="r" b="b"/>
              <a:pathLst>
                <a:path w="145" h="117">
                  <a:moveTo>
                    <a:pt x="0" y="67"/>
                  </a:moveTo>
                  <a:lnTo>
                    <a:pt x="15" y="92"/>
                  </a:lnTo>
                  <a:lnTo>
                    <a:pt x="30" y="117"/>
                  </a:lnTo>
                  <a:lnTo>
                    <a:pt x="145" y="51"/>
                  </a:lnTo>
                  <a:lnTo>
                    <a:pt x="130" y="26"/>
                  </a:lnTo>
                  <a:lnTo>
                    <a:pt x="115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46" name=""/>
            <p:cNvSpPr/>
            <p:nvPr/>
          </p:nvSpPr>
          <p:spPr>
            <a:xfrm rot="0">
              <a:off x="2091" y="2266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47" name=""/>
            <p:cNvSpPr/>
            <p:nvPr/>
          </p:nvSpPr>
          <p:spPr>
            <a:xfrm rot="0">
              <a:off x="2091" y="2266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48" name=""/>
            <p:cNvSpPr/>
            <p:nvPr/>
          </p:nvSpPr>
          <p:spPr>
            <a:xfrm rot="0">
              <a:off x="2059" y="2176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49" name=""/>
            <p:cNvSpPr/>
            <p:nvPr/>
          </p:nvSpPr>
          <p:spPr>
            <a:xfrm rot="0">
              <a:off x="2059" y="2176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50" name=""/>
            <p:cNvSpPr/>
            <p:nvPr/>
          </p:nvSpPr>
          <p:spPr>
            <a:xfrm rot="0">
              <a:off x="2059" y="2184"/>
              <a:ext cx="14" cy="106"/>
            </a:xfrm>
            <a:custGeom>
              <a:avLst/>
              <a:ahLst/>
              <a:rect l="0" t="0" r="r" b="b"/>
              <a:pathLst>
                <a:path w="59" h="42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25"/>
                  </a:lnTo>
                  <a:lnTo>
                    <a:pt x="29" y="425"/>
                  </a:lnTo>
                  <a:lnTo>
                    <a:pt x="59" y="425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51" name=""/>
            <p:cNvSpPr/>
            <p:nvPr/>
          </p:nvSpPr>
          <p:spPr>
            <a:xfrm rot="0">
              <a:off x="2059" y="2184"/>
              <a:ext cx="14" cy="106"/>
            </a:xfrm>
            <a:custGeom>
              <a:avLst/>
              <a:ahLst/>
              <a:rect l="0" t="0" r="r" b="b"/>
              <a:pathLst>
                <a:path w="59" h="42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25"/>
                  </a:lnTo>
                  <a:lnTo>
                    <a:pt x="29" y="425"/>
                  </a:lnTo>
                  <a:lnTo>
                    <a:pt x="59" y="425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52" name=""/>
            <p:cNvSpPr/>
            <p:nvPr/>
          </p:nvSpPr>
          <p:spPr>
            <a:xfrm rot="0">
              <a:off x="2059" y="2290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53" name=""/>
            <p:cNvSpPr/>
            <p:nvPr/>
          </p:nvSpPr>
          <p:spPr>
            <a:xfrm rot="0">
              <a:off x="2059" y="2290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54" name=""/>
            <p:cNvSpPr/>
            <p:nvPr/>
          </p:nvSpPr>
          <p:spPr>
            <a:xfrm rot="0">
              <a:off x="2091" y="216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55" name=""/>
            <p:cNvSpPr/>
            <p:nvPr/>
          </p:nvSpPr>
          <p:spPr>
            <a:xfrm rot="0">
              <a:off x="2091" y="216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56" name=""/>
            <p:cNvSpPr/>
            <p:nvPr/>
          </p:nvSpPr>
          <p:spPr>
            <a:xfrm rot="0">
              <a:off x="2062" y="2161"/>
              <a:ext cx="36" cy="29"/>
            </a:xfrm>
            <a:custGeom>
              <a:avLst/>
              <a:ahLst/>
              <a:rect l="0" t="0" r="r" b="b"/>
              <a:pathLst>
                <a:path w="145" h="117">
                  <a:moveTo>
                    <a:pt x="145" y="50"/>
                  </a:moveTo>
                  <a:lnTo>
                    <a:pt x="130" y="25"/>
                  </a:lnTo>
                  <a:lnTo>
                    <a:pt x="115" y="0"/>
                  </a:lnTo>
                  <a:lnTo>
                    <a:pt x="0" y="66"/>
                  </a:lnTo>
                  <a:lnTo>
                    <a:pt x="15" y="91"/>
                  </a:lnTo>
                  <a:lnTo>
                    <a:pt x="30" y="117"/>
                  </a:lnTo>
                  <a:lnTo>
                    <a:pt x="145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57" name=""/>
            <p:cNvSpPr/>
            <p:nvPr/>
          </p:nvSpPr>
          <p:spPr>
            <a:xfrm rot="0">
              <a:off x="2062" y="2161"/>
              <a:ext cx="36" cy="29"/>
            </a:xfrm>
            <a:custGeom>
              <a:avLst/>
              <a:ahLst/>
              <a:rect l="0" t="0" r="r" b="b"/>
              <a:pathLst>
                <a:path w="145" h="117">
                  <a:moveTo>
                    <a:pt x="145" y="50"/>
                  </a:moveTo>
                  <a:lnTo>
                    <a:pt x="130" y="25"/>
                  </a:lnTo>
                  <a:lnTo>
                    <a:pt x="115" y="0"/>
                  </a:lnTo>
                  <a:lnTo>
                    <a:pt x="0" y="66"/>
                  </a:lnTo>
                  <a:lnTo>
                    <a:pt x="15" y="91"/>
                  </a:lnTo>
                  <a:lnTo>
                    <a:pt x="30" y="117"/>
                  </a:lnTo>
                  <a:lnTo>
                    <a:pt x="145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58" name=""/>
            <p:cNvSpPr/>
            <p:nvPr/>
          </p:nvSpPr>
          <p:spPr>
            <a:xfrm rot="0">
              <a:off x="2059" y="217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1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59" name=""/>
            <p:cNvSpPr/>
            <p:nvPr/>
          </p:nvSpPr>
          <p:spPr>
            <a:xfrm rot="0">
              <a:off x="2059" y="217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60" name=""/>
            <p:cNvSpPr/>
            <p:nvPr/>
          </p:nvSpPr>
          <p:spPr>
            <a:xfrm rot="0">
              <a:off x="1861" y="2027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61" name=""/>
            <p:cNvSpPr/>
            <p:nvPr/>
          </p:nvSpPr>
          <p:spPr>
            <a:xfrm rot="0">
              <a:off x="1861" y="2027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62" name=""/>
            <p:cNvSpPr/>
            <p:nvPr/>
          </p:nvSpPr>
          <p:spPr>
            <a:xfrm rot="0">
              <a:off x="1832" y="2028"/>
              <a:ext cx="37" cy="29"/>
            </a:xfrm>
            <a:custGeom>
              <a:avLst/>
              <a:ahLst/>
              <a:rect l="0" t="0" r="r" b="b"/>
              <a:pathLst>
                <a:path w="144" h="117">
                  <a:moveTo>
                    <a:pt x="144" y="51"/>
                  </a:moveTo>
                  <a:lnTo>
                    <a:pt x="129" y="25"/>
                  </a:lnTo>
                  <a:lnTo>
                    <a:pt x="114" y="0"/>
                  </a:lnTo>
                  <a:lnTo>
                    <a:pt x="0" y="67"/>
                  </a:lnTo>
                  <a:lnTo>
                    <a:pt x="15" y="92"/>
                  </a:lnTo>
                  <a:lnTo>
                    <a:pt x="30" y="117"/>
                  </a:lnTo>
                  <a:lnTo>
                    <a:pt x="14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63" name=""/>
            <p:cNvSpPr/>
            <p:nvPr/>
          </p:nvSpPr>
          <p:spPr>
            <a:xfrm rot="0">
              <a:off x="1832" y="2028"/>
              <a:ext cx="37" cy="29"/>
            </a:xfrm>
            <a:custGeom>
              <a:avLst/>
              <a:ahLst/>
              <a:rect l="0" t="0" r="r" b="b"/>
              <a:pathLst>
                <a:path w="144" h="117">
                  <a:moveTo>
                    <a:pt x="144" y="51"/>
                  </a:moveTo>
                  <a:lnTo>
                    <a:pt x="129" y="25"/>
                  </a:lnTo>
                  <a:lnTo>
                    <a:pt x="114" y="0"/>
                  </a:lnTo>
                  <a:lnTo>
                    <a:pt x="0" y="67"/>
                  </a:lnTo>
                  <a:lnTo>
                    <a:pt x="15" y="92"/>
                  </a:lnTo>
                  <a:lnTo>
                    <a:pt x="30" y="117"/>
                  </a:lnTo>
                  <a:lnTo>
                    <a:pt x="14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64" name=""/>
            <p:cNvSpPr/>
            <p:nvPr/>
          </p:nvSpPr>
          <p:spPr>
            <a:xfrm rot="0">
              <a:off x="1829" y="2045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65" name=""/>
            <p:cNvSpPr/>
            <p:nvPr/>
          </p:nvSpPr>
          <p:spPr>
            <a:xfrm rot="0">
              <a:off x="1829" y="2045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66" name=""/>
            <p:cNvSpPr/>
            <p:nvPr/>
          </p:nvSpPr>
          <p:spPr>
            <a:xfrm rot="0">
              <a:off x="2218" y="2193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67" name=""/>
            <p:cNvSpPr/>
            <p:nvPr/>
          </p:nvSpPr>
          <p:spPr>
            <a:xfrm rot="0">
              <a:off x="2218" y="2193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68" name=""/>
            <p:cNvSpPr/>
            <p:nvPr/>
          </p:nvSpPr>
          <p:spPr>
            <a:xfrm rot="0">
              <a:off x="2091" y="2194"/>
              <a:ext cx="134" cy="86"/>
            </a:xfrm>
            <a:custGeom>
              <a:avLst/>
              <a:ahLst/>
              <a:rect l="0" t="0" r="r" b="b"/>
              <a:pathLst>
                <a:path w="536" h="342">
                  <a:moveTo>
                    <a:pt x="536" y="50"/>
                  </a:moveTo>
                  <a:lnTo>
                    <a:pt x="521" y="25"/>
                  </a:lnTo>
                  <a:lnTo>
                    <a:pt x="506" y="0"/>
                  </a:lnTo>
                  <a:lnTo>
                    <a:pt x="0" y="291"/>
                  </a:lnTo>
                  <a:lnTo>
                    <a:pt x="15" y="317"/>
                  </a:lnTo>
                  <a:lnTo>
                    <a:pt x="30" y="342"/>
                  </a:lnTo>
                  <a:lnTo>
                    <a:pt x="536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69" name=""/>
            <p:cNvSpPr/>
            <p:nvPr/>
          </p:nvSpPr>
          <p:spPr>
            <a:xfrm rot="0">
              <a:off x="2091" y="2194"/>
              <a:ext cx="134" cy="86"/>
            </a:xfrm>
            <a:custGeom>
              <a:avLst/>
              <a:ahLst/>
              <a:rect l="0" t="0" r="r" b="b"/>
              <a:pathLst>
                <a:path w="536" h="342">
                  <a:moveTo>
                    <a:pt x="536" y="50"/>
                  </a:moveTo>
                  <a:lnTo>
                    <a:pt x="521" y="25"/>
                  </a:lnTo>
                  <a:lnTo>
                    <a:pt x="506" y="0"/>
                  </a:lnTo>
                  <a:lnTo>
                    <a:pt x="0" y="291"/>
                  </a:lnTo>
                  <a:lnTo>
                    <a:pt x="15" y="317"/>
                  </a:lnTo>
                  <a:lnTo>
                    <a:pt x="30" y="342"/>
                  </a:lnTo>
                  <a:lnTo>
                    <a:pt x="536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70" name=""/>
            <p:cNvSpPr/>
            <p:nvPr/>
          </p:nvSpPr>
          <p:spPr>
            <a:xfrm rot="0">
              <a:off x="2088" y="2267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6"/>
                  </a:moveTo>
                  <a:lnTo>
                    <a:pt x="44" y="51"/>
                  </a:ln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71" name=""/>
            <p:cNvSpPr/>
            <p:nvPr/>
          </p:nvSpPr>
          <p:spPr>
            <a:xfrm rot="0">
              <a:off x="2088" y="2267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72" name=""/>
            <p:cNvSpPr/>
            <p:nvPr/>
          </p:nvSpPr>
          <p:spPr>
            <a:xfrm rot="0">
              <a:off x="2214" y="2193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9"/>
                  </a:lnTo>
                  <a:lnTo>
                    <a:pt x="3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73" name=""/>
            <p:cNvSpPr/>
            <p:nvPr/>
          </p:nvSpPr>
          <p:spPr>
            <a:xfrm rot="0">
              <a:off x="2214" y="2193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9"/>
                  </a:lnTo>
                  <a:lnTo>
                    <a:pt x="3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74" name=""/>
            <p:cNvSpPr/>
            <p:nvPr/>
          </p:nvSpPr>
          <p:spPr>
            <a:xfrm rot="0">
              <a:off x="2218" y="2194"/>
              <a:ext cx="139" cy="89"/>
            </a:xfrm>
            <a:custGeom>
              <a:avLst/>
              <a:ahLst/>
              <a:rect l="0" t="0" r="r" b="b"/>
              <a:pathLst>
                <a:path w="559" h="356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529" y="356"/>
                  </a:lnTo>
                  <a:lnTo>
                    <a:pt x="544" y="330"/>
                  </a:lnTo>
                  <a:lnTo>
                    <a:pt x="559" y="305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75" name=""/>
            <p:cNvSpPr/>
            <p:nvPr/>
          </p:nvSpPr>
          <p:spPr>
            <a:xfrm rot="0">
              <a:off x="2218" y="2194"/>
              <a:ext cx="139" cy="89"/>
            </a:xfrm>
            <a:custGeom>
              <a:avLst/>
              <a:ahLst/>
              <a:rect l="0" t="0" r="r" b="b"/>
              <a:pathLst>
                <a:path w="559" h="356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529" y="356"/>
                  </a:lnTo>
                  <a:lnTo>
                    <a:pt x="544" y="330"/>
                  </a:lnTo>
                  <a:lnTo>
                    <a:pt x="559" y="305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76" name=""/>
            <p:cNvSpPr/>
            <p:nvPr/>
          </p:nvSpPr>
          <p:spPr>
            <a:xfrm rot="0">
              <a:off x="2350" y="227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77" name=""/>
            <p:cNvSpPr/>
            <p:nvPr/>
          </p:nvSpPr>
          <p:spPr>
            <a:xfrm rot="0">
              <a:off x="2350" y="227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78" name=""/>
            <p:cNvSpPr/>
            <p:nvPr/>
          </p:nvSpPr>
          <p:spPr>
            <a:xfrm rot="0">
              <a:off x="2214" y="2087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79" name=""/>
            <p:cNvSpPr/>
            <p:nvPr/>
          </p:nvSpPr>
          <p:spPr>
            <a:xfrm rot="0">
              <a:off x="2214" y="2087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80" name=""/>
            <p:cNvSpPr/>
            <p:nvPr/>
          </p:nvSpPr>
          <p:spPr>
            <a:xfrm rot="0">
              <a:off x="2214" y="2094"/>
              <a:ext cx="15" cy="107"/>
            </a:xfrm>
            <a:custGeom>
              <a:avLst/>
              <a:ahLst/>
              <a:rect l="0" t="0" r="r" b="b"/>
              <a:pathLst>
                <a:path w="59" h="42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26"/>
                  </a:lnTo>
                  <a:lnTo>
                    <a:pt x="29" y="426"/>
                  </a:lnTo>
                  <a:lnTo>
                    <a:pt x="59" y="426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81" name=""/>
            <p:cNvSpPr/>
            <p:nvPr/>
          </p:nvSpPr>
          <p:spPr>
            <a:xfrm rot="0">
              <a:off x="2214" y="2094"/>
              <a:ext cx="15" cy="107"/>
            </a:xfrm>
            <a:custGeom>
              <a:avLst/>
              <a:ahLst/>
              <a:rect l="0" t="0" r="r" b="b"/>
              <a:pathLst>
                <a:path w="59" h="42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26"/>
                  </a:lnTo>
                  <a:lnTo>
                    <a:pt x="29" y="426"/>
                  </a:lnTo>
                  <a:lnTo>
                    <a:pt x="59" y="426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82" name=""/>
            <p:cNvSpPr/>
            <p:nvPr/>
          </p:nvSpPr>
          <p:spPr>
            <a:xfrm rot="0">
              <a:off x="2214" y="220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83" name=""/>
            <p:cNvSpPr/>
            <p:nvPr/>
          </p:nvSpPr>
          <p:spPr>
            <a:xfrm rot="0">
              <a:off x="2214" y="220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84" name=""/>
            <p:cNvSpPr/>
            <p:nvPr/>
          </p:nvSpPr>
          <p:spPr>
            <a:xfrm rot="0">
              <a:off x="2088" y="2161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85" name=""/>
            <p:cNvSpPr/>
            <p:nvPr/>
          </p:nvSpPr>
          <p:spPr>
            <a:xfrm rot="0">
              <a:off x="2088" y="2161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86" name=""/>
            <p:cNvSpPr/>
            <p:nvPr/>
          </p:nvSpPr>
          <p:spPr>
            <a:xfrm rot="0">
              <a:off x="2091" y="2088"/>
              <a:ext cx="134" cy="86"/>
            </a:xfrm>
            <a:custGeom>
              <a:avLst/>
              <a:ahLst/>
              <a:rect l="0" t="0" r="r" b="b"/>
              <a:pathLst>
                <a:path w="536" h="343">
                  <a:moveTo>
                    <a:pt x="0" y="293"/>
                  </a:moveTo>
                  <a:lnTo>
                    <a:pt x="15" y="318"/>
                  </a:lnTo>
                  <a:lnTo>
                    <a:pt x="30" y="343"/>
                  </a:lnTo>
                  <a:lnTo>
                    <a:pt x="536" y="50"/>
                  </a:lnTo>
                  <a:lnTo>
                    <a:pt x="521" y="25"/>
                  </a:lnTo>
                  <a:lnTo>
                    <a:pt x="506" y="0"/>
                  </a:lnTo>
                  <a:lnTo>
                    <a:pt x="0" y="2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87" name=""/>
            <p:cNvSpPr/>
            <p:nvPr/>
          </p:nvSpPr>
          <p:spPr>
            <a:xfrm rot="0">
              <a:off x="2091" y="2088"/>
              <a:ext cx="134" cy="86"/>
            </a:xfrm>
            <a:custGeom>
              <a:avLst/>
              <a:ahLst/>
              <a:rect l="0" t="0" r="r" b="b"/>
              <a:pathLst>
                <a:path w="536" h="343">
                  <a:moveTo>
                    <a:pt x="0" y="293"/>
                  </a:moveTo>
                  <a:lnTo>
                    <a:pt x="15" y="318"/>
                  </a:lnTo>
                  <a:lnTo>
                    <a:pt x="30" y="343"/>
                  </a:lnTo>
                  <a:lnTo>
                    <a:pt x="536" y="50"/>
                  </a:lnTo>
                  <a:lnTo>
                    <a:pt x="521" y="25"/>
                  </a:lnTo>
                  <a:lnTo>
                    <a:pt x="506" y="0"/>
                  </a:lnTo>
                  <a:lnTo>
                    <a:pt x="0" y="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88" name=""/>
            <p:cNvSpPr/>
            <p:nvPr/>
          </p:nvSpPr>
          <p:spPr>
            <a:xfrm rot="0">
              <a:off x="2218" y="2087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89" name=""/>
            <p:cNvSpPr/>
            <p:nvPr/>
          </p:nvSpPr>
          <p:spPr>
            <a:xfrm rot="0">
              <a:off x="2218" y="2087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90" name=""/>
            <p:cNvSpPr/>
            <p:nvPr/>
          </p:nvSpPr>
          <p:spPr>
            <a:xfrm rot="0">
              <a:off x="2246" y="210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1"/>
                  </a:lnTo>
                  <a:lnTo>
                    <a:pt x="34" y="48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91" name=""/>
            <p:cNvSpPr/>
            <p:nvPr/>
          </p:nvSpPr>
          <p:spPr>
            <a:xfrm rot="0">
              <a:off x="2246" y="210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1"/>
                  </a:lnTo>
                  <a:lnTo>
                    <a:pt x="34" y="48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92" name=""/>
            <p:cNvSpPr/>
            <p:nvPr/>
          </p:nvSpPr>
          <p:spPr>
            <a:xfrm rot="0">
              <a:off x="2218" y="2088"/>
              <a:ext cx="36" cy="29"/>
            </a:xfrm>
            <a:custGeom>
              <a:avLst/>
              <a:ahLst/>
              <a:rect l="0" t="0" r="r" b="b"/>
              <a:pathLst>
                <a:path w="145" h="117">
                  <a:moveTo>
                    <a:pt x="115" y="117"/>
                  </a:moveTo>
                  <a:lnTo>
                    <a:pt x="130" y="92"/>
                  </a:lnTo>
                  <a:lnTo>
                    <a:pt x="145" y="66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115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93" name=""/>
            <p:cNvSpPr/>
            <p:nvPr/>
          </p:nvSpPr>
          <p:spPr>
            <a:xfrm rot="0">
              <a:off x="2218" y="2088"/>
              <a:ext cx="36" cy="29"/>
            </a:xfrm>
            <a:custGeom>
              <a:avLst/>
              <a:ahLst/>
              <a:rect l="0" t="0" r="r" b="b"/>
              <a:pathLst>
                <a:path w="145" h="117">
                  <a:moveTo>
                    <a:pt x="115" y="117"/>
                  </a:moveTo>
                  <a:lnTo>
                    <a:pt x="130" y="92"/>
                  </a:lnTo>
                  <a:lnTo>
                    <a:pt x="145" y="66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115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94" name=""/>
            <p:cNvSpPr/>
            <p:nvPr/>
          </p:nvSpPr>
          <p:spPr>
            <a:xfrm rot="0">
              <a:off x="2214" y="2087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9"/>
                  </a:lnTo>
                  <a:lnTo>
                    <a:pt x="3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95" name=""/>
            <p:cNvSpPr/>
            <p:nvPr/>
          </p:nvSpPr>
          <p:spPr>
            <a:xfrm rot="0">
              <a:off x="2214" y="2087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9"/>
                  </a:lnTo>
                  <a:lnTo>
                    <a:pt x="3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96" name=""/>
            <p:cNvSpPr/>
            <p:nvPr/>
          </p:nvSpPr>
          <p:spPr>
            <a:xfrm rot="0">
              <a:off x="2243" y="210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97" name=""/>
            <p:cNvSpPr/>
            <p:nvPr/>
          </p:nvSpPr>
          <p:spPr>
            <a:xfrm rot="0">
              <a:off x="2243" y="210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1998" name=""/>
            <p:cNvSpPr/>
            <p:nvPr/>
          </p:nvSpPr>
          <p:spPr>
            <a:xfrm rot="0">
              <a:off x="2246" y="2104"/>
              <a:ext cx="111" cy="73"/>
            </a:xfrm>
            <a:custGeom>
              <a:avLst/>
              <a:ahLst/>
              <a:rect l="0" t="0" r="r" b="b"/>
              <a:pathLst>
                <a:path w="444" h="291">
                  <a:moveTo>
                    <a:pt x="30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414" y="291"/>
                  </a:lnTo>
                  <a:lnTo>
                    <a:pt x="429" y="266"/>
                  </a:lnTo>
                  <a:lnTo>
                    <a:pt x="444" y="24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1999" name=""/>
            <p:cNvSpPr/>
            <p:nvPr/>
          </p:nvSpPr>
          <p:spPr>
            <a:xfrm rot="0">
              <a:off x="2246" y="2104"/>
              <a:ext cx="111" cy="73"/>
            </a:xfrm>
            <a:custGeom>
              <a:avLst/>
              <a:ahLst/>
              <a:rect l="0" t="0" r="r" b="b"/>
              <a:pathLst>
                <a:path w="444" h="291">
                  <a:moveTo>
                    <a:pt x="30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414" y="291"/>
                  </a:lnTo>
                  <a:lnTo>
                    <a:pt x="429" y="266"/>
                  </a:lnTo>
                  <a:lnTo>
                    <a:pt x="444" y="240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00" name=""/>
            <p:cNvSpPr/>
            <p:nvPr/>
          </p:nvSpPr>
          <p:spPr>
            <a:xfrm rot="0">
              <a:off x="2350" y="216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1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01" name=""/>
            <p:cNvSpPr/>
            <p:nvPr/>
          </p:nvSpPr>
          <p:spPr>
            <a:xfrm rot="0">
              <a:off x="2350" y="216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1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02" name=""/>
            <p:cNvSpPr/>
            <p:nvPr/>
          </p:nvSpPr>
          <p:spPr>
            <a:xfrm rot="0">
              <a:off x="2695" y="207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03" name=""/>
            <p:cNvSpPr/>
            <p:nvPr/>
          </p:nvSpPr>
          <p:spPr>
            <a:xfrm rot="0">
              <a:off x="2695" y="207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04" name=""/>
            <p:cNvSpPr/>
            <p:nvPr/>
          </p:nvSpPr>
          <p:spPr>
            <a:xfrm rot="0">
              <a:off x="2350" y="2071"/>
              <a:ext cx="352" cy="212"/>
            </a:xfrm>
            <a:custGeom>
              <a:avLst/>
              <a:ahLst/>
              <a:rect l="0" t="0" r="r" b="b"/>
              <a:pathLst>
                <a:path w="1410" h="849">
                  <a:moveTo>
                    <a:pt x="1410" y="51"/>
                  </a:moveTo>
                  <a:lnTo>
                    <a:pt x="1395" y="26"/>
                  </a:lnTo>
                  <a:lnTo>
                    <a:pt x="1380" y="0"/>
                  </a:lnTo>
                  <a:lnTo>
                    <a:pt x="0" y="798"/>
                  </a:lnTo>
                  <a:lnTo>
                    <a:pt x="15" y="823"/>
                  </a:lnTo>
                  <a:lnTo>
                    <a:pt x="30" y="849"/>
                  </a:lnTo>
                  <a:lnTo>
                    <a:pt x="141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05" name=""/>
            <p:cNvSpPr/>
            <p:nvPr/>
          </p:nvSpPr>
          <p:spPr>
            <a:xfrm rot="0">
              <a:off x="2350" y="2071"/>
              <a:ext cx="352" cy="212"/>
            </a:xfrm>
            <a:custGeom>
              <a:avLst/>
              <a:ahLst/>
              <a:rect l="0" t="0" r="r" b="b"/>
              <a:pathLst>
                <a:path w="1410" h="849">
                  <a:moveTo>
                    <a:pt x="1410" y="51"/>
                  </a:moveTo>
                  <a:lnTo>
                    <a:pt x="1395" y="26"/>
                  </a:lnTo>
                  <a:lnTo>
                    <a:pt x="1380" y="0"/>
                  </a:lnTo>
                  <a:lnTo>
                    <a:pt x="0" y="798"/>
                  </a:lnTo>
                  <a:lnTo>
                    <a:pt x="15" y="823"/>
                  </a:lnTo>
                  <a:lnTo>
                    <a:pt x="30" y="849"/>
                  </a:lnTo>
                  <a:lnTo>
                    <a:pt x="141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06" name=""/>
            <p:cNvSpPr/>
            <p:nvPr/>
          </p:nvSpPr>
          <p:spPr>
            <a:xfrm rot="0">
              <a:off x="2346" y="227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1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07" name=""/>
            <p:cNvSpPr/>
            <p:nvPr/>
          </p:nvSpPr>
          <p:spPr>
            <a:xfrm rot="0">
              <a:off x="2346" y="227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10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08" name=""/>
            <p:cNvSpPr/>
            <p:nvPr/>
          </p:nvSpPr>
          <p:spPr>
            <a:xfrm rot="0">
              <a:off x="2346" y="216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6"/>
                  </a:moveTo>
                  <a:lnTo>
                    <a:pt x="44" y="51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10" y="47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09" name=""/>
            <p:cNvSpPr/>
            <p:nvPr/>
          </p:nvSpPr>
          <p:spPr>
            <a:xfrm rot="0">
              <a:off x="2346" y="216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10" y="47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10" name=""/>
            <p:cNvSpPr/>
            <p:nvPr/>
          </p:nvSpPr>
          <p:spPr>
            <a:xfrm rot="0">
              <a:off x="2350" y="2015"/>
              <a:ext cx="266" cy="162"/>
            </a:xfrm>
            <a:custGeom>
              <a:avLst/>
              <a:ahLst/>
              <a:rect l="0" t="0" r="r" b="b"/>
              <a:pathLst>
                <a:path w="1064" h="649">
                  <a:moveTo>
                    <a:pt x="0" y="598"/>
                  </a:moveTo>
                  <a:lnTo>
                    <a:pt x="15" y="624"/>
                  </a:lnTo>
                  <a:lnTo>
                    <a:pt x="30" y="649"/>
                  </a:lnTo>
                  <a:lnTo>
                    <a:pt x="1064" y="51"/>
                  </a:lnTo>
                  <a:lnTo>
                    <a:pt x="1049" y="26"/>
                  </a:lnTo>
                  <a:lnTo>
                    <a:pt x="1034" y="0"/>
                  </a:lnTo>
                  <a:lnTo>
                    <a:pt x="0" y="5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11" name=""/>
            <p:cNvSpPr/>
            <p:nvPr/>
          </p:nvSpPr>
          <p:spPr>
            <a:xfrm rot="0">
              <a:off x="2350" y="2015"/>
              <a:ext cx="266" cy="162"/>
            </a:xfrm>
            <a:custGeom>
              <a:avLst/>
              <a:ahLst/>
              <a:rect l="0" t="0" r="r" b="b"/>
              <a:pathLst>
                <a:path w="1064" h="649">
                  <a:moveTo>
                    <a:pt x="0" y="598"/>
                  </a:moveTo>
                  <a:lnTo>
                    <a:pt x="15" y="624"/>
                  </a:lnTo>
                  <a:lnTo>
                    <a:pt x="30" y="649"/>
                  </a:lnTo>
                  <a:lnTo>
                    <a:pt x="1064" y="51"/>
                  </a:lnTo>
                  <a:lnTo>
                    <a:pt x="1049" y="26"/>
                  </a:lnTo>
                  <a:lnTo>
                    <a:pt x="1034" y="0"/>
                  </a:lnTo>
                  <a:lnTo>
                    <a:pt x="0" y="5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12" name=""/>
            <p:cNvSpPr/>
            <p:nvPr/>
          </p:nvSpPr>
          <p:spPr>
            <a:xfrm rot="0">
              <a:off x="2608" y="201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13" name=""/>
            <p:cNvSpPr/>
            <p:nvPr/>
          </p:nvSpPr>
          <p:spPr>
            <a:xfrm rot="0">
              <a:off x="2608" y="201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14" name=""/>
            <p:cNvSpPr/>
            <p:nvPr/>
          </p:nvSpPr>
          <p:spPr>
            <a:xfrm rot="0">
              <a:off x="2346" y="2277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15" name=""/>
            <p:cNvSpPr/>
            <p:nvPr/>
          </p:nvSpPr>
          <p:spPr>
            <a:xfrm rot="0">
              <a:off x="2346" y="2277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16" name=""/>
            <p:cNvSpPr/>
            <p:nvPr/>
          </p:nvSpPr>
          <p:spPr>
            <a:xfrm rot="0">
              <a:off x="2346" y="2171"/>
              <a:ext cx="15" cy="106"/>
            </a:xfrm>
            <a:custGeom>
              <a:avLst/>
              <a:ahLst/>
              <a:rect l="0" t="0" r="r" b="b"/>
              <a:pathLst>
                <a:path w="59" h="424">
                  <a:moveTo>
                    <a:pt x="0" y="424"/>
                  </a:moveTo>
                  <a:lnTo>
                    <a:pt x="29" y="424"/>
                  </a:lnTo>
                  <a:lnTo>
                    <a:pt x="59" y="42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17" name=""/>
            <p:cNvSpPr/>
            <p:nvPr/>
          </p:nvSpPr>
          <p:spPr>
            <a:xfrm rot="0">
              <a:off x="2346" y="2171"/>
              <a:ext cx="15" cy="106"/>
            </a:xfrm>
            <a:custGeom>
              <a:avLst/>
              <a:ahLst/>
              <a:rect l="0" t="0" r="r" b="b"/>
              <a:pathLst>
                <a:path w="59" h="424">
                  <a:moveTo>
                    <a:pt x="0" y="424"/>
                  </a:moveTo>
                  <a:lnTo>
                    <a:pt x="29" y="424"/>
                  </a:lnTo>
                  <a:lnTo>
                    <a:pt x="59" y="42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18" name=""/>
            <p:cNvSpPr/>
            <p:nvPr/>
          </p:nvSpPr>
          <p:spPr>
            <a:xfrm rot="0">
              <a:off x="2346" y="2163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19" name=""/>
            <p:cNvSpPr/>
            <p:nvPr/>
          </p:nvSpPr>
          <p:spPr>
            <a:xfrm rot="0">
              <a:off x="2346" y="2163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20" name=""/>
            <p:cNvSpPr/>
            <p:nvPr/>
          </p:nvSpPr>
          <p:spPr>
            <a:xfrm rot="0">
              <a:off x="2691" y="1817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21" name=""/>
            <p:cNvSpPr/>
            <p:nvPr/>
          </p:nvSpPr>
          <p:spPr>
            <a:xfrm rot="0">
              <a:off x="2691" y="1817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22" name=""/>
            <p:cNvSpPr/>
            <p:nvPr/>
          </p:nvSpPr>
          <p:spPr>
            <a:xfrm rot="0">
              <a:off x="2691" y="1825"/>
              <a:ext cx="15" cy="252"/>
            </a:xfrm>
            <a:custGeom>
              <a:avLst/>
              <a:ahLst/>
              <a:rect l="0" t="0" r="r" b="b"/>
              <a:pathLst>
                <a:path w="59" h="1011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29" y="1011"/>
                  </a:lnTo>
                  <a:lnTo>
                    <a:pt x="59" y="1011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23" name=""/>
            <p:cNvSpPr/>
            <p:nvPr/>
          </p:nvSpPr>
          <p:spPr>
            <a:xfrm rot="0">
              <a:off x="2691" y="1825"/>
              <a:ext cx="15" cy="252"/>
            </a:xfrm>
            <a:custGeom>
              <a:avLst/>
              <a:ahLst/>
              <a:rect l="0" t="0" r="r" b="b"/>
              <a:pathLst>
                <a:path w="59" h="1011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29" y="1011"/>
                  </a:lnTo>
                  <a:lnTo>
                    <a:pt x="59" y="1011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24" name=""/>
            <p:cNvSpPr/>
            <p:nvPr/>
          </p:nvSpPr>
          <p:spPr>
            <a:xfrm rot="0">
              <a:off x="2691" y="2077"/>
              <a:ext cx="15" cy="8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25" name=""/>
            <p:cNvSpPr/>
            <p:nvPr/>
          </p:nvSpPr>
          <p:spPr>
            <a:xfrm rot="0">
              <a:off x="2691" y="2077"/>
              <a:ext cx="15" cy="8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26" name=""/>
            <p:cNvSpPr/>
            <p:nvPr/>
          </p:nvSpPr>
          <p:spPr>
            <a:xfrm rot="0">
              <a:off x="2694" y="1818"/>
              <a:ext cx="12" cy="13"/>
            </a:xfrm>
            <a:custGeom>
              <a:avLst/>
              <a:ahLst/>
              <a:rect l="0" t="0" r="r" b="b"/>
              <a:pathLst>
                <a:path w="44" h="52">
                  <a:moveTo>
                    <a:pt x="16" y="28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1"/>
                  </a:lnTo>
                  <a:lnTo>
                    <a:pt x="34" y="5"/>
                  </a:lnTo>
                  <a:lnTo>
                    <a:pt x="40" y="12"/>
                  </a:lnTo>
                  <a:lnTo>
                    <a:pt x="44" y="20"/>
                  </a:lnTo>
                  <a:lnTo>
                    <a:pt x="44" y="29"/>
                  </a:lnTo>
                  <a:lnTo>
                    <a:pt x="43" y="39"/>
                  </a:lnTo>
                  <a:lnTo>
                    <a:pt x="39" y="47"/>
                  </a:lnTo>
                  <a:lnTo>
                    <a:pt x="32" y="52"/>
                  </a:lnTo>
                  <a:lnTo>
                    <a:pt x="1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27" name=""/>
            <p:cNvSpPr/>
            <p:nvPr/>
          </p:nvSpPr>
          <p:spPr>
            <a:xfrm rot="0">
              <a:off x="2694" y="1818"/>
              <a:ext cx="12" cy="13"/>
            </a:xfrm>
            <a:custGeom>
              <a:avLst/>
              <a:ahLst/>
              <a:rect l="0" t="0" r="r" b="b"/>
              <a:pathLst>
                <a:path w="44" h="52">
                  <a:moveTo>
                    <a:pt x="0" y="4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6" y="1"/>
                  </a:lnTo>
                  <a:lnTo>
                    <a:pt x="34" y="5"/>
                  </a:lnTo>
                  <a:lnTo>
                    <a:pt x="40" y="12"/>
                  </a:lnTo>
                  <a:lnTo>
                    <a:pt x="44" y="20"/>
                  </a:lnTo>
                  <a:lnTo>
                    <a:pt x="44" y="29"/>
                  </a:lnTo>
                  <a:lnTo>
                    <a:pt x="43" y="39"/>
                  </a:lnTo>
                  <a:lnTo>
                    <a:pt x="39" y="47"/>
                  </a:lnTo>
                  <a:lnTo>
                    <a:pt x="32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28" name=""/>
            <p:cNvSpPr/>
            <p:nvPr/>
          </p:nvSpPr>
          <p:spPr>
            <a:xfrm rot="0">
              <a:off x="2608" y="1819"/>
              <a:ext cx="94" cy="68"/>
            </a:xfrm>
            <a:custGeom>
              <a:avLst/>
              <a:ahLst/>
              <a:rect l="0" t="0" r="r" b="b"/>
              <a:pathLst>
                <a:path w="378" h="275">
                  <a:moveTo>
                    <a:pt x="378" y="48"/>
                  </a:moveTo>
                  <a:lnTo>
                    <a:pt x="362" y="24"/>
                  </a:lnTo>
                  <a:lnTo>
                    <a:pt x="346" y="0"/>
                  </a:lnTo>
                  <a:lnTo>
                    <a:pt x="0" y="226"/>
                  </a:lnTo>
                  <a:lnTo>
                    <a:pt x="16" y="250"/>
                  </a:lnTo>
                  <a:lnTo>
                    <a:pt x="32" y="275"/>
                  </a:lnTo>
                  <a:lnTo>
                    <a:pt x="378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29" name=""/>
            <p:cNvSpPr/>
            <p:nvPr/>
          </p:nvSpPr>
          <p:spPr>
            <a:xfrm rot="0">
              <a:off x="2608" y="1819"/>
              <a:ext cx="94" cy="68"/>
            </a:xfrm>
            <a:custGeom>
              <a:avLst/>
              <a:ahLst/>
              <a:rect l="0" t="0" r="r" b="b"/>
              <a:pathLst>
                <a:path w="378" h="275">
                  <a:moveTo>
                    <a:pt x="378" y="48"/>
                  </a:moveTo>
                  <a:lnTo>
                    <a:pt x="362" y="24"/>
                  </a:lnTo>
                  <a:lnTo>
                    <a:pt x="346" y="0"/>
                  </a:lnTo>
                  <a:lnTo>
                    <a:pt x="0" y="226"/>
                  </a:lnTo>
                  <a:lnTo>
                    <a:pt x="16" y="250"/>
                  </a:lnTo>
                  <a:lnTo>
                    <a:pt x="32" y="275"/>
                  </a:lnTo>
                  <a:lnTo>
                    <a:pt x="378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30" name=""/>
            <p:cNvSpPr/>
            <p:nvPr/>
          </p:nvSpPr>
          <p:spPr>
            <a:xfrm rot="0">
              <a:off x="2605" y="1875"/>
              <a:ext cx="11" cy="14"/>
            </a:xfrm>
            <a:custGeom>
              <a:avLst/>
              <a:ahLst/>
              <a:rect l="0" t="0" r="r" b="b"/>
              <a:pathLst>
                <a:path w="44" h="53">
                  <a:moveTo>
                    <a:pt x="28" y="24"/>
                  </a:moveTo>
                  <a:lnTo>
                    <a:pt x="44" y="49"/>
                  </a:lnTo>
                  <a:lnTo>
                    <a:pt x="36" y="53"/>
                  </a:lnTo>
                  <a:lnTo>
                    <a:pt x="27" y="53"/>
                  </a:lnTo>
                  <a:lnTo>
                    <a:pt x="18" y="52"/>
                  </a:lnTo>
                  <a:lnTo>
                    <a:pt x="10" y="47"/>
                  </a:lnTo>
                  <a:lnTo>
                    <a:pt x="4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1" y="14"/>
                  </a:lnTo>
                  <a:lnTo>
                    <a:pt x="5" y="6"/>
                  </a:lnTo>
                  <a:lnTo>
                    <a:pt x="12" y="0"/>
                  </a:lnTo>
                  <a:lnTo>
                    <a:pt x="2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31" name=""/>
            <p:cNvSpPr/>
            <p:nvPr/>
          </p:nvSpPr>
          <p:spPr>
            <a:xfrm rot="0">
              <a:off x="2605" y="1875"/>
              <a:ext cx="11" cy="14"/>
            </a:xfrm>
            <a:custGeom>
              <a:avLst/>
              <a:ahLst/>
              <a:rect l="0" t="0" r="r" b="b"/>
              <a:pathLst>
                <a:path w="44" h="53">
                  <a:moveTo>
                    <a:pt x="44" y="49"/>
                  </a:moveTo>
                  <a:lnTo>
                    <a:pt x="36" y="53"/>
                  </a:lnTo>
                  <a:lnTo>
                    <a:pt x="27" y="53"/>
                  </a:lnTo>
                  <a:lnTo>
                    <a:pt x="18" y="52"/>
                  </a:lnTo>
                  <a:lnTo>
                    <a:pt x="10" y="47"/>
                  </a:lnTo>
                  <a:lnTo>
                    <a:pt x="4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1" y="14"/>
                  </a:lnTo>
                  <a:lnTo>
                    <a:pt x="5" y="6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32" name=""/>
            <p:cNvSpPr/>
            <p:nvPr/>
          </p:nvSpPr>
          <p:spPr>
            <a:xfrm rot="0">
              <a:off x="2542" y="173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33" name=""/>
            <p:cNvSpPr/>
            <p:nvPr/>
          </p:nvSpPr>
          <p:spPr>
            <a:xfrm rot="0">
              <a:off x="2542" y="173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34" name=""/>
            <p:cNvSpPr/>
            <p:nvPr/>
          </p:nvSpPr>
          <p:spPr>
            <a:xfrm rot="0">
              <a:off x="2545" y="1732"/>
              <a:ext cx="157" cy="99"/>
            </a:xfrm>
            <a:custGeom>
              <a:avLst/>
              <a:ahLst/>
              <a:rect l="0" t="0" r="r" b="b"/>
              <a:pathLst>
                <a:path w="628" h="396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598" y="396"/>
                  </a:lnTo>
                  <a:lnTo>
                    <a:pt x="613" y="370"/>
                  </a:lnTo>
                  <a:lnTo>
                    <a:pt x="628" y="345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35" name=""/>
            <p:cNvSpPr/>
            <p:nvPr/>
          </p:nvSpPr>
          <p:spPr>
            <a:xfrm rot="0">
              <a:off x="2545" y="1732"/>
              <a:ext cx="157" cy="99"/>
            </a:xfrm>
            <a:custGeom>
              <a:avLst/>
              <a:ahLst/>
              <a:rect l="0" t="0" r="r" b="b"/>
              <a:pathLst>
                <a:path w="628" h="396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598" y="396"/>
                  </a:lnTo>
                  <a:lnTo>
                    <a:pt x="613" y="370"/>
                  </a:lnTo>
                  <a:lnTo>
                    <a:pt x="628" y="345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36" name=""/>
            <p:cNvSpPr/>
            <p:nvPr/>
          </p:nvSpPr>
          <p:spPr>
            <a:xfrm rot="0">
              <a:off x="2695" y="1819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37" name=""/>
            <p:cNvSpPr/>
            <p:nvPr/>
          </p:nvSpPr>
          <p:spPr>
            <a:xfrm rot="0">
              <a:off x="2695" y="1819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38" name=""/>
            <p:cNvSpPr/>
            <p:nvPr/>
          </p:nvSpPr>
          <p:spPr>
            <a:xfrm rot="0">
              <a:off x="2545" y="173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39" name=""/>
            <p:cNvSpPr/>
            <p:nvPr/>
          </p:nvSpPr>
          <p:spPr>
            <a:xfrm rot="0">
              <a:off x="2545" y="173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40" name=""/>
            <p:cNvSpPr/>
            <p:nvPr/>
          </p:nvSpPr>
          <p:spPr>
            <a:xfrm rot="0">
              <a:off x="2453" y="1732"/>
              <a:ext cx="100" cy="66"/>
            </a:xfrm>
            <a:custGeom>
              <a:avLst/>
              <a:ahLst/>
              <a:rect l="0" t="0" r="r" b="b"/>
              <a:pathLst>
                <a:path w="399" h="264">
                  <a:moveTo>
                    <a:pt x="399" y="50"/>
                  </a:moveTo>
                  <a:lnTo>
                    <a:pt x="384" y="25"/>
                  </a:lnTo>
                  <a:lnTo>
                    <a:pt x="369" y="0"/>
                  </a:lnTo>
                  <a:lnTo>
                    <a:pt x="0" y="213"/>
                  </a:lnTo>
                  <a:lnTo>
                    <a:pt x="15" y="238"/>
                  </a:lnTo>
                  <a:lnTo>
                    <a:pt x="30" y="264"/>
                  </a:lnTo>
                  <a:lnTo>
                    <a:pt x="39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41" name=""/>
            <p:cNvSpPr/>
            <p:nvPr/>
          </p:nvSpPr>
          <p:spPr>
            <a:xfrm rot="0">
              <a:off x="2453" y="1732"/>
              <a:ext cx="100" cy="66"/>
            </a:xfrm>
            <a:custGeom>
              <a:avLst/>
              <a:ahLst/>
              <a:rect l="0" t="0" r="r" b="b"/>
              <a:pathLst>
                <a:path w="399" h="264">
                  <a:moveTo>
                    <a:pt x="399" y="50"/>
                  </a:moveTo>
                  <a:lnTo>
                    <a:pt x="384" y="25"/>
                  </a:lnTo>
                  <a:lnTo>
                    <a:pt x="369" y="0"/>
                  </a:lnTo>
                  <a:lnTo>
                    <a:pt x="0" y="213"/>
                  </a:lnTo>
                  <a:lnTo>
                    <a:pt x="15" y="238"/>
                  </a:lnTo>
                  <a:lnTo>
                    <a:pt x="30" y="264"/>
                  </a:lnTo>
                  <a:lnTo>
                    <a:pt x="3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42" name=""/>
            <p:cNvSpPr/>
            <p:nvPr/>
          </p:nvSpPr>
          <p:spPr>
            <a:xfrm rot="0">
              <a:off x="2450" y="178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43" name=""/>
            <p:cNvSpPr/>
            <p:nvPr/>
          </p:nvSpPr>
          <p:spPr>
            <a:xfrm rot="0">
              <a:off x="2450" y="178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44" name=""/>
            <p:cNvSpPr/>
            <p:nvPr/>
          </p:nvSpPr>
          <p:spPr>
            <a:xfrm rot="0">
              <a:off x="2542" y="1572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45" name=""/>
            <p:cNvSpPr/>
            <p:nvPr/>
          </p:nvSpPr>
          <p:spPr>
            <a:xfrm rot="0">
              <a:off x="2542" y="1572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46" name=""/>
            <p:cNvSpPr/>
            <p:nvPr/>
          </p:nvSpPr>
          <p:spPr>
            <a:xfrm rot="0">
              <a:off x="2542" y="1579"/>
              <a:ext cx="14" cy="159"/>
            </a:xfrm>
            <a:custGeom>
              <a:avLst/>
              <a:ahLst/>
              <a:rect l="0" t="0" r="r" b="b"/>
              <a:pathLst>
                <a:path w="59" h="637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637"/>
                  </a:lnTo>
                  <a:lnTo>
                    <a:pt x="29" y="637"/>
                  </a:lnTo>
                  <a:lnTo>
                    <a:pt x="59" y="637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47" name=""/>
            <p:cNvSpPr/>
            <p:nvPr/>
          </p:nvSpPr>
          <p:spPr>
            <a:xfrm rot="0">
              <a:off x="2542" y="1579"/>
              <a:ext cx="14" cy="159"/>
            </a:xfrm>
            <a:custGeom>
              <a:avLst/>
              <a:ahLst/>
              <a:rect l="0" t="0" r="r" b="b"/>
              <a:pathLst>
                <a:path w="59" h="637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637"/>
                  </a:lnTo>
                  <a:lnTo>
                    <a:pt x="29" y="637"/>
                  </a:lnTo>
                  <a:lnTo>
                    <a:pt x="59" y="637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48" name=""/>
            <p:cNvSpPr/>
            <p:nvPr/>
          </p:nvSpPr>
          <p:spPr>
            <a:xfrm rot="0">
              <a:off x="2542" y="1738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49" name=""/>
            <p:cNvSpPr/>
            <p:nvPr/>
          </p:nvSpPr>
          <p:spPr>
            <a:xfrm rot="0">
              <a:off x="2542" y="1738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50" name=""/>
            <p:cNvSpPr/>
            <p:nvPr/>
          </p:nvSpPr>
          <p:spPr>
            <a:xfrm rot="0">
              <a:off x="2608" y="2015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51" name=""/>
            <p:cNvSpPr/>
            <p:nvPr/>
          </p:nvSpPr>
          <p:spPr>
            <a:xfrm rot="0">
              <a:off x="2608" y="2015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52" name=""/>
            <p:cNvSpPr/>
            <p:nvPr/>
          </p:nvSpPr>
          <p:spPr>
            <a:xfrm rot="0">
              <a:off x="2333" y="1855"/>
              <a:ext cx="283" cy="172"/>
            </a:xfrm>
            <a:custGeom>
              <a:avLst/>
              <a:ahLst/>
              <a:rect l="0" t="0" r="r" b="b"/>
              <a:pathLst>
                <a:path w="1133" h="689">
                  <a:moveTo>
                    <a:pt x="1103" y="689"/>
                  </a:moveTo>
                  <a:lnTo>
                    <a:pt x="1118" y="664"/>
                  </a:lnTo>
                  <a:lnTo>
                    <a:pt x="1133" y="638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1103" y="6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53" name=""/>
            <p:cNvSpPr/>
            <p:nvPr/>
          </p:nvSpPr>
          <p:spPr>
            <a:xfrm rot="0">
              <a:off x="2333" y="1855"/>
              <a:ext cx="283" cy="172"/>
            </a:xfrm>
            <a:custGeom>
              <a:avLst/>
              <a:ahLst/>
              <a:rect l="0" t="0" r="r" b="b"/>
              <a:pathLst>
                <a:path w="1133" h="689">
                  <a:moveTo>
                    <a:pt x="1103" y="689"/>
                  </a:moveTo>
                  <a:lnTo>
                    <a:pt x="1118" y="664"/>
                  </a:lnTo>
                  <a:lnTo>
                    <a:pt x="1133" y="638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1103" y="6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54" name=""/>
            <p:cNvSpPr/>
            <p:nvPr/>
          </p:nvSpPr>
          <p:spPr>
            <a:xfrm rot="0">
              <a:off x="2329" y="185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8"/>
                  </a:moveTo>
                  <a:lnTo>
                    <a:pt x="13" y="54"/>
                  </a:lnTo>
                  <a:lnTo>
                    <a:pt x="6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6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55" name=""/>
            <p:cNvSpPr/>
            <p:nvPr/>
          </p:nvSpPr>
          <p:spPr>
            <a:xfrm rot="0">
              <a:off x="2329" y="185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3" y="54"/>
                  </a:moveTo>
                  <a:lnTo>
                    <a:pt x="6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6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56" name=""/>
            <p:cNvSpPr/>
            <p:nvPr/>
          </p:nvSpPr>
          <p:spPr>
            <a:xfrm rot="0">
              <a:off x="2605" y="1874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57" name=""/>
            <p:cNvSpPr/>
            <p:nvPr/>
          </p:nvSpPr>
          <p:spPr>
            <a:xfrm rot="0">
              <a:off x="2605" y="1874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58" name=""/>
            <p:cNvSpPr/>
            <p:nvPr/>
          </p:nvSpPr>
          <p:spPr>
            <a:xfrm rot="0">
              <a:off x="2605" y="1881"/>
              <a:ext cx="15" cy="140"/>
            </a:xfrm>
            <a:custGeom>
              <a:avLst/>
              <a:ahLst/>
              <a:rect l="0" t="0" r="r" b="b"/>
              <a:pathLst>
                <a:path w="58" h="56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60"/>
                  </a:lnTo>
                  <a:lnTo>
                    <a:pt x="28" y="560"/>
                  </a:lnTo>
                  <a:lnTo>
                    <a:pt x="58" y="560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59" name=""/>
            <p:cNvSpPr/>
            <p:nvPr/>
          </p:nvSpPr>
          <p:spPr>
            <a:xfrm rot="0">
              <a:off x="2605" y="1881"/>
              <a:ext cx="15" cy="140"/>
            </a:xfrm>
            <a:custGeom>
              <a:avLst/>
              <a:ahLst/>
              <a:rect l="0" t="0" r="r" b="b"/>
              <a:pathLst>
                <a:path w="58" h="56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60"/>
                  </a:lnTo>
                  <a:lnTo>
                    <a:pt x="28" y="560"/>
                  </a:lnTo>
                  <a:lnTo>
                    <a:pt x="58" y="560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60" name=""/>
            <p:cNvSpPr/>
            <p:nvPr/>
          </p:nvSpPr>
          <p:spPr>
            <a:xfrm rot="0">
              <a:off x="2605" y="2021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61" name=""/>
            <p:cNvSpPr/>
            <p:nvPr/>
          </p:nvSpPr>
          <p:spPr>
            <a:xfrm rot="0">
              <a:off x="2605" y="2021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62" name=""/>
            <p:cNvSpPr/>
            <p:nvPr/>
          </p:nvSpPr>
          <p:spPr>
            <a:xfrm rot="0">
              <a:off x="2450" y="1785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8"/>
                  </a:moveTo>
                  <a:lnTo>
                    <a:pt x="13" y="54"/>
                  </a:lnTo>
                  <a:lnTo>
                    <a:pt x="6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63" name=""/>
            <p:cNvSpPr/>
            <p:nvPr/>
          </p:nvSpPr>
          <p:spPr>
            <a:xfrm rot="0">
              <a:off x="2450" y="1785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3" y="54"/>
                  </a:moveTo>
                  <a:lnTo>
                    <a:pt x="6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64" name=""/>
            <p:cNvSpPr/>
            <p:nvPr/>
          </p:nvSpPr>
          <p:spPr>
            <a:xfrm rot="0">
              <a:off x="2453" y="1786"/>
              <a:ext cx="163" cy="102"/>
            </a:xfrm>
            <a:custGeom>
              <a:avLst/>
              <a:ahLst/>
              <a:rect l="0" t="0" r="r" b="b"/>
              <a:pathLst>
                <a:path w="651" h="409">
                  <a:moveTo>
                    <a:pt x="30" y="0"/>
                  </a:moveTo>
                  <a:lnTo>
                    <a:pt x="15" y="25"/>
                  </a:lnTo>
                  <a:lnTo>
                    <a:pt x="0" y="51"/>
                  </a:lnTo>
                  <a:lnTo>
                    <a:pt x="621" y="409"/>
                  </a:lnTo>
                  <a:lnTo>
                    <a:pt x="636" y="383"/>
                  </a:lnTo>
                  <a:lnTo>
                    <a:pt x="651" y="358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65" name=""/>
            <p:cNvSpPr/>
            <p:nvPr/>
          </p:nvSpPr>
          <p:spPr>
            <a:xfrm rot="0">
              <a:off x="2453" y="1786"/>
              <a:ext cx="163" cy="102"/>
            </a:xfrm>
            <a:custGeom>
              <a:avLst/>
              <a:ahLst/>
              <a:rect l="0" t="0" r="r" b="b"/>
              <a:pathLst>
                <a:path w="651" h="409">
                  <a:moveTo>
                    <a:pt x="30" y="0"/>
                  </a:moveTo>
                  <a:lnTo>
                    <a:pt x="15" y="25"/>
                  </a:lnTo>
                  <a:lnTo>
                    <a:pt x="0" y="51"/>
                  </a:lnTo>
                  <a:lnTo>
                    <a:pt x="621" y="409"/>
                  </a:lnTo>
                  <a:lnTo>
                    <a:pt x="636" y="383"/>
                  </a:lnTo>
                  <a:lnTo>
                    <a:pt x="651" y="358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66" name=""/>
            <p:cNvSpPr/>
            <p:nvPr/>
          </p:nvSpPr>
          <p:spPr>
            <a:xfrm rot="0">
              <a:off x="2608" y="1875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67" name=""/>
            <p:cNvSpPr/>
            <p:nvPr/>
          </p:nvSpPr>
          <p:spPr>
            <a:xfrm rot="0">
              <a:off x="2608" y="1875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68" name=""/>
            <p:cNvSpPr/>
            <p:nvPr/>
          </p:nvSpPr>
          <p:spPr>
            <a:xfrm rot="0">
              <a:off x="2450" y="1625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7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69" name=""/>
            <p:cNvSpPr/>
            <p:nvPr/>
          </p:nvSpPr>
          <p:spPr>
            <a:xfrm rot="0">
              <a:off x="2450" y="1625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7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70" name=""/>
            <p:cNvSpPr/>
            <p:nvPr/>
          </p:nvSpPr>
          <p:spPr>
            <a:xfrm rot="0">
              <a:off x="2450" y="1632"/>
              <a:ext cx="14" cy="160"/>
            </a:xfrm>
            <a:custGeom>
              <a:avLst/>
              <a:ahLst/>
              <a:rect l="0" t="0" r="r" b="b"/>
              <a:pathLst>
                <a:path w="58" h="638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638"/>
                  </a:lnTo>
                  <a:lnTo>
                    <a:pt x="28" y="638"/>
                  </a:lnTo>
                  <a:lnTo>
                    <a:pt x="58" y="638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71" name=""/>
            <p:cNvSpPr/>
            <p:nvPr/>
          </p:nvSpPr>
          <p:spPr>
            <a:xfrm rot="0">
              <a:off x="2450" y="1632"/>
              <a:ext cx="14" cy="160"/>
            </a:xfrm>
            <a:custGeom>
              <a:avLst/>
              <a:ahLst/>
              <a:rect l="0" t="0" r="r" b="b"/>
              <a:pathLst>
                <a:path w="58" h="638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638"/>
                  </a:lnTo>
                  <a:lnTo>
                    <a:pt x="28" y="638"/>
                  </a:lnTo>
                  <a:lnTo>
                    <a:pt x="58" y="638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72" name=""/>
            <p:cNvSpPr/>
            <p:nvPr/>
          </p:nvSpPr>
          <p:spPr>
            <a:xfrm rot="0">
              <a:off x="2450" y="1792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73" name=""/>
            <p:cNvSpPr/>
            <p:nvPr/>
          </p:nvSpPr>
          <p:spPr>
            <a:xfrm rot="0">
              <a:off x="2450" y="1792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74" name=""/>
            <p:cNvSpPr/>
            <p:nvPr/>
          </p:nvSpPr>
          <p:spPr>
            <a:xfrm rot="0">
              <a:off x="2333" y="1854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6"/>
                  </a:lnTo>
                  <a:lnTo>
                    <a:pt x="40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75" name=""/>
            <p:cNvSpPr/>
            <p:nvPr/>
          </p:nvSpPr>
          <p:spPr>
            <a:xfrm rot="0">
              <a:off x="2333" y="1854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6"/>
                  </a:lnTo>
                  <a:lnTo>
                    <a:pt x="40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76" name=""/>
            <p:cNvSpPr/>
            <p:nvPr/>
          </p:nvSpPr>
          <p:spPr>
            <a:xfrm rot="0">
              <a:off x="2177" y="1855"/>
              <a:ext cx="163" cy="102"/>
            </a:xfrm>
            <a:custGeom>
              <a:avLst/>
              <a:ahLst/>
              <a:rect l="0" t="0" r="r" b="b"/>
              <a:pathLst>
                <a:path w="651" h="409">
                  <a:moveTo>
                    <a:pt x="651" y="51"/>
                  </a:moveTo>
                  <a:lnTo>
                    <a:pt x="636" y="25"/>
                  </a:lnTo>
                  <a:lnTo>
                    <a:pt x="621" y="0"/>
                  </a:lnTo>
                  <a:lnTo>
                    <a:pt x="0" y="358"/>
                  </a:lnTo>
                  <a:lnTo>
                    <a:pt x="15" y="383"/>
                  </a:lnTo>
                  <a:lnTo>
                    <a:pt x="30" y="409"/>
                  </a:lnTo>
                  <a:lnTo>
                    <a:pt x="651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77" name=""/>
            <p:cNvSpPr/>
            <p:nvPr/>
          </p:nvSpPr>
          <p:spPr>
            <a:xfrm rot="0">
              <a:off x="2177" y="1855"/>
              <a:ext cx="163" cy="102"/>
            </a:xfrm>
            <a:custGeom>
              <a:avLst/>
              <a:ahLst/>
              <a:rect l="0" t="0" r="r" b="b"/>
              <a:pathLst>
                <a:path w="651" h="409">
                  <a:moveTo>
                    <a:pt x="651" y="51"/>
                  </a:moveTo>
                  <a:lnTo>
                    <a:pt x="636" y="25"/>
                  </a:lnTo>
                  <a:lnTo>
                    <a:pt x="621" y="0"/>
                  </a:lnTo>
                  <a:lnTo>
                    <a:pt x="0" y="358"/>
                  </a:lnTo>
                  <a:lnTo>
                    <a:pt x="15" y="383"/>
                  </a:lnTo>
                  <a:lnTo>
                    <a:pt x="30" y="409"/>
                  </a:lnTo>
                  <a:lnTo>
                    <a:pt x="651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78" name=""/>
            <p:cNvSpPr/>
            <p:nvPr/>
          </p:nvSpPr>
          <p:spPr>
            <a:xfrm rot="0">
              <a:off x="2174" y="1945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79" name=""/>
            <p:cNvSpPr/>
            <p:nvPr/>
          </p:nvSpPr>
          <p:spPr>
            <a:xfrm rot="0">
              <a:off x="2174" y="1945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80" name=""/>
            <p:cNvSpPr/>
            <p:nvPr/>
          </p:nvSpPr>
          <p:spPr>
            <a:xfrm rot="0">
              <a:off x="2329" y="178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81" name=""/>
            <p:cNvSpPr/>
            <p:nvPr/>
          </p:nvSpPr>
          <p:spPr>
            <a:xfrm rot="0">
              <a:off x="2329" y="178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82" name=""/>
            <p:cNvSpPr/>
            <p:nvPr/>
          </p:nvSpPr>
          <p:spPr>
            <a:xfrm rot="0">
              <a:off x="2329" y="1788"/>
              <a:ext cx="15" cy="74"/>
            </a:xfrm>
            <a:custGeom>
              <a:avLst/>
              <a:ahLst/>
              <a:rect l="0" t="0" r="r" b="b"/>
              <a:pathLst>
                <a:path w="58" h="292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292"/>
                  </a:lnTo>
                  <a:lnTo>
                    <a:pt x="28" y="292"/>
                  </a:lnTo>
                  <a:lnTo>
                    <a:pt x="58" y="292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83" name=""/>
            <p:cNvSpPr/>
            <p:nvPr/>
          </p:nvSpPr>
          <p:spPr>
            <a:xfrm rot="0">
              <a:off x="2329" y="1788"/>
              <a:ext cx="15" cy="74"/>
            </a:xfrm>
            <a:custGeom>
              <a:avLst/>
              <a:ahLst/>
              <a:rect l="0" t="0" r="r" b="b"/>
              <a:pathLst>
                <a:path w="58" h="292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292"/>
                  </a:lnTo>
                  <a:lnTo>
                    <a:pt x="28" y="292"/>
                  </a:lnTo>
                  <a:lnTo>
                    <a:pt x="58" y="292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84" name=""/>
            <p:cNvSpPr/>
            <p:nvPr/>
          </p:nvSpPr>
          <p:spPr>
            <a:xfrm rot="0">
              <a:off x="2329" y="1862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8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85" name=""/>
            <p:cNvSpPr/>
            <p:nvPr/>
          </p:nvSpPr>
          <p:spPr>
            <a:xfrm rot="0">
              <a:off x="2329" y="1862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8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86" name=""/>
            <p:cNvSpPr/>
            <p:nvPr/>
          </p:nvSpPr>
          <p:spPr>
            <a:xfrm rot="0">
              <a:off x="2174" y="195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5" y="25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87" name=""/>
            <p:cNvSpPr/>
            <p:nvPr/>
          </p:nvSpPr>
          <p:spPr>
            <a:xfrm rot="0">
              <a:off x="2174" y="195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5" y="25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88" name=""/>
            <p:cNvSpPr/>
            <p:nvPr/>
          </p:nvSpPr>
          <p:spPr>
            <a:xfrm rot="0">
              <a:off x="2174" y="1878"/>
              <a:ext cx="15" cy="73"/>
            </a:xfrm>
            <a:custGeom>
              <a:avLst/>
              <a:ahLst/>
              <a:rect l="0" t="0" r="r" b="b"/>
              <a:pathLst>
                <a:path w="58" h="291">
                  <a:moveTo>
                    <a:pt x="0" y="291"/>
                  </a:moveTo>
                  <a:lnTo>
                    <a:pt x="28" y="291"/>
                  </a:lnTo>
                  <a:lnTo>
                    <a:pt x="58" y="291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2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89" name=""/>
            <p:cNvSpPr/>
            <p:nvPr/>
          </p:nvSpPr>
          <p:spPr>
            <a:xfrm rot="0">
              <a:off x="2174" y="1878"/>
              <a:ext cx="15" cy="73"/>
            </a:xfrm>
            <a:custGeom>
              <a:avLst/>
              <a:ahLst/>
              <a:rect l="0" t="0" r="r" b="b"/>
              <a:pathLst>
                <a:path w="58" h="291">
                  <a:moveTo>
                    <a:pt x="0" y="291"/>
                  </a:moveTo>
                  <a:lnTo>
                    <a:pt x="28" y="291"/>
                  </a:lnTo>
                  <a:lnTo>
                    <a:pt x="58" y="291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2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90" name=""/>
            <p:cNvSpPr/>
            <p:nvPr/>
          </p:nvSpPr>
          <p:spPr>
            <a:xfrm rot="0">
              <a:off x="2174" y="187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91" name=""/>
            <p:cNvSpPr/>
            <p:nvPr/>
          </p:nvSpPr>
          <p:spPr>
            <a:xfrm rot="0">
              <a:off x="2174" y="187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92" name=""/>
            <p:cNvSpPr/>
            <p:nvPr/>
          </p:nvSpPr>
          <p:spPr>
            <a:xfrm rot="0">
              <a:off x="2088" y="1894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93" name=""/>
            <p:cNvSpPr/>
            <p:nvPr/>
          </p:nvSpPr>
          <p:spPr>
            <a:xfrm rot="0">
              <a:off x="2088" y="1894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94" name=""/>
            <p:cNvSpPr/>
            <p:nvPr/>
          </p:nvSpPr>
          <p:spPr>
            <a:xfrm rot="0">
              <a:off x="2091" y="1895"/>
              <a:ext cx="94" cy="62"/>
            </a:xfrm>
            <a:custGeom>
              <a:avLst/>
              <a:ahLst/>
              <a:rect l="0" t="0" r="r" b="b"/>
              <a:pathLst>
                <a:path w="375" h="249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345" y="249"/>
                  </a:lnTo>
                  <a:lnTo>
                    <a:pt x="360" y="223"/>
                  </a:lnTo>
                  <a:lnTo>
                    <a:pt x="375" y="198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95" name=""/>
            <p:cNvSpPr/>
            <p:nvPr/>
          </p:nvSpPr>
          <p:spPr>
            <a:xfrm rot="0">
              <a:off x="2091" y="1895"/>
              <a:ext cx="94" cy="62"/>
            </a:xfrm>
            <a:custGeom>
              <a:avLst/>
              <a:ahLst/>
              <a:rect l="0" t="0" r="r" b="b"/>
              <a:pathLst>
                <a:path w="375" h="249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345" y="249"/>
                  </a:lnTo>
                  <a:lnTo>
                    <a:pt x="360" y="223"/>
                  </a:lnTo>
                  <a:lnTo>
                    <a:pt x="375" y="198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96" name=""/>
            <p:cNvSpPr/>
            <p:nvPr/>
          </p:nvSpPr>
          <p:spPr>
            <a:xfrm rot="0">
              <a:off x="2177" y="1945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97" name=""/>
            <p:cNvSpPr/>
            <p:nvPr/>
          </p:nvSpPr>
          <p:spPr>
            <a:xfrm rot="0">
              <a:off x="2177" y="1945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098" name=""/>
            <p:cNvSpPr/>
            <p:nvPr/>
          </p:nvSpPr>
          <p:spPr>
            <a:xfrm rot="0">
              <a:off x="2088" y="182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099" name=""/>
            <p:cNvSpPr/>
            <p:nvPr/>
          </p:nvSpPr>
          <p:spPr>
            <a:xfrm rot="0">
              <a:off x="2088" y="182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00" name=""/>
            <p:cNvSpPr/>
            <p:nvPr/>
          </p:nvSpPr>
          <p:spPr>
            <a:xfrm rot="0">
              <a:off x="2088" y="1828"/>
              <a:ext cx="14" cy="73"/>
            </a:xfrm>
            <a:custGeom>
              <a:avLst/>
              <a:ahLst/>
              <a:rect l="0" t="0" r="r" b="b"/>
              <a:pathLst>
                <a:path w="59" h="29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93"/>
                  </a:lnTo>
                  <a:lnTo>
                    <a:pt x="29" y="293"/>
                  </a:lnTo>
                  <a:lnTo>
                    <a:pt x="59" y="293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01" name=""/>
            <p:cNvSpPr/>
            <p:nvPr/>
          </p:nvSpPr>
          <p:spPr>
            <a:xfrm rot="0">
              <a:off x="2088" y="1828"/>
              <a:ext cx="14" cy="73"/>
            </a:xfrm>
            <a:custGeom>
              <a:avLst/>
              <a:ahLst/>
              <a:rect l="0" t="0" r="r" b="b"/>
              <a:pathLst>
                <a:path w="59" h="29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93"/>
                  </a:lnTo>
                  <a:lnTo>
                    <a:pt x="29" y="293"/>
                  </a:lnTo>
                  <a:lnTo>
                    <a:pt x="59" y="293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02" name=""/>
            <p:cNvSpPr/>
            <p:nvPr/>
          </p:nvSpPr>
          <p:spPr>
            <a:xfrm rot="0">
              <a:off x="2088" y="1901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03" name=""/>
            <p:cNvSpPr/>
            <p:nvPr/>
          </p:nvSpPr>
          <p:spPr>
            <a:xfrm rot="0">
              <a:off x="2088" y="1901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04" name=""/>
            <p:cNvSpPr/>
            <p:nvPr/>
          </p:nvSpPr>
          <p:spPr>
            <a:xfrm rot="0">
              <a:off x="2329" y="1555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7" y="3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05" name=""/>
            <p:cNvSpPr/>
            <p:nvPr/>
          </p:nvSpPr>
          <p:spPr>
            <a:xfrm rot="0">
              <a:off x="2329" y="1555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7" y="3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06" name=""/>
            <p:cNvSpPr/>
            <p:nvPr/>
          </p:nvSpPr>
          <p:spPr>
            <a:xfrm rot="0">
              <a:off x="2329" y="1563"/>
              <a:ext cx="15" cy="225"/>
            </a:xfrm>
            <a:custGeom>
              <a:avLst/>
              <a:ahLst/>
              <a:rect l="0" t="0" r="r" b="b"/>
              <a:pathLst>
                <a:path w="58" h="904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904"/>
                  </a:lnTo>
                  <a:lnTo>
                    <a:pt x="28" y="904"/>
                  </a:lnTo>
                  <a:lnTo>
                    <a:pt x="58" y="904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07" name=""/>
            <p:cNvSpPr/>
            <p:nvPr/>
          </p:nvSpPr>
          <p:spPr>
            <a:xfrm rot="0">
              <a:off x="2329" y="1563"/>
              <a:ext cx="15" cy="225"/>
            </a:xfrm>
            <a:custGeom>
              <a:avLst/>
              <a:ahLst/>
              <a:rect l="0" t="0" r="r" b="b"/>
              <a:pathLst>
                <a:path w="58" h="904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904"/>
                  </a:lnTo>
                  <a:lnTo>
                    <a:pt x="28" y="904"/>
                  </a:lnTo>
                  <a:lnTo>
                    <a:pt x="58" y="904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08" name=""/>
            <p:cNvSpPr/>
            <p:nvPr/>
          </p:nvSpPr>
          <p:spPr>
            <a:xfrm rot="0">
              <a:off x="2329" y="1788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09" name=""/>
            <p:cNvSpPr/>
            <p:nvPr/>
          </p:nvSpPr>
          <p:spPr>
            <a:xfrm rot="0">
              <a:off x="2329" y="1788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10" name=""/>
            <p:cNvSpPr/>
            <p:nvPr/>
          </p:nvSpPr>
          <p:spPr>
            <a:xfrm rot="0">
              <a:off x="2335" y="1452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0" y="7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11" name=""/>
            <p:cNvSpPr/>
            <p:nvPr/>
          </p:nvSpPr>
          <p:spPr>
            <a:xfrm rot="0">
              <a:off x="2335" y="1452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0" y="7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12" name=""/>
            <p:cNvSpPr/>
            <p:nvPr/>
          </p:nvSpPr>
          <p:spPr>
            <a:xfrm rot="0">
              <a:off x="2338" y="1453"/>
              <a:ext cx="215" cy="132"/>
            </a:xfrm>
            <a:custGeom>
              <a:avLst/>
              <a:ahLst/>
              <a:rect l="0" t="0" r="r" b="b"/>
              <a:pathLst>
                <a:path w="858" h="529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828" y="529"/>
                  </a:lnTo>
                  <a:lnTo>
                    <a:pt x="843" y="504"/>
                  </a:lnTo>
                  <a:lnTo>
                    <a:pt x="858" y="478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13" name=""/>
            <p:cNvSpPr/>
            <p:nvPr/>
          </p:nvSpPr>
          <p:spPr>
            <a:xfrm rot="0">
              <a:off x="2338" y="1453"/>
              <a:ext cx="215" cy="132"/>
            </a:xfrm>
            <a:custGeom>
              <a:avLst/>
              <a:ahLst/>
              <a:rect l="0" t="0" r="r" b="b"/>
              <a:pathLst>
                <a:path w="858" h="529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828" y="529"/>
                  </a:lnTo>
                  <a:lnTo>
                    <a:pt x="843" y="504"/>
                  </a:lnTo>
                  <a:lnTo>
                    <a:pt x="858" y="478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14" name=""/>
            <p:cNvSpPr/>
            <p:nvPr/>
          </p:nvSpPr>
          <p:spPr>
            <a:xfrm rot="0">
              <a:off x="2545" y="1573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1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15" name=""/>
            <p:cNvSpPr/>
            <p:nvPr/>
          </p:nvSpPr>
          <p:spPr>
            <a:xfrm rot="0">
              <a:off x="2545" y="1573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1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16" name=""/>
            <p:cNvSpPr/>
            <p:nvPr/>
          </p:nvSpPr>
          <p:spPr>
            <a:xfrm rot="0">
              <a:off x="2333" y="1555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2" y="41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17" name=""/>
            <p:cNvSpPr/>
            <p:nvPr/>
          </p:nvSpPr>
          <p:spPr>
            <a:xfrm rot="0">
              <a:off x="2333" y="1555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2" y="41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18" name=""/>
            <p:cNvSpPr/>
            <p:nvPr/>
          </p:nvSpPr>
          <p:spPr>
            <a:xfrm rot="0">
              <a:off x="2177" y="1556"/>
              <a:ext cx="163" cy="102"/>
            </a:xfrm>
            <a:custGeom>
              <a:avLst/>
              <a:ahLst/>
              <a:rect l="0" t="0" r="r" b="b"/>
              <a:pathLst>
                <a:path w="651" h="409">
                  <a:moveTo>
                    <a:pt x="651" y="50"/>
                  </a:moveTo>
                  <a:lnTo>
                    <a:pt x="636" y="25"/>
                  </a:lnTo>
                  <a:lnTo>
                    <a:pt x="621" y="0"/>
                  </a:lnTo>
                  <a:lnTo>
                    <a:pt x="0" y="358"/>
                  </a:lnTo>
                  <a:lnTo>
                    <a:pt x="15" y="383"/>
                  </a:lnTo>
                  <a:lnTo>
                    <a:pt x="30" y="409"/>
                  </a:lnTo>
                  <a:lnTo>
                    <a:pt x="65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19" name=""/>
            <p:cNvSpPr/>
            <p:nvPr/>
          </p:nvSpPr>
          <p:spPr>
            <a:xfrm rot="0">
              <a:off x="2177" y="1556"/>
              <a:ext cx="163" cy="102"/>
            </a:xfrm>
            <a:custGeom>
              <a:avLst/>
              <a:ahLst/>
              <a:rect l="0" t="0" r="r" b="b"/>
              <a:pathLst>
                <a:path w="651" h="409">
                  <a:moveTo>
                    <a:pt x="651" y="50"/>
                  </a:moveTo>
                  <a:lnTo>
                    <a:pt x="636" y="25"/>
                  </a:lnTo>
                  <a:lnTo>
                    <a:pt x="621" y="0"/>
                  </a:lnTo>
                  <a:lnTo>
                    <a:pt x="0" y="358"/>
                  </a:lnTo>
                  <a:lnTo>
                    <a:pt x="15" y="383"/>
                  </a:lnTo>
                  <a:lnTo>
                    <a:pt x="30" y="409"/>
                  </a:lnTo>
                  <a:lnTo>
                    <a:pt x="65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20" name=""/>
            <p:cNvSpPr/>
            <p:nvPr/>
          </p:nvSpPr>
          <p:spPr>
            <a:xfrm rot="0">
              <a:off x="2174" y="164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21" name=""/>
            <p:cNvSpPr/>
            <p:nvPr/>
          </p:nvSpPr>
          <p:spPr>
            <a:xfrm rot="0">
              <a:off x="2174" y="164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22" name=""/>
            <p:cNvSpPr/>
            <p:nvPr/>
          </p:nvSpPr>
          <p:spPr>
            <a:xfrm rot="0">
              <a:off x="2453" y="1626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1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23" name=""/>
            <p:cNvSpPr/>
            <p:nvPr/>
          </p:nvSpPr>
          <p:spPr>
            <a:xfrm rot="0">
              <a:off x="2453" y="1626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1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24" name=""/>
            <p:cNvSpPr/>
            <p:nvPr/>
          </p:nvSpPr>
          <p:spPr>
            <a:xfrm rot="0">
              <a:off x="2333" y="1556"/>
              <a:ext cx="128" cy="83"/>
            </a:xfrm>
            <a:custGeom>
              <a:avLst/>
              <a:ahLst/>
              <a:rect l="0" t="0" r="r" b="b"/>
              <a:pathLst>
                <a:path w="512" h="329">
                  <a:moveTo>
                    <a:pt x="482" y="329"/>
                  </a:moveTo>
                  <a:lnTo>
                    <a:pt x="497" y="304"/>
                  </a:lnTo>
                  <a:lnTo>
                    <a:pt x="512" y="279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482" y="3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25" name=""/>
            <p:cNvSpPr/>
            <p:nvPr/>
          </p:nvSpPr>
          <p:spPr>
            <a:xfrm rot="0">
              <a:off x="2333" y="1556"/>
              <a:ext cx="128" cy="83"/>
            </a:xfrm>
            <a:custGeom>
              <a:avLst/>
              <a:ahLst/>
              <a:rect l="0" t="0" r="r" b="b"/>
              <a:pathLst>
                <a:path w="512" h="329">
                  <a:moveTo>
                    <a:pt x="482" y="329"/>
                  </a:moveTo>
                  <a:lnTo>
                    <a:pt x="497" y="304"/>
                  </a:lnTo>
                  <a:lnTo>
                    <a:pt x="512" y="279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482" y="3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26" name=""/>
            <p:cNvSpPr/>
            <p:nvPr/>
          </p:nvSpPr>
          <p:spPr>
            <a:xfrm rot="0">
              <a:off x="2329" y="1555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9"/>
                  </a:moveTo>
                  <a:lnTo>
                    <a:pt x="13" y="54"/>
                  </a:lnTo>
                  <a:lnTo>
                    <a:pt x="6" y="49"/>
                  </a:lnTo>
                  <a:lnTo>
                    <a:pt x="2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4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27" name=""/>
            <p:cNvSpPr/>
            <p:nvPr/>
          </p:nvSpPr>
          <p:spPr>
            <a:xfrm rot="0">
              <a:off x="2329" y="1555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3" y="54"/>
                  </a:moveTo>
                  <a:lnTo>
                    <a:pt x="6" y="49"/>
                  </a:lnTo>
                  <a:lnTo>
                    <a:pt x="2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28" name=""/>
            <p:cNvSpPr/>
            <p:nvPr/>
          </p:nvSpPr>
          <p:spPr>
            <a:xfrm rot="0">
              <a:off x="2545" y="1572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29" name=""/>
            <p:cNvSpPr/>
            <p:nvPr/>
          </p:nvSpPr>
          <p:spPr>
            <a:xfrm rot="0">
              <a:off x="2545" y="1572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30" name=""/>
            <p:cNvSpPr/>
            <p:nvPr/>
          </p:nvSpPr>
          <p:spPr>
            <a:xfrm rot="0">
              <a:off x="2453" y="1573"/>
              <a:ext cx="100" cy="66"/>
            </a:xfrm>
            <a:custGeom>
              <a:avLst/>
              <a:ahLst/>
              <a:rect l="0" t="0" r="r" b="b"/>
              <a:pathLst>
                <a:path w="399" h="263">
                  <a:moveTo>
                    <a:pt x="399" y="51"/>
                  </a:moveTo>
                  <a:lnTo>
                    <a:pt x="384" y="26"/>
                  </a:lnTo>
                  <a:lnTo>
                    <a:pt x="369" y="0"/>
                  </a:lnTo>
                  <a:lnTo>
                    <a:pt x="0" y="213"/>
                  </a:lnTo>
                  <a:lnTo>
                    <a:pt x="15" y="238"/>
                  </a:lnTo>
                  <a:lnTo>
                    <a:pt x="30" y="263"/>
                  </a:lnTo>
                  <a:lnTo>
                    <a:pt x="39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46" name=""/>
          <p:cNvGrpSpPr/>
          <p:nvPr/>
        </p:nvGrpSpPr>
        <p:grpSpPr>
          <a:xfrm rot="0">
            <a:off x="3314700" y="2305050"/>
            <a:ext cx="5165725" cy="4078287"/>
            <a:chOff x="2088" y="1452"/>
            <a:chExt cx="3254" cy="2569"/>
          </a:xfrm>
        </p:grpSpPr>
        <p:sp>
          <p:nvSpPr>
            <p:cNvPr id="1052131" name=""/>
            <p:cNvSpPr/>
            <p:nvPr/>
          </p:nvSpPr>
          <p:spPr>
            <a:xfrm rot="0">
              <a:off x="2453" y="1573"/>
              <a:ext cx="100" cy="66"/>
            </a:xfrm>
            <a:custGeom>
              <a:avLst/>
              <a:ahLst/>
              <a:rect l="0" t="0" r="r" b="b"/>
              <a:pathLst>
                <a:path w="399" h="263">
                  <a:moveTo>
                    <a:pt x="399" y="51"/>
                  </a:moveTo>
                  <a:lnTo>
                    <a:pt x="384" y="26"/>
                  </a:lnTo>
                  <a:lnTo>
                    <a:pt x="369" y="0"/>
                  </a:lnTo>
                  <a:lnTo>
                    <a:pt x="0" y="213"/>
                  </a:lnTo>
                  <a:lnTo>
                    <a:pt x="15" y="238"/>
                  </a:lnTo>
                  <a:lnTo>
                    <a:pt x="30" y="263"/>
                  </a:lnTo>
                  <a:lnTo>
                    <a:pt x="399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32" name=""/>
            <p:cNvSpPr/>
            <p:nvPr/>
          </p:nvSpPr>
          <p:spPr>
            <a:xfrm rot="0">
              <a:off x="2450" y="162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33" name=""/>
            <p:cNvSpPr/>
            <p:nvPr/>
          </p:nvSpPr>
          <p:spPr>
            <a:xfrm rot="0">
              <a:off x="2450" y="1626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34" name=""/>
            <p:cNvSpPr/>
            <p:nvPr/>
          </p:nvSpPr>
          <p:spPr>
            <a:xfrm rot="0">
              <a:off x="2088" y="1596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6"/>
                  </a:moveTo>
                  <a:lnTo>
                    <a:pt x="44" y="51"/>
                  </a:ln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35" name=""/>
            <p:cNvSpPr/>
            <p:nvPr/>
          </p:nvSpPr>
          <p:spPr>
            <a:xfrm rot="0">
              <a:off x="2088" y="1596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36" name=""/>
            <p:cNvSpPr/>
            <p:nvPr/>
          </p:nvSpPr>
          <p:spPr>
            <a:xfrm rot="0">
              <a:off x="2091" y="1453"/>
              <a:ext cx="255" cy="156"/>
            </a:xfrm>
            <a:custGeom>
              <a:avLst/>
              <a:ahLst/>
              <a:rect l="0" t="0" r="r" b="b"/>
              <a:pathLst>
                <a:path w="1019" h="622">
                  <a:moveTo>
                    <a:pt x="0" y="571"/>
                  </a:moveTo>
                  <a:lnTo>
                    <a:pt x="15" y="597"/>
                  </a:lnTo>
                  <a:lnTo>
                    <a:pt x="30" y="622"/>
                  </a:lnTo>
                  <a:lnTo>
                    <a:pt x="1019" y="50"/>
                  </a:lnTo>
                  <a:lnTo>
                    <a:pt x="1004" y="25"/>
                  </a:lnTo>
                  <a:lnTo>
                    <a:pt x="989" y="0"/>
                  </a:lnTo>
                  <a:lnTo>
                    <a:pt x="0" y="5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37" name=""/>
            <p:cNvSpPr/>
            <p:nvPr/>
          </p:nvSpPr>
          <p:spPr>
            <a:xfrm rot="0">
              <a:off x="2091" y="1453"/>
              <a:ext cx="255" cy="156"/>
            </a:xfrm>
            <a:custGeom>
              <a:avLst/>
              <a:ahLst/>
              <a:rect l="0" t="0" r="r" b="b"/>
              <a:pathLst>
                <a:path w="1019" h="622">
                  <a:moveTo>
                    <a:pt x="0" y="571"/>
                  </a:moveTo>
                  <a:lnTo>
                    <a:pt x="15" y="597"/>
                  </a:lnTo>
                  <a:lnTo>
                    <a:pt x="30" y="622"/>
                  </a:lnTo>
                  <a:lnTo>
                    <a:pt x="1019" y="50"/>
                  </a:lnTo>
                  <a:lnTo>
                    <a:pt x="1004" y="25"/>
                  </a:lnTo>
                  <a:lnTo>
                    <a:pt x="989" y="0"/>
                  </a:lnTo>
                  <a:lnTo>
                    <a:pt x="0" y="5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38" name=""/>
            <p:cNvSpPr/>
            <p:nvPr/>
          </p:nvSpPr>
          <p:spPr>
            <a:xfrm rot="0">
              <a:off x="2338" y="1452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39" name=""/>
            <p:cNvSpPr/>
            <p:nvPr/>
          </p:nvSpPr>
          <p:spPr>
            <a:xfrm rot="0">
              <a:off x="2338" y="1452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40" name=""/>
            <p:cNvSpPr/>
            <p:nvPr/>
          </p:nvSpPr>
          <p:spPr>
            <a:xfrm rot="0">
              <a:off x="2088" y="1828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41" name=""/>
            <p:cNvSpPr/>
            <p:nvPr/>
          </p:nvSpPr>
          <p:spPr>
            <a:xfrm rot="0">
              <a:off x="2088" y="1828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42" name=""/>
            <p:cNvSpPr/>
            <p:nvPr/>
          </p:nvSpPr>
          <p:spPr>
            <a:xfrm rot="0">
              <a:off x="2088" y="1602"/>
              <a:ext cx="14" cy="226"/>
            </a:xfrm>
            <a:custGeom>
              <a:avLst/>
              <a:ahLst/>
              <a:rect l="0" t="0" r="r" b="b"/>
              <a:pathLst>
                <a:path w="59" h="903">
                  <a:moveTo>
                    <a:pt x="0" y="903"/>
                  </a:moveTo>
                  <a:lnTo>
                    <a:pt x="29" y="903"/>
                  </a:lnTo>
                  <a:lnTo>
                    <a:pt x="59" y="903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9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43" name=""/>
            <p:cNvSpPr/>
            <p:nvPr/>
          </p:nvSpPr>
          <p:spPr>
            <a:xfrm rot="0">
              <a:off x="2088" y="1602"/>
              <a:ext cx="14" cy="226"/>
            </a:xfrm>
            <a:custGeom>
              <a:avLst/>
              <a:ahLst/>
              <a:rect l="0" t="0" r="r" b="b"/>
              <a:pathLst>
                <a:path w="59" h="903">
                  <a:moveTo>
                    <a:pt x="0" y="903"/>
                  </a:moveTo>
                  <a:lnTo>
                    <a:pt x="29" y="903"/>
                  </a:lnTo>
                  <a:lnTo>
                    <a:pt x="59" y="903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9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44" name=""/>
            <p:cNvSpPr/>
            <p:nvPr/>
          </p:nvSpPr>
          <p:spPr>
            <a:xfrm rot="0">
              <a:off x="2088" y="1595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45" name=""/>
            <p:cNvSpPr/>
            <p:nvPr/>
          </p:nvSpPr>
          <p:spPr>
            <a:xfrm rot="0">
              <a:off x="2088" y="1595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46" name=""/>
            <p:cNvSpPr/>
            <p:nvPr/>
          </p:nvSpPr>
          <p:spPr>
            <a:xfrm rot="0">
              <a:off x="2174" y="1645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7" y="3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47" name=""/>
            <p:cNvSpPr/>
            <p:nvPr/>
          </p:nvSpPr>
          <p:spPr>
            <a:xfrm rot="0">
              <a:off x="2174" y="1645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7" y="3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48" name=""/>
            <p:cNvSpPr/>
            <p:nvPr/>
          </p:nvSpPr>
          <p:spPr>
            <a:xfrm rot="0">
              <a:off x="2174" y="1652"/>
              <a:ext cx="15" cy="226"/>
            </a:xfrm>
            <a:custGeom>
              <a:avLst/>
              <a:ahLst/>
              <a:rect l="0" t="0" r="r" b="b"/>
              <a:pathLst>
                <a:path w="58" h="905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905"/>
                  </a:lnTo>
                  <a:lnTo>
                    <a:pt x="28" y="905"/>
                  </a:lnTo>
                  <a:lnTo>
                    <a:pt x="58" y="905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49" name=""/>
            <p:cNvSpPr/>
            <p:nvPr/>
          </p:nvSpPr>
          <p:spPr>
            <a:xfrm rot="0">
              <a:off x="2174" y="1652"/>
              <a:ext cx="15" cy="226"/>
            </a:xfrm>
            <a:custGeom>
              <a:avLst/>
              <a:ahLst/>
              <a:rect l="0" t="0" r="r" b="b"/>
              <a:pathLst>
                <a:path w="58" h="905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905"/>
                  </a:lnTo>
                  <a:lnTo>
                    <a:pt x="28" y="905"/>
                  </a:lnTo>
                  <a:lnTo>
                    <a:pt x="58" y="905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50" name=""/>
            <p:cNvSpPr/>
            <p:nvPr/>
          </p:nvSpPr>
          <p:spPr>
            <a:xfrm rot="0">
              <a:off x="2174" y="1878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51" name=""/>
            <p:cNvSpPr/>
            <p:nvPr/>
          </p:nvSpPr>
          <p:spPr>
            <a:xfrm rot="0">
              <a:off x="2174" y="1878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52" name=""/>
            <p:cNvSpPr/>
            <p:nvPr/>
          </p:nvSpPr>
          <p:spPr>
            <a:xfrm rot="0">
              <a:off x="2088" y="1595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53" name=""/>
            <p:cNvSpPr/>
            <p:nvPr/>
          </p:nvSpPr>
          <p:spPr>
            <a:xfrm rot="0">
              <a:off x="2088" y="1595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54" name=""/>
            <p:cNvSpPr/>
            <p:nvPr/>
          </p:nvSpPr>
          <p:spPr>
            <a:xfrm rot="0">
              <a:off x="2091" y="1596"/>
              <a:ext cx="94" cy="62"/>
            </a:xfrm>
            <a:custGeom>
              <a:avLst/>
              <a:ahLst/>
              <a:rect l="0" t="0" r="r" b="b"/>
              <a:pathLst>
                <a:path w="375" h="250">
                  <a:moveTo>
                    <a:pt x="30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345" y="250"/>
                  </a:lnTo>
                  <a:lnTo>
                    <a:pt x="360" y="224"/>
                  </a:lnTo>
                  <a:lnTo>
                    <a:pt x="375" y="199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55" name=""/>
            <p:cNvSpPr/>
            <p:nvPr/>
          </p:nvSpPr>
          <p:spPr>
            <a:xfrm rot="0">
              <a:off x="2091" y="1596"/>
              <a:ext cx="94" cy="62"/>
            </a:xfrm>
            <a:custGeom>
              <a:avLst/>
              <a:ahLst/>
              <a:rect l="0" t="0" r="r" b="b"/>
              <a:pathLst>
                <a:path w="375" h="250">
                  <a:moveTo>
                    <a:pt x="30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345" y="250"/>
                  </a:lnTo>
                  <a:lnTo>
                    <a:pt x="360" y="224"/>
                  </a:lnTo>
                  <a:lnTo>
                    <a:pt x="375" y="199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56" name=""/>
            <p:cNvSpPr/>
            <p:nvPr/>
          </p:nvSpPr>
          <p:spPr>
            <a:xfrm rot="0">
              <a:off x="2177" y="1646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57" name=""/>
            <p:cNvSpPr/>
            <p:nvPr/>
          </p:nvSpPr>
          <p:spPr>
            <a:xfrm rot="0">
              <a:off x="2177" y="1646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58" name=""/>
            <p:cNvSpPr/>
            <p:nvPr/>
          </p:nvSpPr>
          <p:spPr>
            <a:xfrm rot="0">
              <a:off x="4753" y="3213"/>
              <a:ext cx="14" cy="11"/>
            </a:xfrm>
            <a:custGeom>
              <a:avLst/>
              <a:ahLst/>
              <a:rect l="0" t="0" r="r" b="b"/>
              <a:pathLst>
                <a:path w="55" h="42">
                  <a:moveTo>
                    <a:pt x="27" y="29"/>
                  </a:moveTo>
                  <a:lnTo>
                    <a:pt x="0" y="16"/>
                  </a:lnTo>
                  <a:lnTo>
                    <a:pt x="5" y="9"/>
                  </a:lnTo>
                  <a:lnTo>
                    <a:pt x="13" y="4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9" y="3"/>
                  </a:lnTo>
                  <a:lnTo>
                    <a:pt x="46" y="7"/>
                  </a:lnTo>
                  <a:lnTo>
                    <a:pt x="52" y="15"/>
                  </a:lnTo>
                  <a:lnTo>
                    <a:pt x="55" y="23"/>
                  </a:lnTo>
                  <a:lnTo>
                    <a:pt x="55" y="32"/>
                  </a:lnTo>
                  <a:lnTo>
                    <a:pt x="53" y="42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59" name=""/>
            <p:cNvSpPr/>
            <p:nvPr/>
          </p:nvSpPr>
          <p:spPr>
            <a:xfrm rot="0">
              <a:off x="4753" y="3213"/>
              <a:ext cx="14" cy="11"/>
            </a:xfrm>
            <a:custGeom>
              <a:avLst/>
              <a:ahLst/>
              <a:rect l="0" t="0" r="r" b="b"/>
              <a:pathLst>
                <a:path w="55" h="42">
                  <a:moveTo>
                    <a:pt x="0" y="16"/>
                  </a:moveTo>
                  <a:lnTo>
                    <a:pt x="5" y="9"/>
                  </a:lnTo>
                  <a:lnTo>
                    <a:pt x="13" y="4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9" y="3"/>
                  </a:lnTo>
                  <a:lnTo>
                    <a:pt x="46" y="7"/>
                  </a:lnTo>
                  <a:lnTo>
                    <a:pt x="52" y="15"/>
                  </a:lnTo>
                  <a:lnTo>
                    <a:pt x="55" y="23"/>
                  </a:lnTo>
                  <a:lnTo>
                    <a:pt x="55" y="32"/>
                  </a:lnTo>
                  <a:lnTo>
                    <a:pt x="53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60" name=""/>
            <p:cNvSpPr/>
            <p:nvPr/>
          </p:nvSpPr>
          <p:spPr>
            <a:xfrm rot="0">
              <a:off x="4602" y="3217"/>
              <a:ext cx="165" cy="334"/>
            </a:xfrm>
            <a:custGeom>
              <a:avLst/>
              <a:ahLst/>
              <a:rect l="0" t="0" r="r" b="b"/>
              <a:pathLst>
                <a:path w="660" h="1337">
                  <a:moveTo>
                    <a:pt x="660" y="26"/>
                  </a:moveTo>
                  <a:lnTo>
                    <a:pt x="634" y="13"/>
                  </a:lnTo>
                  <a:lnTo>
                    <a:pt x="607" y="0"/>
                  </a:lnTo>
                  <a:lnTo>
                    <a:pt x="0" y="1311"/>
                  </a:lnTo>
                  <a:lnTo>
                    <a:pt x="26" y="1324"/>
                  </a:lnTo>
                  <a:lnTo>
                    <a:pt x="53" y="1337"/>
                  </a:lnTo>
                  <a:lnTo>
                    <a:pt x="66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61" name=""/>
            <p:cNvSpPr/>
            <p:nvPr/>
          </p:nvSpPr>
          <p:spPr>
            <a:xfrm rot="0">
              <a:off x="4602" y="3217"/>
              <a:ext cx="165" cy="334"/>
            </a:xfrm>
            <a:custGeom>
              <a:avLst/>
              <a:ahLst/>
              <a:rect l="0" t="0" r="r" b="b"/>
              <a:pathLst>
                <a:path w="660" h="1337">
                  <a:moveTo>
                    <a:pt x="660" y="26"/>
                  </a:moveTo>
                  <a:lnTo>
                    <a:pt x="634" y="13"/>
                  </a:lnTo>
                  <a:lnTo>
                    <a:pt x="607" y="0"/>
                  </a:lnTo>
                  <a:lnTo>
                    <a:pt x="0" y="1311"/>
                  </a:lnTo>
                  <a:lnTo>
                    <a:pt x="26" y="1324"/>
                  </a:lnTo>
                  <a:lnTo>
                    <a:pt x="53" y="1337"/>
                  </a:lnTo>
                  <a:lnTo>
                    <a:pt x="66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62" name=""/>
            <p:cNvSpPr/>
            <p:nvPr/>
          </p:nvSpPr>
          <p:spPr>
            <a:xfrm rot="0">
              <a:off x="4601" y="3545"/>
              <a:ext cx="14" cy="10"/>
            </a:xfrm>
            <a:custGeom>
              <a:avLst/>
              <a:ahLst/>
              <a:rect l="0" t="0" r="r" b="b"/>
              <a:pathLst>
                <a:path w="55" h="42">
                  <a:moveTo>
                    <a:pt x="28" y="13"/>
                  </a:moveTo>
                  <a:lnTo>
                    <a:pt x="55" y="26"/>
                  </a:lnTo>
                  <a:lnTo>
                    <a:pt x="50" y="32"/>
                  </a:lnTo>
                  <a:lnTo>
                    <a:pt x="42" y="38"/>
                  </a:lnTo>
                  <a:lnTo>
                    <a:pt x="34" y="42"/>
                  </a:lnTo>
                  <a:lnTo>
                    <a:pt x="25" y="42"/>
                  </a:lnTo>
                  <a:lnTo>
                    <a:pt x="16" y="39"/>
                  </a:lnTo>
                  <a:lnTo>
                    <a:pt x="9" y="35"/>
                  </a:lnTo>
                  <a:lnTo>
                    <a:pt x="3" y="27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8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63" name=""/>
            <p:cNvSpPr/>
            <p:nvPr/>
          </p:nvSpPr>
          <p:spPr>
            <a:xfrm rot="0">
              <a:off x="4601" y="3545"/>
              <a:ext cx="14" cy="10"/>
            </a:xfrm>
            <a:custGeom>
              <a:avLst/>
              <a:ahLst/>
              <a:rect l="0" t="0" r="r" b="b"/>
              <a:pathLst>
                <a:path w="55" h="42">
                  <a:moveTo>
                    <a:pt x="55" y="26"/>
                  </a:moveTo>
                  <a:lnTo>
                    <a:pt x="50" y="32"/>
                  </a:lnTo>
                  <a:lnTo>
                    <a:pt x="42" y="38"/>
                  </a:lnTo>
                  <a:lnTo>
                    <a:pt x="34" y="42"/>
                  </a:lnTo>
                  <a:lnTo>
                    <a:pt x="25" y="42"/>
                  </a:lnTo>
                  <a:lnTo>
                    <a:pt x="16" y="39"/>
                  </a:lnTo>
                  <a:lnTo>
                    <a:pt x="9" y="35"/>
                  </a:lnTo>
                  <a:lnTo>
                    <a:pt x="3" y="27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64" name=""/>
            <p:cNvSpPr/>
            <p:nvPr/>
          </p:nvSpPr>
          <p:spPr>
            <a:xfrm rot="0">
              <a:off x="4610" y="3130"/>
              <a:ext cx="13" cy="10"/>
            </a:xfrm>
            <a:custGeom>
              <a:avLst/>
              <a:ahLst/>
              <a:rect l="0" t="0" r="r" b="b"/>
              <a:pathLst>
                <a:path w="55" h="42">
                  <a:moveTo>
                    <a:pt x="27" y="29"/>
                  </a:moveTo>
                  <a:lnTo>
                    <a:pt x="0" y="16"/>
                  </a:lnTo>
                  <a:lnTo>
                    <a:pt x="6" y="8"/>
                  </a:lnTo>
                  <a:lnTo>
                    <a:pt x="13" y="3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7" y="8"/>
                  </a:lnTo>
                  <a:lnTo>
                    <a:pt x="53" y="15"/>
                  </a:lnTo>
                  <a:lnTo>
                    <a:pt x="55" y="24"/>
                  </a:lnTo>
                  <a:lnTo>
                    <a:pt x="55" y="34"/>
                  </a:lnTo>
                  <a:lnTo>
                    <a:pt x="53" y="42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65" name=""/>
            <p:cNvSpPr/>
            <p:nvPr/>
          </p:nvSpPr>
          <p:spPr>
            <a:xfrm rot="0">
              <a:off x="4610" y="3130"/>
              <a:ext cx="13" cy="10"/>
            </a:xfrm>
            <a:custGeom>
              <a:avLst/>
              <a:ahLst/>
              <a:rect l="0" t="0" r="r" b="b"/>
              <a:pathLst>
                <a:path w="55" h="42">
                  <a:moveTo>
                    <a:pt x="0" y="16"/>
                  </a:moveTo>
                  <a:lnTo>
                    <a:pt x="6" y="8"/>
                  </a:lnTo>
                  <a:lnTo>
                    <a:pt x="13" y="3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7" y="8"/>
                  </a:lnTo>
                  <a:lnTo>
                    <a:pt x="53" y="15"/>
                  </a:lnTo>
                  <a:lnTo>
                    <a:pt x="55" y="24"/>
                  </a:lnTo>
                  <a:lnTo>
                    <a:pt x="55" y="34"/>
                  </a:lnTo>
                  <a:lnTo>
                    <a:pt x="53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66" name=""/>
            <p:cNvSpPr/>
            <p:nvPr/>
          </p:nvSpPr>
          <p:spPr>
            <a:xfrm rot="0">
              <a:off x="4362" y="3134"/>
              <a:ext cx="261" cy="510"/>
            </a:xfrm>
            <a:custGeom>
              <a:avLst/>
              <a:ahLst/>
              <a:rect l="0" t="0" r="r" b="b"/>
              <a:pathLst>
                <a:path w="1043" h="2038">
                  <a:moveTo>
                    <a:pt x="1043" y="26"/>
                  </a:moveTo>
                  <a:lnTo>
                    <a:pt x="1017" y="13"/>
                  </a:lnTo>
                  <a:lnTo>
                    <a:pt x="990" y="0"/>
                  </a:lnTo>
                  <a:lnTo>
                    <a:pt x="0" y="2013"/>
                  </a:lnTo>
                  <a:lnTo>
                    <a:pt x="26" y="2025"/>
                  </a:lnTo>
                  <a:lnTo>
                    <a:pt x="52" y="2038"/>
                  </a:lnTo>
                  <a:lnTo>
                    <a:pt x="104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67" name=""/>
            <p:cNvSpPr/>
            <p:nvPr/>
          </p:nvSpPr>
          <p:spPr>
            <a:xfrm rot="0">
              <a:off x="4362" y="3134"/>
              <a:ext cx="261" cy="510"/>
            </a:xfrm>
            <a:custGeom>
              <a:avLst/>
              <a:ahLst/>
              <a:rect l="0" t="0" r="r" b="b"/>
              <a:pathLst>
                <a:path w="1043" h="2038">
                  <a:moveTo>
                    <a:pt x="1043" y="26"/>
                  </a:moveTo>
                  <a:lnTo>
                    <a:pt x="1017" y="13"/>
                  </a:lnTo>
                  <a:lnTo>
                    <a:pt x="990" y="0"/>
                  </a:lnTo>
                  <a:lnTo>
                    <a:pt x="0" y="2013"/>
                  </a:lnTo>
                  <a:lnTo>
                    <a:pt x="26" y="2025"/>
                  </a:lnTo>
                  <a:lnTo>
                    <a:pt x="52" y="2038"/>
                  </a:lnTo>
                  <a:lnTo>
                    <a:pt x="1043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68" name=""/>
            <p:cNvSpPr/>
            <p:nvPr/>
          </p:nvSpPr>
          <p:spPr>
            <a:xfrm rot="0">
              <a:off x="4361" y="3637"/>
              <a:ext cx="14" cy="11"/>
            </a:xfrm>
            <a:custGeom>
              <a:avLst/>
              <a:ahLst/>
              <a:rect l="0" t="0" r="r" b="b"/>
              <a:pathLst>
                <a:path w="55" h="41">
                  <a:moveTo>
                    <a:pt x="29" y="12"/>
                  </a:moveTo>
                  <a:lnTo>
                    <a:pt x="55" y="25"/>
                  </a:lnTo>
                  <a:lnTo>
                    <a:pt x="50" y="33"/>
                  </a:lnTo>
                  <a:lnTo>
                    <a:pt x="43" y="39"/>
                  </a:lnTo>
                  <a:lnTo>
                    <a:pt x="34" y="41"/>
                  </a:lnTo>
                  <a:lnTo>
                    <a:pt x="24" y="41"/>
                  </a:lnTo>
                  <a:lnTo>
                    <a:pt x="16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  <a:lnTo>
                    <a:pt x="2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69" name=""/>
            <p:cNvSpPr/>
            <p:nvPr/>
          </p:nvSpPr>
          <p:spPr>
            <a:xfrm rot="0">
              <a:off x="4361" y="3637"/>
              <a:ext cx="14" cy="11"/>
            </a:xfrm>
            <a:custGeom>
              <a:avLst/>
              <a:ahLst/>
              <a:rect l="0" t="0" r="r" b="b"/>
              <a:pathLst>
                <a:path w="55" h="41">
                  <a:moveTo>
                    <a:pt x="55" y="25"/>
                  </a:moveTo>
                  <a:lnTo>
                    <a:pt x="50" y="33"/>
                  </a:lnTo>
                  <a:lnTo>
                    <a:pt x="43" y="39"/>
                  </a:lnTo>
                  <a:lnTo>
                    <a:pt x="34" y="41"/>
                  </a:lnTo>
                  <a:lnTo>
                    <a:pt x="24" y="41"/>
                  </a:lnTo>
                  <a:lnTo>
                    <a:pt x="16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70" name=""/>
            <p:cNvSpPr/>
            <p:nvPr/>
          </p:nvSpPr>
          <p:spPr>
            <a:xfrm rot="0">
              <a:off x="4753" y="321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71" name=""/>
            <p:cNvSpPr/>
            <p:nvPr/>
          </p:nvSpPr>
          <p:spPr>
            <a:xfrm rot="0">
              <a:off x="4753" y="321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72" name=""/>
            <p:cNvSpPr/>
            <p:nvPr/>
          </p:nvSpPr>
          <p:spPr>
            <a:xfrm rot="0">
              <a:off x="4756" y="3099"/>
              <a:ext cx="207" cy="128"/>
            </a:xfrm>
            <a:custGeom>
              <a:avLst/>
              <a:ahLst/>
              <a:rect l="0" t="0" r="r" b="b"/>
              <a:pathLst>
                <a:path w="827" h="512">
                  <a:moveTo>
                    <a:pt x="0" y="462"/>
                  </a:moveTo>
                  <a:lnTo>
                    <a:pt x="15" y="487"/>
                  </a:lnTo>
                  <a:lnTo>
                    <a:pt x="30" y="512"/>
                  </a:lnTo>
                  <a:lnTo>
                    <a:pt x="827" y="51"/>
                  </a:lnTo>
                  <a:lnTo>
                    <a:pt x="812" y="25"/>
                  </a:lnTo>
                  <a:lnTo>
                    <a:pt x="797" y="0"/>
                  </a:lnTo>
                  <a:lnTo>
                    <a:pt x="0" y="4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73" name=""/>
            <p:cNvSpPr/>
            <p:nvPr/>
          </p:nvSpPr>
          <p:spPr>
            <a:xfrm rot="0">
              <a:off x="4756" y="3099"/>
              <a:ext cx="207" cy="128"/>
            </a:xfrm>
            <a:custGeom>
              <a:avLst/>
              <a:ahLst/>
              <a:rect l="0" t="0" r="r" b="b"/>
              <a:pathLst>
                <a:path w="827" h="512">
                  <a:moveTo>
                    <a:pt x="0" y="462"/>
                  </a:moveTo>
                  <a:lnTo>
                    <a:pt x="15" y="487"/>
                  </a:lnTo>
                  <a:lnTo>
                    <a:pt x="30" y="512"/>
                  </a:lnTo>
                  <a:lnTo>
                    <a:pt x="827" y="51"/>
                  </a:lnTo>
                  <a:lnTo>
                    <a:pt x="812" y="25"/>
                  </a:lnTo>
                  <a:lnTo>
                    <a:pt x="797" y="0"/>
                  </a:lnTo>
                  <a:lnTo>
                    <a:pt x="0" y="4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74" name=""/>
            <p:cNvSpPr/>
            <p:nvPr/>
          </p:nvSpPr>
          <p:spPr>
            <a:xfrm rot="0">
              <a:off x="4956" y="309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75" name=""/>
            <p:cNvSpPr/>
            <p:nvPr/>
          </p:nvSpPr>
          <p:spPr>
            <a:xfrm rot="0">
              <a:off x="4956" y="309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76" name=""/>
            <p:cNvSpPr/>
            <p:nvPr/>
          </p:nvSpPr>
          <p:spPr>
            <a:xfrm rot="0">
              <a:off x="4609" y="313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9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77" name=""/>
            <p:cNvSpPr/>
            <p:nvPr/>
          </p:nvSpPr>
          <p:spPr>
            <a:xfrm rot="0">
              <a:off x="4609" y="313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9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78" name=""/>
            <p:cNvSpPr/>
            <p:nvPr/>
          </p:nvSpPr>
          <p:spPr>
            <a:xfrm rot="0">
              <a:off x="4612" y="3131"/>
              <a:ext cx="152" cy="96"/>
            </a:xfrm>
            <a:custGeom>
              <a:avLst/>
              <a:ahLst/>
              <a:rect l="0" t="0" r="r" b="b"/>
              <a:pathLst>
                <a:path w="605" h="383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575" y="383"/>
                  </a:lnTo>
                  <a:lnTo>
                    <a:pt x="590" y="358"/>
                  </a:lnTo>
                  <a:lnTo>
                    <a:pt x="605" y="333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79" name=""/>
            <p:cNvSpPr/>
            <p:nvPr/>
          </p:nvSpPr>
          <p:spPr>
            <a:xfrm rot="0">
              <a:off x="4612" y="3131"/>
              <a:ext cx="152" cy="96"/>
            </a:xfrm>
            <a:custGeom>
              <a:avLst/>
              <a:ahLst/>
              <a:rect l="0" t="0" r="r" b="b"/>
              <a:pathLst>
                <a:path w="605" h="383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575" y="383"/>
                  </a:lnTo>
                  <a:lnTo>
                    <a:pt x="590" y="358"/>
                  </a:lnTo>
                  <a:lnTo>
                    <a:pt x="605" y="33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80" name=""/>
            <p:cNvSpPr/>
            <p:nvPr/>
          </p:nvSpPr>
          <p:spPr>
            <a:xfrm rot="0">
              <a:off x="4756" y="321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5"/>
                  </a:moveTo>
                  <a:lnTo>
                    <a:pt x="30" y="0"/>
                  </a:lnTo>
                  <a:lnTo>
                    <a:pt x="36" y="5"/>
                  </a:lnTo>
                  <a:lnTo>
                    <a:pt x="41" y="13"/>
                  </a:lnTo>
                  <a:lnTo>
                    <a:pt x="43" y="21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1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81" name=""/>
            <p:cNvSpPr/>
            <p:nvPr/>
          </p:nvSpPr>
          <p:spPr>
            <a:xfrm rot="0">
              <a:off x="4756" y="3214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6" y="5"/>
                  </a:lnTo>
                  <a:lnTo>
                    <a:pt x="41" y="13"/>
                  </a:lnTo>
                  <a:lnTo>
                    <a:pt x="43" y="21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1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82" name=""/>
            <p:cNvSpPr/>
            <p:nvPr/>
          </p:nvSpPr>
          <p:spPr>
            <a:xfrm rot="0">
              <a:off x="4940" y="294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83" name=""/>
            <p:cNvSpPr/>
            <p:nvPr/>
          </p:nvSpPr>
          <p:spPr>
            <a:xfrm rot="0">
              <a:off x="4940" y="294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84" name=""/>
            <p:cNvSpPr/>
            <p:nvPr/>
          </p:nvSpPr>
          <p:spPr>
            <a:xfrm rot="0">
              <a:off x="4612" y="2942"/>
              <a:ext cx="335" cy="202"/>
            </a:xfrm>
            <a:custGeom>
              <a:avLst/>
              <a:ahLst/>
              <a:rect l="0" t="0" r="r" b="b"/>
              <a:pathLst>
                <a:path w="1339" h="807">
                  <a:moveTo>
                    <a:pt x="1339" y="51"/>
                  </a:moveTo>
                  <a:lnTo>
                    <a:pt x="1324" y="26"/>
                  </a:lnTo>
                  <a:lnTo>
                    <a:pt x="1309" y="0"/>
                  </a:lnTo>
                  <a:lnTo>
                    <a:pt x="0" y="757"/>
                  </a:lnTo>
                  <a:lnTo>
                    <a:pt x="15" y="782"/>
                  </a:lnTo>
                  <a:lnTo>
                    <a:pt x="30" y="807"/>
                  </a:lnTo>
                  <a:lnTo>
                    <a:pt x="133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85" name=""/>
            <p:cNvSpPr/>
            <p:nvPr/>
          </p:nvSpPr>
          <p:spPr>
            <a:xfrm rot="0">
              <a:off x="4612" y="2942"/>
              <a:ext cx="335" cy="202"/>
            </a:xfrm>
            <a:custGeom>
              <a:avLst/>
              <a:ahLst/>
              <a:rect l="0" t="0" r="r" b="b"/>
              <a:pathLst>
                <a:path w="1339" h="807">
                  <a:moveTo>
                    <a:pt x="1339" y="51"/>
                  </a:moveTo>
                  <a:lnTo>
                    <a:pt x="1324" y="26"/>
                  </a:lnTo>
                  <a:lnTo>
                    <a:pt x="1309" y="0"/>
                  </a:lnTo>
                  <a:lnTo>
                    <a:pt x="0" y="757"/>
                  </a:lnTo>
                  <a:lnTo>
                    <a:pt x="15" y="782"/>
                  </a:lnTo>
                  <a:lnTo>
                    <a:pt x="30" y="807"/>
                  </a:lnTo>
                  <a:lnTo>
                    <a:pt x="1339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86" name=""/>
            <p:cNvSpPr/>
            <p:nvPr/>
          </p:nvSpPr>
          <p:spPr>
            <a:xfrm rot="0">
              <a:off x="4609" y="313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87" name=""/>
            <p:cNvSpPr/>
            <p:nvPr/>
          </p:nvSpPr>
          <p:spPr>
            <a:xfrm rot="0">
              <a:off x="4609" y="3131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88" name=""/>
            <p:cNvSpPr/>
            <p:nvPr/>
          </p:nvSpPr>
          <p:spPr>
            <a:xfrm rot="0">
              <a:off x="5331" y="316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89" name=""/>
            <p:cNvSpPr/>
            <p:nvPr/>
          </p:nvSpPr>
          <p:spPr>
            <a:xfrm rot="0">
              <a:off x="5331" y="316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90" name=""/>
            <p:cNvSpPr/>
            <p:nvPr/>
          </p:nvSpPr>
          <p:spPr>
            <a:xfrm rot="0">
              <a:off x="4940" y="2942"/>
              <a:ext cx="398" cy="239"/>
            </a:xfrm>
            <a:custGeom>
              <a:avLst/>
              <a:ahLst/>
              <a:rect l="0" t="0" r="r" b="b"/>
              <a:pathLst>
                <a:path w="1595" h="955">
                  <a:moveTo>
                    <a:pt x="1565" y="955"/>
                  </a:moveTo>
                  <a:lnTo>
                    <a:pt x="1580" y="930"/>
                  </a:lnTo>
                  <a:lnTo>
                    <a:pt x="1595" y="905"/>
                  </a:lnTo>
                  <a:lnTo>
                    <a:pt x="30" y="0"/>
                  </a:lnTo>
                  <a:lnTo>
                    <a:pt x="15" y="26"/>
                  </a:lnTo>
                  <a:lnTo>
                    <a:pt x="0" y="51"/>
                  </a:lnTo>
                  <a:lnTo>
                    <a:pt x="1565" y="9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91" name=""/>
            <p:cNvSpPr/>
            <p:nvPr/>
          </p:nvSpPr>
          <p:spPr>
            <a:xfrm rot="0">
              <a:off x="4940" y="2942"/>
              <a:ext cx="398" cy="239"/>
            </a:xfrm>
            <a:custGeom>
              <a:avLst/>
              <a:ahLst/>
              <a:rect l="0" t="0" r="r" b="b"/>
              <a:pathLst>
                <a:path w="1595" h="955">
                  <a:moveTo>
                    <a:pt x="1565" y="955"/>
                  </a:moveTo>
                  <a:lnTo>
                    <a:pt x="1580" y="930"/>
                  </a:lnTo>
                  <a:lnTo>
                    <a:pt x="1595" y="905"/>
                  </a:lnTo>
                  <a:lnTo>
                    <a:pt x="30" y="0"/>
                  </a:lnTo>
                  <a:lnTo>
                    <a:pt x="15" y="26"/>
                  </a:lnTo>
                  <a:lnTo>
                    <a:pt x="0" y="51"/>
                  </a:lnTo>
                  <a:lnTo>
                    <a:pt x="1565" y="9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92" name=""/>
            <p:cNvSpPr/>
            <p:nvPr/>
          </p:nvSpPr>
          <p:spPr>
            <a:xfrm rot="0">
              <a:off x="4936" y="2941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9"/>
                  </a:moveTo>
                  <a:lnTo>
                    <a:pt x="13" y="54"/>
                  </a:lnTo>
                  <a:lnTo>
                    <a:pt x="6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93" name=""/>
            <p:cNvSpPr/>
            <p:nvPr/>
          </p:nvSpPr>
          <p:spPr>
            <a:xfrm rot="0">
              <a:off x="4936" y="2941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3" y="54"/>
                  </a:moveTo>
                  <a:lnTo>
                    <a:pt x="6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94" name=""/>
            <p:cNvSpPr/>
            <p:nvPr/>
          </p:nvSpPr>
          <p:spPr>
            <a:xfrm rot="0">
              <a:off x="4601" y="354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4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95" name=""/>
            <p:cNvSpPr/>
            <p:nvPr/>
          </p:nvSpPr>
          <p:spPr>
            <a:xfrm rot="0">
              <a:off x="4601" y="354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96" name=""/>
            <p:cNvSpPr/>
            <p:nvPr/>
          </p:nvSpPr>
          <p:spPr>
            <a:xfrm rot="0">
              <a:off x="4604" y="3542"/>
              <a:ext cx="247" cy="151"/>
            </a:xfrm>
            <a:custGeom>
              <a:avLst/>
              <a:ahLst/>
              <a:rect l="0" t="0" r="r" b="b"/>
              <a:pathLst>
                <a:path w="988" h="603">
                  <a:moveTo>
                    <a:pt x="29" y="0"/>
                  </a:moveTo>
                  <a:lnTo>
                    <a:pt x="14" y="25"/>
                  </a:lnTo>
                  <a:lnTo>
                    <a:pt x="0" y="50"/>
                  </a:lnTo>
                  <a:lnTo>
                    <a:pt x="958" y="603"/>
                  </a:lnTo>
                  <a:lnTo>
                    <a:pt x="973" y="578"/>
                  </a:lnTo>
                  <a:lnTo>
                    <a:pt x="988" y="553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97" name=""/>
            <p:cNvSpPr/>
            <p:nvPr/>
          </p:nvSpPr>
          <p:spPr>
            <a:xfrm rot="0">
              <a:off x="4604" y="3542"/>
              <a:ext cx="247" cy="151"/>
            </a:xfrm>
            <a:custGeom>
              <a:avLst/>
              <a:ahLst/>
              <a:rect l="0" t="0" r="r" b="b"/>
              <a:pathLst>
                <a:path w="988" h="603">
                  <a:moveTo>
                    <a:pt x="29" y="0"/>
                  </a:moveTo>
                  <a:lnTo>
                    <a:pt x="14" y="25"/>
                  </a:lnTo>
                  <a:lnTo>
                    <a:pt x="0" y="50"/>
                  </a:lnTo>
                  <a:lnTo>
                    <a:pt x="958" y="603"/>
                  </a:lnTo>
                  <a:lnTo>
                    <a:pt x="973" y="578"/>
                  </a:lnTo>
                  <a:lnTo>
                    <a:pt x="988" y="55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198" name=""/>
            <p:cNvSpPr/>
            <p:nvPr/>
          </p:nvSpPr>
          <p:spPr>
            <a:xfrm rot="0">
              <a:off x="4844" y="368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199" name=""/>
            <p:cNvSpPr/>
            <p:nvPr/>
          </p:nvSpPr>
          <p:spPr>
            <a:xfrm rot="0">
              <a:off x="4844" y="368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00" name=""/>
            <p:cNvSpPr/>
            <p:nvPr/>
          </p:nvSpPr>
          <p:spPr>
            <a:xfrm rot="0">
              <a:off x="4956" y="333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2" y="41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01" name=""/>
            <p:cNvSpPr/>
            <p:nvPr/>
          </p:nvSpPr>
          <p:spPr>
            <a:xfrm rot="0">
              <a:off x="4956" y="3338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1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2" y="41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02" name=""/>
            <p:cNvSpPr/>
            <p:nvPr/>
          </p:nvSpPr>
          <p:spPr>
            <a:xfrm rot="0">
              <a:off x="4604" y="3339"/>
              <a:ext cx="359" cy="216"/>
            </a:xfrm>
            <a:custGeom>
              <a:avLst/>
              <a:ahLst/>
              <a:rect l="0" t="0" r="r" b="b"/>
              <a:pathLst>
                <a:path w="1434" h="863">
                  <a:moveTo>
                    <a:pt x="1434" y="50"/>
                  </a:moveTo>
                  <a:lnTo>
                    <a:pt x="1419" y="25"/>
                  </a:lnTo>
                  <a:lnTo>
                    <a:pt x="1404" y="0"/>
                  </a:lnTo>
                  <a:lnTo>
                    <a:pt x="0" y="813"/>
                  </a:lnTo>
                  <a:lnTo>
                    <a:pt x="14" y="838"/>
                  </a:lnTo>
                  <a:lnTo>
                    <a:pt x="29" y="863"/>
                  </a:lnTo>
                  <a:lnTo>
                    <a:pt x="1434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03" name=""/>
            <p:cNvSpPr/>
            <p:nvPr/>
          </p:nvSpPr>
          <p:spPr>
            <a:xfrm rot="0">
              <a:off x="4604" y="3339"/>
              <a:ext cx="359" cy="216"/>
            </a:xfrm>
            <a:custGeom>
              <a:avLst/>
              <a:ahLst/>
              <a:rect l="0" t="0" r="r" b="b"/>
              <a:pathLst>
                <a:path w="1434" h="863">
                  <a:moveTo>
                    <a:pt x="1434" y="50"/>
                  </a:moveTo>
                  <a:lnTo>
                    <a:pt x="1419" y="25"/>
                  </a:lnTo>
                  <a:lnTo>
                    <a:pt x="1404" y="0"/>
                  </a:lnTo>
                  <a:lnTo>
                    <a:pt x="0" y="813"/>
                  </a:lnTo>
                  <a:lnTo>
                    <a:pt x="14" y="838"/>
                  </a:lnTo>
                  <a:lnTo>
                    <a:pt x="29" y="863"/>
                  </a:lnTo>
                  <a:lnTo>
                    <a:pt x="1434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04" name=""/>
            <p:cNvSpPr/>
            <p:nvPr/>
          </p:nvSpPr>
          <p:spPr>
            <a:xfrm rot="0">
              <a:off x="4601" y="3542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05" name=""/>
            <p:cNvSpPr/>
            <p:nvPr/>
          </p:nvSpPr>
          <p:spPr>
            <a:xfrm rot="0">
              <a:off x="4601" y="3542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06" name=""/>
            <p:cNvSpPr/>
            <p:nvPr/>
          </p:nvSpPr>
          <p:spPr>
            <a:xfrm rot="0">
              <a:off x="4952" y="3338"/>
              <a:ext cx="11" cy="13"/>
            </a:xfrm>
            <a:custGeom>
              <a:avLst/>
              <a:ahLst/>
              <a:rect l="0" t="0" r="r" b="b"/>
              <a:pathLst>
                <a:path w="42" h="54">
                  <a:moveTo>
                    <a:pt x="28" y="29"/>
                  </a:moveTo>
                  <a:lnTo>
                    <a:pt x="15" y="54"/>
                  </a:lnTo>
                  <a:lnTo>
                    <a:pt x="8" y="50"/>
                  </a:lnTo>
                  <a:lnTo>
                    <a:pt x="2" y="42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8" y="8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2" y="4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07" name=""/>
            <p:cNvSpPr/>
            <p:nvPr/>
          </p:nvSpPr>
          <p:spPr>
            <a:xfrm rot="0">
              <a:off x="4952" y="3338"/>
              <a:ext cx="11" cy="13"/>
            </a:xfrm>
            <a:custGeom>
              <a:avLst/>
              <a:ahLst/>
              <a:rect l="0" t="0" r="r" b="b"/>
              <a:pathLst>
                <a:path w="42" h="54">
                  <a:moveTo>
                    <a:pt x="15" y="54"/>
                  </a:moveTo>
                  <a:lnTo>
                    <a:pt x="8" y="50"/>
                  </a:lnTo>
                  <a:lnTo>
                    <a:pt x="2" y="42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8" y="8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08" name=""/>
            <p:cNvSpPr/>
            <p:nvPr/>
          </p:nvSpPr>
          <p:spPr>
            <a:xfrm rot="0">
              <a:off x="4956" y="3339"/>
              <a:ext cx="254" cy="146"/>
            </a:xfrm>
            <a:custGeom>
              <a:avLst/>
              <a:ahLst/>
              <a:rect l="0" t="0" r="r" b="b"/>
              <a:pathLst>
                <a:path w="1018" h="585">
                  <a:moveTo>
                    <a:pt x="27" y="0"/>
                  </a:moveTo>
                  <a:lnTo>
                    <a:pt x="13" y="25"/>
                  </a:lnTo>
                  <a:lnTo>
                    <a:pt x="0" y="50"/>
                  </a:lnTo>
                  <a:lnTo>
                    <a:pt x="990" y="585"/>
                  </a:lnTo>
                  <a:lnTo>
                    <a:pt x="1004" y="560"/>
                  </a:lnTo>
                  <a:lnTo>
                    <a:pt x="1018" y="535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09" name=""/>
            <p:cNvSpPr/>
            <p:nvPr/>
          </p:nvSpPr>
          <p:spPr>
            <a:xfrm rot="0">
              <a:off x="4956" y="3339"/>
              <a:ext cx="254" cy="146"/>
            </a:xfrm>
            <a:custGeom>
              <a:avLst/>
              <a:ahLst/>
              <a:rect l="0" t="0" r="r" b="b"/>
              <a:pathLst>
                <a:path w="1018" h="585">
                  <a:moveTo>
                    <a:pt x="27" y="0"/>
                  </a:moveTo>
                  <a:lnTo>
                    <a:pt x="13" y="25"/>
                  </a:lnTo>
                  <a:lnTo>
                    <a:pt x="0" y="50"/>
                  </a:lnTo>
                  <a:lnTo>
                    <a:pt x="990" y="585"/>
                  </a:lnTo>
                  <a:lnTo>
                    <a:pt x="1004" y="560"/>
                  </a:lnTo>
                  <a:lnTo>
                    <a:pt x="1018" y="535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10" name=""/>
            <p:cNvSpPr/>
            <p:nvPr/>
          </p:nvSpPr>
          <p:spPr>
            <a:xfrm rot="0">
              <a:off x="5204" y="3472"/>
              <a:ext cx="10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4" y="25"/>
                  </a:moveTo>
                  <a:lnTo>
                    <a:pt x="28" y="0"/>
                  </a:lnTo>
                  <a:lnTo>
                    <a:pt x="35" y="4"/>
                  </a:lnTo>
                  <a:lnTo>
                    <a:pt x="40" y="12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39" y="39"/>
                  </a:lnTo>
                  <a:lnTo>
                    <a:pt x="35" y="46"/>
                  </a:lnTo>
                  <a:lnTo>
                    <a:pt x="27" y="52"/>
                  </a:lnTo>
                  <a:lnTo>
                    <a:pt x="17" y="54"/>
                  </a:lnTo>
                  <a:lnTo>
                    <a:pt x="8" y="54"/>
                  </a:lnTo>
                  <a:lnTo>
                    <a:pt x="0" y="50"/>
                  </a:lnTo>
                  <a:lnTo>
                    <a:pt x="1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11" name=""/>
            <p:cNvSpPr/>
            <p:nvPr/>
          </p:nvSpPr>
          <p:spPr>
            <a:xfrm rot="0">
              <a:off x="5204" y="3472"/>
              <a:ext cx="10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0"/>
                  </a:moveTo>
                  <a:lnTo>
                    <a:pt x="35" y="4"/>
                  </a:lnTo>
                  <a:lnTo>
                    <a:pt x="40" y="12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39" y="39"/>
                  </a:lnTo>
                  <a:lnTo>
                    <a:pt x="35" y="46"/>
                  </a:lnTo>
                  <a:lnTo>
                    <a:pt x="27" y="52"/>
                  </a:lnTo>
                  <a:lnTo>
                    <a:pt x="17" y="54"/>
                  </a:lnTo>
                  <a:lnTo>
                    <a:pt x="8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12" name=""/>
            <p:cNvSpPr/>
            <p:nvPr/>
          </p:nvSpPr>
          <p:spPr>
            <a:xfrm rot="0">
              <a:off x="4952" y="3098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13" name=""/>
            <p:cNvSpPr/>
            <p:nvPr/>
          </p:nvSpPr>
          <p:spPr>
            <a:xfrm rot="0">
              <a:off x="4952" y="3098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14" name=""/>
            <p:cNvSpPr/>
            <p:nvPr/>
          </p:nvSpPr>
          <p:spPr>
            <a:xfrm rot="0">
              <a:off x="4952" y="3105"/>
              <a:ext cx="15" cy="240"/>
            </a:xfrm>
            <a:custGeom>
              <a:avLst/>
              <a:ahLst/>
              <a:rect l="0" t="0" r="r" b="b"/>
              <a:pathLst>
                <a:path w="58" h="96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960"/>
                  </a:lnTo>
                  <a:lnTo>
                    <a:pt x="28" y="960"/>
                  </a:lnTo>
                  <a:lnTo>
                    <a:pt x="58" y="960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15" name=""/>
            <p:cNvSpPr/>
            <p:nvPr/>
          </p:nvSpPr>
          <p:spPr>
            <a:xfrm rot="0">
              <a:off x="4952" y="3105"/>
              <a:ext cx="15" cy="240"/>
            </a:xfrm>
            <a:custGeom>
              <a:avLst/>
              <a:ahLst/>
              <a:rect l="0" t="0" r="r" b="b"/>
              <a:pathLst>
                <a:path w="58" h="96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960"/>
                  </a:lnTo>
                  <a:lnTo>
                    <a:pt x="28" y="960"/>
                  </a:lnTo>
                  <a:lnTo>
                    <a:pt x="58" y="960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16" name=""/>
            <p:cNvSpPr/>
            <p:nvPr/>
          </p:nvSpPr>
          <p:spPr>
            <a:xfrm rot="0">
              <a:off x="4952" y="3345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17" name=""/>
            <p:cNvSpPr/>
            <p:nvPr/>
          </p:nvSpPr>
          <p:spPr>
            <a:xfrm rot="0">
              <a:off x="4952" y="3345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18" name=""/>
            <p:cNvSpPr/>
            <p:nvPr/>
          </p:nvSpPr>
          <p:spPr>
            <a:xfrm rot="0">
              <a:off x="5203" y="324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19" name=""/>
            <p:cNvSpPr/>
            <p:nvPr/>
          </p:nvSpPr>
          <p:spPr>
            <a:xfrm rot="0">
              <a:off x="5203" y="324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20" name=""/>
            <p:cNvSpPr/>
            <p:nvPr/>
          </p:nvSpPr>
          <p:spPr>
            <a:xfrm rot="0">
              <a:off x="4956" y="3099"/>
              <a:ext cx="255" cy="155"/>
            </a:xfrm>
            <a:custGeom>
              <a:avLst/>
              <a:ahLst/>
              <a:rect l="0" t="0" r="r" b="b"/>
              <a:pathLst>
                <a:path w="1021" h="622">
                  <a:moveTo>
                    <a:pt x="991" y="622"/>
                  </a:moveTo>
                  <a:lnTo>
                    <a:pt x="1006" y="597"/>
                  </a:lnTo>
                  <a:lnTo>
                    <a:pt x="1021" y="572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991" y="6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21" name=""/>
            <p:cNvSpPr/>
            <p:nvPr/>
          </p:nvSpPr>
          <p:spPr>
            <a:xfrm rot="0">
              <a:off x="4956" y="3099"/>
              <a:ext cx="255" cy="155"/>
            </a:xfrm>
            <a:custGeom>
              <a:avLst/>
              <a:ahLst/>
              <a:rect l="0" t="0" r="r" b="b"/>
              <a:pathLst>
                <a:path w="1021" h="622">
                  <a:moveTo>
                    <a:pt x="991" y="622"/>
                  </a:moveTo>
                  <a:lnTo>
                    <a:pt x="1006" y="597"/>
                  </a:lnTo>
                  <a:lnTo>
                    <a:pt x="1021" y="572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991" y="6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22" name=""/>
            <p:cNvSpPr/>
            <p:nvPr/>
          </p:nvSpPr>
          <p:spPr>
            <a:xfrm rot="0">
              <a:off x="4952" y="309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8"/>
                  </a:moveTo>
                  <a:lnTo>
                    <a:pt x="13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23" name=""/>
            <p:cNvSpPr/>
            <p:nvPr/>
          </p:nvSpPr>
          <p:spPr>
            <a:xfrm rot="0">
              <a:off x="4952" y="309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3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24" name=""/>
            <p:cNvSpPr/>
            <p:nvPr/>
          </p:nvSpPr>
          <p:spPr>
            <a:xfrm rot="0">
              <a:off x="4841" y="3679"/>
              <a:ext cx="14" cy="10"/>
            </a:xfrm>
            <a:custGeom>
              <a:avLst/>
              <a:ahLst/>
              <a:rect l="0" t="0" r="r" b="b"/>
              <a:pathLst>
                <a:path w="57" h="39">
                  <a:moveTo>
                    <a:pt x="28" y="28"/>
                  </a:moveTo>
                  <a:lnTo>
                    <a:pt x="0" y="18"/>
                  </a:lnTo>
                  <a:lnTo>
                    <a:pt x="5" y="10"/>
                  </a:lnTo>
                  <a:lnTo>
                    <a:pt x="12" y="4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7" y="20"/>
                  </a:lnTo>
                  <a:lnTo>
                    <a:pt x="57" y="29"/>
                  </a:lnTo>
                  <a:lnTo>
                    <a:pt x="55" y="39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25" name=""/>
            <p:cNvSpPr/>
            <p:nvPr/>
          </p:nvSpPr>
          <p:spPr>
            <a:xfrm rot="0">
              <a:off x="4841" y="3679"/>
              <a:ext cx="14" cy="10"/>
            </a:xfrm>
            <a:custGeom>
              <a:avLst/>
              <a:ahLst/>
              <a:rect l="0" t="0" r="r" b="b"/>
              <a:pathLst>
                <a:path w="57" h="39">
                  <a:moveTo>
                    <a:pt x="0" y="18"/>
                  </a:moveTo>
                  <a:lnTo>
                    <a:pt x="5" y="10"/>
                  </a:lnTo>
                  <a:lnTo>
                    <a:pt x="12" y="4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7" y="20"/>
                  </a:lnTo>
                  <a:lnTo>
                    <a:pt x="57" y="29"/>
                  </a:lnTo>
                  <a:lnTo>
                    <a:pt x="55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26" name=""/>
            <p:cNvSpPr/>
            <p:nvPr/>
          </p:nvSpPr>
          <p:spPr>
            <a:xfrm rot="0">
              <a:off x="4769" y="3684"/>
              <a:ext cx="86" cy="194"/>
            </a:xfrm>
            <a:custGeom>
              <a:avLst/>
              <a:ahLst/>
              <a:rect l="0" t="0" r="r" b="b"/>
              <a:pathLst>
                <a:path w="343" h="777">
                  <a:moveTo>
                    <a:pt x="343" y="21"/>
                  </a:moveTo>
                  <a:lnTo>
                    <a:pt x="316" y="10"/>
                  </a:lnTo>
                  <a:lnTo>
                    <a:pt x="288" y="0"/>
                  </a:lnTo>
                  <a:lnTo>
                    <a:pt x="0" y="756"/>
                  </a:lnTo>
                  <a:lnTo>
                    <a:pt x="28" y="767"/>
                  </a:lnTo>
                  <a:lnTo>
                    <a:pt x="55" y="777"/>
                  </a:lnTo>
                  <a:lnTo>
                    <a:pt x="343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27" name=""/>
            <p:cNvSpPr/>
            <p:nvPr/>
          </p:nvSpPr>
          <p:spPr>
            <a:xfrm rot="0">
              <a:off x="4769" y="3684"/>
              <a:ext cx="86" cy="194"/>
            </a:xfrm>
            <a:custGeom>
              <a:avLst/>
              <a:ahLst/>
              <a:rect l="0" t="0" r="r" b="b"/>
              <a:pathLst>
                <a:path w="343" h="777">
                  <a:moveTo>
                    <a:pt x="343" y="21"/>
                  </a:moveTo>
                  <a:lnTo>
                    <a:pt x="316" y="10"/>
                  </a:lnTo>
                  <a:lnTo>
                    <a:pt x="288" y="0"/>
                  </a:lnTo>
                  <a:lnTo>
                    <a:pt x="0" y="756"/>
                  </a:lnTo>
                  <a:lnTo>
                    <a:pt x="28" y="767"/>
                  </a:lnTo>
                  <a:lnTo>
                    <a:pt x="55" y="777"/>
                  </a:lnTo>
                  <a:lnTo>
                    <a:pt x="343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28" name=""/>
            <p:cNvSpPr/>
            <p:nvPr/>
          </p:nvSpPr>
          <p:spPr>
            <a:xfrm rot="0">
              <a:off x="4769" y="3873"/>
              <a:ext cx="14" cy="10"/>
            </a:xfrm>
            <a:custGeom>
              <a:avLst/>
              <a:ahLst/>
              <a:rect l="0" t="0" r="r" b="b"/>
              <a:pathLst>
                <a:path w="56" h="39">
                  <a:moveTo>
                    <a:pt x="29" y="11"/>
                  </a:moveTo>
                  <a:lnTo>
                    <a:pt x="56" y="21"/>
                  </a:lnTo>
                  <a:lnTo>
                    <a:pt x="52" y="29"/>
                  </a:lnTo>
                  <a:lnTo>
                    <a:pt x="45" y="35"/>
                  </a:lnTo>
                  <a:lnTo>
                    <a:pt x="37" y="39"/>
                  </a:lnTo>
                  <a:lnTo>
                    <a:pt x="28" y="39"/>
                  </a:lnTo>
                  <a:lnTo>
                    <a:pt x="18" y="38"/>
                  </a:lnTo>
                  <a:lnTo>
                    <a:pt x="10" y="34"/>
                  </a:lnTo>
                  <a:lnTo>
                    <a:pt x="5" y="27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0"/>
                  </a:lnTo>
                  <a:lnTo>
                    <a:pt x="29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29" name=""/>
            <p:cNvSpPr/>
            <p:nvPr/>
          </p:nvSpPr>
          <p:spPr>
            <a:xfrm rot="0">
              <a:off x="4769" y="3873"/>
              <a:ext cx="14" cy="10"/>
            </a:xfrm>
            <a:custGeom>
              <a:avLst/>
              <a:ahLst/>
              <a:rect l="0" t="0" r="r" b="b"/>
              <a:pathLst>
                <a:path w="56" h="39">
                  <a:moveTo>
                    <a:pt x="56" y="21"/>
                  </a:moveTo>
                  <a:lnTo>
                    <a:pt x="52" y="29"/>
                  </a:lnTo>
                  <a:lnTo>
                    <a:pt x="45" y="35"/>
                  </a:lnTo>
                  <a:lnTo>
                    <a:pt x="37" y="39"/>
                  </a:lnTo>
                  <a:lnTo>
                    <a:pt x="28" y="39"/>
                  </a:lnTo>
                  <a:lnTo>
                    <a:pt x="18" y="38"/>
                  </a:lnTo>
                  <a:lnTo>
                    <a:pt x="10" y="34"/>
                  </a:lnTo>
                  <a:lnTo>
                    <a:pt x="5" y="27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30" name=""/>
            <p:cNvSpPr/>
            <p:nvPr/>
          </p:nvSpPr>
          <p:spPr>
            <a:xfrm rot="0">
              <a:off x="5203" y="347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31" name=""/>
            <p:cNvSpPr/>
            <p:nvPr/>
          </p:nvSpPr>
          <p:spPr>
            <a:xfrm rot="0">
              <a:off x="5203" y="347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3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32" name=""/>
            <p:cNvSpPr/>
            <p:nvPr/>
          </p:nvSpPr>
          <p:spPr>
            <a:xfrm rot="0">
              <a:off x="4844" y="3472"/>
              <a:ext cx="367" cy="221"/>
            </a:xfrm>
            <a:custGeom>
              <a:avLst/>
              <a:ahLst/>
              <a:rect l="0" t="0" r="r" b="b"/>
              <a:pathLst>
                <a:path w="1467" h="881">
                  <a:moveTo>
                    <a:pt x="1467" y="50"/>
                  </a:moveTo>
                  <a:lnTo>
                    <a:pt x="1452" y="25"/>
                  </a:lnTo>
                  <a:lnTo>
                    <a:pt x="1437" y="0"/>
                  </a:lnTo>
                  <a:lnTo>
                    <a:pt x="0" y="831"/>
                  </a:lnTo>
                  <a:lnTo>
                    <a:pt x="15" y="856"/>
                  </a:lnTo>
                  <a:lnTo>
                    <a:pt x="30" y="881"/>
                  </a:lnTo>
                  <a:lnTo>
                    <a:pt x="1467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33" name=""/>
            <p:cNvSpPr/>
            <p:nvPr/>
          </p:nvSpPr>
          <p:spPr>
            <a:xfrm rot="0">
              <a:off x="4844" y="3472"/>
              <a:ext cx="367" cy="221"/>
            </a:xfrm>
            <a:custGeom>
              <a:avLst/>
              <a:ahLst/>
              <a:rect l="0" t="0" r="r" b="b"/>
              <a:pathLst>
                <a:path w="1467" h="881">
                  <a:moveTo>
                    <a:pt x="1467" y="50"/>
                  </a:moveTo>
                  <a:lnTo>
                    <a:pt x="1452" y="25"/>
                  </a:lnTo>
                  <a:lnTo>
                    <a:pt x="1437" y="0"/>
                  </a:lnTo>
                  <a:lnTo>
                    <a:pt x="0" y="831"/>
                  </a:lnTo>
                  <a:lnTo>
                    <a:pt x="15" y="856"/>
                  </a:lnTo>
                  <a:lnTo>
                    <a:pt x="30" y="881"/>
                  </a:lnTo>
                  <a:lnTo>
                    <a:pt x="146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34" name=""/>
            <p:cNvSpPr/>
            <p:nvPr/>
          </p:nvSpPr>
          <p:spPr>
            <a:xfrm rot="0">
              <a:off x="4841" y="3680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35" name=""/>
            <p:cNvSpPr/>
            <p:nvPr/>
          </p:nvSpPr>
          <p:spPr>
            <a:xfrm rot="0">
              <a:off x="4841" y="3680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36" name=""/>
            <p:cNvSpPr/>
            <p:nvPr/>
          </p:nvSpPr>
          <p:spPr>
            <a:xfrm rot="0">
              <a:off x="5200" y="324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37" name=""/>
            <p:cNvSpPr/>
            <p:nvPr/>
          </p:nvSpPr>
          <p:spPr>
            <a:xfrm rot="0">
              <a:off x="5200" y="324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38" name=""/>
            <p:cNvSpPr/>
            <p:nvPr/>
          </p:nvSpPr>
          <p:spPr>
            <a:xfrm rot="0">
              <a:off x="5200" y="3248"/>
              <a:ext cx="14" cy="231"/>
            </a:xfrm>
            <a:custGeom>
              <a:avLst/>
              <a:ahLst/>
              <a:rect l="0" t="0" r="r" b="b"/>
              <a:pathLst>
                <a:path w="59" h="92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923"/>
                  </a:lnTo>
                  <a:lnTo>
                    <a:pt x="29" y="923"/>
                  </a:lnTo>
                  <a:lnTo>
                    <a:pt x="59" y="923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39" name=""/>
            <p:cNvSpPr/>
            <p:nvPr/>
          </p:nvSpPr>
          <p:spPr>
            <a:xfrm rot="0">
              <a:off x="5200" y="3248"/>
              <a:ext cx="14" cy="231"/>
            </a:xfrm>
            <a:custGeom>
              <a:avLst/>
              <a:ahLst/>
              <a:rect l="0" t="0" r="r" b="b"/>
              <a:pathLst>
                <a:path w="59" h="92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923"/>
                  </a:lnTo>
                  <a:lnTo>
                    <a:pt x="29" y="923"/>
                  </a:lnTo>
                  <a:lnTo>
                    <a:pt x="59" y="923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40" name=""/>
            <p:cNvSpPr/>
            <p:nvPr/>
          </p:nvSpPr>
          <p:spPr>
            <a:xfrm rot="0">
              <a:off x="5200" y="3479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41" name=""/>
            <p:cNvSpPr/>
            <p:nvPr/>
          </p:nvSpPr>
          <p:spPr>
            <a:xfrm rot="0">
              <a:off x="5200" y="3479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42" name=""/>
            <p:cNvSpPr/>
            <p:nvPr/>
          </p:nvSpPr>
          <p:spPr>
            <a:xfrm rot="0">
              <a:off x="5331" y="3167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3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43" name=""/>
            <p:cNvSpPr/>
            <p:nvPr/>
          </p:nvSpPr>
          <p:spPr>
            <a:xfrm rot="0">
              <a:off x="5331" y="3167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3"/>
                  </a:lnTo>
                  <a:lnTo>
                    <a:pt x="41" y="41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44" name=""/>
            <p:cNvSpPr/>
            <p:nvPr/>
          </p:nvSpPr>
          <p:spPr>
            <a:xfrm rot="0">
              <a:off x="5203" y="3168"/>
              <a:ext cx="135" cy="86"/>
            </a:xfrm>
            <a:custGeom>
              <a:avLst/>
              <a:ahLst/>
              <a:rect l="0" t="0" r="r" b="b"/>
              <a:pathLst>
                <a:path w="541" h="345">
                  <a:moveTo>
                    <a:pt x="541" y="50"/>
                  </a:moveTo>
                  <a:lnTo>
                    <a:pt x="526" y="25"/>
                  </a:lnTo>
                  <a:lnTo>
                    <a:pt x="511" y="0"/>
                  </a:lnTo>
                  <a:lnTo>
                    <a:pt x="0" y="295"/>
                  </a:lnTo>
                  <a:lnTo>
                    <a:pt x="15" y="320"/>
                  </a:lnTo>
                  <a:lnTo>
                    <a:pt x="30" y="345"/>
                  </a:lnTo>
                  <a:lnTo>
                    <a:pt x="54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45" name=""/>
            <p:cNvSpPr/>
            <p:nvPr/>
          </p:nvSpPr>
          <p:spPr>
            <a:xfrm rot="0">
              <a:off x="5203" y="3168"/>
              <a:ext cx="135" cy="86"/>
            </a:xfrm>
            <a:custGeom>
              <a:avLst/>
              <a:ahLst/>
              <a:rect l="0" t="0" r="r" b="b"/>
              <a:pathLst>
                <a:path w="541" h="345">
                  <a:moveTo>
                    <a:pt x="541" y="50"/>
                  </a:moveTo>
                  <a:lnTo>
                    <a:pt x="526" y="25"/>
                  </a:lnTo>
                  <a:lnTo>
                    <a:pt x="511" y="0"/>
                  </a:lnTo>
                  <a:lnTo>
                    <a:pt x="0" y="295"/>
                  </a:lnTo>
                  <a:lnTo>
                    <a:pt x="15" y="320"/>
                  </a:lnTo>
                  <a:lnTo>
                    <a:pt x="30" y="345"/>
                  </a:lnTo>
                  <a:lnTo>
                    <a:pt x="54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46" name=""/>
            <p:cNvSpPr/>
            <p:nvPr/>
          </p:nvSpPr>
          <p:spPr>
            <a:xfrm rot="0">
              <a:off x="5200" y="324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47" name=""/>
            <p:cNvSpPr/>
            <p:nvPr/>
          </p:nvSpPr>
          <p:spPr>
            <a:xfrm rot="0">
              <a:off x="5200" y="324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48" name=""/>
            <p:cNvSpPr/>
            <p:nvPr/>
          </p:nvSpPr>
          <p:spPr>
            <a:xfrm rot="0">
              <a:off x="5328" y="3691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49" name=""/>
            <p:cNvSpPr/>
            <p:nvPr/>
          </p:nvSpPr>
          <p:spPr>
            <a:xfrm rot="0">
              <a:off x="5328" y="3691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50" name=""/>
            <p:cNvSpPr/>
            <p:nvPr/>
          </p:nvSpPr>
          <p:spPr>
            <a:xfrm rot="0">
              <a:off x="5328" y="3174"/>
              <a:ext cx="14" cy="517"/>
            </a:xfrm>
            <a:custGeom>
              <a:avLst/>
              <a:ahLst/>
              <a:rect l="0" t="0" r="r" b="b"/>
              <a:pathLst>
                <a:path w="59" h="2068">
                  <a:moveTo>
                    <a:pt x="0" y="2068"/>
                  </a:moveTo>
                  <a:lnTo>
                    <a:pt x="29" y="2068"/>
                  </a:lnTo>
                  <a:lnTo>
                    <a:pt x="59" y="2068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20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51" name=""/>
            <p:cNvSpPr/>
            <p:nvPr/>
          </p:nvSpPr>
          <p:spPr>
            <a:xfrm rot="0">
              <a:off x="5328" y="3174"/>
              <a:ext cx="14" cy="517"/>
            </a:xfrm>
            <a:custGeom>
              <a:avLst/>
              <a:ahLst/>
              <a:rect l="0" t="0" r="r" b="b"/>
              <a:pathLst>
                <a:path w="59" h="2068">
                  <a:moveTo>
                    <a:pt x="0" y="2068"/>
                  </a:moveTo>
                  <a:lnTo>
                    <a:pt x="29" y="2068"/>
                  </a:lnTo>
                  <a:lnTo>
                    <a:pt x="59" y="2068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20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52" name=""/>
            <p:cNvSpPr/>
            <p:nvPr/>
          </p:nvSpPr>
          <p:spPr>
            <a:xfrm rot="0">
              <a:off x="5328" y="3167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53" name=""/>
            <p:cNvSpPr/>
            <p:nvPr/>
          </p:nvSpPr>
          <p:spPr>
            <a:xfrm rot="0">
              <a:off x="5328" y="3167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54" name=""/>
            <p:cNvSpPr/>
            <p:nvPr/>
          </p:nvSpPr>
          <p:spPr>
            <a:xfrm rot="0">
              <a:off x="4769" y="4008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55" name=""/>
            <p:cNvSpPr/>
            <p:nvPr/>
          </p:nvSpPr>
          <p:spPr>
            <a:xfrm rot="0">
              <a:off x="4769" y="4008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56" name=""/>
            <p:cNvSpPr/>
            <p:nvPr/>
          </p:nvSpPr>
          <p:spPr>
            <a:xfrm rot="0">
              <a:off x="4772" y="3685"/>
              <a:ext cx="566" cy="336"/>
            </a:xfrm>
            <a:custGeom>
              <a:avLst/>
              <a:ahLst/>
              <a:rect l="0" t="0" r="r" b="b"/>
              <a:pathLst>
                <a:path w="2266" h="1343">
                  <a:moveTo>
                    <a:pt x="0" y="1293"/>
                  </a:moveTo>
                  <a:lnTo>
                    <a:pt x="15" y="1318"/>
                  </a:lnTo>
                  <a:lnTo>
                    <a:pt x="30" y="1343"/>
                  </a:lnTo>
                  <a:lnTo>
                    <a:pt x="2266" y="51"/>
                  </a:lnTo>
                  <a:lnTo>
                    <a:pt x="2251" y="26"/>
                  </a:lnTo>
                  <a:lnTo>
                    <a:pt x="2236" y="0"/>
                  </a:lnTo>
                  <a:lnTo>
                    <a:pt x="0" y="12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57" name=""/>
            <p:cNvSpPr/>
            <p:nvPr/>
          </p:nvSpPr>
          <p:spPr>
            <a:xfrm rot="0">
              <a:off x="4772" y="3685"/>
              <a:ext cx="566" cy="336"/>
            </a:xfrm>
            <a:custGeom>
              <a:avLst/>
              <a:ahLst/>
              <a:rect l="0" t="0" r="r" b="b"/>
              <a:pathLst>
                <a:path w="2266" h="1343">
                  <a:moveTo>
                    <a:pt x="0" y="1293"/>
                  </a:moveTo>
                  <a:lnTo>
                    <a:pt x="15" y="1318"/>
                  </a:lnTo>
                  <a:lnTo>
                    <a:pt x="30" y="1343"/>
                  </a:lnTo>
                  <a:lnTo>
                    <a:pt x="2266" y="51"/>
                  </a:lnTo>
                  <a:lnTo>
                    <a:pt x="2251" y="26"/>
                  </a:lnTo>
                  <a:lnTo>
                    <a:pt x="2236" y="0"/>
                  </a:lnTo>
                  <a:lnTo>
                    <a:pt x="0" y="1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58" name=""/>
            <p:cNvSpPr/>
            <p:nvPr/>
          </p:nvSpPr>
          <p:spPr>
            <a:xfrm rot="0">
              <a:off x="5331" y="3684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59" name=""/>
            <p:cNvSpPr/>
            <p:nvPr/>
          </p:nvSpPr>
          <p:spPr>
            <a:xfrm rot="0">
              <a:off x="5331" y="3684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60" name=""/>
            <p:cNvSpPr/>
            <p:nvPr/>
          </p:nvSpPr>
          <p:spPr>
            <a:xfrm rot="0">
              <a:off x="4361" y="3779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61" name=""/>
            <p:cNvSpPr/>
            <p:nvPr/>
          </p:nvSpPr>
          <p:spPr>
            <a:xfrm rot="0">
              <a:off x="4361" y="3779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62" name=""/>
            <p:cNvSpPr/>
            <p:nvPr/>
          </p:nvSpPr>
          <p:spPr>
            <a:xfrm rot="0">
              <a:off x="4361" y="3733"/>
              <a:ext cx="15" cy="46"/>
            </a:xfrm>
            <a:custGeom>
              <a:avLst/>
              <a:ahLst/>
              <a:rect l="0" t="0" r="r" b="b"/>
              <a:pathLst>
                <a:path w="59" h="185">
                  <a:moveTo>
                    <a:pt x="0" y="185"/>
                  </a:moveTo>
                  <a:lnTo>
                    <a:pt x="29" y="185"/>
                  </a:lnTo>
                  <a:lnTo>
                    <a:pt x="59" y="185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63" name=""/>
            <p:cNvSpPr/>
            <p:nvPr/>
          </p:nvSpPr>
          <p:spPr>
            <a:xfrm rot="0">
              <a:off x="4361" y="3733"/>
              <a:ext cx="15" cy="46"/>
            </a:xfrm>
            <a:custGeom>
              <a:avLst/>
              <a:ahLst/>
              <a:rect l="0" t="0" r="r" b="b"/>
              <a:pathLst>
                <a:path w="59" h="185">
                  <a:moveTo>
                    <a:pt x="0" y="185"/>
                  </a:moveTo>
                  <a:lnTo>
                    <a:pt x="29" y="185"/>
                  </a:lnTo>
                  <a:lnTo>
                    <a:pt x="59" y="185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64" name=""/>
            <p:cNvSpPr/>
            <p:nvPr/>
          </p:nvSpPr>
          <p:spPr>
            <a:xfrm rot="0">
              <a:off x="4361" y="3725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65" name=""/>
            <p:cNvSpPr/>
            <p:nvPr/>
          </p:nvSpPr>
          <p:spPr>
            <a:xfrm rot="0">
              <a:off x="4361" y="3725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66" name=""/>
            <p:cNvSpPr/>
            <p:nvPr/>
          </p:nvSpPr>
          <p:spPr>
            <a:xfrm rot="0">
              <a:off x="4772" y="400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67" name=""/>
            <p:cNvSpPr/>
            <p:nvPr/>
          </p:nvSpPr>
          <p:spPr>
            <a:xfrm rot="0">
              <a:off x="4772" y="4008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68" name=""/>
            <p:cNvSpPr/>
            <p:nvPr/>
          </p:nvSpPr>
          <p:spPr>
            <a:xfrm rot="0">
              <a:off x="4365" y="3773"/>
              <a:ext cx="414" cy="248"/>
            </a:xfrm>
            <a:custGeom>
              <a:avLst/>
              <a:ahLst/>
              <a:rect l="0" t="0" r="r" b="b"/>
              <a:pathLst>
                <a:path w="1659" h="991">
                  <a:moveTo>
                    <a:pt x="1629" y="991"/>
                  </a:moveTo>
                  <a:lnTo>
                    <a:pt x="1644" y="966"/>
                  </a:lnTo>
                  <a:lnTo>
                    <a:pt x="1659" y="941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1629" y="9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69" name=""/>
            <p:cNvSpPr/>
            <p:nvPr/>
          </p:nvSpPr>
          <p:spPr>
            <a:xfrm rot="0">
              <a:off x="4365" y="3773"/>
              <a:ext cx="414" cy="248"/>
            </a:xfrm>
            <a:custGeom>
              <a:avLst/>
              <a:ahLst/>
              <a:rect l="0" t="0" r="r" b="b"/>
              <a:pathLst>
                <a:path w="1659" h="991">
                  <a:moveTo>
                    <a:pt x="1629" y="991"/>
                  </a:moveTo>
                  <a:lnTo>
                    <a:pt x="1644" y="966"/>
                  </a:lnTo>
                  <a:lnTo>
                    <a:pt x="1659" y="941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1629" y="9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70" name=""/>
            <p:cNvSpPr/>
            <p:nvPr/>
          </p:nvSpPr>
          <p:spPr>
            <a:xfrm rot="0">
              <a:off x="4361" y="377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0" y="7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71" name=""/>
            <p:cNvSpPr/>
            <p:nvPr/>
          </p:nvSpPr>
          <p:spPr>
            <a:xfrm rot="0">
              <a:off x="4361" y="3772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0" y="7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72" name=""/>
            <p:cNvSpPr/>
            <p:nvPr/>
          </p:nvSpPr>
          <p:spPr>
            <a:xfrm rot="0">
              <a:off x="4769" y="3868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73" name=""/>
            <p:cNvSpPr/>
            <p:nvPr/>
          </p:nvSpPr>
          <p:spPr>
            <a:xfrm rot="0">
              <a:off x="4769" y="3868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74" name=""/>
            <p:cNvSpPr/>
            <p:nvPr/>
          </p:nvSpPr>
          <p:spPr>
            <a:xfrm rot="0">
              <a:off x="4769" y="3876"/>
              <a:ext cx="14" cy="138"/>
            </a:xfrm>
            <a:custGeom>
              <a:avLst/>
              <a:ahLst/>
              <a:rect l="0" t="0" r="r" b="b"/>
              <a:pathLst>
                <a:path w="59" h="554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54"/>
                  </a:lnTo>
                  <a:lnTo>
                    <a:pt x="29" y="554"/>
                  </a:lnTo>
                  <a:lnTo>
                    <a:pt x="59" y="554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75" name=""/>
            <p:cNvSpPr/>
            <p:nvPr/>
          </p:nvSpPr>
          <p:spPr>
            <a:xfrm rot="0">
              <a:off x="4769" y="3876"/>
              <a:ext cx="14" cy="138"/>
            </a:xfrm>
            <a:custGeom>
              <a:avLst/>
              <a:ahLst/>
              <a:rect l="0" t="0" r="r" b="b"/>
              <a:pathLst>
                <a:path w="59" h="554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54"/>
                  </a:lnTo>
                  <a:lnTo>
                    <a:pt x="29" y="554"/>
                  </a:lnTo>
                  <a:lnTo>
                    <a:pt x="59" y="554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76" name=""/>
            <p:cNvSpPr/>
            <p:nvPr/>
          </p:nvSpPr>
          <p:spPr>
            <a:xfrm rot="0">
              <a:off x="4769" y="4014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77" name=""/>
            <p:cNvSpPr/>
            <p:nvPr/>
          </p:nvSpPr>
          <p:spPr>
            <a:xfrm rot="0">
              <a:off x="4769" y="4014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78" name=""/>
            <p:cNvSpPr/>
            <p:nvPr/>
          </p:nvSpPr>
          <p:spPr>
            <a:xfrm rot="0">
              <a:off x="4361" y="3633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8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3"/>
                  </a:lnTo>
                  <a:lnTo>
                    <a:pt x="10" y="7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2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79" name=""/>
            <p:cNvSpPr/>
            <p:nvPr/>
          </p:nvSpPr>
          <p:spPr>
            <a:xfrm rot="0">
              <a:off x="4361" y="3633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3"/>
                  </a:lnTo>
                  <a:lnTo>
                    <a:pt x="10" y="7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80" name=""/>
            <p:cNvSpPr/>
            <p:nvPr/>
          </p:nvSpPr>
          <p:spPr>
            <a:xfrm rot="0">
              <a:off x="4365" y="3634"/>
              <a:ext cx="414" cy="248"/>
            </a:xfrm>
            <a:custGeom>
              <a:avLst/>
              <a:ahLst/>
              <a:rect l="0" t="0" r="r" b="b"/>
              <a:pathLst>
                <a:path w="1659" h="992">
                  <a:moveTo>
                    <a:pt x="30" y="0"/>
                  </a:moveTo>
                  <a:lnTo>
                    <a:pt x="15" y="25"/>
                  </a:lnTo>
                  <a:lnTo>
                    <a:pt x="0" y="51"/>
                  </a:lnTo>
                  <a:lnTo>
                    <a:pt x="1629" y="992"/>
                  </a:lnTo>
                  <a:lnTo>
                    <a:pt x="1644" y="967"/>
                  </a:lnTo>
                  <a:lnTo>
                    <a:pt x="1659" y="942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81" name=""/>
            <p:cNvSpPr/>
            <p:nvPr/>
          </p:nvSpPr>
          <p:spPr>
            <a:xfrm rot="0">
              <a:off x="4365" y="3634"/>
              <a:ext cx="414" cy="248"/>
            </a:xfrm>
            <a:custGeom>
              <a:avLst/>
              <a:ahLst/>
              <a:rect l="0" t="0" r="r" b="b"/>
              <a:pathLst>
                <a:path w="1659" h="992">
                  <a:moveTo>
                    <a:pt x="30" y="0"/>
                  </a:moveTo>
                  <a:lnTo>
                    <a:pt x="15" y="25"/>
                  </a:lnTo>
                  <a:lnTo>
                    <a:pt x="0" y="51"/>
                  </a:lnTo>
                  <a:lnTo>
                    <a:pt x="1629" y="992"/>
                  </a:lnTo>
                  <a:lnTo>
                    <a:pt x="1644" y="967"/>
                  </a:lnTo>
                  <a:lnTo>
                    <a:pt x="1659" y="94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82" name=""/>
            <p:cNvSpPr/>
            <p:nvPr/>
          </p:nvSpPr>
          <p:spPr>
            <a:xfrm rot="0">
              <a:off x="4772" y="3869"/>
              <a:ext cx="11" cy="14"/>
            </a:xfrm>
            <a:custGeom>
              <a:avLst/>
              <a:ahLst/>
              <a:rect l="0" t="0" r="r" b="b"/>
              <a:pathLst>
                <a:path w="43" h="53">
                  <a:moveTo>
                    <a:pt x="15" y="25"/>
                  </a:moveTo>
                  <a:lnTo>
                    <a:pt x="30" y="0"/>
                  </a:lnTo>
                  <a:lnTo>
                    <a:pt x="37" y="5"/>
                  </a:lnTo>
                  <a:lnTo>
                    <a:pt x="41" y="13"/>
                  </a:lnTo>
                  <a:lnTo>
                    <a:pt x="43" y="21"/>
                  </a:lnTo>
                  <a:lnTo>
                    <a:pt x="43" y="30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1"/>
                  </a:lnTo>
                  <a:lnTo>
                    <a:pt x="18" y="53"/>
                  </a:lnTo>
                  <a:lnTo>
                    <a:pt x="9" y="53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83" name=""/>
            <p:cNvSpPr/>
            <p:nvPr/>
          </p:nvSpPr>
          <p:spPr>
            <a:xfrm rot="0">
              <a:off x="4772" y="3869"/>
              <a:ext cx="11" cy="14"/>
            </a:xfrm>
            <a:custGeom>
              <a:avLst/>
              <a:ahLst/>
              <a:rect l="0" t="0" r="r" b="b"/>
              <a:pathLst>
                <a:path w="43" h="53">
                  <a:moveTo>
                    <a:pt x="30" y="0"/>
                  </a:moveTo>
                  <a:lnTo>
                    <a:pt x="37" y="5"/>
                  </a:lnTo>
                  <a:lnTo>
                    <a:pt x="41" y="13"/>
                  </a:lnTo>
                  <a:lnTo>
                    <a:pt x="43" y="21"/>
                  </a:lnTo>
                  <a:lnTo>
                    <a:pt x="43" y="30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1"/>
                  </a:lnTo>
                  <a:lnTo>
                    <a:pt x="18" y="53"/>
                  </a:lnTo>
                  <a:lnTo>
                    <a:pt x="9" y="53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84" name=""/>
            <p:cNvSpPr/>
            <p:nvPr/>
          </p:nvSpPr>
          <p:spPr>
            <a:xfrm rot="0">
              <a:off x="4361" y="373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85" name=""/>
            <p:cNvSpPr/>
            <p:nvPr/>
          </p:nvSpPr>
          <p:spPr>
            <a:xfrm rot="0">
              <a:off x="4361" y="373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86" name=""/>
            <p:cNvSpPr/>
            <p:nvPr/>
          </p:nvSpPr>
          <p:spPr>
            <a:xfrm rot="0">
              <a:off x="4361" y="3640"/>
              <a:ext cx="15" cy="93"/>
            </a:xfrm>
            <a:custGeom>
              <a:avLst/>
              <a:ahLst/>
              <a:rect l="0" t="0" r="r" b="b"/>
              <a:pathLst>
                <a:path w="59" h="370">
                  <a:moveTo>
                    <a:pt x="0" y="370"/>
                  </a:moveTo>
                  <a:lnTo>
                    <a:pt x="29" y="370"/>
                  </a:lnTo>
                  <a:lnTo>
                    <a:pt x="59" y="37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3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87" name=""/>
            <p:cNvSpPr/>
            <p:nvPr/>
          </p:nvSpPr>
          <p:spPr>
            <a:xfrm rot="0">
              <a:off x="4361" y="3640"/>
              <a:ext cx="15" cy="93"/>
            </a:xfrm>
            <a:custGeom>
              <a:avLst/>
              <a:ahLst/>
              <a:rect l="0" t="0" r="r" b="b"/>
              <a:pathLst>
                <a:path w="59" h="370">
                  <a:moveTo>
                    <a:pt x="0" y="370"/>
                  </a:moveTo>
                  <a:lnTo>
                    <a:pt x="29" y="370"/>
                  </a:lnTo>
                  <a:lnTo>
                    <a:pt x="59" y="37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3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88" name=""/>
            <p:cNvSpPr/>
            <p:nvPr/>
          </p:nvSpPr>
          <p:spPr>
            <a:xfrm rot="0">
              <a:off x="4361" y="363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89" name=""/>
            <p:cNvSpPr/>
            <p:nvPr/>
          </p:nvSpPr>
          <p:spPr>
            <a:xfrm rot="0">
              <a:off x="4361" y="363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90" name=""/>
            <p:cNvSpPr/>
            <p:nvPr/>
          </p:nvSpPr>
          <p:spPr>
            <a:xfrm rot="0">
              <a:off x="5092" y="1870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9"/>
                  </a:lnTo>
                  <a:lnTo>
                    <a:pt x="2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91" name=""/>
            <p:cNvSpPr/>
            <p:nvPr/>
          </p:nvSpPr>
          <p:spPr>
            <a:xfrm rot="0">
              <a:off x="5092" y="1870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9"/>
                  </a:lnTo>
                  <a:lnTo>
                    <a:pt x="2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92" name=""/>
            <p:cNvSpPr/>
            <p:nvPr/>
          </p:nvSpPr>
          <p:spPr>
            <a:xfrm rot="0">
              <a:off x="5096" y="1870"/>
              <a:ext cx="105" cy="70"/>
            </a:xfrm>
            <a:custGeom>
              <a:avLst/>
              <a:ahLst/>
              <a:rect l="0" t="0" r="r" b="b"/>
              <a:pathLst>
                <a:path w="421" h="277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391" y="277"/>
                  </a:lnTo>
                  <a:lnTo>
                    <a:pt x="406" y="251"/>
                  </a:lnTo>
                  <a:lnTo>
                    <a:pt x="421" y="226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93" name=""/>
            <p:cNvSpPr/>
            <p:nvPr/>
          </p:nvSpPr>
          <p:spPr>
            <a:xfrm rot="0">
              <a:off x="5096" y="1870"/>
              <a:ext cx="105" cy="70"/>
            </a:xfrm>
            <a:custGeom>
              <a:avLst/>
              <a:ahLst/>
              <a:rect l="0" t="0" r="r" b="b"/>
              <a:pathLst>
                <a:path w="421" h="277">
                  <a:moveTo>
                    <a:pt x="30" y="0"/>
                  </a:moveTo>
                  <a:lnTo>
                    <a:pt x="15" y="25"/>
                  </a:lnTo>
                  <a:lnTo>
                    <a:pt x="0" y="50"/>
                  </a:lnTo>
                  <a:lnTo>
                    <a:pt x="391" y="277"/>
                  </a:lnTo>
                  <a:lnTo>
                    <a:pt x="406" y="251"/>
                  </a:lnTo>
                  <a:lnTo>
                    <a:pt x="421" y="226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94" name=""/>
            <p:cNvSpPr/>
            <p:nvPr/>
          </p:nvSpPr>
          <p:spPr>
            <a:xfrm rot="0">
              <a:off x="5194" y="1927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95" name=""/>
            <p:cNvSpPr/>
            <p:nvPr/>
          </p:nvSpPr>
          <p:spPr>
            <a:xfrm rot="0">
              <a:off x="5194" y="1927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96" name=""/>
            <p:cNvSpPr/>
            <p:nvPr/>
          </p:nvSpPr>
          <p:spPr>
            <a:xfrm rot="0">
              <a:off x="4979" y="2181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1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97" name=""/>
            <p:cNvSpPr/>
            <p:nvPr/>
          </p:nvSpPr>
          <p:spPr>
            <a:xfrm rot="0">
              <a:off x="4979" y="2181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298" name=""/>
            <p:cNvSpPr/>
            <p:nvPr/>
          </p:nvSpPr>
          <p:spPr>
            <a:xfrm rot="0">
              <a:off x="4982" y="2059"/>
              <a:ext cx="219" cy="135"/>
            </a:xfrm>
            <a:custGeom>
              <a:avLst/>
              <a:ahLst/>
              <a:rect l="0" t="0" r="r" b="b"/>
              <a:pathLst>
                <a:path w="877" h="540">
                  <a:moveTo>
                    <a:pt x="0" y="489"/>
                  </a:moveTo>
                  <a:lnTo>
                    <a:pt x="15" y="514"/>
                  </a:lnTo>
                  <a:lnTo>
                    <a:pt x="30" y="540"/>
                  </a:lnTo>
                  <a:lnTo>
                    <a:pt x="877" y="51"/>
                  </a:lnTo>
                  <a:lnTo>
                    <a:pt x="862" y="25"/>
                  </a:lnTo>
                  <a:lnTo>
                    <a:pt x="847" y="0"/>
                  </a:lnTo>
                  <a:lnTo>
                    <a:pt x="0" y="4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299" name=""/>
            <p:cNvSpPr/>
            <p:nvPr/>
          </p:nvSpPr>
          <p:spPr>
            <a:xfrm rot="0">
              <a:off x="4982" y="2059"/>
              <a:ext cx="219" cy="135"/>
            </a:xfrm>
            <a:custGeom>
              <a:avLst/>
              <a:ahLst/>
              <a:rect l="0" t="0" r="r" b="b"/>
              <a:pathLst>
                <a:path w="877" h="540">
                  <a:moveTo>
                    <a:pt x="0" y="489"/>
                  </a:moveTo>
                  <a:lnTo>
                    <a:pt x="15" y="514"/>
                  </a:lnTo>
                  <a:lnTo>
                    <a:pt x="30" y="540"/>
                  </a:lnTo>
                  <a:lnTo>
                    <a:pt x="877" y="51"/>
                  </a:lnTo>
                  <a:lnTo>
                    <a:pt x="862" y="25"/>
                  </a:lnTo>
                  <a:lnTo>
                    <a:pt x="847" y="0"/>
                  </a:lnTo>
                  <a:lnTo>
                    <a:pt x="0" y="4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00" name=""/>
            <p:cNvSpPr/>
            <p:nvPr/>
          </p:nvSpPr>
          <p:spPr>
            <a:xfrm rot="0">
              <a:off x="5194" y="2058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0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01" name=""/>
            <p:cNvSpPr/>
            <p:nvPr/>
          </p:nvSpPr>
          <p:spPr>
            <a:xfrm rot="0">
              <a:off x="5194" y="2058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7"/>
                  </a:lnTo>
                  <a:lnTo>
                    <a:pt x="40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02" name=""/>
            <p:cNvSpPr/>
            <p:nvPr/>
          </p:nvSpPr>
          <p:spPr>
            <a:xfrm rot="0">
              <a:off x="5092" y="1990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03" name=""/>
            <p:cNvSpPr/>
            <p:nvPr/>
          </p:nvSpPr>
          <p:spPr>
            <a:xfrm rot="0">
              <a:off x="5092" y="1990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04" name=""/>
            <p:cNvSpPr/>
            <p:nvPr/>
          </p:nvSpPr>
          <p:spPr>
            <a:xfrm rot="0">
              <a:off x="5092" y="1877"/>
              <a:ext cx="15" cy="113"/>
            </a:xfrm>
            <a:custGeom>
              <a:avLst/>
              <a:ahLst/>
              <a:rect l="0" t="0" r="r" b="b"/>
              <a:pathLst>
                <a:path w="59" h="452">
                  <a:moveTo>
                    <a:pt x="0" y="452"/>
                  </a:moveTo>
                  <a:lnTo>
                    <a:pt x="29" y="452"/>
                  </a:lnTo>
                  <a:lnTo>
                    <a:pt x="59" y="452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05" name=""/>
            <p:cNvSpPr/>
            <p:nvPr/>
          </p:nvSpPr>
          <p:spPr>
            <a:xfrm rot="0">
              <a:off x="5092" y="1877"/>
              <a:ext cx="15" cy="113"/>
            </a:xfrm>
            <a:custGeom>
              <a:avLst/>
              <a:ahLst/>
              <a:rect l="0" t="0" r="r" b="b"/>
              <a:pathLst>
                <a:path w="59" h="452">
                  <a:moveTo>
                    <a:pt x="0" y="452"/>
                  </a:moveTo>
                  <a:lnTo>
                    <a:pt x="29" y="452"/>
                  </a:lnTo>
                  <a:lnTo>
                    <a:pt x="59" y="452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06" name=""/>
            <p:cNvSpPr/>
            <p:nvPr/>
          </p:nvSpPr>
          <p:spPr>
            <a:xfrm rot="0">
              <a:off x="5092" y="1869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07" name=""/>
            <p:cNvSpPr/>
            <p:nvPr/>
          </p:nvSpPr>
          <p:spPr>
            <a:xfrm rot="0">
              <a:off x="5092" y="1869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08" name=""/>
            <p:cNvSpPr/>
            <p:nvPr/>
          </p:nvSpPr>
          <p:spPr>
            <a:xfrm rot="0">
              <a:off x="5190" y="1926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09" name=""/>
            <p:cNvSpPr/>
            <p:nvPr/>
          </p:nvSpPr>
          <p:spPr>
            <a:xfrm rot="0">
              <a:off x="5190" y="1926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10" name=""/>
            <p:cNvSpPr/>
            <p:nvPr/>
          </p:nvSpPr>
          <p:spPr>
            <a:xfrm rot="0">
              <a:off x="5190" y="1933"/>
              <a:ext cx="15" cy="132"/>
            </a:xfrm>
            <a:custGeom>
              <a:avLst/>
              <a:ahLst/>
              <a:rect l="0" t="0" r="r" b="b"/>
              <a:pathLst>
                <a:path w="59" h="52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28"/>
                  </a:lnTo>
                  <a:lnTo>
                    <a:pt x="29" y="528"/>
                  </a:lnTo>
                  <a:lnTo>
                    <a:pt x="59" y="528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11" name=""/>
            <p:cNvSpPr/>
            <p:nvPr/>
          </p:nvSpPr>
          <p:spPr>
            <a:xfrm rot="0">
              <a:off x="5190" y="1933"/>
              <a:ext cx="15" cy="132"/>
            </a:xfrm>
            <a:custGeom>
              <a:avLst/>
              <a:ahLst/>
              <a:rect l="0" t="0" r="r" b="b"/>
              <a:pathLst>
                <a:path w="59" h="52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28"/>
                  </a:lnTo>
                  <a:lnTo>
                    <a:pt x="29" y="528"/>
                  </a:lnTo>
                  <a:lnTo>
                    <a:pt x="59" y="528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12" name=""/>
            <p:cNvSpPr/>
            <p:nvPr/>
          </p:nvSpPr>
          <p:spPr>
            <a:xfrm rot="0">
              <a:off x="5190" y="2065"/>
              <a:ext cx="15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13" name=""/>
            <p:cNvSpPr/>
            <p:nvPr/>
          </p:nvSpPr>
          <p:spPr>
            <a:xfrm rot="0">
              <a:off x="5190" y="2065"/>
              <a:ext cx="15" cy="8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14" name=""/>
            <p:cNvSpPr/>
            <p:nvPr/>
          </p:nvSpPr>
          <p:spPr>
            <a:xfrm rot="0">
              <a:off x="5194" y="1926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6"/>
                  </a:lnTo>
                  <a:lnTo>
                    <a:pt x="40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15" name=""/>
            <p:cNvSpPr/>
            <p:nvPr/>
          </p:nvSpPr>
          <p:spPr>
            <a:xfrm rot="0">
              <a:off x="5194" y="1926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5" y="6"/>
                  </a:lnTo>
                  <a:lnTo>
                    <a:pt x="40" y="13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16" name=""/>
            <p:cNvSpPr/>
            <p:nvPr/>
          </p:nvSpPr>
          <p:spPr>
            <a:xfrm rot="0">
              <a:off x="5096" y="1927"/>
              <a:ext cx="105" cy="69"/>
            </a:xfrm>
            <a:custGeom>
              <a:avLst/>
              <a:ahLst/>
              <a:rect l="0" t="0" r="r" b="b"/>
              <a:pathLst>
                <a:path w="421" h="277">
                  <a:moveTo>
                    <a:pt x="421" y="51"/>
                  </a:moveTo>
                  <a:lnTo>
                    <a:pt x="406" y="25"/>
                  </a:lnTo>
                  <a:lnTo>
                    <a:pt x="391" y="0"/>
                  </a:lnTo>
                  <a:lnTo>
                    <a:pt x="0" y="226"/>
                  </a:lnTo>
                  <a:lnTo>
                    <a:pt x="15" y="251"/>
                  </a:lnTo>
                  <a:lnTo>
                    <a:pt x="30" y="277"/>
                  </a:lnTo>
                  <a:lnTo>
                    <a:pt x="421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17" name=""/>
            <p:cNvSpPr/>
            <p:nvPr/>
          </p:nvSpPr>
          <p:spPr>
            <a:xfrm rot="0">
              <a:off x="5096" y="1927"/>
              <a:ext cx="105" cy="69"/>
            </a:xfrm>
            <a:custGeom>
              <a:avLst/>
              <a:ahLst/>
              <a:rect l="0" t="0" r="r" b="b"/>
              <a:pathLst>
                <a:path w="421" h="277">
                  <a:moveTo>
                    <a:pt x="421" y="51"/>
                  </a:moveTo>
                  <a:lnTo>
                    <a:pt x="406" y="25"/>
                  </a:lnTo>
                  <a:lnTo>
                    <a:pt x="391" y="0"/>
                  </a:lnTo>
                  <a:lnTo>
                    <a:pt x="0" y="226"/>
                  </a:lnTo>
                  <a:lnTo>
                    <a:pt x="15" y="251"/>
                  </a:lnTo>
                  <a:lnTo>
                    <a:pt x="30" y="277"/>
                  </a:lnTo>
                  <a:lnTo>
                    <a:pt x="421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18" name=""/>
            <p:cNvSpPr/>
            <p:nvPr/>
          </p:nvSpPr>
          <p:spPr>
            <a:xfrm rot="0">
              <a:off x="5092" y="198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19" name=""/>
            <p:cNvSpPr/>
            <p:nvPr/>
          </p:nvSpPr>
          <p:spPr>
            <a:xfrm rot="0">
              <a:off x="5092" y="1984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20" name=""/>
            <p:cNvSpPr/>
            <p:nvPr/>
          </p:nvSpPr>
          <p:spPr>
            <a:xfrm rot="0">
              <a:off x="4814" y="1905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21" name=""/>
            <p:cNvSpPr/>
            <p:nvPr/>
          </p:nvSpPr>
          <p:spPr>
            <a:xfrm rot="0">
              <a:off x="4814" y="1905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22" name=""/>
            <p:cNvSpPr/>
            <p:nvPr/>
          </p:nvSpPr>
          <p:spPr>
            <a:xfrm rot="0">
              <a:off x="4814" y="1711"/>
              <a:ext cx="14" cy="194"/>
            </a:xfrm>
            <a:custGeom>
              <a:avLst/>
              <a:ahLst/>
              <a:rect l="0" t="0" r="r" b="b"/>
              <a:pathLst>
                <a:path w="59" h="775">
                  <a:moveTo>
                    <a:pt x="0" y="775"/>
                  </a:moveTo>
                  <a:lnTo>
                    <a:pt x="29" y="775"/>
                  </a:lnTo>
                  <a:lnTo>
                    <a:pt x="59" y="775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7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23" name=""/>
            <p:cNvSpPr/>
            <p:nvPr/>
          </p:nvSpPr>
          <p:spPr>
            <a:xfrm rot="0">
              <a:off x="4814" y="1711"/>
              <a:ext cx="14" cy="194"/>
            </a:xfrm>
            <a:custGeom>
              <a:avLst/>
              <a:ahLst/>
              <a:rect l="0" t="0" r="r" b="b"/>
              <a:pathLst>
                <a:path w="59" h="775">
                  <a:moveTo>
                    <a:pt x="0" y="775"/>
                  </a:moveTo>
                  <a:lnTo>
                    <a:pt x="29" y="775"/>
                  </a:lnTo>
                  <a:lnTo>
                    <a:pt x="59" y="775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7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24" name=""/>
            <p:cNvSpPr/>
            <p:nvPr/>
          </p:nvSpPr>
          <p:spPr>
            <a:xfrm rot="0">
              <a:off x="4814" y="1704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25" name=""/>
            <p:cNvSpPr/>
            <p:nvPr/>
          </p:nvSpPr>
          <p:spPr>
            <a:xfrm rot="0">
              <a:off x="4814" y="1704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26" name=""/>
            <p:cNvSpPr/>
            <p:nvPr/>
          </p:nvSpPr>
          <p:spPr>
            <a:xfrm rot="0">
              <a:off x="4982" y="218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27" name=""/>
            <p:cNvSpPr/>
            <p:nvPr/>
          </p:nvSpPr>
          <p:spPr>
            <a:xfrm rot="0">
              <a:off x="4982" y="218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28" name=""/>
            <p:cNvSpPr/>
            <p:nvPr/>
          </p:nvSpPr>
          <p:spPr>
            <a:xfrm rot="0">
              <a:off x="4884" y="2125"/>
              <a:ext cx="105" cy="69"/>
            </a:xfrm>
            <a:custGeom>
              <a:avLst/>
              <a:ahLst/>
              <a:rect l="0" t="0" r="r" b="b"/>
              <a:pathLst>
                <a:path w="421" h="276">
                  <a:moveTo>
                    <a:pt x="391" y="276"/>
                  </a:moveTo>
                  <a:lnTo>
                    <a:pt x="406" y="250"/>
                  </a:lnTo>
                  <a:lnTo>
                    <a:pt x="421" y="225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391" y="2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29" name=""/>
            <p:cNvSpPr/>
            <p:nvPr/>
          </p:nvSpPr>
          <p:spPr>
            <a:xfrm rot="0">
              <a:off x="4884" y="2125"/>
              <a:ext cx="105" cy="69"/>
            </a:xfrm>
            <a:custGeom>
              <a:avLst/>
              <a:ahLst/>
              <a:rect l="0" t="0" r="r" b="b"/>
              <a:pathLst>
                <a:path w="421" h="276">
                  <a:moveTo>
                    <a:pt x="391" y="276"/>
                  </a:moveTo>
                  <a:lnTo>
                    <a:pt x="406" y="250"/>
                  </a:lnTo>
                  <a:lnTo>
                    <a:pt x="421" y="225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391" y="2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30" name=""/>
            <p:cNvSpPr/>
            <p:nvPr/>
          </p:nvSpPr>
          <p:spPr>
            <a:xfrm rot="0">
              <a:off x="4881" y="212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8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2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47" name=""/>
          <p:cNvGrpSpPr/>
          <p:nvPr/>
        </p:nvGrpSpPr>
        <p:grpSpPr>
          <a:xfrm rot="0">
            <a:off x="2463800" y="1570037"/>
            <a:ext cx="6108700" cy="5076825"/>
            <a:chOff x="1552" y="989"/>
            <a:chExt cx="3848" cy="3198"/>
          </a:xfrm>
        </p:grpSpPr>
        <p:sp>
          <p:nvSpPr>
            <p:cNvPr id="1052331" name=""/>
            <p:cNvSpPr/>
            <p:nvPr/>
          </p:nvSpPr>
          <p:spPr>
            <a:xfrm rot="0">
              <a:off x="4881" y="212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32" name=""/>
            <p:cNvSpPr/>
            <p:nvPr/>
          </p:nvSpPr>
          <p:spPr>
            <a:xfrm rot="0">
              <a:off x="4979" y="2188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33" name=""/>
            <p:cNvSpPr/>
            <p:nvPr/>
          </p:nvSpPr>
          <p:spPr>
            <a:xfrm rot="0">
              <a:off x="4979" y="2188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34" name=""/>
            <p:cNvSpPr/>
            <p:nvPr/>
          </p:nvSpPr>
          <p:spPr>
            <a:xfrm rot="0">
              <a:off x="4979" y="1943"/>
              <a:ext cx="14" cy="245"/>
            </a:xfrm>
            <a:custGeom>
              <a:avLst/>
              <a:ahLst/>
              <a:rect l="0" t="0" r="r" b="b"/>
              <a:pathLst>
                <a:path w="59" h="979">
                  <a:moveTo>
                    <a:pt x="0" y="979"/>
                  </a:moveTo>
                  <a:lnTo>
                    <a:pt x="29" y="979"/>
                  </a:lnTo>
                  <a:lnTo>
                    <a:pt x="59" y="979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9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35" name=""/>
            <p:cNvSpPr/>
            <p:nvPr/>
          </p:nvSpPr>
          <p:spPr>
            <a:xfrm rot="0">
              <a:off x="4979" y="1943"/>
              <a:ext cx="14" cy="245"/>
            </a:xfrm>
            <a:custGeom>
              <a:avLst/>
              <a:ahLst/>
              <a:rect l="0" t="0" r="r" b="b"/>
              <a:pathLst>
                <a:path w="59" h="979">
                  <a:moveTo>
                    <a:pt x="0" y="979"/>
                  </a:moveTo>
                  <a:lnTo>
                    <a:pt x="29" y="979"/>
                  </a:lnTo>
                  <a:lnTo>
                    <a:pt x="59" y="979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9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36" name=""/>
            <p:cNvSpPr/>
            <p:nvPr/>
          </p:nvSpPr>
          <p:spPr>
            <a:xfrm rot="0">
              <a:off x="4979" y="1935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37" name=""/>
            <p:cNvSpPr/>
            <p:nvPr/>
          </p:nvSpPr>
          <p:spPr>
            <a:xfrm rot="0">
              <a:off x="4979" y="1935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38" name=""/>
            <p:cNvSpPr/>
            <p:nvPr/>
          </p:nvSpPr>
          <p:spPr>
            <a:xfrm rot="0">
              <a:off x="4868" y="155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5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1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39" name=""/>
            <p:cNvSpPr/>
            <p:nvPr/>
          </p:nvSpPr>
          <p:spPr>
            <a:xfrm rot="0">
              <a:off x="4868" y="155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5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1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40" name=""/>
            <p:cNvSpPr/>
            <p:nvPr/>
          </p:nvSpPr>
          <p:spPr>
            <a:xfrm rot="0">
              <a:off x="4770" y="1494"/>
              <a:ext cx="105" cy="69"/>
            </a:xfrm>
            <a:custGeom>
              <a:avLst/>
              <a:ahLst/>
              <a:rect l="0" t="0" r="r" b="b"/>
              <a:pathLst>
                <a:path w="421" h="276">
                  <a:moveTo>
                    <a:pt x="391" y="276"/>
                  </a:moveTo>
                  <a:lnTo>
                    <a:pt x="406" y="251"/>
                  </a:lnTo>
                  <a:lnTo>
                    <a:pt x="421" y="226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391" y="2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41" name=""/>
            <p:cNvSpPr/>
            <p:nvPr/>
          </p:nvSpPr>
          <p:spPr>
            <a:xfrm rot="0">
              <a:off x="4770" y="1494"/>
              <a:ext cx="105" cy="69"/>
            </a:xfrm>
            <a:custGeom>
              <a:avLst/>
              <a:ahLst/>
              <a:rect l="0" t="0" r="r" b="b"/>
              <a:pathLst>
                <a:path w="421" h="276">
                  <a:moveTo>
                    <a:pt x="391" y="276"/>
                  </a:moveTo>
                  <a:lnTo>
                    <a:pt x="406" y="251"/>
                  </a:lnTo>
                  <a:lnTo>
                    <a:pt x="421" y="226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391" y="2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42" name=""/>
            <p:cNvSpPr/>
            <p:nvPr/>
          </p:nvSpPr>
          <p:spPr>
            <a:xfrm rot="0">
              <a:off x="4767" y="1493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43" name=""/>
            <p:cNvSpPr/>
            <p:nvPr/>
          </p:nvSpPr>
          <p:spPr>
            <a:xfrm rot="0">
              <a:off x="4767" y="1493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44" name=""/>
            <p:cNvSpPr/>
            <p:nvPr/>
          </p:nvSpPr>
          <p:spPr>
            <a:xfrm rot="0">
              <a:off x="4770" y="1493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45" name=""/>
            <p:cNvSpPr/>
            <p:nvPr/>
          </p:nvSpPr>
          <p:spPr>
            <a:xfrm rot="0">
              <a:off x="4770" y="1493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46" name=""/>
            <p:cNvSpPr/>
            <p:nvPr/>
          </p:nvSpPr>
          <p:spPr>
            <a:xfrm rot="0">
              <a:off x="4444" y="1494"/>
              <a:ext cx="333" cy="201"/>
            </a:xfrm>
            <a:custGeom>
              <a:avLst/>
              <a:ahLst/>
              <a:rect l="0" t="0" r="r" b="b"/>
              <a:pathLst>
                <a:path w="1334" h="804">
                  <a:moveTo>
                    <a:pt x="1334" y="50"/>
                  </a:moveTo>
                  <a:lnTo>
                    <a:pt x="1319" y="25"/>
                  </a:lnTo>
                  <a:lnTo>
                    <a:pt x="1304" y="0"/>
                  </a:lnTo>
                  <a:lnTo>
                    <a:pt x="0" y="754"/>
                  </a:lnTo>
                  <a:lnTo>
                    <a:pt x="15" y="779"/>
                  </a:lnTo>
                  <a:lnTo>
                    <a:pt x="30" y="804"/>
                  </a:lnTo>
                  <a:lnTo>
                    <a:pt x="1334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47" name=""/>
            <p:cNvSpPr/>
            <p:nvPr/>
          </p:nvSpPr>
          <p:spPr>
            <a:xfrm rot="0">
              <a:off x="4444" y="1494"/>
              <a:ext cx="333" cy="201"/>
            </a:xfrm>
            <a:custGeom>
              <a:avLst/>
              <a:ahLst/>
              <a:rect l="0" t="0" r="r" b="b"/>
              <a:pathLst>
                <a:path w="1334" h="804">
                  <a:moveTo>
                    <a:pt x="1334" y="50"/>
                  </a:moveTo>
                  <a:lnTo>
                    <a:pt x="1319" y="25"/>
                  </a:lnTo>
                  <a:lnTo>
                    <a:pt x="1304" y="0"/>
                  </a:lnTo>
                  <a:lnTo>
                    <a:pt x="0" y="754"/>
                  </a:lnTo>
                  <a:lnTo>
                    <a:pt x="15" y="779"/>
                  </a:lnTo>
                  <a:lnTo>
                    <a:pt x="30" y="804"/>
                  </a:lnTo>
                  <a:lnTo>
                    <a:pt x="1334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48" name=""/>
            <p:cNvSpPr/>
            <p:nvPr/>
          </p:nvSpPr>
          <p:spPr>
            <a:xfrm rot="0">
              <a:off x="4441" y="1682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49" name=""/>
            <p:cNvSpPr/>
            <p:nvPr/>
          </p:nvSpPr>
          <p:spPr>
            <a:xfrm rot="0">
              <a:off x="4441" y="1682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50" name=""/>
            <p:cNvSpPr/>
            <p:nvPr/>
          </p:nvSpPr>
          <p:spPr>
            <a:xfrm rot="0">
              <a:off x="4444" y="1983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51" name=""/>
            <p:cNvSpPr/>
            <p:nvPr/>
          </p:nvSpPr>
          <p:spPr>
            <a:xfrm rot="0">
              <a:off x="4444" y="1983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52" name=""/>
            <p:cNvSpPr/>
            <p:nvPr/>
          </p:nvSpPr>
          <p:spPr>
            <a:xfrm rot="0">
              <a:off x="4346" y="1984"/>
              <a:ext cx="105" cy="69"/>
            </a:xfrm>
            <a:custGeom>
              <a:avLst/>
              <a:ahLst/>
              <a:rect l="0" t="0" r="r" b="b"/>
              <a:pathLst>
                <a:path w="420" h="277">
                  <a:moveTo>
                    <a:pt x="420" y="51"/>
                  </a:moveTo>
                  <a:lnTo>
                    <a:pt x="405" y="25"/>
                  </a:lnTo>
                  <a:lnTo>
                    <a:pt x="390" y="0"/>
                  </a:lnTo>
                  <a:lnTo>
                    <a:pt x="0" y="226"/>
                  </a:lnTo>
                  <a:lnTo>
                    <a:pt x="15" y="252"/>
                  </a:lnTo>
                  <a:lnTo>
                    <a:pt x="29" y="277"/>
                  </a:lnTo>
                  <a:lnTo>
                    <a:pt x="42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53" name=""/>
            <p:cNvSpPr/>
            <p:nvPr/>
          </p:nvSpPr>
          <p:spPr>
            <a:xfrm rot="0">
              <a:off x="4346" y="1984"/>
              <a:ext cx="105" cy="69"/>
            </a:xfrm>
            <a:custGeom>
              <a:avLst/>
              <a:ahLst/>
              <a:rect l="0" t="0" r="r" b="b"/>
              <a:pathLst>
                <a:path w="420" h="277">
                  <a:moveTo>
                    <a:pt x="420" y="51"/>
                  </a:moveTo>
                  <a:lnTo>
                    <a:pt x="405" y="25"/>
                  </a:lnTo>
                  <a:lnTo>
                    <a:pt x="390" y="0"/>
                  </a:lnTo>
                  <a:lnTo>
                    <a:pt x="0" y="226"/>
                  </a:lnTo>
                  <a:lnTo>
                    <a:pt x="15" y="252"/>
                  </a:lnTo>
                  <a:lnTo>
                    <a:pt x="29" y="277"/>
                  </a:lnTo>
                  <a:lnTo>
                    <a:pt x="42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54" name=""/>
            <p:cNvSpPr/>
            <p:nvPr/>
          </p:nvSpPr>
          <p:spPr>
            <a:xfrm rot="0">
              <a:off x="4343" y="204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9" y="26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55" name=""/>
            <p:cNvSpPr/>
            <p:nvPr/>
          </p:nvSpPr>
          <p:spPr>
            <a:xfrm rot="0">
              <a:off x="4343" y="204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56" name=""/>
            <p:cNvSpPr/>
            <p:nvPr/>
          </p:nvSpPr>
          <p:spPr>
            <a:xfrm rot="0">
              <a:off x="4343" y="2039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57" name=""/>
            <p:cNvSpPr/>
            <p:nvPr/>
          </p:nvSpPr>
          <p:spPr>
            <a:xfrm rot="0">
              <a:off x="4343" y="2039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58" name=""/>
            <p:cNvSpPr/>
            <p:nvPr/>
          </p:nvSpPr>
          <p:spPr>
            <a:xfrm rot="0">
              <a:off x="4346" y="2040"/>
              <a:ext cx="334" cy="201"/>
            </a:xfrm>
            <a:custGeom>
              <a:avLst/>
              <a:ahLst/>
              <a:rect l="0" t="0" r="r" b="b"/>
              <a:pathLst>
                <a:path w="1332" h="804">
                  <a:moveTo>
                    <a:pt x="29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1302" y="804"/>
                  </a:lnTo>
                  <a:lnTo>
                    <a:pt x="1317" y="779"/>
                  </a:lnTo>
                  <a:lnTo>
                    <a:pt x="1332" y="753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59" name=""/>
            <p:cNvSpPr/>
            <p:nvPr/>
          </p:nvSpPr>
          <p:spPr>
            <a:xfrm rot="0">
              <a:off x="4346" y="2040"/>
              <a:ext cx="334" cy="201"/>
            </a:xfrm>
            <a:custGeom>
              <a:avLst/>
              <a:ahLst/>
              <a:rect l="0" t="0" r="r" b="b"/>
              <a:pathLst>
                <a:path w="1332" h="804">
                  <a:moveTo>
                    <a:pt x="29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1302" y="804"/>
                  </a:lnTo>
                  <a:lnTo>
                    <a:pt x="1317" y="779"/>
                  </a:lnTo>
                  <a:lnTo>
                    <a:pt x="1332" y="75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60" name=""/>
            <p:cNvSpPr/>
            <p:nvPr/>
          </p:nvSpPr>
          <p:spPr>
            <a:xfrm rot="0">
              <a:off x="4672" y="2228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1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61" name=""/>
            <p:cNvSpPr/>
            <p:nvPr/>
          </p:nvSpPr>
          <p:spPr>
            <a:xfrm rot="0">
              <a:off x="4672" y="2228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1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62" name=""/>
            <p:cNvSpPr/>
            <p:nvPr/>
          </p:nvSpPr>
          <p:spPr>
            <a:xfrm rot="0">
              <a:off x="4343" y="2039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63" name=""/>
            <p:cNvSpPr/>
            <p:nvPr/>
          </p:nvSpPr>
          <p:spPr>
            <a:xfrm rot="0">
              <a:off x="4343" y="2039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64" name=""/>
            <p:cNvSpPr/>
            <p:nvPr/>
          </p:nvSpPr>
          <p:spPr>
            <a:xfrm rot="0">
              <a:off x="4343" y="2046"/>
              <a:ext cx="15" cy="132"/>
            </a:xfrm>
            <a:custGeom>
              <a:avLst/>
              <a:ahLst/>
              <a:rect l="0" t="0" r="r" b="b"/>
              <a:pathLst>
                <a:path w="58" h="528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28"/>
                  </a:lnTo>
                  <a:lnTo>
                    <a:pt x="29" y="528"/>
                  </a:lnTo>
                  <a:lnTo>
                    <a:pt x="58" y="528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65" name=""/>
            <p:cNvSpPr/>
            <p:nvPr/>
          </p:nvSpPr>
          <p:spPr>
            <a:xfrm rot="0">
              <a:off x="4343" y="2046"/>
              <a:ext cx="15" cy="132"/>
            </a:xfrm>
            <a:custGeom>
              <a:avLst/>
              <a:ahLst/>
              <a:rect l="0" t="0" r="r" b="b"/>
              <a:pathLst>
                <a:path w="58" h="528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28"/>
                  </a:lnTo>
                  <a:lnTo>
                    <a:pt x="29" y="528"/>
                  </a:lnTo>
                  <a:lnTo>
                    <a:pt x="58" y="528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66" name=""/>
            <p:cNvSpPr/>
            <p:nvPr/>
          </p:nvSpPr>
          <p:spPr>
            <a:xfrm rot="0">
              <a:off x="4343" y="2178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67" name=""/>
            <p:cNvSpPr/>
            <p:nvPr/>
          </p:nvSpPr>
          <p:spPr>
            <a:xfrm rot="0">
              <a:off x="4343" y="2178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68" name=""/>
            <p:cNvSpPr/>
            <p:nvPr/>
          </p:nvSpPr>
          <p:spPr>
            <a:xfrm rot="0">
              <a:off x="4343" y="217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9" y="29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69" name=""/>
            <p:cNvSpPr/>
            <p:nvPr/>
          </p:nvSpPr>
          <p:spPr>
            <a:xfrm rot="0">
              <a:off x="4343" y="217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70" name=""/>
            <p:cNvSpPr/>
            <p:nvPr/>
          </p:nvSpPr>
          <p:spPr>
            <a:xfrm rot="0">
              <a:off x="4346" y="2172"/>
              <a:ext cx="334" cy="201"/>
            </a:xfrm>
            <a:custGeom>
              <a:avLst/>
              <a:ahLst/>
              <a:rect l="0" t="0" r="r" b="b"/>
              <a:pathLst>
                <a:path w="1332" h="804">
                  <a:moveTo>
                    <a:pt x="29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1302" y="804"/>
                  </a:lnTo>
                  <a:lnTo>
                    <a:pt x="1317" y="779"/>
                  </a:lnTo>
                  <a:lnTo>
                    <a:pt x="1332" y="753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71" name=""/>
            <p:cNvSpPr/>
            <p:nvPr/>
          </p:nvSpPr>
          <p:spPr>
            <a:xfrm rot="0">
              <a:off x="4346" y="2172"/>
              <a:ext cx="334" cy="201"/>
            </a:xfrm>
            <a:custGeom>
              <a:avLst/>
              <a:ahLst/>
              <a:rect l="0" t="0" r="r" b="b"/>
              <a:pathLst>
                <a:path w="1332" h="804">
                  <a:moveTo>
                    <a:pt x="29" y="0"/>
                  </a:moveTo>
                  <a:lnTo>
                    <a:pt x="15" y="26"/>
                  </a:lnTo>
                  <a:lnTo>
                    <a:pt x="0" y="51"/>
                  </a:lnTo>
                  <a:lnTo>
                    <a:pt x="1302" y="804"/>
                  </a:lnTo>
                  <a:lnTo>
                    <a:pt x="1317" y="779"/>
                  </a:lnTo>
                  <a:lnTo>
                    <a:pt x="1332" y="75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72" name=""/>
            <p:cNvSpPr/>
            <p:nvPr/>
          </p:nvSpPr>
          <p:spPr>
            <a:xfrm rot="0">
              <a:off x="4672" y="236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1"/>
                  </a:lnTo>
                  <a:lnTo>
                    <a:pt x="35" y="48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73" name=""/>
            <p:cNvSpPr/>
            <p:nvPr/>
          </p:nvSpPr>
          <p:spPr>
            <a:xfrm rot="0">
              <a:off x="4672" y="2360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1" y="41"/>
                  </a:lnTo>
                  <a:lnTo>
                    <a:pt x="35" y="48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10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74" name=""/>
            <p:cNvSpPr/>
            <p:nvPr/>
          </p:nvSpPr>
          <p:spPr>
            <a:xfrm rot="0">
              <a:off x="4669" y="236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6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8"/>
                  </a:lnTo>
                  <a:lnTo>
                    <a:pt x="3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3" y="0"/>
                  </a:lnTo>
                  <a:lnTo>
                    <a:pt x="2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75" name=""/>
            <p:cNvSpPr/>
            <p:nvPr/>
          </p:nvSpPr>
          <p:spPr>
            <a:xfrm rot="0">
              <a:off x="4669" y="2360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8"/>
                  </a:lnTo>
                  <a:lnTo>
                    <a:pt x="3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76" name=""/>
            <p:cNvSpPr/>
            <p:nvPr/>
          </p:nvSpPr>
          <p:spPr>
            <a:xfrm rot="0">
              <a:off x="4672" y="2238"/>
              <a:ext cx="220" cy="135"/>
            </a:xfrm>
            <a:custGeom>
              <a:avLst/>
              <a:ahLst/>
              <a:rect l="0" t="0" r="r" b="b"/>
              <a:pathLst>
                <a:path w="879" h="541">
                  <a:moveTo>
                    <a:pt x="0" y="490"/>
                  </a:moveTo>
                  <a:lnTo>
                    <a:pt x="15" y="516"/>
                  </a:lnTo>
                  <a:lnTo>
                    <a:pt x="30" y="541"/>
                  </a:lnTo>
                  <a:lnTo>
                    <a:pt x="879" y="51"/>
                  </a:lnTo>
                  <a:lnTo>
                    <a:pt x="864" y="26"/>
                  </a:lnTo>
                  <a:lnTo>
                    <a:pt x="849" y="0"/>
                  </a:lnTo>
                  <a:lnTo>
                    <a:pt x="0" y="4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77" name=""/>
            <p:cNvSpPr/>
            <p:nvPr/>
          </p:nvSpPr>
          <p:spPr>
            <a:xfrm rot="0">
              <a:off x="4672" y="2238"/>
              <a:ext cx="220" cy="135"/>
            </a:xfrm>
            <a:custGeom>
              <a:avLst/>
              <a:ahLst/>
              <a:rect l="0" t="0" r="r" b="b"/>
              <a:pathLst>
                <a:path w="879" h="541">
                  <a:moveTo>
                    <a:pt x="0" y="490"/>
                  </a:moveTo>
                  <a:lnTo>
                    <a:pt x="15" y="516"/>
                  </a:lnTo>
                  <a:lnTo>
                    <a:pt x="30" y="541"/>
                  </a:lnTo>
                  <a:lnTo>
                    <a:pt x="879" y="51"/>
                  </a:lnTo>
                  <a:lnTo>
                    <a:pt x="864" y="26"/>
                  </a:lnTo>
                  <a:lnTo>
                    <a:pt x="849" y="0"/>
                  </a:lnTo>
                  <a:lnTo>
                    <a:pt x="0" y="4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78" name=""/>
            <p:cNvSpPr/>
            <p:nvPr/>
          </p:nvSpPr>
          <p:spPr>
            <a:xfrm rot="0">
              <a:off x="4884" y="2237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6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79" name=""/>
            <p:cNvSpPr/>
            <p:nvPr/>
          </p:nvSpPr>
          <p:spPr>
            <a:xfrm rot="0">
              <a:off x="4884" y="2237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6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80" name=""/>
            <p:cNvSpPr/>
            <p:nvPr/>
          </p:nvSpPr>
          <p:spPr>
            <a:xfrm rot="0">
              <a:off x="4881" y="2244"/>
              <a:ext cx="14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81" name=""/>
            <p:cNvSpPr/>
            <p:nvPr/>
          </p:nvSpPr>
          <p:spPr>
            <a:xfrm rot="0">
              <a:off x="4881" y="2244"/>
              <a:ext cx="14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82" name=""/>
            <p:cNvSpPr/>
            <p:nvPr/>
          </p:nvSpPr>
          <p:spPr>
            <a:xfrm rot="0">
              <a:off x="4881" y="1999"/>
              <a:ext cx="14" cy="245"/>
            </a:xfrm>
            <a:custGeom>
              <a:avLst/>
              <a:ahLst/>
              <a:rect l="0" t="0" r="r" b="b"/>
              <a:pathLst>
                <a:path w="58" h="980">
                  <a:moveTo>
                    <a:pt x="0" y="980"/>
                  </a:moveTo>
                  <a:lnTo>
                    <a:pt x="29" y="980"/>
                  </a:lnTo>
                  <a:lnTo>
                    <a:pt x="58" y="980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9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83" name=""/>
            <p:cNvSpPr/>
            <p:nvPr/>
          </p:nvSpPr>
          <p:spPr>
            <a:xfrm rot="0">
              <a:off x="4881" y="1999"/>
              <a:ext cx="14" cy="245"/>
            </a:xfrm>
            <a:custGeom>
              <a:avLst/>
              <a:ahLst/>
              <a:rect l="0" t="0" r="r" b="b"/>
              <a:pathLst>
                <a:path w="58" h="980">
                  <a:moveTo>
                    <a:pt x="0" y="980"/>
                  </a:moveTo>
                  <a:lnTo>
                    <a:pt x="29" y="980"/>
                  </a:lnTo>
                  <a:lnTo>
                    <a:pt x="58" y="980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9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84" name=""/>
            <p:cNvSpPr/>
            <p:nvPr/>
          </p:nvSpPr>
          <p:spPr>
            <a:xfrm rot="0">
              <a:off x="4881" y="1992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85" name=""/>
            <p:cNvSpPr/>
            <p:nvPr/>
          </p:nvSpPr>
          <p:spPr>
            <a:xfrm rot="0">
              <a:off x="4881" y="1992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86" name=""/>
            <p:cNvSpPr/>
            <p:nvPr/>
          </p:nvSpPr>
          <p:spPr>
            <a:xfrm rot="0">
              <a:off x="4669" y="2228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6"/>
                  </a:moveTo>
                  <a:lnTo>
                    <a:pt x="43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3" y="0"/>
                  </a:lnTo>
                  <a:lnTo>
                    <a:pt x="2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87" name=""/>
            <p:cNvSpPr/>
            <p:nvPr/>
          </p:nvSpPr>
          <p:spPr>
            <a:xfrm rot="0">
              <a:off x="4669" y="2228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88" name=""/>
            <p:cNvSpPr/>
            <p:nvPr/>
          </p:nvSpPr>
          <p:spPr>
            <a:xfrm rot="0">
              <a:off x="4672" y="2172"/>
              <a:ext cx="105" cy="69"/>
            </a:xfrm>
            <a:custGeom>
              <a:avLst/>
              <a:ahLst/>
              <a:rect l="0" t="0" r="r" b="b"/>
              <a:pathLst>
                <a:path w="422" h="276">
                  <a:moveTo>
                    <a:pt x="0" y="225"/>
                  </a:moveTo>
                  <a:lnTo>
                    <a:pt x="15" y="251"/>
                  </a:lnTo>
                  <a:lnTo>
                    <a:pt x="30" y="276"/>
                  </a:lnTo>
                  <a:lnTo>
                    <a:pt x="422" y="51"/>
                  </a:lnTo>
                  <a:lnTo>
                    <a:pt x="407" y="26"/>
                  </a:lnTo>
                  <a:lnTo>
                    <a:pt x="392" y="0"/>
                  </a:lnTo>
                  <a:lnTo>
                    <a:pt x="0" y="2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89" name=""/>
            <p:cNvSpPr/>
            <p:nvPr/>
          </p:nvSpPr>
          <p:spPr>
            <a:xfrm rot="0">
              <a:off x="4672" y="2172"/>
              <a:ext cx="105" cy="69"/>
            </a:xfrm>
            <a:custGeom>
              <a:avLst/>
              <a:ahLst/>
              <a:rect l="0" t="0" r="r" b="b"/>
              <a:pathLst>
                <a:path w="422" h="276">
                  <a:moveTo>
                    <a:pt x="0" y="225"/>
                  </a:moveTo>
                  <a:lnTo>
                    <a:pt x="15" y="251"/>
                  </a:lnTo>
                  <a:lnTo>
                    <a:pt x="30" y="276"/>
                  </a:lnTo>
                  <a:lnTo>
                    <a:pt x="422" y="51"/>
                  </a:lnTo>
                  <a:lnTo>
                    <a:pt x="407" y="26"/>
                  </a:lnTo>
                  <a:lnTo>
                    <a:pt x="392" y="0"/>
                  </a:lnTo>
                  <a:lnTo>
                    <a:pt x="0" y="2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90" name=""/>
            <p:cNvSpPr/>
            <p:nvPr/>
          </p:nvSpPr>
          <p:spPr>
            <a:xfrm rot="0">
              <a:off x="4770" y="217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91" name=""/>
            <p:cNvSpPr/>
            <p:nvPr/>
          </p:nvSpPr>
          <p:spPr>
            <a:xfrm rot="0">
              <a:off x="4770" y="2171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92" name=""/>
            <p:cNvSpPr/>
            <p:nvPr/>
          </p:nvSpPr>
          <p:spPr>
            <a:xfrm rot="0">
              <a:off x="4669" y="2227"/>
              <a:ext cx="14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93" name=""/>
            <p:cNvSpPr/>
            <p:nvPr/>
          </p:nvSpPr>
          <p:spPr>
            <a:xfrm rot="0">
              <a:off x="4669" y="2227"/>
              <a:ext cx="14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94" name=""/>
            <p:cNvSpPr/>
            <p:nvPr/>
          </p:nvSpPr>
          <p:spPr>
            <a:xfrm rot="0">
              <a:off x="4669" y="2235"/>
              <a:ext cx="14" cy="132"/>
            </a:xfrm>
            <a:custGeom>
              <a:avLst/>
              <a:ahLst/>
              <a:rect l="0" t="0" r="r" b="b"/>
              <a:pathLst>
                <a:path w="58" h="528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28"/>
                  </a:lnTo>
                  <a:lnTo>
                    <a:pt x="28" y="528"/>
                  </a:lnTo>
                  <a:lnTo>
                    <a:pt x="58" y="528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95" name=""/>
            <p:cNvSpPr/>
            <p:nvPr/>
          </p:nvSpPr>
          <p:spPr>
            <a:xfrm rot="0">
              <a:off x="4669" y="2235"/>
              <a:ext cx="14" cy="132"/>
            </a:xfrm>
            <a:custGeom>
              <a:avLst/>
              <a:ahLst/>
              <a:rect l="0" t="0" r="r" b="b"/>
              <a:pathLst>
                <a:path w="58" h="528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28"/>
                  </a:lnTo>
                  <a:lnTo>
                    <a:pt x="28" y="528"/>
                  </a:lnTo>
                  <a:lnTo>
                    <a:pt x="58" y="528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96" name=""/>
            <p:cNvSpPr/>
            <p:nvPr/>
          </p:nvSpPr>
          <p:spPr>
            <a:xfrm rot="0">
              <a:off x="4669" y="2367"/>
              <a:ext cx="14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97" name=""/>
            <p:cNvSpPr/>
            <p:nvPr/>
          </p:nvSpPr>
          <p:spPr>
            <a:xfrm rot="0">
              <a:off x="4669" y="2367"/>
              <a:ext cx="14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398" name=""/>
            <p:cNvSpPr/>
            <p:nvPr/>
          </p:nvSpPr>
          <p:spPr>
            <a:xfrm rot="0">
              <a:off x="4716" y="1761"/>
              <a:ext cx="13" cy="11"/>
            </a:xfrm>
            <a:custGeom>
              <a:avLst/>
              <a:ahLst/>
              <a:rect l="0" t="0" r="r" b="b"/>
              <a:pathLst>
                <a:path w="53" h="46">
                  <a:moveTo>
                    <a:pt x="29" y="29"/>
                  </a:moveTo>
                  <a:lnTo>
                    <a:pt x="4" y="46"/>
                  </a:lnTo>
                  <a:lnTo>
                    <a:pt x="1" y="38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2"/>
                  </a:lnTo>
                  <a:lnTo>
                    <a:pt x="11" y="5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399" name=""/>
            <p:cNvSpPr/>
            <p:nvPr/>
          </p:nvSpPr>
          <p:spPr>
            <a:xfrm rot="0">
              <a:off x="4716" y="1761"/>
              <a:ext cx="13" cy="11"/>
            </a:xfrm>
            <a:custGeom>
              <a:avLst/>
              <a:ahLst/>
              <a:rect l="0" t="0" r="r" b="b"/>
              <a:pathLst>
                <a:path w="53" h="46">
                  <a:moveTo>
                    <a:pt x="4" y="46"/>
                  </a:moveTo>
                  <a:lnTo>
                    <a:pt x="1" y="38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2"/>
                  </a:lnTo>
                  <a:lnTo>
                    <a:pt x="11" y="5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6"/>
                  </a:lnTo>
                  <a:lnTo>
                    <a:pt x="53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00" name=""/>
            <p:cNvSpPr/>
            <p:nvPr/>
          </p:nvSpPr>
          <p:spPr>
            <a:xfrm rot="0">
              <a:off x="4717" y="1763"/>
              <a:ext cx="177" cy="241"/>
            </a:xfrm>
            <a:custGeom>
              <a:avLst/>
              <a:ahLst/>
              <a:rect l="0" t="0" r="r" b="b"/>
              <a:pathLst>
                <a:path w="709" h="961">
                  <a:moveTo>
                    <a:pt x="49" y="0"/>
                  </a:moveTo>
                  <a:lnTo>
                    <a:pt x="25" y="17"/>
                  </a:lnTo>
                  <a:lnTo>
                    <a:pt x="0" y="34"/>
                  </a:lnTo>
                  <a:lnTo>
                    <a:pt x="660" y="961"/>
                  </a:lnTo>
                  <a:lnTo>
                    <a:pt x="685" y="943"/>
                  </a:lnTo>
                  <a:lnTo>
                    <a:pt x="709" y="92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01" name=""/>
            <p:cNvSpPr/>
            <p:nvPr/>
          </p:nvSpPr>
          <p:spPr>
            <a:xfrm rot="0">
              <a:off x="4717" y="1763"/>
              <a:ext cx="177" cy="241"/>
            </a:xfrm>
            <a:custGeom>
              <a:avLst/>
              <a:ahLst/>
              <a:rect l="0" t="0" r="r" b="b"/>
              <a:pathLst>
                <a:path w="709" h="961">
                  <a:moveTo>
                    <a:pt x="49" y="0"/>
                  </a:moveTo>
                  <a:lnTo>
                    <a:pt x="25" y="17"/>
                  </a:lnTo>
                  <a:lnTo>
                    <a:pt x="0" y="34"/>
                  </a:lnTo>
                  <a:lnTo>
                    <a:pt x="660" y="961"/>
                  </a:lnTo>
                  <a:lnTo>
                    <a:pt x="685" y="943"/>
                  </a:lnTo>
                  <a:lnTo>
                    <a:pt x="709" y="92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02" name=""/>
            <p:cNvSpPr/>
            <p:nvPr/>
          </p:nvSpPr>
          <p:spPr>
            <a:xfrm rot="0">
              <a:off x="4882" y="1995"/>
              <a:ext cx="13" cy="12"/>
            </a:xfrm>
            <a:custGeom>
              <a:avLst/>
              <a:ahLst/>
              <a:rect l="0" t="0" r="r" b="b"/>
              <a:pathLst>
                <a:path w="53" h="46">
                  <a:moveTo>
                    <a:pt x="25" y="17"/>
                  </a:moveTo>
                  <a:lnTo>
                    <a:pt x="49" y="0"/>
                  </a:lnTo>
                  <a:lnTo>
                    <a:pt x="52" y="8"/>
                  </a:lnTo>
                  <a:lnTo>
                    <a:pt x="53" y="17"/>
                  </a:lnTo>
                  <a:lnTo>
                    <a:pt x="52" y="26"/>
                  </a:lnTo>
                  <a:lnTo>
                    <a:pt x="48" y="35"/>
                  </a:lnTo>
                  <a:lnTo>
                    <a:pt x="42" y="41"/>
                  </a:lnTo>
                  <a:lnTo>
                    <a:pt x="34" y="45"/>
                  </a:lnTo>
                  <a:lnTo>
                    <a:pt x="25" y="46"/>
                  </a:lnTo>
                  <a:lnTo>
                    <a:pt x="15" y="45"/>
                  </a:lnTo>
                  <a:lnTo>
                    <a:pt x="7" y="40"/>
                  </a:lnTo>
                  <a:lnTo>
                    <a:pt x="0" y="35"/>
                  </a:lnTo>
                  <a:lnTo>
                    <a:pt x="25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03" name=""/>
            <p:cNvSpPr/>
            <p:nvPr/>
          </p:nvSpPr>
          <p:spPr>
            <a:xfrm rot="0">
              <a:off x="4882" y="1995"/>
              <a:ext cx="13" cy="12"/>
            </a:xfrm>
            <a:custGeom>
              <a:avLst/>
              <a:ahLst/>
              <a:rect l="0" t="0" r="r" b="b"/>
              <a:pathLst>
                <a:path w="53" h="46">
                  <a:moveTo>
                    <a:pt x="49" y="0"/>
                  </a:moveTo>
                  <a:lnTo>
                    <a:pt x="52" y="8"/>
                  </a:lnTo>
                  <a:lnTo>
                    <a:pt x="53" y="17"/>
                  </a:lnTo>
                  <a:lnTo>
                    <a:pt x="52" y="26"/>
                  </a:lnTo>
                  <a:lnTo>
                    <a:pt x="48" y="35"/>
                  </a:lnTo>
                  <a:lnTo>
                    <a:pt x="42" y="41"/>
                  </a:lnTo>
                  <a:lnTo>
                    <a:pt x="34" y="45"/>
                  </a:lnTo>
                  <a:lnTo>
                    <a:pt x="25" y="46"/>
                  </a:lnTo>
                  <a:lnTo>
                    <a:pt x="15" y="45"/>
                  </a:lnTo>
                  <a:lnTo>
                    <a:pt x="7" y="4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04" name=""/>
            <p:cNvSpPr/>
            <p:nvPr/>
          </p:nvSpPr>
          <p:spPr>
            <a:xfrm rot="0">
              <a:off x="4817" y="170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05" name=""/>
            <p:cNvSpPr/>
            <p:nvPr/>
          </p:nvSpPr>
          <p:spPr>
            <a:xfrm rot="0">
              <a:off x="4817" y="1704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1" y="40"/>
                  </a:lnTo>
                  <a:lnTo>
                    <a:pt x="37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06" name=""/>
            <p:cNvSpPr/>
            <p:nvPr/>
          </p:nvSpPr>
          <p:spPr>
            <a:xfrm rot="0">
              <a:off x="4719" y="1705"/>
              <a:ext cx="105" cy="69"/>
            </a:xfrm>
            <a:custGeom>
              <a:avLst/>
              <a:ahLst/>
              <a:rect l="0" t="0" r="r" b="b"/>
              <a:pathLst>
                <a:path w="421" h="277">
                  <a:moveTo>
                    <a:pt x="421" y="51"/>
                  </a:moveTo>
                  <a:lnTo>
                    <a:pt x="406" y="26"/>
                  </a:lnTo>
                  <a:lnTo>
                    <a:pt x="391" y="0"/>
                  </a:lnTo>
                  <a:lnTo>
                    <a:pt x="0" y="227"/>
                  </a:lnTo>
                  <a:lnTo>
                    <a:pt x="15" y="252"/>
                  </a:lnTo>
                  <a:lnTo>
                    <a:pt x="30" y="277"/>
                  </a:lnTo>
                  <a:lnTo>
                    <a:pt x="421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07" name=""/>
            <p:cNvSpPr/>
            <p:nvPr/>
          </p:nvSpPr>
          <p:spPr>
            <a:xfrm rot="0">
              <a:off x="4719" y="1705"/>
              <a:ext cx="105" cy="69"/>
            </a:xfrm>
            <a:custGeom>
              <a:avLst/>
              <a:ahLst/>
              <a:rect l="0" t="0" r="r" b="b"/>
              <a:pathLst>
                <a:path w="421" h="277">
                  <a:moveTo>
                    <a:pt x="421" y="51"/>
                  </a:moveTo>
                  <a:lnTo>
                    <a:pt x="406" y="26"/>
                  </a:lnTo>
                  <a:lnTo>
                    <a:pt x="391" y="0"/>
                  </a:lnTo>
                  <a:lnTo>
                    <a:pt x="0" y="227"/>
                  </a:lnTo>
                  <a:lnTo>
                    <a:pt x="15" y="252"/>
                  </a:lnTo>
                  <a:lnTo>
                    <a:pt x="30" y="277"/>
                  </a:lnTo>
                  <a:lnTo>
                    <a:pt x="421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08" name=""/>
            <p:cNvSpPr/>
            <p:nvPr/>
          </p:nvSpPr>
          <p:spPr>
            <a:xfrm rot="0">
              <a:off x="4716" y="176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09" name=""/>
            <p:cNvSpPr/>
            <p:nvPr/>
          </p:nvSpPr>
          <p:spPr>
            <a:xfrm rot="0">
              <a:off x="4716" y="1761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10" name=""/>
            <p:cNvSpPr/>
            <p:nvPr/>
          </p:nvSpPr>
          <p:spPr>
            <a:xfrm rot="0">
              <a:off x="4980" y="1938"/>
              <a:ext cx="13" cy="12"/>
            </a:xfrm>
            <a:custGeom>
              <a:avLst/>
              <a:ahLst/>
              <a:rect l="0" t="0" r="r" b="b"/>
              <a:pathLst>
                <a:path w="53" h="46">
                  <a:moveTo>
                    <a:pt x="24" y="17"/>
                  </a:moveTo>
                  <a:lnTo>
                    <a:pt x="48" y="0"/>
                  </a:lnTo>
                  <a:lnTo>
                    <a:pt x="52" y="8"/>
                  </a:lnTo>
                  <a:lnTo>
                    <a:pt x="53" y="17"/>
                  </a:lnTo>
                  <a:lnTo>
                    <a:pt x="52" y="26"/>
                  </a:lnTo>
                  <a:lnTo>
                    <a:pt x="47" y="34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5" y="45"/>
                  </a:lnTo>
                  <a:lnTo>
                    <a:pt x="7" y="40"/>
                  </a:lnTo>
                  <a:lnTo>
                    <a:pt x="0" y="34"/>
                  </a:lnTo>
                  <a:lnTo>
                    <a:pt x="24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11" name=""/>
            <p:cNvSpPr/>
            <p:nvPr/>
          </p:nvSpPr>
          <p:spPr>
            <a:xfrm rot="0">
              <a:off x="4980" y="1938"/>
              <a:ext cx="13" cy="12"/>
            </a:xfrm>
            <a:custGeom>
              <a:avLst/>
              <a:ahLst/>
              <a:rect l="0" t="0" r="r" b="b"/>
              <a:pathLst>
                <a:path w="53" h="46">
                  <a:moveTo>
                    <a:pt x="48" y="0"/>
                  </a:moveTo>
                  <a:lnTo>
                    <a:pt x="52" y="8"/>
                  </a:lnTo>
                  <a:lnTo>
                    <a:pt x="53" y="17"/>
                  </a:lnTo>
                  <a:lnTo>
                    <a:pt x="52" y="26"/>
                  </a:lnTo>
                  <a:lnTo>
                    <a:pt x="47" y="34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5" y="45"/>
                  </a:lnTo>
                  <a:lnTo>
                    <a:pt x="7" y="4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12" name=""/>
            <p:cNvSpPr/>
            <p:nvPr/>
          </p:nvSpPr>
          <p:spPr>
            <a:xfrm rot="0">
              <a:off x="4815" y="1707"/>
              <a:ext cx="177" cy="240"/>
            </a:xfrm>
            <a:custGeom>
              <a:avLst/>
              <a:ahLst/>
              <a:rect l="0" t="0" r="r" b="b"/>
              <a:pathLst>
                <a:path w="708" h="960">
                  <a:moveTo>
                    <a:pt x="660" y="960"/>
                  </a:moveTo>
                  <a:lnTo>
                    <a:pt x="684" y="943"/>
                  </a:lnTo>
                  <a:lnTo>
                    <a:pt x="708" y="926"/>
                  </a:lnTo>
                  <a:lnTo>
                    <a:pt x="48" y="0"/>
                  </a:lnTo>
                  <a:lnTo>
                    <a:pt x="24" y="17"/>
                  </a:lnTo>
                  <a:lnTo>
                    <a:pt x="0" y="34"/>
                  </a:lnTo>
                  <a:lnTo>
                    <a:pt x="660" y="9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13" name=""/>
            <p:cNvSpPr/>
            <p:nvPr/>
          </p:nvSpPr>
          <p:spPr>
            <a:xfrm rot="0">
              <a:off x="4815" y="1707"/>
              <a:ext cx="177" cy="240"/>
            </a:xfrm>
            <a:custGeom>
              <a:avLst/>
              <a:ahLst/>
              <a:rect l="0" t="0" r="r" b="b"/>
              <a:pathLst>
                <a:path w="708" h="960">
                  <a:moveTo>
                    <a:pt x="660" y="960"/>
                  </a:moveTo>
                  <a:lnTo>
                    <a:pt x="684" y="943"/>
                  </a:lnTo>
                  <a:lnTo>
                    <a:pt x="708" y="926"/>
                  </a:lnTo>
                  <a:lnTo>
                    <a:pt x="48" y="0"/>
                  </a:lnTo>
                  <a:lnTo>
                    <a:pt x="24" y="17"/>
                  </a:lnTo>
                  <a:lnTo>
                    <a:pt x="0" y="34"/>
                  </a:lnTo>
                  <a:lnTo>
                    <a:pt x="660" y="9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14" name=""/>
            <p:cNvSpPr/>
            <p:nvPr/>
          </p:nvSpPr>
          <p:spPr>
            <a:xfrm rot="0">
              <a:off x="4814" y="1704"/>
              <a:ext cx="13" cy="11"/>
            </a:xfrm>
            <a:custGeom>
              <a:avLst/>
              <a:ahLst/>
              <a:rect l="0" t="0" r="r" b="b"/>
              <a:pathLst>
                <a:path w="53" h="46">
                  <a:moveTo>
                    <a:pt x="29" y="29"/>
                  </a:moveTo>
                  <a:lnTo>
                    <a:pt x="5" y="46"/>
                  </a:lnTo>
                  <a:lnTo>
                    <a:pt x="1" y="38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2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15" name=""/>
            <p:cNvSpPr/>
            <p:nvPr/>
          </p:nvSpPr>
          <p:spPr>
            <a:xfrm rot="0">
              <a:off x="4814" y="1704"/>
              <a:ext cx="13" cy="11"/>
            </a:xfrm>
            <a:custGeom>
              <a:avLst/>
              <a:ahLst/>
              <a:rect l="0" t="0" r="r" b="b"/>
              <a:pathLst>
                <a:path w="53" h="46">
                  <a:moveTo>
                    <a:pt x="5" y="46"/>
                  </a:moveTo>
                  <a:lnTo>
                    <a:pt x="1" y="38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2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6"/>
                  </a:lnTo>
                  <a:lnTo>
                    <a:pt x="53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16" name=""/>
            <p:cNvSpPr/>
            <p:nvPr/>
          </p:nvSpPr>
          <p:spPr>
            <a:xfrm rot="0">
              <a:off x="4979" y="1936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0"/>
                  </a:ln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17" name=""/>
            <p:cNvSpPr/>
            <p:nvPr/>
          </p:nvSpPr>
          <p:spPr>
            <a:xfrm rot="0">
              <a:off x="4979" y="1936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0"/>
                  </a:moveTo>
                  <a:lnTo>
                    <a:pt x="35" y="54"/>
                  </a:lnTo>
                  <a:lnTo>
                    <a:pt x="26" y="54"/>
                  </a:lnTo>
                  <a:lnTo>
                    <a:pt x="18" y="52"/>
                  </a:lnTo>
                  <a:lnTo>
                    <a:pt x="9" y="47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18" name=""/>
            <p:cNvSpPr/>
            <p:nvPr/>
          </p:nvSpPr>
          <p:spPr>
            <a:xfrm rot="0">
              <a:off x="4982" y="1870"/>
              <a:ext cx="121" cy="79"/>
            </a:xfrm>
            <a:custGeom>
              <a:avLst/>
              <a:ahLst/>
              <a:rect l="0" t="0" r="r" b="b"/>
              <a:pathLst>
                <a:path w="486" h="314">
                  <a:moveTo>
                    <a:pt x="0" y="264"/>
                  </a:moveTo>
                  <a:lnTo>
                    <a:pt x="15" y="289"/>
                  </a:lnTo>
                  <a:lnTo>
                    <a:pt x="30" y="314"/>
                  </a:lnTo>
                  <a:lnTo>
                    <a:pt x="486" y="50"/>
                  </a:lnTo>
                  <a:lnTo>
                    <a:pt x="471" y="25"/>
                  </a:lnTo>
                  <a:lnTo>
                    <a:pt x="456" y="0"/>
                  </a:lnTo>
                  <a:lnTo>
                    <a:pt x="0" y="2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19" name=""/>
            <p:cNvSpPr/>
            <p:nvPr/>
          </p:nvSpPr>
          <p:spPr>
            <a:xfrm rot="0">
              <a:off x="4982" y="1870"/>
              <a:ext cx="121" cy="79"/>
            </a:xfrm>
            <a:custGeom>
              <a:avLst/>
              <a:ahLst/>
              <a:rect l="0" t="0" r="r" b="b"/>
              <a:pathLst>
                <a:path w="486" h="314">
                  <a:moveTo>
                    <a:pt x="0" y="264"/>
                  </a:moveTo>
                  <a:lnTo>
                    <a:pt x="15" y="289"/>
                  </a:lnTo>
                  <a:lnTo>
                    <a:pt x="30" y="314"/>
                  </a:lnTo>
                  <a:lnTo>
                    <a:pt x="486" y="50"/>
                  </a:lnTo>
                  <a:lnTo>
                    <a:pt x="471" y="25"/>
                  </a:lnTo>
                  <a:lnTo>
                    <a:pt x="456" y="0"/>
                  </a:lnTo>
                  <a:lnTo>
                    <a:pt x="0" y="2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20" name=""/>
            <p:cNvSpPr/>
            <p:nvPr/>
          </p:nvSpPr>
          <p:spPr>
            <a:xfrm rot="0">
              <a:off x="5096" y="1870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3"/>
                  </a:lnTo>
                  <a:lnTo>
                    <a:pt x="41" y="41"/>
                  </a:lnTo>
                  <a:lnTo>
                    <a:pt x="36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21" name=""/>
            <p:cNvSpPr/>
            <p:nvPr/>
          </p:nvSpPr>
          <p:spPr>
            <a:xfrm rot="0">
              <a:off x="5096" y="1870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0" y="4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4" y="7"/>
                  </a:lnTo>
                  <a:lnTo>
                    <a:pt x="40" y="14"/>
                  </a:lnTo>
                  <a:lnTo>
                    <a:pt x="43" y="23"/>
                  </a:lnTo>
                  <a:lnTo>
                    <a:pt x="43" y="33"/>
                  </a:lnTo>
                  <a:lnTo>
                    <a:pt x="41" y="41"/>
                  </a:lnTo>
                  <a:lnTo>
                    <a:pt x="36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22" name=""/>
            <p:cNvSpPr/>
            <p:nvPr/>
          </p:nvSpPr>
          <p:spPr>
            <a:xfrm rot="0">
              <a:off x="5094" y="1872"/>
              <a:ext cx="13" cy="12"/>
            </a:xfrm>
            <a:custGeom>
              <a:avLst/>
              <a:ahLst/>
              <a:rect l="0" t="0" r="r" b="b"/>
              <a:pathLst>
                <a:path w="52" h="46">
                  <a:moveTo>
                    <a:pt x="24" y="17"/>
                  </a:moveTo>
                  <a:lnTo>
                    <a:pt x="48" y="0"/>
                  </a:lnTo>
                  <a:lnTo>
                    <a:pt x="51" y="8"/>
                  </a:lnTo>
                  <a:lnTo>
                    <a:pt x="52" y="17"/>
                  </a:lnTo>
                  <a:lnTo>
                    <a:pt x="51" y="26"/>
                  </a:lnTo>
                  <a:lnTo>
                    <a:pt x="47" y="34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4" y="45"/>
                  </a:lnTo>
                  <a:lnTo>
                    <a:pt x="6" y="40"/>
                  </a:lnTo>
                  <a:lnTo>
                    <a:pt x="0" y="34"/>
                  </a:lnTo>
                  <a:lnTo>
                    <a:pt x="24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23" name=""/>
            <p:cNvSpPr/>
            <p:nvPr/>
          </p:nvSpPr>
          <p:spPr>
            <a:xfrm rot="0">
              <a:off x="5094" y="1872"/>
              <a:ext cx="13" cy="12"/>
            </a:xfrm>
            <a:custGeom>
              <a:avLst/>
              <a:ahLst/>
              <a:rect l="0" t="0" r="r" b="b"/>
              <a:pathLst>
                <a:path w="52" h="46">
                  <a:moveTo>
                    <a:pt x="48" y="0"/>
                  </a:moveTo>
                  <a:lnTo>
                    <a:pt x="51" y="8"/>
                  </a:lnTo>
                  <a:lnTo>
                    <a:pt x="52" y="17"/>
                  </a:lnTo>
                  <a:lnTo>
                    <a:pt x="51" y="26"/>
                  </a:lnTo>
                  <a:lnTo>
                    <a:pt x="47" y="34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4" y="45"/>
                  </a:lnTo>
                  <a:lnTo>
                    <a:pt x="6" y="4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24" name=""/>
            <p:cNvSpPr/>
            <p:nvPr/>
          </p:nvSpPr>
          <p:spPr>
            <a:xfrm rot="0">
              <a:off x="4866" y="1552"/>
              <a:ext cx="240" cy="329"/>
            </a:xfrm>
            <a:custGeom>
              <a:avLst/>
              <a:ahLst/>
              <a:rect l="0" t="0" r="r" b="b"/>
              <a:pathLst>
                <a:path w="961" h="1315">
                  <a:moveTo>
                    <a:pt x="913" y="1315"/>
                  </a:moveTo>
                  <a:lnTo>
                    <a:pt x="937" y="1298"/>
                  </a:lnTo>
                  <a:lnTo>
                    <a:pt x="961" y="1281"/>
                  </a:lnTo>
                  <a:lnTo>
                    <a:pt x="48" y="0"/>
                  </a:lnTo>
                  <a:lnTo>
                    <a:pt x="24" y="17"/>
                  </a:lnTo>
                  <a:lnTo>
                    <a:pt x="0" y="34"/>
                  </a:lnTo>
                  <a:lnTo>
                    <a:pt x="913" y="13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25" name=""/>
            <p:cNvSpPr/>
            <p:nvPr/>
          </p:nvSpPr>
          <p:spPr>
            <a:xfrm rot="0">
              <a:off x="4866" y="1552"/>
              <a:ext cx="240" cy="329"/>
            </a:xfrm>
            <a:custGeom>
              <a:avLst/>
              <a:ahLst/>
              <a:rect l="0" t="0" r="r" b="b"/>
              <a:pathLst>
                <a:path w="961" h="1315">
                  <a:moveTo>
                    <a:pt x="913" y="1315"/>
                  </a:moveTo>
                  <a:lnTo>
                    <a:pt x="937" y="1298"/>
                  </a:lnTo>
                  <a:lnTo>
                    <a:pt x="961" y="1281"/>
                  </a:lnTo>
                  <a:lnTo>
                    <a:pt x="48" y="0"/>
                  </a:lnTo>
                  <a:lnTo>
                    <a:pt x="24" y="17"/>
                  </a:lnTo>
                  <a:lnTo>
                    <a:pt x="0" y="34"/>
                  </a:lnTo>
                  <a:lnTo>
                    <a:pt x="913" y="13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26" name=""/>
            <p:cNvSpPr/>
            <p:nvPr/>
          </p:nvSpPr>
          <p:spPr>
            <a:xfrm rot="0">
              <a:off x="4864" y="1549"/>
              <a:ext cx="14" cy="12"/>
            </a:xfrm>
            <a:custGeom>
              <a:avLst/>
              <a:ahLst/>
              <a:rect l="0" t="0" r="r" b="b"/>
              <a:pathLst>
                <a:path w="53" h="46">
                  <a:moveTo>
                    <a:pt x="29" y="29"/>
                  </a:moveTo>
                  <a:lnTo>
                    <a:pt x="5" y="46"/>
                  </a:lnTo>
                  <a:lnTo>
                    <a:pt x="2" y="38"/>
                  </a:lnTo>
                  <a:lnTo>
                    <a:pt x="0" y="29"/>
                  </a:lnTo>
                  <a:lnTo>
                    <a:pt x="2" y="20"/>
                  </a:lnTo>
                  <a:lnTo>
                    <a:pt x="6" y="12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27" name=""/>
            <p:cNvSpPr/>
            <p:nvPr/>
          </p:nvSpPr>
          <p:spPr>
            <a:xfrm rot="0">
              <a:off x="4864" y="1549"/>
              <a:ext cx="14" cy="12"/>
            </a:xfrm>
            <a:custGeom>
              <a:avLst/>
              <a:ahLst/>
              <a:rect l="0" t="0" r="r" b="b"/>
              <a:pathLst>
                <a:path w="53" h="46">
                  <a:moveTo>
                    <a:pt x="5" y="46"/>
                  </a:moveTo>
                  <a:lnTo>
                    <a:pt x="2" y="38"/>
                  </a:lnTo>
                  <a:lnTo>
                    <a:pt x="0" y="29"/>
                  </a:lnTo>
                  <a:lnTo>
                    <a:pt x="2" y="20"/>
                  </a:lnTo>
                  <a:lnTo>
                    <a:pt x="6" y="12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6" y="6"/>
                  </a:lnTo>
                  <a:lnTo>
                    <a:pt x="53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28" name=""/>
            <p:cNvSpPr/>
            <p:nvPr/>
          </p:nvSpPr>
          <p:spPr>
            <a:xfrm rot="0">
              <a:off x="4538" y="1739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28" y="25"/>
                  </a:moveTo>
                  <a:lnTo>
                    <a:pt x="43" y="50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29" name=""/>
            <p:cNvSpPr/>
            <p:nvPr/>
          </p:nvSpPr>
          <p:spPr>
            <a:xfrm rot="0">
              <a:off x="4538" y="1739"/>
              <a:ext cx="11" cy="13"/>
            </a:xfrm>
            <a:custGeom>
              <a:avLst/>
              <a:ahLst/>
              <a:rect l="0" t="0" r="r" b="b"/>
              <a:pathLst>
                <a:path w="43" h="54">
                  <a:moveTo>
                    <a:pt x="43" y="50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30" name=""/>
            <p:cNvSpPr/>
            <p:nvPr/>
          </p:nvSpPr>
          <p:spPr>
            <a:xfrm rot="0">
              <a:off x="4542" y="1550"/>
              <a:ext cx="333" cy="201"/>
            </a:xfrm>
            <a:custGeom>
              <a:avLst/>
              <a:ahLst/>
              <a:rect l="0" t="0" r="r" b="b"/>
              <a:pathLst>
                <a:path w="1334" h="804">
                  <a:moveTo>
                    <a:pt x="0" y="754"/>
                  </a:moveTo>
                  <a:lnTo>
                    <a:pt x="15" y="779"/>
                  </a:lnTo>
                  <a:lnTo>
                    <a:pt x="30" y="804"/>
                  </a:lnTo>
                  <a:lnTo>
                    <a:pt x="1334" y="50"/>
                  </a:lnTo>
                  <a:lnTo>
                    <a:pt x="1319" y="25"/>
                  </a:lnTo>
                  <a:lnTo>
                    <a:pt x="1304" y="0"/>
                  </a:lnTo>
                  <a:lnTo>
                    <a:pt x="0" y="7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31" name=""/>
            <p:cNvSpPr/>
            <p:nvPr/>
          </p:nvSpPr>
          <p:spPr>
            <a:xfrm rot="0">
              <a:off x="4542" y="1550"/>
              <a:ext cx="333" cy="201"/>
            </a:xfrm>
            <a:custGeom>
              <a:avLst/>
              <a:ahLst/>
              <a:rect l="0" t="0" r="r" b="b"/>
              <a:pathLst>
                <a:path w="1334" h="804">
                  <a:moveTo>
                    <a:pt x="0" y="754"/>
                  </a:moveTo>
                  <a:lnTo>
                    <a:pt x="15" y="779"/>
                  </a:lnTo>
                  <a:lnTo>
                    <a:pt x="30" y="804"/>
                  </a:lnTo>
                  <a:lnTo>
                    <a:pt x="1334" y="50"/>
                  </a:lnTo>
                  <a:lnTo>
                    <a:pt x="1319" y="25"/>
                  </a:lnTo>
                  <a:lnTo>
                    <a:pt x="1304" y="0"/>
                  </a:lnTo>
                  <a:lnTo>
                    <a:pt x="0" y="7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32" name=""/>
            <p:cNvSpPr/>
            <p:nvPr/>
          </p:nvSpPr>
          <p:spPr>
            <a:xfrm rot="0">
              <a:off x="4868" y="1549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9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9"/>
                  </a:lnTo>
                  <a:lnTo>
                    <a:pt x="30" y="54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33" name=""/>
            <p:cNvSpPr/>
            <p:nvPr/>
          </p:nvSpPr>
          <p:spPr>
            <a:xfrm rot="0">
              <a:off x="4868" y="1549"/>
              <a:ext cx="11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0" y="4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3"/>
                  </a:lnTo>
                  <a:lnTo>
                    <a:pt x="35" y="7"/>
                  </a:lnTo>
                  <a:lnTo>
                    <a:pt x="40" y="14"/>
                  </a:lnTo>
                  <a:lnTo>
                    <a:pt x="44" y="23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37" y="49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34" name=""/>
            <p:cNvSpPr/>
            <p:nvPr/>
          </p:nvSpPr>
          <p:spPr>
            <a:xfrm rot="0">
              <a:off x="4767" y="2059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5"/>
                  </a:moveTo>
                  <a:lnTo>
                    <a:pt x="44" y="51"/>
                  </a:ln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35" name=""/>
            <p:cNvSpPr/>
            <p:nvPr/>
          </p:nvSpPr>
          <p:spPr>
            <a:xfrm rot="0">
              <a:off x="4767" y="2059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44" y="51"/>
                  </a:moveTo>
                  <a:lnTo>
                    <a:pt x="34" y="54"/>
                  </a:lnTo>
                  <a:lnTo>
                    <a:pt x="25" y="54"/>
                  </a:lnTo>
                  <a:lnTo>
                    <a:pt x="17" y="52"/>
                  </a:lnTo>
                  <a:lnTo>
                    <a:pt x="9" y="47"/>
                  </a:lnTo>
                  <a:lnTo>
                    <a:pt x="3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7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36" name=""/>
            <p:cNvSpPr/>
            <p:nvPr/>
          </p:nvSpPr>
          <p:spPr>
            <a:xfrm rot="0">
              <a:off x="4770" y="1993"/>
              <a:ext cx="122" cy="79"/>
            </a:xfrm>
            <a:custGeom>
              <a:avLst/>
              <a:ahLst/>
              <a:rect l="0" t="0" r="r" b="b"/>
              <a:pathLst>
                <a:path w="487" h="315">
                  <a:moveTo>
                    <a:pt x="0" y="264"/>
                  </a:moveTo>
                  <a:lnTo>
                    <a:pt x="15" y="289"/>
                  </a:lnTo>
                  <a:lnTo>
                    <a:pt x="30" y="315"/>
                  </a:lnTo>
                  <a:lnTo>
                    <a:pt x="487" y="51"/>
                  </a:lnTo>
                  <a:lnTo>
                    <a:pt x="472" y="25"/>
                  </a:lnTo>
                  <a:lnTo>
                    <a:pt x="457" y="0"/>
                  </a:lnTo>
                  <a:lnTo>
                    <a:pt x="0" y="2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37" name=""/>
            <p:cNvSpPr/>
            <p:nvPr/>
          </p:nvSpPr>
          <p:spPr>
            <a:xfrm rot="0">
              <a:off x="4770" y="1993"/>
              <a:ext cx="122" cy="79"/>
            </a:xfrm>
            <a:custGeom>
              <a:avLst/>
              <a:ahLst/>
              <a:rect l="0" t="0" r="r" b="b"/>
              <a:pathLst>
                <a:path w="487" h="315">
                  <a:moveTo>
                    <a:pt x="0" y="264"/>
                  </a:moveTo>
                  <a:lnTo>
                    <a:pt x="15" y="289"/>
                  </a:lnTo>
                  <a:lnTo>
                    <a:pt x="30" y="315"/>
                  </a:lnTo>
                  <a:lnTo>
                    <a:pt x="487" y="51"/>
                  </a:lnTo>
                  <a:lnTo>
                    <a:pt x="472" y="25"/>
                  </a:lnTo>
                  <a:lnTo>
                    <a:pt x="457" y="0"/>
                  </a:lnTo>
                  <a:lnTo>
                    <a:pt x="0" y="2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38" name=""/>
            <p:cNvSpPr/>
            <p:nvPr/>
          </p:nvSpPr>
          <p:spPr>
            <a:xfrm rot="0">
              <a:off x="4884" y="1992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8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6"/>
                  </a:lnTo>
                  <a:lnTo>
                    <a:pt x="40" y="13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6" y="48"/>
                  </a:lnTo>
                  <a:lnTo>
                    <a:pt x="30" y="54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39" name=""/>
            <p:cNvSpPr/>
            <p:nvPr/>
          </p:nvSpPr>
          <p:spPr>
            <a:xfrm rot="0">
              <a:off x="4884" y="1992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0" y="3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6"/>
                  </a:lnTo>
                  <a:lnTo>
                    <a:pt x="40" y="13"/>
                  </a:lnTo>
                  <a:lnTo>
                    <a:pt x="43" y="23"/>
                  </a:lnTo>
                  <a:lnTo>
                    <a:pt x="43" y="32"/>
                  </a:lnTo>
                  <a:lnTo>
                    <a:pt x="41" y="40"/>
                  </a:lnTo>
                  <a:lnTo>
                    <a:pt x="36" y="48"/>
                  </a:lnTo>
                  <a:lnTo>
                    <a:pt x="3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40" name=""/>
            <p:cNvSpPr/>
            <p:nvPr/>
          </p:nvSpPr>
          <p:spPr>
            <a:xfrm rot="0">
              <a:off x="4768" y="2061"/>
              <a:ext cx="13" cy="12"/>
            </a:xfrm>
            <a:custGeom>
              <a:avLst/>
              <a:ahLst/>
              <a:rect l="0" t="0" r="r" b="b"/>
              <a:pathLst>
                <a:path w="52" h="46">
                  <a:moveTo>
                    <a:pt x="24" y="17"/>
                  </a:moveTo>
                  <a:lnTo>
                    <a:pt x="48" y="0"/>
                  </a:lnTo>
                  <a:lnTo>
                    <a:pt x="51" y="8"/>
                  </a:lnTo>
                  <a:lnTo>
                    <a:pt x="52" y="17"/>
                  </a:lnTo>
                  <a:lnTo>
                    <a:pt x="51" y="27"/>
                  </a:lnTo>
                  <a:lnTo>
                    <a:pt x="47" y="35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5" y="45"/>
                  </a:lnTo>
                  <a:lnTo>
                    <a:pt x="7" y="40"/>
                  </a:lnTo>
                  <a:lnTo>
                    <a:pt x="0" y="35"/>
                  </a:lnTo>
                  <a:lnTo>
                    <a:pt x="24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41" name=""/>
            <p:cNvSpPr/>
            <p:nvPr/>
          </p:nvSpPr>
          <p:spPr>
            <a:xfrm rot="0">
              <a:off x="4768" y="2061"/>
              <a:ext cx="13" cy="12"/>
            </a:xfrm>
            <a:custGeom>
              <a:avLst/>
              <a:ahLst/>
              <a:rect l="0" t="0" r="r" b="b"/>
              <a:pathLst>
                <a:path w="52" h="46">
                  <a:moveTo>
                    <a:pt x="48" y="0"/>
                  </a:moveTo>
                  <a:lnTo>
                    <a:pt x="51" y="8"/>
                  </a:lnTo>
                  <a:lnTo>
                    <a:pt x="52" y="17"/>
                  </a:lnTo>
                  <a:lnTo>
                    <a:pt x="51" y="27"/>
                  </a:lnTo>
                  <a:lnTo>
                    <a:pt x="47" y="35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5" y="45"/>
                  </a:lnTo>
                  <a:lnTo>
                    <a:pt x="7" y="4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42" name=""/>
            <p:cNvSpPr/>
            <p:nvPr/>
          </p:nvSpPr>
          <p:spPr>
            <a:xfrm rot="0">
              <a:off x="4540" y="1741"/>
              <a:ext cx="240" cy="329"/>
            </a:xfrm>
            <a:custGeom>
              <a:avLst/>
              <a:ahLst/>
              <a:rect l="0" t="0" r="r" b="b"/>
              <a:pathLst>
                <a:path w="961" h="1316">
                  <a:moveTo>
                    <a:pt x="913" y="1316"/>
                  </a:moveTo>
                  <a:lnTo>
                    <a:pt x="937" y="1298"/>
                  </a:lnTo>
                  <a:lnTo>
                    <a:pt x="961" y="1281"/>
                  </a:lnTo>
                  <a:lnTo>
                    <a:pt x="48" y="0"/>
                  </a:lnTo>
                  <a:lnTo>
                    <a:pt x="24" y="17"/>
                  </a:lnTo>
                  <a:lnTo>
                    <a:pt x="0" y="34"/>
                  </a:lnTo>
                  <a:lnTo>
                    <a:pt x="913" y="13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43" name=""/>
            <p:cNvSpPr/>
            <p:nvPr/>
          </p:nvSpPr>
          <p:spPr>
            <a:xfrm rot="0">
              <a:off x="4540" y="1741"/>
              <a:ext cx="240" cy="329"/>
            </a:xfrm>
            <a:custGeom>
              <a:avLst/>
              <a:ahLst/>
              <a:rect l="0" t="0" r="r" b="b"/>
              <a:pathLst>
                <a:path w="961" h="1316">
                  <a:moveTo>
                    <a:pt x="913" y="1316"/>
                  </a:moveTo>
                  <a:lnTo>
                    <a:pt x="937" y="1298"/>
                  </a:lnTo>
                  <a:lnTo>
                    <a:pt x="961" y="1281"/>
                  </a:lnTo>
                  <a:lnTo>
                    <a:pt x="48" y="0"/>
                  </a:lnTo>
                  <a:lnTo>
                    <a:pt x="24" y="17"/>
                  </a:lnTo>
                  <a:lnTo>
                    <a:pt x="0" y="34"/>
                  </a:lnTo>
                  <a:lnTo>
                    <a:pt x="913" y="13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44" name=""/>
            <p:cNvSpPr/>
            <p:nvPr/>
          </p:nvSpPr>
          <p:spPr>
            <a:xfrm rot="0">
              <a:off x="4538" y="1738"/>
              <a:ext cx="14" cy="11"/>
            </a:xfrm>
            <a:custGeom>
              <a:avLst/>
              <a:ahLst/>
              <a:rect l="0" t="0" r="r" b="b"/>
              <a:pathLst>
                <a:path w="52" h="45">
                  <a:moveTo>
                    <a:pt x="28" y="28"/>
                  </a:move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7" y="1"/>
                  </a:lnTo>
                  <a:lnTo>
                    <a:pt x="45" y="5"/>
                  </a:lnTo>
                  <a:lnTo>
                    <a:pt x="52" y="11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45" name=""/>
            <p:cNvSpPr/>
            <p:nvPr/>
          </p:nvSpPr>
          <p:spPr>
            <a:xfrm rot="0">
              <a:off x="4538" y="1738"/>
              <a:ext cx="14" cy="11"/>
            </a:xfrm>
            <a:custGeom>
              <a:avLst/>
              <a:ahLst/>
              <a:rect l="0" t="0" r="r" b="b"/>
              <a:pathLst>
                <a:path w="52" h="45">
                  <a:moveTo>
                    <a:pt x="4" y="45"/>
                  </a:move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7" y="1"/>
                  </a:lnTo>
                  <a:lnTo>
                    <a:pt x="45" y="5"/>
                  </a:lnTo>
                  <a:lnTo>
                    <a:pt x="52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46" name=""/>
            <p:cNvSpPr/>
            <p:nvPr/>
          </p:nvSpPr>
          <p:spPr>
            <a:xfrm rot="0">
              <a:off x="4542" y="1739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5" y="25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47" name=""/>
            <p:cNvSpPr/>
            <p:nvPr/>
          </p:nvSpPr>
          <p:spPr>
            <a:xfrm rot="0">
              <a:off x="4542" y="1739"/>
              <a:ext cx="11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30" y="0"/>
                  </a:moveTo>
                  <a:lnTo>
                    <a:pt x="37" y="6"/>
                  </a:lnTo>
                  <a:lnTo>
                    <a:pt x="42" y="14"/>
                  </a:lnTo>
                  <a:lnTo>
                    <a:pt x="44" y="22"/>
                  </a:lnTo>
                  <a:lnTo>
                    <a:pt x="44" y="31"/>
                  </a:lnTo>
                  <a:lnTo>
                    <a:pt x="40" y="40"/>
                  </a:lnTo>
                  <a:lnTo>
                    <a:pt x="35" y="47"/>
                  </a:lnTo>
                  <a:lnTo>
                    <a:pt x="27" y="52"/>
                  </a:lnTo>
                  <a:lnTo>
                    <a:pt x="19" y="54"/>
                  </a:lnTo>
                  <a:lnTo>
                    <a:pt x="9" y="54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48" name=""/>
            <p:cNvSpPr/>
            <p:nvPr/>
          </p:nvSpPr>
          <p:spPr>
            <a:xfrm rot="0">
              <a:off x="4444" y="1682"/>
              <a:ext cx="105" cy="69"/>
            </a:xfrm>
            <a:custGeom>
              <a:avLst/>
              <a:ahLst/>
              <a:rect l="0" t="0" r="r" b="b"/>
              <a:pathLst>
                <a:path w="421" h="276">
                  <a:moveTo>
                    <a:pt x="391" y="276"/>
                  </a:moveTo>
                  <a:lnTo>
                    <a:pt x="406" y="251"/>
                  </a:lnTo>
                  <a:lnTo>
                    <a:pt x="421" y="226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391" y="2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49" name=""/>
            <p:cNvSpPr/>
            <p:nvPr/>
          </p:nvSpPr>
          <p:spPr>
            <a:xfrm rot="0">
              <a:off x="4444" y="1682"/>
              <a:ext cx="105" cy="69"/>
            </a:xfrm>
            <a:custGeom>
              <a:avLst/>
              <a:ahLst/>
              <a:rect l="0" t="0" r="r" b="b"/>
              <a:pathLst>
                <a:path w="421" h="276">
                  <a:moveTo>
                    <a:pt x="391" y="276"/>
                  </a:moveTo>
                  <a:lnTo>
                    <a:pt x="406" y="251"/>
                  </a:lnTo>
                  <a:lnTo>
                    <a:pt x="421" y="226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0"/>
                  </a:lnTo>
                  <a:lnTo>
                    <a:pt x="391" y="2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50" name=""/>
            <p:cNvSpPr/>
            <p:nvPr/>
          </p:nvSpPr>
          <p:spPr>
            <a:xfrm rot="0">
              <a:off x="4441" y="1681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9"/>
                  </a:moveTo>
                  <a:lnTo>
                    <a:pt x="14" y="54"/>
                  </a:lnTo>
                  <a:lnTo>
                    <a:pt x="7" y="49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4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51" name=""/>
            <p:cNvSpPr/>
            <p:nvPr/>
          </p:nvSpPr>
          <p:spPr>
            <a:xfrm rot="0">
              <a:off x="4441" y="1681"/>
              <a:ext cx="10" cy="14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9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52" name=""/>
            <p:cNvSpPr/>
            <p:nvPr/>
          </p:nvSpPr>
          <p:spPr>
            <a:xfrm rot="0">
              <a:off x="4441" y="1990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53" name=""/>
            <p:cNvSpPr/>
            <p:nvPr/>
          </p:nvSpPr>
          <p:spPr>
            <a:xfrm rot="0">
              <a:off x="4441" y="1990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54" name=""/>
            <p:cNvSpPr/>
            <p:nvPr/>
          </p:nvSpPr>
          <p:spPr>
            <a:xfrm rot="0">
              <a:off x="4441" y="1689"/>
              <a:ext cx="14" cy="301"/>
            </a:xfrm>
            <a:custGeom>
              <a:avLst/>
              <a:ahLst/>
              <a:rect l="0" t="0" r="r" b="b"/>
              <a:pathLst>
                <a:path w="59" h="1205">
                  <a:moveTo>
                    <a:pt x="0" y="1205"/>
                  </a:moveTo>
                  <a:lnTo>
                    <a:pt x="29" y="1205"/>
                  </a:lnTo>
                  <a:lnTo>
                    <a:pt x="59" y="1205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55" name=""/>
            <p:cNvSpPr/>
            <p:nvPr/>
          </p:nvSpPr>
          <p:spPr>
            <a:xfrm rot="0">
              <a:off x="4441" y="1689"/>
              <a:ext cx="14" cy="301"/>
            </a:xfrm>
            <a:custGeom>
              <a:avLst/>
              <a:ahLst/>
              <a:rect l="0" t="0" r="r" b="b"/>
              <a:pathLst>
                <a:path w="59" h="1205">
                  <a:moveTo>
                    <a:pt x="0" y="1205"/>
                  </a:moveTo>
                  <a:lnTo>
                    <a:pt x="29" y="1205"/>
                  </a:lnTo>
                  <a:lnTo>
                    <a:pt x="59" y="1205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56" name=""/>
            <p:cNvSpPr/>
            <p:nvPr/>
          </p:nvSpPr>
          <p:spPr>
            <a:xfrm rot="0">
              <a:off x="4441" y="1681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57" name=""/>
            <p:cNvSpPr/>
            <p:nvPr/>
          </p:nvSpPr>
          <p:spPr>
            <a:xfrm rot="0">
              <a:off x="4441" y="1681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58" name=""/>
            <p:cNvSpPr/>
            <p:nvPr/>
          </p:nvSpPr>
          <p:spPr>
            <a:xfrm rot="0">
              <a:off x="4770" y="2172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15" y="26"/>
                  </a:moveTo>
                  <a:lnTo>
                    <a:pt x="30" y="0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1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  <a:lnTo>
                    <a:pt x="1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59" name=""/>
            <p:cNvSpPr/>
            <p:nvPr/>
          </p:nvSpPr>
          <p:spPr>
            <a:xfrm rot="0">
              <a:off x="4770" y="2172"/>
              <a:ext cx="11" cy="14"/>
            </a:xfrm>
            <a:custGeom>
              <a:avLst/>
              <a:ahLst/>
              <a:rect l="0" t="0" r="r" b="b"/>
              <a:pathLst>
                <a:path w="43" h="54">
                  <a:moveTo>
                    <a:pt x="30" y="0"/>
                  </a:moveTo>
                  <a:lnTo>
                    <a:pt x="37" y="6"/>
                  </a:lnTo>
                  <a:lnTo>
                    <a:pt x="41" y="14"/>
                  </a:lnTo>
                  <a:lnTo>
                    <a:pt x="43" y="22"/>
                  </a:lnTo>
                  <a:lnTo>
                    <a:pt x="43" y="31"/>
                  </a:lnTo>
                  <a:lnTo>
                    <a:pt x="40" y="41"/>
                  </a:lnTo>
                  <a:lnTo>
                    <a:pt x="34" y="47"/>
                  </a:lnTo>
                  <a:lnTo>
                    <a:pt x="26" y="52"/>
                  </a:lnTo>
                  <a:lnTo>
                    <a:pt x="18" y="54"/>
                  </a:lnTo>
                  <a:lnTo>
                    <a:pt x="9" y="54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60" name=""/>
            <p:cNvSpPr/>
            <p:nvPr/>
          </p:nvSpPr>
          <p:spPr>
            <a:xfrm rot="0">
              <a:off x="4444" y="1984"/>
              <a:ext cx="333" cy="201"/>
            </a:xfrm>
            <a:custGeom>
              <a:avLst/>
              <a:ahLst/>
              <a:rect l="0" t="0" r="r" b="b"/>
              <a:pathLst>
                <a:path w="1334" h="805">
                  <a:moveTo>
                    <a:pt x="1304" y="805"/>
                  </a:moveTo>
                  <a:lnTo>
                    <a:pt x="1319" y="780"/>
                  </a:lnTo>
                  <a:lnTo>
                    <a:pt x="1334" y="754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1304" y="8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61" name=""/>
            <p:cNvSpPr/>
            <p:nvPr/>
          </p:nvSpPr>
          <p:spPr>
            <a:xfrm rot="0">
              <a:off x="4444" y="1984"/>
              <a:ext cx="333" cy="201"/>
            </a:xfrm>
            <a:custGeom>
              <a:avLst/>
              <a:ahLst/>
              <a:rect l="0" t="0" r="r" b="b"/>
              <a:pathLst>
                <a:path w="1334" h="805">
                  <a:moveTo>
                    <a:pt x="1304" y="805"/>
                  </a:moveTo>
                  <a:lnTo>
                    <a:pt x="1319" y="780"/>
                  </a:lnTo>
                  <a:lnTo>
                    <a:pt x="1334" y="754"/>
                  </a:lnTo>
                  <a:lnTo>
                    <a:pt x="30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1304" y="8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62" name=""/>
            <p:cNvSpPr/>
            <p:nvPr/>
          </p:nvSpPr>
          <p:spPr>
            <a:xfrm rot="0">
              <a:off x="4441" y="1983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29" y="28"/>
                  </a:moveTo>
                  <a:lnTo>
                    <a:pt x="14" y="54"/>
                  </a:ln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2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63" name=""/>
            <p:cNvSpPr/>
            <p:nvPr/>
          </p:nvSpPr>
          <p:spPr>
            <a:xfrm rot="0">
              <a:off x="4441" y="1983"/>
              <a:ext cx="10" cy="13"/>
            </a:xfrm>
            <a:custGeom>
              <a:avLst/>
              <a:ahLst/>
              <a:rect l="0" t="0" r="r" b="b"/>
              <a:pathLst>
                <a:path w="44" h="54">
                  <a:moveTo>
                    <a:pt x="14" y="54"/>
                  </a:moveTo>
                  <a:lnTo>
                    <a:pt x="7" y="48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9" y="7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4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64" name=""/>
            <p:cNvSpPr/>
            <p:nvPr/>
          </p:nvSpPr>
          <p:spPr>
            <a:xfrm rot="0">
              <a:off x="4767" y="2178"/>
              <a:ext cx="14" cy="8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65" name=""/>
            <p:cNvSpPr/>
            <p:nvPr/>
          </p:nvSpPr>
          <p:spPr>
            <a:xfrm rot="0">
              <a:off x="4767" y="2178"/>
              <a:ext cx="14" cy="8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66" name=""/>
            <p:cNvSpPr/>
            <p:nvPr/>
          </p:nvSpPr>
          <p:spPr>
            <a:xfrm rot="0">
              <a:off x="4767" y="2065"/>
              <a:ext cx="14" cy="113"/>
            </a:xfrm>
            <a:custGeom>
              <a:avLst/>
              <a:ahLst/>
              <a:rect l="0" t="0" r="r" b="b"/>
              <a:pathLst>
                <a:path w="59" h="453">
                  <a:moveTo>
                    <a:pt x="0" y="453"/>
                  </a:moveTo>
                  <a:lnTo>
                    <a:pt x="29" y="453"/>
                  </a:lnTo>
                  <a:lnTo>
                    <a:pt x="59" y="453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67" name=""/>
            <p:cNvSpPr/>
            <p:nvPr/>
          </p:nvSpPr>
          <p:spPr>
            <a:xfrm rot="0">
              <a:off x="4767" y="2065"/>
              <a:ext cx="14" cy="113"/>
            </a:xfrm>
            <a:custGeom>
              <a:avLst/>
              <a:ahLst/>
              <a:rect l="0" t="0" r="r" b="b"/>
              <a:pathLst>
                <a:path w="59" h="453">
                  <a:moveTo>
                    <a:pt x="0" y="453"/>
                  </a:moveTo>
                  <a:lnTo>
                    <a:pt x="29" y="453"/>
                  </a:lnTo>
                  <a:lnTo>
                    <a:pt x="59" y="453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68" name=""/>
            <p:cNvSpPr/>
            <p:nvPr/>
          </p:nvSpPr>
          <p:spPr>
            <a:xfrm rot="0">
              <a:off x="4767" y="2058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2469" name=""/>
            <p:cNvSpPr/>
            <p:nvPr/>
          </p:nvSpPr>
          <p:spPr>
            <a:xfrm rot="0">
              <a:off x="4767" y="2058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70" name=""/>
            <p:cNvSpPr/>
            <p:nvPr/>
          </p:nvSpPr>
          <p:spPr>
            <a:xfrm rot="0">
              <a:off x="5361" y="4100"/>
              <a:ext cx="39" cy="87"/>
            </a:xfrm>
            <a:custGeom>
              <a:avLst/>
              <a:ahLst/>
              <a:rect l="0" t="0" r="r" b="b"/>
              <a:pathLst>
                <a:path w="155" h="347">
                  <a:moveTo>
                    <a:pt x="116" y="0"/>
                  </a:moveTo>
                  <a:lnTo>
                    <a:pt x="96" y="10"/>
                  </a:lnTo>
                  <a:lnTo>
                    <a:pt x="76" y="21"/>
                  </a:lnTo>
                  <a:lnTo>
                    <a:pt x="58" y="36"/>
                  </a:lnTo>
                  <a:lnTo>
                    <a:pt x="43" y="52"/>
                  </a:lnTo>
                  <a:lnTo>
                    <a:pt x="29" y="69"/>
                  </a:lnTo>
                  <a:lnTo>
                    <a:pt x="18" y="90"/>
                  </a:lnTo>
                  <a:lnTo>
                    <a:pt x="10" y="111"/>
                  </a:lnTo>
                  <a:lnTo>
                    <a:pt x="4" y="132"/>
                  </a:lnTo>
                  <a:lnTo>
                    <a:pt x="0" y="154"/>
                  </a:lnTo>
                  <a:lnTo>
                    <a:pt x="0" y="270"/>
                  </a:lnTo>
                  <a:lnTo>
                    <a:pt x="3" y="285"/>
                  </a:lnTo>
                  <a:lnTo>
                    <a:pt x="7" y="300"/>
                  </a:lnTo>
                  <a:lnTo>
                    <a:pt x="14" y="313"/>
                  </a:lnTo>
                  <a:lnTo>
                    <a:pt x="23" y="324"/>
                  </a:lnTo>
                  <a:lnTo>
                    <a:pt x="35" y="335"/>
                  </a:lnTo>
                  <a:lnTo>
                    <a:pt x="49" y="341"/>
                  </a:lnTo>
                  <a:lnTo>
                    <a:pt x="62" y="346"/>
                  </a:lnTo>
                  <a:lnTo>
                    <a:pt x="77" y="347"/>
                  </a:lnTo>
                  <a:lnTo>
                    <a:pt x="92" y="346"/>
                  </a:lnTo>
                  <a:lnTo>
                    <a:pt x="107" y="341"/>
                  </a:lnTo>
                  <a:lnTo>
                    <a:pt x="121" y="335"/>
                  </a:lnTo>
                  <a:lnTo>
                    <a:pt x="132" y="324"/>
                  </a:lnTo>
                  <a:lnTo>
                    <a:pt x="142" y="313"/>
                  </a:lnTo>
                  <a:lnTo>
                    <a:pt x="148" y="300"/>
                  </a:lnTo>
                  <a:lnTo>
                    <a:pt x="153" y="285"/>
                  </a:lnTo>
                  <a:lnTo>
                    <a:pt x="154" y="270"/>
                  </a:lnTo>
                  <a:lnTo>
                    <a:pt x="154" y="231"/>
                  </a:lnTo>
                  <a:lnTo>
                    <a:pt x="155" y="217"/>
                  </a:lnTo>
                  <a:lnTo>
                    <a:pt x="153" y="204"/>
                  </a:lnTo>
                  <a:lnTo>
                    <a:pt x="147" y="191"/>
                  </a:lnTo>
                  <a:lnTo>
                    <a:pt x="140" y="180"/>
                  </a:lnTo>
                  <a:lnTo>
                    <a:pt x="130" y="169"/>
                  </a:lnTo>
                  <a:lnTo>
                    <a:pt x="119" y="162"/>
                  </a:lnTo>
                  <a:lnTo>
                    <a:pt x="105" y="157"/>
                  </a:lnTo>
                  <a:lnTo>
                    <a:pt x="91" y="154"/>
                  </a:lnTo>
                  <a:lnTo>
                    <a:pt x="77" y="154"/>
                  </a:lnTo>
                  <a:lnTo>
                    <a:pt x="0" y="1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71" name=""/>
            <p:cNvSpPr/>
            <p:nvPr/>
          </p:nvSpPr>
          <p:spPr>
            <a:xfrm rot="0">
              <a:off x="1842" y="1355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72" name=""/>
            <p:cNvSpPr/>
            <p:nvPr/>
          </p:nvSpPr>
          <p:spPr>
            <a:xfrm rot="0">
              <a:off x="1842" y="1355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73" name=""/>
            <p:cNvSpPr/>
            <p:nvPr/>
          </p:nvSpPr>
          <p:spPr>
            <a:xfrm rot="0">
              <a:off x="1842" y="1362"/>
              <a:ext cx="15" cy="133"/>
            </a:xfrm>
            <a:custGeom>
              <a:avLst/>
              <a:ahLst/>
              <a:rect l="0" t="0" r="r" b="b"/>
              <a:pathLst>
                <a:path w="58" h="531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31"/>
                  </a:lnTo>
                  <a:lnTo>
                    <a:pt x="28" y="531"/>
                  </a:lnTo>
                  <a:lnTo>
                    <a:pt x="58" y="531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74" name=""/>
            <p:cNvSpPr/>
            <p:nvPr/>
          </p:nvSpPr>
          <p:spPr>
            <a:xfrm rot="0">
              <a:off x="1842" y="1362"/>
              <a:ext cx="15" cy="133"/>
            </a:xfrm>
            <a:custGeom>
              <a:avLst/>
              <a:ahLst/>
              <a:rect l="0" t="0" r="r" b="b"/>
              <a:pathLst>
                <a:path w="58" h="531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31"/>
                  </a:lnTo>
                  <a:lnTo>
                    <a:pt x="28" y="531"/>
                  </a:lnTo>
                  <a:lnTo>
                    <a:pt x="58" y="531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75" name=""/>
            <p:cNvSpPr/>
            <p:nvPr/>
          </p:nvSpPr>
          <p:spPr>
            <a:xfrm rot="0">
              <a:off x="1842" y="1495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76" name=""/>
            <p:cNvSpPr/>
            <p:nvPr/>
          </p:nvSpPr>
          <p:spPr>
            <a:xfrm rot="0">
              <a:off x="1842" y="1495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77" name=""/>
            <p:cNvSpPr/>
            <p:nvPr/>
          </p:nvSpPr>
          <p:spPr>
            <a:xfrm rot="0">
              <a:off x="1552" y="1355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78" name=""/>
            <p:cNvSpPr/>
            <p:nvPr/>
          </p:nvSpPr>
          <p:spPr>
            <a:xfrm rot="0">
              <a:off x="1552" y="1355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79" name=""/>
            <p:cNvSpPr/>
            <p:nvPr/>
          </p:nvSpPr>
          <p:spPr>
            <a:xfrm rot="0">
              <a:off x="1559" y="1355"/>
              <a:ext cx="124" cy="14"/>
            </a:xfrm>
            <a:custGeom>
              <a:avLst/>
              <a:ahLst/>
              <a:rect l="0" t="0" r="r" b="b"/>
              <a:pathLst>
                <a:path w="49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498" y="59"/>
                  </a:lnTo>
                  <a:lnTo>
                    <a:pt x="498" y="30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80" name=""/>
            <p:cNvSpPr/>
            <p:nvPr/>
          </p:nvSpPr>
          <p:spPr>
            <a:xfrm rot="0">
              <a:off x="1559" y="1355"/>
              <a:ext cx="124" cy="14"/>
            </a:xfrm>
            <a:custGeom>
              <a:avLst/>
              <a:ahLst/>
              <a:rect l="0" t="0" r="r" b="b"/>
              <a:pathLst>
                <a:path w="49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498" y="59"/>
                  </a:lnTo>
                  <a:lnTo>
                    <a:pt x="498" y="30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81" name=""/>
            <p:cNvSpPr/>
            <p:nvPr/>
          </p:nvSpPr>
          <p:spPr>
            <a:xfrm rot="0">
              <a:off x="1683" y="1355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82" name=""/>
            <p:cNvSpPr/>
            <p:nvPr/>
          </p:nvSpPr>
          <p:spPr>
            <a:xfrm rot="0">
              <a:off x="1683" y="1355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83" name=""/>
            <p:cNvSpPr/>
            <p:nvPr/>
          </p:nvSpPr>
          <p:spPr>
            <a:xfrm rot="0">
              <a:off x="1676" y="1355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84" name=""/>
            <p:cNvSpPr/>
            <p:nvPr/>
          </p:nvSpPr>
          <p:spPr>
            <a:xfrm rot="0">
              <a:off x="1676" y="1355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85" name=""/>
            <p:cNvSpPr/>
            <p:nvPr/>
          </p:nvSpPr>
          <p:spPr>
            <a:xfrm rot="0">
              <a:off x="1683" y="1355"/>
              <a:ext cx="374" cy="14"/>
            </a:xfrm>
            <a:custGeom>
              <a:avLst/>
              <a:ahLst/>
              <a:rect l="0" t="0" r="r" b="b"/>
              <a:pathLst>
                <a:path w="1493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493" y="59"/>
                  </a:lnTo>
                  <a:lnTo>
                    <a:pt x="1493" y="30"/>
                  </a:lnTo>
                  <a:lnTo>
                    <a:pt x="149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86" name=""/>
            <p:cNvSpPr/>
            <p:nvPr/>
          </p:nvSpPr>
          <p:spPr>
            <a:xfrm rot="0">
              <a:off x="1683" y="1355"/>
              <a:ext cx="374" cy="14"/>
            </a:xfrm>
            <a:custGeom>
              <a:avLst/>
              <a:ahLst/>
              <a:rect l="0" t="0" r="r" b="b"/>
              <a:pathLst>
                <a:path w="1493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493" y="59"/>
                  </a:lnTo>
                  <a:lnTo>
                    <a:pt x="1493" y="30"/>
                  </a:lnTo>
                  <a:lnTo>
                    <a:pt x="149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87" name=""/>
            <p:cNvSpPr/>
            <p:nvPr/>
          </p:nvSpPr>
          <p:spPr>
            <a:xfrm rot="0">
              <a:off x="2057" y="1355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88" name=""/>
            <p:cNvSpPr/>
            <p:nvPr/>
          </p:nvSpPr>
          <p:spPr>
            <a:xfrm rot="0">
              <a:off x="2057" y="1355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89" name=""/>
            <p:cNvSpPr/>
            <p:nvPr/>
          </p:nvSpPr>
          <p:spPr>
            <a:xfrm rot="0">
              <a:off x="1676" y="989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90" name=""/>
            <p:cNvSpPr/>
            <p:nvPr/>
          </p:nvSpPr>
          <p:spPr>
            <a:xfrm rot="0">
              <a:off x="1676" y="989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91" name=""/>
            <p:cNvSpPr/>
            <p:nvPr/>
          </p:nvSpPr>
          <p:spPr>
            <a:xfrm rot="0">
              <a:off x="1676" y="997"/>
              <a:ext cx="15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92" name=""/>
            <p:cNvSpPr/>
            <p:nvPr/>
          </p:nvSpPr>
          <p:spPr>
            <a:xfrm rot="0">
              <a:off x="1676" y="997"/>
              <a:ext cx="15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93" name=""/>
            <p:cNvSpPr/>
            <p:nvPr/>
          </p:nvSpPr>
          <p:spPr>
            <a:xfrm rot="0">
              <a:off x="1676" y="1362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94" name=""/>
            <p:cNvSpPr/>
            <p:nvPr/>
          </p:nvSpPr>
          <p:spPr>
            <a:xfrm rot="0">
              <a:off x="1676" y="1362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95" name=""/>
            <p:cNvSpPr/>
            <p:nvPr/>
          </p:nvSpPr>
          <p:spPr>
            <a:xfrm rot="0">
              <a:off x="1808" y="989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96" name=""/>
            <p:cNvSpPr/>
            <p:nvPr/>
          </p:nvSpPr>
          <p:spPr>
            <a:xfrm rot="0">
              <a:off x="1808" y="989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97" name=""/>
            <p:cNvSpPr/>
            <p:nvPr/>
          </p:nvSpPr>
          <p:spPr>
            <a:xfrm rot="0">
              <a:off x="1559" y="989"/>
              <a:ext cx="249" cy="15"/>
            </a:xfrm>
            <a:custGeom>
              <a:avLst/>
              <a:ahLst/>
              <a:rect l="0" t="0" r="r" b="b"/>
              <a:pathLst>
                <a:path w="995" h="59">
                  <a:moveTo>
                    <a:pt x="995" y="59"/>
                  </a:moveTo>
                  <a:lnTo>
                    <a:pt x="995" y="30"/>
                  </a:lnTo>
                  <a:lnTo>
                    <a:pt x="99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995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498" name=""/>
            <p:cNvSpPr/>
            <p:nvPr/>
          </p:nvSpPr>
          <p:spPr>
            <a:xfrm rot="0">
              <a:off x="1559" y="989"/>
              <a:ext cx="249" cy="15"/>
            </a:xfrm>
            <a:custGeom>
              <a:avLst/>
              <a:ahLst/>
              <a:rect l="0" t="0" r="r" b="b"/>
              <a:pathLst>
                <a:path w="995" h="59">
                  <a:moveTo>
                    <a:pt x="995" y="59"/>
                  </a:moveTo>
                  <a:lnTo>
                    <a:pt x="995" y="30"/>
                  </a:lnTo>
                  <a:lnTo>
                    <a:pt x="99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995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499" name=""/>
            <p:cNvSpPr/>
            <p:nvPr/>
          </p:nvSpPr>
          <p:spPr>
            <a:xfrm rot="0">
              <a:off x="1552" y="989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00" name=""/>
            <p:cNvSpPr/>
            <p:nvPr/>
          </p:nvSpPr>
          <p:spPr>
            <a:xfrm rot="0">
              <a:off x="1552" y="989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01" name=""/>
            <p:cNvSpPr/>
            <p:nvPr/>
          </p:nvSpPr>
          <p:spPr>
            <a:xfrm rot="0">
              <a:off x="1801" y="1204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02" name=""/>
            <p:cNvSpPr/>
            <p:nvPr/>
          </p:nvSpPr>
          <p:spPr>
            <a:xfrm rot="0">
              <a:off x="1801" y="1204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03" name=""/>
            <p:cNvSpPr/>
            <p:nvPr/>
          </p:nvSpPr>
          <p:spPr>
            <a:xfrm rot="0">
              <a:off x="1801" y="997"/>
              <a:ext cx="14" cy="207"/>
            </a:xfrm>
            <a:custGeom>
              <a:avLst/>
              <a:ahLst/>
              <a:rect l="0" t="0" r="r" b="b"/>
              <a:pathLst>
                <a:path w="59" h="831">
                  <a:moveTo>
                    <a:pt x="0" y="831"/>
                  </a:moveTo>
                  <a:lnTo>
                    <a:pt x="29" y="831"/>
                  </a:lnTo>
                  <a:lnTo>
                    <a:pt x="59" y="831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8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04" name=""/>
            <p:cNvSpPr/>
            <p:nvPr/>
          </p:nvSpPr>
          <p:spPr>
            <a:xfrm rot="0">
              <a:off x="1801" y="997"/>
              <a:ext cx="14" cy="207"/>
            </a:xfrm>
            <a:custGeom>
              <a:avLst/>
              <a:ahLst/>
              <a:rect l="0" t="0" r="r" b="b"/>
              <a:pathLst>
                <a:path w="59" h="831">
                  <a:moveTo>
                    <a:pt x="0" y="831"/>
                  </a:moveTo>
                  <a:lnTo>
                    <a:pt x="29" y="831"/>
                  </a:lnTo>
                  <a:lnTo>
                    <a:pt x="59" y="831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8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05" name=""/>
            <p:cNvSpPr/>
            <p:nvPr/>
          </p:nvSpPr>
          <p:spPr>
            <a:xfrm rot="0">
              <a:off x="1801" y="989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06" name=""/>
            <p:cNvSpPr/>
            <p:nvPr/>
          </p:nvSpPr>
          <p:spPr>
            <a:xfrm rot="0">
              <a:off x="1801" y="989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07" name=""/>
            <p:cNvSpPr/>
            <p:nvPr/>
          </p:nvSpPr>
          <p:spPr>
            <a:xfrm rot="0">
              <a:off x="2057" y="1197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08" name=""/>
            <p:cNvSpPr/>
            <p:nvPr/>
          </p:nvSpPr>
          <p:spPr>
            <a:xfrm rot="0">
              <a:off x="2057" y="1197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09" name=""/>
            <p:cNvSpPr/>
            <p:nvPr/>
          </p:nvSpPr>
          <p:spPr>
            <a:xfrm rot="0">
              <a:off x="1808" y="1197"/>
              <a:ext cx="249" cy="15"/>
            </a:xfrm>
            <a:custGeom>
              <a:avLst/>
              <a:ahLst/>
              <a:rect l="0" t="0" r="r" b="b"/>
              <a:pathLst>
                <a:path w="996" h="58">
                  <a:moveTo>
                    <a:pt x="996" y="58"/>
                  </a:moveTo>
                  <a:lnTo>
                    <a:pt x="996" y="29"/>
                  </a:lnTo>
                  <a:lnTo>
                    <a:pt x="996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996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10" name=""/>
            <p:cNvSpPr/>
            <p:nvPr/>
          </p:nvSpPr>
          <p:spPr>
            <a:xfrm rot="0">
              <a:off x="1808" y="1197"/>
              <a:ext cx="249" cy="15"/>
            </a:xfrm>
            <a:custGeom>
              <a:avLst/>
              <a:ahLst/>
              <a:rect l="0" t="0" r="r" b="b"/>
              <a:pathLst>
                <a:path w="996" h="58">
                  <a:moveTo>
                    <a:pt x="996" y="58"/>
                  </a:moveTo>
                  <a:lnTo>
                    <a:pt x="996" y="29"/>
                  </a:lnTo>
                  <a:lnTo>
                    <a:pt x="996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996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11" name=""/>
            <p:cNvSpPr/>
            <p:nvPr/>
          </p:nvSpPr>
          <p:spPr>
            <a:xfrm rot="0">
              <a:off x="1801" y="1197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29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12" name=""/>
            <p:cNvSpPr/>
            <p:nvPr/>
          </p:nvSpPr>
          <p:spPr>
            <a:xfrm rot="0">
              <a:off x="1801" y="1197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13" name=""/>
            <p:cNvSpPr/>
            <p:nvPr/>
          </p:nvSpPr>
          <p:spPr>
            <a:xfrm rot="0">
              <a:off x="2050" y="1362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14" name=""/>
            <p:cNvSpPr/>
            <p:nvPr/>
          </p:nvSpPr>
          <p:spPr>
            <a:xfrm rot="0">
              <a:off x="2050" y="1362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15" name=""/>
            <p:cNvSpPr/>
            <p:nvPr/>
          </p:nvSpPr>
          <p:spPr>
            <a:xfrm rot="0">
              <a:off x="2050" y="1204"/>
              <a:ext cx="14" cy="158"/>
            </a:xfrm>
            <a:custGeom>
              <a:avLst/>
              <a:ahLst/>
              <a:rect l="0" t="0" r="r" b="b"/>
              <a:pathLst>
                <a:path w="58" h="632">
                  <a:moveTo>
                    <a:pt x="0" y="632"/>
                  </a:moveTo>
                  <a:lnTo>
                    <a:pt x="28" y="632"/>
                  </a:lnTo>
                  <a:lnTo>
                    <a:pt x="58" y="632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6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16" name=""/>
            <p:cNvSpPr/>
            <p:nvPr/>
          </p:nvSpPr>
          <p:spPr>
            <a:xfrm rot="0">
              <a:off x="2050" y="1204"/>
              <a:ext cx="14" cy="158"/>
            </a:xfrm>
            <a:custGeom>
              <a:avLst/>
              <a:ahLst/>
              <a:rect l="0" t="0" r="r" b="b"/>
              <a:pathLst>
                <a:path w="58" h="632">
                  <a:moveTo>
                    <a:pt x="0" y="632"/>
                  </a:moveTo>
                  <a:lnTo>
                    <a:pt x="28" y="632"/>
                  </a:lnTo>
                  <a:lnTo>
                    <a:pt x="58" y="632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6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17" name=""/>
            <p:cNvSpPr/>
            <p:nvPr/>
          </p:nvSpPr>
          <p:spPr>
            <a:xfrm rot="0">
              <a:off x="2050" y="1197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18" name=""/>
            <p:cNvSpPr/>
            <p:nvPr/>
          </p:nvSpPr>
          <p:spPr>
            <a:xfrm rot="0">
              <a:off x="2050" y="1197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19" name=""/>
            <p:cNvSpPr/>
            <p:nvPr/>
          </p:nvSpPr>
          <p:spPr>
            <a:xfrm rot="0">
              <a:off x="1552" y="1488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20" name=""/>
            <p:cNvSpPr/>
            <p:nvPr/>
          </p:nvSpPr>
          <p:spPr>
            <a:xfrm rot="0">
              <a:off x="1552" y="1488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21" name=""/>
            <p:cNvSpPr/>
            <p:nvPr/>
          </p:nvSpPr>
          <p:spPr>
            <a:xfrm rot="0">
              <a:off x="1559" y="1488"/>
              <a:ext cx="498" cy="14"/>
            </a:xfrm>
            <a:custGeom>
              <a:avLst/>
              <a:ahLst/>
              <a:rect l="0" t="0" r="r" b="b"/>
              <a:pathLst>
                <a:path w="199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991" y="59"/>
                  </a:lnTo>
                  <a:lnTo>
                    <a:pt x="1991" y="30"/>
                  </a:lnTo>
                  <a:lnTo>
                    <a:pt x="199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22" name=""/>
            <p:cNvSpPr/>
            <p:nvPr/>
          </p:nvSpPr>
          <p:spPr>
            <a:xfrm rot="0">
              <a:off x="1559" y="1488"/>
              <a:ext cx="498" cy="14"/>
            </a:xfrm>
            <a:custGeom>
              <a:avLst/>
              <a:ahLst/>
              <a:rect l="0" t="0" r="r" b="b"/>
              <a:pathLst>
                <a:path w="199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991" y="59"/>
                  </a:lnTo>
                  <a:lnTo>
                    <a:pt x="1991" y="30"/>
                  </a:lnTo>
                  <a:lnTo>
                    <a:pt x="199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23" name=""/>
            <p:cNvSpPr/>
            <p:nvPr/>
          </p:nvSpPr>
          <p:spPr>
            <a:xfrm rot="0">
              <a:off x="2057" y="1488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24" name=""/>
            <p:cNvSpPr/>
            <p:nvPr/>
          </p:nvSpPr>
          <p:spPr>
            <a:xfrm rot="0">
              <a:off x="2057" y="1488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25" name=""/>
            <p:cNvSpPr/>
            <p:nvPr/>
          </p:nvSpPr>
          <p:spPr>
            <a:xfrm rot="0">
              <a:off x="1552" y="989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26" name=""/>
            <p:cNvSpPr/>
            <p:nvPr/>
          </p:nvSpPr>
          <p:spPr>
            <a:xfrm rot="0">
              <a:off x="1552" y="989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27" name=""/>
            <p:cNvSpPr/>
            <p:nvPr/>
          </p:nvSpPr>
          <p:spPr>
            <a:xfrm rot="0">
              <a:off x="1552" y="997"/>
              <a:ext cx="14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28" name=""/>
            <p:cNvSpPr/>
            <p:nvPr/>
          </p:nvSpPr>
          <p:spPr>
            <a:xfrm rot="0">
              <a:off x="1552" y="997"/>
              <a:ext cx="14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29" name=""/>
            <p:cNvSpPr/>
            <p:nvPr/>
          </p:nvSpPr>
          <p:spPr>
            <a:xfrm rot="0">
              <a:off x="1552" y="1362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30" name=""/>
            <p:cNvSpPr/>
            <p:nvPr/>
          </p:nvSpPr>
          <p:spPr>
            <a:xfrm rot="0">
              <a:off x="1552" y="1362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48" name=""/>
          <p:cNvGrpSpPr/>
          <p:nvPr/>
        </p:nvGrpSpPr>
        <p:grpSpPr>
          <a:xfrm rot="0">
            <a:off x="949325" y="1570037"/>
            <a:ext cx="1263650" cy="4637087"/>
            <a:chOff x="598" y="989"/>
            <a:chExt cx="796" cy="2921"/>
          </a:xfrm>
        </p:grpSpPr>
        <p:sp>
          <p:nvSpPr>
            <p:cNvPr id="1052531" name=""/>
            <p:cNvSpPr/>
            <p:nvPr/>
          </p:nvSpPr>
          <p:spPr>
            <a:xfrm rot="0">
              <a:off x="1220" y="1945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32" name=""/>
            <p:cNvSpPr/>
            <p:nvPr/>
          </p:nvSpPr>
          <p:spPr>
            <a:xfrm rot="0">
              <a:off x="1220" y="1945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33" name=""/>
            <p:cNvSpPr/>
            <p:nvPr/>
          </p:nvSpPr>
          <p:spPr>
            <a:xfrm rot="0">
              <a:off x="1227" y="1945"/>
              <a:ext cx="124" cy="14"/>
            </a:xfrm>
            <a:custGeom>
              <a:avLst/>
              <a:ahLst/>
              <a:rect l="0" t="0" r="r" b="b"/>
              <a:pathLst>
                <a:path w="49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498" y="59"/>
                  </a:lnTo>
                  <a:lnTo>
                    <a:pt x="498" y="30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34" name=""/>
            <p:cNvSpPr/>
            <p:nvPr/>
          </p:nvSpPr>
          <p:spPr>
            <a:xfrm rot="0">
              <a:off x="1227" y="1945"/>
              <a:ext cx="124" cy="14"/>
            </a:xfrm>
            <a:custGeom>
              <a:avLst/>
              <a:ahLst/>
              <a:rect l="0" t="0" r="r" b="b"/>
              <a:pathLst>
                <a:path w="49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498" y="59"/>
                  </a:lnTo>
                  <a:lnTo>
                    <a:pt x="498" y="30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35" name=""/>
            <p:cNvSpPr/>
            <p:nvPr/>
          </p:nvSpPr>
          <p:spPr>
            <a:xfrm rot="0">
              <a:off x="1351" y="1945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36" name=""/>
            <p:cNvSpPr/>
            <p:nvPr/>
          </p:nvSpPr>
          <p:spPr>
            <a:xfrm rot="0">
              <a:off x="1351" y="1945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37" name=""/>
            <p:cNvSpPr/>
            <p:nvPr/>
          </p:nvSpPr>
          <p:spPr>
            <a:xfrm rot="0">
              <a:off x="1220" y="1820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38" name=""/>
            <p:cNvSpPr/>
            <p:nvPr/>
          </p:nvSpPr>
          <p:spPr>
            <a:xfrm rot="0">
              <a:off x="1220" y="1820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39" name=""/>
            <p:cNvSpPr/>
            <p:nvPr/>
          </p:nvSpPr>
          <p:spPr>
            <a:xfrm rot="0">
              <a:off x="1220" y="1827"/>
              <a:ext cx="14" cy="125"/>
            </a:xfrm>
            <a:custGeom>
              <a:avLst/>
              <a:ahLst/>
              <a:rect l="0" t="0" r="r" b="b"/>
              <a:pathLst>
                <a:path w="59" h="49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98"/>
                  </a:lnTo>
                  <a:lnTo>
                    <a:pt x="29" y="498"/>
                  </a:lnTo>
                  <a:lnTo>
                    <a:pt x="59" y="498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40" name=""/>
            <p:cNvSpPr/>
            <p:nvPr/>
          </p:nvSpPr>
          <p:spPr>
            <a:xfrm rot="0">
              <a:off x="1220" y="1827"/>
              <a:ext cx="14" cy="125"/>
            </a:xfrm>
            <a:custGeom>
              <a:avLst/>
              <a:ahLst/>
              <a:rect l="0" t="0" r="r" b="b"/>
              <a:pathLst>
                <a:path w="59" h="49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98"/>
                  </a:lnTo>
                  <a:lnTo>
                    <a:pt x="29" y="498"/>
                  </a:lnTo>
                  <a:lnTo>
                    <a:pt x="59" y="498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41" name=""/>
            <p:cNvSpPr/>
            <p:nvPr/>
          </p:nvSpPr>
          <p:spPr>
            <a:xfrm rot="0">
              <a:off x="1220" y="1952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42" name=""/>
            <p:cNvSpPr/>
            <p:nvPr/>
          </p:nvSpPr>
          <p:spPr>
            <a:xfrm rot="0">
              <a:off x="1220" y="1952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43" name=""/>
            <p:cNvSpPr/>
            <p:nvPr/>
          </p:nvSpPr>
          <p:spPr>
            <a:xfrm rot="0">
              <a:off x="971" y="1820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30"/>
                  </a:moveTo>
                  <a:lnTo>
                    <a:pt x="29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44" name=""/>
            <p:cNvSpPr/>
            <p:nvPr/>
          </p:nvSpPr>
          <p:spPr>
            <a:xfrm rot="0">
              <a:off x="971" y="1820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45" name=""/>
            <p:cNvSpPr/>
            <p:nvPr/>
          </p:nvSpPr>
          <p:spPr>
            <a:xfrm rot="0">
              <a:off x="978" y="1820"/>
              <a:ext cx="249" cy="15"/>
            </a:xfrm>
            <a:custGeom>
              <a:avLst/>
              <a:ahLst/>
              <a:rect l="0" t="0" r="r" b="b"/>
              <a:pathLst>
                <a:path w="995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995" y="58"/>
                  </a:lnTo>
                  <a:lnTo>
                    <a:pt x="995" y="30"/>
                  </a:lnTo>
                  <a:lnTo>
                    <a:pt x="99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46" name=""/>
            <p:cNvSpPr/>
            <p:nvPr/>
          </p:nvSpPr>
          <p:spPr>
            <a:xfrm rot="0">
              <a:off x="978" y="1820"/>
              <a:ext cx="249" cy="15"/>
            </a:xfrm>
            <a:custGeom>
              <a:avLst/>
              <a:ahLst/>
              <a:rect l="0" t="0" r="r" b="b"/>
              <a:pathLst>
                <a:path w="995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995" y="58"/>
                  </a:lnTo>
                  <a:lnTo>
                    <a:pt x="995" y="30"/>
                  </a:lnTo>
                  <a:lnTo>
                    <a:pt x="99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47" name=""/>
            <p:cNvSpPr/>
            <p:nvPr/>
          </p:nvSpPr>
          <p:spPr>
            <a:xfrm rot="0">
              <a:off x="1227" y="1820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48" name=""/>
            <p:cNvSpPr/>
            <p:nvPr/>
          </p:nvSpPr>
          <p:spPr>
            <a:xfrm rot="0">
              <a:off x="1227" y="1820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49" name=""/>
            <p:cNvSpPr/>
            <p:nvPr/>
          </p:nvSpPr>
          <p:spPr>
            <a:xfrm rot="0">
              <a:off x="971" y="1695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50" name=""/>
            <p:cNvSpPr/>
            <p:nvPr/>
          </p:nvSpPr>
          <p:spPr>
            <a:xfrm rot="0">
              <a:off x="971" y="1695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51" name=""/>
            <p:cNvSpPr/>
            <p:nvPr/>
          </p:nvSpPr>
          <p:spPr>
            <a:xfrm rot="0">
              <a:off x="971" y="1703"/>
              <a:ext cx="15" cy="124"/>
            </a:xfrm>
            <a:custGeom>
              <a:avLst/>
              <a:ahLst/>
              <a:rect l="0" t="0" r="r" b="b"/>
              <a:pathLst>
                <a:path w="58" h="500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00"/>
                  </a:lnTo>
                  <a:lnTo>
                    <a:pt x="29" y="500"/>
                  </a:lnTo>
                  <a:lnTo>
                    <a:pt x="58" y="500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52" name=""/>
            <p:cNvSpPr/>
            <p:nvPr/>
          </p:nvSpPr>
          <p:spPr>
            <a:xfrm rot="0">
              <a:off x="971" y="1703"/>
              <a:ext cx="15" cy="124"/>
            </a:xfrm>
            <a:custGeom>
              <a:avLst/>
              <a:ahLst/>
              <a:rect l="0" t="0" r="r" b="b"/>
              <a:pathLst>
                <a:path w="58" h="500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500"/>
                  </a:lnTo>
                  <a:lnTo>
                    <a:pt x="29" y="500"/>
                  </a:lnTo>
                  <a:lnTo>
                    <a:pt x="58" y="500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53" name=""/>
            <p:cNvSpPr/>
            <p:nvPr/>
          </p:nvSpPr>
          <p:spPr>
            <a:xfrm rot="0">
              <a:off x="971" y="1827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54" name=""/>
            <p:cNvSpPr/>
            <p:nvPr/>
          </p:nvSpPr>
          <p:spPr>
            <a:xfrm rot="0">
              <a:off x="971" y="1827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55" name=""/>
            <p:cNvSpPr/>
            <p:nvPr/>
          </p:nvSpPr>
          <p:spPr>
            <a:xfrm rot="0">
              <a:off x="598" y="1986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29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3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56" name=""/>
            <p:cNvSpPr/>
            <p:nvPr/>
          </p:nvSpPr>
          <p:spPr>
            <a:xfrm rot="0">
              <a:off x="598" y="1986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3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57" name=""/>
            <p:cNvSpPr/>
            <p:nvPr/>
          </p:nvSpPr>
          <p:spPr>
            <a:xfrm rot="0">
              <a:off x="605" y="1986"/>
              <a:ext cx="207" cy="15"/>
            </a:xfrm>
            <a:custGeom>
              <a:avLst/>
              <a:ahLst/>
              <a:rect l="0" t="0" r="r" b="b"/>
              <a:pathLst>
                <a:path w="829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829" y="58"/>
                  </a:lnTo>
                  <a:lnTo>
                    <a:pt x="829" y="29"/>
                  </a:lnTo>
                  <a:lnTo>
                    <a:pt x="82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58" name=""/>
            <p:cNvSpPr/>
            <p:nvPr/>
          </p:nvSpPr>
          <p:spPr>
            <a:xfrm rot="0">
              <a:off x="605" y="1986"/>
              <a:ext cx="207" cy="15"/>
            </a:xfrm>
            <a:custGeom>
              <a:avLst/>
              <a:ahLst/>
              <a:rect l="0" t="0" r="r" b="b"/>
              <a:pathLst>
                <a:path w="829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829" y="58"/>
                  </a:lnTo>
                  <a:lnTo>
                    <a:pt x="829" y="29"/>
                  </a:lnTo>
                  <a:lnTo>
                    <a:pt x="82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59" name=""/>
            <p:cNvSpPr/>
            <p:nvPr/>
          </p:nvSpPr>
          <p:spPr>
            <a:xfrm rot="0">
              <a:off x="812" y="1986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60" name=""/>
            <p:cNvSpPr/>
            <p:nvPr/>
          </p:nvSpPr>
          <p:spPr>
            <a:xfrm rot="0">
              <a:off x="812" y="1986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61" name=""/>
            <p:cNvSpPr/>
            <p:nvPr/>
          </p:nvSpPr>
          <p:spPr>
            <a:xfrm rot="0">
              <a:off x="598" y="1945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62" name=""/>
            <p:cNvSpPr/>
            <p:nvPr/>
          </p:nvSpPr>
          <p:spPr>
            <a:xfrm rot="0">
              <a:off x="598" y="1945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63" name=""/>
            <p:cNvSpPr/>
            <p:nvPr/>
          </p:nvSpPr>
          <p:spPr>
            <a:xfrm rot="0">
              <a:off x="598" y="1952"/>
              <a:ext cx="14" cy="42"/>
            </a:xfrm>
            <a:custGeom>
              <a:avLst/>
              <a:ahLst/>
              <a:rect l="0" t="0" r="r" b="b"/>
              <a:pathLst>
                <a:path w="58" h="16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66"/>
                  </a:lnTo>
                  <a:lnTo>
                    <a:pt x="28" y="166"/>
                  </a:lnTo>
                  <a:lnTo>
                    <a:pt x="58" y="166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64" name=""/>
            <p:cNvSpPr/>
            <p:nvPr/>
          </p:nvSpPr>
          <p:spPr>
            <a:xfrm rot="0">
              <a:off x="598" y="1952"/>
              <a:ext cx="14" cy="42"/>
            </a:xfrm>
            <a:custGeom>
              <a:avLst/>
              <a:ahLst/>
              <a:rect l="0" t="0" r="r" b="b"/>
              <a:pathLst>
                <a:path w="58" h="16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66"/>
                  </a:lnTo>
                  <a:lnTo>
                    <a:pt x="28" y="166"/>
                  </a:lnTo>
                  <a:lnTo>
                    <a:pt x="58" y="16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65" name=""/>
            <p:cNvSpPr/>
            <p:nvPr/>
          </p:nvSpPr>
          <p:spPr>
            <a:xfrm rot="0">
              <a:off x="598" y="1994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66" name=""/>
            <p:cNvSpPr/>
            <p:nvPr/>
          </p:nvSpPr>
          <p:spPr>
            <a:xfrm rot="0">
              <a:off x="598" y="1994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67" name=""/>
            <p:cNvSpPr/>
            <p:nvPr/>
          </p:nvSpPr>
          <p:spPr>
            <a:xfrm rot="0">
              <a:off x="805" y="2035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68" name=""/>
            <p:cNvSpPr/>
            <p:nvPr/>
          </p:nvSpPr>
          <p:spPr>
            <a:xfrm rot="0">
              <a:off x="805" y="2035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69" name=""/>
            <p:cNvSpPr/>
            <p:nvPr/>
          </p:nvSpPr>
          <p:spPr>
            <a:xfrm rot="0">
              <a:off x="805" y="1994"/>
              <a:ext cx="14" cy="41"/>
            </a:xfrm>
            <a:custGeom>
              <a:avLst/>
              <a:ahLst/>
              <a:rect l="0" t="0" r="r" b="b"/>
              <a:pathLst>
                <a:path w="59" h="166">
                  <a:moveTo>
                    <a:pt x="0" y="166"/>
                  </a:moveTo>
                  <a:lnTo>
                    <a:pt x="29" y="166"/>
                  </a:lnTo>
                  <a:lnTo>
                    <a:pt x="59" y="166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70" name=""/>
            <p:cNvSpPr/>
            <p:nvPr/>
          </p:nvSpPr>
          <p:spPr>
            <a:xfrm rot="0">
              <a:off x="805" y="1994"/>
              <a:ext cx="14" cy="41"/>
            </a:xfrm>
            <a:custGeom>
              <a:avLst/>
              <a:ahLst/>
              <a:rect l="0" t="0" r="r" b="b"/>
              <a:pathLst>
                <a:path w="59" h="166">
                  <a:moveTo>
                    <a:pt x="0" y="166"/>
                  </a:moveTo>
                  <a:lnTo>
                    <a:pt x="29" y="166"/>
                  </a:lnTo>
                  <a:lnTo>
                    <a:pt x="59" y="166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71" name=""/>
            <p:cNvSpPr/>
            <p:nvPr/>
          </p:nvSpPr>
          <p:spPr>
            <a:xfrm rot="0">
              <a:off x="805" y="1986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72" name=""/>
            <p:cNvSpPr/>
            <p:nvPr/>
          </p:nvSpPr>
          <p:spPr>
            <a:xfrm rot="0">
              <a:off x="805" y="1986"/>
              <a:ext cx="14" cy="8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73" name=""/>
            <p:cNvSpPr/>
            <p:nvPr/>
          </p:nvSpPr>
          <p:spPr>
            <a:xfrm rot="0">
              <a:off x="598" y="1952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74" name=""/>
            <p:cNvSpPr/>
            <p:nvPr/>
          </p:nvSpPr>
          <p:spPr>
            <a:xfrm rot="0">
              <a:off x="598" y="1952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75" name=""/>
            <p:cNvSpPr/>
            <p:nvPr/>
          </p:nvSpPr>
          <p:spPr>
            <a:xfrm rot="0">
              <a:off x="598" y="1703"/>
              <a:ext cx="14" cy="249"/>
            </a:xfrm>
            <a:custGeom>
              <a:avLst/>
              <a:ahLst/>
              <a:rect l="0" t="0" r="r" b="b"/>
              <a:pathLst>
                <a:path w="58" h="998">
                  <a:moveTo>
                    <a:pt x="0" y="998"/>
                  </a:moveTo>
                  <a:lnTo>
                    <a:pt x="28" y="998"/>
                  </a:lnTo>
                  <a:lnTo>
                    <a:pt x="58" y="998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99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76" name=""/>
            <p:cNvSpPr/>
            <p:nvPr/>
          </p:nvSpPr>
          <p:spPr>
            <a:xfrm rot="0">
              <a:off x="598" y="1703"/>
              <a:ext cx="14" cy="249"/>
            </a:xfrm>
            <a:custGeom>
              <a:avLst/>
              <a:ahLst/>
              <a:rect l="0" t="0" r="r" b="b"/>
              <a:pathLst>
                <a:path w="58" h="998">
                  <a:moveTo>
                    <a:pt x="0" y="998"/>
                  </a:moveTo>
                  <a:lnTo>
                    <a:pt x="28" y="998"/>
                  </a:lnTo>
                  <a:lnTo>
                    <a:pt x="58" y="998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99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77" name=""/>
            <p:cNvSpPr/>
            <p:nvPr/>
          </p:nvSpPr>
          <p:spPr>
            <a:xfrm rot="0">
              <a:off x="598" y="1695"/>
              <a:ext cx="14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78" name=""/>
            <p:cNvSpPr/>
            <p:nvPr/>
          </p:nvSpPr>
          <p:spPr>
            <a:xfrm rot="0">
              <a:off x="598" y="1695"/>
              <a:ext cx="14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79" name=""/>
            <p:cNvSpPr/>
            <p:nvPr/>
          </p:nvSpPr>
          <p:spPr>
            <a:xfrm rot="0">
              <a:off x="805" y="2201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80" name=""/>
            <p:cNvSpPr/>
            <p:nvPr/>
          </p:nvSpPr>
          <p:spPr>
            <a:xfrm rot="0">
              <a:off x="805" y="2201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81" name=""/>
            <p:cNvSpPr/>
            <p:nvPr/>
          </p:nvSpPr>
          <p:spPr>
            <a:xfrm rot="0">
              <a:off x="805" y="2035"/>
              <a:ext cx="14" cy="166"/>
            </a:xfrm>
            <a:custGeom>
              <a:avLst/>
              <a:ahLst/>
              <a:rect l="0" t="0" r="r" b="b"/>
              <a:pathLst>
                <a:path w="59" h="664">
                  <a:moveTo>
                    <a:pt x="0" y="664"/>
                  </a:moveTo>
                  <a:lnTo>
                    <a:pt x="29" y="664"/>
                  </a:lnTo>
                  <a:lnTo>
                    <a:pt x="59" y="66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66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82" name=""/>
            <p:cNvSpPr/>
            <p:nvPr/>
          </p:nvSpPr>
          <p:spPr>
            <a:xfrm rot="0">
              <a:off x="805" y="2035"/>
              <a:ext cx="14" cy="166"/>
            </a:xfrm>
            <a:custGeom>
              <a:avLst/>
              <a:ahLst/>
              <a:rect l="0" t="0" r="r" b="b"/>
              <a:pathLst>
                <a:path w="59" h="664">
                  <a:moveTo>
                    <a:pt x="0" y="664"/>
                  </a:moveTo>
                  <a:lnTo>
                    <a:pt x="29" y="664"/>
                  </a:lnTo>
                  <a:lnTo>
                    <a:pt x="59" y="66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6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83" name=""/>
            <p:cNvSpPr/>
            <p:nvPr/>
          </p:nvSpPr>
          <p:spPr>
            <a:xfrm rot="0">
              <a:off x="805" y="2027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84" name=""/>
            <p:cNvSpPr/>
            <p:nvPr/>
          </p:nvSpPr>
          <p:spPr>
            <a:xfrm rot="0">
              <a:off x="805" y="2027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85" name=""/>
            <p:cNvSpPr/>
            <p:nvPr/>
          </p:nvSpPr>
          <p:spPr>
            <a:xfrm rot="0">
              <a:off x="1351" y="2194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40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86" name=""/>
            <p:cNvSpPr/>
            <p:nvPr/>
          </p:nvSpPr>
          <p:spPr>
            <a:xfrm rot="0">
              <a:off x="1351" y="2194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40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87" name=""/>
            <p:cNvSpPr/>
            <p:nvPr/>
          </p:nvSpPr>
          <p:spPr>
            <a:xfrm rot="0">
              <a:off x="812" y="2194"/>
              <a:ext cx="539" cy="14"/>
            </a:xfrm>
            <a:custGeom>
              <a:avLst/>
              <a:ahLst/>
              <a:rect l="0" t="0" r="r" b="b"/>
              <a:pathLst>
                <a:path w="2158" h="59">
                  <a:moveTo>
                    <a:pt x="2158" y="59"/>
                  </a:moveTo>
                  <a:lnTo>
                    <a:pt x="2158" y="30"/>
                  </a:lnTo>
                  <a:lnTo>
                    <a:pt x="2158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158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88" name=""/>
            <p:cNvSpPr/>
            <p:nvPr/>
          </p:nvSpPr>
          <p:spPr>
            <a:xfrm rot="0">
              <a:off x="812" y="2194"/>
              <a:ext cx="539" cy="14"/>
            </a:xfrm>
            <a:custGeom>
              <a:avLst/>
              <a:ahLst/>
              <a:rect l="0" t="0" r="r" b="b"/>
              <a:pathLst>
                <a:path w="2158" h="59">
                  <a:moveTo>
                    <a:pt x="2158" y="59"/>
                  </a:moveTo>
                  <a:lnTo>
                    <a:pt x="2158" y="30"/>
                  </a:lnTo>
                  <a:lnTo>
                    <a:pt x="2158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158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89" name=""/>
            <p:cNvSpPr/>
            <p:nvPr/>
          </p:nvSpPr>
          <p:spPr>
            <a:xfrm rot="0">
              <a:off x="805" y="2194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90" name=""/>
            <p:cNvSpPr/>
            <p:nvPr/>
          </p:nvSpPr>
          <p:spPr>
            <a:xfrm rot="0">
              <a:off x="805" y="2194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91" name=""/>
            <p:cNvSpPr/>
            <p:nvPr/>
          </p:nvSpPr>
          <p:spPr>
            <a:xfrm rot="0">
              <a:off x="1344" y="1695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92" name=""/>
            <p:cNvSpPr/>
            <p:nvPr/>
          </p:nvSpPr>
          <p:spPr>
            <a:xfrm rot="0">
              <a:off x="1344" y="1695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93" name=""/>
            <p:cNvSpPr/>
            <p:nvPr/>
          </p:nvSpPr>
          <p:spPr>
            <a:xfrm rot="0">
              <a:off x="1344" y="1703"/>
              <a:ext cx="15" cy="498"/>
            </a:xfrm>
            <a:custGeom>
              <a:avLst/>
              <a:ahLst/>
              <a:rect l="0" t="0" r="r" b="b"/>
              <a:pathLst>
                <a:path w="59" h="1994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994"/>
                  </a:lnTo>
                  <a:lnTo>
                    <a:pt x="29" y="1994"/>
                  </a:lnTo>
                  <a:lnTo>
                    <a:pt x="59" y="1994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94" name=""/>
            <p:cNvSpPr/>
            <p:nvPr/>
          </p:nvSpPr>
          <p:spPr>
            <a:xfrm rot="0">
              <a:off x="1344" y="1703"/>
              <a:ext cx="15" cy="498"/>
            </a:xfrm>
            <a:custGeom>
              <a:avLst/>
              <a:ahLst/>
              <a:rect l="0" t="0" r="r" b="b"/>
              <a:pathLst>
                <a:path w="59" h="1994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994"/>
                  </a:lnTo>
                  <a:lnTo>
                    <a:pt x="29" y="1994"/>
                  </a:lnTo>
                  <a:lnTo>
                    <a:pt x="59" y="1994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95" name=""/>
            <p:cNvSpPr/>
            <p:nvPr/>
          </p:nvSpPr>
          <p:spPr>
            <a:xfrm rot="0">
              <a:off x="1344" y="220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96" name=""/>
            <p:cNvSpPr/>
            <p:nvPr/>
          </p:nvSpPr>
          <p:spPr>
            <a:xfrm rot="0">
              <a:off x="1344" y="220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97" name=""/>
            <p:cNvSpPr/>
            <p:nvPr/>
          </p:nvSpPr>
          <p:spPr>
            <a:xfrm rot="0">
              <a:off x="598" y="1695"/>
              <a:ext cx="7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598" name=""/>
            <p:cNvSpPr/>
            <p:nvPr/>
          </p:nvSpPr>
          <p:spPr>
            <a:xfrm rot="0">
              <a:off x="598" y="1695"/>
              <a:ext cx="7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599" name=""/>
            <p:cNvSpPr/>
            <p:nvPr/>
          </p:nvSpPr>
          <p:spPr>
            <a:xfrm rot="0">
              <a:off x="605" y="1695"/>
              <a:ext cx="746" cy="15"/>
            </a:xfrm>
            <a:custGeom>
              <a:avLst/>
              <a:ahLst/>
              <a:rect l="0" t="0" r="r" b="b"/>
              <a:pathLst>
                <a:path w="2987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2987" y="59"/>
                  </a:lnTo>
                  <a:lnTo>
                    <a:pt x="2987" y="30"/>
                  </a:lnTo>
                  <a:lnTo>
                    <a:pt x="298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00" name=""/>
            <p:cNvSpPr/>
            <p:nvPr/>
          </p:nvSpPr>
          <p:spPr>
            <a:xfrm rot="0">
              <a:off x="605" y="1695"/>
              <a:ext cx="746" cy="15"/>
            </a:xfrm>
            <a:custGeom>
              <a:avLst/>
              <a:ahLst/>
              <a:rect l="0" t="0" r="r" b="b"/>
              <a:pathLst>
                <a:path w="2987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2987" y="59"/>
                  </a:lnTo>
                  <a:lnTo>
                    <a:pt x="2987" y="30"/>
                  </a:lnTo>
                  <a:lnTo>
                    <a:pt x="298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01" name=""/>
            <p:cNvSpPr/>
            <p:nvPr/>
          </p:nvSpPr>
          <p:spPr>
            <a:xfrm rot="0">
              <a:off x="1351" y="1695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02" name=""/>
            <p:cNvSpPr/>
            <p:nvPr/>
          </p:nvSpPr>
          <p:spPr>
            <a:xfrm rot="0">
              <a:off x="1351" y="1695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03" name=""/>
            <p:cNvSpPr/>
            <p:nvPr/>
          </p:nvSpPr>
          <p:spPr>
            <a:xfrm rot="0">
              <a:off x="598" y="1355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04" name=""/>
            <p:cNvSpPr/>
            <p:nvPr/>
          </p:nvSpPr>
          <p:spPr>
            <a:xfrm rot="0">
              <a:off x="598" y="1355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05" name=""/>
            <p:cNvSpPr/>
            <p:nvPr/>
          </p:nvSpPr>
          <p:spPr>
            <a:xfrm rot="0">
              <a:off x="598" y="1362"/>
              <a:ext cx="14" cy="133"/>
            </a:xfrm>
            <a:custGeom>
              <a:avLst/>
              <a:ahLst/>
              <a:rect l="0" t="0" r="r" b="b"/>
              <a:pathLst>
                <a:path w="58" h="531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31"/>
                  </a:lnTo>
                  <a:lnTo>
                    <a:pt x="28" y="531"/>
                  </a:lnTo>
                  <a:lnTo>
                    <a:pt x="58" y="531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06" name=""/>
            <p:cNvSpPr/>
            <p:nvPr/>
          </p:nvSpPr>
          <p:spPr>
            <a:xfrm rot="0">
              <a:off x="598" y="1362"/>
              <a:ext cx="14" cy="133"/>
            </a:xfrm>
            <a:custGeom>
              <a:avLst/>
              <a:ahLst/>
              <a:rect l="0" t="0" r="r" b="b"/>
              <a:pathLst>
                <a:path w="58" h="531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531"/>
                  </a:lnTo>
                  <a:lnTo>
                    <a:pt x="28" y="531"/>
                  </a:lnTo>
                  <a:lnTo>
                    <a:pt x="58" y="531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07" name=""/>
            <p:cNvSpPr/>
            <p:nvPr/>
          </p:nvSpPr>
          <p:spPr>
            <a:xfrm rot="0">
              <a:off x="598" y="1495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08" name=""/>
            <p:cNvSpPr/>
            <p:nvPr/>
          </p:nvSpPr>
          <p:spPr>
            <a:xfrm rot="0">
              <a:off x="598" y="1495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09" name=""/>
            <p:cNvSpPr/>
            <p:nvPr/>
          </p:nvSpPr>
          <p:spPr>
            <a:xfrm rot="0">
              <a:off x="805" y="1363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10" name=""/>
            <p:cNvSpPr/>
            <p:nvPr/>
          </p:nvSpPr>
          <p:spPr>
            <a:xfrm rot="0">
              <a:off x="805" y="1363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11" name=""/>
            <p:cNvSpPr/>
            <p:nvPr/>
          </p:nvSpPr>
          <p:spPr>
            <a:xfrm rot="0">
              <a:off x="805" y="1371"/>
              <a:ext cx="14" cy="124"/>
            </a:xfrm>
            <a:custGeom>
              <a:avLst/>
              <a:ahLst/>
              <a:rect l="0" t="0" r="r" b="b"/>
              <a:pathLst>
                <a:path w="59" h="49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98"/>
                  </a:lnTo>
                  <a:lnTo>
                    <a:pt x="29" y="498"/>
                  </a:lnTo>
                  <a:lnTo>
                    <a:pt x="59" y="498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12" name=""/>
            <p:cNvSpPr/>
            <p:nvPr/>
          </p:nvSpPr>
          <p:spPr>
            <a:xfrm rot="0">
              <a:off x="805" y="1371"/>
              <a:ext cx="14" cy="124"/>
            </a:xfrm>
            <a:custGeom>
              <a:avLst/>
              <a:ahLst/>
              <a:rect l="0" t="0" r="r" b="b"/>
              <a:pathLst>
                <a:path w="59" h="49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498"/>
                  </a:lnTo>
                  <a:lnTo>
                    <a:pt x="29" y="498"/>
                  </a:lnTo>
                  <a:lnTo>
                    <a:pt x="59" y="498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13" name=""/>
            <p:cNvSpPr/>
            <p:nvPr/>
          </p:nvSpPr>
          <p:spPr>
            <a:xfrm rot="0">
              <a:off x="805" y="1495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14" name=""/>
            <p:cNvSpPr/>
            <p:nvPr/>
          </p:nvSpPr>
          <p:spPr>
            <a:xfrm rot="0">
              <a:off x="805" y="1495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15" name=""/>
            <p:cNvSpPr/>
            <p:nvPr/>
          </p:nvSpPr>
          <p:spPr>
            <a:xfrm rot="0">
              <a:off x="971" y="989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16" name=""/>
            <p:cNvSpPr/>
            <p:nvPr/>
          </p:nvSpPr>
          <p:spPr>
            <a:xfrm rot="0">
              <a:off x="971" y="989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17" name=""/>
            <p:cNvSpPr/>
            <p:nvPr/>
          </p:nvSpPr>
          <p:spPr>
            <a:xfrm rot="0">
              <a:off x="971" y="997"/>
              <a:ext cx="15" cy="365"/>
            </a:xfrm>
            <a:custGeom>
              <a:avLst/>
              <a:ahLst/>
              <a:rect l="0" t="0" r="r" b="b"/>
              <a:pathLst>
                <a:path w="58" h="1463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8" y="1463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18" name=""/>
            <p:cNvSpPr/>
            <p:nvPr/>
          </p:nvSpPr>
          <p:spPr>
            <a:xfrm rot="0">
              <a:off x="971" y="997"/>
              <a:ext cx="15" cy="365"/>
            </a:xfrm>
            <a:custGeom>
              <a:avLst/>
              <a:ahLst/>
              <a:rect l="0" t="0" r="r" b="b"/>
              <a:pathLst>
                <a:path w="58" h="1463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8" y="1463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19" name=""/>
            <p:cNvSpPr/>
            <p:nvPr/>
          </p:nvSpPr>
          <p:spPr>
            <a:xfrm rot="0">
              <a:off x="971" y="1362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20" name=""/>
            <p:cNvSpPr/>
            <p:nvPr/>
          </p:nvSpPr>
          <p:spPr>
            <a:xfrm rot="0">
              <a:off x="971" y="1362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21" name=""/>
            <p:cNvSpPr/>
            <p:nvPr/>
          </p:nvSpPr>
          <p:spPr>
            <a:xfrm rot="0">
              <a:off x="1227" y="989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22" name=""/>
            <p:cNvSpPr/>
            <p:nvPr/>
          </p:nvSpPr>
          <p:spPr>
            <a:xfrm rot="0">
              <a:off x="1227" y="989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23" name=""/>
            <p:cNvSpPr/>
            <p:nvPr/>
          </p:nvSpPr>
          <p:spPr>
            <a:xfrm rot="0">
              <a:off x="978" y="989"/>
              <a:ext cx="249" cy="15"/>
            </a:xfrm>
            <a:custGeom>
              <a:avLst/>
              <a:ahLst/>
              <a:rect l="0" t="0" r="r" b="b"/>
              <a:pathLst>
                <a:path w="995" h="59">
                  <a:moveTo>
                    <a:pt x="995" y="59"/>
                  </a:moveTo>
                  <a:lnTo>
                    <a:pt x="995" y="30"/>
                  </a:lnTo>
                  <a:lnTo>
                    <a:pt x="99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995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24" name=""/>
            <p:cNvSpPr/>
            <p:nvPr/>
          </p:nvSpPr>
          <p:spPr>
            <a:xfrm rot="0">
              <a:off x="978" y="989"/>
              <a:ext cx="249" cy="15"/>
            </a:xfrm>
            <a:custGeom>
              <a:avLst/>
              <a:ahLst/>
              <a:rect l="0" t="0" r="r" b="b"/>
              <a:pathLst>
                <a:path w="995" h="59">
                  <a:moveTo>
                    <a:pt x="995" y="59"/>
                  </a:moveTo>
                  <a:lnTo>
                    <a:pt x="995" y="30"/>
                  </a:lnTo>
                  <a:lnTo>
                    <a:pt x="99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995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25" name=""/>
            <p:cNvSpPr/>
            <p:nvPr/>
          </p:nvSpPr>
          <p:spPr>
            <a:xfrm rot="0">
              <a:off x="971" y="989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26" name=""/>
            <p:cNvSpPr/>
            <p:nvPr/>
          </p:nvSpPr>
          <p:spPr>
            <a:xfrm rot="0">
              <a:off x="971" y="989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27" name=""/>
            <p:cNvSpPr/>
            <p:nvPr/>
          </p:nvSpPr>
          <p:spPr>
            <a:xfrm rot="0">
              <a:off x="1220" y="1197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29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28" name=""/>
            <p:cNvSpPr/>
            <p:nvPr/>
          </p:nvSpPr>
          <p:spPr>
            <a:xfrm rot="0">
              <a:off x="1220" y="1197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29" name=""/>
            <p:cNvSpPr/>
            <p:nvPr/>
          </p:nvSpPr>
          <p:spPr>
            <a:xfrm rot="0">
              <a:off x="1227" y="1197"/>
              <a:ext cx="124" cy="15"/>
            </a:xfrm>
            <a:custGeom>
              <a:avLst/>
              <a:ahLst/>
              <a:rect l="0" t="0" r="r" b="b"/>
              <a:pathLst>
                <a:path w="498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498" y="58"/>
                  </a:lnTo>
                  <a:lnTo>
                    <a:pt x="498" y="29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30" name=""/>
            <p:cNvSpPr/>
            <p:nvPr/>
          </p:nvSpPr>
          <p:spPr>
            <a:xfrm rot="0">
              <a:off x="1227" y="1197"/>
              <a:ext cx="124" cy="15"/>
            </a:xfrm>
            <a:custGeom>
              <a:avLst/>
              <a:ahLst/>
              <a:rect l="0" t="0" r="r" b="b"/>
              <a:pathLst>
                <a:path w="498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498" y="58"/>
                  </a:lnTo>
                  <a:lnTo>
                    <a:pt x="498" y="29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31" name=""/>
            <p:cNvSpPr/>
            <p:nvPr/>
          </p:nvSpPr>
          <p:spPr>
            <a:xfrm rot="0">
              <a:off x="1351" y="1197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29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32" name=""/>
            <p:cNvSpPr/>
            <p:nvPr/>
          </p:nvSpPr>
          <p:spPr>
            <a:xfrm rot="0">
              <a:off x="1351" y="1197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29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33" name=""/>
            <p:cNvSpPr/>
            <p:nvPr/>
          </p:nvSpPr>
          <p:spPr>
            <a:xfrm rot="0">
              <a:off x="1220" y="989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34" name=""/>
            <p:cNvSpPr/>
            <p:nvPr/>
          </p:nvSpPr>
          <p:spPr>
            <a:xfrm rot="0">
              <a:off x="1220" y="989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35" name=""/>
            <p:cNvSpPr/>
            <p:nvPr/>
          </p:nvSpPr>
          <p:spPr>
            <a:xfrm rot="0">
              <a:off x="1227" y="989"/>
              <a:ext cx="124" cy="15"/>
            </a:xfrm>
            <a:custGeom>
              <a:avLst/>
              <a:ahLst/>
              <a:rect l="0" t="0" r="r" b="b"/>
              <a:pathLst>
                <a:path w="49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498" y="59"/>
                  </a:lnTo>
                  <a:lnTo>
                    <a:pt x="498" y="30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36" name=""/>
            <p:cNvSpPr/>
            <p:nvPr/>
          </p:nvSpPr>
          <p:spPr>
            <a:xfrm rot="0">
              <a:off x="1227" y="989"/>
              <a:ext cx="124" cy="15"/>
            </a:xfrm>
            <a:custGeom>
              <a:avLst/>
              <a:ahLst/>
              <a:rect l="0" t="0" r="r" b="b"/>
              <a:pathLst>
                <a:path w="49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498" y="59"/>
                  </a:lnTo>
                  <a:lnTo>
                    <a:pt x="498" y="30"/>
                  </a:lnTo>
                  <a:lnTo>
                    <a:pt x="49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37" name=""/>
            <p:cNvSpPr/>
            <p:nvPr/>
          </p:nvSpPr>
          <p:spPr>
            <a:xfrm rot="0">
              <a:off x="1351" y="989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38" name=""/>
            <p:cNvSpPr/>
            <p:nvPr/>
          </p:nvSpPr>
          <p:spPr>
            <a:xfrm rot="0">
              <a:off x="1351" y="989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39" name=""/>
            <p:cNvSpPr/>
            <p:nvPr/>
          </p:nvSpPr>
          <p:spPr>
            <a:xfrm rot="0">
              <a:off x="1227" y="1355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40" name=""/>
            <p:cNvSpPr/>
            <p:nvPr/>
          </p:nvSpPr>
          <p:spPr>
            <a:xfrm rot="0">
              <a:off x="1227" y="1355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41" name=""/>
            <p:cNvSpPr/>
            <p:nvPr/>
          </p:nvSpPr>
          <p:spPr>
            <a:xfrm rot="0">
              <a:off x="605" y="1355"/>
              <a:ext cx="622" cy="14"/>
            </a:xfrm>
            <a:custGeom>
              <a:avLst/>
              <a:ahLst/>
              <a:rect l="0" t="0" r="r" b="b"/>
              <a:pathLst>
                <a:path w="2489" h="59">
                  <a:moveTo>
                    <a:pt x="2489" y="59"/>
                  </a:moveTo>
                  <a:lnTo>
                    <a:pt x="2489" y="30"/>
                  </a:lnTo>
                  <a:lnTo>
                    <a:pt x="2489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489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42" name=""/>
            <p:cNvSpPr/>
            <p:nvPr/>
          </p:nvSpPr>
          <p:spPr>
            <a:xfrm rot="0">
              <a:off x="605" y="1355"/>
              <a:ext cx="622" cy="14"/>
            </a:xfrm>
            <a:custGeom>
              <a:avLst/>
              <a:ahLst/>
              <a:rect l="0" t="0" r="r" b="b"/>
              <a:pathLst>
                <a:path w="2489" h="59">
                  <a:moveTo>
                    <a:pt x="2489" y="59"/>
                  </a:moveTo>
                  <a:lnTo>
                    <a:pt x="2489" y="30"/>
                  </a:lnTo>
                  <a:lnTo>
                    <a:pt x="2489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489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43" name=""/>
            <p:cNvSpPr/>
            <p:nvPr/>
          </p:nvSpPr>
          <p:spPr>
            <a:xfrm rot="0">
              <a:off x="598" y="1355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44" name=""/>
            <p:cNvSpPr/>
            <p:nvPr/>
          </p:nvSpPr>
          <p:spPr>
            <a:xfrm rot="0">
              <a:off x="598" y="1355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45" name=""/>
            <p:cNvSpPr/>
            <p:nvPr/>
          </p:nvSpPr>
          <p:spPr>
            <a:xfrm rot="0">
              <a:off x="1220" y="989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46" name=""/>
            <p:cNvSpPr/>
            <p:nvPr/>
          </p:nvSpPr>
          <p:spPr>
            <a:xfrm rot="0">
              <a:off x="1220" y="989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47" name=""/>
            <p:cNvSpPr/>
            <p:nvPr/>
          </p:nvSpPr>
          <p:spPr>
            <a:xfrm rot="0">
              <a:off x="1220" y="997"/>
              <a:ext cx="14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48" name=""/>
            <p:cNvSpPr/>
            <p:nvPr/>
          </p:nvSpPr>
          <p:spPr>
            <a:xfrm rot="0">
              <a:off x="1220" y="997"/>
              <a:ext cx="14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49" name=""/>
            <p:cNvSpPr/>
            <p:nvPr/>
          </p:nvSpPr>
          <p:spPr>
            <a:xfrm rot="0">
              <a:off x="1220" y="1362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50" name=""/>
            <p:cNvSpPr/>
            <p:nvPr/>
          </p:nvSpPr>
          <p:spPr>
            <a:xfrm rot="0">
              <a:off x="1220" y="1362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51" name=""/>
            <p:cNvSpPr/>
            <p:nvPr/>
          </p:nvSpPr>
          <p:spPr>
            <a:xfrm rot="0">
              <a:off x="1344" y="1362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52" name=""/>
            <p:cNvSpPr/>
            <p:nvPr/>
          </p:nvSpPr>
          <p:spPr>
            <a:xfrm rot="0">
              <a:off x="1344" y="1362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53" name=""/>
            <p:cNvSpPr/>
            <p:nvPr/>
          </p:nvSpPr>
          <p:spPr>
            <a:xfrm rot="0">
              <a:off x="1344" y="997"/>
              <a:ext cx="15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0" y="1463"/>
                  </a:move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54" name=""/>
            <p:cNvSpPr/>
            <p:nvPr/>
          </p:nvSpPr>
          <p:spPr>
            <a:xfrm rot="0">
              <a:off x="1344" y="997"/>
              <a:ext cx="15" cy="365"/>
            </a:xfrm>
            <a:custGeom>
              <a:avLst/>
              <a:ahLst/>
              <a:rect l="0" t="0" r="r" b="b"/>
              <a:pathLst>
                <a:path w="59" h="1463">
                  <a:moveTo>
                    <a:pt x="0" y="1463"/>
                  </a:moveTo>
                  <a:lnTo>
                    <a:pt x="29" y="1463"/>
                  </a:lnTo>
                  <a:lnTo>
                    <a:pt x="59" y="1463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55" name=""/>
            <p:cNvSpPr/>
            <p:nvPr/>
          </p:nvSpPr>
          <p:spPr>
            <a:xfrm rot="0">
              <a:off x="1344" y="989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56" name=""/>
            <p:cNvSpPr/>
            <p:nvPr/>
          </p:nvSpPr>
          <p:spPr>
            <a:xfrm rot="0">
              <a:off x="1344" y="989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57" name=""/>
            <p:cNvSpPr/>
            <p:nvPr/>
          </p:nvSpPr>
          <p:spPr>
            <a:xfrm rot="0">
              <a:off x="598" y="1488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58" name=""/>
            <p:cNvSpPr/>
            <p:nvPr/>
          </p:nvSpPr>
          <p:spPr>
            <a:xfrm rot="0">
              <a:off x="598" y="1488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59" name=""/>
            <p:cNvSpPr/>
            <p:nvPr/>
          </p:nvSpPr>
          <p:spPr>
            <a:xfrm rot="0">
              <a:off x="605" y="1488"/>
              <a:ext cx="746" cy="14"/>
            </a:xfrm>
            <a:custGeom>
              <a:avLst/>
              <a:ahLst/>
              <a:rect l="0" t="0" r="r" b="b"/>
              <a:pathLst>
                <a:path w="2987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2987" y="59"/>
                  </a:lnTo>
                  <a:lnTo>
                    <a:pt x="2987" y="30"/>
                  </a:lnTo>
                  <a:lnTo>
                    <a:pt x="298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60" name=""/>
            <p:cNvSpPr/>
            <p:nvPr/>
          </p:nvSpPr>
          <p:spPr>
            <a:xfrm rot="0">
              <a:off x="605" y="1488"/>
              <a:ext cx="746" cy="14"/>
            </a:xfrm>
            <a:custGeom>
              <a:avLst/>
              <a:ahLst/>
              <a:rect l="0" t="0" r="r" b="b"/>
              <a:pathLst>
                <a:path w="2987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2987" y="59"/>
                  </a:lnTo>
                  <a:lnTo>
                    <a:pt x="2987" y="30"/>
                  </a:lnTo>
                  <a:lnTo>
                    <a:pt x="298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61" name=""/>
            <p:cNvSpPr/>
            <p:nvPr/>
          </p:nvSpPr>
          <p:spPr>
            <a:xfrm rot="0">
              <a:off x="1351" y="1488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40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62" name=""/>
            <p:cNvSpPr/>
            <p:nvPr/>
          </p:nvSpPr>
          <p:spPr>
            <a:xfrm rot="0">
              <a:off x="1351" y="1488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40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63" name=""/>
            <p:cNvSpPr/>
            <p:nvPr/>
          </p:nvSpPr>
          <p:spPr>
            <a:xfrm rot="0">
              <a:off x="1234" y="2541"/>
              <a:ext cx="8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64" name=""/>
            <p:cNvSpPr/>
            <p:nvPr/>
          </p:nvSpPr>
          <p:spPr>
            <a:xfrm rot="0">
              <a:off x="1234" y="2541"/>
              <a:ext cx="8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65" name=""/>
            <p:cNvSpPr/>
            <p:nvPr/>
          </p:nvSpPr>
          <p:spPr>
            <a:xfrm rot="0">
              <a:off x="1242" y="2541"/>
              <a:ext cx="144" cy="15"/>
            </a:xfrm>
            <a:custGeom>
              <a:avLst/>
              <a:ahLst/>
              <a:rect l="0" t="0" r="r" b="b"/>
              <a:pathLst>
                <a:path w="580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580" y="58"/>
                  </a:lnTo>
                  <a:lnTo>
                    <a:pt x="580" y="30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66" name=""/>
            <p:cNvSpPr/>
            <p:nvPr/>
          </p:nvSpPr>
          <p:spPr>
            <a:xfrm rot="0">
              <a:off x="1242" y="2541"/>
              <a:ext cx="144" cy="15"/>
            </a:xfrm>
            <a:custGeom>
              <a:avLst/>
              <a:ahLst/>
              <a:rect l="0" t="0" r="r" b="b"/>
              <a:pathLst>
                <a:path w="580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580" y="58"/>
                  </a:lnTo>
                  <a:lnTo>
                    <a:pt x="580" y="30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67" name=""/>
            <p:cNvSpPr/>
            <p:nvPr/>
          </p:nvSpPr>
          <p:spPr>
            <a:xfrm rot="0">
              <a:off x="1386" y="2541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68" name=""/>
            <p:cNvSpPr/>
            <p:nvPr/>
          </p:nvSpPr>
          <p:spPr>
            <a:xfrm rot="0">
              <a:off x="1386" y="2541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69" name=""/>
            <p:cNvSpPr/>
            <p:nvPr/>
          </p:nvSpPr>
          <p:spPr>
            <a:xfrm rot="0">
              <a:off x="1242" y="284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70" name=""/>
            <p:cNvSpPr/>
            <p:nvPr/>
          </p:nvSpPr>
          <p:spPr>
            <a:xfrm rot="0">
              <a:off x="1242" y="284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71" name=""/>
            <p:cNvSpPr/>
            <p:nvPr/>
          </p:nvSpPr>
          <p:spPr>
            <a:xfrm rot="0">
              <a:off x="1242" y="2848"/>
              <a:ext cx="15" cy="299"/>
            </a:xfrm>
            <a:custGeom>
              <a:avLst/>
              <a:ahLst/>
              <a:rect l="0" t="0" r="r" b="b"/>
              <a:pathLst>
                <a:path w="58" h="119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8" y="1196"/>
                  </a:lnTo>
                  <a:lnTo>
                    <a:pt x="58" y="1196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72" name=""/>
            <p:cNvSpPr/>
            <p:nvPr/>
          </p:nvSpPr>
          <p:spPr>
            <a:xfrm rot="0">
              <a:off x="1242" y="2848"/>
              <a:ext cx="15" cy="299"/>
            </a:xfrm>
            <a:custGeom>
              <a:avLst/>
              <a:ahLst/>
              <a:rect l="0" t="0" r="r" b="b"/>
              <a:pathLst>
                <a:path w="58" h="119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8" y="1196"/>
                  </a:lnTo>
                  <a:lnTo>
                    <a:pt x="58" y="119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73" name=""/>
            <p:cNvSpPr/>
            <p:nvPr/>
          </p:nvSpPr>
          <p:spPr>
            <a:xfrm rot="0">
              <a:off x="1242" y="3147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74" name=""/>
            <p:cNvSpPr/>
            <p:nvPr/>
          </p:nvSpPr>
          <p:spPr>
            <a:xfrm rot="0">
              <a:off x="1242" y="3147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75" name=""/>
            <p:cNvSpPr/>
            <p:nvPr/>
          </p:nvSpPr>
          <p:spPr>
            <a:xfrm rot="0">
              <a:off x="1085" y="284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76" name=""/>
            <p:cNvSpPr/>
            <p:nvPr/>
          </p:nvSpPr>
          <p:spPr>
            <a:xfrm rot="0">
              <a:off x="1085" y="284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77" name=""/>
            <p:cNvSpPr/>
            <p:nvPr/>
          </p:nvSpPr>
          <p:spPr>
            <a:xfrm rot="0">
              <a:off x="1085" y="2848"/>
              <a:ext cx="14" cy="299"/>
            </a:xfrm>
            <a:custGeom>
              <a:avLst/>
              <a:ahLst/>
              <a:rect l="0" t="0" r="r" b="b"/>
              <a:pathLst>
                <a:path w="59" h="119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9" y="1196"/>
                  </a:lnTo>
                  <a:lnTo>
                    <a:pt x="59" y="1196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78" name=""/>
            <p:cNvSpPr/>
            <p:nvPr/>
          </p:nvSpPr>
          <p:spPr>
            <a:xfrm rot="0">
              <a:off x="1085" y="2848"/>
              <a:ext cx="14" cy="299"/>
            </a:xfrm>
            <a:custGeom>
              <a:avLst/>
              <a:ahLst/>
              <a:rect l="0" t="0" r="r" b="b"/>
              <a:pathLst>
                <a:path w="59" h="119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9" y="1196"/>
                  </a:lnTo>
                  <a:lnTo>
                    <a:pt x="59" y="1196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79" name=""/>
            <p:cNvSpPr/>
            <p:nvPr/>
          </p:nvSpPr>
          <p:spPr>
            <a:xfrm rot="0">
              <a:off x="1085" y="3147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80" name=""/>
            <p:cNvSpPr/>
            <p:nvPr/>
          </p:nvSpPr>
          <p:spPr>
            <a:xfrm rot="0">
              <a:off x="1085" y="3147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81" name=""/>
            <p:cNvSpPr/>
            <p:nvPr/>
          </p:nvSpPr>
          <p:spPr>
            <a:xfrm rot="0">
              <a:off x="1379" y="2841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82" name=""/>
            <p:cNvSpPr/>
            <p:nvPr/>
          </p:nvSpPr>
          <p:spPr>
            <a:xfrm rot="0">
              <a:off x="1379" y="2841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83" name=""/>
            <p:cNvSpPr/>
            <p:nvPr/>
          </p:nvSpPr>
          <p:spPr>
            <a:xfrm rot="0">
              <a:off x="1379" y="2848"/>
              <a:ext cx="15" cy="299"/>
            </a:xfrm>
            <a:custGeom>
              <a:avLst/>
              <a:ahLst/>
              <a:rect l="0" t="0" r="r" b="b"/>
              <a:pathLst>
                <a:path w="59" h="119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9" y="1196"/>
                  </a:lnTo>
                  <a:lnTo>
                    <a:pt x="59" y="1196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84" name=""/>
            <p:cNvSpPr/>
            <p:nvPr/>
          </p:nvSpPr>
          <p:spPr>
            <a:xfrm rot="0">
              <a:off x="1379" y="2848"/>
              <a:ext cx="15" cy="299"/>
            </a:xfrm>
            <a:custGeom>
              <a:avLst/>
              <a:ahLst/>
              <a:rect l="0" t="0" r="r" b="b"/>
              <a:pathLst>
                <a:path w="59" h="119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9" y="1196"/>
                  </a:lnTo>
                  <a:lnTo>
                    <a:pt x="59" y="1196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85" name=""/>
            <p:cNvSpPr/>
            <p:nvPr/>
          </p:nvSpPr>
          <p:spPr>
            <a:xfrm rot="0">
              <a:off x="1379" y="3147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86" name=""/>
            <p:cNvSpPr/>
            <p:nvPr/>
          </p:nvSpPr>
          <p:spPr>
            <a:xfrm rot="0">
              <a:off x="1379" y="3147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87" name=""/>
            <p:cNvSpPr/>
            <p:nvPr/>
          </p:nvSpPr>
          <p:spPr>
            <a:xfrm rot="0">
              <a:off x="926" y="3147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88" name=""/>
            <p:cNvSpPr/>
            <p:nvPr/>
          </p:nvSpPr>
          <p:spPr>
            <a:xfrm rot="0">
              <a:off x="926" y="3147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89" name=""/>
            <p:cNvSpPr/>
            <p:nvPr/>
          </p:nvSpPr>
          <p:spPr>
            <a:xfrm rot="0">
              <a:off x="926" y="2848"/>
              <a:ext cx="14" cy="299"/>
            </a:xfrm>
            <a:custGeom>
              <a:avLst/>
              <a:ahLst/>
              <a:rect l="0" t="0" r="r" b="b"/>
              <a:pathLst>
                <a:path w="58" h="1196">
                  <a:moveTo>
                    <a:pt x="0" y="1196"/>
                  </a:moveTo>
                  <a:lnTo>
                    <a:pt x="28" y="1196"/>
                  </a:lnTo>
                  <a:lnTo>
                    <a:pt x="58" y="1196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119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90" name=""/>
            <p:cNvSpPr/>
            <p:nvPr/>
          </p:nvSpPr>
          <p:spPr>
            <a:xfrm rot="0">
              <a:off x="926" y="2848"/>
              <a:ext cx="14" cy="299"/>
            </a:xfrm>
            <a:custGeom>
              <a:avLst/>
              <a:ahLst/>
              <a:rect l="0" t="0" r="r" b="b"/>
              <a:pathLst>
                <a:path w="58" h="1196">
                  <a:moveTo>
                    <a:pt x="0" y="1196"/>
                  </a:moveTo>
                  <a:lnTo>
                    <a:pt x="28" y="1196"/>
                  </a:lnTo>
                  <a:lnTo>
                    <a:pt x="58" y="1196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119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91" name=""/>
            <p:cNvSpPr/>
            <p:nvPr/>
          </p:nvSpPr>
          <p:spPr>
            <a:xfrm rot="0">
              <a:off x="926" y="2841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92" name=""/>
            <p:cNvSpPr/>
            <p:nvPr/>
          </p:nvSpPr>
          <p:spPr>
            <a:xfrm rot="0">
              <a:off x="926" y="2841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93" name=""/>
            <p:cNvSpPr/>
            <p:nvPr/>
          </p:nvSpPr>
          <p:spPr>
            <a:xfrm rot="0">
              <a:off x="926" y="2841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94" name=""/>
            <p:cNvSpPr/>
            <p:nvPr/>
          </p:nvSpPr>
          <p:spPr>
            <a:xfrm rot="0">
              <a:off x="926" y="2841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95" name=""/>
            <p:cNvSpPr/>
            <p:nvPr/>
          </p:nvSpPr>
          <p:spPr>
            <a:xfrm rot="0">
              <a:off x="933" y="2841"/>
              <a:ext cx="453" cy="14"/>
            </a:xfrm>
            <a:custGeom>
              <a:avLst/>
              <a:ahLst/>
              <a:rect l="0" t="0" r="r" b="b"/>
              <a:pathLst>
                <a:path w="1815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815" y="59"/>
                  </a:ln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96" name=""/>
            <p:cNvSpPr/>
            <p:nvPr/>
          </p:nvSpPr>
          <p:spPr>
            <a:xfrm rot="0">
              <a:off x="933" y="2841"/>
              <a:ext cx="453" cy="14"/>
            </a:xfrm>
            <a:custGeom>
              <a:avLst/>
              <a:ahLst/>
              <a:rect l="0" t="0" r="r" b="b"/>
              <a:pathLst>
                <a:path w="1815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815" y="59"/>
                  </a:ln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97" name=""/>
            <p:cNvSpPr/>
            <p:nvPr/>
          </p:nvSpPr>
          <p:spPr>
            <a:xfrm rot="0">
              <a:off x="1386" y="2841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698" name=""/>
            <p:cNvSpPr/>
            <p:nvPr/>
          </p:nvSpPr>
          <p:spPr>
            <a:xfrm rot="0">
              <a:off x="1386" y="2841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699" name=""/>
            <p:cNvSpPr/>
            <p:nvPr/>
          </p:nvSpPr>
          <p:spPr>
            <a:xfrm rot="0">
              <a:off x="926" y="2706"/>
              <a:ext cx="10" cy="13"/>
            </a:xfrm>
            <a:custGeom>
              <a:avLst/>
              <a:ahLst/>
              <a:rect l="0" t="0" r="r" b="b"/>
              <a:pathLst>
                <a:path w="42" h="56">
                  <a:moveTo>
                    <a:pt x="28" y="27"/>
                  </a:moveTo>
                  <a:lnTo>
                    <a:pt x="42" y="53"/>
                  </a:lnTo>
                  <a:lnTo>
                    <a:pt x="33" y="56"/>
                  </a:lnTo>
                  <a:lnTo>
                    <a:pt x="24" y="56"/>
                  </a:lnTo>
                  <a:lnTo>
                    <a:pt x="16" y="53"/>
                  </a:lnTo>
                  <a:lnTo>
                    <a:pt x="8" y="48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8" y="6"/>
                  </a:lnTo>
                  <a:lnTo>
                    <a:pt x="14" y="0"/>
                  </a:lnTo>
                  <a:lnTo>
                    <a:pt x="28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00" name=""/>
            <p:cNvSpPr/>
            <p:nvPr/>
          </p:nvSpPr>
          <p:spPr>
            <a:xfrm rot="0">
              <a:off x="926" y="2706"/>
              <a:ext cx="10" cy="13"/>
            </a:xfrm>
            <a:custGeom>
              <a:avLst/>
              <a:ahLst/>
              <a:rect l="0" t="0" r="r" b="b"/>
              <a:pathLst>
                <a:path w="42" h="56">
                  <a:moveTo>
                    <a:pt x="42" y="53"/>
                  </a:moveTo>
                  <a:lnTo>
                    <a:pt x="33" y="56"/>
                  </a:lnTo>
                  <a:lnTo>
                    <a:pt x="24" y="56"/>
                  </a:lnTo>
                  <a:lnTo>
                    <a:pt x="16" y="53"/>
                  </a:lnTo>
                  <a:lnTo>
                    <a:pt x="8" y="48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8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01" name=""/>
            <p:cNvSpPr/>
            <p:nvPr/>
          </p:nvSpPr>
          <p:spPr>
            <a:xfrm rot="0">
              <a:off x="929" y="2542"/>
              <a:ext cx="316" cy="177"/>
            </a:xfrm>
            <a:custGeom>
              <a:avLst/>
              <a:ahLst/>
              <a:rect l="0" t="0" r="r" b="b"/>
              <a:pathLst>
                <a:path w="1263" h="707">
                  <a:moveTo>
                    <a:pt x="0" y="654"/>
                  </a:moveTo>
                  <a:lnTo>
                    <a:pt x="14" y="681"/>
                  </a:lnTo>
                  <a:lnTo>
                    <a:pt x="28" y="707"/>
                  </a:lnTo>
                  <a:lnTo>
                    <a:pt x="1263" y="53"/>
                  </a:lnTo>
                  <a:lnTo>
                    <a:pt x="1249" y="27"/>
                  </a:lnTo>
                  <a:lnTo>
                    <a:pt x="1236" y="0"/>
                  </a:lnTo>
                  <a:lnTo>
                    <a:pt x="0" y="6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02" name=""/>
            <p:cNvSpPr/>
            <p:nvPr/>
          </p:nvSpPr>
          <p:spPr>
            <a:xfrm rot="0">
              <a:off x="929" y="2542"/>
              <a:ext cx="316" cy="177"/>
            </a:xfrm>
            <a:custGeom>
              <a:avLst/>
              <a:ahLst/>
              <a:rect l="0" t="0" r="r" b="b"/>
              <a:pathLst>
                <a:path w="1263" h="707">
                  <a:moveTo>
                    <a:pt x="0" y="654"/>
                  </a:moveTo>
                  <a:lnTo>
                    <a:pt x="14" y="681"/>
                  </a:lnTo>
                  <a:lnTo>
                    <a:pt x="28" y="707"/>
                  </a:lnTo>
                  <a:lnTo>
                    <a:pt x="1263" y="53"/>
                  </a:lnTo>
                  <a:lnTo>
                    <a:pt x="1249" y="27"/>
                  </a:lnTo>
                  <a:lnTo>
                    <a:pt x="1236" y="0"/>
                  </a:lnTo>
                  <a:lnTo>
                    <a:pt x="0" y="6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03" name=""/>
            <p:cNvSpPr/>
            <p:nvPr/>
          </p:nvSpPr>
          <p:spPr>
            <a:xfrm rot="0">
              <a:off x="1238" y="2541"/>
              <a:ext cx="11" cy="14"/>
            </a:xfrm>
            <a:custGeom>
              <a:avLst/>
              <a:ahLst/>
              <a:rect l="0" t="0" r="r" b="b"/>
              <a:pathLst>
                <a:path w="42" h="55">
                  <a:moveTo>
                    <a:pt x="13" y="29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8"/>
                  </a:lnTo>
                  <a:lnTo>
                    <a:pt x="40" y="15"/>
                  </a:lnTo>
                  <a:lnTo>
                    <a:pt x="42" y="24"/>
                  </a:lnTo>
                  <a:lnTo>
                    <a:pt x="42" y="33"/>
                  </a:lnTo>
                  <a:lnTo>
                    <a:pt x="40" y="41"/>
                  </a:lnTo>
                  <a:lnTo>
                    <a:pt x="34" y="49"/>
                  </a:lnTo>
                  <a:lnTo>
                    <a:pt x="27" y="55"/>
                  </a:lnTo>
                  <a:lnTo>
                    <a:pt x="13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04" name=""/>
            <p:cNvSpPr/>
            <p:nvPr/>
          </p:nvSpPr>
          <p:spPr>
            <a:xfrm rot="0">
              <a:off x="1238" y="2541"/>
              <a:ext cx="11" cy="14"/>
            </a:xfrm>
            <a:custGeom>
              <a:avLst/>
              <a:ahLst/>
              <a:rect l="0" t="0" r="r" b="b"/>
              <a:pathLst>
                <a:path w="42" h="55">
                  <a:moveTo>
                    <a:pt x="0" y="2"/>
                  </a:moveTo>
                  <a:lnTo>
                    <a:pt x="9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8"/>
                  </a:lnTo>
                  <a:lnTo>
                    <a:pt x="40" y="15"/>
                  </a:lnTo>
                  <a:lnTo>
                    <a:pt x="42" y="24"/>
                  </a:lnTo>
                  <a:lnTo>
                    <a:pt x="42" y="33"/>
                  </a:lnTo>
                  <a:lnTo>
                    <a:pt x="40" y="41"/>
                  </a:lnTo>
                  <a:lnTo>
                    <a:pt x="34" y="49"/>
                  </a:lnTo>
                  <a:lnTo>
                    <a:pt x="27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05" name=""/>
            <p:cNvSpPr/>
            <p:nvPr/>
          </p:nvSpPr>
          <p:spPr>
            <a:xfrm rot="0">
              <a:off x="1386" y="3140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06" name=""/>
            <p:cNvSpPr/>
            <p:nvPr/>
          </p:nvSpPr>
          <p:spPr>
            <a:xfrm rot="0">
              <a:off x="1386" y="3140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07" name=""/>
            <p:cNvSpPr/>
            <p:nvPr/>
          </p:nvSpPr>
          <p:spPr>
            <a:xfrm rot="0">
              <a:off x="933" y="3140"/>
              <a:ext cx="453" cy="14"/>
            </a:xfrm>
            <a:custGeom>
              <a:avLst/>
              <a:ahLst/>
              <a:rect l="0" t="0" r="r" b="b"/>
              <a:pathLst>
                <a:path w="1815" h="59">
                  <a:moveTo>
                    <a:pt x="1815" y="59"/>
                  </a:move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1815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08" name=""/>
            <p:cNvSpPr/>
            <p:nvPr/>
          </p:nvSpPr>
          <p:spPr>
            <a:xfrm rot="0">
              <a:off x="933" y="3140"/>
              <a:ext cx="453" cy="14"/>
            </a:xfrm>
            <a:custGeom>
              <a:avLst/>
              <a:ahLst/>
              <a:rect l="0" t="0" r="r" b="b"/>
              <a:pathLst>
                <a:path w="1815" h="59">
                  <a:moveTo>
                    <a:pt x="1815" y="59"/>
                  </a:move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1815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09" name=""/>
            <p:cNvSpPr/>
            <p:nvPr/>
          </p:nvSpPr>
          <p:spPr>
            <a:xfrm rot="0">
              <a:off x="926" y="3140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10" name=""/>
            <p:cNvSpPr/>
            <p:nvPr/>
          </p:nvSpPr>
          <p:spPr>
            <a:xfrm rot="0">
              <a:off x="926" y="3140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11" name=""/>
            <p:cNvSpPr/>
            <p:nvPr/>
          </p:nvSpPr>
          <p:spPr>
            <a:xfrm rot="0">
              <a:off x="1242" y="3895"/>
              <a:ext cx="8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12" name=""/>
            <p:cNvSpPr/>
            <p:nvPr/>
          </p:nvSpPr>
          <p:spPr>
            <a:xfrm rot="0">
              <a:off x="1242" y="3895"/>
              <a:ext cx="8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13" name=""/>
            <p:cNvSpPr/>
            <p:nvPr/>
          </p:nvSpPr>
          <p:spPr>
            <a:xfrm rot="0">
              <a:off x="1250" y="3895"/>
              <a:ext cx="136" cy="15"/>
            </a:xfrm>
            <a:custGeom>
              <a:avLst/>
              <a:ahLst/>
              <a:rect l="0" t="0" r="r" b="b"/>
              <a:pathLst>
                <a:path w="54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48" y="59"/>
                  </a:lnTo>
                  <a:lnTo>
                    <a:pt x="548" y="30"/>
                  </a:lnTo>
                  <a:lnTo>
                    <a:pt x="54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14" name=""/>
            <p:cNvSpPr/>
            <p:nvPr/>
          </p:nvSpPr>
          <p:spPr>
            <a:xfrm rot="0">
              <a:off x="1250" y="3895"/>
              <a:ext cx="136" cy="15"/>
            </a:xfrm>
            <a:custGeom>
              <a:avLst/>
              <a:ahLst/>
              <a:rect l="0" t="0" r="r" b="b"/>
              <a:pathLst>
                <a:path w="548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48" y="59"/>
                  </a:lnTo>
                  <a:lnTo>
                    <a:pt x="548" y="30"/>
                  </a:lnTo>
                  <a:lnTo>
                    <a:pt x="54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15" name=""/>
            <p:cNvSpPr/>
            <p:nvPr/>
          </p:nvSpPr>
          <p:spPr>
            <a:xfrm rot="0">
              <a:off x="1386" y="3895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16" name=""/>
            <p:cNvSpPr/>
            <p:nvPr/>
          </p:nvSpPr>
          <p:spPr>
            <a:xfrm rot="0">
              <a:off x="1386" y="3895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17" name=""/>
            <p:cNvSpPr/>
            <p:nvPr/>
          </p:nvSpPr>
          <p:spPr>
            <a:xfrm rot="0">
              <a:off x="1242" y="3780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18" name=""/>
            <p:cNvSpPr/>
            <p:nvPr/>
          </p:nvSpPr>
          <p:spPr>
            <a:xfrm rot="0">
              <a:off x="1242" y="3780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19" name=""/>
            <p:cNvSpPr/>
            <p:nvPr/>
          </p:nvSpPr>
          <p:spPr>
            <a:xfrm rot="0">
              <a:off x="1242" y="3788"/>
              <a:ext cx="15" cy="115"/>
            </a:xfrm>
            <a:custGeom>
              <a:avLst/>
              <a:ahLst/>
              <a:rect l="0" t="0" r="r" b="b"/>
              <a:pathLst>
                <a:path w="58" h="462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28" y="462"/>
                  </a:lnTo>
                  <a:lnTo>
                    <a:pt x="58" y="462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20" name=""/>
            <p:cNvSpPr/>
            <p:nvPr/>
          </p:nvSpPr>
          <p:spPr>
            <a:xfrm rot="0">
              <a:off x="1242" y="3788"/>
              <a:ext cx="15" cy="115"/>
            </a:xfrm>
            <a:custGeom>
              <a:avLst/>
              <a:ahLst/>
              <a:rect l="0" t="0" r="r" b="b"/>
              <a:pathLst>
                <a:path w="58" h="462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28" y="462"/>
                  </a:lnTo>
                  <a:lnTo>
                    <a:pt x="58" y="462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21" name=""/>
            <p:cNvSpPr/>
            <p:nvPr/>
          </p:nvSpPr>
          <p:spPr>
            <a:xfrm rot="0">
              <a:off x="1242" y="390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22" name=""/>
            <p:cNvSpPr/>
            <p:nvPr/>
          </p:nvSpPr>
          <p:spPr>
            <a:xfrm rot="0">
              <a:off x="1242" y="390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23" name=""/>
            <p:cNvSpPr/>
            <p:nvPr/>
          </p:nvSpPr>
          <p:spPr>
            <a:xfrm rot="0">
              <a:off x="1085" y="3780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2" y="40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24" name=""/>
            <p:cNvSpPr/>
            <p:nvPr/>
          </p:nvSpPr>
          <p:spPr>
            <a:xfrm rot="0">
              <a:off x="1085" y="3780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2" y="40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25" name=""/>
            <p:cNvSpPr/>
            <p:nvPr/>
          </p:nvSpPr>
          <p:spPr>
            <a:xfrm rot="0">
              <a:off x="1092" y="3780"/>
              <a:ext cx="158" cy="15"/>
            </a:xfrm>
            <a:custGeom>
              <a:avLst/>
              <a:ahLst/>
              <a:rect l="0" t="0" r="r" b="b"/>
              <a:pathLst>
                <a:path w="63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631" y="59"/>
                  </a:lnTo>
                  <a:lnTo>
                    <a:pt x="631" y="30"/>
                  </a:lnTo>
                  <a:lnTo>
                    <a:pt x="63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26" name=""/>
            <p:cNvSpPr/>
            <p:nvPr/>
          </p:nvSpPr>
          <p:spPr>
            <a:xfrm rot="0">
              <a:off x="1092" y="3780"/>
              <a:ext cx="158" cy="15"/>
            </a:xfrm>
            <a:custGeom>
              <a:avLst/>
              <a:ahLst/>
              <a:rect l="0" t="0" r="r" b="b"/>
              <a:pathLst>
                <a:path w="63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631" y="59"/>
                  </a:lnTo>
                  <a:lnTo>
                    <a:pt x="631" y="30"/>
                  </a:lnTo>
                  <a:lnTo>
                    <a:pt x="63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27" name=""/>
            <p:cNvSpPr/>
            <p:nvPr/>
          </p:nvSpPr>
          <p:spPr>
            <a:xfrm rot="0">
              <a:off x="1250" y="3780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5" y="48"/>
                  </a:lnTo>
                  <a:lnTo>
                    <a:pt x="18" y="54"/>
                  </a:lnTo>
                  <a:lnTo>
                    <a:pt x="10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28" name=""/>
            <p:cNvSpPr/>
            <p:nvPr/>
          </p:nvSpPr>
          <p:spPr>
            <a:xfrm rot="0">
              <a:off x="1250" y="3780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5" y="48"/>
                  </a:lnTo>
                  <a:lnTo>
                    <a:pt x="18" y="54"/>
                  </a:lnTo>
                  <a:lnTo>
                    <a:pt x="10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29" name=""/>
            <p:cNvSpPr/>
            <p:nvPr/>
          </p:nvSpPr>
          <p:spPr>
            <a:xfrm rot="0">
              <a:off x="1085" y="3903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30" name=""/>
            <p:cNvSpPr/>
            <p:nvPr/>
          </p:nvSpPr>
          <p:spPr>
            <a:xfrm rot="0">
              <a:off x="1085" y="3903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49" name=""/>
          <p:cNvGrpSpPr/>
          <p:nvPr/>
        </p:nvGrpSpPr>
        <p:grpSpPr>
          <a:xfrm rot="0">
            <a:off x="1470025" y="4033837"/>
            <a:ext cx="5726112" cy="2173287"/>
            <a:chOff x="926" y="2541"/>
            <a:chExt cx="3607" cy="1369"/>
          </a:xfrm>
        </p:grpSpPr>
        <p:sp>
          <p:nvSpPr>
            <p:cNvPr id="1052731" name=""/>
            <p:cNvSpPr/>
            <p:nvPr/>
          </p:nvSpPr>
          <p:spPr>
            <a:xfrm rot="0">
              <a:off x="1085" y="3788"/>
              <a:ext cx="14" cy="115"/>
            </a:xfrm>
            <a:custGeom>
              <a:avLst/>
              <a:ahLst/>
              <a:rect l="0" t="0" r="r" b="b"/>
              <a:pathLst>
                <a:path w="59" h="462">
                  <a:moveTo>
                    <a:pt x="0" y="462"/>
                  </a:moveTo>
                  <a:lnTo>
                    <a:pt x="29" y="462"/>
                  </a:lnTo>
                  <a:lnTo>
                    <a:pt x="59" y="462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6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32" name=""/>
            <p:cNvSpPr/>
            <p:nvPr/>
          </p:nvSpPr>
          <p:spPr>
            <a:xfrm rot="0">
              <a:off x="1085" y="3788"/>
              <a:ext cx="14" cy="115"/>
            </a:xfrm>
            <a:custGeom>
              <a:avLst/>
              <a:ahLst/>
              <a:rect l="0" t="0" r="r" b="b"/>
              <a:pathLst>
                <a:path w="59" h="462">
                  <a:moveTo>
                    <a:pt x="0" y="462"/>
                  </a:moveTo>
                  <a:lnTo>
                    <a:pt x="29" y="462"/>
                  </a:lnTo>
                  <a:lnTo>
                    <a:pt x="59" y="462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33" name=""/>
            <p:cNvSpPr/>
            <p:nvPr/>
          </p:nvSpPr>
          <p:spPr>
            <a:xfrm rot="0">
              <a:off x="1085" y="3780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34" name=""/>
            <p:cNvSpPr/>
            <p:nvPr/>
          </p:nvSpPr>
          <p:spPr>
            <a:xfrm rot="0">
              <a:off x="1085" y="3780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35" name=""/>
            <p:cNvSpPr/>
            <p:nvPr/>
          </p:nvSpPr>
          <p:spPr>
            <a:xfrm rot="0">
              <a:off x="926" y="3895"/>
              <a:ext cx="7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36" name=""/>
            <p:cNvSpPr/>
            <p:nvPr/>
          </p:nvSpPr>
          <p:spPr>
            <a:xfrm rot="0">
              <a:off x="926" y="3895"/>
              <a:ext cx="7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37" name=""/>
            <p:cNvSpPr/>
            <p:nvPr/>
          </p:nvSpPr>
          <p:spPr>
            <a:xfrm rot="0">
              <a:off x="933" y="3895"/>
              <a:ext cx="159" cy="15"/>
            </a:xfrm>
            <a:custGeom>
              <a:avLst/>
              <a:ahLst/>
              <a:rect l="0" t="0" r="r" b="b"/>
              <a:pathLst>
                <a:path w="636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636" y="59"/>
                  </a:lnTo>
                  <a:lnTo>
                    <a:pt x="636" y="30"/>
                  </a:ln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38" name=""/>
            <p:cNvSpPr/>
            <p:nvPr/>
          </p:nvSpPr>
          <p:spPr>
            <a:xfrm rot="0">
              <a:off x="933" y="3895"/>
              <a:ext cx="159" cy="15"/>
            </a:xfrm>
            <a:custGeom>
              <a:avLst/>
              <a:ahLst/>
              <a:rect l="0" t="0" r="r" b="b"/>
              <a:pathLst>
                <a:path w="636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636" y="59"/>
                  </a:lnTo>
                  <a:lnTo>
                    <a:pt x="636" y="30"/>
                  </a:ln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39" name=""/>
            <p:cNvSpPr/>
            <p:nvPr/>
          </p:nvSpPr>
          <p:spPr>
            <a:xfrm rot="0">
              <a:off x="1092" y="3895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40" name=""/>
            <p:cNvSpPr/>
            <p:nvPr/>
          </p:nvSpPr>
          <p:spPr>
            <a:xfrm rot="0">
              <a:off x="1092" y="3895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41" name=""/>
            <p:cNvSpPr/>
            <p:nvPr/>
          </p:nvSpPr>
          <p:spPr>
            <a:xfrm rot="0">
              <a:off x="1234" y="3584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42" name=""/>
            <p:cNvSpPr/>
            <p:nvPr/>
          </p:nvSpPr>
          <p:spPr>
            <a:xfrm rot="0">
              <a:off x="1234" y="3584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43" name=""/>
            <p:cNvSpPr/>
            <p:nvPr/>
          </p:nvSpPr>
          <p:spPr>
            <a:xfrm rot="0">
              <a:off x="1234" y="3441"/>
              <a:ext cx="15" cy="143"/>
            </a:xfrm>
            <a:custGeom>
              <a:avLst/>
              <a:ahLst/>
              <a:rect l="0" t="0" r="r" b="b"/>
              <a:pathLst>
                <a:path w="58" h="572">
                  <a:moveTo>
                    <a:pt x="0" y="572"/>
                  </a:moveTo>
                  <a:lnTo>
                    <a:pt x="28" y="572"/>
                  </a:lnTo>
                  <a:lnTo>
                    <a:pt x="58" y="572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5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44" name=""/>
            <p:cNvSpPr/>
            <p:nvPr/>
          </p:nvSpPr>
          <p:spPr>
            <a:xfrm rot="0">
              <a:off x="1234" y="3441"/>
              <a:ext cx="15" cy="143"/>
            </a:xfrm>
            <a:custGeom>
              <a:avLst/>
              <a:ahLst/>
              <a:rect l="0" t="0" r="r" b="b"/>
              <a:pathLst>
                <a:path w="58" h="572">
                  <a:moveTo>
                    <a:pt x="0" y="572"/>
                  </a:moveTo>
                  <a:lnTo>
                    <a:pt x="28" y="572"/>
                  </a:lnTo>
                  <a:lnTo>
                    <a:pt x="58" y="572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5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45" name=""/>
            <p:cNvSpPr/>
            <p:nvPr/>
          </p:nvSpPr>
          <p:spPr>
            <a:xfrm rot="0">
              <a:off x="1234" y="3434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46" name=""/>
            <p:cNvSpPr/>
            <p:nvPr/>
          </p:nvSpPr>
          <p:spPr>
            <a:xfrm rot="0">
              <a:off x="1234" y="3434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47" name=""/>
            <p:cNvSpPr/>
            <p:nvPr/>
          </p:nvSpPr>
          <p:spPr>
            <a:xfrm rot="0">
              <a:off x="1386" y="3577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48" name=""/>
            <p:cNvSpPr/>
            <p:nvPr/>
          </p:nvSpPr>
          <p:spPr>
            <a:xfrm rot="0">
              <a:off x="1386" y="3577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49" name=""/>
            <p:cNvSpPr/>
            <p:nvPr/>
          </p:nvSpPr>
          <p:spPr>
            <a:xfrm rot="0">
              <a:off x="933" y="3577"/>
              <a:ext cx="453" cy="15"/>
            </a:xfrm>
            <a:custGeom>
              <a:avLst/>
              <a:ahLst/>
              <a:rect l="0" t="0" r="r" b="b"/>
              <a:pathLst>
                <a:path w="1815" h="58">
                  <a:moveTo>
                    <a:pt x="1815" y="58"/>
                  </a:move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1815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50" name=""/>
            <p:cNvSpPr/>
            <p:nvPr/>
          </p:nvSpPr>
          <p:spPr>
            <a:xfrm rot="0">
              <a:off x="933" y="3577"/>
              <a:ext cx="453" cy="15"/>
            </a:xfrm>
            <a:custGeom>
              <a:avLst/>
              <a:ahLst/>
              <a:rect l="0" t="0" r="r" b="b"/>
              <a:pathLst>
                <a:path w="1815" h="58">
                  <a:moveTo>
                    <a:pt x="1815" y="58"/>
                  </a:move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1815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51" name=""/>
            <p:cNvSpPr/>
            <p:nvPr/>
          </p:nvSpPr>
          <p:spPr>
            <a:xfrm rot="0">
              <a:off x="926" y="3577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52" name=""/>
            <p:cNvSpPr/>
            <p:nvPr/>
          </p:nvSpPr>
          <p:spPr>
            <a:xfrm rot="0">
              <a:off x="926" y="3577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53" name=""/>
            <p:cNvSpPr/>
            <p:nvPr/>
          </p:nvSpPr>
          <p:spPr>
            <a:xfrm rot="0">
              <a:off x="1386" y="3434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54" name=""/>
            <p:cNvSpPr/>
            <p:nvPr/>
          </p:nvSpPr>
          <p:spPr>
            <a:xfrm rot="0">
              <a:off x="1386" y="3434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55" name=""/>
            <p:cNvSpPr/>
            <p:nvPr/>
          </p:nvSpPr>
          <p:spPr>
            <a:xfrm rot="0">
              <a:off x="933" y="3434"/>
              <a:ext cx="453" cy="15"/>
            </a:xfrm>
            <a:custGeom>
              <a:avLst/>
              <a:ahLst/>
              <a:rect l="0" t="0" r="r" b="b"/>
              <a:pathLst>
                <a:path w="1815" h="59">
                  <a:moveTo>
                    <a:pt x="1815" y="59"/>
                  </a:move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1815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56" name=""/>
            <p:cNvSpPr/>
            <p:nvPr/>
          </p:nvSpPr>
          <p:spPr>
            <a:xfrm rot="0">
              <a:off x="933" y="3434"/>
              <a:ext cx="453" cy="15"/>
            </a:xfrm>
            <a:custGeom>
              <a:avLst/>
              <a:ahLst/>
              <a:rect l="0" t="0" r="r" b="b"/>
              <a:pathLst>
                <a:path w="1815" h="59">
                  <a:moveTo>
                    <a:pt x="1815" y="59"/>
                  </a:moveTo>
                  <a:lnTo>
                    <a:pt x="1815" y="30"/>
                  </a:lnTo>
                  <a:lnTo>
                    <a:pt x="181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1815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57" name=""/>
            <p:cNvSpPr/>
            <p:nvPr/>
          </p:nvSpPr>
          <p:spPr>
            <a:xfrm rot="0">
              <a:off x="926" y="3434"/>
              <a:ext cx="7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58" name=""/>
            <p:cNvSpPr/>
            <p:nvPr/>
          </p:nvSpPr>
          <p:spPr>
            <a:xfrm rot="0">
              <a:off x="926" y="3434"/>
              <a:ext cx="7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59" name=""/>
            <p:cNvSpPr/>
            <p:nvPr/>
          </p:nvSpPr>
          <p:spPr>
            <a:xfrm rot="0">
              <a:off x="1379" y="390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60" name=""/>
            <p:cNvSpPr/>
            <p:nvPr/>
          </p:nvSpPr>
          <p:spPr>
            <a:xfrm rot="0">
              <a:off x="1379" y="390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61" name=""/>
            <p:cNvSpPr/>
            <p:nvPr/>
          </p:nvSpPr>
          <p:spPr>
            <a:xfrm rot="0">
              <a:off x="1379" y="3441"/>
              <a:ext cx="15" cy="462"/>
            </a:xfrm>
            <a:custGeom>
              <a:avLst/>
              <a:ahLst/>
              <a:rect l="0" t="0" r="r" b="b"/>
              <a:pathLst>
                <a:path w="59" h="1846">
                  <a:moveTo>
                    <a:pt x="0" y="1846"/>
                  </a:moveTo>
                  <a:lnTo>
                    <a:pt x="29" y="1846"/>
                  </a:lnTo>
                  <a:lnTo>
                    <a:pt x="59" y="1846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84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62" name=""/>
            <p:cNvSpPr/>
            <p:nvPr/>
          </p:nvSpPr>
          <p:spPr>
            <a:xfrm rot="0">
              <a:off x="1379" y="3441"/>
              <a:ext cx="15" cy="462"/>
            </a:xfrm>
            <a:custGeom>
              <a:avLst/>
              <a:ahLst/>
              <a:rect l="0" t="0" r="r" b="b"/>
              <a:pathLst>
                <a:path w="59" h="1846">
                  <a:moveTo>
                    <a:pt x="0" y="1846"/>
                  </a:moveTo>
                  <a:lnTo>
                    <a:pt x="29" y="1846"/>
                  </a:lnTo>
                  <a:lnTo>
                    <a:pt x="59" y="1846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8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63" name=""/>
            <p:cNvSpPr/>
            <p:nvPr/>
          </p:nvSpPr>
          <p:spPr>
            <a:xfrm rot="0">
              <a:off x="1379" y="3434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64" name=""/>
            <p:cNvSpPr/>
            <p:nvPr/>
          </p:nvSpPr>
          <p:spPr>
            <a:xfrm rot="0">
              <a:off x="1379" y="3434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65" name=""/>
            <p:cNvSpPr/>
            <p:nvPr/>
          </p:nvSpPr>
          <p:spPr>
            <a:xfrm rot="0">
              <a:off x="926" y="3434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66" name=""/>
            <p:cNvSpPr/>
            <p:nvPr/>
          </p:nvSpPr>
          <p:spPr>
            <a:xfrm rot="0">
              <a:off x="926" y="3434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67" name=""/>
            <p:cNvSpPr/>
            <p:nvPr/>
          </p:nvSpPr>
          <p:spPr>
            <a:xfrm rot="0">
              <a:off x="926" y="3441"/>
              <a:ext cx="14" cy="462"/>
            </a:xfrm>
            <a:custGeom>
              <a:avLst/>
              <a:ahLst/>
              <a:rect l="0" t="0" r="r" b="b"/>
              <a:pathLst>
                <a:path w="58" h="184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846"/>
                  </a:lnTo>
                  <a:lnTo>
                    <a:pt x="28" y="1846"/>
                  </a:lnTo>
                  <a:lnTo>
                    <a:pt x="58" y="1846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68" name=""/>
            <p:cNvSpPr/>
            <p:nvPr/>
          </p:nvSpPr>
          <p:spPr>
            <a:xfrm rot="0">
              <a:off x="926" y="3441"/>
              <a:ext cx="14" cy="462"/>
            </a:xfrm>
            <a:custGeom>
              <a:avLst/>
              <a:ahLst/>
              <a:rect l="0" t="0" r="r" b="b"/>
              <a:pathLst>
                <a:path w="58" h="184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846"/>
                  </a:lnTo>
                  <a:lnTo>
                    <a:pt x="28" y="1846"/>
                  </a:lnTo>
                  <a:lnTo>
                    <a:pt x="58" y="184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69" name=""/>
            <p:cNvSpPr/>
            <p:nvPr/>
          </p:nvSpPr>
          <p:spPr>
            <a:xfrm rot="0">
              <a:off x="926" y="3903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70" name=""/>
            <p:cNvSpPr/>
            <p:nvPr/>
          </p:nvSpPr>
          <p:spPr>
            <a:xfrm rot="0">
              <a:off x="926" y="3903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71" name=""/>
            <p:cNvSpPr/>
            <p:nvPr/>
          </p:nvSpPr>
          <p:spPr>
            <a:xfrm rot="0">
              <a:off x="2075" y="284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72" name=""/>
            <p:cNvSpPr/>
            <p:nvPr/>
          </p:nvSpPr>
          <p:spPr>
            <a:xfrm rot="0">
              <a:off x="2075" y="2841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73" name=""/>
            <p:cNvSpPr/>
            <p:nvPr/>
          </p:nvSpPr>
          <p:spPr>
            <a:xfrm rot="0">
              <a:off x="2075" y="2848"/>
              <a:ext cx="15" cy="62"/>
            </a:xfrm>
            <a:custGeom>
              <a:avLst/>
              <a:ahLst/>
              <a:rect l="0" t="0" r="r" b="b"/>
              <a:pathLst>
                <a:path w="58" h="247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47"/>
                  </a:lnTo>
                  <a:lnTo>
                    <a:pt x="29" y="247"/>
                  </a:lnTo>
                  <a:lnTo>
                    <a:pt x="58" y="247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74" name=""/>
            <p:cNvSpPr/>
            <p:nvPr/>
          </p:nvSpPr>
          <p:spPr>
            <a:xfrm rot="0">
              <a:off x="2075" y="2848"/>
              <a:ext cx="15" cy="62"/>
            </a:xfrm>
            <a:custGeom>
              <a:avLst/>
              <a:ahLst/>
              <a:rect l="0" t="0" r="r" b="b"/>
              <a:pathLst>
                <a:path w="58" h="247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47"/>
                  </a:lnTo>
                  <a:lnTo>
                    <a:pt x="29" y="247"/>
                  </a:lnTo>
                  <a:lnTo>
                    <a:pt x="58" y="247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75" name=""/>
            <p:cNvSpPr/>
            <p:nvPr/>
          </p:nvSpPr>
          <p:spPr>
            <a:xfrm rot="0">
              <a:off x="2075" y="2910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76" name=""/>
            <p:cNvSpPr/>
            <p:nvPr/>
          </p:nvSpPr>
          <p:spPr>
            <a:xfrm rot="0">
              <a:off x="2075" y="2910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77" name=""/>
            <p:cNvSpPr/>
            <p:nvPr/>
          </p:nvSpPr>
          <p:spPr>
            <a:xfrm rot="0">
              <a:off x="2075" y="2946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78" name=""/>
            <p:cNvSpPr/>
            <p:nvPr/>
          </p:nvSpPr>
          <p:spPr>
            <a:xfrm rot="0">
              <a:off x="2075" y="2946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79" name=""/>
            <p:cNvSpPr/>
            <p:nvPr/>
          </p:nvSpPr>
          <p:spPr>
            <a:xfrm rot="0">
              <a:off x="2075" y="2954"/>
              <a:ext cx="15" cy="87"/>
            </a:xfrm>
            <a:custGeom>
              <a:avLst/>
              <a:ahLst/>
              <a:rect l="0" t="0" r="r" b="b"/>
              <a:pathLst>
                <a:path w="58" h="352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352"/>
                  </a:lnTo>
                  <a:lnTo>
                    <a:pt x="29" y="352"/>
                  </a:lnTo>
                  <a:lnTo>
                    <a:pt x="58" y="352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80" name=""/>
            <p:cNvSpPr/>
            <p:nvPr/>
          </p:nvSpPr>
          <p:spPr>
            <a:xfrm rot="0">
              <a:off x="2075" y="2954"/>
              <a:ext cx="15" cy="87"/>
            </a:xfrm>
            <a:custGeom>
              <a:avLst/>
              <a:ahLst/>
              <a:rect l="0" t="0" r="r" b="b"/>
              <a:pathLst>
                <a:path w="58" h="352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352"/>
                  </a:lnTo>
                  <a:lnTo>
                    <a:pt x="29" y="352"/>
                  </a:lnTo>
                  <a:lnTo>
                    <a:pt x="58" y="352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81" name=""/>
            <p:cNvSpPr/>
            <p:nvPr/>
          </p:nvSpPr>
          <p:spPr>
            <a:xfrm rot="0">
              <a:off x="2075" y="3041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82" name=""/>
            <p:cNvSpPr/>
            <p:nvPr/>
          </p:nvSpPr>
          <p:spPr>
            <a:xfrm rot="0">
              <a:off x="2075" y="3041"/>
              <a:ext cx="15" cy="8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83" name=""/>
            <p:cNvSpPr/>
            <p:nvPr/>
          </p:nvSpPr>
          <p:spPr>
            <a:xfrm rot="0">
              <a:off x="2075" y="3078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84" name=""/>
            <p:cNvSpPr/>
            <p:nvPr/>
          </p:nvSpPr>
          <p:spPr>
            <a:xfrm rot="0">
              <a:off x="2075" y="3078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85" name=""/>
            <p:cNvSpPr/>
            <p:nvPr/>
          </p:nvSpPr>
          <p:spPr>
            <a:xfrm rot="0">
              <a:off x="2075" y="3085"/>
              <a:ext cx="15" cy="62"/>
            </a:xfrm>
            <a:custGeom>
              <a:avLst/>
              <a:ahLst/>
              <a:rect l="0" t="0" r="r" b="b"/>
              <a:pathLst>
                <a:path w="58" h="247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47"/>
                  </a:lnTo>
                  <a:lnTo>
                    <a:pt x="29" y="247"/>
                  </a:lnTo>
                  <a:lnTo>
                    <a:pt x="58" y="247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86" name=""/>
            <p:cNvSpPr/>
            <p:nvPr/>
          </p:nvSpPr>
          <p:spPr>
            <a:xfrm rot="0">
              <a:off x="2075" y="3085"/>
              <a:ext cx="15" cy="62"/>
            </a:xfrm>
            <a:custGeom>
              <a:avLst/>
              <a:ahLst/>
              <a:rect l="0" t="0" r="r" b="b"/>
              <a:pathLst>
                <a:path w="58" h="247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47"/>
                  </a:lnTo>
                  <a:lnTo>
                    <a:pt x="29" y="247"/>
                  </a:lnTo>
                  <a:lnTo>
                    <a:pt x="58" y="247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87" name=""/>
            <p:cNvSpPr/>
            <p:nvPr/>
          </p:nvSpPr>
          <p:spPr>
            <a:xfrm rot="0">
              <a:off x="2075" y="3147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88" name=""/>
            <p:cNvSpPr/>
            <p:nvPr/>
          </p:nvSpPr>
          <p:spPr>
            <a:xfrm rot="0">
              <a:off x="2075" y="3147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89" name=""/>
            <p:cNvSpPr/>
            <p:nvPr/>
          </p:nvSpPr>
          <p:spPr>
            <a:xfrm rot="0">
              <a:off x="1730" y="2705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90" name=""/>
            <p:cNvSpPr/>
            <p:nvPr/>
          </p:nvSpPr>
          <p:spPr>
            <a:xfrm rot="0">
              <a:off x="1730" y="2705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91" name=""/>
            <p:cNvSpPr/>
            <p:nvPr/>
          </p:nvSpPr>
          <p:spPr>
            <a:xfrm rot="0">
              <a:off x="1737" y="2705"/>
              <a:ext cx="142" cy="14"/>
            </a:xfrm>
            <a:custGeom>
              <a:avLst/>
              <a:ahLst/>
              <a:rect l="0" t="0" r="r" b="b"/>
              <a:pathLst>
                <a:path w="57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71" y="59"/>
                  </a:lnTo>
                  <a:lnTo>
                    <a:pt x="571" y="30"/>
                  </a:lnTo>
                  <a:lnTo>
                    <a:pt x="57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92" name=""/>
            <p:cNvSpPr/>
            <p:nvPr/>
          </p:nvSpPr>
          <p:spPr>
            <a:xfrm rot="0">
              <a:off x="1737" y="2705"/>
              <a:ext cx="142" cy="14"/>
            </a:xfrm>
            <a:custGeom>
              <a:avLst/>
              <a:ahLst/>
              <a:rect l="0" t="0" r="r" b="b"/>
              <a:pathLst>
                <a:path w="57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71" y="59"/>
                  </a:lnTo>
                  <a:lnTo>
                    <a:pt x="571" y="30"/>
                  </a:lnTo>
                  <a:lnTo>
                    <a:pt x="57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93" name=""/>
            <p:cNvSpPr/>
            <p:nvPr/>
          </p:nvSpPr>
          <p:spPr>
            <a:xfrm rot="0">
              <a:off x="1879" y="2705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94" name=""/>
            <p:cNvSpPr/>
            <p:nvPr/>
          </p:nvSpPr>
          <p:spPr>
            <a:xfrm rot="0">
              <a:off x="1879" y="2705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95" name=""/>
            <p:cNvSpPr/>
            <p:nvPr/>
          </p:nvSpPr>
          <p:spPr>
            <a:xfrm rot="0">
              <a:off x="2191" y="284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96" name=""/>
            <p:cNvSpPr/>
            <p:nvPr/>
          </p:nvSpPr>
          <p:spPr>
            <a:xfrm rot="0">
              <a:off x="2191" y="2841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97" name=""/>
            <p:cNvSpPr/>
            <p:nvPr/>
          </p:nvSpPr>
          <p:spPr>
            <a:xfrm rot="0">
              <a:off x="2191" y="2848"/>
              <a:ext cx="14" cy="299"/>
            </a:xfrm>
            <a:custGeom>
              <a:avLst/>
              <a:ahLst/>
              <a:rect l="0" t="0" r="r" b="b"/>
              <a:pathLst>
                <a:path w="59" h="119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9" y="1196"/>
                  </a:lnTo>
                  <a:lnTo>
                    <a:pt x="59" y="1196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798" name=""/>
            <p:cNvSpPr/>
            <p:nvPr/>
          </p:nvSpPr>
          <p:spPr>
            <a:xfrm rot="0">
              <a:off x="2191" y="2848"/>
              <a:ext cx="14" cy="299"/>
            </a:xfrm>
            <a:custGeom>
              <a:avLst/>
              <a:ahLst/>
              <a:rect l="0" t="0" r="r" b="b"/>
              <a:pathLst>
                <a:path w="59" h="1196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9" y="1196"/>
                  </a:lnTo>
                  <a:lnTo>
                    <a:pt x="59" y="1196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799" name=""/>
            <p:cNvSpPr/>
            <p:nvPr/>
          </p:nvSpPr>
          <p:spPr>
            <a:xfrm rot="0">
              <a:off x="2191" y="3147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00" name=""/>
            <p:cNvSpPr/>
            <p:nvPr/>
          </p:nvSpPr>
          <p:spPr>
            <a:xfrm rot="0">
              <a:off x="2191" y="3147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01" name=""/>
            <p:cNvSpPr/>
            <p:nvPr/>
          </p:nvSpPr>
          <p:spPr>
            <a:xfrm rot="0">
              <a:off x="1872" y="2841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02" name=""/>
            <p:cNvSpPr/>
            <p:nvPr/>
          </p:nvSpPr>
          <p:spPr>
            <a:xfrm rot="0">
              <a:off x="1872" y="2841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03" name=""/>
            <p:cNvSpPr/>
            <p:nvPr/>
          </p:nvSpPr>
          <p:spPr>
            <a:xfrm rot="0">
              <a:off x="1879" y="2841"/>
              <a:ext cx="319" cy="14"/>
            </a:xfrm>
            <a:custGeom>
              <a:avLst/>
              <a:ahLst/>
              <a:rect l="0" t="0" r="r" b="b"/>
              <a:pathLst>
                <a:path w="1274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274" y="59"/>
                  </a:lnTo>
                  <a:lnTo>
                    <a:pt x="1274" y="30"/>
                  </a:lnTo>
                  <a:lnTo>
                    <a:pt x="127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04" name=""/>
            <p:cNvSpPr/>
            <p:nvPr/>
          </p:nvSpPr>
          <p:spPr>
            <a:xfrm rot="0">
              <a:off x="1879" y="2841"/>
              <a:ext cx="319" cy="14"/>
            </a:xfrm>
            <a:custGeom>
              <a:avLst/>
              <a:ahLst/>
              <a:rect l="0" t="0" r="r" b="b"/>
              <a:pathLst>
                <a:path w="1274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274" y="59"/>
                  </a:lnTo>
                  <a:lnTo>
                    <a:pt x="1274" y="30"/>
                  </a:lnTo>
                  <a:lnTo>
                    <a:pt x="12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05" name=""/>
            <p:cNvSpPr/>
            <p:nvPr/>
          </p:nvSpPr>
          <p:spPr>
            <a:xfrm rot="0">
              <a:off x="2198" y="2841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06" name=""/>
            <p:cNvSpPr/>
            <p:nvPr/>
          </p:nvSpPr>
          <p:spPr>
            <a:xfrm rot="0">
              <a:off x="2198" y="2841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07" name=""/>
            <p:cNvSpPr/>
            <p:nvPr/>
          </p:nvSpPr>
          <p:spPr>
            <a:xfrm rot="0">
              <a:off x="1872" y="2541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08" name=""/>
            <p:cNvSpPr/>
            <p:nvPr/>
          </p:nvSpPr>
          <p:spPr>
            <a:xfrm rot="0">
              <a:off x="1872" y="2541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09" name=""/>
            <p:cNvSpPr/>
            <p:nvPr/>
          </p:nvSpPr>
          <p:spPr>
            <a:xfrm rot="0">
              <a:off x="1872" y="2549"/>
              <a:ext cx="15" cy="299"/>
            </a:xfrm>
            <a:custGeom>
              <a:avLst/>
              <a:ahLst/>
              <a:rect l="0" t="0" r="r" b="b"/>
              <a:pathLst>
                <a:path w="59" h="1197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7"/>
                  </a:lnTo>
                  <a:lnTo>
                    <a:pt x="29" y="1197"/>
                  </a:lnTo>
                  <a:lnTo>
                    <a:pt x="59" y="1197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10" name=""/>
            <p:cNvSpPr/>
            <p:nvPr/>
          </p:nvSpPr>
          <p:spPr>
            <a:xfrm rot="0">
              <a:off x="1872" y="2549"/>
              <a:ext cx="15" cy="299"/>
            </a:xfrm>
            <a:custGeom>
              <a:avLst/>
              <a:ahLst/>
              <a:rect l="0" t="0" r="r" b="b"/>
              <a:pathLst>
                <a:path w="59" h="1197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197"/>
                  </a:lnTo>
                  <a:lnTo>
                    <a:pt x="29" y="1197"/>
                  </a:lnTo>
                  <a:lnTo>
                    <a:pt x="59" y="1197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11" name=""/>
            <p:cNvSpPr/>
            <p:nvPr/>
          </p:nvSpPr>
          <p:spPr>
            <a:xfrm rot="0">
              <a:off x="1872" y="2848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12" name=""/>
            <p:cNvSpPr/>
            <p:nvPr/>
          </p:nvSpPr>
          <p:spPr>
            <a:xfrm rot="0">
              <a:off x="1872" y="2848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13" name=""/>
            <p:cNvSpPr/>
            <p:nvPr/>
          </p:nvSpPr>
          <p:spPr>
            <a:xfrm rot="0">
              <a:off x="1730" y="2541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14" name=""/>
            <p:cNvSpPr/>
            <p:nvPr/>
          </p:nvSpPr>
          <p:spPr>
            <a:xfrm rot="0">
              <a:off x="1730" y="2541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15" name=""/>
            <p:cNvSpPr/>
            <p:nvPr/>
          </p:nvSpPr>
          <p:spPr>
            <a:xfrm rot="0">
              <a:off x="1737" y="2541"/>
              <a:ext cx="142" cy="15"/>
            </a:xfrm>
            <a:custGeom>
              <a:avLst/>
              <a:ahLst/>
              <a:rect l="0" t="0" r="r" b="b"/>
              <a:pathLst>
                <a:path w="571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571" y="58"/>
                  </a:lnTo>
                  <a:lnTo>
                    <a:pt x="571" y="30"/>
                  </a:lnTo>
                  <a:lnTo>
                    <a:pt x="57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16" name=""/>
            <p:cNvSpPr/>
            <p:nvPr/>
          </p:nvSpPr>
          <p:spPr>
            <a:xfrm rot="0">
              <a:off x="1737" y="2541"/>
              <a:ext cx="142" cy="15"/>
            </a:xfrm>
            <a:custGeom>
              <a:avLst/>
              <a:ahLst/>
              <a:rect l="0" t="0" r="r" b="b"/>
              <a:pathLst>
                <a:path w="571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571" y="58"/>
                  </a:lnTo>
                  <a:lnTo>
                    <a:pt x="571" y="30"/>
                  </a:lnTo>
                  <a:lnTo>
                    <a:pt x="57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17" name=""/>
            <p:cNvSpPr/>
            <p:nvPr/>
          </p:nvSpPr>
          <p:spPr>
            <a:xfrm rot="0">
              <a:off x="1879" y="2541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18" name=""/>
            <p:cNvSpPr/>
            <p:nvPr/>
          </p:nvSpPr>
          <p:spPr>
            <a:xfrm rot="0">
              <a:off x="1879" y="2541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19" name=""/>
            <p:cNvSpPr/>
            <p:nvPr/>
          </p:nvSpPr>
          <p:spPr>
            <a:xfrm rot="0">
              <a:off x="1730" y="2841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20" name=""/>
            <p:cNvSpPr/>
            <p:nvPr/>
          </p:nvSpPr>
          <p:spPr>
            <a:xfrm rot="0">
              <a:off x="1730" y="2841"/>
              <a:ext cx="14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21" name=""/>
            <p:cNvSpPr/>
            <p:nvPr/>
          </p:nvSpPr>
          <p:spPr>
            <a:xfrm rot="0">
              <a:off x="1730" y="2848"/>
              <a:ext cx="14" cy="299"/>
            </a:xfrm>
            <a:custGeom>
              <a:avLst/>
              <a:ahLst/>
              <a:rect l="0" t="0" r="r" b="b"/>
              <a:pathLst>
                <a:path w="58" h="119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8" y="1196"/>
                  </a:lnTo>
                  <a:lnTo>
                    <a:pt x="58" y="1196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22" name=""/>
            <p:cNvSpPr/>
            <p:nvPr/>
          </p:nvSpPr>
          <p:spPr>
            <a:xfrm rot="0">
              <a:off x="1730" y="2848"/>
              <a:ext cx="14" cy="299"/>
            </a:xfrm>
            <a:custGeom>
              <a:avLst/>
              <a:ahLst/>
              <a:rect l="0" t="0" r="r" b="b"/>
              <a:pathLst>
                <a:path w="58" h="1196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196"/>
                  </a:lnTo>
                  <a:lnTo>
                    <a:pt x="28" y="1196"/>
                  </a:lnTo>
                  <a:lnTo>
                    <a:pt x="58" y="119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23" name=""/>
            <p:cNvSpPr/>
            <p:nvPr/>
          </p:nvSpPr>
          <p:spPr>
            <a:xfrm rot="0">
              <a:off x="1730" y="3147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24" name=""/>
            <p:cNvSpPr/>
            <p:nvPr/>
          </p:nvSpPr>
          <p:spPr>
            <a:xfrm rot="0">
              <a:off x="1730" y="3147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25" name=""/>
            <p:cNvSpPr/>
            <p:nvPr/>
          </p:nvSpPr>
          <p:spPr>
            <a:xfrm rot="0">
              <a:off x="1730" y="3140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26" name=""/>
            <p:cNvSpPr/>
            <p:nvPr/>
          </p:nvSpPr>
          <p:spPr>
            <a:xfrm rot="0">
              <a:off x="1730" y="3140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27" name=""/>
            <p:cNvSpPr/>
            <p:nvPr/>
          </p:nvSpPr>
          <p:spPr>
            <a:xfrm rot="0">
              <a:off x="1737" y="3140"/>
              <a:ext cx="461" cy="14"/>
            </a:xfrm>
            <a:custGeom>
              <a:avLst/>
              <a:ahLst/>
              <a:rect l="0" t="0" r="r" b="b"/>
              <a:pathLst>
                <a:path w="1845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845" y="59"/>
                  </a:lnTo>
                  <a:lnTo>
                    <a:pt x="1845" y="30"/>
                  </a:lnTo>
                  <a:lnTo>
                    <a:pt x="184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28" name=""/>
            <p:cNvSpPr/>
            <p:nvPr/>
          </p:nvSpPr>
          <p:spPr>
            <a:xfrm rot="0">
              <a:off x="1737" y="3140"/>
              <a:ext cx="461" cy="14"/>
            </a:xfrm>
            <a:custGeom>
              <a:avLst/>
              <a:ahLst/>
              <a:rect l="0" t="0" r="r" b="b"/>
              <a:pathLst>
                <a:path w="1845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845" y="59"/>
                  </a:lnTo>
                  <a:lnTo>
                    <a:pt x="1845" y="30"/>
                  </a:lnTo>
                  <a:lnTo>
                    <a:pt x="184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29" name=""/>
            <p:cNvSpPr/>
            <p:nvPr/>
          </p:nvSpPr>
          <p:spPr>
            <a:xfrm rot="0">
              <a:off x="2198" y="3140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30" name=""/>
            <p:cNvSpPr/>
            <p:nvPr/>
          </p:nvSpPr>
          <p:spPr>
            <a:xfrm rot="0">
              <a:off x="2198" y="3140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31" name=""/>
            <p:cNvSpPr/>
            <p:nvPr/>
          </p:nvSpPr>
          <p:spPr>
            <a:xfrm rot="0">
              <a:off x="4197" y="287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32" name=""/>
            <p:cNvSpPr/>
            <p:nvPr/>
          </p:nvSpPr>
          <p:spPr>
            <a:xfrm rot="0">
              <a:off x="4197" y="287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33" name=""/>
            <p:cNvSpPr/>
            <p:nvPr/>
          </p:nvSpPr>
          <p:spPr>
            <a:xfrm rot="0">
              <a:off x="4197" y="2560"/>
              <a:ext cx="15" cy="311"/>
            </a:xfrm>
            <a:custGeom>
              <a:avLst/>
              <a:ahLst/>
              <a:rect l="0" t="0" r="r" b="b"/>
              <a:pathLst>
                <a:path w="58" h="1246">
                  <a:moveTo>
                    <a:pt x="0" y="1246"/>
                  </a:moveTo>
                  <a:lnTo>
                    <a:pt x="28" y="1246"/>
                  </a:lnTo>
                  <a:lnTo>
                    <a:pt x="58" y="1246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124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34" name=""/>
            <p:cNvSpPr/>
            <p:nvPr/>
          </p:nvSpPr>
          <p:spPr>
            <a:xfrm rot="0">
              <a:off x="4197" y="2560"/>
              <a:ext cx="15" cy="311"/>
            </a:xfrm>
            <a:custGeom>
              <a:avLst/>
              <a:ahLst/>
              <a:rect l="0" t="0" r="r" b="b"/>
              <a:pathLst>
                <a:path w="58" h="1246">
                  <a:moveTo>
                    <a:pt x="0" y="1246"/>
                  </a:moveTo>
                  <a:lnTo>
                    <a:pt x="28" y="1246"/>
                  </a:lnTo>
                  <a:lnTo>
                    <a:pt x="58" y="1246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12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35" name=""/>
            <p:cNvSpPr/>
            <p:nvPr/>
          </p:nvSpPr>
          <p:spPr>
            <a:xfrm rot="0">
              <a:off x="4197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36" name=""/>
            <p:cNvSpPr/>
            <p:nvPr/>
          </p:nvSpPr>
          <p:spPr>
            <a:xfrm rot="0">
              <a:off x="4197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37" name=""/>
            <p:cNvSpPr/>
            <p:nvPr/>
          </p:nvSpPr>
          <p:spPr>
            <a:xfrm rot="0">
              <a:off x="4525" y="2864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38" name=""/>
            <p:cNvSpPr/>
            <p:nvPr/>
          </p:nvSpPr>
          <p:spPr>
            <a:xfrm rot="0">
              <a:off x="4525" y="2864"/>
              <a:ext cx="8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39" name=""/>
            <p:cNvSpPr/>
            <p:nvPr/>
          </p:nvSpPr>
          <p:spPr>
            <a:xfrm rot="0">
              <a:off x="4204" y="2864"/>
              <a:ext cx="321" cy="14"/>
            </a:xfrm>
            <a:custGeom>
              <a:avLst/>
              <a:ahLst/>
              <a:rect l="0" t="0" r="r" b="b"/>
              <a:pathLst>
                <a:path w="1286" h="59">
                  <a:moveTo>
                    <a:pt x="1286" y="59"/>
                  </a:moveTo>
                  <a:lnTo>
                    <a:pt x="1286" y="30"/>
                  </a:lnTo>
                  <a:lnTo>
                    <a:pt x="1286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1286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40" name=""/>
            <p:cNvSpPr/>
            <p:nvPr/>
          </p:nvSpPr>
          <p:spPr>
            <a:xfrm rot="0">
              <a:off x="4204" y="2864"/>
              <a:ext cx="321" cy="14"/>
            </a:xfrm>
            <a:custGeom>
              <a:avLst/>
              <a:ahLst/>
              <a:rect l="0" t="0" r="r" b="b"/>
              <a:pathLst>
                <a:path w="1286" h="59">
                  <a:moveTo>
                    <a:pt x="1286" y="59"/>
                  </a:moveTo>
                  <a:lnTo>
                    <a:pt x="1286" y="30"/>
                  </a:lnTo>
                  <a:lnTo>
                    <a:pt x="1286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1286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41" name=""/>
            <p:cNvSpPr/>
            <p:nvPr/>
          </p:nvSpPr>
          <p:spPr>
            <a:xfrm rot="0">
              <a:off x="4197" y="2864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42" name=""/>
            <p:cNvSpPr/>
            <p:nvPr/>
          </p:nvSpPr>
          <p:spPr>
            <a:xfrm rot="0">
              <a:off x="4197" y="2864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43" name=""/>
            <p:cNvSpPr/>
            <p:nvPr/>
          </p:nvSpPr>
          <p:spPr>
            <a:xfrm rot="0">
              <a:off x="3989" y="2968"/>
              <a:ext cx="8" cy="14"/>
            </a:xfrm>
            <a:custGeom>
              <a:avLst/>
              <a:ahLst/>
              <a:rect l="0" t="0" r="r" b="b"/>
              <a:pathLst>
                <a:path w="28" h="58">
                  <a:moveTo>
                    <a:pt x="28" y="29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44" name=""/>
            <p:cNvSpPr/>
            <p:nvPr/>
          </p:nvSpPr>
          <p:spPr>
            <a:xfrm rot="0">
              <a:off x="3989" y="2968"/>
              <a:ext cx="8" cy="14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45" name=""/>
            <p:cNvSpPr/>
            <p:nvPr/>
          </p:nvSpPr>
          <p:spPr>
            <a:xfrm rot="0">
              <a:off x="3997" y="2968"/>
              <a:ext cx="528" cy="14"/>
            </a:xfrm>
            <a:custGeom>
              <a:avLst/>
              <a:ahLst/>
              <a:rect l="0" t="0" r="r" b="b"/>
              <a:pathLst>
                <a:path w="2116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2116" y="58"/>
                  </a:lnTo>
                  <a:lnTo>
                    <a:pt x="2116" y="29"/>
                  </a:lnTo>
                  <a:lnTo>
                    <a:pt x="2116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46" name=""/>
            <p:cNvSpPr/>
            <p:nvPr/>
          </p:nvSpPr>
          <p:spPr>
            <a:xfrm rot="0">
              <a:off x="3997" y="2968"/>
              <a:ext cx="528" cy="14"/>
            </a:xfrm>
            <a:custGeom>
              <a:avLst/>
              <a:ahLst/>
              <a:rect l="0" t="0" r="r" b="b"/>
              <a:pathLst>
                <a:path w="2116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2116" y="58"/>
                  </a:lnTo>
                  <a:lnTo>
                    <a:pt x="2116" y="29"/>
                  </a:lnTo>
                  <a:lnTo>
                    <a:pt x="21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47" name=""/>
            <p:cNvSpPr/>
            <p:nvPr/>
          </p:nvSpPr>
          <p:spPr>
            <a:xfrm rot="0">
              <a:off x="4525" y="2968"/>
              <a:ext cx="8" cy="14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29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48" name=""/>
            <p:cNvSpPr/>
            <p:nvPr/>
          </p:nvSpPr>
          <p:spPr>
            <a:xfrm rot="0">
              <a:off x="4525" y="2968"/>
              <a:ext cx="8" cy="14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29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49" name=""/>
            <p:cNvSpPr/>
            <p:nvPr/>
          </p:nvSpPr>
          <p:spPr>
            <a:xfrm rot="0">
              <a:off x="3989" y="3131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50" name=""/>
            <p:cNvSpPr/>
            <p:nvPr/>
          </p:nvSpPr>
          <p:spPr>
            <a:xfrm rot="0">
              <a:off x="3989" y="3131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51" name=""/>
            <p:cNvSpPr/>
            <p:nvPr/>
          </p:nvSpPr>
          <p:spPr>
            <a:xfrm rot="0">
              <a:off x="3989" y="2560"/>
              <a:ext cx="15" cy="571"/>
            </a:xfrm>
            <a:custGeom>
              <a:avLst/>
              <a:ahLst/>
              <a:rect l="0" t="0" r="r" b="b"/>
              <a:pathLst>
                <a:path w="58" h="2285">
                  <a:moveTo>
                    <a:pt x="0" y="2285"/>
                  </a:moveTo>
                  <a:lnTo>
                    <a:pt x="28" y="2285"/>
                  </a:lnTo>
                  <a:lnTo>
                    <a:pt x="58" y="2285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228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52" name=""/>
            <p:cNvSpPr/>
            <p:nvPr/>
          </p:nvSpPr>
          <p:spPr>
            <a:xfrm rot="0">
              <a:off x="3989" y="2560"/>
              <a:ext cx="15" cy="571"/>
            </a:xfrm>
            <a:custGeom>
              <a:avLst/>
              <a:ahLst/>
              <a:rect l="0" t="0" r="r" b="b"/>
              <a:pathLst>
                <a:path w="58" h="2285">
                  <a:moveTo>
                    <a:pt x="0" y="2285"/>
                  </a:moveTo>
                  <a:lnTo>
                    <a:pt x="28" y="2285"/>
                  </a:lnTo>
                  <a:lnTo>
                    <a:pt x="58" y="2285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228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53" name=""/>
            <p:cNvSpPr/>
            <p:nvPr/>
          </p:nvSpPr>
          <p:spPr>
            <a:xfrm rot="0">
              <a:off x="3989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54" name=""/>
            <p:cNvSpPr/>
            <p:nvPr/>
          </p:nvSpPr>
          <p:spPr>
            <a:xfrm rot="0">
              <a:off x="3989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55" name=""/>
            <p:cNvSpPr/>
            <p:nvPr/>
          </p:nvSpPr>
          <p:spPr>
            <a:xfrm rot="0">
              <a:off x="4525" y="312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56" name=""/>
            <p:cNvSpPr/>
            <p:nvPr/>
          </p:nvSpPr>
          <p:spPr>
            <a:xfrm rot="0">
              <a:off x="4525" y="312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57" name=""/>
            <p:cNvSpPr/>
            <p:nvPr/>
          </p:nvSpPr>
          <p:spPr>
            <a:xfrm rot="0">
              <a:off x="3997" y="3123"/>
              <a:ext cx="528" cy="15"/>
            </a:xfrm>
            <a:custGeom>
              <a:avLst/>
              <a:ahLst/>
              <a:rect l="0" t="0" r="r" b="b"/>
              <a:pathLst>
                <a:path w="2116" h="58">
                  <a:moveTo>
                    <a:pt x="2116" y="58"/>
                  </a:moveTo>
                  <a:lnTo>
                    <a:pt x="2116" y="30"/>
                  </a:lnTo>
                  <a:lnTo>
                    <a:pt x="2116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2116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58" name=""/>
            <p:cNvSpPr/>
            <p:nvPr/>
          </p:nvSpPr>
          <p:spPr>
            <a:xfrm rot="0">
              <a:off x="3997" y="3123"/>
              <a:ext cx="528" cy="15"/>
            </a:xfrm>
            <a:custGeom>
              <a:avLst/>
              <a:ahLst/>
              <a:rect l="0" t="0" r="r" b="b"/>
              <a:pathLst>
                <a:path w="2116" h="58">
                  <a:moveTo>
                    <a:pt x="2116" y="58"/>
                  </a:moveTo>
                  <a:lnTo>
                    <a:pt x="2116" y="30"/>
                  </a:lnTo>
                  <a:lnTo>
                    <a:pt x="2116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2116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59" name=""/>
            <p:cNvSpPr/>
            <p:nvPr/>
          </p:nvSpPr>
          <p:spPr>
            <a:xfrm rot="0">
              <a:off x="3989" y="3123"/>
              <a:ext cx="8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60" name=""/>
            <p:cNvSpPr/>
            <p:nvPr/>
          </p:nvSpPr>
          <p:spPr>
            <a:xfrm rot="0">
              <a:off x="3989" y="3123"/>
              <a:ext cx="8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61" name=""/>
            <p:cNvSpPr/>
            <p:nvPr/>
          </p:nvSpPr>
          <p:spPr>
            <a:xfrm rot="0">
              <a:off x="4518" y="2552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62" name=""/>
            <p:cNvSpPr/>
            <p:nvPr/>
          </p:nvSpPr>
          <p:spPr>
            <a:xfrm rot="0">
              <a:off x="4518" y="2552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63" name=""/>
            <p:cNvSpPr/>
            <p:nvPr/>
          </p:nvSpPr>
          <p:spPr>
            <a:xfrm rot="0">
              <a:off x="4518" y="2560"/>
              <a:ext cx="15" cy="571"/>
            </a:xfrm>
            <a:custGeom>
              <a:avLst/>
              <a:ahLst/>
              <a:rect l="0" t="0" r="r" b="b"/>
              <a:pathLst>
                <a:path w="59" h="228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285"/>
                  </a:lnTo>
                  <a:lnTo>
                    <a:pt x="29" y="2285"/>
                  </a:lnTo>
                  <a:lnTo>
                    <a:pt x="59" y="2285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64" name=""/>
            <p:cNvSpPr/>
            <p:nvPr/>
          </p:nvSpPr>
          <p:spPr>
            <a:xfrm rot="0">
              <a:off x="4518" y="2560"/>
              <a:ext cx="15" cy="571"/>
            </a:xfrm>
            <a:custGeom>
              <a:avLst/>
              <a:ahLst/>
              <a:rect l="0" t="0" r="r" b="b"/>
              <a:pathLst>
                <a:path w="59" h="2285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285"/>
                  </a:lnTo>
                  <a:lnTo>
                    <a:pt x="29" y="2285"/>
                  </a:lnTo>
                  <a:lnTo>
                    <a:pt x="59" y="2285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65" name=""/>
            <p:cNvSpPr/>
            <p:nvPr/>
          </p:nvSpPr>
          <p:spPr>
            <a:xfrm rot="0">
              <a:off x="4518" y="3131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66" name=""/>
            <p:cNvSpPr/>
            <p:nvPr/>
          </p:nvSpPr>
          <p:spPr>
            <a:xfrm rot="0">
              <a:off x="4518" y="3131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67" name=""/>
            <p:cNvSpPr/>
            <p:nvPr/>
          </p:nvSpPr>
          <p:spPr>
            <a:xfrm rot="0">
              <a:off x="3989" y="2552"/>
              <a:ext cx="8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68" name=""/>
            <p:cNvSpPr/>
            <p:nvPr/>
          </p:nvSpPr>
          <p:spPr>
            <a:xfrm rot="0">
              <a:off x="3989" y="2552"/>
              <a:ext cx="8" cy="15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69" name=""/>
            <p:cNvSpPr/>
            <p:nvPr/>
          </p:nvSpPr>
          <p:spPr>
            <a:xfrm rot="0">
              <a:off x="3997" y="2552"/>
              <a:ext cx="528" cy="15"/>
            </a:xfrm>
            <a:custGeom>
              <a:avLst/>
              <a:ahLst/>
              <a:rect l="0" t="0" r="r" b="b"/>
              <a:pathLst>
                <a:path w="2116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2116" y="59"/>
                  </a:lnTo>
                  <a:lnTo>
                    <a:pt x="2116" y="30"/>
                  </a:lnTo>
                  <a:lnTo>
                    <a:pt x="2116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70" name=""/>
            <p:cNvSpPr/>
            <p:nvPr/>
          </p:nvSpPr>
          <p:spPr>
            <a:xfrm rot="0">
              <a:off x="3997" y="2552"/>
              <a:ext cx="528" cy="15"/>
            </a:xfrm>
            <a:custGeom>
              <a:avLst/>
              <a:ahLst/>
              <a:rect l="0" t="0" r="r" b="b"/>
              <a:pathLst>
                <a:path w="2116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2116" y="59"/>
                  </a:lnTo>
                  <a:lnTo>
                    <a:pt x="2116" y="30"/>
                  </a:lnTo>
                  <a:lnTo>
                    <a:pt x="21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71" name=""/>
            <p:cNvSpPr/>
            <p:nvPr/>
          </p:nvSpPr>
          <p:spPr>
            <a:xfrm rot="0">
              <a:off x="4525" y="2552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72" name=""/>
            <p:cNvSpPr/>
            <p:nvPr/>
          </p:nvSpPr>
          <p:spPr>
            <a:xfrm rot="0">
              <a:off x="4525" y="2552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8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73" name=""/>
            <p:cNvSpPr/>
            <p:nvPr/>
          </p:nvSpPr>
          <p:spPr>
            <a:xfrm rot="0">
              <a:off x="3136" y="350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30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74" name=""/>
            <p:cNvSpPr/>
            <p:nvPr/>
          </p:nvSpPr>
          <p:spPr>
            <a:xfrm rot="0">
              <a:off x="3136" y="350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75" name=""/>
            <p:cNvSpPr/>
            <p:nvPr/>
          </p:nvSpPr>
          <p:spPr>
            <a:xfrm rot="0">
              <a:off x="3143" y="3503"/>
              <a:ext cx="493" cy="15"/>
            </a:xfrm>
            <a:custGeom>
              <a:avLst/>
              <a:ahLst/>
              <a:rect l="0" t="0" r="r" b="b"/>
              <a:pathLst>
                <a:path w="1971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971" y="58"/>
                  </a:lnTo>
                  <a:lnTo>
                    <a:pt x="1971" y="30"/>
                  </a:lnTo>
                  <a:lnTo>
                    <a:pt x="197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76" name=""/>
            <p:cNvSpPr/>
            <p:nvPr/>
          </p:nvSpPr>
          <p:spPr>
            <a:xfrm rot="0">
              <a:off x="3143" y="3503"/>
              <a:ext cx="493" cy="15"/>
            </a:xfrm>
            <a:custGeom>
              <a:avLst/>
              <a:ahLst/>
              <a:rect l="0" t="0" r="r" b="b"/>
              <a:pathLst>
                <a:path w="1971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971" y="58"/>
                  </a:lnTo>
                  <a:lnTo>
                    <a:pt x="1971" y="30"/>
                  </a:lnTo>
                  <a:lnTo>
                    <a:pt x="197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77" name=""/>
            <p:cNvSpPr/>
            <p:nvPr/>
          </p:nvSpPr>
          <p:spPr>
            <a:xfrm rot="0">
              <a:off x="3636" y="350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1"/>
                  </a:lnTo>
                  <a:lnTo>
                    <a:pt x="29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78" name=""/>
            <p:cNvSpPr/>
            <p:nvPr/>
          </p:nvSpPr>
          <p:spPr>
            <a:xfrm rot="0">
              <a:off x="3636" y="350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1"/>
                  </a:lnTo>
                  <a:lnTo>
                    <a:pt x="29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79" name=""/>
            <p:cNvSpPr/>
            <p:nvPr/>
          </p:nvSpPr>
          <p:spPr>
            <a:xfrm rot="0">
              <a:off x="3369" y="3286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80" name=""/>
            <p:cNvSpPr/>
            <p:nvPr/>
          </p:nvSpPr>
          <p:spPr>
            <a:xfrm rot="0">
              <a:off x="3369" y="3286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81" name=""/>
            <p:cNvSpPr/>
            <p:nvPr/>
          </p:nvSpPr>
          <p:spPr>
            <a:xfrm rot="0">
              <a:off x="3369" y="3293"/>
              <a:ext cx="15" cy="218"/>
            </a:xfrm>
            <a:custGeom>
              <a:avLst/>
              <a:ahLst/>
              <a:rect l="0" t="0" r="r" b="b"/>
              <a:pathLst>
                <a:path w="59" h="872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72"/>
                  </a:lnTo>
                  <a:lnTo>
                    <a:pt x="29" y="872"/>
                  </a:lnTo>
                  <a:lnTo>
                    <a:pt x="59" y="872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82" name=""/>
            <p:cNvSpPr/>
            <p:nvPr/>
          </p:nvSpPr>
          <p:spPr>
            <a:xfrm rot="0">
              <a:off x="3369" y="3293"/>
              <a:ext cx="15" cy="218"/>
            </a:xfrm>
            <a:custGeom>
              <a:avLst/>
              <a:ahLst/>
              <a:rect l="0" t="0" r="r" b="b"/>
              <a:pathLst>
                <a:path w="59" h="872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72"/>
                  </a:lnTo>
                  <a:lnTo>
                    <a:pt x="29" y="872"/>
                  </a:lnTo>
                  <a:lnTo>
                    <a:pt x="59" y="872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83" name=""/>
            <p:cNvSpPr/>
            <p:nvPr/>
          </p:nvSpPr>
          <p:spPr>
            <a:xfrm rot="0">
              <a:off x="3369" y="3511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84" name=""/>
            <p:cNvSpPr/>
            <p:nvPr/>
          </p:nvSpPr>
          <p:spPr>
            <a:xfrm rot="0">
              <a:off x="3369" y="3511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85" name=""/>
            <p:cNvSpPr/>
            <p:nvPr/>
          </p:nvSpPr>
          <p:spPr>
            <a:xfrm rot="0">
              <a:off x="3628" y="3503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86" name=""/>
            <p:cNvSpPr/>
            <p:nvPr/>
          </p:nvSpPr>
          <p:spPr>
            <a:xfrm rot="0">
              <a:off x="3628" y="3503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87" name=""/>
            <p:cNvSpPr/>
            <p:nvPr/>
          </p:nvSpPr>
          <p:spPr>
            <a:xfrm rot="0">
              <a:off x="3628" y="3511"/>
              <a:ext cx="15" cy="312"/>
            </a:xfrm>
            <a:custGeom>
              <a:avLst/>
              <a:ahLst/>
              <a:rect l="0" t="0" r="r" b="b"/>
              <a:pathLst>
                <a:path w="58" h="1246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246"/>
                  </a:lnTo>
                  <a:lnTo>
                    <a:pt x="29" y="1246"/>
                  </a:lnTo>
                  <a:lnTo>
                    <a:pt x="58" y="1246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88" name=""/>
            <p:cNvSpPr/>
            <p:nvPr/>
          </p:nvSpPr>
          <p:spPr>
            <a:xfrm rot="0">
              <a:off x="3628" y="3511"/>
              <a:ext cx="15" cy="312"/>
            </a:xfrm>
            <a:custGeom>
              <a:avLst/>
              <a:ahLst/>
              <a:rect l="0" t="0" r="r" b="b"/>
              <a:pathLst>
                <a:path w="58" h="1246">
                  <a:moveTo>
                    <a:pt x="58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1246"/>
                  </a:lnTo>
                  <a:lnTo>
                    <a:pt x="29" y="1246"/>
                  </a:lnTo>
                  <a:lnTo>
                    <a:pt x="58" y="124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89" name=""/>
            <p:cNvSpPr/>
            <p:nvPr/>
          </p:nvSpPr>
          <p:spPr>
            <a:xfrm rot="0">
              <a:off x="3628" y="382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9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90" name=""/>
            <p:cNvSpPr/>
            <p:nvPr/>
          </p:nvSpPr>
          <p:spPr>
            <a:xfrm rot="0">
              <a:off x="3628" y="382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91" name=""/>
            <p:cNvSpPr/>
            <p:nvPr/>
          </p:nvSpPr>
          <p:spPr>
            <a:xfrm rot="0">
              <a:off x="3135" y="382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92" name=""/>
            <p:cNvSpPr/>
            <p:nvPr/>
          </p:nvSpPr>
          <p:spPr>
            <a:xfrm rot="0">
              <a:off x="3135" y="382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93" name=""/>
            <p:cNvSpPr/>
            <p:nvPr/>
          </p:nvSpPr>
          <p:spPr>
            <a:xfrm rot="0">
              <a:off x="3135" y="3511"/>
              <a:ext cx="15" cy="312"/>
            </a:xfrm>
            <a:custGeom>
              <a:avLst/>
              <a:ahLst/>
              <a:rect l="0" t="0" r="r" b="b"/>
              <a:pathLst>
                <a:path w="58" h="1246">
                  <a:moveTo>
                    <a:pt x="0" y="1246"/>
                  </a:moveTo>
                  <a:lnTo>
                    <a:pt x="28" y="1246"/>
                  </a:lnTo>
                  <a:lnTo>
                    <a:pt x="58" y="1246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124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94" name=""/>
            <p:cNvSpPr/>
            <p:nvPr/>
          </p:nvSpPr>
          <p:spPr>
            <a:xfrm rot="0">
              <a:off x="3135" y="3511"/>
              <a:ext cx="15" cy="312"/>
            </a:xfrm>
            <a:custGeom>
              <a:avLst/>
              <a:ahLst/>
              <a:rect l="0" t="0" r="r" b="b"/>
              <a:pathLst>
                <a:path w="58" h="1246">
                  <a:moveTo>
                    <a:pt x="0" y="1246"/>
                  </a:moveTo>
                  <a:lnTo>
                    <a:pt x="28" y="1246"/>
                  </a:lnTo>
                  <a:lnTo>
                    <a:pt x="58" y="1246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12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95" name=""/>
            <p:cNvSpPr/>
            <p:nvPr/>
          </p:nvSpPr>
          <p:spPr>
            <a:xfrm rot="0">
              <a:off x="3135" y="3503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96" name=""/>
            <p:cNvSpPr/>
            <p:nvPr/>
          </p:nvSpPr>
          <p:spPr>
            <a:xfrm rot="0">
              <a:off x="3135" y="3503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2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97" name=""/>
            <p:cNvSpPr/>
            <p:nvPr/>
          </p:nvSpPr>
          <p:spPr>
            <a:xfrm rot="0">
              <a:off x="3843" y="3286"/>
              <a:ext cx="8" cy="14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8" y="53"/>
                  </a:lnTo>
                  <a:lnTo>
                    <a:pt x="10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898" name=""/>
            <p:cNvSpPr/>
            <p:nvPr/>
          </p:nvSpPr>
          <p:spPr>
            <a:xfrm rot="0">
              <a:off x="3843" y="3286"/>
              <a:ext cx="8" cy="14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10" y="2"/>
                  </a:lnTo>
                  <a:lnTo>
                    <a:pt x="18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8" y="53"/>
                  </a:lnTo>
                  <a:lnTo>
                    <a:pt x="10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899" name=""/>
            <p:cNvSpPr/>
            <p:nvPr/>
          </p:nvSpPr>
          <p:spPr>
            <a:xfrm rot="0">
              <a:off x="3065" y="3286"/>
              <a:ext cx="778" cy="14"/>
            </a:xfrm>
            <a:custGeom>
              <a:avLst/>
              <a:ahLst/>
              <a:rect l="0" t="0" r="r" b="b"/>
              <a:pathLst>
                <a:path w="3111" h="58">
                  <a:moveTo>
                    <a:pt x="3111" y="58"/>
                  </a:moveTo>
                  <a:lnTo>
                    <a:pt x="3111" y="29"/>
                  </a:lnTo>
                  <a:lnTo>
                    <a:pt x="3111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3111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00" name=""/>
            <p:cNvSpPr/>
            <p:nvPr/>
          </p:nvSpPr>
          <p:spPr>
            <a:xfrm rot="0">
              <a:off x="3065" y="3286"/>
              <a:ext cx="778" cy="14"/>
            </a:xfrm>
            <a:custGeom>
              <a:avLst/>
              <a:ahLst/>
              <a:rect l="0" t="0" r="r" b="b"/>
              <a:pathLst>
                <a:path w="3111" h="58">
                  <a:moveTo>
                    <a:pt x="3111" y="58"/>
                  </a:moveTo>
                  <a:lnTo>
                    <a:pt x="3111" y="29"/>
                  </a:lnTo>
                  <a:lnTo>
                    <a:pt x="3111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3111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01" name=""/>
            <p:cNvSpPr/>
            <p:nvPr/>
          </p:nvSpPr>
          <p:spPr>
            <a:xfrm rot="0">
              <a:off x="3058" y="3286"/>
              <a:ext cx="7" cy="14"/>
            </a:xfrm>
            <a:custGeom>
              <a:avLst/>
              <a:ahLst/>
              <a:rect l="0" t="0" r="r" b="b"/>
              <a:pathLst>
                <a:path w="29" h="58">
                  <a:moveTo>
                    <a:pt x="29" y="29"/>
                  </a:moveTo>
                  <a:lnTo>
                    <a:pt x="29" y="58"/>
                  </a:lnTo>
                  <a:lnTo>
                    <a:pt x="19" y="57"/>
                  </a:lnTo>
                  <a:lnTo>
                    <a:pt x="11" y="53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02" name=""/>
            <p:cNvSpPr/>
            <p:nvPr/>
          </p:nvSpPr>
          <p:spPr>
            <a:xfrm rot="0">
              <a:off x="3058" y="3286"/>
              <a:ext cx="7" cy="14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19" y="57"/>
                  </a:lnTo>
                  <a:lnTo>
                    <a:pt x="11" y="53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03" name=""/>
            <p:cNvSpPr/>
            <p:nvPr/>
          </p:nvSpPr>
          <p:spPr>
            <a:xfrm rot="0">
              <a:off x="3836" y="382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04" name=""/>
            <p:cNvSpPr/>
            <p:nvPr/>
          </p:nvSpPr>
          <p:spPr>
            <a:xfrm rot="0">
              <a:off x="3836" y="3823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05" name=""/>
            <p:cNvSpPr/>
            <p:nvPr/>
          </p:nvSpPr>
          <p:spPr>
            <a:xfrm rot="0">
              <a:off x="3836" y="3293"/>
              <a:ext cx="15" cy="530"/>
            </a:xfrm>
            <a:custGeom>
              <a:avLst/>
              <a:ahLst/>
              <a:rect l="0" t="0" r="r" b="b"/>
              <a:pathLst>
                <a:path w="58" h="2118">
                  <a:moveTo>
                    <a:pt x="0" y="2118"/>
                  </a:moveTo>
                  <a:lnTo>
                    <a:pt x="28" y="2118"/>
                  </a:lnTo>
                  <a:lnTo>
                    <a:pt x="58" y="2118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21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06" name=""/>
            <p:cNvSpPr/>
            <p:nvPr/>
          </p:nvSpPr>
          <p:spPr>
            <a:xfrm rot="0">
              <a:off x="3836" y="3293"/>
              <a:ext cx="15" cy="530"/>
            </a:xfrm>
            <a:custGeom>
              <a:avLst/>
              <a:ahLst/>
              <a:rect l="0" t="0" r="r" b="b"/>
              <a:pathLst>
                <a:path w="58" h="2118">
                  <a:moveTo>
                    <a:pt x="0" y="2118"/>
                  </a:moveTo>
                  <a:lnTo>
                    <a:pt x="28" y="2118"/>
                  </a:lnTo>
                  <a:lnTo>
                    <a:pt x="58" y="2118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211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07" name=""/>
            <p:cNvSpPr/>
            <p:nvPr/>
          </p:nvSpPr>
          <p:spPr>
            <a:xfrm rot="0">
              <a:off x="3836" y="3286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08" name=""/>
            <p:cNvSpPr/>
            <p:nvPr/>
          </p:nvSpPr>
          <p:spPr>
            <a:xfrm rot="0">
              <a:off x="3836" y="3286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09" name=""/>
            <p:cNvSpPr/>
            <p:nvPr/>
          </p:nvSpPr>
          <p:spPr>
            <a:xfrm rot="0">
              <a:off x="3058" y="3815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29"/>
                  </a:moveTo>
                  <a:lnTo>
                    <a:pt x="29" y="58"/>
                  </a:lnTo>
                  <a:lnTo>
                    <a:pt x="19" y="57"/>
                  </a:lnTo>
                  <a:lnTo>
                    <a:pt x="11" y="53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10" name=""/>
            <p:cNvSpPr/>
            <p:nvPr/>
          </p:nvSpPr>
          <p:spPr>
            <a:xfrm rot="0">
              <a:off x="3058" y="3815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19" y="57"/>
                  </a:lnTo>
                  <a:lnTo>
                    <a:pt x="11" y="53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11" name=""/>
            <p:cNvSpPr/>
            <p:nvPr/>
          </p:nvSpPr>
          <p:spPr>
            <a:xfrm rot="0">
              <a:off x="3065" y="3815"/>
              <a:ext cx="778" cy="15"/>
            </a:xfrm>
            <a:custGeom>
              <a:avLst/>
              <a:ahLst/>
              <a:rect l="0" t="0" r="r" b="b"/>
              <a:pathLst>
                <a:path w="3111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3111" y="58"/>
                  </a:lnTo>
                  <a:lnTo>
                    <a:pt x="3111" y="29"/>
                  </a:lnTo>
                  <a:lnTo>
                    <a:pt x="311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12" name=""/>
            <p:cNvSpPr/>
            <p:nvPr/>
          </p:nvSpPr>
          <p:spPr>
            <a:xfrm rot="0">
              <a:off x="3065" y="3815"/>
              <a:ext cx="778" cy="15"/>
            </a:xfrm>
            <a:custGeom>
              <a:avLst/>
              <a:ahLst/>
              <a:rect l="0" t="0" r="r" b="b"/>
              <a:pathLst>
                <a:path w="3111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3111" y="58"/>
                  </a:lnTo>
                  <a:lnTo>
                    <a:pt x="3111" y="29"/>
                  </a:lnTo>
                  <a:lnTo>
                    <a:pt x="31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13" name=""/>
            <p:cNvSpPr/>
            <p:nvPr/>
          </p:nvSpPr>
          <p:spPr>
            <a:xfrm rot="0">
              <a:off x="3843" y="3815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8" y="53"/>
                  </a:lnTo>
                  <a:lnTo>
                    <a:pt x="10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14" name=""/>
            <p:cNvSpPr/>
            <p:nvPr/>
          </p:nvSpPr>
          <p:spPr>
            <a:xfrm rot="0">
              <a:off x="3843" y="3815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10" y="2"/>
                  </a:lnTo>
                  <a:lnTo>
                    <a:pt x="18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8" y="53"/>
                  </a:lnTo>
                  <a:lnTo>
                    <a:pt x="10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15" name=""/>
            <p:cNvSpPr/>
            <p:nvPr/>
          </p:nvSpPr>
          <p:spPr>
            <a:xfrm rot="0">
              <a:off x="3058" y="3286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16" name=""/>
            <p:cNvSpPr/>
            <p:nvPr/>
          </p:nvSpPr>
          <p:spPr>
            <a:xfrm rot="0">
              <a:off x="3058" y="3286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17" name=""/>
            <p:cNvSpPr/>
            <p:nvPr/>
          </p:nvSpPr>
          <p:spPr>
            <a:xfrm rot="0">
              <a:off x="3058" y="3293"/>
              <a:ext cx="15" cy="530"/>
            </a:xfrm>
            <a:custGeom>
              <a:avLst/>
              <a:ahLst/>
              <a:rect l="0" t="0" r="r" b="b"/>
              <a:pathLst>
                <a:path w="59" h="211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118"/>
                  </a:lnTo>
                  <a:lnTo>
                    <a:pt x="29" y="2118"/>
                  </a:lnTo>
                  <a:lnTo>
                    <a:pt x="59" y="2118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18" name=""/>
            <p:cNvSpPr/>
            <p:nvPr/>
          </p:nvSpPr>
          <p:spPr>
            <a:xfrm rot="0">
              <a:off x="3058" y="3293"/>
              <a:ext cx="15" cy="530"/>
            </a:xfrm>
            <a:custGeom>
              <a:avLst/>
              <a:ahLst/>
              <a:rect l="0" t="0" r="r" b="b"/>
              <a:pathLst>
                <a:path w="59" h="211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118"/>
                  </a:lnTo>
                  <a:lnTo>
                    <a:pt x="29" y="2118"/>
                  </a:lnTo>
                  <a:lnTo>
                    <a:pt x="59" y="2118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19" name=""/>
            <p:cNvSpPr/>
            <p:nvPr/>
          </p:nvSpPr>
          <p:spPr>
            <a:xfrm rot="0">
              <a:off x="3058" y="382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20" name=""/>
            <p:cNvSpPr/>
            <p:nvPr/>
          </p:nvSpPr>
          <p:spPr>
            <a:xfrm rot="0">
              <a:off x="3058" y="3823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21" name=""/>
            <p:cNvSpPr/>
            <p:nvPr/>
          </p:nvSpPr>
          <p:spPr>
            <a:xfrm rot="0">
              <a:off x="3628" y="287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22" name=""/>
            <p:cNvSpPr/>
            <p:nvPr/>
          </p:nvSpPr>
          <p:spPr>
            <a:xfrm rot="0">
              <a:off x="3628" y="287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9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23" name=""/>
            <p:cNvSpPr/>
            <p:nvPr/>
          </p:nvSpPr>
          <p:spPr>
            <a:xfrm rot="0">
              <a:off x="3628" y="2560"/>
              <a:ext cx="15" cy="311"/>
            </a:xfrm>
            <a:custGeom>
              <a:avLst/>
              <a:ahLst/>
              <a:rect l="0" t="0" r="r" b="b"/>
              <a:pathLst>
                <a:path w="58" h="1246">
                  <a:moveTo>
                    <a:pt x="0" y="1246"/>
                  </a:moveTo>
                  <a:lnTo>
                    <a:pt x="29" y="1246"/>
                  </a:lnTo>
                  <a:lnTo>
                    <a:pt x="58" y="1246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4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24" name=""/>
            <p:cNvSpPr/>
            <p:nvPr/>
          </p:nvSpPr>
          <p:spPr>
            <a:xfrm rot="0">
              <a:off x="3628" y="2560"/>
              <a:ext cx="15" cy="311"/>
            </a:xfrm>
            <a:custGeom>
              <a:avLst/>
              <a:ahLst/>
              <a:rect l="0" t="0" r="r" b="b"/>
              <a:pathLst>
                <a:path w="58" h="1246">
                  <a:moveTo>
                    <a:pt x="0" y="1246"/>
                  </a:moveTo>
                  <a:lnTo>
                    <a:pt x="29" y="1246"/>
                  </a:lnTo>
                  <a:lnTo>
                    <a:pt x="58" y="1246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25" name=""/>
            <p:cNvSpPr/>
            <p:nvPr/>
          </p:nvSpPr>
          <p:spPr>
            <a:xfrm rot="0">
              <a:off x="3628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26" name=""/>
            <p:cNvSpPr/>
            <p:nvPr/>
          </p:nvSpPr>
          <p:spPr>
            <a:xfrm rot="0">
              <a:off x="3628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27" name=""/>
            <p:cNvSpPr/>
            <p:nvPr/>
          </p:nvSpPr>
          <p:spPr>
            <a:xfrm rot="0">
              <a:off x="3136" y="2864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28" name=""/>
            <p:cNvSpPr/>
            <p:nvPr/>
          </p:nvSpPr>
          <p:spPr>
            <a:xfrm rot="0">
              <a:off x="3136" y="2864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29" name=""/>
            <p:cNvSpPr/>
            <p:nvPr/>
          </p:nvSpPr>
          <p:spPr>
            <a:xfrm rot="0">
              <a:off x="3143" y="2864"/>
              <a:ext cx="493" cy="14"/>
            </a:xfrm>
            <a:custGeom>
              <a:avLst/>
              <a:ahLst/>
              <a:rect l="0" t="0" r="r" b="b"/>
              <a:pathLst>
                <a:path w="197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971" y="59"/>
                  </a:lnTo>
                  <a:lnTo>
                    <a:pt x="1971" y="30"/>
                  </a:lnTo>
                  <a:lnTo>
                    <a:pt x="197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30" name=""/>
            <p:cNvSpPr/>
            <p:nvPr/>
          </p:nvSpPr>
          <p:spPr>
            <a:xfrm rot="0">
              <a:off x="3143" y="2864"/>
              <a:ext cx="493" cy="14"/>
            </a:xfrm>
            <a:custGeom>
              <a:avLst/>
              <a:ahLst/>
              <a:rect l="0" t="0" r="r" b="b"/>
              <a:pathLst>
                <a:path w="1971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971" y="59"/>
                  </a:lnTo>
                  <a:lnTo>
                    <a:pt x="1971" y="30"/>
                  </a:lnTo>
                  <a:lnTo>
                    <a:pt x="197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50" name=""/>
          <p:cNvGrpSpPr/>
          <p:nvPr/>
        </p:nvGrpSpPr>
        <p:grpSpPr>
          <a:xfrm rot="0">
            <a:off x="4854575" y="1608137"/>
            <a:ext cx="2349500" cy="3373437"/>
            <a:chOff x="3058" y="1013"/>
            <a:chExt cx="1480" cy="2125"/>
          </a:xfrm>
        </p:grpSpPr>
        <p:sp>
          <p:nvSpPr>
            <p:cNvPr id="1052931" name=""/>
            <p:cNvSpPr/>
            <p:nvPr/>
          </p:nvSpPr>
          <p:spPr>
            <a:xfrm rot="0">
              <a:off x="3636" y="2864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29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32" name=""/>
            <p:cNvSpPr/>
            <p:nvPr/>
          </p:nvSpPr>
          <p:spPr>
            <a:xfrm rot="0">
              <a:off x="3636" y="2864"/>
              <a:ext cx="7" cy="14"/>
            </a:xfrm>
            <a:custGeom>
              <a:avLst/>
              <a:ahLst/>
              <a:rect l="0" t="0" r="r" b="b"/>
              <a:pathLst>
                <a:path w="29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29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33" name=""/>
            <p:cNvSpPr/>
            <p:nvPr/>
          </p:nvSpPr>
          <p:spPr>
            <a:xfrm rot="0">
              <a:off x="3843" y="312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8" y="54"/>
                  </a:lnTo>
                  <a:lnTo>
                    <a:pt x="10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34" name=""/>
            <p:cNvSpPr/>
            <p:nvPr/>
          </p:nvSpPr>
          <p:spPr>
            <a:xfrm rot="0">
              <a:off x="3843" y="312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8" y="54"/>
                  </a:lnTo>
                  <a:lnTo>
                    <a:pt x="10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35" name=""/>
            <p:cNvSpPr/>
            <p:nvPr/>
          </p:nvSpPr>
          <p:spPr>
            <a:xfrm rot="0">
              <a:off x="3065" y="3123"/>
              <a:ext cx="778" cy="15"/>
            </a:xfrm>
            <a:custGeom>
              <a:avLst/>
              <a:ahLst/>
              <a:rect l="0" t="0" r="r" b="b"/>
              <a:pathLst>
                <a:path w="3111" h="58">
                  <a:moveTo>
                    <a:pt x="3111" y="58"/>
                  </a:moveTo>
                  <a:lnTo>
                    <a:pt x="3111" y="30"/>
                  </a:lnTo>
                  <a:lnTo>
                    <a:pt x="3111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3111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36" name=""/>
            <p:cNvSpPr/>
            <p:nvPr/>
          </p:nvSpPr>
          <p:spPr>
            <a:xfrm rot="0">
              <a:off x="3065" y="3123"/>
              <a:ext cx="778" cy="15"/>
            </a:xfrm>
            <a:custGeom>
              <a:avLst/>
              <a:ahLst/>
              <a:rect l="0" t="0" r="r" b="b"/>
              <a:pathLst>
                <a:path w="3111" h="58">
                  <a:moveTo>
                    <a:pt x="3111" y="58"/>
                  </a:moveTo>
                  <a:lnTo>
                    <a:pt x="3111" y="30"/>
                  </a:lnTo>
                  <a:lnTo>
                    <a:pt x="3111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3111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37" name=""/>
            <p:cNvSpPr/>
            <p:nvPr/>
          </p:nvSpPr>
          <p:spPr>
            <a:xfrm rot="0">
              <a:off x="3058" y="312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30"/>
                  </a:moveTo>
                  <a:lnTo>
                    <a:pt x="29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38" name=""/>
            <p:cNvSpPr/>
            <p:nvPr/>
          </p:nvSpPr>
          <p:spPr>
            <a:xfrm rot="0">
              <a:off x="3058" y="312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39" name=""/>
            <p:cNvSpPr/>
            <p:nvPr/>
          </p:nvSpPr>
          <p:spPr>
            <a:xfrm rot="0">
              <a:off x="3836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40" name=""/>
            <p:cNvSpPr/>
            <p:nvPr/>
          </p:nvSpPr>
          <p:spPr>
            <a:xfrm rot="0">
              <a:off x="3836" y="2552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41" name=""/>
            <p:cNvSpPr/>
            <p:nvPr/>
          </p:nvSpPr>
          <p:spPr>
            <a:xfrm rot="0">
              <a:off x="3836" y="2560"/>
              <a:ext cx="15" cy="571"/>
            </a:xfrm>
            <a:custGeom>
              <a:avLst/>
              <a:ahLst/>
              <a:rect l="0" t="0" r="r" b="b"/>
              <a:pathLst>
                <a:path w="58" h="2285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2285"/>
                  </a:lnTo>
                  <a:lnTo>
                    <a:pt x="28" y="2285"/>
                  </a:lnTo>
                  <a:lnTo>
                    <a:pt x="58" y="2285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42" name=""/>
            <p:cNvSpPr/>
            <p:nvPr/>
          </p:nvSpPr>
          <p:spPr>
            <a:xfrm rot="0">
              <a:off x="3836" y="2560"/>
              <a:ext cx="15" cy="571"/>
            </a:xfrm>
            <a:custGeom>
              <a:avLst/>
              <a:ahLst/>
              <a:rect l="0" t="0" r="r" b="b"/>
              <a:pathLst>
                <a:path w="58" h="2285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2285"/>
                  </a:lnTo>
                  <a:lnTo>
                    <a:pt x="28" y="2285"/>
                  </a:lnTo>
                  <a:lnTo>
                    <a:pt x="58" y="2285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43" name=""/>
            <p:cNvSpPr/>
            <p:nvPr/>
          </p:nvSpPr>
          <p:spPr>
            <a:xfrm rot="0">
              <a:off x="3836" y="3131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44" name=""/>
            <p:cNvSpPr/>
            <p:nvPr/>
          </p:nvSpPr>
          <p:spPr>
            <a:xfrm rot="0">
              <a:off x="3836" y="3131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45" name=""/>
            <p:cNvSpPr/>
            <p:nvPr/>
          </p:nvSpPr>
          <p:spPr>
            <a:xfrm rot="0">
              <a:off x="3369" y="2552"/>
              <a:ext cx="8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2" y="39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46" name=""/>
            <p:cNvSpPr/>
            <p:nvPr/>
          </p:nvSpPr>
          <p:spPr>
            <a:xfrm rot="0">
              <a:off x="3369" y="2552"/>
              <a:ext cx="8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8"/>
                  </a:lnTo>
                  <a:lnTo>
                    <a:pt x="2" y="39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47" name=""/>
            <p:cNvSpPr/>
            <p:nvPr/>
          </p:nvSpPr>
          <p:spPr>
            <a:xfrm rot="0">
              <a:off x="3377" y="2552"/>
              <a:ext cx="466" cy="15"/>
            </a:xfrm>
            <a:custGeom>
              <a:avLst/>
              <a:ahLst/>
              <a:rect l="0" t="0" r="r" b="b"/>
              <a:pathLst>
                <a:path w="1866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866" y="59"/>
                  </a:lnTo>
                  <a:lnTo>
                    <a:pt x="1866" y="30"/>
                  </a:lnTo>
                  <a:lnTo>
                    <a:pt x="1866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48" name=""/>
            <p:cNvSpPr/>
            <p:nvPr/>
          </p:nvSpPr>
          <p:spPr>
            <a:xfrm rot="0">
              <a:off x="3377" y="2552"/>
              <a:ext cx="466" cy="15"/>
            </a:xfrm>
            <a:custGeom>
              <a:avLst/>
              <a:ahLst/>
              <a:rect l="0" t="0" r="r" b="b"/>
              <a:pathLst>
                <a:path w="1866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1866" y="59"/>
                  </a:lnTo>
                  <a:lnTo>
                    <a:pt x="1866" y="30"/>
                  </a:lnTo>
                  <a:lnTo>
                    <a:pt x="186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49" name=""/>
            <p:cNvSpPr/>
            <p:nvPr/>
          </p:nvSpPr>
          <p:spPr>
            <a:xfrm rot="0">
              <a:off x="3843" y="2552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0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50" name=""/>
            <p:cNvSpPr/>
            <p:nvPr/>
          </p:nvSpPr>
          <p:spPr>
            <a:xfrm rot="0">
              <a:off x="3843" y="2552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0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51" name=""/>
            <p:cNvSpPr/>
            <p:nvPr/>
          </p:nvSpPr>
          <p:spPr>
            <a:xfrm rot="0">
              <a:off x="3058" y="2971"/>
              <a:ext cx="13" cy="11"/>
            </a:xfrm>
            <a:custGeom>
              <a:avLst/>
              <a:ahLst/>
              <a:rect l="0" t="0" r="r" b="b"/>
              <a:pathLst>
                <a:path w="52" h="46">
                  <a:moveTo>
                    <a:pt x="29" y="17"/>
                  </a:moveTo>
                  <a:lnTo>
                    <a:pt x="52" y="35"/>
                  </a:lnTo>
                  <a:lnTo>
                    <a:pt x="46" y="42"/>
                  </a:lnTo>
                  <a:lnTo>
                    <a:pt x="38" y="45"/>
                  </a:lnTo>
                  <a:lnTo>
                    <a:pt x="29" y="46"/>
                  </a:lnTo>
                  <a:lnTo>
                    <a:pt x="19" y="45"/>
                  </a:lnTo>
                  <a:lnTo>
                    <a:pt x="11" y="40"/>
                  </a:lnTo>
                  <a:lnTo>
                    <a:pt x="5" y="35"/>
                  </a:lnTo>
                  <a:lnTo>
                    <a:pt x="1" y="27"/>
                  </a:lnTo>
                  <a:lnTo>
                    <a:pt x="0" y="17"/>
                  </a:lnTo>
                  <a:lnTo>
                    <a:pt x="1" y="8"/>
                  </a:lnTo>
                  <a:lnTo>
                    <a:pt x="6" y="0"/>
                  </a:lnTo>
                  <a:lnTo>
                    <a:pt x="29" y="1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52" name=""/>
            <p:cNvSpPr/>
            <p:nvPr/>
          </p:nvSpPr>
          <p:spPr>
            <a:xfrm rot="0">
              <a:off x="3058" y="2971"/>
              <a:ext cx="13" cy="11"/>
            </a:xfrm>
            <a:custGeom>
              <a:avLst/>
              <a:ahLst/>
              <a:rect l="0" t="0" r="r" b="b"/>
              <a:pathLst>
                <a:path w="52" h="46">
                  <a:moveTo>
                    <a:pt x="52" y="35"/>
                  </a:moveTo>
                  <a:lnTo>
                    <a:pt x="46" y="42"/>
                  </a:lnTo>
                  <a:lnTo>
                    <a:pt x="38" y="45"/>
                  </a:lnTo>
                  <a:lnTo>
                    <a:pt x="29" y="46"/>
                  </a:lnTo>
                  <a:lnTo>
                    <a:pt x="19" y="45"/>
                  </a:lnTo>
                  <a:lnTo>
                    <a:pt x="11" y="40"/>
                  </a:lnTo>
                  <a:lnTo>
                    <a:pt x="5" y="35"/>
                  </a:lnTo>
                  <a:lnTo>
                    <a:pt x="1" y="27"/>
                  </a:lnTo>
                  <a:lnTo>
                    <a:pt x="0" y="17"/>
                  </a:lnTo>
                  <a:lnTo>
                    <a:pt x="1" y="8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53" name=""/>
            <p:cNvSpPr/>
            <p:nvPr/>
          </p:nvSpPr>
          <p:spPr>
            <a:xfrm rot="0">
              <a:off x="3059" y="2556"/>
              <a:ext cx="323" cy="423"/>
            </a:xfrm>
            <a:custGeom>
              <a:avLst/>
              <a:ahLst/>
              <a:rect l="0" t="0" r="r" b="b"/>
              <a:pathLst>
                <a:path w="1291" h="1696">
                  <a:moveTo>
                    <a:pt x="0" y="1661"/>
                  </a:moveTo>
                  <a:lnTo>
                    <a:pt x="23" y="1678"/>
                  </a:lnTo>
                  <a:lnTo>
                    <a:pt x="46" y="1696"/>
                  </a:lnTo>
                  <a:lnTo>
                    <a:pt x="1291" y="35"/>
                  </a:lnTo>
                  <a:lnTo>
                    <a:pt x="1268" y="17"/>
                  </a:lnTo>
                  <a:lnTo>
                    <a:pt x="1245" y="0"/>
                  </a:lnTo>
                  <a:lnTo>
                    <a:pt x="0" y="166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54" name=""/>
            <p:cNvSpPr/>
            <p:nvPr/>
          </p:nvSpPr>
          <p:spPr>
            <a:xfrm rot="0">
              <a:off x="3059" y="2556"/>
              <a:ext cx="323" cy="423"/>
            </a:xfrm>
            <a:custGeom>
              <a:avLst/>
              <a:ahLst/>
              <a:rect l="0" t="0" r="r" b="b"/>
              <a:pathLst>
                <a:path w="1291" h="1696">
                  <a:moveTo>
                    <a:pt x="0" y="1661"/>
                  </a:moveTo>
                  <a:lnTo>
                    <a:pt x="23" y="1678"/>
                  </a:lnTo>
                  <a:lnTo>
                    <a:pt x="46" y="1696"/>
                  </a:lnTo>
                  <a:lnTo>
                    <a:pt x="1291" y="35"/>
                  </a:lnTo>
                  <a:lnTo>
                    <a:pt x="1268" y="17"/>
                  </a:lnTo>
                  <a:lnTo>
                    <a:pt x="1245" y="0"/>
                  </a:lnTo>
                  <a:lnTo>
                    <a:pt x="0" y="16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55" name=""/>
            <p:cNvSpPr/>
            <p:nvPr/>
          </p:nvSpPr>
          <p:spPr>
            <a:xfrm rot="0">
              <a:off x="3371" y="2553"/>
              <a:ext cx="13" cy="11"/>
            </a:xfrm>
            <a:custGeom>
              <a:avLst/>
              <a:ahLst/>
              <a:rect l="0" t="0" r="r" b="b"/>
              <a:pathLst>
                <a:path w="52" h="46">
                  <a:moveTo>
                    <a:pt x="23" y="28"/>
                  </a:moveTo>
                  <a:lnTo>
                    <a:pt x="0" y="11"/>
                  </a:lnTo>
                  <a:lnTo>
                    <a:pt x="6" y="4"/>
                  </a:lnTo>
                  <a:lnTo>
                    <a:pt x="14" y="1"/>
                  </a:lnTo>
                  <a:lnTo>
                    <a:pt x="23" y="0"/>
                  </a:lnTo>
                  <a:lnTo>
                    <a:pt x="32" y="1"/>
                  </a:lnTo>
                  <a:lnTo>
                    <a:pt x="40" y="5"/>
                  </a:lnTo>
                  <a:lnTo>
                    <a:pt x="47" y="11"/>
                  </a:lnTo>
                  <a:lnTo>
                    <a:pt x="51" y="19"/>
                  </a:lnTo>
                  <a:lnTo>
                    <a:pt x="52" y="28"/>
                  </a:lnTo>
                  <a:lnTo>
                    <a:pt x="51" y="37"/>
                  </a:lnTo>
                  <a:lnTo>
                    <a:pt x="46" y="46"/>
                  </a:lnTo>
                  <a:lnTo>
                    <a:pt x="23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56" name=""/>
            <p:cNvSpPr/>
            <p:nvPr/>
          </p:nvSpPr>
          <p:spPr>
            <a:xfrm rot="0">
              <a:off x="3371" y="2553"/>
              <a:ext cx="13" cy="11"/>
            </a:xfrm>
            <a:custGeom>
              <a:avLst/>
              <a:ahLst/>
              <a:rect l="0" t="0" r="r" b="b"/>
              <a:pathLst>
                <a:path w="52" h="46">
                  <a:moveTo>
                    <a:pt x="0" y="11"/>
                  </a:moveTo>
                  <a:lnTo>
                    <a:pt x="6" y="4"/>
                  </a:lnTo>
                  <a:lnTo>
                    <a:pt x="14" y="1"/>
                  </a:lnTo>
                  <a:lnTo>
                    <a:pt x="23" y="0"/>
                  </a:lnTo>
                  <a:lnTo>
                    <a:pt x="32" y="1"/>
                  </a:lnTo>
                  <a:lnTo>
                    <a:pt x="40" y="5"/>
                  </a:lnTo>
                  <a:lnTo>
                    <a:pt x="47" y="11"/>
                  </a:lnTo>
                  <a:lnTo>
                    <a:pt x="51" y="19"/>
                  </a:lnTo>
                  <a:lnTo>
                    <a:pt x="52" y="28"/>
                  </a:lnTo>
                  <a:lnTo>
                    <a:pt x="51" y="37"/>
                  </a:lnTo>
                  <a:lnTo>
                    <a:pt x="46" y="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57" name=""/>
            <p:cNvSpPr/>
            <p:nvPr/>
          </p:nvSpPr>
          <p:spPr>
            <a:xfrm rot="0">
              <a:off x="3058" y="3131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58" name=""/>
            <p:cNvSpPr/>
            <p:nvPr/>
          </p:nvSpPr>
          <p:spPr>
            <a:xfrm rot="0">
              <a:off x="3058" y="3131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59" name=""/>
            <p:cNvSpPr/>
            <p:nvPr/>
          </p:nvSpPr>
          <p:spPr>
            <a:xfrm rot="0">
              <a:off x="3058" y="2975"/>
              <a:ext cx="15" cy="156"/>
            </a:xfrm>
            <a:custGeom>
              <a:avLst/>
              <a:ahLst/>
              <a:rect l="0" t="0" r="r" b="b"/>
              <a:pathLst>
                <a:path w="59" h="624">
                  <a:moveTo>
                    <a:pt x="0" y="624"/>
                  </a:moveTo>
                  <a:lnTo>
                    <a:pt x="29" y="624"/>
                  </a:lnTo>
                  <a:lnTo>
                    <a:pt x="59" y="62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6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60" name=""/>
            <p:cNvSpPr/>
            <p:nvPr/>
          </p:nvSpPr>
          <p:spPr>
            <a:xfrm rot="0">
              <a:off x="3058" y="2975"/>
              <a:ext cx="15" cy="156"/>
            </a:xfrm>
            <a:custGeom>
              <a:avLst/>
              <a:ahLst/>
              <a:rect l="0" t="0" r="r" b="b"/>
              <a:pathLst>
                <a:path w="59" h="624">
                  <a:moveTo>
                    <a:pt x="0" y="624"/>
                  </a:moveTo>
                  <a:lnTo>
                    <a:pt x="29" y="624"/>
                  </a:lnTo>
                  <a:lnTo>
                    <a:pt x="59" y="62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6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61" name=""/>
            <p:cNvSpPr/>
            <p:nvPr/>
          </p:nvSpPr>
          <p:spPr>
            <a:xfrm rot="0">
              <a:off x="3058" y="2968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62" name=""/>
            <p:cNvSpPr/>
            <p:nvPr/>
          </p:nvSpPr>
          <p:spPr>
            <a:xfrm rot="0">
              <a:off x="3058" y="2968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63" name=""/>
            <p:cNvSpPr/>
            <p:nvPr/>
          </p:nvSpPr>
          <p:spPr>
            <a:xfrm rot="0">
              <a:off x="3331" y="1451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64" name=""/>
            <p:cNvSpPr/>
            <p:nvPr/>
          </p:nvSpPr>
          <p:spPr>
            <a:xfrm rot="0">
              <a:off x="3331" y="1451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65" name=""/>
            <p:cNvSpPr/>
            <p:nvPr/>
          </p:nvSpPr>
          <p:spPr>
            <a:xfrm rot="0">
              <a:off x="3338" y="1451"/>
              <a:ext cx="600" cy="15"/>
            </a:xfrm>
            <a:custGeom>
              <a:avLst/>
              <a:ahLst/>
              <a:rect l="0" t="0" r="r" b="b"/>
              <a:pathLst>
                <a:path w="2397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2397" y="58"/>
                  </a:lnTo>
                  <a:lnTo>
                    <a:pt x="2397" y="30"/>
                  </a:lnTo>
                  <a:lnTo>
                    <a:pt x="239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66" name=""/>
            <p:cNvSpPr/>
            <p:nvPr/>
          </p:nvSpPr>
          <p:spPr>
            <a:xfrm rot="0">
              <a:off x="3338" y="1451"/>
              <a:ext cx="600" cy="15"/>
            </a:xfrm>
            <a:custGeom>
              <a:avLst/>
              <a:ahLst/>
              <a:rect l="0" t="0" r="r" b="b"/>
              <a:pathLst>
                <a:path w="2397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2397" y="58"/>
                  </a:lnTo>
                  <a:lnTo>
                    <a:pt x="2397" y="30"/>
                  </a:lnTo>
                  <a:lnTo>
                    <a:pt x="239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67" name=""/>
            <p:cNvSpPr/>
            <p:nvPr/>
          </p:nvSpPr>
          <p:spPr>
            <a:xfrm rot="0">
              <a:off x="3938" y="1451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68" name=""/>
            <p:cNvSpPr/>
            <p:nvPr/>
          </p:nvSpPr>
          <p:spPr>
            <a:xfrm rot="0">
              <a:off x="3938" y="1451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69" name=""/>
            <p:cNvSpPr/>
            <p:nvPr/>
          </p:nvSpPr>
          <p:spPr>
            <a:xfrm rot="0">
              <a:off x="3331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70" name=""/>
            <p:cNvSpPr/>
            <p:nvPr/>
          </p:nvSpPr>
          <p:spPr>
            <a:xfrm rot="0">
              <a:off x="3331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71" name=""/>
            <p:cNvSpPr/>
            <p:nvPr/>
          </p:nvSpPr>
          <p:spPr>
            <a:xfrm rot="0">
              <a:off x="3331" y="1321"/>
              <a:ext cx="15" cy="138"/>
            </a:xfrm>
            <a:custGeom>
              <a:avLst/>
              <a:ahLst/>
              <a:rect l="0" t="0" r="r" b="b"/>
              <a:pathLst>
                <a:path w="58" h="554">
                  <a:moveTo>
                    <a:pt x="0" y="554"/>
                  </a:moveTo>
                  <a:lnTo>
                    <a:pt x="28" y="554"/>
                  </a:lnTo>
                  <a:lnTo>
                    <a:pt x="58" y="554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5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72" name=""/>
            <p:cNvSpPr/>
            <p:nvPr/>
          </p:nvSpPr>
          <p:spPr>
            <a:xfrm rot="0">
              <a:off x="3331" y="1321"/>
              <a:ext cx="15" cy="138"/>
            </a:xfrm>
            <a:custGeom>
              <a:avLst/>
              <a:ahLst/>
              <a:rect l="0" t="0" r="r" b="b"/>
              <a:pathLst>
                <a:path w="58" h="554">
                  <a:moveTo>
                    <a:pt x="0" y="554"/>
                  </a:moveTo>
                  <a:lnTo>
                    <a:pt x="28" y="554"/>
                  </a:lnTo>
                  <a:lnTo>
                    <a:pt x="58" y="554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5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73" name=""/>
            <p:cNvSpPr/>
            <p:nvPr/>
          </p:nvSpPr>
          <p:spPr>
            <a:xfrm rot="0">
              <a:off x="3331" y="1313"/>
              <a:ext cx="15" cy="8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74" name=""/>
            <p:cNvSpPr/>
            <p:nvPr/>
          </p:nvSpPr>
          <p:spPr>
            <a:xfrm rot="0">
              <a:off x="3331" y="1313"/>
              <a:ext cx="15" cy="8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75" name=""/>
            <p:cNvSpPr/>
            <p:nvPr/>
          </p:nvSpPr>
          <p:spPr>
            <a:xfrm rot="0">
              <a:off x="3585" y="1459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76" name=""/>
            <p:cNvSpPr/>
            <p:nvPr/>
          </p:nvSpPr>
          <p:spPr>
            <a:xfrm rot="0">
              <a:off x="3585" y="1459"/>
              <a:ext cx="14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77" name=""/>
            <p:cNvSpPr/>
            <p:nvPr/>
          </p:nvSpPr>
          <p:spPr>
            <a:xfrm rot="0">
              <a:off x="3585" y="1206"/>
              <a:ext cx="14" cy="253"/>
            </a:xfrm>
            <a:custGeom>
              <a:avLst/>
              <a:ahLst/>
              <a:rect l="0" t="0" r="r" b="b"/>
              <a:pathLst>
                <a:path w="59" h="1014">
                  <a:moveTo>
                    <a:pt x="0" y="1014"/>
                  </a:moveTo>
                  <a:lnTo>
                    <a:pt x="29" y="1014"/>
                  </a:lnTo>
                  <a:lnTo>
                    <a:pt x="59" y="101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0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78" name=""/>
            <p:cNvSpPr/>
            <p:nvPr/>
          </p:nvSpPr>
          <p:spPr>
            <a:xfrm rot="0">
              <a:off x="3585" y="1206"/>
              <a:ext cx="14" cy="253"/>
            </a:xfrm>
            <a:custGeom>
              <a:avLst/>
              <a:ahLst/>
              <a:rect l="0" t="0" r="r" b="b"/>
              <a:pathLst>
                <a:path w="59" h="1014">
                  <a:moveTo>
                    <a:pt x="0" y="1014"/>
                  </a:moveTo>
                  <a:lnTo>
                    <a:pt x="29" y="1014"/>
                  </a:lnTo>
                  <a:lnTo>
                    <a:pt x="59" y="101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0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79" name=""/>
            <p:cNvSpPr/>
            <p:nvPr/>
          </p:nvSpPr>
          <p:spPr>
            <a:xfrm rot="0">
              <a:off x="3585" y="1198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80" name=""/>
            <p:cNvSpPr/>
            <p:nvPr/>
          </p:nvSpPr>
          <p:spPr>
            <a:xfrm rot="0">
              <a:off x="3585" y="1198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81" name=""/>
            <p:cNvSpPr/>
            <p:nvPr/>
          </p:nvSpPr>
          <p:spPr>
            <a:xfrm rot="0">
              <a:off x="3331" y="1313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29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3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82" name=""/>
            <p:cNvSpPr/>
            <p:nvPr/>
          </p:nvSpPr>
          <p:spPr>
            <a:xfrm rot="0">
              <a:off x="3331" y="1313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3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83" name=""/>
            <p:cNvSpPr/>
            <p:nvPr/>
          </p:nvSpPr>
          <p:spPr>
            <a:xfrm rot="0">
              <a:off x="3338" y="1313"/>
              <a:ext cx="116" cy="15"/>
            </a:xfrm>
            <a:custGeom>
              <a:avLst/>
              <a:ahLst/>
              <a:rect l="0" t="0" r="r" b="b"/>
              <a:pathLst>
                <a:path w="462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462" y="58"/>
                  </a:lnTo>
                  <a:lnTo>
                    <a:pt x="462" y="29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84" name=""/>
            <p:cNvSpPr/>
            <p:nvPr/>
          </p:nvSpPr>
          <p:spPr>
            <a:xfrm rot="0">
              <a:off x="3338" y="1313"/>
              <a:ext cx="116" cy="15"/>
            </a:xfrm>
            <a:custGeom>
              <a:avLst/>
              <a:ahLst/>
              <a:rect l="0" t="0" r="r" b="b"/>
              <a:pathLst>
                <a:path w="462" h="58">
                  <a:moveTo>
                    <a:pt x="0" y="0"/>
                  </a:moveTo>
                  <a:lnTo>
                    <a:pt x="0" y="29"/>
                  </a:lnTo>
                  <a:lnTo>
                    <a:pt x="0" y="58"/>
                  </a:lnTo>
                  <a:lnTo>
                    <a:pt x="462" y="58"/>
                  </a:lnTo>
                  <a:lnTo>
                    <a:pt x="462" y="29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85" name=""/>
            <p:cNvSpPr/>
            <p:nvPr/>
          </p:nvSpPr>
          <p:spPr>
            <a:xfrm rot="0">
              <a:off x="3454" y="13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29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86" name=""/>
            <p:cNvSpPr/>
            <p:nvPr/>
          </p:nvSpPr>
          <p:spPr>
            <a:xfrm rot="0">
              <a:off x="3454" y="13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29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87" name=""/>
            <p:cNvSpPr/>
            <p:nvPr/>
          </p:nvSpPr>
          <p:spPr>
            <a:xfrm rot="0">
              <a:off x="3447" y="1321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88" name=""/>
            <p:cNvSpPr/>
            <p:nvPr/>
          </p:nvSpPr>
          <p:spPr>
            <a:xfrm rot="0">
              <a:off x="3447" y="1321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89" name=""/>
            <p:cNvSpPr/>
            <p:nvPr/>
          </p:nvSpPr>
          <p:spPr>
            <a:xfrm rot="0">
              <a:off x="3447" y="1206"/>
              <a:ext cx="14" cy="115"/>
            </a:xfrm>
            <a:custGeom>
              <a:avLst/>
              <a:ahLst/>
              <a:rect l="0" t="0" r="r" b="b"/>
              <a:pathLst>
                <a:path w="59" h="460">
                  <a:moveTo>
                    <a:pt x="0" y="460"/>
                  </a:moveTo>
                  <a:lnTo>
                    <a:pt x="29" y="460"/>
                  </a:lnTo>
                  <a:lnTo>
                    <a:pt x="59" y="46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90" name=""/>
            <p:cNvSpPr/>
            <p:nvPr/>
          </p:nvSpPr>
          <p:spPr>
            <a:xfrm rot="0">
              <a:off x="3447" y="1206"/>
              <a:ext cx="14" cy="115"/>
            </a:xfrm>
            <a:custGeom>
              <a:avLst/>
              <a:ahLst/>
              <a:rect l="0" t="0" r="r" b="b"/>
              <a:pathLst>
                <a:path w="59" h="460">
                  <a:moveTo>
                    <a:pt x="0" y="460"/>
                  </a:moveTo>
                  <a:lnTo>
                    <a:pt x="29" y="460"/>
                  </a:lnTo>
                  <a:lnTo>
                    <a:pt x="59" y="46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91" name=""/>
            <p:cNvSpPr/>
            <p:nvPr/>
          </p:nvSpPr>
          <p:spPr>
            <a:xfrm rot="0">
              <a:off x="3447" y="1198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92" name=""/>
            <p:cNvSpPr/>
            <p:nvPr/>
          </p:nvSpPr>
          <p:spPr>
            <a:xfrm rot="0">
              <a:off x="3447" y="1198"/>
              <a:ext cx="14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93" name=""/>
            <p:cNvSpPr/>
            <p:nvPr/>
          </p:nvSpPr>
          <p:spPr>
            <a:xfrm rot="0">
              <a:off x="3447" y="1198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94" name=""/>
            <p:cNvSpPr/>
            <p:nvPr/>
          </p:nvSpPr>
          <p:spPr>
            <a:xfrm rot="0">
              <a:off x="3447" y="1198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95" name=""/>
            <p:cNvSpPr/>
            <p:nvPr/>
          </p:nvSpPr>
          <p:spPr>
            <a:xfrm rot="0">
              <a:off x="3454" y="1198"/>
              <a:ext cx="138" cy="15"/>
            </a:xfrm>
            <a:custGeom>
              <a:avLst/>
              <a:ahLst/>
              <a:rect l="0" t="0" r="r" b="b"/>
              <a:pathLst>
                <a:path w="552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52" y="59"/>
                  </a:lnTo>
                  <a:lnTo>
                    <a:pt x="552" y="30"/>
                  </a:lnTo>
                  <a:lnTo>
                    <a:pt x="55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96" name=""/>
            <p:cNvSpPr/>
            <p:nvPr/>
          </p:nvSpPr>
          <p:spPr>
            <a:xfrm rot="0">
              <a:off x="3454" y="1198"/>
              <a:ext cx="138" cy="15"/>
            </a:xfrm>
            <a:custGeom>
              <a:avLst/>
              <a:ahLst/>
              <a:rect l="0" t="0" r="r" b="b"/>
              <a:pathLst>
                <a:path w="552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52" y="59"/>
                  </a:lnTo>
                  <a:lnTo>
                    <a:pt x="552" y="30"/>
                  </a:lnTo>
                  <a:lnTo>
                    <a:pt x="55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97" name=""/>
            <p:cNvSpPr/>
            <p:nvPr/>
          </p:nvSpPr>
          <p:spPr>
            <a:xfrm rot="0">
              <a:off x="3592" y="1198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2998" name=""/>
            <p:cNvSpPr/>
            <p:nvPr/>
          </p:nvSpPr>
          <p:spPr>
            <a:xfrm rot="0">
              <a:off x="3592" y="1198"/>
              <a:ext cx="7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2999" name=""/>
            <p:cNvSpPr/>
            <p:nvPr/>
          </p:nvSpPr>
          <p:spPr>
            <a:xfrm rot="0">
              <a:off x="3447" y="1321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00" name=""/>
            <p:cNvSpPr/>
            <p:nvPr/>
          </p:nvSpPr>
          <p:spPr>
            <a:xfrm rot="0">
              <a:off x="3447" y="1321"/>
              <a:ext cx="14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01" name=""/>
            <p:cNvSpPr/>
            <p:nvPr/>
          </p:nvSpPr>
          <p:spPr>
            <a:xfrm rot="0">
              <a:off x="3447" y="1020"/>
              <a:ext cx="14" cy="301"/>
            </a:xfrm>
            <a:custGeom>
              <a:avLst/>
              <a:ahLst/>
              <a:rect l="0" t="0" r="r" b="b"/>
              <a:pathLst>
                <a:path w="59" h="1200">
                  <a:moveTo>
                    <a:pt x="0" y="1200"/>
                  </a:moveTo>
                  <a:lnTo>
                    <a:pt x="29" y="1200"/>
                  </a:lnTo>
                  <a:lnTo>
                    <a:pt x="59" y="120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0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02" name=""/>
            <p:cNvSpPr/>
            <p:nvPr/>
          </p:nvSpPr>
          <p:spPr>
            <a:xfrm rot="0">
              <a:off x="3447" y="1020"/>
              <a:ext cx="14" cy="301"/>
            </a:xfrm>
            <a:custGeom>
              <a:avLst/>
              <a:ahLst/>
              <a:rect l="0" t="0" r="r" b="b"/>
              <a:pathLst>
                <a:path w="59" h="1200">
                  <a:moveTo>
                    <a:pt x="0" y="1200"/>
                  </a:moveTo>
                  <a:lnTo>
                    <a:pt x="29" y="1200"/>
                  </a:lnTo>
                  <a:lnTo>
                    <a:pt x="59" y="120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0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03" name=""/>
            <p:cNvSpPr/>
            <p:nvPr/>
          </p:nvSpPr>
          <p:spPr>
            <a:xfrm rot="0">
              <a:off x="3447" y="1013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04" name=""/>
            <p:cNvSpPr/>
            <p:nvPr/>
          </p:nvSpPr>
          <p:spPr>
            <a:xfrm rot="0">
              <a:off x="3447" y="1013"/>
              <a:ext cx="14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05" name=""/>
            <p:cNvSpPr/>
            <p:nvPr/>
          </p:nvSpPr>
          <p:spPr>
            <a:xfrm rot="0">
              <a:off x="3447" y="101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30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06" name=""/>
            <p:cNvSpPr/>
            <p:nvPr/>
          </p:nvSpPr>
          <p:spPr>
            <a:xfrm rot="0">
              <a:off x="3447" y="101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07" name=""/>
            <p:cNvSpPr/>
            <p:nvPr/>
          </p:nvSpPr>
          <p:spPr>
            <a:xfrm rot="0">
              <a:off x="3454" y="1013"/>
              <a:ext cx="184" cy="15"/>
            </a:xfrm>
            <a:custGeom>
              <a:avLst/>
              <a:ahLst/>
              <a:rect l="0" t="0" r="r" b="b"/>
              <a:pathLst>
                <a:path w="737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737" y="58"/>
                  </a:lnTo>
                  <a:lnTo>
                    <a:pt x="737" y="30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08" name=""/>
            <p:cNvSpPr/>
            <p:nvPr/>
          </p:nvSpPr>
          <p:spPr>
            <a:xfrm rot="0">
              <a:off x="3454" y="1013"/>
              <a:ext cx="184" cy="15"/>
            </a:xfrm>
            <a:custGeom>
              <a:avLst/>
              <a:ahLst/>
              <a:rect l="0" t="0" r="r" b="b"/>
              <a:pathLst>
                <a:path w="737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737" y="58"/>
                  </a:lnTo>
                  <a:lnTo>
                    <a:pt x="737" y="30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09" name=""/>
            <p:cNvSpPr/>
            <p:nvPr/>
          </p:nvSpPr>
          <p:spPr>
            <a:xfrm rot="0">
              <a:off x="3638" y="10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10" name=""/>
            <p:cNvSpPr/>
            <p:nvPr/>
          </p:nvSpPr>
          <p:spPr>
            <a:xfrm rot="0">
              <a:off x="3638" y="10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11" name=""/>
            <p:cNvSpPr/>
            <p:nvPr/>
          </p:nvSpPr>
          <p:spPr>
            <a:xfrm rot="0">
              <a:off x="3822" y="101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12" name=""/>
            <p:cNvSpPr/>
            <p:nvPr/>
          </p:nvSpPr>
          <p:spPr>
            <a:xfrm rot="0">
              <a:off x="3822" y="101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13" name=""/>
            <p:cNvSpPr/>
            <p:nvPr/>
          </p:nvSpPr>
          <p:spPr>
            <a:xfrm rot="0">
              <a:off x="3638" y="1013"/>
              <a:ext cx="184" cy="15"/>
            </a:xfrm>
            <a:custGeom>
              <a:avLst/>
              <a:ahLst/>
              <a:rect l="0" t="0" r="r" b="b"/>
              <a:pathLst>
                <a:path w="738" h="58">
                  <a:moveTo>
                    <a:pt x="738" y="58"/>
                  </a:moveTo>
                  <a:lnTo>
                    <a:pt x="738" y="3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738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14" name=""/>
            <p:cNvSpPr/>
            <p:nvPr/>
          </p:nvSpPr>
          <p:spPr>
            <a:xfrm rot="0">
              <a:off x="3638" y="1013"/>
              <a:ext cx="184" cy="15"/>
            </a:xfrm>
            <a:custGeom>
              <a:avLst/>
              <a:ahLst/>
              <a:rect l="0" t="0" r="r" b="b"/>
              <a:pathLst>
                <a:path w="738" h="58">
                  <a:moveTo>
                    <a:pt x="738" y="58"/>
                  </a:moveTo>
                  <a:lnTo>
                    <a:pt x="738" y="3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8"/>
                  </a:lnTo>
                  <a:lnTo>
                    <a:pt x="738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15" name=""/>
            <p:cNvSpPr/>
            <p:nvPr/>
          </p:nvSpPr>
          <p:spPr>
            <a:xfrm rot="0">
              <a:off x="3631" y="101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30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16" name=""/>
            <p:cNvSpPr/>
            <p:nvPr/>
          </p:nvSpPr>
          <p:spPr>
            <a:xfrm rot="0">
              <a:off x="3631" y="101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17" name=""/>
            <p:cNvSpPr/>
            <p:nvPr/>
          </p:nvSpPr>
          <p:spPr>
            <a:xfrm rot="0">
              <a:off x="3815" y="132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18" name=""/>
            <p:cNvSpPr/>
            <p:nvPr/>
          </p:nvSpPr>
          <p:spPr>
            <a:xfrm rot="0">
              <a:off x="3815" y="132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19" name=""/>
            <p:cNvSpPr/>
            <p:nvPr/>
          </p:nvSpPr>
          <p:spPr>
            <a:xfrm rot="0">
              <a:off x="3815" y="1020"/>
              <a:ext cx="15" cy="301"/>
            </a:xfrm>
            <a:custGeom>
              <a:avLst/>
              <a:ahLst/>
              <a:rect l="0" t="0" r="r" b="b"/>
              <a:pathLst>
                <a:path w="59" h="1200">
                  <a:moveTo>
                    <a:pt x="0" y="1200"/>
                  </a:moveTo>
                  <a:lnTo>
                    <a:pt x="29" y="1200"/>
                  </a:lnTo>
                  <a:lnTo>
                    <a:pt x="59" y="120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0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20" name=""/>
            <p:cNvSpPr/>
            <p:nvPr/>
          </p:nvSpPr>
          <p:spPr>
            <a:xfrm rot="0">
              <a:off x="3815" y="1020"/>
              <a:ext cx="15" cy="301"/>
            </a:xfrm>
            <a:custGeom>
              <a:avLst/>
              <a:ahLst/>
              <a:rect l="0" t="0" r="r" b="b"/>
              <a:pathLst>
                <a:path w="59" h="1200">
                  <a:moveTo>
                    <a:pt x="0" y="1200"/>
                  </a:moveTo>
                  <a:lnTo>
                    <a:pt x="29" y="1200"/>
                  </a:lnTo>
                  <a:lnTo>
                    <a:pt x="59" y="120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20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21" name=""/>
            <p:cNvSpPr/>
            <p:nvPr/>
          </p:nvSpPr>
          <p:spPr>
            <a:xfrm rot="0">
              <a:off x="3815" y="1013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22" name=""/>
            <p:cNvSpPr/>
            <p:nvPr/>
          </p:nvSpPr>
          <p:spPr>
            <a:xfrm rot="0">
              <a:off x="3815" y="1013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23" name=""/>
            <p:cNvSpPr/>
            <p:nvPr/>
          </p:nvSpPr>
          <p:spPr>
            <a:xfrm rot="0">
              <a:off x="3822" y="1198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24" name=""/>
            <p:cNvSpPr/>
            <p:nvPr/>
          </p:nvSpPr>
          <p:spPr>
            <a:xfrm rot="0">
              <a:off x="3822" y="1198"/>
              <a:ext cx="8" cy="15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25" name=""/>
            <p:cNvSpPr/>
            <p:nvPr/>
          </p:nvSpPr>
          <p:spPr>
            <a:xfrm rot="0">
              <a:off x="3684" y="1198"/>
              <a:ext cx="138" cy="15"/>
            </a:xfrm>
            <a:custGeom>
              <a:avLst/>
              <a:ahLst/>
              <a:rect l="0" t="0" r="r" b="b"/>
              <a:pathLst>
                <a:path w="553" h="59">
                  <a:moveTo>
                    <a:pt x="553" y="59"/>
                  </a:moveTo>
                  <a:lnTo>
                    <a:pt x="553" y="30"/>
                  </a:lnTo>
                  <a:lnTo>
                    <a:pt x="553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553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26" name=""/>
            <p:cNvSpPr/>
            <p:nvPr/>
          </p:nvSpPr>
          <p:spPr>
            <a:xfrm rot="0">
              <a:off x="3684" y="1198"/>
              <a:ext cx="138" cy="15"/>
            </a:xfrm>
            <a:custGeom>
              <a:avLst/>
              <a:ahLst/>
              <a:rect l="0" t="0" r="r" b="b"/>
              <a:pathLst>
                <a:path w="553" h="59">
                  <a:moveTo>
                    <a:pt x="553" y="59"/>
                  </a:moveTo>
                  <a:lnTo>
                    <a:pt x="553" y="30"/>
                  </a:lnTo>
                  <a:lnTo>
                    <a:pt x="553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553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27" name=""/>
            <p:cNvSpPr/>
            <p:nvPr/>
          </p:nvSpPr>
          <p:spPr>
            <a:xfrm rot="0">
              <a:off x="3677" y="1198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28" name=""/>
            <p:cNvSpPr/>
            <p:nvPr/>
          </p:nvSpPr>
          <p:spPr>
            <a:xfrm rot="0">
              <a:off x="3677" y="1198"/>
              <a:ext cx="7" cy="15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29" name=""/>
            <p:cNvSpPr/>
            <p:nvPr/>
          </p:nvSpPr>
          <p:spPr>
            <a:xfrm rot="0">
              <a:off x="3815" y="132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30" name=""/>
            <p:cNvSpPr/>
            <p:nvPr/>
          </p:nvSpPr>
          <p:spPr>
            <a:xfrm rot="0">
              <a:off x="3815" y="1321"/>
              <a:ext cx="15" cy="7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6" y="10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31" name=""/>
            <p:cNvSpPr/>
            <p:nvPr/>
          </p:nvSpPr>
          <p:spPr>
            <a:xfrm rot="0">
              <a:off x="3815" y="1206"/>
              <a:ext cx="15" cy="115"/>
            </a:xfrm>
            <a:custGeom>
              <a:avLst/>
              <a:ahLst/>
              <a:rect l="0" t="0" r="r" b="b"/>
              <a:pathLst>
                <a:path w="59" h="460">
                  <a:moveTo>
                    <a:pt x="0" y="460"/>
                  </a:moveTo>
                  <a:lnTo>
                    <a:pt x="29" y="460"/>
                  </a:lnTo>
                  <a:lnTo>
                    <a:pt x="59" y="46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32" name=""/>
            <p:cNvSpPr/>
            <p:nvPr/>
          </p:nvSpPr>
          <p:spPr>
            <a:xfrm rot="0">
              <a:off x="3815" y="1206"/>
              <a:ext cx="15" cy="115"/>
            </a:xfrm>
            <a:custGeom>
              <a:avLst/>
              <a:ahLst/>
              <a:rect l="0" t="0" r="r" b="b"/>
              <a:pathLst>
                <a:path w="59" h="460">
                  <a:moveTo>
                    <a:pt x="0" y="460"/>
                  </a:moveTo>
                  <a:lnTo>
                    <a:pt x="29" y="460"/>
                  </a:lnTo>
                  <a:lnTo>
                    <a:pt x="59" y="460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33" name=""/>
            <p:cNvSpPr/>
            <p:nvPr/>
          </p:nvSpPr>
          <p:spPr>
            <a:xfrm rot="0">
              <a:off x="3815" y="1198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34" name=""/>
            <p:cNvSpPr/>
            <p:nvPr/>
          </p:nvSpPr>
          <p:spPr>
            <a:xfrm rot="0">
              <a:off x="3815" y="1198"/>
              <a:ext cx="15" cy="8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35" name=""/>
            <p:cNvSpPr/>
            <p:nvPr/>
          </p:nvSpPr>
          <p:spPr>
            <a:xfrm rot="0">
              <a:off x="3938" y="13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36" name=""/>
            <p:cNvSpPr/>
            <p:nvPr/>
          </p:nvSpPr>
          <p:spPr>
            <a:xfrm rot="0">
              <a:off x="3938" y="13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37" name=""/>
            <p:cNvSpPr/>
            <p:nvPr/>
          </p:nvSpPr>
          <p:spPr>
            <a:xfrm rot="0">
              <a:off x="3822" y="1313"/>
              <a:ext cx="116" cy="15"/>
            </a:xfrm>
            <a:custGeom>
              <a:avLst/>
              <a:ahLst/>
              <a:rect l="0" t="0" r="r" b="b"/>
              <a:pathLst>
                <a:path w="460" h="58">
                  <a:moveTo>
                    <a:pt x="460" y="58"/>
                  </a:moveTo>
                  <a:lnTo>
                    <a:pt x="460" y="29"/>
                  </a:lnTo>
                  <a:lnTo>
                    <a:pt x="460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460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38" name=""/>
            <p:cNvSpPr/>
            <p:nvPr/>
          </p:nvSpPr>
          <p:spPr>
            <a:xfrm rot="0">
              <a:off x="3822" y="1313"/>
              <a:ext cx="116" cy="15"/>
            </a:xfrm>
            <a:custGeom>
              <a:avLst/>
              <a:ahLst/>
              <a:rect l="0" t="0" r="r" b="b"/>
              <a:pathLst>
                <a:path w="460" h="58">
                  <a:moveTo>
                    <a:pt x="460" y="58"/>
                  </a:moveTo>
                  <a:lnTo>
                    <a:pt x="460" y="29"/>
                  </a:lnTo>
                  <a:lnTo>
                    <a:pt x="460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46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39" name=""/>
            <p:cNvSpPr/>
            <p:nvPr/>
          </p:nvSpPr>
          <p:spPr>
            <a:xfrm rot="0">
              <a:off x="3815" y="131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29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2" y="53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40" name=""/>
            <p:cNvSpPr/>
            <p:nvPr/>
          </p:nvSpPr>
          <p:spPr>
            <a:xfrm rot="0">
              <a:off x="3815" y="1313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2" y="53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41" name=""/>
            <p:cNvSpPr/>
            <p:nvPr/>
          </p:nvSpPr>
          <p:spPr>
            <a:xfrm rot="0">
              <a:off x="3677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9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42" name=""/>
            <p:cNvSpPr/>
            <p:nvPr/>
          </p:nvSpPr>
          <p:spPr>
            <a:xfrm rot="0">
              <a:off x="3677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43" name=""/>
            <p:cNvSpPr/>
            <p:nvPr/>
          </p:nvSpPr>
          <p:spPr>
            <a:xfrm rot="0">
              <a:off x="3677" y="1067"/>
              <a:ext cx="15" cy="392"/>
            </a:xfrm>
            <a:custGeom>
              <a:avLst/>
              <a:ahLst/>
              <a:rect l="0" t="0" r="r" b="b"/>
              <a:pathLst>
                <a:path w="58" h="1570">
                  <a:moveTo>
                    <a:pt x="0" y="1570"/>
                  </a:moveTo>
                  <a:lnTo>
                    <a:pt x="29" y="1570"/>
                  </a:lnTo>
                  <a:lnTo>
                    <a:pt x="58" y="1570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57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44" name=""/>
            <p:cNvSpPr/>
            <p:nvPr/>
          </p:nvSpPr>
          <p:spPr>
            <a:xfrm rot="0">
              <a:off x="3677" y="1067"/>
              <a:ext cx="15" cy="392"/>
            </a:xfrm>
            <a:custGeom>
              <a:avLst/>
              <a:ahLst/>
              <a:rect l="0" t="0" r="r" b="b"/>
              <a:pathLst>
                <a:path w="58" h="1570">
                  <a:moveTo>
                    <a:pt x="0" y="1570"/>
                  </a:moveTo>
                  <a:lnTo>
                    <a:pt x="29" y="1570"/>
                  </a:lnTo>
                  <a:lnTo>
                    <a:pt x="58" y="1570"/>
                  </a:lnTo>
                  <a:lnTo>
                    <a:pt x="58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57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45" name=""/>
            <p:cNvSpPr/>
            <p:nvPr/>
          </p:nvSpPr>
          <p:spPr>
            <a:xfrm rot="0">
              <a:off x="3677" y="1059"/>
              <a:ext cx="15" cy="8"/>
            </a:xfrm>
            <a:custGeom>
              <a:avLst/>
              <a:ahLst/>
              <a:rect l="0" t="0" r="r" b="b"/>
              <a:pathLst>
                <a:path w="58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46" name=""/>
            <p:cNvSpPr/>
            <p:nvPr/>
          </p:nvSpPr>
          <p:spPr>
            <a:xfrm rot="0">
              <a:off x="3677" y="1059"/>
              <a:ext cx="15" cy="8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47" name=""/>
            <p:cNvSpPr/>
            <p:nvPr/>
          </p:nvSpPr>
          <p:spPr>
            <a:xfrm rot="0">
              <a:off x="3930" y="1459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48" name=""/>
            <p:cNvSpPr/>
            <p:nvPr/>
          </p:nvSpPr>
          <p:spPr>
            <a:xfrm rot="0">
              <a:off x="3930" y="1459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49" name=""/>
            <p:cNvSpPr/>
            <p:nvPr/>
          </p:nvSpPr>
          <p:spPr>
            <a:xfrm rot="0">
              <a:off x="3930" y="1321"/>
              <a:ext cx="15" cy="138"/>
            </a:xfrm>
            <a:custGeom>
              <a:avLst/>
              <a:ahLst/>
              <a:rect l="0" t="0" r="r" b="b"/>
              <a:pathLst>
                <a:path w="59" h="554">
                  <a:moveTo>
                    <a:pt x="0" y="554"/>
                  </a:moveTo>
                  <a:lnTo>
                    <a:pt x="29" y="554"/>
                  </a:lnTo>
                  <a:lnTo>
                    <a:pt x="59" y="55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5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50" name=""/>
            <p:cNvSpPr/>
            <p:nvPr/>
          </p:nvSpPr>
          <p:spPr>
            <a:xfrm rot="0">
              <a:off x="3930" y="1321"/>
              <a:ext cx="15" cy="138"/>
            </a:xfrm>
            <a:custGeom>
              <a:avLst/>
              <a:ahLst/>
              <a:rect l="0" t="0" r="r" b="b"/>
              <a:pathLst>
                <a:path w="59" h="554">
                  <a:moveTo>
                    <a:pt x="0" y="554"/>
                  </a:moveTo>
                  <a:lnTo>
                    <a:pt x="29" y="554"/>
                  </a:lnTo>
                  <a:lnTo>
                    <a:pt x="59" y="554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5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51" name=""/>
            <p:cNvSpPr/>
            <p:nvPr/>
          </p:nvSpPr>
          <p:spPr>
            <a:xfrm rot="0">
              <a:off x="3930" y="1313"/>
              <a:ext cx="15" cy="8"/>
            </a:xfrm>
            <a:custGeom>
              <a:avLst/>
              <a:ahLst/>
              <a:rect l="0" t="0" r="r" b="b"/>
              <a:pathLst>
                <a:path w="59" h="29">
                  <a:moveTo>
                    <a:pt x="29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  <a:lnTo>
                    <a:pt x="29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52" name=""/>
            <p:cNvSpPr/>
            <p:nvPr/>
          </p:nvSpPr>
          <p:spPr>
            <a:xfrm rot="0">
              <a:off x="3930" y="1313"/>
              <a:ext cx="15" cy="8"/>
            </a:xfrm>
            <a:custGeom>
              <a:avLst/>
              <a:ahLst/>
              <a:rect l="0" t="0" r="r" b="b"/>
              <a:pathLst>
                <a:path w="59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0"/>
                  </a:lnTo>
                  <a:lnTo>
                    <a:pt x="59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53" name=""/>
            <p:cNvSpPr/>
            <p:nvPr/>
          </p:nvSpPr>
          <p:spPr>
            <a:xfrm rot="0">
              <a:off x="3331" y="1763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54" name=""/>
            <p:cNvSpPr/>
            <p:nvPr/>
          </p:nvSpPr>
          <p:spPr>
            <a:xfrm rot="0">
              <a:off x="3331" y="1763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55" name=""/>
            <p:cNvSpPr/>
            <p:nvPr/>
          </p:nvSpPr>
          <p:spPr>
            <a:xfrm rot="0">
              <a:off x="3331" y="1770"/>
              <a:ext cx="15" cy="370"/>
            </a:xfrm>
            <a:custGeom>
              <a:avLst/>
              <a:ahLst/>
              <a:rect l="0" t="0" r="r" b="b"/>
              <a:pathLst>
                <a:path w="58" h="1478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478"/>
                  </a:lnTo>
                  <a:lnTo>
                    <a:pt x="28" y="1478"/>
                  </a:lnTo>
                  <a:lnTo>
                    <a:pt x="58" y="1478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56" name=""/>
            <p:cNvSpPr/>
            <p:nvPr/>
          </p:nvSpPr>
          <p:spPr>
            <a:xfrm rot="0">
              <a:off x="3331" y="1770"/>
              <a:ext cx="15" cy="370"/>
            </a:xfrm>
            <a:custGeom>
              <a:avLst/>
              <a:ahLst/>
              <a:rect l="0" t="0" r="r" b="b"/>
              <a:pathLst>
                <a:path w="58" h="1478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478"/>
                  </a:lnTo>
                  <a:lnTo>
                    <a:pt x="28" y="1478"/>
                  </a:lnTo>
                  <a:lnTo>
                    <a:pt x="58" y="1478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57" name=""/>
            <p:cNvSpPr/>
            <p:nvPr/>
          </p:nvSpPr>
          <p:spPr>
            <a:xfrm rot="0">
              <a:off x="3331" y="2140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58" name=""/>
            <p:cNvSpPr/>
            <p:nvPr/>
          </p:nvSpPr>
          <p:spPr>
            <a:xfrm rot="0">
              <a:off x="3331" y="2140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59" name=""/>
            <p:cNvSpPr/>
            <p:nvPr/>
          </p:nvSpPr>
          <p:spPr>
            <a:xfrm rot="0">
              <a:off x="3331" y="2132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60" name=""/>
            <p:cNvSpPr/>
            <p:nvPr/>
          </p:nvSpPr>
          <p:spPr>
            <a:xfrm rot="0">
              <a:off x="3331" y="2132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61" name=""/>
            <p:cNvSpPr/>
            <p:nvPr/>
          </p:nvSpPr>
          <p:spPr>
            <a:xfrm rot="0">
              <a:off x="3338" y="2132"/>
              <a:ext cx="254" cy="15"/>
            </a:xfrm>
            <a:custGeom>
              <a:avLst/>
              <a:ahLst/>
              <a:rect l="0" t="0" r="r" b="b"/>
              <a:pathLst>
                <a:path w="1014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014" y="58"/>
                  </a:lnTo>
                  <a:lnTo>
                    <a:pt x="1014" y="30"/>
                  </a:lnTo>
                  <a:lnTo>
                    <a:pt x="101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62" name=""/>
            <p:cNvSpPr/>
            <p:nvPr/>
          </p:nvSpPr>
          <p:spPr>
            <a:xfrm rot="0">
              <a:off x="3338" y="2132"/>
              <a:ext cx="254" cy="15"/>
            </a:xfrm>
            <a:custGeom>
              <a:avLst/>
              <a:ahLst/>
              <a:rect l="0" t="0" r="r" b="b"/>
              <a:pathLst>
                <a:path w="1014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014" y="58"/>
                  </a:lnTo>
                  <a:lnTo>
                    <a:pt x="1014" y="30"/>
                  </a:lnTo>
                  <a:lnTo>
                    <a:pt x="101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63" name=""/>
            <p:cNvSpPr/>
            <p:nvPr/>
          </p:nvSpPr>
          <p:spPr>
            <a:xfrm rot="0">
              <a:off x="3592" y="2132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64" name=""/>
            <p:cNvSpPr/>
            <p:nvPr/>
          </p:nvSpPr>
          <p:spPr>
            <a:xfrm rot="0">
              <a:off x="3592" y="2132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65" name=""/>
            <p:cNvSpPr/>
            <p:nvPr/>
          </p:nvSpPr>
          <p:spPr>
            <a:xfrm rot="0">
              <a:off x="3930" y="2140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29" y="0"/>
                  </a:moveTo>
                  <a:lnTo>
                    <a:pt x="59" y="0"/>
                  </a:ln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66" name=""/>
            <p:cNvSpPr/>
            <p:nvPr/>
          </p:nvSpPr>
          <p:spPr>
            <a:xfrm rot="0">
              <a:off x="3930" y="2140"/>
              <a:ext cx="15" cy="7"/>
            </a:xfrm>
            <a:custGeom>
              <a:avLst/>
              <a:ahLst/>
              <a:rect l="0" t="0" r="r" b="b"/>
              <a:pathLst>
                <a:path w="59" h="28">
                  <a:moveTo>
                    <a:pt x="59" y="0"/>
                  </a:moveTo>
                  <a:lnTo>
                    <a:pt x="57" y="9"/>
                  </a:lnTo>
                  <a:lnTo>
                    <a:pt x="53" y="17"/>
                  </a:lnTo>
                  <a:lnTo>
                    <a:pt x="46" y="24"/>
                  </a:lnTo>
                  <a:lnTo>
                    <a:pt x="38" y="27"/>
                  </a:lnTo>
                  <a:lnTo>
                    <a:pt x="29" y="28"/>
                  </a:lnTo>
                  <a:lnTo>
                    <a:pt x="20" y="27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67" name=""/>
            <p:cNvSpPr/>
            <p:nvPr/>
          </p:nvSpPr>
          <p:spPr>
            <a:xfrm rot="0">
              <a:off x="3930" y="1770"/>
              <a:ext cx="15" cy="370"/>
            </a:xfrm>
            <a:custGeom>
              <a:avLst/>
              <a:ahLst/>
              <a:rect l="0" t="0" r="r" b="b"/>
              <a:pathLst>
                <a:path w="59" h="1478">
                  <a:moveTo>
                    <a:pt x="0" y="1478"/>
                  </a:moveTo>
                  <a:lnTo>
                    <a:pt x="29" y="1478"/>
                  </a:lnTo>
                  <a:lnTo>
                    <a:pt x="59" y="1478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7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68" name=""/>
            <p:cNvSpPr/>
            <p:nvPr/>
          </p:nvSpPr>
          <p:spPr>
            <a:xfrm rot="0">
              <a:off x="3930" y="1770"/>
              <a:ext cx="15" cy="370"/>
            </a:xfrm>
            <a:custGeom>
              <a:avLst/>
              <a:ahLst/>
              <a:rect l="0" t="0" r="r" b="b"/>
              <a:pathLst>
                <a:path w="59" h="1478">
                  <a:moveTo>
                    <a:pt x="0" y="1478"/>
                  </a:moveTo>
                  <a:lnTo>
                    <a:pt x="29" y="1478"/>
                  </a:lnTo>
                  <a:lnTo>
                    <a:pt x="59" y="1478"/>
                  </a:lnTo>
                  <a:lnTo>
                    <a:pt x="59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7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69" name=""/>
            <p:cNvSpPr/>
            <p:nvPr/>
          </p:nvSpPr>
          <p:spPr>
            <a:xfrm rot="0">
              <a:off x="3930" y="1763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70" name=""/>
            <p:cNvSpPr/>
            <p:nvPr/>
          </p:nvSpPr>
          <p:spPr>
            <a:xfrm rot="0">
              <a:off x="3930" y="1763"/>
              <a:ext cx="15" cy="7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6" y="6"/>
                  </a:lnTo>
                  <a:lnTo>
                    <a:pt x="53" y="13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71" name=""/>
            <p:cNvSpPr/>
            <p:nvPr/>
          </p:nvSpPr>
          <p:spPr>
            <a:xfrm rot="0">
              <a:off x="3938" y="1763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72" name=""/>
            <p:cNvSpPr/>
            <p:nvPr/>
          </p:nvSpPr>
          <p:spPr>
            <a:xfrm rot="0">
              <a:off x="3938" y="1763"/>
              <a:ext cx="7" cy="14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73" name=""/>
            <p:cNvSpPr/>
            <p:nvPr/>
          </p:nvSpPr>
          <p:spPr>
            <a:xfrm rot="0">
              <a:off x="3338" y="1763"/>
              <a:ext cx="600" cy="14"/>
            </a:xfrm>
            <a:custGeom>
              <a:avLst/>
              <a:ahLst/>
              <a:rect l="0" t="0" r="r" b="b"/>
              <a:pathLst>
                <a:path w="2397" h="59">
                  <a:moveTo>
                    <a:pt x="2397" y="59"/>
                  </a:moveTo>
                  <a:lnTo>
                    <a:pt x="2397" y="30"/>
                  </a:lnTo>
                  <a:lnTo>
                    <a:pt x="2397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397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74" name=""/>
            <p:cNvSpPr/>
            <p:nvPr/>
          </p:nvSpPr>
          <p:spPr>
            <a:xfrm rot="0">
              <a:off x="3338" y="1763"/>
              <a:ext cx="600" cy="14"/>
            </a:xfrm>
            <a:custGeom>
              <a:avLst/>
              <a:ahLst/>
              <a:rect l="0" t="0" r="r" b="b"/>
              <a:pathLst>
                <a:path w="2397" h="59">
                  <a:moveTo>
                    <a:pt x="2397" y="59"/>
                  </a:moveTo>
                  <a:lnTo>
                    <a:pt x="2397" y="30"/>
                  </a:lnTo>
                  <a:lnTo>
                    <a:pt x="2397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2397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75" name=""/>
            <p:cNvSpPr/>
            <p:nvPr/>
          </p:nvSpPr>
          <p:spPr>
            <a:xfrm rot="0">
              <a:off x="3331" y="1763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30"/>
                  </a:moveTo>
                  <a:lnTo>
                    <a:pt x="28" y="59"/>
                  </a:ln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76" name=""/>
            <p:cNvSpPr/>
            <p:nvPr/>
          </p:nvSpPr>
          <p:spPr>
            <a:xfrm rot="0">
              <a:off x="3331" y="1763"/>
              <a:ext cx="7" cy="14"/>
            </a:xfrm>
            <a:custGeom>
              <a:avLst/>
              <a:ahLst/>
              <a:rect l="0" t="0" r="r" b="b"/>
              <a:pathLst>
                <a:path w="28" h="59">
                  <a:moveTo>
                    <a:pt x="28" y="59"/>
                  </a:moveTo>
                  <a:lnTo>
                    <a:pt x="19" y="58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77" name=""/>
            <p:cNvSpPr/>
            <p:nvPr/>
          </p:nvSpPr>
          <p:spPr>
            <a:xfrm rot="0">
              <a:off x="3447" y="1878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30"/>
                  </a:moveTo>
                  <a:lnTo>
                    <a:pt x="29" y="58"/>
                  </a:ln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78" name=""/>
            <p:cNvSpPr/>
            <p:nvPr/>
          </p:nvSpPr>
          <p:spPr>
            <a:xfrm rot="0">
              <a:off x="3447" y="1878"/>
              <a:ext cx="7" cy="15"/>
            </a:xfrm>
            <a:custGeom>
              <a:avLst/>
              <a:ahLst/>
              <a:rect l="0" t="0" r="r" b="b"/>
              <a:pathLst>
                <a:path w="29" h="58">
                  <a:moveTo>
                    <a:pt x="29" y="58"/>
                  </a:moveTo>
                  <a:lnTo>
                    <a:pt x="20" y="57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79" name=""/>
            <p:cNvSpPr/>
            <p:nvPr/>
          </p:nvSpPr>
          <p:spPr>
            <a:xfrm rot="0">
              <a:off x="3454" y="1878"/>
              <a:ext cx="368" cy="15"/>
            </a:xfrm>
            <a:custGeom>
              <a:avLst/>
              <a:ahLst/>
              <a:rect l="0" t="0" r="r" b="b"/>
              <a:pathLst>
                <a:path w="1475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475" y="58"/>
                  </a:lnTo>
                  <a:lnTo>
                    <a:pt x="1475" y="30"/>
                  </a:lnTo>
                  <a:lnTo>
                    <a:pt x="147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80" name=""/>
            <p:cNvSpPr/>
            <p:nvPr/>
          </p:nvSpPr>
          <p:spPr>
            <a:xfrm rot="0">
              <a:off x="3454" y="1878"/>
              <a:ext cx="368" cy="15"/>
            </a:xfrm>
            <a:custGeom>
              <a:avLst/>
              <a:ahLst/>
              <a:rect l="0" t="0" r="r" b="b"/>
              <a:pathLst>
                <a:path w="1475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475" y="58"/>
                  </a:lnTo>
                  <a:lnTo>
                    <a:pt x="1475" y="30"/>
                  </a:lnTo>
                  <a:lnTo>
                    <a:pt x="147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81" name=""/>
            <p:cNvSpPr/>
            <p:nvPr/>
          </p:nvSpPr>
          <p:spPr>
            <a:xfrm rot="0">
              <a:off x="3822" y="1878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82" name=""/>
            <p:cNvSpPr/>
            <p:nvPr/>
          </p:nvSpPr>
          <p:spPr>
            <a:xfrm rot="0">
              <a:off x="3822" y="1878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7" y="21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83" name=""/>
            <p:cNvSpPr/>
            <p:nvPr/>
          </p:nvSpPr>
          <p:spPr>
            <a:xfrm rot="0">
              <a:off x="4154" y="1013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84" name=""/>
            <p:cNvSpPr/>
            <p:nvPr/>
          </p:nvSpPr>
          <p:spPr>
            <a:xfrm rot="0">
              <a:off x="4154" y="1013"/>
              <a:ext cx="15" cy="7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6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85" name=""/>
            <p:cNvSpPr/>
            <p:nvPr/>
          </p:nvSpPr>
          <p:spPr>
            <a:xfrm rot="0">
              <a:off x="4154" y="1020"/>
              <a:ext cx="15" cy="439"/>
            </a:xfrm>
            <a:custGeom>
              <a:avLst/>
              <a:ahLst/>
              <a:rect l="0" t="0" r="r" b="b"/>
              <a:pathLst>
                <a:path w="58" h="1754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754"/>
                  </a:lnTo>
                  <a:lnTo>
                    <a:pt x="28" y="1754"/>
                  </a:lnTo>
                  <a:lnTo>
                    <a:pt x="58" y="1754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86" name=""/>
            <p:cNvSpPr/>
            <p:nvPr/>
          </p:nvSpPr>
          <p:spPr>
            <a:xfrm rot="0">
              <a:off x="4154" y="1020"/>
              <a:ext cx="15" cy="439"/>
            </a:xfrm>
            <a:custGeom>
              <a:avLst/>
              <a:ahLst/>
              <a:rect l="0" t="0" r="r" b="b"/>
              <a:pathLst>
                <a:path w="58" h="1754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754"/>
                  </a:lnTo>
                  <a:lnTo>
                    <a:pt x="28" y="1754"/>
                  </a:lnTo>
                  <a:lnTo>
                    <a:pt x="58" y="1754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87" name=""/>
            <p:cNvSpPr/>
            <p:nvPr/>
          </p:nvSpPr>
          <p:spPr>
            <a:xfrm rot="0">
              <a:off x="4154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88" name=""/>
            <p:cNvSpPr/>
            <p:nvPr/>
          </p:nvSpPr>
          <p:spPr>
            <a:xfrm rot="0">
              <a:off x="4154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6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89" name=""/>
            <p:cNvSpPr/>
            <p:nvPr/>
          </p:nvSpPr>
          <p:spPr>
            <a:xfrm rot="0">
              <a:off x="4154" y="1451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90" name=""/>
            <p:cNvSpPr/>
            <p:nvPr/>
          </p:nvSpPr>
          <p:spPr>
            <a:xfrm rot="0">
              <a:off x="4154" y="1451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91" name=""/>
            <p:cNvSpPr/>
            <p:nvPr/>
          </p:nvSpPr>
          <p:spPr>
            <a:xfrm rot="0">
              <a:off x="4161" y="1451"/>
              <a:ext cx="369" cy="15"/>
            </a:xfrm>
            <a:custGeom>
              <a:avLst/>
              <a:ahLst/>
              <a:rect l="0" t="0" r="r" b="b"/>
              <a:pathLst>
                <a:path w="1475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475" y="58"/>
                  </a:lnTo>
                  <a:lnTo>
                    <a:pt x="1475" y="30"/>
                  </a:lnTo>
                  <a:lnTo>
                    <a:pt x="147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92" name=""/>
            <p:cNvSpPr/>
            <p:nvPr/>
          </p:nvSpPr>
          <p:spPr>
            <a:xfrm rot="0">
              <a:off x="4161" y="1451"/>
              <a:ext cx="369" cy="15"/>
            </a:xfrm>
            <a:custGeom>
              <a:avLst/>
              <a:ahLst/>
              <a:rect l="0" t="0" r="r" b="b"/>
              <a:pathLst>
                <a:path w="1475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1475" y="58"/>
                  </a:lnTo>
                  <a:lnTo>
                    <a:pt x="1475" y="30"/>
                  </a:lnTo>
                  <a:lnTo>
                    <a:pt x="147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93" name=""/>
            <p:cNvSpPr/>
            <p:nvPr/>
          </p:nvSpPr>
          <p:spPr>
            <a:xfrm rot="0">
              <a:off x="4530" y="1451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94" name=""/>
            <p:cNvSpPr/>
            <p:nvPr/>
          </p:nvSpPr>
          <p:spPr>
            <a:xfrm rot="0">
              <a:off x="4530" y="1451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95" name=""/>
            <p:cNvSpPr/>
            <p:nvPr/>
          </p:nvSpPr>
          <p:spPr>
            <a:xfrm rot="0">
              <a:off x="4523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96" name=""/>
            <p:cNvSpPr/>
            <p:nvPr/>
          </p:nvSpPr>
          <p:spPr>
            <a:xfrm rot="0">
              <a:off x="4523" y="1459"/>
              <a:ext cx="15" cy="7"/>
            </a:xfrm>
            <a:custGeom>
              <a:avLst/>
              <a:ahLst/>
              <a:rect l="0" t="0" r="r" b="b"/>
              <a:pathLst>
                <a:path w="58" h="28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7"/>
                  </a:lnTo>
                  <a:lnTo>
                    <a:pt x="28" y="28"/>
                  </a:lnTo>
                  <a:lnTo>
                    <a:pt x="19" y="27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97" name=""/>
            <p:cNvSpPr/>
            <p:nvPr/>
          </p:nvSpPr>
          <p:spPr>
            <a:xfrm rot="0">
              <a:off x="4523" y="1321"/>
              <a:ext cx="15" cy="138"/>
            </a:xfrm>
            <a:custGeom>
              <a:avLst/>
              <a:ahLst/>
              <a:rect l="0" t="0" r="r" b="b"/>
              <a:pathLst>
                <a:path w="58" h="554">
                  <a:moveTo>
                    <a:pt x="0" y="554"/>
                  </a:moveTo>
                  <a:lnTo>
                    <a:pt x="28" y="554"/>
                  </a:lnTo>
                  <a:lnTo>
                    <a:pt x="58" y="554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5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098" name=""/>
            <p:cNvSpPr/>
            <p:nvPr/>
          </p:nvSpPr>
          <p:spPr>
            <a:xfrm rot="0">
              <a:off x="4523" y="1321"/>
              <a:ext cx="15" cy="138"/>
            </a:xfrm>
            <a:custGeom>
              <a:avLst/>
              <a:ahLst/>
              <a:rect l="0" t="0" r="r" b="b"/>
              <a:pathLst>
                <a:path w="58" h="554">
                  <a:moveTo>
                    <a:pt x="0" y="554"/>
                  </a:moveTo>
                  <a:lnTo>
                    <a:pt x="28" y="554"/>
                  </a:lnTo>
                  <a:lnTo>
                    <a:pt x="58" y="554"/>
                  </a:lnTo>
                  <a:lnTo>
                    <a:pt x="58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5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099" name=""/>
            <p:cNvSpPr/>
            <p:nvPr/>
          </p:nvSpPr>
          <p:spPr>
            <a:xfrm rot="0">
              <a:off x="4523" y="1313"/>
              <a:ext cx="15" cy="8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00" name=""/>
            <p:cNvSpPr/>
            <p:nvPr/>
          </p:nvSpPr>
          <p:spPr>
            <a:xfrm rot="0">
              <a:off x="4523" y="1313"/>
              <a:ext cx="15" cy="8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01" name=""/>
            <p:cNvSpPr/>
            <p:nvPr/>
          </p:nvSpPr>
          <p:spPr>
            <a:xfrm rot="0">
              <a:off x="4530" y="131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02" name=""/>
            <p:cNvSpPr/>
            <p:nvPr/>
          </p:nvSpPr>
          <p:spPr>
            <a:xfrm rot="0">
              <a:off x="4530" y="1313"/>
              <a:ext cx="8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0"/>
                  </a:lnTo>
                  <a:lnTo>
                    <a:pt x="30" y="29"/>
                  </a:lnTo>
                  <a:lnTo>
                    <a:pt x="28" y="39"/>
                  </a:lnTo>
                  <a:lnTo>
                    <a:pt x="24" y="47"/>
                  </a:lnTo>
                  <a:lnTo>
                    <a:pt x="17" y="53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03" name=""/>
            <p:cNvSpPr/>
            <p:nvPr/>
          </p:nvSpPr>
          <p:spPr>
            <a:xfrm rot="0">
              <a:off x="4161" y="1313"/>
              <a:ext cx="369" cy="15"/>
            </a:xfrm>
            <a:custGeom>
              <a:avLst/>
              <a:ahLst/>
              <a:rect l="0" t="0" r="r" b="b"/>
              <a:pathLst>
                <a:path w="1475" h="58">
                  <a:moveTo>
                    <a:pt x="1475" y="58"/>
                  </a:moveTo>
                  <a:lnTo>
                    <a:pt x="1475" y="29"/>
                  </a:lnTo>
                  <a:lnTo>
                    <a:pt x="1475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1475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04" name=""/>
            <p:cNvSpPr/>
            <p:nvPr/>
          </p:nvSpPr>
          <p:spPr>
            <a:xfrm rot="0">
              <a:off x="4161" y="1313"/>
              <a:ext cx="369" cy="15"/>
            </a:xfrm>
            <a:custGeom>
              <a:avLst/>
              <a:ahLst/>
              <a:rect l="0" t="0" r="r" b="b"/>
              <a:pathLst>
                <a:path w="1475" h="58">
                  <a:moveTo>
                    <a:pt x="1475" y="58"/>
                  </a:moveTo>
                  <a:lnTo>
                    <a:pt x="1475" y="29"/>
                  </a:lnTo>
                  <a:lnTo>
                    <a:pt x="1475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lnTo>
                    <a:pt x="1475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05" name=""/>
            <p:cNvSpPr/>
            <p:nvPr/>
          </p:nvSpPr>
          <p:spPr>
            <a:xfrm rot="0">
              <a:off x="4154" y="1313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29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3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06" name=""/>
            <p:cNvSpPr/>
            <p:nvPr/>
          </p:nvSpPr>
          <p:spPr>
            <a:xfrm rot="0">
              <a:off x="4154" y="1313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3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07" name=""/>
            <p:cNvSpPr/>
            <p:nvPr/>
          </p:nvSpPr>
          <p:spPr>
            <a:xfrm rot="0">
              <a:off x="4154" y="1013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30"/>
                  </a:moveTo>
                  <a:lnTo>
                    <a:pt x="28" y="58"/>
                  </a:ln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08" name=""/>
            <p:cNvSpPr/>
            <p:nvPr/>
          </p:nvSpPr>
          <p:spPr>
            <a:xfrm rot="0">
              <a:off x="4154" y="1013"/>
              <a:ext cx="7" cy="15"/>
            </a:xfrm>
            <a:custGeom>
              <a:avLst/>
              <a:ahLst/>
              <a:rect l="0" t="0" r="r" b="b"/>
              <a:pathLst>
                <a:path w="28" h="58">
                  <a:moveTo>
                    <a:pt x="28" y="58"/>
                  </a:moveTo>
                  <a:lnTo>
                    <a:pt x="19" y="57"/>
                  </a:lnTo>
                  <a:lnTo>
                    <a:pt x="11" y="54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09" name=""/>
            <p:cNvSpPr/>
            <p:nvPr/>
          </p:nvSpPr>
          <p:spPr>
            <a:xfrm rot="0">
              <a:off x="4161" y="1013"/>
              <a:ext cx="116" cy="15"/>
            </a:xfrm>
            <a:custGeom>
              <a:avLst/>
              <a:ahLst/>
              <a:rect l="0" t="0" r="r" b="b"/>
              <a:pathLst>
                <a:path w="462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462" y="58"/>
                  </a:lnTo>
                  <a:lnTo>
                    <a:pt x="462" y="30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10" name=""/>
            <p:cNvSpPr/>
            <p:nvPr/>
          </p:nvSpPr>
          <p:spPr>
            <a:xfrm rot="0">
              <a:off x="4161" y="1013"/>
              <a:ext cx="116" cy="15"/>
            </a:xfrm>
            <a:custGeom>
              <a:avLst/>
              <a:ahLst/>
              <a:rect l="0" t="0" r="r" b="b"/>
              <a:pathLst>
                <a:path w="462" h="58">
                  <a:moveTo>
                    <a:pt x="0" y="0"/>
                  </a:moveTo>
                  <a:lnTo>
                    <a:pt x="0" y="30"/>
                  </a:lnTo>
                  <a:lnTo>
                    <a:pt x="0" y="58"/>
                  </a:lnTo>
                  <a:lnTo>
                    <a:pt x="462" y="58"/>
                  </a:lnTo>
                  <a:lnTo>
                    <a:pt x="462" y="30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11" name=""/>
            <p:cNvSpPr/>
            <p:nvPr/>
          </p:nvSpPr>
          <p:spPr>
            <a:xfrm rot="0">
              <a:off x="4277" y="10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12" name=""/>
            <p:cNvSpPr/>
            <p:nvPr/>
          </p:nvSpPr>
          <p:spPr>
            <a:xfrm rot="0">
              <a:off x="4277" y="1013"/>
              <a:ext cx="7" cy="15"/>
            </a:xfrm>
            <a:custGeom>
              <a:avLst/>
              <a:ahLst/>
              <a:rect l="0" t="0" r="r" b="b"/>
              <a:pathLst>
                <a:path w="30" h="58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7" y="20"/>
                  </a:lnTo>
                  <a:lnTo>
                    <a:pt x="30" y="30"/>
                  </a:lnTo>
                  <a:lnTo>
                    <a:pt x="27" y="39"/>
                  </a:lnTo>
                  <a:lnTo>
                    <a:pt x="24" y="47"/>
                  </a:lnTo>
                  <a:lnTo>
                    <a:pt x="17" y="54"/>
                  </a:lnTo>
                  <a:lnTo>
                    <a:pt x="9" y="57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13" name=""/>
            <p:cNvSpPr/>
            <p:nvPr/>
          </p:nvSpPr>
          <p:spPr>
            <a:xfrm rot="0">
              <a:off x="4270" y="1013"/>
              <a:ext cx="11" cy="13"/>
            </a:xfrm>
            <a:custGeom>
              <a:avLst/>
              <a:ahLst/>
              <a:rect l="0" t="0" r="r" b="b"/>
              <a:pathLst>
                <a:path w="46" h="54">
                  <a:moveTo>
                    <a:pt x="29" y="30"/>
                  </a:move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14" name=""/>
            <p:cNvSpPr/>
            <p:nvPr/>
          </p:nvSpPr>
          <p:spPr>
            <a:xfrm rot="0">
              <a:off x="4270" y="1013"/>
              <a:ext cx="11" cy="13"/>
            </a:xfrm>
            <a:custGeom>
              <a:avLst/>
              <a:ahLst/>
              <a:rect l="0" t="0" r="r" b="b"/>
              <a:pathLst>
                <a:path w="46" h="54">
                  <a:moveTo>
                    <a:pt x="12" y="54"/>
                  </a:moveTo>
                  <a:lnTo>
                    <a:pt x="5" y="47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15" name=""/>
            <p:cNvSpPr/>
            <p:nvPr/>
          </p:nvSpPr>
          <p:spPr>
            <a:xfrm rot="0">
              <a:off x="4272" y="1014"/>
              <a:ext cx="262" cy="198"/>
            </a:xfrm>
            <a:custGeom>
              <a:avLst/>
              <a:ahLst/>
              <a:rect l="0" t="0" r="r" b="b"/>
              <a:pathLst>
                <a:path w="1047" h="789">
                  <a:moveTo>
                    <a:pt x="34" y="0"/>
                  </a:moveTo>
                  <a:lnTo>
                    <a:pt x="17" y="25"/>
                  </a:lnTo>
                  <a:lnTo>
                    <a:pt x="0" y="49"/>
                  </a:lnTo>
                  <a:lnTo>
                    <a:pt x="1013" y="789"/>
                  </a:lnTo>
                  <a:lnTo>
                    <a:pt x="1030" y="765"/>
                  </a:lnTo>
                  <a:lnTo>
                    <a:pt x="1047" y="741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16" name=""/>
            <p:cNvSpPr/>
            <p:nvPr/>
          </p:nvSpPr>
          <p:spPr>
            <a:xfrm rot="0">
              <a:off x="4272" y="1014"/>
              <a:ext cx="262" cy="198"/>
            </a:xfrm>
            <a:custGeom>
              <a:avLst/>
              <a:ahLst/>
              <a:rect l="0" t="0" r="r" b="b"/>
              <a:pathLst>
                <a:path w="1047" h="789">
                  <a:moveTo>
                    <a:pt x="34" y="0"/>
                  </a:moveTo>
                  <a:lnTo>
                    <a:pt x="17" y="25"/>
                  </a:lnTo>
                  <a:lnTo>
                    <a:pt x="0" y="49"/>
                  </a:lnTo>
                  <a:lnTo>
                    <a:pt x="1013" y="789"/>
                  </a:lnTo>
                  <a:lnTo>
                    <a:pt x="1030" y="765"/>
                  </a:lnTo>
                  <a:lnTo>
                    <a:pt x="1047" y="741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17" name=""/>
            <p:cNvSpPr/>
            <p:nvPr/>
          </p:nvSpPr>
          <p:spPr>
            <a:xfrm rot="0">
              <a:off x="4526" y="1199"/>
              <a:ext cx="12" cy="14"/>
            </a:xfrm>
            <a:custGeom>
              <a:avLst/>
              <a:ahLst/>
              <a:rect l="0" t="0" r="r" b="b"/>
              <a:pathLst>
                <a:path w="47" h="53">
                  <a:moveTo>
                    <a:pt x="17" y="24"/>
                  </a:moveTo>
                  <a:lnTo>
                    <a:pt x="34" y="0"/>
                  </a:lnTo>
                  <a:lnTo>
                    <a:pt x="41" y="7"/>
                  </a:lnTo>
                  <a:lnTo>
                    <a:pt x="45" y="15"/>
                  </a:lnTo>
                  <a:lnTo>
                    <a:pt x="47" y="24"/>
                  </a:lnTo>
                  <a:lnTo>
                    <a:pt x="45" y="33"/>
                  </a:lnTo>
                  <a:lnTo>
                    <a:pt x="41" y="41"/>
                  </a:lnTo>
                  <a:lnTo>
                    <a:pt x="34" y="48"/>
                  </a:lnTo>
                  <a:lnTo>
                    <a:pt x="26" y="52"/>
                  </a:lnTo>
                  <a:lnTo>
                    <a:pt x="17" y="53"/>
                  </a:lnTo>
                  <a:lnTo>
                    <a:pt x="8" y="52"/>
                  </a:lnTo>
                  <a:lnTo>
                    <a:pt x="0" y="48"/>
                  </a:lnTo>
                  <a:lnTo>
                    <a:pt x="17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18" name=""/>
            <p:cNvSpPr/>
            <p:nvPr/>
          </p:nvSpPr>
          <p:spPr>
            <a:xfrm rot="0">
              <a:off x="4526" y="1199"/>
              <a:ext cx="12" cy="14"/>
            </a:xfrm>
            <a:custGeom>
              <a:avLst/>
              <a:ahLst/>
              <a:rect l="0" t="0" r="r" b="b"/>
              <a:pathLst>
                <a:path w="47" h="53">
                  <a:moveTo>
                    <a:pt x="34" y="0"/>
                  </a:moveTo>
                  <a:lnTo>
                    <a:pt x="41" y="7"/>
                  </a:lnTo>
                  <a:lnTo>
                    <a:pt x="45" y="15"/>
                  </a:lnTo>
                  <a:lnTo>
                    <a:pt x="47" y="24"/>
                  </a:lnTo>
                  <a:lnTo>
                    <a:pt x="45" y="33"/>
                  </a:lnTo>
                  <a:lnTo>
                    <a:pt x="41" y="41"/>
                  </a:lnTo>
                  <a:lnTo>
                    <a:pt x="34" y="48"/>
                  </a:lnTo>
                  <a:lnTo>
                    <a:pt x="26" y="52"/>
                  </a:lnTo>
                  <a:lnTo>
                    <a:pt x="17" y="53"/>
                  </a:lnTo>
                  <a:lnTo>
                    <a:pt x="8" y="52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19" name=""/>
            <p:cNvSpPr/>
            <p:nvPr/>
          </p:nvSpPr>
          <p:spPr>
            <a:xfrm rot="0">
              <a:off x="4523" y="1198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28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28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20" name=""/>
            <p:cNvSpPr/>
            <p:nvPr/>
          </p:nvSpPr>
          <p:spPr>
            <a:xfrm rot="0">
              <a:off x="4523" y="1198"/>
              <a:ext cx="15" cy="8"/>
            </a:xfrm>
            <a:custGeom>
              <a:avLst/>
              <a:ahLst/>
              <a:rect l="0" t="0" r="r" b="b"/>
              <a:pathLst>
                <a:path w="58" h="30">
                  <a:moveTo>
                    <a:pt x="0" y="30"/>
                  </a:moveTo>
                  <a:lnTo>
                    <a:pt x="1" y="21"/>
                  </a:lnTo>
                  <a:lnTo>
                    <a:pt x="4" y="13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52" y="13"/>
                  </a:lnTo>
                  <a:lnTo>
                    <a:pt x="56" y="21"/>
                  </a:lnTo>
                  <a:lnTo>
                    <a:pt x="58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21" name=""/>
            <p:cNvSpPr/>
            <p:nvPr/>
          </p:nvSpPr>
          <p:spPr>
            <a:xfrm rot="0">
              <a:off x="4523" y="1206"/>
              <a:ext cx="15" cy="115"/>
            </a:xfrm>
            <a:custGeom>
              <a:avLst/>
              <a:ahLst/>
              <a:rect l="0" t="0" r="r" b="b"/>
              <a:pathLst>
                <a:path w="58" h="46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60"/>
                  </a:lnTo>
                  <a:lnTo>
                    <a:pt x="28" y="460"/>
                  </a:lnTo>
                  <a:lnTo>
                    <a:pt x="58" y="460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22" name=""/>
            <p:cNvSpPr/>
            <p:nvPr/>
          </p:nvSpPr>
          <p:spPr>
            <a:xfrm rot="0">
              <a:off x="4523" y="1206"/>
              <a:ext cx="15" cy="115"/>
            </a:xfrm>
            <a:custGeom>
              <a:avLst/>
              <a:ahLst/>
              <a:rect l="0" t="0" r="r" b="b"/>
              <a:pathLst>
                <a:path w="58" h="460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60"/>
                  </a:lnTo>
                  <a:lnTo>
                    <a:pt x="28" y="460"/>
                  </a:lnTo>
                  <a:lnTo>
                    <a:pt x="58" y="460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23" name=""/>
            <p:cNvSpPr/>
            <p:nvPr/>
          </p:nvSpPr>
          <p:spPr>
            <a:xfrm rot="0">
              <a:off x="4523" y="132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10"/>
                  </a:lnTo>
                  <a:lnTo>
                    <a:pt x="52" y="18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24" name=""/>
            <p:cNvSpPr/>
            <p:nvPr/>
          </p:nvSpPr>
          <p:spPr>
            <a:xfrm rot="0">
              <a:off x="4523" y="1321"/>
              <a:ext cx="15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10"/>
                  </a:lnTo>
                  <a:lnTo>
                    <a:pt x="52" y="18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25" name=""/>
            <p:cNvSpPr/>
            <p:nvPr/>
          </p:nvSpPr>
          <p:spPr>
            <a:xfrm rot="0">
              <a:off x="4333" y="1059"/>
              <a:ext cx="14" cy="8"/>
            </a:xfrm>
            <a:custGeom>
              <a:avLst/>
              <a:ahLst/>
              <a:rect l="0" t="0" r="r" b="b"/>
              <a:pathLst>
                <a:path w="58" h="29">
                  <a:moveTo>
                    <a:pt x="28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26" name=""/>
            <p:cNvSpPr/>
            <p:nvPr/>
          </p:nvSpPr>
          <p:spPr>
            <a:xfrm rot="0">
              <a:off x="4333" y="1059"/>
              <a:ext cx="14" cy="8"/>
            </a:xfrm>
            <a:custGeom>
              <a:avLst/>
              <a:ahLst/>
              <a:rect l="0" t="0" r="r" b="b"/>
              <a:pathLst>
                <a:path w="58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2" y="12"/>
                  </a:lnTo>
                  <a:lnTo>
                    <a:pt x="56" y="20"/>
                  </a:lnTo>
                  <a:lnTo>
                    <a:pt x="58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27" name=""/>
            <p:cNvSpPr/>
            <p:nvPr/>
          </p:nvSpPr>
          <p:spPr>
            <a:xfrm rot="0">
              <a:off x="4333" y="1067"/>
              <a:ext cx="14" cy="108"/>
            </a:xfrm>
            <a:custGeom>
              <a:avLst/>
              <a:ahLst/>
              <a:rect l="0" t="0" r="r" b="b"/>
              <a:pathLst>
                <a:path w="58" h="433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33"/>
                  </a:lnTo>
                  <a:lnTo>
                    <a:pt x="28" y="433"/>
                  </a:lnTo>
                  <a:lnTo>
                    <a:pt x="58" y="433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28" name=""/>
            <p:cNvSpPr/>
            <p:nvPr/>
          </p:nvSpPr>
          <p:spPr>
            <a:xfrm rot="0">
              <a:off x="4333" y="1067"/>
              <a:ext cx="14" cy="108"/>
            </a:xfrm>
            <a:custGeom>
              <a:avLst/>
              <a:ahLst/>
              <a:rect l="0" t="0" r="r" b="b"/>
              <a:pathLst>
                <a:path w="58" h="433">
                  <a:moveTo>
                    <a:pt x="58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33"/>
                  </a:lnTo>
                  <a:lnTo>
                    <a:pt x="28" y="433"/>
                  </a:lnTo>
                  <a:lnTo>
                    <a:pt x="58" y="433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3129" name=""/>
            <p:cNvSpPr/>
            <p:nvPr/>
          </p:nvSpPr>
          <p:spPr>
            <a:xfrm rot="0">
              <a:off x="4333" y="1175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28" y="0"/>
                  </a:moveTo>
                  <a:lnTo>
                    <a:pt x="58" y="0"/>
                  </a:ln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3130" name=""/>
            <p:cNvSpPr/>
            <p:nvPr/>
          </p:nvSpPr>
          <p:spPr>
            <a:xfrm rot="0">
              <a:off x="4333" y="1175"/>
              <a:ext cx="14" cy="7"/>
            </a:xfrm>
            <a:custGeom>
              <a:avLst/>
              <a:ahLst/>
              <a:rect l="0" t="0" r="r" b="b"/>
              <a:pathLst>
                <a:path w="58" h="29">
                  <a:moveTo>
                    <a:pt x="58" y="0"/>
                  </a:moveTo>
                  <a:lnTo>
                    <a:pt x="56" y="9"/>
                  </a:lnTo>
                  <a:lnTo>
                    <a:pt x="52" y="17"/>
                  </a:lnTo>
                  <a:lnTo>
                    <a:pt x="45" y="24"/>
                  </a:lnTo>
                  <a:lnTo>
                    <a:pt x="37" y="28"/>
                  </a:lnTo>
                  <a:lnTo>
                    <a:pt x="28" y="29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53131" name=""/>
          <p:cNvSpPr/>
          <p:nvPr/>
        </p:nvSpPr>
        <p:spPr>
          <a:xfrm rot="0">
            <a:off x="6878637" y="1922462"/>
            <a:ext cx="22225" cy="12700"/>
          </a:xfrm>
          <a:custGeom>
            <a:avLst/>
            <a:ahLst/>
            <a:rect l="0" t="0" r="r" b="b"/>
            <a:pathLst>
              <a:path w="58" h="30">
                <a:moveTo>
                  <a:pt x="28" y="30"/>
                </a:moveTo>
                <a:lnTo>
                  <a:pt x="0" y="30"/>
                </a:ln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  <a:lnTo>
                  <a:pt x="28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32" name=""/>
          <p:cNvSpPr/>
          <p:nvPr/>
        </p:nvSpPr>
        <p:spPr>
          <a:xfrm rot="0">
            <a:off x="6878637" y="1922462"/>
            <a:ext cx="22225" cy="12700"/>
          </a:xfrm>
          <a:custGeom>
            <a:avLst/>
            <a:ahLst/>
            <a:rect l="0" t="0" r="r" b="b"/>
            <a:pathLst>
              <a:path w="58" h="30">
                <a:moveTo>
                  <a:pt x="0" y="30"/>
                </a:move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33" name=""/>
          <p:cNvSpPr/>
          <p:nvPr/>
        </p:nvSpPr>
        <p:spPr>
          <a:xfrm rot="0">
            <a:off x="6878637" y="1935162"/>
            <a:ext cx="22225" cy="139700"/>
          </a:xfrm>
          <a:custGeom>
            <a:avLst/>
            <a:ahLst/>
            <a:rect l="0" t="0" r="r" b="b"/>
            <a:pathLst>
              <a:path w="58" h="352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352"/>
                </a:lnTo>
                <a:lnTo>
                  <a:pt x="28" y="352"/>
                </a:lnTo>
                <a:lnTo>
                  <a:pt x="58" y="352"/>
                </a:lnTo>
                <a:lnTo>
                  <a:pt x="5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34" name=""/>
          <p:cNvSpPr/>
          <p:nvPr/>
        </p:nvSpPr>
        <p:spPr>
          <a:xfrm rot="0">
            <a:off x="6878637" y="1935162"/>
            <a:ext cx="22225" cy="139700"/>
          </a:xfrm>
          <a:custGeom>
            <a:avLst/>
            <a:ahLst/>
            <a:rect l="0" t="0" r="r" b="b"/>
            <a:pathLst>
              <a:path w="58" h="352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352"/>
                </a:lnTo>
                <a:lnTo>
                  <a:pt x="28" y="352"/>
                </a:lnTo>
                <a:lnTo>
                  <a:pt x="58" y="352"/>
                </a:lnTo>
                <a:lnTo>
                  <a:pt x="5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35" name=""/>
          <p:cNvSpPr/>
          <p:nvPr/>
        </p:nvSpPr>
        <p:spPr>
          <a:xfrm rot="0">
            <a:off x="6878637" y="2074862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28" y="0"/>
                </a:moveTo>
                <a:lnTo>
                  <a:pt x="58" y="0"/>
                </a:lnTo>
                <a:lnTo>
                  <a:pt x="56" y="9"/>
                </a:lnTo>
                <a:lnTo>
                  <a:pt x="52" y="17"/>
                </a:lnTo>
                <a:lnTo>
                  <a:pt x="45" y="24"/>
                </a:lnTo>
                <a:lnTo>
                  <a:pt x="37" y="28"/>
                </a:lnTo>
                <a:lnTo>
                  <a:pt x="28" y="29"/>
                </a:lnTo>
                <a:lnTo>
                  <a:pt x="19" y="28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36" name=""/>
          <p:cNvSpPr/>
          <p:nvPr/>
        </p:nvSpPr>
        <p:spPr>
          <a:xfrm rot="0">
            <a:off x="6878637" y="2074862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58" y="0"/>
                </a:moveTo>
                <a:lnTo>
                  <a:pt x="56" y="9"/>
                </a:lnTo>
                <a:lnTo>
                  <a:pt x="52" y="17"/>
                </a:lnTo>
                <a:lnTo>
                  <a:pt x="45" y="24"/>
                </a:lnTo>
                <a:lnTo>
                  <a:pt x="37" y="28"/>
                </a:lnTo>
                <a:lnTo>
                  <a:pt x="28" y="29"/>
                </a:lnTo>
                <a:lnTo>
                  <a:pt x="19" y="28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37" name=""/>
          <p:cNvSpPr/>
          <p:nvPr/>
        </p:nvSpPr>
        <p:spPr>
          <a:xfrm rot="0">
            <a:off x="6878637" y="2132012"/>
            <a:ext cx="22225" cy="12700"/>
          </a:xfrm>
          <a:custGeom>
            <a:avLst/>
            <a:ahLst/>
            <a:rect l="0" t="0" r="r" b="b"/>
            <a:pathLst>
              <a:path w="58" h="30">
                <a:moveTo>
                  <a:pt x="28" y="30"/>
                </a:moveTo>
                <a:lnTo>
                  <a:pt x="0" y="30"/>
                </a:ln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  <a:lnTo>
                  <a:pt x="28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38" name=""/>
          <p:cNvSpPr/>
          <p:nvPr/>
        </p:nvSpPr>
        <p:spPr>
          <a:xfrm rot="0">
            <a:off x="6878637" y="2132012"/>
            <a:ext cx="22225" cy="12700"/>
          </a:xfrm>
          <a:custGeom>
            <a:avLst/>
            <a:ahLst/>
            <a:rect l="0" t="0" r="r" b="b"/>
            <a:pathLst>
              <a:path w="58" h="30">
                <a:moveTo>
                  <a:pt x="0" y="30"/>
                </a:move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39" name=""/>
          <p:cNvSpPr/>
          <p:nvPr/>
        </p:nvSpPr>
        <p:spPr>
          <a:xfrm rot="0">
            <a:off x="6878637" y="2144712"/>
            <a:ext cx="22225" cy="171450"/>
          </a:xfrm>
          <a:custGeom>
            <a:avLst/>
            <a:ahLst/>
            <a:rect l="0" t="0" r="r" b="b"/>
            <a:pathLst>
              <a:path w="58" h="433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433"/>
                </a:lnTo>
                <a:lnTo>
                  <a:pt x="28" y="433"/>
                </a:lnTo>
                <a:lnTo>
                  <a:pt x="58" y="433"/>
                </a:lnTo>
                <a:lnTo>
                  <a:pt x="5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40" name=""/>
          <p:cNvSpPr/>
          <p:nvPr/>
        </p:nvSpPr>
        <p:spPr>
          <a:xfrm rot="0">
            <a:off x="6878637" y="2144712"/>
            <a:ext cx="22225" cy="171450"/>
          </a:xfrm>
          <a:custGeom>
            <a:avLst/>
            <a:ahLst/>
            <a:rect l="0" t="0" r="r" b="b"/>
            <a:pathLst>
              <a:path w="58" h="433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433"/>
                </a:lnTo>
                <a:lnTo>
                  <a:pt x="28" y="433"/>
                </a:lnTo>
                <a:lnTo>
                  <a:pt x="58" y="433"/>
                </a:lnTo>
                <a:lnTo>
                  <a:pt x="5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41" name=""/>
          <p:cNvSpPr/>
          <p:nvPr/>
        </p:nvSpPr>
        <p:spPr>
          <a:xfrm rot="0">
            <a:off x="6878637" y="2316162"/>
            <a:ext cx="22225" cy="11112"/>
          </a:xfrm>
          <a:custGeom>
            <a:avLst/>
            <a:ahLst/>
            <a:rect l="0" t="0" r="r" b="b"/>
            <a:pathLst>
              <a:path w="58" h="28">
                <a:moveTo>
                  <a:pt x="28" y="0"/>
                </a:moveTo>
                <a:lnTo>
                  <a:pt x="58" y="0"/>
                </a:lnTo>
                <a:lnTo>
                  <a:pt x="56" y="9"/>
                </a:lnTo>
                <a:lnTo>
                  <a:pt x="52" y="17"/>
                </a:lnTo>
                <a:lnTo>
                  <a:pt x="45" y="24"/>
                </a:lnTo>
                <a:lnTo>
                  <a:pt x="37" y="27"/>
                </a:lnTo>
                <a:lnTo>
                  <a:pt x="28" y="28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42" name=""/>
          <p:cNvSpPr/>
          <p:nvPr/>
        </p:nvSpPr>
        <p:spPr>
          <a:xfrm rot="0">
            <a:off x="6878637" y="2316162"/>
            <a:ext cx="22225" cy="11112"/>
          </a:xfrm>
          <a:custGeom>
            <a:avLst/>
            <a:ahLst/>
            <a:rect l="0" t="0" r="r" b="b"/>
            <a:pathLst>
              <a:path w="58" h="28">
                <a:moveTo>
                  <a:pt x="58" y="0"/>
                </a:moveTo>
                <a:lnTo>
                  <a:pt x="56" y="9"/>
                </a:lnTo>
                <a:lnTo>
                  <a:pt x="52" y="17"/>
                </a:lnTo>
                <a:lnTo>
                  <a:pt x="45" y="24"/>
                </a:lnTo>
                <a:lnTo>
                  <a:pt x="37" y="27"/>
                </a:lnTo>
                <a:lnTo>
                  <a:pt x="28" y="28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43" name=""/>
          <p:cNvSpPr/>
          <p:nvPr/>
        </p:nvSpPr>
        <p:spPr>
          <a:xfrm rot="0">
            <a:off x="5848350" y="1681162"/>
            <a:ext cx="12700" cy="23812"/>
          </a:xfrm>
          <a:custGeom>
            <a:avLst/>
            <a:ahLst/>
            <a:rect l="0" t="0" r="r" b="b"/>
            <a:pathLst>
              <a:path w="29" h="58">
                <a:moveTo>
                  <a:pt x="0" y="29"/>
                </a:moveTo>
                <a:lnTo>
                  <a:pt x="0" y="0"/>
                </a:lnTo>
                <a:lnTo>
                  <a:pt x="9" y="2"/>
                </a:lnTo>
                <a:lnTo>
                  <a:pt x="17" y="5"/>
                </a:lnTo>
                <a:lnTo>
                  <a:pt x="24" y="12"/>
                </a:lnTo>
                <a:lnTo>
                  <a:pt x="27" y="20"/>
                </a:lnTo>
                <a:lnTo>
                  <a:pt x="29" y="29"/>
                </a:lnTo>
                <a:lnTo>
                  <a:pt x="27" y="39"/>
                </a:lnTo>
                <a:lnTo>
                  <a:pt x="24" y="47"/>
                </a:lnTo>
                <a:lnTo>
                  <a:pt x="17" y="54"/>
                </a:lnTo>
                <a:lnTo>
                  <a:pt x="9" y="57"/>
                </a:lnTo>
                <a:lnTo>
                  <a:pt x="0" y="58"/>
                </a:lnTo>
                <a:lnTo>
                  <a:pt x="0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44" name=""/>
          <p:cNvSpPr/>
          <p:nvPr/>
        </p:nvSpPr>
        <p:spPr>
          <a:xfrm rot="0">
            <a:off x="5848350" y="1681162"/>
            <a:ext cx="12700" cy="23812"/>
          </a:xfrm>
          <a:custGeom>
            <a:avLst/>
            <a:ahLst/>
            <a:rect l="0" t="0" r="r" b="b"/>
            <a:pathLst>
              <a:path w="29" h="58">
                <a:moveTo>
                  <a:pt x="0" y="0"/>
                </a:moveTo>
                <a:lnTo>
                  <a:pt x="9" y="2"/>
                </a:lnTo>
                <a:lnTo>
                  <a:pt x="17" y="5"/>
                </a:lnTo>
                <a:lnTo>
                  <a:pt x="24" y="12"/>
                </a:lnTo>
                <a:lnTo>
                  <a:pt x="27" y="20"/>
                </a:lnTo>
                <a:lnTo>
                  <a:pt x="29" y="29"/>
                </a:lnTo>
                <a:lnTo>
                  <a:pt x="27" y="39"/>
                </a:lnTo>
                <a:lnTo>
                  <a:pt x="24" y="47"/>
                </a:lnTo>
                <a:lnTo>
                  <a:pt x="17" y="54"/>
                </a:lnTo>
                <a:lnTo>
                  <a:pt x="9" y="57"/>
                </a:lnTo>
                <a:lnTo>
                  <a:pt x="0" y="5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45" name=""/>
          <p:cNvSpPr/>
          <p:nvPr/>
        </p:nvSpPr>
        <p:spPr>
          <a:xfrm rot="0">
            <a:off x="5702300" y="1681162"/>
            <a:ext cx="146050" cy="23812"/>
          </a:xfrm>
          <a:custGeom>
            <a:avLst/>
            <a:ahLst/>
            <a:rect l="0" t="0" r="r" b="b"/>
            <a:pathLst>
              <a:path w="370" h="58">
                <a:moveTo>
                  <a:pt x="370" y="58"/>
                </a:moveTo>
                <a:lnTo>
                  <a:pt x="370" y="29"/>
                </a:lnTo>
                <a:lnTo>
                  <a:pt x="370" y="0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lnTo>
                  <a:pt x="370" y="5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46" name=""/>
          <p:cNvSpPr/>
          <p:nvPr/>
        </p:nvSpPr>
        <p:spPr>
          <a:xfrm rot="0">
            <a:off x="5702300" y="1681162"/>
            <a:ext cx="146050" cy="23812"/>
          </a:xfrm>
          <a:custGeom>
            <a:avLst/>
            <a:ahLst/>
            <a:rect l="0" t="0" r="r" b="b"/>
            <a:pathLst>
              <a:path w="370" h="58">
                <a:moveTo>
                  <a:pt x="370" y="58"/>
                </a:moveTo>
                <a:lnTo>
                  <a:pt x="370" y="29"/>
                </a:lnTo>
                <a:lnTo>
                  <a:pt x="370" y="0"/>
                </a:lnTo>
                <a:lnTo>
                  <a:pt x="0" y="0"/>
                </a:lnTo>
                <a:lnTo>
                  <a:pt x="0" y="29"/>
                </a:lnTo>
                <a:lnTo>
                  <a:pt x="0" y="58"/>
                </a:lnTo>
                <a:lnTo>
                  <a:pt x="370" y="5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47" name=""/>
          <p:cNvSpPr/>
          <p:nvPr/>
        </p:nvSpPr>
        <p:spPr>
          <a:xfrm rot="0">
            <a:off x="5691187" y="1681162"/>
            <a:ext cx="11112" cy="23812"/>
          </a:xfrm>
          <a:custGeom>
            <a:avLst/>
            <a:ahLst/>
            <a:rect l="0" t="0" r="r" b="b"/>
            <a:pathLst>
              <a:path w="29" h="58">
                <a:moveTo>
                  <a:pt x="29" y="29"/>
                </a:moveTo>
                <a:lnTo>
                  <a:pt x="29" y="58"/>
                </a:lnTo>
                <a:lnTo>
                  <a:pt x="20" y="57"/>
                </a:lnTo>
                <a:lnTo>
                  <a:pt x="12" y="54"/>
                </a:lnTo>
                <a:lnTo>
                  <a:pt x="5" y="47"/>
                </a:lnTo>
                <a:lnTo>
                  <a:pt x="1" y="39"/>
                </a:lnTo>
                <a:lnTo>
                  <a:pt x="0" y="29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29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48" name=""/>
          <p:cNvSpPr/>
          <p:nvPr/>
        </p:nvSpPr>
        <p:spPr>
          <a:xfrm rot="0">
            <a:off x="5691187" y="1681162"/>
            <a:ext cx="11112" cy="23812"/>
          </a:xfrm>
          <a:custGeom>
            <a:avLst/>
            <a:ahLst/>
            <a:rect l="0" t="0" r="r" b="b"/>
            <a:pathLst>
              <a:path w="29" h="58">
                <a:moveTo>
                  <a:pt x="29" y="58"/>
                </a:moveTo>
                <a:lnTo>
                  <a:pt x="20" y="57"/>
                </a:lnTo>
                <a:lnTo>
                  <a:pt x="12" y="54"/>
                </a:lnTo>
                <a:lnTo>
                  <a:pt x="5" y="47"/>
                </a:lnTo>
                <a:lnTo>
                  <a:pt x="1" y="39"/>
                </a:lnTo>
                <a:lnTo>
                  <a:pt x="0" y="29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49" name=""/>
          <p:cNvSpPr/>
          <p:nvPr/>
        </p:nvSpPr>
        <p:spPr>
          <a:xfrm rot="0">
            <a:off x="5691187" y="1681162"/>
            <a:ext cx="22225" cy="12700"/>
          </a:xfrm>
          <a:custGeom>
            <a:avLst/>
            <a:ahLst/>
            <a:rect l="0" t="0" r="r" b="b"/>
            <a:pathLst>
              <a:path w="59" h="29">
                <a:moveTo>
                  <a:pt x="29" y="29"/>
                </a:moveTo>
                <a:lnTo>
                  <a:pt x="0" y="29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9" y="29"/>
                </a:lnTo>
                <a:lnTo>
                  <a:pt x="29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50" name=""/>
          <p:cNvSpPr/>
          <p:nvPr/>
        </p:nvSpPr>
        <p:spPr>
          <a:xfrm rot="0">
            <a:off x="5691187" y="1681162"/>
            <a:ext cx="22225" cy="12700"/>
          </a:xfrm>
          <a:custGeom>
            <a:avLst/>
            <a:ahLst/>
            <a:rect l="0" t="0" r="r" b="b"/>
            <a:pathLst>
              <a:path w="59" h="29">
                <a:moveTo>
                  <a:pt x="0" y="29"/>
                </a:move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9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51" name=""/>
          <p:cNvSpPr/>
          <p:nvPr/>
        </p:nvSpPr>
        <p:spPr>
          <a:xfrm rot="0">
            <a:off x="5691187" y="1693862"/>
            <a:ext cx="22225" cy="220662"/>
          </a:xfrm>
          <a:custGeom>
            <a:avLst/>
            <a:ahLst/>
            <a:rect l="0" t="0" r="r" b="b"/>
            <a:pathLst>
              <a:path w="59" h="556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556"/>
                </a:lnTo>
                <a:lnTo>
                  <a:pt x="29" y="556"/>
                </a:lnTo>
                <a:lnTo>
                  <a:pt x="59" y="556"/>
                </a:lnTo>
                <a:lnTo>
                  <a:pt x="5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52" name=""/>
          <p:cNvSpPr/>
          <p:nvPr/>
        </p:nvSpPr>
        <p:spPr>
          <a:xfrm rot="0">
            <a:off x="5691187" y="1693862"/>
            <a:ext cx="22225" cy="220662"/>
          </a:xfrm>
          <a:custGeom>
            <a:avLst/>
            <a:ahLst/>
            <a:rect l="0" t="0" r="r" b="b"/>
            <a:pathLst>
              <a:path w="59" h="556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556"/>
                </a:lnTo>
                <a:lnTo>
                  <a:pt x="29" y="556"/>
                </a:lnTo>
                <a:lnTo>
                  <a:pt x="59" y="556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53" name=""/>
          <p:cNvSpPr/>
          <p:nvPr/>
        </p:nvSpPr>
        <p:spPr>
          <a:xfrm rot="0">
            <a:off x="5691187" y="1914525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29" y="0"/>
                </a:moveTo>
                <a:lnTo>
                  <a:pt x="59" y="0"/>
                </a:ln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54" name=""/>
          <p:cNvSpPr/>
          <p:nvPr/>
        </p:nvSpPr>
        <p:spPr>
          <a:xfrm rot="0">
            <a:off x="5691187" y="1914525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59" y="0"/>
                </a:move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55" name=""/>
          <p:cNvSpPr/>
          <p:nvPr/>
        </p:nvSpPr>
        <p:spPr>
          <a:xfrm rot="0">
            <a:off x="5691187" y="3397250"/>
            <a:ext cx="22225" cy="11112"/>
          </a:xfrm>
          <a:custGeom>
            <a:avLst/>
            <a:ahLst/>
            <a:rect l="0" t="0" r="r" b="b"/>
            <a:pathLst>
              <a:path w="59" h="28">
                <a:moveTo>
                  <a:pt x="29" y="0"/>
                </a:moveTo>
                <a:lnTo>
                  <a:pt x="59" y="0"/>
                </a:ln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56" name=""/>
          <p:cNvSpPr/>
          <p:nvPr/>
        </p:nvSpPr>
        <p:spPr>
          <a:xfrm rot="0">
            <a:off x="5691187" y="3397250"/>
            <a:ext cx="22225" cy="11112"/>
          </a:xfrm>
          <a:custGeom>
            <a:avLst/>
            <a:ahLst/>
            <a:rect l="0" t="0" r="r" b="b"/>
            <a:pathLst>
              <a:path w="59" h="28">
                <a:moveTo>
                  <a:pt x="59" y="0"/>
                </a:move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57" name=""/>
          <p:cNvSpPr/>
          <p:nvPr/>
        </p:nvSpPr>
        <p:spPr>
          <a:xfrm rot="0">
            <a:off x="5691187" y="3094037"/>
            <a:ext cx="22225" cy="303212"/>
          </a:xfrm>
          <a:custGeom>
            <a:avLst/>
            <a:ahLst/>
            <a:rect l="0" t="0" r="r" b="b"/>
            <a:pathLst>
              <a:path w="59" h="763">
                <a:moveTo>
                  <a:pt x="0" y="763"/>
                </a:moveTo>
                <a:lnTo>
                  <a:pt x="29" y="763"/>
                </a:lnTo>
                <a:lnTo>
                  <a:pt x="59" y="763"/>
                </a:lnTo>
                <a:lnTo>
                  <a:pt x="59" y="0"/>
                </a:lnTo>
                <a:lnTo>
                  <a:pt x="29" y="0"/>
                </a:lnTo>
                <a:lnTo>
                  <a:pt x="0" y="0"/>
                </a:lnTo>
                <a:lnTo>
                  <a:pt x="0" y="76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58" name=""/>
          <p:cNvSpPr/>
          <p:nvPr/>
        </p:nvSpPr>
        <p:spPr>
          <a:xfrm rot="0">
            <a:off x="5691187" y="3094037"/>
            <a:ext cx="22225" cy="303212"/>
          </a:xfrm>
          <a:custGeom>
            <a:avLst/>
            <a:ahLst/>
            <a:rect l="0" t="0" r="r" b="b"/>
            <a:pathLst>
              <a:path w="59" h="763">
                <a:moveTo>
                  <a:pt x="0" y="763"/>
                </a:moveTo>
                <a:lnTo>
                  <a:pt x="29" y="763"/>
                </a:lnTo>
                <a:lnTo>
                  <a:pt x="59" y="763"/>
                </a:lnTo>
                <a:lnTo>
                  <a:pt x="59" y="0"/>
                </a:lnTo>
                <a:lnTo>
                  <a:pt x="29" y="0"/>
                </a:lnTo>
                <a:lnTo>
                  <a:pt x="0" y="0"/>
                </a:lnTo>
                <a:lnTo>
                  <a:pt x="0" y="76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59" name=""/>
          <p:cNvSpPr/>
          <p:nvPr/>
        </p:nvSpPr>
        <p:spPr>
          <a:xfrm rot="0">
            <a:off x="5691187" y="3082925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29" y="29"/>
                </a:moveTo>
                <a:lnTo>
                  <a:pt x="0" y="29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9" y="29"/>
                </a:lnTo>
                <a:lnTo>
                  <a:pt x="29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60" name=""/>
          <p:cNvSpPr/>
          <p:nvPr/>
        </p:nvSpPr>
        <p:spPr>
          <a:xfrm rot="0">
            <a:off x="5691187" y="3082925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0" y="29"/>
                </a:move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9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61" name=""/>
          <p:cNvSpPr/>
          <p:nvPr/>
        </p:nvSpPr>
        <p:spPr>
          <a:xfrm rot="0">
            <a:off x="5472112" y="2798762"/>
            <a:ext cx="22225" cy="11112"/>
          </a:xfrm>
          <a:custGeom>
            <a:avLst/>
            <a:ahLst/>
            <a:rect l="0" t="0" r="r" b="b"/>
            <a:pathLst>
              <a:path w="59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8" y="3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62" name=""/>
          <p:cNvSpPr/>
          <p:nvPr/>
        </p:nvSpPr>
        <p:spPr>
          <a:xfrm rot="0">
            <a:off x="5472112" y="2798762"/>
            <a:ext cx="22225" cy="11112"/>
          </a:xfrm>
          <a:custGeom>
            <a:avLst/>
            <a:ahLst/>
            <a:rect l="0" t="0" r="r" b="b"/>
            <a:pathLst>
              <a:path w="59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8" y="3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63" name=""/>
          <p:cNvSpPr/>
          <p:nvPr/>
        </p:nvSpPr>
        <p:spPr>
          <a:xfrm rot="0">
            <a:off x="5472112" y="2809875"/>
            <a:ext cx="22225" cy="587375"/>
          </a:xfrm>
          <a:custGeom>
            <a:avLst/>
            <a:ahLst/>
            <a:rect l="0" t="0" r="r" b="b"/>
            <a:pathLst>
              <a:path w="59" h="1478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1478"/>
                </a:lnTo>
                <a:lnTo>
                  <a:pt x="29" y="1478"/>
                </a:lnTo>
                <a:lnTo>
                  <a:pt x="59" y="1478"/>
                </a:lnTo>
                <a:lnTo>
                  <a:pt x="5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64" name=""/>
          <p:cNvSpPr/>
          <p:nvPr/>
        </p:nvSpPr>
        <p:spPr>
          <a:xfrm rot="0">
            <a:off x="5472112" y="2809875"/>
            <a:ext cx="22225" cy="587375"/>
          </a:xfrm>
          <a:custGeom>
            <a:avLst/>
            <a:ahLst/>
            <a:rect l="0" t="0" r="r" b="b"/>
            <a:pathLst>
              <a:path w="59" h="1478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1478"/>
                </a:lnTo>
                <a:lnTo>
                  <a:pt x="29" y="1478"/>
                </a:lnTo>
                <a:lnTo>
                  <a:pt x="59" y="1478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65" name=""/>
          <p:cNvSpPr/>
          <p:nvPr/>
        </p:nvSpPr>
        <p:spPr>
          <a:xfrm rot="0">
            <a:off x="5472112" y="3397250"/>
            <a:ext cx="22225" cy="11112"/>
          </a:xfrm>
          <a:custGeom>
            <a:avLst/>
            <a:ahLst/>
            <a:rect l="0" t="0" r="r" b="b"/>
            <a:pathLst>
              <a:path w="59" h="28">
                <a:moveTo>
                  <a:pt x="29" y="0"/>
                </a:moveTo>
                <a:lnTo>
                  <a:pt x="59" y="0"/>
                </a:ln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66" name=""/>
          <p:cNvSpPr/>
          <p:nvPr/>
        </p:nvSpPr>
        <p:spPr>
          <a:xfrm rot="0">
            <a:off x="5472112" y="3397250"/>
            <a:ext cx="22225" cy="11112"/>
          </a:xfrm>
          <a:custGeom>
            <a:avLst/>
            <a:ahLst/>
            <a:rect l="0" t="0" r="r" b="b"/>
            <a:pathLst>
              <a:path w="59" h="28">
                <a:moveTo>
                  <a:pt x="59" y="0"/>
                </a:move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67" name=""/>
          <p:cNvSpPr/>
          <p:nvPr/>
        </p:nvSpPr>
        <p:spPr>
          <a:xfrm rot="0">
            <a:off x="6056312" y="2798762"/>
            <a:ext cx="23812" cy="11112"/>
          </a:xfrm>
          <a:custGeom>
            <a:avLst/>
            <a:ahLst/>
            <a:rect l="0" t="0" r="r" b="b"/>
            <a:pathLst>
              <a:path w="59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8" y="3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68" name=""/>
          <p:cNvSpPr/>
          <p:nvPr/>
        </p:nvSpPr>
        <p:spPr>
          <a:xfrm rot="0">
            <a:off x="6056312" y="2798762"/>
            <a:ext cx="23812" cy="11112"/>
          </a:xfrm>
          <a:custGeom>
            <a:avLst/>
            <a:ahLst/>
            <a:rect l="0" t="0" r="r" b="b"/>
            <a:pathLst>
              <a:path w="59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8" y="3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69" name=""/>
          <p:cNvSpPr/>
          <p:nvPr/>
        </p:nvSpPr>
        <p:spPr>
          <a:xfrm rot="0">
            <a:off x="6056312" y="2809875"/>
            <a:ext cx="23812" cy="587375"/>
          </a:xfrm>
          <a:custGeom>
            <a:avLst/>
            <a:ahLst/>
            <a:rect l="0" t="0" r="r" b="b"/>
            <a:pathLst>
              <a:path w="59" h="1478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1478"/>
                </a:lnTo>
                <a:lnTo>
                  <a:pt x="29" y="1478"/>
                </a:lnTo>
                <a:lnTo>
                  <a:pt x="59" y="1478"/>
                </a:lnTo>
                <a:lnTo>
                  <a:pt x="5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70" name=""/>
          <p:cNvSpPr/>
          <p:nvPr/>
        </p:nvSpPr>
        <p:spPr>
          <a:xfrm rot="0">
            <a:off x="6056312" y="2809875"/>
            <a:ext cx="23812" cy="587375"/>
          </a:xfrm>
          <a:custGeom>
            <a:avLst/>
            <a:ahLst/>
            <a:rect l="0" t="0" r="r" b="b"/>
            <a:pathLst>
              <a:path w="59" h="1478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1478"/>
                </a:lnTo>
                <a:lnTo>
                  <a:pt x="29" y="1478"/>
                </a:lnTo>
                <a:lnTo>
                  <a:pt x="59" y="1478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71" name=""/>
          <p:cNvSpPr/>
          <p:nvPr/>
        </p:nvSpPr>
        <p:spPr>
          <a:xfrm rot="0">
            <a:off x="6056312" y="3397250"/>
            <a:ext cx="23812" cy="11112"/>
          </a:xfrm>
          <a:custGeom>
            <a:avLst/>
            <a:ahLst/>
            <a:rect l="0" t="0" r="r" b="b"/>
            <a:pathLst>
              <a:path w="59" h="28">
                <a:moveTo>
                  <a:pt x="29" y="0"/>
                </a:moveTo>
                <a:lnTo>
                  <a:pt x="59" y="0"/>
                </a:ln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72" name=""/>
          <p:cNvSpPr/>
          <p:nvPr/>
        </p:nvSpPr>
        <p:spPr>
          <a:xfrm rot="0">
            <a:off x="6056312" y="3397250"/>
            <a:ext cx="23812" cy="11112"/>
          </a:xfrm>
          <a:custGeom>
            <a:avLst/>
            <a:ahLst/>
            <a:rect l="0" t="0" r="r" b="b"/>
            <a:pathLst>
              <a:path w="59" h="28">
                <a:moveTo>
                  <a:pt x="59" y="0"/>
                </a:move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73" name=""/>
          <p:cNvSpPr/>
          <p:nvPr/>
        </p:nvSpPr>
        <p:spPr>
          <a:xfrm rot="0">
            <a:off x="5837237" y="3397250"/>
            <a:ext cx="23812" cy="11112"/>
          </a:xfrm>
          <a:custGeom>
            <a:avLst/>
            <a:ahLst/>
            <a:rect l="0" t="0" r="r" b="b"/>
            <a:pathLst>
              <a:path w="58" h="28">
                <a:moveTo>
                  <a:pt x="29" y="0"/>
                </a:moveTo>
                <a:lnTo>
                  <a:pt x="58" y="0"/>
                </a:ln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74" name=""/>
          <p:cNvSpPr/>
          <p:nvPr/>
        </p:nvSpPr>
        <p:spPr>
          <a:xfrm rot="0">
            <a:off x="5837237" y="3397250"/>
            <a:ext cx="23812" cy="11112"/>
          </a:xfrm>
          <a:custGeom>
            <a:avLst/>
            <a:ahLst/>
            <a:rect l="0" t="0" r="r" b="b"/>
            <a:pathLst>
              <a:path w="58" h="28">
                <a:moveTo>
                  <a:pt x="58" y="0"/>
                </a:move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8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75" name=""/>
          <p:cNvSpPr/>
          <p:nvPr/>
        </p:nvSpPr>
        <p:spPr>
          <a:xfrm rot="0">
            <a:off x="5837237" y="3094037"/>
            <a:ext cx="23812" cy="303212"/>
          </a:xfrm>
          <a:custGeom>
            <a:avLst/>
            <a:ahLst/>
            <a:rect l="0" t="0" r="r" b="b"/>
            <a:pathLst>
              <a:path w="58" h="763">
                <a:moveTo>
                  <a:pt x="0" y="763"/>
                </a:moveTo>
                <a:lnTo>
                  <a:pt x="29" y="763"/>
                </a:lnTo>
                <a:lnTo>
                  <a:pt x="58" y="763"/>
                </a:lnTo>
                <a:lnTo>
                  <a:pt x="58" y="0"/>
                </a:lnTo>
                <a:lnTo>
                  <a:pt x="29" y="0"/>
                </a:lnTo>
                <a:lnTo>
                  <a:pt x="0" y="0"/>
                </a:lnTo>
                <a:lnTo>
                  <a:pt x="0" y="76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76" name=""/>
          <p:cNvSpPr/>
          <p:nvPr/>
        </p:nvSpPr>
        <p:spPr>
          <a:xfrm rot="0">
            <a:off x="5837237" y="3094037"/>
            <a:ext cx="23812" cy="303212"/>
          </a:xfrm>
          <a:custGeom>
            <a:avLst/>
            <a:ahLst/>
            <a:rect l="0" t="0" r="r" b="b"/>
            <a:pathLst>
              <a:path w="58" h="763">
                <a:moveTo>
                  <a:pt x="0" y="763"/>
                </a:moveTo>
                <a:lnTo>
                  <a:pt x="29" y="763"/>
                </a:lnTo>
                <a:lnTo>
                  <a:pt x="58" y="763"/>
                </a:lnTo>
                <a:lnTo>
                  <a:pt x="58" y="0"/>
                </a:lnTo>
                <a:lnTo>
                  <a:pt x="29" y="0"/>
                </a:lnTo>
                <a:lnTo>
                  <a:pt x="0" y="0"/>
                </a:lnTo>
                <a:lnTo>
                  <a:pt x="0" y="76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77" name=""/>
          <p:cNvSpPr/>
          <p:nvPr/>
        </p:nvSpPr>
        <p:spPr>
          <a:xfrm rot="0">
            <a:off x="5837237" y="3082925"/>
            <a:ext cx="23812" cy="11112"/>
          </a:xfrm>
          <a:custGeom>
            <a:avLst/>
            <a:ahLst/>
            <a:rect l="0" t="0" r="r" b="b"/>
            <a:pathLst>
              <a:path w="58" h="29">
                <a:moveTo>
                  <a:pt x="29" y="29"/>
                </a:move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5"/>
                </a:lnTo>
                <a:lnTo>
                  <a:pt x="19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8" y="29"/>
                </a:lnTo>
                <a:lnTo>
                  <a:pt x="29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78" name=""/>
          <p:cNvSpPr/>
          <p:nvPr/>
        </p:nvSpPr>
        <p:spPr>
          <a:xfrm rot="0">
            <a:off x="5837237" y="3082925"/>
            <a:ext cx="23812" cy="11112"/>
          </a:xfrm>
          <a:custGeom>
            <a:avLst/>
            <a:ahLst/>
            <a:rect l="0" t="0" r="r" b="b"/>
            <a:pathLst>
              <a:path w="58" h="29">
                <a:moveTo>
                  <a:pt x="0" y="29"/>
                </a:moveTo>
                <a:lnTo>
                  <a:pt x="1" y="20"/>
                </a:lnTo>
                <a:lnTo>
                  <a:pt x="4" y="12"/>
                </a:lnTo>
                <a:lnTo>
                  <a:pt x="11" y="5"/>
                </a:lnTo>
                <a:lnTo>
                  <a:pt x="19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8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79" name=""/>
          <p:cNvSpPr/>
          <p:nvPr/>
        </p:nvSpPr>
        <p:spPr>
          <a:xfrm rot="0">
            <a:off x="5691187" y="3082925"/>
            <a:ext cx="11112" cy="22225"/>
          </a:xfrm>
          <a:custGeom>
            <a:avLst/>
            <a:ahLst/>
            <a:rect l="0" t="0" r="r" b="b"/>
            <a:pathLst>
              <a:path w="29" h="58">
                <a:moveTo>
                  <a:pt x="29" y="29"/>
                </a:moveTo>
                <a:lnTo>
                  <a:pt x="29" y="58"/>
                </a:lnTo>
                <a:lnTo>
                  <a:pt x="20" y="57"/>
                </a:lnTo>
                <a:lnTo>
                  <a:pt x="12" y="54"/>
                </a:lnTo>
                <a:lnTo>
                  <a:pt x="5" y="47"/>
                </a:lnTo>
                <a:lnTo>
                  <a:pt x="1" y="39"/>
                </a:lnTo>
                <a:lnTo>
                  <a:pt x="0" y="29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29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80" name=""/>
          <p:cNvSpPr/>
          <p:nvPr/>
        </p:nvSpPr>
        <p:spPr>
          <a:xfrm rot="0">
            <a:off x="5691187" y="3082925"/>
            <a:ext cx="11112" cy="22225"/>
          </a:xfrm>
          <a:custGeom>
            <a:avLst/>
            <a:ahLst/>
            <a:rect l="0" t="0" r="r" b="b"/>
            <a:pathLst>
              <a:path w="29" h="58">
                <a:moveTo>
                  <a:pt x="29" y="58"/>
                </a:moveTo>
                <a:lnTo>
                  <a:pt x="20" y="57"/>
                </a:lnTo>
                <a:lnTo>
                  <a:pt x="12" y="54"/>
                </a:lnTo>
                <a:lnTo>
                  <a:pt x="5" y="47"/>
                </a:lnTo>
                <a:lnTo>
                  <a:pt x="1" y="39"/>
                </a:lnTo>
                <a:lnTo>
                  <a:pt x="0" y="29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81" name=""/>
          <p:cNvSpPr/>
          <p:nvPr/>
        </p:nvSpPr>
        <p:spPr>
          <a:xfrm rot="0">
            <a:off x="5702300" y="3082925"/>
            <a:ext cx="146050" cy="22225"/>
          </a:xfrm>
          <a:custGeom>
            <a:avLst/>
            <a:ahLst/>
            <a:rect l="0" t="0" r="r" b="b"/>
            <a:pathLst>
              <a:path w="370" h="58">
                <a:moveTo>
                  <a:pt x="0" y="0"/>
                </a:moveTo>
                <a:lnTo>
                  <a:pt x="0" y="29"/>
                </a:lnTo>
                <a:lnTo>
                  <a:pt x="0" y="58"/>
                </a:lnTo>
                <a:lnTo>
                  <a:pt x="370" y="58"/>
                </a:lnTo>
                <a:lnTo>
                  <a:pt x="370" y="29"/>
                </a:lnTo>
                <a:lnTo>
                  <a:pt x="37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82" name=""/>
          <p:cNvSpPr/>
          <p:nvPr/>
        </p:nvSpPr>
        <p:spPr>
          <a:xfrm rot="0">
            <a:off x="5702300" y="3082925"/>
            <a:ext cx="146050" cy="22225"/>
          </a:xfrm>
          <a:custGeom>
            <a:avLst/>
            <a:ahLst/>
            <a:rect l="0" t="0" r="r" b="b"/>
            <a:pathLst>
              <a:path w="370" h="58">
                <a:moveTo>
                  <a:pt x="0" y="0"/>
                </a:moveTo>
                <a:lnTo>
                  <a:pt x="0" y="29"/>
                </a:lnTo>
                <a:lnTo>
                  <a:pt x="0" y="58"/>
                </a:lnTo>
                <a:lnTo>
                  <a:pt x="370" y="58"/>
                </a:lnTo>
                <a:lnTo>
                  <a:pt x="370" y="29"/>
                </a:lnTo>
                <a:lnTo>
                  <a:pt x="37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83" name=""/>
          <p:cNvSpPr/>
          <p:nvPr/>
        </p:nvSpPr>
        <p:spPr>
          <a:xfrm rot="0">
            <a:off x="5848350" y="3082925"/>
            <a:ext cx="12700" cy="22225"/>
          </a:xfrm>
          <a:custGeom>
            <a:avLst/>
            <a:ahLst/>
            <a:rect l="0" t="0" r="r" b="b"/>
            <a:pathLst>
              <a:path w="29" h="58">
                <a:moveTo>
                  <a:pt x="0" y="29"/>
                </a:moveTo>
                <a:lnTo>
                  <a:pt x="0" y="0"/>
                </a:lnTo>
                <a:lnTo>
                  <a:pt x="9" y="2"/>
                </a:lnTo>
                <a:lnTo>
                  <a:pt x="17" y="5"/>
                </a:lnTo>
                <a:lnTo>
                  <a:pt x="24" y="12"/>
                </a:lnTo>
                <a:lnTo>
                  <a:pt x="27" y="20"/>
                </a:lnTo>
                <a:lnTo>
                  <a:pt x="29" y="29"/>
                </a:lnTo>
                <a:lnTo>
                  <a:pt x="27" y="39"/>
                </a:lnTo>
                <a:lnTo>
                  <a:pt x="24" y="47"/>
                </a:lnTo>
                <a:lnTo>
                  <a:pt x="17" y="54"/>
                </a:lnTo>
                <a:lnTo>
                  <a:pt x="9" y="57"/>
                </a:lnTo>
                <a:lnTo>
                  <a:pt x="0" y="58"/>
                </a:lnTo>
                <a:lnTo>
                  <a:pt x="0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84" name=""/>
          <p:cNvSpPr/>
          <p:nvPr/>
        </p:nvSpPr>
        <p:spPr>
          <a:xfrm rot="0">
            <a:off x="5848350" y="3082925"/>
            <a:ext cx="12700" cy="22225"/>
          </a:xfrm>
          <a:custGeom>
            <a:avLst/>
            <a:ahLst/>
            <a:rect l="0" t="0" r="r" b="b"/>
            <a:pathLst>
              <a:path w="29" h="58">
                <a:moveTo>
                  <a:pt x="0" y="0"/>
                </a:moveTo>
                <a:lnTo>
                  <a:pt x="9" y="2"/>
                </a:lnTo>
                <a:lnTo>
                  <a:pt x="17" y="5"/>
                </a:lnTo>
                <a:lnTo>
                  <a:pt x="24" y="12"/>
                </a:lnTo>
                <a:lnTo>
                  <a:pt x="27" y="20"/>
                </a:lnTo>
                <a:lnTo>
                  <a:pt x="29" y="29"/>
                </a:lnTo>
                <a:lnTo>
                  <a:pt x="27" y="39"/>
                </a:lnTo>
                <a:lnTo>
                  <a:pt x="24" y="47"/>
                </a:lnTo>
                <a:lnTo>
                  <a:pt x="17" y="54"/>
                </a:lnTo>
                <a:lnTo>
                  <a:pt x="9" y="57"/>
                </a:lnTo>
                <a:lnTo>
                  <a:pt x="0" y="5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85" name=""/>
          <p:cNvSpPr/>
          <p:nvPr/>
        </p:nvSpPr>
        <p:spPr>
          <a:xfrm rot="0">
            <a:off x="5837237" y="3384550"/>
            <a:ext cx="11112" cy="23812"/>
          </a:xfrm>
          <a:custGeom>
            <a:avLst/>
            <a:ahLst/>
            <a:rect l="0" t="0" r="r" b="b"/>
            <a:pathLst>
              <a:path w="29" h="58">
                <a:moveTo>
                  <a:pt x="29" y="30"/>
                </a:moveTo>
                <a:lnTo>
                  <a:pt x="29" y="58"/>
                </a:lnTo>
                <a:lnTo>
                  <a:pt x="19" y="57"/>
                </a:lnTo>
                <a:lnTo>
                  <a:pt x="11" y="54"/>
                </a:lnTo>
                <a:lnTo>
                  <a:pt x="4" y="47"/>
                </a:lnTo>
                <a:lnTo>
                  <a:pt x="1" y="39"/>
                </a:lnTo>
                <a:lnTo>
                  <a:pt x="0" y="30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2"/>
                </a:lnTo>
                <a:lnTo>
                  <a:pt x="29" y="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86" name=""/>
          <p:cNvSpPr/>
          <p:nvPr/>
        </p:nvSpPr>
        <p:spPr>
          <a:xfrm rot="0">
            <a:off x="5837237" y="3384550"/>
            <a:ext cx="11112" cy="23812"/>
          </a:xfrm>
          <a:custGeom>
            <a:avLst/>
            <a:ahLst/>
            <a:rect l="0" t="0" r="r" b="b"/>
            <a:pathLst>
              <a:path w="29" h="58">
                <a:moveTo>
                  <a:pt x="29" y="58"/>
                </a:moveTo>
                <a:lnTo>
                  <a:pt x="19" y="57"/>
                </a:lnTo>
                <a:lnTo>
                  <a:pt x="11" y="54"/>
                </a:lnTo>
                <a:lnTo>
                  <a:pt x="4" y="47"/>
                </a:lnTo>
                <a:lnTo>
                  <a:pt x="1" y="39"/>
                </a:lnTo>
                <a:lnTo>
                  <a:pt x="0" y="30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87" name=""/>
          <p:cNvSpPr/>
          <p:nvPr/>
        </p:nvSpPr>
        <p:spPr>
          <a:xfrm rot="0">
            <a:off x="5848350" y="3384550"/>
            <a:ext cx="403225" cy="23812"/>
          </a:xfrm>
          <a:custGeom>
            <a:avLst/>
            <a:ahLst/>
            <a:rect l="0" t="0" r="r" b="b"/>
            <a:pathLst>
              <a:path w="1013" h="58">
                <a:moveTo>
                  <a:pt x="0" y="0"/>
                </a:moveTo>
                <a:lnTo>
                  <a:pt x="0" y="30"/>
                </a:lnTo>
                <a:lnTo>
                  <a:pt x="0" y="58"/>
                </a:lnTo>
                <a:lnTo>
                  <a:pt x="1013" y="58"/>
                </a:lnTo>
                <a:lnTo>
                  <a:pt x="1013" y="30"/>
                </a:lnTo>
                <a:lnTo>
                  <a:pt x="1013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88" name=""/>
          <p:cNvSpPr/>
          <p:nvPr/>
        </p:nvSpPr>
        <p:spPr>
          <a:xfrm rot="0">
            <a:off x="5848350" y="3384550"/>
            <a:ext cx="403225" cy="23812"/>
          </a:xfrm>
          <a:custGeom>
            <a:avLst/>
            <a:ahLst/>
            <a:rect l="0" t="0" r="r" b="b"/>
            <a:pathLst>
              <a:path w="1013" h="58">
                <a:moveTo>
                  <a:pt x="0" y="0"/>
                </a:moveTo>
                <a:lnTo>
                  <a:pt x="0" y="30"/>
                </a:lnTo>
                <a:lnTo>
                  <a:pt x="0" y="58"/>
                </a:lnTo>
                <a:lnTo>
                  <a:pt x="1013" y="58"/>
                </a:lnTo>
                <a:lnTo>
                  <a:pt x="1013" y="30"/>
                </a:lnTo>
                <a:lnTo>
                  <a:pt x="1013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89" name=""/>
          <p:cNvSpPr/>
          <p:nvPr/>
        </p:nvSpPr>
        <p:spPr>
          <a:xfrm rot="0">
            <a:off x="6251575" y="3384550"/>
            <a:ext cx="11112" cy="23812"/>
          </a:xfrm>
          <a:custGeom>
            <a:avLst/>
            <a:ahLst/>
            <a:rect l="0" t="0" r="r" b="b"/>
            <a:pathLst>
              <a:path w="30" h="58">
                <a:moveTo>
                  <a:pt x="0" y="30"/>
                </a:moveTo>
                <a:lnTo>
                  <a:pt x="0" y="0"/>
                </a:lnTo>
                <a:lnTo>
                  <a:pt x="9" y="2"/>
                </a:lnTo>
                <a:lnTo>
                  <a:pt x="17" y="6"/>
                </a:lnTo>
                <a:lnTo>
                  <a:pt x="24" y="12"/>
                </a:lnTo>
                <a:lnTo>
                  <a:pt x="28" y="20"/>
                </a:lnTo>
                <a:lnTo>
                  <a:pt x="30" y="30"/>
                </a:lnTo>
                <a:lnTo>
                  <a:pt x="28" y="39"/>
                </a:lnTo>
                <a:lnTo>
                  <a:pt x="24" y="47"/>
                </a:lnTo>
                <a:lnTo>
                  <a:pt x="17" y="54"/>
                </a:lnTo>
                <a:lnTo>
                  <a:pt x="9" y="57"/>
                </a:lnTo>
                <a:lnTo>
                  <a:pt x="0" y="58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90" name=""/>
          <p:cNvSpPr/>
          <p:nvPr/>
        </p:nvSpPr>
        <p:spPr>
          <a:xfrm rot="0">
            <a:off x="6251575" y="3384550"/>
            <a:ext cx="11112" cy="23812"/>
          </a:xfrm>
          <a:custGeom>
            <a:avLst/>
            <a:ahLst/>
            <a:rect l="0" t="0" r="r" b="b"/>
            <a:pathLst>
              <a:path w="30" h="58">
                <a:moveTo>
                  <a:pt x="0" y="0"/>
                </a:moveTo>
                <a:lnTo>
                  <a:pt x="9" y="2"/>
                </a:lnTo>
                <a:lnTo>
                  <a:pt x="17" y="6"/>
                </a:lnTo>
                <a:lnTo>
                  <a:pt x="24" y="12"/>
                </a:lnTo>
                <a:lnTo>
                  <a:pt x="28" y="20"/>
                </a:lnTo>
                <a:lnTo>
                  <a:pt x="30" y="30"/>
                </a:lnTo>
                <a:lnTo>
                  <a:pt x="28" y="39"/>
                </a:lnTo>
                <a:lnTo>
                  <a:pt x="24" y="47"/>
                </a:lnTo>
                <a:lnTo>
                  <a:pt x="17" y="54"/>
                </a:lnTo>
                <a:lnTo>
                  <a:pt x="9" y="57"/>
                </a:lnTo>
                <a:lnTo>
                  <a:pt x="0" y="5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91" name=""/>
          <p:cNvSpPr/>
          <p:nvPr/>
        </p:nvSpPr>
        <p:spPr>
          <a:xfrm rot="0">
            <a:off x="2133600" y="2151062"/>
            <a:ext cx="23812" cy="11112"/>
          </a:xfrm>
          <a:custGeom>
            <a:avLst/>
            <a:ahLst/>
            <a:rect l="0" t="0" r="r" b="b"/>
            <a:pathLst>
              <a:path w="59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92" name=""/>
          <p:cNvSpPr/>
          <p:nvPr/>
        </p:nvSpPr>
        <p:spPr>
          <a:xfrm rot="0">
            <a:off x="2133600" y="2151062"/>
            <a:ext cx="23812" cy="11112"/>
          </a:xfrm>
          <a:custGeom>
            <a:avLst/>
            <a:ahLst/>
            <a:rect l="0" t="0" r="r" b="b"/>
            <a:pathLst>
              <a:path w="59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93" name=""/>
          <p:cNvSpPr/>
          <p:nvPr/>
        </p:nvSpPr>
        <p:spPr>
          <a:xfrm rot="0">
            <a:off x="2133600" y="2162175"/>
            <a:ext cx="23812" cy="211137"/>
          </a:xfrm>
          <a:custGeom>
            <a:avLst/>
            <a:ahLst/>
            <a:rect l="0" t="0" r="r" b="b"/>
            <a:pathLst>
              <a:path w="59" h="531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531"/>
                </a:lnTo>
                <a:lnTo>
                  <a:pt x="29" y="531"/>
                </a:lnTo>
                <a:lnTo>
                  <a:pt x="59" y="531"/>
                </a:lnTo>
                <a:lnTo>
                  <a:pt x="5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94" name=""/>
          <p:cNvSpPr/>
          <p:nvPr/>
        </p:nvSpPr>
        <p:spPr>
          <a:xfrm rot="0">
            <a:off x="2133600" y="2162175"/>
            <a:ext cx="23812" cy="211137"/>
          </a:xfrm>
          <a:custGeom>
            <a:avLst/>
            <a:ahLst/>
            <a:rect l="0" t="0" r="r" b="b"/>
            <a:pathLst>
              <a:path w="59" h="531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531"/>
                </a:lnTo>
                <a:lnTo>
                  <a:pt x="29" y="531"/>
                </a:lnTo>
                <a:lnTo>
                  <a:pt x="59" y="531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95" name=""/>
          <p:cNvSpPr/>
          <p:nvPr/>
        </p:nvSpPr>
        <p:spPr>
          <a:xfrm rot="0">
            <a:off x="2133600" y="2373312"/>
            <a:ext cx="23812" cy="11112"/>
          </a:xfrm>
          <a:custGeom>
            <a:avLst/>
            <a:ahLst/>
            <a:rect l="0" t="0" r="r" b="b"/>
            <a:pathLst>
              <a:path w="59" h="29">
                <a:moveTo>
                  <a:pt x="29" y="0"/>
                </a:moveTo>
                <a:lnTo>
                  <a:pt x="59" y="0"/>
                </a:lnTo>
                <a:lnTo>
                  <a:pt x="56" y="10"/>
                </a:lnTo>
                <a:lnTo>
                  <a:pt x="53" y="18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96" name=""/>
          <p:cNvSpPr/>
          <p:nvPr/>
        </p:nvSpPr>
        <p:spPr>
          <a:xfrm rot="0">
            <a:off x="2133600" y="2373312"/>
            <a:ext cx="23812" cy="11112"/>
          </a:xfrm>
          <a:custGeom>
            <a:avLst/>
            <a:ahLst/>
            <a:rect l="0" t="0" r="r" b="b"/>
            <a:pathLst>
              <a:path w="59" h="29">
                <a:moveTo>
                  <a:pt x="59" y="0"/>
                </a:moveTo>
                <a:lnTo>
                  <a:pt x="56" y="10"/>
                </a:lnTo>
                <a:lnTo>
                  <a:pt x="53" y="18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97" name=""/>
          <p:cNvSpPr/>
          <p:nvPr/>
        </p:nvSpPr>
        <p:spPr>
          <a:xfrm rot="0">
            <a:off x="2463800" y="2151062"/>
            <a:ext cx="22225" cy="11112"/>
          </a:xfrm>
          <a:custGeom>
            <a:avLst/>
            <a:ahLst/>
            <a:rect l="0" t="0" r="r" b="b"/>
            <a:pathLst>
              <a:path w="59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198" name=""/>
          <p:cNvSpPr/>
          <p:nvPr/>
        </p:nvSpPr>
        <p:spPr>
          <a:xfrm rot="0">
            <a:off x="2463800" y="2151062"/>
            <a:ext cx="22225" cy="11112"/>
          </a:xfrm>
          <a:custGeom>
            <a:avLst/>
            <a:ahLst/>
            <a:rect l="0" t="0" r="r" b="b"/>
            <a:pathLst>
              <a:path w="59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199" name=""/>
          <p:cNvSpPr/>
          <p:nvPr/>
        </p:nvSpPr>
        <p:spPr>
          <a:xfrm rot="0">
            <a:off x="2463800" y="2162175"/>
            <a:ext cx="22225" cy="211137"/>
          </a:xfrm>
          <a:custGeom>
            <a:avLst/>
            <a:ahLst/>
            <a:rect l="0" t="0" r="r" b="b"/>
            <a:pathLst>
              <a:path w="59" h="531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531"/>
                </a:lnTo>
                <a:lnTo>
                  <a:pt x="29" y="531"/>
                </a:lnTo>
                <a:lnTo>
                  <a:pt x="59" y="531"/>
                </a:lnTo>
                <a:lnTo>
                  <a:pt x="5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00" name=""/>
          <p:cNvSpPr/>
          <p:nvPr/>
        </p:nvSpPr>
        <p:spPr>
          <a:xfrm rot="0">
            <a:off x="2463800" y="2162175"/>
            <a:ext cx="22225" cy="211137"/>
          </a:xfrm>
          <a:custGeom>
            <a:avLst/>
            <a:ahLst/>
            <a:rect l="0" t="0" r="r" b="b"/>
            <a:pathLst>
              <a:path w="59" h="531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531"/>
                </a:lnTo>
                <a:lnTo>
                  <a:pt x="29" y="531"/>
                </a:lnTo>
                <a:lnTo>
                  <a:pt x="59" y="531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01" name=""/>
          <p:cNvSpPr/>
          <p:nvPr/>
        </p:nvSpPr>
        <p:spPr>
          <a:xfrm rot="0">
            <a:off x="2463800" y="2373312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29" y="0"/>
                </a:moveTo>
                <a:lnTo>
                  <a:pt x="59" y="0"/>
                </a:lnTo>
                <a:lnTo>
                  <a:pt x="56" y="10"/>
                </a:lnTo>
                <a:lnTo>
                  <a:pt x="53" y="18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02" name=""/>
          <p:cNvSpPr/>
          <p:nvPr/>
        </p:nvSpPr>
        <p:spPr>
          <a:xfrm rot="0">
            <a:off x="2463800" y="2373312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59" y="0"/>
                </a:moveTo>
                <a:lnTo>
                  <a:pt x="56" y="10"/>
                </a:lnTo>
                <a:lnTo>
                  <a:pt x="53" y="18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03" name=""/>
          <p:cNvSpPr/>
          <p:nvPr/>
        </p:nvSpPr>
        <p:spPr>
          <a:xfrm rot="0">
            <a:off x="3254375" y="2151062"/>
            <a:ext cx="22225" cy="11112"/>
          </a:xfrm>
          <a:custGeom>
            <a:avLst/>
            <a:ahLst/>
            <a:rect l="0" t="0" r="r" b="b"/>
            <a:pathLst>
              <a:path w="58" h="30">
                <a:moveTo>
                  <a:pt x="28" y="30"/>
                </a:moveTo>
                <a:lnTo>
                  <a:pt x="0" y="30"/>
                </a:ln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  <a:lnTo>
                  <a:pt x="28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04" name=""/>
          <p:cNvSpPr/>
          <p:nvPr/>
        </p:nvSpPr>
        <p:spPr>
          <a:xfrm rot="0">
            <a:off x="3254375" y="2151062"/>
            <a:ext cx="22225" cy="11112"/>
          </a:xfrm>
          <a:custGeom>
            <a:avLst/>
            <a:ahLst/>
            <a:rect l="0" t="0" r="r" b="b"/>
            <a:pathLst>
              <a:path w="58" h="30">
                <a:moveTo>
                  <a:pt x="0" y="30"/>
                </a:move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05" name=""/>
          <p:cNvSpPr/>
          <p:nvPr/>
        </p:nvSpPr>
        <p:spPr>
          <a:xfrm rot="0">
            <a:off x="3254375" y="2162175"/>
            <a:ext cx="22225" cy="211137"/>
          </a:xfrm>
          <a:custGeom>
            <a:avLst/>
            <a:ahLst/>
            <a:rect l="0" t="0" r="r" b="b"/>
            <a:pathLst>
              <a:path w="58" h="531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531"/>
                </a:lnTo>
                <a:lnTo>
                  <a:pt x="28" y="531"/>
                </a:lnTo>
                <a:lnTo>
                  <a:pt x="58" y="531"/>
                </a:lnTo>
                <a:lnTo>
                  <a:pt x="5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06" name=""/>
          <p:cNvSpPr/>
          <p:nvPr/>
        </p:nvSpPr>
        <p:spPr>
          <a:xfrm rot="0">
            <a:off x="3254375" y="2162175"/>
            <a:ext cx="22225" cy="211137"/>
          </a:xfrm>
          <a:custGeom>
            <a:avLst/>
            <a:ahLst/>
            <a:rect l="0" t="0" r="r" b="b"/>
            <a:pathLst>
              <a:path w="58" h="531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531"/>
                </a:lnTo>
                <a:lnTo>
                  <a:pt x="28" y="531"/>
                </a:lnTo>
                <a:lnTo>
                  <a:pt x="58" y="531"/>
                </a:lnTo>
                <a:lnTo>
                  <a:pt x="5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07" name=""/>
          <p:cNvSpPr/>
          <p:nvPr/>
        </p:nvSpPr>
        <p:spPr>
          <a:xfrm rot="0">
            <a:off x="3254375" y="2373312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28" y="0"/>
                </a:moveTo>
                <a:lnTo>
                  <a:pt x="58" y="0"/>
                </a:lnTo>
                <a:lnTo>
                  <a:pt x="56" y="10"/>
                </a:lnTo>
                <a:lnTo>
                  <a:pt x="52" y="18"/>
                </a:lnTo>
                <a:lnTo>
                  <a:pt x="45" y="24"/>
                </a:lnTo>
                <a:lnTo>
                  <a:pt x="37" y="28"/>
                </a:lnTo>
                <a:lnTo>
                  <a:pt x="28" y="29"/>
                </a:lnTo>
                <a:lnTo>
                  <a:pt x="19" y="28"/>
                </a:lnTo>
                <a:lnTo>
                  <a:pt x="11" y="24"/>
                </a:lnTo>
                <a:lnTo>
                  <a:pt x="4" y="18"/>
                </a:lnTo>
                <a:lnTo>
                  <a:pt x="1" y="10"/>
                </a:lnTo>
                <a:lnTo>
                  <a:pt x="0" y="0"/>
                </a:lnTo>
                <a:lnTo>
                  <a:pt x="2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08" name=""/>
          <p:cNvSpPr/>
          <p:nvPr/>
        </p:nvSpPr>
        <p:spPr>
          <a:xfrm rot="0">
            <a:off x="3254375" y="2373312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58" y="0"/>
                </a:moveTo>
                <a:lnTo>
                  <a:pt x="56" y="10"/>
                </a:lnTo>
                <a:lnTo>
                  <a:pt x="52" y="18"/>
                </a:lnTo>
                <a:lnTo>
                  <a:pt x="45" y="24"/>
                </a:lnTo>
                <a:lnTo>
                  <a:pt x="37" y="28"/>
                </a:lnTo>
                <a:lnTo>
                  <a:pt x="28" y="29"/>
                </a:lnTo>
                <a:lnTo>
                  <a:pt x="19" y="28"/>
                </a:lnTo>
                <a:lnTo>
                  <a:pt x="11" y="24"/>
                </a:lnTo>
                <a:lnTo>
                  <a:pt x="4" y="18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09" name=""/>
          <p:cNvSpPr/>
          <p:nvPr/>
        </p:nvSpPr>
        <p:spPr>
          <a:xfrm rot="0">
            <a:off x="1936750" y="3087687"/>
            <a:ext cx="22225" cy="11112"/>
          </a:xfrm>
          <a:custGeom>
            <a:avLst/>
            <a:ahLst/>
            <a:rect l="0" t="0" r="r" b="b"/>
            <a:pathLst>
              <a:path w="59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10" name=""/>
          <p:cNvSpPr/>
          <p:nvPr/>
        </p:nvSpPr>
        <p:spPr>
          <a:xfrm rot="0">
            <a:off x="1936750" y="3087687"/>
            <a:ext cx="22225" cy="11112"/>
          </a:xfrm>
          <a:custGeom>
            <a:avLst/>
            <a:ahLst/>
            <a:rect l="0" t="0" r="r" b="b"/>
            <a:pathLst>
              <a:path w="59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6"/>
                </a:lnTo>
                <a:lnTo>
                  <a:pt x="53" y="13"/>
                </a:lnTo>
                <a:lnTo>
                  <a:pt x="56" y="21"/>
                </a:lnTo>
                <a:lnTo>
                  <a:pt x="59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11" name=""/>
          <p:cNvSpPr/>
          <p:nvPr/>
        </p:nvSpPr>
        <p:spPr>
          <a:xfrm rot="0">
            <a:off x="1936750" y="3098800"/>
            <a:ext cx="22225" cy="395287"/>
          </a:xfrm>
          <a:custGeom>
            <a:avLst/>
            <a:ahLst/>
            <a:rect l="0" t="0" r="r" b="b"/>
            <a:pathLst>
              <a:path w="59" h="996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996"/>
                </a:lnTo>
                <a:lnTo>
                  <a:pt x="29" y="996"/>
                </a:lnTo>
                <a:lnTo>
                  <a:pt x="59" y="996"/>
                </a:lnTo>
                <a:lnTo>
                  <a:pt x="5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12" name=""/>
          <p:cNvSpPr/>
          <p:nvPr/>
        </p:nvSpPr>
        <p:spPr>
          <a:xfrm rot="0">
            <a:off x="1936750" y="3098800"/>
            <a:ext cx="22225" cy="395287"/>
          </a:xfrm>
          <a:custGeom>
            <a:avLst/>
            <a:ahLst/>
            <a:rect l="0" t="0" r="r" b="b"/>
            <a:pathLst>
              <a:path w="59" h="996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996"/>
                </a:lnTo>
                <a:lnTo>
                  <a:pt x="29" y="996"/>
                </a:lnTo>
                <a:lnTo>
                  <a:pt x="59" y="996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13" name=""/>
          <p:cNvSpPr/>
          <p:nvPr/>
        </p:nvSpPr>
        <p:spPr>
          <a:xfrm rot="0">
            <a:off x="1936750" y="3494087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29" y="0"/>
                </a:moveTo>
                <a:lnTo>
                  <a:pt x="59" y="0"/>
                </a:lnTo>
                <a:lnTo>
                  <a:pt x="56" y="10"/>
                </a:lnTo>
                <a:lnTo>
                  <a:pt x="53" y="18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14" name=""/>
          <p:cNvSpPr/>
          <p:nvPr/>
        </p:nvSpPr>
        <p:spPr>
          <a:xfrm rot="0">
            <a:off x="1936750" y="3494087"/>
            <a:ext cx="22225" cy="11112"/>
          </a:xfrm>
          <a:custGeom>
            <a:avLst/>
            <a:ahLst/>
            <a:rect l="0" t="0" r="r" b="b"/>
            <a:pathLst>
              <a:path w="59" h="29">
                <a:moveTo>
                  <a:pt x="59" y="0"/>
                </a:moveTo>
                <a:lnTo>
                  <a:pt x="56" y="10"/>
                </a:lnTo>
                <a:lnTo>
                  <a:pt x="53" y="18"/>
                </a:lnTo>
                <a:lnTo>
                  <a:pt x="46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15" name=""/>
          <p:cNvSpPr/>
          <p:nvPr/>
        </p:nvSpPr>
        <p:spPr>
          <a:xfrm rot="0">
            <a:off x="1470025" y="4521200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28" y="0"/>
                </a:moveTo>
                <a:lnTo>
                  <a:pt x="58" y="0"/>
                </a:lnTo>
                <a:lnTo>
                  <a:pt x="56" y="9"/>
                </a:lnTo>
                <a:lnTo>
                  <a:pt x="52" y="17"/>
                </a:lnTo>
                <a:lnTo>
                  <a:pt x="45" y="24"/>
                </a:lnTo>
                <a:lnTo>
                  <a:pt x="37" y="27"/>
                </a:lnTo>
                <a:lnTo>
                  <a:pt x="28" y="29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16" name=""/>
          <p:cNvSpPr/>
          <p:nvPr/>
        </p:nvSpPr>
        <p:spPr>
          <a:xfrm rot="0">
            <a:off x="1470025" y="4521200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58" y="0"/>
                </a:moveTo>
                <a:lnTo>
                  <a:pt x="56" y="9"/>
                </a:lnTo>
                <a:lnTo>
                  <a:pt x="52" y="17"/>
                </a:lnTo>
                <a:lnTo>
                  <a:pt x="45" y="24"/>
                </a:lnTo>
                <a:lnTo>
                  <a:pt x="37" y="27"/>
                </a:lnTo>
                <a:lnTo>
                  <a:pt x="28" y="29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17" name=""/>
          <p:cNvSpPr/>
          <p:nvPr/>
        </p:nvSpPr>
        <p:spPr>
          <a:xfrm rot="0">
            <a:off x="1470025" y="4305300"/>
            <a:ext cx="22225" cy="215900"/>
          </a:xfrm>
          <a:custGeom>
            <a:avLst/>
            <a:ahLst/>
            <a:rect l="0" t="0" r="r" b="b"/>
            <a:pathLst>
              <a:path w="58" h="543">
                <a:moveTo>
                  <a:pt x="0" y="543"/>
                </a:moveTo>
                <a:lnTo>
                  <a:pt x="28" y="543"/>
                </a:lnTo>
                <a:lnTo>
                  <a:pt x="58" y="543"/>
                </a:lnTo>
                <a:lnTo>
                  <a:pt x="58" y="0"/>
                </a:lnTo>
                <a:lnTo>
                  <a:pt x="28" y="0"/>
                </a:lnTo>
                <a:lnTo>
                  <a:pt x="0" y="0"/>
                </a:lnTo>
                <a:lnTo>
                  <a:pt x="0" y="54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18" name=""/>
          <p:cNvSpPr/>
          <p:nvPr/>
        </p:nvSpPr>
        <p:spPr>
          <a:xfrm rot="0">
            <a:off x="1470025" y="4305300"/>
            <a:ext cx="22225" cy="215900"/>
          </a:xfrm>
          <a:custGeom>
            <a:avLst/>
            <a:ahLst/>
            <a:rect l="0" t="0" r="r" b="b"/>
            <a:pathLst>
              <a:path w="58" h="543">
                <a:moveTo>
                  <a:pt x="0" y="543"/>
                </a:moveTo>
                <a:lnTo>
                  <a:pt x="28" y="543"/>
                </a:lnTo>
                <a:lnTo>
                  <a:pt x="58" y="543"/>
                </a:lnTo>
                <a:lnTo>
                  <a:pt x="58" y="0"/>
                </a:lnTo>
                <a:lnTo>
                  <a:pt x="28" y="0"/>
                </a:lnTo>
                <a:lnTo>
                  <a:pt x="0" y="0"/>
                </a:lnTo>
                <a:lnTo>
                  <a:pt x="0" y="54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19" name=""/>
          <p:cNvSpPr/>
          <p:nvPr/>
        </p:nvSpPr>
        <p:spPr>
          <a:xfrm rot="0">
            <a:off x="1470025" y="4294187"/>
            <a:ext cx="22225" cy="11112"/>
          </a:xfrm>
          <a:custGeom>
            <a:avLst/>
            <a:ahLst/>
            <a:rect l="0" t="0" r="r" b="b"/>
            <a:pathLst>
              <a:path w="58" h="30">
                <a:moveTo>
                  <a:pt x="28" y="30"/>
                </a:moveTo>
                <a:lnTo>
                  <a:pt x="0" y="30"/>
                </a:ln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  <a:lnTo>
                  <a:pt x="28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20" name=""/>
          <p:cNvSpPr/>
          <p:nvPr/>
        </p:nvSpPr>
        <p:spPr>
          <a:xfrm rot="0">
            <a:off x="1470025" y="4294187"/>
            <a:ext cx="22225" cy="11112"/>
          </a:xfrm>
          <a:custGeom>
            <a:avLst/>
            <a:ahLst/>
            <a:rect l="0" t="0" r="r" b="b"/>
            <a:pathLst>
              <a:path w="58" h="30">
                <a:moveTo>
                  <a:pt x="0" y="30"/>
                </a:move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2"/>
                </a:lnTo>
                <a:lnTo>
                  <a:pt x="28" y="0"/>
                </a:lnTo>
                <a:lnTo>
                  <a:pt x="37" y="2"/>
                </a:lnTo>
                <a:lnTo>
                  <a:pt x="45" y="6"/>
                </a:lnTo>
                <a:lnTo>
                  <a:pt x="52" y="13"/>
                </a:lnTo>
                <a:lnTo>
                  <a:pt x="56" y="21"/>
                </a:lnTo>
                <a:lnTo>
                  <a:pt x="58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21" name=""/>
          <p:cNvSpPr/>
          <p:nvPr/>
        </p:nvSpPr>
        <p:spPr>
          <a:xfrm rot="0">
            <a:off x="2189162" y="4521200"/>
            <a:ext cx="23812" cy="11112"/>
          </a:xfrm>
          <a:custGeom>
            <a:avLst/>
            <a:ahLst/>
            <a:rect l="0" t="0" r="r" b="b"/>
            <a:pathLst>
              <a:path w="59" h="29">
                <a:moveTo>
                  <a:pt x="29" y="0"/>
                </a:moveTo>
                <a:lnTo>
                  <a:pt x="59" y="0"/>
                </a:lnTo>
                <a:lnTo>
                  <a:pt x="57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9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22" name=""/>
          <p:cNvSpPr/>
          <p:nvPr/>
        </p:nvSpPr>
        <p:spPr>
          <a:xfrm rot="0">
            <a:off x="2189162" y="4521200"/>
            <a:ext cx="23812" cy="11112"/>
          </a:xfrm>
          <a:custGeom>
            <a:avLst/>
            <a:ahLst/>
            <a:rect l="0" t="0" r="r" b="b"/>
            <a:pathLst>
              <a:path w="59" h="29">
                <a:moveTo>
                  <a:pt x="59" y="0"/>
                </a:moveTo>
                <a:lnTo>
                  <a:pt x="57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9" y="29"/>
                </a:lnTo>
                <a:lnTo>
                  <a:pt x="20" y="27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23" name=""/>
          <p:cNvSpPr/>
          <p:nvPr/>
        </p:nvSpPr>
        <p:spPr>
          <a:xfrm rot="0">
            <a:off x="2189162" y="4046537"/>
            <a:ext cx="23812" cy="474662"/>
          </a:xfrm>
          <a:custGeom>
            <a:avLst/>
            <a:ahLst/>
            <a:rect l="0" t="0" r="r" b="b"/>
            <a:pathLst>
              <a:path w="59" h="1197">
                <a:moveTo>
                  <a:pt x="0" y="1197"/>
                </a:moveTo>
                <a:lnTo>
                  <a:pt x="29" y="1197"/>
                </a:lnTo>
                <a:lnTo>
                  <a:pt x="59" y="1197"/>
                </a:lnTo>
                <a:lnTo>
                  <a:pt x="59" y="0"/>
                </a:lnTo>
                <a:lnTo>
                  <a:pt x="29" y="0"/>
                </a:lnTo>
                <a:lnTo>
                  <a:pt x="0" y="0"/>
                </a:lnTo>
                <a:lnTo>
                  <a:pt x="0" y="119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24" name=""/>
          <p:cNvSpPr/>
          <p:nvPr/>
        </p:nvSpPr>
        <p:spPr>
          <a:xfrm rot="0">
            <a:off x="2189162" y="4046537"/>
            <a:ext cx="23812" cy="474662"/>
          </a:xfrm>
          <a:custGeom>
            <a:avLst/>
            <a:ahLst/>
            <a:rect l="0" t="0" r="r" b="b"/>
            <a:pathLst>
              <a:path w="59" h="1197">
                <a:moveTo>
                  <a:pt x="0" y="1197"/>
                </a:moveTo>
                <a:lnTo>
                  <a:pt x="29" y="1197"/>
                </a:lnTo>
                <a:lnTo>
                  <a:pt x="59" y="1197"/>
                </a:lnTo>
                <a:lnTo>
                  <a:pt x="59" y="0"/>
                </a:lnTo>
                <a:lnTo>
                  <a:pt x="29" y="0"/>
                </a:lnTo>
                <a:lnTo>
                  <a:pt x="0" y="0"/>
                </a:lnTo>
                <a:lnTo>
                  <a:pt x="0" y="119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25" name=""/>
          <p:cNvSpPr/>
          <p:nvPr/>
        </p:nvSpPr>
        <p:spPr>
          <a:xfrm rot="0">
            <a:off x="2189162" y="4033837"/>
            <a:ext cx="23812" cy="12700"/>
          </a:xfrm>
          <a:custGeom>
            <a:avLst/>
            <a:ahLst/>
            <a:rect l="0" t="0" r="r" b="b"/>
            <a:pathLst>
              <a:path w="59" h="30">
                <a:moveTo>
                  <a:pt x="29" y="30"/>
                </a:moveTo>
                <a:lnTo>
                  <a:pt x="0" y="30"/>
                </a:ln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7" y="20"/>
                </a:lnTo>
                <a:lnTo>
                  <a:pt x="59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26" name=""/>
          <p:cNvSpPr/>
          <p:nvPr/>
        </p:nvSpPr>
        <p:spPr>
          <a:xfrm rot="0">
            <a:off x="2189162" y="4033837"/>
            <a:ext cx="23812" cy="12700"/>
          </a:xfrm>
          <a:custGeom>
            <a:avLst/>
            <a:ahLst/>
            <a:rect l="0" t="0" r="r" b="b"/>
            <a:pathLst>
              <a:path w="59" h="30">
                <a:moveTo>
                  <a:pt x="0" y="30"/>
                </a:moveTo>
                <a:lnTo>
                  <a:pt x="1" y="20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7" y="20"/>
                </a:lnTo>
                <a:lnTo>
                  <a:pt x="59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27" name=""/>
          <p:cNvSpPr/>
          <p:nvPr/>
        </p:nvSpPr>
        <p:spPr>
          <a:xfrm rot="0">
            <a:off x="2746375" y="4033837"/>
            <a:ext cx="22225" cy="12700"/>
          </a:xfrm>
          <a:custGeom>
            <a:avLst/>
            <a:ahLst/>
            <a:rect l="0" t="0" r="r" b="b"/>
            <a:pathLst>
              <a:path w="58" h="30">
                <a:moveTo>
                  <a:pt x="28" y="30"/>
                </a:moveTo>
                <a:lnTo>
                  <a:pt x="0" y="30"/>
                </a:lnTo>
                <a:lnTo>
                  <a:pt x="1" y="20"/>
                </a:lnTo>
                <a:lnTo>
                  <a:pt x="4" y="12"/>
                </a:lnTo>
                <a:lnTo>
                  <a:pt x="11" y="5"/>
                </a:lnTo>
                <a:lnTo>
                  <a:pt x="19" y="2"/>
                </a:lnTo>
                <a:lnTo>
                  <a:pt x="28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8" y="30"/>
                </a:lnTo>
                <a:lnTo>
                  <a:pt x="28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28" name=""/>
          <p:cNvSpPr/>
          <p:nvPr/>
        </p:nvSpPr>
        <p:spPr>
          <a:xfrm rot="0">
            <a:off x="2746375" y="4033837"/>
            <a:ext cx="22225" cy="12700"/>
          </a:xfrm>
          <a:custGeom>
            <a:avLst/>
            <a:ahLst/>
            <a:rect l="0" t="0" r="r" b="b"/>
            <a:pathLst>
              <a:path w="58" h="30">
                <a:moveTo>
                  <a:pt x="0" y="30"/>
                </a:moveTo>
                <a:lnTo>
                  <a:pt x="1" y="20"/>
                </a:lnTo>
                <a:lnTo>
                  <a:pt x="4" y="12"/>
                </a:lnTo>
                <a:lnTo>
                  <a:pt x="11" y="5"/>
                </a:lnTo>
                <a:lnTo>
                  <a:pt x="19" y="2"/>
                </a:lnTo>
                <a:lnTo>
                  <a:pt x="28" y="0"/>
                </a:lnTo>
                <a:lnTo>
                  <a:pt x="38" y="2"/>
                </a:lnTo>
                <a:lnTo>
                  <a:pt x="46" y="5"/>
                </a:lnTo>
                <a:lnTo>
                  <a:pt x="53" y="12"/>
                </a:lnTo>
                <a:lnTo>
                  <a:pt x="56" y="20"/>
                </a:lnTo>
                <a:lnTo>
                  <a:pt x="58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29" name=""/>
          <p:cNvSpPr/>
          <p:nvPr/>
        </p:nvSpPr>
        <p:spPr>
          <a:xfrm rot="0">
            <a:off x="2746375" y="4046537"/>
            <a:ext cx="22225" cy="474662"/>
          </a:xfrm>
          <a:custGeom>
            <a:avLst/>
            <a:ahLst/>
            <a:rect l="0" t="0" r="r" b="b"/>
            <a:pathLst>
              <a:path w="58" h="1197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1197"/>
                </a:lnTo>
                <a:lnTo>
                  <a:pt x="28" y="1197"/>
                </a:lnTo>
                <a:lnTo>
                  <a:pt x="58" y="1197"/>
                </a:lnTo>
                <a:lnTo>
                  <a:pt x="5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30" name=""/>
          <p:cNvSpPr/>
          <p:nvPr/>
        </p:nvSpPr>
        <p:spPr>
          <a:xfrm rot="0">
            <a:off x="2746375" y="4046537"/>
            <a:ext cx="22225" cy="474662"/>
          </a:xfrm>
          <a:custGeom>
            <a:avLst/>
            <a:ahLst/>
            <a:rect l="0" t="0" r="r" b="b"/>
            <a:pathLst>
              <a:path w="58" h="1197">
                <a:moveTo>
                  <a:pt x="58" y="0"/>
                </a:moveTo>
                <a:lnTo>
                  <a:pt x="28" y="0"/>
                </a:lnTo>
                <a:lnTo>
                  <a:pt x="0" y="0"/>
                </a:lnTo>
                <a:lnTo>
                  <a:pt x="0" y="1197"/>
                </a:lnTo>
                <a:lnTo>
                  <a:pt x="28" y="1197"/>
                </a:lnTo>
                <a:lnTo>
                  <a:pt x="58" y="1197"/>
                </a:lnTo>
                <a:lnTo>
                  <a:pt x="5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3231" name=""/>
          <p:cNvSpPr/>
          <p:nvPr/>
        </p:nvSpPr>
        <p:spPr>
          <a:xfrm rot="0">
            <a:off x="2746375" y="4521200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28" y="0"/>
                </a:moveTo>
                <a:lnTo>
                  <a:pt x="58" y="0"/>
                </a:ln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8" y="29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3232" name=""/>
          <p:cNvSpPr/>
          <p:nvPr/>
        </p:nvSpPr>
        <p:spPr>
          <a:xfrm rot="0">
            <a:off x="2746375" y="4521200"/>
            <a:ext cx="22225" cy="11112"/>
          </a:xfrm>
          <a:custGeom>
            <a:avLst/>
            <a:ahLst/>
            <a:rect l="0" t="0" r="r" b="b"/>
            <a:pathLst>
              <a:path w="58" h="29">
                <a:moveTo>
                  <a:pt x="58" y="0"/>
                </a:moveTo>
                <a:lnTo>
                  <a:pt x="56" y="9"/>
                </a:lnTo>
                <a:lnTo>
                  <a:pt x="53" y="17"/>
                </a:lnTo>
                <a:lnTo>
                  <a:pt x="46" y="24"/>
                </a:lnTo>
                <a:lnTo>
                  <a:pt x="38" y="27"/>
                </a:lnTo>
                <a:lnTo>
                  <a:pt x="28" y="29"/>
                </a:lnTo>
                <a:lnTo>
                  <a:pt x="19" y="27"/>
                </a:lnTo>
                <a:lnTo>
                  <a:pt x="11" y="24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5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52" name=""/>
          <p:cNvGrpSpPr/>
          <p:nvPr/>
        </p:nvGrpSpPr>
        <p:grpSpPr>
          <a:xfrm rot="0">
            <a:off x="-1392237" y="723900"/>
            <a:ext cx="13633450" cy="5981700"/>
            <a:chOff x="-877" y="456"/>
            <a:chExt cx="8588" cy="3768"/>
          </a:xfrm>
        </p:grpSpPr>
        <p:grpSp>
          <p:nvGrpSpPr>
            <p:cNvPr id="153" name=""/>
            <p:cNvGrpSpPr/>
            <p:nvPr/>
          </p:nvGrpSpPr>
          <p:grpSpPr>
            <a:xfrm rot="0">
              <a:off x="555" y="949"/>
              <a:ext cx="4185" cy="2944"/>
              <a:chOff x="555" y="949"/>
              <a:chExt cx="4185" cy="2944"/>
            </a:xfrm>
          </p:grpSpPr>
          <p:sp>
            <p:nvSpPr>
              <p:cNvPr id="1053233" name=""/>
              <p:cNvSpPr/>
              <p:nvPr/>
            </p:nvSpPr>
            <p:spPr>
              <a:xfrm rot="0">
                <a:off x="1133" y="1112"/>
                <a:ext cx="33" cy="51"/>
              </a:xfrm>
              <a:custGeom>
                <a:avLst/>
                <a:ahLst/>
                <a:rect l="0" t="0" r="r" b="b"/>
                <a:pathLst>
                  <a:path w="133" h="201">
                    <a:moveTo>
                      <a:pt x="0" y="201"/>
                    </a:moveTo>
                    <a:lnTo>
                      <a:pt x="45" y="201"/>
                    </a:lnTo>
                    <a:lnTo>
                      <a:pt x="61" y="196"/>
                    </a:lnTo>
                    <a:lnTo>
                      <a:pt x="72" y="190"/>
                    </a:lnTo>
                    <a:lnTo>
                      <a:pt x="84" y="180"/>
                    </a:lnTo>
                    <a:lnTo>
                      <a:pt x="95" y="162"/>
                    </a:lnTo>
                    <a:lnTo>
                      <a:pt x="133" y="0"/>
                    </a:lnTo>
                    <a:lnTo>
                      <a:pt x="78" y="0"/>
                    </a:lnTo>
                    <a:lnTo>
                      <a:pt x="50" y="11"/>
                    </a:lnTo>
                    <a:lnTo>
                      <a:pt x="40" y="23"/>
                    </a:lnTo>
                    <a:lnTo>
                      <a:pt x="17" y="101"/>
                    </a:lnTo>
                    <a:lnTo>
                      <a:pt x="17" y="113"/>
                    </a:lnTo>
                    <a:lnTo>
                      <a:pt x="22" y="129"/>
                    </a:lnTo>
                    <a:lnTo>
                      <a:pt x="40" y="134"/>
                    </a:lnTo>
                    <a:lnTo>
                      <a:pt x="10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34" name=""/>
              <p:cNvSpPr/>
              <p:nvPr/>
            </p:nvSpPr>
            <p:spPr>
              <a:xfrm rot="0" flipV="1">
                <a:off x="1184" y="1096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35" name=""/>
              <p:cNvSpPr/>
              <p:nvPr/>
            </p:nvSpPr>
            <p:spPr>
              <a:xfrm rot="0" flipH="1">
                <a:off x="1198" y="1096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36" name=""/>
              <p:cNvSpPr/>
              <p:nvPr/>
            </p:nvSpPr>
            <p:spPr>
              <a:xfrm rot="0">
                <a:off x="690" y="1538"/>
                <a:ext cx="91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37" name=""/>
              <p:cNvSpPr/>
              <p:nvPr/>
            </p:nvSpPr>
            <p:spPr>
              <a:xfrm rot="0">
                <a:off x="1109" y="1183"/>
                <a:ext cx="1" cy="88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38" name=""/>
              <p:cNvSpPr/>
              <p:nvPr/>
            </p:nvSpPr>
            <p:spPr>
              <a:xfrm rot="0">
                <a:off x="782" y="1924"/>
                <a:ext cx="25" cy="50"/>
              </a:xfrm>
              <a:custGeom>
                <a:avLst/>
                <a:ahLst/>
                <a:rect l="0" t="0" r="r" b="b"/>
                <a:pathLst>
                  <a:path w="101" h="201">
                    <a:moveTo>
                      <a:pt x="0" y="201"/>
                    </a:moveTo>
                    <a:lnTo>
                      <a:pt x="45" y="45"/>
                    </a:lnTo>
                    <a:lnTo>
                      <a:pt x="57" y="22"/>
                    </a:lnTo>
                    <a:lnTo>
                      <a:pt x="67" y="11"/>
                    </a:lnTo>
                    <a:lnTo>
                      <a:pt x="78" y="6"/>
                    </a:lnTo>
                    <a:lnTo>
                      <a:pt x="10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39" name=""/>
              <p:cNvSpPr/>
              <p:nvPr/>
            </p:nvSpPr>
            <p:spPr>
              <a:xfrm rot="0" flipH="1">
                <a:off x="786" y="1941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0" name=""/>
              <p:cNvSpPr/>
              <p:nvPr/>
            </p:nvSpPr>
            <p:spPr>
              <a:xfrm rot="0">
                <a:off x="781" y="1748"/>
                <a:ext cx="26" cy="33"/>
              </a:xfrm>
              <a:custGeom>
                <a:avLst/>
                <a:ahLst/>
                <a:rect l="0" t="0" r="r" b="b"/>
                <a:pathLst>
                  <a:path w="106" h="133">
                    <a:moveTo>
                      <a:pt x="83" y="133"/>
                    </a:moveTo>
                    <a:lnTo>
                      <a:pt x="22" y="133"/>
                    </a:lnTo>
                    <a:lnTo>
                      <a:pt x="5" y="127"/>
                    </a:lnTo>
                    <a:lnTo>
                      <a:pt x="0" y="116"/>
                    </a:lnTo>
                    <a:lnTo>
                      <a:pt x="0" y="100"/>
                    </a:lnTo>
                    <a:lnTo>
                      <a:pt x="16" y="38"/>
                    </a:lnTo>
                    <a:lnTo>
                      <a:pt x="28" y="21"/>
                    </a:lnTo>
                    <a:lnTo>
                      <a:pt x="44" y="5"/>
                    </a:lnTo>
                    <a:lnTo>
                      <a:pt x="62" y="0"/>
                    </a:lnTo>
                    <a:lnTo>
                      <a:pt x="78" y="0"/>
                    </a:lnTo>
                    <a:lnTo>
                      <a:pt x="95" y="5"/>
                    </a:lnTo>
                    <a:lnTo>
                      <a:pt x="106" y="16"/>
                    </a:lnTo>
                    <a:lnTo>
                      <a:pt x="106" y="33"/>
                    </a:lnTo>
                    <a:lnTo>
                      <a:pt x="100" y="67"/>
                    </a:lnTo>
                    <a:lnTo>
                      <a:pt x="11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1" name=""/>
              <p:cNvSpPr/>
              <p:nvPr/>
            </p:nvSpPr>
            <p:spPr>
              <a:xfrm rot="0">
                <a:off x="1553" y="1253"/>
                <a:ext cx="25" cy="51"/>
              </a:xfrm>
              <a:custGeom>
                <a:avLst/>
                <a:ahLst/>
                <a:rect l="0" t="0" r="r" b="b"/>
                <a:pathLst>
                  <a:path w="100" h="201">
                    <a:moveTo>
                      <a:pt x="0" y="201"/>
                    </a:moveTo>
                    <a:lnTo>
                      <a:pt x="45" y="44"/>
                    </a:lnTo>
                    <a:lnTo>
                      <a:pt x="55" y="22"/>
                    </a:lnTo>
                    <a:lnTo>
                      <a:pt x="66" y="11"/>
                    </a:lnTo>
                    <a:lnTo>
                      <a:pt x="78" y="5"/>
                    </a:lnTo>
                    <a:lnTo>
                      <a:pt x="10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2" name=""/>
              <p:cNvSpPr/>
              <p:nvPr/>
            </p:nvSpPr>
            <p:spPr>
              <a:xfrm rot="0" flipH="1">
                <a:off x="1557" y="1270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3" name=""/>
              <p:cNvSpPr/>
              <p:nvPr/>
            </p:nvSpPr>
            <p:spPr>
              <a:xfrm rot="0" flipV="1">
                <a:off x="1592" y="1253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4" name=""/>
              <p:cNvSpPr/>
              <p:nvPr/>
            </p:nvSpPr>
            <p:spPr>
              <a:xfrm rot="0" flipH="1">
                <a:off x="1606" y="1253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5" name=""/>
              <p:cNvSpPr/>
              <p:nvPr/>
            </p:nvSpPr>
            <p:spPr>
              <a:xfrm rot="0">
                <a:off x="1394" y="1252"/>
                <a:ext cx="26" cy="34"/>
              </a:xfrm>
              <a:custGeom>
                <a:avLst/>
                <a:ahLst/>
                <a:rect l="0" t="0" r="r" b="b"/>
                <a:pathLst>
                  <a:path w="106" h="134">
                    <a:moveTo>
                      <a:pt x="83" y="134"/>
                    </a:moveTo>
                    <a:lnTo>
                      <a:pt x="22" y="134"/>
                    </a:lnTo>
                    <a:lnTo>
                      <a:pt x="6" y="128"/>
                    </a:lnTo>
                    <a:lnTo>
                      <a:pt x="0" y="117"/>
                    </a:lnTo>
                    <a:lnTo>
                      <a:pt x="0" y="100"/>
                    </a:lnTo>
                    <a:lnTo>
                      <a:pt x="17" y="39"/>
                    </a:lnTo>
                    <a:lnTo>
                      <a:pt x="27" y="22"/>
                    </a:lnTo>
                    <a:lnTo>
                      <a:pt x="45" y="6"/>
                    </a:lnTo>
                    <a:lnTo>
                      <a:pt x="61" y="0"/>
                    </a:lnTo>
                    <a:lnTo>
                      <a:pt x="78" y="0"/>
                    </a:lnTo>
                    <a:lnTo>
                      <a:pt x="94" y="6"/>
                    </a:lnTo>
                    <a:lnTo>
                      <a:pt x="106" y="17"/>
                    </a:lnTo>
                    <a:lnTo>
                      <a:pt x="106" y="33"/>
                    </a:lnTo>
                    <a:lnTo>
                      <a:pt x="101" y="66"/>
                    </a:lnTo>
                    <a:lnTo>
                      <a:pt x="11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6" name=""/>
              <p:cNvSpPr/>
              <p:nvPr/>
            </p:nvSpPr>
            <p:spPr>
              <a:xfrm rot="0" flipV="1">
                <a:off x="1441" y="1235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7" name=""/>
              <p:cNvSpPr/>
              <p:nvPr/>
            </p:nvSpPr>
            <p:spPr>
              <a:xfrm rot="0" flipH="1">
                <a:off x="1455" y="1235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8" name=""/>
              <p:cNvSpPr/>
              <p:nvPr/>
            </p:nvSpPr>
            <p:spPr>
              <a:xfrm rot="0">
                <a:off x="822" y="1957"/>
                <a:ext cx="18" cy="1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71" y="36"/>
                    </a:moveTo>
                    <a:lnTo>
                      <a:pt x="70" y="26"/>
                    </a:lnTo>
                    <a:lnTo>
                      <a:pt x="67" y="18"/>
                    </a:lnTo>
                    <a:lnTo>
                      <a:pt x="62" y="10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5"/>
                    </a:lnTo>
                    <a:lnTo>
                      <a:pt x="11" y="10"/>
                    </a:lnTo>
                    <a:lnTo>
                      <a:pt x="5" y="18"/>
                    </a:lnTo>
                    <a:lnTo>
                      <a:pt x="2" y="26"/>
                    </a:lnTo>
                    <a:lnTo>
                      <a:pt x="0" y="36"/>
                    </a:lnTo>
                    <a:lnTo>
                      <a:pt x="2" y="45"/>
                    </a:lnTo>
                    <a:lnTo>
                      <a:pt x="5" y="53"/>
                    </a:lnTo>
                    <a:lnTo>
                      <a:pt x="11" y="61"/>
                    </a:lnTo>
                    <a:lnTo>
                      <a:pt x="18" y="66"/>
                    </a:lnTo>
                    <a:lnTo>
                      <a:pt x="27" y="70"/>
                    </a:lnTo>
                    <a:lnTo>
                      <a:pt x="36" y="72"/>
                    </a:lnTo>
                    <a:lnTo>
                      <a:pt x="45" y="70"/>
                    </a:lnTo>
                    <a:lnTo>
                      <a:pt x="54" y="66"/>
                    </a:lnTo>
                    <a:lnTo>
                      <a:pt x="62" y="61"/>
                    </a:lnTo>
                    <a:lnTo>
                      <a:pt x="67" y="53"/>
                    </a:lnTo>
                    <a:lnTo>
                      <a:pt x="70" y="45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49" name=""/>
              <p:cNvSpPr/>
              <p:nvPr/>
            </p:nvSpPr>
            <p:spPr>
              <a:xfrm rot="0">
                <a:off x="822" y="1779"/>
                <a:ext cx="18" cy="17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5"/>
                    </a:moveTo>
                    <a:lnTo>
                      <a:pt x="70" y="27"/>
                    </a:lnTo>
                    <a:lnTo>
                      <a:pt x="67" y="18"/>
                    </a:lnTo>
                    <a:lnTo>
                      <a:pt x="62" y="10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5"/>
                    </a:lnTo>
                    <a:lnTo>
                      <a:pt x="11" y="10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5"/>
                    </a:lnTo>
                    <a:lnTo>
                      <a:pt x="2" y="45"/>
                    </a:lnTo>
                    <a:lnTo>
                      <a:pt x="5" y="54"/>
                    </a:lnTo>
                    <a:lnTo>
                      <a:pt x="11" y="61"/>
                    </a:lnTo>
                    <a:lnTo>
                      <a:pt x="18" y="67"/>
                    </a:lnTo>
                    <a:lnTo>
                      <a:pt x="27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4" y="67"/>
                    </a:lnTo>
                    <a:lnTo>
                      <a:pt x="62" y="61"/>
                    </a:lnTo>
                    <a:lnTo>
                      <a:pt x="67" y="54"/>
                    </a:lnTo>
                    <a:lnTo>
                      <a:pt x="70" y="45"/>
                    </a:lnTo>
                    <a:lnTo>
                      <a:pt x="71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0" name=""/>
              <p:cNvSpPr/>
              <p:nvPr/>
            </p:nvSpPr>
            <p:spPr>
              <a:xfrm rot="0">
                <a:off x="1529" y="1314"/>
                <a:ext cx="18" cy="17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72" y="35"/>
                    </a:moveTo>
                    <a:lnTo>
                      <a:pt x="70" y="26"/>
                    </a:lnTo>
                    <a:lnTo>
                      <a:pt x="66" y="17"/>
                    </a:lnTo>
                    <a:lnTo>
                      <a:pt x="61" y="9"/>
                    </a:lnTo>
                    <a:lnTo>
                      <a:pt x="53" y="4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6" y="1"/>
                    </a:lnTo>
                    <a:lnTo>
                      <a:pt x="18" y="4"/>
                    </a:lnTo>
                    <a:lnTo>
                      <a:pt x="10" y="9"/>
                    </a:lnTo>
                    <a:lnTo>
                      <a:pt x="5" y="17"/>
                    </a:lnTo>
                    <a:lnTo>
                      <a:pt x="1" y="26"/>
                    </a:lnTo>
                    <a:lnTo>
                      <a:pt x="0" y="35"/>
                    </a:lnTo>
                    <a:lnTo>
                      <a:pt x="1" y="44"/>
                    </a:lnTo>
                    <a:lnTo>
                      <a:pt x="5" y="53"/>
                    </a:lnTo>
                    <a:lnTo>
                      <a:pt x="10" y="60"/>
                    </a:lnTo>
                    <a:lnTo>
                      <a:pt x="18" y="66"/>
                    </a:lnTo>
                    <a:lnTo>
                      <a:pt x="26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3" y="66"/>
                    </a:lnTo>
                    <a:lnTo>
                      <a:pt x="61" y="60"/>
                    </a:lnTo>
                    <a:lnTo>
                      <a:pt x="66" y="53"/>
                    </a:lnTo>
                    <a:lnTo>
                      <a:pt x="70" y="44"/>
                    </a:lnTo>
                    <a:lnTo>
                      <a:pt x="72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1" name=""/>
              <p:cNvSpPr/>
              <p:nvPr/>
            </p:nvSpPr>
            <p:spPr>
              <a:xfrm rot="0">
                <a:off x="1350" y="1314"/>
                <a:ext cx="18" cy="17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72" y="35"/>
                    </a:moveTo>
                    <a:lnTo>
                      <a:pt x="70" y="26"/>
                    </a:lnTo>
                    <a:lnTo>
                      <a:pt x="67" y="17"/>
                    </a:lnTo>
                    <a:lnTo>
                      <a:pt x="61" y="9"/>
                    </a:lnTo>
                    <a:lnTo>
                      <a:pt x="54" y="4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4"/>
                    </a:lnTo>
                    <a:lnTo>
                      <a:pt x="10" y="9"/>
                    </a:lnTo>
                    <a:lnTo>
                      <a:pt x="5" y="17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5" y="53"/>
                    </a:lnTo>
                    <a:lnTo>
                      <a:pt x="10" y="60"/>
                    </a:lnTo>
                    <a:lnTo>
                      <a:pt x="18" y="66"/>
                    </a:lnTo>
                    <a:lnTo>
                      <a:pt x="27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4" y="66"/>
                    </a:lnTo>
                    <a:lnTo>
                      <a:pt x="61" y="60"/>
                    </a:lnTo>
                    <a:lnTo>
                      <a:pt x="67" y="53"/>
                    </a:lnTo>
                    <a:lnTo>
                      <a:pt x="70" y="44"/>
                    </a:lnTo>
                    <a:lnTo>
                      <a:pt x="72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2" name=""/>
              <p:cNvSpPr/>
              <p:nvPr/>
            </p:nvSpPr>
            <p:spPr>
              <a:xfrm rot="0">
                <a:off x="1109" y="1538"/>
                <a:ext cx="491" cy="4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3" name=""/>
              <p:cNvSpPr/>
              <p:nvPr/>
            </p:nvSpPr>
            <p:spPr>
              <a:xfrm rot="0">
                <a:off x="1368" y="1323"/>
                <a:ext cx="16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4" name=""/>
              <p:cNvSpPr/>
              <p:nvPr/>
            </p:nvSpPr>
            <p:spPr>
              <a:xfrm rot="0" flipV="1">
                <a:off x="1538" y="1331"/>
                <a:ext cx="1" cy="6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5" name=""/>
              <p:cNvSpPr/>
              <p:nvPr/>
            </p:nvSpPr>
            <p:spPr>
              <a:xfrm rot="0">
                <a:off x="840" y="1966"/>
                <a:ext cx="69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6" name=""/>
              <p:cNvSpPr/>
              <p:nvPr/>
            </p:nvSpPr>
            <p:spPr>
              <a:xfrm rot="0">
                <a:off x="831" y="1796"/>
                <a:ext cx="1" cy="16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7" name=""/>
              <p:cNvSpPr/>
              <p:nvPr/>
            </p:nvSpPr>
            <p:spPr>
              <a:xfrm rot="0" flipH="1">
                <a:off x="1109" y="1323"/>
                <a:ext cx="2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8" name=""/>
              <p:cNvSpPr/>
              <p:nvPr/>
            </p:nvSpPr>
            <p:spPr>
              <a:xfrm rot="0" flipV="1">
                <a:off x="1359" y="1331"/>
                <a:ext cx="1" cy="45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59" name=""/>
              <p:cNvSpPr/>
              <p:nvPr/>
            </p:nvSpPr>
            <p:spPr>
              <a:xfrm rot="0">
                <a:off x="840" y="1788"/>
                <a:ext cx="5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0" name=""/>
              <p:cNvSpPr/>
              <p:nvPr/>
            </p:nvSpPr>
            <p:spPr>
              <a:xfrm rot="0">
                <a:off x="831" y="1538"/>
                <a:ext cx="1" cy="24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1" name=""/>
              <p:cNvSpPr/>
              <p:nvPr/>
            </p:nvSpPr>
            <p:spPr>
              <a:xfrm rot="0" flipV="1">
                <a:off x="1109" y="1183"/>
                <a:ext cx="1" cy="35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2" name=""/>
              <p:cNvSpPr/>
              <p:nvPr/>
            </p:nvSpPr>
            <p:spPr>
              <a:xfrm rot="0">
                <a:off x="690" y="1538"/>
                <a:ext cx="1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3" name=""/>
              <p:cNvSpPr/>
              <p:nvPr/>
            </p:nvSpPr>
            <p:spPr>
              <a:xfrm rot="0" flipV="1">
                <a:off x="831" y="1332"/>
                <a:ext cx="1" cy="20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4" name=""/>
              <p:cNvSpPr/>
              <p:nvPr/>
            </p:nvSpPr>
            <p:spPr>
              <a:xfrm rot="0">
                <a:off x="672" y="1165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5"/>
                    </a:moveTo>
                    <a:lnTo>
                      <a:pt x="70" y="26"/>
                    </a:lnTo>
                    <a:lnTo>
                      <a:pt x="67" y="17"/>
                    </a:lnTo>
                    <a:lnTo>
                      <a:pt x="61" y="9"/>
                    </a:lnTo>
                    <a:lnTo>
                      <a:pt x="54" y="4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4"/>
                    </a:lnTo>
                    <a:lnTo>
                      <a:pt x="11" y="9"/>
                    </a:lnTo>
                    <a:lnTo>
                      <a:pt x="5" y="17"/>
                    </a:lnTo>
                    <a:lnTo>
                      <a:pt x="1" y="26"/>
                    </a:lnTo>
                    <a:lnTo>
                      <a:pt x="0" y="35"/>
                    </a:lnTo>
                    <a:lnTo>
                      <a:pt x="1" y="44"/>
                    </a:lnTo>
                    <a:lnTo>
                      <a:pt x="5" y="53"/>
                    </a:lnTo>
                    <a:lnTo>
                      <a:pt x="11" y="60"/>
                    </a:lnTo>
                    <a:lnTo>
                      <a:pt x="18" y="66"/>
                    </a:lnTo>
                    <a:lnTo>
                      <a:pt x="27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4" y="66"/>
                    </a:lnTo>
                    <a:lnTo>
                      <a:pt x="61" y="60"/>
                    </a:lnTo>
                    <a:lnTo>
                      <a:pt x="67" y="53"/>
                    </a:lnTo>
                    <a:lnTo>
                      <a:pt x="70" y="44"/>
                    </a:lnTo>
                    <a:lnTo>
                      <a:pt x="71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5" name=""/>
              <p:cNvSpPr/>
              <p:nvPr/>
            </p:nvSpPr>
            <p:spPr>
              <a:xfrm rot="0">
                <a:off x="1100" y="1165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5"/>
                    </a:moveTo>
                    <a:lnTo>
                      <a:pt x="70" y="26"/>
                    </a:lnTo>
                    <a:lnTo>
                      <a:pt x="67" y="17"/>
                    </a:lnTo>
                    <a:lnTo>
                      <a:pt x="61" y="9"/>
                    </a:lnTo>
                    <a:lnTo>
                      <a:pt x="54" y="4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4"/>
                    </a:lnTo>
                    <a:lnTo>
                      <a:pt x="11" y="9"/>
                    </a:lnTo>
                    <a:lnTo>
                      <a:pt x="5" y="17"/>
                    </a:lnTo>
                    <a:lnTo>
                      <a:pt x="1" y="26"/>
                    </a:lnTo>
                    <a:lnTo>
                      <a:pt x="0" y="35"/>
                    </a:lnTo>
                    <a:lnTo>
                      <a:pt x="1" y="44"/>
                    </a:lnTo>
                    <a:lnTo>
                      <a:pt x="5" y="53"/>
                    </a:lnTo>
                    <a:lnTo>
                      <a:pt x="11" y="60"/>
                    </a:lnTo>
                    <a:lnTo>
                      <a:pt x="18" y="66"/>
                    </a:lnTo>
                    <a:lnTo>
                      <a:pt x="27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4" y="66"/>
                    </a:lnTo>
                    <a:lnTo>
                      <a:pt x="61" y="60"/>
                    </a:lnTo>
                    <a:lnTo>
                      <a:pt x="67" y="53"/>
                    </a:lnTo>
                    <a:lnTo>
                      <a:pt x="70" y="44"/>
                    </a:lnTo>
                    <a:lnTo>
                      <a:pt x="71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6" name=""/>
              <p:cNvSpPr/>
              <p:nvPr/>
            </p:nvSpPr>
            <p:spPr>
              <a:xfrm rot="0">
                <a:off x="672" y="1529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6"/>
                    </a:moveTo>
                    <a:lnTo>
                      <a:pt x="70" y="27"/>
                    </a:lnTo>
                    <a:lnTo>
                      <a:pt x="67" y="18"/>
                    </a:lnTo>
                    <a:lnTo>
                      <a:pt x="61" y="11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5"/>
                    </a:lnTo>
                    <a:lnTo>
                      <a:pt x="11" y="11"/>
                    </a:lnTo>
                    <a:lnTo>
                      <a:pt x="5" y="18"/>
                    </a:lnTo>
                    <a:lnTo>
                      <a:pt x="1" y="27"/>
                    </a:lnTo>
                    <a:lnTo>
                      <a:pt x="0" y="36"/>
                    </a:lnTo>
                    <a:lnTo>
                      <a:pt x="1" y="45"/>
                    </a:lnTo>
                    <a:lnTo>
                      <a:pt x="5" y="54"/>
                    </a:lnTo>
                    <a:lnTo>
                      <a:pt x="11" y="62"/>
                    </a:lnTo>
                    <a:lnTo>
                      <a:pt x="18" y="67"/>
                    </a:lnTo>
                    <a:lnTo>
                      <a:pt x="27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4" y="67"/>
                    </a:lnTo>
                    <a:lnTo>
                      <a:pt x="61" y="62"/>
                    </a:lnTo>
                    <a:lnTo>
                      <a:pt x="67" y="54"/>
                    </a:lnTo>
                    <a:lnTo>
                      <a:pt x="70" y="45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7" name=""/>
              <p:cNvSpPr/>
              <p:nvPr/>
            </p:nvSpPr>
            <p:spPr>
              <a:xfrm rot="0">
                <a:off x="822" y="1314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6"/>
                    </a:moveTo>
                    <a:lnTo>
                      <a:pt x="70" y="27"/>
                    </a:lnTo>
                    <a:lnTo>
                      <a:pt x="67" y="18"/>
                    </a:lnTo>
                    <a:lnTo>
                      <a:pt x="62" y="11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5"/>
                    </a:lnTo>
                    <a:lnTo>
                      <a:pt x="11" y="11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5"/>
                    </a:lnTo>
                    <a:lnTo>
                      <a:pt x="5" y="54"/>
                    </a:lnTo>
                    <a:lnTo>
                      <a:pt x="11" y="61"/>
                    </a:lnTo>
                    <a:lnTo>
                      <a:pt x="18" y="67"/>
                    </a:lnTo>
                    <a:lnTo>
                      <a:pt x="27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4" y="67"/>
                    </a:lnTo>
                    <a:lnTo>
                      <a:pt x="62" y="61"/>
                    </a:lnTo>
                    <a:lnTo>
                      <a:pt x="67" y="54"/>
                    </a:lnTo>
                    <a:lnTo>
                      <a:pt x="70" y="45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8" name=""/>
              <p:cNvSpPr/>
              <p:nvPr/>
            </p:nvSpPr>
            <p:spPr>
              <a:xfrm rot="0">
                <a:off x="840" y="1323"/>
                <a:ext cx="26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69" name=""/>
              <p:cNvSpPr/>
              <p:nvPr/>
            </p:nvSpPr>
            <p:spPr>
              <a:xfrm rot="0">
                <a:off x="690" y="1174"/>
                <a:ext cx="41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0" name=""/>
              <p:cNvSpPr/>
              <p:nvPr/>
            </p:nvSpPr>
            <p:spPr>
              <a:xfrm rot="0">
                <a:off x="690" y="1538"/>
                <a:ext cx="4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1" name=""/>
              <p:cNvSpPr/>
              <p:nvPr/>
            </p:nvSpPr>
            <p:spPr>
              <a:xfrm rot="0" flipV="1">
                <a:off x="681" y="1183"/>
                <a:ext cx="1" cy="3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2" name=""/>
              <p:cNvSpPr/>
              <p:nvPr/>
            </p:nvSpPr>
            <p:spPr>
              <a:xfrm rot="0">
                <a:off x="680" y="1101"/>
                <a:ext cx="33" cy="50"/>
              </a:xfrm>
              <a:custGeom>
                <a:avLst/>
                <a:ahLst/>
                <a:rect l="0" t="0" r="r" b="b"/>
                <a:pathLst>
                  <a:path w="134" h="201">
                    <a:moveTo>
                      <a:pt x="0" y="201"/>
                    </a:moveTo>
                    <a:lnTo>
                      <a:pt x="46" y="201"/>
                    </a:lnTo>
                    <a:lnTo>
                      <a:pt x="62" y="194"/>
                    </a:lnTo>
                    <a:lnTo>
                      <a:pt x="73" y="189"/>
                    </a:lnTo>
                    <a:lnTo>
                      <a:pt x="84" y="178"/>
                    </a:lnTo>
                    <a:lnTo>
                      <a:pt x="95" y="161"/>
                    </a:lnTo>
                    <a:lnTo>
                      <a:pt x="134" y="0"/>
                    </a:lnTo>
                    <a:lnTo>
                      <a:pt x="79" y="0"/>
                    </a:lnTo>
                    <a:lnTo>
                      <a:pt x="51" y="11"/>
                    </a:lnTo>
                    <a:lnTo>
                      <a:pt x="39" y="22"/>
                    </a:lnTo>
                    <a:lnTo>
                      <a:pt x="18" y="100"/>
                    </a:lnTo>
                    <a:lnTo>
                      <a:pt x="18" y="111"/>
                    </a:lnTo>
                    <a:lnTo>
                      <a:pt x="23" y="127"/>
                    </a:lnTo>
                    <a:lnTo>
                      <a:pt x="39" y="134"/>
                    </a:lnTo>
                    <a:lnTo>
                      <a:pt x="101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3" name=""/>
              <p:cNvSpPr/>
              <p:nvPr/>
            </p:nvSpPr>
            <p:spPr>
              <a:xfrm rot="0" flipV="1">
                <a:off x="731" y="1084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4" name=""/>
              <p:cNvSpPr/>
              <p:nvPr/>
            </p:nvSpPr>
            <p:spPr>
              <a:xfrm rot="0">
                <a:off x="636" y="1477"/>
                <a:ext cx="33" cy="50"/>
              </a:xfrm>
              <a:custGeom>
                <a:avLst/>
                <a:ahLst/>
                <a:rect l="0" t="0" r="r" b="b"/>
                <a:pathLst>
                  <a:path w="134" h="200">
                    <a:moveTo>
                      <a:pt x="0" y="200"/>
                    </a:moveTo>
                    <a:lnTo>
                      <a:pt x="45" y="200"/>
                    </a:lnTo>
                    <a:lnTo>
                      <a:pt x="62" y="194"/>
                    </a:lnTo>
                    <a:lnTo>
                      <a:pt x="73" y="189"/>
                    </a:lnTo>
                    <a:lnTo>
                      <a:pt x="85" y="178"/>
                    </a:lnTo>
                    <a:lnTo>
                      <a:pt x="95" y="161"/>
                    </a:lnTo>
                    <a:lnTo>
                      <a:pt x="134" y="0"/>
                    </a:lnTo>
                    <a:lnTo>
                      <a:pt x="78" y="0"/>
                    </a:lnTo>
                    <a:lnTo>
                      <a:pt x="51" y="10"/>
                    </a:lnTo>
                    <a:lnTo>
                      <a:pt x="39" y="21"/>
                    </a:lnTo>
                    <a:lnTo>
                      <a:pt x="18" y="100"/>
                    </a:lnTo>
                    <a:lnTo>
                      <a:pt x="18" y="111"/>
                    </a:lnTo>
                    <a:lnTo>
                      <a:pt x="23" y="127"/>
                    </a:lnTo>
                    <a:lnTo>
                      <a:pt x="39" y="134"/>
                    </a:lnTo>
                    <a:lnTo>
                      <a:pt x="101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5" name=""/>
              <p:cNvSpPr/>
              <p:nvPr/>
            </p:nvSpPr>
            <p:spPr>
              <a:xfrm rot="0">
                <a:off x="799" y="1241"/>
                <a:ext cx="25" cy="50"/>
              </a:xfrm>
              <a:custGeom>
                <a:avLst/>
                <a:ahLst/>
                <a:rect l="0" t="0" r="r" b="b"/>
                <a:pathLst>
                  <a:path w="101" h="201">
                    <a:moveTo>
                      <a:pt x="0" y="201"/>
                    </a:moveTo>
                    <a:lnTo>
                      <a:pt x="46" y="46"/>
                    </a:lnTo>
                    <a:lnTo>
                      <a:pt x="56" y="23"/>
                    </a:lnTo>
                    <a:lnTo>
                      <a:pt x="67" y="12"/>
                    </a:lnTo>
                    <a:lnTo>
                      <a:pt x="79" y="6"/>
                    </a:lnTo>
                    <a:lnTo>
                      <a:pt x="10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6" name=""/>
              <p:cNvSpPr/>
              <p:nvPr/>
            </p:nvSpPr>
            <p:spPr>
              <a:xfrm rot="0" flipH="1">
                <a:off x="803" y="1258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7" name=""/>
              <p:cNvSpPr/>
              <p:nvPr/>
            </p:nvSpPr>
            <p:spPr>
              <a:xfrm rot="0" flipV="1">
                <a:off x="838" y="1241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8" name=""/>
              <p:cNvSpPr/>
              <p:nvPr/>
            </p:nvSpPr>
            <p:spPr>
              <a:xfrm rot="0">
                <a:off x="853" y="1238"/>
                <a:ext cx="16" cy="59"/>
              </a:xfrm>
              <a:custGeom>
                <a:avLst/>
                <a:ahLst/>
                <a:rect l="0" t="0" r="r" b="b"/>
                <a:pathLst>
                  <a:path w="62" h="235">
                    <a:moveTo>
                      <a:pt x="6" y="235"/>
                    </a:moveTo>
                    <a:lnTo>
                      <a:pt x="0" y="212"/>
                    </a:lnTo>
                    <a:lnTo>
                      <a:pt x="0" y="185"/>
                    </a:lnTo>
                    <a:lnTo>
                      <a:pt x="6" y="134"/>
                    </a:lnTo>
                    <a:lnTo>
                      <a:pt x="22" y="78"/>
                    </a:lnTo>
                    <a:lnTo>
                      <a:pt x="45" y="28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79" name=""/>
              <p:cNvSpPr/>
              <p:nvPr/>
            </p:nvSpPr>
            <p:spPr>
              <a:xfrm rot="0">
                <a:off x="880" y="1258"/>
                <a:ext cx="26" cy="33"/>
              </a:xfrm>
              <a:custGeom>
                <a:avLst/>
                <a:ahLst/>
                <a:rect l="0" t="0" r="r" b="b"/>
                <a:pathLst>
                  <a:path w="106" h="134">
                    <a:moveTo>
                      <a:pt x="83" y="134"/>
                    </a:moveTo>
                    <a:lnTo>
                      <a:pt x="23" y="134"/>
                    </a:lnTo>
                    <a:lnTo>
                      <a:pt x="6" y="129"/>
                    </a:lnTo>
                    <a:lnTo>
                      <a:pt x="0" y="118"/>
                    </a:lnTo>
                    <a:lnTo>
                      <a:pt x="0" y="101"/>
                    </a:lnTo>
                    <a:lnTo>
                      <a:pt x="16" y="40"/>
                    </a:lnTo>
                    <a:lnTo>
                      <a:pt x="28" y="23"/>
                    </a:lnTo>
                    <a:lnTo>
                      <a:pt x="44" y="7"/>
                    </a:lnTo>
                    <a:lnTo>
                      <a:pt x="62" y="0"/>
                    </a:lnTo>
                    <a:lnTo>
                      <a:pt x="78" y="0"/>
                    </a:lnTo>
                    <a:lnTo>
                      <a:pt x="95" y="7"/>
                    </a:lnTo>
                    <a:lnTo>
                      <a:pt x="106" y="17"/>
                    </a:lnTo>
                    <a:lnTo>
                      <a:pt x="106" y="34"/>
                    </a:lnTo>
                    <a:lnTo>
                      <a:pt x="101" y="67"/>
                    </a:lnTo>
                    <a:lnTo>
                      <a:pt x="11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0" name=""/>
              <p:cNvSpPr/>
              <p:nvPr/>
            </p:nvSpPr>
            <p:spPr>
              <a:xfrm rot="0" flipV="1">
                <a:off x="927" y="1241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1" name=""/>
              <p:cNvSpPr/>
              <p:nvPr/>
            </p:nvSpPr>
            <p:spPr>
              <a:xfrm rot="0">
                <a:off x="937" y="1238"/>
                <a:ext cx="18" cy="59"/>
              </a:xfrm>
              <a:custGeom>
                <a:avLst/>
                <a:ahLst/>
                <a:rect l="0" t="0" r="r" b="b"/>
                <a:pathLst>
                  <a:path w="72" h="235">
                    <a:moveTo>
                      <a:pt x="0" y="235"/>
                    </a:moveTo>
                    <a:lnTo>
                      <a:pt x="16" y="212"/>
                    </a:lnTo>
                    <a:lnTo>
                      <a:pt x="44" y="157"/>
                    </a:lnTo>
                    <a:lnTo>
                      <a:pt x="60" y="106"/>
                    </a:lnTo>
                    <a:lnTo>
                      <a:pt x="72" y="50"/>
                    </a:lnTo>
                    <a:lnTo>
                      <a:pt x="7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2" name=""/>
              <p:cNvSpPr/>
              <p:nvPr/>
            </p:nvSpPr>
            <p:spPr>
              <a:xfrm rot="0">
                <a:off x="1133" y="2051"/>
                <a:ext cx="34" cy="25"/>
              </a:xfrm>
              <a:custGeom>
                <a:avLst/>
                <a:ahLst/>
                <a:rect l="0" t="0" r="r" b="b"/>
                <a:pathLst>
                  <a:path w="134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3" name=""/>
              <p:cNvSpPr/>
              <p:nvPr/>
            </p:nvSpPr>
            <p:spPr>
              <a:xfrm rot="0" flipH="1">
                <a:off x="1136" y="2076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4" name=""/>
              <p:cNvSpPr/>
              <p:nvPr/>
            </p:nvSpPr>
            <p:spPr>
              <a:xfrm rot="0" flipV="1">
                <a:off x="1168" y="2076"/>
                <a:ext cx="10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5" name=""/>
              <p:cNvSpPr/>
              <p:nvPr/>
            </p:nvSpPr>
            <p:spPr>
              <a:xfrm rot="0">
                <a:off x="1174" y="2092"/>
                <a:ext cx="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6" name=""/>
              <p:cNvSpPr/>
              <p:nvPr/>
            </p:nvSpPr>
            <p:spPr>
              <a:xfrm rot="0" flipH="1">
                <a:off x="1187" y="2076"/>
                <a:ext cx="10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7" name=""/>
              <p:cNvSpPr/>
              <p:nvPr/>
            </p:nvSpPr>
            <p:spPr>
              <a:xfrm rot="0">
                <a:off x="1614" y="1504"/>
                <a:ext cx="34" cy="25"/>
              </a:xfrm>
              <a:custGeom>
                <a:avLst/>
                <a:ahLst/>
                <a:rect l="0" t="0" r="r" b="b"/>
                <a:pathLst>
                  <a:path w="134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8" name=""/>
              <p:cNvSpPr/>
              <p:nvPr/>
            </p:nvSpPr>
            <p:spPr>
              <a:xfrm rot="0" flipH="1">
                <a:off x="1617" y="1529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89" name=""/>
              <p:cNvSpPr/>
              <p:nvPr/>
            </p:nvSpPr>
            <p:spPr>
              <a:xfrm rot="0">
                <a:off x="1649" y="1530"/>
                <a:ext cx="33" cy="35"/>
              </a:xfrm>
              <a:custGeom>
                <a:avLst/>
                <a:ahLst/>
                <a:rect l="0" t="0" r="r" b="b"/>
                <a:pathLst>
                  <a:path w="132" h="141">
                    <a:moveTo>
                      <a:pt x="7" y="0"/>
                    </a:moveTo>
                    <a:lnTo>
                      <a:pt x="0" y="141"/>
                    </a:lnTo>
                    <a:lnTo>
                      <a:pt x="55" y="48"/>
                    </a:lnTo>
                    <a:lnTo>
                      <a:pt x="62" y="141"/>
                    </a:lnTo>
                    <a:lnTo>
                      <a:pt x="1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0" name=""/>
              <p:cNvSpPr/>
              <p:nvPr/>
            </p:nvSpPr>
            <p:spPr>
              <a:xfrm rot="0">
                <a:off x="1142" y="1458"/>
                <a:ext cx="35" cy="51"/>
              </a:xfrm>
              <a:custGeom>
                <a:avLst/>
                <a:ahLst/>
                <a:rect l="0" t="0" r="r" b="b"/>
                <a:pathLst>
                  <a:path w="140" h="201">
                    <a:moveTo>
                      <a:pt x="45" y="201"/>
                    </a:moveTo>
                    <a:lnTo>
                      <a:pt x="56" y="201"/>
                    </a:lnTo>
                    <a:lnTo>
                      <a:pt x="73" y="196"/>
                    </a:lnTo>
                    <a:lnTo>
                      <a:pt x="90" y="184"/>
                    </a:lnTo>
                    <a:lnTo>
                      <a:pt x="101" y="173"/>
                    </a:lnTo>
                    <a:lnTo>
                      <a:pt x="112" y="156"/>
                    </a:lnTo>
                    <a:lnTo>
                      <a:pt x="140" y="50"/>
                    </a:lnTo>
                    <a:lnTo>
                      <a:pt x="140" y="34"/>
                    </a:lnTo>
                    <a:lnTo>
                      <a:pt x="134" y="16"/>
                    </a:lnTo>
                    <a:lnTo>
                      <a:pt x="123" y="6"/>
                    </a:lnTo>
                    <a:lnTo>
                      <a:pt x="106" y="0"/>
                    </a:lnTo>
                    <a:lnTo>
                      <a:pt x="85" y="0"/>
                    </a:lnTo>
                    <a:lnTo>
                      <a:pt x="62" y="6"/>
                    </a:lnTo>
                    <a:lnTo>
                      <a:pt x="45" y="16"/>
                    </a:lnTo>
                    <a:lnTo>
                      <a:pt x="34" y="34"/>
                    </a:lnTo>
                    <a:lnTo>
                      <a:pt x="28" y="45"/>
                    </a:lnTo>
                    <a:lnTo>
                      <a:pt x="0" y="140"/>
                    </a:lnTo>
                    <a:lnTo>
                      <a:pt x="0" y="168"/>
                    </a:lnTo>
                    <a:lnTo>
                      <a:pt x="6" y="184"/>
                    </a:lnTo>
                    <a:lnTo>
                      <a:pt x="23" y="196"/>
                    </a:lnTo>
                    <a:lnTo>
                      <a:pt x="45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1" name=""/>
              <p:cNvSpPr/>
              <p:nvPr/>
            </p:nvSpPr>
            <p:spPr>
              <a:xfrm rot="0">
                <a:off x="569" y="1500"/>
                <a:ext cx="20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2" name=""/>
              <p:cNvSpPr/>
              <p:nvPr/>
            </p:nvSpPr>
            <p:spPr>
              <a:xfrm rot="0" flipH="1">
                <a:off x="555" y="1500"/>
                <a:ext cx="48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3" name=""/>
              <p:cNvSpPr/>
              <p:nvPr/>
            </p:nvSpPr>
            <p:spPr>
              <a:xfrm rot="0">
                <a:off x="1132" y="949"/>
                <a:ext cx="42" cy="50"/>
              </a:xfrm>
              <a:custGeom>
                <a:avLst/>
                <a:ahLst/>
                <a:rect l="0" t="0" r="r" b="b"/>
                <a:pathLst>
                  <a:path w="168" h="201">
                    <a:moveTo>
                      <a:pt x="55" y="0"/>
                    </a:moveTo>
                    <a:lnTo>
                      <a:pt x="168" y="0"/>
                    </a:lnTo>
                    <a:lnTo>
                      <a:pt x="0" y="201"/>
                    </a:lnTo>
                    <a:lnTo>
                      <a:pt x="112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4" name=""/>
              <p:cNvSpPr/>
              <p:nvPr/>
            </p:nvSpPr>
            <p:spPr>
              <a:xfrm rot="0">
                <a:off x="1109" y="992"/>
                <a:ext cx="1" cy="17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5" name=""/>
              <p:cNvSpPr/>
              <p:nvPr/>
            </p:nvSpPr>
            <p:spPr>
              <a:xfrm rot="0">
                <a:off x="603" y="1538"/>
                <a:ext cx="6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6" name=""/>
              <p:cNvSpPr/>
              <p:nvPr/>
            </p:nvSpPr>
            <p:spPr>
              <a:xfrm rot="0">
                <a:off x="3845" y="1719"/>
                <a:ext cx="316" cy="3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7" name=""/>
              <p:cNvSpPr/>
              <p:nvPr/>
            </p:nvSpPr>
            <p:spPr>
              <a:xfrm rot="0" flipH="1">
                <a:off x="4067" y="1284"/>
                <a:ext cx="1" cy="65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8" name=""/>
              <p:cNvSpPr/>
              <p:nvPr/>
            </p:nvSpPr>
            <p:spPr>
              <a:xfrm rot="0" flipV="1">
                <a:off x="3522" y="1942"/>
                <a:ext cx="54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299" name=""/>
              <p:cNvSpPr/>
              <p:nvPr/>
            </p:nvSpPr>
            <p:spPr>
              <a:xfrm rot="0">
                <a:off x="3288" y="1396"/>
                <a:ext cx="1" cy="3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0" name=""/>
              <p:cNvSpPr/>
              <p:nvPr/>
            </p:nvSpPr>
            <p:spPr>
              <a:xfrm rot="0">
                <a:off x="3299" y="1384"/>
                <a:ext cx="53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1" name=""/>
              <p:cNvSpPr/>
              <p:nvPr/>
            </p:nvSpPr>
            <p:spPr>
              <a:xfrm rot="0">
                <a:off x="3522" y="1273"/>
                <a:ext cx="53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2" name=""/>
              <p:cNvSpPr/>
              <p:nvPr/>
            </p:nvSpPr>
            <p:spPr>
              <a:xfrm rot="0">
                <a:off x="3511" y="1284"/>
                <a:ext cx="1" cy="6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3" name=""/>
              <p:cNvSpPr/>
              <p:nvPr/>
            </p:nvSpPr>
            <p:spPr>
              <a:xfrm rot="0">
                <a:off x="4113" y="1207"/>
                <a:ext cx="25" cy="33"/>
              </a:xfrm>
              <a:custGeom>
                <a:avLst/>
                <a:ahLst/>
                <a:rect l="0" t="0" r="r" b="b"/>
                <a:pathLst>
                  <a:path w="100" h="134">
                    <a:moveTo>
                      <a:pt x="89" y="134"/>
                    </a:moveTo>
                    <a:lnTo>
                      <a:pt x="72" y="106"/>
                    </a:lnTo>
                    <a:lnTo>
                      <a:pt x="100" y="0"/>
                    </a:lnTo>
                    <a:lnTo>
                      <a:pt x="56" y="0"/>
                    </a:lnTo>
                    <a:lnTo>
                      <a:pt x="33" y="5"/>
                    </a:lnTo>
                    <a:lnTo>
                      <a:pt x="22" y="16"/>
                    </a:lnTo>
                    <a:lnTo>
                      <a:pt x="17" y="28"/>
                    </a:lnTo>
                    <a:lnTo>
                      <a:pt x="0" y="100"/>
                    </a:lnTo>
                    <a:lnTo>
                      <a:pt x="0" y="111"/>
                    </a:lnTo>
                    <a:lnTo>
                      <a:pt x="5" y="129"/>
                    </a:lnTo>
                    <a:lnTo>
                      <a:pt x="17" y="134"/>
                    </a:lnTo>
                    <a:lnTo>
                      <a:pt x="33" y="134"/>
                    </a:lnTo>
                    <a:lnTo>
                      <a:pt x="51" y="129"/>
                    </a:lnTo>
                    <a:lnTo>
                      <a:pt x="61" y="123"/>
                    </a:lnTo>
                    <a:lnTo>
                      <a:pt x="72" y="10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4" name=""/>
              <p:cNvSpPr/>
              <p:nvPr/>
            </p:nvSpPr>
            <p:spPr>
              <a:xfrm rot="0" flipV="1">
                <a:off x="4160" y="1190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5" name=""/>
              <p:cNvSpPr/>
              <p:nvPr/>
            </p:nvSpPr>
            <p:spPr>
              <a:xfrm rot="0" flipH="1">
                <a:off x="4174" y="1190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6" name=""/>
              <p:cNvSpPr/>
              <p:nvPr/>
            </p:nvSpPr>
            <p:spPr>
              <a:xfrm rot="0">
                <a:off x="3245" y="1723"/>
                <a:ext cx="30" cy="50"/>
              </a:xfrm>
              <a:custGeom>
                <a:avLst/>
                <a:ahLst/>
                <a:rect l="0" t="0" r="r" b="b"/>
                <a:pathLst>
                  <a:path w="117" h="201">
                    <a:moveTo>
                      <a:pt x="57" y="0"/>
                    </a:moveTo>
                    <a:lnTo>
                      <a:pt x="0" y="201"/>
                    </a:lnTo>
                    <a:lnTo>
                      <a:pt x="50" y="201"/>
                    </a:lnTo>
                    <a:lnTo>
                      <a:pt x="73" y="195"/>
                    </a:lnTo>
                    <a:lnTo>
                      <a:pt x="90" y="184"/>
                    </a:lnTo>
                    <a:lnTo>
                      <a:pt x="101" y="168"/>
                    </a:lnTo>
                    <a:lnTo>
                      <a:pt x="117" y="106"/>
                    </a:lnTo>
                    <a:lnTo>
                      <a:pt x="117" y="89"/>
                    </a:lnTo>
                    <a:lnTo>
                      <a:pt x="112" y="73"/>
                    </a:lnTo>
                    <a:lnTo>
                      <a:pt x="95" y="67"/>
                    </a:lnTo>
                    <a:lnTo>
                      <a:pt x="39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7" name=""/>
              <p:cNvSpPr/>
              <p:nvPr/>
            </p:nvSpPr>
            <p:spPr>
              <a:xfrm rot="0" flipV="1">
                <a:off x="4464" y="2268"/>
                <a:ext cx="4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8" name=""/>
              <p:cNvSpPr/>
              <p:nvPr/>
            </p:nvSpPr>
            <p:spPr>
              <a:xfrm rot="0">
                <a:off x="4543" y="2263"/>
                <a:ext cx="19" cy="39"/>
              </a:xfrm>
              <a:custGeom>
                <a:avLst/>
                <a:ahLst/>
                <a:rect l="0" t="0" r="r" b="b"/>
                <a:pathLst>
                  <a:path w="75" h="159">
                    <a:moveTo>
                      <a:pt x="75" y="0"/>
                    </a:moveTo>
                    <a:lnTo>
                      <a:pt x="55" y="80"/>
                    </a:lnTo>
                    <a:lnTo>
                      <a:pt x="31" y="128"/>
                    </a:lnTo>
                    <a:lnTo>
                      <a:pt x="0" y="159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09" name=""/>
              <p:cNvSpPr/>
              <p:nvPr/>
            </p:nvSpPr>
            <p:spPr>
              <a:xfrm rot="0">
                <a:off x="4549" y="2272"/>
                <a:ext cx="20" cy="29"/>
              </a:xfrm>
              <a:custGeom>
                <a:avLst/>
                <a:ahLst/>
                <a:rect l="0" t="0" r="r" b="b"/>
                <a:pathLst>
                  <a:path w="83" h="114">
                    <a:moveTo>
                      <a:pt x="0" y="0"/>
                    </a:moveTo>
                    <a:lnTo>
                      <a:pt x="58" y="114"/>
                    </a:lnTo>
                    <a:lnTo>
                      <a:pt x="83" y="114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0" name=""/>
              <p:cNvSpPr/>
              <p:nvPr/>
            </p:nvSpPr>
            <p:spPr>
              <a:xfrm rot="0" flipV="1">
                <a:off x="4548" y="2266"/>
                <a:ext cx="1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1" name=""/>
              <p:cNvSpPr/>
              <p:nvPr/>
            </p:nvSpPr>
            <p:spPr>
              <a:xfrm rot="0">
                <a:off x="4558" y="2231"/>
                <a:ext cx="9" cy="27"/>
              </a:xfrm>
              <a:custGeom>
                <a:avLst/>
                <a:ahLst/>
                <a:rect l="0" t="0" r="r" b="b"/>
                <a:pathLst>
                  <a:path w="34" h="107">
                    <a:moveTo>
                      <a:pt x="0" y="0"/>
                    </a:moveTo>
                    <a:lnTo>
                      <a:pt x="0" y="100"/>
                    </a:lnTo>
                    <a:lnTo>
                      <a:pt x="7" y="107"/>
                    </a:lnTo>
                    <a:lnTo>
                      <a:pt x="34" y="10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2" name=""/>
              <p:cNvSpPr/>
              <p:nvPr/>
            </p:nvSpPr>
            <p:spPr>
              <a:xfrm rot="0" flipH="1" flipV="1">
                <a:off x="4534" y="2289"/>
                <a:ext cx="8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3" name=""/>
              <p:cNvSpPr/>
              <p:nvPr/>
            </p:nvSpPr>
            <p:spPr>
              <a:xfrm rot="0">
                <a:off x="4533" y="2252"/>
                <a:ext cx="3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4" name=""/>
              <p:cNvSpPr/>
              <p:nvPr/>
            </p:nvSpPr>
            <p:spPr>
              <a:xfrm rot="0">
                <a:off x="4533" y="2273"/>
                <a:ext cx="3" cy="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5" name=""/>
              <p:cNvSpPr/>
              <p:nvPr/>
            </p:nvSpPr>
            <p:spPr>
              <a:xfrm rot="0">
                <a:off x="4521" y="2275"/>
                <a:ext cx="7" cy="27"/>
              </a:xfrm>
              <a:custGeom>
                <a:avLst/>
                <a:ahLst/>
                <a:rect l="0" t="0" r="r" b="b"/>
                <a:pathLst>
                  <a:path w="28" h="107">
                    <a:moveTo>
                      <a:pt x="28" y="0"/>
                    </a:moveTo>
                    <a:lnTo>
                      <a:pt x="17" y="61"/>
                    </a:lnTo>
                    <a:lnTo>
                      <a:pt x="0" y="10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6" name=""/>
              <p:cNvSpPr/>
              <p:nvPr/>
            </p:nvSpPr>
            <p:spPr>
              <a:xfrm rot="0">
                <a:off x="4542" y="2240"/>
                <a:ext cx="1" cy="6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7" name=""/>
              <p:cNvSpPr/>
              <p:nvPr/>
            </p:nvSpPr>
            <p:spPr>
              <a:xfrm rot="0" flipV="1">
                <a:off x="4521" y="2266"/>
                <a:ext cx="2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8" name=""/>
              <p:cNvSpPr/>
              <p:nvPr/>
            </p:nvSpPr>
            <p:spPr>
              <a:xfrm rot="0" flipH="1">
                <a:off x="4535" y="2229"/>
                <a:ext cx="2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19" name=""/>
              <p:cNvSpPr/>
              <p:nvPr/>
            </p:nvSpPr>
            <p:spPr>
              <a:xfrm rot="0" flipH="1">
                <a:off x="4528" y="2238"/>
                <a:ext cx="1" cy="3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0" name=""/>
              <p:cNvSpPr/>
              <p:nvPr/>
            </p:nvSpPr>
            <p:spPr>
              <a:xfrm rot="0">
                <a:off x="4545" y="2231"/>
                <a:ext cx="4" cy="32"/>
              </a:xfrm>
              <a:custGeom>
                <a:avLst/>
                <a:ahLst/>
                <a:rect l="0" t="0" r="r" b="b"/>
                <a:pathLst>
                  <a:path w="17" h="127">
                    <a:moveTo>
                      <a:pt x="17" y="0"/>
                    </a:moveTo>
                    <a:lnTo>
                      <a:pt x="17" y="72"/>
                    </a:lnTo>
                    <a:lnTo>
                      <a:pt x="11" y="107"/>
                    </a:lnTo>
                    <a:lnTo>
                      <a:pt x="0" y="12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1" name=""/>
              <p:cNvSpPr/>
              <p:nvPr/>
            </p:nvSpPr>
            <p:spPr>
              <a:xfrm rot="0" flipV="1">
                <a:off x="4529" y="2241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2" name=""/>
              <p:cNvSpPr/>
              <p:nvPr/>
            </p:nvSpPr>
            <p:spPr>
              <a:xfrm rot="0" flipV="1">
                <a:off x="4549" y="2234"/>
                <a:ext cx="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3" name=""/>
              <p:cNvSpPr/>
              <p:nvPr/>
            </p:nvSpPr>
            <p:spPr>
              <a:xfrm rot="0" flipH="1">
                <a:off x="4576" y="2227"/>
                <a:ext cx="18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4" name=""/>
              <p:cNvSpPr/>
              <p:nvPr/>
            </p:nvSpPr>
            <p:spPr>
              <a:xfrm rot="0">
                <a:off x="4587" y="2244"/>
                <a:ext cx="1" cy="6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5" name=""/>
              <p:cNvSpPr/>
              <p:nvPr/>
            </p:nvSpPr>
            <p:spPr>
              <a:xfrm rot="0">
                <a:off x="4605" y="2230"/>
                <a:ext cx="6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6" name=""/>
              <p:cNvSpPr/>
              <p:nvPr/>
            </p:nvSpPr>
            <p:spPr>
              <a:xfrm rot="0" flipV="1">
                <a:off x="4593" y="2250"/>
                <a:ext cx="2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7" name=""/>
              <p:cNvSpPr/>
              <p:nvPr/>
            </p:nvSpPr>
            <p:spPr>
              <a:xfrm rot="0">
                <a:off x="4599" y="2261"/>
                <a:ext cx="5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8" name=""/>
              <p:cNvSpPr/>
              <p:nvPr/>
            </p:nvSpPr>
            <p:spPr>
              <a:xfrm rot="0" flipH="1">
                <a:off x="4610" y="2258"/>
                <a:ext cx="6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29" name=""/>
              <p:cNvSpPr/>
              <p:nvPr/>
            </p:nvSpPr>
            <p:spPr>
              <a:xfrm rot="0" flipV="1">
                <a:off x="4591" y="2292"/>
                <a:ext cx="3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0" name=""/>
              <p:cNvSpPr/>
              <p:nvPr/>
            </p:nvSpPr>
            <p:spPr>
              <a:xfrm rot="0" flipV="1">
                <a:off x="4635" y="2297"/>
                <a:ext cx="48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1" name=""/>
              <p:cNvSpPr/>
              <p:nvPr/>
            </p:nvSpPr>
            <p:spPr>
              <a:xfrm rot="0" flipV="1">
                <a:off x="4647" y="2290"/>
                <a:ext cx="1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2" name=""/>
              <p:cNvSpPr/>
              <p:nvPr/>
            </p:nvSpPr>
            <p:spPr>
              <a:xfrm rot="0" flipH="1">
                <a:off x="4647" y="2282"/>
                <a:ext cx="1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3" name=""/>
              <p:cNvSpPr/>
              <p:nvPr/>
            </p:nvSpPr>
            <p:spPr>
              <a:xfrm rot="0" flipV="1">
                <a:off x="4647" y="2274"/>
                <a:ext cx="1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4" name=""/>
              <p:cNvSpPr/>
              <p:nvPr/>
            </p:nvSpPr>
            <p:spPr>
              <a:xfrm rot="0" flipH="1">
                <a:off x="4647" y="2266"/>
                <a:ext cx="2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5" name=""/>
              <p:cNvSpPr/>
              <p:nvPr/>
            </p:nvSpPr>
            <p:spPr>
              <a:xfrm rot="0" flipV="1">
                <a:off x="4669" y="2263"/>
                <a:ext cx="2" cy="3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6" name=""/>
              <p:cNvSpPr/>
              <p:nvPr/>
            </p:nvSpPr>
            <p:spPr>
              <a:xfrm rot="0">
                <a:off x="4647" y="2265"/>
                <a:ext cx="1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7" name=""/>
              <p:cNvSpPr/>
              <p:nvPr/>
            </p:nvSpPr>
            <p:spPr>
              <a:xfrm rot="0" flipH="1">
                <a:off x="4657" y="2251"/>
                <a:ext cx="2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8" name=""/>
              <p:cNvSpPr/>
              <p:nvPr/>
            </p:nvSpPr>
            <p:spPr>
              <a:xfrm rot="0" flipV="1">
                <a:off x="4639" y="2256"/>
                <a:ext cx="4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39" name=""/>
              <p:cNvSpPr/>
              <p:nvPr/>
            </p:nvSpPr>
            <p:spPr>
              <a:xfrm rot="0" flipH="1">
                <a:off x="4663" y="2236"/>
                <a:ext cx="1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0" name=""/>
              <p:cNvSpPr/>
              <p:nvPr/>
            </p:nvSpPr>
            <p:spPr>
              <a:xfrm rot="0">
                <a:off x="4653" y="2237"/>
                <a:ext cx="1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1" name=""/>
              <p:cNvSpPr/>
              <p:nvPr/>
            </p:nvSpPr>
            <p:spPr>
              <a:xfrm rot="0" flipH="1">
                <a:off x="4641" y="2234"/>
                <a:ext cx="3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2" name=""/>
              <p:cNvSpPr/>
              <p:nvPr/>
            </p:nvSpPr>
            <p:spPr>
              <a:xfrm rot="0" flipV="1">
                <a:off x="4674" y="2231"/>
                <a:ext cx="2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3" name=""/>
              <p:cNvSpPr/>
              <p:nvPr/>
            </p:nvSpPr>
            <p:spPr>
              <a:xfrm rot="0" flipV="1">
                <a:off x="4641" y="2246"/>
                <a:ext cx="3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4" name=""/>
              <p:cNvSpPr/>
              <p:nvPr/>
            </p:nvSpPr>
            <p:spPr>
              <a:xfrm rot="0">
                <a:off x="4641" y="2231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5" name=""/>
              <p:cNvSpPr/>
              <p:nvPr/>
            </p:nvSpPr>
            <p:spPr>
              <a:xfrm rot="0" flipV="1">
                <a:off x="4695" y="2240"/>
                <a:ext cx="41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6" name=""/>
              <p:cNvSpPr/>
              <p:nvPr/>
            </p:nvSpPr>
            <p:spPr>
              <a:xfrm rot="0" flipH="1">
                <a:off x="4725" y="2253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7" name=""/>
              <p:cNvSpPr/>
              <p:nvPr/>
            </p:nvSpPr>
            <p:spPr>
              <a:xfrm rot="0" flipV="1">
                <a:off x="4705" y="2255"/>
                <a:ext cx="2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8" name=""/>
              <p:cNvSpPr/>
              <p:nvPr/>
            </p:nvSpPr>
            <p:spPr>
              <a:xfrm rot="0" flipV="1">
                <a:off x="4691" y="2297"/>
                <a:ext cx="49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49" name=""/>
              <p:cNvSpPr/>
              <p:nvPr/>
            </p:nvSpPr>
            <p:spPr>
              <a:xfrm rot="0" flipV="1">
                <a:off x="4705" y="2286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0" name=""/>
              <p:cNvSpPr/>
              <p:nvPr/>
            </p:nvSpPr>
            <p:spPr>
              <a:xfrm rot="0" flipV="1">
                <a:off x="4705" y="2277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1" name=""/>
              <p:cNvSpPr/>
              <p:nvPr/>
            </p:nvSpPr>
            <p:spPr>
              <a:xfrm rot="0" flipV="1">
                <a:off x="4705" y="2266"/>
                <a:ext cx="17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2" name=""/>
              <p:cNvSpPr/>
              <p:nvPr/>
            </p:nvSpPr>
            <p:spPr>
              <a:xfrm rot="0">
                <a:off x="4705" y="2254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3" name=""/>
              <p:cNvSpPr/>
              <p:nvPr/>
            </p:nvSpPr>
            <p:spPr>
              <a:xfrm rot="0" flipH="1">
                <a:off x="4714" y="2229"/>
                <a:ext cx="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4" name=""/>
              <p:cNvSpPr/>
              <p:nvPr/>
            </p:nvSpPr>
            <p:spPr>
              <a:xfrm rot="0">
                <a:off x="3849" y="1373"/>
                <a:ext cx="9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27" y="25"/>
                    </a:moveTo>
                    <a:lnTo>
                      <a:pt x="39" y="50"/>
                    </a:lnTo>
                    <a:lnTo>
                      <a:pt x="31" y="52"/>
                    </a:lnTo>
                    <a:lnTo>
                      <a:pt x="23" y="52"/>
                    </a:lnTo>
                    <a:lnTo>
                      <a:pt x="14" y="50"/>
                    </a:lnTo>
                    <a:lnTo>
                      <a:pt x="8" y="44"/>
                    </a:lnTo>
                    <a:lnTo>
                      <a:pt x="2" y="37"/>
                    </a:lnTo>
                    <a:lnTo>
                      <a:pt x="0" y="29"/>
                    </a:lnTo>
                    <a:lnTo>
                      <a:pt x="0" y="21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5" y="0"/>
                    </a:lnTo>
                    <a:lnTo>
                      <a:pt x="27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55" name=""/>
              <p:cNvSpPr/>
              <p:nvPr/>
            </p:nvSpPr>
            <p:spPr>
              <a:xfrm rot="0">
                <a:off x="3849" y="1373"/>
                <a:ext cx="9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39" y="50"/>
                    </a:moveTo>
                    <a:lnTo>
                      <a:pt x="31" y="52"/>
                    </a:lnTo>
                    <a:lnTo>
                      <a:pt x="23" y="52"/>
                    </a:lnTo>
                    <a:lnTo>
                      <a:pt x="14" y="50"/>
                    </a:lnTo>
                    <a:lnTo>
                      <a:pt x="8" y="44"/>
                    </a:lnTo>
                    <a:lnTo>
                      <a:pt x="2" y="37"/>
                    </a:lnTo>
                    <a:lnTo>
                      <a:pt x="0" y="29"/>
                    </a:lnTo>
                    <a:lnTo>
                      <a:pt x="0" y="21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6" name=""/>
              <p:cNvSpPr/>
              <p:nvPr/>
            </p:nvSpPr>
            <p:spPr>
              <a:xfrm rot="0">
                <a:off x="3852" y="1272"/>
                <a:ext cx="209" cy="114"/>
              </a:xfrm>
              <a:custGeom>
                <a:avLst/>
                <a:ahLst/>
                <a:rect l="0" t="0" r="r" b="b"/>
                <a:pathLst>
                  <a:path w="836" h="457">
                    <a:moveTo>
                      <a:pt x="0" y="407"/>
                    </a:moveTo>
                    <a:lnTo>
                      <a:pt x="12" y="432"/>
                    </a:lnTo>
                    <a:lnTo>
                      <a:pt x="24" y="457"/>
                    </a:lnTo>
                    <a:lnTo>
                      <a:pt x="836" y="50"/>
                    </a:lnTo>
                    <a:lnTo>
                      <a:pt x="824" y="25"/>
                    </a:lnTo>
                    <a:lnTo>
                      <a:pt x="812" y="0"/>
                    </a:lnTo>
                    <a:lnTo>
                      <a:pt x="0" y="40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57" name=""/>
              <p:cNvSpPr/>
              <p:nvPr/>
            </p:nvSpPr>
            <p:spPr>
              <a:xfrm rot="0">
                <a:off x="3852" y="1272"/>
                <a:ext cx="209" cy="114"/>
              </a:xfrm>
              <a:custGeom>
                <a:avLst/>
                <a:ahLst/>
                <a:rect l="0" t="0" r="r" b="b"/>
                <a:pathLst>
                  <a:path w="836" h="457">
                    <a:moveTo>
                      <a:pt x="0" y="407"/>
                    </a:moveTo>
                    <a:lnTo>
                      <a:pt x="12" y="432"/>
                    </a:lnTo>
                    <a:lnTo>
                      <a:pt x="24" y="457"/>
                    </a:lnTo>
                    <a:lnTo>
                      <a:pt x="836" y="50"/>
                    </a:lnTo>
                    <a:lnTo>
                      <a:pt x="824" y="25"/>
                    </a:lnTo>
                    <a:lnTo>
                      <a:pt x="812" y="0"/>
                    </a:lnTo>
                    <a:lnTo>
                      <a:pt x="0" y="4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58" name=""/>
              <p:cNvSpPr/>
              <p:nvPr/>
            </p:nvSpPr>
            <p:spPr>
              <a:xfrm rot="0">
                <a:off x="4055" y="1271"/>
                <a:ext cx="10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12" y="27"/>
                    </a:moveTo>
                    <a:lnTo>
                      <a:pt x="0" y="2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1" y="8"/>
                    </a:lnTo>
                    <a:lnTo>
                      <a:pt x="37" y="15"/>
                    </a:lnTo>
                    <a:lnTo>
                      <a:pt x="39" y="23"/>
                    </a:lnTo>
                    <a:lnTo>
                      <a:pt x="39" y="31"/>
                    </a:lnTo>
                    <a:lnTo>
                      <a:pt x="37" y="40"/>
                    </a:lnTo>
                    <a:lnTo>
                      <a:pt x="31" y="47"/>
                    </a:lnTo>
                    <a:lnTo>
                      <a:pt x="24" y="52"/>
                    </a:lnTo>
                    <a:lnTo>
                      <a:pt x="12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59" name=""/>
              <p:cNvSpPr/>
              <p:nvPr/>
            </p:nvSpPr>
            <p:spPr>
              <a:xfrm rot="0">
                <a:off x="4055" y="1271"/>
                <a:ext cx="10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0" y="2"/>
                    </a:moveTo>
                    <a:lnTo>
                      <a:pt x="7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1" y="8"/>
                    </a:lnTo>
                    <a:lnTo>
                      <a:pt x="37" y="15"/>
                    </a:lnTo>
                    <a:lnTo>
                      <a:pt x="39" y="23"/>
                    </a:lnTo>
                    <a:lnTo>
                      <a:pt x="39" y="31"/>
                    </a:lnTo>
                    <a:lnTo>
                      <a:pt x="37" y="40"/>
                    </a:lnTo>
                    <a:lnTo>
                      <a:pt x="31" y="47"/>
                    </a:lnTo>
                    <a:lnTo>
                      <a:pt x="24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0" name=""/>
              <p:cNvSpPr/>
              <p:nvPr/>
            </p:nvSpPr>
            <p:spPr>
              <a:xfrm rot="0">
                <a:off x="3291" y="1373"/>
                <a:ext cx="10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27" y="25"/>
                    </a:moveTo>
                    <a:lnTo>
                      <a:pt x="39" y="50"/>
                    </a:lnTo>
                    <a:lnTo>
                      <a:pt x="31" y="52"/>
                    </a:lnTo>
                    <a:lnTo>
                      <a:pt x="23" y="52"/>
                    </a:lnTo>
                    <a:lnTo>
                      <a:pt x="14" y="50"/>
                    </a:lnTo>
                    <a:lnTo>
                      <a:pt x="8" y="44"/>
                    </a:lnTo>
                    <a:lnTo>
                      <a:pt x="2" y="37"/>
                    </a:lnTo>
                    <a:lnTo>
                      <a:pt x="0" y="29"/>
                    </a:lnTo>
                    <a:lnTo>
                      <a:pt x="0" y="21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5" y="0"/>
                    </a:lnTo>
                    <a:lnTo>
                      <a:pt x="27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61" name=""/>
              <p:cNvSpPr/>
              <p:nvPr/>
            </p:nvSpPr>
            <p:spPr>
              <a:xfrm rot="0">
                <a:off x="3291" y="1373"/>
                <a:ext cx="10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39" y="50"/>
                    </a:moveTo>
                    <a:lnTo>
                      <a:pt x="31" y="52"/>
                    </a:lnTo>
                    <a:lnTo>
                      <a:pt x="23" y="52"/>
                    </a:lnTo>
                    <a:lnTo>
                      <a:pt x="14" y="50"/>
                    </a:lnTo>
                    <a:lnTo>
                      <a:pt x="8" y="44"/>
                    </a:lnTo>
                    <a:lnTo>
                      <a:pt x="2" y="37"/>
                    </a:lnTo>
                    <a:lnTo>
                      <a:pt x="0" y="29"/>
                    </a:lnTo>
                    <a:lnTo>
                      <a:pt x="0" y="21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2" name=""/>
              <p:cNvSpPr/>
              <p:nvPr/>
            </p:nvSpPr>
            <p:spPr>
              <a:xfrm rot="0">
                <a:off x="3295" y="1272"/>
                <a:ext cx="209" cy="114"/>
              </a:xfrm>
              <a:custGeom>
                <a:avLst/>
                <a:ahLst/>
                <a:rect l="0" t="0" r="r" b="b"/>
                <a:pathLst>
                  <a:path w="836" h="457">
                    <a:moveTo>
                      <a:pt x="0" y="407"/>
                    </a:moveTo>
                    <a:lnTo>
                      <a:pt x="12" y="432"/>
                    </a:lnTo>
                    <a:lnTo>
                      <a:pt x="24" y="457"/>
                    </a:lnTo>
                    <a:lnTo>
                      <a:pt x="836" y="50"/>
                    </a:lnTo>
                    <a:lnTo>
                      <a:pt x="824" y="25"/>
                    </a:lnTo>
                    <a:lnTo>
                      <a:pt x="812" y="0"/>
                    </a:lnTo>
                    <a:lnTo>
                      <a:pt x="0" y="40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63" name=""/>
              <p:cNvSpPr/>
              <p:nvPr/>
            </p:nvSpPr>
            <p:spPr>
              <a:xfrm rot="0">
                <a:off x="3295" y="1272"/>
                <a:ext cx="209" cy="114"/>
              </a:xfrm>
              <a:custGeom>
                <a:avLst/>
                <a:ahLst/>
                <a:rect l="0" t="0" r="r" b="b"/>
                <a:pathLst>
                  <a:path w="836" h="457">
                    <a:moveTo>
                      <a:pt x="0" y="407"/>
                    </a:moveTo>
                    <a:lnTo>
                      <a:pt x="12" y="432"/>
                    </a:lnTo>
                    <a:lnTo>
                      <a:pt x="24" y="457"/>
                    </a:lnTo>
                    <a:lnTo>
                      <a:pt x="836" y="50"/>
                    </a:lnTo>
                    <a:lnTo>
                      <a:pt x="824" y="25"/>
                    </a:lnTo>
                    <a:lnTo>
                      <a:pt x="812" y="0"/>
                    </a:lnTo>
                    <a:lnTo>
                      <a:pt x="0" y="4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4" name=""/>
              <p:cNvSpPr/>
              <p:nvPr/>
            </p:nvSpPr>
            <p:spPr>
              <a:xfrm rot="0">
                <a:off x="3498" y="1271"/>
                <a:ext cx="10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12" y="27"/>
                    </a:moveTo>
                    <a:lnTo>
                      <a:pt x="0" y="2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1" y="8"/>
                    </a:lnTo>
                    <a:lnTo>
                      <a:pt x="37" y="15"/>
                    </a:lnTo>
                    <a:lnTo>
                      <a:pt x="39" y="23"/>
                    </a:lnTo>
                    <a:lnTo>
                      <a:pt x="39" y="31"/>
                    </a:lnTo>
                    <a:lnTo>
                      <a:pt x="37" y="40"/>
                    </a:lnTo>
                    <a:lnTo>
                      <a:pt x="31" y="47"/>
                    </a:lnTo>
                    <a:lnTo>
                      <a:pt x="24" y="52"/>
                    </a:lnTo>
                    <a:lnTo>
                      <a:pt x="12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65" name=""/>
              <p:cNvSpPr/>
              <p:nvPr/>
            </p:nvSpPr>
            <p:spPr>
              <a:xfrm rot="0">
                <a:off x="3498" y="1271"/>
                <a:ext cx="10" cy="13"/>
              </a:xfrm>
              <a:custGeom>
                <a:avLst/>
                <a:ahLst/>
                <a:rect l="0" t="0" r="r" b="b"/>
                <a:pathLst>
                  <a:path w="39" h="52">
                    <a:moveTo>
                      <a:pt x="0" y="2"/>
                    </a:moveTo>
                    <a:lnTo>
                      <a:pt x="7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1" y="8"/>
                    </a:lnTo>
                    <a:lnTo>
                      <a:pt x="37" y="15"/>
                    </a:lnTo>
                    <a:lnTo>
                      <a:pt x="39" y="23"/>
                    </a:lnTo>
                    <a:lnTo>
                      <a:pt x="39" y="31"/>
                    </a:lnTo>
                    <a:lnTo>
                      <a:pt x="37" y="40"/>
                    </a:lnTo>
                    <a:lnTo>
                      <a:pt x="31" y="47"/>
                    </a:lnTo>
                    <a:lnTo>
                      <a:pt x="24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6" name=""/>
              <p:cNvSpPr/>
              <p:nvPr/>
            </p:nvSpPr>
            <p:spPr>
              <a:xfrm rot="0">
                <a:off x="3871" y="1382"/>
                <a:ext cx="30" cy="51"/>
              </a:xfrm>
              <a:custGeom>
                <a:avLst/>
                <a:ahLst/>
                <a:rect l="0" t="0" r="r" b="b"/>
                <a:pathLst>
                  <a:path w="117" h="201">
                    <a:moveTo>
                      <a:pt x="56" y="0"/>
                    </a:moveTo>
                    <a:lnTo>
                      <a:pt x="0" y="201"/>
                    </a:lnTo>
                    <a:lnTo>
                      <a:pt x="51" y="201"/>
                    </a:lnTo>
                    <a:lnTo>
                      <a:pt x="72" y="195"/>
                    </a:lnTo>
                    <a:lnTo>
                      <a:pt x="89" y="185"/>
                    </a:lnTo>
                    <a:lnTo>
                      <a:pt x="100" y="167"/>
                    </a:lnTo>
                    <a:lnTo>
                      <a:pt x="117" y="106"/>
                    </a:lnTo>
                    <a:lnTo>
                      <a:pt x="117" y="90"/>
                    </a:lnTo>
                    <a:lnTo>
                      <a:pt x="112" y="72"/>
                    </a:lnTo>
                    <a:lnTo>
                      <a:pt x="95" y="67"/>
                    </a:lnTo>
                    <a:lnTo>
                      <a:pt x="39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7" name=""/>
              <p:cNvSpPr/>
              <p:nvPr/>
            </p:nvSpPr>
            <p:spPr>
              <a:xfrm rot="0" flipV="1">
                <a:off x="3922" y="1382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8" name=""/>
              <p:cNvSpPr/>
              <p:nvPr/>
            </p:nvSpPr>
            <p:spPr>
              <a:xfrm rot="0" flipH="1">
                <a:off x="3936" y="1382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69" name=""/>
              <p:cNvSpPr/>
              <p:nvPr/>
            </p:nvSpPr>
            <p:spPr>
              <a:xfrm rot="0">
                <a:off x="3498" y="1930"/>
                <a:ext cx="12" cy="11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19" y="20"/>
                    </a:moveTo>
                    <a:lnTo>
                      <a:pt x="39" y="0"/>
                    </a:lnTo>
                    <a:lnTo>
                      <a:pt x="44" y="7"/>
                    </a:lnTo>
                    <a:lnTo>
                      <a:pt x="46" y="15"/>
                    </a:lnTo>
                    <a:lnTo>
                      <a:pt x="46" y="24"/>
                    </a:lnTo>
                    <a:lnTo>
                      <a:pt x="44" y="32"/>
                    </a:lnTo>
                    <a:lnTo>
                      <a:pt x="39" y="39"/>
                    </a:lnTo>
                    <a:lnTo>
                      <a:pt x="32" y="44"/>
                    </a:lnTo>
                    <a:lnTo>
                      <a:pt x="24" y="46"/>
                    </a:lnTo>
                    <a:lnTo>
                      <a:pt x="15" y="46"/>
                    </a:lnTo>
                    <a:lnTo>
                      <a:pt x="6" y="44"/>
                    </a:lnTo>
                    <a:lnTo>
                      <a:pt x="0" y="39"/>
                    </a:lnTo>
                    <a:lnTo>
                      <a:pt x="19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70" name=""/>
              <p:cNvSpPr/>
              <p:nvPr/>
            </p:nvSpPr>
            <p:spPr>
              <a:xfrm rot="0">
                <a:off x="3498" y="1930"/>
                <a:ext cx="12" cy="11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39" y="0"/>
                    </a:moveTo>
                    <a:lnTo>
                      <a:pt x="44" y="7"/>
                    </a:lnTo>
                    <a:lnTo>
                      <a:pt x="46" y="15"/>
                    </a:lnTo>
                    <a:lnTo>
                      <a:pt x="46" y="24"/>
                    </a:lnTo>
                    <a:lnTo>
                      <a:pt x="44" y="32"/>
                    </a:lnTo>
                    <a:lnTo>
                      <a:pt x="39" y="39"/>
                    </a:lnTo>
                    <a:lnTo>
                      <a:pt x="32" y="44"/>
                    </a:lnTo>
                    <a:lnTo>
                      <a:pt x="24" y="46"/>
                    </a:lnTo>
                    <a:lnTo>
                      <a:pt x="15" y="46"/>
                    </a:lnTo>
                    <a:lnTo>
                      <a:pt x="6" y="44"/>
                    </a:lnTo>
                    <a:lnTo>
                      <a:pt x="0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1" name=""/>
              <p:cNvSpPr/>
              <p:nvPr/>
            </p:nvSpPr>
            <p:spPr>
              <a:xfrm rot="0">
                <a:off x="3291" y="1722"/>
                <a:ext cx="217" cy="217"/>
              </a:xfrm>
              <a:custGeom>
                <a:avLst/>
                <a:ahLst/>
                <a:rect l="0" t="0" r="r" b="b"/>
                <a:pathLst>
                  <a:path w="867" h="868">
                    <a:moveTo>
                      <a:pt x="828" y="868"/>
                    </a:moveTo>
                    <a:lnTo>
                      <a:pt x="847" y="849"/>
                    </a:lnTo>
                    <a:lnTo>
                      <a:pt x="867" y="829"/>
                    </a:lnTo>
                    <a:lnTo>
                      <a:pt x="39" y="0"/>
                    </a:lnTo>
                    <a:lnTo>
                      <a:pt x="19" y="19"/>
                    </a:lnTo>
                    <a:lnTo>
                      <a:pt x="0" y="39"/>
                    </a:lnTo>
                    <a:lnTo>
                      <a:pt x="828" y="8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72" name=""/>
              <p:cNvSpPr/>
              <p:nvPr/>
            </p:nvSpPr>
            <p:spPr>
              <a:xfrm rot="0">
                <a:off x="3291" y="1722"/>
                <a:ext cx="217" cy="217"/>
              </a:xfrm>
              <a:custGeom>
                <a:avLst/>
                <a:ahLst/>
                <a:rect l="0" t="0" r="r" b="b"/>
                <a:pathLst>
                  <a:path w="867" h="868">
                    <a:moveTo>
                      <a:pt x="828" y="868"/>
                    </a:moveTo>
                    <a:lnTo>
                      <a:pt x="847" y="849"/>
                    </a:lnTo>
                    <a:lnTo>
                      <a:pt x="867" y="829"/>
                    </a:lnTo>
                    <a:lnTo>
                      <a:pt x="39" y="0"/>
                    </a:lnTo>
                    <a:lnTo>
                      <a:pt x="19" y="19"/>
                    </a:lnTo>
                    <a:lnTo>
                      <a:pt x="0" y="39"/>
                    </a:lnTo>
                    <a:lnTo>
                      <a:pt x="828" y="86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3" name=""/>
              <p:cNvSpPr/>
              <p:nvPr/>
            </p:nvSpPr>
            <p:spPr>
              <a:xfrm rot="0">
                <a:off x="3289" y="1720"/>
                <a:ext cx="12" cy="12"/>
              </a:xfrm>
              <a:custGeom>
                <a:avLst/>
                <a:ahLst/>
                <a:rect l="0" t="0" r="r" b="b"/>
                <a:pathLst>
                  <a:path w="47" h="47">
                    <a:moveTo>
                      <a:pt x="27" y="27"/>
                    </a:moveTo>
                    <a:lnTo>
                      <a:pt x="8" y="47"/>
                    </a:lnTo>
                    <a:lnTo>
                      <a:pt x="3" y="40"/>
                    </a:lnTo>
                    <a:lnTo>
                      <a:pt x="0" y="32"/>
                    </a:lnTo>
                    <a:lnTo>
                      <a:pt x="0" y="23"/>
                    </a:lnTo>
                    <a:lnTo>
                      <a:pt x="3" y="14"/>
                    </a:lnTo>
                    <a:lnTo>
                      <a:pt x="8" y="8"/>
                    </a:lnTo>
                    <a:lnTo>
                      <a:pt x="14" y="3"/>
                    </a:lnTo>
                    <a:lnTo>
                      <a:pt x="23" y="0"/>
                    </a:lnTo>
                    <a:lnTo>
                      <a:pt x="32" y="0"/>
                    </a:lnTo>
                    <a:lnTo>
                      <a:pt x="40" y="3"/>
                    </a:lnTo>
                    <a:lnTo>
                      <a:pt x="47" y="8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374" name=""/>
              <p:cNvSpPr/>
              <p:nvPr/>
            </p:nvSpPr>
            <p:spPr>
              <a:xfrm rot="0">
                <a:off x="3289" y="1720"/>
                <a:ext cx="12" cy="12"/>
              </a:xfrm>
              <a:custGeom>
                <a:avLst/>
                <a:ahLst/>
                <a:rect l="0" t="0" r="r" b="b"/>
                <a:pathLst>
                  <a:path w="47" h="47">
                    <a:moveTo>
                      <a:pt x="8" y="47"/>
                    </a:moveTo>
                    <a:lnTo>
                      <a:pt x="3" y="40"/>
                    </a:lnTo>
                    <a:lnTo>
                      <a:pt x="0" y="32"/>
                    </a:lnTo>
                    <a:lnTo>
                      <a:pt x="0" y="23"/>
                    </a:lnTo>
                    <a:lnTo>
                      <a:pt x="3" y="14"/>
                    </a:lnTo>
                    <a:lnTo>
                      <a:pt x="8" y="8"/>
                    </a:lnTo>
                    <a:lnTo>
                      <a:pt x="14" y="3"/>
                    </a:lnTo>
                    <a:lnTo>
                      <a:pt x="23" y="0"/>
                    </a:lnTo>
                    <a:lnTo>
                      <a:pt x="32" y="0"/>
                    </a:lnTo>
                    <a:lnTo>
                      <a:pt x="40" y="3"/>
                    </a:lnTo>
                    <a:lnTo>
                      <a:pt x="47" y="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5" name=""/>
              <p:cNvSpPr/>
              <p:nvPr/>
            </p:nvSpPr>
            <p:spPr>
              <a:xfrm rot="0">
                <a:off x="3229" y="1318"/>
                <a:ext cx="30" cy="50"/>
              </a:xfrm>
              <a:custGeom>
                <a:avLst/>
                <a:ahLst/>
                <a:rect l="0" t="0" r="r" b="b"/>
                <a:pathLst>
                  <a:path w="117" h="201">
                    <a:moveTo>
                      <a:pt x="56" y="0"/>
                    </a:moveTo>
                    <a:lnTo>
                      <a:pt x="0" y="201"/>
                    </a:lnTo>
                    <a:lnTo>
                      <a:pt x="51" y="201"/>
                    </a:lnTo>
                    <a:lnTo>
                      <a:pt x="72" y="195"/>
                    </a:lnTo>
                    <a:lnTo>
                      <a:pt x="89" y="185"/>
                    </a:lnTo>
                    <a:lnTo>
                      <a:pt x="100" y="167"/>
                    </a:lnTo>
                    <a:lnTo>
                      <a:pt x="117" y="106"/>
                    </a:lnTo>
                    <a:lnTo>
                      <a:pt x="117" y="90"/>
                    </a:lnTo>
                    <a:lnTo>
                      <a:pt x="111" y="72"/>
                    </a:lnTo>
                    <a:lnTo>
                      <a:pt x="95" y="67"/>
                    </a:lnTo>
                    <a:lnTo>
                      <a:pt x="39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6" name=""/>
              <p:cNvSpPr/>
              <p:nvPr/>
            </p:nvSpPr>
            <p:spPr>
              <a:xfrm rot="0" flipV="1">
                <a:off x="3280" y="1318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7" name=""/>
              <p:cNvSpPr/>
              <p:nvPr/>
            </p:nvSpPr>
            <p:spPr>
              <a:xfrm rot="0">
                <a:off x="3834" y="1373"/>
                <a:ext cx="22" cy="23"/>
              </a:xfrm>
              <a:custGeom>
                <a:avLst/>
                <a:ahLst/>
                <a:rect l="0" t="0" r="r" b="b"/>
                <a:pathLst>
                  <a:path w="89" h="90">
                    <a:moveTo>
                      <a:pt x="89" y="44"/>
                    </a:moveTo>
                    <a:lnTo>
                      <a:pt x="88" y="35"/>
                    </a:lnTo>
                    <a:lnTo>
                      <a:pt x="85" y="25"/>
                    </a:lnTo>
                    <a:lnTo>
                      <a:pt x="80" y="17"/>
                    </a:lnTo>
                    <a:lnTo>
                      <a:pt x="73" y="10"/>
                    </a:lnTo>
                    <a:lnTo>
                      <a:pt x="64" y="5"/>
                    </a:lnTo>
                    <a:lnTo>
                      <a:pt x="55" y="1"/>
                    </a:lnTo>
                    <a:lnTo>
                      <a:pt x="45" y="0"/>
                    </a:lnTo>
                    <a:lnTo>
                      <a:pt x="35" y="1"/>
                    </a:lnTo>
                    <a:lnTo>
                      <a:pt x="26" y="5"/>
                    </a:lnTo>
                    <a:lnTo>
                      <a:pt x="17" y="10"/>
                    </a:lnTo>
                    <a:lnTo>
                      <a:pt x="9" y="17"/>
                    </a:lnTo>
                    <a:lnTo>
                      <a:pt x="5" y="25"/>
                    </a:lnTo>
                    <a:lnTo>
                      <a:pt x="1" y="35"/>
                    </a:lnTo>
                    <a:lnTo>
                      <a:pt x="0" y="44"/>
                    </a:lnTo>
                    <a:lnTo>
                      <a:pt x="1" y="55"/>
                    </a:lnTo>
                    <a:lnTo>
                      <a:pt x="5" y="64"/>
                    </a:lnTo>
                    <a:lnTo>
                      <a:pt x="9" y="73"/>
                    </a:lnTo>
                    <a:lnTo>
                      <a:pt x="17" y="80"/>
                    </a:lnTo>
                    <a:lnTo>
                      <a:pt x="26" y="86"/>
                    </a:lnTo>
                    <a:lnTo>
                      <a:pt x="35" y="89"/>
                    </a:lnTo>
                    <a:lnTo>
                      <a:pt x="45" y="90"/>
                    </a:lnTo>
                    <a:lnTo>
                      <a:pt x="55" y="89"/>
                    </a:lnTo>
                    <a:lnTo>
                      <a:pt x="64" y="86"/>
                    </a:lnTo>
                    <a:lnTo>
                      <a:pt x="73" y="80"/>
                    </a:lnTo>
                    <a:lnTo>
                      <a:pt x="80" y="73"/>
                    </a:lnTo>
                    <a:lnTo>
                      <a:pt x="85" y="64"/>
                    </a:lnTo>
                    <a:lnTo>
                      <a:pt x="88" y="55"/>
                    </a:lnTo>
                    <a:lnTo>
                      <a:pt x="89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8" name=""/>
              <p:cNvSpPr/>
              <p:nvPr/>
            </p:nvSpPr>
            <p:spPr>
              <a:xfrm rot="0">
                <a:off x="3277" y="1708"/>
                <a:ext cx="22" cy="22"/>
              </a:xfrm>
              <a:custGeom>
                <a:avLst/>
                <a:ahLst/>
                <a:rect l="0" t="0" r="r" b="b"/>
                <a:pathLst>
                  <a:path w="89" h="89">
                    <a:moveTo>
                      <a:pt x="89" y="45"/>
                    </a:moveTo>
                    <a:lnTo>
                      <a:pt x="88" y="34"/>
                    </a:lnTo>
                    <a:lnTo>
                      <a:pt x="85" y="26"/>
                    </a:lnTo>
                    <a:lnTo>
                      <a:pt x="80" y="17"/>
                    </a:lnTo>
                    <a:lnTo>
                      <a:pt x="72" y="10"/>
                    </a:lnTo>
                    <a:lnTo>
                      <a:pt x="64" y="4"/>
                    </a:lnTo>
                    <a:lnTo>
                      <a:pt x="55" y="1"/>
                    </a:lnTo>
                    <a:lnTo>
                      <a:pt x="45" y="0"/>
                    </a:lnTo>
                    <a:lnTo>
                      <a:pt x="34" y="1"/>
                    </a:lnTo>
                    <a:lnTo>
                      <a:pt x="26" y="4"/>
                    </a:lnTo>
                    <a:lnTo>
                      <a:pt x="17" y="10"/>
                    </a:lnTo>
                    <a:lnTo>
                      <a:pt x="9" y="17"/>
                    </a:lnTo>
                    <a:lnTo>
                      <a:pt x="4" y="26"/>
                    </a:lnTo>
                    <a:lnTo>
                      <a:pt x="1" y="34"/>
                    </a:lnTo>
                    <a:lnTo>
                      <a:pt x="0" y="45"/>
                    </a:lnTo>
                    <a:lnTo>
                      <a:pt x="1" y="55"/>
                    </a:lnTo>
                    <a:lnTo>
                      <a:pt x="4" y="65"/>
                    </a:lnTo>
                    <a:lnTo>
                      <a:pt x="9" y="72"/>
                    </a:lnTo>
                    <a:lnTo>
                      <a:pt x="17" y="80"/>
                    </a:lnTo>
                    <a:lnTo>
                      <a:pt x="26" y="85"/>
                    </a:lnTo>
                    <a:lnTo>
                      <a:pt x="34" y="88"/>
                    </a:lnTo>
                    <a:lnTo>
                      <a:pt x="45" y="89"/>
                    </a:lnTo>
                    <a:lnTo>
                      <a:pt x="55" y="88"/>
                    </a:lnTo>
                    <a:lnTo>
                      <a:pt x="64" y="85"/>
                    </a:lnTo>
                    <a:lnTo>
                      <a:pt x="72" y="80"/>
                    </a:lnTo>
                    <a:lnTo>
                      <a:pt x="80" y="72"/>
                    </a:lnTo>
                    <a:lnTo>
                      <a:pt x="85" y="65"/>
                    </a:lnTo>
                    <a:lnTo>
                      <a:pt x="88" y="55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79" name=""/>
              <p:cNvSpPr/>
              <p:nvPr/>
            </p:nvSpPr>
            <p:spPr>
              <a:xfrm rot="0">
                <a:off x="3277" y="1373"/>
                <a:ext cx="22" cy="23"/>
              </a:xfrm>
              <a:custGeom>
                <a:avLst/>
                <a:ahLst/>
                <a:rect l="0" t="0" r="r" b="b"/>
                <a:pathLst>
                  <a:path w="89" h="90">
                    <a:moveTo>
                      <a:pt x="89" y="44"/>
                    </a:moveTo>
                    <a:lnTo>
                      <a:pt x="88" y="35"/>
                    </a:lnTo>
                    <a:lnTo>
                      <a:pt x="85" y="25"/>
                    </a:lnTo>
                    <a:lnTo>
                      <a:pt x="80" y="17"/>
                    </a:lnTo>
                    <a:lnTo>
                      <a:pt x="72" y="10"/>
                    </a:lnTo>
                    <a:lnTo>
                      <a:pt x="64" y="5"/>
                    </a:lnTo>
                    <a:lnTo>
                      <a:pt x="55" y="1"/>
                    </a:lnTo>
                    <a:lnTo>
                      <a:pt x="45" y="0"/>
                    </a:lnTo>
                    <a:lnTo>
                      <a:pt x="34" y="1"/>
                    </a:lnTo>
                    <a:lnTo>
                      <a:pt x="26" y="5"/>
                    </a:lnTo>
                    <a:lnTo>
                      <a:pt x="17" y="10"/>
                    </a:lnTo>
                    <a:lnTo>
                      <a:pt x="9" y="17"/>
                    </a:lnTo>
                    <a:lnTo>
                      <a:pt x="4" y="25"/>
                    </a:lnTo>
                    <a:lnTo>
                      <a:pt x="1" y="35"/>
                    </a:lnTo>
                    <a:lnTo>
                      <a:pt x="0" y="44"/>
                    </a:lnTo>
                    <a:lnTo>
                      <a:pt x="1" y="55"/>
                    </a:lnTo>
                    <a:lnTo>
                      <a:pt x="4" y="64"/>
                    </a:lnTo>
                    <a:lnTo>
                      <a:pt x="9" y="73"/>
                    </a:lnTo>
                    <a:lnTo>
                      <a:pt x="17" y="80"/>
                    </a:lnTo>
                    <a:lnTo>
                      <a:pt x="26" y="86"/>
                    </a:lnTo>
                    <a:lnTo>
                      <a:pt x="34" y="89"/>
                    </a:lnTo>
                    <a:lnTo>
                      <a:pt x="45" y="90"/>
                    </a:lnTo>
                    <a:lnTo>
                      <a:pt x="55" y="89"/>
                    </a:lnTo>
                    <a:lnTo>
                      <a:pt x="64" y="86"/>
                    </a:lnTo>
                    <a:lnTo>
                      <a:pt x="72" y="80"/>
                    </a:lnTo>
                    <a:lnTo>
                      <a:pt x="80" y="73"/>
                    </a:lnTo>
                    <a:lnTo>
                      <a:pt x="85" y="64"/>
                    </a:lnTo>
                    <a:lnTo>
                      <a:pt x="88" y="55"/>
                    </a:lnTo>
                    <a:lnTo>
                      <a:pt x="89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0" name=""/>
              <p:cNvSpPr/>
              <p:nvPr/>
            </p:nvSpPr>
            <p:spPr>
              <a:xfrm rot="0" flipH="1">
                <a:off x="3299" y="1719"/>
                <a:ext cx="21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1" name=""/>
              <p:cNvSpPr/>
              <p:nvPr/>
            </p:nvSpPr>
            <p:spPr>
              <a:xfrm rot="0">
                <a:off x="3452" y="1923"/>
                <a:ext cx="25" cy="33"/>
              </a:xfrm>
              <a:custGeom>
                <a:avLst/>
                <a:ahLst/>
                <a:rect l="0" t="0" r="r" b="b"/>
                <a:pathLst>
                  <a:path w="101" h="134">
                    <a:moveTo>
                      <a:pt x="90" y="134"/>
                    </a:moveTo>
                    <a:lnTo>
                      <a:pt x="74" y="106"/>
                    </a:lnTo>
                    <a:lnTo>
                      <a:pt x="101" y="0"/>
                    </a:lnTo>
                    <a:lnTo>
                      <a:pt x="56" y="0"/>
                    </a:lnTo>
                    <a:lnTo>
                      <a:pt x="34" y="5"/>
                    </a:lnTo>
                    <a:lnTo>
                      <a:pt x="23" y="17"/>
                    </a:lnTo>
                    <a:lnTo>
                      <a:pt x="17" y="28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7" y="129"/>
                    </a:lnTo>
                    <a:lnTo>
                      <a:pt x="17" y="134"/>
                    </a:lnTo>
                    <a:lnTo>
                      <a:pt x="34" y="134"/>
                    </a:lnTo>
                    <a:lnTo>
                      <a:pt x="51" y="129"/>
                    </a:lnTo>
                    <a:lnTo>
                      <a:pt x="62" y="123"/>
                    </a:lnTo>
                    <a:lnTo>
                      <a:pt x="74" y="10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2" name=""/>
              <p:cNvSpPr/>
              <p:nvPr/>
            </p:nvSpPr>
            <p:spPr>
              <a:xfrm rot="0">
                <a:off x="3459" y="1230"/>
                <a:ext cx="25" cy="33"/>
              </a:xfrm>
              <a:custGeom>
                <a:avLst/>
                <a:ahLst/>
                <a:rect l="0" t="0" r="r" b="b"/>
                <a:pathLst>
                  <a:path w="101" h="134">
                    <a:moveTo>
                      <a:pt x="90" y="134"/>
                    </a:moveTo>
                    <a:lnTo>
                      <a:pt x="73" y="106"/>
                    </a:lnTo>
                    <a:lnTo>
                      <a:pt x="101" y="0"/>
                    </a:lnTo>
                    <a:lnTo>
                      <a:pt x="56" y="0"/>
                    </a:lnTo>
                    <a:lnTo>
                      <a:pt x="34" y="5"/>
                    </a:lnTo>
                    <a:lnTo>
                      <a:pt x="23" y="16"/>
                    </a:lnTo>
                    <a:lnTo>
                      <a:pt x="18" y="27"/>
                    </a:lnTo>
                    <a:lnTo>
                      <a:pt x="0" y="100"/>
                    </a:lnTo>
                    <a:lnTo>
                      <a:pt x="0" y="111"/>
                    </a:lnTo>
                    <a:lnTo>
                      <a:pt x="6" y="127"/>
                    </a:lnTo>
                    <a:lnTo>
                      <a:pt x="18" y="134"/>
                    </a:lnTo>
                    <a:lnTo>
                      <a:pt x="34" y="134"/>
                    </a:lnTo>
                    <a:lnTo>
                      <a:pt x="51" y="127"/>
                    </a:lnTo>
                    <a:lnTo>
                      <a:pt x="62" y="122"/>
                    </a:lnTo>
                    <a:lnTo>
                      <a:pt x="73" y="10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3" name=""/>
              <p:cNvSpPr/>
              <p:nvPr/>
            </p:nvSpPr>
            <p:spPr>
              <a:xfrm rot="0" flipV="1">
                <a:off x="3506" y="1213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4" name=""/>
              <p:cNvSpPr/>
              <p:nvPr/>
            </p:nvSpPr>
            <p:spPr>
              <a:xfrm rot="0">
                <a:off x="3500" y="1931"/>
                <a:ext cx="22" cy="23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90" y="45"/>
                    </a:moveTo>
                    <a:lnTo>
                      <a:pt x="89" y="34"/>
                    </a:lnTo>
                    <a:lnTo>
                      <a:pt x="86" y="25"/>
                    </a:lnTo>
                    <a:lnTo>
                      <a:pt x="80" y="17"/>
                    </a:lnTo>
                    <a:lnTo>
                      <a:pt x="73" y="9"/>
                    </a:lnTo>
                    <a:lnTo>
                      <a:pt x="65" y="4"/>
                    </a:lnTo>
                    <a:lnTo>
                      <a:pt x="55" y="1"/>
                    </a:lnTo>
                    <a:lnTo>
                      <a:pt x="46" y="0"/>
                    </a:lnTo>
                    <a:lnTo>
                      <a:pt x="36" y="1"/>
                    </a:lnTo>
                    <a:lnTo>
                      <a:pt x="26" y="4"/>
                    </a:lnTo>
                    <a:lnTo>
                      <a:pt x="18" y="9"/>
                    </a:lnTo>
                    <a:lnTo>
                      <a:pt x="10" y="17"/>
                    </a:lnTo>
                    <a:lnTo>
                      <a:pt x="5" y="25"/>
                    </a:lnTo>
                    <a:lnTo>
                      <a:pt x="1" y="34"/>
                    </a:lnTo>
                    <a:lnTo>
                      <a:pt x="0" y="45"/>
                    </a:lnTo>
                    <a:lnTo>
                      <a:pt x="1" y="55"/>
                    </a:lnTo>
                    <a:lnTo>
                      <a:pt x="5" y="63"/>
                    </a:lnTo>
                    <a:lnTo>
                      <a:pt x="10" y="72"/>
                    </a:lnTo>
                    <a:lnTo>
                      <a:pt x="18" y="79"/>
                    </a:lnTo>
                    <a:lnTo>
                      <a:pt x="26" y="85"/>
                    </a:lnTo>
                    <a:lnTo>
                      <a:pt x="36" y="88"/>
                    </a:lnTo>
                    <a:lnTo>
                      <a:pt x="46" y="89"/>
                    </a:lnTo>
                    <a:lnTo>
                      <a:pt x="55" y="88"/>
                    </a:lnTo>
                    <a:lnTo>
                      <a:pt x="65" y="85"/>
                    </a:lnTo>
                    <a:lnTo>
                      <a:pt x="73" y="79"/>
                    </a:lnTo>
                    <a:lnTo>
                      <a:pt x="80" y="72"/>
                    </a:lnTo>
                    <a:lnTo>
                      <a:pt x="86" y="63"/>
                    </a:lnTo>
                    <a:lnTo>
                      <a:pt x="89" y="55"/>
                    </a:lnTo>
                    <a:lnTo>
                      <a:pt x="90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5" name=""/>
              <p:cNvSpPr/>
              <p:nvPr/>
            </p:nvSpPr>
            <p:spPr>
              <a:xfrm rot="0">
                <a:off x="4057" y="1262"/>
                <a:ext cx="22" cy="22"/>
              </a:xfrm>
              <a:custGeom>
                <a:avLst/>
                <a:ahLst/>
                <a:rect l="0" t="0" r="r" b="b"/>
                <a:pathLst>
                  <a:path w="89" h="89">
                    <a:moveTo>
                      <a:pt x="89" y="45"/>
                    </a:moveTo>
                    <a:lnTo>
                      <a:pt x="88" y="35"/>
                    </a:lnTo>
                    <a:lnTo>
                      <a:pt x="85" y="25"/>
                    </a:lnTo>
                    <a:lnTo>
                      <a:pt x="79" y="17"/>
                    </a:lnTo>
                    <a:lnTo>
                      <a:pt x="73" y="10"/>
                    </a:lnTo>
                    <a:lnTo>
                      <a:pt x="64" y="5"/>
                    </a:lnTo>
                    <a:lnTo>
                      <a:pt x="54" y="1"/>
                    </a:lnTo>
                    <a:lnTo>
                      <a:pt x="45" y="0"/>
                    </a:lnTo>
                    <a:lnTo>
                      <a:pt x="35" y="1"/>
                    </a:lnTo>
                    <a:lnTo>
                      <a:pt x="25" y="5"/>
                    </a:lnTo>
                    <a:lnTo>
                      <a:pt x="17" y="10"/>
                    </a:lnTo>
                    <a:lnTo>
                      <a:pt x="10" y="17"/>
                    </a:lnTo>
                    <a:lnTo>
                      <a:pt x="5" y="25"/>
                    </a:lnTo>
                    <a:lnTo>
                      <a:pt x="2" y="35"/>
                    </a:lnTo>
                    <a:lnTo>
                      <a:pt x="0" y="45"/>
                    </a:lnTo>
                    <a:lnTo>
                      <a:pt x="2" y="54"/>
                    </a:lnTo>
                    <a:lnTo>
                      <a:pt x="5" y="64"/>
                    </a:lnTo>
                    <a:lnTo>
                      <a:pt x="10" y="73"/>
                    </a:lnTo>
                    <a:lnTo>
                      <a:pt x="17" y="79"/>
                    </a:lnTo>
                    <a:lnTo>
                      <a:pt x="25" y="85"/>
                    </a:lnTo>
                    <a:lnTo>
                      <a:pt x="35" y="88"/>
                    </a:lnTo>
                    <a:lnTo>
                      <a:pt x="45" y="89"/>
                    </a:lnTo>
                    <a:lnTo>
                      <a:pt x="54" y="88"/>
                    </a:lnTo>
                    <a:lnTo>
                      <a:pt x="64" y="85"/>
                    </a:lnTo>
                    <a:lnTo>
                      <a:pt x="73" y="79"/>
                    </a:lnTo>
                    <a:lnTo>
                      <a:pt x="79" y="73"/>
                    </a:lnTo>
                    <a:lnTo>
                      <a:pt x="85" y="64"/>
                    </a:lnTo>
                    <a:lnTo>
                      <a:pt x="88" y="5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6" name=""/>
              <p:cNvSpPr/>
              <p:nvPr/>
            </p:nvSpPr>
            <p:spPr>
              <a:xfrm rot="0">
                <a:off x="3500" y="1262"/>
                <a:ext cx="22" cy="22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90" y="45"/>
                    </a:moveTo>
                    <a:lnTo>
                      <a:pt x="89" y="35"/>
                    </a:lnTo>
                    <a:lnTo>
                      <a:pt x="86" y="25"/>
                    </a:lnTo>
                    <a:lnTo>
                      <a:pt x="80" y="17"/>
                    </a:lnTo>
                    <a:lnTo>
                      <a:pt x="73" y="10"/>
                    </a:lnTo>
                    <a:lnTo>
                      <a:pt x="65" y="5"/>
                    </a:lnTo>
                    <a:lnTo>
                      <a:pt x="55" y="1"/>
                    </a:lnTo>
                    <a:lnTo>
                      <a:pt x="46" y="0"/>
                    </a:lnTo>
                    <a:lnTo>
                      <a:pt x="36" y="1"/>
                    </a:lnTo>
                    <a:lnTo>
                      <a:pt x="26" y="5"/>
                    </a:lnTo>
                    <a:lnTo>
                      <a:pt x="18" y="10"/>
                    </a:lnTo>
                    <a:lnTo>
                      <a:pt x="10" y="17"/>
                    </a:lnTo>
                    <a:lnTo>
                      <a:pt x="5" y="25"/>
                    </a:lnTo>
                    <a:lnTo>
                      <a:pt x="1" y="35"/>
                    </a:lnTo>
                    <a:lnTo>
                      <a:pt x="0" y="45"/>
                    </a:lnTo>
                    <a:lnTo>
                      <a:pt x="1" y="54"/>
                    </a:lnTo>
                    <a:lnTo>
                      <a:pt x="5" y="64"/>
                    </a:lnTo>
                    <a:lnTo>
                      <a:pt x="10" y="73"/>
                    </a:lnTo>
                    <a:lnTo>
                      <a:pt x="18" y="79"/>
                    </a:lnTo>
                    <a:lnTo>
                      <a:pt x="26" y="85"/>
                    </a:lnTo>
                    <a:lnTo>
                      <a:pt x="36" y="88"/>
                    </a:lnTo>
                    <a:lnTo>
                      <a:pt x="46" y="89"/>
                    </a:lnTo>
                    <a:lnTo>
                      <a:pt x="55" y="88"/>
                    </a:lnTo>
                    <a:lnTo>
                      <a:pt x="65" y="85"/>
                    </a:lnTo>
                    <a:lnTo>
                      <a:pt x="73" y="79"/>
                    </a:lnTo>
                    <a:lnTo>
                      <a:pt x="80" y="73"/>
                    </a:lnTo>
                    <a:lnTo>
                      <a:pt x="86" y="64"/>
                    </a:lnTo>
                    <a:lnTo>
                      <a:pt x="89" y="54"/>
                    </a:lnTo>
                    <a:lnTo>
                      <a:pt x="90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7" name=""/>
              <p:cNvSpPr/>
              <p:nvPr/>
            </p:nvSpPr>
            <p:spPr>
              <a:xfrm rot="0">
                <a:off x="3893" y="1633"/>
                <a:ext cx="35" cy="50"/>
              </a:xfrm>
              <a:custGeom>
                <a:avLst/>
                <a:ahLst/>
                <a:rect l="0" t="0" r="r" b="b"/>
                <a:pathLst>
                  <a:path w="139" h="201">
                    <a:moveTo>
                      <a:pt x="44" y="201"/>
                    </a:moveTo>
                    <a:lnTo>
                      <a:pt x="56" y="201"/>
                    </a:lnTo>
                    <a:lnTo>
                      <a:pt x="73" y="195"/>
                    </a:lnTo>
                    <a:lnTo>
                      <a:pt x="90" y="183"/>
                    </a:lnTo>
                    <a:lnTo>
                      <a:pt x="101" y="173"/>
                    </a:lnTo>
                    <a:lnTo>
                      <a:pt x="111" y="155"/>
                    </a:lnTo>
                    <a:lnTo>
                      <a:pt x="139" y="49"/>
                    </a:lnTo>
                    <a:lnTo>
                      <a:pt x="139" y="33"/>
                    </a:lnTo>
                    <a:lnTo>
                      <a:pt x="134" y="16"/>
                    </a:lnTo>
                    <a:lnTo>
                      <a:pt x="123" y="5"/>
                    </a:lnTo>
                    <a:lnTo>
                      <a:pt x="106" y="0"/>
                    </a:lnTo>
                    <a:lnTo>
                      <a:pt x="83" y="0"/>
                    </a:lnTo>
                    <a:lnTo>
                      <a:pt x="62" y="5"/>
                    </a:lnTo>
                    <a:lnTo>
                      <a:pt x="44" y="16"/>
                    </a:lnTo>
                    <a:lnTo>
                      <a:pt x="34" y="33"/>
                    </a:lnTo>
                    <a:lnTo>
                      <a:pt x="28" y="44"/>
                    </a:lnTo>
                    <a:lnTo>
                      <a:pt x="0" y="139"/>
                    </a:lnTo>
                    <a:lnTo>
                      <a:pt x="0" y="167"/>
                    </a:lnTo>
                    <a:lnTo>
                      <a:pt x="6" y="183"/>
                    </a:lnTo>
                    <a:lnTo>
                      <a:pt x="23" y="195"/>
                    </a:lnTo>
                    <a:lnTo>
                      <a:pt x="44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8" name=""/>
              <p:cNvSpPr/>
              <p:nvPr/>
            </p:nvSpPr>
            <p:spPr>
              <a:xfrm rot="0">
                <a:off x="3206" y="1719"/>
                <a:ext cx="7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89" name=""/>
              <p:cNvSpPr/>
              <p:nvPr/>
            </p:nvSpPr>
            <p:spPr>
              <a:xfrm rot="0">
                <a:off x="955" y="3284"/>
                <a:ext cx="110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0" name=""/>
              <p:cNvSpPr/>
              <p:nvPr/>
            </p:nvSpPr>
            <p:spPr>
              <a:xfrm rot="0">
                <a:off x="1521" y="2758"/>
                <a:ext cx="54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1" name=""/>
              <p:cNvSpPr/>
              <p:nvPr/>
            </p:nvSpPr>
            <p:spPr>
              <a:xfrm rot="0">
                <a:off x="2119" y="2714"/>
                <a:ext cx="25" cy="50"/>
              </a:xfrm>
              <a:custGeom>
                <a:avLst/>
                <a:ahLst/>
                <a:rect l="0" t="0" r="r" b="b"/>
                <a:pathLst>
                  <a:path w="100" h="201">
                    <a:moveTo>
                      <a:pt x="0" y="201"/>
                    </a:moveTo>
                    <a:lnTo>
                      <a:pt x="44" y="45"/>
                    </a:lnTo>
                    <a:lnTo>
                      <a:pt x="55" y="23"/>
                    </a:lnTo>
                    <a:lnTo>
                      <a:pt x="67" y="12"/>
                    </a:lnTo>
                    <a:lnTo>
                      <a:pt x="78" y="6"/>
                    </a:lnTo>
                    <a:lnTo>
                      <a:pt x="10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2" name=""/>
              <p:cNvSpPr/>
              <p:nvPr/>
            </p:nvSpPr>
            <p:spPr>
              <a:xfrm rot="0" flipH="1">
                <a:off x="2123" y="2731"/>
                <a:ext cx="16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3" name=""/>
              <p:cNvSpPr/>
              <p:nvPr/>
            </p:nvSpPr>
            <p:spPr>
              <a:xfrm rot="0" flipV="1">
                <a:off x="2158" y="2714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4" name=""/>
              <p:cNvSpPr/>
              <p:nvPr/>
            </p:nvSpPr>
            <p:spPr>
              <a:xfrm rot="0" flipH="1">
                <a:off x="2172" y="2714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5" name=""/>
              <p:cNvSpPr/>
              <p:nvPr/>
            </p:nvSpPr>
            <p:spPr>
              <a:xfrm rot="0">
                <a:off x="2118" y="3283"/>
                <a:ext cx="26" cy="34"/>
              </a:xfrm>
              <a:custGeom>
                <a:avLst/>
                <a:ahLst/>
                <a:rect l="0" t="0" r="r" b="b"/>
                <a:pathLst>
                  <a:path w="105" h="134">
                    <a:moveTo>
                      <a:pt x="84" y="134"/>
                    </a:moveTo>
                    <a:lnTo>
                      <a:pt x="22" y="134"/>
                    </a:lnTo>
                    <a:lnTo>
                      <a:pt x="5" y="127"/>
                    </a:lnTo>
                    <a:lnTo>
                      <a:pt x="0" y="116"/>
                    </a:lnTo>
                    <a:lnTo>
                      <a:pt x="0" y="100"/>
                    </a:lnTo>
                    <a:lnTo>
                      <a:pt x="17" y="39"/>
                    </a:lnTo>
                    <a:lnTo>
                      <a:pt x="28" y="21"/>
                    </a:lnTo>
                    <a:lnTo>
                      <a:pt x="44" y="5"/>
                    </a:lnTo>
                    <a:lnTo>
                      <a:pt x="61" y="0"/>
                    </a:lnTo>
                    <a:lnTo>
                      <a:pt x="77" y="0"/>
                    </a:lnTo>
                    <a:lnTo>
                      <a:pt x="95" y="5"/>
                    </a:lnTo>
                    <a:lnTo>
                      <a:pt x="105" y="16"/>
                    </a:lnTo>
                    <a:lnTo>
                      <a:pt x="105" y="33"/>
                    </a:lnTo>
                    <a:lnTo>
                      <a:pt x="100" y="67"/>
                    </a:lnTo>
                    <a:lnTo>
                      <a:pt x="10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6" name=""/>
              <p:cNvSpPr/>
              <p:nvPr/>
            </p:nvSpPr>
            <p:spPr>
              <a:xfrm rot="0" flipV="1">
                <a:off x="2165" y="3266"/>
                <a:ext cx="6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7" name=""/>
              <p:cNvSpPr/>
              <p:nvPr/>
            </p:nvSpPr>
            <p:spPr>
              <a:xfrm rot="0" flipH="1">
                <a:off x="2179" y="3266"/>
                <a:ext cx="6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398" name=""/>
              <p:cNvSpPr/>
              <p:nvPr/>
            </p:nvSpPr>
            <p:spPr>
              <a:xfrm rot="0">
                <a:off x="2057" y="2751"/>
                <a:ext cx="13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49" y="12"/>
                    </a:lnTo>
                    <a:lnTo>
                      <a:pt x="52" y="20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399" name=""/>
              <p:cNvSpPr/>
              <p:nvPr/>
            </p:nvSpPr>
            <p:spPr>
              <a:xfrm rot="0">
                <a:off x="2057" y="2751"/>
                <a:ext cx="13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20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49" y="12"/>
                    </a:lnTo>
                    <a:lnTo>
                      <a:pt x="52" y="20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0" name=""/>
              <p:cNvSpPr/>
              <p:nvPr/>
            </p:nvSpPr>
            <p:spPr>
              <a:xfrm rot="0">
                <a:off x="2057" y="2758"/>
                <a:ext cx="13" cy="526"/>
              </a:xfrm>
              <a:custGeom>
                <a:avLst/>
                <a:ahLst/>
                <a:rect l="0" t="0" r="r" b="b"/>
                <a:pathLst>
                  <a:path w="55" h="2105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2105"/>
                    </a:lnTo>
                    <a:lnTo>
                      <a:pt x="27" y="2105"/>
                    </a:lnTo>
                    <a:lnTo>
                      <a:pt x="55" y="2105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01" name=""/>
              <p:cNvSpPr/>
              <p:nvPr/>
            </p:nvSpPr>
            <p:spPr>
              <a:xfrm rot="0">
                <a:off x="2057" y="2758"/>
                <a:ext cx="13" cy="526"/>
              </a:xfrm>
              <a:custGeom>
                <a:avLst/>
                <a:ahLst/>
                <a:rect l="0" t="0" r="r" b="b"/>
                <a:pathLst>
                  <a:path w="55" h="2105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2105"/>
                    </a:lnTo>
                    <a:lnTo>
                      <a:pt x="27" y="2105"/>
                    </a:lnTo>
                    <a:lnTo>
                      <a:pt x="55" y="2105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2" name=""/>
              <p:cNvSpPr/>
              <p:nvPr/>
            </p:nvSpPr>
            <p:spPr>
              <a:xfrm rot="0">
                <a:off x="2057" y="3284"/>
                <a:ext cx="13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2" y="9"/>
                    </a:lnTo>
                    <a:lnTo>
                      <a:pt x="49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03" name=""/>
              <p:cNvSpPr/>
              <p:nvPr/>
            </p:nvSpPr>
            <p:spPr>
              <a:xfrm rot="0">
                <a:off x="2057" y="3284"/>
                <a:ext cx="13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2" y="9"/>
                    </a:lnTo>
                    <a:lnTo>
                      <a:pt x="49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4" name=""/>
              <p:cNvSpPr/>
              <p:nvPr/>
            </p:nvSpPr>
            <p:spPr>
              <a:xfrm rot="0">
                <a:off x="1562" y="3831"/>
                <a:ext cx="25" cy="50"/>
              </a:xfrm>
              <a:custGeom>
                <a:avLst/>
                <a:ahLst/>
                <a:rect l="0" t="0" r="r" b="b"/>
                <a:pathLst>
                  <a:path w="100" h="201">
                    <a:moveTo>
                      <a:pt x="0" y="201"/>
                    </a:moveTo>
                    <a:lnTo>
                      <a:pt x="44" y="44"/>
                    </a:lnTo>
                    <a:lnTo>
                      <a:pt x="56" y="23"/>
                    </a:lnTo>
                    <a:lnTo>
                      <a:pt x="67" y="11"/>
                    </a:lnTo>
                    <a:lnTo>
                      <a:pt x="78" y="5"/>
                    </a:lnTo>
                    <a:lnTo>
                      <a:pt x="10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5" name=""/>
              <p:cNvSpPr/>
              <p:nvPr/>
            </p:nvSpPr>
            <p:spPr>
              <a:xfrm rot="0" flipH="1">
                <a:off x="1566" y="3847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6" name=""/>
              <p:cNvSpPr/>
              <p:nvPr/>
            </p:nvSpPr>
            <p:spPr>
              <a:xfrm rot="0">
                <a:off x="912" y="3829"/>
                <a:ext cx="26" cy="33"/>
              </a:xfrm>
              <a:custGeom>
                <a:avLst/>
                <a:ahLst/>
                <a:rect l="0" t="0" r="r" b="b"/>
                <a:pathLst>
                  <a:path w="105" h="133">
                    <a:moveTo>
                      <a:pt x="83" y="133"/>
                    </a:moveTo>
                    <a:lnTo>
                      <a:pt x="22" y="133"/>
                    </a:lnTo>
                    <a:lnTo>
                      <a:pt x="5" y="128"/>
                    </a:lnTo>
                    <a:lnTo>
                      <a:pt x="0" y="116"/>
                    </a:lnTo>
                    <a:lnTo>
                      <a:pt x="0" y="100"/>
                    </a:lnTo>
                    <a:lnTo>
                      <a:pt x="16" y="38"/>
                    </a:lnTo>
                    <a:lnTo>
                      <a:pt x="28" y="21"/>
                    </a:lnTo>
                    <a:lnTo>
                      <a:pt x="44" y="5"/>
                    </a:lnTo>
                    <a:lnTo>
                      <a:pt x="61" y="0"/>
                    </a:lnTo>
                    <a:lnTo>
                      <a:pt x="77" y="0"/>
                    </a:lnTo>
                    <a:lnTo>
                      <a:pt x="94" y="5"/>
                    </a:lnTo>
                    <a:lnTo>
                      <a:pt x="105" y="16"/>
                    </a:lnTo>
                    <a:lnTo>
                      <a:pt x="105" y="33"/>
                    </a:lnTo>
                    <a:lnTo>
                      <a:pt x="100" y="67"/>
                    </a:lnTo>
                    <a:lnTo>
                      <a:pt x="10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7" name=""/>
              <p:cNvSpPr/>
              <p:nvPr/>
            </p:nvSpPr>
            <p:spPr>
              <a:xfrm rot="0">
                <a:off x="949" y="3880"/>
                <a:ext cx="6" cy="13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9" y="54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08" name=""/>
              <p:cNvSpPr/>
              <p:nvPr/>
            </p:nvSpPr>
            <p:spPr>
              <a:xfrm rot="0">
                <a:off x="949" y="3880"/>
                <a:ext cx="6" cy="13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9" y="54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09" name=""/>
              <p:cNvSpPr/>
              <p:nvPr/>
            </p:nvSpPr>
            <p:spPr>
              <a:xfrm rot="0">
                <a:off x="955" y="3880"/>
                <a:ext cx="566" cy="13"/>
              </a:xfrm>
              <a:custGeom>
                <a:avLst/>
                <a:ahLst/>
                <a:rect l="0" t="0" r="r" b="b"/>
                <a:pathLst>
                  <a:path w="2262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2262" y="55"/>
                    </a:lnTo>
                    <a:lnTo>
                      <a:pt x="2262" y="28"/>
                    </a:lnTo>
                    <a:lnTo>
                      <a:pt x="22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10" name=""/>
              <p:cNvSpPr/>
              <p:nvPr/>
            </p:nvSpPr>
            <p:spPr>
              <a:xfrm rot="0">
                <a:off x="955" y="3880"/>
                <a:ext cx="566" cy="13"/>
              </a:xfrm>
              <a:custGeom>
                <a:avLst/>
                <a:ahLst/>
                <a:rect l="0" t="0" r="r" b="b"/>
                <a:pathLst>
                  <a:path w="2262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2262" y="55"/>
                    </a:lnTo>
                    <a:lnTo>
                      <a:pt x="2262" y="28"/>
                    </a:lnTo>
                    <a:lnTo>
                      <a:pt x="2262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1" name=""/>
              <p:cNvSpPr/>
              <p:nvPr/>
            </p:nvSpPr>
            <p:spPr>
              <a:xfrm rot="0">
                <a:off x="1521" y="3880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2" y="44"/>
                    </a:lnTo>
                    <a:lnTo>
                      <a:pt x="16" y="50"/>
                    </a:lnTo>
                    <a:lnTo>
                      <a:pt x="8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12" name=""/>
              <p:cNvSpPr/>
              <p:nvPr/>
            </p:nvSpPr>
            <p:spPr>
              <a:xfrm rot="0">
                <a:off x="1521" y="3880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2" y="44"/>
                    </a:lnTo>
                    <a:lnTo>
                      <a:pt x="16" y="50"/>
                    </a:lnTo>
                    <a:lnTo>
                      <a:pt x="8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3" name=""/>
              <p:cNvSpPr/>
              <p:nvPr/>
            </p:nvSpPr>
            <p:spPr>
              <a:xfrm rot="0">
                <a:off x="955" y="3284"/>
                <a:ext cx="1" cy="60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4" name=""/>
              <p:cNvSpPr/>
              <p:nvPr/>
            </p:nvSpPr>
            <p:spPr>
              <a:xfrm rot="0">
                <a:off x="1521" y="2758"/>
                <a:ext cx="1" cy="11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5" name=""/>
              <p:cNvSpPr/>
              <p:nvPr/>
            </p:nvSpPr>
            <p:spPr>
              <a:xfrm rot="0" flipV="1">
                <a:off x="3737" y="3220"/>
                <a:ext cx="14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6" name=""/>
              <p:cNvSpPr/>
              <p:nvPr/>
            </p:nvSpPr>
            <p:spPr>
              <a:xfrm rot="0">
                <a:off x="3747" y="3237"/>
                <a:ext cx="20" cy="33"/>
              </a:xfrm>
              <a:custGeom>
                <a:avLst/>
                <a:ahLst/>
                <a:rect l="0" t="0" r="r" b="b"/>
                <a:pathLst>
                  <a:path w="79" h="134">
                    <a:moveTo>
                      <a:pt x="0" y="0"/>
                    </a:moveTo>
                    <a:lnTo>
                      <a:pt x="56" y="0"/>
                    </a:lnTo>
                    <a:lnTo>
                      <a:pt x="67" y="6"/>
                    </a:lnTo>
                    <a:lnTo>
                      <a:pt x="79" y="17"/>
                    </a:lnTo>
                    <a:lnTo>
                      <a:pt x="79" y="28"/>
                    </a:lnTo>
                    <a:lnTo>
                      <a:pt x="79" y="39"/>
                    </a:lnTo>
                    <a:lnTo>
                      <a:pt x="56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7" name=""/>
              <p:cNvSpPr/>
              <p:nvPr/>
            </p:nvSpPr>
            <p:spPr>
              <a:xfrm rot="0" flipV="1">
                <a:off x="3788" y="3220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8" name=""/>
              <p:cNvSpPr/>
              <p:nvPr/>
            </p:nvSpPr>
            <p:spPr>
              <a:xfrm rot="0">
                <a:off x="3800" y="3214"/>
                <a:ext cx="23" cy="22"/>
              </a:xfrm>
              <a:custGeom>
                <a:avLst/>
                <a:ahLst/>
                <a:rect l="0" t="0" r="r" b="b"/>
                <a:pathLst>
                  <a:path w="89" h="90">
                    <a:moveTo>
                      <a:pt x="89" y="45"/>
                    </a:moveTo>
                    <a:lnTo>
                      <a:pt x="88" y="35"/>
                    </a:lnTo>
                    <a:lnTo>
                      <a:pt x="85" y="25"/>
                    </a:lnTo>
                    <a:lnTo>
                      <a:pt x="80" y="18"/>
                    </a:lnTo>
                    <a:lnTo>
                      <a:pt x="72" y="10"/>
                    </a:lnTo>
                    <a:lnTo>
                      <a:pt x="64" y="5"/>
                    </a:lnTo>
                    <a:lnTo>
                      <a:pt x="55" y="2"/>
                    </a:lnTo>
                    <a:lnTo>
                      <a:pt x="44" y="0"/>
                    </a:lnTo>
                    <a:lnTo>
                      <a:pt x="34" y="2"/>
                    </a:lnTo>
                    <a:lnTo>
                      <a:pt x="26" y="5"/>
                    </a:lnTo>
                    <a:lnTo>
                      <a:pt x="17" y="10"/>
                    </a:lnTo>
                    <a:lnTo>
                      <a:pt x="10" y="18"/>
                    </a:lnTo>
                    <a:lnTo>
                      <a:pt x="4" y="25"/>
                    </a:lnTo>
                    <a:lnTo>
                      <a:pt x="1" y="35"/>
                    </a:lnTo>
                    <a:lnTo>
                      <a:pt x="0" y="45"/>
                    </a:lnTo>
                    <a:lnTo>
                      <a:pt x="1" y="55"/>
                    </a:lnTo>
                    <a:lnTo>
                      <a:pt x="4" y="64"/>
                    </a:lnTo>
                    <a:lnTo>
                      <a:pt x="10" y="73"/>
                    </a:lnTo>
                    <a:lnTo>
                      <a:pt x="17" y="80"/>
                    </a:lnTo>
                    <a:lnTo>
                      <a:pt x="26" y="86"/>
                    </a:lnTo>
                    <a:lnTo>
                      <a:pt x="34" y="89"/>
                    </a:lnTo>
                    <a:lnTo>
                      <a:pt x="44" y="90"/>
                    </a:lnTo>
                    <a:lnTo>
                      <a:pt x="55" y="89"/>
                    </a:lnTo>
                    <a:lnTo>
                      <a:pt x="64" y="86"/>
                    </a:lnTo>
                    <a:lnTo>
                      <a:pt x="72" y="80"/>
                    </a:lnTo>
                    <a:lnTo>
                      <a:pt x="80" y="73"/>
                    </a:lnTo>
                    <a:lnTo>
                      <a:pt x="85" y="64"/>
                    </a:lnTo>
                    <a:lnTo>
                      <a:pt x="88" y="55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19" name=""/>
              <p:cNvSpPr/>
              <p:nvPr/>
            </p:nvSpPr>
            <p:spPr>
              <a:xfrm rot="0">
                <a:off x="3805" y="2783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27" y="29"/>
                    </a:move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9" y="3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9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20" name=""/>
              <p:cNvSpPr/>
              <p:nvPr/>
            </p:nvSpPr>
            <p:spPr>
              <a:xfrm rot="0">
                <a:off x="3805" y="2783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0" y="29"/>
                    </a:move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9" y="3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9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1" name=""/>
              <p:cNvSpPr/>
              <p:nvPr/>
            </p:nvSpPr>
            <p:spPr>
              <a:xfrm rot="0">
                <a:off x="3805" y="2790"/>
                <a:ext cx="14" cy="424"/>
              </a:xfrm>
              <a:custGeom>
                <a:avLst/>
                <a:ahLst/>
                <a:rect l="0" t="0" r="r" b="b"/>
                <a:pathLst>
                  <a:path w="55" h="1695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695"/>
                    </a:lnTo>
                    <a:lnTo>
                      <a:pt x="27" y="1695"/>
                    </a:lnTo>
                    <a:lnTo>
                      <a:pt x="55" y="1695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22" name=""/>
              <p:cNvSpPr/>
              <p:nvPr/>
            </p:nvSpPr>
            <p:spPr>
              <a:xfrm rot="0">
                <a:off x="3805" y="2790"/>
                <a:ext cx="14" cy="424"/>
              </a:xfrm>
              <a:custGeom>
                <a:avLst/>
                <a:ahLst/>
                <a:rect l="0" t="0" r="r" b="b"/>
                <a:pathLst>
                  <a:path w="55" h="1695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695"/>
                    </a:lnTo>
                    <a:lnTo>
                      <a:pt x="27" y="1695"/>
                    </a:lnTo>
                    <a:lnTo>
                      <a:pt x="55" y="1695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3" name=""/>
              <p:cNvSpPr/>
              <p:nvPr/>
            </p:nvSpPr>
            <p:spPr>
              <a:xfrm rot="0">
                <a:off x="3805" y="3214"/>
                <a:ext cx="14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24" name=""/>
              <p:cNvSpPr/>
              <p:nvPr/>
            </p:nvSpPr>
            <p:spPr>
              <a:xfrm rot="0">
                <a:off x="3805" y="3214"/>
                <a:ext cx="14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5" name=""/>
              <p:cNvSpPr/>
              <p:nvPr/>
            </p:nvSpPr>
            <p:spPr>
              <a:xfrm rot="0">
                <a:off x="3812" y="3728"/>
                <a:ext cx="15" cy="59"/>
              </a:xfrm>
              <a:custGeom>
                <a:avLst/>
                <a:ahLst/>
                <a:rect l="0" t="0" r="r" b="b"/>
                <a:pathLst>
                  <a:path w="62" h="234">
                    <a:moveTo>
                      <a:pt x="6" y="234"/>
                    </a:moveTo>
                    <a:lnTo>
                      <a:pt x="0" y="212"/>
                    </a:lnTo>
                    <a:lnTo>
                      <a:pt x="0" y="183"/>
                    </a:lnTo>
                    <a:lnTo>
                      <a:pt x="6" y="134"/>
                    </a:lnTo>
                    <a:lnTo>
                      <a:pt x="23" y="78"/>
                    </a:lnTo>
                    <a:lnTo>
                      <a:pt x="44" y="28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6" name=""/>
              <p:cNvSpPr/>
              <p:nvPr/>
            </p:nvSpPr>
            <p:spPr>
              <a:xfrm rot="0" flipV="1">
                <a:off x="3835" y="3731"/>
                <a:ext cx="14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7" name=""/>
              <p:cNvSpPr/>
              <p:nvPr/>
            </p:nvSpPr>
            <p:spPr>
              <a:xfrm rot="0">
                <a:off x="3845" y="3748"/>
                <a:ext cx="19" cy="33"/>
              </a:xfrm>
              <a:custGeom>
                <a:avLst/>
                <a:ahLst/>
                <a:rect l="0" t="0" r="r" b="b"/>
                <a:pathLst>
                  <a:path w="78" h="134">
                    <a:moveTo>
                      <a:pt x="0" y="0"/>
                    </a:moveTo>
                    <a:lnTo>
                      <a:pt x="56" y="0"/>
                    </a:lnTo>
                    <a:lnTo>
                      <a:pt x="67" y="5"/>
                    </a:lnTo>
                    <a:lnTo>
                      <a:pt x="78" y="17"/>
                    </a:lnTo>
                    <a:lnTo>
                      <a:pt x="78" y="28"/>
                    </a:lnTo>
                    <a:lnTo>
                      <a:pt x="78" y="39"/>
                    </a:lnTo>
                    <a:lnTo>
                      <a:pt x="56" y="134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8" name=""/>
              <p:cNvSpPr/>
              <p:nvPr/>
            </p:nvSpPr>
            <p:spPr>
              <a:xfrm rot="0">
                <a:off x="3873" y="3728"/>
                <a:ext cx="18" cy="59"/>
              </a:xfrm>
              <a:custGeom>
                <a:avLst/>
                <a:ahLst/>
                <a:rect l="0" t="0" r="r" b="b"/>
                <a:pathLst>
                  <a:path w="72" h="234">
                    <a:moveTo>
                      <a:pt x="0" y="234"/>
                    </a:moveTo>
                    <a:lnTo>
                      <a:pt x="17" y="212"/>
                    </a:lnTo>
                    <a:lnTo>
                      <a:pt x="46" y="156"/>
                    </a:lnTo>
                    <a:lnTo>
                      <a:pt x="62" y="106"/>
                    </a:lnTo>
                    <a:lnTo>
                      <a:pt x="72" y="50"/>
                    </a:lnTo>
                    <a:lnTo>
                      <a:pt x="72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29" name=""/>
              <p:cNvSpPr/>
              <p:nvPr/>
            </p:nvSpPr>
            <p:spPr>
              <a:xfrm rot="0">
                <a:off x="3823" y="3225"/>
                <a:ext cx="57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0" name=""/>
              <p:cNvSpPr/>
              <p:nvPr/>
            </p:nvSpPr>
            <p:spPr>
              <a:xfrm rot="0" flipV="1">
                <a:off x="4465" y="3216"/>
                <a:ext cx="13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1" name=""/>
              <p:cNvSpPr/>
              <p:nvPr/>
            </p:nvSpPr>
            <p:spPr>
              <a:xfrm rot="0">
                <a:off x="4474" y="3233"/>
                <a:ext cx="20" cy="33"/>
              </a:xfrm>
              <a:custGeom>
                <a:avLst/>
                <a:ahLst/>
                <a:rect l="0" t="0" r="r" b="b"/>
                <a:pathLst>
                  <a:path w="78" h="134">
                    <a:moveTo>
                      <a:pt x="0" y="0"/>
                    </a:moveTo>
                    <a:lnTo>
                      <a:pt x="55" y="0"/>
                    </a:lnTo>
                    <a:lnTo>
                      <a:pt x="67" y="5"/>
                    </a:lnTo>
                    <a:lnTo>
                      <a:pt x="78" y="16"/>
                    </a:lnTo>
                    <a:lnTo>
                      <a:pt x="78" y="28"/>
                    </a:lnTo>
                    <a:lnTo>
                      <a:pt x="78" y="39"/>
                    </a:lnTo>
                    <a:lnTo>
                      <a:pt x="55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2" name=""/>
              <p:cNvSpPr/>
              <p:nvPr/>
            </p:nvSpPr>
            <p:spPr>
              <a:xfrm rot="0" flipV="1">
                <a:off x="4515" y="3216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154" name=""/>
            <p:cNvGrpSpPr/>
            <p:nvPr/>
          </p:nvGrpSpPr>
          <p:grpSpPr>
            <a:xfrm rot="0">
              <a:off x="399" y="566"/>
              <a:ext cx="4918" cy="3483"/>
              <a:chOff x="399" y="566"/>
              <a:chExt cx="4918" cy="3483"/>
            </a:xfrm>
          </p:grpSpPr>
          <p:sp>
            <p:nvSpPr>
              <p:cNvPr id="1053433" name=""/>
              <p:cNvSpPr/>
              <p:nvPr/>
            </p:nvSpPr>
            <p:spPr>
              <a:xfrm rot="0" flipH="1">
                <a:off x="4529" y="3216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4" name=""/>
              <p:cNvSpPr/>
              <p:nvPr/>
            </p:nvSpPr>
            <p:spPr>
              <a:xfrm rot="0">
                <a:off x="4402" y="3214"/>
                <a:ext cx="23" cy="22"/>
              </a:xfrm>
              <a:custGeom>
                <a:avLst/>
                <a:ahLst/>
                <a:rect l="0" t="0" r="r" b="b"/>
                <a:pathLst>
                  <a:path w="90" h="90">
                    <a:moveTo>
                      <a:pt x="90" y="45"/>
                    </a:moveTo>
                    <a:lnTo>
                      <a:pt x="89" y="35"/>
                    </a:lnTo>
                    <a:lnTo>
                      <a:pt x="85" y="25"/>
                    </a:lnTo>
                    <a:lnTo>
                      <a:pt x="80" y="18"/>
                    </a:lnTo>
                    <a:lnTo>
                      <a:pt x="73" y="10"/>
                    </a:lnTo>
                    <a:lnTo>
                      <a:pt x="65" y="5"/>
                    </a:lnTo>
                    <a:lnTo>
                      <a:pt x="55" y="2"/>
                    </a:lnTo>
                    <a:lnTo>
                      <a:pt x="45" y="0"/>
                    </a:lnTo>
                    <a:lnTo>
                      <a:pt x="36" y="2"/>
                    </a:lnTo>
                    <a:lnTo>
                      <a:pt x="26" y="5"/>
                    </a:lnTo>
                    <a:lnTo>
                      <a:pt x="17" y="10"/>
                    </a:lnTo>
                    <a:lnTo>
                      <a:pt x="11" y="18"/>
                    </a:lnTo>
                    <a:lnTo>
                      <a:pt x="5" y="25"/>
                    </a:lnTo>
                    <a:lnTo>
                      <a:pt x="2" y="35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5" y="64"/>
                    </a:lnTo>
                    <a:lnTo>
                      <a:pt x="11" y="73"/>
                    </a:lnTo>
                    <a:lnTo>
                      <a:pt x="17" y="80"/>
                    </a:lnTo>
                    <a:lnTo>
                      <a:pt x="26" y="86"/>
                    </a:lnTo>
                    <a:lnTo>
                      <a:pt x="36" y="89"/>
                    </a:lnTo>
                    <a:lnTo>
                      <a:pt x="45" y="90"/>
                    </a:lnTo>
                    <a:lnTo>
                      <a:pt x="55" y="89"/>
                    </a:lnTo>
                    <a:lnTo>
                      <a:pt x="65" y="86"/>
                    </a:lnTo>
                    <a:lnTo>
                      <a:pt x="73" y="80"/>
                    </a:lnTo>
                    <a:lnTo>
                      <a:pt x="80" y="73"/>
                    </a:lnTo>
                    <a:lnTo>
                      <a:pt x="85" y="64"/>
                    </a:lnTo>
                    <a:lnTo>
                      <a:pt x="89" y="55"/>
                    </a:lnTo>
                    <a:lnTo>
                      <a:pt x="90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5" name=""/>
              <p:cNvSpPr/>
              <p:nvPr/>
            </p:nvSpPr>
            <p:spPr>
              <a:xfrm rot="0">
                <a:off x="4407" y="2783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27" y="29"/>
                    </a:moveTo>
                    <a:lnTo>
                      <a:pt x="0" y="29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3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4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9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36" name=""/>
              <p:cNvSpPr/>
              <p:nvPr/>
            </p:nvSpPr>
            <p:spPr>
              <a:xfrm rot="0">
                <a:off x="4407" y="2783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0" y="29"/>
                    </a:moveTo>
                    <a:lnTo>
                      <a:pt x="1" y="20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3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4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9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7" name=""/>
              <p:cNvSpPr/>
              <p:nvPr/>
            </p:nvSpPr>
            <p:spPr>
              <a:xfrm rot="0">
                <a:off x="4407" y="2790"/>
                <a:ext cx="14" cy="424"/>
              </a:xfrm>
              <a:custGeom>
                <a:avLst/>
                <a:ahLst/>
                <a:rect l="0" t="0" r="r" b="b"/>
                <a:pathLst>
                  <a:path w="55" h="1695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695"/>
                    </a:lnTo>
                    <a:lnTo>
                      <a:pt x="27" y="1695"/>
                    </a:lnTo>
                    <a:lnTo>
                      <a:pt x="55" y="1695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38" name=""/>
              <p:cNvSpPr/>
              <p:nvPr/>
            </p:nvSpPr>
            <p:spPr>
              <a:xfrm rot="0">
                <a:off x="4407" y="2790"/>
                <a:ext cx="14" cy="424"/>
              </a:xfrm>
              <a:custGeom>
                <a:avLst/>
                <a:ahLst/>
                <a:rect l="0" t="0" r="r" b="b"/>
                <a:pathLst>
                  <a:path w="55" h="1695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695"/>
                    </a:lnTo>
                    <a:lnTo>
                      <a:pt x="27" y="1695"/>
                    </a:lnTo>
                    <a:lnTo>
                      <a:pt x="55" y="1695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39" name=""/>
              <p:cNvSpPr/>
              <p:nvPr/>
            </p:nvSpPr>
            <p:spPr>
              <a:xfrm rot="0">
                <a:off x="4407" y="3214"/>
                <a:ext cx="14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53440" name=""/>
              <p:cNvSpPr/>
              <p:nvPr/>
            </p:nvSpPr>
            <p:spPr>
              <a:xfrm rot="0">
                <a:off x="4407" y="3214"/>
                <a:ext cx="14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1" name=""/>
              <p:cNvSpPr/>
              <p:nvPr/>
            </p:nvSpPr>
            <p:spPr>
              <a:xfrm rot="0">
                <a:off x="4445" y="2757"/>
                <a:ext cx="34" cy="50"/>
              </a:xfrm>
              <a:custGeom>
                <a:avLst/>
                <a:ahLst/>
                <a:rect l="0" t="0" r="r" b="b"/>
                <a:pathLst>
                  <a:path w="134" h="201">
                    <a:moveTo>
                      <a:pt x="0" y="201"/>
                    </a:moveTo>
                    <a:lnTo>
                      <a:pt x="44" y="201"/>
                    </a:lnTo>
                    <a:lnTo>
                      <a:pt x="61" y="195"/>
                    </a:lnTo>
                    <a:lnTo>
                      <a:pt x="72" y="190"/>
                    </a:lnTo>
                    <a:lnTo>
                      <a:pt x="84" y="179"/>
                    </a:lnTo>
                    <a:lnTo>
                      <a:pt x="95" y="162"/>
                    </a:lnTo>
                    <a:lnTo>
                      <a:pt x="134" y="0"/>
                    </a:lnTo>
                    <a:lnTo>
                      <a:pt x="77" y="0"/>
                    </a:lnTo>
                    <a:lnTo>
                      <a:pt x="50" y="12"/>
                    </a:lnTo>
                    <a:lnTo>
                      <a:pt x="39" y="22"/>
                    </a:lnTo>
                    <a:lnTo>
                      <a:pt x="17" y="100"/>
                    </a:lnTo>
                    <a:lnTo>
                      <a:pt x="17" y="112"/>
                    </a:lnTo>
                    <a:lnTo>
                      <a:pt x="22" y="128"/>
                    </a:lnTo>
                    <a:lnTo>
                      <a:pt x="39" y="134"/>
                    </a:lnTo>
                    <a:lnTo>
                      <a:pt x="10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2" name=""/>
              <p:cNvSpPr/>
              <p:nvPr/>
            </p:nvSpPr>
            <p:spPr>
              <a:xfrm rot="0" flipV="1">
                <a:off x="4497" y="2740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3" name=""/>
              <p:cNvSpPr/>
              <p:nvPr/>
            </p:nvSpPr>
            <p:spPr>
              <a:xfrm rot="0" flipH="1">
                <a:off x="4511" y="2740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4" name=""/>
              <p:cNvSpPr/>
              <p:nvPr/>
            </p:nvSpPr>
            <p:spPr>
              <a:xfrm rot="0" flipH="1">
                <a:off x="3823" y="2779"/>
                <a:ext cx="57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5" name=""/>
              <p:cNvSpPr/>
              <p:nvPr/>
            </p:nvSpPr>
            <p:spPr>
              <a:xfrm rot="0">
                <a:off x="4402" y="2767"/>
                <a:ext cx="23" cy="23"/>
              </a:xfrm>
              <a:custGeom>
                <a:avLst/>
                <a:ahLst/>
                <a:rect l="0" t="0" r="r" b="b"/>
                <a:pathLst>
                  <a:path w="90" h="90">
                    <a:moveTo>
                      <a:pt x="90" y="45"/>
                    </a:moveTo>
                    <a:lnTo>
                      <a:pt x="89" y="34"/>
                    </a:lnTo>
                    <a:lnTo>
                      <a:pt x="85" y="26"/>
                    </a:lnTo>
                    <a:lnTo>
                      <a:pt x="80" y="17"/>
                    </a:lnTo>
                    <a:lnTo>
                      <a:pt x="73" y="10"/>
                    </a:lnTo>
                    <a:lnTo>
                      <a:pt x="65" y="4"/>
                    </a:lnTo>
                    <a:lnTo>
                      <a:pt x="55" y="1"/>
                    </a:lnTo>
                    <a:lnTo>
                      <a:pt x="45" y="0"/>
                    </a:lnTo>
                    <a:lnTo>
                      <a:pt x="36" y="1"/>
                    </a:lnTo>
                    <a:lnTo>
                      <a:pt x="26" y="4"/>
                    </a:lnTo>
                    <a:lnTo>
                      <a:pt x="17" y="10"/>
                    </a:lnTo>
                    <a:lnTo>
                      <a:pt x="11" y="17"/>
                    </a:lnTo>
                    <a:lnTo>
                      <a:pt x="5" y="26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5" y="65"/>
                    </a:lnTo>
                    <a:lnTo>
                      <a:pt x="11" y="72"/>
                    </a:lnTo>
                    <a:lnTo>
                      <a:pt x="17" y="80"/>
                    </a:lnTo>
                    <a:lnTo>
                      <a:pt x="26" y="85"/>
                    </a:lnTo>
                    <a:lnTo>
                      <a:pt x="36" y="88"/>
                    </a:lnTo>
                    <a:lnTo>
                      <a:pt x="45" y="90"/>
                    </a:lnTo>
                    <a:lnTo>
                      <a:pt x="55" y="88"/>
                    </a:lnTo>
                    <a:lnTo>
                      <a:pt x="65" y="85"/>
                    </a:lnTo>
                    <a:lnTo>
                      <a:pt x="73" y="80"/>
                    </a:lnTo>
                    <a:lnTo>
                      <a:pt x="80" y="72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0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6" name=""/>
              <p:cNvSpPr/>
              <p:nvPr/>
            </p:nvSpPr>
            <p:spPr>
              <a:xfrm rot="0">
                <a:off x="871" y="3705"/>
                <a:ext cx="51" cy="33"/>
              </a:xfrm>
              <a:custGeom>
                <a:avLst/>
                <a:ahLst/>
                <a:rect l="0" t="0" r="r" b="b"/>
                <a:pathLst>
                  <a:path w="200" h="134">
                    <a:moveTo>
                      <a:pt x="200" y="44"/>
                    </a:moveTo>
                    <a:lnTo>
                      <a:pt x="200" y="134"/>
                    </a:lnTo>
                    <a:lnTo>
                      <a:pt x="67" y="16"/>
                    </a:lnTo>
                    <a:lnTo>
                      <a:pt x="50" y="6"/>
                    </a:lnTo>
                    <a:lnTo>
                      <a:pt x="33" y="0"/>
                    </a:lnTo>
                    <a:lnTo>
                      <a:pt x="22" y="0"/>
                    </a:lnTo>
                    <a:lnTo>
                      <a:pt x="12" y="6"/>
                    </a:lnTo>
                    <a:lnTo>
                      <a:pt x="0" y="22"/>
                    </a:lnTo>
                    <a:lnTo>
                      <a:pt x="0" y="44"/>
                    </a:lnTo>
                    <a:lnTo>
                      <a:pt x="5" y="67"/>
                    </a:lnTo>
                    <a:lnTo>
                      <a:pt x="17" y="83"/>
                    </a:lnTo>
                    <a:lnTo>
                      <a:pt x="28" y="89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7" name=""/>
              <p:cNvSpPr/>
              <p:nvPr/>
            </p:nvSpPr>
            <p:spPr>
              <a:xfrm rot="0">
                <a:off x="871" y="3669"/>
                <a:ext cx="51" cy="26"/>
              </a:xfrm>
              <a:custGeom>
                <a:avLst/>
                <a:ahLst/>
                <a:rect l="0" t="0" r="r" b="b"/>
                <a:pathLst>
                  <a:path w="200" h="106">
                    <a:moveTo>
                      <a:pt x="200" y="85"/>
                    </a:moveTo>
                    <a:lnTo>
                      <a:pt x="200" y="79"/>
                    </a:lnTo>
                    <a:lnTo>
                      <a:pt x="195" y="62"/>
                    </a:lnTo>
                    <a:lnTo>
                      <a:pt x="178" y="46"/>
                    </a:lnTo>
                    <a:lnTo>
                      <a:pt x="156" y="28"/>
                    </a:lnTo>
                    <a:lnTo>
                      <a:pt x="123" y="12"/>
                    </a:lnTo>
                    <a:lnTo>
                      <a:pt x="100" y="6"/>
                    </a:lnTo>
                    <a:lnTo>
                      <a:pt x="72" y="0"/>
                    </a:lnTo>
                    <a:lnTo>
                      <a:pt x="39" y="0"/>
                    </a:lnTo>
                    <a:lnTo>
                      <a:pt x="12" y="6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5" y="46"/>
                    </a:lnTo>
                    <a:lnTo>
                      <a:pt x="17" y="57"/>
                    </a:lnTo>
                    <a:lnTo>
                      <a:pt x="39" y="73"/>
                    </a:lnTo>
                    <a:lnTo>
                      <a:pt x="61" y="85"/>
                    </a:lnTo>
                    <a:lnTo>
                      <a:pt x="89" y="95"/>
                    </a:lnTo>
                    <a:lnTo>
                      <a:pt x="112" y="101"/>
                    </a:lnTo>
                    <a:lnTo>
                      <a:pt x="139" y="106"/>
                    </a:lnTo>
                    <a:lnTo>
                      <a:pt x="162" y="106"/>
                    </a:lnTo>
                    <a:lnTo>
                      <a:pt x="190" y="101"/>
                    </a:lnTo>
                    <a:lnTo>
                      <a:pt x="195" y="95"/>
                    </a:lnTo>
                    <a:lnTo>
                      <a:pt x="200" y="85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8" name=""/>
              <p:cNvSpPr/>
              <p:nvPr/>
            </p:nvSpPr>
            <p:spPr>
              <a:xfrm rot="0">
                <a:off x="3385" y="1335"/>
                <a:ext cx="14" cy="50"/>
              </a:xfrm>
              <a:custGeom>
                <a:avLst/>
                <a:ahLst/>
                <a:rect l="0" t="0" r="r" b="b"/>
                <a:pathLst>
                  <a:path w="55" h="202">
                    <a:moveTo>
                      <a:pt x="0" y="202"/>
                    </a:moveTo>
                    <a:lnTo>
                      <a:pt x="55" y="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49" name=""/>
              <p:cNvSpPr/>
              <p:nvPr/>
            </p:nvSpPr>
            <p:spPr>
              <a:xfrm rot="0">
                <a:off x="3406" y="1335"/>
                <a:ext cx="27" cy="50"/>
              </a:xfrm>
              <a:custGeom>
                <a:avLst/>
                <a:ahLst/>
                <a:rect l="0" t="0" r="r" b="b"/>
                <a:pathLst>
                  <a:path w="106" h="202">
                    <a:moveTo>
                      <a:pt x="22" y="202"/>
                    </a:moveTo>
                    <a:lnTo>
                      <a:pt x="28" y="202"/>
                    </a:lnTo>
                    <a:lnTo>
                      <a:pt x="44" y="195"/>
                    </a:lnTo>
                    <a:lnTo>
                      <a:pt x="61" y="179"/>
                    </a:lnTo>
                    <a:lnTo>
                      <a:pt x="78" y="156"/>
                    </a:lnTo>
                    <a:lnTo>
                      <a:pt x="95" y="123"/>
                    </a:lnTo>
                    <a:lnTo>
                      <a:pt x="100" y="100"/>
                    </a:lnTo>
                    <a:lnTo>
                      <a:pt x="106" y="73"/>
                    </a:lnTo>
                    <a:lnTo>
                      <a:pt x="106" y="40"/>
                    </a:lnTo>
                    <a:lnTo>
                      <a:pt x="100" y="12"/>
                    </a:lnTo>
                    <a:lnTo>
                      <a:pt x="89" y="0"/>
                    </a:lnTo>
                    <a:lnTo>
                      <a:pt x="78" y="0"/>
                    </a:lnTo>
                    <a:lnTo>
                      <a:pt x="61" y="6"/>
                    </a:lnTo>
                    <a:lnTo>
                      <a:pt x="49" y="17"/>
                    </a:lnTo>
                    <a:lnTo>
                      <a:pt x="33" y="40"/>
                    </a:lnTo>
                    <a:lnTo>
                      <a:pt x="22" y="61"/>
                    </a:lnTo>
                    <a:lnTo>
                      <a:pt x="11" y="89"/>
                    </a:lnTo>
                    <a:lnTo>
                      <a:pt x="5" y="112"/>
                    </a:lnTo>
                    <a:lnTo>
                      <a:pt x="0" y="140"/>
                    </a:lnTo>
                    <a:lnTo>
                      <a:pt x="0" y="162"/>
                    </a:lnTo>
                    <a:lnTo>
                      <a:pt x="5" y="190"/>
                    </a:lnTo>
                    <a:lnTo>
                      <a:pt x="11" y="195"/>
                    </a:lnTo>
                    <a:lnTo>
                      <a:pt x="22" y="202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0" name=""/>
              <p:cNvSpPr/>
              <p:nvPr/>
            </p:nvSpPr>
            <p:spPr>
              <a:xfrm rot="0">
                <a:off x="3712" y="2990"/>
                <a:ext cx="50" cy="34"/>
              </a:xfrm>
              <a:custGeom>
                <a:avLst/>
                <a:ahLst/>
                <a:rect l="0" t="0" r="r" b="b"/>
                <a:pathLst>
                  <a:path w="201" h="133">
                    <a:moveTo>
                      <a:pt x="201" y="45"/>
                    </a:moveTo>
                    <a:lnTo>
                      <a:pt x="201" y="133"/>
                    </a:lnTo>
                    <a:lnTo>
                      <a:pt x="67" y="17"/>
                    </a:lnTo>
                    <a:lnTo>
                      <a:pt x="51" y="5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2" y="5"/>
                    </a:lnTo>
                    <a:lnTo>
                      <a:pt x="0" y="22"/>
                    </a:lnTo>
                    <a:lnTo>
                      <a:pt x="0" y="45"/>
                    </a:lnTo>
                    <a:lnTo>
                      <a:pt x="6" y="67"/>
                    </a:lnTo>
                    <a:lnTo>
                      <a:pt x="17" y="84"/>
                    </a:lnTo>
                    <a:lnTo>
                      <a:pt x="28" y="89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1" name=""/>
              <p:cNvSpPr/>
              <p:nvPr/>
            </p:nvSpPr>
            <p:spPr>
              <a:xfrm rot="0">
                <a:off x="3712" y="2954"/>
                <a:ext cx="50" cy="27"/>
              </a:xfrm>
              <a:custGeom>
                <a:avLst/>
                <a:ahLst/>
                <a:rect l="0" t="0" r="r" b="b"/>
                <a:pathLst>
                  <a:path w="201" h="106">
                    <a:moveTo>
                      <a:pt x="201" y="83"/>
                    </a:moveTo>
                    <a:lnTo>
                      <a:pt x="201" y="78"/>
                    </a:lnTo>
                    <a:lnTo>
                      <a:pt x="195" y="61"/>
                    </a:lnTo>
                    <a:lnTo>
                      <a:pt x="179" y="44"/>
                    </a:lnTo>
                    <a:lnTo>
                      <a:pt x="156" y="28"/>
                    </a:lnTo>
                    <a:lnTo>
                      <a:pt x="123" y="11"/>
                    </a:lnTo>
                    <a:lnTo>
                      <a:pt x="100" y="5"/>
                    </a:lnTo>
                    <a:lnTo>
                      <a:pt x="73" y="0"/>
                    </a:lnTo>
                    <a:lnTo>
                      <a:pt x="40" y="0"/>
                    </a:lnTo>
                    <a:lnTo>
                      <a:pt x="12" y="5"/>
                    </a:lnTo>
                    <a:lnTo>
                      <a:pt x="0" y="16"/>
                    </a:lnTo>
                    <a:lnTo>
                      <a:pt x="0" y="28"/>
                    </a:lnTo>
                    <a:lnTo>
                      <a:pt x="6" y="44"/>
                    </a:lnTo>
                    <a:lnTo>
                      <a:pt x="17" y="56"/>
                    </a:lnTo>
                    <a:lnTo>
                      <a:pt x="40" y="72"/>
                    </a:lnTo>
                    <a:lnTo>
                      <a:pt x="61" y="83"/>
                    </a:lnTo>
                    <a:lnTo>
                      <a:pt x="89" y="95"/>
                    </a:lnTo>
                    <a:lnTo>
                      <a:pt x="112" y="100"/>
                    </a:lnTo>
                    <a:lnTo>
                      <a:pt x="139" y="106"/>
                    </a:lnTo>
                    <a:lnTo>
                      <a:pt x="162" y="106"/>
                    </a:lnTo>
                    <a:lnTo>
                      <a:pt x="190" y="100"/>
                    </a:lnTo>
                    <a:lnTo>
                      <a:pt x="195" y="95"/>
                    </a:lnTo>
                    <a:lnTo>
                      <a:pt x="201" y="83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2" name=""/>
              <p:cNvSpPr/>
              <p:nvPr/>
            </p:nvSpPr>
            <p:spPr>
              <a:xfrm rot="0">
                <a:off x="3458" y="1312"/>
                <a:ext cx="50" cy="34"/>
              </a:xfrm>
              <a:custGeom>
                <a:avLst/>
                <a:ahLst/>
                <a:rect l="0" t="0" r="r" b="b"/>
                <a:pathLst>
                  <a:path w="201" h="139">
                    <a:moveTo>
                      <a:pt x="201" y="139"/>
                    </a:moveTo>
                    <a:lnTo>
                      <a:pt x="201" y="89"/>
                    </a:lnTo>
                    <a:lnTo>
                      <a:pt x="195" y="67"/>
                    </a:lnTo>
                    <a:lnTo>
                      <a:pt x="185" y="50"/>
                    </a:lnTo>
                    <a:lnTo>
                      <a:pt x="167" y="39"/>
                    </a:lnTo>
                    <a:lnTo>
                      <a:pt x="134" y="27"/>
                    </a:lnTo>
                    <a:lnTo>
                      <a:pt x="118" y="27"/>
                    </a:lnTo>
                    <a:lnTo>
                      <a:pt x="100" y="33"/>
                    </a:lnTo>
                    <a:lnTo>
                      <a:pt x="90" y="50"/>
                    </a:lnTo>
                    <a:lnTo>
                      <a:pt x="90" y="106"/>
                    </a:lnTo>
                    <a:lnTo>
                      <a:pt x="0" y="8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3" name=""/>
              <p:cNvSpPr/>
              <p:nvPr/>
            </p:nvSpPr>
            <p:spPr>
              <a:xfrm rot="0">
                <a:off x="3456" y="1808"/>
                <a:ext cx="51" cy="13"/>
              </a:xfrm>
              <a:custGeom>
                <a:avLst/>
                <a:ahLst/>
                <a:rect l="0" t="0" r="r" b="b"/>
                <a:pathLst>
                  <a:path w="200" h="55">
                    <a:moveTo>
                      <a:pt x="200" y="55"/>
                    </a:moveTo>
                    <a:lnTo>
                      <a:pt x="0" y="0"/>
                    </a:lnTo>
                    <a:lnTo>
                      <a:pt x="45" y="55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4" name=""/>
              <p:cNvSpPr/>
              <p:nvPr/>
            </p:nvSpPr>
            <p:spPr>
              <a:xfrm rot="0">
                <a:off x="3456" y="1774"/>
                <a:ext cx="51" cy="27"/>
              </a:xfrm>
              <a:custGeom>
                <a:avLst/>
                <a:ahLst/>
                <a:rect l="0" t="0" r="r" b="b"/>
                <a:pathLst>
                  <a:path w="200" h="106">
                    <a:moveTo>
                      <a:pt x="200" y="83"/>
                    </a:moveTo>
                    <a:lnTo>
                      <a:pt x="200" y="78"/>
                    </a:lnTo>
                    <a:lnTo>
                      <a:pt x="195" y="62"/>
                    </a:lnTo>
                    <a:lnTo>
                      <a:pt x="179" y="45"/>
                    </a:lnTo>
                    <a:lnTo>
                      <a:pt x="156" y="27"/>
                    </a:lnTo>
                    <a:lnTo>
                      <a:pt x="123" y="11"/>
                    </a:lnTo>
                    <a:lnTo>
                      <a:pt x="100" y="6"/>
                    </a:lnTo>
                    <a:lnTo>
                      <a:pt x="73" y="0"/>
                    </a:lnTo>
                    <a:lnTo>
                      <a:pt x="40" y="0"/>
                    </a:lnTo>
                    <a:lnTo>
                      <a:pt x="11" y="6"/>
                    </a:lnTo>
                    <a:lnTo>
                      <a:pt x="0" y="16"/>
                    </a:lnTo>
                    <a:lnTo>
                      <a:pt x="0" y="27"/>
                    </a:lnTo>
                    <a:lnTo>
                      <a:pt x="6" y="45"/>
                    </a:lnTo>
                    <a:lnTo>
                      <a:pt x="17" y="55"/>
                    </a:lnTo>
                    <a:lnTo>
                      <a:pt x="40" y="73"/>
                    </a:lnTo>
                    <a:lnTo>
                      <a:pt x="61" y="83"/>
                    </a:lnTo>
                    <a:lnTo>
                      <a:pt x="89" y="95"/>
                    </a:lnTo>
                    <a:lnTo>
                      <a:pt x="112" y="101"/>
                    </a:lnTo>
                    <a:lnTo>
                      <a:pt x="140" y="106"/>
                    </a:lnTo>
                    <a:lnTo>
                      <a:pt x="162" y="106"/>
                    </a:lnTo>
                    <a:lnTo>
                      <a:pt x="190" y="101"/>
                    </a:lnTo>
                    <a:lnTo>
                      <a:pt x="195" y="95"/>
                    </a:lnTo>
                    <a:lnTo>
                      <a:pt x="200" y="83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5" name=""/>
              <p:cNvSpPr/>
              <p:nvPr/>
            </p:nvSpPr>
            <p:spPr>
              <a:xfrm rot="0">
                <a:off x="1613" y="3440"/>
                <a:ext cx="530" cy="5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6" name=""/>
              <p:cNvSpPr/>
              <p:nvPr/>
            </p:nvSpPr>
            <p:spPr>
              <a:xfrm rot="0">
                <a:off x="1521" y="3887"/>
                <a:ext cx="54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7" name=""/>
              <p:cNvSpPr/>
              <p:nvPr/>
            </p:nvSpPr>
            <p:spPr>
              <a:xfrm rot="0" flipV="1">
                <a:off x="2063" y="3284"/>
                <a:ext cx="1" cy="60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8" name=""/>
              <p:cNvSpPr/>
              <p:nvPr/>
            </p:nvSpPr>
            <p:spPr>
              <a:xfrm rot="0">
                <a:off x="4153" y="3445"/>
                <a:ext cx="454" cy="45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59" name=""/>
              <p:cNvSpPr/>
              <p:nvPr/>
            </p:nvSpPr>
            <p:spPr>
              <a:xfrm rot="0">
                <a:off x="3812" y="3706"/>
                <a:ext cx="60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60" name=""/>
              <p:cNvSpPr/>
              <p:nvPr/>
            </p:nvSpPr>
            <p:spPr>
              <a:xfrm rot="0" flipV="1">
                <a:off x="4413" y="3225"/>
                <a:ext cx="1" cy="48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61" name=""/>
              <p:cNvSpPr/>
              <p:nvPr/>
            </p:nvSpPr>
            <p:spPr>
              <a:xfrm rot="0">
                <a:off x="406" y="4035"/>
                <a:ext cx="4904" cy="14"/>
              </a:xfrm>
              <a:custGeom>
                <a:avLst/>
                <a:ahLst/>
                <a:rect l="0" t="0" r="r" b="b"/>
                <a:pathLst>
                  <a:path w="19616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19616" y="55"/>
                    </a:lnTo>
                    <a:lnTo>
                      <a:pt x="19616" y="28"/>
                    </a:lnTo>
                    <a:lnTo>
                      <a:pt x="19616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62" name=""/>
              <p:cNvSpPr/>
              <p:nvPr/>
            </p:nvSpPr>
            <p:spPr>
              <a:xfrm rot="0">
                <a:off x="406" y="4035"/>
                <a:ext cx="4904" cy="14"/>
              </a:xfrm>
              <a:custGeom>
                <a:avLst/>
                <a:ahLst/>
                <a:rect l="0" t="0" r="r" b="b"/>
                <a:pathLst>
                  <a:path w="19616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19616" y="55"/>
                    </a:lnTo>
                    <a:lnTo>
                      <a:pt x="19616" y="28"/>
                    </a:lnTo>
                    <a:lnTo>
                      <a:pt x="19616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63" name=""/>
              <p:cNvSpPr/>
              <p:nvPr/>
            </p:nvSpPr>
            <p:spPr>
              <a:xfrm rot="0">
                <a:off x="5310" y="4042"/>
                <a:ext cx="7" cy="7"/>
              </a:xfrm>
              <a:custGeom>
                <a:avLst/>
                <a:ahLst/>
                <a:rect l="0" t="0" r="r" b="b"/>
                <a:pathLst>
                  <a:path w="28" h="27">
                    <a:moveTo>
                      <a:pt x="0" y="0"/>
                    </a:moveTo>
                    <a:lnTo>
                      <a:pt x="0" y="27"/>
                    </a:lnTo>
                    <a:lnTo>
                      <a:pt x="5" y="27"/>
                    </a:lnTo>
                    <a:lnTo>
                      <a:pt x="9" y="26"/>
                    </a:lnTo>
                    <a:lnTo>
                      <a:pt x="13" y="25"/>
                    </a:lnTo>
                    <a:lnTo>
                      <a:pt x="17" y="23"/>
                    </a:lnTo>
                    <a:lnTo>
                      <a:pt x="20" y="20"/>
                    </a:lnTo>
                    <a:lnTo>
                      <a:pt x="23" y="17"/>
                    </a:lnTo>
                    <a:lnTo>
                      <a:pt x="25" y="13"/>
                    </a:lnTo>
                    <a:lnTo>
                      <a:pt x="26" y="9"/>
                    </a:lnTo>
                    <a:lnTo>
                      <a:pt x="27" y="5"/>
                    </a:lnTo>
                    <a:lnTo>
                      <a:pt x="2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64" name=""/>
              <p:cNvSpPr/>
              <p:nvPr/>
            </p:nvSpPr>
            <p:spPr>
              <a:xfrm rot="0">
                <a:off x="5310" y="4042"/>
                <a:ext cx="7" cy="7"/>
              </a:xfrm>
              <a:custGeom>
                <a:avLst/>
                <a:ahLst/>
                <a:rect l="0" t="0" r="r" b="b"/>
                <a:pathLst>
                  <a:path w="28" h="27">
                    <a:moveTo>
                      <a:pt x="0" y="27"/>
                    </a:moveTo>
                    <a:lnTo>
                      <a:pt x="5" y="27"/>
                    </a:lnTo>
                    <a:lnTo>
                      <a:pt x="9" y="26"/>
                    </a:lnTo>
                    <a:lnTo>
                      <a:pt x="13" y="25"/>
                    </a:lnTo>
                    <a:lnTo>
                      <a:pt x="17" y="23"/>
                    </a:lnTo>
                    <a:lnTo>
                      <a:pt x="20" y="20"/>
                    </a:lnTo>
                    <a:lnTo>
                      <a:pt x="23" y="17"/>
                    </a:lnTo>
                    <a:lnTo>
                      <a:pt x="25" y="13"/>
                    </a:lnTo>
                    <a:lnTo>
                      <a:pt x="26" y="9"/>
                    </a:lnTo>
                    <a:lnTo>
                      <a:pt x="27" y="5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65" name=""/>
              <p:cNvSpPr/>
              <p:nvPr/>
            </p:nvSpPr>
            <p:spPr>
              <a:xfrm rot="0">
                <a:off x="5304" y="695"/>
                <a:ext cx="13" cy="3347"/>
              </a:xfrm>
              <a:custGeom>
                <a:avLst/>
                <a:ahLst/>
                <a:rect l="0" t="0" r="r" b="b"/>
                <a:pathLst>
                  <a:path w="55" h="13389">
                    <a:moveTo>
                      <a:pt x="0" y="13389"/>
                    </a:moveTo>
                    <a:lnTo>
                      <a:pt x="27" y="13389"/>
                    </a:lnTo>
                    <a:lnTo>
                      <a:pt x="55" y="13389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338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66" name=""/>
              <p:cNvSpPr/>
              <p:nvPr/>
            </p:nvSpPr>
            <p:spPr>
              <a:xfrm rot="0">
                <a:off x="5304" y="695"/>
                <a:ext cx="13" cy="3347"/>
              </a:xfrm>
              <a:custGeom>
                <a:avLst/>
                <a:ahLst/>
                <a:rect l="0" t="0" r="r" b="b"/>
                <a:pathLst>
                  <a:path w="55" h="13389">
                    <a:moveTo>
                      <a:pt x="0" y="13389"/>
                    </a:moveTo>
                    <a:lnTo>
                      <a:pt x="27" y="13389"/>
                    </a:lnTo>
                    <a:lnTo>
                      <a:pt x="55" y="13389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338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67" name=""/>
              <p:cNvSpPr/>
              <p:nvPr/>
            </p:nvSpPr>
            <p:spPr>
              <a:xfrm rot="0">
                <a:off x="5310" y="688"/>
                <a:ext cx="7" cy="7"/>
              </a:xfrm>
              <a:custGeom>
                <a:avLst/>
                <a:ahLst/>
                <a:rect l="0" t="0" r="r" b="b"/>
                <a:pathLst>
                  <a:path w="28" h="28">
                    <a:moveTo>
                      <a:pt x="0" y="28"/>
                    </a:moveTo>
                    <a:lnTo>
                      <a:pt x="28" y="28"/>
                    </a:lnTo>
                    <a:lnTo>
                      <a:pt x="27" y="24"/>
                    </a:lnTo>
                    <a:lnTo>
                      <a:pt x="26" y="20"/>
                    </a:lnTo>
                    <a:lnTo>
                      <a:pt x="25" y="15"/>
                    </a:lnTo>
                    <a:lnTo>
                      <a:pt x="23" y="12"/>
                    </a:lnTo>
                    <a:lnTo>
                      <a:pt x="20" y="9"/>
                    </a:lnTo>
                    <a:lnTo>
                      <a:pt x="17" y="6"/>
                    </a:lnTo>
                    <a:lnTo>
                      <a:pt x="13" y="3"/>
                    </a:lnTo>
                    <a:lnTo>
                      <a:pt x="9" y="2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68" name=""/>
              <p:cNvSpPr/>
              <p:nvPr/>
            </p:nvSpPr>
            <p:spPr>
              <a:xfrm rot="0">
                <a:off x="5310" y="688"/>
                <a:ext cx="7" cy="7"/>
              </a:xfrm>
              <a:custGeom>
                <a:avLst/>
                <a:ahLst/>
                <a:rect l="0" t="0" r="r" b="b"/>
                <a:pathLst>
                  <a:path w="28" h="28">
                    <a:moveTo>
                      <a:pt x="28" y="28"/>
                    </a:moveTo>
                    <a:lnTo>
                      <a:pt x="27" y="24"/>
                    </a:lnTo>
                    <a:lnTo>
                      <a:pt x="26" y="20"/>
                    </a:lnTo>
                    <a:lnTo>
                      <a:pt x="25" y="15"/>
                    </a:lnTo>
                    <a:lnTo>
                      <a:pt x="23" y="12"/>
                    </a:lnTo>
                    <a:lnTo>
                      <a:pt x="20" y="9"/>
                    </a:lnTo>
                    <a:lnTo>
                      <a:pt x="17" y="6"/>
                    </a:lnTo>
                    <a:lnTo>
                      <a:pt x="13" y="3"/>
                    </a:lnTo>
                    <a:lnTo>
                      <a:pt x="9" y="2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69" name=""/>
              <p:cNvSpPr/>
              <p:nvPr/>
            </p:nvSpPr>
            <p:spPr>
              <a:xfrm rot="0">
                <a:off x="406" y="688"/>
                <a:ext cx="4904" cy="13"/>
              </a:xfrm>
              <a:custGeom>
                <a:avLst/>
                <a:ahLst/>
                <a:rect l="0" t="0" r="r" b="b"/>
                <a:pathLst>
                  <a:path w="19616" h="55">
                    <a:moveTo>
                      <a:pt x="19616" y="55"/>
                    </a:moveTo>
                    <a:lnTo>
                      <a:pt x="19616" y="28"/>
                    </a:lnTo>
                    <a:lnTo>
                      <a:pt x="19616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5"/>
                    </a:lnTo>
                    <a:lnTo>
                      <a:pt x="19616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70" name=""/>
              <p:cNvSpPr/>
              <p:nvPr/>
            </p:nvSpPr>
            <p:spPr>
              <a:xfrm rot="0">
                <a:off x="406" y="688"/>
                <a:ext cx="4904" cy="13"/>
              </a:xfrm>
              <a:custGeom>
                <a:avLst/>
                <a:ahLst/>
                <a:rect l="0" t="0" r="r" b="b"/>
                <a:pathLst>
                  <a:path w="19616" h="55">
                    <a:moveTo>
                      <a:pt x="19616" y="55"/>
                    </a:moveTo>
                    <a:lnTo>
                      <a:pt x="19616" y="28"/>
                    </a:lnTo>
                    <a:lnTo>
                      <a:pt x="19616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5"/>
                    </a:lnTo>
                    <a:lnTo>
                      <a:pt x="19616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71" name=""/>
              <p:cNvSpPr/>
              <p:nvPr/>
            </p:nvSpPr>
            <p:spPr>
              <a:xfrm rot="0">
                <a:off x="399" y="688"/>
                <a:ext cx="7" cy="7"/>
              </a:xfrm>
              <a:custGeom>
                <a:avLst/>
                <a:ahLst/>
                <a:rect l="0" t="0" r="r" b="b"/>
                <a:pathLst>
                  <a:path w="27" h="28">
                    <a:moveTo>
                      <a:pt x="27" y="28"/>
                    </a:moveTo>
                    <a:lnTo>
                      <a:pt x="27" y="0"/>
                    </a:lnTo>
                    <a:lnTo>
                      <a:pt x="22" y="1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2" y="15"/>
                    </a:lnTo>
                    <a:lnTo>
                      <a:pt x="1" y="20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72" name=""/>
              <p:cNvSpPr/>
              <p:nvPr/>
            </p:nvSpPr>
            <p:spPr>
              <a:xfrm rot="0">
                <a:off x="399" y="688"/>
                <a:ext cx="7" cy="7"/>
              </a:xfrm>
              <a:custGeom>
                <a:avLst/>
                <a:ahLst/>
                <a:rect l="0" t="0" r="r" b="b"/>
                <a:pathLst>
                  <a:path w="27" h="28">
                    <a:moveTo>
                      <a:pt x="27" y="0"/>
                    </a:moveTo>
                    <a:lnTo>
                      <a:pt x="22" y="1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2" y="15"/>
                    </a:lnTo>
                    <a:lnTo>
                      <a:pt x="1" y="20"/>
                    </a:lnTo>
                    <a:lnTo>
                      <a:pt x="0" y="24"/>
                    </a:lnTo>
                    <a:lnTo>
                      <a:pt x="0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73" name=""/>
              <p:cNvSpPr/>
              <p:nvPr/>
            </p:nvSpPr>
            <p:spPr>
              <a:xfrm rot="0">
                <a:off x="399" y="695"/>
                <a:ext cx="14" cy="3347"/>
              </a:xfrm>
              <a:custGeom>
                <a:avLst/>
                <a:ahLst/>
                <a:rect l="0" t="0" r="r" b="b"/>
                <a:pathLst>
                  <a:path w="55" h="13389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3389"/>
                    </a:lnTo>
                    <a:lnTo>
                      <a:pt x="27" y="13389"/>
                    </a:lnTo>
                    <a:lnTo>
                      <a:pt x="55" y="13389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74" name=""/>
              <p:cNvSpPr/>
              <p:nvPr/>
            </p:nvSpPr>
            <p:spPr>
              <a:xfrm rot="0">
                <a:off x="399" y="695"/>
                <a:ext cx="14" cy="3347"/>
              </a:xfrm>
              <a:custGeom>
                <a:avLst/>
                <a:ahLst/>
                <a:rect l="0" t="0" r="r" b="b"/>
                <a:pathLst>
                  <a:path w="55" h="13389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3389"/>
                    </a:lnTo>
                    <a:lnTo>
                      <a:pt x="27" y="13389"/>
                    </a:lnTo>
                    <a:lnTo>
                      <a:pt x="55" y="13389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75" name=""/>
              <p:cNvSpPr/>
              <p:nvPr/>
            </p:nvSpPr>
            <p:spPr>
              <a:xfrm rot="0">
                <a:off x="399" y="4042"/>
                <a:ext cx="7" cy="7"/>
              </a:xfrm>
              <a:custGeom>
                <a:avLst/>
                <a:ahLst/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7" y="20"/>
                    </a:lnTo>
                    <a:lnTo>
                      <a:pt x="11" y="23"/>
                    </a:lnTo>
                    <a:lnTo>
                      <a:pt x="14" y="25"/>
                    </a:lnTo>
                    <a:lnTo>
                      <a:pt x="18" y="26"/>
                    </a:lnTo>
                    <a:lnTo>
                      <a:pt x="22" y="27"/>
                    </a:lnTo>
                    <a:lnTo>
                      <a:pt x="27" y="27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476" name=""/>
              <p:cNvSpPr/>
              <p:nvPr/>
            </p:nvSpPr>
            <p:spPr>
              <a:xfrm rot="0">
                <a:off x="399" y="4042"/>
                <a:ext cx="7" cy="7"/>
              </a:xfrm>
              <a:custGeom>
                <a:avLst/>
                <a:ahLst/>
                <a:rect l="0" t="0" r="r" b="b"/>
                <a:pathLst>
                  <a:path w="27" h="27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7" y="20"/>
                    </a:lnTo>
                    <a:lnTo>
                      <a:pt x="11" y="23"/>
                    </a:lnTo>
                    <a:lnTo>
                      <a:pt x="14" y="25"/>
                    </a:lnTo>
                    <a:lnTo>
                      <a:pt x="18" y="26"/>
                    </a:lnTo>
                    <a:lnTo>
                      <a:pt x="22" y="27"/>
                    </a:lnTo>
                    <a:lnTo>
                      <a:pt x="27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77" name=""/>
              <p:cNvSpPr/>
              <p:nvPr/>
            </p:nvSpPr>
            <p:spPr>
              <a:xfrm rot="0" flipV="1">
                <a:off x="2610" y="591"/>
                <a:ext cx="24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78" name=""/>
              <p:cNvSpPr/>
              <p:nvPr/>
            </p:nvSpPr>
            <p:spPr>
              <a:xfrm rot="0" flipH="1">
                <a:off x="2610" y="617"/>
                <a:ext cx="22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79" name=""/>
              <p:cNvSpPr/>
              <p:nvPr/>
            </p:nvSpPr>
            <p:spPr>
              <a:xfrm rot="0" flipV="1">
                <a:off x="2608" y="641"/>
                <a:ext cx="28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0" name=""/>
              <p:cNvSpPr/>
              <p:nvPr/>
            </p:nvSpPr>
            <p:spPr>
              <a:xfrm rot="0" flipV="1">
                <a:off x="2623" y="594"/>
                <a:ext cx="1" cy="5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1" name=""/>
              <p:cNvSpPr/>
              <p:nvPr/>
            </p:nvSpPr>
            <p:spPr>
              <a:xfrm rot="0" flipV="1">
                <a:off x="2652" y="590"/>
                <a:ext cx="18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2" name=""/>
              <p:cNvSpPr/>
              <p:nvPr/>
            </p:nvSpPr>
            <p:spPr>
              <a:xfrm rot="0">
                <a:off x="2661" y="592"/>
                <a:ext cx="1" cy="7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3" name=""/>
              <p:cNvSpPr/>
              <p:nvPr/>
            </p:nvSpPr>
            <p:spPr>
              <a:xfrm rot="0" flipH="1">
                <a:off x="2641" y="662"/>
                <a:ext cx="3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4" name=""/>
              <p:cNvSpPr/>
              <p:nvPr/>
            </p:nvSpPr>
            <p:spPr>
              <a:xfrm rot="0" flipV="1">
                <a:off x="2651" y="623"/>
                <a:ext cx="19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5" name=""/>
              <p:cNvSpPr/>
              <p:nvPr/>
            </p:nvSpPr>
            <p:spPr>
              <a:xfrm rot="0" flipH="1">
                <a:off x="2634" y="605"/>
                <a:ext cx="3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6" name=""/>
              <p:cNvSpPr/>
              <p:nvPr/>
            </p:nvSpPr>
            <p:spPr>
              <a:xfrm rot="0">
                <a:off x="2625" y="570"/>
                <a:ext cx="21" cy="107"/>
              </a:xfrm>
              <a:custGeom>
                <a:avLst/>
                <a:ahLst/>
                <a:rect l="0" t="0" r="r" b="b"/>
                <a:pathLst>
                  <a:path w="83" h="428">
                    <a:moveTo>
                      <a:pt x="83" y="0"/>
                    </a:moveTo>
                    <a:lnTo>
                      <a:pt x="73" y="211"/>
                    </a:lnTo>
                    <a:lnTo>
                      <a:pt x="48" y="344"/>
                    </a:lnTo>
                    <a:lnTo>
                      <a:pt x="0" y="4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7" name=""/>
              <p:cNvSpPr/>
              <p:nvPr/>
            </p:nvSpPr>
            <p:spPr>
              <a:xfrm rot="0" flipV="1">
                <a:off x="2690" y="635"/>
                <a:ext cx="17" cy="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8" name=""/>
              <p:cNvSpPr/>
              <p:nvPr/>
            </p:nvSpPr>
            <p:spPr>
              <a:xfrm rot="0" flipV="1">
                <a:off x="2686" y="652"/>
                <a:ext cx="21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89" name=""/>
              <p:cNvSpPr/>
              <p:nvPr/>
            </p:nvSpPr>
            <p:spPr>
              <a:xfrm rot="0" flipH="1">
                <a:off x="2689" y="575"/>
                <a:ext cx="14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0" name=""/>
              <p:cNvSpPr/>
              <p:nvPr/>
            </p:nvSpPr>
            <p:spPr>
              <a:xfrm rot="0" flipH="1">
                <a:off x="2692" y="601"/>
                <a:ext cx="20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1" name=""/>
              <p:cNvSpPr/>
              <p:nvPr/>
            </p:nvSpPr>
            <p:spPr>
              <a:xfrm rot="0" flipV="1">
                <a:off x="2686" y="608"/>
                <a:ext cx="21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2" name=""/>
              <p:cNvSpPr/>
              <p:nvPr/>
            </p:nvSpPr>
            <p:spPr>
              <a:xfrm rot="0" flipV="1">
                <a:off x="2716" y="582"/>
                <a:ext cx="24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3" name=""/>
              <p:cNvSpPr/>
              <p:nvPr/>
            </p:nvSpPr>
            <p:spPr>
              <a:xfrm rot="0" flipH="1">
                <a:off x="2733" y="580"/>
                <a:ext cx="10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4" name=""/>
              <p:cNvSpPr/>
              <p:nvPr/>
            </p:nvSpPr>
            <p:spPr>
              <a:xfrm rot="0" flipV="1">
                <a:off x="2730" y="614"/>
                <a:ext cx="1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5" name=""/>
              <p:cNvSpPr/>
              <p:nvPr/>
            </p:nvSpPr>
            <p:spPr>
              <a:xfrm rot="0">
                <a:off x="2713" y="612"/>
                <a:ext cx="32" cy="66"/>
              </a:xfrm>
              <a:custGeom>
                <a:avLst/>
                <a:ahLst/>
                <a:rect l="0" t="0" r="r" b="b"/>
                <a:pathLst>
                  <a:path w="127" h="266">
                    <a:moveTo>
                      <a:pt x="127" y="0"/>
                    </a:moveTo>
                    <a:lnTo>
                      <a:pt x="83" y="152"/>
                    </a:lnTo>
                    <a:lnTo>
                      <a:pt x="0" y="2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6" name=""/>
              <p:cNvSpPr/>
              <p:nvPr/>
            </p:nvSpPr>
            <p:spPr>
              <a:xfrm rot="0">
                <a:off x="2701" y="587"/>
                <a:ext cx="25" cy="90"/>
              </a:xfrm>
              <a:custGeom>
                <a:avLst/>
                <a:ahLst/>
                <a:rect l="0" t="0" r="r" b="b"/>
                <a:pathLst>
                  <a:path w="98" h="359">
                    <a:moveTo>
                      <a:pt x="98" y="0"/>
                    </a:moveTo>
                    <a:lnTo>
                      <a:pt x="69" y="206"/>
                    </a:lnTo>
                    <a:lnTo>
                      <a:pt x="40" y="294"/>
                    </a:lnTo>
                    <a:lnTo>
                      <a:pt x="0" y="3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7" name=""/>
              <p:cNvSpPr/>
              <p:nvPr/>
            </p:nvSpPr>
            <p:spPr>
              <a:xfrm rot="0">
                <a:off x="2723" y="623"/>
                <a:ext cx="31" cy="53"/>
              </a:xfrm>
              <a:custGeom>
                <a:avLst/>
                <a:ahLst/>
                <a:rect l="0" t="0" r="r" b="b"/>
                <a:pathLst>
                  <a:path w="123" h="212">
                    <a:moveTo>
                      <a:pt x="0" y="0"/>
                    </a:moveTo>
                    <a:lnTo>
                      <a:pt x="88" y="212"/>
                    </a:lnTo>
                    <a:lnTo>
                      <a:pt x="123" y="21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8" name=""/>
              <p:cNvSpPr/>
              <p:nvPr/>
            </p:nvSpPr>
            <p:spPr>
              <a:xfrm rot="0" flipV="1">
                <a:off x="3262" y="637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499" name=""/>
              <p:cNvSpPr/>
              <p:nvPr/>
            </p:nvSpPr>
            <p:spPr>
              <a:xfrm rot="0" flipV="1">
                <a:off x="3275" y="571"/>
                <a:ext cx="1" cy="9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0" name=""/>
              <p:cNvSpPr/>
              <p:nvPr/>
            </p:nvSpPr>
            <p:spPr>
              <a:xfrm rot="0" flipV="1">
                <a:off x="3250" y="667"/>
                <a:ext cx="46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1" name=""/>
              <p:cNvSpPr/>
              <p:nvPr/>
            </p:nvSpPr>
            <p:spPr>
              <a:xfrm rot="0" flipV="1">
                <a:off x="3262" y="611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2" name=""/>
              <p:cNvSpPr/>
              <p:nvPr/>
            </p:nvSpPr>
            <p:spPr>
              <a:xfrm rot="0">
                <a:off x="3256" y="589"/>
                <a:ext cx="9" cy="45"/>
              </a:xfrm>
              <a:custGeom>
                <a:avLst/>
                <a:ahLst/>
                <a:rect l="0" t="0" r="r" b="b"/>
                <a:pathLst>
                  <a:path w="39" h="182">
                    <a:moveTo>
                      <a:pt x="39" y="0"/>
                    </a:moveTo>
                    <a:lnTo>
                      <a:pt x="24" y="104"/>
                    </a:lnTo>
                    <a:lnTo>
                      <a:pt x="0" y="1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3" name=""/>
              <p:cNvSpPr/>
              <p:nvPr/>
            </p:nvSpPr>
            <p:spPr>
              <a:xfrm rot="0" flipH="1" flipV="1">
                <a:off x="3235" y="635"/>
                <a:ext cx="19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4" name=""/>
              <p:cNvSpPr/>
              <p:nvPr/>
            </p:nvSpPr>
            <p:spPr>
              <a:xfrm rot="0" flipV="1">
                <a:off x="3227" y="608"/>
                <a:ext cx="2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5" name=""/>
              <p:cNvSpPr/>
              <p:nvPr/>
            </p:nvSpPr>
            <p:spPr>
              <a:xfrm rot="0">
                <a:off x="3230" y="601"/>
                <a:ext cx="26" cy="74"/>
              </a:xfrm>
              <a:custGeom>
                <a:avLst/>
                <a:ahLst/>
                <a:rect l="0" t="0" r="r" b="b"/>
                <a:pathLst>
                  <a:path w="103" h="294">
                    <a:moveTo>
                      <a:pt x="103" y="0"/>
                    </a:moveTo>
                    <a:lnTo>
                      <a:pt x="64" y="177"/>
                    </a:lnTo>
                    <a:lnTo>
                      <a:pt x="0" y="29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6" name=""/>
              <p:cNvSpPr/>
              <p:nvPr/>
            </p:nvSpPr>
            <p:spPr>
              <a:xfrm rot="0" flipH="1">
                <a:off x="3236" y="571"/>
                <a:ext cx="11" cy="6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7" name=""/>
              <p:cNvSpPr/>
              <p:nvPr/>
            </p:nvSpPr>
            <p:spPr>
              <a:xfrm rot="0" flipH="1">
                <a:off x="3318" y="573"/>
                <a:ext cx="35" cy="4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8" name=""/>
              <p:cNvSpPr/>
              <p:nvPr/>
            </p:nvSpPr>
            <p:spPr>
              <a:xfrm rot="0" flipV="1">
                <a:off x="3338" y="592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09" name=""/>
              <p:cNvSpPr/>
              <p:nvPr/>
            </p:nvSpPr>
            <p:spPr>
              <a:xfrm rot="0" flipH="1">
                <a:off x="3308" y="635"/>
                <a:ext cx="25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0" name=""/>
              <p:cNvSpPr/>
              <p:nvPr/>
            </p:nvSpPr>
            <p:spPr>
              <a:xfrm rot="0">
                <a:off x="3336" y="633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1" name=""/>
              <p:cNvSpPr/>
              <p:nvPr/>
            </p:nvSpPr>
            <p:spPr>
              <a:xfrm rot="0" flipV="1">
                <a:off x="3336" y="666"/>
                <a:ext cx="3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2" name=""/>
              <p:cNvSpPr/>
              <p:nvPr/>
            </p:nvSpPr>
            <p:spPr>
              <a:xfrm rot="0" flipV="1">
                <a:off x="3365" y="634"/>
                <a:ext cx="2" cy="3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3" name=""/>
              <p:cNvSpPr/>
              <p:nvPr/>
            </p:nvSpPr>
            <p:spPr>
              <a:xfrm rot="0">
                <a:off x="3332" y="602"/>
                <a:ext cx="9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4" name=""/>
              <p:cNvSpPr/>
              <p:nvPr/>
            </p:nvSpPr>
            <p:spPr>
              <a:xfrm rot="0">
                <a:off x="3333" y="589"/>
                <a:ext cx="37" cy="46"/>
              </a:xfrm>
              <a:custGeom>
                <a:avLst/>
                <a:ahLst/>
                <a:rect l="0" t="0" r="r" b="b"/>
                <a:pathLst>
                  <a:path w="147" h="188">
                    <a:moveTo>
                      <a:pt x="147" y="0"/>
                    </a:moveTo>
                    <a:lnTo>
                      <a:pt x="68" y="119"/>
                    </a:lnTo>
                    <a:lnTo>
                      <a:pt x="0" y="18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5" name=""/>
              <p:cNvSpPr/>
              <p:nvPr/>
            </p:nvSpPr>
            <p:spPr>
              <a:xfrm rot="0" flipV="1">
                <a:off x="3336" y="637"/>
                <a:ext cx="30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6" name=""/>
              <p:cNvSpPr/>
              <p:nvPr/>
            </p:nvSpPr>
            <p:spPr>
              <a:xfrm rot="0">
                <a:off x="3932" y="566"/>
                <a:ext cx="4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7" name=""/>
              <p:cNvSpPr/>
              <p:nvPr/>
            </p:nvSpPr>
            <p:spPr>
              <a:xfrm rot="0" flipH="1">
                <a:off x="3907" y="594"/>
                <a:ext cx="3" cy="2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8" name=""/>
              <p:cNvSpPr/>
              <p:nvPr/>
            </p:nvSpPr>
            <p:spPr>
              <a:xfrm rot="0" flipV="1">
                <a:off x="3909" y="600"/>
                <a:ext cx="53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19" name=""/>
              <p:cNvSpPr/>
              <p:nvPr/>
            </p:nvSpPr>
            <p:spPr>
              <a:xfrm rot="0" flipH="1">
                <a:off x="3958" y="595"/>
                <a:ext cx="6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0" name=""/>
              <p:cNvSpPr/>
              <p:nvPr/>
            </p:nvSpPr>
            <p:spPr>
              <a:xfrm rot="0" flipH="1" flipV="1">
                <a:off x="3925" y="662"/>
                <a:ext cx="11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1" name=""/>
              <p:cNvSpPr/>
              <p:nvPr/>
            </p:nvSpPr>
            <p:spPr>
              <a:xfrm rot="0" flipH="1">
                <a:off x="3936" y="610"/>
                <a:ext cx="13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2" name=""/>
              <p:cNvSpPr/>
              <p:nvPr/>
            </p:nvSpPr>
            <p:spPr>
              <a:xfrm rot="0">
                <a:off x="3936" y="627"/>
                <a:ext cx="2" cy="54"/>
              </a:xfrm>
              <a:custGeom>
                <a:avLst/>
                <a:ahLst/>
                <a:rect l="0" t="0" r="r" b="b"/>
                <a:pathLst>
                  <a:path w="9" h="216">
                    <a:moveTo>
                      <a:pt x="0" y="0"/>
                    </a:moveTo>
                    <a:lnTo>
                      <a:pt x="9" y="59"/>
                    </a:lnTo>
                    <a:lnTo>
                      <a:pt x="9" y="182"/>
                    </a:lnTo>
                    <a:lnTo>
                      <a:pt x="0" y="21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3" name=""/>
              <p:cNvSpPr/>
              <p:nvPr/>
            </p:nvSpPr>
            <p:spPr>
              <a:xfrm rot="0" flipV="1">
                <a:off x="3907" y="635"/>
                <a:ext cx="59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4" name=""/>
              <p:cNvSpPr/>
              <p:nvPr/>
            </p:nvSpPr>
            <p:spPr>
              <a:xfrm rot="0">
                <a:off x="3916" y="571"/>
                <a:ext cx="6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5" name=""/>
              <p:cNvSpPr/>
              <p:nvPr/>
            </p:nvSpPr>
            <p:spPr>
              <a:xfrm rot="0" flipH="1">
                <a:off x="3946" y="566"/>
                <a:ext cx="9" cy="3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6" name=""/>
              <p:cNvSpPr/>
              <p:nvPr/>
            </p:nvSpPr>
            <p:spPr>
              <a:xfrm rot="0" flipH="1">
                <a:off x="3920" y="614"/>
                <a:ext cx="2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7" name=""/>
              <p:cNvSpPr/>
              <p:nvPr/>
            </p:nvSpPr>
            <p:spPr>
              <a:xfrm rot="0">
                <a:off x="4001" y="569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8" name=""/>
              <p:cNvSpPr/>
              <p:nvPr/>
            </p:nvSpPr>
            <p:spPr>
              <a:xfrm rot="0" flipV="1">
                <a:off x="4001" y="576"/>
                <a:ext cx="3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29" name=""/>
              <p:cNvSpPr/>
              <p:nvPr/>
            </p:nvSpPr>
            <p:spPr>
              <a:xfrm rot="0" flipH="1">
                <a:off x="4031" y="571"/>
                <a:ext cx="2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0" name=""/>
              <p:cNvSpPr/>
              <p:nvPr/>
            </p:nvSpPr>
            <p:spPr>
              <a:xfrm rot="0" flipH="1">
                <a:off x="4001" y="601"/>
                <a:ext cx="3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1" name=""/>
              <p:cNvSpPr/>
              <p:nvPr/>
            </p:nvSpPr>
            <p:spPr>
              <a:xfrm rot="0" flipV="1">
                <a:off x="3983" y="614"/>
                <a:ext cx="6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2" name=""/>
              <p:cNvSpPr/>
              <p:nvPr/>
            </p:nvSpPr>
            <p:spPr>
              <a:xfrm rot="0" flipH="1">
                <a:off x="4001" y="618"/>
                <a:ext cx="5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3" name=""/>
              <p:cNvSpPr/>
              <p:nvPr/>
            </p:nvSpPr>
            <p:spPr>
              <a:xfrm rot="0">
                <a:off x="4009" y="632"/>
                <a:ext cx="25" cy="50"/>
              </a:xfrm>
              <a:custGeom>
                <a:avLst/>
                <a:ahLst/>
                <a:rect l="0" t="0" r="r" b="b"/>
                <a:pathLst>
                  <a:path w="104" h="202">
                    <a:moveTo>
                      <a:pt x="104" y="0"/>
                    </a:moveTo>
                    <a:lnTo>
                      <a:pt x="44" y="202"/>
                    </a:lnTo>
                    <a:lnTo>
                      <a:pt x="0" y="1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4" name=""/>
              <p:cNvSpPr/>
              <p:nvPr/>
            </p:nvSpPr>
            <p:spPr>
              <a:xfrm rot="0" flipH="1">
                <a:off x="3999" y="635"/>
                <a:ext cx="3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5" name=""/>
              <p:cNvSpPr/>
              <p:nvPr/>
            </p:nvSpPr>
            <p:spPr>
              <a:xfrm rot="0">
                <a:off x="4587" y="592"/>
                <a:ext cx="1" cy="8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6" name=""/>
              <p:cNvSpPr/>
              <p:nvPr/>
            </p:nvSpPr>
            <p:spPr>
              <a:xfrm rot="0" flipH="1">
                <a:off x="4572" y="571"/>
                <a:ext cx="26" cy="4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7" name=""/>
              <p:cNvSpPr/>
              <p:nvPr/>
            </p:nvSpPr>
            <p:spPr>
              <a:xfrm rot="0" flipV="1">
                <a:off x="4594" y="622"/>
                <a:ext cx="48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8" name=""/>
              <p:cNvSpPr/>
              <p:nvPr/>
            </p:nvSpPr>
            <p:spPr>
              <a:xfrm rot="0" flipV="1">
                <a:off x="4597" y="661"/>
                <a:ext cx="42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39" name=""/>
              <p:cNvSpPr/>
              <p:nvPr/>
            </p:nvSpPr>
            <p:spPr>
              <a:xfrm rot="0" flipV="1">
                <a:off x="4618" y="592"/>
                <a:ext cx="1" cy="7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0" name=""/>
              <p:cNvSpPr/>
              <p:nvPr/>
            </p:nvSpPr>
            <p:spPr>
              <a:xfrm rot="0" flipH="1">
                <a:off x="4598" y="581"/>
                <a:ext cx="34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1" name=""/>
              <p:cNvSpPr/>
              <p:nvPr/>
            </p:nvSpPr>
            <p:spPr>
              <a:xfrm rot="0">
                <a:off x="4701" y="628"/>
                <a:ext cx="13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2" name=""/>
              <p:cNvSpPr/>
              <p:nvPr/>
            </p:nvSpPr>
            <p:spPr>
              <a:xfrm rot="0">
                <a:off x="4698" y="581"/>
                <a:ext cx="1" cy="10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3" name=""/>
              <p:cNvSpPr/>
              <p:nvPr/>
            </p:nvSpPr>
            <p:spPr>
              <a:xfrm rot="0">
                <a:off x="4714" y="662"/>
                <a:ext cx="1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4" name=""/>
              <p:cNvSpPr/>
              <p:nvPr/>
            </p:nvSpPr>
            <p:spPr>
              <a:xfrm rot="0">
                <a:off x="4668" y="627"/>
                <a:ext cx="27" cy="45"/>
              </a:xfrm>
              <a:custGeom>
                <a:avLst/>
                <a:ahLst/>
                <a:rect l="0" t="0" r="r" b="b"/>
                <a:pathLst>
                  <a:path w="108" h="182">
                    <a:moveTo>
                      <a:pt x="108" y="0"/>
                    </a:moveTo>
                    <a:lnTo>
                      <a:pt x="75" y="83"/>
                    </a:lnTo>
                    <a:lnTo>
                      <a:pt x="0" y="1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5" name=""/>
              <p:cNvSpPr/>
              <p:nvPr/>
            </p:nvSpPr>
            <p:spPr>
              <a:xfrm rot="0" flipV="1">
                <a:off x="4689" y="594"/>
                <a:ext cx="1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6" name=""/>
              <p:cNvSpPr/>
              <p:nvPr/>
            </p:nvSpPr>
            <p:spPr>
              <a:xfrm rot="0" flipV="1">
                <a:off x="4684" y="610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7" name=""/>
              <p:cNvSpPr/>
              <p:nvPr/>
            </p:nvSpPr>
            <p:spPr>
              <a:xfrm rot="0" flipH="1">
                <a:off x="4710" y="575"/>
                <a:ext cx="4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8" name=""/>
              <p:cNvSpPr/>
              <p:nvPr/>
            </p:nvSpPr>
            <p:spPr>
              <a:xfrm rot="0">
                <a:off x="4684" y="574"/>
                <a:ext cx="1" cy="4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49" name=""/>
              <p:cNvSpPr/>
              <p:nvPr/>
            </p:nvSpPr>
            <p:spPr>
              <a:xfrm rot="0" flipV="1">
                <a:off x="4653" y="610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0" name=""/>
              <p:cNvSpPr/>
              <p:nvPr/>
            </p:nvSpPr>
            <p:spPr>
              <a:xfrm rot="0" flipH="1">
                <a:off x="4667" y="606"/>
                <a:ext cx="2" cy="5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1" name=""/>
              <p:cNvSpPr/>
              <p:nvPr/>
            </p:nvSpPr>
            <p:spPr>
              <a:xfrm rot="0">
                <a:off x="4663" y="575"/>
                <a:ext cx="10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2" name=""/>
              <p:cNvSpPr/>
              <p:nvPr/>
            </p:nvSpPr>
            <p:spPr>
              <a:xfrm rot="0" flipV="1">
                <a:off x="4666" y="644"/>
                <a:ext cx="13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3" name=""/>
              <p:cNvSpPr/>
              <p:nvPr/>
            </p:nvSpPr>
            <p:spPr>
              <a:xfrm rot="0" flipV="1">
                <a:off x="4684" y="577"/>
                <a:ext cx="28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4" name=""/>
              <p:cNvSpPr/>
              <p:nvPr/>
            </p:nvSpPr>
            <p:spPr>
              <a:xfrm rot="0" flipH="1">
                <a:off x="4677" y="625"/>
                <a:ext cx="4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5" name=""/>
              <p:cNvSpPr/>
              <p:nvPr/>
            </p:nvSpPr>
            <p:spPr>
              <a:xfrm rot="0" flipV="1">
                <a:off x="4753" y="591"/>
                <a:ext cx="32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6" name=""/>
              <p:cNvSpPr/>
              <p:nvPr/>
            </p:nvSpPr>
            <p:spPr>
              <a:xfrm rot="0" flipV="1">
                <a:off x="4737" y="614"/>
                <a:ext cx="68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7" name=""/>
              <p:cNvSpPr/>
              <p:nvPr/>
            </p:nvSpPr>
            <p:spPr>
              <a:xfrm rot="0" flipV="1">
                <a:off x="4770" y="568"/>
                <a:ext cx="1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8" name=""/>
              <p:cNvSpPr/>
              <p:nvPr/>
            </p:nvSpPr>
            <p:spPr>
              <a:xfrm rot="0" flipH="1">
                <a:off x="4778" y="580"/>
                <a:ext cx="17" cy="3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59" name=""/>
              <p:cNvSpPr/>
              <p:nvPr/>
            </p:nvSpPr>
            <p:spPr>
              <a:xfrm rot="0">
                <a:off x="4767" y="633"/>
                <a:ext cx="29" cy="45"/>
              </a:xfrm>
              <a:custGeom>
                <a:avLst/>
                <a:ahLst/>
                <a:rect l="0" t="0" r="r" b="b"/>
                <a:pathLst>
                  <a:path w="118" h="183">
                    <a:moveTo>
                      <a:pt x="0" y="0"/>
                    </a:moveTo>
                    <a:lnTo>
                      <a:pt x="0" y="173"/>
                    </a:lnTo>
                    <a:lnTo>
                      <a:pt x="35" y="183"/>
                    </a:lnTo>
                    <a:lnTo>
                      <a:pt x="118" y="178"/>
                    </a:lnTo>
                    <a:lnTo>
                      <a:pt x="113" y="8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0" name=""/>
              <p:cNvSpPr/>
              <p:nvPr/>
            </p:nvSpPr>
            <p:spPr>
              <a:xfrm rot="0" flipH="1">
                <a:off x="4767" y="639"/>
                <a:ext cx="24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1" name=""/>
              <p:cNvSpPr/>
              <p:nvPr/>
            </p:nvSpPr>
            <p:spPr>
              <a:xfrm rot="0">
                <a:off x="4734" y="617"/>
                <a:ext cx="44" cy="44"/>
              </a:xfrm>
              <a:custGeom>
                <a:avLst/>
                <a:ahLst/>
                <a:rect l="0" t="0" r="r" b="b"/>
                <a:pathLst>
                  <a:path w="173" h="177">
                    <a:moveTo>
                      <a:pt x="173" y="0"/>
                    </a:moveTo>
                    <a:lnTo>
                      <a:pt x="123" y="64"/>
                    </a:lnTo>
                    <a:lnTo>
                      <a:pt x="0" y="17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2" name=""/>
              <p:cNvSpPr/>
              <p:nvPr/>
            </p:nvSpPr>
            <p:spPr>
              <a:xfrm rot="0" flipH="1">
                <a:off x="4822" y="645"/>
                <a:ext cx="11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3" name=""/>
              <p:cNvSpPr/>
              <p:nvPr/>
            </p:nvSpPr>
            <p:spPr>
              <a:xfrm rot="0">
                <a:off x="4824" y="584"/>
                <a:ext cx="1" cy="6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4" name=""/>
              <p:cNvSpPr/>
              <p:nvPr/>
            </p:nvSpPr>
            <p:spPr>
              <a:xfrm rot="0">
                <a:off x="4833" y="568"/>
                <a:ext cx="5" cy="79"/>
              </a:xfrm>
              <a:custGeom>
                <a:avLst/>
                <a:ahLst/>
                <a:rect l="0" t="0" r="r" b="b"/>
                <a:pathLst>
                  <a:path w="19" h="315">
                    <a:moveTo>
                      <a:pt x="19" y="0"/>
                    </a:moveTo>
                    <a:lnTo>
                      <a:pt x="14" y="227"/>
                    </a:lnTo>
                    <a:lnTo>
                      <a:pt x="0" y="3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5" name=""/>
              <p:cNvSpPr/>
              <p:nvPr/>
            </p:nvSpPr>
            <p:spPr>
              <a:xfrm rot="0" flipV="1">
                <a:off x="4844" y="580"/>
                <a:ext cx="39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6" name=""/>
              <p:cNvSpPr/>
              <p:nvPr/>
            </p:nvSpPr>
            <p:spPr>
              <a:xfrm rot="0">
                <a:off x="4846" y="602"/>
                <a:ext cx="1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7" name=""/>
              <p:cNvSpPr/>
              <p:nvPr/>
            </p:nvSpPr>
            <p:spPr>
              <a:xfrm rot="0" flipV="1">
                <a:off x="4846" y="605"/>
                <a:ext cx="3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8" name=""/>
              <p:cNvSpPr/>
              <p:nvPr/>
            </p:nvSpPr>
            <p:spPr>
              <a:xfrm rot="0" flipH="1" flipV="1">
                <a:off x="4866" y="641"/>
                <a:ext cx="9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69" name=""/>
              <p:cNvSpPr/>
              <p:nvPr/>
            </p:nvSpPr>
            <p:spPr>
              <a:xfrm rot="0">
                <a:off x="4861" y="582"/>
                <a:ext cx="1" cy="9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0" name=""/>
              <p:cNvSpPr/>
              <p:nvPr/>
            </p:nvSpPr>
            <p:spPr>
              <a:xfrm rot="0" flipH="1">
                <a:off x="4875" y="600"/>
                <a:ext cx="2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1" name=""/>
              <p:cNvSpPr/>
              <p:nvPr/>
            </p:nvSpPr>
            <p:spPr>
              <a:xfrm rot="0">
                <a:off x="464" y="768"/>
                <a:ext cx="34" cy="52"/>
              </a:xfrm>
              <a:custGeom>
                <a:avLst/>
                <a:ahLst/>
                <a:rect l="0" t="0" r="r" b="b"/>
                <a:pathLst>
                  <a:path w="135" h="206">
                    <a:moveTo>
                      <a:pt x="0" y="0"/>
                    </a:moveTo>
                    <a:lnTo>
                      <a:pt x="0" y="179"/>
                    </a:lnTo>
                    <a:lnTo>
                      <a:pt x="17" y="206"/>
                    </a:lnTo>
                    <a:lnTo>
                      <a:pt x="135" y="206"/>
                    </a:lnTo>
                    <a:lnTo>
                      <a:pt x="130" y="1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2" name=""/>
              <p:cNvSpPr/>
              <p:nvPr/>
            </p:nvSpPr>
            <p:spPr>
              <a:xfrm rot="0" flipV="1">
                <a:off x="464" y="780"/>
                <a:ext cx="23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3" name=""/>
              <p:cNvSpPr/>
              <p:nvPr/>
            </p:nvSpPr>
            <p:spPr>
              <a:xfrm rot="0" flipV="1">
                <a:off x="486" y="753"/>
                <a:ext cx="3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4" name=""/>
              <p:cNvSpPr/>
              <p:nvPr/>
            </p:nvSpPr>
            <p:spPr>
              <a:xfrm rot="0" flipH="1">
                <a:off x="463" y="757"/>
                <a:ext cx="2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5" name=""/>
              <p:cNvSpPr/>
              <p:nvPr/>
            </p:nvSpPr>
            <p:spPr>
              <a:xfrm rot="0">
                <a:off x="547" y="766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6" name=""/>
              <p:cNvSpPr/>
              <p:nvPr/>
            </p:nvSpPr>
            <p:spPr>
              <a:xfrm rot="0" flipV="1">
                <a:off x="547" y="803"/>
                <a:ext cx="14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7" name=""/>
              <p:cNvSpPr/>
              <p:nvPr/>
            </p:nvSpPr>
            <p:spPr>
              <a:xfrm rot="0" flipV="1">
                <a:off x="559" y="767"/>
                <a:ext cx="1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8" name=""/>
              <p:cNvSpPr/>
              <p:nvPr/>
            </p:nvSpPr>
            <p:spPr>
              <a:xfrm rot="0" flipH="1">
                <a:off x="547" y="771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79" name=""/>
              <p:cNvSpPr/>
              <p:nvPr/>
            </p:nvSpPr>
            <p:spPr>
              <a:xfrm rot="0">
                <a:off x="520" y="746"/>
                <a:ext cx="12" cy="34"/>
              </a:xfrm>
              <a:custGeom>
                <a:avLst/>
                <a:ahLst/>
                <a:rect l="0" t="0" r="r" b="b"/>
                <a:pathLst>
                  <a:path w="48" h="134">
                    <a:moveTo>
                      <a:pt x="48" y="0"/>
                    </a:moveTo>
                    <a:lnTo>
                      <a:pt x="21" y="92"/>
                    </a:lnTo>
                    <a:lnTo>
                      <a:pt x="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0" name=""/>
              <p:cNvSpPr/>
              <p:nvPr/>
            </p:nvSpPr>
            <p:spPr>
              <a:xfrm rot="0" flipV="1">
                <a:off x="525" y="765"/>
                <a:ext cx="16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1" name=""/>
              <p:cNvSpPr/>
              <p:nvPr/>
            </p:nvSpPr>
            <p:spPr>
              <a:xfrm rot="0" flipH="1">
                <a:off x="513" y="784"/>
                <a:ext cx="28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2" name=""/>
              <p:cNvSpPr/>
              <p:nvPr/>
            </p:nvSpPr>
            <p:spPr>
              <a:xfrm rot="0">
                <a:off x="530" y="768"/>
                <a:ext cx="11" cy="43"/>
              </a:xfrm>
              <a:custGeom>
                <a:avLst/>
                <a:ahLst/>
                <a:rect l="0" t="0" r="r" b="b"/>
                <a:pathLst>
                  <a:path w="44" h="172">
                    <a:moveTo>
                      <a:pt x="13" y="0"/>
                    </a:moveTo>
                    <a:lnTo>
                      <a:pt x="0" y="116"/>
                    </a:lnTo>
                    <a:lnTo>
                      <a:pt x="44" y="1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3" name=""/>
              <p:cNvSpPr/>
              <p:nvPr/>
            </p:nvSpPr>
            <p:spPr>
              <a:xfrm rot="0">
                <a:off x="515" y="797"/>
                <a:ext cx="15" cy="28"/>
              </a:xfrm>
              <a:custGeom>
                <a:avLst/>
                <a:ahLst/>
                <a:rect l="0" t="0" r="r" b="b"/>
                <a:pathLst>
                  <a:path w="59" h="112">
                    <a:moveTo>
                      <a:pt x="0" y="112"/>
                    </a:moveTo>
                    <a:lnTo>
                      <a:pt x="39" y="60"/>
                    </a:lnTo>
                    <a:lnTo>
                      <a:pt x="5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4" name=""/>
              <p:cNvSpPr/>
              <p:nvPr/>
            </p:nvSpPr>
            <p:spPr>
              <a:xfrm rot="0">
                <a:off x="575" y="758"/>
                <a:ext cx="26" cy="58"/>
              </a:xfrm>
              <a:custGeom>
                <a:avLst/>
                <a:ahLst/>
                <a:rect l="0" t="0" r="r" b="b"/>
                <a:pathLst>
                  <a:path w="103" h="234">
                    <a:moveTo>
                      <a:pt x="103" y="234"/>
                    </a:moveTo>
                    <a:lnTo>
                      <a:pt x="0" y="234"/>
                    </a:lnTo>
                    <a:lnTo>
                      <a:pt x="0" y="0"/>
                    </a:lnTo>
                    <a:lnTo>
                      <a:pt x="10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5" name=""/>
              <p:cNvSpPr/>
              <p:nvPr/>
            </p:nvSpPr>
            <p:spPr>
              <a:xfrm rot="0" flipH="1">
                <a:off x="575" y="784"/>
                <a:ext cx="2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6" name=""/>
              <p:cNvSpPr/>
              <p:nvPr/>
            </p:nvSpPr>
            <p:spPr>
              <a:xfrm rot="0" flipH="1">
                <a:off x="627" y="818"/>
                <a:ext cx="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7" name=""/>
              <p:cNvSpPr/>
              <p:nvPr/>
            </p:nvSpPr>
            <p:spPr>
              <a:xfrm rot="0">
                <a:off x="629" y="814"/>
                <a:ext cx="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8" name=""/>
              <p:cNvSpPr/>
              <p:nvPr/>
            </p:nvSpPr>
            <p:spPr>
              <a:xfrm rot="0">
                <a:off x="628" y="811"/>
                <a:ext cx="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89" name=""/>
              <p:cNvSpPr/>
              <p:nvPr/>
            </p:nvSpPr>
            <p:spPr>
              <a:xfrm rot="0" flipH="1" flipV="1">
                <a:off x="625" y="808"/>
                <a:ext cx="2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0" name=""/>
              <p:cNvSpPr/>
              <p:nvPr/>
            </p:nvSpPr>
            <p:spPr>
              <a:xfrm rot="0" flipV="1">
                <a:off x="627" y="815"/>
                <a:ext cx="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1" name=""/>
              <p:cNvSpPr/>
              <p:nvPr/>
            </p:nvSpPr>
            <p:spPr>
              <a:xfrm rot="0">
                <a:off x="617" y="801"/>
                <a:ext cx="7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2" name=""/>
              <p:cNvSpPr/>
              <p:nvPr/>
            </p:nvSpPr>
            <p:spPr>
              <a:xfrm rot="0" flipH="1" flipV="1">
                <a:off x="627" y="8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3" name=""/>
              <p:cNvSpPr/>
              <p:nvPr/>
            </p:nvSpPr>
            <p:spPr>
              <a:xfrm rot="0">
                <a:off x="624" y="806"/>
                <a:ext cx="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4" name=""/>
              <p:cNvSpPr/>
              <p:nvPr/>
            </p:nvSpPr>
            <p:spPr>
              <a:xfrm rot="0">
                <a:off x="678" y="758"/>
                <a:ext cx="26" cy="58"/>
              </a:xfrm>
              <a:custGeom>
                <a:avLst/>
                <a:ahLst/>
                <a:rect l="0" t="0" r="r" b="b"/>
                <a:pathLst>
                  <a:path w="103" h="234">
                    <a:moveTo>
                      <a:pt x="0" y="234"/>
                    </a:moveTo>
                    <a:lnTo>
                      <a:pt x="0" y="0"/>
                    </a:lnTo>
                    <a:lnTo>
                      <a:pt x="10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5" name=""/>
              <p:cNvSpPr/>
              <p:nvPr/>
            </p:nvSpPr>
            <p:spPr>
              <a:xfrm rot="0">
                <a:off x="678" y="784"/>
                <a:ext cx="26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6" name=""/>
              <p:cNvSpPr/>
              <p:nvPr/>
            </p:nvSpPr>
            <p:spPr>
              <a:xfrm rot="0" flipH="1">
                <a:off x="730" y="8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7" name=""/>
              <p:cNvSpPr/>
              <p:nvPr/>
            </p:nvSpPr>
            <p:spPr>
              <a:xfrm rot="0">
                <a:off x="731" y="814"/>
                <a:ext cx="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8" name=""/>
              <p:cNvSpPr/>
              <p:nvPr/>
            </p:nvSpPr>
            <p:spPr>
              <a:xfrm rot="0">
                <a:off x="731" y="811"/>
                <a:ext cx="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599" name=""/>
              <p:cNvSpPr/>
              <p:nvPr/>
            </p:nvSpPr>
            <p:spPr>
              <a:xfrm rot="0" flipH="1" flipV="1">
                <a:off x="727" y="808"/>
                <a:ext cx="2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0" name=""/>
              <p:cNvSpPr/>
              <p:nvPr/>
            </p:nvSpPr>
            <p:spPr>
              <a:xfrm rot="0" flipV="1">
                <a:off x="729" y="815"/>
                <a:ext cx="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1" name=""/>
              <p:cNvSpPr/>
              <p:nvPr/>
            </p:nvSpPr>
            <p:spPr>
              <a:xfrm rot="0">
                <a:off x="719" y="801"/>
                <a:ext cx="7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2" name=""/>
              <p:cNvSpPr/>
              <p:nvPr/>
            </p:nvSpPr>
            <p:spPr>
              <a:xfrm rot="0" flipH="1" flipV="1">
                <a:off x="729" y="8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3" name=""/>
              <p:cNvSpPr/>
              <p:nvPr/>
            </p:nvSpPr>
            <p:spPr>
              <a:xfrm rot="0">
                <a:off x="726" y="806"/>
                <a:ext cx="5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4" name=""/>
              <p:cNvSpPr/>
              <p:nvPr/>
            </p:nvSpPr>
            <p:spPr>
              <a:xfrm rot="0">
                <a:off x="796" y="784"/>
                <a:ext cx="16" cy="32"/>
              </a:xfrm>
              <a:custGeom>
                <a:avLst/>
                <a:ahLst/>
                <a:rect l="0" t="0" r="r" b="b"/>
                <a:pathLst>
                  <a:path w="64" h="129">
                    <a:moveTo>
                      <a:pt x="25" y="0"/>
                    </a:moveTo>
                    <a:lnTo>
                      <a:pt x="64" y="0"/>
                    </a:lnTo>
                    <a:lnTo>
                      <a:pt x="64" y="129"/>
                    </a:lnTo>
                    <a:lnTo>
                      <a:pt x="0" y="1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5" name=""/>
              <p:cNvSpPr/>
              <p:nvPr/>
            </p:nvSpPr>
            <p:spPr>
              <a:xfrm rot="0">
                <a:off x="780" y="800"/>
                <a:ext cx="16" cy="16"/>
              </a:xfrm>
              <a:custGeom>
                <a:avLst/>
                <a:ahLst/>
                <a:rect l="0" t="0" r="r" b="b"/>
                <a:pathLst>
                  <a:path w="65" h="65">
                    <a:moveTo>
                      <a:pt x="0" y="0"/>
                    </a:moveTo>
                    <a:lnTo>
                      <a:pt x="1" y="13"/>
                    </a:lnTo>
                    <a:lnTo>
                      <a:pt x="5" y="25"/>
                    </a:lnTo>
                    <a:lnTo>
                      <a:pt x="11" y="37"/>
                    </a:lnTo>
                    <a:lnTo>
                      <a:pt x="19" y="47"/>
                    </a:lnTo>
                    <a:lnTo>
                      <a:pt x="29" y="54"/>
                    </a:lnTo>
                    <a:lnTo>
                      <a:pt x="40" y="61"/>
                    </a:lnTo>
                    <a:lnTo>
                      <a:pt x="52" y="64"/>
                    </a:lnTo>
                    <a:lnTo>
                      <a:pt x="65" y="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6" name=""/>
              <p:cNvSpPr/>
              <p:nvPr/>
            </p:nvSpPr>
            <p:spPr>
              <a:xfrm rot="0" flipV="1">
                <a:off x="780" y="774"/>
                <a:ext cx="1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7" name=""/>
              <p:cNvSpPr/>
              <p:nvPr/>
            </p:nvSpPr>
            <p:spPr>
              <a:xfrm rot="0">
                <a:off x="780" y="758"/>
                <a:ext cx="16" cy="16"/>
              </a:xfrm>
              <a:custGeom>
                <a:avLst/>
                <a:ahLst/>
                <a:rect l="0" t="0" r="r" b="b"/>
                <a:pathLst>
                  <a:path w="65" h="66">
                    <a:moveTo>
                      <a:pt x="65" y="0"/>
                    </a:moveTo>
                    <a:lnTo>
                      <a:pt x="52" y="1"/>
                    </a:lnTo>
                    <a:lnTo>
                      <a:pt x="40" y="5"/>
                    </a:lnTo>
                    <a:lnTo>
                      <a:pt x="29" y="11"/>
                    </a:lnTo>
                    <a:lnTo>
                      <a:pt x="19" y="19"/>
                    </a:lnTo>
                    <a:lnTo>
                      <a:pt x="11" y="29"/>
                    </a:lnTo>
                    <a:lnTo>
                      <a:pt x="5" y="41"/>
                    </a:lnTo>
                    <a:lnTo>
                      <a:pt x="1" y="53"/>
                    </a:lnTo>
                    <a:lnTo>
                      <a:pt x="0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8" name=""/>
              <p:cNvSpPr/>
              <p:nvPr/>
            </p:nvSpPr>
            <p:spPr>
              <a:xfrm rot="0">
                <a:off x="796" y="758"/>
                <a:ext cx="16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09" name=""/>
              <p:cNvSpPr/>
              <p:nvPr/>
            </p:nvSpPr>
            <p:spPr>
              <a:xfrm rot="0" flipV="1">
                <a:off x="837" y="783"/>
                <a:ext cx="2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0" name=""/>
              <p:cNvSpPr/>
              <p:nvPr/>
            </p:nvSpPr>
            <p:spPr>
              <a:xfrm rot="0" flipH="1">
                <a:off x="828" y="811"/>
                <a:ext cx="47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1" name=""/>
              <p:cNvSpPr/>
              <p:nvPr/>
            </p:nvSpPr>
            <p:spPr>
              <a:xfrm rot="0" flipV="1">
                <a:off x="833" y="759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2" name=""/>
              <p:cNvSpPr/>
              <p:nvPr/>
            </p:nvSpPr>
            <p:spPr>
              <a:xfrm rot="0">
                <a:off x="897" y="771"/>
                <a:ext cx="1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3" name=""/>
              <p:cNvSpPr/>
              <p:nvPr/>
            </p:nvSpPr>
            <p:spPr>
              <a:xfrm rot="0" flipV="1">
                <a:off x="897" y="796"/>
                <a:ext cx="2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4" name=""/>
              <p:cNvSpPr/>
              <p:nvPr/>
            </p:nvSpPr>
            <p:spPr>
              <a:xfrm rot="0" flipV="1">
                <a:off x="918" y="774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5" name=""/>
              <p:cNvSpPr/>
              <p:nvPr/>
            </p:nvSpPr>
            <p:spPr>
              <a:xfrm rot="0" flipH="1">
                <a:off x="897" y="776"/>
                <a:ext cx="2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6" name=""/>
              <p:cNvSpPr/>
              <p:nvPr/>
            </p:nvSpPr>
            <p:spPr>
              <a:xfrm rot="0" flipV="1">
                <a:off x="907" y="746"/>
                <a:ext cx="1" cy="3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7" name=""/>
              <p:cNvSpPr/>
              <p:nvPr/>
            </p:nvSpPr>
            <p:spPr>
              <a:xfrm rot="0" flipV="1">
                <a:off x="907" y="761"/>
                <a:ext cx="1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8" name=""/>
              <p:cNvSpPr/>
              <p:nvPr/>
            </p:nvSpPr>
            <p:spPr>
              <a:xfrm rot="0" flipH="1">
                <a:off x="887" y="801"/>
                <a:ext cx="3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19" name=""/>
              <p:cNvSpPr/>
              <p:nvPr/>
            </p:nvSpPr>
            <p:spPr>
              <a:xfrm rot="0">
                <a:off x="900" y="805"/>
                <a:ext cx="3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0" name=""/>
              <p:cNvSpPr/>
              <p:nvPr/>
            </p:nvSpPr>
            <p:spPr>
              <a:xfrm rot="0">
                <a:off x="911" y="805"/>
                <a:ext cx="3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1" name=""/>
              <p:cNvSpPr/>
              <p:nvPr/>
            </p:nvSpPr>
            <p:spPr>
              <a:xfrm rot="0">
                <a:off x="919" y="803"/>
                <a:ext cx="7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2" name=""/>
              <p:cNvSpPr/>
              <p:nvPr/>
            </p:nvSpPr>
            <p:spPr>
              <a:xfrm rot="0" flipH="1">
                <a:off x="950" y="749"/>
                <a:ext cx="6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3" name=""/>
              <p:cNvSpPr/>
              <p:nvPr/>
            </p:nvSpPr>
            <p:spPr>
              <a:xfrm rot="0" flipV="1">
                <a:off x="947" y="805"/>
                <a:ext cx="1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4" name=""/>
              <p:cNvSpPr/>
              <p:nvPr/>
            </p:nvSpPr>
            <p:spPr>
              <a:xfrm rot="0" flipV="1">
                <a:off x="961" y="767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5" name=""/>
              <p:cNvSpPr/>
              <p:nvPr/>
            </p:nvSpPr>
            <p:spPr>
              <a:xfrm rot="0" flipH="1">
                <a:off x="948" y="770"/>
                <a:ext cx="1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6" name=""/>
              <p:cNvSpPr/>
              <p:nvPr/>
            </p:nvSpPr>
            <p:spPr>
              <a:xfrm rot="0" flipV="1">
                <a:off x="947" y="787"/>
                <a:ext cx="10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7" name=""/>
              <p:cNvSpPr/>
              <p:nvPr/>
            </p:nvSpPr>
            <p:spPr>
              <a:xfrm rot="0" flipH="1">
                <a:off x="965" y="748"/>
                <a:ext cx="10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8" name=""/>
              <p:cNvSpPr/>
              <p:nvPr/>
            </p:nvSpPr>
            <p:spPr>
              <a:xfrm rot="0" flipH="1" flipV="1">
                <a:off x="974" y="811"/>
                <a:ext cx="6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29" name=""/>
              <p:cNvSpPr/>
              <p:nvPr/>
            </p:nvSpPr>
            <p:spPr>
              <a:xfrm rot="0">
                <a:off x="971" y="782"/>
                <a:ext cx="6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0" name=""/>
              <p:cNvSpPr/>
              <p:nvPr/>
            </p:nvSpPr>
            <p:spPr>
              <a:xfrm rot="0">
                <a:off x="980" y="765"/>
                <a:ext cx="7" cy="58"/>
              </a:xfrm>
              <a:custGeom>
                <a:avLst/>
                <a:ahLst/>
                <a:rect l="0" t="0" r="r" b="b"/>
                <a:pathLst>
                  <a:path w="25" h="231">
                    <a:moveTo>
                      <a:pt x="0" y="231"/>
                    </a:moveTo>
                    <a:lnTo>
                      <a:pt x="14" y="135"/>
                    </a:lnTo>
                    <a:lnTo>
                      <a:pt x="2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1" name=""/>
              <p:cNvSpPr/>
              <p:nvPr/>
            </p:nvSpPr>
            <p:spPr>
              <a:xfrm rot="0" flipV="1">
                <a:off x="969" y="768"/>
                <a:ext cx="1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2" name=""/>
              <p:cNvSpPr/>
              <p:nvPr/>
            </p:nvSpPr>
            <p:spPr>
              <a:xfrm rot="0">
                <a:off x="947" y="766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155" name=""/>
            <p:cNvGrpSpPr/>
            <p:nvPr/>
          </p:nvGrpSpPr>
          <p:grpSpPr>
            <a:xfrm rot="0">
              <a:off x="406" y="559"/>
              <a:ext cx="4904" cy="3483"/>
              <a:chOff x="406" y="559"/>
              <a:chExt cx="4904" cy="3483"/>
            </a:xfrm>
          </p:grpSpPr>
          <p:sp>
            <p:nvSpPr>
              <p:cNvPr id="1053633" name=""/>
              <p:cNvSpPr/>
              <p:nvPr/>
            </p:nvSpPr>
            <p:spPr>
              <a:xfrm rot="0">
                <a:off x="1026" y="773"/>
                <a:ext cx="11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4" name=""/>
              <p:cNvSpPr/>
              <p:nvPr/>
            </p:nvSpPr>
            <p:spPr>
              <a:xfrm rot="0" flipH="1">
                <a:off x="1001" y="770"/>
                <a:ext cx="16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5" name=""/>
              <p:cNvSpPr/>
              <p:nvPr/>
            </p:nvSpPr>
            <p:spPr>
              <a:xfrm rot="0" flipH="1">
                <a:off x="1035" y="759"/>
                <a:ext cx="3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6" name=""/>
              <p:cNvSpPr/>
              <p:nvPr/>
            </p:nvSpPr>
            <p:spPr>
              <a:xfrm rot="0" flipV="1">
                <a:off x="1005" y="761"/>
                <a:ext cx="3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7" name=""/>
              <p:cNvSpPr/>
              <p:nvPr/>
            </p:nvSpPr>
            <p:spPr>
              <a:xfrm rot="0" flipH="1">
                <a:off x="1001" y="760"/>
                <a:ext cx="5" cy="1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8" name=""/>
              <p:cNvSpPr/>
              <p:nvPr/>
            </p:nvSpPr>
            <p:spPr>
              <a:xfrm rot="0">
                <a:off x="1018" y="749"/>
                <a:ext cx="6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39" name=""/>
              <p:cNvSpPr/>
              <p:nvPr/>
            </p:nvSpPr>
            <p:spPr>
              <a:xfrm rot="0">
                <a:off x="1020" y="816"/>
                <a:ext cx="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0" name=""/>
              <p:cNvSpPr/>
              <p:nvPr/>
            </p:nvSpPr>
            <p:spPr>
              <a:xfrm rot="0" flipV="1">
                <a:off x="999" y="817"/>
                <a:ext cx="4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1" name=""/>
              <p:cNvSpPr/>
              <p:nvPr/>
            </p:nvSpPr>
            <p:spPr>
              <a:xfrm rot="0" flipV="1">
                <a:off x="1006" y="795"/>
                <a:ext cx="2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2" name=""/>
              <p:cNvSpPr/>
              <p:nvPr/>
            </p:nvSpPr>
            <p:spPr>
              <a:xfrm rot="0" flipH="1">
                <a:off x="1020" y="796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3" name=""/>
              <p:cNvSpPr/>
              <p:nvPr/>
            </p:nvSpPr>
            <p:spPr>
              <a:xfrm rot="0">
                <a:off x="1061" y="748"/>
                <a:ext cx="5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4" name=""/>
              <p:cNvSpPr/>
              <p:nvPr/>
            </p:nvSpPr>
            <p:spPr>
              <a:xfrm rot="0" flipV="1">
                <a:off x="1071" y="757"/>
                <a:ext cx="2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5" name=""/>
              <p:cNvSpPr/>
              <p:nvPr/>
            </p:nvSpPr>
            <p:spPr>
              <a:xfrm rot="0">
                <a:off x="1087" y="754"/>
                <a:ext cx="8" cy="69"/>
              </a:xfrm>
              <a:custGeom>
                <a:avLst/>
                <a:ahLst/>
                <a:rect l="0" t="0" r="r" b="b"/>
                <a:pathLst>
                  <a:path w="30" h="275">
                    <a:moveTo>
                      <a:pt x="30" y="0"/>
                    </a:moveTo>
                    <a:lnTo>
                      <a:pt x="30" y="275"/>
                    </a:lnTo>
                    <a:lnTo>
                      <a:pt x="0" y="2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6" name=""/>
              <p:cNvSpPr/>
              <p:nvPr/>
            </p:nvSpPr>
            <p:spPr>
              <a:xfrm rot="0">
                <a:off x="1060" y="763"/>
                <a:ext cx="1" cy="5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7" name=""/>
              <p:cNvSpPr/>
              <p:nvPr/>
            </p:nvSpPr>
            <p:spPr>
              <a:xfrm rot="0">
                <a:off x="1070" y="770"/>
                <a:ext cx="1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8" name=""/>
              <p:cNvSpPr/>
              <p:nvPr/>
            </p:nvSpPr>
            <p:spPr>
              <a:xfrm rot="0" flipV="1">
                <a:off x="1070" y="772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49" name=""/>
              <p:cNvSpPr/>
              <p:nvPr/>
            </p:nvSpPr>
            <p:spPr>
              <a:xfrm rot="0" flipH="1">
                <a:off x="1085" y="770"/>
                <a:ext cx="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0" name=""/>
              <p:cNvSpPr/>
              <p:nvPr/>
            </p:nvSpPr>
            <p:spPr>
              <a:xfrm rot="0" flipV="1">
                <a:off x="1070" y="786"/>
                <a:ext cx="1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1" name=""/>
              <p:cNvSpPr/>
              <p:nvPr/>
            </p:nvSpPr>
            <p:spPr>
              <a:xfrm rot="0" flipV="1">
                <a:off x="1070" y="799"/>
                <a:ext cx="1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2" name=""/>
              <p:cNvSpPr/>
              <p:nvPr/>
            </p:nvSpPr>
            <p:spPr>
              <a:xfrm rot="0" flipH="1">
                <a:off x="1109" y="747"/>
                <a:ext cx="18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3" name=""/>
              <p:cNvSpPr/>
              <p:nvPr/>
            </p:nvSpPr>
            <p:spPr>
              <a:xfrm rot="0">
                <a:off x="1120" y="764"/>
                <a:ext cx="1" cy="6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4" name=""/>
              <p:cNvSpPr/>
              <p:nvPr/>
            </p:nvSpPr>
            <p:spPr>
              <a:xfrm rot="0">
                <a:off x="1138" y="750"/>
                <a:ext cx="5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5" name=""/>
              <p:cNvSpPr/>
              <p:nvPr/>
            </p:nvSpPr>
            <p:spPr>
              <a:xfrm rot="0" flipV="1">
                <a:off x="1126" y="770"/>
                <a:ext cx="2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6" name=""/>
              <p:cNvSpPr/>
              <p:nvPr/>
            </p:nvSpPr>
            <p:spPr>
              <a:xfrm rot="0">
                <a:off x="1132" y="781"/>
                <a:ext cx="5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7" name=""/>
              <p:cNvSpPr/>
              <p:nvPr/>
            </p:nvSpPr>
            <p:spPr>
              <a:xfrm rot="0" flipH="1">
                <a:off x="1142" y="778"/>
                <a:ext cx="6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8" name=""/>
              <p:cNvSpPr/>
              <p:nvPr/>
            </p:nvSpPr>
            <p:spPr>
              <a:xfrm rot="0" flipV="1">
                <a:off x="1123" y="812"/>
                <a:ext cx="3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59" name=""/>
              <p:cNvSpPr/>
              <p:nvPr/>
            </p:nvSpPr>
            <p:spPr>
              <a:xfrm rot="0" flipV="1">
                <a:off x="1167" y="816"/>
                <a:ext cx="48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0" name=""/>
              <p:cNvSpPr/>
              <p:nvPr/>
            </p:nvSpPr>
            <p:spPr>
              <a:xfrm rot="0" flipV="1">
                <a:off x="1179" y="809"/>
                <a:ext cx="1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1" name=""/>
              <p:cNvSpPr/>
              <p:nvPr/>
            </p:nvSpPr>
            <p:spPr>
              <a:xfrm rot="0" flipH="1">
                <a:off x="1179" y="801"/>
                <a:ext cx="1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2" name=""/>
              <p:cNvSpPr/>
              <p:nvPr/>
            </p:nvSpPr>
            <p:spPr>
              <a:xfrm rot="0" flipV="1">
                <a:off x="1179" y="794"/>
                <a:ext cx="1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3" name=""/>
              <p:cNvSpPr/>
              <p:nvPr/>
            </p:nvSpPr>
            <p:spPr>
              <a:xfrm rot="0" flipH="1">
                <a:off x="1179" y="785"/>
                <a:ext cx="2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4" name=""/>
              <p:cNvSpPr/>
              <p:nvPr/>
            </p:nvSpPr>
            <p:spPr>
              <a:xfrm rot="0" flipV="1">
                <a:off x="1202" y="783"/>
                <a:ext cx="1" cy="3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5" name=""/>
              <p:cNvSpPr/>
              <p:nvPr/>
            </p:nvSpPr>
            <p:spPr>
              <a:xfrm rot="0">
                <a:off x="1179" y="784"/>
                <a:ext cx="1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6" name=""/>
              <p:cNvSpPr/>
              <p:nvPr/>
            </p:nvSpPr>
            <p:spPr>
              <a:xfrm rot="0" flipH="1">
                <a:off x="1190" y="770"/>
                <a:ext cx="1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7" name=""/>
              <p:cNvSpPr/>
              <p:nvPr/>
            </p:nvSpPr>
            <p:spPr>
              <a:xfrm rot="0" flipV="1">
                <a:off x="1172" y="776"/>
                <a:ext cx="4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8" name=""/>
              <p:cNvSpPr/>
              <p:nvPr/>
            </p:nvSpPr>
            <p:spPr>
              <a:xfrm rot="0" flipH="1">
                <a:off x="1196" y="756"/>
                <a:ext cx="1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69" name=""/>
              <p:cNvSpPr/>
              <p:nvPr/>
            </p:nvSpPr>
            <p:spPr>
              <a:xfrm rot="0">
                <a:off x="1186" y="757"/>
                <a:ext cx="1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0" name=""/>
              <p:cNvSpPr/>
              <p:nvPr/>
            </p:nvSpPr>
            <p:spPr>
              <a:xfrm rot="0" flipH="1">
                <a:off x="1174" y="753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1" name=""/>
              <p:cNvSpPr/>
              <p:nvPr/>
            </p:nvSpPr>
            <p:spPr>
              <a:xfrm rot="0" flipV="1">
                <a:off x="1207" y="751"/>
                <a:ext cx="1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2" name=""/>
              <p:cNvSpPr/>
              <p:nvPr/>
            </p:nvSpPr>
            <p:spPr>
              <a:xfrm rot="0" flipV="1">
                <a:off x="1174" y="765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3" name=""/>
              <p:cNvSpPr/>
              <p:nvPr/>
            </p:nvSpPr>
            <p:spPr>
              <a:xfrm rot="0">
                <a:off x="1174" y="751"/>
                <a:ext cx="1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4" name=""/>
              <p:cNvSpPr/>
              <p:nvPr/>
            </p:nvSpPr>
            <p:spPr>
              <a:xfrm rot="0">
                <a:off x="1227" y="797"/>
                <a:ext cx="7" cy="7"/>
              </a:xfrm>
              <a:custGeom>
                <a:avLst/>
                <a:ahLst/>
                <a:rect l="0" t="0" r="r" b="b"/>
                <a:pathLst>
                  <a:path w="29" h="29">
                    <a:moveTo>
                      <a:pt x="0" y="15"/>
                    </a:moveTo>
                    <a:lnTo>
                      <a:pt x="2" y="20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9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20"/>
                    </a:lnTo>
                    <a:lnTo>
                      <a:pt x="29" y="15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0" y="2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5" name=""/>
              <p:cNvSpPr/>
              <p:nvPr/>
            </p:nvSpPr>
            <p:spPr>
              <a:xfrm rot="0">
                <a:off x="1228" y="798"/>
                <a:ext cx="6" cy="5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20" y="10"/>
                    </a:moveTo>
                    <a:lnTo>
                      <a:pt x="19" y="4"/>
                    </a:lnTo>
                    <a:lnTo>
                      <a:pt x="15" y="1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20"/>
                    </a:lnTo>
                    <a:lnTo>
                      <a:pt x="15" y="18"/>
                    </a:lnTo>
                    <a:lnTo>
                      <a:pt x="19" y="15"/>
                    </a:lnTo>
                    <a:lnTo>
                      <a:pt x="20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6" name=""/>
              <p:cNvSpPr/>
              <p:nvPr/>
            </p:nvSpPr>
            <p:spPr>
              <a:xfrm rot="0">
                <a:off x="1229" y="799"/>
                <a:ext cx="4" cy="4"/>
              </a:xfrm>
              <a:custGeom>
                <a:avLst/>
                <a:ahLst/>
                <a:rect l="0" t="0" r="r" b="b"/>
                <a:pathLst>
                  <a:path w="14" h="14">
                    <a:moveTo>
                      <a:pt x="14" y="7"/>
                    </a:moveTo>
                    <a:lnTo>
                      <a:pt x="13" y="3"/>
                    </a:lnTo>
                    <a:lnTo>
                      <a:pt x="10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4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4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7" name=""/>
              <p:cNvSpPr/>
              <p:nvPr/>
            </p:nvSpPr>
            <p:spPr>
              <a:xfrm rot="0">
                <a:off x="1230" y="800"/>
                <a:ext cx="2" cy="1"/>
              </a:xfrm>
              <a:custGeom>
                <a:avLst/>
                <a:ahLst/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6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8" name=""/>
              <p:cNvSpPr/>
              <p:nvPr/>
            </p:nvSpPr>
            <p:spPr>
              <a:xfrm rot="0">
                <a:off x="1224" y="801"/>
                <a:ext cx="10" cy="13"/>
              </a:xfrm>
              <a:custGeom>
                <a:avLst/>
                <a:ahLst/>
                <a:rect l="0" t="0" r="r" b="b"/>
                <a:pathLst>
                  <a:path w="42" h="52">
                    <a:moveTo>
                      <a:pt x="42" y="0"/>
                    </a:moveTo>
                    <a:lnTo>
                      <a:pt x="42" y="17"/>
                    </a:lnTo>
                    <a:lnTo>
                      <a:pt x="35" y="34"/>
                    </a:lnTo>
                    <a:lnTo>
                      <a:pt x="18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79" name=""/>
              <p:cNvSpPr/>
              <p:nvPr/>
            </p:nvSpPr>
            <p:spPr>
              <a:xfrm rot="0" flipV="1">
                <a:off x="1298" y="783"/>
                <a:ext cx="1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0" name=""/>
              <p:cNvSpPr/>
              <p:nvPr/>
            </p:nvSpPr>
            <p:spPr>
              <a:xfrm rot="0" flipV="1">
                <a:off x="1322" y="779"/>
                <a:ext cx="1" cy="4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1" name=""/>
              <p:cNvSpPr/>
              <p:nvPr/>
            </p:nvSpPr>
            <p:spPr>
              <a:xfrm rot="0" flipV="1">
                <a:off x="1288" y="814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2" name=""/>
              <p:cNvSpPr/>
              <p:nvPr/>
            </p:nvSpPr>
            <p:spPr>
              <a:xfrm rot="0">
                <a:off x="1287" y="782"/>
                <a:ext cx="1" cy="3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3" name=""/>
              <p:cNvSpPr/>
              <p:nvPr/>
            </p:nvSpPr>
            <p:spPr>
              <a:xfrm rot="0">
                <a:off x="1305" y="770"/>
                <a:ext cx="1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4" name=""/>
              <p:cNvSpPr/>
              <p:nvPr/>
            </p:nvSpPr>
            <p:spPr>
              <a:xfrm rot="0" flipH="1">
                <a:off x="1295" y="769"/>
                <a:ext cx="20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5" name=""/>
              <p:cNvSpPr/>
              <p:nvPr/>
            </p:nvSpPr>
            <p:spPr>
              <a:xfrm rot="0" flipV="1">
                <a:off x="1315" y="766"/>
                <a:ext cx="1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6" name=""/>
              <p:cNvSpPr/>
              <p:nvPr/>
            </p:nvSpPr>
            <p:spPr>
              <a:xfrm rot="0" flipV="1">
                <a:off x="1295" y="799"/>
                <a:ext cx="20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7" name=""/>
              <p:cNvSpPr/>
              <p:nvPr/>
            </p:nvSpPr>
            <p:spPr>
              <a:xfrm rot="0">
                <a:off x="1295" y="765"/>
                <a:ext cx="1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8" name=""/>
              <p:cNvSpPr/>
              <p:nvPr/>
            </p:nvSpPr>
            <p:spPr>
              <a:xfrm rot="0" flipH="1">
                <a:off x="1284" y="753"/>
                <a:ext cx="4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89" name=""/>
              <p:cNvSpPr/>
              <p:nvPr/>
            </p:nvSpPr>
            <p:spPr>
              <a:xfrm rot="0">
                <a:off x="1348" y="761"/>
                <a:ext cx="1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0" name=""/>
              <p:cNvSpPr/>
              <p:nvPr/>
            </p:nvSpPr>
            <p:spPr>
              <a:xfrm rot="0" flipV="1">
                <a:off x="1348" y="785"/>
                <a:ext cx="2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1" name=""/>
              <p:cNvSpPr/>
              <p:nvPr/>
            </p:nvSpPr>
            <p:spPr>
              <a:xfrm rot="0" flipH="1">
                <a:off x="1376" y="761"/>
                <a:ext cx="1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2" name=""/>
              <p:cNvSpPr/>
              <p:nvPr/>
            </p:nvSpPr>
            <p:spPr>
              <a:xfrm rot="0">
                <a:off x="1362" y="748"/>
                <a:ext cx="1" cy="6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3" name=""/>
              <p:cNvSpPr/>
              <p:nvPr/>
            </p:nvSpPr>
            <p:spPr>
              <a:xfrm rot="0" flipV="1">
                <a:off x="1346" y="817"/>
                <a:ext cx="3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4" name=""/>
              <p:cNvSpPr/>
              <p:nvPr/>
            </p:nvSpPr>
            <p:spPr>
              <a:xfrm rot="0" flipH="1">
                <a:off x="1377" y="796"/>
                <a:ext cx="1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5" name=""/>
              <p:cNvSpPr/>
              <p:nvPr/>
            </p:nvSpPr>
            <p:spPr>
              <a:xfrm rot="0" flipV="1">
                <a:off x="1346" y="798"/>
                <a:ext cx="1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6" name=""/>
              <p:cNvSpPr/>
              <p:nvPr/>
            </p:nvSpPr>
            <p:spPr>
              <a:xfrm rot="0">
                <a:off x="1424" y="807"/>
                <a:ext cx="13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7" name=""/>
              <p:cNvSpPr/>
              <p:nvPr/>
            </p:nvSpPr>
            <p:spPr>
              <a:xfrm rot="0" flipV="1">
                <a:off x="1397" y="806"/>
                <a:ext cx="16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8" name=""/>
              <p:cNvSpPr/>
              <p:nvPr/>
            </p:nvSpPr>
            <p:spPr>
              <a:xfrm rot="0" flipV="1">
                <a:off x="1410" y="774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699" name=""/>
              <p:cNvSpPr/>
              <p:nvPr/>
            </p:nvSpPr>
            <p:spPr>
              <a:xfrm rot="0" flipV="1">
                <a:off x="1410" y="786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0" name=""/>
              <p:cNvSpPr/>
              <p:nvPr/>
            </p:nvSpPr>
            <p:spPr>
              <a:xfrm rot="0" flipV="1">
                <a:off x="1400" y="762"/>
                <a:ext cx="3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1" name=""/>
              <p:cNvSpPr/>
              <p:nvPr/>
            </p:nvSpPr>
            <p:spPr>
              <a:xfrm rot="0" flipH="1">
                <a:off x="1425" y="746"/>
                <a:ext cx="1" cy="5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2" name=""/>
              <p:cNvSpPr/>
              <p:nvPr/>
            </p:nvSpPr>
            <p:spPr>
              <a:xfrm rot="0" flipV="1">
                <a:off x="1395" y="799"/>
                <a:ext cx="46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3" name=""/>
              <p:cNvSpPr/>
              <p:nvPr/>
            </p:nvSpPr>
            <p:spPr>
              <a:xfrm rot="0">
                <a:off x="1410" y="749"/>
                <a:ext cx="1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4" name=""/>
              <p:cNvSpPr/>
              <p:nvPr/>
            </p:nvSpPr>
            <p:spPr>
              <a:xfrm rot="0" flipV="1">
                <a:off x="1462" y="783"/>
                <a:ext cx="2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5" name=""/>
              <p:cNvSpPr/>
              <p:nvPr/>
            </p:nvSpPr>
            <p:spPr>
              <a:xfrm rot="0" flipH="1">
                <a:off x="1453" y="811"/>
                <a:ext cx="4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6" name=""/>
              <p:cNvSpPr/>
              <p:nvPr/>
            </p:nvSpPr>
            <p:spPr>
              <a:xfrm rot="0" flipV="1">
                <a:off x="1458" y="759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7" name=""/>
              <p:cNvSpPr/>
              <p:nvPr/>
            </p:nvSpPr>
            <p:spPr>
              <a:xfrm rot="0" flipV="1">
                <a:off x="1529" y="754"/>
                <a:ext cx="3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8" name=""/>
              <p:cNvSpPr/>
              <p:nvPr/>
            </p:nvSpPr>
            <p:spPr>
              <a:xfrm rot="0" flipH="1">
                <a:off x="1516" y="771"/>
                <a:ext cx="32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09" name=""/>
              <p:cNvSpPr/>
              <p:nvPr/>
            </p:nvSpPr>
            <p:spPr>
              <a:xfrm rot="0" flipH="1">
                <a:off x="1526" y="783"/>
                <a:ext cx="9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0" name=""/>
              <p:cNvSpPr/>
              <p:nvPr/>
            </p:nvSpPr>
            <p:spPr>
              <a:xfrm rot="0" flipV="1">
                <a:off x="1526" y="796"/>
                <a:ext cx="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1" name=""/>
              <p:cNvSpPr/>
              <p:nvPr/>
            </p:nvSpPr>
            <p:spPr>
              <a:xfrm rot="0" flipH="1">
                <a:off x="1537" y="773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2" name=""/>
              <p:cNvSpPr/>
              <p:nvPr/>
            </p:nvSpPr>
            <p:spPr>
              <a:xfrm rot="0">
                <a:off x="1526" y="774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3" name=""/>
              <p:cNvSpPr/>
              <p:nvPr/>
            </p:nvSpPr>
            <p:spPr>
              <a:xfrm rot="0" flipV="1">
                <a:off x="1547" y="767"/>
                <a:ext cx="2" cy="5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4" name=""/>
              <p:cNvSpPr/>
              <p:nvPr/>
            </p:nvSpPr>
            <p:spPr>
              <a:xfrm rot="0" flipV="1">
                <a:off x="1517" y="811"/>
                <a:ext cx="3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5" name=""/>
              <p:cNvSpPr/>
              <p:nvPr/>
            </p:nvSpPr>
            <p:spPr>
              <a:xfrm rot="0">
                <a:off x="1516" y="768"/>
                <a:ext cx="1" cy="5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6" name=""/>
              <p:cNvSpPr/>
              <p:nvPr/>
            </p:nvSpPr>
            <p:spPr>
              <a:xfrm rot="0" flipH="1">
                <a:off x="1510" y="752"/>
                <a:ext cx="4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7" name=""/>
              <p:cNvSpPr/>
              <p:nvPr/>
            </p:nvSpPr>
            <p:spPr>
              <a:xfrm rot="0" flipH="1">
                <a:off x="1567" y="769"/>
                <a:ext cx="1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8" name=""/>
              <p:cNvSpPr/>
              <p:nvPr/>
            </p:nvSpPr>
            <p:spPr>
              <a:xfrm rot="0">
                <a:off x="1570" y="746"/>
                <a:ext cx="8" cy="77"/>
              </a:xfrm>
              <a:custGeom>
                <a:avLst/>
                <a:ahLst/>
                <a:rect l="0" t="0" r="r" b="b"/>
                <a:pathLst>
                  <a:path w="31" h="306">
                    <a:moveTo>
                      <a:pt x="31" y="0"/>
                    </a:moveTo>
                    <a:lnTo>
                      <a:pt x="31" y="306"/>
                    </a:lnTo>
                    <a:lnTo>
                      <a:pt x="0" y="2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19" name=""/>
              <p:cNvSpPr/>
              <p:nvPr/>
            </p:nvSpPr>
            <p:spPr>
              <a:xfrm rot="0" flipV="1">
                <a:off x="1566" y="780"/>
                <a:ext cx="19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0" name=""/>
              <p:cNvSpPr/>
              <p:nvPr/>
            </p:nvSpPr>
            <p:spPr>
              <a:xfrm rot="0">
                <a:off x="1585" y="748"/>
                <a:ext cx="7" cy="38"/>
              </a:xfrm>
              <a:custGeom>
                <a:avLst/>
                <a:ahLst/>
                <a:rect l="0" t="0" r="r" b="b"/>
                <a:pathLst>
                  <a:path w="31" h="152">
                    <a:moveTo>
                      <a:pt x="31" y="0"/>
                    </a:moveTo>
                    <a:lnTo>
                      <a:pt x="23" y="83"/>
                    </a:lnTo>
                    <a:lnTo>
                      <a:pt x="0" y="1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1" name=""/>
              <p:cNvSpPr/>
              <p:nvPr/>
            </p:nvSpPr>
            <p:spPr>
              <a:xfrm rot="0" flipV="1">
                <a:off x="1592" y="753"/>
                <a:ext cx="9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2" name=""/>
              <p:cNvSpPr/>
              <p:nvPr/>
            </p:nvSpPr>
            <p:spPr>
              <a:xfrm rot="0">
                <a:off x="1601" y="752"/>
                <a:ext cx="11" cy="24"/>
              </a:xfrm>
              <a:custGeom>
                <a:avLst/>
                <a:ahLst/>
                <a:rect l="0" t="0" r="r" b="b"/>
                <a:pathLst>
                  <a:path w="46" h="97">
                    <a:moveTo>
                      <a:pt x="0" y="0"/>
                    </a:moveTo>
                    <a:lnTo>
                      <a:pt x="0" y="97"/>
                    </a:lnTo>
                    <a:lnTo>
                      <a:pt x="46" y="9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3" name=""/>
              <p:cNvSpPr/>
              <p:nvPr/>
            </p:nvSpPr>
            <p:spPr>
              <a:xfrm rot="0">
                <a:off x="1589" y="792"/>
                <a:ext cx="24" cy="29"/>
              </a:xfrm>
              <a:custGeom>
                <a:avLst/>
                <a:ahLst/>
                <a:rect l="0" t="0" r="r" b="b"/>
                <a:pathLst>
                  <a:path w="96" h="118">
                    <a:moveTo>
                      <a:pt x="0" y="0"/>
                    </a:moveTo>
                    <a:lnTo>
                      <a:pt x="65" y="118"/>
                    </a:lnTo>
                    <a:lnTo>
                      <a:pt x="96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4" name=""/>
              <p:cNvSpPr/>
              <p:nvPr/>
            </p:nvSpPr>
            <p:spPr>
              <a:xfrm rot="0" flipV="1">
                <a:off x="1588" y="783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5" name=""/>
              <p:cNvSpPr/>
              <p:nvPr/>
            </p:nvSpPr>
            <p:spPr>
              <a:xfrm rot="0">
                <a:off x="1581" y="781"/>
                <a:ext cx="24" cy="41"/>
              </a:xfrm>
              <a:custGeom>
                <a:avLst/>
                <a:ahLst/>
                <a:rect l="0" t="0" r="r" b="b"/>
                <a:pathLst>
                  <a:path w="96" h="165">
                    <a:moveTo>
                      <a:pt x="96" y="0"/>
                    </a:moveTo>
                    <a:lnTo>
                      <a:pt x="58" y="96"/>
                    </a:lnTo>
                    <a:lnTo>
                      <a:pt x="0" y="1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6" name=""/>
              <p:cNvSpPr/>
              <p:nvPr/>
            </p:nvSpPr>
            <p:spPr>
              <a:xfrm rot="0">
                <a:off x="1643" y="790"/>
                <a:ext cx="26" cy="34"/>
              </a:xfrm>
              <a:custGeom>
                <a:avLst/>
                <a:ahLst/>
                <a:rect l="0" t="0" r="r" b="b"/>
                <a:pathLst>
                  <a:path w="102" h="137">
                    <a:moveTo>
                      <a:pt x="102" y="0"/>
                    </a:moveTo>
                    <a:lnTo>
                      <a:pt x="51" y="86"/>
                    </a:lnTo>
                    <a:lnTo>
                      <a:pt x="0" y="1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7" name=""/>
              <p:cNvSpPr/>
              <p:nvPr/>
            </p:nvSpPr>
            <p:spPr>
              <a:xfrm rot="0" flipH="1">
                <a:off x="1653" y="773"/>
                <a:ext cx="13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8" name=""/>
              <p:cNvSpPr/>
              <p:nvPr/>
            </p:nvSpPr>
            <p:spPr>
              <a:xfrm rot="0" flipH="1">
                <a:off x="1653" y="751"/>
                <a:ext cx="1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29" name=""/>
              <p:cNvSpPr/>
              <p:nvPr/>
            </p:nvSpPr>
            <p:spPr>
              <a:xfrm rot="0">
                <a:off x="1629" y="750"/>
                <a:ext cx="1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0" name=""/>
              <p:cNvSpPr/>
              <p:nvPr/>
            </p:nvSpPr>
            <p:spPr>
              <a:xfrm rot="0" flipV="1">
                <a:off x="1629" y="752"/>
                <a:ext cx="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1" name=""/>
              <p:cNvSpPr/>
              <p:nvPr/>
            </p:nvSpPr>
            <p:spPr>
              <a:xfrm rot="0" flipH="1">
                <a:off x="1648" y="750"/>
                <a:ext cx="1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2" name=""/>
              <p:cNvSpPr/>
              <p:nvPr/>
            </p:nvSpPr>
            <p:spPr>
              <a:xfrm rot="0" flipH="1">
                <a:off x="1629" y="766"/>
                <a:ext cx="20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3" name=""/>
              <p:cNvSpPr/>
              <p:nvPr/>
            </p:nvSpPr>
            <p:spPr>
              <a:xfrm rot="0" flipV="1">
                <a:off x="1629" y="759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4" name=""/>
              <p:cNvSpPr/>
              <p:nvPr/>
            </p:nvSpPr>
            <p:spPr>
              <a:xfrm rot="0">
                <a:off x="1637" y="768"/>
                <a:ext cx="2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5" name=""/>
              <p:cNvSpPr/>
              <p:nvPr/>
            </p:nvSpPr>
            <p:spPr>
              <a:xfrm rot="0" flipV="1">
                <a:off x="1622" y="777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6" name=""/>
              <p:cNvSpPr/>
              <p:nvPr/>
            </p:nvSpPr>
            <p:spPr>
              <a:xfrm rot="0">
                <a:off x="1629" y="783"/>
                <a:ext cx="1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7" name=""/>
              <p:cNvSpPr/>
              <p:nvPr/>
            </p:nvSpPr>
            <p:spPr>
              <a:xfrm rot="0" flipV="1">
                <a:off x="1629" y="785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8" name=""/>
              <p:cNvSpPr/>
              <p:nvPr/>
            </p:nvSpPr>
            <p:spPr>
              <a:xfrm rot="0" flipH="1">
                <a:off x="1645" y="783"/>
                <a:ext cx="1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39" name=""/>
              <p:cNvSpPr/>
              <p:nvPr/>
            </p:nvSpPr>
            <p:spPr>
              <a:xfrm rot="0" flipH="1">
                <a:off x="1629" y="795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0" name=""/>
              <p:cNvSpPr/>
              <p:nvPr/>
            </p:nvSpPr>
            <p:spPr>
              <a:xfrm rot="0">
                <a:off x="1632" y="796"/>
                <a:ext cx="6" cy="27"/>
              </a:xfrm>
              <a:custGeom>
                <a:avLst/>
                <a:ahLst/>
                <a:rect l="0" t="0" r="r" b="b"/>
                <a:pathLst>
                  <a:path w="24" h="110">
                    <a:moveTo>
                      <a:pt x="24" y="0"/>
                    </a:moveTo>
                    <a:lnTo>
                      <a:pt x="24" y="110"/>
                    </a:lnTo>
                    <a:lnTo>
                      <a:pt x="0" y="7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1" name=""/>
              <p:cNvSpPr/>
              <p:nvPr/>
            </p:nvSpPr>
            <p:spPr>
              <a:xfrm rot="0" flipH="1">
                <a:off x="1622" y="804"/>
                <a:ext cx="10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2" name=""/>
              <p:cNvSpPr/>
              <p:nvPr/>
            </p:nvSpPr>
            <p:spPr>
              <a:xfrm rot="0">
                <a:off x="1642" y="801"/>
                <a:ext cx="7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3" name=""/>
              <p:cNvSpPr/>
              <p:nvPr/>
            </p:nvSpPr>
            <p:spPr>
              <a:xfrm rot="0" flipH="1">
                <a:off x="1685" y="754"/>
                <a:ext cx="36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4" name=""/>
              <p:cNvSpPr/>
              <p:nvPr/>
            </p:nvSpPr>
            <p:spPr>
              <a:xfrm rot="0" flipV="1">
                <a:off x="1685" y="814"/>
                <a:ext cx="3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5" name=""/>
              <p:cNvSpPr/>
              <p:nvPr/>
            </p:nvSpPr>
            <p:spPr>
              <a:xfrm rot="0" flipV="1">
                <a:off x="1720" y="751"/>
                <a:ext cx="1" cy="6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6" name=""/>
              <p:cNvSpPr/>
              <p:nvPr/>
            </p:nvSpPr>
            <p:spPr>
              <a:xfrm rot="0">
                <a:off x="1718" y="814"/>
                <a:ext cx="2" cy="7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6" y="28"/>
                    </a:moveTo>
                    <a:lnTo>
                      <a:pt x="6" y="1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7" name=""/>
              <p:cNvSpPr/>
              <p:nvPr/>
            </p:nvSpPr>
            <p:spPr>
              <a:xfrm rot="0">
                <a:off x="1685" y="751"/>
                <a:ext cx="1" cy="6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8" name=""/>
              <p:cNvSpPr/>
              <p:nvPr/>
            </p:nvSpPr>
            <p:spPr>
              <a:xfrm rot="0">
                <a:off x="1685" y="750"/>
                <a:ext cx="1" cy="7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49" name=""/>
              <p:cNvSpPr/>
              <p:nvPr/>
            </p:nvSpPr>
            <p:spPr>
              <a:xfrm rot="0" flipH="1">
                <a:off x="1690" y="761"/>
                <a:ext cx="13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0" name=""/>
              <p:cNvSpPr/>
              <p:nvPr/>
            </p:nvSpPr>
            <p:spPr>
              <a:xfrm rot="0">
                <a:off x="1697" y="775"/>
                <a:ext cx="22" cy="18"/>
              </a:xfrm>
              <a:custGeom>
                <a:avLst/>
                <a:ahLst/>
                <a:rect l="0" t="0" r="r" b="b"/>
                <a:pathLst>
                  <a:path w="85" h="72">
                    <a:moveTo>
                      <a:pt x="0" y="0"/>
                    </a:moveTo>
                    <a:lnTo>
                      <a:pt x="68" y="72"/>
                    </a:lnTo>
                    <a:lnTo>
                      <a:pt x="85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1" name=""/>
              <p:cNvSpPr/>
              <p:nvPr/>
            </p:nvSpPr>
            <p:spPr>
              <a:xfrm rot="0">
                <a:off x="1700" y="792"/>
                <a:ext cx="6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2" name=""/>
              <p:cNvSpPr/>
              <p:nvPr/>
            </p:nvSpPr>
            <p:spPr>
              <a:xfrm rot="0">
                <a:off x="1697" y="801"/>
                <a:ext cx="9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3" name=""/>
              <p:cNvSpPr/>
              <p:nvPr/>
            </p:nvSpPr>
            <p:spPr>
              <a:xfrm rot="0" flipV="1">
                <a:off x="1698" y="768"/>
                <a:ext cx="1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4" name=""/>
              <p:cNvSpPr/>
              <p:nvPr/>
            </p:nvSpPr>
            <p:spPr>
              <a:xfrm rot="0">
                <a:off x="1698" y="764"/>
                <a:ext cx="14" cy="23"/>
              </a:xfrm>
              <a:custGeom>
                <a:avLst/>
                <a:ahLst/>
                <a:rect l="0" t="0" r="r" b="b"/>
                <a:pathLst>
                  <a:path w="55" h="89">
                    <a:moveTo>
                      <a:pt x="0" y="89"/>
                    </a:moveTo>
                    <a:lnTo>
                      <a:pt x="21" y="62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5" name=""/>
              <p:cNvSpPr/>
              <p:nvPr/>
            </p:nvSpPr>
            <p:spPr>
              <a:xfrm rot="0" flipV="1">
                <a:off x="1686" y="787"/>
                <a:ext cx="12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6" name=""/>
              <p:cNvSpPr/>
              <p:nvPr/>
            </p:nvSpPr>
            <p:spPr>
              <a:xfrm rot="0">
                <a:off x="1740" y="804"/>
                <a:ext cx="13" cy="12"/>
              </a:xfrm>
              <a:custGeom>
                <a:avLst/>
                <a:ahLst/>
                <a:rect l="0" t="0" r="r" b="b"/>
                <a:pathLst>
                  <a:path w="49" h="48">
                    <a:moveTo>
                      <a:pt x="0" y="23"/>
                    </a:moveTo>
                    <a:lnTo>
                      <a:pt x="2" y="31"/>
                    </a:lnTo>
                    <a:lnTo>
                      <a:pt x="5" y="37"/>
                    </a:lnTo>
                    <a:lnTo>
                      <a:pt x="10" y="43"/>
                    </a:lnTo>
                    <a:lnTo>
                      <a:pt x="17" y="47"/>
                    </a:lnTo>
                    <a:lnTo>
                      <a:pt x="24" y="48"/>
                    </a:lnTo>
                    <a:lnTo>
                      <a:pt x="32" y="47"/>
                    </a:lnTo>
                    <a:lnTo>
                      <a:pt x="38" y="43"/>
                    </a:lnTo>
                    <a:lnTo>
                      <a:pt x="44" y="37"/>
                    </a:lnTo>
                    <a:lnTo>
                      <a:pt x="48" y="31"/>
                    </a:lnTo>
                    <a:lnTo>
                      <a:pt x="49" y="23"/>
                    </a:lnTo>
                    <a:lnTo>
                      <a:pt x="48" y="16"/>
                    </a:lnTo>
                    <a:lnTo>
                      <a:pt x="44" y="9"/>
                    </a:lnTo>
                    <a:lnTo>
                      <a:pt x="38" y="4"/>
                    </a:lnTo>
                    <a:lnTo>
                      <a:pt x="32" y="1"/>
                    </a:lnTo>
                    <a:lnTo>
                      <a:pt x="24" y="0"/>
                    </a:lnTo>
                    <a:lnTo>
                      <a:pt x="17" y="1"/>
                    </a:lnTo>
                    <a:lnTo>
                      <a:pt x="10" y="4"/>
                    </a:lnTo>
                    <a:lnTo>
                      <a:pt x="5" y="9"/>
                    </a:lnTo>
                    <a:lnTo>
                      <a:pt x="2" y="16"/>
                    </a:lnTo>
                    <a:lnTo>
                      <a:pt x="0" y="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7" name=""/>
              <p:cNvSpPr/>
              <p:nvPr/>
            </p:nvSpPr>
            <p:spPr>
              <a:xfrm rot="0">
                <a:off x="1740" y="803"/>
                <a:ext cx="13" cy="14"/>
              </a:xfrm>
              <a:custGeom>
                <a:avLst/>
                <a:ahLst/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4" y="19"/>
                    </a:lnTo>
                    <a:lnTo>
                      <a:pt x="50" y="11"/>
                    </a:lnTo>
                    <a:lnTo>
                      <a:pt x="43" y="6"/>
                    </a:lnTo>
                    <a:lnTo>
                      <a:pt x="36" y="1"/>
                    </a:lnTo>
                    <a:lnTo>
                      <a:pt x="27" y="0"/>
                    </a:lnTo>
                    <a:lnTo>
                      <a:pt x="19" y="1"/>
                    </a:lnTo>
                    <a:lnTo>
                      <a:pt x="11" y="6"/>
                    </a:lnTo>
                    <a:lnTo>
                      <a:pt x="6" y="11"/>
                    </a:lnTo>
                    <a:lnTo>
                      <a:pt x="1" y="19"/>
                    </a:lnTo>
                    <a:lnTo>
                      <a:pt x="0" y="27"/>
                    </a:lnTo>
                    <a:lnTo>
                      <a:pt x="1" y="36"/>
                    </a:lnTo>
                    <a:lnTo>
                      <a:pt x="6" y="43"/>
                    </a:lnTo>
                    <a:lnTo>
                      <a:pt x="11" y="50"/>
                    </a:lnTo>
                    <a:lnTo>
                      <a:pt x="19" y="54"/>
                    </a:lnTo>
                    <a:lnTo>
                      <a:pt x="27" y="55"/>
                    </a:lnTo>
                    <a:lnTo>
                      <a:pt x="36" y="54"/>
                    </a:lnTo>
                    <a:lnTo>
                      <a:pt x="43" y="50"/>
                    </a:lnTo>
                    <a:lnTo>
                      <a:pt x="50" y="43"/>
                    </a:lnTo>
                    <a:lnTo>
                      <a:pt x="54" y="36"/>
                    </a:lnTo>
                    <a:lnTo>
                      <a:pt x="55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8" name=""/>
              <p:cNvSpPr/>
              <p:nvPr/>
            </p:nvSpPr>
            <p:spPr>
              <a:xfrm rot="0" flipH="1">
                <a:off x="406" y="851"/>
                <a:ext cx="245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59" name=""/>
              <p:cNvSpPr/>
              <p:nvPr/>
            </p:nvSpPr>
            <p:spPr>
              <a:xfrm rot="0">
                <a:off x="2858" y="695"/>
                <a:ext cx="1" cy="33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0" name=""/>
              <p:cNvSpPr/>
              <p:nvPr/>
            </p:nvSpPr>
            <p:spPr>
              <a:xfrm rot="0" flipH="1">
                <a:off x="406" y="2446"/>
                <a:ext cx="4904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1" name=""/>
              <p:cNvSpPr/>
              <p:nvPr/>
            </p:nvSpPr>
            <p:spPr>
              <a:xfrm rot="0">
                <a:off x="2635" y="3886"/>
                <a:ext cx="223" cy="156"/>
              </a:xfrm>
              <a:custGeom>
                <a:avLst/>
                <a:ahLst/>
                <a:rect l="0" t="0" r="r" b="b"/>
                <a:pathLst>
                  <a:path w="892" h="625">
                    <a:moveTo>
                      <a:pt x="0" y="625"/>
                    </a:moveTo>
                    <a:lnTo>
                      <a:pt x="0" y="0"/>
                    </a:lnTo>
                    <a:lnTo>
                      <a:pt x="892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2" name=""/>
              <p:cNvSpPr/>
              <p:nvPr/>
            </p:nvSpPr>
            <p:spPr>
              <a:xfrm rot="0">
                <a:off x="2709" y="3934"/>
                <a:ext cx="18" cy="83"/>
              </a:xfrm>
              <a:custGeom>
                <a:avLst/>
                <a:ahLst/>
                <a:rect l="0" t="0" r="r" b="b"/>
                <a:pathLst>
                  <a:path w="74" h="335">
                    <a:moveTo>
                      <a:pt x="74" y="335"/>
                    </a:moveTo>
                    <a:lnTo>
                      <a:pt x="74" y="0"/>
                    </a:lnTo>
                    <a:lnTo>
                      <a:pt x="0" y="7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3" name=""/>
              <p:cNvSpPr/>
              <p:nvPr/>
            </p:nvSpPr>
            <p:spPr>
              <a:xfrm rot="0">
                <a:off x="2755" y="3934"/>
                <a:ext cx="37" cy="83"/>
              </a:xfrm>
              <a:custGeom>
                <a:avLst/>
                <a:ahLst/>
                <a:rect l="0" t="0" r="r" b="b"/>
                <a:pathLst>
                  <a:path w="148" h="335">
                    <a:moveTo>
                      <a:pt x="0" y="335"/>
                    </a:moveTo>
                    <a:lnTo>
                      <a:pt x="74" y="335"/>
                    </a:lnTo>
                    <a:lnTo>
                      <a:pt x="89" y="334"/>
                    </a:lnTo>
                    <a:lnTo>
                      <a:pt x="103" y="330"/>
                    </a:lnTo>
                    <a:lnTo>
                      <a:pt x="116" y="323"/>
                    </a:lnTo>
                    <a:lnTo>
                      <a:pt x="126" y="314"/>
                    </a:lnTo>
                    <a:lnTo>
                      <a:pt x="136" y="303"/>
                    </a:lnTo>
                    <a:lnTo>
                      <a:pt x="143" y="290"/>
                    </a:lnTo>
                    <a:lnTo>
                      <a:pt x="147" y="276"/>
                    </a:lnTo>
                    <a:lnTo>
                      <a:pt x="148" y="262"/>
                    </a:lnTo>
                    <a:lnTo>
                      <a:pt x="148" y="224"/>
                    </a:lnTo>
                    <a:lnTo>
                      <a:pt x="147" y="210"/>
                    </a:lnTo>
                    <a:lnTo>
                      <a:pt x="143" y="196"/>
                    </a:lnTo>
                    <a:lnTo>
                      <a:pt x="136" y="183"/>
                    </a:lnTo>
                    <a:lnTo>
                      <a:pt x="126" y="171"/>
                    </a:lnTo>
                    <a:lnTo>
                      <a:pt x="116" y="162"/>
                    </a:lnTo>
                    <a:lnTo>
                      <a:pt x="103" y="155"/>
                    </a:lnTo>
                    <a:lnTo>
                      <a:pt x="89" y="151"/>
                    </a:lnTo>
                    <a:lnTo>
                      <a:pt x="74" y="149"/>
                    </a:lnTo>
                    <a:lnTo>
                      <a:pt x="0" y="149"/>
                    </a:lnTo>
                    <a:lnTo>
                      <a:pt x="0" y="0"/>
                    </a:lnTo>
                    <a:lnTo>
                      <a:pt x="130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4" name=""/>
              <p:cNvSpPr/>
              <p:nvPr/>
            </p:nvSpPr>
            <p:spPr>
              <a:xfrm rot="0">
                <a:off x="2635" y="2290"/>
                <a:ext cx="223" cy="156"/>
              </a:xfrm>
              <a:custGeom>
                <a:avLst/>
                <a:ahLst/>
                <a:rect l="0" t="0" r="r" b="b"/>
                <a:pathLst>
                  <a:path w="892" h="625">
                    <a:moveTo>
                      <a:pt x="0" y="625"/>
                    </a:moveTo>
                    <a:lnTo>
                      <a:pt x="0" y="0"/>
                    </a:lnTo>
                    <a:lnTo>
                      <a:pt x="892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5" name=""/>
              <p:cNvSpPr/>
              <p:nvPr/>
            </p:nvSpPr>
            <p:spPr>
              <a:xfrm rot="0">
                <a:off x="2709" y="2338"/>
                <a:ext cx="18" cy="84"/>
              </a:xfrm>
              <a:custGeom>
                <a:avLst/>
                <a:ahLst/>
                <a:rect l="0" t="0" r="r" b="b"/>
                <a:pathLst>
                  <a:path w="74" h="335">
                    <a:moveTo>
                      <a:pt x="74" y="335"/>
                    </a:moveTo>
                    <a:lnTo>
                      <a:pt x="74" y="0"/>
                    </a:lnTo>
                    <a:lnTo>
                      <a:pt x="0" y="7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6" name=""/>
              <p:cNvSpPr/>
              <p:nvPr/>
            </p:nvSpPr>
            <p:spPr>
              <a:xfrm rot="0">
                <a:off x="2755" y="2338"/>
                <a:ext cx="1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7" name=""/>
              <p:cNvSpPr/>
              <p:nvPr/>
            </p:nvSpPr>
            <p:spPr>
              <a:xfrm rot="0">
                <a:off x="2773" y="2338"/>
                <a:ext cx="19" cy="37"/>
              </a:xfrm>
              <a:custGeom>
                <a:avLst/>
                <a:ahLst/>
                <a:rect l="0" t="0" r="r" b="b"/>
                <a:pathLst>
                  <a:path w="74" h="149">
                    <a:moveTo>
                      <a:pt x="0" y="149"/>
                    </a:moveTo>
                    <a:lnTo>
                      <a:pt x="15" y="148"/>
                    </a:lnTo>
                    <a:lnTo>
                      <a:pt x="29" y="144"/>
                    </a:lnTo>
                    <a:lnTo>
                      <a:pt x="42" y="136"/>
                    </a:lnTo>
                    <a:lnTo>
                      <a:pt x="52" y="128"/>
                    </a:lnTo>
                    <a:lnTo>
                      <a:pt x="62" y="116"/>
                    </a:lnTo>
                    <a:lnTo>
                      <a:pt x="69" y="103"/>
                    </a:lnTo>
                    <a:lnTo>
                      <a:pt x="73" y="90"/>
                    </a:lnTo>
                    <a:lnTo>
                      <a:pt x="74" y="75"/>
                    </a:lnTo>
                    <a:lnTo>
                      <a:pt x="73" y="61"/>
                    </a:lnTo>
                    <a:lnTo>
                      <a:pt x="69" y="47"/>
                    </a:lnTo>
                    <a:lnTo>
                      <a:pt x="62" y="34"/>
                    </a:lnTo>
                    <a:lnTo>
                      <a:pt x="52" y="22"/>
                    </a:lnTo>
                    <a:lnTo>
                      <a:pt x="42" y="13"/>
                    </a:lnTo>
                    <a:lnTo>
                      <a:pt x="29" y="6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8" name=""/>
              <p:cNvSpPr/>
              <p:nvPr/>
            </p:nvSpPr>
            <p:spPr>
              <a:xfrm rot="0" flipH="1">
                <a:off x="2764" y="2375"/>
                <a:ext cx="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69" name=""/>
              <p:cNvSpPr/>
              <p:nvPr/>
            </p:nvSpPr>
            <p:spPr>
              <a:xfrm rot="0">
                <a:off x="2773" y="2375"/>
                <a:ext cx="19" cy="1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74" y="75"/>
                    </a:moveTo>
                    <a:lnTo>
                      <a:pt x="73" y="60"/>
                    </a:lnTo>
                    <a:lnTo>
                      <a:pt x="69" y="47"/>
                    </a:lnTo>
                    <a:lnTo>
                      <a:pt x="62" y="34"/>
                    </a:lnTo>
                    <a:lnTo>
                      <a:pt x="52" y="22"/>
                    </a:lnTo>
                    <a:lnTo>
                      <a:pt x="42" y="13"/>
                    </a:lnTo>
                    <a:lnTo>
                      <a:pt x="29" y="6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0" name=""/>
              <p:cNvSpPr/>
              <p:nvPr/>
            </p:nvSpPr>
            <p:spPr>
              <a:xfrm rot="0">
                <a:off x="2792" y="2394"/>
                <a:ext cx="1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1" name=""/>
              <p:cNvSpPr/>
              <p:nvPr/>
            </p:nvSpPr>
            <p:spPr>
              <a:xfrm rot="0">
                <a:off x="2773" y="2403"/>
                <a:ext cx="19" cy="19"/>
              </a:xfrm>
              <a:custGeom>
                <a:avLst/>
                <a:ahLst/>
                <a:rect l="0" t="0" r="r" b="b"/>
                <a:pathLst>
                  <a:path w="74" h="74">
                    <a:moveTo>
                      <a:pt x="0" y="74"/>
                    </a:moveTo>
                    <a:lnTo>
                      <a:pt x="15" y="73"/>
                    </a:lnTo>
                    <a:lnTo>
                      <a:pt x="29" y="69"/>
                    </a:lnTo>
                    <a:lnTo>
                      <a:pt x="42" y="62"/>
                    </a:lnTo>
                    <a:lnTo>
                      <a:pt x="52" y="52"/>
                    </a:lnTo>
                    <a:lnTo>
                      <a:pt x="62" y="42"/>
                    </a:lnTo>
                    <a:lnTo>
                      <a:pt x="69" y="29"/>
                    </a:lnTo>
                    <a:lnTo>
                      <a:pt x="73" y="15"/>
                    </a:lnTo>
                    <a:lnTo>
                      <a:pt x="74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2" name=""/>
              <p:cNvSpPr/>
              <p:nvPr/>
            </p:nvSpPr>
            <p:spPr>
              <a:xfrm rot="0" flipH="1">
                <a:off x="2755" y="2422"/>
                <a:ext cx="1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3" name=""/>
              <p:cNvSpPr/>
              <p:nvPr/>
            </p:nvSpPr>
            <p:spPr>
              <a:xfrm rot="0">
                <a:off x="5087" y="3886"/>
                <a:ext cx="223" cy="156"/>
              </a:xfrm>
              <a:custGeom>
                <a:avLst/>
                <a:ahLst/>
                <a:rect l="0" t="0" r="r" b="b"/>
                <a:pathLst>
                  <a:path w="891" h="625">
                    <a:moveTo>
                      <a:pt x="0" y="625"/>
                    </a:moveTo>
                    <a:lnTo>
                      <a:pt x="0" y="0"/>
                    </a:lnTo>
                    <a:lnTo>
                      <a:pt x="891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4" name=""/>
              <p:cNvSpPr/>
              <p:nvPr/>
            </p:nvSpPr>
            <p:spPr>
              <a:xfrm rot="0">
                <a:off x="5160" y="3938"/>
                <a:ext cx="19" cy="83"/>
              </a:xfrm>
              <a:custGeom>
                <a:avLst/>
                <a:ahLst/>
                <a:rect l="0" t="0" r="r" b="b"/>
                <a:pathLst>
                  <a:path w="74" h="334">
                    <a:moveTo>
                      <a:pt x="74" y="334"/>
                    </a:moveTo>
                    <a:lnTo>
                      <a:pt x="74" y="0"/>
                    </a:lnTo>
                    <a:lnTo>
                      <a:pt x="0" y="7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5" name=""/>
              <p:cNvSpPr/>
              <p:nvPr/>
            </p:nvSpPr>
            <p:spPr>
              <a:xfrm rot="0">
                <a:off x="5207" y="3938"/>
                <a:ext cx="37" cy="83"/>
              </a:xfrm>
              <a:custGeom>
                <a:avLst/>
                <a:ahLst/>
                <a:rect l="0" t="0" r="r" b="b"/>
                <a:pathLst>
                  <a:path w="149" h="334">
                    <a:moveTo>
                      <a:pt x="111" y="0"/>
                    </a:moveTo>
                    <a:lnTo>
                      <a:pt x="90" y="8"/>
                    </a:lnTo>
                    <a:lnTo>
                      <a:pt x="72" y="20"/>
                    </a:lnTo>
                    <a:lnTo>
                      <a:pt x="55" y="33"/>
                    </a:lnTo>
                    <a:lnTo>
                      <a:pt x="40" y="49"/>
                    </a:lnTo>
                    <a:lnTo>
                      <a:pt x="27" y="67"/>
                    </a:lnTo>
                    <a:lnTo>
                      <a:pt x="16" y="86"/>
                    </a:lnTo>
                    <a:lnTo>
                      <a:pt x="7" y="105"/>
                    </a:lnTo>
                    <a:lnTo>
                      <a:pt x="2" y="127"/>
                    </a:lnTo>
                    <a:lnTo>
                      <a:pt x="0" y="149"/>
                    </a:lnTo>
                    <a:lnTo>
                      <a:pt x="0" y="260"/>
                    </a:lnTo>
                    <a:lnTo>
                      <a:pt x="1" y="275"/>
                    </a:lnTo>
                    <a:lnTo>
                      <a:pt x="5" y="289"/>
                    </a:lnTo>
                    <a:lnTo>
                      <a:pt x="12" y="302"/>
                    </a:lnTo>
                    <a:lnTo>
                      <a:pt x="21" y="313"/>
                    </a:lnTo>
                    <a:lnTo>
                      <a:pt x="32" y="322"/>
                    </a:lnTo>
                    <a:lnTo>
                      <a:pt x="45" y="329"/>
                    </a:lnTo>
                    <a:lnTo>
                      <a:pt x="59" y="333"/>
                    </a:lnTo>
                    <a:lnTo>
                      <a:pt x="74" y="334"/>
                    </a:lnTo>
                    <a:lnTo>
                      <a:pt x="88" y="333"/>
                    </a:lnTo>
                    <a:lnTo>
                      <a:pt x="102" y="329"/>
                    </a:lnTo>
                    <a:lnTo>
                      <a:pt x="115" y="322"/>
                    </a:lnTo>
                    <a:lnTo>
                      <a:pt x="126" y="313"/>
                    </a:lnTo>
                    <a:lnTo>
                      <a:pt x="136" y="302"/>
                    </a:lnTo>
                    <a:lnTo>
                      <a:pt x="142" y="289"/>
                    </a:lnTo>
                    <a:lnTo>
                      <a:pt x="147" y="275"/>
                    </a:lnTo>
                    <a:lnTo>
                      <a:pt x="148" y="260"/>
                    </a:lnTo>
                    <a:lnTo>
                      <a:pt x="148" y="223"/>
                    </a:lnTo>
                    <a:lnTo>
                      <a:pt x="149" y="209"/>
                    </a:lnTo>
                    <a:lnTo>
                      <a:pt x="147" y="196"/>
                    </a:lnTo>
                    <a:lnTo>
                      <a:pt x="141" y="183"/>
                    </a:lnTo>
                    <a:lnTo>
                      <a:pt x="134" y="172"/>
                    </a:lnTo>
                    <a:lnTo>
                      <a:pt x="124" y="163"/>
                    </a:lnTo>
                    <a:lnTo>
                      <a:pt x="113" y="155"/>
                    </a:lnTo>
                    <a:lnTo>
                      <a:pt x="100" y="151"/>
                    </a:lnTo>
                    <a:lnTo>
                      <a:pt x="87" y="149"/>
                    </a:lnTo>
                    <a:lnTo>
                      <a:pt x="74" y="149"/>
                    </a:lnTo>
                    <a:lnTo>
                      <a:pt x="0" y="149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6" name=""/>
              <p:cNvSpPr/>
              <p:nvPr/>
            </p:nvSpPr>
            <p:spPr>
              <a:xfrm rot="0">
                <a:off x="5087" y="2290"/>
                <a:ext cx="223" cy="156"/>
              </a:xfrm>
              <a:custGeom>
                <a:avLst/>
                <a:ahLst/>
                <a:rect l="0" t="0" r="r" b="b"/>
                <a:pathLst>
                  <a:path w="891" h="625">
                    <a:moveTo>
                      <a:pt x="0" y="625"/>
                    </a:moveTo>
                    <a:lnTo>
                      <a:pt x="0" y="0"/>
                    </a:lnTo>
                    <a:lnTo>
                      <a:pt x="891" y="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7" name=""/>
              <p:cNvSpPr/>
              <p:nvPr/>
            </p:nvSpPr>
            <p:spPr>
              <a:xfrm rot="0">
                <a:off x="5158" y="2340"/>
                <a:ext cx="18" cy="84"/>
              </a:xfrm>
              <a:custGeom>
                <a:avLst/>
                <a:ahLst/>
                <a:rect l="0" t="0" r="r" b="b"/>
                <a:pathLst>
                  <a:path w="75" h="335">
                    <a:moveTo>
                      <a:pt x="75" y="335"/>
                    </a:moveTo>
                    <a:lnTo>
                      <a:pt x="75" y="0"/>
                    </a:lnTo>
                    <a:lnTo>
                      <a:pt x="0" y="7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8" name=""/>
              <p:cNvSpPr/>
              <p:nvPr/>
            </p:nvSpPr>
            <p:spPr>
              <a:xfrm rot="0">
                <a:off x="5204" y="2340"/>
                <a:ext cx="47" cy="65"/>
              </a:xfrm>
              <a:custGeom>
                <a:avLst/>
                <a:ahLst/>
                <a:rect l="0" t="0" r="r" b="b"/>
                <a:pathLst>
                  <a:path w="186" h="260">
                    <a:moveTo>
                      <a:pt x="75" y="0"/>
                    </a:moveTo>
                    <a:lnTo>
                      <a:pt x="0" y="260"/>
                    </a:lnTo>
                    <a:lnTo>
                      <a:pt x="186" y="260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79" name=""/>
              <p:cNvSpPr/>
              <p:nvPr/>
            </p:nvSpPr>
            <p:spPr>
              <a:xfrm rot="0">
                <a:off x="5237" y="2387"/>
                <a:ext cx="1" cy="3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0" name=""/>
              <p:cNvSpPr/>
              <p:nvPr/>
            </p:nvSpPr>
            <p:spPr>
              <a:xfrm rot="0">
                <a:off x="478" y="594"/>
                <a:ext cx="1" cy="4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1" name=""/>
              <p:cNvSpPr/>
              <p:nvPr/>
            </p:nvSpPr>
            <p:spPr>
              <a:xfrm rot="0" flipV="1">
                <a:off x="478" y="629"/>
                <a:ext cx="30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2" name=""/>
              <p:cNvSpPr/>
              <p:nvPr/>
            </p:nvSpPr>
            <p:spPr>
              <a:xfrm rot="0" flipV="1">
                <a:off x="507" y="598"/>
                <a:ext cx="1" cy="3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3" name=""/>
              <p:cNvSpPr/>
              <p:nvPr/>
            </p:nvSpPr>
            <p:spPr>
              <a:xfrm rot="0" flipH="1">
                <a:off x="478" y="601"/>
                <a:ext cx="3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4" name=""/>
              <p:cNvSpPr/>
              <p:nvPr/>
            </p:nvSpPr>
            <p:spPr>
              <a:xfrm rot="0" flipV="1">
                <a:off x="493" y="559"/>
                <a:ext cx="1" cy="4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5" name=""/>
              <p:cNvSpPr/>
              <p:nvPr/>
            </p:nvSpPr>
            <p:spPr>
              <a:xfrm rot="0" flipV="1">
                <a:off x="493" y="580"/>
                <a:ext cx="2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6" name=""/>
              <p:cNvSpPr/>
              <p:nvPr/>
            </p:nvSpPr>
            <p:spPr>
              <a:xfrm rot="0" flipH="1">
                <a:off x="463" y="638"/>
                <a:ext cx="5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7" name=""/>
              <p:cNvSpPr/>
              <p:nvPr/>
            </p:nvSpPr>
            <p:spPr>
              <a:xfrm rot="0">
                <a:off x="481" y="642"/>
                <a:ext cx="5" cy="2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8" name=""/>
              <p:cNvSpPr/>
              <p:nvPr/>
            </p:nvSpPr>
            <p:spPr>
              <a:xfrm rot="0">
                <a:off x="497" y="642"/>
                <a:ext cx="5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89" name=""/>
              <p:cNvSpPr/>
              <p:nvPr/>
            </p:nvSpPr>
            <p:spPr>
              <a:xfrm rot="0">
                <a:off x="508" y="639"/>
                <a:ext cx="1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0" name=""/>
              <p:cNvSpPr/>
              <p:nvPr/>
            </p:nvSpPr>
            <p:spPr>
              <a:xfrm rot="0" flipH="1">
                <a:off x="556" y="661"/>
                <a:ext cx="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1" name=""/>
              <p:cNvSpPr/>
              <p:nvPr/>
            </p:nvSpPr>
            <p:spPr>
              <a:xfrm rot="0">
                <a:off x="559" y="656"/>
                <a:ext cx="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2" name=""/>
              <p:cNvSpPr/>
              <p:nvPr/>
            </p:nvSpPr>
            <p:spPr>
              <a:xfrm rot="0">
                <a:off x="558" y="651"/>
                <a:ext cx="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3" name=""/>
              <p:cNvSpPr/>
              <p:nvPr/>
            </p:nvSpPr>
            <p:spPr>
              <a:xfrm rot="0" flipH="1" flipV="1">
                <a:off x="553" y="646"/>
                <a:ext cx="2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4" name=""/>
              <p:cNvSpPr/>
              <p:nvPr/>
            </p:nvSpPr>
            <p:spPr>
              <a:xfrm rot="0" flipV="1">
                <a:off x="555" y="657"/>
                <a:ext cx="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5" name=""/>
              <p:cNvSpPr/>
              <p:nvPr/>
            </p:nvSpPr>
            <p:spPr>
              <a:xfrm rot="0">
                <a:off x="542" y="638"/>
                <a:ext cx="10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6" name=""/>
              <p:cNvSpPr/>
              <p:nvPr/>
            </p:nvSpPr>
            <p:spPr>
              <a:xfrm rot="0" flipH="1" flipV="1">
                <a:off x="555" y="6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7" name=""/>
              <p:cNvSpPr/>
              <p:nvPr/>
            </p:nvSpPr>
            <p:spPr>
              <a:xfrm rot="0">
                <a:off x="552" y="644"/>
                <a:ext cx="6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8" name=""/>
              <p:cNvSpPr/>
              <p:nvPr/>
            </p:nvSpPr>
            <p:spPr>
              <a:xfrm rot="0" flipV="1">
                <a:off x="625" y="579"/>
                <a:ext cx="59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799" name=""/>
              <p:cNvSpPr/>
              <p:nvPr/>
            </p:nvSpPr>
            <p:spPr>
              <a:xfrm rot="0" flipH="1">
                <a:off x="668" y="596"/>
                <a:ext cx="2" cy="6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0" name=""/>
              <p:cNvSpPr/>
              <p:nvPr/>
            </p:nvSpPr>
            <p:spPr>
              <a:xfrm rot="0" flipV="1">
                <a:off x="640" y="599"/>
                <a:ext cx="30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1" name=""/>
              <p:cNvSpPr/>
              <p:nvPr/>
            </p:nvSpPr>
            <p:spPr>
              <a:xfrm rot="0" flipV="1">
                <a:off x="620" y="660"/>
                <a:ext cx="69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2" name=""/>
              <p:cNvSpPr/>
              <p:nvPr/>
            </p:nvSpPr>
            <p:spPr>
              <a:xfrm rot="0" flipV="1">
                <a:off x="640" y="644"/>
                <a:ext cx="2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3" name=""/>
              <p:cNvSpPr/>
              <p:nvPr/>
            </p:nvSpPr>
            <p:spPr>
              <a:xfrm rot="0" flipV="1">
                <a:off x="640" y="630"/>
                <a:ext cx="22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4" name=""/>
              <p:cNvSpPr/>
              <p:nvPr/>
            </p:nvSpPr>
            <p:spPr>
              <a:xfrm rot="0" flipV="1">
                <a:off x="640" y="615"/>
                <a:ext cx="25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5" name=""/>
              <p:cNvSpPr/>
              <p:nvPr/>
            </p:nvSpPr>
            <p:spPr>
              <a:xfrm rot="0">
                <a:off x="640" y="598"/>
                <a:ext cx="1" cy="6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6" name=""/>
              <p:cNvSpPr/>
              <p:nvPr/>
            </p:nvSpPr>
            <p:spPr>
              <a:xfrm rot="0" flipH="1">
                <a:off x="652" y="561"/>
                <a:ext cx="4" cy="4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7" name=""/>
              <p:cNvSpPr/>
              <p:nvPr/>
            </p:nvSpPr>
            <p:spPr>
              <a:xfrm rot="0" flipH="1">
                <a:off x="703" y="622"/>
                <a:ext cx="23" cy="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8" name=""/>
              <p:cNvSpPr/>
              <p:nvPr/>
            </p:nvSpPr>
            <p:spPr>
              <a:xfrm rot="0" flipH="1">
                <a:off x="705" y="587"/>
                <a:ext cx="19" cy="4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09" name=""/>
              <p:cNvSpPr/>
              <p:nvPr/>
            </p:nvSpPr>
            <p:spPr>
              <a:xfrm rot="0" flipV="1">
                <a:off x="700" y="597"/>
                <a:ext cx="19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0" name=""/>
              <p:cNvSpPr/>
              <p:nvPr/>
            </p:nvSpPr>
            <p:spPr>
              <a:xfrm rot="0" flipV="1">
                <a:off x="703" y="639"/>
                <a:ext cx="24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1" name=""/>
              <p:cNvSpPr/>
              <p:nvPr/>
            </p:nvSpPr>
            <p:spPr>
              <a:xfrm rot="0" flipH="1">
                <a:off x="703" y="566"/>
                <a:ext cx="15" cy="3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2" name=""/>
              <p:cNvSpPr/>
              <p:nvPr/>
            </p:nvSpPr>
            <p:spPr>
              <a:xfrm rot="0" flipV="1">
                <a:off x="731" y="586"/>
                <a:ext cx="27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3" name=""/>
              <p:cNvSpPr/>
              <p:nvPr/>
            </p:nvSpPr>
            <p:spPr>
              <a:xfrm rot="0" flipV="1">
                <a:off x="730" y="607"/>
                <a:ext cx="31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4" name=""/>
              <p:cNvSpPr/>
              <p:nvPr/>
            </p:nvSpPr>
            <p:spPr>
              <a:xfrm rot="0">
                <a:off x="751" y="642"/>
                <a:ext cx="17" cy="25"/>
              </a:xfrm>
              <a:custGeom>
                <a:avLst/>
                <a:ahLst/>
                <a:rect l="0" t="0" r="r" b="b"/>
                <a:pathLst>
                  <a:path w="68" h="98">
                    <a:moveTo>
                      <a:pt x="0" y="5"/>
                    </a:moveTo>
                    <a:lnTo>
                      <a:pt x="68" y="98"/>
                    </a:lnTo>
                    <a:lnTo>
                      <a:pt x="6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5" name=""/>
              <p:cNvSpPr/>
              <p:nvPr/>
            </p:nvSpPr>
            <p:spPr>
              <a:xfrm rot="0">
                <a:off x="749" y="567"/>
                <a:ext cx="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6" name=""/>
              <p:cNvSpPr/>
              <p:nvPr/>
            </p:nvSpPr>
            <p:spPr>
              <a:xfrm rot="0">
                <a:off x="738" y="561"/>
                <a:ext cx="13" cy="83"/>
              </a:xfrm>
              <a:custGeom>
                <a:avLst/>
                <a:ahLst/>
                <a:rect l="0" t="0" r="r" b="b"/>
                <a:pathLst>
                  <a:path w="49" h="330">
                    <a:moveTo>
                      <a:pt x="0" y="0"/>
                    </a:moveTo>
                    <a:lnTo>
                      <a:pt x="15" y="227"/>
                    </a:lnTo>
                    <a:lnTo>
                      <a:pt x="49" y="33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7" name=""/>
              <p:cNvSpPr/>
              <p:nvPr/>
            </p:nvSpPr>
            <p:spPr>
              <a:xfrm rot="0">
                <a:off x="725" y="618"/>
                <a:ext cx="34" cy="43"/>
              </a:xfrm>
              <a:custGeom>
                <a:avLst/>
                <a:ahLst/>
                <a:rect l="0" t="0" r="r" b="b"/>
                <a:pathLst>
                  <a:path w="138" h="171">
                    <a:moveTo>
                      <a:pt x="138" y="0"/>
                    </a:moveTo>
                    <a:lnTo>
                      <a:pt x="93" y="73"/>
                    </a:lnTo>
                    <a:lnTo>
                      <a:pt x="0" y="1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8" name=""/>
              <p:cNvSpPr/>
              <p:nvPr/>
            </p:nvSpPr>
            <p:spPr>
              <a:xfrm rot="0" flipH="1">
                <a:off x="800" y="661"/>
                <a:ext cx="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19" name=""/>
              <p:cNvSpPr/>
              <p:nvPr/>
            </p:nvSpPr>
            <p:spPr>
              <a:xfrm rot="0">
                <a:off x="802" y="656"/>
                <a:ext cx="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0" name=""/>
              <p:cNvSpPr/>
              <p:nvPr/>
            </p:nvSpPr>
            <p:spPr>
              <a:xfrm rot="0">
                <a:off x="801" y="651"/>
                <a:ext cx="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1" name=""/>
              <p:cNvSpPr/>
              <p:nvPr/>
            </p:nvSpPr>
            <p:spPr>
              <a:xfrm rot="0" flipH="1" flipV="1">
                <a:off x="796" y="646"/>
                <a:ext cx="3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2" name=""/>
              <p:cNvSpPr/>
              <p:nvPr/>
            </p:nvSpPr>
            <p:spPr>
              <a:xfrm rot="0" flipV="1">
                <a:off x="799" y="657"/>
                <a:ext cx="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3" name=""/>
              <p:cNvSpPr/>
              <p:nvPr/>
            </p:nvSpPr>
            <p:spPr>
              <a:xfrm rot="0">
                <a:off x="785" y="638"/>
                <a:ext cx="10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4" name=""/>
              <p:cNvSpPr/>
              <p:nvPr/>
            </p:nvSpPr>
            <p:spPr>
              <a:xfrm rot="0" flipH="1" flipV="1">
                <a:off x="799" y="6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5" name=""/>
              <p:cNvSpPr/>
              <p:nvPr/>
            </p:nvSpPr>
            <p:spPr>
              <a:xfrm rot="0">
                <a:off x="795" y="644"/>
                <a:ext cx="6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6" name=""/>
              <p:cNvSpPr/>
              <p:nvPr/>
            </p:nvSpPr>
            <p:spPr>
              <a:xfrm rot="0" flipV="1">
                <a:off x="874" y="565"/>
                <a:ext cx="49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7" name=""/>
              <p:cNvSpPr/>
              <p:nvPr/>
            </p:nvSpPr>
            <p:spPr>
              <a:xfrm rot="0" flipH="1">
                <a:off x="864" y="608"/>
                <a:ext cx="6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8" name=""/>
              <p:cNvSpPr/>
              <p:nvPr/>
            </p:nvSpPr>
            <p:spPr>
              <a:xfrm rot="0">
                <a:off x="880" y="583"/>
                <a:ext cx="6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29" name=""/>
              <p:cNvSpPr/>
              <p:nvPr/>
            </p:nvSpPr>
            <p:spPr>
              <a:xfrm rot="0" flipV="1">
                <a:off x="909" y="579"/>
                <a:ext cx="10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0" name=""/>
              <p:cNvSpPr/>
              <p:nvPr/>
            </p:nvSpPr>
            <p:spPr>
              <a:xfrm rot="0">
                <a:off x="899" y="569"/>
                <a:ext cx="1" cy="9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1" name=""/>
              <p:cNvSpPr/>
              <p:nvPr/>
            </p:nvSpPr>
            <p:spPr>
              <a:xfrm rot="0" flipV="1">
                <a:off x="975" y="570"/>
                <a:ext cx="4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2" name=""/>
              <p:cNvSpPr/>
              <p:nvPr/>
            </p:nvSpPr>
            <p:spPr>
              <a:xfrm rot="0" flipH="1">
                <a:off x="956" y="594"/>
                <a:ext cx="47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156" name=""/>
            <p:cNvGrpSpPr/>
            <p:nvPr/>
          </p:nvGrpSpPr>
          <p:grpSpPr>
            <a:xfrm rot="0">
              <a:off x="947" y="559"/>
              <a:ext cx="1841" cy="1590"/>
              <a:chOff x="947" y="559"/>
              <a:chExt cx="1841" cy="1590"/>
            </a:xfrm>
          </p:grpSpPr>
          <p:sp>
            <p:nvSpPr>
              <p:cNvPr id="1053833" name=""/>
              <p:cNvSpPr/>
              <p:nvPr/>
            </p:nvSpPr>
            <p:spPr>
              <a:xfrm rot="0" flipH="1">
                <a:off x="971" y="612"/>
                <a:ext cx="1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4" name=""/>
              <p:cNvSpPr/>
              <p:nvPr/>
            </p:nvSpPr>
            <p:spPr>
              <a:xfrm rot="0" flipV="1">
                <a:off x="971" y="629"/>
                <a:ext cx="1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5" name=""/>
              <p:cNvSpPr/>
              <p:nvPr/>
            </p:nvSpPr>
            <p:spPr>
              <a:xfrm rot="0" flipH="1">
                <a:off x="987" y="597"/>
                <a:ext cx="1" cy="5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6" name=""/>
              <p:cNvSpPr/>
              <p:nvPr/>
            </p:nvSpPr>
            <p:spPr>
              <a:xfrm rot="0">
                <a:off x="971" y="598"/>
                <a:ext cx="1" cy="5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7" name=""/>
              <p:cNvSpPr/>
              <p:nvPr/>
            </p:nvSpPr>
            <p:spPr>
              <a:xfrm rot="0" flipV="1">
                <a:off x="1000" y="588"/>
                <a:ext cx="4" cy="7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8" name=""/>
              <p:cNvSpPr/>
              <p:nvPr/>
            </p:nvSpPr>
            <p:spPr>
              <a:xfrm rot="0" flipV="1">
                <a:off x="957" y="651"/>
                <a:ext cx="4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39" name=""/>
              <p:cNvSpPr/>
              <p:nvPr/>
            </p:nvSpPr>
            <p:spPr>
              <a:xfrm rot="0">
                <a:off x="956" y="590"/>
                <a:ext cx="1" cy="7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0" name=""/>
              <p:cNvSpPr/>
              <p:nvPr/>
            </p:nvSpPr>
            <p:spPr>
              <a:xfrm rot="0" flipH="1">
                <a:off x="947" y="567"/>
                <a:ext cx="64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1" name=""/>
              <p:cNvSpPr/>
              <p:nvPr/>
            </p:nvSpPr>
            <p:spPr>
              <a:xfrm rot="0" flipH="1">
                <a:off x="1041" y="563"/>
                <a:ext cx="7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2" name=""/>
              <p:cNvSpPr/>
              <p:nvPr/>
            </p:nvSpPr>
            <p:spPr>
              <a:xfrm rot="0" flipV="1">
                <a:off x="1036" y="642"/>
                <a:ext cx="17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3" name=""/>
              <p:cNvSpPr/>
              <p:nvPr/>
            </p:nvSpPr>
            <p:spPr>
              <a:xfrm rot="0" flipV="1">
                <a:off x="1055" y="588"/>
                <a:ext cx="3" cy="6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4" name=""/>
              <p:cNvSpPr/>
              <p:nvPr/>
            </p:nvSpPr>
            <p:spPr>
              <a:xfrm rot="0" flipH="1">
                <a:off x="1037" y="592"/>
                <a:ext cx="20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5" name=""/>
              <p:cNvSpPr/>
              <p:nvPr/>
            </p:nvSpPr>
            <p:spPr>
              <a:xfrm rot="0" flipV="1">
                <a:off x="1036" y="617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6" name=""/>
              <p:cNvSpPr/>
              <p:nvPr/>
            </p:nvSpPr>
            <p:spPr>
              <a:xfrm rot="0" flipH="1">
                <a:off x="1062" y="561"/>
                <a:ext cx="13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7" name=""/>
              <p:cNvSpPr/>
              <p:nvPr/>
            </p:nvSpPr>
            <p:spPr>
              <a:xfrm rot="0" flipH="1" flipV="1">
                <a:off x="1074" y="651"/>
                <a:ext cx="10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8" name=""/>
              <p:cNvSpPr/>
              <p:nvPr/>
            </p:nvSpPr>
            <p:spPr>
              <a:xfrm rot="0">
                <a:off x="1070" y="609"/>
                <a:ext cx="9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49" name=""/>
              <p:cNvSpPr/>
              <p:nvPr/>
            </p:nvSpPr>
            <p:spPr>
              <a:xfrm rot="0">
                <a:off x="1084" y="586"/>
                <a:ext cx="8" cy="82"/>
              </a:xfrm>
              <a:custGeom>
                <a:avLst/>
                <a:ahLst/>
                <a:rect l="0" t="0" r="r" b="b"/>
                <a:pathLst>
                  <a:path w="35" h="331">
                    <a:moveTo>
                      <a:pt x="0" y="331"/>
                    </a:moveTo>
                    <a:lnTo>
                      <a:pt x="20" y="192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0" name=""/>
              <p:cNvSpPr/>
              <p:nvPr/>
            </p:nvSpPr>
            <p:spPr>
              <a:xfrm rot="0" flipV="1">
                <a:off x="1068" y="590"/>
                <a:ext cx="23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1" name=""/>
              <p:cNvSpPr/>
              <p:nvPr/>
            </p:nvSpPr>
            <p:spPr>
              <a:xfrm rot="0">
                <a:off x="1036" y="587"/>
                <a:ext cx="1" cy="6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2" name=""/>
              <p:cNvSpPr/>
              <p:nvPr/>
            </p:nvSpPr>
            <p:spPr>
              <a:xfrm rot="0" flipH="1">
                <a:off x="1111" y="591"/>
                <a:ext cx="27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3" name=""/>
              <p:cNvSpPr/>
              <p:nvPr/>
            </p:nvSpPr>
            <p:spPr>
              <a:xfrm rot="0">
                <a:off x="1115" y="559"/>
                <a:ext cx="11" cy="109"/>
              </a:xfrm>
              <a:custGeom>
                <a:avLst/>
                <a:ahLst/>
                <a:rect l="0" t="0" r="r" b="b"/>
                <a:pathLst>
                  <a:path w="45" h="439">
                    <a:moveTo>
                      <a:pt x="45" y="0"/>
                    </a:moveTo>
                    <a:lnTo>
                      <a:pt x="45" y="439"/>
                    </a:lnTo>
                    <a:lnTo>
                      <a:pt x="0" y="37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4" name=""/>
              <p:cNvSpPr/>
              <p:nvPr/>
            </p:nvSpPr>
            <p:spPr>
              <a:xfrm rot="0" flipV="1">
                <a:off x="1108" y="607"/>
                <a:ext cx="27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5" name=""/>
              <p:cNvSpPr/>
              <p:nvPr/>
            </p:nvSpPr>
            <p:spPr>
              <a:xfrm rot="0">
                <a:off x="1135" y="561"/>
                <a:ext cx="11" cy="54"/>
              </a:xfrm>
              <a:custGeom>
                <a:avLst/>
                <a:ahLst/>
                <a:rect l="0" t="0" r="r" b="b"/>
                <a:pathLst>
                  <a:path w="45" h="217">
                    <a:moveTo>
                      <a:pt x="45" y="0"/>
                    </a:moveTo>
                    <a:lnTo>
                      <a:pt x="35" y="119"/>
                    </a:lnTo>
                    <a:lnTo>
                      <a:pt x="0" y="2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6" name=""/>
              <p:cNvSpPr/>
              <p:nvPr/>
            </p:nvSpPr>
            <p:spPr>
              <a:xfrm rot="0" flipV="1">
                <a:off x="1146" y="569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7" name=""/>
              <p:cNvSpPr/>
              <p:nvPr/>
            </p:nvSpPr>
            <p:spPr>
              <a:xfrm rot="0">
                <a:off x="1159" y="566"/>
                <a:ext cx="16" cy="35"/>
              </a:xfrm>
              <a:custGeom>
                <a:avLst/>
                <a:ahLst/>
                <a:rect l="0" t="0" r="r" b="b"/>
                <a:pathLst>
                  <a:path w="64" h="139">
                    <a:moveTo>
                      <a:pt x="0" y="0"/>
                    </a:moveTo>
                    <a:lnTo>
                      <a:pt x="0" y="139"/>
                    </a:lnTo>
                    <a:lnTo>
                      <a:pt x="64" y="1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8" name=""/>
              <p:cNvSpPr/>
              <p:nvPr/>
            </p:nvSpPr>
            <p:spPr>
              <a:xfrm rot="0">
                <a:off x="1142" y="624"/>
                <a:ext cx="34" cy="42"/>
              </a:xfrm>
              <a:custGeom>
                <a:avLst/>
                <a:ahLst/>
                <a:rect l="0" t="0" r="r" b="b"/>
                <a:pathLst>
                  <a:path w="138" h="167">
                    <a:moveTo>
                      <a:pt x="0" y="0"/>
                    </a:moveTo>
                    <a:lnTo>
                      <a:pt x="94" y="167"/>
                    </a:lnTo>
                    <a:lnTo>
                      <a:pt x="138" y="1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59" name=""/>
              <p:cNvSpPr/>
              <p:nvPr/>
            </p:nvSpPr>
            <p:spPr>
              <a:xfrm rot="0" flipV="1">
                <a:off x="1140" y="612"/>
                <a:ext cx="2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0" name=""/>
              <p:cNvSpPr/>
              <p:nvPr/>
            </p:nvSpPr>
            <p:spPr>
              <a:xfrm rot="0">
                <a:off x="1130" y="608"/>
                <a:ext cx="35" cy="59"/>
              </a:xfrm>
              <a:custGeom>
                <a:avLst/>
                <a:ahLst/>
                <a:rect l="0" t="0" r="r" b="b"/>
                <a:pathLst>
                  <a:path w="138" h="236">
                    <a:moveTo>
                      <a:pt x="138" y="0"/>
                    </a:moveTo>
                    <a:lnTo>
                      <a:pt x="84" y="138"/>
                    </a:lnTo>
                    <a:lnTo>
                      <a:pt x="0" y="23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1" name=""/>
              <p:cNvSpPr/>
              <p:nvPr/>
            </p:nvSpPr>
            <p:spPr>
              <a:xfrm rot="0">
                <a:off x="1219" y="620"/>
                <a:ext cx="37" cy="49"/>
              </a:xfrm>
              <a:custGeom>
                <a:avLst/>
                <a:ahLst/>
                <a:rect l="0" t="0" r="r" b="b"/>
                <a:pathLst>
                  <a:path w="148" h="197">
                    <a:moveTo>
                      <a:pt x="148" y="0"/>
                    </a:moveTo>
                    <a:lnTo>
                      <a:pt x="74" y="123"/>
                    </a:lnTo>
                    <a:lnTo>
                      <a:pt x="0" y="19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2" name=""/>
              <p:cNvSpPr/>
              <p:nvPr/>
            </p:nvSpPr>
            <p:spPr>
              <a:xfrm rot="0" flipH="1">
                <a:off x="1232" y="597"/>
                <a:ext cx="20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3" name=""/>
              <p:cNvSpPr/>
              <p:nvPr/>
            </p:nvSpPr>
            <p:spPr>
              <a:xfrm rot="0" flipH="1">
                <a:off x="1232" y="565"/>
                <a:ext cx="18" cy="4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4" name=""/>
              <p:cNvSpPr/>
              <p:nvPr/>
            </p:nvSpPr>
            <p:spPr>
              <a:xfrm rot="0">
                <a:off x="1199" y="564"/>
                <a:ext cx="1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5" name=""/>
              <p:cNvSpPr/>
              <p:nvPr/>
            </p:nvSpPr>
            <p:spPr>
              <a:xfrm rot="0" flipV="1">
                <a:off x="1199" y="566"/>
                <a:ext cx="2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6" name=""/>
              <p:cNvSpPr/>
              <p:nvPr/>
            </p:nvSpPr>
            <p:spPr>
              <a:xfrm rot="0" flipH="1">
                <a:off x="1225" y="564"/>
                <a:ext cx="2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7" name=""/>
              <p:cNvSpPr/>
              <p:nvPr/>
            </p:nvSpPr>
            <p:spPr>
              <a:xfrm rot="0" flipH="1">
                <a:off x="1199" y="587"/>
                <a:ext cx="2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8" name=""/>
              <p:cNvSpPr/>
              <p:nvPr/>
            </p:nvSpPr>
            <p:spPr>
              <a:xfrm rot="0" flipV="1">
                <a:off x="1199" y="577"/>
                <a:ext cx="2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69" name=""/>
              <p:cNvSpPr/>
              <p:nvPr/>
            </p:nvSpPr>
            <p:spPr>
              <a:xfrm rot="0">
                <a:off x="1210" y="590"/>
                <a:ext cx="3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0" name=""/>
              <p:cNvSpPr/>
              <p:nvPr/>
            </p:nvSpPr>
            <p:spPr>
              <a:xfrm rot="0" flipV="1">
                <a:off x="1188" y="602"/>
                <a:ext cx="4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1" name=""/>
              <p:cNvSpPr/>
              <p:nvPr/>
            </p:nvSpPr>
            <p:spPr>
              <a:xfrm rot="0">
                <a:off x="1199" y="611"/>
                <a:ext cx="1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2" name=""/>
              <p:cNvSpPr/>
              <p:nvPr/>
            </p:nvSpPr>
            <p:spPr>
              <a:xfrm rot="0" flipV="1">
                <a:off x="1199" y="614"/>
                <a:ext cx="2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3" name=""/>
              <p:cNvSpPr/>
              <p:nvPr/>
            </p:nvSpPr>
            <p:spPr>
              <a:xfrm rot="0" flipH="1">
                <a:off x="1221" y="612"/>
                <a:ext cx="2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4" name=""/>
              <p:cNvSpPr/>
              <p:nvPr/>
            </p:nvSpPr>
            <p:spPr>
              <a:xfrm rot="0" flipH="1">
                <a:off x="1199" y="628"/>
                <a:ext cx="2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5" name=""/>
              <p:cNvSpPr/>
              <p:nvPr/>
            </p:nvSpPr>
            <p:spPr>
              <a:xfrm rot="0">
                <a:off x="1203" y="629"/>
                <a:ext cx="9" cy="39"/>
              </a:xfrm>
              <a:custGeom>
                <a:avLst/>
                <a:ahLst/>
                <a:rect l="0" t="0" r="r" b="b"/>
                <a:pathLst>
                  <a:path w="35" h="158">
                    <a:moveTo>
                      <a:pt x="35" y="0"/>
                    </a:moveTo>
                    <a:lnTo>
                      <a:pt x="35" y="158"/>
                    </a:lnTo>
                    <a:lnTo>
                      <a:pt x="0" y="1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6" name=""/>
              <p:cNvSpPr/>
              <p:nvPr/>
            </p:nvSpPr>
            <p:spPr>
              <a:xfrm rot="0" flipH="1">
                <a:off x="1190" y="641"/>
                <a:ext cx="13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7" name=""/>
              <p:cNvSpPr/>
              <p:nvPr/>
            </p:nvSpPr>
            <p:spPr>
              <a:xfrm rot="0">
                <a:off x="1218" y="638"/>
                <a:ext cx="10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8" name=""/>
              <p:cNvSpPr/>
              <p:nvPr/>
            </p:nvSpPr>
            <p:spPr>
              <a:xfrm rot="0">
                <a:off x="2384" y="1716"/>
                <a:ext cx="28" cy="41"/>
              </a:xfrm>
              <a:custGeom>
                <a:avLst/>
                <a:ahLst/>
                <a:rect l="0" t="0" r="r" b="b"/>
                <a:pathLst>
                  <a:path w="111" h="161">
                    <a:moveTo>
                      <a:pt x="36" y="161"/>
                    </a:moveTo>
                    <a:lnTo>
                      <a:pt x="44" y="161"/>
                    </a:lnTo>
                    <a:lnTo>
                      <a:pt x="57" y="157"/>
                    </a:lnTo>
                    <a:lnTo>
                      <a:pt x="71" y="147"/>
                    </a:lnTo>
                    <a:lnTo>
                      <a:pt x="80" y="138"/>
                    </a:lnTo>
                    <a:lnTo>
                      <a:pt x="89" y="125"/>
                    </a:lnTo>
                    <a:lnTo>
                      <a:pt x="111" y="40"/>
                    </a:lnTo>
                    <a:lnTo>
                      <a:pt x="111" y="27"/>
                    </a:lnTo>
                    <a:lnTo>
                      <a:pt x="107" y="13"/>
                    </a:lnTo>
                    <a:lnTo>
                      <a:pt x="97" y="5"/>
                    </a:lnTo>
                    <a:lnTo>
                      <a:pt x="84" y="0"/>
                    </a:lnTo>
                    <a:lnTo>
                      <a:pt x="67" y="0"/>
                    </a:lnTo>
                    <a:lnTo>
                      <a:pt x="49" y="5"/>
                    </a:lnTo>
                    <a:lnTo>
                      <a:pt x="36" y="13"/>
                    </a:lnTo>
                    <a:lnTo>
                      <a:pt x="26" y="27"/>
                    </a:lnTo>
                    <a:lnTo>
                      <a:pt x="22" y="36"/>
                    </a:lnTo>
                    <a:lnTo>
                      <a:pt x="0" y="111"/>
                    </a:lnTo>
                    <a:lnTo>
                      <a:pt x="0" y="134"/>
                    </a:lnTo>
                    <a:lnTo>
                      <a:pt x="4" y="147"/>
                    </a:lnTo>
                    <a:lnTo>
                      <a:pt x="17" y="157"/>
                    </a:lnTo>
                    <a:lnTo>
                      <a:pt x="36" y="1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79" name=""/>
              <p:cNvSpPr/>
              <p:nvPr/>
            </p:nvSpPr>
            <p:spPr>
              <a:xfrm rot="0">
                <a:off x="2376" y="1328"/>
                <a:ext cx="27" cy="40"/>
              </a:xfrm>
              <a:custGeom>
                <a:avLst/>
                <a:ahLst/>
                <a:rect l="0" t="0" r="r" b="b"/>
                <a:pathLst>
                  <a:path w="106" h="161">
                    <a:moveTo>
                      <a:pt x="0" y="161"/>
                    </a:moveTo>
                    <a:lnTo>
                      <a:pt x="35" y="161"/>
                    </a:lnTo>
                    <a:lnTo>
                      <a:pt x="48" y="155"/>
                    </a:lnTo>
                    <a:lnTo>
                      <a:pt x="58" y="151"/>
                    </a:lnTo>
                    <a:lnTo>
                      <a:pt x="66" y="142"/>
                    </a:lnTo>
                    <a:lnTo>
                      <a:pt x="75" y="129"/>
                    </a:lnTo>
                    <a:lnTo>
                      <a:pt x="106" y="0"/>
                    </a:lnTo>
                    <a:lnTo>
                      <a:pt x="62" y="0"/>
                    </a:lnTo>
                    <a:lnTo>
                      <a:pt x="39" y="9"/>
                    </a:lnTo>
                    <a:lnTo>
                      <a:pt x="31" y="17"/>
                    </a:lnTo>
                    <a:lnTo>
                      <a:pt x="12" y="80"/>
                    </a:lnTo>
                    <a:lnTo>
                      <a:pt x="12" y="88"/>
                    </a:lnTo>
                    <a:lnTo>
                      <a:pt x="18" y="102"/>
                    </a:lnTo>
                    <a:lnTo>
                      <a:pt x="31" y="107"/>
                    </a:lnTo>
                    <a:lnTo>
                      <a:pt x="79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0" name=""/>
              <p:cNvSpPr/>
              <p:nvPr/>
            </p:nvSpPr>
            <p:spPr>
              <a:xfrm rot="0" flipV="1">
                <a:off x="2417" y="1314"/>
                <a:ext cx="4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1" name=""/>
              <p:cNvSpPr/>
              <p:nvPr/>
            </p:nvSpPr>
            <p:spPr>
              <a:xfrm rot="0" flipH="1">
                <a:off x="2428" y="1314"/>
                <a:ext cx="5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2" name=""/>
              <p:cNvSpPr/>
              <p:nvPr/>
            </p:nvSpPr>
            <p:spPr>
              <a:xfrm rot="0">
                <a:off x="2761" y="2109"/>
                <a:ext cx="27" cy="20"/>
              </a:xfrm>
              <a:custGeom>
                <a:avLst/>
                <a:ahLst/>
                <a:rect l="0" t="0" r="r" b="b"/>
                <a:pathLst>
                  <a:path w="107" h="81">
                    <a:moveTo>
                      <a:pt x="0" y="0"/>
                    </a:moveTo>
                    <a:lnTo>
                      <a:pt x="31" y="81"/>
                    </a:lnTo>
                    <a:lnTo>
                      <a:pt x="10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3" name=""/>
              <p:cNvSpPr/>
              <p:nvPr/>
            </p:nvSpPr>
            <p:spPr>
              <a:xfrm rot="0" flipH="1">
                <a:off x="2763" y="2129"/>
                <a:ext cx="6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4" name=""/>
              <p:cNvSpPr/>
              <p:nvPr/>
            </p:nvSpPr>
            <p:spPr>
              <a:xfrm rot="0">
                <a:off x="2359" y="2067"/>
                <a:ext cx="20" cy="40"/>
              </a:xfrm>
              <a:custGeom>
                <a:avLst/>
                <a:ahLst/>
                <a:rect l="0" t="0" r="r" b="b"/>
                <a:pathLst>
                  <a:path w="81" h="160">
                    <a:moveTo>
                      <a:pt x="0" y="160"/>
                    </a:moveTo>
                    <a:lnTo>
                      <a:pt x="36" y="35"/>
                    </a:lnTo>
                    <a:lnTo>
                      <a:pt x="46" y="18"/>
                    </a:lnTo>
                    <a:lnTo>
                      <a:pt x="54" y="9"/>
                    </a:lnTo>
                    <a:lnTo>
                      <a:pt x="63" y="4"/>
                    </a:lnTo>
                    <a:lnTo>
                      <a:pt x="8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5" name=""/>
              <p:cNvSpPr/>
              <p:nvPr/>
            </p:nvSpPr>
            <p:spPr>
              <a:xfrm rot="0" flipH="1">
                <a:off x="2362" y="2081"/>
                <a:ext cx="1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6" name=""/>
              <p:cNvSpPr/>
              <p:nvPr/>
            </p:nvSpPr>
            <p:spPr>
              <a:xfrm rot="0">
                <a:off x="2399" y="1793"/>
                <a:ext cx="331" cy="33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7" name=""/>
              <p:cNvSpPr/>
              <p:nvPr/>
            </p:nvSpPr>
            <p:spPr>
              <a:xfrm rot="0">
                <a:off x="1752" y="1734"/>
                <a:ext cx="15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8" name=""/>
              <p:cNvSpPr/>
              <p:nvPr/>
            </p:nvSpPr>
            <p:spPr>
              <a:xfrm rot="0" flipH="1">
                <a:off x="1741" y="1734"/>
                <a:ext cx="37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89" name=""/>
              <p:cNvSpPr/>
              <p:nvPr/>
            </p:nvSpPr>
            <p:spPr>
              <a:xfrm rot="0">
                <a:off x="2369" y="1118"/>
                <a:ext cx="34" cy="40"/>
              </a:xfrm>
              <a:custGeom>
                <a:avLst/>
                <a:ahLst/>
                <a:rect l="0" t="0" r="r" b="b"/>
                <a:pathLst>
                  <a:path w="133" h="161">
                    <a:moveTo>
                      <a:pt x="44" y="0"/>
                    </a:moveTo>
                    <a:lnTo>
                      <a:pt x="133" y="0"/>
                    </a:lnTo>
                    <a:lnTo>
                      <a:pt x="0" y="161"/>
                    </a:lnTo>
                    <a:lnTo>
                      <a:pt x="89" y="1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0" name=""/>
              <p:cNvSpPr/>
              <p:nvPr/>
            </p:nvSpPr>
            <p:spPr>
              <a:xfrm rot="0">
                <a:off x="2661" y="1769"/>
                <a:ext cx="20" cy="40"/>
              </a:xfrm>
              <a:custGeom>
                <a:avLst/>
                <a:ahLst/>
                <a:rect l="0" t="0" r="r" b="b"/>
                <a:pathLst>
                  <a:path w="79" h="160">
                    <a:moveTo>
                      <a:pt x="0" y="160"/>
                    </a:moveTo>
                    <a:lnTo>
                      <a:pt x="35" y="36"/>
                    </a:lnTo>
                    <a:lnTo>
                      <a:pt x="44" y="17"/>
                    </a:lnTo>
                    <a:lnTo>
                      <a:pt x="54" y="9"/>
                    </a:lnTo>
                    <a:lnTo>
                      <a:pt x="62" y="4"/>
                    </a:lnTo>
                    <a:lnTo>
                      <a:pt x="7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1" name=""/>
              <p:cNvSpPr/>
              <p:nvPr/>
            </p:nvSpPr>
            <p:spPr>
              <a:xfrm rot="0" flipH="1">
                <a:off x="2665" y="1783"/>
                <a:ext cx="1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2" name=""/>
              <p:cNvSpPr/>
              <p:nvPr/>
            </p:nvSpPr>
            <p:spPr>
              <a:xfrm rot="0" flipV="1">
                <a:off x="2693" y="1769"/>
                <a:ext cx="4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3" name=""/>
              <p:cNvSpPr/>
              <p:nvPr/>
            </p:nvSpPr>
            <p:spPr>
              <a:xfrm rot="0" flipH="1">
                <a:off x="2704" y="1769"/>
                <a:ext cx="4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4" name=""/>
              <p:cNvSpPr/>
              <p:nvPr/>
            </p:nvSpPr>
            <p:spPr>
              <a:xfrm rot="0">
                <a:off x="2557" y="1669"/>
                <a:ext cx="21" cy="27"/>
              </a:xfrm>
              <a:custGeom>
                <a:avLst/>
                <a:ahLst/>
                <a:rect l="0" t="0" r="r" b="b"/>
                <a:pathLst>
                  <a:path w="84" h="107">
                    <a:moveTo>
                      <a:pt x="67" y="107"/>
                    </a:moveTo>
                    <a:lnTo>
                      <a:pt x="17" y="107"/>
                    </a:lnTo>
                    <a:lnTo>
                      <a:pt x="4" y="103"/>
                    </a:lnTo>
                    <a:lnTo>
                      <a:pt x="0" y="94"/>
                    </a:lnTo>
                    <a:lnTo>
                      <a:pt x="0" y="81"/>
                    </a:lnTo>
                    <a:lnTo>
                      <a:pt x="13" y="32"/>
                    </a:lnTo>
                    <a:lnTo>
                      <a:pt x="22" y="19"/>
                    </a:lnTo>
                    <a:lnTo>
                      <a:pt x="36" y="5"/>
                    </a:lnTo>
                    <a:lnTo>
                      <a:pt x="48" y="0"/>
                    </a:lnTo>
                    <a:lnTo>
                      <a:pt x="61" y="0"/>
                    </a:lnTo>
                    <a:lnTo>
                      <a:pt x="75" y="5"/>
                    </a:lnTo>
                    <a:lnTo>
                      <a:pt x="84" y="14"/>
                    </a:lnTo>
                    <a:lnTo>
                      <a:pt x="84" y="27"/>
                    </a:lnTo>
                    <a:lnTo>
                      <a:pt x="80" y="54"/>
                    </a:lnTo>
                    <a:lnTo>
                      <a:pt x="9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5" name=""/>
              <p:cNvSpPr/>
              <p:nvPr/>
            </p:nvSpPr>
            <p:spPr>
              <a:xfrm rot="0" flipV="1">
                <a:off x="2595" y="1656"/>
                <a:ext cx="5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6" name=""/>
              <p:cNvSpPr/>
              <p:nvPr/>
            </p:nvSpPr>
            <p:spPr>
              <a:xfrm rot="0" flipH="1">
                <a:off x="2606" y="1656"/>
                <a:ext cx="5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7" name=""/>
              <p:cNvSpPr/>
              <p:nvPr/>
            </p:nvSpPr>
            <p:spPr>
              <a:xfrm rot="0">
                <a:off x="2041" y="1460"/>
                <a:ext cx="20" cy="40"/>
              </a:xfrm>
              <a:custGeom>
                <a:avLst/>
                <a:ahLst/>
                <a:rect l="0" t="0" r="r" b="b"/>
                <a:pathLst>
                  <a:path w="80" h="161">
                    <a:moveTo>
                      <a:pt x="0" y="161"/>
                    </a:moveTo>
                    <a:lnTo>
                      <a:pt x="35" y="35"/>
                    </a:lnTo>
                    <a:lnTo>
                      <a:pt x="44" y="18"/>
                    </a:lnTo>
                    <a:lnTo>
                      <a:pt x="53" y="9"/>
                    </a:lnTo>
                    <a:lnTo>
                      <a:pt x="62" y="4"/>
                    </a:lnTo>
                    <a:lnTo>
                      <a:pt x="8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8" name=""/>
              <p:cNvSpPr/>
              <p:nvPr/>
            </p:nvSpPr>
            <p:spPr>
              <a:xfrm rot="0" flipH="1">
                <a:off x="2044" y="1473"/>
                <a:ext cx="1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899" name=""/>
              <p:cNvSpPr/>
              <p:nvPr/>
            </p:nvSpPr>
            <p:spPr>
              <a:xfrm rot="0" flipV="1">
                <a:off x="2072" y="1460"/>
                <a:ext cx="4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0" name=""/>
              <p:cNvSpPr/>
              <p:nvPr/>
            </p:nvSpPr>
            <p:spPr>
              <a:xfrm rot="0">
                <a:off x="2084" y="1458"/>
                <a:ext cx="12" cy="46"/>
              </a:xfrm>
              <a:custGeom>
                <a:avLst/>
                <a:ahLst/>
                <a:rect l="0" t="0" r="r" b="b"/>
                <a:pathLst>
                  <a:path w="48" h="188">
                    <a:moveTo>
                      <a:pt x="4" y="188"/>
                    </a:moveTo>
                    <a:lnTo>
                      <a:pt x="0" y="170"/>
                    </a:lnTo>
                    <a:lnTo>
                      <a:pt x="0" y="147"/>
                    </a:lnTo>
                    <a:lnTo>
                      <a:pt x="4" y="107"/>
                    </a:lnTo>
                    <a:lnTo>
                      <a:pt x="18" y="63"/>
                    </a:lnTo>
                    <a:lnTo>
                      <a:pt x="35" y="23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1" name=""/>
              <p:cNvSpPr/>
              <p:nvPr/>
            </p:nvSpPr>
            <p:spPr>
              <a:xfrm rot="0">
                <a:off x="2105" y="1473"/>
                <a:ext cx="22" cy="27"/>
              </a:xfrm>
              <a:custGeom>
                <a:avLst/>
                <a:ahLst/>
                <a:rect l="0" t="0" r="r" b="b"/>
                <a:pathLst>
                  <a:path w="85" h="107">
                    <a:moveTo>
                      <a:pt x="67" y="107"/>
                    </a:moveTo>
                    <a:lnTo>
                      <a:pt x="18" y="107"/>
                    </a:lnTo>
                    <a:lnTo>
                      <a:pt x="5" y="102"/>
                    </a:lnTo>
                    <a:lnTo>
                      <a:pt x="0" y="94"/>
                    </a:lnTo>
                    <a:lnTo>
                      <a:pt x="0" y="80"/>
                    </a:lnTo>
                    <a:lnTo>
                      <a:pt x="14" y="31"/>
                    </a:lnTo>
                    <a:lnTo>
                      <a:pt x="23" y="17"/>
                    </a:lnTo>
                    <a:lnTo>
                      <a:pt x="37" y="4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6" y="4"/>
                    </a:lnTo>
                    <a:lnTo>
                      <a:pt x="85" y="13"/>
                    </a:lnTo>
                    <a:lnTo>
                      <a:pt x="85" y="27"/>
                    </a:lnTo>
                    <a:lnTo>
                      <a:pt x="81" y="54"/>
                    </a:lnTo>
                    <a:lnTo>
                      <a:pt x="1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2" name=""/>
              <p:cNvSpPr/>
              <p:nvPr/>
            </p:nvSpPr>
            <p:spPr>
              <a:xfrm rot="0" flipV="1">
                <a:off x="2143" y="1460"/>
                <a:ext cx="5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3" name=""/>
              <p:cNvSpPr/>
              <p:nvPr/>
            </p:nvSpPr>
            <p:spPr>
              <a:xfrm rot="0">
                <a:off x="2151" y="1458"/>
                <a:ext cx="15" cy="46"/>
              </a:xfrm>
              <a:custGeom>
                <a:avLst/>
                <a:ahLst/>
                <a:rect l="0" t="0" r="r" b="b"/>
                <a:pathLst>
                  <a:path w="59" h="188">
                    <a:moveTo>
                      <a:pt x="0" y="188"/>
                    </a:moveTo>
                    <a:lnTo>
                      <a:pt x="13" y="170"/>
                    </a:lnTo>
                    <a:lnTo>
                      <a:pt x="36" y="125"/>
                    </a:lnTo>
                    <a:lnTo>
                      <a:pt x="49" y="85"/>
                    </a:lnTo>
                    <a:lnTo>
                      <a:pt x="59" y="40"/>
                    </a:lnTo>
                    <a:lnTo>
                      <a:pt x="5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4" name=""/>
              <p:cNvSpPr/>
              <p:nvPr/>
            </p:nvSpPr>
            <p:spPr>
              <a:xfrm rot="0">
                <a:off x="2219" y="1942"/>
                <a:ext cx="21" cy="27"/>
              </a:xfrm>
              <a:custGeom>
                <a:avLst/>
                <a:ahLst/>
                <a:rect l="0" t="0" r="r" b="b"/>
                <a:pathLst>
                  <a:path w="84" h="107">
                    <a:moveTo>
                      <a:pt x="67" y="107"/>
                    </a:moveTo>
                    <a:lnTo>
                      <a:pt x="17" y="107"/>
                    </a:lnTo>
                    <a:lnTo>
                      <a:pt x="5" y="102"/>
                    </a:lnTo>
                    <a:lnTo>
                      <a:pt x="0" y="94"/>
                    </a:lnTo>
                    <a:lnTo>
                      <a:pt x="0" y="81"/>
                    </a:lnTo>
                    <a:lnTo>
                      <a:pt x="13" y="31"/>
                    </a:lnTo>
                    <a:lnTo>
                      <a:pt x="22" y="18"/>
                    </a:lnTo>
                    <a:lnTo>
                      <a:pt x="36" y="4"/>
                    </a:lnTo>
                    <a:lnTo>
                      <a:pt x="49" y="0"/>
                    </a:lnTo>
                    <a:lnTo>
                      <a:pt x="62" y="0"/>
                    </a:lnTo>
                    <a:lnTo>
                      <a:pt x="76" y="4"/>
                    </a:lnTo>
                    <a:lnTo>
                      <a:pt x="84" y="14"/>
                    </a:lnTo>
                    <a:lnTo>
                      <a:pt x="84" y="27"/>
                    </a:lnTo>
                    <a:lnTo>
                      <a:pt x="80" y="54"/>
                    </a:lnTo>
                    <a:lnTo>
                      <a:pt x="9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5" name=""/>
              <p:cNvSpPr/>
              <p:nvPr/>
            </p:nvSpPr>
            <p:spPr>
              <a:xfrm rot="0">
                <a:off x="1879" y="1692"/>
                <a:ext cx="27" cy="40"/>
              </a:xfrm>
              <a:custGeom>
                <a:avLst/>
                <a:ahLst/>
                <a:rect l="0" t="0" r="r" b="b"/>
                <a:pathLst>
                  <a:path w="107" h="161">
                    <a:moveTo>
                      <a:pt x="0" y="161"/>
                    </a:moveTo>
                    <a:lnTo>
                      <a:pt x="36" y="161"/>
                    </a:lnTo>
                    <a:lnTo>
                      <a:pt x="49" y="157"/>
                    </a:lnTo>
                    <a:lnTo>
                      <a:pt x="57" y="152"/>
                    </a:lnTo>
                    <a:lnTo>
                      <a:pt x="67" y="144"/>
                    </a:lnTo>
                    <a:lnTo>
                      <a:pt x="76" y="130"/>
                    </a:lnTo>
                    <a:lnTo>
                      <a:pt x="107" y="0"/>
                    </a:lnTo>
                    <a:lnTo>
                      <a:pt x="63" y="0"/>
                    </a:lnTo>
                    <a:lnTo>
                      <a:pt x="40" y="9"/>
                    </a:lnTo>
                    <a:lnTo>
                      <a:pt x="32" y="18"/>
                    </a:lnTo>
                    <a:lnTo>
                      <a:pt x="13" y="81"/>
                    </a:lnTo>
                    <a:lnTo>
                      <a:pt x="13" y="90"/>
                    </a:lnTo>
                    <a:lnTo>
                      <a:pt x="18" y="103"/>
                    </a:lnTo>
                    <a:lnTo>
                      <a:pt x="32" y="107"/>
                    </a:lnTo>
                    <a:lnTo>
                      <a:pt x="80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6" name=""/>
              <p:cNvSpPr/>
              <p:nvPr/>
            </p:nvSpPr>
            <p:spPr>
              <a:xfrm rot="0">
                <a:off x="1923" y="1316"/>
                <a:ext cx="27" cy="41"/>
              </a:xfrm>
              <a:custGeom>
                <a:avLst/>
                <a:ahLst/>
                <a:rect l="0" t="0" r="r" b="b"/>
                <a:pathLst>
                  <a:path w="107" h="161">
                    <a:moveTo>
                      <a:pt x="0" y="161"/>
                    </a:moveTo>
                    <a:lnTo>
                      <a:pt x="36" y="161"/>
                    </a:lnTo>
                    <a:lnTo>
                      <a:pt x="49" y="157"/>
                    </a:lnTo>
                    <a:lnTo>
                      <a:pt x="59" y="153"/>
                    </a:lnTo>
                    <a:lnTo>
                      <a:pt x="67" y="143"/>
                    </a:lnTo>
                    <a:lnTo>
                      <a:pt x="76" y="130"/>
                    </a:lnTo>
                    <a:lnTo>
                      <a:pt x="107" y="0"/>
                    </a:lnTo>
                    <a:lnTo>
                      <a:pt x="63" y="0"/>
                    </a:lnTo>
                    <a:lnTo>
                      <a:pt x="40" y="9"/>
                    </a:lnTo>
                    <a:lnTo>
                      <a:pt x="32" y="19"/>
                    </a:lnTo>
                    <a:lnTo>
                      <a:pt x="13" y="81"/>
                    </a:lnTo>
                    <a:lnTo>
                      <a:pt x="13" y="90"/>
                    </a:lnTo>
                    <a:lnTo>
                      <a:pt x="18" y="103"/>
                    </a:lnTo>
                    <a:lnTo>
                      <a:pt x="32" y="107"/>
                    </a:lnTo>
                    <a:lnTo>
                      <a:pt x="80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7" name=""/>
              <p:cNvSpPr/>
              <p:nvPr/>
            </p:nvSpPr>
            <p:spPr>
              <a:xfrm rot="0" flipV="1">
                <a:off x="1964" y="1303"/>
                <a:ext cx="5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8" name=""/>
              <p:cNvSpPr/>
              <p:nvPr/>
            </p:nvSpPr>
            <p:spPr>
              <a:xfrm rot="0">
                <a:off x="2371" y="1777"/>
                <a:ext cx="29" cy="41"/>
              </a:xfrm>
              <a:custGeom>
                <a:avLst/>
                <a:ahLst/>
                <a:rect l="0" t="0" r="r" b="b"/>
                <a:pathLst>
                  <a:path w="116" h="161">
                    <a:moveTo>
                      <a:pt x="0" y="161"/>
                    </a:moveTo>
                    <a:lnTo>
                      <a:pt x="44" y="0"/>
                    </a:lnTo>
                    <a:lnTo>
                      <a:pt x="11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09" name=""/>
              <p:cNvSpPr/>
              <p:nvPr/>
            </p:nvSpPr>
            <p:spPr>
              <a:xfrm rot="0">
                <a:off x="2377" y="1795"/>
                <a:ext cx="1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0" name=""/>
              <p:cNvSpPr/>
              <p:nvPr/>
            </p:nvSpPr>
            <p:spPr>
              <a:xfrm rot="0">
                <a:off x="2261" y="1647"/>
                <a:ext cx="29" cy="40"/>
              </a:xfrm>
              <a:custGeom>
                <a:avLst/>
                <a:ahLst/>
                <a:rect l="0" t="0" r="r" b="b"/>
                <a:pathLst>
                  <a:path w="115" h="161">
                    <a:moveTo>
                      <a:pt x="71" y="161"/>
                    </a:moveTo>
                    <a:lnTo>
                      <a:pt x="0" y="161"/>
                    </a:lnTo>
                    <a:lnTo>
                      <a:pt x="44" y="0"/>
                    </a:lnTo>
                    <a:lnTo>
                      <a:pt x="11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1" name=""/>
              <p:cNvSpPr/>
              <p:nvPr/>
            </p:nvSpPr>
            <p:spPr>
              <a:xfrm rot="0" flipH="1">
                <a:off x="2268" y="1665"/>
                <a:ext cx="1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2" name=""/>
              <p:cNvSpPr/>
              <p:nvPr/>
            </p:nvSpPr>
            <p:spPr>
              <a:xfrm rot="0" flipV="1">
                <a:off x="2183" y="2068"/>
                <a:ext cx="11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3" name=""/>
              <p:cNvSpPr/>
              <p:nvPr/>
            </p:nvSpPr>
            <p:spPr>
              <a:xfrm rot="0">
                <a:off x="2190" y="2086"/>
                <a:ext cx="2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4" name=""/>
              <p:cNvSpPr/>
              <p:nvPr/>
            </p:nvSpPr>
            <p:spPr>
              <a:xfrm rot="0" flipH="1">
                <a:off x="2205" y="2068"/>
                <a:ext cx="11" cy="4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5" name=""/>
              <p:cNvSpPr/>
              <p:nvPr/>
            </p:nvSpPr>
            <p:spPr>
              <a:xfrm rot="0">
                <a:off x="2679" y="1578"/>
                <a:ext cx="38" cy="40"/>
              </a:xfrm>
              <a:custGeom>
                <a:avLst/>
                <a:ahLst/>
                <a:rect l="0" t="0" r="r" b="b"/>
                <a:pathLst>
                  <a:path w="151" h="161">
                    <a:moveTo>
                      <a:pt x="8" y="0"/>
                    </a:moveTo>
                    <a:lnTo>
                      <a:pt x="0" y="161"/>
                    </a:lnTo>
                    <a:lnTo>
                      <a:pt x="62" y="53"/>
                    </a:lnTo>
                    <a:lnTo>
                      <a:pt x="71" y="161"/>
                    </a:lnTo>
                    <a:lnTo>
                      <a:pt x="15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6" name=""/>
              <p:cNvSpPr/>
              <p:nvPr/>
            </p:nvSpPr>
            <p:spPr>
              <a:xfrm rot="0">
                <a:off x="1830" y="1211"/>
                <a:ext cx="26" cy="40"/>
              </a:xfrm>
              <a:custGeom>
                <a:avLst/>
                <a:ahLst/>
                <a:rect l="0" t="0" r="r" b="b"/>
                <a:pathLst>
                  <a:path w="107" h="161">
                    <a:moveTo>
                      <a:pt x="0" y="0"/>
                    </a:moveTo>
                    <a:lnTo>
                      <a:pt x="8" y="161"/>
                    </a:lnTo>
                    <a:lnTo>
                      <a:pt x="10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7" name=""/>
              <p:cNvSpPr/>
              <p:nvPr/>
            </p:nvSpPr>
            <p:spPr>
              <a:xfrm rot="0">
                <a:off x="1873" y="1316"/>
                <a:ext cx="30" cy="41"/>
              </a:xfrm>
              <a:custGeom>
                <a:avLst/>
                <a:ahLst/>
                <a:rect l="0" t="0" r="r" b="b"/>
                <a:pathLst>
                  <a:path w="121" h="161">
                    <a:moveTo>
                      <a:pt x="76" y="72"/>
                    </a:moveTo>
                    <a:lnTo>
                      <a:pt x="103" y="72"/>
                    </a:lnTo>
                    <a:lnTo>
                      <a:pt x="80" y="161"/>
                    </a:lnTo>
                    <a:lnTo>
                      <a:pt x="32" y="161"/>
                    </a:lnTo>
                    <a:lnTo>
                      <a:pt x="13" y="157"/>
                    </a:lnTo>
                    <a:lnTo>
                      <a:pt x="5" y="148"/>
                    </a:lnTo>
                    <a:lnTo>
                      <a:pt x="0" y="134"/>
                    </a:lnTo>
                    <a:lnTo>
                      <a:pt x="0" y="121"/>
                    </a:lnTo>
                    <a:lnTo>
                      <a:pt x="19" y="46"/>
                    </a:lnTo>
                    <a:lnTo>
                      <a:pt x="27" y="27"/>
                    </a:lnTo>
                    <a:lnTo>
                      <a:pt x="40" y="14"/>
                    </a:lnTo>
                    <a:lnTo>
                      <a:pt x="59" y="5"/>
                    </a:lnTo>
                    <a:lnTo>
                      <a:pt x="76" y="0"/>
                    </a:lnTo>
                    <a:lnTo>
                      <a:pt x="12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8" name=""/>
              <p:cNvSpPr/>
              <p:nvPr/>
            </p:nvSpPr>
            <p:spPr>
              <a:xfrm rot="0" flipV="1">
                <a:off x="1924" y="1391"/>
                <a:ext cx="1" cy="3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19" name=""/>
              <p:cNvSpPr/>
              <p:nvPr/>
            </p:nvSpPr>
            <p:spPr>
              <a:xfrm rot="0">
                <a:off x="1933" y="1746"/>
                <a:ext cx="4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0" name=""/>
              <p:cNvSpPr/>
              <p:nvPr/>
            </p:nvSpPr>
            <p:spPr>
              <a:xfrm rot="0" flipV="1">
                <a:off x="2386" y="2048"/>
                <a:ext cx="26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1" name=""/>
              <p:cNvSpPr/>
              <p:nvPr/>
            </p:nvSpPr>
            <p:spPr>
              <a:xfrm rot="0">
                <a:off x="2261" y="1933"/>
                <a:ext cx="109" cy="1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2" name=""/>
              <p:cNvSpPr/>
              <p:nvPr/>
            </p:nvSpPr>
            <p:spPr>
              <a:xfrm rot="0">
                <a:off x="2266" y="1925"/>
                <a:ext cx="26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3" name=""/>
              <p:cNvSpPr/>
              <p:nvPr/>
            </p:nvSpPr>
            <p:spPr>
              <a:xfrm rot="0">
                <a:off x="2377" y="1844"/>
                <a:ext cx="1" cy="19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4" name=""/>
              <p:cNvSpPr/>
              <p:nvPr/>
            </p:nvSpPr>
            <p:spPr>
              <a:xfrm rot="0">
                <a:off x="2538" y="1718"/>
                <a:ext cx="110" cy="1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5" name=""/>
              <p:cNvSpPr/>
              <p:nvPr/>
            </p:nvSpPr>
            <p:spPr>
              <a:xfrm rot="0">
                <a:off x="2264" y="1714"/>
                <a:ext cx="25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6" name=""/>
              <p:cNvSpPr/>
              <p:nvPr/>
            </p:nvSpPr>
            <p:spPr>
              <a:xfrm rot="0">
                <a:off x="2262" y="1720"/>
                <a:ext cx="108" cy="10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7" name=""/>
              <p:cNvSpPr/>
              <p:nvPr/>
            </p:nvSpPr>
            <p:spPr>
              <a:xfrm rot="0">
                <a:off x="1933" y="1382"/>
                <a:ext cx="41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8" name=""/>
              <p:cNvSpPr/>
              <p:nvPr/>
            </p:nvSpPr>
            <p:spPr>
              <a:xfrm rot="0">
                <a:off x="2083" y="1532"/>
                <a:ext cx="26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29" name=""/>
              <p:cNvSpPr/>
              <p:nvPr/>
            </p:nvSpPr>
            <p:spPr>
              <a:xfrm rot="0">
                <a:off x="2080" y="1538"/>
                <a:ext cx="169" cy="16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0" name=""/>
              <p:cNvSpPr/>
              <p:nvPr/>
            </p:nvSpPr>
            <p:spPr>
              <a:xfrm rot="0" flipV="1">
                <a:off x="2352" y="1189"/>
                <a:ext cx="1" cy="18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1" name=""/>
              <p:cNvSpPr/>
              <p:nvPr/>
            </p:nvSpPr>
            <p:spPr>
              <a:xfrm rot="0">
                <a:off x="2248" y="1917"/>
                <a:ext cx="18" cy="17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71" y="36"/>
                    </a:moveTo>
                    <a:lnTo>
                      <a:pt x="70" y="27"/>
                    </a:lnTo>
                    <a:lnTo>
                      <a:pt x="66" y="19"/>
                    </a:lnTo>
                    <a:lnTo>
                      <a:pt x="60" y="11"/>
                    </a:lnTo>
                    <a:lnTo>
                      <a:pt x="53" y="6"/>
                    </a:lnTo>
                    <a:lnTo>
                      <a:pt x="44" y="1"/>
                    </a:lnTo>
                    <a:lnTo>
                      <a:pt x="35" y="0"/>
                    </a:lnTo>
                    <a:lnTo>
                      <a:pt x="26" y="1"/>
                    </a:lnTo>
                    <a:lnTo>
                      <a:pt x="17" y="6"/>
                    </a:lnTo>
                    <a:lnTo>
                      <a:pt x="10" y="11"/>
                    </a:lnTo>
                    <a:lnTo>
                      <a:pt x="4" y="19"/>
                    </a:lnTo>
                    <a:lnTo>
                      <a:pt x="1" y="27"/>
                    </a:lnTo>
                    <a:lnTo>
                      <a:pt x="0" y="36"/>
                    </a:lnTo>
                    <a:lnTo>
                      <a:pt x="1" y="46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17" y="67"/>
                    </a:lnTo>
                    <a:lnTo>
                      <a:pt x="26" y="70"/>
                    </a:lnTo>
                    <a:lnTo>
                      <a:pt x="35" y="72"/>
                    </a:lnTo>
                    <a:lnTo>
                      <a:pt x="44" y="70"/>
                    </a:lnTo>
                    <a:lnTo>
                      <a:pt x="53" y="67"/>
                    </a:lnTo>
                    <a:lnTo>
                      <a:pt x="60" y="62"/>
                    </a:lnTo>
                    <a:lnTo>
                      <a:pt x="66" y="54"/>
                    </a:lnTo>
                    <a:lnTo>
                      <a:pt x="70" y="46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2" name=""/>
              <p:cNvSpPr/>
              <p:nvPr/>
            </p:nvSpPr>
            <p:spPr>
              <a:xfrm rot="0">
                <a:off x="2531" y="1721"/>
                <a:ext cx="1" cy="20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3" name=""/>
              <p:cNvSpPr/>
              <p:nvPr/>
            </p:nvSpPr>
            <p:spPr>
              <a:xfrm rot="0">
                <a:off x="2257" y="1721"/>
                <a:ext cx="1" cy="19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4" name=""/>
              <p:cNvSpPr/>
              <p:nvPr/>
            </p:nvSpPr>
            <p:spPr>
              <a:xfrm rot="0">
                <a:off x="2368" y="2040"/>
                <a:ext cx="18" cy="18"/>
              </a:xfrm>
              <a:custGeom>
                <a:avLst/>
                <a:ahLst/>
                <a:rect l="0" t="0" r="r" b="b"/>
                <a:pathLst>
                  <a:path w="72" h="72">
                    <a:moveTo>
                      <a:pt x="72" y="35"/>
                    </a:moveTo>
                    <a:lnTo>
                      <a:pt x="70" y="27"/>
                    </a:lnTo>
                    <a:lnTo>
                      <a:pt x="67" y="18"/>
                    </a:lnTo>
                    <a:lnTo>
                      <a:pt x="62" y="10"/>
                    </a:lnTo>
                    <a:lnTo>
                      <a:pt x="54" y="5"/>
                    </a:lnTo>
                    <a:lnTo>
                      <a:pt x="45" y="2"/>
                    </a:lnTo>
                    <a:lnTo>
                      <a:pt x="37" y="0"/>
                    </a:lnTo>
                    <a:lnTo>
                      <a:pt x="27" y="2"/>
                    </a:lnTo>
                    <a:lnTo>
                      <a:pt x="18" y="5"/>
                    </a:lnTo>
                    <a:lnTo>
                      <a:pt x="11" y="10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5"/>
                    </a:lnTo>
                    <a:lnTo>
                      <a:pt x="2" y="45"/>
                    </a:lnTo>
                    <a:lnTo>
                      <a:pt x="5" y="54"/>
                    </a:lnTo>
                    <a:lnTo>
                      <a:pt x="11" y="61"/>
                    </a:lnTo>
                    <a:lnTo>
                      <a:pt x="18" y="67"/>
                    </a:lnTo>
                    <a:lnTo>
                      <a:pt x="27" y="70"/>
                    </a:lnTo>
                    <a:lnTo>
                      <a:pt x="37" y="72"/>
                    </a:lnTo>
                    <a:lnTo>
                      <a:pt x="45" y="70"/>
                    </a:lnTo>
                    <a:lnTo>
                      <a:pt x="54" y="67"/>
                    </a:lnTo>
                    <a:lnTo>
                      <a:pt x="62" y="61"/>
                    </a:lnTo>
                    <a:lnTo>
                      <a:pt x="67" y="54"/>
                    </a:lnTo>
                    <a:lnTo>
                      <a:pt x="70" y="45"/>
                    </a:lnTo>
                    <a:lnTo>
                      <a:pt x="72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5" name=""/>
              <p:cNvSpPr/>
              <p:nvPr/>
            </p:nvSpPr>
            <p:spPr>
              <a:xfrm rot="0">
                <a:off x="2645" y="1826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5"/>
                    </a:moveTo>
                    <a:lnTo>
                      <a:pt x="70" y="25"/>
                    </a:lnTo>
                    <a:lnTo>
                      <a:pt x="67" y="17"/>
                    </a:lnTo>
                    <a:lnTo>
                      <a:pt x="60" y="9"/>
                    </a:lnTo>
                    <a:lnTo>
                      <a:pt x="54" y="4"/>
                    </a:lnTo>
                    <a:lnTo>
                      <a:pt x="45" y="1"/>
                    </a:lnTo>
                    <a:lnTo>
                      <a:pt x="35" y="0"/>
                    </a:lnTo>
                    <a:lnTo>
                      <a:pt x="26" y="1"/>
                    </a:lnTo>
                    <a:lnTo>
                      <a:pt x="17" y="4"/>
                    </a:lnTo>
                    <a:lnTo>
                      <a:pt x="11" y="9"/>
                    </a:lnTo>
                    <a:lnTo>
                      <a:pt x="4" y="17"/>
                    </a:lnTo>
                    <a:lnTo>
                      <a:pt x="1" y="25"/>
                    </a:lnTo>
                    <a:lnTo>
                      <a:pt x="0" y="35"/>
                    </a:lnTo>
                    <a:lnTo>
                      <a:pt x="1" y="44"/>
                    </a:lnTo>
                    <a:lnTo>
                      <a:pt x="4" y="52"/>
                    </a:lnTo>
                    <a:lnTo>
                      <a:pt x="11" y="60"/>
                    </a:lnTo>
                    <a:lnTo>
                      <a:pt x="17" y="65"/>
                    </a:lnTo>
                    <a:lnTo>
                      <a:pt x="26" y="70"/>
                    </a:lnTo>
                    <a:lnTo>
                      <a:pt x="35" y="71"/>
                    </a:lnTo>
                    <a:lnTo>
                      <a:pt x="45" y="70"/>
                    </a:lnTo>
                    <a:lnTo>
                      <a:pt x="54" y="65"/>
                    </a:lnTo>
                    <a:lnTo>
                      <a:pt x="60" y="60"/>
                    </a:lnTo>
                    <a:lnTo>
                      <a:pt x="67" y="52"/>
                    </a:lnTo>
                    <a:lnTo>
                      <a:pt x="70" y="44"/>
                    </a:lnTo>
                    <a:lnTo>
                      <a:pt x="71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6" name=""/>
              <p:cNvSpPr/>
              <p:nvPr/>
            </p:nvSpPr>
            <p:spPr>
              <a:xfrm rot="0">
                <a:off x="2368" y="1826"/>
                <a:ext cx="18" cy="1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72" y="35"/>
                    </a:moveTo>
                    <a:lnTo>
                      <a:pt x="70" y="25"/>
                    </a:lnTo>
                    <a:lnTo>
                      <a:pt x="67" y="17"/>
                    </a:lnTo>
                    <a:lnTo>
                      <a:pt x="62" y="9"/>
                    </a:lnTo>
                    <a:lnTo>
                      <a:pt x="54" y="4"/>
                    </a:lnTo>
                    <a:lnTo>
                      <a:pt x="45" y="1"/>
                    </a:lnTo>
                    <a:lnTo>
                      <a:pt x="37" y="0"/>
                    </a:lnTo>
                    <a:lnTo>
                      <a:pt x="27" y="1"/>
                    </a:lnTo>
                    <a:lnTo>
                      <a:pt x="18" y="4"/>
                    </a:lnTo>
                    <a:lnTo>
                      <a:pt x="11" y="9"/>
                    </a:lnTo>
                    <a:lnTo>
                      <a:pt x="5" y="17"/>
                    </a:lnTo>
                    <a:lnTo>
                      <a:pt x="2" y="25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5" y="52"/>
                    </a:lnTo>
                    <a:lnTo>
                      <a:pt x="11" y="60"/>
                    </a:lnTo>
                    <a:lnTo>
                      <a:pt x="18" y="65"/>
                    </a:lnTo>
                    <a:lnTo>
                      <a:pt x="27" y="70"/>
                    </a:lnTo>
                    <a:lnTo>
                      <a:pt x="37" y="71"/>
                    </a:lnTo>
                    <a:lnTo>
                      <a:pt x="45" y="70"/>
                    </a:lnTo>
                    <a:lnTo>
                      <a:pt x="54" y="65"/>
                    </a:lnTo>
                    <a:lnTo>
                      <a:pt x="62" y="60"/>
                    </a:lnTo>
                    <a:lnTo>
                      <a:pt x="67" y="52"/>
                    </a:lnTo>
                    <a:lnTo>
                      <a:pt x="70" y="44"/>
                    </a:lnTo>
                    <a:lnTo>
                      <a:pt x="72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7" name=""/>
              <p:cNvSpPr/>
              <p:nvPr/>
            </p:nvSpPr>
            <p:spPr>
              <a:xfrm rot="0">
                <a:off x="2522" y="1705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5"/>
                    </a:moveTo>
                    <a:lnTo>
                      <a:pt x="70" y="26"/>
                    </a:lnTo>
                    <a:lnTo>
                      <a:pt x="65" y="17"/>
                    </a:lnTo>
                    <a:lnTo>
                      <a:pt x="60" y="10"/>
                    </a:lnTo>
                    <a:lnTo>
                      <a:pt x="52" y="4"/>
                    </a:lnTo>
                    <a:lnTo>
                      <a:pt x="44" y="1"/>
                    </a:lnTo>
                    <a:lnTo>
                      <a:pt x="35" y="0"/>
                    </a:lnTo>
                    <a:lnTo>
                      <a:pt x="25" y="1"/>
                    </a:lnTo>
                    <a:lnTo>
                      <a:pt x="17" y="4"/>
                    </a:lnTo>
                    <a:lnTo>
                      <a:pt x="9" y="10"/>
                    </a:lnTo>
                    <a:lnTo>
                      <a:pt x="4" y="17"/>
                    </a:lnTo>
                    <a:lnTo>
                      <a:pt x="1" y="26"/>
                    </a:lnTo>
                    <a:lnTo>
                      <a:pt x="0" y="35"/>
                    </a:lnTo>
                    <a:lnTo>
                      <a:pt x="1" y="44"/>
                    </a:lnTo>
                    <a:lnTo>
                      <a:pt x="4" y="53"/>
                    </a:lnTo>
                    <a:lnTo>
                      <a:pt x="9" y="60"/>
                    </a:lnTo>
                    <a:lnTo>
                      <a:pt x="17" y="66"/>
                    </a:lnTo>
                    <a:lnTo>
                      <a:pt x="25" y="70"/>
                    </a:lnTo>
                    <a:lnTo>
                      <a:pt x="35" y="71"/>
                    </a:lnTo>
                    <a:lnTo>
                      <a:pt x="44" y="70"/>
                    </a:lnTo>
                    <a:lnTo>
                      <a:pt x="52" y="66"/>
                    </a:lnTo>
                    <a:lnTo>
                      <a:pt x="60" y="60"/>
                    </a:lnTo>
                    <a:lnTo>
                      <a:pt x="65" y="53"/>
                    </a:lnTo>
                    <a:lnTo>
                      <a:pt x="70" y="44"/>
                    </a:lnTo>
                    <a:lnTo>
                      <a:pt x="71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8" name=""/>
              <p:cNvSpPr/>
              <p:nvPr/>
            </p:nvSpPr>
            <p:spPr>
              <a:xfrm rot="0">
                <a:off x="2247" y="1705"/>
                <a:ext cx="17" cy="1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72" y="35"/>
                    </a:moveTo>
                    <a:lnTo>
                      <a:pt x="71" y="26"/>
                    </a:lnTo>
                    <a:lnTo>
                      <a:pt x="67" y="17"/>
                    </a:lnTo>
                    <a:lnTo>
                      <a:pt x="61" y="10"/>
                    </a:lnTo>
                    <a:lnTo>
                      <a:pt x="53" y="4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6" y="1"/>
                    </a:lnTo>
                    <a:lnTo>
                      <a:pt x="18" y="4"/>
                    </a:lnTo>
                    <a:lnTo>
                      <a:pt x="11" y="10"/>
                    </a:lnTo>
                    <a:lnTo>
                      <a:pt x="5" y="17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5" y="53"/>
                    </a:lnTo>
                    <a:lnTo>
                      <a:pt x="11" y="60"/>
                    </a:lnTo>
                    <a:lnTo>
                      <a:pt x="18" y="66"/>
                    </a:lnTo>
                    <a:lnTo>
                      <a:pt x="26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3" y="66"/>
                    </a:lnTo>
                    <a:lnTo>
                      <a:pt x="61" y="60"/>
                    </a:lnTo>
                    <a:lnTo>
                      <a:pt x="67" y="53"/>
                    </a:lnTo>
                    <a:lnTo>
                      <a:pt x="71" y="44"/>
                    </a:lnTo>
                    <a:lnTo>
                      <a:pt x="72" y="3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39" name=""/>
              <p:cNvSpPr/>
              <p:nvPr/>
            </p:nvSpPr>
            <p:spPr>
              <a:xfrm rot="0">
                <a:off x="2065" y="1523"/>
                <a:ext cx="18" cy="1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71" y="36"/>
                    </a:moveTo>
                    <a:lnTo>
                      <a:pt x="70" y="27"/>
                    </a:lnTo>
                    <a:lnTo>
                      <a:pt x="67" y="19"/>
                    </a:lnTo>
                    <a:lnTo>
                      <a:pt x="60" y="11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7" y="1"/>
                    </a:lnTo>
                    <a:lnTo>
                      <a:pt x="18" y="5"/>
                    </a:lnTo>
                    <a:lnTo>
                      <a:pt x="11" y="11"/>
                    </a:lnTo>
                    <a:lnTo>
                      <a:pt x="4" y="19"/>
                    </a:lnTo>
                    <a:lnTo>
                      <a:pt x="1" y="27"/>
                    </a:lnTo>
                    <a:lnTo>
                      <a:pt x="0" y="36"/>
                    </a:lnTo>
                    <a:lnTo>
                      <a:pt x="1" y="46"/>
                    </a:lnTo>
                    <a:lnTo>
                      <a:pt x="4" y="54"/>
                    </a:lnTo>
                    <a:lnTo>
                      <a:pt x="11" y="61"/>
                    </a:lnTo>
                    <a:lnTo>
                      <a:pt x="18" y="67"/>
                    </a:lnTo>
                    <a:lnTo>
                      <a:pt x="27" y="70"/>
                    </a:lnTo>
                    <a:lnTo>
                      <a:pt x="36" y="72"/>
                    </a:lnTo>
                    <a:lnTo>
                      <a:pt x="45" y="70"/>
                    </a:lnTo>
                    <a:lnTo>
                      <a:pt x="54" y="67"/>
                    </a:lnTo>
                    <a:lnTo>
                      <a:pt x="60" y="61"/>
                    </a:lnTo>
                    <a:lnTo>
                      <a:pt x="67" y="54"/>
                    </a:lnTo>
                    <a:lnTo>
                      <a:pt x="70" y="46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0" name=""/>
              <p:cNvSpPr/>
              <p:nvPr/>
            </p:nvSpPr>
            <p:spPr>
              <a:xfrm rot="0">
                <a:off x="1915" y="1737"/>
                <a:ext cx="18" cy="1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71" y="36"/>
                    </a:moveTo>
                    <a:lnTo>
                      <a:pt x="70" y="26"/>
                    </a:lnTo>
                    <a:lnTo>
                      <a:pt x="67" y="18"/>
                    </a:lnTo>
                    <a:lnTo>
                      <a:pt x="60" y="10"/>
                    </a:lnTo>
                    <a:lnTo>
                      <a:pt x="53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6" y="1"/>
                    </a:lnTo>
                    <a:lnTo>
                      <a:pt x="17" y="5"/>
                    </a:lnTo>
                    <a:lnTo>
                      <a:pt x="11" y="10"/>
                    </a:lnTo>
                    <a:lnTo>
                      <a:pt x="4" y="18"/>
                    </a:lnTo>
                    <a:lnTo>
                      <a:pt x="1" y="26"/>
                    </a:lnTo>
                    <a:lnTo>
                      <a:pt x="0" y="36"/>
                    </a:lnTo>
                    <a:lnTo>
                      <a:pt x="1" y="45"/>
                    </a:lnTo>
                    <a:lnTo>
                      <a:pt x="4" y="53"/>
                    </a:lnTo>
                    <a:lnTo>
                      <a:pt x="11" y="61"/>
                    </a:lnTo>
                    <a:lnTo>
                      <a:pt x="17" y="67"/>
                    </a:lnTo>
                    <a:lnTo>
                      <a:pt x="26" y="71"/>
                    </a:lnTo>
                    <a:lnTo>
                      <a:pt x="36" y="72"/>
                    </a:lnTo>
                    <a:lnTo>
                      <a:pt x="45" y="71"/>
                    </a:lnTo>
                    <a:lnTo>
                      <a:pt x="53" y="67"/>
                    </a:lnTo>
                    <a:lnTo>
                      <a:pt x="60" y="61"/>
                    </a:lnTo>
                    <a:lnTo>
                      <a:pt x="67" y="53"/>
                    </a:lnTo>
                    <a:lnTo>
                      <a:pt x="70" y="45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1" name=""/>
              <p:cNvSpPr/>
              <p:nvPr/>
            </p:nvSpPr>
            <p:spPr>
              <a:xfrm rot="0">
                <a:off x="2343" y="1373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6"/>
                    </a:moveTo>
                    <a:lnTo>
                      <a:pt x="70" y="27"/>
                    </a:lnTo>
                    <a:lnTo>
                      <a:pt x="67" y="18"/>
                    </a:lnTo>
                    <a:lnTo>
                      <a:pt x="60" y="11"/>
                    </a:lnTo>
                    <a:lnTo>
                      <a:pt x="53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6" y="1"/>
                    </a:lnTo>
                    <a:lnTo>
                      <a:pt x="17" y="5"/>
                    </a:lnTo>
                    <a:lnTo>
                      <a:pt x="11" y="11"/>
                    </a:lnTo>
                    <a:lnTo>
                      <a:pt x="4" y="18"/>
                    </a:lnTo>
                    <a:lnTo>
                      <a:pt x="1" y="27"/>
                    </a:lnTo>
                    <a:lnTo>
                      <a:pt x="0" y="36"/>
                    </a:lnTo>
                    <a:lnTo>
                      <a:pt x="1" y="45"/>
                    </a:lnTo>
                    <a:lnTo>
                      <a:pt x="4" y="54"/>
                    </a:lnTo>
                    <a:lnTo>
                      <a:pt x="11" y="62"/>
                    </a:lnTo>
                    <a:lnTo>
                      <a:pt x="17" y="67"/>
                    </a:lnTo>
                    <a:lnTo>
                      <a:pt x="26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3" y="67"/>
                    </a:lnTo>
                    <a:lnTo>
                      <a:pt x="60" y="62"/>
                    </a:lnTo>
                    <a:lnTo>
                      <a:pt x="67" y="54"/>
                    </a:lnTo>
                    <a:lnTo>
                      <a:pt x="70" y="45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2" name=""/>
              <p:cNvSpPr/>
              <p:nvPr/>
            </p:nvSpPr>
            <p:spPr>
              <a:xfrm rot="0">
                <a:off x="1915" y="1373"/>
                <a:ext cx="18" cy="1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71" y="36"/>
                    </a:moveTo>
                    <a:lnTo>
                      <a:pt x="70" y="27"/>
                    </a:lnTo>
                    <a:lnTo>
                      <a:pt x="67" y="18"/>
                    </a:lnTo>
                    <a:lnTo>
                      <a:pt x="60" y="11"/>
                    </a:lnTo>
                    <a:lnTo>
                      <a:pt x="53" y="5"/>
                    </a:lnTo>
                    <a:lnTo>
                      <a:pt x="45" y="1"/>
                    </a:lnTo>
                    <a:lnTo>
                      <a:pt x="36" y="0"/>
                    </a:lnTo>
                    <a:lnTo>
                      <a:pt x="26" y="1"/>
                    </a:lnTo>
                    <a:lnTo>
                      <a:pt x="17" y="5"/>
                    </a:lnTo>
                    <a:lnTo>
                      <a:pt x="11" y="11"/>
                    </a:lnTo>
                    <a:lnTo>
                      <a:pt x="4" y="18"/>
                    </a:lnTo>
                    <a:lnTo>
                      <a:pt x="1" y="27"/>
                    </a:lnTo>
                    <a:lnTo>
                      <a:pt x="0" y="36"/>
                    </a:lnTo>
                    <a:lnTo>
                      <a:pt x="1" y="45"/>
                    </a:lnTo>
                    <a:lnTo>
                      <a:pt x="4" y="54"/>
                    </a:lnTo>
                    <a:lnTo>
                      <a:pt x="11" y="62"/>
                    </a:lnTo>
                    <a:lnTo>
                      <a:pt x="17" y="67"/>
                    </a:lnTo>
                    <a:lnTo>
                      <a:pt x="26" y="70"/>
                    </a:lnTo>
                    <a:lnTo>
                      <a:pt x="36" y="71"/>
                    </a:lnTo>
                    <a:lnTo>
                      <a:pt x="45" y="70"/>
                    </a:lnTo>
                    <a:lnTo>
                      <a:pt x="53" y="67"/>
                    </a:lnTo>
                    <a:lnTo>
                      <a:pt x="60" y="62"/>
                    </a:lnTo>
                    <a:lnTo>
                      <a:pt x="67" y="54"/>
                    </a:lnTo>
                    <a:lnTo>
                      <a:pt x="70" y="45"/>
                    </a:lnTo>
                    <a:lnTo>
                      <a:pt x="71" y="36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3" name=""/>
              <p:cNvSpPr/>
              <p:nvPr/>
            </p:nvSpPr>
            <p:spPr>
              <a:xfrm rot="0">
                <a:off x="2351" y="1531"/>
                <a:ext cx="175" cy="17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4" name=""/>
              <p:cNvSpPr/>
              <p:nvPr/>
            </p:nvSpPr>
            <p:spPr>
              <a:xfrm rot="0">
                <a:off x="2386" y="1835"/>
                <a:ext cx="25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5" name=""/>
              <p:cNvSpPr/>
              <p:nvPr/>
            </p:nvSpPr>
            <p:spPr>
              <a:xfrm rot="0" flipV="1">
                <a:off x="2654" y="1844"/>
                <a:ext cx="1" cy="20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6" name=""/>
              <p:cNvSpPr/>
              <p:nvPr/>
            </p:nvSpPr>
            <p:spPr>
              <a:xfrm rot="0">
                <a:off x="2074" y="1746"/>
                <a:ext cx="175" cy="17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7" name=""/>
              <p:cNvSpPr/>
              <p:nvPr/>
            </p:nvSpPr>
            <p:spPr>
              <a:xfrm rot="0" flipV="1">
                <a:off x="2074" y="1541"/>
                <a:ext cx="1" cy="20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8" name=""/>
              <p:cNvSpPr/>
              <p:nvPr/>
            </p:nvSpPr>
            <p:spPr>
              <a:xfrm rot="0">
                <a:off x="1933" y="1746"/>
                <a:ext cx="1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49" name=""/>
              <p:cNvSpPr/>
              <p:nvPr/>
            </p:nvSpPr>
            <p:spPr>
              <a:xfrm rot="0">
                <a:off x="1796" y="1746"/>
                <a:ext cx="1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50" name=""/>
              <p:cNvSpPr/>
              <p:nvPr/>
            </p:nvSpPr>
            <p:spPr>
              <a:xfrm rot="0">
                <a:off x="2352" y="1746"/>
                <a:ext cx="27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51" name=""/>
              <p:cNvSpPr/>
              <p:nvPr/>
            </p:nvSpPr>
            <p:spPr>
              <a:xfrm rot="0">
                <a:off x="2726" y="1563"/>
                <a:ext cx="11" cy="11"/>
              </a:xfrm>
              <a:custGeom>
                <a:avLst/>
                <a:ahLst/>
                <a:rect l="0" t="0" r="r" b="b"/>
                <a:pathLst>
                  <a:path w="47" h="46">
                    <a:moveTo>
                      <a:pt x="20" y="19"/>
                    </a:moveTo>
                    <a:lnTo>
                      <a:pt x="39" y="0"/>
                    </a:lnTo>
                    <a:lnTo>
                      <a:pt x="45" y="7"/>
                    </a:lnTo>
                    <a:lnTo>
                      <a:pt x="47" y="15"/>
                    </a:lnTo>
                    <a:lnTo>
                      <a:pt x="47" y="24"/>
                    </a:lnTo>
                    <a:lnTo>
                      <a:pt x="45" y="32"/>
                    </a:lnTo>
                    <a:lnTo>
                      <a:pt x="39" y="39"/>
                    </a:lnTo>
                    <a:lnTo>
                      <a:pt x="33" y="44"/>
                    </a:lnTo>
                    <a:lnTo>
                      <a:pt x="24" y="46"/>
                    </a:lnTo>
                    <a:lnTo>
                      <a:pt x="16" y="46"/>
                    </a:lnTo>
                    <a:lnTo>
                      <a:pt x="7" y="44"/>
                    </a:lnTo>
                    <a:lnTo>
                      <a:pt x="0" y="39"/>
                    </a:lnTo>
                    <a:lnTo>
                      <a:pt x="20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52" name=""/>
              <p:cNvSpPr/>
              <p:nvPr/>
            </p:nvSpPr>
            <p:spPr>
              <a:xfrm rot="0">
                <a:off x="2726" y="1563"/>
                <a:ext cx="11" cy="11"/>
              </a:xfrm>
              <a:custGeom>
                <a:avLst/>
                <a:ahLst/>
                <a:rect l="0" t="0" r="r" b="b"/>
                <a:pathLst>
                  <a:path w="47" h="46">
                    <a:moveTo>
                      <a:pt x="39" y="0"/>
                    </a:moveTo>
                    <a:lnTo>
                      <a:pt x="45" y="7"/>
                    </a:lnTo>
                    <a:lnTo>
                      <a:pt x="47" y="15"/>
                    </a:lnTo>
                    <a:lnTo>
                      <a:pt x="47" y="24"/>
                    </a:lnTo>
                    <a:lnTo>
                      <a:pt x="45" y="32"/>
                    </a:lnTo>
                    <a:lnTo>
                      <a:pt x="39" y="39"/>
                    </a:lnTo>
                    <a:lnTo>
                      <a:pt x="33" y="44"/>
                    </a:lnTo>
                    <a:lnTo>
                      <a:pt x="24" y="46"/>
                    </a:lnTo>
                    <a:lnTo>
                      <a:pt x="16" y="46"/>
                    </a:lnTo>
                    <a:lnTo>
                      <a:pt x="7" y="44"/>
                    </a:lnTo>
                    <a:lnTo>
                      <a:pt x="0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53" name=""/>
              <p:cNvSpPr/>
              <p:nvPr/>
            </p:nvSpPr>
            <p:spPr>
              <a:xfrm rot="0">
                <a:off x="2347" y="1184"/>
                <a:ext cx="388" cy="388"/>
              </a:xfrm>
              <a:custGeom>
                <a:avLst/>
                <a:ahLst/>
                <a:rect l="0" t="0" r="r" b="b"/>
                <a:pathLst>
                  <a:path w="1552" h="1554">
                    <a:moveTo>
                      <a:pt x="1513" y="1554"/>
                    </a:moveTo>
                    <a:lnTo>
                      <a:pt x="1533" y="1534"/>
                    </a:lnTo>
                    <a:lnTo>
                      <a:pt x="1552" y="1515"/>
                    </a:lnTo>
                    <a:lnTo>
                      <a:pt x="39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1513" y="15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54" name=""/>
              <p:cNvSpPr/>
              <p:nvPr/>
            </p:nvSpPr>
            <p:spPr>
              <a:xfrm rot="0">
                <a:off x="2347" y="1184"/>
                <a:ext cx="388" cy="388"/>
              </a:xfrm>
              <a:custGeom>
                <a:avLst/>
                <a:ahLst/>
                <a:rect l="0" t="0" r="r" b="b"/>
                <a:pathLst>
                  <a:path w="1552" h="1554">
                    <a:moveTo>
                      <a:pt x="1513" y="1554"/>
                    </a:moveTo>
                    <a:lnTo>
                      <a:pt x="1533" y="1534"/>
                    </a:lnTo>
                    <a:lnTo>
                      <a:pt x="1552" y="1515"/>
                    </a:lnTo>
                    <a:lnTo>
                      <a:pt x="39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1513" y="15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55" name=""/>
              <p:cNvSpPr/>
              <p:nvPr/>
            </p:nvSpPr>
            <p:spPr>
              <a:xfrm rot="0">
                <a:off x="2345" y="1182"/>
                <a:ext cx="12" cy="12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27" y="27"/>
                    </a:moveTo>
                    <a:lnTo>
                      <a:pt x="7" y="46"/>
                    </a:lnTo>
                    <a:lnTo>
                      <a:pt x="2" y="40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2" y="14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39" y="2"/>
                    </a:lnTo>
                    <a:lnTo>
                      <a:pt x="46" y="7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56" name=""/>
              <p:cNvSpPr/>
              <p:nvPr/>
            </p:nvSpPr>
            <p:spPr>
              <a:xfrm rot="0">
                <a:off x="2345" y="1182"/>
                <a:ext cx="12" cy="12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7" y="46"/>
                    </a:moveTo>
                    <a:lnTo>
                      <a:pt x="2" y="40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2" y="14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39" y="2"/>
                    </a:lnTo>
                    <a:lnTo>
                      <a:pt x="46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57" name=""/>
              <p:cNvSpPr/>
              <p:nvPr/>
            </p:nvSpPr>
            <p:spPr>
              <a:xfrm rot="0">
                <a:off x="2724" y="2125"/>
                <a:ext cx="13" cy="6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8"/>
                    </a:lnTo>
                    <a:lnTo>
                      <a:pt x="50" y="16"/>
                    </a:lnTo>
                    <a:lnTo>
                      <a:pt x="43" y="22"/>
                    </a:lnTo>
                    <a:lnTo>
                      <a:pt x="36" y="25"/>
                    </a:lnTo>
                    <a:lnTo>
                      <a:pt x="27" y="27"/>
                    </a:lnTo>
                    <a:lnTo>
                      <a:pt x="18" y="25"/>
                    </a:lnTo>
                    <a:lnTo>
                      <a:pt x="11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58" name=""/>
              <p:cNvSpPr/>
              <p:nvPr/>
            </p:nvSpPr>
            <p:spPr>
              <a:xfrm rot="0">
                <a:off x="2724" y="2125"/>
                <a:ext cx="13" cy="6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8"/>
                    </a:lnTo>
                    <a:lnTo>
                      <a:pt x="50" y="16"/>
                    </a:lnTo>
                    <a:lnTo>
                      <a:pt x="43" y="22"/>
                    </a:lnTo>
                    <a:lnTo>
                      <a:pt x="36" y="25"/>
                    </a:lnTo>
                    <a:lnTo>
                      <a:pt x="27" y="27"/>
                    </a:lnTo>
                    <a:lnTo>
                      <a:pt x="18" y="25"/>
                    </a:lnTo>
                    <a:lnTo>
                      <a:pt x="11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59" name=""/>
              <p:cNvSpPr/>
              <p:nvPr/>
            </p:nvSpPr>
            <p:spPr>
              <a:xfrm rot="0">
                <a:off x="2724" y="1568"/>
                <a:ext cx="13" cy="557"/>
              </a:xfrm>
              <a:custGeom>
                <a:avLst/>
                <a:ahLst/>
                <a:rect l="0" t="0" r="r" b="b"/>
                <a:pathLst>
                  <a:path w="55" h="2229">
                    <a:moveTo>
                      <a:pt x="0" y="2229"/>
                    </a:moveTo>
                    <a:lnTo>
                      <a:pt x="27" y="2229"/>
                    </a:lnTo>
                    <a:lnTo>
                      <a:pt x="55" y="2229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22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60" name=""/>
              <p:cNvSpPr/>
              <p:nvPr/>
            </p:nvSpPr>
            <p:spPr>
              <a:xfrm rot="0">
                <a:off x="2724" y="1568"/>
                <a:ext cx="13" cy="557"/>
              </a:xfrm>
              <a:custGeom>
                <a:avLst/>
                <a:ahLst/>
                <a:rect l="0" t="0" r="r" b="b"/>
                <a:pathLst>
                  <a:path w="55" h="2229">
                    <a:moveTo>
                      <a:pt x="0" y="2229"/>
                    </a:moveTo>
                    <a:lnTo>
                      <a:pt x="27" y="2229"/>
                    </a:lnTo>
                    <a:lnTo>
                      <a:pt x="55" y="2229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22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61" name=""/>
              <p:cNvSpPr/>
              <p:nvPr/>
            </p:nvSpPr>
            <p:spPr>
              <a:xfrm rot="0">
                <a:off x="2724" y="1561"/>
                <a:ext cx="13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62" name=""/>
              <p:cNvSpPr/>
              <p:nvPr/>
            </p:nvSpPr>
            <p:spPr>
              <a:xfrm rot="0">
                <a:off x="2724" y="1561"/>
                <a:ext cx="13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63" name=""/>
              <p:cNvSpPr/>
              <p:nvPr/>
            </p:nvSpPr>
            <p:spPr>
              <a:xfrm rot="0">
                <a:off x="2167" y="2118"/>
                <a:ext cx="7" cy="13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29"/>
                    </a:moveTo>
                    <a:lnTo>
                      <a:pt x="27" y="56"/>
                    </a:lnTo>
                    <a:lnTo>
                      <a:pt x="18" y="54"/>
                    </a:lnTo>
                    <a:lnTo>
                      <a:pt x="11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64" name=""/>
              <p:cNvSpPr/>
              <p:nvPr/>
            </p:nvSpPr>
            <p:spPr>
              <a:xfrm rot="0">
                <a:off x="2167" y="2118"/>
                <a:ext cx="7" cy="13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56"/>
                    </a:moveTo>
                    <a:lnTo>
                      <a:pt x="18" y="54"/>
                    </a:lnTo>
                    <a:lnTo>
                      <a:pt x="11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3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65" name=""/>
              <p:cNvSpPr/>
              <p:nvPr/>
            </p:nvSpPr>
            <p:spPr>
              <a:xfrm rot="0">
                <a:off x="2174" y="2118"/>
                <a:ext cx="556" cy="13"/>
              </a:xfrm>
              <a:custGeom>
                <a:avLst/>
                <a:ahLst/>
                <a:rect l="0" t="0" r="r" b="b"/>
                <a:pathLst>
                  <a:path w="2226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2226" y="56"/>
                    </a:lnTo>
                    <a:lnTo>
                      <a:pt x="2226" y="29"/>
                    </a:lnTo>
                    <a:lnTo>
                      <a:pt x="2226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66" name=""/>
              <p:cNvSpPr/>
              <p:nvPr/>
            </p:nvSpPr>
            <p:spPr>
              <a:xfrm rot="0">
                <a:off x="2174" y="2118"/>
                <a:ext cx="556" cy="13"/>
              </a:xfrm>
              <a:custGeom>
                <a:avLst/>
                <a:ahLst/>
                <a:rect l="0" t="0" r="r" b="b"/>
                <a:pathLst>
                  <a:path w="2226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2226" y="56"/>
                    </a:lnTo>
                    <a:lnTo>
                      <a:pt x="2226" y="29"/>
                    </a:lnTo>
                    <a:lnTo>
                      <a:pt x="2226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67" name=""/>
              <p:cNvSpPr/>
              <p:nvPr/>
            </p:nvSpPr>
            <p:spPr>
              <a:xfrm rot="0">
                <a:off x="2730" y="2118"/>
                <a:ext cx="7" cy="13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0" y="29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6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68" name=""/>
              <p:cNvSpPr/>
              <p:nvPr/>
            </p:nvSpPr>
            <p:spPr>
              <a:xfrm rot="0">
                <a:off x="2730" y="2118"/>
                <a:ext cx="7" cy="13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0" y="0"/>
                    </a:moveTo>
                    <a:lnTo>
                      <a:pt x="9" y="3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69" name=""/>
              <p:cNvSpPr/>
              <p:nvPr/>
            </p:nvSpPr>
            <p:spPr>
              <a:xfrm rot="0">
                <a:off x="1789" y="1739"/>
                <a:ext cx="12" cy="12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27" y="27"/>
                    </a:moveTo>
                    <a:lnTo>
                      <a:pt x="7" y="46"/>
                    </a:lnTo>
                    <a:lnTo>
                      <a:pt x="2" y="40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2" y="14"/>
                    </a:lnTo>
                    <a:lnTo>
                      <a:pt x="7" y="8"/>
                    </a:lnTo>
                    <a:lnTo>
                      <a:pt x="14" y="2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40" y="2"/>
                    </a:lnTo>
                    <a:lnTo>
                      <a:pt x="46" y="8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70" name=""/>
              <p:cNvSpPr/>
              <p:nvPr/>
            </p:nvSpPr>
            <p:spPr>
              <a:xfrm rot="0">
                <a:off x="1789" y="1739"/>
                <a:ext cx="12" cy="12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7" y="46"/>
                    </a:moveTo>
                    <a:lnTo>
                      <a:pt x="2" y="40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2" y="14"/>
                    </a:lnTo>
                    <a:lnTo>
                      <a:pt x="7" y="8"/>
                    </a:lnTo>
                    <a:lnTo>
                      <a:pt x="14" y="2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40" y="2"/>
                    </a:lnTo>
                    <a:lnTo>
                      <a:pt x="46" y="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71" name=""/>
              <p:cNvSpPr/>
              <p:nvPr/>
            </p:nvSpPr>
            <p:spPr>
              <a:xfrm rot="0">
                <a:off x="1791" y="1741"/>
                <a:ext cx="388" cy="388"/>
              </a:xfrm>
              <a:custGeom>
                <a:avLst/>
                <a:ahLst/>
                <a:rect l="0" t="0" r="r" b="b"/>
                <a:pathLst>
                  <a:path w="1553" h="1553">
                    <a:moveTo>
                      <a:pt x="39" y="0"/>
                    </a:moveTo>
                    <a:lnTo>
                      <a:pt x="20" y="19"/>
                    </a:lnTo>
                    <a:lnTo>
                      <a:pt x="0" y="38"/>
                    </a:lnTo>
                    <a:lnTo>
                      <a:pt x="1514" y="1553"/>
                    </a:lnTo>
                    <a:lnTo>
                      <a:pt x="1533" y="1534"/>
                    </a:lnTo>
                    <a:lnTo>
                      <a:pt x="1553" y="1514"/>
                    </a:lnTo>
                    <a:lnTo>
                      <a:pt x="3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72" name=""/>
              <p:cNvSpPr/>
              <p:nvPr/>
            </p:nvSpPr>
            <p:spPr>
              <a:xfrm rot="0">
                <a:off x="1791" y="1741"/>
                <a:ext cx="388" cy="388"/>
              </a:xfrm>
              <a:custGeom>
                <a:avLst/>
                <a:ahLst/>
                <a:rect l="0" t="0" r="r" b="b"/>
                <a:pathLst>
                  <a:path w="1553" h="1553">
                    <a:moveTo>
                      <a:pt x="39" y="0"/>
                    </a:moveTo>
                    <a:lnTo>
                      <a:pt x="20" y="19"/>
                    </a:lnTo>
                    <a:lnTo>
                      <a:pt x="0" y="38"/>
                    </a:lnTo>
                    <a:lnTo>
                      <a:pt x="1514" y="1553"/>
                    </a:lnTo>
                    <a:lnTo>
                      <a:pt x="1533" y="1534"/>
                    </a:lnTo>
                    <a:lnTo>
                      <a:pt x="1553" y="1514"/>
                    </a:lnTo>
                    <a:lnTo>
                      <a:pt x="3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73" name=""/>
              <p:cNvSpPr/>
              <p:nvPr/>
            </p:nvSpPr>
            <p:spPr>
              <a:xfrm rot="0">
                <a:off x="2169" y="2120"/>
                <a:ext cx="12" cy="11"/>
              </a:xfrm>
              <a:custGeom>
                <a:avLst/>
                <a:ahLst/>
                <a:rect l="0" t="0" r="r" b="b"/>
                <a:pathLst>
                  <a:path w="46" h="47">
                    <a:moveTo>
                      <a:pt x="19" y="20"/>
                    </a:moveTo>
                    <a:lnTo>
                      <a:pt x="39" y="0"/>
                    </a:lnTo>
                    <a:lnTo>
                      <a:pt x="44" y="7"/>
                    </a:lnTo>
                    <a:lnTo>
                      <a:pt x="46" y="15"/>
                    </a:lnTo>
                    <a:lnTo>
                      <a:pt x="46" y="24"/>
                    </a:lnTo>
                    <a:lnTo>
                      <a:pt x="44" y="33"/>
                    </a:lnTo>
                    <a:lnTo>
                      <a:pt x="39" y="39"/>
                    </a:lnTo>
                    <a:lnTo>
                      <a:pt x="32" y="44"/>
                    </a:lnTo>
                    <a:lnTo>
                      <a:pt x="23" y="47"/>
                    </a:lnTo>
                    <a:lnTo>
                      <a:pt x="15" y="47"/>
                    </a:lnTo>
                    <a:lnTo>
                      <a:pt x="6" y="44"/>
                    </a:lnTo>
                    <a:lnTo>
                      <a:pt x="0" y="39"/>
                    </a:lnTo>
                    <a:lnTo>
                      <a:pt x="19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74" name=""/>
              <p:cNvSpPr/>
              <p:nvPr/>
            </p:nvSpPr>
            <p:spPr>
              <a:xfrm rot="0">
                <a:off x="2169" y="2120"/>
                <a:ext cx="12" cy="11"/>
              </a:xfrm>
              <a:custGeom>
                <a:avLst/>
                <a:ahLst/>
                <a:rect l="0" t="0" r="r" b="b"/>
                <a:pathLst>
                  <a:path w="46" h="47">
                    <a:moveTo>
                      <a:pt x="39" y="0"/>
                    </a:moveTo>
                    <a:lnTo>
                      <a:pt x="44" y="7"/>
                    </a:lnTo>
                    <a:lnTo>
                      <a:pt x="46" y="15"/>
                    </a:lnTo>
                    <a:lnTo>
                      <a:pt x="46" y="24"/>
                    </a:lnTo>
                    <a:lnTo>
                      <a:pt x="44" y="33"/>
                    </a:lnTo>
                    <a:lnTo>
                      <a:pt x="39" y="39"/>
                    </a:lnTo>
                    <a:lnTo>
                      <a:pt x="32" y="44"/>
                    </a:lnTo>
                    <a:lnTo>
                      <a:pt x="23" y="47"/>
                    </a:lnTo>
                    <a:lnTo>
                      <a:pt x="15" y="47"/>
                    </a:lnTo>
                    <a:lnTo>
                      <a:pt x="6" y="44"/>
                    </a:lnTo>
                    <a:lnTo>
                      <a:pt x="0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75" name=""/>
              <p:cNvSpPr/>
              <p:nvPr/>
            </p:nvSpPr>
            <p:spPr>
              <a:xfrm rot="0" flipV="1">
                <a:off x="2352" y="1391"/>
                <a:ext cx="1" cy="35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76" name=""/>
              <p:cNvSpPr/>
              <p:nvPr/>
            </p:nvSpPr>
            <p:spPr>
              <a:xfrm rot="0">
                <a:off x="1796" y="1746"/>
                <a:ext cx="1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77" name=""/>
              <p:cNvSpPr/>
              <p:nvPr/>
            </p:nvSpPr>
            <p:spPr>
              <a:xfrm rot="0">
                <a:off x="1789" y="1182"/>
                <a:ext cx="14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49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78" name=""/>
              <p:cNvSpPr/>
              <p:nvPr/>
            </p:nvSpPr>
            <p:spPr>
              <a:xfrm rot="0">
                <a:off x="1789" y="1182"/>
                <a:ext cx="14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49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79" name=""/>
              <p:cNvSpPr/>
              <p:nvPr/>
            </p:nvSpPr>
            <p:spPr>
              <a:xfrm rot="0">
                <a:off x="1789" y="1189"/>
                <a:ext cx="14" cy="557"/>
              </a:xfrm>
              <a:custGeom>
                <a:avLst/>
                <a:ahLst/>
                <a:rect l="0" t="0" r="r" b="b"/>
                <a:pathLst>
                  <a:path w="55" h="2228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2228"/>
                    </a:lnTo>
                    <a:lnTo>
                      <a:pt x="27" y="2228"/>
                    </a:lnTo>
                    <a:lnTo>
                      <a:pt x="55" y="2228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80" name=""/>
              <p:cNvSpPr/>
              <p:nvPr/>
            </p:nvSpPr>
            <p:spPr>
              <a:xfrm rot="0">
                <a:off x="1789" y="1189"/>
                <a:ext cx="14" cy="557"/>
              </a:xfrm>
              <a:custGeom>
                <a:avLst/>
                <a:ahLst/>
                <a:rect l="0" t="0" r="r" b="b"/>
                <a:pathLst>
                  <a:path w="55" h="2228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2228"/>
                    </a:lnTo>
                    <a:lnTo>
                      <a:pt x="27" y="2228"/>
                    </a:lnTo>
                    <a:lnTo>
                      <a:pt x="55" y="2228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81" name=""/>
              <p:cNvSpPr/>
              <p:nvPr/>
            </p:nvSpPr>
            <p:spPr>
              <a:xfrm rot="0">
                <a:off x="1789" y="1746"/>
                <a:ext cx="14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49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82" name=""/>
              <p:cNvSpPr/>
              <p:nvPr/>
            </p:nvSpPr>
            <p:spPr>
              <a:xfrm rot="0">
                <a:off x="1789" y="1746"/>
                <a:ext cx="14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49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83" name=""/>
              <p:cNvSpPr/>
              <p:nvPr/>
            </p:nvSpPr>
            <p:spPr>
              <a:xfrm rot="0">
                <a:off x="1789" y="1182"/>
                <a:ext cx="7" cy="14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8" y="54"/>
                    </a:lnTo>
                    <a:lnTo>
                      <a:pt x="11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84" name=""/>
              <p:cNvSpPr/>
              <p:nvPr/>
            </p:nvSpPr>
            <p:spPr>
              <a:xfrm rot="0">
                <a:off x="1789" y="1182"/>
                <a:ext cx="7" cy="14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8" y="54"/>
                    </a:lnTo>
                    <a:lnTo>
                      <a:pt x="11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85" name=""/>
              <p:cNvSpPr/>
              <p:nvPr/>
            </p:nvSpPr>
            <p:spPr>
              <a:xfrm rot="0">
                <a:off x="1796" y="1182"/>
                <a:ext cx="556" cy="14"/>
              </a:xfrm>
              <a:custGeom>
                <a:avLst/>
                <a:ahLst/>
                <a:rect l="0" t="0" r="r" b="b"/>
                <a:pathLst>
                  <a:path w="2226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2226" y="55"/>
                    </a:lnTo>
                    <a:lnTo>
                      <a:pt x="2226" y="28"/>
                    </a:lnTo>
                    <a:lnTo>
                      <a:pt x="2226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86" name=""/>
              <p:cNvSpPr/>
              <p:nvPr/>
            </p:nvSpPr>
            <p:spPr>
              <a:xfrm rot="0">
                <a:off x="1796" y="1182"/>
                <a:ext cx="556" cy="14"/>
              </a:xfrm>
              <a:custGeom>
                <a:avLst/>
                <a:ahLst/>
                <a:rect l="0" t="0" r="r" b="b"/>
                <a:pathLst>
                  <a:path w="2226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2226" y="55"/>
                    </a:lnTo>
                    <a:lnTo>
                      <a:pt x="2226" y="28"/>
                    </a:lnTo>
                    <a:lnTo>
                      <a:pt x="2226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87" name=""/>
              <p:cNvSpPr/>
              <p:nvPr/>
            </p:nvSpPr>
            <p:spPr>
              <a:xfrm rot="0">
                <a:off x="2352" y="1182"/>
                <a:ext cx="7" cy="14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5" y="19"/>
                    </a:lnTo>
                    <a:lnTo>
                      <a:pt x="28" y="28"/>
                    </a:lnTo>
                    <a:lnTo>
                      <a:pt x="25" y="37"/>
                    </a:lnTo>
                    <a:lnTo>
                      <a:pt x="22" y="44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3988" name=""/>
              <p:cNvSpPr/>
              <p:nvPr/>
            </p:nvSpPr>
            <p:spPr>
              <a:xfrm rot="0">
                <a:off x="2352" y="1182"/>
                <a:ext cx="7" cy="14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5" y="19"/>
                    </a:lnTo>
                    <a:lnTo>
                      <a:pt x="28" y="28"/>
                    </a:lnTo>
                    <a:lnTo>
                      <a:pt x="25" y="37"/>
                    </a:lnTo>
                    <a:lnTo>
                      <a:pt x="22" y="44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89" name=""/>
              <p:cNvSpPr/>
              <p:nvPr/>
            </p:nvSpPr>
            <p:spPr>
              <a:xfrm rot="0">
                <a:off x="1951" y="755"/>
                <a:ext cx="14" cy="60"/>
              </a:xfrm>
              <a:custGeom>
                <a:avLst/>
                <a:ahLst/>
                <a:rect l="0" t="0" r="r" b="b"/>
                <a:pathLst>
                  <a:path w="56" h="242">
                    <a:moveTo>
                      <a:pt x="52" y="0"/>
                    </a:moveTo>
                    <a:lnTo>
                      <a:pt x="37" y="15"/>
                    </a:lnTo>
                    <a:lnTo>
                      <a:pt x="25" y="32"/>
                    </a:lnTo>
                    <a:lnTo>
                      <a:pt x="16" y="51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0" y="111"/>
                    </a:lnTo>
                    <a:lnTo>
                      <a:pt x="0" y="132"/>
                    </a:lnTo>
                    <a:lnTo>
                      <a:pt x="4" y="152"/>
                    </a:lnTo>
                    <a:lnTo>
                      <a:pt x="9" y="173"/>
                    </a:lnTo>
                    <a:lnTo>
                      <a:pt x="17" y="192"/>
                    </a:lnTo>
                    <a:lnTo>
                      <a:pt x="27" y="211"/>
                    </a:lnTo>
                    <a:lnTo>
                      <a:pt x="40" y="227"/>
                    </a:lnTo>
                    <a:lnTo>
                      <a:pt x="56" y="24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0" name=""/>
              <p:cNvSpPr/>
              <p:nvPr/>
            </p:nvSpPr>
            <p:spPr>
              <a:xfrm rot="0">
                <a:off x="1975" y="751"/>
                <a:ext cx="16" cy="75"/>
              </a:xfrm>
              <a:custGeom>
                <a:avLst/>
                <a:ahLst/>
                <a:rect l="0" t="0" r="r" b="b"/>
                <a:pathLst>
                  <a:path w="62" h="300">
                    <a:moveTo>
                      <a:pt x="62" y="0"/>
                    </a:moveTo>
                    <a:lnTo>
                      <a:pt x="59" y="130"/>
                    </a:lnTo>
                    <a:lnTo>
                      <a:pt x="45" y="210"/>
                    </a:lnTo>
                    <a:lnTo>
                      <a:pt x="0" y="30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1" name=""/>
              <p:cNvSpPr/>
              <p:nvPr/>
            </p:nvSpPr>
            <p:spPr>
              <a:xfrm rot="0" flipV="1">
                <a:off x="1990" y="780"/>
                <a:ext cx="2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2" name=""/>
              <p:cNvSpPr/>
              <p:nvPr/>
            </p:nvSpPr>
            <p:spPr>
              <a:xfrm rot="0" flipV="1">
                <a:off x="2012" y="751"/>
                <a:ext cx="4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3" name=""/>
              <p:cNvSpPr/>
              <p:nvPr/>
            </p:nvSpPr>
            <p:spPr>
              <a:xfrm rot="0" flipH="1">
                <a:off x="1991" y="754"/>
                <a:ext cx="2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4" name=""/>
              <p:cNvSpPr/>
              <p:nvPr/>
            </p:nvSpPr>
            <p:spPr>
              <a:xfrm rot="0">
                <a:off x="1994" y="783"/>
                <a:ext cx="29" cy="39"/>
              </a:xfrm>
              <a:custGeom>
                <a:avLst/>
                <a:ahLst/>
                <a:rect l="0" t="0" r="r" b="b"/>
                <a:pathLst>
                  <a:path w="118" h="156">
                    <a:moveTo>
                      <a:pt x="0" y="0"/>
                    </a:moveTo>
                    <a:lnTo>
                      <a:pt x="83" y="156"/>
                    </a:lnTo>
                    <a:lnTo>
                      <a:pt x="118" y="1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5" name=""/>
              <p:cNvSpPr/>
              <p:nvPr/>
            </p:nvSpPr>
            <p:spPr>
              <a:xfrm rot="0" flipH="1" flipV="1">
                <a:off x="2047" y="781"/>
                <a:ext cx="5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6" name=""/>
              <p:cNvSpPr/>
              <p:nvPr/>
            </p:nvSpPr>
            <p:spPr>
              <a:xfrm rot="0" flipV="1">
                <a:off x="2033" y="771"/>
                <a:ext cx="48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7" name=""/>
              <p:cNvSpPr/>
              <p:nvPr/>
            </p:nvSpPr>
            <p:spPr>
              <a:xfrm rot="0">
                <a:off x="2054" y="747"/>
                <a:ext cx="11" cy="76"/>
              </a:xfrm>
              <a:custGeom>
                <a:avLst/>
                <a:ahLst/>
                <a:rect l="0" t="0" r="r" b="b"/>
                <a:pathLst>
                  <a:path w="41" h="303">
                    <a:moveTo>
                      <a:pt x="41" y="0"/>
                    </a:moveTo>
                    <a:lnTo>
                      <a:pt x="34" y="303"/>
                    </a:lnTo>
                    <a:lnTo>
                      <a:pt x="0" y="2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8" name=""/>
              <p:cNvSpPr/>
              <p:nvPr/>
            </p:nvSpPr>
            <p:spPr>
              <a:xfrm rot="0" flipV="1">
                <a:off x="2093" y="761"/>
                <a:ext cx="4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3999" name=""/>
              <p:cNvSpPr/>
              <p:nvPr/>
            </p:nvSpPr>
            <p:spPr>
              <a:xfrm rot="0" flipH="1">
                <a:off x="2123" y="773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0" name=""/>
              <p:cNvSpPr/>
              <p:nvPr/>
            </p:nvSpPr>
            <p:spPr>
              <a:xfrm rot="0" flipV="1">
                <a:off x="2103" y="776"/>
                <a:ext cx="2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1" name=""/>
              <p:cNvSpPr/>
              <p:nvPr/>
            </p:nvSpPr>
            <p:spPr>
              <a:xfrm rot="0" flipV="1">
                <a:off x="2090" y="818"/>
                <a:ext cx="48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2" name=""/>
              <p:cNvSpPr/>
              <p:nvPr/>
            </p:nvSpPr>
            <p:spPr>
              <a:xfrm rot="0" flipV="1">
                <a:off x="2103" y="807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3" name=""/>
              <p:cNvSpPr/>
              <p:nvPr/>
            </p:nvSpPr>
            <p:spPr>
              <a:xfrm rot="0" flipV="1">
                <a:off x="2103" y="797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4" name=""/>
              <p:cNvSpPr/>
              <p:nvPr/>
            </p:nvSpPr>
            <p:spPr>
              <a:xfrm rot="0" flipV="1">
                <a:off x="2103" y="787"/>
                <a:ext cx="1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5" name=""/>
              <p:cNvSpPr/>
              <p:nvPr/>
            </p:nvSpPr>
            <p:spPr>
              <a:xfrm rot="0">
                <a:off x="2103" y="775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6" name=""/>
              <p:cNvSpPr/>
              <p:nvPr/>
            </p:nvSpPr>
            <p:spPr>
              <a:xfrm rot="0" flipH="1">
                <a:off x="2112" y="749"/>
                <a:ext cx="3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7" name=""/>
              <p:cNvSpPr/>
              <p:nvPr/>
            </p:nvSpPr>
            <p:spPr>
              <a:xfrm rot="0">
                <a:off x="2152" y="748"/>
                <a:ext cx="7" cy="77"/>
              </a:xfrm>
              <a:custGeom>
                <a:avLst/>
                <a:ahLst/>
                <a:rect l="0" t="0" r="r" b="b"/>
                <a:pathLst>
                  <a:path w="31" h="307">
                    <a:moveTo>
                      <a:pt x="31" y="0"/>
                    </a:moveTo>
                    <a:lnTo>
                      <a:pt x="31" y="307"/>
                    </a:lnTo>
                    <a:lnTo>
                      <a:pt x="0" y="2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8" name=""/>
              <p:cNvSpPr/>
              <p:nvPr/>
            </p:nvSpPr>
            <p:spPr>
              <a:xfrm rot="0" flipH="1">
                <a:off x="2147" y="768"/>
                <a:ext cx="17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09" name=""/>
              <p:cNvSpPr/>
              <p:nvPr/>
            </p:nvSpPr>
            <p:spPr>
              <a:xfrm rot="0" flipV="1">
                <a:off x="2147" y="781"/>
                <a:ext cx="17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0" name=""/>
              <p:cNvSpPr/>
              <p:nvPr/>
            </p:nvSpPr>
            <p:spPr>
              <a:xfrm rot="0">
                <a:off x="2174" y="747"/>
                <a:ext cx="7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1" name=""/>
              <p:cNvSpPr/>
              <p:nvPr/>
            </p:nvSpPr>
            <p:spPr>
              <a:xfrm rot="0" flipV="1">
                <a:off x="2167" y="760"/>
                <a:ext cx="2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2" name=""/>
              <p:cNvSpPr/>
              <p:nvPr/>
            </p:nvSpPr>
            <p:spPr>
              <a:xfrm rot="0" flipH="1">
                <a:off x="2166" y="779"/>
                <a:ext cx="27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3" name=""/>
              <p:cNvSpPr/>
              <p:nvPr/>
            </p:nvSpPr>
            <p:spPr>
              <a:xfrm rot="0" flipV="1">
                <a:off x="2163" y="793"/>
                <a:ext cx="32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4" name=""/>
              <p:cNvSpPr/>
              <p:nvPr/>
            </p:nvSpPr>
            <p:spPr>
              <a:xfrm rot="0" flipH="1" flipV="1">
                <a:off x="2171" y="806"/>
                <a:ext cx="8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5" name=""/>
              <p:cNvSpPr/>
              <p:nvPr/>
            </p:nvSpPr>
            <p:spPr>
              <a:xfrm rot="0" flipH="1" flipV="1">
                <a:off x="2172" y="768"/>
                <a:ext cx="4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6" name=""/>
              <p:cNvSpPr/>
              <p:nvPr/>
            </p:nvSpPr>
            <p:spPr>
              <a:xfrm rot="0" flipH="1">
                <a:off x="2182" y="762"/>
                <a:ext cx="2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7" name=""/>
              <p:cNvSpPr/>
              <p:nvPr/>
            </p:nvSpPr>
            <p:spPr>
              <a:xfrm rot="0">
                <a:off x="2179" y="810"/>
                <a:ext cx="14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8" name=""/>
              <p:cNvSpPr/>
              <p:nvPr/>
            </p:nvSpPr>
            <p:spPr>
              <a:xfrm rot="0" flipH="1">
                <a:off x="2171" y="783"/>
                <a:ext cx="5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19" name=""/>
              <p:cNvSpPr/>
              <p:nvPr/>
            </p:nvSpPr>
            <p:spPr>
              <a:xfrm rot="0" flipH="1">
                <a:off x="2180" y="795"/>
                <a:ext cx="4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0" name=""/>
              <p:cNvSpPr/>
              <p:nvPr/>
            </p:nvSpPr>
            <p:spPr>
              <a:xfrm rot="0">
                <a:off x="2163" y="811"/>
                <a:ext cx="17" cy="14"/>
              </a:xfrm>
              <a:custGeom>
                <a:avLst/>
                <a:ahLst/>
                <a:rect l="0" t="0" r="r" b="b"/>
                <a:pathLst>
                  <a:path w="69" h="55">
                    <a:moveTo>
                      <a:pt x="0" y="55"/>
                    </a:moveTo>
                    <a:lnTo>
                      <a:pt x="45" y="20"/>
                    </a:lnTo>
                    <a:lnTo>
                      <a:pt x="6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1" name=""/>
              <p:cNvSpPr/>
              <p:nvPr/>
            </p:nvSpPr>
            <p:spPr>
              <a:xfrm rot="0">
                <a:off x="2202" y="752"/>
                <a:ext cx="16" cy="71"/>
              </a:xfrm>
              <a:custGeom>
                <a:avLst/>
                <a:ahLst/>
                <a:rect l="0" t="0" r="r" b="b"/>
                <a:pathLst>
                  <a:path w="63" h="286">
                    <a:moveTo>
                      <a:pt x="63" y="0"/>
                    </a:moveTo>
                    <a:lnTo>
                      <a:pt x="52" y="121"/>
                    </a:lnTo>
                    <a:lnTo>
                      <a:pt x="32" y="207"/>
                    </a:lnTo>
                    <a:lnTo>
                      <a:pt x="0" y="28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2" name=""/>
              <p:cNvSpPr/>
              <p:nvPr/>
            </p:nvSpPr>
            <p:spPr>
              <a:xfrm rot="0">
                <a:off x="2215" y="784"/>
                <a:ext cx="8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3" name=""/>
              <p:cNvSpPr/>
              <p:nvPr/>
            </p:nvSpPr>
            <p:spPr>
              <a:xfrm rot="0">
                <a:off x="2217" y="750"/>
                <a:ext cx="20" cy="74"/>
              </a:xfrm>
              <a:custGeom>
                <a:avLst/>
                <a:ahLst/>
                <a:rect l="0" t="0" r="r" b="b"/>
                <a:pathLst>
                  <a:path w="80" h="295">
                    <a:moveTo>
                      <a:pt x="80" y="0"/>
                    </a:moveTo>
                    <a:lnTo>
                      <a:pt x="69" y="124"/>
                    </a:lnTo>
                    <a:lnTo>
                      <a:pt x="45" y="223"/>
                    </a:lnTo>
                    <a:lnTo>
                      <a:pt x="0" y="29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4" name=""/>
              <p:cNvSpPr/>
              <p:nvPr/>
            </p:nvSpPr>
            <p:spPr>
              <a:xfrm rot="0">
                <a:off x="2234" y="783"/>
                <a:ext cx="17" cy="35"/>
              </a:xfrm>
              <a:custGeom>
                <a:avLst/>
                <a:ahLst/>
                <a:rect l="0" t="0" r="r" b="b"/>
                <a:pathLst>
                  <a:path w="69" h="142">
                    <a:moveTo>
                      <a:pt x="0" y="0"/>
                    </a:moveTo>
                    <a:lnTo>
                      <a:pt x="45" y="142"/>
                    </a:lnTo>
                    <a:lnTo>
                      <a:pt x="69" y="14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5" name=""/>
              <p:cNvSpPr/>
              <p:nvPr/>
            </p:nvSpPr>
            <p:spPr>
              <a:xfrm rot="0" flipH="1">
                <a:off x="2266" y="755"/>
                <a:ext cx="36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6" name=""/>
              <p:cNvSpPr/>
              <p:nvPr/>
            </p:nvSpPr>
            <p:spPr>
              <a:xfrm rot="0" flipV="1">
                <a:off x="2266" y="814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7" name=""/>
              <p:cNvSpPr/>
              <p:nvPr/>
            </p:nvSpPr>
            <p:spPr>
              <a:xfrm rot="0" flipV="1">
                <a:off x="2301" y="752"/>
                <a:ext cx="1" cy="6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8" name=""/>
              <p:cNvSpPr/>
              <p:nvPr/>
            </p:nvSpPr>
            <p:spPr>
              <a:xfrm rot="0">
                <a:off x="2300" y="814"/>
                <a:ext cx="1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8" y="28"/>
                    </a:moveTo>
                    <a:lnTo>
                      <a:pt x="8" y="17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29" name=""/>
              <p:cNvSpPr/>
              <p:nvPr/>
            </p:nvSpPr>
            <p:spPr>
              <a:xfrm rot="0">
                <a:off x="2266" y="752"/>
                <a:ext cx="1" cy="6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0" name=""/>
              <p:cNvSpPr/>
              <p:nvPr/>
            </p:nvSpPr>
            <p:spPr>
              <a:xfrm rot="0">
                <a:off x="2266" y="751"/>
                <a:ext cx="1" cy="7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1" name=""/>
              <p:cNvSpPr/>
              <p:nvPr/>
            </p:nvSpPr>
            <p:spPr>
              <a:xfrm rot="0" flipH="1">
                <a:off x="2271" y="762"/>
                <a:ext cx="14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2" name=""/>
              <p:cNvSpPr/>
              <p:nvPr/>
            </p:nvSpPr>
            <p:spPr>
              <a:xfrm rot="0">
                <a:off x="2279" y="776"/>
                <a:ext cx="22" cy="18"/>
              </a:xfrm>
              <a:custGeom>
                <a:avLst/>
                <a:ahLst/>
                <a:rect l="0" t="0" r="r" b="b"/>
                <a:pathLst>
                  <a:path w="86" h="73">
                    <a:moveTo>
                      <a:pt x="0" y="0"/>
                    </a:moveTo>
                    <a:lnTo>
                      <a:pt x="69" y="73"/>
                    </a:lnTo>
                    <a:lnTo>
                      <a:pt x="86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157" name=""/>
            <p:cNvGrpSpPr/>
            <p:nvPr/>
          </p:nvGrpSpPr>
          <p:grpSpPr>
            <a:xfrm rot="0">
              <a:off x="2268" y="746"/>
              <a:ext cx="2559" cy="1672"/>
              <a:chOff x="2268" y="746"/>
              <a:chExt cx="2559" cy="1672"/>
            </a:xfrm>
          </p:grpSpPr>
          <p:sp>
            <p:nvSpPr>
              <p:cNvPr id="1054033" name=""/>
              <p:cNvSpPr/>
              <p:nvPr/>
            </p:nvSpPr>
            <p:spPr>
              <a:xfrm rot="0">
                <a:off x="2282" y="793"/>
                <a:ext cx="6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4" name=""/>
              <p:cNvSpPr/>
              <p:nvPr/>
            </p:nvSpPr>
            <p:spPr>
              <a:xfrm rot="0">
                <a:off x="2279" y="803"/>
                <a:ext cx="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5" name=""/>
              <p:cNvSpPr/>
              <p:nvPr/>
            </p:nvSpPr>
            <p:spPr>
              <a:xfrm rot="0" flipV="1">
                <a:off x="2280" y="769"/>
                <a:ext cx="1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6" name=""/>
              <p:cNvSpPr/>
              <p:nvPr/>
            </p:nvSpPr>
            <p:spPr>
              <a:xfrm rot="0">
                <a:off x="2280" y="765"/>
                <a:ext cx="14" cy="23"/>
              </a:xfrm>
              <a:custGeom>
                <a:avLst/>
                <a:ahLst/>
                <a:rect l="0" t="0" r="r" b="b"/>
                <a:pathLst>
                  <a:path w="55" h="90">
                    <a:moveTo>
                      <a:pt x="0" y="90"/>
                    </a:moveTo>
                    <a:lnTo>
                      <a:pt x="21" y="63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7" name=""/>
              <p:cNvSpPr/>
              <p:nvPr/>
            </p:nvSpPr>
            <p:spPr>
              <a:xfrm rot="0" flipV="1">
                <a:off x="2268" y="788"/>
                <a:ext cx="12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8" name=""/>
              <p:cNvSpPr/>
              <p:nvPr/>
            </p:nvSpPr>
            <p:spPr>
              <a:xfrm rot="0" flipV="1">
                <a:off x="2323" y="767"/>
                <a:ext cx="36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39" name=""/>
              <p:cNvSpPr/>
              <p:nvPr/>
            </p:nvSpPr>
            <p:spPr>
              <a:xfrm rot="0">
                <a:off x="2323" y="763"/>
                <a:ext cx="1" cy="3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0" name=""/>
              <p:cNvSpPr/>
              <p:nvPr/>
            </p:nvSpPr>
            <p:spPr>
              <a:xfrm rot="0">
                <a:off x="2341" y="747"/>
                <a:ext cx="1" cy="7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1" name=""/>
              <p:cNvSpPr/>
              <p:nvPr/>
            </p:nvSpPr>
            <p:spPr>
              <a:xfrm rot="0" flipH="1">
                <a:off x="2357" y="765"/>
                <a:ext cx="3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2" name=""/>
              <p:cNvSpPr/>
              <p:nvPr/>
            </p:nvSpPr>
            <p:spPr>
              <a:xfrm rot="0" flipH="1">
                <a:off x="2323" y="791"/>
                <a:ext cx="36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3" name=""/>
              <p:cNvSpPr/>
              <p:nvPr/>
            </p:nvSpPr>
            <p:spPr>
              <a:xfrm rot="0">
                <a:off x="2387" y="751"/>
                <a:ext cx="1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4" name=""/>
              <p:cNvSpPr/>
              <p:nvPr/>
            </p:nvSpPr>
            <p:spPr>
              <a:xfrm rot="0" flipV="1">
                <a:off x="2387" y="754"/>
                <a:ext cx="2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5" name=""/>
              <p:cNvSpPr/>
              <p:nvPr/>
            </p:nvSpPr>
            <p:spPr>
              <a:xfrm rot="0" flipH="1">
                <a:off x="2411" y="753"/>
                <a:ext cx="1" cy="1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6" name=""/>
              <p:cNvSpPr/>
              <p:nvPr/>
            </p:nvSpPr>
            <p:spPr>
              <a:xfrm rot="0" flipH="1">
                <a:off x="2387" y="771"/>
                <a:ext cx="2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7" name=""/>
              <p:cNvSpPr/>
              <p:nvPr/>
            </p:nvSpPr>
            <p:spPr>
              <a:xfrm rot="0" flipV="1">
                <a:off x="2374" y="779"/>
                <a:ext cx="47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8" name=""/>
              <p:cNvSpPr/>
              <p:nvPr/>
            </p:nvSpPr>
            <p:spPr>
              <a:xfrm rot="0">
                <a:off x="2387" y="785"/>
                <a:ext cx="1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49" name=""/>
              <p:cNvSpPr/>
              <p:nvPr/>
            </p:nvSpPr>
            <p:spPr>
              <a:xfrm rot="0" flipV="1">
                <a:off x="2387" y="788"/>
                <a:ext cx="2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0" name=""/>
              <p:cNvSpPr/>
              <p:nvPr/>
            </p:nvSpPr>
            <p:spPr>
              <a:xfrm rot="0" flipH="1">
                <a:off x="2411" y="785"/>
                <a:ext cx="1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1" name=""/>
              <p:cNvSpPr/>
              <p:nvPr/>
            </p:nvSpPr>
            <p:spPr>
              <a:xfrm rot="0" flipH="1">
                <a:off x="2387" y="804"/>
                <a:ext cx="2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2" name=""/>
              <p:cNvSpPr/>
              <p:nvPr/>
            </p:nvSpPr>
            <p:spPr>
              <a:xfrm rot="0">
                <a:off x="2399" y="789"/>
                <a:ext cx="1" cy="3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3" name=""/>
              <p:cNvSpPr/>
              <p:nvPr/>
            </p:nvSpPr>
            <p:spPr>
              <a:xfrm rot="0" flipV="1">
                <a:off x="2376" y="822"/>
                <a:ext cx="4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4" name=""/>
              <p:cNvSpPr/>
              <p:nvPr/>
            </p:nvSpPr>
            <p:spPr>
              <a:xfrm rot="0" flipV="1">
                <a:off x="2384" y="813"/>
                <a:ext cx="2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5" name=""/>
              <p:cNvSpPr/>
              <p:nvPr/>
            </p:nvSpPr>
            <p:spPr>
              <a:xfrm rot="0" flipV="1">
                <a:off x="2390" y="796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6" name=""/>
              <p:cNvSpPr/>
              <p:nvPr/>
            </p:nvSpPr>
            <p:spPr>
              <a:xfrm rot="0" flipV="1">
                <a:off x="2387" y="763"/>
                <a:ext cx="2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7" name=""/>
              <p:cNvSpPr/>
              <p:nvPr/>
            </p:nvSpPr>
            <p:spPr>
              <a:xfrm rot="0">
                <a:off x="2441" y="762"/>
                <a:ext cx="1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8" name=""/>
              <p:cNvSpPr/>
              <p:nvPr/>
            </p:nvSpPr>
            <p:spPr>
              <a:xfrm rot="0" flipV="1">
                <a:off x="2441" y="786"/>
                <a:ext cx="2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59" name=""/>
              <p:cNvSpPr/>
              <p:nvPr/>
            </p:nvSpPr>
            <p:spPr>
              <a:xfrm rot="0" flipH="1">
                <a:off x="2469" y="762"/>
                <a:ext cx="1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0" name=""/>
              <p:cNvSpPr/>
              <p:nvPr/>
            </p:nvSpPr>
            <p:spPr>
              <a:xfrm rot="0">
                <a:off x="2454" y="749"/>
                <a:ext cx="1" cy="6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1" name=""/>
              <p:cNvSpPr/>
              <p:nvPr/>
            </p:nvSpPr>
            <p:spPr>
              <a:xfrm rot="0" flipV="1">
                <a:off x="2439" y="818"/>
                <a:ext cx="3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2" name=""/>
              <p:cNvSpPr/>
              <p:nvPr/>
            </p:nvSpPr>
            <p:spPr>
              <a:xfrm rot="0" flipH="1">
                <a:off x="2470" y="797"/>
                <a:ext cx="1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3" name=""/>
              <p:cNvSpPr/>
              <p:nvPr/>
            </p:nvSpPr>
            <p:spPr>
              <a:xfrm rot="0" flipV="1">
                <a:off x="2439" y="799"/>
                <a:ext cx="1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4" name=""/>
              <p:cNvSpPr/>
              <p:nvPr/>
            </p:nvSpPr>
            <p:spPr>
              <a:xfrm rot="0">
                <a:off x="2489" y="755"/>
                <a:ext cx="14" cy="60"/>
              </a:xfrm>
              <a:custGeom>
                <a:avLst/>
                <a:ahLst/>
                <a:rect l="0" t="0" r="r" b="b"/>
                <a:pathLst>
                  <a:path w="56" h="242">
                    <a:moveTo>
                      <a:pt x="0" y="242"/>
                    </a:moveTo>
                    <a:lnTo>
                      <a:pt x="15" y="227"/>
                    </a:lnTo>
                    <a:lnTo>
                      <a:pt x="28" y="211"/>
                    </a:lnTo>
                    <a:lnTo>
                      <a:pt x="39" y="192"/>
                    </a:lnTo>
                    <a:lnTo>
                      <a:pt x="46" y="173"/>
                    </a:lnTo>
                    <a:lnTo>
                      <a:pt x="52" y="152"/>
                    </a:lnTo>
                    <a:lnTo>
                      <a:pt x="55" y="132"/>
                    </a:lnTo>
                    <a:lnTo>
                      <a:pt x="56" y="111"/>
                    </a:lnTo>
                    <a:lnTo>
                      <a:pt x="53" y="91"/>
                    </a:lnTo>
                    <a:lnTo>
                      <a:pt x="48" y="70"/>
                    </a:lnTo>
                    <a:lnTo>
                      <a:pt x="40" y="51"/>
                    </a:lnTo>
                    <a:lnTo>
                      <a:pt x="30" y="32"/>
                    </a:lnTo>
                    <a:lnTo>
                      <a:pt x="18" y="15"/>
                    </a:lnTo>
                    <a:lnTo>
                      <a:pt x="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5" name=""/>
              <p:cNvSpPr/>
              <p:nvPr/>
            </p:nvSpPr>
            <p:spPr>
              <a:xfrm rot="0">
                <a:off x="3845" y="1719"/>
                <a:ext cx="316" cy="3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6" name=""/>
              <p:cNvSpPr/>
              <p:nvPr/>
            </p:nvSpPr>
            <p:spPr>
              <a:xfrm rot="0">
                <a:off x="3299" y="1719"/>
                <a:ext cx="120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7" name=""/>
              <p:cNvSpPr/>
              <p:nvPr/>
            </p:nvSpPr>
            <p:spPr>
              <a:xfrm rot="0">
                <a:off x="3845" y="1396"/>
                <a:ext cx="1" cy="97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8" name=""/>
              <p:cNvSpPr/>
              <p:nvPr/>
            </p:nvSpPr>
            <p:spPr>
              <a:xfrm rot="0">
                <a:off x="3893" y="1633"/>
                <a:ext cx="35" cy="50"/>
              </a:xfrm>
              <a:custGeom>
                <a:avLst/>
                <a:ahLst/>
                <a:rect l="0" t="0" r="r" b="b"/>
                <a:pathLst>
                  <a:path w="139" h="201">
                    <a:moveTo>
                      <a:pt x="44" y="201"/>
                    </a:moveTo>
                    <a:lnTo>
                      <a:pt x="56" y="201"/>
                    </a:lnTo>
                    <a:lnTo>
                      <a:pt x="73" y="195"/>
                    </a:lnTo>
                    <a:lnTo>
                      <a:pt x="90" y="183"/>
                    </a:lnTo>
                    <a:lnTo>
                      <a:pt x="101" y="173"/>
                    </a:lnTo>
                    <a:lnTo>
                      <a:pt x="111" y="155"/>
                    </a:lnTo>
                    <a:lnTo>
                      <a:pt x="139" y="49"/>
                    </a:lnTo>
                    <a:lnTo>
                      <a:pt x="139" y="33"/>
                    </a:lnTo>
                    <a:lnTo>
                      <a:pt x="134" y="16"/>
                    </a:lnTo>
                    <a:lnTo>
                      <a:pt x="123" y="5"/>
                    </a:lnTo>
                    <a:lnTo>
                      <a:pt x="106" y="0"/>
                    </a:lnTo>
                    <a:lnTo>
                      <a:pt x="83" y="0"/>
                    </a:lnTo>
                    <a:lnTo>
                      <a:pt x="62" y="5"/>
                    </a:lnTo>
                    <a:lnTo>
                      <a:pt x="44" y="16"/>
                    </a:lnTo>
                    <a:lnTo>
                      <a:pt x="34" y="33"/>
                    </a:lnTo>
                    <a:lnTo>
                      <a:pt x="28" y="44"/>
                    </a:lnTo>
                    <a:lnTo>
                      <a:pt x="0" y="139"/>
                    </a:lnTo>
                    <a:lnTo>
                      <a:pt x="0" y="167"/>
                    </a:lnTo>
                    <a:lnTo>
                      <a:pt x="6" y="183"/>
                    </a:lnTo>
                    <a:lnTo>
                      <a:pt x="23" y="195"/>
                    </a:lnTo>
                    <a:lnTo>
                      <a:pt x="44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69" name=""/>
              <p:cNvSpPr/>
              <p:nvPr/>
            </p:nvSpPr>
            <p:spPr>
              <a:xfrm rot="0">
                <a:off x="3884" y="2357"/>
                <a:ext cx="33" cy="25"/>
              </a:xfrm>
              <a:custGeom>
                <a:avLst/>
                <a:ahLst/>
                <a:rect l="0" t="0" r="r" b="b"/>
                <a:pathLst>
                  <a:path w="134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0" name=""/>
              <p:cNvSpPr/>
              <p:nvPr/>
            </p:nvSpPr>
            <p:spPr>
              <a:xfrm rot="0" flipH="1">
                <a:off x="3886" y="2382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1" name=""/>
              <p:cNvSpPr/>
              <p:nvPr/>
            </p:nvSpPr>
            <p:spPr>
              <a:xfrm rot="0" flipV="1">
                <a:off x="3918" y="2382"/>
                <a:ext cx="10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2" name=""/>
              <p:cNvSpPr/>
              <p:nvPr/>
            </p:nvSpPr>
            <p:spPr>
              <a:xfrm rot="0">
                <a:off x="3924" y="2398"/>
                <a:ext cx="2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3" name=""/>
              <p:cNvSpPr/>
              <p:nvPr/>
            </p:nvSpPr>
            <p:spPr>
              <a:xfrm rot="0" flipH="1">
                <a:off x="3938" y="2382"/>
                <a:ext cx="10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4" name=""/>
              <p:cNvSpPr/>
              <p:nvPr/>
            </p:nvSpPr>
            <p:spPr>
              <a:xfrm rot="0">
                <a:off x="4522" y="1674"/>
                <a:ext cx="33" cy="25"/>
              </a:xfrm>
              <a:custGeom>
                <a:avLst/>
                <a:ahLst/>
                <a:rect l="0" t="0" r="r" b="b"/>
                <a:pathLst>
                  <a:path w="133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5" name=""/>
              <p:cNvSpPr/>
              <p:nvPr/>
            </p:nvSpPr>
            <p:spPr>
              <a:xfrm rot="0" flipH="1">
                <a:off x="4525" y="1699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6" name=""/>
              <p:cNvSpPr/>
              <p:nvPr/>
            </p:nvSpPr>
            <p:spPr>
              <a:xfrm rot="0">
                <a:off x="4557" y="1699"/>
                <a:ext cx="33" cy="35"/>
              </a:xfrm>
              <a:custGeom>
                <a:avLst/>
                <a:ahLst/>
                <a:rect l="0" t="0" r="r" b="b"/>
                <a:pathLst>
                  <a:path w="132" h="141">
                    <a:moveTo>
                      <a:pt x="8" y="0"/>
                    </a:moveTo>
                    <a:lnTo>
                      <a:pt x="0" y="141"/>
                    </a:lnTo>
                    <a:lnTo>
                      <a:pt x="54" y="47"/>
                    </a:lnTo>
                    <a:lnTo>
                      <a:pt x="62" y="141"/>
                    </a:lnTo>
                    <a:lnTo>
                      <a:pt x="1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7" name=""/>
              <p:cNvSpPr/>
              <p:nvPr/>
            </p:nvSpPr>
            <p:spPr>
              <a:xfrm rot="0">
                <a:off x="3175" y="1685"/>
                <a:ext cx="19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8" name=""/>
              <p:cNvSpPr/>
              <p:nvPr/>
            </p:nvSpPr>
            <p:spPr>
              <a:xfrm rot="0" flipH="1">
                <a:off x="3161" y="1685"/>
                <a:ext cx="47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79" name=""/>
              <p:cNvSpPr/>
              <p:nvPr/>
            </p:nvSpPr>
            <p:spPr>
              <a:xfrm rot="0">
                <a:off x="3891" y="988"/>
                <a:ext cx="42" cy="50"/>
              </a:xfrm>
              <a:custGeom>
                <a:avLst/>
                <a:ahLst/>
                <a:rect l="0" t="0" r="r" b="b"/>
                <a:pathLst>
                  <a:path w="168" h="200">
                    <a:moveTo>
                      <a:pt x="56" y="0"/>
                    </a:moveTo>
                    <a:lnTo>
                      <a:pt x="168" y="0"/>
                    </a:lnTo>
                    <a:lnTo>
                      <a:pt x="0" y="200"/>
                    </a:lnTo>
                    <a:lnTo>
                      <a:pt x="112" y="20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0" name=""/>
              <p:cNvSpPr/>
              <p:nvPr/>
            </p:nvSpPr>
            <p:spPr>
              <a:xfrm rot="0">
                <a:off x="4304" y="2253"/>
                <a:ext cx="39" cy="59"/>
              </a:xfrm>
              <a:custGeom>
                <a:avLst/>
                <a:ahLst/>
                <a:rect l="0" t="0" r="r" b="b"/>
                <a:pathLst>
                  <a:path w="157" h="235">
                    <a:moveTo>
                      <a:pt x="0" y="235"/>
                    </a:moveTo>
                    <a:lnTo>
                      <a:pt x="79" y="0"/>
                    </a:lnTo>
                    <a:lnTo>
                      <a:pt x="157" y="2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1" name=""/>
              <p:cNvSpPr/>
              <p:nvPr/>
            </p:nvSpPr>
            <p:spPr>
              <a:xfrm rot="0" flipH="1">
                <a:off x="4310" y="2296"/>
                <a:ext cx="2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2" name=""/>
              <p:cNvSpPr/>
              <p:nvPr/>
            </p:nvSpPr>
            <p:spPr>
              <a:xfrm rot="0">
                <a:off x="4363" y="2279"/>
                <a:ext cx="32" cy="33"/>
              </a:xfrm>
              <a:custGeom>
                <a:avLst/>
                <a:ahLst/>
                <a:rect l="0" t="0" r="r" b="b"/>
                <a:pathLst>
                  <a:path w="131" h="131">
                    <a:moveTo>
                      <a:pt x="0" y="131"/>
                    </a:moveTo>
                    <a:lnTo>
                      <a:pt x="65" y="131"/>
                    </a:lnTo>
                    <a:lnTo>
                      <a:pt x="78" y="130"/>
                    </a:lnTo>
                    <a:lnTo>
                      <a:pt x="91" y="125"/>
                    </a:lnTo>
                    <a:lnTo>
                      <a:pt x="102" y="120"/>
                    </a:lnTo>
                    <a:lnTo>
                      <a:pt x="112" y="111"/>
                    </a:lnTo>
                    <a:lnTo>
                      <a:pt x="120" y="102"/>
                    </a:lnTo>
                    <a:lnTo>
                      <a:pt x="126" y="91"/>
                    </a:lnTo>
                    <a:lnTo>
                      <a:pt x="130" y="78"/>
                    </a:lnTo>
                    <a:lnTo>
                      <a:pt x="131" y="66"/>
                    </a:lnTo>
                    <a:lnTo>
                      <a:pt x="130" y="53"/>
                    </a:lnTo>
                    <a:lnTo>
                      <a:pt x="126" y="41"/>
                    </a:lnTo>
                    <a:lnTo>
                      <a:pt x="120" y="29"/>
                    </a:lnTo>
                    <a:lnTo>
                      <a:pt x="112" y="20"/>
                    </a:lnTo>
                    <a:lnTo>
                      <a:pt x="102" y="12"/>
                    </a:lnTo>
                    <a:lnTo>
                      <a:pt x="91" y="6"/>
                    </a:lnTo>
                    <a:lnTo>
                      <a:pt x="78" y="2"/>
                    </a:lnTo>
                    <a:lnTo>
                      <a:pt x="6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3" name=""/>
              <p:cNvSpPr/>
              <p:nvPr/>
            </p:nvSpPr>
            <p:spPr>
              <a:xfrm rot="0">
                <a:off x="4363" y="2253"/>
                <a:ext cx="29" cy="59"/>
              </a:xfrm>
              <a:custGeom>
                <a:avLst/>
                <a:ahLst/>
                <a:rect l="0" t="0" r="r" b="b"/>
                <a:pathLst>
                  <a:path w="118" h="235">
                    <a:moveTo>
                      <a:pt x="65" y="104"/>
                    </a:moveTo>
                    <a:lnTo>
                      <a:pt x="77" y="103"/>
                    </a:lnTo>
                    <a:lnTo>
                      <a:pt x="88" y="100"/>
                    </a:lnTo>
                    <a:lnTo>
                      <a:pt x="99" y="93"/>
                    </a:lnTo>
                    <a:lnTo>
                      <a:pt x="106" y="85"/>
                    </a:lnTo>
                    <a:lnTo>
                      <a:pt x="113" y="75"/>
                    </a:lnTo>
                    <a:lnTo>
                      <a:pt x="116" y="64"/>
                    </a:lnTo>
                    <a:lnTo>
                      <a:pt x="118" y="52"/>
                    </a:lnTo>
                    <a:lnTo>
                      <a:pt x="116" y="40"/>
                    </a:lnTo>
                    <a:lnTo>
                      <a:pt x="113" y="30"/>
                    </a:lnTo>
                    <a:lnTo>
                      <a:pt x="106" y="20"/>
                    </a:lnTo>
                    <a:lnTo>
                      <a:pt x="99" y="11"/>
                    </a:lnTo>
                    <a:lnTo>
                      <a:pt x="88" y="6"/>
                    </a:lnTo>
                    <a:lnTo>
                      <a:pt x="77" y="2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2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4" name=""/>
              <p:cNvSpPr/>
              <p:nvPr/>
            </p:nvSpPr>
            <p:spPr>
              <a:xfrm rot="0" flipV="1">
                <a:off x="4432" y="2291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5" name=""/>
              <p:cNvSpPr/>
              <p:nvPr/>
            </p:nvSpPr>
            <p:spPr>
              <a:xfrm rot="0">
                <a:off x="4420" y="2299"/>
                <a:ext cx="37" cy="18"/>
              </a:xfrm>
              <a:custGeom>
                <a:avLst/>
                <a:ahLst/>
                <a:rect l="0" t="0" r="r" b="b"/>
                <a:pathLst>
                  <a:path w="148" h="72">
                    <a:moveTo>
                      <a:pt x="0" y="0"/>
                    </a:moveTo>
                    <a:lnTo>
                      <a:pt x="131" y="72"/>
                    </a:lnTo>
                    <a:lnTo>
                      <a:pt x="148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6" name=""/>
              <p:cNvSpPr/>
              <p:nvPr/>
            </p:nvSpPr>
            <p:spPr>
              <a:xfrm rot="0" flipH="1">
                <a:off x="4420" y="2287"/>
                <a:ext cx="2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7" name=""/>
              <p:cNvSpPr/>
              <p:nvPr/>
            </p:nvSpPr>
            <p:spPr>
              <a:xfrm rot="0">
                <a:off x="4432" y="2280"/>
                <a:ext cx="1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8" name=""/>
              <p:cNvSpPr/>
              <p:nvPr/>
            </p:nvSpPr>
            <p:spPr>
              <a:xfrm rot="0" flipV="1">
                <a:off x="4410" y="2277"/>
                <a:ext cx="4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89" name=""/>
              <p:cNvSpPr/>
              <p:nvPr/>
            </p:nvSpPr>
            <p:spPr>
              <a:xfrm rot="0" flipV="1">
                <a:off x="4424" y="2256"/>
                <a:ext cx="1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0" name=""/>
              <p:cNvSpPr/>
              <p:nvPr/>
            </p:nvSpPr>
            <p:spPr>
              <a:xfrm rot="0" flipH="1">
                <a:off x="4424" y="2266"/>
                <a:ext cx="19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1" name=""/>
              <p:cNvSpPr/>
              <p:nvPr/>
            </p:nvSpPr>
            <p:spPr>
              <a:xfrm rot="0" flipH="1">
                <a:off x="4442" y="2242"/>
                <a:ext cx="2" cy="2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2" name=""/>
              <p:cNvSpPr/>
              <p:nvPr/>
            </p:nvSpPr>
            <p:spPr>
              <a:xfrm rot="0" flipV="1">
                <a:off x="4423" y="2245"/>
                <a:ext cx="2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3" name=""/>
              <p:cNvSpPr/>
              <p:nvPr/>
            </p:nvSpPr>
            <p:spPr>
              <a:xfrm rot="0" flipH="1" flipV="1">
                <a:off x="4423" y="2243"/>
                <a:ext cx="1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4" name=""/>
              <p:cNvSpPr/>
              <p:nvPr/>
            </p:nvSpPr>
            <p:spPr>
              <a:xfrm rot="0" flipV="1">
                <a:off x="4408" y="2298"/>
                <a:ext cx="12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5" name=""/>
              <p:cNvSpPr/>
              <p:nvPr/>
            </p:nvSpPr>
            <p:spPr>
              <a:xfrm rot="0">
                <a:off x="4462" y="2331"/>
                <a:ext cx="286" cy="1"/>
              </a:xfrm>
              <a:custGeom>
                <a:avLst/>
                <a:ahLst/>
                <a:rect l="0" t="0" r="r" b="b"/>
                <a:pathLst>
                  <a:path w="1144" h="0">
                    <a:moveTo>
                      <a:pt x="0" y="0"/>
                    </a:moveTo>
                    <a:lnTo>
                      <a:pt x="286" y="0"/>
                    </a:lnTo>
                    <a:lnTo>
                      <a:pt x="572" y="0"/>
                    </a:lnTo>
                    <a:lnTo>
                      <a:pt x="858" y="0"/>
                    </a:lnTo>
                    <a:lnTo>
                      <a:pt x="114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6" name=""/>
              <p:cNvSpPr/>
              <p:nvPr/>
            </p:nvSpPr>
            <p:spPr>
              <a:xfrm rot="0" flipH="1">
                <a:off x="4753" y="2286"/>
                <a:ext cx="1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7" name=""/>
              <p:cNvSpPr/>
              <p:nvPr/>
            </p:nvSpPr>
            <p:spPr>
              <a:xfrm rot="0" flipH="1">
                <a:off x="4755" y="2262"/>
                <a:ext cx="13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8" name=""/>
              <p:cNvSpPr/>
              <p:nvPr/>
            </p:nvSpPr>
            <p:spPr>
              <a:xfrm rot="0" flipV="1">
                <a:off x="4751" y="2269"/>
                <a:ext cx="1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099" name=""/>
              <p:cNvSpPr/>
              <p:nvPr/>
            </p:nvSpPr>
            <p:spPr>
              <a:xfrm rot="0" flipV="1">
                <a:off x="4753" y="2298"/>
                <a:ext cx="17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0" name=""/>
              <p:cNvSpPr/>
              <p:nvPr/>
            </p:nvSpPr>
            <p:spPr>
              <a:xfrm rot="0" flipH="1">
                <a:off x="4753" y="2247"/>
                <a:ext cx="10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1" name=""/>
              <p:cNvSpPr/>
              <p:nvPr/>
            </p:nvSpPr>
            <p:spPr>
              <a:xfrm rot="0" flipV="1">
                <a:off x="4773" y="2261"/>
                <a:ext cx="1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2" name=""/>
              <p:cNvSpPr/>
              <p:nvPr/>
            </p:nvSpPr>
            <p:spPr>
              <a:xfrm rot="0" flipV="1">
                <a:off x="4772" y="2275"/>
                <a:ext cx="21" cy="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3" name=""/>
              <p:cNvSpPr/>
              <p:nvPr/>
            </p:nvSpPr>
            <p:spPr>
              <a:xfrm rot="0">
                <a:off x="4787" y="2301"/>
                <a:ext cx="12" cy="17"/>
              </a:xfrm>
              <a:custGeom>
                <a:avLst/>
                <a:ahLst/>
                <a:rect l="0" t="0" r="r" b="b"/>
                <a:pathLst>
                  <a:path w="49" h="69">
                    <a:moveTo>
                      <a:pt x="0" y="4"/>
                    </a:moveTo>
                    <a:lnTo>
                      <a:pt x="49" y="69"/>
                    </a:lnTo>
                    <a:lnTo>
                      <a:pt x="4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4" name=""/>
              <p:cNvSpPr/>
              <p:nvPr/>
            </p:nvSpPr>
            <p:spPr>
              <a:xfrm rot="0">
                <a:off x="4786" y="2248"/>
                <a:ext cx="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5" name=""/>
              <p:cNvSpPr/>
              <p:nvPr/>
            </p:nvSpPr>
            <p:spPr>
              <a:xfrm rot="0">
                <a:off x="4778" y="2244"/>
                <a:ext cx="9" cy="57"/>
              </a:xfrm>
              <a:custGeom>
                <a:avLst/>
                <a:ahLst/>
                <a:rect l="0" t="0" r="r" b="b"/>
                <a:pathLst>
                  <a:path w="34" h="231">
                    <a:moveTo>
                      <a:pt x="0" y="0"/>
                    </a:moveTo>
                    <a:lnTo>
                      <a:pt x="10" y="158"/>
                    </a:lnTo>
                    <a:lnTo>
                      <a:pt x="34" y="2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6" name=""/>
              <p:cNvSpPr/>
              <p:nvPr/>
            </p:nvSpPr>
            <p:spPr>
              <a:xfrm rot="0">
                <a:off x="4768" y="2283"/>
                <a:ext cx="24" cy="31"/>
              </a:xfrm>
              <a:custGeom>
                <a:avLst/>
                <a:ahLst/>
                <a:rect l="0" t="0" r="r" b="b"/>
                <a:pathLst>
                  <a:path w="96" h="121">
                    <a:moveTo>
                      <a:pt x="96" y="0"/>
                    </a:moveTo>
                    <a:lnTo>
                      <a:pt x="66" y="52"/>
                    </a:lnTo>
                    <a:lnTo>
                      <a:pt x="0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7" name=""/>
              <p:cNvSpPr/>
              <p:nvPr/>
            </p:nvSpPr>
            <p:spPr>
              <a:xfrm rot="0">
                <a:off x="4814" y="2300"/>
                <a:ext cx="12" cy="12"/>
              </a:xfrm>
              <a:custGeom>
                <a:avLst/>
                <a:ahLst/>
                <a:rect l="0" t="0" r="r" b="b"/>
                <a:pathLst>
                  <a:path w="49" h="48">
                    <a:moveTo>
                      <a:pt x="0" y="24"/>
                    </a:moveTo>
                    <a:lnTo>
                      <a:pt x="1" y="31"/>
                    </a:lnTo>
                    <a:lnTo>
                      <a:pt x="5" y="38"/>
                    </a:lnTo>
                    <a:lnTo>
                      <a:pt x="10" y="43"/>
                    </a:lnTo>
                    <a:lnTo>
                      <a:pt x="16" y="47"/>
                    </a:lnTo>
                    <a:lnTo>
                      <a:pt x="24" y="48"/>
                    </a:lnTo>
                    <a:lnTo>
                      <a:pt x="32" y="47"/>
                    </a:lnTo>
                    <a:lnTo>
                      <a:pt x="38" y="43"/>
                    </a:lnTo>
                    <a:lnTo>
                      <a:pt x="43" y="38"/>
                    </a:lnTo>
                    <a:lnTo>
                      <a:pt x="47" y="31"/>
                    </a:lnTo>
                    <a:lnTo>
                      <a:pt x="49" y="24"/>
                    </a:lnTo>
                    <a:lnTo>
                      <a:pt x="47" y="16"/>
                    </a:lnTo>
                    <a:lnTo>
                      <a:pt x="43" y="10"/>
                    </a:lnTo>
                    <a:lnTo>
                      <a:pt x="38" y="4"/>
                    </a:lnTo>
                    <a:lnTo>
                      <a:pt x="32" y="1"/>
                    </a:lnTo>
                    <a:lnTo>
                      <a:pt x="24" y="0"/>
                    </a:lnTo>
                    <a:lnTo>
                      <a:pt x="16" y="1"/>
                    </a:lnTo>
                    <a:lnTo>
                      <a:pt x="10" y="4"/>
                    </a:lnTo>
                    <a:lnTo>
                      <a:pt x="5" y="10"/>
                    </a:lnTo>
                    <a:lnTo>
                      <a:pt x="1" y="16"/>
                    </a:lnTo>
                    <a:lnTo>
                      <a:pt x="0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8" name=""/>
              <p:cNvSpPr/>
              <p:nvPr/>
            </p:nvSpPr>
            <p:spPr>
              <a:xfrm rot="0">
                <a:off x="4813" y="2299"/>
                <a:ext cx="14" cy="13"/>
              </a:xfrm>
              <a:custGeom>
                <a:avLst/>
                <a:ahLst/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4" y="19"/>
                    </a:lnTo>
                    <a:lnTo>
                      <a:pt x="50" y="12"/>
                    </a:lnTo>
                    <a:lnTo>
                      <a:pt x="43" y="5"/>
                    </a:lnTo>
                    <a:lnTo>
                      <a:pt x="36" y="2"/>
                    </a:lnTo>
                    <a:lnTo>
                      <a:pt x="27" y="0"/>
                    </a:lnTo>
                    <a:lnTo>
                      <a:pt x="18" y="2"/>
                    </a:lnTo>
                    <a:lnTo>
                      <a:pt x="11" y="5"/>
                    </a:lnTo>
                    <a:lnTo>
                      <a:pt x="5" y="12"/>
                    </a:lnTo>
                    <a:lnTo>
                      <a:pt x="1" y="19"/>
                    </a:lnTo>
                    <a:lnTo>
                      <a:pt x="0" y="28"/>
                    </a:lnTo>
                    <a:lnTo>
                      <a:pt x="1" y="37"/>
                    </a:lnTo>
                    <a:lnTo>
                      <a:pt x="5" y="44"/>
                    </a:lnTo>
                    <a:lnTo>
                      <a:pt x="11" y="51"/>
                    </a:lnTo>
                    <a:lnTo>
                      <a:pt x="18" y="54"/>
                    </a:lnTo>
                    <a:lnTo>
                      <a:pt x="27" y="55"/>
                    </a:lnTo>
                    <a:lnTo>
                      <a:pt x="36" y="54"/>
                    </a:lnTo>
                    <a:lnTo>
                      <a:pt x="43" y="51"/>
                    </a:lnTo>
                    <a:lnTo>
                      <a:pt x="50" y="44"/>
                    </a:lnTo>
                    <a:lnTo>
                      <a:pt x="54" y="37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09" name=""/>
              <p:cNvSpPr/>
              <p:nvPr/>
            </p:nvSpPr>
            <p:spPr>
              <a:xfrm rot="0">
                <a:off x="3845" y="1034"/>
                <a:ext cx="1" cy="3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0" name=""/>
              <p:cNvSpPr/>
              <p:nvPr/>
            </p:nvSpPr>
            <p:spPr>
              <a:xfrm rot="0">
                <a:off x="3206" y="1719"/>
                <a:ext cx="9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1" name=""/>
              <p:cNvSpPr/>
              <p:nvPr/>
            </p:nvSpPr>
            <p:spPr>
              <a:xfrm rot="0">
                <a:off x="2916" y="768"/>
                <a:ext cx="34" cy="52"/>
              </a:xfrm>
              <a:custGeom>
                <a:avLst/>
                <a:ahLst/>
                <a:rect l="0" t="0" r="r" b="b"/>
                <a:pathLst>
                  <a:path w="133" h="206">
                    <a:moveTo>
                      <a:pt x="0" y="0"/>
                    </a:moveTo>
                    <a:lnTo>
                      <a:pt x="0" y="179"/>
                    </a:lnTo>
                    <a:lnTo>
                      <a:pt x="17" y="206"/>
                    </a:lnTo>
                    <a:lnTo>
                      <a:pt x="133" y="206"/>
                    </a:lnTo>
                    <a:lnTo>
                      <a:pt x="130" y="1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2" name=""/>
              <p:cNvSpPr/>
              <p:nvPr/>
            </p:nvSpPr>
            <p:spPr>
              <a:xfrm rot="0" flipV="1">
                <a:off x="2916" y="780"/>
                <a:ext cx="23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3" name=""/>
              <p:cNvSpPr/>
              <p:nvPr/>
            </p:nvSpPr>
            <p:spPr>
              <a:xfrm rot="0" flipV="1">
                <a:off x="2938" y="753"/>
                <a:ext cx="3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4" name=""/>
              <p:cNvSpPr/>
              <p:nvPr/>
            </p:nvSpPr>
            <p:spPr>
              <a:xfrm rot="0" flipH="1">
                <a:off x="2915" y="757"/>
                <a:ext cx="2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5" name=""/>
              <p:cNvSpPr/>
              <p:nvPr/>
            </p:nvSpPr>
            <p:spPr>
              <a:xfrm rot="0">
                <a:off x="2999" y="766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6" name=""/>
              <p:cNvSpPr/>
              <p:nvPr/>
            </p:nvSpPr>
            <p:spPr>
              <a:xfrm rot="0" flipV="1">
                <a:off x="2999" y="803"/>
                <a:ext cx="14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7" name=""/>
              <p:cNvSpPr/>
              <p:nvPr/>
            </p:nvSpPr>
            <p:spPr>
              <a:xfrm rot="0" flipV="1">
                <a:off x="3012" y="767"/>
                <a:ext cx="1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8" name=""/>
              <p:cNvSpPr/>
              <p:nvPr/>
            </p:nvSpPr>
            <p:spPr>
              <a:xfrm rot="0" flipH="1">
                <a:off x="2999" y="771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19" name=""/>
              <p:cNvSpPr/>
              <p:nvPr/>
            </p:nvSpPr>
            <p:spPr>
              <a:xfrm rot="0">
                <a:off x="2972" y="746"/>
                <a:ext cx="12" cy="34"/>
              </a:xfrm>
              <a:custGeom>
                <a:avLst/>
                <a:ahLst/>
                <a:rect l="0" t="0" r="r" b="b"/>
                <a:pathLst>
                  <a:path w="49" h="134">
                    <a:moveTo>
                      <a:pt x="49" y="0"/>
                    </a:moveTo>
                    <a:lnTo>
                      <a:pt x="21" y="92"/>
                    </a:lnTo>
                    <a:lnTo>
                      <a:pt x="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0" name=""/>
              <p:cNvSpPr/>
              <p:nvPr/>
            </p:nvSpPr>
            <p:spPr>
              <a:xfrm rot="0" flipV="1">
                <a:off x="2977" y="765"/>
                <a:ext cx="16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1" name=""/>
              <p:cNvSpPr/>
              <p:nvPr/>
            </p:nvSpPr>
            <p:spPr>
              <a:xfrm rot="0" flipH="1">
                <a:off x="2965" y="784"/>
                <a:ext cx="29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2" name=""/>
              <p:cNvSpPr/>
              <p:nvPr/>
            </p:nvSpPr>
            <p:spPr>
              <a:xfrm rot="0">
                <a:off x="2981" y="768"/>
                <a:ext cx="12" cy="43"/>
              </a:xfrm>
              <a:custGeom>
                <a:avLst/>
                <a:ahLst/>
                <a:rect l="0" t="0" r="r" b="b"/>
                <a:pathLst>
                  <a:path w="45" h="172">
                    <a:moveTo>
                      <a:pt x="14" y="0"/>
                    </a:moveTo>
                    <a:lnTo>
                      <a:pt x="0" y="116"/>
                    </a:lnTo>
                    <a:lnTo>
                      <a:pt x="45" y="1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3" name=""/>
              <p:cNvSpPr/>
              <p:nvPr/>
            </p:nvSpPr>
            <p:spPr>
              <a:xfrm rot="0">
                <a:off x="2967" y="797"/>
                <a:ext cx="14" cy="28"/>
              </a:xfrm>
              <a:custGeom>
                <a:avLst/>
                <a:ahLst/>
                <a:rect l="0" t="0" r="r" b="b"/>
                <a:pathLst>
                  <a:path w="59" h="112">
                    <a:moveTo>
                      <a:pt x="0" y="112"/>
                    </a:moveTo>
                    <a:lnTo>
                      <a:pt x="38" y="60"/>
                    </a:lnTo>
                    <a:lnTo>
                      <a:pt x="5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4" name=""/>
              <p:cNvSpPr/>
              <p:nvPr/>
            </p:nvSpPr>
            <p:spPr>
              <a:xfrm rot="0">
                <a:off x="3036" y="771"/>
                <a:ext cx="1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5" name=""/>
              <p:cNvSpPr/>
              <p:nvPr/>
            </p:nvSpPr>
            <p:spPr>
              <a:xfrm rot="0" flipV="1">
                <a:off x="3036" y="796"/>
                <a:ext cx="2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6" name=""/>
              <p:cNvSpPr/>
              <p:nvPr/>
            </p:nvSpPr>
            <p:spPr>
              <a:xfrm rot="0" flipV="1">
                <a:off x="3056" y="774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7" name=""/>
              <p:cNvSpPr/>
              <p:nvPr/>
            </p:nvSpPr>
            <p:spPr>
              <a:xfrm rot="0" flipH="1">
                <a:off x="3036" y="776"/>
                <a:ext cx="2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8" name=""/>
              <p:cNvSpPr/>
              <p:nvPr/>
            </p:nvSpPr>
            <p:spPr>
              <a:xfrm rot="0" flipV="1">
                <a:off x="3046" y="746"/>
                <a:ext cx="1" cy="3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29" name=""/>
              <p:cNvSpPr/>
              <p:nvPr/>
            </p:nvSpPr>
            <p:spPr>
              <a:xfrm rot="0" flipV="1">
                <a:off x="3046" y="761"/>
                <a:ext cx="1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0" name=""/>
              <p:cNvSpPr/>
              <p:nvPr/>
            </p:nvSpPr>
            <p:spPr>
              <a:xfrm rot="0" flipH="1">
                <a:off x="3025" y="801"/>
                <a:ext cx="4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1" name=""/>
              <p:cNvSpPr/>
              <p:nvPr/>
            </p:nvSpPr>
            <p:spPr>
              <a:xfrm rot="0">
                <a:off x="3038" y="805"/>
                <a:ext cx="4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2" name=""/>
              <p:cNvSpPr/>
              <p:nvPr/>
            </p:nvSpPr>
            <p:spPr>
              <a:xfrm rot="0">
                <a:off x="3049" y="805"/>
                <a:ext cx="4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3" name=""/>
              <p:cNvSpPr/>
              <p:nvPr/>
            </p:nvSpPr>
            <p:spPr>
              <a:xfrm rot="0">
                <a:off x="3057" y="803"/>
                <a:ext cx="8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4" name=""/>
              <p:cNvSpPr/>
              <p:nvPr/>
            </p:nvSpPr>
            <p:spPr>
              <a:xfrm rot="0">
                <a:off x="3084" y="758"/>
                <a:ext cx="39" cy="58"/>
              </a:xfrm>
              <a:custGeom>
                <a:avLst/>
                <a:ahLst/>
                <a:rect l="0" t="0" r="r" b="b"/>
                <a:pathLst>
                  <a:path w="155" h="234">
                    <a:moveTo>
                      <a:pt x="0" y="234"/>
                    </a:moveTo>
                    <a:lnTo>
                      <a:pt x="78" y="0"/>
                    </a:lnTo>
                    <a:lnTo>
                      <a:pt x="155" y="2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5" name=""/>
              <p:cNvSpPr/>
              <p:nvPr/>
            </p:nvSpPr>
            <p:spPr>
              <a:xfrm rot="0" flipH="1">
                <a:off x="3090" y="800"/>
                <a:ext cx="2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6" name=""/>
              <p:cNvSpPr/>
              <p:nvPr/>
            </p:nvSpPr>
            <p:spPr>
              <a:xfrm rot="0">
                <a:off x="3169" y="754"/>
                <a:ext cx="14" cy="60"/>
              </a:xfrm>
              <a:custGeom>
                <a:avLst/>
                <a:ahLst/>
                <a:rect l="0" t="0" r="r" b="b"/>
                <a:pathLst>
                  <a:path w="55" h="241">
                    <a:moveTo>
                      <a:pt x="52" y="0"/>
                    </a:moveTo>
                    <a:lnTo>
                      <a:pt x="38" y="15"/>
                    </a:lnTo>
                    <a:lnTo>
                      <a:pt x="25" y="31"/>
                    </a:lnTo>
                    <a:lnTo>
                      <a:pt x="15" y="50"/>
                    </a:lnTo>
                    <a:lnTo>
                      <a:pt x="8" y="69"/>
                    </a:lnTo>
                    <a:lnTo>
                      <a:pt x="2" y="89"/>
                    </a:lnTo>
                    <a:lnTo>
                      <a:pt x="0" y="111"/>
                    </a:lnTo>
                    <a:lnTo>
                      <a:pt x="0" y="132"/>
                    </a:lnTo>
                    <a:lnTo>
                      <a:pt x="3" y="152"/>
                    </a:lnTo>
                    <a:lnTo>
                      <a:pt x="9" y="173"/>
                    </a:lnTo>
                    <a:lnTo>
                      <a:pt x="17" y="192"/>
                    </a:lnTo>
                    <a:lnTo>
                      <a:pt x="28" y="209"/>
                    </a:lnTo>
                    <a:lnTo>
                      <a:pt x="41" y="227"/>
                    </a:lnTo>
                    <a:lnTo>
                      <a:pt x="55" y="2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7" name=""/>
              <p:cNvSpPr/>
              <p:nvPr/>
            </p:nvSpPr>
            <p:spPr>
              <a:xfrm rot="0">
                <a:off x="3199" y="758"/>
                <a:ext cx="13" cy="58"/>
              </a:xfrm>
              <a:custGeom>
                <a:avLst/>
                <a:ahLst/>
                <a:rect l="0" t="0" r="r" b="b"/>
                <a:pathLst>
                  <a:path w="52" h="234">
                    <a:moveTo>
                      <a:pt x="52" y="234"/>
                    </a:moveTo>
                    <a:lnTo>
                      <a:pt x="52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8" name=""/>
              <p:cNvSpPr/>
              <p:nvPr/>
            </p:nvSpPr>
            <p:spPr>
              <a:xfrm rot="0">
                <a:off x="3232" y="758"/>
                <a:ext cx="26" cy="58"/>
              </a:xfrm>
              <a:custGeom>
                <a:avLst/>
                <a:ahLst/>
                <a:rect l="0" t="0" r="r" b="b"/>
                <a:pathLst>
                  <a:path w="104" h="234">
                    <a:moveTo>
                      <a:pt x="0" y="234"/>
                    </a:moveTo>
                    <a:lnTo>
                      <a:pt x="52" y="234"/>
                    </a:lnTo>
                    <a:lnTo>
                      <a:pt x="63" y="233"/>
                    </a:lnTo>
                    <a:lnTo>
                      <a:pt x="75" y="230"/>
                    </a:lnTo>
                    <a:lnTo>
                      <a:pt x="85" y="223"/>
                    </a:lnTo>
                    <a:lnTo>
                      <a:pt x="92" y="215"/>
                    </a:lnTo>
                    <a:lnTo>
                      <a:pt x="99" y="205"/>
                    </a:lnTo>
                    <a:lnTo>
                      <a:pt x="103" y="194"/>
                    </a:lnTo>
                    <a:lnTo>
                      <a:pt x="104" y="182"/>
                    </a:lnTo>
                    <a:lnTo>
                      <a:pt x="104" y="156"/>
                    </a:lnTo>
                    <a:lnTo>
                      <a:pt x="103" y="145"/>
                    </a:lnTo>
                    <a:lnTo>
                      <a:pt x="99" y="134"/>
                    </a:lnTo>
                    <a:lnTo>
                      <a:pt x="92" y="124"/>
                    </a:lnTo>
                    <a:lnTo>
                      <a:pt x="85" y="115"/>
                    </a:lnTo>
                    <a:lnTo>
                      <a:pt x="75" y="110"/>
                    </a:lnTo>
                    <a:lnTo>
                      <a:pt x="63" y="106"/>
                    </a:lnTo>
                    <a:lnTo>
                      <a:pt x="52" y="105"/>
                    </a:lnTo>
                    <a:lnTo>
                      <a:pt x="0" y="105"/>
                    </a:lnTo>
                    <a:lnTo>
                      <a:pt x="0" y="0"/>
                    </a:lnTo>
                    <a:lnTo>
                      <a:pt x="9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39" name=""/>
              <p:cNvSpPr/>
              <p:nvPr/>
            </p:nvSpPr>
            <p:spPr>
              <a:xfrm rot="0">
                <a:off x="3276" y="797"/>
                <a:ext cx="6" cy="7"/>
              </a:xfrm>
              <a:custGeom>
                <a:avLst/>
                <a:ahLst/>
                <a:rect l="0" t="0" r="r" b="b"/>
                <a:pathLst>
                  <a:path w="27" h="29">
                    <a:moveTo>
                      <a:pt x="0" y="15"/>
                    </a:moveTo>
                    <a:lnTo>
                      <a:pt x="1" y="20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3" y="29"/>
                    </a:lnTo>
                    <a:lnTo>
                      <a:pt x="19" y="27"/>
                    </a:lnTo>
                    <a:lnTo>
                      <a:pt x="23" y="24"/>
                    </a:lnTo>
                    <a:lnTo>
                      <a:pt x="26" y="20"/>
                    </a:lnTo>
                    <a:lnTo>
                      <a:pt x="27" y="15"/>
                    </a:lnTo>
                    <a:lnTo>
                      <a:pt x="26" y="9"/>
                    </a:lnTo>
                    <a:lnTo>
                      <a:pt x="23" y="5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0" name=""/>
              <p:cNvSpPr/>
              <p:nvPr/>
            </p:nvSpPr>
            <p:spPr>
              <a:xfrm rot="0">
                <a:off x="3276" y="798"/>
                <a:ext cx="6" cy="5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20" y="10"/>
                    </a:moveTo>
                    <a:lnTo>
                      <a:pt x="19" y="4"/>
                    </a:lnTo>
                    <a:lnTo>
                      <a:pt x="15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5" y="18"/>
                    </a:lnTo>
                    <a:lnTo>
                      <a:pt x="9" y="20"/>
                    </a:lnTo>
                    <a:lnTo>
                      <a:pt x="15" y="18"/>
                    </a:lnTo>
                    <a:lnTo>
                      <a:pt x="19" y="15"/>
                    </a:lnTo>
                    <a:lnTo>
                      <a:pt x="20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1" name=""/>
              <p:cNvSpPr/>
              <p:nvPr/>
            </p:nvSpPr>
            <p:spPr>
              <a:xfrm rot="0">
                <a:off x="3277" y="799"/>
                <a:ext cx="4" cy="4"/>
              </a:xfrm>
              <a:custGeom>
                <a:avLst/>
                <a:ahLst/>
                <a:rect l="0" t="0" r="r" b="b"/>
                <a:pathLst>
                  <a:path w="14" h="14">
                    <a:moveTo>
                      <a:pt x="14" y="7"/>
                    </a:moveTo>
                    <a:lnTo>
                      <a:pt x="13" y="3"/>
                    </a:lnTo>
                    <a:lnTo>
                      <a:pt x="11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4"/>
                    </a:lnTo>
                    <a:lnTo>
                      <a:pt x="11" y="13"/>
                    </a:lnTo>
                    <a:lnTo>
                      <a:pt x="13" y="10"/>
                    </a:lnTo>
                    <a:lnTo>
                      <a:pt x="14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2" name=""/>
              <p:cNvSpPr/>
              <p:nvPr/>
            </p:nvSpPr>
            <p:spPr>
              <a:xfrm rot="0">
                <a:off x="3278" y="800"/>
                <a:ext cx="2" cy="1"/>
              </a:xfrm>
              <a:custGeom>
                <a:avLst/>
                <a:ahLst/>
                <a:rect l="0" t="0" r="r" b="b"/>
                <a:pathLst>
                  <a:path w="8" h="7">
                    <a:moveTo>
                      <a:pt x="8" y="4"/>
                    </a:moveTo>
                    <a:lnTo>
                      <a:pt x="7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7" y="6"/>
                    </a:lnTo>
                    <a:lnTo>
                      <a:pt x="8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3" name=""/>
              <p:cNvSpPr/>
              <p:nvPr/>
            </p:nvSpPr>
            <p:spPr>
              <a:xfrm rot="0">
                <a:off x="3272" y="801"/>
                <a:ext cx="10" cy="13"/>
              </a:xfrm>
              <a:custGeom>
                <a:avLst/>
                <a:ahLst/>
                <a:rect l="0" t="0" r="r" b="b"/>
                <a:pathLst>
                  <a:path w="41" h="52">
                    <a:moveTo>
                      <a:pt x="41" y="0"/>
                    </a:moveTo>
                    <a:lnTo>
                      <a:pt x="41" y="17"/>
                    </a:lnTo>
                    <a:lnTo>
                      <a:pt x="35" y="34"/>
                    </a:lnTo>
                    <a:lnTo>
                      <a:pt x="18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4" name=""/>
              <p:cNvSpPr/>
              <p:nvPr/>
            </p:nvSpPr>
            <p:spPr>
              <a:xfrm rot="0">
                <a:off x="3334" y="758"/>
                <a:ext cx="13" cy="58"/>
              </a:xfrm>
              <a:custGeom>
                <a:avLst/>
                <a:ahLst/>
                <a:rect l="0" t="0" r="r" b="b"/>
                <a:pathLst>
                  <a:path w="52" h="234">
                    <a:moveTo>
                      <a:pt x="52" y="234"/>
                    </a:moveTo>
                    <a:lnTo>
                      <a:pt x="52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5" name=""/>
              <p:cNvSpPr/>
              <p:nvPr/>
            </p:nvSpPr>
            <p:spPr>
              <a:xfrm rot="0">
                <a:off x="3367" y="761"/>
                <a:ext cx="6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26" y="0"/>
                    </a:moveTo>
                    <a:lnTo>
                      <a:pt x="16" y="23"/>
                    </a:lnTo>
                    <a:lnTo>
                      <a:pt x="8" y="45"/>
                    </a:lnTo>
                    <a:lnTo>
                      <a:pt x="3" y="68"/>
                    </a:lnTo>
                    <a:lnTo>
                      <a:pt x="0" y="93"/>
                    </a:lnTo>
                    <a:lnTo>
                      <a:pt x="0" y="116"/>
                    </a:lnTo>
                    <a:lnTo>
                      <a:pt x="3" y="140"/>
                    </a:lnTo>
                    <a:lnTo>
                      <a:pt x="8" y="164"/>
                    </a:lnTo>
                    <a:lnTo>
                      <a:pt x="16" y="187"/>
                    </a:lnTo>
                    <a:lnTo>
                      <a:pt x="26" y="2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6" name=""/>
              <p:cNvSpPr/>
              <p:nvPr/>
            </p:nvSpPr>
            <p:spPr>
              <a:xfrm rot="0">
                <a:off x="3373" y="758"/>
                <a:ext cx="13" cy="3"/>
              </a:xfrm>
              <a:custGeom>
                <a:avLst/>
                <a:ahLst/>
                <a:rect l="0" t="0" r="r" b="b"/>
                <a:pathLst>
                  <a:path w="52" h="13">
                    <a:moveTo>
                      <a:pt x="52" y="13"/>
                    </a:moveTo>
                    <a:lnTo>
                      <a:pt x="47" y="7"/>
                    </a:lnTo>
                    <a:lnTo>
                      <a:pt x="39" y="3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3"/>
                    </a:lnTo>
                    <a:lnTo>
                      <a:pt x="7" y="7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7" name=""/>
              <p:cNvSpPr/>
              <p:nvPr/>
            </p:nvSpPr>
            <p:spPr>
              <a:xfrm rot="0">
                <a:off x="3386" y="761"/>
                <a:ext cx="7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0" y="208"/>
                    </a:moveTo>
                    <a:lnTo>
                      <a:pt x="11" y="187"/>
                    </a:lnTo>
                    <a:lnTo>
                      <a:pt x="18" y="164"/>
                    </a:lnTo>
                    <a:lnTo>
                      <a:pt x="24" y="140"/>
                    </a:lnTo>
                    <a:lnTo>
                      <a:pt x="26" y="116"/>
                    </a:lnTo>
                    <a:lnTo>
                      <a:pt x="26" y="93"/>
                    </a:lnTo>
                    <a:lnTo>
                      <a:pt x="24" y="68"/>
                    </a:lnTo>
                    <a:lnTo>
                      <a:pt x="18" y="45"/>
                    </a:lnTo>
                    <a:lnTo>
                      <a:pt x="11" y="2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8" name=""/>
              <p:cNvSpPr/>
              <p:nvPr/>
            </p:nvSpPr>
            <p:spPr>
              <a:xfrm rot="0">
                <a:off x="3373" y="813"/>
                <a:ext cx="13" cy="3"/>
              </a:xfrm>
              <a:custGeom>
                <a:avLst/>
                <a:ahLst/>
                <a:rect l="0" t="0" r="r" b="b"/>
                <a:pathLst>
                  <a:path w="52" h="13">
                    <a:moveTo>
                      <a:pt x="0" y="0"/>
                    </a:moveTo>
                    <a:lnTo>
                      <a:pt x="7" y="7"/>
                    </a:lnTo>
                    <a:lnTo>
                      <a:pt x="14" y="11"/>
                    </a:lnTo>
                    <a:lnTo>
                      <a:pt x="22" y="13"/>
                    </a:lnTo>
                    <a:lnTo>
                      <a:pt x="30" y="13"/>
                    </a:lnTo>
                    <a:lnTo>
                      <a:pt x="39" y="11"/>
                    </a:lnTo>
                    <a:lnTo>
                      <a:pt x="47" y="7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49" name=""/>
              <p:cNvSpPr/>
              <p:nvPr/>
            </p:nvSpPr>
            <p:spPr>
              <a:xfrm rot="0">
                <a:off x="3410" y="797"/>
                <a:ext cx="7" cy="7"/>
              </a:xfrm>
              <a:custGeom>
                <a:avLst/>
                <a:ahLst/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1" y="20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4" y="29"/>
                    </a:lnTo>
                    <a:lnTo>
                      <a:pt x="19" y="27"/>
                    </a:lnTo>
                    <a:lnTo>
                      <a:pt x="24" y="24"/>
                    </a:lnTo>
                    <a:lnTo>
                      <a:pt x="27" y="20"/>
                    </a:lnTo>
                    <a:lnTo>
                      <a:pt x="28" y="15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19" y="2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0" name=""/>
              <p:cNvSpPr/>
              <p:nvPr/>
            </p:nvSpPr>
            <p:spPr>
              <a:xfrm rot="0">
                <a:off x="3411" y="798"/>
                <a:ext cx="5" cy="5"/>
              </a:xfrm>
              <a:custGeom>
                <a:avLst/>
                <a:ahLst/>
                <a:rect l="0" t="0" r="r" b="b"/>
                <a:pathLst>
                  <a:path w="22" h="20">
                    <a:moveTo>
                      <a:pt x="22" y="10"/>
                    </a:moveTo>
                    <a:lnTo>
                      <a:pt x="20" y="4"/>
                    </a:lnTo>
                    <a:lnTo>
                      <a:pt x="16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6" y="18"/>
                    </a:lnTo>
                    <a:lnTo>
                      <a:pt x="11" y="20"/>
                    </a:lnTo>
                    <a:lnTo>
                      <a:pt x="16" y="18"/>
                    </a:lnTo>
                    <a:lnTo>
                      <a:pt x="20" y="15"/>
                    </a:lnTo>
                    <a:lnTo>
                      <a:pt x="22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1" name=""/>
              <p:cNvSpPr/>
              <p:nvPr/>
            </p:nvSpPr>
            <p:spPr>
              <a:xfrm rot="0">
                <a:off x="3412" y="799"/>
                <a:ext cx="3" cy="4"/>
              </a:xfrm>
              <a:custGeom>
                <a:avLst/>
                <a:ahLst/>
                <a:rect l="0" t="0" r="r" b="b"/>
                <a:pathLst>
                  <a:path w="13" h="14">
                    <a:moveTo>
                      <a:pt x="13" y="7"/>
                    </a:moveTo>
                    <a:lnTo>
                      <a:pt x="11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3" y="13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3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2" name=""/>
              <p:cNvSpPr/>
              <p:nvPr/>
            </p:nvSpPr>
            <p:spPr>
              <a:xfrm rot="0">
                <a:off x="3413" y="800"/>
                <a:ext cx="2" cy="1"/>
              </a:xfrm>
              <a:custGeom>
                <a:avLst/>
                <a:ahLst/>
                <a:rect l="0" t="0" r="r" b="b"/>
                <a:pathLst>
                  <a:path w="6" h="7">
                    <a:moveTo>
                      <a:pt x="6" y="4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3" name=""/>
              <p:cNvSpPr/>
              <p:nvPr/>
            </p:nvSpPr>
            <p:spPr>
              <a:xfrm rot="0">
                <a:off x="3407" y="801"/>
                <a:ext cx="10" cy="13"/>
              </a:xfrm>
              <a:custGeom>
                <a:avLst/>
                <a:ahLst/>
                <a:rect l="0" t="0" r="r" b="b"/>
                <a:pathLst>
                  <a:path w="42" h="52">
                    <a:moveTo>
                      <a:pt x="42" y="0"/>
                    </a:moveTo>
                    <a:lnTo>
                      <a:pt x="42" y="17"/>
                    </a:lnTo>
                    <a:lnTo>
                      <a:pt x="35" y="34"/>
                    </a:lnTo>
                    <a:lnTo>
                      <a:pt x="17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4" name=""/>
              <p:cNvSpPr/>
              <p:nvPr/>
            </p:nvSpPr>
            <p:spPr>
              <a:xfrm rot="0">
                <a:off x="3469" y="758"/>
                <a:ext cx="13" cy="9"/>
              </a:xfrm>
              <a:custGeom>
                <a:avLst/>
                <a:ahLst/>
                <a:rect l="0" t="0" r="r" b="b"/>
                <a:pathLst>
                  <a:path w="52" h="39">
                    <a:moveTo>
                      <a:pt x="52" y="0"/>
                    </a:moveTo>
                    <a:lnTo>
                      <a:pt x="41" y="1"/>
                    </a:lnTo>
                    <a:lnTo>
                      <a:pt x="29" y="5"/>
                    </a:lnTo>
                    <a:lnTo>
                      <a:pt x="20" y="11"/>
                    </a:lnTo>
                    <a:lnTo>
                      <a:pt x="11" y="19"/>
                    </a:lnTo>
                    <a:lnTo>
                      <a:pt x="5" y="28"/>
                    </a:lnTo>
                    <a:lnTo>
                      <a:pt x="0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5" name=""/>
              <p:cNvSpPr/>
              <p:nvPr/>
            </p:nvSpPr>
            <p:spPr>
              <a:xfrm rot="0">
                <a:off x="3482" y="758"/>
                <a:ext cx="13" cy="20"/>
              </a:xfrm>
              <a:custGeom>
                <a:avLst/>
                <a:ahLst/>
                <a:rect l="0" t="0" r="r" b="b"/>
                <a:pathLst>
                  <a:path w="52" h="80">
                    <a:moveTo>
                      <a:pt x="44" y="80"/>
                    </a:moveTo>
                    <a:lnTo>
                      <a:pt x="50" y="70"/>
                    </a:lnTo>
                    <a:lnTo>
                      <a:pt x="52" y="59"/>
                    </a:lnTo>
                    <a:lnTo>
                      <a:pt x="52" y="47"/>
                    </a:lnTo>
                    <a:lnTo>
                      <a:pt x="50" y="37"/>
                    </a:lnTo>
                    <a:lnTo>
                      <a:pt x="45" y="27"/>
                    </a:lnTo>
                    <a:lnTo>
                      <a:pt x="40" y="18"/>
                    </a:lnTo>
                    <a:lnTo>
                      <a:pt x="31" y="11"/>
                    </a:lnTo>
                    <a:lnTo>
                      <a:pt x="22" y="5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6" name=""/>
              <p:cNvSpPr/>
              <p:nvPr/>
            </p:nvSpPr>
            <p:spPr>
              <a:xfrm rot="0">
                <a:off x="3469" y="778"/>
                <a:ext cx="26" cy="38"/>
              </a:xfrm>
              <a:custGeom>
                <a:avLst/>
                <a:ahLst/>
                <a:rect l="0" t="0" r="r" b="b"/>
                <a:pathLst>
                  <a:path w="104" h="154">
                    <a:moveTo>
                      <a:pt x="96" y="0"/>
                    </a:moveTo>
                    <a:lnTo>
                      <a:pt x="0" y="154"/>
                    </a:lnTo>
                    <a:lnTo>
                      <a:pt x="104" y="1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7" name=""/>
              <p:cNvSpPr/>
              <p:nvPr/>
            </p:nvSpPr>
            <p:spPr>
              <a:xfrm rot="0">
                <a:off x="3515" y="761"/>
                <a:ext cx="6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26" y="0"/>
                    </a:moveTo>
                    <a:lnTo>
                      <a:pt x="15" y="23"/>
                    </a:lnTo>
                    <a:lnTo>
                      <a:pt x="7" y="45"/>
                    </a:lnTo>
                    <a:lnTo>
                      <a:pt x="2" y="68"/>
                    </a:lnTo>
                    <a:lnTo>
                      <a:pt x="0" y="93"/>
                    </a:lnTo>
                    <a:lnTo>
                      <a:pt x="0" y="116"/>
                    </a:lnTo>
                    <a:lnTo>
                      <a:pt x="2" y="140"/>
                    </a:lnTo>
                    <a:lnTo>
                      <a:pt x="7" y="164"/>
                    </a:lnTo>
                    <a:lnTo>
                      <a:pt x="15" y="187"/>
                    </a:lnTo>
                    <a:lnTo>
                      <a:pt x="26" y="2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8" name=""/>
              <p:cNvSpPr/>
              <p:nvPr/>
            </p:nvSpPr>
            <p:spPr>
              <a:xfrm rot="0">
                <a:off x="3521" y="758"/>
                <a:ext cx="13" cy="3"/>
              </a:xfrm>
              <a:custGeom>
                <a:avLst/>
                <a:ahLst/>
                <a:rect l="0" t="0" r="r" b="b"/>
                <a:pathLst>
                  <a:path w="51" h="13">
                    <a:moveTo>
                      <a:pt x="51" y="13"/>
                    </a:moveTo>
                    <a:lnTo>
                      <a:pt x="45" y="7"/>
                    </a:lnTo>
                    <a:lnTo>
                      <a:pt x="39" y="3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3" y="3"/>
                    </a:lnTo>
                    <a:lnTo>
                      <a:pt x="5" y="7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59" name=""/>
              <p:cNvSpPr/>
              <p:nvPr/>
            </p:nvSpPr>
            <p:spPr>
              <a:xfrm rot="0">
                <a:off x="3534" y="761"/>
                <a:ext cx="7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0" y="208"/>
                    </a:moveTo>
                    <a:lnTo>
                      <a:pt x="11" y="187"/>
                    </a:lnTo>
                    <a:lnTo>
                      <a:pt x="19" y="164"/>
                    </a:lnTo>
                    <a:lnTo>
                      <a:pt x="24" y="140"/>
                    </a:lnTo>
                    <a:lnTo>
                      <a:pt x="26" y="116"/>
                    </a:lnTo>
                    <a:lnTo>
                      <a:pt x="26" y="93"/>
                    </a:lnTo>
                    <a:lnTo>
                      <a:pt x="24" y="68"/>
                    </a:lnTo>
                    <a:lnTo>
                      <a:pt x="19" y="45"/>
                    </a:lnTo>
                    <a:lnTo>
                      <a:pt x="11" y="2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0" name=""/>
              <p:cNvSpPr/>
              <p:nvPr/>
            </p:nvSpPr>
            <p:spPr>
              <a:xfrm rot="0">
                <a:off x="3521" y="813"/>
                <a:ext cx="13" cy="3"/>
              </a:xfrm>
              <a:custGeom>
                <a:avLst/>
                <a:ahLst/>
                <a:rect l="0" t="0" r="r" b="b"/>
                <a:pathLst>
                  <a:path w="51" h="13">
                    <a:moveTo>
                      <a:pt x="0" y="0"/>
                    </a:moveTo>
                    <a:lnTo>
                      <a:pt x="5" y="7"/>
                    </a:lnTo>
                    <a:lnTo>
                      <a:pt x="13" y="11"/>
                    </a:lnTo>
                    <a:lnTo>
                      <a:pt x="21" y="13"/>
                    </a:lnTo>
                    <a:lnTo>
                      <a:pt x="30" y="13"/>
                    </a:lnTo>
                    <a:lnTo>
                      <a:pt x="39" y="11"/>
                    </a:lnTo>
                    <a:lnTo>
                      <a:pt x="45" y="7"/>
                    </a:lnTo>
                    <a:lnTo>
                      <a:pt x="5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1" name=""/>
              <p:cNvSpPr/>
              <p:nvPr/>
            </p:nvSpPr>
            <p:spPr>
              <a:xfrm rot="0">
                <a:off x="3557" y="754"/>
                <a:ext cx="13" cy="60"/>
              </a:xfrm>
              <a:custGeom>
                <a:avLst/>
                <a:ahLst/>
                <a:rect l="0" t="0" r="r" b="b"/>
                <a:pathLst>
                  <a:path w="55" h="241">
                    <a:moveTo>
                      <a:pt x="0" y="241"/>
                    </a:moveTo>
                    <a:lnTo>
                      <a:pt x="14" y="227"/>
                    </a:lnTo>
                    <a:lnTo>
                      <a:pt x="27" y="209"/>
                    </a:lnTo>
                    <a:lnTo>
                      <a:pt x="38" y="192"/>
                    </a:lnTo>
                    <a:lnTo>
                      <a:pt x="46" y="173"/>
                    </a:lnTo>
                    <a:lnTo>
                      <a:pt x="52" y="152"/>
                    </a:lnTo>
                    <a:lnTo>
                      <a:pt x="55" y="132"/>
                    </a:lnTo>
                    <a:lnTo>
                      <a:pt x="55" y="111"/>
                    </a:lnTo>
                    <a:lnTo>
                      <a:pt x="53" y="89"/>
                    </a:lnTo>
                    <a:lnTo>
                      <a:pt x="48" y="69"/>
                    </a:lnTo>
                    <a:lnTo>
                      <a:pt x="40" y="50"/>
                    </a:lnTo>
                    <a:lnTo>
                      <a:pt x="30" y="31"/>
                    </a:lnTo>
                    <a:lnTo>
                      <a:pt x="17" y="15"/>
                    </a:lnTo>
                    <a:lnTo>
                      <a:pt x="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2" name=""/>
              <p:cNvSpPr/>
              <p:nvPr/>
            </p:nvSpPr>
            <p:spPr>
              <a:xfrm rot="0">
                <a:off x="3615" y="797"/>
                <a:ext cx="7" cy="7"/>
              </a:xfrm>
              <a:custGeom>
                <a:avLst/>
                <a:ahLst/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1" y="20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9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20"/>
                    </a:lnTo>
                    <a:lnTo>
                      <a:pt x="28" y="15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0" y="2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3" name=""/>
              <p:cNvSpPr/>
              <p:nvPr/>
            </p:nvSpPr>
            <p:spPr>
              <a:xfrm rot="0">
                <a:off x="3616" y="798"/>
                <a:ext cx="5" cy="5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20" y="10"/>
                    </a:moveTo>
                    <a:lnTo>
                      <a:pt x="18" y="4"/>
                    </a:lnTo>
                    <a:lnTo>
                      <a:pt x="15" y="1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20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0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4" name=""/>
              <p:cNvSpPr/>
              <p:nvPr/>
            </p:nvSpPr>
            <p:spPr>
              <a:xfrm rot="0">
                <a:off x="3617" y="799"/>
                <a:ext cx="3" cy="4"/>
              </a:xfrm>
              <a:custGeom>
                <a:avLst/>
                <a:ahLst/>
                <a:rect l="0" t="0" r="r" b="b"/>
                <a:pathLst>
                  <a:path w="14" h="14">
                    <a:moveTo>
                      <a:pt x="14" y="7"/>
                    </a:moveTo>
                    <a:lnTo>
                      <a:pt x="13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3" y="10"/>
                    </a:lnTo>
                    <a:lnTo>
                      <a:pt x="14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5" name=""/>
              <p:cNvSpPr/>
              <p:nvPr/>
            </p:nvSpPr>
            <p:spPr>
              <a:xfrm rot="0">
                <a:off x="3618" y="800"/>
                <a:ext cx="1" cy="1"/>
              </a:xfrm>
              <a:custGeom>
                <a:avLst/>
                <a:ahLst/>
                <a:rect l="0" t="0" r="r" b="b"/>
                <a:pathLst>
                  <a:path w="6" h="7">
                    <a:moveTo>
                      <a:pt x="6" y="4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6" name=""/>
              <p:cNvSpPr/>
              <p:nvPr/>
            </p:nvSpPr>
            <p:spPr>
              <a:xfrm rot="0">
                <a:off x="3612" y="801"/>
                <a:ext cx="10" cy="13"/>
              </a:xfrm>
              <a:custGeom>
                <a:avLst/>
                <a:ahLst/>
                <a:rect l="0" t="0" r="r" b="b"/>
                <a:pathLst>
                  <a:path w="41" h="52">
                    <a:moveTo>
                      <a:pt x="41" y="0"/>
                    </a:moveTo>
                    <a:lnTo>
                      <a:pt x="41" y="17"/>
                    </a:lnTo>
                    <a:lnTo>
                      <a:pt x="35" y="34"/>
                    </a:lnTo>
                    <a:lnTo>
                      <a:pt x="18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7" name=""/>
              <p:cNvSpPr/>
              <p:nvPr/>
            </p:nvSpPr>
            <p:spPr>
              <a:xfrm rot="0">
                <a:off x="3682" y="771"/>
                <a:ext cx="1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8" name=""/>
              <p:cNvSpPr/>
              <p:nvPr/>
            </p:nvSpPr>
            <p:spPr>
              <a:xfrm rot="0" flipV="1">
                <a:off x="3682" y="796"/>
                <a:ext cx="2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69" name=""/>
              <p:cNvSpPr/>
              <p:nvPr/>
            </p:nvSpPr>
            <p:spPr>
              <a:xfrm rot="0" flipV="1">
                <a:off x="3703" y="774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0" name=""/>
              <p:cNvSpPr/>
              <p:nvPr/>
            </p:nvSpPr>
            <p:spPr>
              <a:xfrm rot="0" flipH="1">
                <a:off x="3682" y="776"/>
                <a:ext cx="2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1" name=""/>
              <p:cNvSpPr/>
              <p:nvPr/>
            </p:nvSpPr>
            <p:spPr>
              <a:xfrm rot="0" flipV="1">
                <a:off x="3692" y="746"/>
                <a:ext cx="1" cy="3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2" name=""/>
              <p:cNvSpPr/>
              <p:nvPr/>
            </p:nvSpPr>
            <p:spPr>
              <a:xfrm rot="0" flipV="1">
                <a:off x="3692" y="761"/>
                <a:ext cx="1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3" name=""/>
              <p:cNvSpPr/>
              <p:nvPr/>
            </p:nvSpPr>
            <p:spPr>
              <a:xfrm rot="0" flipH="1">
                <a:off x="3672" y="801"/>
                <a:ext cx="3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4" name=""/>
              <p:cNvSpPr/>
              <p:nvPr/>
            </p:nvSpPr>
            <p:spPr>
              <a:xfrm rot="0">
                <a:off x="3685" y="805"/>
                <a:ext cx="3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5" name=""/>
              <p:cNvSpPr/>
              <p:nvPr/>
            </p:nvSpPr>
            <p:spPr>
              <a:xfrm rot="0">
                <a:off x="3696" y="805"/>
                <a:ext cx="3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6" name=""/>
              <p:cNvSpPr/>
              <p:nvPr/>
            </p:nvSpPr>
            <p:spPr>
              <a:xfrm rot="0">
                <a:off x="3704" y="803"/>
                <a:ext cx="7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7" name=""/>
              <p:cNvSpPr/>
              <p:nvPr/>
            </p:nvSpPr>
            <p:spPr>
              <a:xfrm rot="0">
                <a:off x="3731" y="784"/>
                <a:ext cx="32" cy="32"/>
              </a:xfrm>
              <a:custGeom>
                <a:avLst/>
                <a:ahLst/>
                <a:rect l="0" t="0" r="r" b="b"/>
                <a:pathLst>
                  <a:path w="130" h="129">
                    <a:moveTo>
                      <a:pt x="0" y="129"/>
                    </a:moveTo>
                    <a:lnTo>
                      <a:pt x="65" y="129"/>
                    </a:lnTo>
                    <a:lnTo>
                      <a:pt x="78" y="128"/>
                    </a:lnTo>
                    <a:lnTo>
                      <a:pt x="90" y="125"/>
                    </a:lnTo>
                    <a:lnTo>
                      <a:pt x="101" y="118"/>
                    </a:lnTo>
                    <a:lnTo>
                      <a:pt x="111" y="111"/>
                    </a:lnTo>
                    <a:lnTo>
                      <a:pt x="119" y="101"/>
                    </a:lnTo>
                    <a:lnTo>
                      <a:pt x="126" y="89"/>
                    </a:lnTo>
                    <a:lnTo>
                      <a:pt x="129" y="77"/>
                    </a:lnTo>
                    <a:lnTo>
                      <a:pt x="130" y="64"/>
                    </a:lnTo>
                    <a:lnTo>
                      <a:pt x="129" y="51"/>
                    </a:lnTo>
                    <a:lnTo>
                      <a:pt x="126" y="40"/>
                    </a:lnTo>
                    <a:lnTo>
                      <a:pt x="119" y="29"/>
                    </a:lnTo>
                    <a:lnTo>
                      <a:pt x="111" y="18"/>
                    </a:lnTo>
                    <a:lnTo>
                      <a:pt x="101" y="10"/>
                    </a:lnTo>
                    <a:lnTo>
                      <a:pt x="90" y="4"/>
                    </a:lnTo>
                    <a:lnTo>
                      <a:pt x="78" y="1"/>
                    </a:lnTo>
                    <a:lnTo>
                      <a:pt x="6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8" name=""/>
              <p:cNvSpPr/>
              <p:nvPr/>
            </p:nvSpPr>
            <p:spPr>
              <a:xfrm rot="0">
                <a:off x="3731" y="758"/>
                <a:ext cx="29" cy="58"/>
              </a:xfrm>
              <a:custGeom>
                <a:avLst/>
                <a:ahLst/>
                <a:rect l="0" t="0" r="r" b="b"/>
                <a:pathLst>
                  <a:path w="117" h="234">
                    <a:moveTo>
                      <a:pt x="65" y="105"/>
                    </a:moveTo>
                    <a:lnTo>
                      <a:pt x="77" y="104"/>
                    </a:lnTo>
                    <a:lnTo>
                      <a:pt x="88" y="99"/>
                    </a:lnTo>
                    <a:lnTo>
                      <a:pt x="97" y="93"/>
                    </a:lnTo>
                    <a:lnTo>
                      <a:pt x="106" y="85"/>
                    </a:lnTo>
                    <a:lnTo>
                      <a:pt x="111" y="74"/>
                    </a:lnTo>
                    <a:lnTo>
                      <a:pt x="116" y="64"/>
                    </a:lnTo>
                    <a:lnTo>
                      <a:pt x="117" y="53"/>
                    </a:lnTo>
                    <a:lnTo>
                      <a:pt x="116" y="41"/>
                    </a:lnTo>
                    <a:lnTo>
                      <a:pt x="111" y="30"/>
                    </a:lnTo>
                    <a:lnTo>
                      <a:pt x="106" y="19"/>
                    </a:lnTo>
                    <a:lnTo>
                      <a:pt x="97" y="12"/>
                    </a:lnTo>
                    <a:lnTo>
                      <a:pt x="88" y="5"/>
                    </a:lnTo>
                    <a:lnTo>
                      <a:pt x="77" y="2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2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79" name=""/>
              <p:cNvSpPr/>
              <p:nvPr/>
            </p:nvSpPr>
            <p:spPr>
              <a:xfrm rot="0" flipH="1">
                <a:off x="3781" y="764"/>
                <a:ext cx="4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0" name=""/>
              <p:cNvSpPr/>
              <p:nvPr/>
            </p:nvSpPr>
            <p:spPr>
              <a:xfrm rot="0" flipH="1">
                <a:off x="3777" y="781"/>
                <a:ext cx="14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1" name=""/>
              <p:cNvSpPr/>
              <p:nvPr/>
            </p:nvSpPr>
            <p:spPr>
              <a:xfrm rot="0">
                <a:off x="3790" y="783"/>
                <a:ext cx="1" cy="4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2" name=""/>
              <p:cNvSpPr/>
              <p:nvPr/>
            </p:nvSpPr>
            <p:spPr>
              <a:xfrm rot="0" flipH="1">
                <a:off x="3796" y="791"/>
                <a:ext cx="24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3" name=""/>
              <p:cNvSpPr/>
              <p:nvPr/>
            </p:nvSpPr>
            <p:spPr>
              <a:xfrm rot="0" flipV="1">
                <a:off x="3792" y="814"/>
                <a:ext cx="33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4" name=""/>
              <p:cNvSpPr/>
              <p:nvPr/>
            </p:nvSpPr>
            <p:spPr>
              <a:xfrm rot="0" flipV="1">
                <a:off x="3807" y="770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5" name=""/>
              <p:cNvSpPr/>
              <p:nvPr/>
            </p:nvSpPr>
            <p:spPr>
              <a:xfrm rot="0" flipV="1">
                <a:off x="3791" y="747"/>
                <a:ext cx="13" cy="3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6" name=""/>
              <p:cNvSpPr/>
              <p:nvPr/>
            </p:nvSpPr>
            <p:spPr>
              <a:xfrm rot="0">
                <a:off x="3839" y="758"/>
                <a:ext cx="39" cy="58"/>
              </a:xfrm>
              <a:custGeom>
                <a:avLst/>
                <a:ahLst/>
                <a:rect l="0" t="0" r="r" b="b"/>
                <a:pathLst>
                  <a:path w="157" h="234">
                    <a:moveTo>
                      <a:pt x="0" y="234"/>
                    </a:moveTo>
                    <a:lnTo>
                      <a:pt x="78" y="0"/>
                    </a:lnTo>
                    <a:lnTo>
                      <a:pt x="157" y="2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7" name=""/>
              <p:cNvSpPr/>
              <p:nvPr/>
            </p:nvSpPr>
            <p:spPr>
              <a:xfrm rot="0" flipH="1">
                <a:off x="3845" y="800"/>
                <a:ext cx="2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8" name=""/>
              <p:cNvSpPr/>
              <p:nvPr/>
            </p:nvSpPr>
            <p:spPr>
              <a:xfrm rot="0" flipV="1">
                <a:off x="3897" y="772"/>
                <a:ext cx="32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89" name=""/>
              <p:cNvSpPr/>
              <p:nvPr/>
            </p:nvSpPr>
            <p:spPr>
              <a:xfrm rot="0">
                <a:off x="3892" y="769"/>
                <a:ext cx="40" cy="36"/>
              </a:xfrm>
              <a:custGeom>
                <a:avLst/>
                <a:ahLst/>
                <a:rect l="0" t="0" r="r" b="b"/>
                <a:pathLst>
                  <a:path w="158" h="145">
                    <a:moveTo>
                      <a:pt x="0" y="145"/>
                    </a:moveTo>
                    <a:lnTo>
                      <a:pt x="30" y="138"/>
                    </a:lnTo>
                    <a:lnTo>
                      <a:pt x="15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0" name=""/>
              <p:cNvSpPr/>
              <p:nvPr/>
            </p:nvSpPr>
            <p:spPr>
              <a:xfrm rot="0">
                <a:off x="3900" y="803"/>
                <a:ext cx="41" cy="18"/>
              </a:xfrm>
              <a:custGeom>
                <a:avLst/>
                <a:ahLst/>
                <a:rect l="0" t="0" r="r" b="b"/>
                <a:pathLst>
                  <a:path w="162" h="69">
                    <a:moveTo>
                      <a:pt x="0" y="0"/>
                    </a:moveTo>
                    <a:lnTo>
                      <a:pt x="128" y="69"/>
                    </a:lnTo>
                    <a:lnTo>
                      <a:pt x="162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1" name=""/>
              <p:cNvSpPr/>
              <p:nvPr/>
            </p:nvSpPr>
            <p:spPr>
              <a:xfrm rot="0">
                <a:off x="3911" y="750"/>
                <a:ext cx="9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2" name=""/>
              <p:cNvSpPr/>
              <p:nvPr/>
            </p:nvSpPr>
            <p:spPr>
              <a:xfrm rot="0" flipV="1">
                <a:off x="3953" y="768"/>
                <a:ext cx="4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3" name=""/>
              <p:cNvSpPr/>
              <p:nvPr/>
            </p:nvSpPr>
            <p:spPr>
              <a:xfrm rot="0">
                <a:off x="3948" y="746"/>
                <a:ext cx="31" cy="71"/>
              </a:xfrm>
              <a:custGeom>
                <a:avLst/>
                <a:ahLst/>
                <a:rect l="0" t="0" r="r" b="b"/>
                <a:pathLst>
                  <a:path w="121" h="282">
                    <a:moveTo>
                      <a:pt x="121" y="0"/>
                    </a:moveTo>
                    <a:lnTo>
                      <a:pt x="100" y="92"/>
                    </a:lnTo>
                    <a:lnTo>
                      <a:pt x="55" y="196"/>
                    </a:lnTo>
                    <a:lnTo>
                      <a:pt x="0" y="2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4" name=""/>
              <p:cNvSpPr/>
              <p:nvPr/>
            </p:nvSpPr>
            <p:spPr>
              <a:xfrm rot="0" flipV="1">
                <a:off x="3966" y="791"/>
                <a:ext cx="2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5" name=""/>
              <p:cNvSpPr/>
              <p:nvPr/>
            </p:nvSpPr>
            <p:spPr>
              <a:xfrm rot="0" flipV="1">
                <a:off x="3956" y="821"/>
                <a:ext cx="4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6" name=""/>
              <p:cNvSpPr/>
              <p:nvPr/>
            </p:nvSpPr>
            <p:spPr>
              <a:xfrm rot="0" flipH="1">
                <a:off x="3977" y="793"/>
                <a:ext cx="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7" name=""/>
              <p:cNvSpPr/>
              <p:nvPr/>
            </p:nvSpPr>
            <p:spPr>
              <a:xfrm rot="0">
                <a:off x="4011" y="758"/>
                <a:ext cx="13" cy="58"/>
              </a:xfrm>
              <a:custGeom>
                <a:avLst/>
                <a:ahLst/>
                <a:rect l="0" t="0" r="r" b="b"/>
                <a:pathLst>
                  <a:path w="52" h="234">
                    <a:moveTo>
                      <a:pt x="52" y="234"/>
                    </a:moveTo>
                    <a:lnTo>
                      <a:pt x="52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8" name=""/>
              <p:cNvSpPr/>
              <p:nvPr/>
            </p:nvSpPr>
            <p:spPr>
              <a:xfrm rot="0">
                <a:off x="4044" y="761"/>
                <a:ext cx="6" cy="52"/>
              </a:xfrm>
              <a:custGeom>
                <a:avLst/>
                <a:ahLst/>
                <a:rect l="0" t="0" r="r" b="b"/>
                <a:pathLst>
                  <a:path w="25" h="208">
                    <a:moveTo>
                      <a:pt x="25" y="0"/>
                    </a:moveTo>
                    <a:lnTo>
                      <a:pt x="16" y="23"/>
                    </a:lnTo>
                    <a:lnTo>
                      <a:pt x="8" y="45"/>
                    </a:lnTo>
                    <a:lnTo>
                      <a:pt x="3" y="68"/>
                    </a:lnTo>
                    <a:lnTo>
                      <a:pt x="0" y="93"/>
                    </a:lnTo>
                    <a:lnTo>
                      <a:pt x="0" y="116"/>
                    </a:lnTo>
                    <a:lnTo>
                      <a:pt x="3" y="140"/>
                    </a:lnTo>
                    <a:lnTo>
                      <a:pt x="8" y="164"/>
                    </a:lnTo>
                    <a:lnTo>
                      <a:pt x="16" y="187"/>
                    </a:lnTo>
                    <a:lnTo>
                      <a:pt x="25" y="2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199" name=""/>
              <p:cNvSpPr/>
              <p:nvPr/>
            </p:nvSpPr>
            <p:spPr>
              <a:xfrm rot="0">
                <a:off x="4050" y="758"/>
                <a:ext cx="13" cy="3"/>
              </a:xfrm>
              <a:custGeom>
                <a:avLst/>
                <a:ahLst/>
                <a:rect l="0" t="0" r="r" b="b"/>
                <a:pathLst>
                  <a:path w="52" h="13">
                    <a:moveTo>
                      <a:pt x="52" y="13"/>
                    </a:moveTo>
                    <a:lnTo>
                      <a:pt x="47" y="7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2" y="0"/>
                    </a:lnTo>
                    <a:lnTo>
                      <a:pt x="14" y="3"/>
                    </a:lnTo>
                    <a:lnTo>
                      <a:pt x="7" y="7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0" name=""/>
              <p:cNvSpPr/>
              <p:nvPr/>
            </p:nvSpPr>
            <p:spPr>
              <a:xfrm rot="0">
                <a:off x="4063" y="761"/>
                <a:ext cx="7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0" y="208"/>
                    </a:moveTo>
                    <a:lnTo>
                      <a:pt x="11" y="187"/>
                    </a:lnTo>
                    <a:lnTo>
                      <a:pt x="19" y="164"/>
                    </a:lnTo>
                    <a:lnTo>
                      <a:pt x="24" y="140"/>
                    </a:lnTo>
                    <a:lnTo>
                      <a:pt x="26" y="116"/>
                    </a:lnTo>
                    <a:lnTo>
                      <a:pt x="26" y="93"/>
                    </a:lnTo>
                    <a:lnTo>
                      <a:pt x="24" y="68"/>
                    </a:lnTo>
                    <a:lnTo>
                      <a:pt x="19" y="45"/>
                    </a:lnTo>
                    <a:lnTo>
                      <a:pt x="11" y="2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1" name=""/>
              <p:cNvSpPr/>
              <p:nvPr/>
            </p:nvSpPr>
            <p:spPr>
              <a:xfrm rot="0">
                <a:off x="4050" y="813"/>
                <a:ext cx="13" cy="3"/>
              </a:xfrm>
              <a:custGeom>
                <a:avLst/>
                <a:ahLst/>
                <a:rect l="0" t="0" r="r" b="b"/>
                <a:pathLst>
                  <a:path w="52" h="13">
                    <a:moveTo>
                      <a:pt x="0" y="0"/>
                    </a:moveTo>
                    <a:lnTo>
                      <a:pt x="7" y="7"/>
                    </a:lnTo>
                    <a:lnTo>
                      <a:pt x="14" y="11"/>
                    </a:lnTo>
                    <a:lnTo>
                      <a:pt x="22" y="13"/>
                    </a:lnTo>
                    <a:lnTo>
                      <a:pt x="31" y="13"/>
                    </a:lnTo>
                    <a:lnTo>
                      <a:pt x="39" y="11"/>
                    </a:lnTo>
                    <a:lnTo>
                      <a:pt x="47" y="7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2" name=""/>
              <p:cNvSpPr/>
              <p:nvPr/>
            </p:nvSpPr>
            <p:spPr>
              <a:xfrm rot="0">
                <a:off x="4087" y="797"/>
                <a:ext cx="7" cy="7"/>
              </a:xfrm>
              <a:custGeom>
                <a:avLst/>
                <a:ahLst/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1" y="20"/>
                    </a:lnTo>
                    <a:lnTo>
                      <a:pt x="5" y="24"/>
                    </a:lnTo>
                    <a:lnTo>
                      <a:pt x="9" y="27"/>
                    </a:lnTo>
                    <a:lnTo>
                      <a:pt x="14" y="29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20"/>
                    </a:lnTo>
                    <a:lnTo>
                      <a:pt x="28" y="15"/>
                    </a:lnTo>
                    <a:lnTo>
                      <a:pt x="27" y="9"/>
                    </a:lnTo>
                    <a:lnTo>
                      <a:pt x="24" y="5"/>
                    </a:lnTo>
                    <a:lnTo>
                      <a:pt x="20" y="2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3" name=""/>
              <p:cNvSpPr/>
              <p:nvPr/>
            </p:nvSpPr>
            <p:spPr>
              <a:xfrm rot="0">
                <a:off x="4088" y="798"/>
                <a:ext cx="6" cy="5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20" y="10"/>
                    </a:moveTo>
                    <a:lnTo>
                      <a:pt x="18" y="4"/>
                    </a:lnTo>
                    <a:lnTo>
                      <a:pt x="15" y="1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20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0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4" name=""/>
              <p:cNvSpPr/>
              <p:nvPr/>
            </p:nvSpPr>
            <p:spPr>
              <a:xfrm rot="0">
                <a:off x="4089" y="799"/>
                <a:ext cx="4" cy="4"/>
              </a:xfrm>
              <a:custGeom>
                <a:avLst/>
                <a:ahLst/>
                <a:rect l="0" t="0" r="r" b="b"/>
                <a:pathLst>
                  <a:path w="14" h="14">
                    <a:moveTo>
                      <a:pt x="14" y="7"/>
                    </a:moveTo>
                    <a:lnTo>
                      <a:pt x="13" y="3"/>
                    </a:lnTo>
                    <a:lnTo>
                      <a:pt x="10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4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4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5" name=""/>
              <p:cNvSpPr/>
              <p:nvPr/>
            </p:nvSpPr>
            <p:spPr>
              <a:xfrm rot="0">
                <a:off x="4090" y="800"/>
                <a:ext cx="2" cy="1"/>
              </a:xfrm>
              <a:custGeom>
                <a:avLst/>
                <a:ahLst/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6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7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6" name=""/>
              <p:cNvSpPr/>
              <p:nvPr/>
            </p:nvSpPr>
            <p:spPr>
              <a:xfrm rot="0">
                <a:off x="4084" y="801"/>
                <a:ext cx="10" cy="13"/>
              </a:xfrm>
              <a:custGeom>
                <a:avLst/>
                <a:ahLst/>
                <a:rect l="0" t="0" r="r" b="b"/>
                <a:pathLst>
                  <a:path w="41" h="52">
                    <a:moveTo>
                      <a:pt x="41" y="0"/>
                    </a:moveTo>
                    <a:lnTo>
                      <a:pt x="41" y="17"/>
                    </a:lnTo>
                    <a:lnTo>
                      <a:pt x="35" y="34"/>
                    </a:lnTo>
                    <a:lnTo>
                      <a:pt x="18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7" name=""/>
              <p:cNvSpPr/>
              <p:nvPr/>
            </p:nvSpPr>
            <p:spPr>
              <a:xfrm rot="0">
                <a:off x="4154" y="750"/>
                <a:ext cx="25" cy="12"/>
              </a:xfrm>
              <a:custGeom>
                <a:avLst/>
                <a:ahLst/>
                <a:rect l="0" t="0" r="r" b="b"/>
                <a:pathLst>
                  <a:path w="99" h="48">
                    <a:moveTo>
                      <a:pt x="99" y="0"/>
                    </a:moveTo>
                    <a:lnTo>
                      <a:pt x="58" y="27"/>
                    </a:lnTo>
                    <a:lnTo>
                      <a:pt x="0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8" name=""/>
              <p:cNvSpPr/>
              <p:nvPr/>
            </p:nvSpPr>
            <p:spPr>
              <a:xfrm rot="0">
                <a:off x="4141" y="755"/>
                <a:ext cx="13" cy="67"/>
              </a:xfrm>
              <a:custGeom>
                <a:avLst/>
                <a:ahLst/>
                <a:rect l="0" t="0" r="r" b="b"/>
                <a:pathLst>
                  <a:path w="52" h="269">
                    <a:moveTo>
                      <a:pt x="52" y="0"/>
                    </a:moveTo>
                    <a:lnTo>
                      <a:pt x="52" y="86"/>
                    </a:lnTo>
                    <a:lnTo>
                      <a:pt x="35" y="186"/>
                    </a:lnTo>
                    <a:lnTo>
                      <a:pt x="0" y="2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09" name=""/>
              <p:cNvSpPr/>
              <p:nvPr/>
            </p:nvSpPr>
            <p:spPr>
              <a:xfrm rot="0" flipV="1">
                <a:off x="4155" y="771"/>
                <a:ext cx="32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0" name=""/>
              <p:cNvSpPr/>
              <p:nvPr/>
            </p:nvSpPr>
            <p:spPr>
              <a:xfrm rot="0" flipV="1">
                <a:off x="4160" y="790"/>
                <a:ext cx="2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1" name=""/>
              <p:cNvSpPr/>
              <p:nvPr/>
            </p:nvSpPr>
            <p:spPr>
              <a:xfrm rot="0" flipH="1">
                <a:off x="4180" y="788"/>
                <a:ext cx="1" cy="2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2" name=""/>
              <p:cNvSpPr/>
              <p:nvPr/>
            </p:nvSpPr>
            <p:spPr>
              <a:xfrm rot="0">
                <a:off x="4160" y="787"/>
                <a:ext cx="1" cy="3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3" name=""/>
              <p:cNvSpPr/>
              <p:nvPr/>
            </p:nvSpPr>
            <p:spPr>
              <a:xfrm rot="0" flipV="1">
                <a:off x="4160" y="812"/>
                <a:ext cx="2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4" name=""/>
              <p:cNvSpPr/>
              <p:nvPr/>
            </p:nvSpPr>
            <p:spPr>
              <a:xfrm rot="0">
                <a:off x="4203" y="758"/>
                <a:ext cx="13" cy="58"/>
              </a:xfrm>
              <a:custGeom>
                <a:avLst/>
                <a:ahLst/>
                <a:rect l="0" t="0" r="r" b="b"/>
                <a:pathLst>
                  <a:path w="52" h="234">
                    <a:moveTo>
                      <a:pt x="52" y="234"/>
                    </a:moveTo>
                    <a:lnTo>
                      <a:pt x="52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5" name=""/>
              <p:cNvSpPr/>
              <p:nvPr/>
            </p:nvSpPr>
            <p:spPr>
              <a:xfrm rot="0">
                <a:off x="4235" y="761"/>
                <a:ext cx="7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26" y="0"/>
                    </a:moveTo>
                    <a:lnTo>
                      <a:pt x="16" y="23"/>
                    </a:lnTo>
                    <a:lnTo>
                      <a:pt x="9" y="45"/>
                    </a:lnTo>
                    <a:lnTo>
                      <a:pt x="3" y="68"/>
                    </a:lnTo>
                    <a:lnTo>
                      <a:pt x="0" y="93"/>
                    </a:lnTo>
                    <a:lnTo>
                      <a:pt x="0" y="116"/>
                    </a:lnTo>
                    <a:lnTo>
                      <a:pt x="3" y="140"/>
                    </a:lnTo>
                    <a:lnTo>
                      <a:pt x="9" y="164"/>
                    </a:lnTo>
                    <a:lnTo>
                      <a:pt x="16" y="187"/>
                    </a:lnTo>
                    <a:lnTo>
                      <a:pt x="26" y="2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6" name=""/>
              <p:cNvSpPr/>
              <p:nvPr/>
            </p:nvSpPr>
            <p:spPr>
              <a:xfrm rot="0">
                <a:off x="4242" y="758"/>
                <a:ext cx="13" cy="3"/>
              </a:xfrm>
              <a:custGeom>
                <a:avLst/>
                <a:ahLst/>
                <a:rect l="0" t="0" r="r" b="b"/>
                <a:pathLst>
                  <a:path w="53" h="13">
                    <a:moveTo>
                      <a:pt x="53" y="13"/>
                    </a:moveTo>
                    <a:lnTo>
                      <a:pt x="46" y="7"/>
                    </a:lnTo>
                    <a:lnTo>
                      <a:pt x="39" y="3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4" y="3"/>
                    </a:lnTo>
                    <a:lnTo>
                      <a:pt x="6" y="7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7" name=""/>
              <p:cNvSpPr/>
              <p:nvPr/>
            </p:nvSpPr>
            <p:spPr>
              <a:xfrm rot="0">
                <a:off x="4255" y="761"/>
                <a:ext cx="6" cy="52"/>
              </a:xfrm>
              <a:custGeom>
                <a:avLst/>
                <a:ahLst/>
                <a:rect l="0" t="0" r="r" b="b"/>
                <a:pathLst>
                  <a:path w="25" h="208">
                    <a:moveTo>
                      <a:pt x="0" y="208"/>
                    </a:moveTo>
                    <a:lnTo>
                      <a:pt x="9" y="187"/>
                    </a:lnTo>
                    <a:lnTo>
                      <a:pt x="17" y="164"/>
                    </a:lnTo>
                    <a:lnTo>
                      <a:pt x="22" y="140"/>
                    </a:lnTo>
                    <a:lnTo>
                      <a:pt x="25" y="116"/>
                    </a:lnTo>
                    <a:lnTo>
                      <a:pt x="25" y="93"/>
                    </a:lnTo>
                    <a:lnTo>
                      <a:pt x="22" y="68"/>
                    </a:lnTo>
                    <a:lnTo>
                      <a:pt x="17" y="45"/>
                    </a:lnTo>
                    <a:lnTo>
                      <a:pt x="9" y="2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8" name=""/>
              <p:cNvSpPr/>
              <p:nvPr/>
            </p:nvSpPr>
            <p:spPr>
              <a:xfrm rot="0">
                <a:off x="4242" y="813"/>
                <a:ext cx="13" cy="3"/>
              </a:xfrm>
              <a:custGeom>
                <a:avLst/>
                <a:ahLst/>
                <a:rect l="0" t="0" r="r" b="b"/>
                <a:pathLst>
                  <a:path w="53" h="13">
                    <a:moveTo>
                      <a:pt x="0" y="0"/>
                    </a:moveTo>
                    <a:lnTo>
                      <a:pt x="6" y="7"/>
                    </a:lnTo>
                    <a:lnTo>
                      <a:pt x="14" y="11"/>
                    </a:lnTo>
                    <a:lnTo>
                      <a:pt x="21" y="13"/>
                    </a:lnTo>
                    <a:lnTo>
                      <a:pt x="30" y="13"/>
                    </a:lnTo>
                    <a:lnTo>
                      <a:pt x="39" y="11"/>
                    </a:lnTo>
                    <a:lnTo>
                      <a:pt x="46" y="7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19" name=""/>
              <p:cNvSpPr/>
              <p:nvPr/>
            </p:nvSpPr>
            <p:spPr>
              <a:xfrm rot="0">
                <a:off x="4279" y="797"/>
                <a:ext cx="7" cy="7"/>
              </a:xfrm>
              <a:custGeom>
                <a:avLst/>
                <a:ahLst/>
                <a:rect l="0" t="0" r="r" b="b"/>
                <a:pathLst>
                  <a:path w="28" h="29">
                    <a:moveTo>
                      <a:pt x="0" y="15"/>
                    </a:moveTo>
                    <a:lnTo>
                      <a:pt x="1" y="20"/>
                    </a:lnTo>
                    <a:lnTo>
                      <a:pt x="4" y="24"/>
                    </a:lnTo>
                    <a:lnTo>
                      <a:pt x="8" y="27"/>
                    </a:lnTo>
                    <a:lnTo>
                      <a:pt x="14" y="29"/>
                    </a:lnTo>
                    <a:lnTo>
                      <a:pt x="19" y="27"/>
                    </a:lnTo>
                    <a:lnTo>
                      <a:pt x="23" y="24"/>
                    </a:lnTo>
                    <a:lnTo>
                      <a:pt x="27" y="20"/>
                    </a:lnTo>
                    <a:lnTo>
                      <a:pt x="28" y="15"/>
                    </a:lnTo>
                    <a:lnTo>
                      <a:pt x="27" y="9"/>
                    </a:lnTo>
                    <a:lnTo>
                      <a:pt x="23" y="5"/>
                    </a:lnTo>
                    <a:lnTo>
                      <a:pt x="19" y="2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0" name=""/>
              <p:cNvSpPr/>
              <p:nvPr/>
            </p:nvSpPr>
            <p:spPr>
              <a:xfrm rot="0">
                <a:off x="4280" y="798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21" y="10"/>
                    </a:moveTo>
                    <a:lnTo>
                      <a:pt x="18" y="4"/>
                    </a:lnTo>
                    <a:lnTo>
                      <a:pt x="15" y="1"/>
                    </a:lnTo>
                    <a:lnTo>
                      <a:pt x="10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10" y="20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1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1" name=""/>
              <p:cNvSpPr/>
              <p:nvPr/>
            </p:nvSpPr>
            <p:spPr>
              <a:xfrm rot="0">
                <a:off x="4281" y="799"/>
                <a:ext cx="3" cy="4"/>
              </a:xfrm>
              <a:custGeom>
                <a:avLst/>
                <a:ahLst/>
                <a:rect l="0" t="0" r="r" b="b"/>
                <a:pathLst>
                  <a:path w="14" h="14">
                    <a:moveTo>
                      <a:pt x="14" y="7"/>
                    </a:moveTo>
                    <a:lnTo>
                      <a:pt x="13" y="3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4" y="13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4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2" name=""/>
              <p:cNvSpPr/>
              <p:nvPr/>
            </p:nvSpPr>
            <p:spPr>
              <a:xfrm rot="0">
                <a:off x="4282" y="800"/>
                <a:ext cx="1" cy="1"/>
              </a:xfrm>
              <a:custGeom>
                <a:avLst/>
                <a:ahLst/>
                <a:rect l="0" t="0" r="r" b="b"/>
                <a:pathLst>
                  <a:path w="6" h="7">
                    <a:moveTo>
                      <a:pt x="6" y="4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3" name=""/>
              <p:cNvSpPr/>
              <p:nvPr/>
            </p:nvSpPr>
            <p:spPr>
              <a:xfrm rot="0">
                <a:off x="4276" y="801"/>
                <a:ext cx="10" cy="13"/>
              </a:xfrm>
              <a:custGeom>
                <a:avLst/>
                <a:ahLst/>
                <a:rect l="0" t="0" r="r" b="b"/>
                <a:pathLst>
                  <a:path w="41" h="52">
                    <a:moveTo>
                      <a:pt x="41" y="0"/>
                    </a:moveTo>
                    <a:lnTo>
                      <a:pt x="41" y="17"/>
                    </a:lnTo>
                    <a:lnTo>
                      <a:pt x="34" y="34"/>
                    </a:lnTo>
                    <a:lnTo>
                      <a:pt x="17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4" name=""/>
              <p:cNvSpPr/>
              <p:nvPr/>
            </p:nvSpPr>
            <p:spPr>
              <a:xfrm rot="0" flipV="1">
                <a:off x="4333" y="751"/>
                <a:ext cx="44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5" name=""/>
              <p:cNvSpPr/>
              <p:nvPr/>
            </p:nvSpPr>
            <p:spPr>
              <a:xfrm rot="0">
                <a:off x="4356" y="753"/>
                <a:ext cx="1" cy="6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6" name=""/>
              <p:cNvSpPr/>
              <p:nvPr/>
            </p:nvSpPr>
            <p:spPr>
              <a:xfrm rot="0">
                <a:off x="4361" y="773"/>
                <a:ext cx="15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7" name=""/>
              <p:cNvSpPr/>
              <p:nvPr/>
            </p:nvSpPr>
            <p:spPr>
              <a:xfrm rot="0">
                <a:off x="4411" y="757"/>
                <a:ext cx="26" cy="58"/>
              </a:xfrm>
              <a:custGeom>
                <a:avLst/>
                <a:ahLst/>
                <a:rect l="0" t="0" r="r" b="b"/>
                <a:pathLst>
                  <a:path w="103" h="234">
                    <a:moveTo>
                      <a:pt x="0" y="234"/>
                    </a:moveTo>
                    <a:lnTo>
                      <a:pt x="51" y="234"/>
                    </a:lnTo>
                    <a:lnTo>
                      <a:pt x="63" y="233"/>
                    </a:lnTo>
                    <a:lnTo>
                      <a:pt x="74" y="228"/>
                    </a:lnTo>
                    <a:lnTo>
                      <a:pt x="84" y="223"/>
                    </a:lnTo>
                    <a:lnTo>
                      <a:pt x="92" y="214"/>
                    </a:lnTo>
                    <a:lnTo>
                      <a:pt x="98" y="205"/>
                    </a:lnTo>
                    <a:lnTo>
                      <a:pt x="102" y="194"/>
                    </a:lnTo>
                    <a:lnTo>
                      <a:pt x="103" y="182"/>
                    </a:lnTo>
                    <a:lnTo>
                      <a:pt x="103" y="156"/>
                    </a:lnTo>
                    <a:lnTo>
                      <a:pt x="102" y="144"/>
                    </a:lnTo>
                    <a:lnTo>
                      <a:pt x="98" y="134"/>
                    </a:lnTo>
                    <a:lnTo>
                      <a:pt x="92" y="124"/>
                    </a:lnTo>
                    <a:lnTo>
                      <a:pt x="84" y="115"/>
                    </a:lnTo>
                    <a:lnTo>
                      <a:pt x="74" y="109"/>
                    </a:lnTo>
                    <a:lnTo>
                      <a:pt x="63" y="105"/>
                    </a:lnTo>
                    <a:lnTo>
                      <a:pt x="51" y="104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9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8" name=""/>
              <p:cNvSpPr/>
              <p:nvPr/>
            </p:nvSpPr>
            <p:spPr>
              <a:xfrm rot="0">
                <a:off x="4456" y="777"/>
                <a:ext cx="28" cy="38"/>
              </a:xfrm>
              <a:custGeom>
                <a:avLst/>
                <a:ahLst/>
                <a:rect l="0" t="0" r="r" b="b"/>
                <a:pathLst>
                  <a:path w="111" h="156">
                    <a:moveTo>
                      <a:pt x="0" y="156"/>
                    </a:moveTo>
                    <a:lnTo>
                      <a:pt x="0" y="0"/>
                    </a:lnTo>
                    <a:lnTo>
                      <a:pt x="1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29" name=""/>
              <p:cNvSpPr/>
              <p:nvPr/>
            </p:nvSpPr>
            <p:spPr>
              <a:xfrm rot="0">
                <a:off x="4484" y="777"/>
                <a:ext cx="11" cy="11"/>
              </a:xfrm>
              <a:custGeom>
                <a:avLst/>
                <a:ahLst/>
                <a:rect l="0" t="0" r="r" b="b"/>
                <a:pathLst>
                  <a:path w="45" h="46">
                    <a:moveTo>
                      <a:pt x="45" y="46"/>
                    </a:moveTo>
                    <a:lnTo>
                      <a:pt x="44" y="35"/>
                    </a:lnTo>
                    <a:lnTo>
                      <a:pt x="41" y="25"/>
                    </a:lnTo>
                    <a:lnTo>
                      <a:pt x="36" y="17"/>
                    </a:lnTo>
                    <a:lnTo>
                      <a:pt x="28" y="10"/>
                    </a:lnTo>
                    <a:lnTo>
                      <a:pt x="20" y="5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0" name=""/>
              <p:cNvSpPr/>
              <p:nvPr/>
            </p:nvSpPr>
            <p:spPr>
              <a:xfrm rot="0">
                <a:off x="4495" y="788"/>
                <a:ext cx="1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1" name=""/>
              <p:cNvSpPr/>
              <p:nvPr/>
            </p:nvSpPr>
            <p:spPr>
              <a:xfrm rot="0" flipV="1">
                <a:off x="4476" y="777"/>
                <a:ext cx="1" cy="3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2" name=""/>
              <p:cNvSpPr/>
              <p:nvPr/>
            </p:nvSpPr>
            <p:spPr>
              <a:xfrm rot="0">
                <a:off x="4515" y="777"/>
                <a:ext cx="28" cy="38"/>
              </a:xfrm>
              <a:custGeom>
                <a:avLst/>
                <a:ahLst/>
                <a:rect l="0" t="0" r="r" b="b"/>
                <a:pathLst>
                  <a:path w="111" h="156">
                    <a:moveTo>
                      <a:pt x="0" y="156"/>
                    </a:moveTo>
                    <a:lnTo>
                      <a:pt x="0" y="0"/>
                    </a:lnTo>
                    <a:lnTo>
                      <a:pt x="1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158" name=""/>
            <p:cNvGrpSpPr/>
            <p:nvPr/>
          </p:nvGrpSpPr>
          <p:grpSpPr>
            <a:xfrm rot="0">
              <a:off x="406" y="746"/>
              <a:ext cx="4904" cy="3277"/>
              <a:chOff x="406" y="746"/>
              <a:chExt cx="4904" cy="3277"/>
            </a:xfrm>
          </p:grpSpPr>
          <p:sp>
            <p:nvSpPr>
              <p:cNvPr id="1054233" name=""/>
              <p:cNvSpPr/>
              <p:nvPr/>
            </p:nvSpPr>
            <p:spPr>
              <a:xfrm rot="0">
                <a:off x="4543" y="777"/>
                <a:ext cx="11" cy="11"/>
              </a:xfrm>
              <a:custGeom>
                <a:avLst/>
                <a:ahLst/>
                <a:rect l="0" t="0" r="r" b="b"/>
                <a:pathLst>
                  <a:path w="46" h="46">
                    <a:moveTo>
                      <a:pt x="46" y="46"/>
                    </a:moveTo>
                    <a:lnTo>
                      <a:pt x="45" y="35"/>
                    </a:lnTo>
                    <a:lnTo>
                      <a:pt x="41" y="25"/>
                    </a:lnTo>
                    <a:lnTo>
                      <a:pt x="36" y="17"/>
                    </a:lnTo>
                    <a:lnTo>
                      <a:pt x="28" y="10"/>
                    </a:lnTo>
                    <a:lnTo>
                      <a:pt x="20" y="5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4" name=""/>
              <p:cNvSpPr/>
              <p:nvPr/>
            </p:nvSpPr>
            <p:spPr>
              <a:xfrm rot="0">
                <a:off x="4554" y="788"/>
                <a:ext cx="1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5" name=""/>
              <p:cNvSpPr/>
              <p:nvPr/>
            </p:nvSpPr>
            <p:spPr>
              <a:xfrm rot="0" flipV="1">
                <a:off x="4534" y="777"/>
                <a:ext cx="1" cy="3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6" name=""/>
              <p:cNvSpPr/>
              <p:nvPr/>
            </p:nvSpPr>
            <p:spPr>
              <a:xfrm rot="0" flipV="1">
                <a:off x="4573" y="815"/>
                <a:ext cx="4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7" name=""/>
              <p:cNvSpPr/>
              <p:nvPr/>
            </p:nvSpPr>
            <p:spPr>
              <a:xfrm rot="0" flipV="1">
                <a:off x="4593" y="764"/>
                <a:ext cx="40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8" name=""/>
              <p:cNvSpPr/>
              <p:nvPr/>
            </p:nvSpPr>
            <p:spPr>
              <a:xfrm rot="0">
                <a:off x="4622" y="747"/>
                <a:ext cx="7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39" name=""/>
              <p:cNvSpPr/>
              <p:nvPr/>
            </p:nvSpPr>
            <p:spPr>
              <a:xfrm rot="0">
                <a:off x="4604" y="746"/>
                <a:ext cx="10" cy="76"/>
              </a:xfrm>
              <a:custGeom>
                <a:avLst/>
                <a:ahLst/>
                <a:rect l="0" t="0" r="r" b="b"/>
                <a:pathLst>
                  <a:path w="41" h="307">
                    <a:moveTo>
                      <a:pt x="41" y="0"/>
                    </a:moveTo>
                    <a:lnTo>
                      <a:pt x="41" y="307"/>
                    </a:lnTo>
                    <a:lnTo>
                      <a:pt x="0" y="2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0" name=""/>
              <p:cNvSpPr/>
              <p:nvPr/>
            </p:nvSpPr>
            <p:spPr>
              <a:xfrm rot="0" flipV="1">
                <a:off x="4591" y="791"/>
                <a:ext cx="20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1" name=""/>
              <p:cNvSpPr/>
              <p:nvPr/>
            </p:nvSpPr>
            <p:spPr>
              <a:xfrm rot="0" flipH="1" flipV="1">
                <a:off x="4597" y="775"/>
                <a:ext cx="7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2" name=""/>
              <p:cNvSpPr/>
              <p:nvPr/>
            </p:nvSpPr>
            <p:spPr>
              <a:xfrm rot="0">
                <a:off x="4614" y="779"/>
                <a:ext cx="25" cy="30"/>
              </a:xfrm>
              <a:custGeom>
                <a:avLst/>
                <a:ahLst/>
                <a:rect l="0" t="0" r="r" b="b"/>
                <a:pathLst>
                  <a:path w="101" h="121">
                    <a:moveTo>
                      <a:pt x="0" y="0"/>
                    </a:moveTo>
                    <a:lnTo>
                      <a:pt x="69" y="121"/>
                    </a:lnTo>
                    <a:lnTo>
                      <a:pt x="101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3" name=""/>
              <p:cNvSpPr/>
              <p:nvPr/>
            </p:nvSpPr>
            <p:spPr>
              <a:xfrm rot="0" flipH="1">
                <a:off x="4618" y="775"/>
                <a:ext cx="12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4" name=""/>
              <p:cNvSpPr/>
              <p:nvPr/>
            </p:nvSpPr>
            <p:spPr>
              <a:xfrm rot="0" flipV="1">
                <a:off x="4651" y="759"/>
                <a:ext cx="4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5" name=""/>
              <p:cNvSpPr/>
              <p:nvPr/>
            </p:nvSpPr>
            <p:spPr>
              <a:xfrm rot="0" flipH="1">
                <a:off x="4681" y="771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6" name=""/>
              <p:cNvSpPr/>
              <p:nvPr/>
            </p:nvSpPr>
            <p:spPr>
              <a:xfrm rot="0" flipV="1">
                <a:off x="4661" y="774"/>
                <a:ext cx="2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7" name=""/>
              <p:cNvSpPr/>
              <p:nvPr/>
            </p:nvSpPr>
            <p:spPr>
              <a:xfrm rot="0" flipV="1">
                <a:off x="4648" y="816"/>
                <a:ext cx="48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8" name=""/>
              <p:cNvSpPr/>
              <p:nvPr/>
            </p:nvSpPr>
            <p:spPr>
              <a:xfrm rot="0" flipV="1">
                <a:off x="4661" y="805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49" name=""/>
              <p:cNvSpPr/>
              <p:nvPr/>
            </p:nvSpPr>
            <p:spPr>
              <a:xfrm rot="0" flipV="1">
                <a:off x="4661" y="796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0" name=""/>
              <p:cNvSpPr/>
              <p:nvPr/>
            </p:nvSpPr>
            <p:spPr>
              <a:xfrm rot="0" flipV="1">
                <a:off x="4661" y="785"/>
                <a:ext cx="1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1" name=""/>
              <p:cNvSpPr/>
              <p:nvPr/>
            </p:nvSpPr>
            <p:spPr>
              <a:xfrm rot="0">
                <a:off x="4661" y="773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2" name=""/>
              <p:cNvSpPr/>
              <p:nvPr/>
            </p:nvSpPr>
            <p:spPr>
              <a:xfrm rot="0" flipH="1">
                <a:off x="4670" y="747"/>
                <a:ext cx="2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3" name=""/>
              <p:cNvSpPr/>
              <p:nvPr/>
            </p:nvSpPr>
            <p:spPr>
              <a:xfrm rot="0" flipH="1">
                <a:off x="4705" y="790"/>
                <a:ext cx="1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4" name=""/>
              <p:cNvSpPr/>
              <p:nvPr/>
            </p:nvSpPr>
            <p:spPr>
              <a:xfrm rot="0" flipH="1">
                <a:off x="4707" y="765"/>
                <a:ext cx="13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5" name=""/>
              <p:cNvSpPr/>
              <p:nvPr/>
            </p:nvSpPr>
            <p:spPr>
              <a:xfrm rot="0" flipV="1">
                <a:off x="4703" y="772"/>
                <a:ext cx="1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6" name=""/>
              <p:cNvSpPr/>
              <p:nvPr/>
            </p:nvSpPr>
            <p:spPr>
              <a:xfrm rot="0" flipV="1">
                <a:off x="4705" y="801"/>
                <a:ext cx="17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7" name=""/>
              <p:cNvSpPr/>
              <p:nvPr/>
            </p:nvSpPr>
            <p:spPr>
              <a:xfrm rot="0" flipH="1">
                <a:off x="4705" y="751"/>
                <a:ext cx="11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8" name=""/>
              <p:cNvSpPr/>
              <p:nvPr/>
            </p:nvSpPr>
            <p:spPr>
              <a:xfrm rot="0" flipV="1">
                <a:off x="4725" y="764"/>
                <a:ext cx="1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59" name=""/>
              <p:cNvSpPr/>
              <p:nvPr/>
            </p:nvSpPr>
            <p:spPr>
              <a:xfrm rot="0" flipV="1">
                <a:off x="4724" y="779"/>
                <a:ext cx="22" cy="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0" name=""/>
              <p:cNvSpPr/>
              <p:nvPr/>
            </p:nvSpPr>
            <p:spPr>
              <a:xfrm rot="0">
                <a:off x="4739" y="804"/>
                <a:ext cx="12" cy="17"/>
              </a:xfrm>
              <a:custGeom>
                <a:avLst/>
                <a:ahLst/>
                <a:rect l="0" t="0" r="r" b="b"/>
                <a:pathLst>
                  <a:path w="48" h="69">
                    <a:moveTo>
                      <a:pt x="0" y="3"/>
                    </a:moveTo>
                    <a:lnTo>
                      <a:pt x="48" y="69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1" name=""/>
              <p:cNvSpPr/>
              <p:nvPr/>
            </p:nvSpPr>
            <p:spPr>
              <a:xfrm rot="0">
                <a:off x="4738" y="752"/>
                <a:ext cx="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2" name=""/>
              <p:cNvSpPr/>
              <p:nvPr/>
            </p:nvSpPr>
            <p:spPr>
              <a:xfrm rot="0">
                <a:off x="4730" y="747"/>
                <a:ext cx="9" cy="58"/>
              </a:xfrm>
              <a:custGeom>
                <a:avLst/>
                <a:ahLst/>
                <a:rect l="0" t="0" r="r" b="b"/>
                <a:pathLst>
                  <a:path w="34" h="231">
                    <a:moveTo>
                      <a:pt x="0" y="0"/>
                    </a:moveTo>
                    <a:lnTo>
                      <a:pt x="9" y="158"/>
                    </a:lnTo>
                    <a:lnTo>
                      <a:pt x="34" y="2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3" name=""/>
              <p:cNvSpPr/>
              <p:nvPr/>
            </p:nvSpPr>
            <p:spPr>
              <a:xfrm rot="0">
                <a:off x="4721" y="787"/>
                <a:ext cx="24" cy="30"/>
              </a:xfrm>
              <a:custGeom>
                <a:avLst/>
                <a:ahLst/>
                <a:rect l="0" t="0" r="r" b="b"/>
                <a:pathLst>
                  <a:path w="96" h="121">
                    <a:moveTo>
                      <a:pt x="96" y="0"/>
                    </a:moveTo>
                    <a:lnTo>
                      <a:pt x="65" y="52"/>
                    </a:lnTo>
                    <a:lnTo>
                      <a:pt x="0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4" name=""/>
              <p:cNvSpPr/>
              <p:nvPr/>
            </p:nvSpPr>
            <p:spPr>
              <a:xfrm rot="0">
                <a:off x="4767" y="757"/>
                <a:ext cx="38" cy="58"/>
              </a:xfrm>
              <a:custGeom>
                <a:avLst/>
                <a:ahLst/>
                <a:rect l="0" t="0" r="r" b="b"/>
                <a:pathLst>
                  <a:path w="156" h="234">
                    <a:moveTo>
                      <a:pt x="0" y="234"/>
                    </a:moveTo>
                    <a:lnTo>
                      <a:pt x="78" y="0"/>
                    </a:lnTo>
                    <a:lnTo>
                      <a:pt x="156" y="2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5" name=""/>
              <p:cNvSpPr/>
              <p:nvPr/>
            </p:nvSpPr>
            <p:spPr>
              <a:xfrm rot="0" flipH="1">
                <a:off x="4772" y="799"/>
                <a:ext cx="2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6" name=""/>
              <p:cNvSpPr/>
              <p:nvPr/>
            </p:nvSpPr>
            <p:spPr>
              <a:xfrm rot="0">
                <a:off x="4825" y="783"/>
                <a:ext cx="33" cy="32"/>
              </a:xfrm>
              <a:custGeom>
                <a:avLst/>
                <a:ahLst/>
                <a:rect l="0" t="0" r="r" b="b"/>
                <a:pathLst>
                  <a:path w="129" h="130">
                    <a:moveTo>
                      <a:pt x="0" y="130"/>
                    </a:moveTo>
                    <a:lnTo>
                      <a:pt x="64" y="130"/>
                    </a:lnTo>
                    <a:lnTo>
                      <a:pt x="77" y="129"/>
                    </a:lnTo>
                    <a:lnTo>
                      <a:pt x="89" y="126"/>
                    </a:lnTo>
                    <a:lnTo>
                      <a:pt x="100" y="119"/>
                    </a:lnTo>
                    <a:lnTo>
                      <a:pt x="111" y="112"/>
                    </a:lnTo>
                    <a:lnTo>
                      <a:pt x="118" y="101"/>
                    </a:lnTo>
                    <a:lnTo>
                      <a:pt x="125" y="90"/>
                    </a:lnTo>
                    <a:lnTo>
                      <a:pt x="128" y="78"/>
                    </a:lnTo>
                    <a:lnTo>
                      <a:pt x="129" y="65"/>
                    </a:lnTo>
                    <a:lnTo>
                      <a:pt x="128" y="52"/>
                    </a:lnTo>
                    <a:lnTo>
                      <a:pt x="125" y="40"/>
                    </a:lnTo>
                    <a:lnTo>
                      <a:pt x="118" y="28"/>
                    </a:lnTo>
                    <a:lnTo>
                      <a:pt x="111" y="19"/>
                    </a:lnTo>
                    <a:lnTo>
                      <a:pt x="100" y="11"/>
                    </a:lnTo>
                    <a:lnTo>
                      <a:pt x="89" y="5"/>
                    </a:lnTo>
                    <a:lnTo>
                      <a:pt x="77" y="1"/>
                    </a:lnTo>
                    <a:lnTo>
                      <a:pt x="64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7" name=""/>
              <p:cNvSpPr/>
              <p:nvPr/>
            </p:nvSpPr>
            <p:spPr>
              <a:xfrm rot="0">
                <a:off x="4825" y="757"/>
                <a:ext cx="29" cy="58"/>
              </a:xfrm>
              <a:custGeom>
                <a:avLst/>
                <a:ahLst/>
                <a:rect l="0" t="0" r="r" b="b"/>
                <a:pathLst>
                  <a:path w="116" h="234">
                    <a:moveTo>
                      <a:pt x="64" y="104"/>
                    </a:moveTo>
                    <a:lnTo>
                      <a:pt x="76" y="102"/>
                    </a:lnTo>
                    <a:lnTo>
                      <a:pt x="87" y="99"/>
                    </a:lnTo>
                    <a:lnTo>
                      <a:pt x="97" y="92"/>
                    </a:lnTo>
                    <a:lnTo>
                      <a:pt x="105" y="84"/>
                    </a:lnTo>
                    <a:lnTo>
                      <a:pt x="111" y="74"/>
                    </a:lnTo>
                    <a:lnTo>
                      <a:pt x="115" y="63"/>
                    </a:lnTo>
                    <a:lnTo>
                      <a:pt x="116" y="51"/>
                    </a:lnTo>
                    <a:lnTo>
                      <a:pt x="115" y="41"/>
                    </a:lnTo>
                    <a:lnTo>
                      <a:pt x="111" y="29"/>
                    </a:lnTo>
                    <a:lnTo>
                      <a:pt x="105" y="19"/>
                    </a:lnTo>
                    <a:lnTo>
                      <a:pt x="97" y="12"/>
                    </a:lnTo>
                    <a:lnTo>
                      <a:pt x="87" y="5"/>
                    </a:lnTo>
                    <a:lnTo>
                      <a:pt x="76" y="1"/>
                    </a:lnTo>
                    <a:lnTo>
                      <a:pt x="64" y="0"/>
                    </a:lnTo>
                    <a:lnTo>
                      <a:pt x="0" y="0"/>
                    </a:lnTo>
                    <a:lnTo>
                      <a:pt x="0" y="2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8" name=""/>
              <p:cNvSpPr/>
              <p:nvPr/>
            </p:nvSpPr>
            <p:spPr>
              <a:xfrm rot="0" flipH="1">
                <a:off x="4882" y="748"/>
                <a:ext cx="5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69" name=""/>
              <p:cNvSpPr/>
              <p:nvPr/>
            </p:nvSpPr>
            <p:spPr>
              <a:xfrm rot="0" flipV="1">
                <a:off x="4879" y="804"/>
                <a:ext cx="1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0" name=""/>
              <p:cNvSpPr/>
              <p:nvPr/>
            </p:nvSpPr>
            <p:spPr>
              <a:xfrm rot="0" flipV="1">
                <a:off x="4892" y="766"/>
                <a:ext cx="2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1" name=""/>
              <p:cNvSpPr/>
              <p:nvPr/>
            </p:nvSpPr>
            <p:spPr>
              <a:xfrm rot="0" flipH="1">
                <a:off x="4879" y="769"/>
                <a:ext cx="1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2" name=""/>
              <p:cNvSpPr/>
              <p:nvPr/>
            </p:nvSpPr>
            <p:spPr>
              <a:xfrm rot="0" flipV="1">
                <a:off x="4879" y="786"/>
                <a:ext cx="10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3" name=""/>
              <p:cNvSpPr/>
              <p:nvPr/>
            </p:nvSpPr>
            <p:spPr>
              <a:xfrm rot="0" flipH="1">
                <a:off x="4897" y="747"/>
                <a:ext cx="9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4" name=""/>
              <p:cNvSpPr/>
              <p:nvPr/>
            </p:nvSpPr>
            <p:spPr>
              <a:xfrm rot="0" flipH="1" flipV="1">
                <a:off x="4905" y="810"/>
                <a:ext cx="7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5" name=""/>
              <p:cNvSpPr/>
              <p:nvPr/>
            </p:nvSpPr>
            <p:spPr>
              <a:xfrm rot="0">
                <a:off x="4903" y="781"/>
                <a:ext cx="6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6" name=""/>
              <p:cNvSpPr/>
              <p:nvPr/>
            </p:nvSpPr>
            <p:spPr>
              <a:xfrm rot="0">
                <a:off x="4912" y="764"/>
                <a:ext cx="6" cy="58"/>
              </a:xfrm>
              <a:custGeom>
                <a:avLst/>
                <a:ahLst/>
                <a:rect l="0" t="0" r="r" b="b"/>
                <a:pathLst>
                  <a:path w="24" h="231">
                    <a:moveTo>
                      <a:pt x="0" y="231"/>
                    </a:moveTo>
                    <a:lnTo>
                      <a:pt x="14" y="135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7" name=""/>
              <p:cNvSpPr/>
              <p:nvPr/>
            </p:nvSpPr>
            <p:spPr>
              <a:xfrm rot="0" flipV="1">
                <a:off x="4901" y="767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8" name=""/>
              <p:cNvSpPr/>
              <p:nvPr/>
            </p:nvSpPr>
            <p:spPr>
              <a:xfrm rot="0">
                <a:off x="4879" y="765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79" name=""/>
              <p:cNvSpPr/>
              <p:nvPr/>
            </p:nvSpPr>
            <p:spPr>
              <a:xfrm rot="0" flipV="1">
                <a:off x="4939" y="782"/>
                <a:ext cx="2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0" name=""/>
              <p:cNvSpPr/>
              <p:nvPr/>
            </p:nvSpPr>
            <p:spPr>
              <a:xfrm rot="0" flipH="1">
                <a:off x="4930" y="810"/>
                <a:ext cx="47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1" name=""/>
              <p:cNvSpPr/>
              <p:nvPr/>
            </p:nvSpPr>
            <p:spPr>
              <a:xfrm rot="0" flipV="1">
                <a:off x="4935" y="758"/>
                <a:ext cx="3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2" name=""/>
              <p:cNvSpPr/>
              <p:nvPr/>
            </p:nvSpPr>
            <p:spPr>
              <a:xfrm rot="0" flipV="1">
                <a:off x="5006" y="753"/>
                <a:ext cx="3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3" name=""/>
              <p:cNvSpPr/>
              <p:nvPr/>
            </p:nvSpPr>
            <p:spPr>
              <a:xfrm rot="0" flipH="1">
                <a:off x="4993" y="771"/>
                <a:ext cx="33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4" name=""/>
              <p:cNvSpPr/>
              <p:nvPr/>
            </p:nvSpPr>
            <p:spPr>
              <a:xfrm rot="0" flipH="1">
                <a:off x="5003" y="783"/>
                <a:ext cx="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5" name=""/>
              <p:cNvSpPr/>
              <p:nvPr/>
            </p:nvSpPr>
            <p:spPr>
              <a:xfrm rot="0" flipV="1">
                <a:off x="5003" y="795"/>
                <a:ext cx="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6" name=""/>
              <p:cNvSpPr/>
              <p:nvPr/>
            </p:nvSpPr>
            <p:spPr>
              <a:xfrm rot="0" flipH="1">
                <a:off x="5015" y="772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7" name=""/>
              <p:cNvSpPr/>
              <p:nvPr/>
            </p:nvSpPr>
            <p:spPr>
              <a:xfrm rot="0">
                <a:off x="5003" y="773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8" name=""/>
              <p:cNvSpPr/>
              <p:nvPr/>
            </p:nvSpPr>
            <p:spPr>
              <a:xfrm rot="0" flipV="1">
                <a:off x="5024" y="766"/>
                <a:ext cx="2" cy="5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89" name=""/>
              <p:cNvSpPr/>
              <p:nvPr/>
            </p:nvSpPr>
            <p:spPr>
              <a:xfrm rot="0" flipV="1">
                <a:off x="4994" y="810"/>
                <a:ext cx="30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0" name=""/>
              <p:cNvSpPr/>
              <p:nvPr/>
            </p:nvSpPr>
            <p:spPr>
              <a:xfrm rot="0">
                <a:off x="4993" y="767"/>
                <a:ext cx="1" cy="5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1" name=""/>
              <p:cNvSpPr/>
              <p:nvPr/>
            </p:nvSpPr>
            <p:spPr>
              <a:xfrm rot="0" flipH="1">
                <a:off x="4987" y="752"/>
                <a:ext cx="45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2" name=""/>
              <p:cNvSpPr/>
              <p:nvPr/>
            </p:nvSpPr>
            <p:spPr>
              <a:xfrm rot="0" flipH="1">
                <a:off x="5045" y="768"/>
                <a:ext cx="1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3" name=""/>
              <p:cNvSpPr/>
              <p:nvPr/>
            </p:nvSpPr>
            <p:spPr>
              <a:xfrm rot="0">
                <a:off x="5047" y="746"/>
                <a:ext cx="8" cy="76"/>
              </a:xfrm>
              <a:custGeom>
                <a:avLst/>
                <a:ahLst/>
                <a:rect l="0" t="0" r="r" b="b"/>
                <a:pathLst>
                  <a:path w="30" h="307">
                    <a:moveTo>
                      <a:pt x="30" y="0"/>
                    </a:moveTo>
                    <a:lnTo>
                      <a:pt x="30" y="307"/>
                    </a:lnTo>
                    <a:lnTo>
                      <a:pt x="0" y="2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4" name=""/>
              <p:cNvSpPr/>
              <p:nvPr/>
            </p:nvSpPr>
            <p:spPr>
              <a:xfrm rot="0" flipV="1">
                <a:off x="5043" y="779"/>
                <a:ext cx="19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5" name=""/>
              <p:cNvSpPr/>
              <p:nvPr/>
            </p:nvSpPr>
            <p:spPr>
              <a:xfrm rot="0">
                <a:off x="5062" y="747"/>
                <a:ext cx="8" cy="38"/>
              </a:xfrm>
              <a:custGeom>
                <a:avLst/>
                <a:ahLst/>
                <a:rect l="0" t="0" r="r" b="b"/>
                <a:pathLst>
                  <a:path w="31" h="152">
                    <a:moveTo>
                      <a:pt x="31" y="0"/>
                    </a:moveTo>
                    <a:lnTo>
                      <a:pt x="24" y="83"/>
                    </a:lnTo>
                    <a:lnTo>
                      <a:pt x="0" y="1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6" name=""/>
              <p:cNvSpPr/>
              <p:nvPr/>
            </p:nvSpPr>
            <p:spPr>
              <a:xfrm rot="0" flipV="1">
                <a:off x="5070" y="752"/>
                <a:ext cx="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7" name=""/>
              <p:cNvSpPr/>
              <p:nvPr/>
            </p:nvSpPr>
            <p:spPr>
              <a:xfrm rot="0">
                <a:off x="5078" y="751"/>
                <a:ext cx="11" cy="24"/>
              </a:xfrm>
              <a:custGeom>
                <a:avLst/>
                <a:ahLst/>
                <a:rect l="0" t="0" r="r" b="b"/>
                <a:pathLst>
                  <a:path w="44" h="96">
                    <a:moveTo>
                      <a:pt x="0" y="0"/>
                    </a:moveTo>
                    <a:lnTo>
                      <a:pt x="0" y="96"/>
                    </a:lnTo>
                    <a:lnTo>
                      <a:pt x="44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8" name=""/>
              <p:cNvSpPr/>
              <p:nvPr/>
            </p:nvSpPr>
            <p:spPr>
              <a:xfrm rot="0">
                <a:off x="5066" y="791"/>
                <a:ext cx="24" cy="30"/>
              </a:xfrm>
              <a:custGeom>
                <a:avLst/>
                <a:ahLst/>
                <a:rect l="0" t="0" r="r" b="b"/>
                <a:pathLst>
                  <a:path w="97" h="117">
                    <a:moveTo>
                      <a:pt x="0" y="0"/>
                    </a:moveTo>
                    <a:lnTo>
                      <a:pt x="65" y="117"/>
                    </a:lnTo>
                    <a:lnTo>
                      <a:pt x="97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299" name=""/>
              <p:cNvSpPr/>
              <p:nvPr/>
            </p:nvSpPr>
            <p:spPr>
              <a:xfrm rot="0" flipV="1">
                <a:off x="5065" y="783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0" name=""/>
              <p:cNvSpPr/>
              <p:nvPr/>
            </p:nvSpPr>
            <p:spPr>
              <a:xfrm rot="0">
                <a:off x="5058" y="780"/>
                <a:ext cx="24" cy="41"/>
              </a:xfrm>
              <a:custGeom>
                <a:avLst/>
                <a:ahLst/>
                <a:rect l="0" t="0" r="r" b="b"/>
                <a:pathLst>
                  <a:path w="96" h="166">
                    <a:moveTo>
                      <a:pt x="96" y="0"/>
                    </a:moveTo>
                    <a:lnTo>
                      <a:pt x="58" y="97"/>
                    </a:lnTo>
                    <a:lnTo>
                      <a:pt x="0" y="1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1" name=""/>
              <p:cNvSpPr/>
              <p:nvPr/>
            </p:nvSpPr>
            <p:spPr>
              <a:xfrm rot="0">
                <a:off x="5120" y="789"/>
                <a:ext cx="26" cy="34"/>
              </a:xfrm>
              <a:custGeom>
                <a:avLst/>
                <a:ahLst/>
                <a:rect l="0" t="0" r="r" b="b"/>
                <a:pathLst>
                  <a:path w="103" h="137">
                    <a:moveTo>
                      <a:pt x="103" y="0"/>
                    </a:moveTo>
                    <a:lnTo>
                      <a:pt x="52" y="85"/>
                    </a:lnTo>
                    <a:lnTo>
                      <a:pt x="0" y="1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2" name=""/>
              <p:cNvSpPr/>
              <p:nvPr/>
            </p:nvSpPr>
            <p:spPr>
              <a:xfrm rot="0" flipH="1">
                <a:off x="5130" y="772"/>
                <a:ext cx="14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3" name=""/>
              <p:cNvSpPr/>
              <p:nvPr/>
            </p:nvSpPr>
            <p:spPr>
              <a:xfrm rot="0" flipH="1">
                <a:off x="5130" y="750"/>
                <a:ext cx="1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4" name=""/>
              <p:cNvSpPr/>
              <p:nvPr/>
            </p:nvSpPr>
            <p:spPr>
              <a:xfrm rot="0">
                <a:off x="5107" y="749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5" name=""/>
              <p:cNvSpPr/>
              <p:nvPr/>
            </p:nvSpPr>
            <p:spPr>
              <a:xfrm rot="0" flipV="1">
                <a:off x="5107" y="751"/>
                <a:ext cx="1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6" name=""/>
              <p:cNvSpPr/>
              <p:nvPr/>
            </p:nvSpPr>
            <p:spPr>
              <a:xfrm rot="0" flipH="1">
                <a:off x="5125" y="749"/>
                <a:ext cx="1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7" name=""/>
              <p:cNvSpPr/>
              <p:nvPr/>
            </p:nvSpPr>
            <p:spPr>
              <a:xfrm rot="0" flipH="1">
                <a:off x="5107" y="765"/>
                <a:ext cx="19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8" name=""/>
              <p:cNvSpPr/>
              <p:nvPr/>
            </p:nvSpPr>
            <p:spPr>
              <a:xfrm rot="0" flipV="1">
                <a:off x="5107" y="759"/>
                <a:ext cx="1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09" name=""/>
              <p:cNvSpPr/>
              <p:nvPr/>
            </p:nvSpPr>
            <p:spPr>
              <a:xfrm rot="0">
                <a:off x="5114" y="767"/>
                <a:ext cx="2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0" name=""/>
              <p:cNvSpPr/>
              <p:nvPr/>
            </p:nvSpPr>
            <p:spPr>
              <a:xfrm rot="0" flipV="1">
                <a:off x="5099" y="776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1" name=""/>
              <p:cNvSpPr/>
              <p:nvPr/>
            </p:nvSpPr>
            <p:spPr>
              <a:xfrm rot="0">
                <a:off x="5107" y="782"/>
                <a:ext cx="1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2" name=""/>
              <p:cNvSpPr/>
              <p:nvPr/>
            </p:nvSpPr>
            <p:spPr>
              <a:xfrm rot="0" flipV="1">
                <a:off x="5107" y="784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3" name=""/>
              <p:cNvSpPr/>
              <p:nvPr/>
            </p:nvSpPr>
            <p:spPr>
              <a:xfrm rot="0" flipH="1">
                <a:off x="5122" y="783"/>
                <a:ext cx="1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4" name=""/>
              <p:cNvSpPr/>
              <p:nvPr/>
            </p:nvSpPr>
            <p:spPr>
              <a:xfrm rot="0" flipH="1">
                <a:off x="5107" y="794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5" name=""/>
              <p:cNvSpPr/>
              <p:nvPr/>
            </p:nvSpPr>
            <p:spPr>
              <a:xfrm rot="0">
                <a:off x="5109" y="795"/>
                <a:ext cx="6" cy="27"/>
              </a:xfrm>
              <a:custGeom>
                <a:avLst/>
                <a:ahLst/>
                <a:rect l="0" t="0" r="r" b="b"/>
                <a:pathLst>
                  <a:path w="25" h="110">
                    <a:moveTo>
                      <a:pt x="25" y="0"/>
                    </a:moveTo>
                    <a:lnTo>
                      <a:pt x="25" y="110"/>
                    </a:lnTo>
                    <a:lnTo>
                      <a:pt x="0" y="7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6" name=""/>
              <p:cNvSpPr/>
              <p:nvPr/>
            </p:nvSpPr>
            <p:spPr>
              <a:xfrm rot="0" flipH="1">
                <a:off x="5100" y="803"/>
                <a:ext cx="9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7" name=""/>
              <p:cNvSpPr/>
              <p:nvPr/>
            </p:nvSpPr>
            <p:spPr>
              <a:xfrm rot="0">
                <a:off x="5120" y="801"/>
                <a:ext cx="6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8" name=""/>
              <p:cNvSpPr/>
              <p:nvPr/>
            </p:nvSpPr>
            <p:spPr>
              <a:xfrm rot="0">
                <a:off x="5161" y="803"/>
                <a:ext cx="12" cy="12"/>
              </a:xfrm>
              <a:custGeom>
                <a:avLst/>
                <a:ahLst/>
                <a:rect l="0" t="0" r="r" b="b"/>
                <a:pathLst>
                  <a:path w="48" h="49">
                    <a:moveTo>
                      <a:pt x="0" y="24"/>
                    </a:moveTo>
                    <a:lnTo>
                      <a:pt x="1" y="32"/>
                    </a:lnTo>
                    <a:lnTo>
                      <a:pt x="5" y="38"/>
                    </a:lnTo>
                    <a:lnTo>
                      <a:pt x="10" y="43"/>
                    </a:lnTo>
                    <a:lnTo>
                      <a:pt x="17" y="47"/>
                    </a:lnTo>
                    <a:lnTo>
                      <a:pt x="24" y="49"/>
                    </a:lnTo>
                    <a:lnTo>
                      <a:pt x="32" y="47"/>
                    </a:lnTo>
                    <a:lnTo>
                      <a:pt x="38" y="43"/>
                    </a:lnTo>
                    <a:lnTo>
                      <a:pt x="43" y="38"/>
                    </a:lnTo>
                    <a:lnTo>
                      <a:pt x="47" y="32"/>
                    </a:lnTo>
                    <a:lnTo>
                      <a:pt x="48" y="24"/>
                    </a:lnTo>
                    <a:lnTo>
                      <a:pt x="47" y="17"/>
                    </a:lnTo>
                    <a:lnTo>
                      <a:pt x="43" y="10"/>
                    </a:lnTo>
                    <a:lnTo>
                      <a:pt x="38" y="5"/>
                    </a:lnTo>
                    <a:lnTo>
                      <a:pt x="32" y="1"/>
                    </a:lnTo>
                    <a:lnTo>
                      <a:pt x="24" y="0"/>
                    </a:lnTo>
                    <a:lnTo>
                      <a:pt x="17" y="1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1" y="17"/>
                    </a:lnTo>
                    <a:lnTo>
                      <a:pt x="0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19" name=""/>
              <p:cNvSpPr/>
              <p:nvPr/>
            </p:nvSpPr>
            <p:spPr>
              <a:xfrm rot="0">
                <a:off x="5160" y="803"/>
                <a:ext cx="14" cy="13"/>
              </a:xfrm>
              <a:custGeom>
                <a:avLst/>
                <a:ahLst/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4" y="18"/>
                    </a:lnTo>
                    <a:lnTo>
                      <a:pt x="51" y="11"/>
                    </a:lnTo>
                    <a:lnTo>
                      <a:pt x="44" y="5"/>
                    </a:lnTo>
                    <a:lnTo>
                      <a:pt x="37" y="1"/>
                    </a:lnTo>
                    <a:lnTo>
                      <a:pt x="28" y="0"/>
                    </a:lnTo>
                    <a:lnTo>
                      <a:pt x="19" y="1"/>
                    </a:lnTo>
                    <a:lnTo>
                      <a:pt x="12" y="5"/>
                    </a:lnTo>
                    <a:lnTo>
                      <a:pt x="5" y="11"/>
                    </a:lnTo>
                    <a:lnTo>
                      <a:pt x="2" y="18"/>
                    </a:lnTo>
                    <a:lnTo>
                      <a:pt x="0" y="27"/>
                    </a:lnTo>
                    <a:lnTo>
                      <a:pt x="2" y="36"/>
                    </a:lnTo>
                    <a:lnTo>
                      <a:pt x="5" y="43"/>
                    </a:lnTo>
                    <a:lnTo>
                      <a:pt x="12" y="50"/>
                    </a:lnTo>
                    <a:lnTo>
                      <a:pt x="19" y="53"/>
                    </a:lnTo>
                    <a:lnTo>
                      <a:pt x="28" y="55"/>
                    </a:lnTo>
                    <a:lnTo>
                      <a:pt x="37" y="53"/>
                    </a:lnTo>
                    <a:lnTo>
                      <a:pt x="44" y="50"/>
                    </a:lnTo>
                    <a:lnTo>
                      <a:pt x="51" y="43"/>
                    </a:lnTo>
                    <a:lnTo>
                      <a:pt x="54" y="36"/>
                    </a:lnTo>
                    <a:lnTo>
                      <a:pt x="55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0" name=""/>
              <p:cNvSpPr/>
              <p:nvPr/>
            </p:nvSpPr>
            <p:spPr>
              <a:xfrm rot="0" flipH="1">
                <a:off x="2858" y="851"/>
                <a:ext cx="245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1" name=""/>
              <p:cNvSpPr/>
              <p:nvPr/>
            </p:nvSpPr>
            <p:spPr>
              <a:xfrm rot="0">
                <a:off x="3812" y="2913"/>
                <a:ext cx="1" cy="78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2" name=""/>
              <p:cNvSpPr/>
              <p:nvPr/>
            </p:nvSpPr>
            <p:spPr>
              <a:xfrm rot="0">
                <a:off x="955" y="3284"/>
                <a:ext cx="1" cy="15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3" name=""/>
              <p:cNvSpPr/>
              <p:nvPr/>
            </p:nvSpPr>
            <p:spPr>
              <a:xfrm rot="0">
                <a:off x="1521" y="2758"/>
                <a:ext cx="1" cy="68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4" name=""/>
              <p:cNvSpPr/>
              <p:nvPr/>
            </p:nvSpPr>
            <p:spPr>
              <a:xfrm rot="0">
                <a:off x="3753" y="3734"/>
                <a:ext cx="33" cy="51"/>
              </a:xfrm>
              <a:custGeom>
                <a:avLst/>
                <a:ahLst/>
                <a:rect l="0" t="0" r="r" b="b"/>
                <a:pathLst>
                  <a:path w="134" h="201">
                    <a:moveTo>
                      <a:pt x="0" y="201"/>
                    </a:moveTo>
                    <a:lnTo>
                      <a:pt x="45" y="201"/>
                    </a:lnTo>
                    <a:lnTo>
                      <a:pt x="61" y="195"/>
                    </a:lnTo>
                    <a:lnTo>
                      <a:pt x="73" y="190"/>
                    </a:lnTo>
                    <a:lnTo>
                      <a:pt x="84" y="178"/>
                    </a:lnTo>
                    <a:lnTo>
                      <a:pt x="95" y="162"/>
                    </a:lnTo>
                    <a:lnTo>
                      <a:pt x="134" y="0"/>
                    </a:lnTo>
                    <a:lnTo>
                      <a:pt x="79" y="0"/>
                    </a:lnTo>
                    <a:lnTo>
                      <a:pt x="51" y="11"/>
                    </a:lnTo>
                    <a:lnTo>
                      <a:pt x="40" y="22"/>
                    </a:lnTo>
                    <a:lnTo>
                      <a:pt x="17" y="100"/>
                    </a:lnTo>
                    <a:lnTo>
                      <a:pt x="17" y="111"/>
                    </a:lnTo>
                    <a:lnTo>
                      <a:pt x="22" y="128"/>
                    </a:lnTo>
                    <a:lnTo>
                      <a:pt x="40" y="134"/>
                    </a:lnTo>
                    <a:lnTo>
                      <a:pt x="10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5" name=""/>
              <p:cNvSpPr/>
              <p:nvPr/>
            </p:nvSpPr>
            <p:spPr>
              <a:xfrm rot="0">
                <a:off x="3800" y="3695"/>
                <a:ext cx="23" cy="22"/>
              </a:xfrm>
              <a:custGeom>
                <a:avLst/>
                <a:ahLst/>
                <a:rect l="0" t="0" r="r" b="b"/>
                <a:pathLst>
                  <a:path w="89" h="89">
                    <a:moveTo>
                      <a:pt x="89" y="44"/>
                    </a:moveTo>
                    <a:lnTo>
                      <a:pt x="88" y="35"/>
                    </a:lnTo>
                    <a:lnTo>
                      <a:pt x="85" y="25"/>
                    </a:lnTo>
                    <a:lnTo>
                      <a:pt x="80" y="16"/>
                    </a:lnTo>
                    <a:lnTo>
                      <a:pt x="72" y="10"/>
                    </a:lnTo>
                    <a:lnTo>
                      <a:pt x="64" y="4"/>
                    </a:lnTo>
                    <a:lnTo>
                      <a:pt x="55" y="1"/>
                    </a:lnTo>
                    <a:lnTo>
                      <a:pt x="44" y="0"/>
                    </a:lnTo>
                    <a:lnTo>
                      <a:pt x="34" y="1"/>
                    </a:lnTo>
                    <a:lnTo>
                      <a:pt x="26" y="4"/>
                    </a:lnTo>
                    <a:lnTo>
                      <a:pt x="17" y="10"/>
                    </a:lnTo>
                    <a:lnTo>
                      <a:pt x="10" y="16"/>
                    </a:lnTo>
                    <a:lnTo>
                      <a:pt x="4" y="25"/>
                    </a:lnTo>
                    <a:lnTo>
                      <a:pt x="1" y="35"/>
                    </a:lnTo>
                    <a:lnTo>
                      <a:pt x="0" y="44"/>
                    </a:lnTo>
                    <a:lnTo>
                      <a:pt x="1" y="54"/>
                    </a:lnTo>
                    <a:lnTo>
                      <a:pt x="4" y="64"/>
                    </a:lnTo>
                    <a:lnTo>
                      <a:pt x="10" y="72"/>
                    </a:lnTo>
                    <a:lnTo>
                      <a:pt x="17" y="79"/>
                    </a:lnTo>
                    <a:lnTo>
                      <a:pt x="26" y="84"/>
                    </a:lnTo>
                    <a:lnTo>
                      <a:pt x="34" y="88"/>
                    </a:lnTo>
                    <a:lnTo>
                      <a:pt x="44" y="89"/>
                    </a:lnTo>
                    <a:lnTo>
                      <a:pt x="55" y="88"/>
                    </a:lnTo>
                    <a:lnTo>
                      <a:pt x="64" y="84"/>
                    </a:lnTo>
                    <a:lnTo>
                      <a:pt x="72" y="79"/>
                    </a:lnTo>
                    <a:lnTo>
                      <a:pt x="80" y="72"/>
                    </a:lnTo>
                    <a:lnTo>
                      <a:pt x="85" y="64"/>
                    </a:lnTo>
                    <a:lnTo>
                      <a:pt x="88" y="54"/>
                    </a:lnTo>
                    <a:lnTo>
                      <a:pt x="89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6" name=""/>
              <p:cNvSpPr/>
              <p:nvPr/>
            </p:nvSpPr>
            <p:spPr>
              <a:xfrm rot="0">
                <a:off x="4153" y="3445"/>
                <a:ext cx="22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7" name=""/>
              <p:cNvSpPr/>
              <p:nvPr/>
            </p:nvSpPr>
            <p:spPr>
              <a:xfrm rot="0">
                <a:off x="3812" y="2790"/>
                <a:ext cx="1" cy="1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8" name=""/>
              <p:cNvSpPr/>
              <p:nvPr/>
            </p:nvSpPr>
            <p:spPr>
              <a:xfrm rot="0">
                <a:off x="3739" y="2757"/>
                <a:ext cx="34" cy="50"/>
              </a:xfrm>
              <a:custGeom>
                <a:avLst/>
                <a:ahLst/>
                <a:rect l="0" t="0" r="r" b="b"/>
                <a:pathLst>
                  <a:path w="134" h="201">
                    <a:moveTo>
                      <a:pt x="0" y="201"/>
                    </a:moveTo>
                    <a:lnTo>
                      <a:pt x="45" y="201"/>
                    </a:lnTo>
                    <a:lnTo>
                      <a:pt x="61" y="195"/>
                    </a:lnTo>
                    <a:lnTo>
                      <a:pt x="73" y="190"/>
                    </a:lnTo>
                    <a:lnTo>
                      <a:pt x="84" y="179"/>
                    </a:lnTo>
                    <a:lnTo>
                      <a:pt x="95" y="162"/>
                    </a:lnTo>
                    <a:lnTo>
                      <a:pt x="134" y="0"/>
                    </a:lnTo>
                    <a:lnTo>
                      <a:pt x="79" y="0"/>
                    </a:lnTo>
                    <a:lnTo>
                      <a:pt x="51" y="12"/>
                    </a:lnTo>
                    <a:lnTo>
                      <a:pt x="40" y="22"/>
                    </a:lnTo>
                    <a:lnTo>
                      <a:pt x="17" y="100"/>
                    </a:lnTo>
                    <a:lnTo>
                      <a:pt x="17" y="112"/>
                    </a:lnTo>
                    <a:lnTo>
                      <a:pt x="23" y="128"/>
                    </a:lnTo>
                    <a:lnTo>
                      <a:pt x="40" y="134"/>
                    </a:lnTo>
                    <a:lnTo>
                      <a:pt x="10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29" name=""/>
              <p:cNvSpPr/>
              <p:nvPr/>
            </p:nvSpPr>
            <p:spPr>
              <a:xfrm rot="0" flipV="1">
                <a:off x="3791" y="2740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0" name=""/>
              <p:cNvSpPr/>
              <p:nvPr/>
            </p:nvSpPr>
            <p:spPr>
              <a:xfrm rot="0">
                <a:off x="1487" y="2684"/>
                <a:ext cx="25" cy="50"/>
              </a:xfrm>
              <a:custGeom>
                <a:avLst/>
                <a:ahLst/>
                <a:rect l="0" t="0" r="r" b="b"/>
                <a:pathLst>
                  <a:path w="100" h="201">
                    <a:moveTo>
                      <a:pt x="0" y="201"/>
                    </a:moveTo>
                    <a:lnTo>
                      <a:pt x="44" y="44"/>
                    </a:lnTo>
                    <a:lnTo>
                      <a:pt x="56" y="23"/>
                    </a:lnTo>
                    <a:lnTo>
                      <a:pt x="67" y="11"/>
                    </a:lnTo>
                    <a:lnTo>
                      <a:pt x="78" y="6"/>
                    </a:lnTo>
                    <a:lnTo>
                      <a:pt x="10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1" name=""/>
              <p:cNvSpPr/>
              <p:nvPr/>
            </p:nvSpPr>
            <p:spPr>
              <a:xfrm rot="0" flipH="1">
                <a:off x="1491" y="2700"/>
                <a:ext cx="1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2" name=""/>
              <p:cNvSpPr/>
              <p:nvPr/>
            </p:nvSpPr>
            <p:spPr>
              <a:xfrm rot="0" flipV="1">
                <a:off x="1526" y="2684"/>
                <a:ext cx="5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3" name=""/>
              <p:cNvSpPr/>
              <p:nvPr/>
            </p:nvSpPr>
            <p:spPr>
              <a:xfrm rot="0">
                <a:off x="880" y="3261"/>
                <a:ext cx="26" cy="34"/>
              </a:xfrm>
              <a:custGeom>
                <a:avLst/>
                <a:ahLst/>
                <a:rect l="0" t="0" r="r" b="b"/>
                <a:pathLst>
                  <a:path w="107" h="134">
                    <a:moveTo>
                      <a:pt x="84" y="134"/>
                    </a:moveTo>
                    <a:lnTo>
                      <a:pt x="23" y="134"/>
                    </a:lnTo>
                    <a:lnTo>
                      <a:pt x="7" y="129"/>
                    </a:lnTo>
                    <a:lnTo>
                      <a:pt x="0" y="118"/>
                    </a:lnTo>
                    <a:lnTo>
                      <a:pt x="0" y="101"/>
                    </a:lnTo>
                    <a:lnTo>
                      <a:pt x="17" y="39"/>
                    </a:lnTo>
                    <a:lnTo>
                      <a:pt x="28" y="23"/>
                    </a:lnTo>
                    <a:lnTo>
                      <a:pt x="45" y="6"/>
                    </a:lnTo>
                    <a:lnTo>
                      <a:pt x="62" y="0"/>
                    </a:lnTo>
                    <a:lnTo>
                      <a:pt x="79" y="0"/>
                    </a:lnTo>
                    <a:lnTo>
                      <a:pt x="95" y="6"/>
                    </a:lnTo>
                    <a:lnTo>
                      <a:pt x="107" y="18"/>
                    </a:lnTo>
                    <a:lnTo>
                      <a:pt x="107" y="34"/>
                    </a:lnTo>
                    <a:lnTo>
                      <a:pt x="100" y="67"/>
                    </a:lnTo>
                    <a:lnTo>
                      <a:pt x="12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4" name=""/>
              <p:cNvSpPr/>
              <p:nvPr/>
            </p:nvSpPr>
            <p:spPr>
              <a:xfrm rot="0" flipV="1">
                <a:off x="927" y="3245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5" name=""/>
              <p:cNvSpPr/>
              <p:nvPr/>
            </p:nvSpPr>
            <p:spPr>
              <a:xfrm rot="0">
                <a:off x="4201" y="3359"/>
                <a:ext cx="34" cy="50"/>
              </a:xfrm>
              <a:custGeom>
                <a:avLst/>
                <a:ahLst/>
                <a:rect l="0" t="0" r="r" b="b"/>
                <a:pathLst>
                  <a:path w="139" h="201">
                    <a:moveTo>
                      <a:pt x="44" y="201"/>
                    </a:moveTo>
                    <a:lnTo>
                      <a:pt x="55" y="201"/>
                    </a:lnTo>
                    <a:lnTo>
                      <a:pt x="72" y="196"/>
                    </a:lnTo>
                    <a:lnTo>
                      <a:pt x="88" y="185"/>
                    </a:lnTo>
                    <a:lnTo>
                      <a:pt x="100" y="174"/>
                    </a:lnTo>
                    <a:lnTo>
                      <a:pt x="111" y="157"/>
                    </a:lnTo>
                    <a:lnTo>
                      <a:pt x="139" y="51"/>
                    </a:lnTo>
                    <a:lnTo>
                      <a:pt x="139" y="34"/>
                    </a:lnTo>
                    <a:lnTo>
                      <a:pt x="134" y="17"/>
                    </a:lnTo>
                    <a:lnTo>
                      <a:pt x="122" y="7"/>
                    </a:lnTo>
                    <a:lnTo>
                      <a:pt x="105" y="0"/>
                    </a:lnTo>
                    <a:lnTo>
                      <a:pt x="83" y="0"/>
                    </a:lnTo>
                    <a:lnTo>
                      <a:pt x="61" y="7"/>
                    </a:lnTo>
                    <a:lnTo>
                      <a:pt x="44" y="17"/>
                    </a:lnTo>
                    <a:lnTo>
                      <a:pt x="33" y="34"/>
                    </a:lnTo>
                    <a:lnTo>
                      <a:pt x="28" y="46"/>
                    </a:lnTo>
                    <a:lnTo>
                      <a:pt x="0" y="141"/>
                    </a:lnTo>
                    <a:lnTo>
                      <a:pt x="0" y="168"/>
                    </a:lnTo>
                    <a:lnTo>
                      <a:pt x="5" y="185"/>
                    </a:lnTo>
                    <a:lnTo>
                      <a:pt x="21" y="196"/>
                    </a:lnTo>
                    <a:lnTo>
                      <a:pt x="44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6" name=""/>
              <p:cNvSpPr/>
              <p:nvPr/>
            </p:nvSpPr>
            <p:spPr>
              <a:xfrm rot="0">
                <a:off x="4194" y="3908"/>
                <a:ext cx="33" cy="25"/>
              </a:xfrm>
              <a:custGeom>
                <a:avLst/>
                <a:ahLst/>
                <a:rect l="0" t="0" r="r" b="b"/>
                <a:pathLst>
                  <a:path w="132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7" name=""/>
              <p:cNvSpPr/>
              <p:nvPr/>
            </p:nvSpPr>
            <p:spPr>
              <a:xfrm rot="0" flipH="1">
                <a:off x="4197" y="3933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8" name=""/>
              <p:cNvSpPr/>
              <p:nvPr/>
            </p:nvSpPr>
            <p:spPr>
              <a:xfrm rot="0" flipV="1">
                <a:off x="4229" y="3933"/>
                <a:ext cx="9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39" name=""/>
              <p:cNvSpPr/>
              <p:nvPr/>
            </p:nvSpPr>
            <p:spPr>
              <a:xfrm rot="0">
                <a:off x="4234" y="3949"/>
                <a:ext cx="2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0" name=""/>
              <p:cNvSpPr/>
              <p:nvPr/>
            </p:nvSpPr>
            <p:spPr>
              <a:xfrm rot="0" flipH="1">
                <a:off x="4248" y="3933"/>
                <a:ext cx="10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1" name=""/>
              <p:cNvSpPr/>
              <p:nvPr/>
            </p:nvSpPr>
            <p:spPr>
              <a:xfrm rot="0">
                <a:off x="4893" y="3427"/>
                <a:ext cx="34" cy="25"/>
              </a:xfrm>
              <a:custGeom>
                <a:avLst/>
                <a:ahLst/>
                <a:rect l="0" t="0" r="r" b="b"/>
                <a:pathLst>
                  <a:path w="133" h="101">
                    <a:moveTo>
                      <a:pt x="0" y="0"/>
                    </a:moveTo>
                    <a:lnTo>
                      <a:pt x="38" y="101"/>
                    </a:lnTo>
                    <a:lnTo>
                      <a:pt x="13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2" name=""/>
              <p:cNvSpPr/>
              <p:nvPr/>
            </p:nvSpPr>
            <p:spPr>
              <a:xfrm rot="0" flipH="1">
                <a:off x="4896" y="3452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3" name=""/>
              <p:cNvSpPr/>
              <p:nvPr/>
            </p:nvSpPr>
            <p:spPr>
              <a:xfrm rot="0">
                <a:off x="4928" y="3452"/>
                <a:ext cx="33" cy="36"/>
              </a:xfrm>
              <a:custGeom>
                <a:avLst/>
                <a:ahLst/>
                <a:rect l="0" t="0" r="r" b="b"/>
                <a:pathLst>
                  <a:path w="133" h="141">
                    <a:moveTo>
                      <a:pt x="7" y="0"/>
                    </a:moveTo>
                    <a:lnTo>
                      <a:pt x="0" y="141"/>
                    </a:lnTo>
                    <a:lnTo>
                      <a:pt x="54" y="47"/>
                    </a:lnTo>
                    <a:lnTo>
                      <a:pt x="62" y="141"/>
                    </a:lnTo>
                    <a:lnTo>
                      <a:pt x="13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4" name=""/>
              <p:cNvSpPr/>
              <p:nvPr/>
            </p:nvSpPr>
            <p:spPr>
              <a:xfrm rot="0">
                <a:off x="3482" y="3411"/>
                <a:ext cx="20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5" name=""/>
              <p:cNvSpPr/>
              <p:nvPr/>
            </p:nvSpPr>
            <p:spPr>
              <a:xfrm rot="0" flipH="1">
                <a:off x="3468" y="3411"/>
                <a:ext cx="48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6" name=""/>
              <p:cNvSpPr/>
              <p:nvPr/>
            </p:nvSpPr>
            <p:spPr>
              <a:xfrm rot="0">
                <a:off x="4189" y="2655"/>
                <a:ext cx="42" cy="50"/>
              </a:xfrm>
              <a:custGeom>
                <a:avLst/>
                <a:ahLst/>
                <a:rect l="0" t="0" r="r" b="b"/>
                <a:pathLst>
                  <a:path w="168" h="201">
                    <a:moveTo>
                      <a:pt x="55" y="0"/>
                    </a:moveTo>
                    <a:lnTo>
                      <a:pt x="168" y="0"/>
                    </a:lnTo>
                    <a:lnTo>
                      <a:pt x="0" y="201"/>
                    </a:lnTo>
                    <a:lnTo>
                      <a:pt x="111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7" name=""/>
              <p:cNvSpPr/>
              <p:nvPr/>
            </p:nvSpPr>
            <p:spPr>
              <a:xfrm rot="0">
                <a:off x="1666" y="3364"/>
                <a:ext cx="35" cy="50"/>
              </a:xfrm>
              <a:custGeom>
                <a:avLst/>
                <a:ahLst/>
                <a:rect l="0" t="0" r="r" b="b"/>
                <a:pathLst>
                  <a:path w="139" h="200">
                    <a:moveTo>
                      <a:pt x="44" y="200"/>
                    </a:moveTo>
                    <a:lnTo>
                      <a:pt x="55" y="200"/>
                    </a:lnTo>
                    <a:lnTo>
                      <a:pt x="72" y="194"/>
                    </a:lnTo>
                    <a:lnTo>
                      <a:pt x="88" y="183"/>
                    </a:lnTo>
                    <a:lnTo>
                      <a:pt x="100" y="172"/>
                    </a:lnTo>
                    <a:lnTo>
                      <a:pt x="111" y="155"/>
                    </a:lnTo>
                    <a:lnTo>
                      <a:pt x="139" y="49"/>
                    </a:lnTo>
                    <a:lnTo>
                      <a:pt x="139" y="33"/>
                    </a:lnTo>
                    <a:lnTo>
                      <a:pt x="134" y="16"/>
                    </a:lnTo>
                    <a:lnTo>
                      <a:pt x="122" y="5"/>
                    </a:lnTo>
                    <a:lnTo>
                      <a:pt x="105" y="0"/>
                    </a:lnTo>
                    <a:lnTo>
                      <a:pt x="83" y="0"/>
                    </a:lnTo>
                    <a:lnTo>
                      <a:pt x="60" y="5"/>
                    </a:lnTo>
                    <a:lnTo>
                      <a:pt x="44" y="16"/>
                    </a:lnTo>
                    <a:lnTo>
                      <a:pt x="33" y="33"/>
                    </a:lnTo>
                    <a:lnTo>
                      <a:pt x="27" y="44"/>
                    </a:lnTo>
                    <a:lnTo>
                      <a:pt x="0" y="139"/>
                    </a:lnTo>
                    <a:lnTo>
                      <a:pt x="0" y="167"/>
                    </a:lnTo>
                    <a:lnTo>
                      <a:pt x="5" y="183"/>
                    </a:lnTo>
                    <a:lnTo>
                      <a:pt x="21" y="194"/>
                    </a:lnTo>
                    <a:lnTo>
                      <a:pt x="44" y="20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8" name=""/>
              <p:cNvSpPr/>
              <p:nvPr/>
            </p:nvSpPr>
            <p:spPr>
              <a:xfrm rot="0">
                <a:off x="1665" y="3962"/>
                <a:ext cx="33" cy="25"/>
              </a:xfrm>
              <a:custGeom>
                <a:avLst/>
                <a:ahLst/>
                <a:rect l="0" t="0" r="r" b="b"/>
                <a:pathLst>
                  <a:path w="134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49" name=""/>
              <p:cNvSpPr/>
              <p:nvPr/>
            </p:nvSpPr>
            <p:spPr>
              <a:xfrm rot="0" flipH="1">
                <a:off x="1668" y="3987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0" name=""/>
              <p:cNvSpPr/>
              <p:nvPr/>
            </p:nvSpPr>
            <p:spPr>
              <a:xfrm rot="0" flipV="1">
                <a:off x="1700" y="3988"/>
                <a:ext cx="9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1" name=""/>
              <p:cNvSpPr/>
              <p:nvPr/>
            </p:nvSpPr>
            <p:spPr>
              <a:xfrm rot="0">
                <a:off x="1706" y="4003"/>
                <a:ext cx="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2" name=""/>
              <p:cNvSpPr/>
              <p:nvPr/>
            </p:nvSpPr>
            <p:spPr>
              <a:xfrm rot="0" flipH="1">
                <a:off x="1719" y="3988"/>
                <a:ext cx="10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3" name=""/>
              <p:cNvSpPr/>
              <p:nvPr/>
            </p:nvSpPr>
            <p:spPr>
              <a:xfrm rot="0">
                <a:off x="2377" y="3405"/>
                <a:ext cx="33" cy="25"/>
              </a:xfrm>
              <a:custGeom>
                <a:avLst/>
                <a:ahLst/>
                <a:rect l="0" t="0" r="r" b="b"/>
                <a:pathLst>
                  <a:path w="133" h="100">
                    <a:moveTo>
                      <a:pt x="0" y="0"/>
                    </a:moveTo>
                    <a:lnTo>
                      <a:pt x="39" y="100"/>
                    </a:lnTo>
                    <a:lnTo>
                      <a:pt x="13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4" name=""/>
              <p:cNvSpPr/>
              <p:nvPr/>
            </p:nvSpPr>
            <p:spPr>
              <a:xfrm rot="0" flipH="1">
                <a:off x="2380" y="3430"/>
                <a:ext cx="7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5" name=""/>
              <p:cNvSpPr/>
              <p:nvPr/>
            </p:nvSpPr>
            <p:spPr>
              <a:xfrm rot="0">
                <a:off x="2412" y="3430"/>
                <a:ext cx="33" cy="35"/>
              </a:xfrm>
              <a:custGeom>
                <a:avLst/>
                <a:ahLst/>
                <a:rect l="0" t="0" r="r" b="b"/>
                <a:pathLst>
                  <a:path w="132" h="142">
                    <a:moveTo>
                      <a:pt x="8" y="0"/>
                    </a:moveTo>
                    <a:lnTo>
                      <a:pt x="0" y="142"/>
                    </a:lnTo>
                    <a:lnTo>
                      <a:pt x="54" y="48"/>
                    </a:lnTo>
                    <a:lnTo>
                      <a:pt x="62" y="142"/>
                    </a:lnTo>
                    <a:lnTo>
                      <a:pt x="1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6" name=""/>
              <p:cNvSpPr/>
              <p:nvPr/>
            </p:nvSpPr>
            <p:spPr>
              <a:xfrm rot="0">
                <a:off x="815" y="3416"/>
                <a:ext cx="20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7" name=""/>
              <p:cNvSpPr/>
              <p:nvPr/>
            </p:nvSpPr>
            <p:spPr>
              <a:xfrm rot="0" flipH="1">
                <a:off x="801" y="3416"/>
                <a:ext cx="48" cy="5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8" name=""/>
              <p:cNvSpPr/>
              <p:nvPr/>
            </p:nvSpPr>
            <p:spPr>
              <a:xfrm rot="0">
                <a:off x="1660" y="2629"/>
                <a:ext cx="42" cy="50"/>
              </a:xfrm>
              <a:custGeom>
                <a:avLst/>
                <a:ahLst/>
                <a:rect l="0" t="0" r="r" b="b"/>
                <a:pathLst>
                  <a:path w="167" h="201">
                    <a:moveTo>
                      <a:pt x="56" y="0"/>
                    </a:moveTo>
                    <a:lnTo>
                      <a:pt x="167" y="0"/>
                    </a:lnTo>
                    <a:lnTo>
                      <a:pt x="0" y="201"/>
                    </a:lnTo>
                    <a:lnTo>
                      <a:pt x="112" y="20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59" name=""/>
              <p:cNvSpPr/>
              <p:nvPr/>
            </p:nvSpPr>
            <p:spPr>
              <a:xfrm rot="0" flipH="1">
                <a:off x="3823" y="2779"/>
                <a:ext cx="57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0" name=""/>
              <p:cNvSpPr/>
              <p:nvPr/>
            </p:nvSpPr>
            <p:spPr>
              <a:xfrm rot="0">
                <a:off x="3800" y="2767"/>
                <a:ext cx="23" cy="23"/>
              </a:xfrm>
              <a:custGeom>
                <a:avLst/>
                <a:ahLst/>
                <a:rect l="0" t="0" r="r" b="b"/>
                <a:pathLst>
                  <a:path w="89" h="90">
                    <a:moveTo>
                      <a:pt x="89" y="45"/>
                    </a:moveTo>
                    <a:lnTo>
                      <a:pt x="88" y="34"/>
                    </a:lnTo>
                    <a:lnTo>
                      <a:pt x="85" y="26"/>
                    </a:lnTo>
                    <a:lnTo>
                      <a:pt x="80" y="17"/>
                    </a:lnTo>
                    <a:lnTo>
                      <a:pt x="72" y="10"/>
                    </a:lnTo>
                    <a:lnTo>
                      <a:pt x="64" y="4"/>
                    </a:lnTo>
                    <a:lnTo>
                      <a:pt x="55" y="1"/>
                    </a:lnTo>
                    <a:lnTo>
                      <a:pt x="44" y="0"/>
                    </a:lnTo>
                    <a:lnTo>
                      <a:pt x="34" y="1"/>
                    </a:lnTo>
                    <a:lnTo>
                      <a:pt x="26" y="4"/>
                    </a:lnTo>
                    <a:lnTo>
                      <a:pt x="17" y="10"/>
                    </a:lnTo>
                    <a:lnTo>
                      <a:pt x="10" y="17"/>
                    </a:lnTo>
                    <a:lnTo>
                      <a:pt x="4" y="26"/>
                    </a:lnTo>
                    <a:lnTo>
                      <a:pt x="1" y="34"/>
                    </a:lnTo>
                    <a:lnTo>
                      <a:pt x="0" y="45"/>
                    </a:lnTo>
                    <a:lnTo>
                      <a:pt x="1" y="55"/>
                    </a:lnTo>
                    <a:lnTo>
                      <a:pt x="4" y="65"/>
                    </a:lnTo>
                    <a:lnTo>
                      <a:pt x="10" y="72"/>
                    </a:lnTo>
                    <a:lnTo>
                      <a:pt x="17" y="80"/>
                    </a:lnTo>
                    <a:lnTo>
                      <a:pt x="26" y="85"/>
                    </a:lnTo>
                    <a:lnTo>
                      <a:pt x="34" y="88"/>
                    </a:lnTo>
                    <a:lnTo>
                      <a:pt x="44" y="90"/>
                    </a:lnTo>
                    <a:lnTo>
                      <a:pt x="55" y="88"/>
                    </a:lnTo>
                    <a:lnTo>
                      <a:pt x="64" y="85"/>
                    </a:lnTo>
                    <a:lnTo>
                      <a:pt x="72" y="80"/>
                    </a:lnTo>
                    <a:lnTo>
                      <a:pt x="80" y="72"/>
                    </a:lnTo>
                    <a:lnTo>
                      <a:pt x="85" y="65"/>
                    </a:lnTo>
                    <a:lnTo>
                      <a:pt x="88" y="55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1" name=""/>
              <p:cNvSpPr/>
              <p:nvPr/>
            </p:nvSpPr>
            <p:spPr>
              <a:xfrm rot="0">
                <a:off x="4153" y="2672"/>
                <a:ext cx="1" cy="127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2" name=""/>
              <p:cNvSpPr/>
              <p:nvPr/>
            </p:nvSpPr>
            <p:spPr>
              <a:xfrm rot="0">
                <a:off x="949" y="3279"/>
                <a:ext cx="11" cy="12"/>
              </a:xfrm>
              <a:custGeom>
                <a:avLst/>
                <a:ahLst/>
                <a:rect l="0" t="0" r="r" b="b"/>
                <a:pathLst>
                  <a:path w="46" h="47">
                    <a:moveTo>
                      <a:pt x="27" y="20"/>
                    </a:moveTo>
                    <a:lnTo>
                      <a:pt x="46" y="41"/>
                    </a:lnTo>
                    <a:lnTo>
                      <a:pt x="39" y="45"/>
                    </a:lnTo>
                    <a:lnTo>
                      <a:pt x="31" y="47"/>
                    </a:lnTo>
                    <a:lnTo>
                      <a:pt x="22" y="47"/>
                    </a:lnTo>
                    <a:lnTo>
                      <a:pt x="14" y="44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4" y="7"/>
                    </a:lnTo>
                    <a:lnTo>
                      <a:pt x="9" y="0"/>
                    </a:lnTo>
                    <a:lnTo>
                      <a:pt x="27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4363" name=""/>
              <p:cNvSpPr/>
              <p:nvPr/>
            </p:nvSpPr>
            <p:spPr>
              <a:xfrm rot="0">
                <a:off x="949" y="3279"/>
                <a:ext cx="11" cy="12"/>
              </a:xfrm>
              <a:custGeom>
                <a:avLst/>
                <a:ahLst/>
                <a:rect l="0" t="0" r="r" b="b"/>
                <a:pathLst>
                  <a:path w="46" h="47">
                    <a:moveTo>
                      <a:pt x="46" y="41"/>
                    </a:moveTo>
                    <a:lnTo>
                      <a:pt x="39" y="45"/>
                    </a:lnTo>
                    <a:lnTo>
                      <a:pt x="31" y="47"/>
                    </a:lnTo>
                    <a:lnTo>
                      <a:pt x="22" y="47"/>
                    </a:lnTo>
                    <a:lnTo>
                      <a:pt x="14" y="44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4" y="7"/>
                    </a:lnTo>
                    <a:lnTo>
                      <a:pt x="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4" name=""/>
              <p:cNvSpPr/>
              <p:nvPr/>
            </p:nvSpPr>
            <p:spPr>
              <a:xfrm rot="0">
                <a:off x="951" y="2753"/>
                <a:ext cx="574" cy="536"/>
              </a:xfrm>
              <a:custGeom>
                <a:avLst/>
                <a:ahLst/>
                <a:rect l="0" t="0" r="r" b="b"/>
                <a:pathLst>
                  <a:path w="2298" h="2146">
                    <a:moveTo>
                      <a:pt x="0" y="2105"/>
                    </a:moveTo>
                    <a:lnTo>
                      <a:pt x="18" y="2125"/>
                    </a:lnTo>
                    <a:lnTo>
                      <a:pt x="37" y="2146"/>
                    </a:lnTo>
                    <a:lnTo>
                      <a:pt x="2298" y="41"/>
                    </a:lnTo>
                    <a:lnTo>
                      <a:pt x="2280" y="20"/>
                    </a:lnTo>
                    <a:lnTo>
                      <a:pt x="2261" y="0"/>
                    </a:lnTo>
                    <a:lnTo>
                      <a:pt x="0" y="210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4365" name=""/>
              <p:cNvSpPr/>
              <p:nvPr/>
            </p:nvSpPr>
            <p:spPr>
              <a:xfrm rot="0">
                <a:off x="951" y="2753"/>
                <a:ext cx="574" cy="536"/>
              </a:xfrm>
              <a:custGeom>
                <a:avLst/>
                <a:ahLst/>
                <a:rect l="0" t="0" r="r" b="b"/>
                <a:pathLst>
                  <a:path w="2298" h="2146">
                    <a:moveTo>
                      <a:pt x="0" y="2105"/>
                    </a:moveTo>
                    <a:lnTo>
                      <a:pt x="18" y="2125"/>
                    </a:lnTo>
                    <a:lnTo>
                      <a:pt x="37" y="2146"/>
                    </a:lnTo>
                    <a:lnTo>
                      <a:pt x="2298" y="41"/>
                    </a:lnTo>
                    <a:lnTo>
                      <a:pt x="2280" y="20"/>
                    </a:lnTo>
                    <a:lnTo>
                      <a:pt x="2261" y="0"/>
                    </a:lnTo>
                    <a:lnTo>
                      <a:pt x="0" y="210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6" name=""/>
              <p:cNvSpPr/>
              <p:nvPr/>
            </p:nvSpPr>
            <p:spPr>
              <a:xfrm rot="0">
                <a:off x="1516" y="2751"/>
                <a:ext cx="11" cy="12"/>
              </a:xfrm>
              <a:custGeom>
                <a:avLst/>
                <a:ahLst/>
                <a:rect l="0" t="0" r="r" b="b"/>
                <a:pathLst>
                  <a:path w="46" h="48">
                    <a:moveTo>
                      <a:pt x="19" y="27"/>
                    </a:moveTo>
                    <a:lnTo>
                      <a:pt x="0" y="7"/>
                    </a:lnTo>
                    <a:lnTo>
                      <a:pt x="7" y="2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2" y="3"/>
                    </a:lnTo>
                    <a:lnTo>
                      <a:pt x="39" y="9"/>
                    </a:lnTo>
                    <a:lnTo>
                      <a:pt x="44" y="15"/>
                    </a:lnTo>
                    <a:lnTo>
                      <a:pt x="46" y="24"/>
                    </a:lnTo>
                    <a:lnTo>
                      <a:pt x="46" y="33"/>
                    </a:lnTo>
                    <a:lnTo>
                      <a:pt x="43" y="40"/>
                    </a:lnTo>
                    <a:lnTo>
                      <a:pt x="37" y="48"/>
                    </a:lnTo>
                    <a:lnTo>
                      <a:pt x="19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54367" name=""/>
              <p:cNvSpPr/>
              <p:nvPr/>
            </p:nvSpPr>
            <p:spPr>
              <a:xfrm rot="0">
                <a:off x="1516" y="2751"/>
                <a:ext cx="11" cy="12"/>
              </a:xfrm>
              <a:custGeom>
                <a:avLst/>
                <a:ahLst/>
                <a:rect l="0" t="0" r="r" b="b"/>
                <a:pathLst>
                  <a:path w="46" h="48">
                    <a:moveTo>
                      <a:pt x="0" y="7"/>
                    </a:moveTo>
                    <a:lnTo>
                      <a:pt x="7" y="2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2" y="3"/>
                    </a:lnTo>
                    <a:lnTo>
                      <a:pt x="39" y="9"/>
                    </a:lnTo>
                    <a:lnTo>
                      <a:pt x="44" y="15"/>
                    </a:lnTo>
                    <a:lnTo>
                      <a:pt x="46" y="24"/>
                    </a:lnTo>
                    <a:lnTo>
                      <a:pt x="46" y="33"/>
                    </a:lnTo>
                    <a:lnTo>
                      <a:pt x="43" y="40"/>
                    </a:lnTo>
                    <a:lnTo>
                      <a:pt x="37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8" name=""/>
              <p:cNvSpPr/>
              <p:nvPr/>
            </p:nvSpPr>
            <p:spPr>
              <a:xfrm rot="0">
                <a:off x="1618" y="2657"/>
                <a:ext cx="1" cy="13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69" name=""/>
              <p:cNvSpPr/>
              <p:nvPr/>
            </p:nvSpPr>
            <p:spPr>
              <a:xfrm rot="0">
                <a:off x="877" y="3440"/>
                <a:ext cx="147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0" name=""/>
              <p:cNvSpPr/>
              <p:nvPr/>
            </p:nvSpPr>
            <p:spPr>
              <a:xfrm rot="0">
                <a:off x="3544" y="3445"/>
                <a:ext cx="129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1" name=""/>
              <p:cNvSpPr/>
              <p:nvPr/>
            </p:nvSpPr>
            <p:spPr>
              <a:xfrm rot="0" flipH="1">
                <a:off x="406" y="2603"/>
                <a:ext cx="4904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2" name=""/>
              <p:cNvSpPr/>
              <p:nvPr/>
            </p:nvSpPr>
            <p:spPr>
              <a:xfrm rot="0">
                <a:off x="464" y="2520"/>
                <a:ext cx="34" cy="51"/>
              </a:xfrm>
              <a:custGeom>
                <a:avLst/>
                <a:ahLst/>
                <a:rect l="0" t="0" r="r" b="b"/>
                <a:pathLst>
                  <a:path w="135" h="206">
                    <a:moveTo>
                      <a:pt x="0" y="0"/>
                    </a:moveTo>
                    <a:lnTo>
                      <a:pt x="0" y="179"/>
                    </a:lnTo>
                    <a:lnTo>
                      <a:pt x="17" y="206"/>
                    </a:lnTo>
                    <a:lnTo>
                      <a:pt x="135" y="206"/>
                    </a:lnTo>
                    <a:lnTo>
                      <a:pt x="130" y="1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3" name=""/>
              <p:cNvSpPr/>
              <p:nvPr/>
            </p:nvSpPr>
            <p:spPr>
              <a:xfrm rot="0" flipV="1">
                <a:off x="464" y="2532"/>
                <a:ext cx="2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4" name=""/>
              <p:cNvSpPr/>
              <p:nvPr/>
            </p:nvSpPr>
            <p:spPr>
              <a:xfrm rot="0" flipV="1">
                <a:off x="486" y="2505"/>
                <a:ext cx="3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5" name=""/>
              <p:cNvSpPr/>
              <p:nvPr/>
            </p:nvSpPr>
            <p:spPr>
              <a:xfrm rot="0" flipH="1">
                <a:off x="463" y="2508"/>
                <a:ext cx="2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6" name=""/>
              <p:cNvSpPr/>
              <p:nvPr/>
            </p:nvSpPr>
            <p:spPr>
              <a:xfrm rot="0">
                <a:off x="547" y="2518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7" name=""/>
              <p:cNvSpPr/>
              <p:nvPr/>
            </p:nvSpPr>
            <p:spPr>
              <a:xfrm rot="0" flipV="1">
                <a:off x="547" y="2554"/>
                <a:ext cx="1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8" name=""/>
              <p:cNvSpPr/>
              <p:nvPr/>
            </p:nvSpPr>
            <p:spPr>
              <a:xfrm rot="0" flipV="1">
                <a:off x="559" y="2519"/>
                <a:ext cx="1" cy="3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79" name=""/>
              <p:cNvSpPr/>
              <p:nvPr/>
            </p:nvSpPr>
            <p:spPr>
              <a:xfrm rot="0" flipH="1">
                <a:off x="547" y="2523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0" name=""/>
              <p:cNvSpPr/>
              <p:nvPr/>
            </p:nvSpPr>
            <p:spPr>
              <a:xfrm rot="0">
                <a:off x="520" y="2498"/>
                <a:ext cx="12" cy="34"/>
              </a:xfrm>
              <a:custGeom>
                <a:avLst/>
                <a:ahLst/>
                <a:rect l="0" t="0" r="r" b="b"/>
                <a:pathLst>
                  <a:path w="48" h="135">
                    <a:moveTo>
                      <a:pt x="48" y="0"/>
                    </a:moveTo>
                    <a:lnTo>
                      <a:pt x="21" y="92"/>
                    </a:lnTo>
                    <a:lnTo>
                      <a:pt x="0" y="1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1" name=""/>
              <p:cNvSpPr/>
              <p:nvPr/>
            </p:nvSpPr>
            <p:spPr>
              <a:xfrm rot="0" flipV="1">
                <a:off x="525" y="2517"/>
                <a:ext cx="16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2" name=""/>
              <p:cNvSpPr/>
              <p:nvPr/>
            </p:nvSpPr>
            <p:spPr>
              <a:xfrm rot="0" flipH="1">
                <a:off x="513" y="2536"/>
                <a:ext cx="28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3" name=""/>
              <p:cNvSpPr/>
              <p:nvPr/>
            </p:nvSpPr>
            <p:spPr>
              <a:xfrm rot="0">
                <a:off x="530" y="2520"/>
                <a:ext cx="11" cy="43"/>
              </a:xfrm>
              <a:custGeom>
                <a:avLst/>
                <a:ahLst/>
                <a:rect l="0" t="0" r="r" b="b"/>
                <a:pathLst>
                  <a:path w="44" h="172">
                    <a:moveTo>
                      <a:pt x="13" y="0"/>
                    </a:moveTo>
                    <a:lnTo>
                      <a:pt x="0" y="117"/>
                    </a:lnTo>
                    <a:lnTo>
                      <a:pt x="44" y="1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4" name=""/>
              <p:cNvSpPr/>
              <p:nvPr/>
            </p:nvSpPr>
            <p:spPr>
              <a:xfrm rot="0">
                <a:off x="515" y="2549"/>
                <a:ext cx="15" cy="28"/>
              </a:xfrm>
              <a:custGeom>
                <a:avLst/>
                <a:ahLst/>
                <a:rect l="0" t="0" r="r" b="b"/>
                <a:pathLst>
                  <a:path w="59" h="111">
                    <a:moveTo>
                      <a:pt x="0" y="111"/>
                    </a:moveTo>
                    <a:lnTo>
                      <a:pt x="39" y="59"/>
                    </a:lnTo>
                    <a:lnTo>
                      <a:pt x="5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5" name=""/>
              <p:cNvSpPr/>
              <p:nvPr/>
            </p:nvSpPr>
            <p:spPr>
              <a:xfrm rot="0" flipV="1">
                <a:off x="573" y="2512"/>
                <a:ext cx="42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6" name=""/>
              <p:cNvSpPr/>
              <p:nvPr/>
            </p:nvSpPr>
            <p:spPr>
              <a:xfrm rot="0" flipH="1">
                <a:off x="603" y="2524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7" name=""/>
              <p:cNvSpPr/>
              <p:nvPr/>
            </p:nvSpPr>
            <p:spPr>
              <a:xfrm rot="0" flipV="1">
                <a:off x="584" y="2526"/>
                <a:ext cx="2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8" name=""/>
              <p:cNvSpPr/>
              <p:nvPr/>
            </p:nvSpPr>
            <p:spPr>
              <a:xfrm rot="0" flipV="1">
                <a:off x="570" y="2569"/>
                <a:ext cx="48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89" name=""/>
              <p:cNvSpPr/>
              <p:nvPr/>
            </p:nvSpPr>
            <p:spPr>
              <a:xfrm rot="0" flipV="1">
                <a:off x="584" y="2558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0" name=""/>
              <p:cNvSpPr/>
              <p:nvPr/>
            </p:nvSpPr>
            <p:spPr>
              <a:xfrm rot="0" flipV="1">
                <a:off x="584" y="2548"/>
                <a:ext cx="1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1" name=""/>
              <p:cNvSpPr/>
              <p:nvPr/>
            </p:nvSpPr>
            <p:spPr>
              <a:xfrm rot="0" flipV="1">
                <a:off x="584" y="2538"/>
                <a:ext cx="1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2" name=""/>
              <p:cNvSpPr/>
              <p:nvPr/>
            </p:nvSpPr>
            <p:spPr>
              <a:xfrm rot="0">
                <a:off x="584" y="2526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3" name=""/>
              <p:cNvSpPr/>
              <p:nvPr/>
            </p:nvSpPr>
            <p:spPr>
              <a:xfrm rot="0" flipH="1">
                <a:off x="592" y="2500"/>
                <a:ext cx="3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4" name=""/>
              <p:cNvSpPr/>
              <p:nvPr/>
            </p:nvSpPr>
            <p:spPr>
              <a:xfrm rot="0" flipH="1">
                <a:off x="627" y="2542"/>
                <a:ext cx="17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5" name=""/>
              <p:cNvSpPr/>
              <p:nvPr/>
            </p:nvSpPr>
            <p:spPr>
              <a:xfrm rot="0" flipH="1">
                <a:off x="629" y="2518"/>
                <a:ext cx="13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6" name=""/>
              <p:cNvSpPr/>
              <p:nvPr/>
            </p:nvSpPr>
            <p:spPr>
              <a:xfrm rot="0" flipV="1">
                <a:off x="626" y="2525"/>
                <a:ext cx="1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7" name=""/>
              <p:cNvSpPr/>
              <p:nvPr/>
            </p:nvSpPr>
            <p:spPr>
              <a:xfrm rot="0" flipV="1">
                <a:off x="627" y="2554"/>
                <a:ext cx="18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8" name=""/>
              <p:cNvSpPr/>
              <p:nvPr/>
            </p:nvSpPr>
            <p:spPr>
              <a:xfrm rot="0" flipH="1">
                <a:off x="627" y="2503"/>
                <a:ext cx="11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399" name=""/>
              <p:cNvSpPr/>
              <p:nvPr/>
            </p:nvSpPr>
            <p:spPr>
              <a:xfrm rot="0" flipV="1">
                <a:off x="647" y="2517"/>
                <a:ext cx="1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0" name=""/>
              <p:cNvSpPr/>
              <p:nvPr/>
            </p:nvSpPr>
            <p:spPr>
              <a:xfrm rot="0" flipV="1">
                <a:off x="646" y="2532"/>
                <a:ext cx="22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1" name=""/>
              <p:cNvSpPr/>
              <p:nvPr/>
            </p:nvSpPr>
            <p:spPr>
              <a:xfrm rot="0">
                <a:off x="661" y="2557"/>
                <a:ext cx="12" cy="17"/>
              </a:xfrm>
              <a:custGeom>
                <a:avLst/>
                <a:ahLst/>
                <a:rect l="0" t="0" r="r" b="b"/>
                <a:pathLst>
                  <a:path w="47" h="69">
                    <a:moveTo>
                      <a:pt x="0" y="3"/>
                    </a:moveTo>
                    <a:lnTo>
                      <a:pt x="47" y="69"/>
                    </a:lnTo>
                    <a:lnTo>
                      <a:pt x="4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2" name=""/>
              <p:cNvSpPr/>
              <p:nvPr/>
            </p:nvSpPr>
            <p:spPr>
              <a:xfrm rot="0">
                <a:off x="660" y="2504"/>
                <a:ext cx="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3" name=""/>
              <p:cNvSpPr/>
              <p:nvPr/>
            </p:nvSpPr>
            <p:spPr>
              <a:xfrm rot="0">
                <a:off x="653" y="2500"/>
                <a:ext cx="8" cy="58"/>
              </a:xfrm>
              <a:custGeom>
                <a:avLst/>
                <a:ahLst/>
                <a:rect l="0" t="0" r="r" b="b"/>
                <a:pathLst>
                  <a:path w="35" h="231">
                    <a:moveTo>
                      <a:pt x="0" y="0"/>
                    </a:moveTo>
                    <a:lnTo>
                      <a:pt x="10" y="159"/>
                    </a:lnTo>
                    <a:lnTo>
                      <a:pt x="35" y="2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4" name=""/>
              <p:cNvSpPr/>
              <p:nvPr/>
            </p:nvSpPr>
            <p:spPr>
              <a:xfrm rot="0">
                <a:off x="643" y="2539"/>
                <a:ext cx="24" cy="31"/>
              </a:xfrm>
              <a:custGeom>
                <a:avLst/>
                <a:ahLst/>
                <a:rect l="0" t="0" r="r" b="b"/>
                <a:pathLst>
                  <a:path w="97" h="121">
                    <a:moveTo>
                      <a:pt x="97" y="0"/>
                    </a:moveTo>
                    <a:lnTo>
                      <a:pt x="65" y="52"/>
                    </a:lnTo>
                    <a:lnTo>
                      <a:pt x="0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5" name=""/>
              <p:cNvSpPr/>
              <p:nvPr/>
            </p:nvSpPr>
            <p:spPr>
              <a:xfrm rot="0">
                <a:off x="689" y="2509"/>
                <a:ext cx="26" cy="59"/>
              </a:xfrm>
              <a:custGeom>
                <a:avLst/>
                <a:ahLst/>
                <a:rect l="0" t="0" r="r" b="b"/>
                <a:pathLst>
                  <a:path w="104" h="234">
                    <a:moveTo>
                      <a:pt x="104" y="234"/>
                    </a:moveTo>
                    <a:lnTo>
                      <a:pt x="0" y="234"/>
                    </a:lnTo>
                    <a:lnTo>
                      <a:pt x="0" y="0"/>
                    </a:lnTo>
                    <a:lnTo>
                      <a:pt x="10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6" name=""/>
              <p:cNvSpPr/>
              <p:nvPr/>
            </p:nvSpPr>
            <p:spPr>
              <a:xfrm rot="0" flipH="1">
                <a:off x="689" y="2536"/>
                <a:ext cx="1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7" name=""/>
              <p:cNvSpPr/>
              <p:nvPr/>
            </p:nvSpPr>
            <p:spPr>
              <a:xfrm rot="0">
                <a:off x="734" y="2509"/>
                <a:ext cx="27" cy="59"/>
              </a:xfrm>
              <a:custGeom>
                <a:avLst/>
                <a:ahLst/>
                <a:rect l="0" t="0" r="r" b="b"/>
                <a:pathLst>
                  <a:path w="105" h="234">
                    <a:moveTo>
                      <a:pt x="0" y="234"/>
                    </a:moveTo>
                    <a:lnTo>
                      <a:pt x="0" y="0"/>
                    </a:lnTo>
                    <a:lnTo>
                      <a:pt x="10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8" name=""/>
              <p:cNvSpPr/>
              <p:nvPr/>
            </p:nvSpPr>
            <p:spPr>
              <a:xfrm rot="0">
                <a:off x="734" y="2536"/>
                <a:ext cx="2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09" name=""/>
              <p:cNvSpPr/>
              <p:nvPr/>
            </p:nvSpPr>
            <p:spPr>
              <a:xfrm rot="0" flipH="1">
                <a:off x="794" y="2528"/>
                <a:ext cx="6" cy="1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0" name=""/>
              <p:cNvSpPr/>
              <p:nvPr/>
            </p:nvSpPr>
            <p:spPr>
              <a:xfrm rot="0" flipV="1">
                <a:off x="780" y="2524"/>
                <a:ext cx="39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1" name=""/>
              <p:cNvSpPr/>
              <p:nvPr/>
            </p:nvSpPr>
            <p:spPr>
              <a:xfrm rot="0">
                <a:off x="801" y="2539"/>
                <a:ext cx="7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2" name=""/>
              <p:cNvSpPr/>
              <p:nvPr/>
            </p:nvSpPr>
            <p:spPr>
              <a:xfrm rot="0">
                <a:off x="801" y="2521"/>
                <a:ext cx="19" cy="55"/>
              </a:xfrm>
              <a:custGeom>
                <a:avLst/>
                <a:ahLst/>
                <a:rect l="0" t="0" r="r" b="b"/>
                <a:pathLst>
                  <a:path w="76" h="220">
                    <a:moveTo>
                      <a:pt x="76" y="0"/>
                    </a:moveTo>
                    <a:lnTo>
                      <a:pt x="41" y="220"/>
                    </a:lnTo>
                    <a:lnTo>
                      <a:pt x="0" y="1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3" name=""/>
              <p:cNvSpPr/>
              <p:nvPr/>
            </p:nvSpPr>
            <p:spPr>
              <a:xfrm rot="0">
                <a:off x="786" y="2505"/>
                <a:ext cx="8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4" name=""/>
              <p:cNvSpPr/>
              <p:nvPr/>
            </p:nvSpPr>
            <p:spPr>
              <a:xfrm rot="0" flipV="1">
                <a:off x="778" y="2546"/>
                <a:ext cx="16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5" name=""/>
              <p:cNvSpPr/>
              <p:nvPr/>
            </p:nvSpPr>
            <p:spPr>
              <a:xfrm rot="0" flipV="1">
                <a:off x="800" y="2498"/>
                <a:ext cx="4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6" name=""/>
              <p:cNvSpPr/>
              <p:nvPr/>
            </p:nvSpPr>
            <p:spPr>
              <a:xfrm rot="0" flipV="1">
                <a:off x="857" y="2534"/>
                <a:ext cx="1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7" name=""/>
              <p:cNvSpPr/>
              <p:nvPr/>
            </p:nvSpPr>
            <p:spPr>
              <a:xfrm rot="0">
                <a:off x="845" y="2528"/>
                <a:ext cx="1" cy="3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8" name=""/>
              <p:cNvSpPr/>
              <p:nvPr/>
            </p:nvSpPr>
            <p:spPr>
              <a:xfrm rot="0">
                <a:off x="857" y="2508"/>
                <a:ext cx="1" cy="5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19" name=""/>
              <p:cNvSpPr/>
              <p:nvPr/>
            </p:nvSpPr>
            <p:spPr>
              <a:xfrm rot="0" flipV="1">
                <a:off x="831" y="2565"/>
                <a:ext cx="4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0" name=""/>
              <p:cNvSpPr/>
              <p:nvPr/>
            </p:nvSpPr>
            <p:spPr>
              <a:xfrm rot="0" flipV="1">
                <a:off x="838" y="2507"/>
                <a:ext cx="3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1" name=""/>
              <p:cNvSpPr/>
              <p:nvPr/>
            </p:nvSpPr>
            <p:spPr>
              <a:xfrm rot="0" flipV="1">
                <a:off x="895" y="2502"/>
                <a:ext cx="3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2" name=""/>
              <p:cNvSpPr/>
              <p:nvPr/>
            </p:nvSpPr>
            <p:spPr>
              <a:xfrm rot="0" flipH="1">
                <a:off x="888" y="2533"/>
                <a:ext cx="48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3" name=""/>
              <p:cNvSpPr/>
              <p:nvPr/>
            </p:nvSpPr>
            <p:spPr>
              <a:xfrm rot="0">
                <a:off x="899" y="2515"/>
                <a:ext cx="5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4" name=""/>
              <p:cNvSpPr/>
              <p:nvPr/>
            </p:nvSpPr>
            <p:spPr>
              <a:xfrm rot="0" flipV="1">
                <a:off x="920" y="2512"/>
                <a:ext cx="7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5" name=""/>
              <p:cNvSpPr/>
              <p:nvPr/>
            </p:nvSpPr>
            <p:spPr>
              <a:xfrm rot="0">
                <a:off x="913" y="2505"/>
                <a:ext cx="1" cy="7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6" name=""/>
              <p:cNvSpPr/>
              <p:nvPr/>
            </p:nvSpPr>
            <p:spPr>
              <a:xfrm rot="0" flipH="1">
                <a:off x="946" y="2542"/>
                <a:ext cx="1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7" name=""/>
              <p:cNvSpPr/>
              <p:nvPr/>
            </p:nvSpPr>
            <p:spPr>
              <a:xfrm rot="0" flipH="1">
                <a:off x="948" y="2518"/>
                <a:ext cx="1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8" name=""/>
              <p:cNvSpPr/>
              <p:nvPr/>
            </p:nvSpPr>
            <p:spPr>
              <a:xfrm rot="0" flipV="1">
                <a:off x="944" y="2525"/>
                <a:ext cx="1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29" name=""/>
              <p:cNvSpPr/>
              <p:nvPr/>
            </p:nvSpPr>
            <p:spPr>
              <a:xfrm rot="0" flipV="1">
                <a:off x="946" y="2554"/>
                <a:ext cx="17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0" name=""/>
              <p:cNvSpPr/>
              <p:nvPr/>
            </p:nvSpPr>
            <p:spPr>
              <a:xfrm rot="0" flipH="1">
                <a:off x="946" y="2503"/>
                <a:ext cx="10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1" name=""/>
              <p:cNvSpPr/>
              <p:nvPr/>
            </p:nvSpPr>
            <p:spPr>
              <a:xfrm rot="0" flipV="1">
                <a:off x="966" y="2517"/>
                <a:ext cx="18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2" name=""/>
              <p:cNvSpPr/>
              <p:nvPr/>
            </p:nvSpPr>
            <p:spPr>
              <a:xfrm rot="0" flipV="1">
                <a:off x="965" y="2532"/>
                <a:ext cx="21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159" name=""/>
            <p:cNvGrpSpPr/>
            <p:nvPr/>
          </p:nvGrpSpPr>
          <p:grpSpPr>
            <a:xfrm rot="0">
              <a:off x="961" y="2497"/>
              <a:ext cx="2052" cy="80"/>
              <a:chOff x="961" y="2497"/>
              <a:chExt cx="2052" cy="80"/>
            </a:xfrm>
          </p:grpSpPr>
          <p:sp>
            <p:nvSpPr>
              <p:cNvPr id="1054433" name=""/>
              <p:cNvSpPr/>
              <p:nvPr/>
            </p:nvSpPr>
            <p:spPr>
              <a:xfrm rot="0">
                <a:off x="979" y="2557"/>
                <a:ext cx="12" cy="17"/>
              </a:xfrm>
              <a:custGeom>
                <a:avLst/>
                <a:ahLst/>
                <a:rect l="0" t="0" r="r" b="b"/>
                <a:pathLst>
                  <a:path w="48" h="69">
                    <a:moveTo>
                      <a:pt x="0" y="3"/>
                    </a:moveTo>
                    <a:lnTo>
                      <a:pt x="48" y="69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4" name=""/>
              <p:cNvSpPr/>
              <p:nvPr/>
            </p:nvSpPr>
            <p:spPr>
              <a:xfrm rot="0">
                <a:off x="978" y="2504"/>
                <a:ext cx="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5" name=""/>
              <p:cNvSpPr/>
              <p:nvPr/>
            </p:nvSpPr>
            <p:spPr>
              <a:xfrm rot="0">
                <a:off x="971" y="2500"/>
                <a:ext cx="8" cy="58"/>
              </a:xfrm>
              <a:custGeom>
                <a:avLst/>
                <a:ahLst/>
                <a:rect l="0" t="0" r="r" b="b"/>
                <a:pathLst>
                  <a:path w="34" h="231">
                    <a:moveTo>
                      <a:pt x="0" y="0"/>
                    </a:moveTo>
                    <a:lnTo>
                      <a:pt x="10" y="159"/>
                    </a:lnTo>
                    <a:lnTo>
                      <a:pt x="34" y="2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6" name=""/>
              <p:cNvSpPr/>
              <p:nvPr/>
            </p:nvSpPr>
            <p:spPr>
              <a:xfrm rot="0">
                <a:off x="961" y="2539"/>
                <a:ext cx="24" cy="31"/>
              </a:xfrm>
              <a:custGeom>
                <a:avLst/>
                <a:ahLst/>
                <a:rect l="0" t="0" r="r" b="b"/>
                <a:pathLst>
                  <a:path w="96" h="121">
                    <a:moveTo>
                      <a:pt x="96" y="0"/>
                    </a:moveTo>
                    <a:lnTo>
                      <a:pt x="65" y="52"/>
                    </a:lnTo>
                    <a:lnTo>
                      <a:pt x="0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7" name=""/>
              <p:cNvSpPr/>
              <p:nvPr/>
            </p:nvSpPr>
            <p:spPr>
              <a:xfrm rot="0">
                <a:off x="1005" y="2549"/>
                <a:ext cx="7" cy="7"/>
              </a:xfrm>
              <a:custGeom>
                <a:avLst/>
                <a:ahLst/>
                <a:rect l="0" t="0" r="r" b="b"/>
                <a:pathLst>
                  <a:path w="28" h="28">
                    <a:moveTo>
                      <a:pt x="0" y="14"/>
                    </a:moveTo>
                    <a:lnTo>
                      <a:pt x="1" y="19"/>
                    </a:lnTo>
                    <a:lnTo>
                      <a:pt x="4" y="23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4" y="23"/>
                    </a:lnTo>
                    <a:lnTo>
                      <a:pt x="27" y="19"/>
                    </a:lnTo>
                    <a:lnTo>
                      <a:pt x="28" y="14"/>
                    </a:lnTo>
                    <a:lnTo>
                      <a:pt x="27" y="8"/>
                    </a:lnTo>
                    <a:lnTo>
                      <a:pt x="24" y="4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8" name=""/>
              <p:cNvSpPr/>
              <p:nvPr/>
            </p:nvSpPr>
            <p:spPr>
              <a:xfrm rot="0">
                <a:off x="1006" y="2550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21" y="10"/>
                    </a:moveTo>
                    <a:lnTo>
                      <a:pt x="19" y="4"/>
                    </a:lnTo>
                    <a:lnTo>
                      <a:pt x="15" y="1"/>
                    </a:lnTo>
                    <a:lnTo>
                      <a:pt x="10" y="0"/>
                    </a:lnTo>
                    <a:lnTo>
                      <a:pt x="5" y="1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5" y="18"/>
                    </a:lnTo>
                    <a:lnTo>
                      <a:pt x="10" y="20"/>
                    </a:lnTo>
                    <a:lnTo>
                      <a:pt x="15" y="18"/>
                    </a:lnTo>
                    <a:lnTo>
                      <a:pt x="19" y="15"/>
                    </a:lnTo>
                    <a:lnTo>
                      <a:pt x="21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39" name=""/>
              <p:cNvSpPr/>
              <p:nvPr/>
            </p:nvSpPr>
            <p:spPr>
              <a:xfrm rot="0">
                <a:off x="1007" y="2551"/>
                <a:ext cx="3" cy="3"/>
              </a:xfrm>
              <a:custGeom>
                <a:avLst/>
                <a:ahLst/>
                <a:rect l="0" t="0" r="r" b="b"/>
                <a:pathLst>
                  <a:path w="13" h="14">
                    <a:moveTo>
                      <a:pt x="13" y="7"/>
                    </a:moveTo>
                    <a:lnTo>
                      <a:pt x="13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3" y="10"/>
                    </a:lnTo>
                    <a:lnTo>
                      <a:pt x="13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0" name=""/>
              <p:cNvSpPr/>
              <p:nvPr/>
            </p:nvSpPr>
            <p:spPr>
              <a:xfrm rot="0">
                <a:off x="1008" y="2552"/>
                <a:ext cx="1" cy="1"/>
              </a:xfrm>
              <a:custGeom>
                <a:avLst/>
                <a:ahLst/>
                <a:rect l="0" t="0" r="r" b="b"/>
                <a:pathLst>
                  <a:path w="6" h="7">
                    <a:moveTo>
                      <a:pt x="6" y="4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1" name=""/>
              <p:cNvSpPr/>
              <p:nvPr/>
            </p:nvSpPr>
            <p:spPr>
              <a:xfrm rot="0">
                <a:off x="1002" y="2553"/>
                <a:ext cx="10" cy="13"/>
              </a:xfrm>
              <a:custGeom>
                <a:avLst/>
                <a:ahLst/>
                <a:rect l="0" t="0" r="r" b="b"/>
                <a:pathLst>
                  <a:path w="41" h="52">
                    <a:moveTo>
                      <a:pt x="41" y="0"/>
                    </a:moveTo>
                    <a:lnTo>
                      <a:pt x="41" y="17"/>
                    </a:lnTo>
                    <a:lnTo>
                      <a:pt x="34" y="34"/>
                    </a:lnTo>
                    <a:lnTo>
                      <a:pt x="17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2" name=""/>
              <p:cNvSpPr/>
              <p:nvPr/>
            </p:nvSpPr>
            <p:spPr>
              <a:xfrm rot="0" flipV="1">
                <a:off x="1077" y="2536"/>
                <a:ext cx="18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3" name=""/>
              <p:cNvSpPr/>
              <p:nvPr/>
            </p:nvSpPr>
            <p:spPr>
              <a:xfrm rot="0">
                <a:off x="1077" y="2528"/>
                <a:ext cx="24" cy="44"/>
              </a:xfrm>
              <a:custGeom>
                <a:avLst/>
                <a:ahLst/>
                <a:rect l="0" t="0" r="r" b="b"/>
                <a:pathLst>
                  <a:path w="99" h="176">
                    <a:moveTo>
                      <a:pt x="0" y="0"/>
                    </a:moveTo>
                    <a:lnTo>
                      <a:pt x="0" y="159"/>
                    </a:lnTo>
                    <a:lnTo>
                      <a:pt x="17" y="176"/>
                    </a:lnTo>
                    <a:lnTo>
                      <a:pt x="99" y="176"/>
                    </a:lnTo>
                    <a:lnTo>
                      <a:pt x="96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4" name=""/>
              <p:cNvSpPr/>
              <p:nvPr/>
            </p:nvSpPr>
            <p:spPr>
              <a:xfrm rot="0" flipV="1">
                <a:off x="1064" y="2515"/>
                <a:ext cx="37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5" name=""/>
              <p:cNvSpPr/>
              <p:nvPr/>
            </p:nvSpPr>
            <p:spPr>
              <a:xfrm rot="0" flipH="1">
                <a:off x="1063" y="2514"/>
                <a:ext cx="1" cy="1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6" name=""/>
              <p:cNvSpPr/>
              <p:nvPr/>
            </p:nvSpPr>
            <p:spPr>
              <a:xfrm rot="0" flipH="1">
                <a:off x="1097" y="2514"/>
                <a:ext cx="5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7" name=""/>
              <p:cNvSpPr/>
              <p:nvPr/>
            </p:nvSpPr>
            <p:spPr>
              <a:xfrm rot="0">
                <a:off x="1078" y="2502"/>
                <a:ext cx="6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8" name=""/>
              <p:cNvSpPr/>
              <p:nvPr/>
            </p:nvSpPr>
            <p:spPr>
              <a:xfrm rot="0" flipV="1">
                <a:off x="1117" y="2547"/>
                <a:ext cx="30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49" name=""/>
              <p:cNvSpPr/>
              <p:nvPr/>
            </p:nvSpPr>
            <p:spPr>
              <a:xfrm rot="0" flipV="1">
                <a:off x="1130" y="2531"/>
                <a:ext cx="27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0" name=""/>
              <p:cNvSpPr/>
              <p:nvPr/>
            </p:nvSpPr>
            <p:spPr>
              <a:xfrm rot="0">
                <a:off x="1139" y="2529"/>
                <a:ext cx="18" cy="47"/>
              </a:xfrm>
              <a:custGeom>
                <a:avLst/>
                <a:ahLst/>
                <a:rect l="0" t="0" r="r" b="b"/>
                <a:pathLst>
                  <a:path w="69" h="185">
                    <a:moveTo>
                      <a:pt x="69" y="0"/>
                    </a:moveTo>
                    <a:lnTo>
                      <a:pt x="55" y="93"/>
                    </a:lnTo>
                    <a:lnTo>
                      <a:pt x="27" y="185"/>
                    </a:lnTo>
                    <a:lnTo>
                      <a:pt x="0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1" name=""/>
              <p:cNvSpPr/>
              <p:nvPr/>
            </p:nvSpPr>
            <p:spPr>
              <a:xfrm rot="0" flipH="1">
                <a:off x="1129" y="2499"/>
                <a:ext cx="7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2" name=""/>
              <p:cNvSpPr/>
              <p:nvPr/>
            </p:nvSpPr>
            <p:spPr>
              <a:xfrm rot="0" flipV="1">
                <a:off x="1133" y="2513"/>
                <a:ext cx="28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3" name=""/>
              <p:cNvSpPr/>
              <p:nvPr/>
            </p:nvSpPr>
            <p:spPr>
              <a:xfrm rot="0">
                <a:off x="1177" y="2509"/>
                <a:ext cx="40" cy="59"/>
              </a:xfrm>
              <a:custGeom>
                <a:avLst/>
                <a:ahLst/>
                <a:rect l="0" t="0" r="r" b="b"/>
                <a:pathLst>
                  <a:path w="156" h="234">
                    <a:moveTo>
                      <a:pt x="0" y="0"/>
                    </a:moveTo>
                    <a:lnTo>
                      <a:pt x="77" y="234"/>
                    </a:lnTo>
                    <a:lnTo>
                      <a:pt x="1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4" name=""/>
              <p:cNvSpPr/>
              <p:nvPr/>
            </p:nvSpPr>
            <p:spPr>
              <a:xfrm rot="0" flipV="1">
                <a:off x="1251" y="2506"/>
                <a:ext cx="4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5" name=""/>
              <p:cNvSpPr/>
              <p:nvPr/>
            </p:nvSpPr>
            <p:spPr>
              <a:xfrm rot="0" flipH="1">
                <a:off x="1238" y="2523"/>
                <a:ext cx="33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6" name=""/>
              <p:cNvSpPr/>
              <p:nvPr/>
            </p:nvSpPr>
            <p:spPr>
              <a:xfrm rot="0" flipH="1">
                <a:off x="1249" y="2535"/>
                <a:ext cx="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7" name=""/>
              <p:cNvSpPr/>
              <p:nvPr/>
            </p:nvSpPr>
            <p:spPr>
              <a:xfrm rot="0" flipV="1">
                <a:off x="1249" y="2547"/>
                <a:ext cx="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8" name=""/>
              <p:cNvSpPr/>
              <p:nvPr/>
            </p:nvSpPr>
            <p:spPr>
              <a:xfrm rot="0" flipH="1">
                <a:off x="1260" y="2525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59" name=""/>
              <p:cNvSpPr/>
              <p:nvPr/>
            </p:nvSpPr>
            <p:spPr>
              <a:xfrm rot="0">
                <a:off x="1249" y="2526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0" name=""/>
              <p:cNvSpPr/>
              <p:nvPr/>
            </p:nvSpPr>
            <p:spPr>
              <a:xfrm rot="0" flipV="1">
                <a:off x="1269" y="2519"/>
                <a:ext cx="3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1" name=""/>
              <p:cNvSpPr/>
              <p:nvPr/>
            </p:nvSpPr>
            <p:spPr>
              <a:xfrm rot="0" flipV="1">
                <a:off x="1239" y="2563"/>
                <a:ext cx="3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2" name=""/>
              <p:cNvSpPr/>
              <p:nvPr/>
            </p:nvSpPr>
            <p:spPr>
              <a:xfrm rot="0">
                <a:off x="1238" y="2520"/>
                <a:ext cx="1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3" name=""/>
              <p:cNvSpPr/>
              <p:nvPr/>
            </p:nvSpPr>
            <p:spPr>
              <a:xfrm rot="0" flipH="1">
                <a:off x="1232" y="2504"/>
                <a:ext cx="45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4" name=""/>
              <p:cNvSpPr/>
              <p:nvPr/>
            </p:nvSpPr>
            <p:spPr>
              <a:xfrm rot="0" flipH="1">
                <a:off x="1298" y="2501"/>
                <a:ext cx="5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5" name=""/>
              <p:cNvSpPr/>
              <p:nvPr/>
            </p:nvSpPr>
            <p:spPr>
              <a:xfrm rot="0" flipV="1">
                <a:off x="1294" y="2557"/>
                <a:ext cx="1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6" name=""/>
              <p:cNvSpPr/>
              <p:nvPr/>
            </p:nvSpPr>
            <p:spPr>
              <a:xfrm rot="0" flipV="1">
                <a:off x="1308" y="2519"/>
                <a:ext cx="2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7" name=""/>
              <p:cNvSpPr/>
              <p:nvPr/>
            </p:nvSpPr>
            <p:spPr>
              <a:xfrm rot="0" flipH="1">
                <a:off x="1295" y="2521"/>
                <a:ext cx="1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8" name=""/>
              <p:cNvSpPr/>
              <p:nvPr/>
            </p:nvSpPr>
            <p:spPr>
              <a:xfrm rot="0" flipV="1">
                <a:off x="1294" y="2539"/>
                <a:ext cx="1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69" name=""/>
              <p:cNvSpPr/>
              <p:nvPr/>
            </p:nvSpPr>
            <p:spPr>
              <a:xfrm rot="0" flipH="1">
                <a:off x="1312" y="2500"/>
                <a:ext cx="10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0" name=""/>
              <p:cNvSpPr/>
              <p:nvPr/>
            </p:nvSpPr>
            <p:spPr>
              <a:xfrm rot="0" flipH="1" flipV="1">
                <a:off x="1321" y="2563"/>
                <a:ext cx="7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1" name=""/>
              <p:cNvSpPr/>
              <p:nvPr/>
            </p:nvSpPr>
            <p:spPr>
              <a:xfrm rot="0">
                <a:off x="1318" y="2534"/>
                <a:ext cx="6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2" name=""/>
              <p:cNvSpPr/>
              <p:nvPr/>
            </p:nvSpPr>
            <p:spPr>
              <a:xfrm rot="0">
                <a:off x="1328" y="2517"/>
                <a:ext cx="6" cy="58"/>
              </a:xfrm>
              <a:custGeom>
                <a:avLst/>
                <a:ahLst/>
                <a:rect l="0" t="0" r="r" b="b"/>
                <a:pathLst>
                  <a:path w="24" h="231">
                    <a:moveTo>
                      <a:pt x="0" y="231"/>
                    </a:moveTo>
                    <a:lnTo>
                      <a:pt x="14" y="135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3" name=""/>
              <p:cNvSpPr/>
              <p:nvPr/>
            </p:nvSpPr>
            <p:spPr>
              <a:xfrm rot="0" flipV="1">
                <a:off x="1317" y="2520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4" name=""/>
              <p:cNvSpPr/>
              <p:nvPr/>
            </p:nvSpPr>
            <p:spPr>
              <a:xfrm rot="0">
                <a:off x="1294" y="2518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5" name=""/>
              <p:cNvSpPr/>
              <p:nvPr/>
            </p:nvSpPr>
            <p:spPr>
              <a:xfrm rot="0">
                <a:off x="1351" y="2504"/>
                <a:ext cx="1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6" name=""/>
              <p:cNvSpPr/>
              <p:nvPr/>
            </p:nvSpPr>
            <p:spPr>
              <a:xfrm rot="0" flipV="1">
                <a:off x="1352" y="2508"/>
                <a:ext cx="1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7" name=""/>
              <p:cNvSpPr/>
              <p:nvPr/>
            </p:nvSpPr>
            <p:spPr>
              <a:xfrm rot="0" flipH="1">
                <a:off x="1364" y="2506"/>
                <a:ext cx="1" cy="1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8" name=""/>
              <p:cNvSpPr/>
              <p:nvPr/>
            </p:nvSpPr>
            <p:spPr>
              <a:xfrm rot="0" flipH="1">
                <a:off x="1352" y="2524"/>
                <a:ext cx="1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79" name=""/>
              <p:cNvSpPr/>
              <p:nvPr/>
            </p:nvSpPr>
            <p:spPr>
              <a:xfrm rot="0" flipV="1">
                <a:off x="1358" y="2539"/>
                <a:ext cx="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0" name=""/>
              <p:cNvSpPr/>
              <p:nvPr/>
            </p:nvSpPr>
            <p:spPr>
              <a:xfrm rot="0" flipV="1">
                <a:off x="1346" y="2559"/>
                <a:ext cx="21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1" name=""/>
              <p:cNvSpPr/>
              <p:nvPr/>
            </p:nvSpPr>
            <p:spPr>
              <a:xfrm rot="0" flipV="1">
                <a:off x="1358" y="2526"/>
                <a:ext cx="1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2" name=""/>
              <p:cNvSpPr/>
              <p:nvPr/>
            </p:nvSpPr>
            <p:spPr>
              <a:xfrm rot="0">
                <a:off x="1351" y="2536"/>
                <a:ext cx="1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3" name=""/>
              <p:cNvSpPr/>
              <p:nvPr/>
            </p:nvSpPr>
            <p:spPr>
              <a:xfrm rot="0">
                <a:off x="1370" y="2506"/>
                <a:ext cx="1" cy="6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4" name=""/>
              <p:cNvSpPr/>
              <p:nvPr/>
            </p:nvSpPr>
            <p:spPr>
              <a:xfrm rot="0" flipV="1">
                <a:off x="1370" y="2507"/>
                <a:ext cx="20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5" name=""/>
              <p:cNvSpPr/>
              <p:nvPr/>
            </p:nvSpPr>
            <p:spPr>
              <a:xfrm rot="0" flipV="1">
                <a:off x="1370" y="2526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6" name=""/>
              <p:cNvSpPr/>
              <p:nvPr/>
            </p:nvSpPr>
            <p:spPr>
              <a:xfrm rot="0" flipH="1">
                <a:off x="1385" y="2525"/>
                <a:ext cx="2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7" name=""/>
              <p:cNvSpPr/>
              <p:nvPr/>
            </p:nvSpPr>
            <p:spPr>
              <a:xfrm rot="0" flipH="1">
                <a:off x="1370" y="2548"/>
                <a:ext cx="16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8" name=""/>
              <p:cNvSpPr/>
              <p:nvPr/>
            </p:nvSpPr>
            <p:spPr>
              <a:xfrm rot="0" flipH="1">
                <a:off x="1370" y="2568"/>
                <a:ext cx="21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89" name=""/>
              <p:cNvSpPr/>
              <p:nvPr/>
            </p:nvSpPr>
            <p:spPr>
              <a:xfrm rot="0">
                <a:off x="1427" y="2547"/>
                <a:ext cx="6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0" name=""/>
              <p:cNvSpPr/>
              <p:nvPr/>
            </p:nvSpPr>
            <p:spPr>
              <a:xfrm rot="0" flipV="1">
                <a:off x="1412" y="2552"/>
                <a:ext cx="17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1" name=""/>
              <p:cNvSpPr/>
              <p:nvPr/>
            </p:nvSpPr>
            <p:spPr>
              <a:xfrm rot="0" flipV="1">
                <a:off x="1407" y="2539"/>
                <a:ext cx="3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2" name=""/>
              <p:cNvSpPr/>
              <p:nvPr/>
            </p:nvSpPr>
            <p:spPr>
              <a:xfrm rot="0">
                <a:off x="1406" y="2537"/>
                <a:ext cx="1" cy="3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3" name=""/>
              <p:cNvSpPr/>
              <p:nvPr/>
            </p:nvSpPr>
            <p:spPr>
              <a:xfrm rot="0">
                <a:off x="1415" y="2515"/>
                <a:ext cx="17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4" name=""/>
              <p:cNvSpPr/>
              <p:nvPr/>
            </p:nvSpPr>
            <p:spPr>
              <a:xfrm rot="0" flipH="1">
                <a:off x="1415" y="2514"/>
                <a:ext cx="16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5" name=""/>
              <p:cNvSpPr/>
              <p:nvPr/>
            </p:nvSpPr>
            <p:spPr>
              <a:xfrm rot="0" flipV="1">
                <a:off x="1435" y="2515"/>
                <a:ext cx="2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6" name=""/>
              <p:cNvSpPr/>
              <p:nvPr/>
            </p:nvSpPr>
            <p:spPr>
              <a:xfrm rot="0" flipV="1">
                <a:off x="1410" y="2534"/>
                <a:ext cx="2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7" name=""/>
              <p:cNvSpPr/>
              <p:nvPr/>
            </p:nvSpPr>
            <p:spPr>
              <a:xfrm rot="0">
                <a:off x="1412" y="2516"/>
                <a:ext cx="1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8" name=""/>
              <p:cNvSpPr/>
              <p:nvPr/>
            </p:nvSpPr>
            <p:spPr>
              <a:xfrm rot="0" flipV="1">
                <a:off x="1403" y="2507"/>
                <a:ext cx="43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499" name=""/>
              <p:cNvSpPr/>
              <p:nvPr/>
            </p:nvSpPr>
            <p:spPr>
              <a:xfrm rot="0">
                <a:off x="1422" y="2497"/>
                <a:ext cx="3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0" name=""/>
              <p:cNvSpPr/>
              <p:nvPr/>
            </p:nvSpPr>
            <p:spPr>
              <a:xfrm rot="0" flipH="1">
                <a:off x="1413" y="2535"/>
                <a:ext cx="11" cy="2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1" name=""/>
              <p:cNvSpPr/>
              <p:nvPr/>
            </p:nvSpPr>
            <p:spPr>
              <a:xfrm rot="0">
                <a:off x="1430" y="2538"/>
                <a:ext cx="12" cy="38"/>
              </a:xfrm>
              <a:custGeom>
                <a:avLst/>
                <a:ahLst/>
                <a:rect l="0" t="0" r="r" b="b"/>
                <a:pathLst>
                  <a:path w="48" h="151">
                    <a:moveTo>
                      <a:pt x="48" y="0"/>
                    </a:moveTo>
                    <a:lnTo>
                      <a:pt x="27" y="151"/>
                    </a:lnTo>
                    <a:lnTo>
                      <a:pt x="0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2" name=""/>
              <p:cNvSpPr/>
              <p:nvPr/>
            </p:nvSpPr>
            <p:spPr>
              <a:xfrm rot="0" flipH="1">
                <a:off x="1478" y="2528"/>
                <a:ext cx="5" cy="1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3" name=""/>
              <p:cNvSpPr/>
              <p:nvPr/>
            </p:nvSpPr>
            <p:spPr>
              <a:xfrm rot="0" flipV="1">
                <a:off x="1464" y="2524"/>
                <a:ext cx="38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4" name=""/>
              <p:cNvSpPr/>
              <p:nvPr/>
            </p:nvSpPr>
            <p:spPr>
              <a:xfrm rot="0">
                <a:off x="1484" y="2539"/>
                <a:ext cx="7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5" name=""/>
              <p:cNvSpPr/>
              <p:nvPr/>
            </p:nvSpPr>
            <p:spPr>
              <a:xfrm rot="0">
                <a:off x="1484" y="2521"/>
                <a:ext cx="19" cy="55"/>
              </a:xfrm>
              <a:custGeom>
                <a:avLst/>
                <a:ahLst/>
                <a:rect l="0" t="0" r="r" b="b"/>
                <a:pathLst>
                  <a:path w="77" h="220">
                    <a:moveTo>
                      <a:pt x="77" y="0"/>
                    </a:moveTo>
                    <a:lnTo>
                      <a:pt x="42" y="220"/>
                    </a:lnTo>
                    <a:lnTo>
                      <a:pt x="0" y="1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6" name=""/>
              <p:cNvSpPr/>
              <p:nvPr/>
            </p:nvSpPr>
            <p:spPr>
              <a:xfrm rot="0">
                <a:off x="1470" y="2505"/>
                <a:ext cx="8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7" name=""/>
              <p:cNvSpPr/>
              <p:nvPr/>
            </p:nvSpPr>
            <p:spPr>
              <a:xfrm rot="0" flipV="1">
                <a:off x="1461" y="2546"/>
                <a:ext cx="17" cy="2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8" name=""/>
              <p:cNvSpPr/>
              <p:nvPr/>
            </p:nvSpPr>
            <p:spPr>
              <a:xfrm rot="0" flipV="1">
                <a:off x="1483" y="2498"/>
                <a:ext cx="4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09" name=""/>
              <p:cNvSpPr/>
              <p:nvPr/>
            </p:nvSpPr>
            <p:spPr>
              <a:xfrm rot="0">
                <a:off x="1520" y="2509"/>
                <a:ext cx="13" cy="10"/>
              </a:xfrm>
              <a:custGeom>
                <a:avLst/>
                <a:ahLst/>
                <a:rect l="0" t="0" r="r" b="b"/>
                <a:pathLst>
                  <a:path w="51" h="39">
                    <a:moveTo>
                      <a:pt x="51" y="0"/>
                    </a:moveTo>
                    <a:lnTo>
                      <a:pt x="41" y="1"/>
                    </a:lnTo>
                    <a:lnTo>
                      <a:pt x="30" y="5"/>
                    </a:lnTo>
                    <a:lnTo>
                      <a:pt x="19" y="11"/>
                    </a:lnTo>
                    <a:lnTo>
                      <a:pt x="10" y="19"/>
                    </a:lnTo>
                    <a:lnTo>
                      <a:pt x="4" y="28"/>
                    </a:lnTo>
                    <a:lnTo>
                      <a:pt x="0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0" name=""/>
              <p:cNvSpPr/>
              <p:nvPr/>
            </p:nvSpPr>
            <p:spPr>
              <a:xfrm rot="0">
                <a:off x="1533" y="2509"/>
                <a:ext cx="13" cy="20"/>
              </a:xfrm>
              <a:custGeom>
                <a:avLst/>
                <a:ahLst/>
                <a:rect l="0" t="0" r="r" b="b"/>
                <a:pathLst>
                  <a:path w="53" h="80">
                    <a:moveTo>
                      <a:pt x="45" y="80"/>
                    </a:moveTo>
                    <a:lnTo>
                      <a:pt x="50" y="70"/>
                    </a:lnTo>
                    <a:lnTo>
                      <a:pt x="52" y="59"/>
                    </a:lnTo>
                    <a:lnTo>
                      <a:pt x="53" y="47"/>
                    </a:lnTo>
                    <a:lnTo>
                      <a:pt x="51" y="37"/>
                    </a:lnTo>
                    <a:lnTo>
                      <a:pt x="47" y="27"/>
                    </a:lnTo>
                    <a:lnTo>
                      <a:pt x="40" y="18"/>
                    </a:lnTo>
                    <a:lnTo>
                      <a:pt x="32" y="11"/>
                    </a:lnTo>
                    <a:lnTo>
                      <a:pt x="22" y="4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1" name=""/>
              <p:cNvSpPr/>
              <p:nvPr/>
            </p:nvSpPr>
            <p:spPr>
              <a:xfrm rot="0">
                <a:off x="1520" y="2529"/>
                <a:ext cx="26" cy="39"/>
              </a:xfrm>
              <a:custGeom>
                <a:avLst/>
                <a:ahLst/>
                <a:rect l="0" t="0" r="r" b="b"/>
                <a:pathLst>
                  <a:path w="104" h="154">
                    <a:moveTo>
                      <a:pt x="96" y="0"/>
                    </a:moveTo>
                    <a:lnTo>
                      <a:pt x="0" y="154"/>
                    </a:lnTo>
                    <a:lnTo>
                      <a:pt x="104" y="1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2" name=""/>
              <p:cNvSpPr/>
              <p:nvPr/>
            </p:nvSpPr>
            <p:spPr>
              <a:xfrm rot="0">
                <a:off x="1565" y="2513"/>
                <a:ext cx="7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26" y="0"/>
                    </a:moveTo>
                    <a:lnTo>
                      <a:pt x="16" y="23"/>
                    </a:lnTo>
                    <a:lnTo>
                      <a:pt x="8" y="45"/>
                    </a:lnTo>
                    <a:lnTo>
                      <a:pt x="3" y="68"/>
                    </a:lnTo>
                    <a:lnTo>
                      <a:pt x="0" y="93"/>
                    </a:lnTo>
                    <a:lnTo>
                      <a:pt x="0" y="116"/>
                    </a:lnTo>
                    <a:lnTo>
                      <a:pt x="3" y="140"/>
                    </a:lnTo>
                    <a:lnTo>
                      <a:pt x="8" y="164"/>
                    </a:lnTo>
                    <a:lnTo>
                      <a:pt x="16" y="187"/>
                    </a:lnTo>
                    <a:lnTo>
                      <a:pt x="26" y="2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3" name=""/>
              <p:cNvSpPr/>
              <p:nvPr/>
            </p:nvSpPr>
            <p:spPr>
              <a:xfrm rot="0">
                <a:off x="1572" y="2509"/>
                <a:ext cx="13" cy="4"/>
              </a:xfrm>
              <a:custGeom>
                <a:avLst/>
                <a:ahLst/>
                <a:rect l="0" t="0" r="r" b="b"/>
                <a:pathLst>
                  <a:path w="52" h="13">
                    <a:moveTo>
                      <a:pt x="52" y="13"/>
                    </a:moveTo>
                    <a:lnTo>
                      <a:pt x="46" y="7"/>
                    </a:lnTo>
                    <a:lnTo>
                      <a:pt x="39" y="3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3" y="3"/>
                    </a:lnTo>
                    <a:lnTo>
                      <a:pt x="6" y="7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4" name=""/>
              <p:cNvSpPr/>
              <p:nvPr/>
            </p:nvSpPr>
            <p:spPr>
              <a:xfrm rot="0">
                <a:off x="1585" y="2513"/>
                <a:ext cx="6" cy="52"/>
              </a:xfrm>
              <a:custGeom>
                <a:avLst/>
                <a:ahLst/>
                <a:rect l="0" t="0" r="r" b="b"/>
                <a:pathLst>
                  <a:path w="26" h="208">
                    <a:moveTo>
                      <a:pt x="0" y="208"/>
                    </a:moveTo>
                    <a:lnTo>
                      <a:pt x="10" y="187"/>
                    </a:lnTo>
                    <a:lnTo>
                      <a:pt x="18" y="164"/>
                    </a:lnTo>
                    <a:lnTo>
                      <a:pt x="23" y="140"/>
                    </a:lnTo>
                    <a:lnTo>
                      <a:pt x="26" y="116"/>
                    </a:lnTo>
                    <a:lnTo>
                      <a:pt x="26" y="93"/>
                    </a:lnTo>
                    <a:lnTo>
                      <a:pt x="23" y="68"/>
                    </a:lnTo>
                    <a:lnTo>
                      <a:pt x="18" y="45"/>
                    </a:lnTo>
                    <a:lnTo>
                      <a:pt x="10" y="23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5" name=""/>
              <p:cNvSpPr/>
              <p:nvPr/>
            </p:nvSpPr>
            <p:spPr>
              <a:xfrm rot="0">
                <a:off x="1572" y="2565"/>
                <a:ext cx="13" cy="3"/>
              </a:xfrm>
              <a:custGeom>
                <a:avLst/>
                <a:ahLst/>
                <a:rect l="0" t="0" r="r" b="b"/>
                <a:pathLst>
                  <a:path w="52" h="13">
                    <a:moveTo>
                      <a:pt x="0" y="0"/>
                    </a:moveTo>
                    <a:lnTo>
                      <a:pt x="6" y="7"/>
                    </a:lnTo>
                    <a:lnTo>
                      <a:pt x="13" y="11"/>
                    </a:lnTo>
                    <a:lnTo>
                      <a:pt x="21" y="13"/>
                    </a:lnTo>
                    <a:lnTo>
                      <a:pt x="30" y="13"/>
                    </a:lnTo>
                    <a:lnTo>
                      <a:pt x="39" y="11"/>
                    </a:lnTo>
                    <a:lnTo>
                      <a:pt x="46" y="7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6" name=""/>
              <p:cNvSpPr/>
              <p:nvPr/>
            </p:nvSpPr>
            <p:spPr>
              <a:xfrm rot="0">
                <a:off x="1611" y="2529"/>
                <a:ext cx="28" cy="39"/>
              </a:xfrm>
              <a:custGeom>
                <a:avLst/>
                <a:ahLst/>
                <a:rect l="0" t="0" r="r" b="b"/>
                <a:pathLst>
                  <a:path w="111" h="155">
                    <a:moveTo>
                      <a:pt x="0" y="155"/>
                    </a:moveTo>
                    <a:lnTo>
                      <a:pt x="0" y="0"/>
                    </a:lnTo>
                    <a:lnTo>
                      <a:pt x="1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7" name=""/>
              <p:cNvSpPr/>
              <p:nvPr/>
            </p:nvSpPr>
            <p:spPr>
              <a:xfrm rot="0">
                <a:off x="1639" y="2529"/>
                <a:ext cx="11" cy="12"/>
              </a:xfrm>
              <a:custGeom>
                <a:avLst/>
                <a:ahLst/>
                <a:rect l="0" t="0" r="r" b="b"/>
                <a:pathLst>
                  <a:path w="45" h="45">
                    <a:moveTo>
                      <a:pt x="45" y="45"/>
                    </a:moveTo>
                    <a:lnTo>
                      <a:pt x="44" y="34"/>
                    </a:lnTo>
                    <a:lnTo>
                      <a:pt x="41" y="26"/>
                    </a:lnTo>
                    <a:lnTo>
                      <a:pt x="35" y="17"/>
                    </a:lnTo>
                    <a:lnTo>
                      <a:pt x="28" y="9"/>
                    </a:lnTo>
                    <a:lnTo>
                      <a:pt x="19" y="4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8" name=""/>
              <p:cNvSpPr/>
              <p:nvPr/>
            </p:nvSpPr>
            <p:spPr>
              <a:xfrm rot="0">
                <a:off x="1650" y="2541"/>
                <a:ext cx="1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19" name=""/>
              <p:cNvSpPr/>
              <p:nvPr/>
            </p:nvSpPr>
            <p:spPr>
              <a:xfrm rot="0" flipV="1">
                <a:off x="1631" y="2529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0" name=""/>
              <p:cNvSpPr/>
              <p:nvPr/>
            </p:nvSpPr>
            <p:spPr>
              <a:xfrm rot="0">
                <a:off x="1669" y="2529"/>
                <a:ext cx="28" cy="39"/>
              </a:xfrm>
              <a:custGeom>
                <a:avLst/>
                <a:ahLst/>
                <a:rect l="0" t="0" r="r" b="b"/>
                <a:pathLst>
                  <a:path w="111" h="155">
                    <a:moveTo>
                      <a:pt x="0" y="155"/>
                    </a:moveTo>
                    <a:lnTo>
                      <a:pt x="0" y="0"/>
                    </a:lnTo>
                    <a:lnTo>
                      <a:pt x="1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1" name=""/>
              <p:cNvSpPr/>
              <p:nvPr/>
            </p:nvSpPr>
            <p:spPr>
              <a:xfrm rot="0">
                <a:off x="1697" y="2529"/>
                <a:ext cx="12" cy="12"/>
              </a:xfrm>
              <a:custGeom>
                <a:avLst/>
                <a:ahLst/>
                <a:rect l="0" t="0" r="r" b="b"/>
                <a:pathLst>
                  <a:path w="45" h="45">
                    <a:moveTo>
                      <a:pt x="45" y="45"/>
                    </a:moveTo>
                    <a:lnTo>
                      <a:pt x="44" y="34"/>
                    </a:lnTo>
                    <a:lnTo>
                      <a:pt x="41" y="26"/>
                    </a:lnTo>
                    <a:lnTo>
                      <a:pt x="35" y="17"/>
                    </a:lnTo>
                    <a:lnTo>
                      <a:pt x="28" y="9"/>
                    </a:lnTo>
                    <a:lnTo>
                      <a:pt x="19" y="4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2" name=""/>
              <p:cNvSpPr/>
              <p:nvPr/>
            </p:nvSpPr>
            <p:spPr>
              <a:xfrm rot="0">
                <a:off x="1709" y="2541"/>
                <a:ext cx="1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3" name=""/>
              <p:cNvSpPr/>
              <p:nvPr/>
            </p:nvSpPr>
            <p:spPr>
              <a:xfrm rot="0" flipV="1">
                <a:off x="1689" y="2529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4" name=""/>
              <p:cNvSpPr/>
              <p:nvPr/>
            </p:nvSpPr>
            <p:spPr>
              <a:xfrm rot="0">
                <a:off x="1726" y="2549"/>
                <a:ext cx="7" cy="7"/>
              </a:xfrm>
              <a:custGeom>
                <a:avLst/>
                <a:ahLst/>
                <a:rect l="0" t="0" r="r" b="b"/>
                <a:pathLst>
                  <a:path w="27" h="28">
                    <a:moveTo>
                      <a:pt x="0" y="14"/>
                    </a:moveTo>
                    <a:lnTo>
                      <a:pt x="1" y="19"/>
                    </a:lnTo>
                    <a:lnTo>
                      <a:pt x="5" y="23"/>
                    </a:lnTo>
                    <a:lnTo>
                      <a:pt x="9" y="27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4" y="23"/>
                    </a:lnTo>
                    <a:lnTo>
                      <a:pt x="26" y="19"/>
                    </a:lnTo>
                    <a:lnTo>
                      <a:pt x="27" y="14"/>
                    </a:lnTo>
                    <a:lnTo>
                      <a:pt x="26" y="8"/>
                    </a:lnTo>
                    <a:lnTo>
                      <a:pt x="24" y="4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1" y="8"/>
                    </a:lnTo>
                    <a:lnTo>
                      <a:pt x="0" y="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5" name=""/>
              <p:cNvSpPr/>
              <p:nvPr/>
            </p:nvSpPr>
            <p:spPr>
              <a:xfrm rot="0">
                <a:off x="1727" y="2550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21" y="10"/>
                    </a:moveTo>
                    <a:lnTo>
                      <a:pt x="20" y="4"/>
                    </a:lnTo>
                    <a:lnTo>
                      <a:pt x="16" y="1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6" y="18"/>
                    </a:lnTo>
                    <a:lnTo>
                      <a:pt x="11" y="20"/>
                    </a:lnTo>
                    <a:lnTo>
                      <a:pt x="16" y="18"/>
                    </a:lnTo>
                    <a:lnTo>
                      <a:pt x="20" y="15"/>
                    </a:lnTo>
                    <a:lnTo>
                      <a:pt x="21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6" name=""/>
              <p:cNvSpPr/>
              <p:nvPr/>
            </p:nvSpPr>
            <p:spPr>
              <a:xfrm rot="0">
                <a:off x="1728" y="2551"/>
                <a:ext cx="3" cy="3"/>
              </a:xfrm>
              <a:custGeom>
                <a:avLst/>
                <a:ahLst/>
                <a:rect l="0" t="0" r="r" b="b"/>
                <a:pathLst>
                  <a:path w="14" h="14">
                    <a:moveTo>
                      <a:pt x="14" y="7"/>
                    </a:moveTo>
                    <a:lnTo>
                      <a:pt x="13" y="3"/>
                    </a:lnTo>
                    <a:lnTo>
                      <a:pt x="11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7" y="14"/>
                    </a:lnTo>
                    <a:lnTo>
                      <a:pt x="11" y="13"/>
                    </a:lnTo>
                    <a:lnTo>
                      <a:pt x="13" y="10"/>
                    </a:lnTo>
                    <a:lnTo>
                      <a:pt x="14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7" name=""/>
              <p:cNvSpPr/>
              <p:nvPr/>
            </p:nvSpPr>
            <p:spPr>
              <a:xfrm rot="0">
                <a:off x="1728" y="2552"/>
                <a:ext cx="2" cy="1"/>
              </a:xfrm>
              <a:custGeom>
                <a:avLst/>
                <a:ahLst/>
                <a:rect l="0" t="0" r="r" b="b"/>
                <a:pathLst>
                  <a:path w="8" h="7">
                    <a:moveTo>
                      <a:pt x="8" y="4"/>
                    </a:moveTo>
                    <a:lnTo>
                      <a:pt x="6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4" y="7"/>
                    </a:lnTo>
                    <a:lnTo>
                      <a:pt x="6" y="6"/>
                    </a:lnTo>
                    <a:lnTo>
                      <a:pt x="8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8" name=""/>
              <p:cNvSpPr/>
              <p:nvPr/>
            </p:nvSpPr>
            <p:spPr>
              <a:xfrm rot="0">
                <a:off x="1723" y="2553"/>
                <a:ext cx="10" cy="13"/>
              </a:xfrm>
              <a:custGeom>
                <a:avLst/>
                <a:ahLst/>
                <a:rect l="0" t="0" r="r" b="b"/>
                <a:pathLst>
                  <a:path w="41" h="52">
                    <a:moveTo>
                      <a:pt x="41" y="0"/>
                    </a:moveTo>
                    <a:lnTo>
                      <a:pt x="41" y="17"/>
                    </a:lnTo>
                    <a:lnTo>
                      <a:pt x="35" y="34"/>
                    </a:lnTo>
                    <a:lnTo>
                      <a:pt x="17" y="48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29" name=""/>
              <p:cNvSpPr/>
              <p:nvPr/>
            </p:nvSpPr>
            <p:spPr>
              <a:xfrm rot="0" flipV="1">
                <a:off x="1781" y="2517"/>
                <a:ext cx="4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0" name=""/>
              <p:cNvSpPr/>
              <p:nvPr/>
            </p:nvSpPr>
            <p:spPr>
              <a:xfrm rot="0">
                <a:off x="1810" y="2500"/>
                <a:ext cx="7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1" name=""/>
              <p:cNvSpPr/>
              <p:nvPr/>
            </p:nvSpPr>
            <p:spPr>
              <a:xfrm rot="0">
                <a:off x="1792" y="2498"/>
                <a:ext cx="11" cy="77"/>
              </a:xfrm>
              <a:custGeom>
                <a:avLst/>
                <a:ahLst/>
                <a:rect l="0" t="0" r="r" b="b"/>
                <a:pathLst>
                  <a:path w="42" h="306">
                    <a:moveTo>
                      <a:pt x="42" y="0"/>
                    </a:moveTo>
                    <a:lnTo>
                      <a:pt x="42" y="306"/>
                    </a:lnTo>
                    <a:lnTo>
                      <a:pt x="0" y="2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2" name=""/>
              <p:cNvSpPr/>
              <p:nvPr/>
            </p:nvSpPr>
            <p:spPr>
              <a:xfrm rot="0" flipV="1">
                <a:off x="1780" y="2544"/>
                <a:ext cx="19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3" name=""/>
              <p:cNvSpPr/>
              <p:nvPr/>
            </p:nvSpPr>
            <p:spPr>
              <a:xfrm rot="0" flipH="1" flipV="1">
                <a:off x="1785" y="2528"/>
                <a:ext cx="8" cy="1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4" name=""/>
              <p:cNvSpPr/>
              <p:nvPr/>
            </p:nvSpPr>
            <p:spPr>
              <a:xfrm rot="0">
                <a:off x="1803" y="2532"/>
                <a:ext cx="25" cy="30"/>
              </a:xfrm>
              <a:custGeom>
                <a:avLst/>
                <a:ahLst/>
                <a:rect l="0" t="0" r="r" b="b"/>
                <a:pathLst>
                  <a:path w="99" h="119">
                    <a:moveTo>
                      <a:pt x="0" y="0"/>
                    </a:moveTo>
                    <a:lnTo>
                      <a:pt x="68" y="119"/>
                    </a:lnTo>
                    <a:lnTo>
                      <a:pt x="99" y="1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5" name=""/>
              <p:cNvSpPr/>
              <p:nvPr/>
            </p:nvSpPr>
            <p:spPr>
              <a:xfrm rot="0" flipH="1">
                <a:off x="1807" y="2528"/>
                <a:ext cx="12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6" name=""/>
              <p:cNvSpPr/>
              <p:nvPr/>
            </p:nvSpPr>
            <p:spPr>
              <a:xfrm rot="0" flipV="1">
                <a:off x="1840" y="2512"/>
                <a:ext cx="41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7" name=""/>
              <p:cNvSpPr/>
              <p:nvPr/>
            </p:nvSpPr>
            <p:spPr>
              <a:xfrm rot="0" flipH="1">
                <a:off x="1870" y="2524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8" name=""/>
              <p:cNvSpPr/>
              <p:nvPr/>
            </p:nvSpPr>
            <p:spPr>
              <a:xfrm rot="0" flipV="1">
                <a:off x="1850" y="2526"/>
                <a:ext cx="2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39" name=""/>
              <p:cNvSpPr/>
              <p:nvPr/>
            </p:nvSpPr>
            <p:spPr>
              <a:xfrm rot="0" flipV="1">
                <a:off x="1836" y="2569"/>
                <a:ext cx="48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0" name=""/>
              <p:cNvSpPr/>
              <p:nvPr/>
            </p:nvSpPr>
            <p:spPr>
              <a:xfrm rot="0" flipV="1">
                <a:off x="1850" y="2558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1" name=""/>
              <p:cNvSpPr/>
              <p:nvPr/>
            </p:nvSpPr>
            <p:spPr>
              <a:xfrm rot="0" flipV="1">
                <a:off x="1850" y="2548"/>
                <a:ext cx="1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2" name=""/>
              <p:cNvSpPr/>
              <p:nvPr/>
            </p:nvSpPr>
            <p:spPr>
              <a:xfrm rot="0" flipV="1">
                <a:off x="1850" y="2538"/>
                <a:ext cx="1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3" name=""/>
              <p:cNvSpPr/>
              <p:nvPr/>
            </p:nvSpPr>
            <p:spPr>
              <a:xfrm rot="0">
                <a:off x="1850" y="2526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4" name=""/>
              <p:cNvSpPr/>
              <p:nvPr/>
            </p:nvSpPr>
            <p:spPr>
              <a:xfrm rot="0" flipH="1">
                <a:off x="1859" y="2500"/>
                <a:ext cx="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5" name=""/>
              <p:cNvSpPr/>
              <p:nvPr/>
            </p:nvSpPr>
            <p:spPr>
              <a:xfrm rot="0" flipH="1">
                <a:off x="1894" y="2542"/>
                <a:ext cx="1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6" name=""/>
              <p:cNvSpPr/>
              <p:nvPr/>
            </p:nvSpPr>
            <p:spPr>
              <a:xfrm rot="0" flipH="1">
                <a:off x="1896" y="2518"/>
                <a:ext cx="12" cy="2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7" name=""/>
              <p:cNvSpPr/>
              <p:nvPr/>
            </p:nvSpPr>
            <p:spPr>
              <a:xfrm rot="0" flipV="1">
                <a:off x="1892" y="2525"/>
                <a:ext cx="13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8" name=""/>
              <p:cNvSpPr/>
              <p:nvPr/>
            </p:nvSpPr>
            <p:spPr>
              <a:xfrm rot="0" flipV="1">
                <a:off x="1894" y="2554"/>
                <a:ext cx="17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49" name=""/>
              <p:cNvSpPr/>
              <p:nvPr/>
            </p:nvSpPr>
            <p:spPr>
              <a:xfrm rot="0" flipH="1">
                <a:off x="1894" y="2503"/>
                <a:ext cx="10" cy="2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0" name=""/>
              <p:cNvSpPr/>
              <p:nvPr/>
            </p:nvSpPr>
            <p:spPr>
              <a:xfrm rot="0" flipV="1">
                <a:off x="1914" y="2517"/>
                <a:ext cx="19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1" name=""/>
              <p:cNvSpPr/>
              <p:nvPr/>
            </p:nvSpPr>
            <p:spPr>
              <a:xfrm rot="0" flipV="1">
                <a:off x="1913" y="2532"/>
                <a:ext cx="21" cy="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2" name=""/>
              <p:cNvSpPr/>
              <p:nvPr/>
            </p:nvSpPr>
            <p:spPr>
              <a:xfrm rot="0">
                <a:off x="1927" y="2557"/>
                <a:ext cx="13" cy="17"/>
              </a:xfrm>
              <a:custGeom>
                <a:avLst/>
                <a:ahLst/>
                <a:rect l="0" t="0" r="r" b="b"/>
                <a:pathLst>
                  <a:path w="48" h="69">
                    <a:moveTo>
                      <a:pt x="0" y="3"/>
                    </a:moveTo>
                    <a:lnTo>
                      <a:pt x="48" y="69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3" name=""/>
              <p:cNvSpPr/>
              <p:nvPr/>
            </p:nvSpPr>
            <p:spPr>
              <a:xfrm rot="0">
                <a:off x="1927" y="2504"/>
                <a:ext cx="6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4" name=""/>
              <p:cNvSpPr/>
              <p:nvPr/>
            </p:nvSpPr>
            <p:spPr>
              <a:xfrm rot="0">
                <a:off x="1919" y="2500"/>
                <a:ext cx="8" cy="58"/>
              </a:xfrm>
              <a:custGeom>
                <a:avLst/>
                <a:ahLst/>
                <a:rect l="0" t="0" r="r" b="b"/>
                <a:pathLst>
                  <a:path w="35" h="231">
                    <a:moveTo>
                      <a:pt x="0" y="0"/>
                    </a:moveTo>
                    <a:lnTo>
                      <a:pt x="11" y="159"/>
                    </a:lnTo>
                    <a:lnTo>
                      <a:pt x="35" y="2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5" name=""/>
              <p:cNvSpPr/>
              <p:nvPr/>
            </p:nvSpPr>
            <p:spPr>
              <a:xfrm rot="0">
                <a:off x="1909" y="2539"/>
                <a:ext cx="24" cy="31"/>
              </a:xfrm>
              <a:custGeom>
                <a:avLst/>
                <a:ahLst/>
                <a:rect l="0" t="0" r="r" b="b"/>
                <a:pathLst>
                  <a:path w="96" h="121">
                    <a:moveTo>
                      <a:pt x="96" y="0"/>
                    </a:moveTo>
                    <a:lnTo>
                      <a:pt x="66" y="52"/>
                    </a:lnTo>
                    <a:lnTo>
                      <a:pt x="0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6" name=""/>
              <p:cNvSpPr/>
              <p:nvPr/>
            </p:nvSpPr>
            <p:spPr>
              <a:xfrm rot="0" flipH="1">
                <a:off x="1953" y="2515"/>
                <a:ext cx="43" cy="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7" name=""/>
              <p:cNvSpPr/>
              <p:nvPr/>
            </p:nvSpPr>
            <p:spPr>
              <a:xfrm rot="0" flipH="1">
                <a:off x="1950" y="2533"/>
                <a:ext cx="14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8" name=""/>
              <p:cNvSpPr/>
              <p:nvPr/>
            </p:nvSpPr>
            <p:spPr>
              <a:xfrm rot="0">
                <a:off x="1963" y="2534"/>
                <a:ext cx="1" cy="4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59" name=""/>
              <p:cNvSpPr/>
              <p:nvPr/>
            </p:nvSpPr>
            <p:spPr>
              <a:xfrm rot="0" flipH="1">
                <a:off x="1969" y="2543"/>
                <a:ext cx="2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0" name=""/>
              <p:cNvSpPr/>
              <p:nvPr/>
            </p:nvSpPr>
            <p:spPr>
              <a:xfrm rot="0" flipV="1">
                <a:off x="1964" y="2565"/>
                <a:ext cx="3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1" name=""/>
              <p:cNvSpPr/>
              <p:nvPr/>
            </p:nvSpPr>
            <p:spPr>
              <a:xfrm rot="0" flipV="1">
                <a:off x="1980" y="2522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2" name=""/>
              <p:cNvSpPr/>
              <p:nvPr/>
            </p:nvSpPr>
            <p:spPr>
              <a:xfrm rot="0" flipV="1">
                <a:off x="1964" y="2499"/>
                <a:ext cx="12" cy="3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3" name=""/>
              <p:cNvSpPr/>
              <p:nvPr/>
            </p:nvSpPr>
            <p:spPr>
              <a:xfrm rot="0" flipV="1">
                <a:off x="2012" y="2509"/>
                <a:ext cx="1" cy="5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4" name=""/>
              <p:cNvSpPr/>
              <p:nvPr/>
            </p:nvSpPr>
            <p:spPr>
              <a:xfrm rot="0">
                <a:off x="2012" y="2536"/>
                <a:ext cx="3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5" name=""/>
              <p:cNvSpPr/>
              <p:nvPr/>
            </p:nvSpPr>
            <p:spPr>
              <a:xfrm rot="0">
                <a:off x="2044" y="2509"/>
                <a:ext cx="1" cy="5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6" name=""/>
              <p:cNvSpPr/>
              <p:nvPr/>
            </p:nvSpPr>
            <p:spPr>
              <a:xfrm rot="0" flipH="1">
                <a:off x="2071" y="25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7" name=""/>
              <p:cNvSpPr/>
              <p:nvPr/>
            </p:nvSpPr>
            <p:spPr>
              <a:xfrm rot="0">
                <a:off x="2072" y="2566"/>
                <a:ext cx="1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8" name=""/>
              <p:cNvSpPr/>
              <p:nvPr/>
            </p:nvSpPr>
            <p:spPr>
              <a:xfrm rot="0">
                <a:off x="2071" y="2563"/>
                <a:ext cx="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69" name=""/>
              <p:cNvSpPr/>
              <p:nvPr/>
            </p:nvSpPr>
            <p:spPr>
              <a:xfrm rot="0" flipH="1" flipV="1">
                <a:off x="2068" y="2559"/>
                <a:ext cx="2" cy="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0" name=""/>
              <p:cNvSpPr/>
              <p:nvPr/>
            </p:nvSpPr>
            <p:spPr>
              <a:xfrm rot="0" flipV="1">
                <a:off x="2070" y="2567"/>
                <a:ext cx="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1" name=""/>
              <p:cNvSpPr/>
              <p:nvPr/>
            </p:nvSpPr>
            <p:spPr>
              <a:xfrm rot="0">
                <a:off x="2060" y="2553"/>
                <a:ext cx="7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2" name=""/>
              <p:cNvSpPr/>
              <p:nvPr/>
            </p:nvSpPr>
            <p:spPr>
              <a:xfrm rot="0" flipH="1" flipV="1">
                <a:off x="2070" y="25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3" name=""/>
              <p:cNvSpPr/>
              <p:nvPr/>
            </p:nvSpPr>
            <p:spPr>
              <a:xfrm rot="0">
                <a:off x="2067" y="2558"/>
                <a:ext cx="4" cy="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4" name=""/>
              <p:cNvSpPr/>
              <p:nvPr/>
            </p:nvSpPr>
            <p:spPr>
              <a:xfrm rot="0">
                <a:off x="2121" y="2509"/>
                <a:ext cx="52" cy="59"/>
              </a:xfrm>
              <a:custGeom>
                <a:avLst/>
                <a:ahLst/>
                <a:rect l="0" t="0" r="r" b="b"/>
                <a:pathLst>
                  <a:path w="209" h="234">
                    <a:moveTo>
                      <a:pt x="0" y="0"/>
                    </a:moveTo>
                    <a:lnTo>
                      <a:pt x="52" y="234"/>
                    </a:lnTo>
                    <a:lnTo>
                      <a:pt x="104" y="79"/>
                    </a:lnTo>
                    <a:lnTo>
                      <a:pt x="156" y="234"/>
                    </a:lnTo>
                    <a:lnTo>
                      <a:pt x="20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5" name=""/>
              <p:cNvSpPr/>
              <p:nvPr/>
            </p:nvSpPr>
            <p:spPr>
              <a:xfrm rot="0" flipV="1">
                <a:off x="2207" y="2506"/>
                <a:ext cx="4" cy="1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6" name=""/>
              <p:cNvSpPr/>
              <p:nvPr/>
            </p:nvSpPr>
            <p:spPr>
              <a:xfrm rot="0" flipH="1">
                <a:off x="2195" y="2523"/>
                <a:ext cx="32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7" name=""/>
              <p:cNvSpPr/>
              <p:nvPr/>
            </p:nvSpPr>
            <p:spPr>
              <a:xfrm rot="0" flipH="1">
                <a:off x="2205" y="2535"/>
                <a:ext cx="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8" name=""/>
              <p:cNvSpPr/>
              <p:nvPr/>
            </p:nvSpPr>
            <p:spPr>
              <a:xfrm rot="0" flipV="1">
                <a:off x="2205" y="2547"/>
                <a:ext cx="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79" name=""/>
              <p:cNvSpPr/>
              <p:nvPr/>
            </p:nvSpPr>
            <p:spPr>
              <a:xfrm rot="0" flipH="1">
                <a:off x="2216" y="2525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0" name=""/>
              <p:cNvSpPr/>
              <p:nvPr/>
            </p:nvSpPr>
            <p:spPr>
              <a:xfrm rot="0">
                <a:off x="2205" y="2526"/>
                <a:ext cx="1" cy="3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1" name=""/>
              <p:cNvSpPr/>
              <p:nvPr/>
            </p:nvSpPr>
            <p:spPr>
              <a:xfrm rot="0" flipV="1">
                <a:off x="2226" y="2519"/>
                <a:ext cx="2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2" name=""/>
              <p:cNvSpPr/>
              <p:nvPr/>
            </p:nvSpPr>
            <p:spPr>
              <a:xfrm rot="0" flipV="1">
                <a:off x="2195" y="2563"/>
                <a:ext cx="31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3" name=""/>
              <p:cNvSpPr/>
              <p:nvPr/>
            </p:nvSpPr>
            <p:spPr>
              <a:xfrm rot="0">
                <a:off x="2195" y="2520"/>
                <a:ext cx="1" cy="5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4" name=""/>
              <p:cNvSpPr/>
              <p:nvPr/>
            </p:nvSpPr>
            <p:spPr>
              <a:xfrm rot="0" flipH="1">
                <a:off x="2189" y="2504"/>
                <a:ext cx="44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5" name=""/>
              <p:cNvSpPr/>
              <p:nvPr/>
            </p:nvSpPr>
            <p:spPr>
              <a:xfrm rot="0" flipV="1">
                <a:off x="2244" y="2565"/>
                <a:ext cx="48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6" name=""/>
              <p:cNvSpPr/>
              <p:nvPr/>
            </p:nvSpPr>
            <p:spPr>
              <a:xfrm rot="0">
                <a:off x="2268" y="2501"/>
                <a:ext cx="1" cy="6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7" name=""/>
              <p:cNvSpPr/>
              <p:nvPr/>
            </p:nvSpPr>
            <p:spPr>
              <a:xfrm rot="0" flipH="1">
                <a:off x="2268" y="2528"/>
                <a:ext cx="17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8" name=""/>
              <p:cNvSpPr/>
              <p:nvPr/>
            </p:nvSpPr>
            <p:spPr>
              <a:xfrm rot="0" flipH="1">
                <a:off x="2311" y="2501"/>
                <a:ext cx="5" cy="2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89" name=""/>
              <p:cNvSpPr/>
              <p:nvPr/>
            </p:nvSpPr>
            <p:spPr>
              <a:xfrm rot="0" flipV="1">
                <a:off x="2307" y="2557"/>
                <a:ext cx="12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0" name=""/>
              <p:cNvSpPr/>
              <p:nvPr/>
            </p:nvSpPr>
            <p:spPr>
              <a:xfrm rot="0" flipV="1">
                <a:off x="2321" y="2519"/>
                <a:ext cx="2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1" name=""/>
              <p:cNvSpPr/>
              <p:nvPr/>
            </p:nvSpPr>
            <p:spPr>
              <a:xfrm rot="0" flipH="1">
                <a:off x="2308" y="2521"/>
                <a:ext cx="14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2" name=""/>
              <p:cNvSpPr/>
              <p:nvPr/>
            </p:nvSpPr>
            <p:spPr>
              <a:xfrm rot="0" flipV="1">
                <a:off x="2307" y="2539"/>
                <a:ext cx="1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3" name=""/>
              <p:cNvSpPr/>
              <p:nvPr/>
            </p:nvSpPr>
            <p:spPr>
              <a:xfrm rot="0" flipH="1">
                <a:off x="2325" y="2500"/>
                <a:ext cx="10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4" name=""/>
              <p:cNvSpPr/>
              <p:nvPr/>
            </p:nvSpPr>
            <p:spPr>
              <a:xfrm rot="0" flipH="1" flipV="1">
                <a:off x="2334" y="2563"/>
                <a:ext cx="7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5" name=""/>
              <p:cNvSpPr/>
              <p:nvPr/>
            </p:nvSpPr>
            <p:spPr>
              <a:xfrm rot="0">
                <a:off x="2331" y="2534"/>
                <a:ext cx="7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6" name=""/>
              <p:cNvSpPr/>
              <p:nvPr/>
            </p:nvSpPr>
            <p:spPr>
              <a:xfrm rot="0">
                <a:off x="2341" y="2517"/>
                <a:ext cx="6" cy="58"/>
              </a:xfrm>
              <a:custGeom>
                <a:avLst/>
                <a:ahLst/>
                <a:rect l="0" t="0" r="r" b="b"/>
                <a:pathLst>
                  <a:path w="25" h="231">
                    <a:moveTo>
                      <a:pt x="0" y="231"/>
                    </a:moveTo>
                    <a:lnTo>
                      <a:pt x="14" y="135"/>
                    </a:lnTo>
                    <a:lnTo>
                      <a:pt x="2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7" name=""/>
              <p:cNvSpPr/>
              <p:nvPr/>
            </p:nvSpPr>
            <p:spPr>
              <a:xfrm rot="0" flipV="1">
                <a:off x="2330" y="2520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8" name=""/>
              <p:cNvSpPr/>
              <p:nvPr/>
            </p:nvSpPr>
            <p:spPr>
              <a:xfrm rot="0">
                <a:off x="2307" y="2518"/>
                <a:ext cx="1" cy="4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599" name=""/>
              <p:cNvSpPr/>
              <p:nvPr/>
            </p:nvSpPr>
            <p:spPr>
              <a:xfrm rot="0" flipH="1">
                <a:off x="2360" y="2521"/>
                <a:ext cx="1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0" name=""/>
              <p:cNvSpPr/>
              <p:nvPr/>
            </p:nvSpPr>
            <p:spPr>
              <a:xfrm rot="0">
                <a:off x="2362" y="2498"/>
                <a:ext cx="8" cy="77"/>
              </a:xfrm>
              <a:custGeom>
                <a:avLst/>
                <a:ahLst/>
                <a:rect l="0" t="0" r="r" b="b"/>
                <a:pathLst>
                  <a:path w="31" h="306">
                    <a:moveTo>
                      <a:pt x="31" y="0"/>
                    </a:moveTo>
                    <a:lnTo>
                      <a:pt x="31" y="306"/>
                    </a:lnTo>
                    <a:lnTo>
                      <a:pt x="0" y="2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1" name=""/>
              <p:cNvSpPr/>
              <p:nvPr/>
            </p:nvSpPr>
            <p:spPr>
              <a:xfrm rot="0" flipV="1">
                <a:off x="2358" y="2532"/>
                <a:ext cx="19" cy="1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2" name=""/>
              <p:cNvSpPr/>
              <p:nvPr/>
            </p:nvSpPr>
            <p:spPr>
              <a:xfrm rot="0">
                <a:off x="2377" y="2500"/>
                <a:ext cx="8" cy="38"/>
              </a:xfrm>
              <a:custGeom>
                <a:avLst/>
                <a:ahLst/>
                <a:rect l="0" t="0" r="r" b="b"/>
                <a:pathLst>
                  <a:path w="31" h="152">
                    <a:moveTo>
                      <a:pt x="31" y="0"/>
                    </a:moveTo>
                    <a:lnTo>
                      <a:pt x="25" y="83"/>
                    </a:lnTo>
                    <a:lnTo>
                      <a:pt x="0" y="1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3" name=""/>
              <p:cNvSpPr/>
              <p:nvPr/>
            </p:nvSpPr>
            <p:spPr>
              <a:xfrm rot="0" flipV="1">
                <a:off x="2385" y="2505"/>
                <a:ext cx="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4" name=""/>
              <p:cNvSpPr/>
              <p:nvPr/>
            </p:nvSpPr>
            <p:spPr>
              <a:xfrm rot="0">
                <a:off x="2393" y="2503"/>
                <a:ext cx="11" cy="25"/>
              </a:xfrm>
              <a:custGeom>
                <a:avLst/>
                <a:ahLst/>
                <a:rect l="0" t="0" r="r" b="b"/>
                <a:pathLst>
                  <a:path w="44" h="97">
                    <a:moveTo>
                      <a:pt x="0" y="0"/>
                    </a:moveTo>
                    <a:lnTo>
                      <a:pt x="0" y="97"/>
                    </a:lnTo>
                    <a:lnTo>
                      <a:pt x="44" y="9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5" name=""/>
              <p:cNvSpPr/>
              <p:nvPr/>
            </p:nvSpPr>
            <p:spPr>
              <a:xfrm rot="0">
                <a:off x="2381" y="2544"/>
                <a:ext cx="25" cy="29"/>
              </a:xfrm>
              <a:custGeom>
                <a:avLst/>
                <a:ahLst/>
                <a:rect l="0" t="0" r="r" b="b"/>
                <a:pathLst>
                  <a:path w="97" h="118">
                    <a:moveTo>
                      <a:pt x="0" y="0"/>
                    </a:moveTo>
                    <a:lnTo>
                      <a:pt x="66" y="118"/>
                    </a:lnTo>
                    <a:lnTo>
                      <a:pt x="97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6" name=""/>
              <p:cNvSpPr/>
              <p:nvPr/>
            </p:nvSpPr>
            <p:spPr>
              <a:xfrm rot="0" flipV="1">
                <a:off x="2380" y="2535"/>
                <a:ext cx="17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7" name=""/>
              <p:cNvSpPr/>
              <p:nvPr/>
            </p:nvSpPr>
            <p:spPr>
              <a:xfrm rot="0">
                <a:off x="2374" y="2533"/>
                <a:ext cx="24" cy="41"/>
              </a:xfrm>
              <a:custGeom>
                <a:avLst/>
                <a:ahLst/>
                <a:rect l="0" t="0" r="r" b="b"/>
                <a:pathLst>
                  <a:path w="96" h="165">
                    <a:moveTo>
                      <a:pt x="96" y="0"/>
                    </a:moveTo>
                    <a:lnTo>
                      <a:pt x="58" y="96"/>
                    </a:lnTo>
                    <a:lnTo>
                      <a:pt x="0" y="1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8" name=""/>
              <p:cNvSpPr/>
              <p:nvPr/>
            </p:nvSpPr>
            <p:spPr>
              <a:xfrm rot="0">
                <a:off x="2436" y="2541"/>
                <a:ext cx="25" cy="35"/>
              </a:xfrm>
              <a:custGeom>
                <a:avLst/>
                <a:ahLst/>
                <a:rect l="0" t="0" r="r" b="b"/>
                <a:pathLst>
                  <a:path w="104" h="137">
                    <a:moveTo>
                      <a:pt x="104" y="0"/>
                    </a:moveTo>
                    <a:lnTo>
                      <a:pt x="52" y="86"/>
                    </a:lnTo>
                    <a:lnTo>
                      <a:pt x="0" y="1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09" name=""/>
              <p:cNvSpPr/>
              <p:nvPr/>
            </p:nvSpPr>
            <p:spPr>
              <a:xfrm rot="0" flipH="1">
                <a:off x="2445" y="2525"/>
                <a:ext cx="14" cy="2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0" name=""/>
              <p:cNvSpPr/>
              <p:nvPr/>
            </p:nvSpPr>
            <p:spPr>
              <a:xfrm rot="0" flipH="1">
                <a:off x="2445" y="2502"/>
                <a:ext cx="12" cy="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1" name=""/>
              <p:cNvSpPr/>
              <p:nvPr/>
            </p:nvSpPr>
            <p:spPr>
              <a:xfrm rot="0">
                <a:off x="2422" y="2502"/>
                <a:ext cx="1" cy="2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2" name=""/>
              <p:cNvSpPr/>
              <p:nvPr/>
            </p:nvSpPr>
            <p:spPr>
              <a:xfrm rot="0" flipV="1">
                <a:off x="2422" y="2503"/>
                <a:ext cx="18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3" name=""/>
              <p:cNvSpPr/>
              <p:nvPr/>
            </p:nvSpPr>
            <p:spPr>
              <a:xfrm rot="0" flipH="1">
                <a:off x="2440" y="2502"/>
                <a:ext cx="1" cy="1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4" name=""/>
              <p:cNvSpPr/>
              <p:nvPr/>
            </p:nvSpPr>
            <p:spPr>
              <a:xfrm rot="0" flipH="1">
                <a:off x="2422" y="2518"/>
                <a:ext cx="19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5" name=""/>
              <p:cNvSpPr/>
              <p:nvPr/>
            </p:nvSpPr>
            <p:spPr>
              <a:xfrm rot="0" flipV="1">
                <a:off x="2422" y="2511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6" name=""/>
              <p:cNvSpPr/>
              <p:nvPr/>
            </p:nvSpPr>
            <p:spPr>
              <a:xfrm rot="0">
                <a:off x="2430" y="2520"/>
                <a:ext cx="1" cy="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7" name=""/>
              <p:cNvSpPr/>
              <p:nvPr/>
            </p:nvSpPr>
            <p:spPr>
              <a:xfrm rot="0" flipV="1">
                <a:off x="2414" y="2528"/>
                <a:ext cx="29" cy="4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8" name=""/>
              <p:cNvSpPr/>
              <p:nvPr/>
            </p:nvSpPr>
            <p:spPr>
              <a:xfrm rot="0">
                <a:off x="2422" y="2534"/>
                <a:ext cx="1" cy="1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19" name=""/>
              <p:cNvSpPr/>
              <p:nvPr/>
            </p:nvSpPr>
            <p:spPr>
              <a:xfrm rot="0" flipV="1">
                <a:off x="2422" y="2537"/>
                <a:ext cx="15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0" name=""/>
              <p:cNvSpPr/>
              <p:nvPr/>
            </p:nvSpPr>
            <p:spPr>
              <a:xfrm rot="0" flipH="1">
                <a:off x="2437" y="2535"/>
                <a:ext cx="1" cy="1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1" name=""/>
              <p:cNvSpPr/>
              <p:nvPr/>
            </p:nvSpPr>
            <p:spPr>
              <a:xfrm rot="0" flipH="1">
                <a:off x="2422" y="2546"/>
                <a:ext cx="16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2" name=""/>
              <p:cNvSpPr/>
              <p:nvPr/>
            </p:nvSpPr>
            <p:spPr>
              <a:xfrm rot="0">
                <a:off x="2424" y="2547"/>
                <a:ext cx="6" cy="28"/>
              </a:xfrm>
              <a:custGeom>
                <a:avLst/>
                <a:ahLst/>
                <a:rect l="0" t="0" r="r" b="b"/>
                <a:pathLst>
                  <a:path w="24" h="110">
                    <a:moveTo>
                      <a:pt x="24" y="0"/>
                    </a:moveTo>
                    <a:lnTo>
                      <a:pt x="24" y="110"/>
                    </a:lnTo>
                    <a:lnTo>
                      <a:pt x="0" y="7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3" name=""/>
              <p:cNvSpPr/>
              <p:nvPr/>
            </p:nvSpPr>
            <p:spPr>
              <a:xfrm rot="0" flipH="1">
                <a:off x="2415" y="2556"/>
                <a:ext cx="9" cy="1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4" name=""/>
              <p:cNvSpPr/>
              <p:nvPr/>
            </p:nvSpPr>
            <p:spPr>
              <a:xfrm rot="0">
                <a:off x="2435" y="2553"/>
                <a:ext cx="6" cy="1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5" name=""/>
              <p:cNvSpPr/>
              <p:nvPr/>
            </p:nvSpPr>
            <p:spPr>
              <a:xfrm rot="0">
                <a:off x="2476" y="2556"/>
                <a:ext cx="12" cy="12"/>
              </a:xfrm>
              <a:custGeom>
                <a:avLst/>
                <a:ahLst/>
                <a:rect l="0" t="0" r="r" b="b"/>
                <a:pathLst>
                  <a:path w="49" h="48">
                    <a:moveTo>
                      <a:pt x="0" y="23"/>
                    </a:moveTo>
                    <a:lnTo>
                      <a:pt x="1" y="31"/>
                    </a:lnTo>
                    <a:lnTo>
                      <a:pt x="4" y="37"/>
                    </a:lnTo>
                    <a:lnTo>
                      <a:pt x="10" y="43"/>
                    </a:lnTo>
                    <a:lnTo>
                      <a:pt x="16" y="47"/>
                    </a:lnTo>
                    <a:lnTo>
                      <a:pt x="24" y="48"/>
                    </a:lnTo>
                    <a:lnTo>
                      <a:pt x="31" y="47"/>
                    </a:lnTo>
                    <a:lnTo>
                      <a:pt x="38" y="43"/>
                    </a:lnTo>
                    <a:lnTo>
                      <a:pt x="43" y="37"/>
                    </a:lnTo>
                    <a:lnTo>
                      <a:pt x="47" y="31"/>
                    </a:lnTo>
                    <a:lnTo>
                      <a:pt x="49" y="23"/>
                    </a:lnTo>
                    <a:lnTo>
                      <a:pt x="47" y="16"/>
                    </a:lnTo>
                    <a:lnTo>
                      <a:pt x="43" y="9"/>
                    </a:lnTo>
                    <a:lnTo>
                      <a:pt x="38" y="4"/>
                    </a:lnTo>
                    <a:lnTo>
                      <a:pt x="31" y="1"/>
                    </a:lnTo>
                    <a:lnTo>
                      <a:pt x="24" y="0"/>
                    </a:lnTo>
                    <a:lnTo>
                      <a:pt x="16" y="1"/>
                    </a:lnTo>
                    <a:lnTo>
                      <a:pt x="10" y="4"/>
                    </a:lnTo>
                    <a:lnTo>
                      <a:pt x="4" y="9"/>
                    </a:lnTo>
                    <a:lnTo>
                      <a:pt x="1" y="16"/>
                    </a:lnTo>
                    <a:lnTo>
                      <a:pt x="0" y="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6" name=""/>
              <p:cNvSpPr/>
              <p:nvPr/>
            </p:nvSpPr>
            <p:spPr>
              <a:xfrm rot="0">
                <a:off x="2475" y="2555"/>
                <a:ext cx="14" cy="14"/>
              </a:xfrm>
              <a:custGeom>
                <a:avLst/>
                <a:ahLst/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4" y="19"/>
                    </a:lnTo>
                    <a:lnTo>
                      <a:pt x="49" y="11"/>
                    </a:lnTo>
                    <a:lnTo>
                      <a:pt x="43" y="6"/>
                    </a:lnTo>
                    <a:lnTo>
                      <a:pt x="35" y="1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11" y="6"/>
                    </a:lnTo>
                    <a:lnTo>
                      <a:pt x="5" y="11"/>
                    </a:lnTo>
                    <a:lnTo>
                      <a:pt x="1" y="19"/>
                    </a:lnTo>
                    <a:lnTo>
                      <a:pt x="0" y="27"/>
                    </a:lnTo>
                    <a:lnTo>
                      <a:pt x="1" y="36"/>
                    </a:lnTo>
                    <a:lnTo>
                      <a:pt x="5" y="44"/>
                    </a:lnTo>
                    <a:lnTo>
                      <a:pt x="11" y="50"/>
                    </a:lnTo>
                    <a:lnTo>
                      <a:pt x="18" y="54"/>
                    </a:lnTo>
                    <a:lnTo>
                      <a:pt x="27" y="55"/>
                    </a:lnTo>
                    <a:lnTo>
                      <a:pt x="35" y="54"/>
                    </a:lnTo>
                    <a:lnTo>
                      <a:pt x="43" y="50"/>
                    </a:lnTo>
                    <a:lnTo>
                      <a:pt x="49" y="44"/>
                    </a:lnTo>
                    <a:lnTo>
                      <a:pt x="54" y="36"/>
                    </a:lnTo>
                    <a:lnTo>
                      <a:pt x="55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7" name=""/>
              <p:cNvSpPr/>
              <p:nvPr/>
            </p:nvSpPr>
            <p:spPr>
              <a:xfrm rot="0">
                <a:off x="2916" y="2520"/>
                <a:ext cx="34" cy="51"/>
              </a:xfrm>
              <a:custGeom>
                <a:avLst/>
                <a:ahLst/>
                <a:rect l="0" t="0" r="r" b="b"/>
                <a:pathLst>
                  <a:path w="133" h="206">
                    <a:moveTo>
                      <a:pt x="0" y="0"/>
                    </a:moveTo>
                    <a:lnTo>
                      <a:pt x="0" y="179"/>
                    </a:lnTo>
                    <a:lnTo>
                      <a:pt x="17" y="206"/>
                    </a:lnTo>
                    <a:lnTo>
                      <a:pt x="133" y="206"/>
                    </a:lnTo>
                    <a:lnTo>
                      <a:pt x="130" y="1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8" name=""/>
              <p:cNvSpPr/>
              <p:nvPr/>
            </p:nvSpPr>
            <p:spPr>
              <a:xfrm rot="0" flipV="1">
                <a:off x="2916" y="2532"/>
                <a:ext cx="23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29" name=""/>
              <p:cNvSpPr/>
              <p:nvPr/>
            </p:nvSpPr>
            <p:spPr>
              <a:xfrm rot="0" flipV="1">
                <a:off x="2938" y="2505"/>
                <a:ext cx="3" cy="2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30" name=""/>
              <p:cNvSpPr/>
              <p:nvPr/>
            </p:nvSpPr>
            <p:spPr>
              <a:xfrm rot="0" flipH="1">
                <a:off x="2915" y="2508"/>
                <a:ext cx="25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31" name=""/>
              <p:cNvSpPr/>
              <p:nvPr/>
            </p:nvSpPr>
            <p:spPr>
              <a:xfrm rot="0">
                <a:off x="2999" y="2518"/>
                <a:ext cx="1" cy="4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54632" name=""/>
              <p:cNvSpPr/>
              <p:nvPr/>
            </p:nvSpPr>
            <p:spPr>
              <a:xfrm rot="0" flipV="1">
                <a:off x="2999" y="2554"/>
                <a:ext cx="14" cy="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54633" name=""/>
            <p:cNvSpPr/>
            <p:nvPr/>
          </p:nvSpPr>
          <p:spPr>
            <a:xfrm rot="0" flipV="1">
              <a:off x="3012" y="2519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34" name=""/>
            <p:cNvSpPr/>
            <p:nvPr/>
          </p:nvSpPr>
          <p:spPr>
            <a:xfrm rot="0" flipH="1">
              <a:off x="2999" y="2523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35" name=""/>
            <p:cNvSpPr/>
            <p:nvPr/>
          </p:nvSpPr>
          <p:spPr>
            <a:xfrm rot="0">
              <a:off x="2972" y="2498"/>
              <a:ext cx="12" cy="34"/>
            </a:xfrm>
            <a:custGeom>
              <a:avLst/>
              <a:ahLst/>
              <a:rect l="0" t="0" r="r" b="b"/>
              <a:pathLst>
                <a:path w="49" h="135">
                  <a:moveTo>
                    <a:pt x="49" y="0"/>
                  </a:moveTo>
                  <a:lnTo>
                    <a:pt x="21" y="92"/>
                  </a:lnTo>
                  <a:lnTo>
                    <a:pt x="0" y="1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36" name=""/>
            <p:cNvSpPr/>
            <p:nvPr/>
          </p:nvSpPr>
          <p:spPr>
            <a:xfrm rot="0" flipV="1">
              <a:off x="2977" y="2517"/>
              <a:ext cx="1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37" name=""/>
            <p:cNvSpPr/>
            <p:nvPr/>
          </p:nvSpPr>
          <p:spPr>
            <a:xfrm rot="0" flipH="1">
              <a:off x="2965" y="2536"/>
              <a:ext cx="29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38" name=""/>
            <p:cNvSpPr/>
            <p:nvPr/>
          </p:nvSpPr>
          <p:spPr>
            <a:xfrm rot="0">
              <a:off x="2981" y="2520"/>
              <a:ext cx="12" cy="43"/>
            </a:xfrm>
            <a:custGeom>
              <a:avLst/>
              <a:ahLst/>
              <a:rect l="0" t="0" r="r" b="b"/>
              <a:pathLst>
                <a:path w="45" h="172">
                  <a:moveTo>
                    <a:pt x="14" y="0"/>
                  </a:moveTo>
                  <a:lnTo>
                    <a:pt x="0" y="117"/>
                  </a:lnTo>
                  <a:lnTo>
                    <a:pt x="45" y="1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39" name=""/>
            <p:cNvSpPr/>
            <p:nvPr/>
          </p:nvSpPr>
          <p:spPr>
            <a:xfrm rot="0">
              <a:off x="2967" y="2549"/>
              <a:ext cx="14" cy="28"/>
            </a:xfrm>
            <a:custGeom>
              <a:avLst/>
              <a:ahLst/>
              <a:rect l="0" t="0" r="r" b="b"/>
              <a:pathLst>
                <a:path w="59" h="111">
                  <a:moveTo>
                    <a:pt x="0" y="111"/>
                  </a:moveTo>
                  <a:lnTo>
                    <a:pt x="38" y="59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0" name=""/>
            <p:cNvSpPr/>
            <p:nvPr/>
          </p:nvSpPr>
          <p:spPr>
            <a:xfrm rot="0" flipV="1">
              <a:off x="3025" y="2512"/>
              <a:ext cx="4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1" name=""/>
            <p:cNvSpPr/>
            <p:nvPr/>
          </p:nvSpPr>
          <p:spPr>
            <a:xfrm rot="0" flipH="1">
              <a:off x="3055" y="2524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2" name=""/>
            <p:cNvSpPr/>
            <p:nvPr/>
          </p:nvSpPr>
          <p:spPr>
            <a:xfrm rot="0" flipV="1">
              <a:off x="3036" y="2526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3" name=""/>
            <p:cNvSpPr/>
            <p:nvPr/>
          </p:nvSpPr>
          <p:spPr>
            <a:xfrm rot="0" flipV="1">
              <a:off x="3022" y="2569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4" name=""/>
            <p:cNvSpPr/>
            <p:nvPr/>
          </p:nvSpPr>
          <p:spPr>
            <a:xfrm rot="0" flipV="1">
              <a:off x="3036" y="2558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5" name=""/>
            <p:cNvSpPr/>
            <p:nvPr/>
          </p:nvSpPr>
          <p:spPr>
            <a:xfrm rot="0" flipV="1">
              <a:off x="3036" y="2548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6" name=""/>
            <p:cNvSpPr/>
            <p:nvPr/>
          </p:nvSpPr>
          <p:spPr>
            <a:xfrm rot="0" flipV="1">
              <a:off x="3036" y="253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7" name=""/>
            <p:cNvSpPr/>
            <p:nvPr/>
          </p:nvSpPr>
          <p:spPr>
            <a:xfrm rot="0">
              <a:off x="3036" y="2526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8" name=""/>
            <p:cNvSpPr/>
            <p:nvPr/>
          </p:nvSpPr>
          <p:spPr>
            <a:xfrm rot="0" flipH="1">
              <a:off x="3044" y="2500"/>
              <a:ext cx="3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49" name=""/>
            <p:cNvSpPr/>
            <p:nvPr/>
          </p:nvSpPr>
          <p:spPr>
            <a:xfrm rot="0" flipH="1">
              <a:off x="3080" y="2542"/>
              <a:ext cx="1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0" name=""/>
            <p:cNvSpPr/>
            <p:nvPr/>
          </p:nvSpPr>
          <p:spPr>
            <a:xfrm rot="0" flipH="1">
              <a:off x="3081" y="2518"/>
              <a:ext cx="13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1" name=""/>
            <p:cNvSpPr/>
            <p:nvPr/>
          </p:nvSpPr>
          <p:spPr>
            <a:xfrm rot="0" flipV="1">
              <a:off x="3078" y="2525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2" name=""/>
            <p:cNvSpPr/>
            <p:nvPr/>
          </p:nvSpPr>
          <p:spPr>
            <a:xfrm rot="0" flipV="1">
              <a:off x="3080" y="2554"/>
              <a:ext cx="1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3" name=""/>
            <p:cNvSpPr/>
            <p:nvPr/>
          </p:nvSpPr>
          <p:spPr>
            <a:xfrm rot="0" flipH="1">
              <a:off x="3080" y="2503"/>
              <a:ext cx="10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4" name=""/>
            <p:cNvSpPr/>
            <p:nvPr/>
          </p:nvSpPr>
          <p:spPr>
            <a:xfrm rot="0" flipV="1">
              <a:off x="3099" y="2517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5" name=""/>
            <p:cNvSpPr/>
            <p:nvPr/>
          </p:nvSpPr>
          <p:spPr>
            <a:xfrm rot="0" flipV="1">
              <a:off x="3099" y="2532"/>
              <a:ext cx="2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6" name=""/>
            <p:cNvSpPr/>
            <p:nvPr/>
          </p:nvSpPr>
          <p:spPr>
            <a:xfrm rot="0">
              <a:off x="3113" y="2557"/>
              <a:ext cx="12" cy="17"/>
            </a:xfrm>
            <a:custGeom>
              <a:avLst/>
              <a:ahLst/>
              <a:rect l="0" t="0" r="r" b="b"/>
              <a:pathLst>
                <a:path w="48" h="69">
                  <a:moveTo>
                    <a:pt x="0" y="3"/>
                  </a:moveTo>
                  <a:lnTo>
                    <a:pt x="48" y="69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7" name=""/>
            <p:cNvSpPr/>
            <p:nvPr/>
          </p:nvSpPr>
          <p:spPr>
            <a:xfrm rot="0">
              <a:off x="3112" y="2504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8" name=""/>
            <p:cNvSpPr/>
            <p:nvPr/>
          </p:nvSpPr>
          <p:spPr>
            <a:xfrm rot="0">
              <a:off x="3105" y="2500"/>
              <a:ext cx="8" cy="58"/>
            </a:xfrm>
            <a:custGeom>
              <a:avLst/>
              <a:ahLst/>
              <a:rect l="0" t="0" r="r" b="b"/>
              <a:pathLst>
                <a:path w="35" h="231">
                  <a:moveTo>
                    <a:pt x="0" y="0"/>
                  </a:moveTo>
                  <a:lnTo>
                    <a:pt x="11" y="159"/>
                  </a:lnTo>
                  <a:lnTo>
                    <a:pt x="35" y="2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59" name=""/>
            <p:cNvSpPr/>
            <p:nvPr/>
          </p:nvSpPr>
          <p:spPr>
            <a:xfrm rot="0">
              <a:off x="3095" y="2539"/>
              <a:ext cx="24" cy="31"/>
            </a:xfrm>
            <a:custGeom>
              <a:avLst/>
              <a:ahLst/>
              <a:rect l="0" t="0" r="r" b="b"/>
              <a:pathLst>
                <a:path w="96" h="121">
                  <a:moveTo>
                    <a:pt x="96" y="0"/>
                  </a:moveTo>
                  <a:lnTo>
                    <a:pt x="66" y="52"/>
                  </a:lnTo>
                  <a:lnTo>
                    <a:pt x="0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0" name=""/>
            <p:cNvSpPr/>
            <p:nvPr/>
          </p:nvSpPr>
          <p:spPr>
            <a:xfrm rot="0">
              <a:off x="3157" y="2536"/>
              <a:ext cx="17" cy="32"/>
            </a:xfrm>
            <a:custGeom>
              <a:avLst/>
              <a:ahLst/>
              <a:rect l="0" t="0" r="r" b="b"/>
              <a:pathLst>
                <a:path w="65" h="129">
                  <a:moveTo>
                    <a:pt x="25" y="0"/>
                  </a:moveTo>
                  <a:lnTo>
                    <a:pt x="65" y="0"/>
                  </a:lnTo>
                  <a:lnTo>
                    <a:pt x="65" y="129"/>
                  </a:lnTo>
                  <a:lnTo>
                    <a:pt x="0" y="1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1" name=""/>
            <p:cNvSpPr/>
            <p:nvPr/>
          </p:nvSpPr>
          <p:spPr>
            <a:xfrm rot="0">
              <a:off x="3141" y="2552"/>
              <a:ext cx="16" cy="16"/>
            </a:xfrm>
            <a:custGeom>
              <a:avLst/>
              <a:ahLst/>
              <a:rect l="0" t="0" r="r" b="b"/>
              <a:pathLst>
                <a:path w="65" h="65">
                  <a:moveTo>
                    <a:pt x="0" y="0"/>
                  </a:moveTo>
                  <a:lnTo>
                    <a:pt x="1" y="13"/>
                  </a:lnTo>
                  <a:lnTo>
                    <a:pt x="5" y="25"/>
                  </a:lnTo>
                  <a:lnTo>
                    <a:pt x="11" y="37"/>
                  </a:lnTo>
                  <a:lnTo>
                    <a:pt x="19" y="47"/>
                  </a:lnTo>
                  <a:lnTo>
                    <a:pt x="29" y="54"/>
                  </a:lnTo>
                  <a:lnTo>
                    <a:pt x="40" y="61"/>
                  </a:lnTo>
                  <a:lnTo>
                    <a:pt x="53" y="64"/>
                  </a:lnTo>
                  <a:lnTo>
                    <a:pt x="6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2" name=""/>
            <p:cNvSpPr/>
            <p:nvPr/>
          </p:nvSpPr>
          <p:spPr>
            <a:xfrm rot="0" flipV="1">
              <a:off x="3141" y="2526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3" name=""/>
            <p:cNvSpPr/>
            <p:nvPr/>
          </p:nvSpPr>
          <p:spPr>
            <a:xfrm rot="0">
              <a:off x="3141" y="2509"/>
              <a:ext cx="16" cy="17"/>
            </a:xfrm>
            <a:custGeom>
              <a:avLst/>
              <a:ahLst/>
              <a:rect l="0" t="0" r="r" b="b"/>
              <a:pathLst>
                <a:path w="65" h="66">
                  <a:moveTo>
                    <a:pt x="65" y="0"/>
                  </a:moveTo>
                  <a:lnTo>
                    <a:pt x="53" y="1"/>
                  </a:lnTo>
                  <a:lnTo>
                    <a:pt x="40" y="5"/>
                  </a:lnTo>
                  <a:lnTo>
                    <a:pt x="29" y="11"/>
                  </a:lnTo>
                  <a:lnTo>
                    <a:pt x="19" y="19"/>
                  </a:lnTo>
                  <a:lnTo>
                    <a:pt x="11" y="29"/>
                  </a:lnTo>
                  <a:lnTo>
                    <a:pt x="5" y="40"/>
                  </a:lnTo>
                  <a:lnTo>
                    <a:pt x="1" y="53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4" name=""/>
            <p:cNvSpPr/>
            <p:nvPr/>
          </p:nvSpPr>
          <p:spPr>
            <a:xfrm rot="0">
              <a:off x="3157" y="2509"/>
              <a:ext cx="17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5" name=""/>
            <p:cNvSpPr/>
            <p:nvPr/>
          </p:nvSpPr>
          <p:spPr>
            <a:xfrm rot="0" flipV="1">
              <a:off x="3193" y="2509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6" name=""/>
            <p:cNvSpPr/>
            <p:nvPr/>
          </p:nvSpPr>
          <p:spPr>
            <a:xfrm rot="0">
              <a:off x="3193" y="2536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7" name=""/>
            <p:cNvSpPr/>
            <p:nvPr/>
          </p:nvSpPr>
          <p:spPr>
            <a:xfrm rot="0">
              <a:off x="3225" y="2509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8" name=""/>
            <p:cNvSpPr/>
            <p:nvPr/>
          </p:nvSpPr>
          <p:spPr>
            <a:xfrm rot="0" flipH="1">
              <a:off x="3259" y="2528"/>
              <a:ext cx="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69" name=""/>
            <p:cNvSpPr/>
            <p:nvPr/>
          </p:nvSpPr>
          <p:spPr>
            <a:xfrm rot="0" flipV="1">
              <a:off x="3246" y="2524"/>
              <a:ext cx="38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0" name=""/>
            <p:cNvSpPr/>
            <p:nvPr/>
          </p:nvSpPr>
          <p:spPr>
            <a:xfrm rot="0">
              <a:off x="3266" y="2539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1" name=""/>
            <p:cNvSpPr/>
            <p:nvPr/>
          </p:nvSpPr>
          <p:spPr>
            <a:xfrm rot="0">
              <a:off x="3266" y="2521"/>
              <a:ext cx="19" cy="55"/>
            </a:xfrm>
            <a:custGeom>
              <a:avLst/>
              <a:ahLst/>
              <a:rect l="0" t="0" r="r" b="b"/>
              <a:pathLst>
                <a:path w="75" h="220">
                  <a:moveTo>
                    <a:pt x="75" y="0"/>
                  </a:moveTo>
                  <a:lnTo>
                    <a:pt x="42" y="220"/>
                  </a:lnTo>
                  <a:lnTo>
                    <a:pt x="0" y="1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2" name=""/>
            <p:cNvSpPr/>
            <p:nvPr/>
          </p:nvSpPr>
          <p:spPr>
            <a:xfrm rot="0">
              <a:off x="3252" y="2505"/>
              <a:ext cx="7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3" name=""/>
            <p:cNvSpPr/>
            <p:nvPr/>
          </p:nvSpPr>
          <p:spPr>
            <a:xfrm rot="0" flipV="1">
              <a:off x="3243" y="2546"/>
              <a:ext cx="16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4" name=""/>
            <p:cNvSpPr/>
            <p:nvPr/>
          </p:nvSpPr>
          <p:spPr>
            <a:xfrm rot="0" flipV="1">
              <a:off x="3265" y="2498"/>
              <a:ext cx="4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5" name=""/>
            <p:cNvSpPr/>
            <p:nvPr/>
          </p:nvSpPr>
          <p:spPr>
            <a:xfrm rot="0" flipV="1">
              <a:off x="3323" y="2546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6" name=""/>
            <p:cNvSpPr/>
            <p:nvPr/>
          </p:nvSpPr>
          <p:spPr>
            <a:xfrm rot="0" flipV="1">
              <a:off x="3323" y="256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7" name=""/>
            <p:cNvSpPr/>
            <p:nvPr/>
          </p:nvSpPr>
          <p:spPr>
            <a:xfrm rot="0" flipH="1">
              <a:off x="3338" y="2543"/>
              <a:ext cx="1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8" name=""/>
            <p:cNvSpPr/>
            <p:nvPr/>
          </p:nvSpPr>
          <p:spPr>
            <a:xfrm rot="0">
              <a:off x="3323" y="2543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79" name=""/>
            <p:cNvSpPr/>
            <p:nvPr/>
          </p:nvSpPr>
          <p:spPr>
            <a:xfrm rot="0" flipV="1">
              <a:off x="3326" y="2508"/>
              <a:ext cx="1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0" name=""/>
            <p:cNvSpPr/>
            <p:nvPr/>
          </p:nvSpPr>
          <p:spPr>
            <a:xfrm rot="0">
              <a:off x="3338" y="2506"/>
              <a:ext cx="7" cy="30"/>
            </a:xfrm>
            <a:custGeom>
              <a:avLst/>
              <a:ahLst/>
              <a:rect l="0" t="0" r="r" b="b"/>
              <a:pathLst>
                <a:path w="31" h="121">
                  <a:moveTo>
                    <a:pt x="0" y="0"/>
                  </a:moveTo>
                  <a:lnTo>
                    <a:pt x="0" y="104"/>
                  </a:lnTo>
                  <a:lnTo>
                    <a:pt x="9" y="121"/>
                  </a:lnTo>
                  <a:lnTo>
                    <a:pt x="31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1" name=""/>
            <p:cNvSpPr/>
            <p:nvPr/>
          </p:nvSpPr>
          <p:spPr>
            <a:xfrm rot="0">
              <a:off x="3320" y="2505"/>
              <a:ext cx="6" cy="36"/>
            </a:xfrm>
            <a:custGeom>
              <a:avLst/>
              <a:ahLst/>
              <a:rect l="0" t="0" r="r" b="b"/>
              <a:pathLst>
                <a:path w="24" h="144">
                  <a:moveTo>
                    <a:pt x="24" y="0"/>
                  </a:moveTo>
                  <a:lnTo>
                    <a:pt x="21" y="75"/>
                  </a:lnTo>
                  <a:lnTo>
                    <a:pt x="0" y="1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2" name=""/>
            <p:cNvSpPr/>
            <p:nvPr/>
          </p:nvSpPr>
          <p:spPr>
            <a:xfrm rot="0">
              <a:off x="3296" y="2502"/>
              <a:ext cx="16" cy="37"/>
            </a:xfrm>
            <a:custGeom>
              <a:avLst/>
              <a:ahLst/>
              <a:rect l="0" t="0" r="r" b="b"/>
              <a:pathLst>
                <a:path w="62" h="151">
                  <a:moveTo>
                    <a:pt x="62" y="0"/>
                  </a:moveTo>
                  <a:lnTo>
                    <a:pt x="42" y="69"/>
                  </a:lnTo>
                  <a:lnTo>
                    <a:pt x="0" y="1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3" name=""/>
            <p:cNvSpPr/>
            <p:nvPr/>
          </p:nvSpPr>
          <p:spPr>
            <a:xfrm rot="0" flipV="1">
              <a:off x="3307" y="2516"/>
              <a:ext cx="1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4" name=""/>
            <p:cNvSpPr/>
            <p:nvPr/>
          </p:nvSpPr>
          <p:spPr>
            <a:xfrm rot="0" flipV="1">
              <a:off x="3300" y="2530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5" name=""/>
            <p:cNvSpPr/>
            <p:nvPr/>
          </p:nvSpPr>
          <p:spPr>
            <a:xfrm rot="0" flipV="1">
              <a:off x="3299" y="2546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6" name=""/>
            <p:cNvSpPr/>
            <p:nvPr/>
          </p:nvSpPr>
          <p:spPr>
            <a:xfrm rot="0">
              <a:off x="3309" y="2532"/>
              <a:ext cx="10" cy="38"/>
            </a:xfrm>
            <a:custGeom>
              <a:avLst/>
              <a:ahLst/>
              <a:rect l="0" t="0" r="r" b="b"/>
              <a:pathLst>
                <a:path w="41" h="154">
                  <a:moveTo>
                    <a:pt x="0" y="0"/>
                  </a:moveTo>
                  <a:lnTo>
                    <a:pt x="0" y="154"/>
                  </a:lnTo>
                  <a:lnTo>
                    <a:pt x="41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7" name=""/>
            <p:cNvSpPr/>
            <p:nvPr/>
          </p:nvSpPr>
          <p:spPr>
            <a:xfrm rot="0" flipH="1">
              <a:off x="3386" y="2525"/>
              <a:ext cx="4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8" name=""/>
            <p:cNvSpPr/>
            <p:nvPr/>
          </p:nvSpPr>
          <p:spPr>
            <a:xfrm rot="0">
              <a:off x="3367" y="2528"/>
              <a:ext cx="1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89" name=""/>
            <p:cNvSpPr/>
            <p:nvPr/>
          </p:nvSpPr>
          <p:spPr>
            <a:xfrm rot="0">
              <a:off x="3377" y="2506"/>
              <a:ext cx="1" cy="6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0" name=""/>
            <p:cNvSpPr/>
            <p:nvPr/>
          </p:nvSpPr>
          <p:spPr>
            <a:xfrm rot="0" flipV="1">
              <a:off x="3357" y="2518"/>
              <a:ext cx="4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1" name=""/>
            <p:cNvSpPr/>
            <p:nvPr/>
          </p:nvSpPr>
          <p:spPr>
            <a:xfrm rot="0">
              <a:off x="3361" y="2500"/>
              <a:ext cx="30" cy="8"/>
            </a:xfrm>
            <a:custGeom>
              <a:avLst/>
              <a:ahLst/>
              <a:rect l="0" t="0" r="r" b="b"/>
              <a:pathLst>
                <a:path w="121" h="35">
                  <a:moveTo>
                    <a:pt x="121" y="0"/>
                  </a:moveTo>
                  <a:lnTo>
                    <a:pt x="66" y="22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2" name=""/>
            <p:cNvSpPr/>
            <p:nvPr/>
          </p:nvSpPr>
          <p:spPr>
            <a:xfrm rot="0" flipV="1">
              <a:off x="3353" y="2536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3" name=""/>
            <p:cNvSpPr/>
            <p:nvPr/>
          </p:nvSpPr>
          <p:spPr>
            <a:xfrm rot="0" flipV="1">
              <a:off x="3356" y="2554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4" name=""/>
            <p:cNvSpPr/>
            <p:nvPr/>
          </p:nvSpPr>
          <p:spPr>
            <a:xfrm rot="0" flipH="1">
              <a:off x="3361" y="2568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5" name=""/>
            <p:cNvSpPr/>
            <p:nvPr/>
          </p:nvSpPr>
          <p:spPr>
            <a:xfrm rot="0" flipH="1">
              <a:off x="3411" y="2542"/>
              <a:ext cx="1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6" name=""/>
            <p:cNvSpPr/>
            <p:nvPr/>
          </p:nvSpPr>
          <p:spPr>
            <a:xfrm rot="0" flipH="1">
              <a:off x="3412" y="2518"/>
              <a:ext cx="13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7" name=""/>
            <p:cNvSpPr/>
            <p:nvPr/>
          </p:nvSpPr>
          <p:spPr>
            <a:xfrm rot="0" flipV="1">
              <a:off x="3409" y="2525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8" name=""/>
            <p:cNvSpPr/>
            <p:nvPr/>
          </p:nvSpPr>
          <p:spPr>
            <a:xfrm rot="0" flipV="1">
              <a:off x="3411" y="2554"/>
              <a:ext cx="1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699" name=""/>
            <p:cNvSpPr/>
            <p:nvPr/>
          </p:nvSpPr>
          <p:spPr>
            <a:xfrm rot="0" flipH="1">
              <a:off x="3411" y="2503"/>
              <a:ext cx="10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0" name=""/>
            <p:cNvSpPr/>
            <p:nvPr/>
          </p:nvSpPr>
          <p:spPr>
            <a:xfrm rot="0" flipV="1">
              <a:off x="3430" y="2517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1" name=""/>
            <p:cNvSpPr/>
            <p:nvPr/>
          </p:nvSpPr>
          <p:spPr>
            <a:xfrm rot="0" flipV="1">
              <a:off x="3430" y="2532"/>
              <a:ext cx="2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2" name=""/>
            <p:cNvSpPr/>
            <p:nvPr/>
          </p:nvSpPr>
          <p:spPr>
            <a:xfrm rot="0">
              <a:off x="3444" y="2557"/>
              <a:ext cx="12" cy="17"/>
            </a:xfrm>
            <a:custGeom>
              <a:avLst/>
              <a:ahLst/>
              <a:rect l="0" t="0" r="r" b="b"/>
              <a:pathLst>
                <a:path w="49" h="69">
                  <a:moveTo>
                    <a:pt x="0" y="3"/>
                  </a:moveTo>
                  <a:lnTo>
                    <a:pt x="49" y="69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3" name=""/>
            <p:cNvSpPr/>
            <p:nvPr/>
          </p:nvSpPr>
          <p:spPr>
            <a:xfrm rot="0">
              <a:off x="3443" y="2504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4" name=""/>
            <p:cNvSpPr/>
            <p:nvPr/>
          </p:nvSpPr>
          <p:spPr>
            <a:xfrm rot="0">
              <a:off x="3436" y="2500"/>
              <a:ext cx="8" cy="58"/>
            </a:xfrm>
            <a:custGeom>
              <a:avLst/>
              <a:ahLst/>
              <a:rect l="0" t="0" r="r" b="b"/>
              <a:pathLst>
                <a:path w="35" h="231">
                  <a:moveTo>
                    <a:pt x="0" y="0"/>
                  </a:moveTo>
                  <a:lnTo>
                    <a:pt x="11" y="159"/>
                  </a:lnTo>
                  <a:lnTo>
                    <a:pt x="35" y="2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5" name=""/>
            <p:cNvSpPr/>
            <p:nvPr/>
          </p:nvSpPr>
          <p:spPr>
            <a:xfrm rot="0">
              <a:off x="3426" y="2539"/>
              <a:ext cx="24" cy="31"/>
            </a:xfrm>
            <a:custGeom>
              <a:avLst/>
              <a:ahLst/>
              <a:rect l="0" t="0" r="r" b="b"/>
              <a:pathLst>
                <a:path w="97" h="121">
                  <a:moveTo>
                    <a:pt x="97" y="0"/>
                  </a:moveTo>
                  <a:lnTo>
                    <a:pt x="66" y="52"/>
                  </a:lnTo>
                  <a:lnTo>
                    <a:pt x="0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6" name=""/>
            <p:cNvSpPr/>
            <p:nvPr/>
          </p:nvSpPr>
          <p:spPr>
            <a:xfrm rot="0">
              <a:off x="3470" y="2549"/>
              <a:ext cx="7" cy="7"/>
            </a:xfrm>
            <a:custGeom>
              <a:avLst/>
              <a:ahLst/>
              <a:rect l="0" t="0" r="r" b="b"/>
              <a:pathLst>
                <a:path w="28" h="28">
                  <a:moveTo>
                    <a:pt x="0" y="14"/>
                  </a:moveTo>
                  <a:lnTo>
                    <a:pt x="1" y="19"/>
                  </a:lnTo>
                  <a:lnTo>
                    <a:pt x="4" y="23"/>
                  </a:lnTo>
                  <a:lnTo>
                    <a:pt x="8" y="27"/>
                  </a:lnTo>
                  <a:lnTo>
                    <a:pt x="14" y="28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28" y="14"/>
                  </a:lnTo>
                  <a:lnTo>
                    <a:pt x="27" y="8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7" name=""/>
            <p:cNvSpPr/>
            <p:nvPr/>
          </p:nvSpPr>
          <p:spPr>
            <a:xfrm rot="0">
              <a:off x="3471" y="2550"/>
              <a:ext cx="5" cy="5"/>
            </a:xfrm>
            <a:custGeom>
              <a:avLst/>
              <a:ahLst/>
              <a:rect l="0" t="0" r="r" b="b"/>
              <a:pathLst>
                <a:path w="20" h="20">
                  <a:moveTo>
                    <a:pt x="20" y="10"/>
                  </a:moveTo>
                  <a:lnTo>
                    <a:pt x="19" y="4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5" y="1"/>
                  </a:lnTo>
                  <a:lnTo>
                    <a:pt x="1" y="4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5" y="18"/>
                  </a:lnTo>
                  <a:lnTo>
                    <a:pt x="11" y="20"/>
                  </a:lnTo>
                  <a:lnTo>
                    <a:pt x="16" y="18"/>
                  </a:lnTo>
                  <a:lnTo>
                    <a:pt x="19" y="15"/>
                  </a:lnTo>
                  <a:lnTo>
                    <a:pt x="2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8" name=""/>
            <p:cNvSpPr/>
            <p:nvPr/>
          </p:nvSpPr>
          <p:spPr>
            <a:xfrm rot="0">
              <a:off x="3472" y="2551"/>
              <a:ext cx="3" cy="3"/>
            </a:xfrm>
            <a:custGeom>
              <a:avLst/>
              <a:ahLst/>
              <a:rect l="0" t="0" r="r" b="b"/>
              <a:pathLst>
                <a:path w="14" h="14">
                  <a:moveTo>
                    <a:pt x="14" y="7"/>
                  </a:moveTo>
                  <a:lnTo>
                    <a:pt x="13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8" y="14"/>
                  </a:lnTo>
                  <a:lnTo>
                    <a:pt x="11" y="13"/>
                  </a:lnTo>
                  <a:lnTo>
                    <a:pt x="13" y="10"/>
                  </a:lnTo>
                  <a:lnTo>
                    <a:pt x="14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09" name=""/>
            <p:cNvSpPr/>
            <p:nvPr/>
          </p:nvSpPr>
          <p:spPr>
            <a:xfrm rot="0">
              <a:off x="3473" y="2552"/>
              <a:ext cx="1" cy="1"/>
            </a:xfrm>
            <a:custGeom>
              <a:avLst/>
              <a:ahLst/>
              <a:rect l="0" t="0" r="r" b="b"/>
              <a:pathLst>
                <a:path w="7" h="7">
                  <a:moveTo>
                    <a:pt x="7" y="4"/>
                  </a:move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7"/>
                  </a:lnTo>
                  <a:lnTo>
                    <a:pt x="6" y="6"/>
                  </a:lnTo>
                  <a:lnTo>
                    <a:pt x="7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0" name=""/>
            <p:cNvSpPr/>
            <p:nvPr/>
          </p:nvSpPr>
          <p:spPr>
            <a:xfrm rot="0">
              <a:off x="3467" y="2553"/>
              <a:ext cx="10" cy="13"/>
            </a:xfrm>
            <a:custGeom>
              <a:avLst/>
              <a:ahLst/>
              <a:rect l="0" t="0" r="r" b="b"/>
              <a:pathLst>
                <a:path w="42" h="52">
                  <a:moveTo>
                    <a:pt x="42" y="0"/>
                  </a:moveTo>
                  <a:lnTo>
                    <a:pt x="42" y="17"/>
                  </a:lnTo>
                  <a:lnTo>
                    <a:pt x="34" y="34"/>
                  </a:lnTo>
                  <a:lnTo>
                    <a:pt x="17" y="48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1" name=""/>
            <p:cNvSpPr/>
            <p:nvPr/>
          </p:nvSpPr>
          <p:spPr>
            <a:xfrm rot="0">
              <a:off x="3538" y="2502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2" name=""/>
            <p:cNvSpPr/>
            <p:nvPr/>
          </p:nvSpPr>
          <p:spPr>
            <a:xfrm rot="0" flipH="1">
              <a:off x="3535" y="2559"/>
              <a:ext cx="15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3" name=""/>
            <p:cNvSpPr/>
            <p:nvPr/>
          </p:nvSpPr>
          <p:spPr>
            <a:xfrm rot="0" flipV="1">
              <a:off x="3523" y="2534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4" name=""/>
            <p:cNvSpPr/>
            <p:nvPr/>
          </p:nvSpPr>
          <p:spPr>
            <a:xfrm rot="0">
              <a:off x="3538" y="2504"/>
              <a:ext cx="21" cy="25"/>
            </a:xfrm>
            <a:custGeom>
              <a:avLst/>
              <a:ahLst/>
              <a:rect l="0" t="0" r="r" b="b"/>
              <a:pathLst>
                <a:path w="82" h="101">
                  <a:moveTo>
                    <a:pt x="82" y="0"/>
                  </a:moveTo>
                  <a:lnTo>
                    <a:pt x="48" y="52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5" name=""/>
            <p:cNvSpPr/>
            <p:nvPr/>
          </p:nvSpPr>
          <p:spPr>
            <a:xfrm rot="0">
              <a:off x="3545" y="2537"/>
              <a:ext cx="26" cy="32"/>
            </a:xfrm>
            <a:custGeom>
              <a:avLst/>
              <a:ahLst/>
              <a:rect l="0" t="0" r="r" b="b"/>
              <a:pathLst>
                <a:path w="103" h="127">
                  <a:moveTo>
                    <a:pt x="0" y="0"/>
                  </a:moveTo>
                  <a:lnTo>
                    <a:pt x="65" y="127"/>
                  </a:lnTo>
                  <a:lnTo>
                    <a:pt x="103" y="1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6" name=""/>
            <p:cNvSpPr/>
            <p:nvPr/>
          </p:nvSpPr>
          <p:spPr>
            <a:xfrm rot="0" flipH="1">
              <a:off x="3600" y="2528"/>
              <a:ext cx="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7" name=""/>
            <p:cNvSpPr/>
            <p:nvPr/>
          </p:nvSpPr>
          <p:spPr>
            <a:xfrm rot="0" flipV="1">
              <a:off x="3586" y="2524"/>
              <a:ext cx="39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8" name=""/>
            <p:cNvSpPr/>
            <p:nvPr/>
          </p:nvSpPr>
          <p:spPr>
            <a:xfrm rot="0">
              <a:off x="3607" y="2539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19" name=""/>
            <p:cNvSpPr/>
            <p:nvPr/>
          </p:nvSpPr>
          <p:spPr>
            <a:xfrm rot="0">
              <a:off x="3607" y="2521"/>
              <a:ext cx="19" cy="55"/>
            </a:xfrm>
            <a:custGeom>
              <a:avLst/>
              <a:ahLst/>
              <a:rect l="0" t="0" r="r" b="b"/>
              <a:pathLst>
                <a:path w="75" h="220">
                  <a:moveTo>
                    <a:pt x="75" y="0"/>
                  </a:moveTo>
                  <a:lnTo>
                    <a:pt x="41" y="220"/>
                  </a:lnTo>
                  <a:lnTo>
                    <a:pt x="0" y="1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0" name=""/>
            <p:cNvSpPr/>
            <p:nvPr/>
          </p:nvSpPr>
          <p:spPr>
            <a:xfrm rot="0">
              <a:off x="3592" y="2505"/>
              <a:ext cx="8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1" name=""/>
            <p:cNvSpPr/>
            <p:nvPr/>
          </p:nvSpPr>
          <p:spPr>
            <a:xfrm rot="0" flipV="1">
              <a:off x="3584" y="2546"/>
              <a:ext cx="16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2" name=""/>
            <p:cNvSpPr/>
            <p:nvPr/>
          </p:nvSpPr>
          <p:spPr>
            <a:xfrm rot="0" flipV="1">
              <a:off x="3606" y="2498"/>
              <a:ext cx="4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3" name=""/>
            <p:cNvSpPr/>
            <p:nvPr/>
          </p:nvSpPr>
          <p:spPr>
            <a:xfrm rot="0">
              <a:off x="3643" y="2509"/>
              <a:ext cx="13" cy="10"/>
            </a:xfrm>
            <a:custGeom>
              <a:avLst/>
              <a:ahLst/>
              <a:rect l="0" t="0" r="r" b="b"/>
              <a:pathLst>
                <a:path w="52" h="39">
                  <a:moveTo>
                    <a:pt x="52" y="0"/>
                  </a:moveTo>
                  <a:lnTo>
                    <a:pt x="40" y="1"/>
                  </a:lnTo>
                  <a:lnTo>
                    <a:pt x="30" y="5"/>
                  </a:lnTo>
                  <a:lnTo>
                    <a:pt x="20" y="11"/>
                  </a:lnTo>
                  <a:lnTo>
                    <a:pt x="11" y="19"/>
                  </a:lnTo>
                  <a:lnTo>
                    <a:pt x="5" y="28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4" name=""/>
            <p:cNvSpPr/>
            <p:nvPr/>
          </p:nvSpPr>
          <p:spPr>
            <a:xfrm rot="0">
              <a:off x="3656" y="2509"/>
              <a:ext cx="13" cy="20"/>
            </a:xfrm>
            <a:custGeom>
              <a:avLst/>
              <a:ahLst/>
              <a:rect l="0" t="0" r="r" b="b"/>
              <a:pathLst>
                <a:path w="52" h="80">
                  <a:moveTo>
                    <a:pt x="44" y="80"/>
                  </a:moveTo>
                  <a:lnTo>
                    <a:pt x="49" y="70"/>
                  </a:lnTo>
                  <a:lnTo>
                    <a:pt x="52" y="59"/>
                  </a:lnTo>
                  <a:lnTo>
                    <a:pt x="52" y="47"/>
                  </a:lnTo>
                  <a:lnTo>
                    <a:pt x="50" y="37"/>
                  </a:lnTo>
                  <a:lnTo>
                    <a:pt x="46" y="27"/>
                  </a:lnTo>
                  <a:lnTo>
                    <a:pt x="39" y="18"/>
                  </a:lnTo>
                  <a:lnTo>
                    <a:pt x="32" y="11"/>
                  </a:lnTo>
                  <a:lnTo>
                    <a:pt x="22" y="4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5" name=""/>
            <p:cNvSpPr/>
            <p:nvPr/>
          </p:nvSpPr>
          <p:spPr>
            <a:xfrm rot="0">
              <a:off x="3643" y="2529"/>
              <a:ext cx="26" cy="39"/>
            </a:xfrm>
            <a:custGeom>
              <a:avLst/>
              <a:ahLst/>
              <a:rect l="0" t="0" r="r" b="b"/>
              <a:pathLst>
                <a:path w="104" h="154">
                  <a:moveTo>
                    <a:pt x="96" y="0"/>
                  </a:moveTo>
                  <a:lnTo>
                    <a:pt x="0" y="154"/>
                  </a:lnTo>
                  <a:lnTo>
                    <a:pt x="104" y="1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6" name=""/>
            <p:cNvSpPr/>
            <p:nvPr/>
          </p:nvSpPr>
          <p:spPr>
            <a:xfrm rot="0">
              <a:off x="3688" y="2513"/>
              <a:ext cx="7" cy="52"/>
            </a:xfrm>
            <a:custGeom>
              <a:avLst/>
              <a:ahLst/>
              <a:rect l="0" t="0" r="r" b="b"/>
              <a:pathLst>
                <a:path w="26" h="208">
                  <a:moveTo>
                    <a:pt x="26" y="0"/>
                  </a:moveTo>
                  <a:lnTo>
                    <a:pt x="15" y="23"/>
                  </a:lnTo>
                  <a:lnTo>
                    <a:pt x="7" y="45"/>
                  </a:lnTo>
                  <a:lnTo>
                    <a:pt x="2" y="68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2" y="140"/>
                  </a:lnTo>
                  <a:lnTo>
                    <a:pt x="7" y="164"/>
                  </a:lnTo>
                  <a:lnTo>
                    <a:pt x="15" y="187"/>
                  </a:lnTo>
                  <a:lnTo>
                    <a:pt x="26" y="2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7" name=""/>
            <p:cNvSpPr/>
            <p:nvPr/>
          </p:nvSpPr>
          <p:spPr>
            <a:xfrm rot="0">
              <a:off x="3695" y="2509"/>
              <a:ext cx="13" cy="4"/>
            </a:xfrm>
            <a:custGeom>
              <a:avLst/>
              <a:ahLst/>
              <a:rect l="0" t="0" r="r" b="b"/>
              <a:pathLst>
                <a:path w="52" h="13">
                  <a:moveTo>
                    <a:pt x="52" y="13"/>
                  </a:moveTo>
                  <a:lnTo>
                    <a:pt x="45" y="7"/>
                  </a:lnTo>
                  <a:lnTo>
                    <a:pt x="38" y="3"/>
                  </a:lnTo>
                  <a:lnTo>
                    <a:pt x="30" y="0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5" y="7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8" name=""/>
            <p:cNvSpPr/>
            <p:nvPr/>
          </p:nvSpPr>
          <p:spPr>
            <a:xfrm rot="0">
              <a:off x="3708" y="2513"/>
              <a:ext cx="6" cy="52"/>
            </a:xfrm>
            <a:custGeom>
              <a:avLst/>
              <a:ahLst/>
              <a:rect l="0" t="0" r="r" b="b"/>
              <a:pathLst>
                <a:path w="25" h="208">
                  <a:moveTo>
                    <a:pt x="0" y="208"/>
                  </a:moveTo>
                  <a:lnTo>
                    <a:pt x="9" y="187"/>
                  </a:lnTo>
                  <a:lnTo>
                    <a:pt x="17" y="164"/>
                  </a:lnTo>
                  <a:lnTo>
                    <a:pt x="22" y="140"/>
                  </a:lnTo>
                  <a:lnTo>
                    <a:pt x="25" y="116"/>
                  </a:lnTo>
                  <a:lnTo>
                    <a:pt x="25" y="93"/>
                  </a:lnTo>
                  <a:lnTo>
                    <a:pt x="22" y="68"/>
                  </a:lnTo>
                  <a:lnTo>
                    <a:pt x="17" y="45"/>
                  </a:lnTo>
                  <a:lnTo>
                    <a:pt x="9" y="2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29" name=""/>
            <p:cNvSpPr/>
            <p:nvPr/>
          </p:nvSpPr>
          <p:spPr>
            <a:xfrm rot="0">
              <a:off x="3695" y="2565"/>
              <a:ext cx="13" cy="3"/>
            </a:xfrm>
            <a:custGeom>
              <a:avLst/>
              <a:ahLst/>
              <a:rect l="0" t="0" r="r" b="b"/>
              <a:pathLst>
                <a:path w="52" h="13">
                  <a:moveTo>
                    <a:pt x="0" y="0"/>
                  </a:moveTo>
                  <a:lnTo>
                    <a:pt x="5" y="7"/>
                  </a:lnTo>
                  <a:lnTo>
                    <a:pt x="13" y="11"/>
                  </a:lnTo>
                  <a:lnTo>
                    <a:pt x="21" y="13"/>
                  </a:lnTo>
                  <a:lnTo>
                    <a:pt x="30" y="13"/>
                  </a:lnTo>
                  <a:lnTo>
                    <a:pt x="38" y="11"/>
                  </a:lnTo>
                  <a:lnTo>
                    <a:pt x="45" y="7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0" name=""/>
            <p:cNvSpPr/>
            <p:nvPr/>
          </p:nvSpPr>
          <p:spPr>
            <a:xfrm rot="0">
              <a:off x="3734" y="2529"/>
              <a:ext cx="27" cy="39"/>
            </a:xfrm>
            <a:custGeom>
              <a:avLst/>
              <a:ahLst/>
              <a:rect l="0" t="0" r="r" b="b"/>
              <a:pathLst>
                <a:path w="111" h="155">
                  <a:moveTo>
                    <a:pt x="0" y="155"/>
                  </a:moveTo>
                  <a:lnTo>
                    <a:pt x="0" y="0"/>
                  </a:lnTo>
                  <a:lnTo>
                    <a:pt x="1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1" name=""/>
            <p:cNvSpPr/>
            <p:nvPr/>
          </p:nvSpPr>
          <p:spPr>
            <a:xfrm rot="0">
              <a:off x="3761" y="2529"/>
              <a:ext cx="12" cy="12"/>
            </a:xfrm>
            <a:custGeom>
              <a:avLst/>
              <a:ahLst/>
              <a:rect l="0" t="0" r="r" b="b"/>
              <a:pathLst>
                <a:path w="46" h="45">
                  <a:moveTo>
                    <a:pt x="46" y="45"/>
                  </a:moveTo>
                  <a:lnTo>
                    <a:pt x="45" y="34"/>
                  </a:lnTo>
                  <a:lnTo>
                    <a:pt x="41" y="26"/>
                  </a:lnTo>
                  <a:lnTo>
                    <a:pt x="35" y="17"/>
                  </a:lnTo>
                  <a:lnTo>
                    <a:pt x="28" y="9"/>
                  </a:lnTo>
                  <a:lnTo>
                    <a:pt x="20" y="4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2" name=""/>
            <p:cNvSpPr/>
            <p:nvPr/>
          </p:nvSpPr>
          <p:spPr>
            <a:xfrm rot="0">
              <a:off x="3773" y="2541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3" name=""/>
            <p:cNvSpPr/>
            <p:nvPr/>
          </p:nvSpPr>
          <p:spPr>
            <a:xfrm rot="0" flipV="1">
              <a:off x="3753" y="2529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4" name=""/>
            <p:cNvSpPr/>
            <p:nvPr/>
          </p:nvSpPr>
          <p:spPr>
            <a:xfrm rot="0">
              <a:off x="3790" y="2549"/>
              <a:ext cx="7" cy="7"/>
            </a:xfrm>
            <a:custGeom>
              <a:avLst/>
              <a:ahLst/>
              <a:rect l="0" t="0" r="r" b="b"/>
              <a:pathLst>
                <a:path w="27" h="28">
                  <a:moveTo>
                    <a:pt x="0" y="14"/>
                  </a:moveTo>
                  <a:lnTo>
                    <a:pt x="0" y="19"/>
                  </a:lnTo>
                  <a:lnTo>
                    <a:pt x="3" y="23"/>
                  </a:lnTo>
                  <a:lnTo>
                    <a:pt x="7" y="27"/>
                  </a:lnTo>
                  <a:lnTo>
                    <a:pt x="13" y="28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6" y="19"/>
                  </a:lnTo>
                  <a:lnTo>
                    <a:pt x="27" y="14"/>
                  </a:lnTo>
                  <a:lnTo>
                    <a:pt x="26" y="8"/>
                  </a:lnTo>
                  <a:lnTo>
                    <a:pt x="23" y="4"/>
                  </a:lnTo>
                  <a:lnTo>
                    <a:pt x="18" y="1"/>
                  </a:lnTo>
                  <a:lnTo>
                    <a:pt x="13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0" y="8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5" name=""/>
            <p:cNvSpPr/>
            <p:nvPr/>
          </p:nvSpPr>
          <p:spPr>
            <a:xfrm rot="0">
              <a:off x="3791" y="2550"/>
              <a:ext cx="5" cy="5"/>
            </a:xfrm>
            <a:custGeom>
              <a:avLst/>
              <a:ahLst/>
              <a:rect l="0" t="0" r="r" b="b"/>
              <a:pathLst>
                <a:path w="21" h="20">
                  <a:moveTo>
                    <a:pt x="21" y="10"/>
                  </a:moveTo>
                  <a:lnTo>
                    <a:pt x="20" y="4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18"/>
                  </a:lnTo>
                  <a:lnTo>
                    <a:pt x="10" y="20"/>
                  </a:lnTo>
                  <a:lnTo>
                    <a:pt x="15" y="18"/>
                  </a:lnTo>
                  <a:lnTo>
                    <a:pt x="20" y="15"/>
                  </a:lnTo>
                  <a:lnTo>
                    <a:pt x="21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6" name=""/>
            <p:cNvSpPr/>
            <p:nvPr/>
          </p:nvSpPr>
          <p:spPr>
            <a:xfrm rot="0">
              <a:off x="3792" y="2551"/>
              <a:ext cx="3" cy="3"/>
            </a:xfrm>
            <a:custGeom>
              <a:avLst/>
              <a:ahLst/>
              <a:rect l="0" t="0" r="r" b="b"/>
              <a:pathLst>
                <a:path w="14" h="14">
                  <a:moveTo>
                    <a:pt x="14" y="7"/>
                  </a:move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7" y="14"/>
                  </a:lnTo>
                  <a:lnTo>
                    <a:pt x="10" y="13"/>
                  </a:lnTo>
                  <a:lnTo>
                    <a:pt x="13" y="10"/>
                  </a:lnTo>
                  <a:lnTo>
                    <a:pt x="14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7" name=""/>
            <p:cNvSpPr/>
            <p:nvPr/>
          </p:nvSpPr>
          <p:spPr>
            <a:xfrm rot="0">
              <a:off x="3793" y="2552"/>
              <a:ext cx="1" cy="1"/>
            </a:xfrm>
            <a:custGeom>
              <a:avLst/>
              <a:ahLst/>
              <a:rect l="0" t="0" r="r" b="b"/>
              <a:pathLst>
                <a:path w="6" h="7">
                  <a:moveTo>
                    <a:pt x="6" y="4"/>
                  </a:moveTo>
                  <a:lnTo>
                    <a:pt x="6" y="1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4"/>
                  </a:lnTo>
                  <a:lnTo>
                    <a:pt x="1" y="6"/>
                  </a:lnTo>
                  <a:lnTo>
                    <a:pt x="3" y="7"/>
                  </a:lnTo>
                  <a:lnTo>
                    <a:pt x="6" y="6"/>
                  </a:lnTo>
                  <a:lnTo>
                    <a:pt x="6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8" name=""/>
            <p:cNvSpPr/>
            <p:nvPr/>
          </p:nvSpPr>
          <p:spPr>
            <a:xfrm rot="0">
              <a:off x="3787" y="2553"/>
              <a:ext cx="10" cy="13"/>
            </a:xfrm>
            <a:custGeom>
              <a:avLst/>
              <a:ahLst/>
              <a:rect l="0" t="0" r="r" b="b"/>
              <a:pathLst>
                <a:path w="41" h="52">
                  <a:moveTo>
                    <a:pt x="41" y="0"/>
                  </a:moveTo>
                  <a:lnTo>
                    <a:pt x="41" y="17"/>
                  </a:lnTo>
                  <a:lnTo>
                    <a:pt x="34" y="34"/>
                  </a:lnTo>
                  <a:lnTo>
                    <a:pt x="17" y="48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39" name=""/>
            <p:cNvSpPr/>
            <p:nvPr/>
          </p:nvSpPr>
          <p:spPr>
            <a:xfrm rot="0" flipV="1">
              <a:off x="3845" y="2517"/>
              <a:ext cx="4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0" name=""/>
            <p:cNvSpPr/>
            <p:nvPr/>
          </p:nvSpPr>
          <p:spPr>
            <a:xfrm rot="0">
              <a:off x="3874" y="2500"/>
              <a:ext cx="7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1" name=""/>
            <p:cNvSpPr/>
            <p:nvPr/>
          </p:nvSpPr>
          <p:spPr>
            <a:xfrm rot="0">
              <a:off x="3856" y="2498"/>
              <a:ext cx="11" cy="77"/>
            </a:xfrm>
            <a:custGeom>
              <a:avLst/>
              <a:ahLst/>
              <a:rect l="0" t="0" r="r" b="b"/>
              <a:pathLst>
                <a:path w="41" h="306">
                  <a:moveTo>
                    <a:pt x="41" y="0"/>
                  </a:moveTo>
                  <a:lnTo>
                    <a:pt x="41" y="306"/>
                  </a:lnTo>
                  <a:lnTo>
                    <a:pt x="0" y="2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2" name=""/>
            <p:cNvSpPr/>
            <p:nvPr/>
          </p:nvSpPr>
          <p:spPr>
            <a:xfrm rot="0" flipV="1">
              <a:off x="3844" y="2544"/>
              <a:ext cx="19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3" name=""/>
            <p:cNvSpPr/>
            <p:nvPr/>
          </p:nvSpPr>
          <p:spPr>
            <a:xfrm rot="0" flipH="1" flipV="1">
              <a:off x="3850" y="2528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4" name=""/>
            <p:cNvSpPr/>
            <p:nvPr/>
          </p:nvSpPr>
          <p:spPr>
            <a:xfrm rot="0">
              <a:off x="3867" y="2532"/>
              <a:ext cx="25" cy="30"/>
            </a:xfrm>
            <a:custGeom>
              <a:avLst/>
              <a:ahLst/>
              <a:rect l="0" t="0" r="r" b="b"/>
              <a:pathLst>
                <a:path w="101" h="119">
                  <a:moveTo>
                    <a:pt x="0" y="0"/>
                  </a:moveTo>
                  <a:lnTo>
                    <a:pt x="69" y="119"/>
                  </a:lnTo>
                  <a:lnTo>
                    <a:pt x="101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5" name=""/>
            <p:cNvSpPr/>
            <p:nvPr/>
          </p:nvSpPr>
          <p:spPr>
            <a:xfrm rot="0" flipH="1">
              <a:off x="3871" y="2528"/>
              <a:ext cx="1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6" name=""/>
            <p:cNvSpPr/>
            <p:nvPr/>
          </p:nvSpPr>
          <p:spPr>
            <a:xfrm rot="0" flipV="1">
              <a:off x="3904" y="2512"/>
              <a:ext cx="4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7" name=""/>
            <p:cNvSpPr/>
            <p:nvPr/>
          </p:nvSpPr>
          <p:spPr>
            <a:xfrm rot="0" flipH="1">
              <a:off x="3934" y="2524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8" name=""/>
            <p:cNvSpPr/>
            <p:nvPr/>
          </p:nvSpPr>
          <p:spPr>
            <a:xfrm rot="0" flipV="1">
              <a:off x="3914" y="2526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49" name=""/>
            <p:cNvSpPr/>
            <p:nvPr/>
          </p:nvSpPr>
          <p:spPr>
            <a:xfrm rot="0" flipV="1">
              <a:off x="3900" y="2569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0" name=""/>
            <p:cNvSpPr/>
            <p:nvPr/>
          </p:nvSpPr>
          <p:spPr>
            <a:xfrm rot="0" flipV="1">
              <a:off x="3914" y="2558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1" name=""/>
            <p:cNvSpPr/>
            <p:nvPr/>
          </p:nvSpPr>
          <p:spPr>
            <a:xfrm rot="0" flipV="1">
              <a:off x="3914" y="2548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2" name=""/>
            <p:cNvSpPr/>
            <p:nvPr/>
          </p:nvSpPr>
          <p:spPr>
            <a:xfrm rot="0" flipV="1">
              <a:off x="3914" y="253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3" name=""/>
            <p:cNvSpPr/>
            <p:nvPr/>
          </p:nvSpPr>
          <p:spPr>
            <a:xfrm rot="0">
              <a:off x="3914" y="2526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4" name=""/>
            <p:cNvSpPr/>
            <p:nvPr/>
          </p:nvSpPr>
          <p:spPr>
            <a:xfrm rot="0" flipH="1">
              <a:off x="3923" y="2500"/>
              <a:ext cx="2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5" name=""/>
            <p:cNvSpPr/>
            <p:nvPr/>
          </p:nvSpPr>
          <p:spPr>
            <a:xfrm rot="0" flipH="1">
              <a:off x="3958" y="2542"/>
              <a:ext cx="1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6" name=""/>
            <p:cNvSpPr/>
            <p:nvPr/>
          </p:nvSpPr>
          <p:spPr>
            <a:xfrm rot="0" flipH="1">
              <a:off x="3960" y="2518"/>
              <a:ext cx="13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7" name=""/>
            <p:cNvSpPr/>
            <p:nvPr/>
          </p:nvSpPr>
          <p:spPr>
            <a:xfrm rot="0" flipV="1">
              <a:off x="3956" y="2525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8" name=""/>
            <p:cNvSpPr/>
            <p:nvPr/>
          </p:nvSpPr>
          <p:spPr>
            <a:xfrm rot="0" flipV="1">
              <a:off x="3958" y="2554"/>
              <a:ext cx="1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59" name=""/>
            <p:cNvSpPr/>
            <p:nvPr/>
          </p:nvSpPr>
          <p:spPr>
            <a:xfrm rot="0" flipH="1">
              <a:off x="3958" y="2503"/>
              <a:ext cx="10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0" name=""/>
            <p:cNvSpPr/>
            <p:nvPr/>
          </p:nvSpPr>
          <p:spPr>
            <a:xfrm rot="0" flipV="1">
              <a:off x="3978" y="2517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1" name=""/>
            <p:cNvSpPr/>
            <p:nvPr/>
          </p:nvSpPr>
          <p:spPr>
            <a:xfrm rot="0" flipV="1">
              <a:off x="3977" y="2532"/>
              <a:ext cx="2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2" name=""/>
            <p:cNvSpPr/>
            <p:nvPr/>
          </p:nvSpPr>
          <p:spPr>
            <a:xfrm rot="0">
              <a:off x="3992" y="2557"/>
              <a:ext cx="11" cy="17"/>
            </a:xfrm>
            <a:custGeom>
              <a:avLst/>
              <a:ahLst/>
              <a:rect l="0" t="0" r="r" b="b"/>
              <a:pathLst>
                <a:path w="48" h="69">
                  <a:moveTo>
                    <a:pt x="0" y="3"/>
                  </a:moveTo>
                  <a:lnTo>
                    <a:pt x="48" y="69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3" name=""/>
            <p:cNvSpPr/>
            <p:nvPr/>
          </p:nvSpPr>
          <p:spPr>
            <a:xfrm rot="0">
              <a:off x="3990" y="2504"/>
              <a:ext cx="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4" name=""/>
            <p:cNvSpPr/>
            <p:nvPr/>
          </p:nvSpPr>
          <p:spPr>
            <a:xfrm rot="0">
              <a:off x="3983" y="2500"/>
              <a:ext cx="9" cy="58"/>
            </a:xfrm>
            <a:custGeom>
              <a:avLst/>
              <a:ahLst/>
              <a:rect l="0" t="0" r="r" b="b"/>
              <a:pathLst>
                <a:path w="34" h="231">
                  <a:moveTo>
                    <a:pt x="0" y="0"/>
                  </a:moveTo>
                  <a:lnTo>
                    <a:pt x="9" y="159"/>
                  </a:lnTo>
                  <a:lnTo>
                    <a:pt x="34" y="2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5" name=""/>
            <p:cNvSpPr/>
            <p:nvPr/>
          </p:nvSpPr>
          <p:spPr>
            <a:xfrm rot="0">
              <a:off x="3973" y="2539"/>
              <a:ext cx="24" cy="31"/>
            </a:xfrm>
            <a:custGeom>
              <a:avLst/>
              <a:ahLst/>
              <a:rect l="0" t="0" r="r" b="b"/>
              <a:pathLst>
                <a:path w="96" h="121">
                  <a:moveTo>
                    <a:pt x="96" y="0"/>
                  </a:moveTo>
                  <a:lnTo>
                    <a:pt x="65" y="52"/>
                  </a:lnTo>
                  <a:lnTo>
                    <a:pt x="0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6" name=""/>
            <p:cNvSpPr/>
            <p:nvPr/>
          </p:nvSpPr>
          <p:spPr>
            <a:xfrm rot="0">
              <a:off x="4036" y="2536"/>
              <a:ext cx="16" cy="32"/>
            </a:xfrm>
            <a:custGeom>
              <a:avLst/>
              <a:ahLst/>
              <a:rect l="0" t="0" r="r" b="b"/>
              <a:pathLst>
                <a:path w="65" h="129">
                  <a:moveTo>
                    <a:pt x="26" y="0"/>
                  </a:moveTo>
                  <a:lnTo>
                    <a:pt x="65" y="0"/>
                  </a:lnTo>
                  <a:lnTo>
                    <a:pt x="65" y="129"/>
                  </a:lnTo>
                  <a:lnTo>
                    <a:pt x="0" y="1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7" name=""/>
            <p:cNvSpPr/>
            <p:nvPr/>
          </p:nvSpPr>
          <p:spPr>
            <a:xfrm rot="0">
              <a:off x="4019" y="2552"/>
              <a:ext cx="17" cy="16"/>
            </a:xfrm>
            <a:custGeom>
              <a:avLst/>
              <a:ahLst/>
              <a:rect l="0" t="0" r="r" b="b"/>
              <a:pathLst>
                <a:path w="65" h="65">
                  <a:moveTo>
                    <a:pt x="0" y="0"/>
                  </a:moveTo>
                  <a:lnTo>
                    <a:pt x="1" y="13"/>
                  </a:lnTo>
                  <a:lnTo>
                    <a:pt x="5" y="25"/>
                  </a:lnTo>
                  <a:lnTo>
                    <a:pt x="11" y="37"/>
                  </a:lnTo>
                  <a:lnTo>
                    <a:pt x="19" y="47"/>
                  </a:lnTo>
                  <a:lnTo>
                    <a:pt x="29" y="54"/>
                  </a:lnTo>
                  <a:lnTo>
                    <a:pt x="40" y="61"/>
                  </a:lnTo>
                  <a:lnTo>
                    <a:pt x="52" y="64"/>
                  </a:lnTo>
                  <a:lnTo>
                    <a:pt x="6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8" name=""/>
            <p:cNvSpPr/>
            <p:nvPr/>
          </p:nvSpPr>
          <p:spPr>
            <a:xfrm rot="0" flipV="1">
              <a:off x="4019" y="2526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69" name=""/>
            <p:cNvSpPr/>
            <p:nvPr/>
          </p:nvSpPr>
          <p:spPr>
            <a:xfrm rot="0">
              <a:off x="4019" y="2509"/>
              <a:ext cx="17" cy="17"/>
            </a:xfrm>
            <a:custGeom>
              <a:avLst/>
              <a:ahLst/>
              <a:rect l="0" t="0" r="r" b="b"/>
              <a:pathLst>
                <a:path w="65" h="66">
                  <a:moveTo>
                    <a:pt x="65" y="0"/>
                  </a:moveTo>
                  <a:lnTo>
                    <a:pt x="52" y="1"/>
                  </a:lnTo>
                  <a:lnTo>
                    <a:pt x="40" y="5"/>
                  </a:lnTo>
                  <a:lnTo>
                    <a:pt x="29" y="11"/>
                  </a:lnTo>
                  <a:lnTo>
                    <a:pt x="19" y="19"/>
                  </a:lnTo>
                  <a:lnTo>
                    <a:pt x="11" y="29"/>
                  </a:lnTo>
                  <a:lnTo>
                    <a:pt x="5" y="40"/>
                  </a:lnTo>
                  <a:lnTo>
                    <a:pt x="1" y="53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0" name=""/>
            <p:cNvSpPr/>
            <p:nvPr/>
          </p:nvSpPr>
          <p:spPr>
            <a:xfrm rot="0">
              <a:off x="4036" y="2509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1" name=""/>
            <p:cNvSpPr/>
            <p:nvPr/>
          </p:nvSpPr>
          <p:spPr>
            <a:xfrm rot="0" flipV="1">
              <a:off x="4071" y="2509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2" name=""/>
            <p:cNvSpPr/>
            <p:nvPr/>
          </p:nvSpPr>
          <p:spPr>
            <a:xfrm rot="0">
              <a:off x="4071" y="2536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3" name=""/>
            <p:cNvSpPr/>
            <p:nvPr/>
          </p:nvSpPr>
          <p:spPr>
            <a:xfrm rot="0">
              <a:off x="4104" y="2509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4" name=""/>
            <p:cNvSpPr/>
            <p:nvPr/>
          </p:nvSpPr>
          <p:spPr>
            <a:xfrm rot="0" flipH="1">
              <a:off x="4128" y="2501"/>
              <a:ext cx="5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5" name=""/>
            <p:cNvSpPr/>
            <p:nvPr/>
          </p:nvSpPr>
          <p:spPr>
            <a:xfrm rot="0" flipV="1">
              <a:off x="4125" y="2557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6" name=""/>
            <p:cNvSpPr/>
            <p:nvPr/>
          </p:nvSpPr>
          <p:spPr>
            <a:xfrm rot="0" flipV="1">
              <a:off x="4139" y="2519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7" name=""/>
            <p:cNvSpPr/>
            <p:nvPr/>
          </p:nvSpPr>
          <p:spPr>
            <a:xfrm rot="0" flipH="1">
              <a:off x="4126" y="2521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8" name=""/>
            <p:cNvSpPr/>
            <p:nvPr/>
          </p:nvSpPr>
          <p:spPr>
            <a:xfrm rot="0" flipV="1">
              <a:off x="4125" y="2539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79" name=""/>
            <p:cNvSpPr/>
            <p:nvPr/>
          </p:nvSpPr>
          <p:spPr>
            <a:xfrm rot="0" flipH="1">
              <a:off x="4143" y="2500"/>
              <a:ext cx="9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0" name=""/>
            <p:cNvSpPr/>
            <p:nvPr/>
          </p:nvSpPr>
          <p:spPr>
            <a:xfrm rot="0" flipH="1" flipV="1">
              <a:off x="4151" y="2563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1" name=""/>
            <p:cNvSpPr/>
            <p:nvPr/>
          </p:nvSpPr>
          <p:spPr>
            <a:xfrm rot="0">
              <a:off x="4149" y="2534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2" name=""/>
            <p:cNvSpPr/>
            <p:nvPr/>
          </p:nvSpPr>
          <p:spPr>
            <a:xfrm rot="0">
              <a:off x="4158" y="2517"/>
              <a:ext cx="6" cy="58"/>
            </a:xfrm>
            <a:custGeom>
              <a:avLst/>
              <a:ahLst/>
              <a:rect l="0" t="0" r="r" b="b"/>
              <a:pathLst>
                <a:path w="24" h="231">
                  <a:moveTo>
                    <a:pt x="0" y="231"/>
                  </a:moveTo>
                  <a:lnTo>
                    <a:pt x="14" y="135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3" name=""/>
            <p:cNvSpPr/>
            <p:nvPr/>
          </p:nvSpPr>
          <p:spPr>
            <a:xfrm rot="0" flipV="1">
              <a:off x="4147" y="2520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4" name=""/>
            <p:cNvSpPr/>
            <p:nvPr/>
          </p:nvSpPr>
          <p:spPr>
            <a:xfrm rot="0">
              <a:off x="4125" y="2518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5" name=""/>
            <p:cNvSpPr/>
            <p:nvPr/>
          </p:nvSpPr>
          <p:spPr>
            <a:xfrm rot="0" flipV="1">
              <a:off x="4185" y="2534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6" name=""/>
            <p:cNvSpPr/>
            <p:nvPr/>
          </p:nvSpPr>
          <p:spPr>
            <a:xfrm rot="0" flipH="1">
              <a:off x="4176" y="2563"/>
              <a:ext cx="4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7" name=""/>
            <p:cNvSpPr/>
            <p:nvPr/>
          </p:nvSpPr>
          <p:spPr>
            <a:xfrm rot="0" flipV="1">
              <a:off x="4182" y="2510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8" name=""/>
            <p:cNvSpPr/>
            <p:nvPr/>
          </p:nvSpPr>
          <p:spPr>
            <a:xfrm rot="0" flipV="1">
              <a:off x="4252" y="2506"/>
              <a:ext cx="3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89" name=""/>
            <p:cNvSpPr/>
            <p:nvPr/>
          </p:nvSpPr>
          <p:spPr>
            <a:xfrm rot="0" flipH="1">
              <a:off x="4239" y="2523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0" name=""/>
            <p:cNvSpPr/>
            <p:nvPr/>
          </p:nvSpPr>
          <p:spPr>
            <a:xfrm rot="0" flipH="1">
              <a:off x="4250" y="2535"/>
              <a:ext cx="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1" name=""/>
            <p:cNvSpPr/>
            <p:nvPr/>
          </p:nvSpPr>
          <p:spPr>
            <a:xfrm rot="0" flipV="1">
              <a:off x="4250" y="2547"/>
              <a:ext cx="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2" name=""/>
            <p:cNvSpPr/>
            <p:nvPr/>
          </p:nvSpPr>
          <p:spPr>
            <a:xfrm rot="0" flipH="1">
              <a:off x="4261" y="2525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3" name=""/>
            <p:cNvSpPr/>
            <p:nvPr/>
          </p:nvSpPr>
          <p:spPr>
            <a:xfrm rot="0">
              <a:off x="4250" y="2526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4" name=""/>
            <p:cNvSpPr/>
            <p:nvPr/>
          </p:nvSpPr>
          <p:spPr>
            <a:xfrm rot="0" flipV="1">
              <a:off x="4270" y="2519"/>
              <a:ext cx="3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5" name=""/>
            <p:cNvSpPr/>
            <p:nvPr/>
          </p:nvSpPr>
          <p:spPr>
            <a:xfrm rot="0" flipV="1">
              <a:off x="4240" y="2563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6" name=""/>
            <p:cNvSpPr/>
            <p:nvPr/>
          </p:nvSpPr>
          <p:spPr>
            <a:xfrm rot="0">
              <a:off x="4239" y="2520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7" name=""/>
            <p:cNvSpPr/>
            <p:nvPr/>
          </p:nvSpPr>
          <p:spPr>
            <a:xfrm rot="0" flipH="1">
              <a:off x="4233" y="2504"/>
              <a:ext cx="4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8" name=""/>
            <p:cNvSpPr/>
            <p:nvPr/>
          </p:nvSpPr>
          <p:spPr>
            <a:xfrm rot="0" flipH="1">
              <a:off x="4291" y="2521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799" name=""/>
            <p:cNvSpPr/>
            <p:nvPr/>
          </p:nvSpPr>
          <p:spPr>
            <a:xfrm rot="0">
              <a:off x="4294" y="2498"/>
              <a:ext cx="7" cy="77"/>
            </a:xfrm>
            <a:custGeom>
              <a:avLst/>
              <a:ahLst/>
              <a:rect l="0" t="0" r="r" b="b"/>
              <a:pathLst>
                <a:path w="30" h="306">
                  <a:moveTo>
                    <a:pt x="30" y="0"/>
                  </a:moveTo>
                  <a:lnTo>
                    <a:pt x="30" y="306"/>
                  </a:lnTo>
                  <a:lnTo>
                    <a:pt x="0" y="2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0" name=""/>
            <p:cNvSpPr/>
            <p:nvPr/>
          </p:nvSpPr>
          <p:spPr>
            <a:xfrm rot="0" flipV="1">
              <a:off x="4289" y="2532"/>
              <a:ext cx="19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1" name=""/>
            <p:cNvSpPr/>
            <p:nvPr/>
          </p:nvSpPr>
          <p:spPr>
            <a:xfrm rot="0">
              <a:off x="4308" y="2500"/>
              <a:ext cx="8" cy="38"/>
            </a:xfrm>
            <a:custGeom>
              <a:avLst/>
              <a:ahLst/>
              <a:rect l="0" t="0" r="r" b="b"/>
              <a:pathLst>
                <a:path w="31" h="152">
                  <a:moveTo>
                    <a:pt x="31" y="0"/>
                  </a:moveTo>
                  <a:lnTo>
                    <a:pt x="24" y="83"/>
                  </a:lnTo>
                  <a:lnTo>
                    <a:pt x="0" y="1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2" name=""/>
            <p:cNvSpPr/>
            <p:nvPr/>
          </p:nvSpPr>
          <p:spPr>
            <a:xfrm rot="0" flipV="1">
              <a:off x="4316" y="2505"/>
              <a:ext cx="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3" name=""/>
            <p:cNvSpPr/>
            <p:nvPr/>
          </p:nvSpPr>
          <p:spPr>
            <a:xfrm rot="0">
              <a:off x="4324" y="2503"/>
              <a:ext cx="12" cy="25"/>
            </a:xfrm>
            <a:custGeom>
              <a:avLst/>
              <a:ahLst/>
              <a:rect l="0" t="0" r="r" b="b"/>
              <a:pathLst>
                <a:path w="45" h="97">
                  <a:moveTo>
                    <a:pt x="0" y="0"/>
                  </a:moveTo>
                  <a:lnTo>
                    <a:pt x="0" y="97"/>
                  </a:lnTo>
                  <a:lnTo>
                    <a:pt x="45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4" name=""/>
            <p:cNvSpPr/>
            <p:nvPr/>
          </p:nvSpPr>
          <p:spPr>
            <a:xfrm rot="0">
              <a:off x="4312" y="2544"/>
              <a:ext cx="24" cy="29"/>
            </a:xfrm>
            <a:custGeom>
              <a:avLst/>
              <a:ahLst/>
              <a:rect l="0" t="0" r="r" b="b"/>
              <a:pathLst>
                <a:path w="96" h="118">
                  <a:moveTo>
                    <a:pt x="0" y="0"/>
                  </a:moveTo>
                  <a:lnTo>
                    <a:pt x="64" y="118"/>
                  </a:lnTo>
                  <a:lnTo>
                    <a:pt x="96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5" name=""/>
            <p:cNvSpPr/>
            <p:nvPr/>
          </p:nvSpPr>
          <p:spPr>
            <a:xfrm rot="0" flipV="1">
              <a:off x="4312" y="2535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6" name=""/>
            <p:cNvSpPr/>
            <p:nvPr/>
          </p:nvSpPr>
          <p:spPr>
            <a:xfrm rot="0">
              <a:off x="4305" y="2533"/>
              <a:ext cx="24" cy="41"/>
            </a:xfrm>
            <a:custGeom>
              <a:avLst/>
              <a:ahLst/>
              <a:rect l="0" t="0" r="r" b="b"/>
              <a:pathLst>
                <a:path w="96" h="165">
                  <a:moveTo>
                    <a:pt x="96" y="0"/>
                  </a:moveTo>
                  <a:lnTo>
                    <a:pt x="59" y="96"/>
                  </a:lnTo>
                  <a:lnTo>
                    <a:pt x="0" y="1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7" name=""/>
            <p:cNvSpPr/>
            <p:nvPr/>
          </p:nvSpPr>
          <p:spPr>
            <a:xfrm rot="0">
              <a:off x="4367" y="2541"/>
              <a:ext cx="25" cy="35"/>
            </a:xfrm>
            <a:custGeom>
              <a:avLst/>
              <a:ahLst/>
              <a:rect l="0" t="0" r="r" b="b"/>
              <a:pathLst>
                <a:path w="102" h="137">
                  <a:moveTo>
                    <a:pt x="102" y="0"/>
                  </a:moveTo>
                  <a:lnTo>
                    <a:pt x="50" y="86"/>
                  </a:lnTo>
                  <a:lnTo>
                    <a:pt x="0" y="1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8" name=""/>
            <p:cNvSpPr/>
            <p:nvPr/>
          </p:nvSpPr>
          <p:spPr>
            <a:xfrm rot="0" flipH="1">
              <a:off x="4376" y="2525"/>
              <a:ext cx="1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09" name=""/>
            <p:cNvSpPr/>
            <p:nvPr/>
          </p:nvSpPr>
          <p:spPr>
            <a:xfrm rot="0" flipH="1">
              <a:off x="4376" y="2502"/>
              <a:ext cx="12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0" name=""/>
            <p:cNvSpPr/>
            <p:nvPr/>
          </p:nvSpPr>
          <p:spPr>
            <a:xfrm rot="0">
              <a:off x="4353" y="2502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1" name=""/>
            <p:cNvSpPr/>
            <p:nvPr/>
          </p:nvSpPr>
          <p:spPr>
            <a:xfrm rot="0" flipV="1">
              <a:off x="4353" y="2503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2" name=""/>
            <p:cNvSpPr/>
            <p:nvPr/>
          </p:nvSpPr>
          <p:spPr>
            <a:xfrm rot="0" flipH="1">
              <a:off x="4371" y="2502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3" name=""/>
            <p:cNvSpPr/>
            <p:nvPr/>
          </p:nvSpPr>
          <p:spPr>
            <a:xfrm rot="0" flipH="1">
              <a:off x="4353" y="2518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4" name=""/>
            <p:cNvSpPr/>
            <p:nvPr/>
          </p:nvSpPr>
          <p:spPr>
            <a:xfrm rot="0" flipV="1">
              <a:off x="4353" y="2511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5" name=""/>
            <p:cNvSpPr/>
            <p:nvPr/>
          </p:nvSpPr>
          <p:spPr>
            <a:xfrm rot="0">
              <a:off x="4360" y="2520"/>
              <a:ext cx="2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6" name=""/>
            <p:cNvSpPr/>
            <p:nvPr/>
          </p:nvSpPr>
          <p:spPr>
            <a:xfrm rot="0" flipV="1">
              <a:off x="4345" y="2528"/>
              <a:ext cx="2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7" name=""/>
            <p:cNvSpPr/>
            <p:nvPr/>
          </p:nvSpPr>
          <p:spPr>
            <a:xfrm rot="0">
              <a:off x="4353" y="2534"/>
              <a:ext cx="1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8" name=""/>
            <p:cNvSpPr/>
            <p:nvPr/>
          </p:nvSpPr>
          <p:spPr>
            <a:xfrm rot="0" flipV="1">
              <a:off x="4353" y="2537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19" name=""/>
            <p:cNvSpPr/>
            <p:nvPr/>
          </p:nvSpPr>
          <p:spPr>
            <a:xfrm rot="0" flipH="1">
              <a:off x="4368" y="2535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0" name=""/>
            <p:cNvSpPr/>
            <p:nvPr/>
          </p:nvSpPr>
          <p:spPr>
            <a:xfrm rot="0" flipH="1">
              <a:off x="4353" y="2546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1" name=""/>
            <p:cNvSpPr/>
            <p:nvPr/>
          </p:nvSpPr>
          <p:spPr>
            <a:xfrm rot="0">
              <a:off x="4355" y="2547"/>
              <a:ext cx="7" cy="28"/>
            </a:xfrm>
            <a:custGeom>
              <a:avLst/>
              <a:ahLst/>
              <a:rect l="0" t="0" r="r" b="b"/>
              <a:pathLst>
                <a:path w="25" h="110">
                  <a:moveTo>
                    <a:pt x="25" y="0"/>
                  </a:moveTo>
                  <a:lnTo>
                    <a:pt x="25" y="110"/>
                  </a:lnTo>
                  <a:lnTo>
                    <a:pt x="0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2" name=""/>
            <p:cNvSpPr/>
            <p:nvPr/>
          </p:nvSpPr>
          <p:spPr>
            <a:xfrm rot="0" flipH="1">
              <a:off x="4346" y="2556"/>
              <a:ext cx="9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3" name=""/>
            <p:cNvSpPr/>
            <p:nvPr/>
          </p:nvSpPr>
          <p:spPr>
            <a:xfrm rot="0">
              <a:off x="4366" y="2553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4" name=""/>
            <p:cNvSpPr/>
            <p:nvPr/>
          </p:nvSpPr>
          <p:spPr>
            <a:xfrm rot="0">
              <a:off x="4407" y="2556"/>
              <a:ext cx="12" cy="12"/>
            </a:xfrm>
            <a:custGeom>
              <a:avLst/>
              <a:ahLst/>
              <a:rect l="0" t="0" r="r" b="b"/>
              <a:pathLst>
                <a:path w="48" h="48">
                  <a:moveTo>
                    <a:pt x="0" y="23"/>
                  </a:moveTo>
                  <a:lnTo>
                    <a:pt x="2" y="31"/>
                  </a:lnTo>
                  <a:lnTo>
                    <a:pt x="5" y="37"/>
                  </a:lnTo>
                  <a:lnTo>
                    <a:pt x="10" y="43"/>
                  </a:lnTo>
                  <a:lnTo>
                    <a:pt x="17" y="47"/>
                  </a:lnTo>
                  <a:lnTo>
                    <a:pt x="24" y="48"/>
                  </a:lnTo>
                  <a:lnTo>
                    <a:pt x="32" y="47"/>
                  </a:lnTo>
                  <a:lnTo>
                    <a:pt x="38" y="43"/>
                  </a:lnTo>
                  <a:lnTo>
                    <a:pt x="44" y="37"/>
                  </a:lnTo>
                  <a:lnTo>
                    <a:pt x="47" y="31"/>
                  </a:lnTo>
                  <a:lnTo>
                    <a:pt x="48" y="23"/>
                  </a:lnTo>
                  <a:lnTo>
                    <a:pt x="47" y="16"/>
                  </a:lnTo>
                  <a:lnTo>
                    <a:pt x="44" y="9"/>
                  </a:lnTo>
                  <a:lnTo>
                    <a:pt x="38" y="4"/>
                  </a:lnTo>
                  <a:lnTo>
                    <a:pt x="32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0" y="4"/>
                  </a:lnTo>
                  <a:lnTo>
                    <a:pt x="5" y="9"/>
                  </a:lnTo>
                  <a:lnTo>
                    <a:pt x="2" y="16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5" name=""/>
            <p:cNvSpPr/>
            <p:nvPr/>
          </p:nvSpPr>
          <p:spPr>
            <a:xfrm rot="0">
              <a:off x="4406" y="2555"/>
              <a:ext cx="14" cy="14"/>
            </a:xfrm>
            <a:custGeom>
              <a:avLst/>
              <a:ahLst/>
              <a:rect l="0" t="0" r="r" b="b"/>
              <a:pathLst>
                <a:path w="55" h="55">
                  <a:moveTo>
                    <a:pt x="55" y="27"/>
                  </a:moveTo>
                  <a:lnTo>
                    <a:pt x="54" y="19"/>
                  </a:lnTo>
                  <a:lnTo>
                    <a:pt x="50" y="11"/>
                  </a:lnTo>
                  <a:lnTo>
                    <a:pt x="44" y="6"/>
                  </a:lnTo>
                  <a:lnTo>
                    <a:pt x="37" y="1"/>
                  </a:lnTo>
                  <a:lnTo>
                    <a:pt x="28" y="0"/>
                  </a:lnTo>
                  <a:lnTo>
                    <a:pt x="20" y="1"/>
                  </a:lnTo>
                  <a:lnTo>
                    <a:pt x="12" y="6"/>
                  </a:lnTo>
                  <a:lnTo>
                    <a:pt x="6" y="11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4"/>
                  </a:lnTo>
                  <a:lnTo>
                    <a:pt x="12" y="50"/>
                  </a:lnTo>
                  <a:lnTo>
                    <a:pt x="20" y="54"/>
                  </a:lnTo>
                  <a:lnTo>
                    <a:pt x="28" y="55"/>
                  </a:lnTo>
                  <a:lnTo>
                    <a:pt x="37" y="54"/>
                  </a:lnTo>
                  <a:lnTo>
                    <a:pt x="44" y="50"/>
                  </a:lnTo>
                  <a:lnTo>
                    <a:pt x="50" y="44"/>
                  </a:lnTo>
                  <a:lnTo>
                    <a:pt x="54" y="36"/>
                  </a:lnTo>
                  <a:lnTo>
                    <a:pt x="55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6" name=""/>
            <p:cNvSpPr/>
            <p:nvPr/>
          </p:nvSpPr>
          <p:spPr>
            <a:xfrm rot="0">
              <a:off x="5206" y="4075"/>
              <a:ext cx="38" cy="84"/>
            </a:xfrm>
            <a:custGeom>
              <a:avLst/>
              <a:ahLst/>
              <a:rect l="0" t="0" r="r" b="b"/>
              <a:pathLst>
                <a:path w="149" h="335">
                  <a:moveTo>
                    <a:pt x="74" y="335"/>
                  </a:moveTo>
                  <a:lnTo>
                    <a:pt x="149" y="0"/>
                  </a:lnTo>
                  <a:lnTo>
                    <a:pt x="0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</p:spTree>
  </p:cSld>
  <p:clrMapOvr>
    <a:masterClrMapping/>
  </p:clrMapOvr>
  <p:timing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6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61" name=""/>
          <p:cNvGrpSpPr/>
          <p:nvPr/>
        </p:nvGrpSpPr>
        <p:grpSpPr>
          <a:xfrm rot="0">
            <a:off x="595312" y="1371600"/>
            <a:ext cx="6418262" cy="4930775"/>
            <a:chOff x="375" y="864"/>
            <a:chExt cx="4043" cy="3106"/>
          </a:xfrm>
        </p:grpSpPr>
        <p:sp>
          <p:nvSpPr>
            <p:cNvPr id="1054827" name=""/>
            <p:cNvSpPr/>
            <p:nvPr/>
          </p:nvSpPr>
          <p:spPr>
            <a:xfrm rot="0" flipV="1">
              <a:off x="3759" y="3885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8" name=""/>
            <p:cNvSpPr/>
            <p:nvPr/>
          </p:nvSpPr>
          <p:spPr>
            <a:xfrm rot="0" flipH="1">
              <a:off x="3791" y="3898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29" name=""/>
            <p:cNvSpPr/>
            <p:nvPr/>
          </p:nvSpPr>
          <p:spPr>
            <a:xfrm rot="0" flipV="1">
              <a:off x="3770" y="3900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0" name=""/>
            <p:cNvSpPr/>
            <p:nvPr/>
          </p:nvSpPr>
          <p:spPr>
            <a:xfrm rot="0" flipV="1">
              <a:off x="3756" y="3944"/>
              <a:ext cx="5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1" name=""/>
            <p:cNvSpPr/>
            <p:nvPr/>
          </p:nvSpPr>
          <p:spPr>
            <a:xfrm rot="0" flipV="1">
              <a:off x="3770" y="3933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2" name=""/>
            <p:cNvSpPr/>
            <p:nvPr/>
          </p:nvSpPr>
          <p:spPr>
            <a:xfrm rot="0" flipV="1">
              <a:off x="3770" y="3923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3" name=""/>
            <p:cNvSpPr/>
            <p:nvPr/>
          </p:nvSpPr>
          <p:spPr>
            <a:xfrm rot="0" flipV="1">
              <a:off x="3770" y="3912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4" name=""/>
            <p:cNvSpPr/>
            <p:nvPr/>
          </p:nvSpPr>
          <p:spPr>
            <a:xfrm rot="0">
              <a:off x="3770" y="389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5" name=""/>
            <p:cNvSpPr/>
            <p:nvPr/>
          </p:nvSpPr>
          <p:spPr>
            <a:xfrm rot="0" flipH="1">
              <a:off x="3779" y="3872"/>
              <a:ext cx="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6" name=""/>
            <p:cNvSpPr/>
            <p:nvPr/>
          </p:nvSpPr>
          <p:spPr>
            <a:xfrm rot="0" flipH="1">
              <a:off x="3816" y="3916"/>
              <a:ext cx="18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7" name=""/>
            <p:cNvSpPr/>
            <p:nvPr/>
          </p:nvSpPr>
          <p:spPr>
            <a:xfrm rot="0" flipH="1">
              <a:off x="3818" y="3891"/>
              <a:ext cx="14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8" name=""/>
            <p:cNvSpPr/>
            <p:nvPr/>
          </p:nvSpPr>
          <p:spPr>
            <a:xfrm rot="0" flipV="1">
              <a:off x="3814" y="3898"/>
              <a:ext cx="1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39" name=""/>
            <p:cNvSpPr/>
            <p:nvPr/>
          </p:nvSpPr>
          <p:spPr>
            <a:xfrm rot="0" flipV="1">
              <a:off x="3816" y="3929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0" name=""/>
            <p:cNvSpPr/>
            <p:nvPr/>
          </p:nvSpPr>
          <p:spPr>
            <a:xfrm rot="0" flipH="1">
              <a:off x="3816" y="3876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1" name=""/>
            <p:cNvSpPr/>
            <p:nvPr/>
          </p:nvSpPr>
          <p:spPr>
            <a:xfrm rot="0" flipV="1">
              <a:off x="3837" y="3890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2" name=""/>
            <p:cNvSpPr/>
            <p:nvPr/>
          </p:nvSpPr>
          <p:spPr>
            <a:xfrm rot="0" flipV="1">
              <a:off x="3836" y="3905"/>
              <a:ext cx="23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3" name=""/>
            <p:cNvSpPr/>
            <p:nvPr/>
          </p:nvSpPr>
          <p:spPr>
            <a:xfrm rot="0">
              <a:off x="3852" y="3932"/>
              <a:ext cx="12" cy="18"/>
            </a:xfrm>
            <a:custGeom>
              <a:avLst/>
              <a:ahLst/>
              <a:rect l="0" t="0" r="r" b="b"/>
              <a:pathLst>
                <a:path w="38" h="55">
                  <a:moveTo>
                    <a:pt x="0" y="4"/>
                  </a:moveTo>
                  <a:lnTo>
                    <a:pt x="38" y="55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4" name=""/>
            <p:cNvSpPr/>
            <p:nvPr/>
          </p:nvSpPr>
          <p:spPr>
            <a:xfrm rot="0">
              <a:off x="3851" y="3876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5" name=""/>
            <p:cNvSpPr/>
            <p:nvPr/>
          </p:nvSpPr>
          <p:spPr>
            <a:xfrm rot="0">
              <a:off x="3843" y="3872"/>
              <a:ext cx="9" cy="61"/>
            </a:xfrm>
            <a:custGeom>
              <a:avLst/>
              <a:ahLst/>
              <a:rect l="0" t="0" r="r" b="b"/>
              <a:pathLst>
                <a:path w="27" h="183">
                  <a:moveTo>
                    <a:pt x="0" y="0"/>
                  </a:moveTo>
                  <a:lnTo>
                    <a:pt x="8" y="125"/>
                  </a:lnTo>
                  <a:lnTo>
                    <a:pt x="27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6" name=""/>
            <p:cNvSpPr/>
            <p:nvPr/>
          </p:nvSpPr>
          <p:spPr>
            <a:xfrm rot="0">
              <a:off x="3833" y="3914"/>
              <a:ext cx="25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76" y="0"/>
                  </a:moveTo>
                  <a:lnTo>
                    <a:pt x="51" y="41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7" name=""/>
            <p:cNvSpPr/>
            <p:nvPr/>
          </p:nvSpPr>
          <p:spPr>
            <a:xfrm rot="0">
              <a:off x="3881" y="3910"/>
              <a:ext cx="34" cy="34"/>
            </a:xfrm>
            <a:custGeom>
              <a:avLst/>
              <a:ahLst/>
              <a:rect l="0" t="0" r="r" b="b"/>
              <a:pathLst>
                <a:path w="102" h="103">
                  <a:moveTo>
                    <a:pt x="0" y="103"/>
                  </a:moveTo>
                  <a:lnTo>
                    <a:pt x="51" y="103"/>
                  </a:lnTo>
                  <a:lnTo>
                    <a:pt x="63" y="102"/>
                  </a:lnTo>
                  <a:lnTo>
                    <a:pt x="73" y="98"/>
                  </a:lnTo>
                  <a:lnTo>
                    <a:pt x="84" y="91"/>
                  </a:lnTo>
                  <a:lnTo>
                    <a:pt x="92" y="83"/>
                  </a:lnTo>
                  <a:lnTo>
                    <a:pt x="97" y="74"/>
                  </a:lnTo>
                  <a:lnTo>
                    <a:pt x="101" y="62"/>
                  </a:lnTo>
                  <a:lnTo>
                    <a:pt x="102" y="52"/>
                  </a:lnTo>
                  <a:lnTo>
                    <a:pt x="101" y="40"/>
                  </a:lnTo>
                  <a:lnTo>
                    <a:pt x="97" y="29"/>
                  </a:lnTo>
                  <a:lnTo>
                    <a:pt x="92" y="19"/>
                  </a:lnTo>
                  <a:lnTo>
                    <a:pt x="84" y="11"/>
                  </a:lnTo>
                  <a:lnTo>
                    <a:pt x="73" y="4"/>
                  </a:lnTo>
                  <a:lnTo>
                    <a:pt x="63" y="2"/>
                  </a:lnTo>
                  <a:lnTo>
                    <a:pt x="5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8" name=""/>
            <p:cNvSpPr/>
            <p:nvPr/>
          </p:nvSpPr>
          <p:spPr>
            <a:xfrm rot="0">
              <a:off x="3881" y="3882"/>
              <a:ext cx="31" cy="62"/>
            </a:xfrm>
            <a:custGeom>
              <a:avLst/>
              <a:ahLst/>
              <a:rect l="0" t="0" r="r" b="b"/>
              <a:pathLst>
                <a:path w="92" h="185">
                  <a:moveTo>
                    <a:pt x="51" y="82"/>
                  </a:moveTo>
                  <a:lnTo>
                    <a:pt x="61" y="81"/>
                  </a:lnTo>
                  <a:lnTo>
                    <a:pt x="72" y="76"/>
                  </a:lnTo>
                  <a:lnTo>
                    <a:pt x="80" y="69"/>
                  </a:lnTo>
                  <a:lnTo>
                    <a:pt x="86" y="61"/>
                  </a:lnTo>
                  <a:lnTo>
                    <a:pt x="90" y="51"/>
                  </a:lnTo>
                  <a:lnTo>
                    <a:pt x="92" y="40"/>
                  </a:lnTo>
                  <a:lnTo>
                    <a:pt x="90" y="30"/>
                  </a:lnTo>
                  <a:lnTo>
                    <a:pt x="86" y="21"/>
                  </a:lnTo>
                  <a:lnTo>
                    <a:pt x="80" y="11"/>
                  </a:lnTo>
                  <a:lnTo>
                    <a:pt x="72" y="5"/>
                  </a:lnTo>
                  <a:lnTo>
                    <a:pt x="61" y="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49" name=""/>
            <p:cNvSpPr/>
            <p:nvPr/>
          </p:nvSpPr>
          <p:spPr>
            <a:xfrm rot="0" flipH="1">
              <a:off x="3951" y="3944"/>
              <a:ext cx="1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0" name=""/>
            <p:cNvSpPr/>
            <p:nvPr/>
          </p:nvSpPr>
          <p:spPr>
            <a:xfrm rot="0">
              <a:off x="3936" y="3929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0" y="0"/>
                  </a:moveTo>
                  <a:lnTo>
                    <a:pt x="1" y="12"/>
                  </a:lnTo>
                  <a:lnTo>
                    <a:pt x="7" y="22"/>
                  </a:lnTo>
                  <a:lnTo>
                    <a:pt x="13" y="33"/>
                  </a:lnTo>
                  <a:lnTo>
                    <a:pt x="24" y="39"/>
                  </a:lnTo>
                  <a:lnTo>
                    <a:pt x="34" y="45"/>
                  </a:lnTo>
                  <a:lnTo>
                    <a:pt x="46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1" name=""/>
            <p:cNvSpPr/>
            <p:nvPr/>
          </p:nvSpPr>
          <p:spPr>
            <a:xfrm rot="0" flipV="1">
              <a:off x="3936" y="3898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2" name=""/>
            <p:cNvSpPr/>
            <p:nvPr/>
          </p:nvSpPr>
          <p:spPr>
            <a:xfrm rot="0">
              <a:off x="3936" y="3882"/>
              <a:ext cx="15" cy="16"/>
            </a:xfrm>
            <a:custGeom>
              <a:avLst/>
              <a:ahLst/>
              <a:rect l="0" t="0" r="r" b="b"/>
              <a:pathLst>
                <a:path w="46" h="46">
                  <a:moveTo>
                    <a:pt x="46" y="0"/>
                  </a:moveTo>
                  <a:lnTo>
                    <a:pt x="34" y="1"/>
                  </a:lnTo>
                  <a:lnTo>
                    <a:pt x="24" y="6"/>
                  </a:lnTo>
                  <a:lnTo>
                    <a:pt x="13" y="13"/>
                  </a:lnTo>
                  <a:lnTo>
                    <a:pt x="7" y="23"/>
                  </a:lnTo>
                  <a:lnTo>
                    <a:pt x="1" y="34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3" name=""/>
            <p:cNvSpPr/>
            <p:nvPr/>
          </p:nvSpPr>
          <p:spPr>
            <a:xfrm rot="0">
              <a:off x="3951" y="3882"/>
              <a:ext cx="1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4" name=""/>
            <p:cNvSpPr/>
            <p:nvPr/>
          </p:nvSpPr>
          <p:spPr>
            <a:xfrm rot="0" flipV="1">
              <a:off x="4002" y="3922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5" name=""/>
            <p:cNvSpPr/>
            <p:nvPr/>
          </p:nvSpPr>
          <p:spPr>
            <a:xfrm rot="0">
              <a:off x="3990" y="3930"/>
              <a:ext cx="39" cy="19"/>
            </a:xfrm>
            <a:custGeom>
              <a:avLst/>
              <a:ahLst/>
              <a:rect l="0" t="0" r="r" b="b"/>
              <a:pathLst>
                <a:path w="117" h="58">
                  <a:moveTo>
                    <a:pt x="0" y="0"/>
                  </a:moveTo>
                  <a:lnTo>
                    <a:pt x="104" y="58"/>
                  </a:lnTo>
                  <a:lnTo>
                    <a:pt x="11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6" name=""/>
            <p:cNvSpPr/>
            <p:nvPr/>
          </p:nvSpPr>
          <p:spPr>
            <a:xfrm rot="0" flipH="1">
              <a:off x="3989" y="3917"/>
              <a:ext cx="3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7" name=""/>
            <p:cNvSpPr/>
            <p:nvPr/>
          </p:nvSpPr>
          <p:spPr>
            <a:xfrm rot="0">
              <a:off x="4002" y="3910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8" name=""/>
            <p:cNvSpPr/>
            <p:nvPr/>
          </p:nvSpPr>
          <p:spPr>
            <a:xfrm rot="0" flipV="1">
              <a:off x="3979" y="3908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59" name=""/>
            <p:cNvSpPr/>
            <p:nvPr/>
          </p:nvSpPr>
          <p:spPr>
            <a:xfrm rot="0" flipV="1">
              <a:off x="3994" y="3885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0" name=""/>
            <p:cNvSpPr/>
            <p:nvPr/>
          </p:nvSpPr>
          <p:spPr>
            <a:xfrm rot="0" flipH="1">
              <a:off x="3994" y="3896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1" name=""/>
            <p:cNvSpPr/>
            <p:nvPr/>
          </p:nvSpPr>
          <p:spPr>
            <a:xfrm rot="0" flipH="1">
              <a:off x="4012" y="3870"/>
              <a:ext cx="2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2" name=""/>
            <p:cNvSpPr/>
            <p:nvPr/>
          </p:nvSpPr>
          <p:spPr>
            <a:xfrm rot="0" flipV="1">
              <a:off x="3993" y="3874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3" name=""/>
            <p:cNvSpPr/>
            <p:nvPr/>
          </p:nvSpPr>
          <p:spPr>
            <a:xfrm rot="0" flipH="1" flipV="1">
              <a:off x="3993" y="3871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4" name=""/>
            <p:cNvSpPr/>
            <p:nvPr/>
          </p:nvSpPr>
          <p:spPr>
            <a:xfrm rot="0" flipV="1">
              <a:off x="3977" y="3929"/>
              <a:ext cx="1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5" name=""/>
            <p:cNvSpPr/>
            <p:nvPr/>
          </p:nvSpPr>
          <p:spPr>
            <a:xfrm rot="0" flipH="1">
              <a:off x="4340" y="3916"/>
              <a:ext cx="1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6" name=""/>
            <p:cNvSpPr/>
            <p:nvPr/>
          </p:nvSpPr>
          <p:spPr>
            <a:xfrm rot="0" flipH="1">
              <a:off x="4342" y="3891"/>
              <a:ext cx="14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7" name=""/>
            <p:cNvSpPr/>
            <p:nvPr/>
          </p:nvSpPr>
          <p:spPr>
            <a:xfrm rot="0" flipV="1">
              <a:off x="4338" y="3898"/>
              <a:ext cx="1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8" name=""/>
            <p:cNvSpPr/>
            <p:nvPr/>
          </p:nvSpPr>
          <p:spPr>
            <a:xfrm rot="0" flipV="1">
              <a:off x="4340" y="3929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69" name=""/>
            <p:cNvSpPr/>
            <p:nvPr/>
          </p:nvSpPr>
          <p:spPr>
            <a:xfrm rot="0" flipH="1">
              <a:off x="4340" y="3876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0" name=""/>
            <p:cNvSpPr/>
            <p:nvPr/>
          </p:nvSpPr>
          <p:spPr>
            <a:xfrm rot="0" flipV="1">
              <a:off x="4361" y="3890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1" name=""/>
            <p:cNvSpPr/>
            <p:nvPr/>
          </p:nvSpPr>
          <p:spPr>
            <a:xfrm rot="0" flipV="1">
              <a:off x="4360" y="3905"/>
              <a:ext cx="23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2" name=""/>
            <p:cNvSpPr/>
            <p:nvPr/>
          </p:nvSpPr>
          <p:spPr>
            <a:xfrm rot="0">
              <a:off x="4376" y="3932"/>
              <a:ext cx="12" cy="18"/>
            </a:xfrm>
            <a:custGeom>
              <a:avLst/>
              <a:ahLst/>
              <a:rect l="0" t="0" r="r" b="b"/>
              <a:pathLst>
                <a:path w="38" h="55">
                  <a:moveTo>
                    <a:pt x="0" y="4"/>
                  </a:moveTo>
                  <a:lnTo>
                    <a:pt x="38" y="55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3" name=""/>
            <p:cNvSpPr/>
            <p:nvPr/>
          </p:nvSpPr>
          <p:spPr>
            <a:xfrm rot="0">
              <a:off x="4374" y="3876"/>
              <a:ext cx="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4" name=""/>
            <p:cNvSpPr/>
            <p:nvPr/>
          </p:nvSpPr>
          <p:spPr>
            <a:xfrm rot="0">
              <a:off x="4366" y="3872"/>
              <a:ext cx="10" cy="61"/>
            </a:xfrm>
            <a:custGeom>
              <a:avLst/>
              <a:ahLst/>
              <a:rect l="0" t="0" r="r" b="b"/>
              <a:pathLst>
                <a:path w="28" h="183">
                  <a:moveTo>
                    <a:pt x="0" y="0"/>
                  </a:moveTo>
                  <a:lnTo>
                    <a:pt x="8" y="125"/>
                  </a:lnTo>
                  <a:lnTo>
                    <a:pt x="28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5" name=""/>
            <p:cNvSpPr/>
            <p:nvPr/>
          </p:nvSpPr>
          <p:spPr>
            <a:xfrm rot="0">
              <a:off x="4356" y="3914"/>
              <a:ext cx="26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76" y="0"/>
                  </a:moveTo>
                  <a:lnTo>
                    <a:pt x="52" y="41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6" name=""/>
            <p:cNvSpPr/>
            <p:nvPr/>
          </p:nvSpPr>
          <p:spPr>
            <a:xfrm rot="0">
              <a:off x="4405" y="3931"/>
              <a:ext cx="12" cy="13"/>
            </a:xfrm>
            <a:custGeom>
              <a:avLst/>
              <a:ahLst/>
              <a:rect l="0" t="0" r="r" b="b"/>
              <a:pathLst>
                <a:path w="38" h="38">
                  <a:moveTo>
                    <a:pt x="0" y="19"/>
                  </a:moveTo>
                  <a:lnTo>
                    <a:pt x="1" y="26"/>
                  </a:lnTo>
                  <a:lnTo>
                    <a:pt x="5" y="32"/>
                  </a:lnTo>
                  <a:lnTo>
                    <a:pt x="12" y="36"/>
                  </a:lnTo>
                  <a:lnTo>
                    <a:pt x="18" y="38"/>
                  </a:lnTo>
                  <a:lnTo>
                    <a:pt x="26" y="36"/>
                  </a:lnTo>
                  <a:lnTo>
                    <a:pt x="31" y="32"/>
                  </a:lnTo>
                  <a:lnTo>
                    <a:pt x="37" y="26"/>
                  </a:lnTo>
                  <a:lnTo>
                    <a:pt x="38" y="19"/>
                  </a:lnTo>
                  <a:lnTo>
                    <a:pt x="37" y="11"/>
                  </a:lnTo>
                  <a:lnTo>
                    <a:pt x="31" y="6"/>
                  </a:lnTo>
                  <a:lnTo>
                    <a:pt x="26" y="1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5" y="6"/>
                  </a:lnTo>
                  <a:lnTo>
                    <a:pt x="1" y="11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7" name=""/>
            <p:cNvSpPr/>
            <p:nvPr/>
          </p:nvSpPr>
          <p:spPr>
            <a:xfrm rot="0">
              <a:off x="4404" y="3930"/>
              <a:ext cx="14" cy="14"/>
            </a:xfrm>
            <a:custGeom>
              <a:avLst/>
              <a:ahLst/>
              <a:rect l="0" t="0" r="r" b="b"/>
              <a:pathLst>
                <a:path w="44" h="43">
                  <a:moveTo>
                    <a:pt x="44" y="22"/>
                  </a:moveTo>
                  <a:lnTo>
                    <a:pt x="42" y="14"/>
                  </a:lnTo>
                  <a:lnTo>
                    <a:pt x="37" y="7"/>
                  </a:lnTo>
                  <a:lnTo>
                    <a:pt x="30" y="3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7" y="7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7" y="38"/>
                  </a:lnTo>
                  <a:lnTo>
                    <a:pt x="13" y="42"/>
                  </a:lnTo>
                  <a:lnTo>
                    <a:pt x="21" y="43"/>
                  </a:lnTo>
                  <a:lnTo>
                    <a:pt x="30" y="42"/>
                  </a:lnTo>
                  <a:lnTo>
                    <a:pt x="37" y="38"/>
                  </a:lnTo>
                  <a:lnTo>
                    <a:pt x="42" y="30"/>
                  </a:lnTo>
                  <a:lnTo>
                    <a:pt x="44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8" name=""/>
            <p:cNvSpPr/>
            <p:nvPr/>
          </p:nvSpPr>
          <p:spPr>
            <a:xfrm rot="0">
              <a:off x="4069" y="3969"/>
              <a:ext cx="24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79" name=""/>
            <p:cNvSpPr/>
            <p:nvPr/>
          </p:nvSpPr>
          <p:spPr>
            <a:xfrm rot="0">
              <a:off x="1069" y="1335"/>
              <a:ext cx="20" cy="28"/>
            </a:xfrm>
            <a:custGeom>
              <a:avLst/>
              <a:ahLst/>
              <a:rect l="0" t="0" r="r" b="b"/>
              <a:pathLst>
                <a:path w="61" h="84">
                  <a:moveTo>
                    <a:pt x="0" y="84"/>
                  </a:moveTo>
                  <a:lnTo>
                    <a:pt x="29" y="78"/>
                  </a:lnTo>
                  <a:lnTo>
                    <a:pt x="47" y="69"/>
                  </a:lnTo>
                  <a:lnTo>
                    <a:pt x="56" y="59"/>
                  </a:lnTo>
                  <a:lnTo>
                    <a:pt x="60" y="46"/>
                  </a:lnTo>
                  <a:lnTo>
                    <a:pt x="61" y="20"/>
                  </a:lnTo>
                  <a:lnTo>
                    <a:pt x="57" y="9"/>
                  </a:lnTo>
                  <a:lnTo>
                    <a:pt x="52" y="3"/>
                  </a:lnTo>
                  <a:lnTo>
                    <a:pt x="44" y="2"/>
                  </a:lnTo>
                  <a:lnTo>
                    <a:pt x="32" y="0"/>
                  </a:lnTo>
                  <a:lnTo>
                    <a:pt x="19" y="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0" name=""/>
            <p:cNvSpPr/>
            <p:nvPr/>
          </p:nvSpPr>
          <p:spPr>
            <a:xfrm rot="0">
              <a:off x="1070" y="1314"/>
              <a:ext cx="20" cy="21"/>
            </a:xfrm>
            <a:custGeom>
              <a:avLst/>
              <a:ahLst/>
              <a:rect l="0" t="0" r="r" b="b"/>
              <a:pathLst>
                <a:path w="60" h="63">
                  <a:moveTo>
                    <a:pt x="32" y="63"/>
                  </a:moveTo>
                  <a:lnTo>
                    <a:pt x="45" y="55"/>
                  </a:lnTo>
                  <a:lnTo>
                    <a:pt x="54" y="46"/>
                  </a:lnTo>
                  <a:lnTo>
                    <a:pt x="58" y="33"/>
                  </a:lnTo>
                  <a:lnTo>
                    <a:pt x="60" y="21"/>
                  </a:lnTo>
                  <a:lnTo>
                    <a:pt x="57" y="11"/>
                  </a:lnTo>
                  <a:lnTo>
                    <a:pt x="52" y="4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1" name=""/>
            <p:cNvSpPr/>
            <p:nvPr/>
          </p:nvSpPr>
          <p:spPr>
            <a:xfrm rot="0">
              <a:off x="1103" y="1306"/>
              <a:ext cx="20" cy="46"/>
            </a:xfrm>
            <a:custGeom>
              <a:avLst/>
              <a:ahLst/>
              <a:rect l="0" t="0" r="r" b="b"/>
              <a:pathLst>
                <a:path w="58" h="139">
                  <a:moveTo>
                    <a:pt x="25" y="139"/>
                  </a:moveTo>
                  <a:lnTo>
                    <a:pt x="29" y="138"/>
                  </a:lnTo>
                  <a:lnTo>
                    <a:pt x="38" y="133"/>
                  </a:lnTo>
                  <a:lnTo>
                    <a:pt x="46" y="118"/>
                  </a:lnTo>
                  <a:lnTo>
                    <a:pt x="53" y="101"/>
                  </a:lnTo>
                  <a:lnTo>
                    <a:pt x="58" y="78"/>
                  </a:lnTo>
                  <a:lnTo>
                    <a:pt x="58" y="63"/>
                  </a:lnTo>
                  <a:lnTo>
                    <a:pt x="57" y="43"/>
                  </a:lnTo>
                  <a:lnTo>
                    <a:pt x="52" y="22"/>
                  </a:lnTo>
                  <a:lnTo>
                    <a:pt x="44" y="5"/>
                  </a:lnTo>
                  <a:lnTo>
                    <a:pt x="35" y="0"/>
                  </a:lnTo>
                  <a:lnTo>
                    <a:pt x="28" y="3"/>
                  </a:lnTo>
                  <a:lnTo>
                    <a:pt x="17" y="8"/>
                  </a:lnTo>
                  <a:lnTo>
                    <a:pt x="12" y="17"/>
                  </a:lnTo>
                  <a:lnTo>
                    <a:pt x="6" y="34"/>
                  </a:lnTo>
                  <a:lnTo>
                    <a:pt x="2" y="50"/>
                  </a:lnTo>
                  <a:lnTo>
                    <a:pt x="0" y="70"/>
                  </a:lnTo>
                  <a:lnTo>
                    <a:pt x="0" y="86"/>
                  </a:lnTo>
                  <a:lnTo>
                    <a:pt x="0" y="104"/>
                  </a:lnTo>
                  <a:lnTo>
                    <a:pt x="4" y="118"/>
                  </a:lnTo>
                  <a:lnTo>
                    <a:pt x="12" y="136"/>
                  </a:lnTo>
                  <a:lnTo>
                    <a:pt x="17" y="138"/>
                  </a:lnTo>
                  <a:lnTo>
                    <a:pt x="25" y="13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2" name=""/>
            <p:cNvSpPr/>
            <p:nvPr/>
          </p:nvSpPr>
          <p:spPr>
            <a:xfrm rot="0">
              <a:off x="1136" y="1298"/>
              <a:ext cx="15" cy="16"/>
            </a:xfrm>
            <a:custGeom>
              <a:avLst/>
              <a:ahLst/>
              <a:rect l="0" t="0" r="r" b="b"/>
              <a:pathLst>
                <a:path w="45" h="50">
                  <a:moveTo>
                    <a:pt x="38" y="36"/>
                  </a:moveTo>
                  <a:lnTo>
                    <a:pt x="43" y="28"/>
                  </a:lnTo>
                  <a:lnTo>
                    <a:pt x="45" y="19"/>
                  </a:lnTo>
                  <a:lnTo>
                    <a:pt x="42" y="12"/>
                  </a:lnTo>
                  <a:lnTo>
                    <a:pt x="37" y="3"/>
                  </a:lnTo>
                  <a:lnTo>
                    <a:pt x="29" y="0"/>
                  </a:lnTo>
                  <a:lnTo>
                    <a:pt x="17" y="3"/>
                  </a:lnTo>
                  <a:lnTo>
                    <a:pt x="8" y="10"/>
                  </a:lnTo>
                  <a:lnTo>
                    <a:pt x="3" y="19"/>
                  </a:lnTo>
                  <a:lnTo>
                    <a:pt x="1" y="27"/>
                  </a:lnTo>
                  <a:lnTo>
                    <a:pt x="0" y="39"/>
                  </a:lnTo>
                  <a:lnTo>
                    <a:pt x="5" y="45"/>
                  </a:lnTo>
                  <a:lnTo>
                    <a:pt x="14" y="50"/>
                  </a:lnTo>
                  <a:lnTo>
                    <a:pt x="21" y="48"/>
                  </a:lnTo>
                  <a:lnTo>
                    <a:pt x="35" y="41"/>
                  </a:lnTo>
                  <a:lnTo>
                    <a:pt x="38" y="3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3" name=""/>
            <p:cNvSpPr/>
            <p:nvPr/>
          </p:nvSpPr>
          <p:spPr>
            <a:xfrm rot="0">
              <a:off x="986" y="1279"/>
              <a:ext cx="35" cy="57"/>
            </a:xfrm>
            <a:custGeom>
              <a:avLst/>
              <a:ahLst/>
              <a:rect l="0" t="0" r="r" b="b"/>
              <a:pathLst>
                <a:path w="105" h="171">
                  <a:moveTo>
                    <a:pt x="53" y="171"/>
                  </a:moveTo>
                  <a:lnTo>
                    <a:pt x="105" y="146"/>
                  </a:lnTo>
                  <a:lnTo>
                    <a:pt x="0" y="0"/>
                  </a:lnTo>
                  <a:lnTo>
                    <a:pt x="53" y="17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4884" name=""/>
            <p:cNvSpPr/>
            <p:nvPr/>
          </p:nvSpPr>
          <p:spPr>
            <a:xfrm rot="0">
              <a:off x="986" y="1279"/>
              <a:ext cx="35" cy="57"/>
            </a:xfrm>
            <a:custGeom>
              <a:avLst/>
              <a:ahLst/>
              <a:rect l="0" t="0" r="r" b="b"/>
              <a:pathLst>
                <a:path w="105" h="171">
                  <a:moveTo>
                    <a:pt x="53" y="171"/>
                  </a:moveTo>
                  <a:lnTo>
                    <a:pt x="105" y="146"/>
                  </a:lnTo>
                  <a:lnTo>
                    <a:pt x="0" y="0"/>
                  </a:lnTo>
                  <a:lnTo>
                    <a:pt x="53" y="17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5" name=""/>
            <p:cNvSpPr/>
            <p:nvPr/>
          </p:nvSpPr>
          <p:spPr>
            <a:xfrm rot="0">
              <a:off x="1008" y="1349"/>
              <a:ext cx="20" cy="60"/>
            </a:xfrm>
            <a:custGeom>
              <a:avLst/>
              <a:ahLst/>
              <a:rect l="0" t="0" r="r" b="b"/>
              <a:pathLst>
                <a:path w="59" h="179">
                  <a:moveTo>
                    <a:pt x="59" y="0"/>
                  </a:moveTo>
                  <a:lnTo>
                    <a:pt x="0" y="7"/>
                  </a:lnTo>
                  <a:lnTo>
                    <a:pt x="51" y="179"/>
                  </a:lnTo>
                  <a:lnTo>
                    <a:pt x="59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4886" name=""/>
            <p:cNvSpPr/>
            <p:nvPr/>
          </p:nvSpPr>
          <p:spPr>
            <a:xfrm rot="0">
              <a:off x="1008" y="1349"/>
              <a:ext cx="20" cy="60"/>
            </a:xfrm>
            <a:custGeom>
              <a:avLst/>
              <a:ahLst/>
              <a:rect l="0" t="0" r="r" b="b"/>
              <a:pathLst>
                <a:path w="59" h="179">
                  <a:moveTo>
                    <a:pt x="59" y="0"/>
                  </a:moveTo>
                  <a:lnTo>
                    <a:pt x="0" y="7"/>
                  </a:lnTo>
                  <a:lnTo>
                    <a:pt x="51" y="179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7" name=""/>
            <p:cNvSpPr/>
            <p:nvPr/>
          </p:nvSpPr>
          <p:spPr>
            <a:xfrm rot="0" flipH="1" flipV="1">
              <a:off x="1013" y="1332"/>
              <a:ext cx="5" cy="1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88" name=""/>
            <p:cNvSpPr/>
            <p:nvPr/>
          </p:nvSpPr>
          <p:spPr>
            <a:xfrm rot="0">
              <a:off x="1064" y="1213"/>
              <a:ext cx="17" cy="20"/>
            </a:xfrm>
            <a:custGeom>
              <a:avLst/>
              <a:ahLst/>
              <a:rect l="0" t="0" r="r" b="b"/>
              <a:pathLst>
                <a:path w="51" h="61">
                  <a:moveTo>
                    <a:pt x="18" y="33"/>
                  </a:moveTo>
                  <a:lnTo>
                    <a:pt x="0" y="6"/>
                  </a:lnTo>
                  <a:lnTo>
                    <a:pt x="9" y="0"/>
                  </a:lnTo>
                  <a:lnTo>
                    <a:pt x="19" y="0"/>
                  </a:lnTo>
                  <a:lnTo>
                    <a:pt x="30" y="2"/>
                  </a:lnTo>
                  <a:lnTo>
                    <a:pt x="39" y="7"/>
                  </a:lnTo>
                  <a:lnTo>
                    <a:pt x="46" y="15"/>
                  </a:lnTo>
                  <a:lnTo>
                    <a:pt x="51" y="24"/>
                  </a:lnTo>
                  <a:lnTo>
                    <a:pt x="51" y="34"/>
                  </a:lnTo>
                  <a:lnTo>
                    <a:pt x="50" y="45"/>
                  </a:lnTo>
                  <a:lnTo>
                    <a:pt x="44" y="54"/>
                  </a:lnTo>
                  <a:lnTo>
                    <a:pt x="37" y="61"/>
                  </a:lnTo>
                  <a:lnTo>
                    <a:pt x="18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889" name=""/>
            <p:cNvSpPr/>
            <p:nvPr/>
          </p:nvSpPr>
          <p:spPr>
            <a:xfrm rot="0">
              <a:off x="1064" y="1213"/>
              <a:ext cx="17" cy="20"/>
            </a:xfrm>
            <a:custGeom>
              <a:avLst/>
              <a:ahLst/>
              <a:rect l="0" t="0" r="r" b="b"/>
              <a:pathLst>
                <a:path w="51" h="61">
                  <a:moveTo>
                    <a:pt x="0" y="6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30" y="2"/>
                  </a:lnTo>
                  <a:lnTo>
                    <a:pt x="39" y="7"/>
                  </a:lnTo>
                  <a:lnTo>
                    <a:pt x="46" y="15"/>
                  </a:lnTo>
                  <a:lnTo>
                    <a:pt x="51" y="24"/>
                  </a:lnTo>
                  <a:lnTo>
                    <a:pt x="51" y="34"/>
                  </a:lnTo>
                  <a:lnTo>
                    <a:pt x="50" y="45"/>
                  </a:lnTo>
                  <a:lnTo>
                    <a:pt x="44" y="54"/>
                  </a:lnTo>
                  <a:lnTo>
                    <a:pt x="37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90" name=""/>
            <p:cNvSpPr/>
            <p:nvPr/>
          </p:nvSpPr>
          <p:spPr>
            <a:xfrm rot="0">
              <a:off x="784" y="1215"/>
              <a:ext cx="292" cy="203"/>
            </a:xfrm>
            <a:custGeom>
              <a:avLst/>
              <a:ahLst/>
              <a:rect l="0" t="0" r="r" b="b"/>
              <a:pathLst>
                <a:path w="876" h="610">
                  <a:moveTo>
                    <a:pt x="876" y="55"/>
                  </a:moveTo>
                  <a:lnTo>
                    <a:pt x="857" y="27"/>
                  </a:lnTo>
                  <a:lnTo>
                    <a:pt x="839" y="0"/>
                  </a:lnTo>
                  <a:lnTo>
                    <a:pt x="0" y="555"/>
                  </a:lnTo>
                  <a:lnTo>
                    <a:pt x="18" y="582"/>
                  </a:lnTo>
                  <a:lnTo>
                    <a:pt x="37" y="610"/>
                  </a:lnTo>
                  <a:lnTo>
                    <a:pt x="876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891" name=""/>
            <p:cNvSpPr/>
            <p:nvPr/>
          </p:nvSpPr>
          <p:spPr>
            <a:xfrm rot="0">
              <a:off x="784" y="1215"/>
              <a:ext cx="292" cy="203"/>
            </a:xfrm>
            <a:custGeom>
              <a:avLst/>
              <a:ahLst/>
              <a:rect l="0" t="0" r="r" b="b"/>
              <a:pathLst>
                <a:path w="876" h="610">
                  <a:moveTo>
                    <a:pt x="876" y="55"/>
                  </a:moveTo>
                  <a:lnTo>
                    <a:pt x="857" y="27"/>
                  </a:lnTo>
                  <a:lnTo>
                    <a:pt x="839" y="0"/>
                  </a:lnTo>
                  <a:lnTo>
                    <a:pt x="0" y="555"/>
                  </a:lnTo>
                  <a:lnTo>
                    <a:pt x="18" y="582"/>
                  </a:lnTo>
                  <a:lnTo>
                    <a:pt x="37" y="610"/>
                  </a:lnTo>
                  <a:lnTo>
                    <a:pt x="876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92" name=""/>
            <p:cNvSpPr/>
            <p:nvPr/>
          </p:nvSpPr>
          <p:spPr>
            <a:xfrm rot="0">
              <a:off x="779" y="1400"/>
              <a:ext cx="17" cy="20"/>
            </a:xfrm>
            <a:custGeom>
              <a:avLst/>
              <a:ahLst/>
              <a:rect l="0" t="0" r="r" b="b"/>
              <a:pathLst>
                <a:path w="52" h="60">
                  <a:moveTo>
                    <a:pt x="33" y="27"/>
                  </a:moveTo>
                  <a:lnTo>
                    <a:pt x="52" y="55"/>
                  </a:lnTo>
                  <a:lnTo>
                    <a:pt x="42" y="60"/>
                  </a:lnTo>
                  <a:lnTo>
                    <a:pt x="32" y="60"/>
                  </a:lnTo>
                  <a:lnTo>
                    <a:pt x="21" y="59"/>
                  </a:lnTo>
                  <a:lnTo>
                    <a:pt x="12" y="53"/>
                  </a:lnTo>
                  <a:lnTo>
                    <a:pt x="6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7" y="6"/>
                  </a:lnTo>
                  <a:lnTo>
                    <a:pt x="15" y="0"/>
                  </a:lnTo>
                  <a:lnTo>
                    <a:pt x="33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893" name=""/>
            <p:cNvSpPr/>
            <p:nvPr/>
          </p:nvSpPr>
          <p:spPr>
            <a:xfrm rot="0">
              <a:off x="779" y="1400"/>
              <a:ext cx="17" cy="20"/>
            </a:xfrm>
            <a:custGeom>
              <a:avLst/>
              <a:ahLst/>
              <a:rect l="0" t="0" r="r" b="b"/>
              <a:pathLst>
                <a:path w="52" h="60">
                  <a:moveTo>
                    <a:pt x="52" y="55"/>
                  </a:moveTo>
                  <a:lnTo>
                    <a:pt x="42" y="60"/>
                  </a:lnTo>
                  <a:lnTo>
                    <a:pt x="32" y="60"/>
                  </a:lnTo>
                  <a:lnTo>
                    <a:pt x="21" y="59"/>
                  </a:lnTo>
                  <a:lnTo>
                    <a:pt x="12" y="53"/>
                  </a:lnTo>
                  <a:lnTo>
                    <a:pt x="6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7" y="6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94" name=""/>
            <p:cNvSpPr/>
            <p:nvPr/>
          </p:nvSpPr>
          <p:spPr>
            <a:xfrm rot="0" flipH="1">
              <a:off x="1067" y="12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95" name=""/>
            <p:cNvSpPr/>
            <p:nvPr/>
          </p:nvSpPr>
          <p:spPr>
            <a:xfrm rot="0">
              <a:off x="1079" y="1683"/>
              <a:ext cx="54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96" name=""/>
            <p:cNvSpPr/>
            <p:nvPr/>
          </p:nvSpPr>
          <p:spPr>
            <a:xfrm rot="0">
              <a:off x="1610" y="1205"/>
              <a:ext cx="18" cy="20"/>
            </a:xfrm>
            <a:custGeom>
              <a:avLst/>
              <a:ahLst/>
              <a:rect l="0" t="0" r="r" b="b"/>
              <a:pathLst>
                <a:path w="55" h="58">
                  <a:moveTo>
                    <a:pt x="33" y="33"/>
                  </a:moveTo>
                  <a:lnTo>
                    <a:pt x="11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1"/>
                  </a:lnTo>
                  <a:lnTo>
                    <a:pt x="55" y="8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897" name=""/>
            <p:cNvSpPr/>
            <p:nvPr/>
          </p:nvSpPr>
          <p:spPr>
            <a:xfrm rot="0">
              <a:off x="1610" y="1205"/>
              <a:ext cx="18" cy="20"/>
            </a:xfrm>
            <a:custGeom>
              <a:avLst/>
              <a:ahLst/>
              <a:rect l="0" t="0" r="r" b="b"/>
              <a:pathLst>
                <a:path w="55" h="58">
                  <a:moveTo>
                    <a:pt x="11" y="58"/>
                  </a:move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1"/>
                  </a:lnTo>
                  <a:lnTo>
                    <a:pt x="55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898" name=""/>
            <p:cNvSpPr/>
            <p:nvPr/>
          </p:nvSpPr>
          <p:spPr>
            <a:xfrm rot="0">
              <a:off x="1613" y="1208"/>
              <a:ext cx="239" cy="210"/>
            </a:xfrm>
            <a:custGeom>
              <a:avLst/>
              <a:ahLst/>
              <a:rect l="0" t="0" r="r" b="b"/>
              <a:pathLst>
                <a:path w="717" h="631">
                  <a:moveTo>
                    <a:pt x="44" y="0"/>
                  </a:moveTo>
                  <a:lnTo>
                    <a:pt x="22" y="25"/>
                  </a:lnTo>
                  <a:lnTo>
                    <a:pt x="0" y="50"/>
                  </a:lnTo>
                  <a:lnTo>
                    <a:pt x="673" y="631"/>
                  </a:lnTo>
                  <a:lnTo>
                    <a:pt x="695" y="606"/>
                  </a:lnTo>
                  <a:lnTo>
                    <a:pt x="717" y="581"/>
                  </a:lnTo>
                  <a:lnTo>
                    <a:pt x="4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899" name=""/>
            <p:cNvSpPr/>
            <p:nvPr/>
          </p:nvSpPr>
          <p:spPr>
            <a:xfrm rot="0">
              <a:off x="1613" y="1208"/>
              <a:ext cx="239" cy="210"/>
            </a:xfrm>
            <a:custGeom>
              <a:avLst/>
              <a:ahLst/>
              <a:rect l="0" t="0" r="r" b="b"/>
              <a:pathLst>
                <a:path w="717" h="631">
                  <a:moveTo>
                    <a:pt x="44" y="0"/>
                  </a:moveTo>
                  <a:lnTo>
                    <a:pt x="22" y="25"/>
                  </a:lnTo>
                  <a:lnTo>
                    <a:pt x="0" y="50"/>
                  </a:lnTo>
                  <a:lnTo>
                    <a:pt x="673" y="631"/>
                  </a:lnTo>
                  <a:lnTo>
                    <a:pt x="695" y="606"/>
                  </a:lnTo>
                  <a:lnTo>
                    <a:pt x="717" y="581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0" name=""/>
            <p:cNvSpPr/>
            <p:nvPr/>
          </p:nvSpPr>
          <p:spPr>
            <a:xfrm rot="0">
              <a:off x="1838" y="1402"/>
              <a:ext cx="18" cy="19"/>
            </a:xfrm>
            <a:custGeom>
              <a:avLst/>
              <a:ahLst/>
              <a:rect l="0" t="0" r="r" b="b"/>
              <a:pathLst>
                <a:path w="55" h="58">
                  <a:moveTo>
                    <a:pt x="22" y="25"/>
                  </a:moveTo>
                  <a:lnTo>
                    <a:pt x="44" y="0"/>
                  </a:lnTo>
                  <a:lnTo>
                    <a:pt x="51" y="8"/>
                  </a:lnTo>
                  <a:lnTo>
                    <a:pt x="55" y="17"/>
                  </a:lnTo>
                  <a:lnTo>
                    <a:pt x="55" y="28"/>
                  </a:lnTo>
                  <a:lnTo>
                    <a:pt x="54" y="38"/>
                  </a:lnTo>
                  <a:lnTo>
                    <a:pt x="47" y="47"/>
                  </a:lnTo>
                  <a:lnTo>
                    <a:pt x="39" y="54"/>
                  </a:lnTo>
                  <a:lnTo>
                    <a:pt x="30" y="58"/>
                  </a:lnTo>
                  <a:lnTo>
                    <a:pt x="19" y="58"/>
                  </a:lnTo>
                  <a:lnTo>
                    <a:pt x="9" y="57"/>
                  </a:lnTo>
                  <a:lnTo>
                    <a:pt x="0" y="50"/>
                  </a:lnTo>
                  <a:lnTo>
                    <a:pt x="22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01" name=""/>
            <p:cNvSpPr/>
            <p:nvPr/>
          </p:nvSpPr>
          <p:spPr>
            <a:xfrm rot="0">
              <a:off x="1838" y="1402"/>
              <a:ext cx="18" cy="19"/>
            </a:xfrm>
            <a:custGeom>
              <a:avLst/>
              <a:ahLst/>
              <a:rect l="0" t="0" r="r" b="b"/>
              <a:pathLst>
                <a:path w="55" h="58">
                  <a:moveTo>
                    <a:pt x="44" y="0"/>
                  </a:moveTo>
                  <a:lnTo>
                    <a:pt x="51" y="8"/>
                  </a:lnTo>
                  <a:lnTo>
                    <a:pt x="55" y="17"/>
                  </a:lnTo>
                  <a:lnTo>
                    <a:pt x="55" y="28"/>
                  </a:lnTo>
                  <a:lnTo>
                    <a:pt x="54" y="38"/>
                  </a:lnTo>
                  <a:lnTo>
                    <a:pt x="47" y="47"/>
                  </a:lnTo>
                  <a:lnTo>
                    <a:pt x="39" y="54"/>
                  </a:lnTo>
                  <a:lnTo>
                    <a:pt x="30" y="58"/>
                  </a:lnTo>
                  <a:lnTo>
                    <a:pt x="19" y="58"/>
                  </a:lnTo>
                  <a:lnTo>
                    <a:pt x="9" y="57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2" name=""/>
            <p:cNvSpPr/>
            <p:nvPr/>
          </p:nvSpPr>
          <p:spPr>
            <a:xfrm rot="0">
              <a:off x="1067" y="1204"/>
              <a:ext cx="24" cy="24"/>
            </a:xfrm>
            <a:custGeom>
              <a:avLst/>
              <a:ahLst/>
              <a:rect l="0" t="0" r="r" b="b"/>
              <a:pathLst>
                <a:path w="71" h="71">
                  <a:moveTo>
                    <a:pt x="71" y="36"/>
                  </a:moveTo>
                  <a:lnTo>
                    <a:pt x="70" y="27"/>
                  </a:lnTo>
                  <a:lnTo>
                    <a:pt x="66" y="19"/>
                  </a:lnTo>
                  <a:lnTo>
                    <a:pt x="61" y="11"/>
                  </a:lnTo>
                  <a:lnTo>
                    <a:pt x="54" y="6"/>
                  </a:lnTo>
                  <a:lnTo>
                    <a:pt x="45" y="2"/>
                  </a:lnTo>
                  <a:lnTo>
                    <a:pt x="36" y="0"/>
                  </a:lnTo>
                  <a:lnTo>
                    <a:pt x="27" y="2"/>
                  </a:lnTo>
                  <a:lnTo>
                    <a:pt x="19" y="6"/>
                  </a:lnTo>
                  <a:lnTo>
                    <a:pt x="11" y="11"/>
                  </a:lnTo>
                  <a:lnTo>
                    <a:pt x="5" y="19"/>
                  </a:lnTo>
                  <a:lnTo>
                    <a:pt x="2" y="27"/>
                  </a:lnTo>
                  <a:lnTo>
                    <a:pt x="0" y="36"/>
                  </a:lnTo>
                  <a:lnTo>
                    <a:pt x="2" y="45"/>
                  </a:lnTo>
                  <a:lnTo>
                    <a:pt x="5" y="53"/>
                  </a:lnTo>
                  <a:lnTo>
                    <a:pt x="11" y="61"/>
                  </a:lnTo>
                  <a:lnTo>
                    <a:pt x="19" y="66"/>
                  </a:lnTo>
                  <a:lnTo>
                    <a:pt x="27" y="70"/>
                  </a:lnTo>
                  <a:lnTo>
                    <a:pt x="36" y="71"/>
                  </a:lnTo>
                  <a:lnTo>
                    <a:pt x="45" y="70"/>
                  </a:lnTo>
                  <a:lnTo>
                    <a:pt x="54" y="66"/>
                  </a:lnTo>
                  <a:lnTo>
                    <a:pt x="61" y="61"/>
                  </a:lnTo>
                  <a:lnTo>
                    <a:pt x="66" y="53"/>
                  </a:lnTo>
                  <a:lnTo>
                    <a:pt x="70" y="45"/>
                  </a:lnTo>
                  <a:lnTo>
                    <a:pt x="71" y="3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3" name=""/>
            <p:cNvSpPr/>
            <p:nvPr/>
          </p:nvSpPr>
          <p:spPr>
            <a:xfrm rot="0" flipH="1">
              <a:off x="1091" y="1216"/>
              <a:ext cx="53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4" name=""/>
            <p:cNvSpPr/>
            <p:nvPr/>
          </p:nvSpPr>
          <p:spPr>
            <a:xfrm rot="0">
              <a:off x="1896" y="1367"/>
              <a:ext cx="31" cy="53"/>
            </a:xfrm>
            <a:custGeom>
              <a:avLst/>
              <a:ahLst/>
              <a:rect l="0" t="0" r="r" b="b"/>
              <a:pathLst>
                <a:path w="92" h="159">
                  <a:moveTo>
                    <a:pt x="44" y="0"/>
                  </a:moveTo>
                  <a:lnTo>
                    <a:pt x="0" y="159"/>
                  </a:lnTo>
                  <a:lnTo>
                    <a:pt x="39" y="159"/>
                  </a:lnTo>
                  <a:lnTo>
                    <a:pt x="57" y="154"/>
                  </a:lnTo>
                  <a:lnTo>
                    <a:pt x="71" y="146"/>
                  </a:lnTo>
                  <a:lnTo>
                    <a:pt x="79" y="133"/>
                  </a:lnTo>
                  <a:lnTo>
                    <a:pt x="92" y="84"/>
                  </a:lnTo>
                  <a:lnTo>
                    <a:pt x="92" y="71"/>
                  </a:lnTo>
                  <a:lnTo>
                    <a:pt x="88" y="58"/>
                  </a:lnTo>
                  <a:lnTo>
                    <a:pt x="75" y="52"/>
                  </a:lnTo>
                  <a:lnTo>
                    <a:pt x="3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5" name=""/>
            <p:cNvSpPr/>
            <p:nvPr/>
          </p:nvSpPr>
          <p:spPr>
            <a:xfrm rot="0" flipV="1">
              <a:off x="1949" y="1367"/>
              <a:ext cx="6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6" name=""/>
            <p:cNvSpPr/>
            <p:nvPr/>
          </p:nvSpPr>
          <p:spPr>
            <a:xfrm rot="0" flipH="1">
              <a:off x="1963" y="1367"/>
              <a:ext cx="7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7" name=""/>
            <p:cNvSpPr/>
            <p:nvPr/>
          </p:nvSpPr>
          <p:spPr>
            <a:xfrm rot="0">
              <a:off x="2074" y="923"/>
              <a:ext cx="25" cy="35"/>
            </a:xfrm>
            <a:custGeom>
              <a:avLst/>
              <a:ahLst/>
              <a:rect l="0" t="0" r="r" b="b"/>
              <a:pathLst>
                <a:path w="75" h="105">
                  <a:moveTo>
                    <a:pt x="75" y="0"/>
                  </a:moveTo>
                  <a:lnTo>
                    <a:pt x="48" y="0"/>
                  </a:lnTo>
                  <a:lnTo>
                    <a:pt x="35" y="4"/>
                  </a:lnTo>
                  <a:lnTo>
                    <a:pt x="22" y="13"/>
                  </a:lnTo>
                  <a:lnTo>
                    <a:pt x="13" y="26"/>
                  </a:lnTo>
                  <a:lnTo>
                    <a:pt x="0" y="78"/>
                  </a:lnTo>
                  <a:lnTo>
                    <a:pt x="0" y="88"/>
                  </a:lnTo>
                  <a:lnTo>
                    <a:pt x="4" y="97"/>
                  </a:lnTo>
                  <a:lnTo>
                    <a:pt x="13" y="105"/>
                  </a:lnTo>
                  <a:lnTo>
                    <a:pt x="44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8" name=""/>
            <p:cNvSpPr/>
            <p:nvPr/>
          </p:nvSpPr>
          <p:spPr>
            <a:xfrm rot="0" flipV="1">
              <a:off x="2119" y="905"/>
              <a:ext cx="5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09" name=""/>
            <p:cNvSpPr/>
            <p:nvPr/>
          </p:nvSpPr>
          <p:spPr>
            <a:xfrm rot="0" flipH="1">
              <a:off x="2133" y="905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0" name=""/>
            <p:cNvSpPr/>
            <p:nvPr/>
          </p:nvSpPr>
          <p:spPr>
            <a:xfrm rot="0">
              <a:off x="1607" y="1147"/>
              <a:ext cx="26" cy="35"/>
            </a:xfrm>
            <a:custGeom>
              <a:avLst/>
              <a:ahLst/>
              <a:rect l="0" t="0" r="r" b="b"/>
              <a:pathLst>
                <a:path w="79" h="105">
                  <a:moveTo>
                    <a:pt x="70" y="105"/>
                  </a:moveTo>
                  <a:lnTo>
                    <a:pt x="56" y="83"/>
                  </a:lnTo>
                  <a:lnTo>
                    <a:pt x="79" y="0"/>
                  </a:lnTo>
                  <a:lnTo>
                    <a:pt x="43" y="0"/>
                  </a:lnTo>
                  <a:lnTo>
                    <a:pt x="26" y="4"/>
                  </a:lnTo>
                  <a:lnTo>
                    <a:pt x="17" y="13"/>
                  </a:lnTo>
                  <a:lnTo>
                    <a:pt x="13" y="21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102"/>
                  </a:lnTo>
                  <a:lnTo>
                    <a:pt x="13" y="105"/>
                  </a:lnTo>
                  <a:lnTo>
                    <a:pt x="26" y="105"/>
                  </a:lnTo>
                  <a:lnTo>
                    <a:pt x="39" y="102"/>
                  </a:lnTo>
                  <a:lnTo>
                    <a:pt x="48" y="96"/>
                  </a:lnTo>
                  <a:lnTo>
                    <a:pt x="56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1" name=""/>
            <p:cNvSpPr/>
            <p:nvPr/>
          </p:nvSpPr>
          <p:spPr>
            <a:xfrm rot="0" flipV="1">
              <a:off x="1657" y="1129"/>
              <a:ext cx="5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2" name=""/>
            <p:cNvSpPr/>
            <p:nvPr/>
          </p:nvSpPr>
          <p:spPr>
            <a:xfrm rot="0" flipH="1">
              <a:off x="1671" y="112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3" name=""/>
            <p:cNvSpPr/>
            <p:nvPr/>
          </p:nvSpPr>
          <p:spPr>
            <a:xfrm rot="0">
              <a:off x="1437" y="916"/>
              <a:ext cx="25" cy="35"/>
            </a:xfrm>
            <a:custGeom>
              <a:avLst/>
              <a:ahLst/>
              <a:rect l="0" t="0" r="r" b="b"/>
              <a:pathLst>
                <a:path w="75" h="105">
                  <a:moveTo>
                    <a:pt x="75" y="0"/>
                  </a:moveTo>
                  <a:lnTo>
                    <a:pt x="48" y="0"/>
                  </a:lnTo>
                  <a:lnTo>
                    <a:pt x="34" y="4"/>
                  </a:lnTo>
                  <a:lnTo>
                    <a:pt x="21" y="13"/>
                  </a:lnTo>
                  <a:lnTo>
                    <a:pt x="13" y="26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97"/>
                  </a:lnTo>
                  <a:lnTo>
                    <a:pt x="13" y="105"/>
                  </a:lnTo>
                  <a:lnTo>
                    <a:pt x="44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4" name=""/>
            <p:cNvSpPr/>
            <p:nvPr/>
          </p:nvSpPr>
          <p:spPr>
            <a:xfrm rot="0" flipV="1">
              <a:off x="1481" y="899"/>
              <a:ext cx="6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5" name=""/>
            <p:cNvSpPr/>
            <p:nvPr/>
          </p:nvSpPr>
          <p:spPr>
            <a:xfrm rot="0">
              <a:off x="742" y="1354"/>
              <a:ext cx="31" cy="53"/>
            </a:xfrm>
            <a:custGeom>
              <a:avLst/>
              <a:ahLst/>
              <a:rect l="0" t="0" r="r" b="b"/>
              <a:pathLst>
                <a:path w="93" h="159">
                  <a:moveTo>
                    <a:pt x="44" y="0"/>
                  </a:moveTo>
                  <a:lnTo>
                    <a:pt x="0" y="159"/>
                  </a:lnTo>
                  <a:lnTo>
                    <a:pt x="39" y="159"/>
                  </a:lnTo>
                  <a:lnTo>
                    <a:pt x="57" y="154"/>
                  </a:lnTo>
                  <a:lnTo>
                    <a:pt x="71" y="146"/>
                  </a:lnTo>
                  <a:lnTo>
                    <a:pt x="79" y="133"/>
                  </a:lnTo>
                  <a:lnTo>
                    <a:pt x="93" y="84"/>
                  </a:lnTo>
                  <a:lnTo>
                    <a:pt x="93" y="71"/>
                  </a:lnTo>
                  <a:lnTo>
                    <a:pt x="88" y="58"/>
                  </a:lnTo>
                  <a:lnTo>
                    <a:pt x="75" y="53"/>
                  </a:lnTo>
                  <a:lnTo>
                    <a:pt x="31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6" name=""/>
            <p:cNvSpPr/>
            <p:nvPr/>
          </p:nvSpPr>
          <p:spPr>
            <a:xfrm rot="0" flipV="1">
              <a:off x="795" y="1354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7" name=""/>
            <p:cNvSpPr/>
            <p:nvPr/>
          </p:nvSpPr>
          <p:spPr>
            <a:xfrm rot="0">
              <a:off x="1080" y="1135"/>
              <a:ext cx="27" cy="35"/>
            </a:xfrm>
            <a:custGeom>
              <a:avLst/>
              <a:ahLst/>
              <a:rect l="0" t="0" r="r" b="b"/>
              <a:pathLst>
                <a:path w="79" h="107">
                  <a:moveTo>
                    <a:pt x="71" y="107"/>
                  </a:moveTo>
                  <a:lnTo>
                    <a:pt x="58" y="84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26" y="5"/>
                  </a:lnTo>
                  <a:lnTo>
                    <a:pt x="18" y="15"/>
                  </a:lnTo>
                  <a:lnTo>
                    <a:pt x="13" y="22"/>
                  </a:lnTo>
                  <a:lnTo>
                    <a:pt x="0" y="80"/>
                  </a:lnTo>
                  <a:lnTo>
                    <a:pt x="0" y="90"/>
                  </a:lnTo>
                  <a:lnTo>
                    <a:pt x="5" y="103"/>
                  </a:lnTo>
                  <a:lnTo>
                    <a:pt x="13" y="107"/>
                  </a:lnTo>
                  <a:lnTo>
                    <a:pt x="26" y="107"/>
                  </a:lnTo>
                  <a:lnTo>
                    <a:pt x="39" y="103"/>
                  </a:lnTo>
                  <a:lnTo>
                    <a:pt x="48" y="97"/>
                  </a:lnTo>
                  <a:lnTo>
                    <a:pt x="58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8" name=""/>
            <p:cNvSpPr/>
            <p:nvPr/>
          </p:nvSpPr>
          <p:spPr>
            <a:xfrm rot="0" flipV="1">
              <a:off x="1130" y="111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19" name=""/>
            <p:cNvSpPr/>
            <p:nvPr/>
          </p:nvSpPr>
          <p:spPr>
            <a:xfrm rot="0">
              <a:off x="2053" y="977"/>
              <a:ext cx="21" cy="17"/>
            </a:xfrm>
            <a:custGeom>
              <a:avLst/>
              <a:ahLst/>
              <a:rect l="0" t="0" r="r" b="b"/>
              <a:pathLst>
                <a:path w="63" h="49">
                  <a:moveTo>
                    <a:pt x="31" y="33"/>
                  </a:moveTo>
                  <a:lnTo>
                    <a:pt x="0" y="17"/>
                  </a:lnTo>
                  <a:lnTo>
                    <a:pt x="7" y="9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3"/>
                  </a:lnTo>
                  <a:lnTo>
                    <a:pt x="54" y="9"/>
                  </a:lnTo>
                  <a:lnTo>
                    <a:pt x="61" y="18"/>
                  </a:lnTo>
                  <a:lnTo>
                    <a:pt x="63" y="28"/>
                  </a:lnTo>
                  <a:lnTo>
                    <a:pt x="63" y="38"/>
                  </a:lnTo>
                  <a:lnTo>
                    <a:pt x="61" y="49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20" name=""/>
            <p:cNvSpPr/>
            <p:nvPr/>
          </p:nvSpPr>
          <p:spPr>
            <a:xfrm rot="0">
              <a:off x="2053" y="977"/>
              <a:ext cx="21" cy="17"/>
            </a:xfrm>
            <a:custGeom>
              <a:avLst/>
              <a:ahLst/>
              <a:rect l="0" t="0" r="r" b="b"/>
              <a:pathLst>
                <a:path w="63" h="49">
                  <a:moveTo>
                    <a:pt x="0" y="17"/>
                  </a:moveTo>
                  <a:lnTo>
                    <a:pt x="7" y="9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3"/>
                  </a:lnTo>
                  <a:lnTo>
                    <a:pt x="54" y="9"/>
                  </a:lnTo>
                  <a:lnTo>
                    <a:pt x="61" y="18"/>
                  </a:lnTo>
                  <a:lnTo>
                    <a:pt x="63" y="28"/>
                  </a:lnTo>
                  <a:lnTo>
                    <a:pt x="63" y="38"/>
                  </a:lnTo>
                  <a:lnTo>
                    <a:pt x="61" y="4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21" name=""/>
            <p:cNvSpPr/>
            <p:nvPr/>
          </p:nvSpPr>
          <p:spPr>
            <a:xfrm rot="0">
              <a:off x="1834" y="983"/>
              <a:ext cx="239" cy="424"/>
            </a:xfrm>
            <a:custGeom>
              <a:avLst/>
              <a:ahLst/>
              <a:rect l="0" t="0" r="r" b="b"/>
              <a:pathLst>
                <a:path w="717" h="1273">
                  <a:moveTo>
                    <a:pt x="717" y="32"/>
                  </a:moveTo>
                  <a:lnTo>
                    <a:pt x="687" y="16"/>
                  </a:lnTo>
                  <a:lnTo>
                    <a:pt x="656" y="0"/>
                  </a:lnTo>
                  <a:lnTo>
                    <a:pt x="0" y="1242"/>
                  </a:lnTo>
                  <a:lnTo>
                    <a:pt x="30" y="1257"/>
                  </a:lnTo>
                  <a:lnTo>
                    <a:pt x="61" y="1273"/>
                  </a:lnTo>
                  <a:lnTo>
                    <a:pt x="717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22" name=""/>
            <p:cNvSpPr/>
            <p:nvPr/>
          </p:nvSpPr>
          <p:spPr>
            <a:xfrm rot="0">
              <a:off x="1834" y="983"/>
              <a:ext cx="239" cy="424"/>
            </a:xfrm>
            <a:custGeom>
              <a:avLst/>
              <a:ahLst/>
              <a:rect l="0" t="0" r="r" b="b"/>
              <a:pathLst>
                <a:path w="717" h="1273">
                  <a:moveTo>
                    <a:pt x="717" y="32"/>
                  </a:moveTo>
                  <a:lnTo>
                    <a:pt x="687" y="16"/>
                  </a:lnTo>
                  <a:lnTo>
                    <a:pt x="656" y="0"/>
                  </a:lnTo>
                  <a:lnTo>
                    <a:pt x="0" y="1242"/>
                  </a:lnTo>
                  <a:lnTo>
                    <a:pt x="30" y="1257"/>
                  </a:lnTo>
                  <a:lnTo>
                    <a:pt x="61" y="1273"/>
                  </a:lnTo>
                  <a:lnTo>
                    <a:pt x="717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23" name=""/>
            <p:cNvSpPr/>
            <p:nvPr/>
          </p:nvSpPr>
          <p:spPr>
            <a:xfrm rot="0">
              <a:off x="1833" y="1397"/>
              <a:ext cx="21" cy="16"/>
            </a:xfrm>
            <a:custGeom>
              <a:avLst/>
              <a:ahLst/>
              <a:rect l="0" t="0" r="r" b="b"/>
              <a:pathLst>
                <a:path w="63" h="48">
                  <a:moveTo>
                    <a:pt x="32" y="15"/>
                  </a:moveTo>
                  <a:lnTo>
                    <a:pt x="63" y="31"/>
                  </a:lnTo>
                  <a:lnTo>
                    <a:pt x="56" y="39"/>
                  </a:lnTo>
                  <a:lnTo>
                    <a:pt x="47" y="46"/>
                  </a:lnTo>
                  <a:lnTo>
                    <a:pt x="38" y="48"/>
                  </a:lnTo>
                  <a:lnTo>
                    <a:pt x="27" y="48"/>
                  </a:lnTo>
                  <a:lnTo>
                    <a:pt x="17" y="46"/>
                  </a:lnTo>
                  <a:lnTo>
                    <a:pt x="9" y="39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2" y="0"/>
                  </a:lnTo>
                  <a:lnTo>
                    <a:pt x="32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24" name=""/>
            <p:cNvSpPr/>
            <p:nvPr/>
          </p:nvSpPr>
          <p:spPr>
            <a:xfrm rot="0">
              <a:off x="1833" y="1397"/>
              <a:ext cx="21" cy="16"/>
            </a:xfrm>
            <a:custGeom>
              <a:avLst/>
              <a:ahLst/>
              <a:rect l="0" t="0" r="r" b="b"/>
              <a:pathLst>
                <a:path w="63" h="48">
                  <a:moveTo>
                    <a:pt x="63" y="31"/>
                  </a:moveTo>
                  <a:lnTo>
                    <a:pt x="56" y="39"/>
                  </a:lnTo>
                  <a:lnTo>
                    <a:pt x="47" y="46"/>
                  </a:lnTo>
                  <a:lnTo>
                    <a:pt x="38" y="48"/>
                  </a:lnTo>
                  <a:lnTo>
                    <a:pt x="27" y="48"/>
                  </a:lnTo>
                  <a:lnTo>
                    <a:pt x="17" y="46"/>
                  </a:lnTo>
                  <a:lnTo>
                    <a:pt x="9" y="39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25" name=""/>
            <p:cNvSpPr/>
            <p:nvPr/>
          </p:nvSpPr>
          <p:spPr>
            <a:xfrm rot="0">
              <a:off x="1609" y="1203"/>
              <a:ext cx="16" cy="21"/>
            </a:xfrm>
            <a:custGeom>
              <a:avLst/>
              <a:ahLst/>
              <a:rect l="0" t="0" r="r" b="b"/>
              <a:pathLst>
                <a:path w="48" h="63">
                  <a:moveTo>
                    <a:pt x="33" y="30"/>
                  </a:moveTo>
                  <a:lnTo>
                    <a:pt x="48" y="60"/>
                  </a:lnTo>
                  <a:lnTo>
                    <a:pt x="38" y="63"/>
                  </a:lnTo>
                  <a:lnTo>
                    <a:pt x="27" y="63"/>
                  </a:lnTo>
                  <a:lnTo>
                    <a:pt x="17" y="60"/>
                  </a:lnTo>
                  <a:lnTo>
                    <a:pt x="9" y="54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4"/>
                  </a:lnTo>
                  <a:lnTo>
                    <a:pt x="9" y="7"/>
                  </a:lnTo>
                  <a:lnTo>
                    <a:pt x="17" y="0"/>
                  </a:lnTo>
                  <a:lnTo>
                    <a:pt x="33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26" name=""/>
            <p:cNvSpPr/>
            <p:nvPr/>
          </p:nvSpPr>
          <p:spPr>
            <a:xfrm rot="0">
              <a:off x="1609" y="1203"/>
              <a:ext cx="16" cy="21"/>
            </a:xfrm>
            <a:custGeom>
              <a:avLst/>
              <a:ahLst/>
              <a:rect l="0" t="0" r="r" b="b"/>
              <a:pathLst>
                <a:path w="48" h="63">
                  <a:moveTo>
                    <a:pt x="48" y="60"/>
                  </a:moveTo>
                  <a:lnTo>
                    <a:pt x="38" y="63"/>
                  </a:lnTo>
                  <a:lnTo>
                    <a:pt x="27" y="63"/>
                  </a:lnTo>
                  <a:lnTo>
                    <a:pt x="17" y="60"/>
                  </a:lnTo>
                  <a:lnTo>
                    <a:pt x="9" y="54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4"/>
                  </a:lnTo>
                  <a:lnTo>
                    <a:pt x="9" y="7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27" name=""/>
            <p:cNvSpPr/>
            <p:nvPr/>
          </p:nvSpPr>
          <p:spPr>
            <a:xfrm rot="0">
              <a:off x="1615" y="978"/>
              <a:ext cx="453" cy="245"/>
            </a:xfrm>
            <a:custGeom>
              <a:avLst/>
              <a:ahLst/>
              <a:rect l="0" t="0" r="r" b="b"/>
              <a:pathLst>
                <a:path w="1359" h="733">
                  <a:moveTo>
                    <a:pt x="0" y="673"/>
                  </a:moveTo>
                  <a:lnTo>
                    <a:pt x="16" y="703"/>
                  </a:lnTo>
                  <a:lnTo>
                    <a:pt x="31" y="733"/>
                  </a:lnTo>
                  <a:lnTo>
                    <a:pt x="1359" y="60"/>
                  </a:lnTo>
                  <a:lnTo>
                    <a:pt x="1344" y="30"/>
                  </a:lnTo>
                  <a:lnTo>
                    <a:pt x="1328" y="0"/>
                  </a:lnTo>
                  <a:lnTo>
                    <a:pt x="0" y="6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28" name=""/>
            <p:cNvSpPr/>
            <p:nvPr/>
          </p:nvSpPr>
          <p:spPr>
            <a:xfrm rot="0">
              <a:off x="1615" y="978"/>
              <a:ext cx="453" cy="245"/>
            </a:xfrm>
            <a:custGeom>
              <a:avLst/>
              <a:ahLst/>
              <a:rect l="0" t="0" r="r" b="b"/>
              <a:pathLst>
                <a:path w="1359" h="733">
                  <a:moveTo>
                    <a:pt x="0" y="673"/>
                  </a:moveTo>
                  <a:lnTo>
                    <a:pt x="16" y="703"/>
                  </a:lnTo>
                  <a:lnTo>
                    <a:pt x="31" y="733"/>
                  </a:lnTo>
                  <a:lnTo>
                    <a:pt x="1359" y="60"/>
                  </a:lnTo>
                  <a:lnTo>
                    <a:pt x="1344" y="30"/>
                  </a:lnTo>
                  <a:lnTo>
                    <a:pt x="1328" y="0"/>
                  </a:lnTo>
                  <a:lnTo>
                    <a:pt x="0" y="6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29" name=""/>
            <p:cNvSpPr/>
            <p:nvPr/>
          </p:nvSpPr>
          <p:spPr>
            <a:xfrm rot="0">
              <a:off x="2058" y="977"/>
              <a:ext cx="16" cy="21"/>
            </a:xfrm>
            <a:custGeom>
              <a:avLst/>
              <a:ahLst/>
              <a:rect l="0" t="0" r="r" b="b"/>
              <a:pathLst>
                <a:path w="48" h="63">
                  <a:moveTo>
                    <a:pt x="16" y="33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39" y="9"/>
                  </a:lnTo>
                  <a:lnTo>
                    <a:pt x="46" y="17"/>
                  </a:lnTo>
                  <a:lnTo>
                    <a:pt x="48" y="28"/>
                  </a:lnTo>
                  <a:lnTo>
                    <a:pt x="48" y="38"/>
                  </a:lnTo>
                  <a:lnTo>
                    <a:pt x="46" y="49"/>
                  </a:lnTo>
                  <a:lnTo>
                    <a:pt x="39" y="57"/>
                  </a:lnTo>
                  <a:lnTo>
                    <a:pt x="31" y="63"/>
                  </a:lnTo>
                  <a:lnTo>
                    <a:pt x="16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30" name=""/>
            <p:cNvSpPr/>
            <p:nvPr/>
          </p:nvSpPr>
          <p:spPr>
            <a:xfrm rot="0">
              <a:off x="2058" y="977"/>
              <a:ext cx="16" cy="21"/>
            </a:xfrm>
            <a:custGeom>
              <a:avLst/>
              <a:ahLst/>
              <a:rect l="0" t="0" r="r" b="b"/>
              <a:pathLst>
                <a:path w="48" h="63">
                  <a:moveTo>
                    <a:pt x="0" y="3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39" y="9"/>
                  </a:lnTo>
                  <a:lnTo>
                    <a:pt x="46" y="17"/>
                  </a:lnTo>
                  <a:lnTo>
                    <a:pt x="48" y="28"/>
                  </a:lnTo>
                  <a:lnTo>
                    <a:pt x="48" y="38"/>
                  </a:lnTo>
                  <a:lnTo>
                    <a:pt x="46" y="49"/>
                  </a:lnTo>
                  <a:lnTo>
                    <a:pt x="39" y="57"/>
                  </a:lnTo>
                  <a:lnTo>
                    <a:pt x="31" y="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1" name=""/>
            <p:cNvSpPr/>
            <p:nvPr/>
          </p:nvSpPr>
          <p:spPr>
            <a:xfrm rot="0">
              <a:off x="790" y="1409"/>
              <a:ext cx="105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2" name=""/>
            <p:cNvSpPr/>
            <p:nvPr/>
          </p:nvSpPr>
          <p:spPr>
            <a:xfrm rot="0" flipV="1">
              <a:off x="2063" y="988"/>
              <a:ext cx="1" cy="113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3" name=""/>
            <p:cNvSpPr/>
            <p:nvPr/>
          </p:nvSpPr>
          <p:spPr>
            <a:xfrm rot="0">
              <a:off x="1426" y="2127"/>
              <a:ext cx="63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4" name=""/>
            <p:cNvSpPr/>
            <p:nvPr/>
          </p:nvSpPr>
          <p:spPr>
            <a:xfrm rot="0" flipV="1">
              <a:off x="1844" y="1402"/>
              <a:ext cx="1" cy="50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5" name=""/>
            <p:cNvSpPr/>
            <p:nvPr/>
          </p:nvSpPr>
          <p:spPr>
            <a:xfrm rot="0">
              <a:off x="790" y="1908"/>
              <a:ext cx="105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6" name=""/>
            <p:cNvSpPr/>
            <p:nvPr/>
          </p:nvSpPr>
          <p:spPr>
            <a:xfrm rot="0" flipV="1">
              <a:off x="1620" y="1213"/>
              <a:ext cx="1" cy="47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7" name=""/>
            <p:cNvSpPr/>
            <p:nvPr/>
          </p:nvSpPr>
          <p:spPr>
            <a:xfrm rot="0">
              <a:off x="1426" y="988"/>
              <a:ext cx="63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8" name=""/>
            <p:cNvSpPr/>
            <p:nvPr/>
          </p:nvSpPr>
          <p:spPr>
            <a:xfrm rot="0" flipV="1">
              <a:off x="1426" y="988"/>
              <a:ext cx="1" cy="113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39" name=""/>
            <p:cNvSpPr/>
            <p:nvPr/>
          </p:nvSpPr>
          <p:spPr>
            <a:xfrm rot="0" flipV="1">
              <a:off x="790" y="1409"/>
              <a:ext cx="1" cy="49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0" name=""/>
            <p:cNvSpPr/>
            <p:nvPr/>
          </p:nvSpPr>
          <p:spPr>
            <a:xfrm rot="0">
              <a:off x="1419" y="977"/>
              <a:ext cx="18" cy="20"/>
            </a:xfrm>
            <a:custGeom>
              <a:avLst/>
              <a:ahLst/>
              <a:rect l="0" t="0" r="r" b="b"/>
              <a:pathLst>
                <a:path w="52" h="60">
                  <a:moveTo>
                    <a:pt x="19" y="33"/>
                  </a:moveTo>
                  <a:lnTo>
                    <a:pt x="0" y="5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31" y="1"/>
                  </a:lnTo>
                  <a:lnTo>
                    <a:pt x="40" y="7"/>
                  </a:lnTo>
                  <a:lnTo>
                    <a:pt x="46" y="14"/>
                  </a:lnTo>
                  <a:lnTo>
                    <a:pt x="52" y="24"/>
                  </a:lnTo>
                  <a:lnTo>
                    <a:pt x="52" y="34"/>
                  </a:lnTo>
                  <a:lnTo>
                    <a:pt x="50" y="45"/>
                  </a:lnTo>
                  <a:lnTo>
                    <a:pt x="45" y="54"/>
                  </a:lnTo>
                  <a:lnTo>
                    <a:pt x="37" y="60"/>
                  </a:lnTo>
                  <a:lnTo>
                    <a:pt x="19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41" name=""/>
            <p:cNvSpPr/>
            <p:nvPr/>
          </p:nvSpPr>
          <p:spPr>
            <a:xfrm rot="0">
              <a:off x="1419" y="977"/>
              <a:ext cx="18" cy="20"/>
            </a:xfrm>
            <a:custGeom>
              <a:avLst/>
              <a:ahLst/>
              <a:rect l="0" t="0" r="r" b="b"/>
              <a:pathLst>
                <a:path w="52" h="60">
                  <a:moveTo>
                    <a:pt x="0" y="5"/>
                  </a:moveTo>
                  <a:lnTo>
                    <a:pt x="10" y="0"/>
                  </a:lnTo>
                  <a:lnTo>
                    <a:pt x="20" y="0"/>
                  </a:lnTo>
                  <a:lnTo>
                    <a:pt x="31" y="1"/>
                  </a:lnTo>
                  <a:lnTo>
                    <a:pt x="40" y="7"/>
                  </a:lnTo>
                  <a:lnTo>
                    <a:pt x="46" y="14"/>
                  </a:lnTo>
                  <a:lnTo>
                    <a:pt x="52" y="24"/>
                  </a:lnTo>
                  <a:lnTo>
                    <a:pt x="52" y="34"/>
                  </a:lnTo>
                  <a:lnTo>
                    <a:pt x="50" y="45"/>
                  </a:lnTo>
                  <a:lnTo>
                    <a:pt x="45" y="54"/>
                  </a:lnTo>
                  <a:lnTo>
                    <a:pt x="37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2" name=""/>
            <p:cNvSpPr/>
            <p:nvPr/>
          </p:nvSpPr>
          <p:spPr>
            <a:xfrm rot="0">
              <a:off x="1083" y="979"/>
              <a:ext cx="349" cy="241"/>
            </a:xfrm>
            <a:custGeom>
              <a:avLst/>
              <a:ahLst/>
              <a:rect l="0" t="0" r="r" b="b"/>
              <a:pathLst>
                <a:path w="1045" h="722">
                  <a:moveTo>
                    <a:pt x="1045" y="55"/>
                  </a:moveTo>
                  <a:lnTo>
                    <a:pt x="1027" y="28"/>
                  </a:lnTo>
                  <a:lnTo>
                    <a:pt x="1008" y="0"/>
                  </a:lnTo>
                  <a:lnTo>
                    <a:pt x="0" y="667"/>
                  </a:lnTo>
                  <a:lnTo>
                    <a:pt x="18" y="695"/>
                  </a:lnTo>
                  <a:lnTo>
                    <a:pt x="37" y="722"/>
                  </a:lnTo>
                  <a:lnTo>
                    <a:pt x="1045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43" name=""/>
            <p:cNvSpPr/>
            <p:nvPr/>
          </p:nvSpPr>
          <p:spPr>
            <a:xfrm rot="0">
              <a:off x="1083" y="979"/>
              <a:ext cx="349" cy="241"/>
            </a:xfrm>
            <a:custGeom>
              <a:avLst/>
              <a:ahLst/>
              <a:rect l="0" t="0" r="r" b="b"/>
              <a:pathLst>
                <a:path w="1045" h="722">
                  <a:moveTo>
                    <a:pt x="1045" y="55"/>
                  </a:moveTo>
                  <a:lnTo>
                    <a:pt x="1027" y="28"/>
                  </a:lnTo>
                  <a:lnTo>
                    <a:pt x="1008" y="0"/>
                  </a:lnTo>
                  <a:lnTo>
                    <a:pt x="0" y="667"/>
                  </a:lnTo>
                  <a:lnTo>
                    <a:pt x="18" y="695"/>
                  </a:lnTo>
                  <a:lnTo>
                    <a:pt x="37" y="722"/>
                  </a:lnTo>
                  <a:lnTo>
                    <a:pt x="1045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4" name=""/>
            <p:cNvSpPr/>
            <p:nvPr/>
          </p:nvSpPr>
          <p:spPr>
            <a:xfrm rot="0">
              <a:off x="1078" y="1201"/>
              <a:ext cx="18" cy="21"/>
            </a:xfrm>
            <a:custGeom>
              <a:avLst/>
              <a:ahLst/>
              <a:rect l="0" t="0" r="r" b="b"/>
              <a:pathLst>
                <a:path w="52" h="61">
                  <a:moveTo>
                    <a:pt x="33" y="28"/>
                  </a:moveTo>
                  <a:lnTo>
                    <a:pt x="52" y="55"/>
                  </a:lnTo>
                  <a:lnTo>
                    <a:pt x="42" y="61"/>
                  </a:lnTo>
                  <a:lnTo>
                    <a:pt x="32" y="61"/>
                  </a:lnTo>
                  <a:lnTo>
                    <a:pt x="21" y="59"/>
                  </a:lnTo>
                  <a:lnTo>
                    <a:pt x="12" y="54"/>
                  </a:lnTo>
                  <a:lnTo>
                    <a:pt x="6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7" y="7"/>
                  </a:lnTo>
                  <a:lnTo>
                    <a:pt x="15" y="0"/>
                  </a:lnTo>
                  <a:lnTo>
                    <a:pt x="33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45" name=""/>
            <p:cNvSpPr/>
            <p:nvPr/>
          </p:nvSpPr>
          <p:spPr>
            <a:xfrm rot="0">
              <a:off x="1078" y="1201"/>
              <a:ext cx="18" cy="21"/>
            </a:xfrm>
            <a:custGeom>
              <a:avLst/>
              <a:ahLst/>
              <a:rect l="0" t="0" r="r" b="b"/>
              <a:pathLst>
                <a:path w="52" h="61">
                  <a:moveTo>
                    <a:pt x="52" y="55"/>
                  </a:moveTo>
                  <a:lnTo>
                    <a:pt x="42" y="61"/>
                  </a:lnTo>
                  <a:lnTo>
                    <a:pt x="32" y="61"/>
                  </a:lnTo>
                  <a:lnTo>
                    <a:pt x="21" y="59"/>
                  </a:lnTo>
                  <a:lnTo>
                    <a:pt x="12" y="54"/>
                  </a:lnTo>
                  <a:lnTo>
                    <a:pt x="6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7" y="7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6" name=""/>
            <p:cNvSpPr/>
            <p:nvPr/>
          </p:nvSpPr>
          <p:spPr>
            <a:xfrm rot="0">
              <a:off x="1574" y="1490"/>
              <a:ext cx="37" cy="53"/>
            </a:xfrm>
            <a:custGeom>
              <a:avLst/>
              <a:ahLst/>
              <a:rect l="0" t="0" r="r" b="b"/>
              <a:pathLst>
                <a:path w="111" h="160">
                  <a:moveTo>
                    <a:pt x="36" y="160"/>
                  </a:moveTo>
                  <a:lnTo>
                    <a:pt x="45" y="160"/>
                  </a:lnTo>
                  <a:lnTo>
                    <a:pt x="58" y="156"/>
                  </a:lnTo>
                  <a:lnTo>
                    <a:pt x="71" y="146"/>
                  </a:lnTo>
                  <a:lnTo>
                    <a:pt x="79" y="137"/>
                  </a:lnTo>
                  <a:lnTo>
                    <a:pt x="88" y="124"/>
                  </a:lnTo>
                  <a:lnTo>
                    <a:pt x="111" y="40"/>
                  </a:lnTo>
                  <a:lnTo>
                    <a:pt x="111" y="27"/>
                  </a:lnTo>
                  <a:lnTo>
                    <a:pt x="107" y="14"/>
                  </a:lnTo>
                  <a:lnTo>
                    <a:pt x="98" y="6"/>
                  </a:lnTo>
                  <a:lnTo>
                    <a:pt x="84" y="0"/>
                  </a:lnTo>
                  <a:lnTo>
                    <a:pt x="66" y="0"/>
                  </a:lnTo>
                  <a:lnTo>
                    <a:pt x="49" y="6"/>
                  </a:lnTo>
                  <a:lnTo>
                    <a:pt x="36" y="14"/>
                  </a:lnTo>
                  <a:lnTo>
                    <a:pt x="27" y="27"/>
                  </a:lnTo>
                  <a:lnTo>
                    <a:pt x="23" y="36"/>
                  </a:lnTo>
                  <a:lnTo>
                    <a:pt x="0" y="111"/>
                  </a:lnTo>
                  <a:lnTo>
                    <a:pt x="0" y="133"/>
                  </a:lnTo>
                  <a:lnTo>
                    <a:pt x="4" y="146"/>
                  </a:lnTo>
                  <a:lnTo>
                    <a:pt x="19" y="156"/>
                  </a:lnTo>
                  <a:lnTo>
                    <a:pt x="36" y="1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7" name=""/>
            <p:cNvSpPr/>
            <p:nvPr/>
          </p:nvSpPr>
          <p:spPr>
            <a:xfrm rot="0">
              <a:off x="1146" y="1577"/>
              <a:ext cx="25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8" name=""/>
            <p:cNvSpPr/>
            <p:nvPr/>
          </p:nvSpPr>
          <p:spPr>
            <a:xfrm rot="0" flipV="1">
              <a:off x="3780" y="1873"/>
              <a:ext cx="265" cy="388"/>
            </a:xfrm>
            <a:prstGeom prst="line"/>
            <a:solidFill>
              <a:srgbClr val="FFFFFF"/>
            </a:solidFill>
            <a:ln w="0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49" name=""/>
            <p:cNvSpPr/>
            <p:nvPr/>
          </p:nvSpPr>
          <p:spPr>
            <a:xfrm rot="0">
              <a:off x="3499" y="1904"/>
              <a:ext cx="654" cy="282"/>
            </a:xfrm>
            <a:prstGeom prst="line"/>
            <a:solidFill>
              <a:srgbClr val="FFFFFF"/>
            </a:solidFill>
            <a:ln w="0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0" name=""/>
            <p:cNvSpPr/>
            <p:nvPr/>
          </p:nvSpPr>
          <p:spPr>
            <a:xfrm rot="0">
              <a:off x="3905" y="1164"/>
              <a:ext cx="1" cy="915"/>
            </a:xfrm>
            <a:prstGeom prst="line"/>
            <a:solidFill>
              <a:srgbClr val="FFFFFF"/>
            </a:solidFill>
            <a:ln w="0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1" name=""/>
            <p:cNvSpPr/>
            <p:nvPr/>
          </p:nvSpPr>
          <p:spPr>
            <a:xfrm rot="0">
              <a:off x="3780" y="925"/>
              <a:ext cx="265" cy="508"/>
            </a:xfrm>
            <a:prstGeom prst="line"/>
            <a:solidFill>
              <a:srgbClr val="FFFFFF"/>
            </a:solidFill>
            <a:ln w="0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2" name=""/>
            <p:cNvSpPr/>
            <p:nvPr/>
          </p:nvSpPr>
          <p:spPr>
            <a:xfrm rot="0" flipV="1">
              <a:off x="3499" y="1057"/>
              <a:ext cx="654" cy="282"/>
            </a:xfrm>
            <a:prstGeom prst="line"/>
            <a:solidFill>
              <a:srgbClr val="FFFFFF"/>
            </a:solidFill>
            <a:ln w="0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3" name=""/>
            <p:cNvSpPr/>
            <p:nvPr/>
          </p:nvSpPr>
          <p:spPr>
            <a:xfrm rot="0">
              <a:off x="3769" y="914"/>
              <a:ext cx="15" cy="22"/>
            </a:xfrm>
            <a:custGeom>
              <a:avLst/>
              <a:ahLst/>
              <a:rect l="0" t="0" r="r" b="b"/>
              <a:pathLst>
                <a:path w="44" h="64">
                  <a:moveTo>
                    <a:pt x="33" y="32"/>
                  </a:moveTo>
                  <a:lnTo>
                    <a:pt x="23" y="64"/>
                  </a:lnTo>
                  <a:lnTo>
                    <a:pt x="13" y="59"/>
                  </a:lnTo>
                  <a:lnTo>
                    <a:pt x="6" y="51"/>
                  </a:lnTo>
                  <a:lnTo>
                    <a:pt x="2" y="42"/>
                  </a:lnTo>
                  <a:lnTo>
                    <a:pt x="0" y="31"/>
                  </a:lnTo>
                  <a:lnTo>
                    <a:pt x="2" y="22"/>
                  </a:lnTo>
                  <a:lnTo>
                    <a:pt x="7" y="13"/>
                  </a:lnTo>
                  <a:lnTo>
                    <a:pt x="15" y="5"/>
                  </a:lnTo>
                  <a:lnTo>
                    <a:pt x="24" y="1"/>
                  </a:lnTo>
                  <a:lnTo>
                    <a:pt x="35" y="0"/>
                  </a:lnTo>
                  <a:lnTo>
                    <a:pt x="44" y="1"/>
                  </a:lnTo>
                  <a:lnTo>
                    <a:pt x="33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54" name=""/>
            <p:cNvSpPr/>
            <p:nvPr/>
          </p:nvSpPr>
          <p:spPr>
            <a:xfrm rot="0">
              <a:off x="3769" y="914"/>
              <a:ext cx="15" cy="22"/>
            </a:xfrm>
            <a:custGeom>
              <a:avLst/>
              <a:ahLst/>
              <a:rect l="0" t="0" r="r" b="b"/>
              <a:pathLst>
                <a:path w="44" h="64">
                  <a:moveTo>
                    <a:pt x="23" y="64"/>
                  </a:moveTo>
                  <a:lnTo>
                    <a:pt x="13" y="59"/>
                  </a:lnTo>
                  <a:lnTo>
                    <a:pt x="6" y="51"/>
                  </a:lnTo>
                  <a:lnTo>
                    <a:pt x="2" y="42"/>
                  </a:lnTo>
                  <a:lnTo>
                    <a:pt x="0" y="31"/>
                  </a:lnTo>
                  <a:lnTo>
                    <a:pt x="2" y="22"/>
                  </a:lnTo>
                  <a:lnTo>
                    <a:pt x="7" y="13"/>
                  </a:lnTo>
                  <a:lnTo>
                    <a:pt x="15" y="5"/>
                  </a:lnTo>
                  <a:lnTo>
                    <a:pt x="24" y="1"/>
                  </a:lnTo>
                  <a:lnTo>
                    <a:pt x="35" y="0"/>
                  </a:lnTo>
                  <a:lnTo>
                    <a:pt x="44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5" name=""/>
            <p:cNvSpPr/>
            <p:nvPr/>
          </p:nvSpPr>
          <p:spPr>
            <a:xfrm rot="0">
              <a:off x="3777" y="915"/>
              <a:ext cx="380" cy="152"/>
            </a:xfrm>
            <a:custGeom>
              <a:avLst/>
              <a:ahLst/>
              <a:rect l="0" t="0" r="r" b="b"/>
              <a:pathLst>
                <a:path w="1140" h="458">
                  <a:moveTo>
                    <a:pt x="21" y="0"/>
                  </a:moveTo>
                  <a:lnTo>
                    <a:pt x="10" y="31"/>
                  </a:lnTo>
                  <a:lnTo>
                    <a:pt x="0" y="63"/>
                  </a:lnTo>
                  <a:lnTo>
                    <a:pt x="1119" y="458"/>
                  </a:lnTo>
                  <a:lnTo>
                    <a:pt x="1129" y="426"/>
                  </a:lnTo>
                  <a:lnTo>
                    <a:pt x="1140" y="394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56" name=""/>
            <p:cNvSpPr/>
            <p:nvPr/>
          </p:nvSpPr>
          <p:spPr>
            <a:xfrm rot="0">
              <a:off x="3777" y="915"/>
              <a:ext cx="380" cy="152"/>
            </a:xfrm>
            <a:custGeom>
              <a:avLst/>
              <a:ahLst/>
              <a:rect l="0" t="0" r="r" b="b"/>
              <a:pathLst>
                <a:path w="1140" h="458">
                  <a:moveTo>
                    <a:pt x="21" y="0"/>
                  </a:moveTo>
                  <a:lnTo>
                    <a:pt x="10" y="31"/>
                  </a:lnTo>
                  <a:lnTo>
                    <a:pt x="0" y="63"/>
                  </a:lnTo>
                  <a:lnTo>
                    <a:pt x="1119" y="458"/>
                  </a:lnTo>
                  <a:lnTo>
                    <a:pt x="1129" y="426"/>
                  </a:lnTo>
                  <a:lnTo>
                    <a:pt x="1140" y="394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7" name=""/>
            <p:cNvSpPr/>
            <p:nvPr/>
          </p:nvSpPr>
          <p:spPr>
            <a:xfrm rot="0">
              <a:off x="4150" y="1046"/>
              <a:ext cx="14" cy="22"/>
            </a:xfrm>
            <a:custGeom>
              <a:avLst/>
              <a:ahLst/>
              <a:rect l="0" t="0" r="r" b="b"/>
              <a:pathLst>
                <a:path w="43" h="65">
                  <a:moveTo>
                    <a:pt x="10" y="32"/>
                  </a:moveTo>
                  <a:lnTo>
                    <a:pt x="21" y="0"/>
                  </a:lnTo>
                  <a:lnTo>
                    <a:pt x="30" y="6"/>
                  </a:lnTo>
                  <a:lnTo>
                    <a:pt x="38" y="14"/>
                  </a:lnTo>
                  <a:lnTo>
                    <a:pt x="42" y="23"/>
                  </a:lnTo>
                  <a:lnTo>
                    <a:pt x="43" y="33"/>
                  </a:lnTo>
                  <a:lnTo>
                    <a:pt x="42" y="43"/>
                  </a:lnTo>
                  <a:lnTo>
                    <a:pt x="36" y="52"/>
                  </a:lnTo>
                  <a:lnTo>
                    <a:pt x="29" y="60"/>
                  </a:lnTo>
                  <a:lnTo>
                    <a:pt x="19" y="64"/>
                  </a:lnTo>
                  <a:lnTo>
                    <a:pt x="9" y="65"/>
                  </a:lnTo>
                  <a:lnTo>
                    <a:pt x="0" y="64"/>
                  </a:lnTo>
                  <a:lnTo>
                    <a:pt x="1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58" name=""/>
            <p:cNvSpPr/>
            <p:nvPr/>
          </p:nvSpPr>
          <p:spPr>
            <a:xfrm rot="0">
              <a:off x="4150" y="1046"/>
              <a:ext cx="14" cy="22"/>
            </a:xfrm>
            <a:custGeom>
              <a:avLst/>
              <a:ahLst/>
              <a:rect l="0" t="0" r="r" b="b"/>
              <a:pathLst>
                <a:path w="43" h="65">
                  <a:moveTo>
                    <a:pt x="21" y="0"/>
                  </a:moveTo>
                  <a:lnTo>
                    <a:pt x="30" y="6"/>
                  </a:lnTo>
                  <a:lnTo>
                    <a:pt x="38" y="14"/>
                  </a:lnTo>
                  <a:lnTo>
                    <a:pt x="42" y="23"/>
                  </a:lnTo>
                  <a:lnTo>
                    <a:pt x="43" y="33"/>
                  </a:lnTo>
                  <a:lnTo>
                    <a:pt x="42" y="43"/>
                  </a:lnTo>
                  <a:lnTo>
                    <a:pt x="36" y="52"/>
                  </a:lnTo>
                  <a:lnTo>
                    <a:pt x="29" y="60"/>
                  </a:lnTo>
                  <a:lnTo>
                    <a:pt x="19" y="64"/>
                  </a:lnTo>
                  <a:lnTo>
                    <a:pt x="9" y="65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59" name=""/>
            <p:cNvSpPr/>
            <p:nvPr/>
          </p:nvSpPr>
          <p:spPr>
            <a:xfrm rot="0">
              <a:off x="3488" y="1333"/>
              <a:ext cx="20" cy="17"/>
            </a:xfrm>
            <a:custGeom>
              <a:avLst/>
              <a:ahLst/>
              <a:rect l="0" t="0" r="r" b="b"/>
              <a:pathLst>
                <a:path w="61" h="51">
                  <a:moveTo>
                    <a:pt x="33" y="18"/>
                  </a:moveTo>
                  <a:lnTo>
                    <a:pt x="61" y="36"/>
                  </a:lnTo>
                  <a:lnTo>
                    <a:pt x="54" y="44"/>
                  </a:lnTo>
                  <a:lnTo>
                    <a:pt x="45" y="50"/>
                  </a:lnTo>
                  <a:lnTo>
                    <a:pt x="34" y="51"/>
                  </a:lnTo>
                  <a:lnTo>
                    <a:pt x="24" y="50"/>
                  </a:lnTo>
                  <a:lnTo>
                    <a:pt x="15" y="46"/>
                  </a:lnTo>
                  <a:lnTo>
                    <a:pt x="7" y="39"/>
                  </a:lnTo>
                  <a:lnTo>
                    <a:pt x="2" y="30"/>
                  </a:lnTo>
                  <a:lnTo>
                    <a:pt x="0" y="19"/>
                  </a:lnTo>
                  <a:lnTo>
                    <a:pt x="2" y="9"/>
                  </a:lnTo>
                  <a:lnTo>
                    <a:pt x="5" y="0"/>
                  </a:lnTo>
                  <a:lnTo>
                    <a:pt x="33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60" name=""/>
            <p:cNvSpPr/>
            <p:nvPr/>
          </p:nvSpPr>
          <p:spPr>
            <a:xfrm rot="0">
              <a:off x="3488" y="1333"/>
              <a:ext cx="20" cy="17"/>
            </a:xfrm>
            <a:custGeom>
              <a:avLst/>
              <a:ahLst/>
              <a:rect l="0" t="0" r="r" b="b"/>
              <a:pathLst>
                <a:path w="61" h="51">
                  <a:moveTo>
                    <a:pt x="61" y="36"/>
                  </a:moveTo>
                  <a:lnTo>
                    <a:pt x="54" y="44"/>
                  </a:lnTo>
                  <a:lnTo>
                    <a:pt x="45" y="50"/>
                  </a:lnTo>
                  <a:lnTo>
                    <a:pt x="34" y="51"/>
                  </a:lnTo>
                  <a:lnTo>
                    <a:pt x="24" y="50"/>
                  </a:lnTo>
                  <a:lnTo>
                    <a:pt x="15" y="46"/>
                  </a:lnTo>
                  <a:lnTo>
                    <a:pt x="7" y="39"/>
                  </a:lnTo>
                  <a:lnTo>
                    <a:pt x="2" y="30"/>
                  </a:lnTo>
                  <a:lnTo>
                    <a:pt x="0" y="19"/>
                  </a:lnTo>
                  <a:lnTo>
                    <a:pt x="2" y="9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1" name=""/>
            <p:cNvSpPr/>
            <p:nvPr/>
          </p:nvSpPr>
          <p:spPr>
            <a:xfrm rot="0">
              <a:off x="3489" y="919"/>
              <a:ext cx="300" cy="426"/>
            </a:xfrm>
            <a:custGeom>
              <a:avLst/>
              <a:ahLst/>
              <a:rect l="0" t="0" r="r" b="b"/>
              <a:pathLst>
                <a:path w="900" h="1278">
                  <a:moveTo>
                    <a:pt x="0" y="1242"/>
                  </a:moveTo>
                  <a:lnTo>
                    <a:pt x="28" y="1260"/>
                  </a:lnTo>
                  <a:lnTo>
                    <a:pt x="56" y="1278"/>
                  </a:lnTo>
                  <a:lnTo>
                    <a:pt x="900" y="37"/>
                  </a:lnTo>
                  <a:lnTo>
                    <a:pt x="872" y="18"/>
                  </a:lnTo>
                  <a:lnTo>
                    <a:pt x="845" y="0"/>
                  </a:lnTo>
                  <a:lnTo>
                    <a:pt x="0" y="124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62" name=""/>
            <p:cNvSpPr/>
            <p:nvPr/>
          </p:nvSpPr>
          <p:spPr>
            <a:xfrm rot="0">
              <a:off x="3489" y="919"/>
              <a:ext cx="300" cy="426"/>
            </a:xfrm>
            <a:custGeom>
              <a:avLst/>
              <a:ahLst/>
              <a:rect l="0" t="0" r="r" b="b"/>
              <a:pathLst>
                <a:path w="900" h="1278">
                  <a:moveTo>
                    <a:pt x="0" y="1242"/>
                  </a:moveTo>
                  <a:lnTo>
                    <a:pt x="28" y="1260"/>
                  </a:lnTo>
                  <a:lnTo>
                    <a:pt x="56" y="1278"/>
                  </a:lnTo>
                  <a:lnTo>
                    <a:pt x="900" y="37"/>
                  </a:lnTo>
                  <a:lnTo>
                    <a:pt x="872" y="18"/>
                  </a:lnTo>
                  <a:lnTo>
                    <a:pt x="845" y="0"/>
                  </a:lnTo>
                  <a:lnTo>
                    <a:pt x="0" y="124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3" name=""/>
            <p:cNvSpPr/>
            <p:nvPr/>
          </p:nvSpPr>
          <p:spPr>
            <a:xfrm rot="0">
              <a:off x="3771" y="914"/>
              <a:ext cx="20" cy="17"/>
            </a:xfrm>
            <a:custGeom>
              <a:avLst/>
              <a:ahLst/>
              <a:rect l="0" t="0" r="r" b="b"/>
              <a:pathLst>
                <a:path w="60" h="51">
                  <a:moveTo>
                    <a:pt x="27" y="32"/>
                  </a:moveTo>
                  <a:lnTo>
                    <a:pt x="0" y="14"/>
                  </a:lnTo>
                  <a:lnTo>
                    <a:pt x="6" y="6"/>
                  </a:lnTo>
                  <a:lnTo>
                    <a:pt x="15" y="1"/>
                  </a:lnTo>
                  <a:lnTo>
                    <a:pt x="26" y="0"/>
                  </a:lnTo>
                  <a:lnTo>
                    <a:pt x="36" y="1"/>
                  </a:lnTo>
                  <a:lnTo>
                    <a:pt x="46" y="5"/>
                  </a:lnTo>
                  <a:lnTo>
                    <a:pt x="53" y="11"/>
                  </a:lnTo>
                  <a:lnTo>
                    <a:pt x="59" y="21"/>
                  </a:lnTo>
                  <a:lnTo>
                    <a:pt x="60" y="31"/>
                  </a:lnTo>
                  <a:lnTo>
                    <a:pt x="59" y="42"/>
                  </a:lnTo>
                  <a:lnTo>
                    <a:pt x="55" y="51"/>
                  </a:lnTo>
                  <a:lnTo>
                    <a:pt x="27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4964" name=""/>
            <p:cNvSpPr/>
            <p:nvPr/>
          </p:nvSpPr>
          <p:spPr>
            <a:xfrm rot="0">
              <a:off x="3771" y="914"/>
              <a:ext cx="20" cy="17"/>
            </a:xfrm>
            <a:custGeom>
              <a:avLst/>
              <a:ahLst/>
              <a:rect l="0" t="0" r="r" b="b"/>
              <a:pathLst>
                <a:path w="60" h="51">
                  <a:moveTo>
                    <a:pt x="0" y="14"/>
                  </a:moveTo>
                  <a:lnTo>
                    <a:pt x="6" y="6"/>
                  </a:lnTo>
                  <a:lnTo>
                    <a:pt x="15" y="1"/>
                  </a:lnTo>
                  <a:lnTo>
                    <a:pt x="26" y="0"/>
                  </a:lnTo>
                  <a:lnTo>
                    <a:pt x="36" y="1"/>
                  </a:lnTo>
                  <a:lnTo>
                    <a:pt x="46" y="5"/>
                  </a:lnTo>
                  <a:lnTo>
                    <a:pt x="53" y="11"/>
                  </a:lnTo>
                  <a:lnTo>
                    <a:pt x="59" y="21"/>
                  </a:lnTo>
                  <a:lnTo>
                    <a:pt x="60" y="31"/>
                  </a:lnTo>
                  <a:lnTo>
                    <a:pt x="59" y="42"/>
                  </a:lnTo>
                  <a:lnTo>
                    <a:pt x="55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5" name=""/>
            <p:cNvSpPr/>
            <p:nvPr/>
          </p:nvSpPr>
          <p:spPr>
            <a:xfrm rot="0">
              <a:off x="3764" y="878"/>
              <a:ext cx="26" cy="28"/>
            </a:xfrm>
            <a:custGeom>
              <a:avLst/>
              <a:ahLst/>
              <a:rect l="0" t="0" r="r" b="b"/>
              <a:pathLst>
                <a:path w="77" h="84">
                  <a:moveTo>
                    <a:pt x="0" y="84"/>
                  </a:moveTo>
                  <a:lnTo>
                    <a:pt x="25" y="0"/>
                  </a:lnTo>
                  <a:lnTo>
                    <a:pt x="60" y="0"/>
                  </a:lnTo>
                  <a:lnTo>
                    <a:pt x="71" y="2"/>
                  </a:lnTo>
                  <a:lnTo>
                    <a:pt x="77" y="10"/>
                  </a:lnTo>
                  <a:lnTo>
                    <a:pt x="77" y="17"/>
                  </a:lnTo>
                  <a:lnTo>
                    <a:pt x="6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6" name=""/>
            <p:cNvSpPr/>
            <p:nvPr/>
          </p:nvSpPr>
          <p:spPr>
            <a:xfrm rot="0" flipV="1">
              <a:off x="3806" y="864"/>
              <a:ext cx="5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7" name=""/>
            <p:cNvSpPr/>
            <p:nvPr/>
          </p:nvSpPr>
          <p:spPr>
            <a:xfrm rot="0">
              <a:off x="424" y="2799"/>
              <a:ext cx="31" cy="53"/>
            </a:xfrm>
            <a:custGeom>
              <a:avLst/>
              <a:ahLst/>
              <a:rect l="0" t="0" r="r" b="b"/>
              <a:pathLst>
                <a:path w="92" h="159">
                  <a:moveTo>
                    <a:pt x="45" y="0"/>
                  </a:moveTo>
                  <a:lnTo>
                    <a:pt x="0" y="159"/>
                  </a:lnTo>
                  <a:lnTo>
                    <a:pt x="40" y="159"/>
                  </a:lnTo>
                  <a:lnTo>
                    <a:pt x="58" y="155"/>
                  </a:lnTo>
                  <a:lnTo>
                    <a:pt x="71" y="146"/>
                  </a:lnTo>
                  <a:lnTo>
                    <a:pt x="79" y="133"/>
                  </a:lnTo>
                  <a:lnTo>
                    <a:pt x="92" y="84"/>
                  </a:lnTo>
                  <a:lnTo>
                    <a:pt x="92" y="71"/>
                  </a:lnTo>
                  <a:lnTo>
                    <a:pt x="88" y="58"/>
                  </a:lnTo>
                  <a:lnTo>
                    <a:pt x="75" y="52"/>
                  </a:lnTo>
                  <a:lnTo>
                    <a:pt x="32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8" name=""/>
            <p:cNvSpPr/>
            <p:nvPr/>
          </p:nvSpPr>
          <p:spPr>
            <a:xfrm rot="0" flipV="1">
              <a:off x="477" y="279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69" name=""/>
            <p:cNvSpPr/>
            <p:nvPr/>
          </p:nvSpPr>
          <p:spPr>
            <a:xfrm rot="0">
              <a:off x="493" y="2796"/>
              <a:ext cx="16" cy="62"/>
            </a:xfrm>
            <a:custGeom>
              <a:avLst/>
              <a:ahLst/>
              <a:rect l="0" t="0" r="r" b="b"/>
              <a:pathLst>
                <a:path w="48" h="186">
                  <a:moveTo>
                    <a:pt x="5" y="186"/>
                  </a:moveTo>
                  <a:lnTo>
                    <a:pt x="0" y="169"/>
                  </a:lnTo>
                  <a:lnTo>
                    <a:pt x="0" y="146"/>
                  </a:lnTo>
                  <a:lnTo>
                    <a:pt x="5" y="107"/>
                  </a:lnTo>
                  <a:lnTo>
                    <a:pt x="18" y="62"/>
                  </a:lnTo>
                  <a:lnTo>
                    <a:pt x="35" y="23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0" name=""/>
            <p:cNvSpPr/>
            <p:nvPr/>
          </p:nvSpPr>
          <p:spPr>
            <a:xfrm rot="0">
              <a:off x="521" y="2816"/>
              <a:ext cx="26" cy="36"/>
            </a:xfrm>
            <a:custGeom>
              <a:avLst/>
              <a:ahLst/>
              <a:rect l="0" t="0" r="r" b="b"/>
              <a:pathLst>
                <a:path w="79" h="107">
                  <a:moveTo>
                    <a:pt x="71" y="107"/>
                  </a:moveTo>
                  <a:lnTo>
                    <a:pt x="58" y="84"/>
                  </a:lnTo>
                  <a:lnTo>
                    <a:pt x="79" y="0"/>
                  </a:lnTo>
                  <a:lnTo>
                    <a:pt x="45" y="0"/>
                  </a:lnTo>
                  <a:lnTo>
                    <a:pt x="26" y="6"/>
                  </a:lnTo>
                  <a:lnTo>
                    <a:pt x="18" y="13"/>
                  </a:lnTo>
                  <a:lnTo>
                    <a:pt x="13" y="23"/>
                  </a:lnTo>
                  <a:lnTo>
                    <a:pt x="0" y="81"/>
                  </a:lnTo>
                  <a:lnTo>
                    <a:pt x="0" y="88"/>
                  </a:lnTo>
                  <a:lnTo>
                    <a:pt x="4" y="103"/>
                  </a:lnTo>
                  <a:lnTo>
                    <a:pt x="13" y="107"/>
                  </a:lnTo>
                  <a:lnTo>
                    <a:pt x="26" y="107"/>
                  </a:lnTo>
                  <a:lnTo>
                    <a:pt x="39" y="103"/>
                  </a:lnTo>
                  <a:lnTo>
                    <a:pt x="49" y="98"/>
                  </a:lnTo>
                  <a:lnTo>
                    <a:pt x="58" y="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1" name=""/>
            <p:cNvSpPr/>
            <p:nvPr/>
          </p:nvSpPr>
          <p:spPr>
            <a:xfrm rot="0" flipV="1">
              <a:off x="571" y="279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2" name=""/>
            <p:cNvSpPr/>
            <p:nvPr/>
          </p:nvSpPr>
          <p:spPr>
            <a:xfrm rot="0">
              <a:off x="581" y="2796"/>
              <a:ext cx="19" cy="62"/>
            </a:xfrm>
            <a:custGeom>
              <a:avLst/>
              <a:ahLst/>
              <a:rect l="0" t="0" r="r" b="b"/>
              <a:pathLst>
                <a:path w="58" h="186">
                  <a:moveTo>
                    <a:pt x="0" y="186"/>
                  </a:moveTo>
                  <a:lnTo>
                    <a:pt x="15" y="169"/>
                  </a:lnTo>
                  <a:lnTo>
                    <a:pt x="36" y="124"/>
                  </a:lnTo>
                  <a:lnTo>
                    <a:pt x="49" y="85"/>
                  </a:lnTo>
                  <a:lnTo>
                    <a:pt x="58" y="41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3" name=""/>
            <p:cNvSpPr/>
            <p:nvPr/>
          </p:nvSpPr>
          <p:spPr>
            <a:xfrm rot="0">
              <a:off x="382" y="3160"/>
              <a:ext cx="25" cy="35"/>
            </a:xfrm>
            <a:custGeom>
              <a:avLst/>
              <a:ahLst/>
              <a:rect l="0" t="0" r="r" b="b"/>
              <a:pathLst>
                <a:path w="75" h="107">
                  <a:moveTo>
                    <a:pt x="75" y="0"/>
                  </a:moveTo>
                  <a:lnTo>
                    <a:pt x="49" y="0"/>
                  </a:lnTo>
                  <a:lnTo>
                    <a:pt x="34" y="4"/>
                  </a:lnTo>
                  <a:lnTo>
                    <a:pt x="21" y="13"/>
                  </a:lnTo>
                  <a:lnTo>
                    <a:pt x="13" y="26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97"/>
                  </a:lnTo>
                  <a:lnTo>
                    <a:pt x="13" y="107"/>
                  </a:lnTo>
                  <a:lnTo>
                    <a:pt x="44" y="10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4" name=""/>
            <p:cNvSpPr/>
            <p:nvPr/>
          </p:nvSpPr>
          <p:spPr>
            <a:xfrm rot="0" flipV="1">
              <a:off x="426" y="3142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5" name=""/>
            <p:cNvSpPr/>
            <p:nvPr/>
          </p:nvSpPr>
          <p:spPr>
            <a:xfrm rot="0">
              <a:off x="1414" y="2905"/>
              <a:ext cx="26" cy="35"/>
            </a:xfrm>
            <a:custGeom>
              <a:avLst/>
              <a:ahLst/>
              <a:rect l="0" t="0" r="r" b="b"/>
              <a:pathLst>
                <a:path w="79" h="105">
                  <a:moveTo>
                    <a:pt x="70" y="105"/>
                  </a:moveTo>
                  <a:lnTo>
                    <a:pt x="57" y="83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27" y="4"/>
                  </a:lnTo>
                  <a:lnTo>
                    <a:pt x="17" y="13"/>
                  </a:lnTo>
                  <a:lnTo>
                    <a:pt x="13" y="21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101"/>
                  </a:lnTo>
                  <a:lnTo>
                    <a:pt x="13" y="105"/>
                  </a:lnTo>
                  <a:lnTo>
                    <a:pt x="27" y="105"/>
                  </a:lnTo>
                  <a:lnTo>
                    <a:pt x="40" y="101"/>
                  </a:lnTo>
                  <a:lnTo>
                    <a:pt x="48" y="96"/>
                  </a:lnTo>
                  <a:lnTo>
                    <a:pt x="57" y="8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6" name=""/>
            <p:cNvSpPr/>
            <p:nvPr/>
          </p:nvSpPr>
          <p:spPr>
            <a:xfrm rot="0" flipV="1">
              <a:off x="1463" y="288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7" name=""/>
            <p:cNvSpPr/>
            <p:nvPr/>
          </p:nvSpPr>
          <p:spPr>
            <a:xfrm rot="0" flipH="1">
              <a:off x="1478" y="288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8" name=""/>
            <p:cNvSpPr/>
            <p:nvPr/>
          </p:nvSpPr>
          <p:spPr>
            <a:xfrm rot="0">
              <a:off x="1703" y="2831"/>
              <a:ext cx="31" cy="53"/>
            </a:xfrm>
            <a:custGeom>
              <a:avLst/>
              <a:ahLst/>
              <a:rect l="0" t="0" r="r" b="b"/>
              <a:pathLst>
                <a:path w="92" h="159">
                  <a:moveTo>
                    <a:pt x="45" y="0"/>
                  </a:moveTo>
                  <a:lnTo>
                    <a:pt x="0" y="159"/>
                  </a:lnTo>
                  <a:lnTo>
                    <a:pt x="40" y="159"/>
                  </a:lnTo>
                  <a:lnTo>
                    <a:pt x="58" y="155"/>
                  </a:lnTo>
                  <a:lnTo>
                    <a:pt x="71" y="146"/>
                  </a:lnTo>
                  <a:lnTo>
                    <a:pt x="79" y="133"/>
                  </a:lnTo>
                  <a:lnTo>
                    <a:pt x="92" y="84"/>
                  </a:lnTo>
                  <a:lnTo>
                    <a:pt x="92" y="71"/>
                  </a:lnTo>
                  <a:lnTo>
                    <a:pt x="89" y="58"/>
                  </a:lnTo>
                  <a:lnTo>
                    <a:pt x="75" y="54"/>
                  </a:lnTo>
                  <a:lnTo>
                    <a:pt x="32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79" name=""/>
            <p:cNvSpPr/>
            <p:nvPr/>
          </p:nvSpPr>
          <p:spPr>
            <a:xfrm rot="0" flipV="1">
              <a:off x="1757" y="2831"/>
              <a:ext cx="5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0" name=""/>
            <p:cNvSpPr/>
            <p:nvPr/>
          </p:nvSpPr>
          <p:spPr>
            <a:xfrm rot="0" flipH="1">
              <a:off x="1771" y="2831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1" name=""/>
            <p:cNvSpPr/>
            <p:nvPr/>
          </p:nvSpPr>
          <p:spPr>
            <a:xfrm rot="0">
              <a:off x="1675" y="3136"/>
              <a:ext cx="25" cy="35"/>
            </a:xfrm>
            <a:custGeom>
              <a:avLst/>
              <a:ahLst/>
              <a:rect l="0" t="0" r="r" b="b"/>
              <a:pathLst>
                <a:path w="75" h="105">
                  <a:moveTo>
                    <a:pt x="75" y="0"/>
                  </a:moveTo>
                  <a:lnTo>
                    <a:pt x="49" y="0"/>
                  </a:lnTo>
                  <a:lnTo>
                    <a:pt x="36" y="4"/>
                  </a:lnTo>
                  <a:lnTo>
                    <a:pt x="23" y="13"/>
                  </a:lnTo>
                  <a:lnTo>
                    <a:pt x="13" y="26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97"/>
                  </a:lnTo>
                  <a:lnTo>
                    <a:pt x="13" y="105"/>
                  </a:lnTo>
                  <a:lnTo>
                    <a:pt x="44" y="10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2" name=""/>
            <p:cNvSpPr/>
            <p:nvPr/>
          </p:nvSpPr>
          <p:spPr>
            <a:xfrm rot="0" flipV="1">
              <a:off x="1719" y="3118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3" name=""/>
            <p:cNvSpPr/>
            <p:nvPr/>
          </p:nvSpPr>
          <p:spPr>
            <a:xfrm rot="0" flipH="1">
              <a:off x="1734" y="3118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4" name=""/>
            <p:cNvSpPr/>
            <p:nvPr/>
          </p:nvSpPr>
          <p:spPr>
            <a:xfrm rot="0">
              <a:off x="544" y="3612"/>
              <a:ext cx="27" cy="35"/>
            </a:xfrm>
            <a:custGeom>
              <a:avLst/>
              <a:ahLst/>
              <a:rect l="0" t="0" r="r" b="b"/>
              <a:pathLst>
                <a:path w="79" h="107">
                  <a:moveTo>
                    <a:pt x="69" y="107"/>
                  </a:moveTo>
                  <a:lnTo>
                    <a:pt x="56" y="84"/>
                  </a:lnTo>
                  <a:lnTo>
                    <a:pt x="79" y="0"/>
                  </a:lnTo>
                  <a:lnTo>
                    <a:pt x="43" y="0"/>
                  </a:lnTo>
                  <a:lnTo>
                    <a:pt x="26" y="5"/>
                  </a:lnTo>
                  <a:lnTo>
                    <a:pt x="17" y="13"/>
                  </a:lnTo>
                  <a:lnTo>
                    <a:pt x="13" y="22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4" y="101"/>
                  </a:lnTo>
                  <a:lnTo>
                    <a:pt x="13" y="107"/>
                  </a:lnTo>
                  <a:lnTo>
                    <a:pt x="26" y="107"/>
                  </a:lnTo>
                  <a:lnTo>
                    <a:pt x="39" y="101"/>
                  </a:lnTo>
                  <a:lnTo>
                    <a:pt x="47" y="97"/>
                  </a:lnTo>
                  <a:lnTo>
                    <a:pt x="56" y="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5" name=""/>
            <p:cNvSpPr/>
            <p:nvPr/>
          </p:nvSpPr>
          <p:spPr>
            <a:xfrm rot="0">
              <a:off x="582" y="3860"/>
              <a:ext cx="31" cy="53"/>
            </a:xfrm>
            <a:custGeom>
              <a:avLst/>
              <a:ahLst/>
              <a:rect l="0" t="0" r="r" b="b"/>
              <a:pathLst>
                <a:path w="93" h="160">
                  <a:moveTo>
                    <a:pt x="45" y="0"/>
                  </a:moveTo>
                  <a:lnTo>
                    <a:pt x="0" y="160"/>
                  </a:lnTo>
                  <a:lnTo>
                    <a:pt x="39" y="160"/>
                  </a:lnTo>
                  <a:lnTo>
                    <a:pt x="58" y="154"/>
                  </a:lnTo>
                  <a:lnTo>
                    <a:pt x="71" y="146"/>
                  </a:lnTo>
                  <a:lnTo>
                    <a:pt x="80" y="133"/>
                  </a:lnTo>
                  <a:lnTo>
                    <a:pt x="93" y="85"/>
                  </a:lnTo>
                  <a:lnTo>
                    <a:pt x="93" y="72"/>
                  </a:lnTo>
                  <a:lnTo>
                    <a:pt x="88" y="58"/>
                  </a:lnTo>
                  <a:lnTo>
                    <a:pt x="75" y="53"/>
                  </a:lnTo>
                  <a:lnTo>
                    <a:pt x="32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6" name=""/>
            <p:cNvSpPr/>
            <p:nvPr/>
          </p:nvSpPr>
          <p:spPr>
            <a:xfrm rot="0">
              <a:off x="375" y="3860"/>
              <a:ext cx="25" cy="35"/>
            </a:xfrm>
            <a:custGeom>
              <a:avLst/>
              <a:ahLst/>
              <a:rect l="0" t="0" r="r" b="b"/>
              <a:pathLst>
                <a:path w="75" h="105">
                  <a:moveTo>
                    <a:pt x="75" y="0"/>
                  </a:moveTo>
                  <a:lnTo>
                    <a:pt x="49" y="0"/>
                  </a:lnTo>
                  <a:lnTo>
                    <a:pt x="36" y="4"/>
                  </a:lnTo>
                  <a:lnTo>
                    <a:pt x="22" y="13"/>
                  </a:lnTo>
                  <a:lnTo>
                    <a:pt x="13" y="26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97"/>
                  </a:lnTo>
                  <a:lnTo>
                    <a:pt x="13" y="105"/>
                  </a:lnTo>
                  <a:lnTo>
                    <a:pt x="43" y="10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7" name=""/>
            <p:cNvSpPr/>
            <p:nvPr/>
          </p:nvSpPr>
          <p:spPr>
            <a:xfrm rot="0" flipV="1">
              <a:off x="1421" y="3781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8" name=""/>
            <p:cNvSpPr/>
            <p:nvPr/>
          </p:nvSpPr>
          <p:spPr>
            <a:xfrm rot="0">
              <a:off x="1410" y="3776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89" name=""/>
            <p:cNvSpPr/>
            <p:nvPr/>
          </p:nvSpPr>
          <p:spPr>
            <a:xfrm rot="0">
              <a:off x="1421" y="3759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0" name=""/>
            <p:cNvSpPr/>
            <p:nvPr/>
          </p:nvSpPr>
          <p:spPr>
            <a:xfrm rot="0" flipV="1">
              <a:off x="1398" y="3810"/>
              <a:ext cx="43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1" name=""/>
            <p:cNvSpPr/>
            <p:nvPr/>
          </p:nvSpPr>
          <p:spPr>
            <a:xfrm rot="0" flipV="1">
              <a:off x="1404" y="3757"/>
              <a:ext cx="33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2" name=""/>
            <p:cNvSpPr/>
            <p:nvPr/>
          </p:nvSpPr>
          <p:spPr>
            <a:xfrm rot="0" flipH="1">
              <a:off x="1479" y="3773"/>
              <a:ext cx="4" cy="2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3" name=""/>
            <p:cNvSpPr/>
            <p:nvPr/>
          </p:nvSpPr>
          <p:spPr>
            <a:xfrm rot="0">
              <a:off x="1462" y="3776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4" name=""/>
            <p:cNvSpPr/>
            <p:nvPr/>
          </p:nvSpPr>
          <p:spPr>
            <a:xfrm rot="0">
              <a:off x="1471" y="3756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5" name=""/>
            <p:cNvSpPr/>
            <p:nvPr/>
          </p:nvSpPr>
          <p:spPr>
            <a:xfrm rot="0" flipV="1">
              <a:off x="1452" y="3767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6" name=""/>
            <p:cNvSpPr/>
            <p:nvPr/>
          </p:nvSpPr>
          <p:spPr>
            <a:xfrm rot="0">
              <a:off x="1456" y="3751"/>
              <a:ext cx="27" cy="8"/>
            </a:xfrm>
            <a:custGeom>
              <a:avLst/>
              <a:ahLst/>
              <a:rect l="0" t="0" r="r" b="b"/>
              <a:pathLst>
                <a:path w="82" h="24">
                  <a:moveTo>
                    <a:pt x="82" y="0"/>
                  </a:moveTo>
                  <a:lnTo>
                    <a:pt x="44" y="14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7" name=""/>
            <p:cNvSpPr/>
            <p:nvPr/>
          </p:nvSpPr>
          <p:spPr>
            <a:xfrm rot="0" flipV="1">
              <a:off x="1449" y="3784"/>
              <a:ext cx="45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8" name=""/>
            <p:cNvSpPr/>
            <p:nvPr/>
          </p:nvSpPr>
          <p:spPr>
            <a:xfrm rot="0" flipV="1">
              <a:off x="1451" y="3800"/>
              <a:ext cx="40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4999" name=""/>
            <p:cNvSpPr/>
            <p:nvPr/>
          </p:nvSpPr>
          <p:spPr>
            <a:xfrm rot="0" flipH="1">
              <a:off x="1456" y="3812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0" name=""/>
            <p:cNvSpPr/>
            <p:nvPr/>
          </p:nvSpPr>
          <p:spPr>
            <a:xfrm rot="0" flipH="1">
              <a:off x="1501" y="3789"/>
              <a:ext cx="15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1" name=""/>
            <p:cNvSpPr/>
            <p:nvPr/>
          </p:nvSpPr>
          <p:spPr>
            <a:xfrm rot="0" flipH="1">
              <a:off x="1503" y="3767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2" name=""/>
            <p:cNvSpPr/>
            <p:nvPr/>
          </p:nvSpPr>
          <p:spPr>
            <a:xfrm rot="0" flipV="1">
              <a:off x="1500" y="3773"/>
              <a:ext cx="11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3" name=""/>
            <p:cNvSpPr/>
            <p:nvPr/>
          </p:nvSpPr>
          <p:spPr>
            <a:xfrm rot="0" flipV="1">
              <a:off x="1501" y="3800"/>
              <a:ext cx="16" cy="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4" name=""/>
            <p:cNvSpPr/>
            <p:nvPr/>
          </p:nvSpPr>
          <p:spPr>
            <a:xfrm rot="0" flipH="1">
              <a:off x="1501" y="3754"/>
              <a:ext cx="10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5" name=""/>
            <p:cNvSpPr/>
            <p:nvPr/>
          </p:nvSpPr>
          <p:spPr>
            <a:xfrm rot="0" flipV="1">
              <a:off x="1519" y="3766"/>
              <a:ext cx="17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6" name=""/>
            <p:cNvSpPr/>
            <p:nvPr/>
          </p:nvSpPr>
          <p:spPr>
            <a:xfrm rot="0" flipV="1">
              <a:off x="1518" y="3780"/>
              <a:ext cx="20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7" name=""/>
            <p:cNvSpPr/>
            <p:nvPr/>
          </p:nvSpPr>
          <p:spPr>
            <a:xfrm rot="0">
              <a:off x="1531" y="3802"/>
              <a:ext cx="11" cy="16"/>
            </a:xfrm>
            <a:custGeom>
              <a:avLst/>
              <a:ahLst/>
              <a:rect l="0" t="0" r="r" b="b"/>
              <a:pathLst>
                <a:path w="33" h="46">
                  <a:moveTo>
                    <a:pt x="0" y="2"/>
                  </a:moveTo>
                  <a:lnTo>
                    <a:pt x="33" y="46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8" name=""/>
            <p:cNvSpPr/>
            <p:nvPr/>
          </p:nvSpPr>
          <p:spPr>
            <a:xfrm rot="0">
              <a:off x="1531" y="3755"/>
              <a:ext cx="5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09" name=""/>
            <p:cNvSpPr/>
            <p:nvPr/>
          </p:nvSpPr>
          <p:spPr>
            <a:xfrm rot="0">
              <a:off x="1524" y="3751"/>
              <a:ext cx="7" cy="52"/>
            </a:xfrm>
            <a:custGeom>
              <a:avLst/>
              <a:ahLst/>
              <a:rect l="0" t="0" r="r" b="b"/>
              <a:pathLst>
                <a:path w="23" h="157">
                  <a:moveTo>
                    <a:pt x="0" y="0"/>
                  </a:moveTo>
                  <a:lnTo>
                    <a:pt x="7" y="108"/>
                  </a:lnTo>
                  <a:lnTo>
                    <a:pt x="23" y="15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0" name=""/>
            <p:cNvSpPr/>
            <p:nvPr/>
          </p:nvSpPr>
          <p:spPr>
            <a:xfrm rot="0">
              <a:off x="1515" y="3787"/>
              <a:ext cx="22" cy="27"/>
            </a:xfrm>
            <a:custGeom>
              <a:avLst/>
              <a:ahLst/>
              <a:rect l="0" t="0" r="r" b="b"/>
              <a:pathLst>
                <a:path w="66" h="81">
                  <a:moveTo>
                    <a:pt x="66" y="0"/>
                  </a:moveTo>
                  <a:lnTo>
                    <a:pt x="45" y="35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1" name=""/>
            <p:cNvSpPr/>
            <p:nvPr/>
          </p:nvSpPr>
          <p:spPr>
            <a:xfrm rot="0" flipV="1">
              <a:off x="1414" y="3921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2" name=""/>
            <p:cNvSpPr/>
            <p:nvPr/>
          </p:nvSpPr>
          <p:spPr>
            <a:xfrm rot="0">
              <a:off x="1404" y="3916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3" name=""/>
            <p:cNvSpPr/>
            <p:nvPr/>
          </p:nvSpPr>
          <p:spPr>
            <a:xfrm rot="0">
              <a:off x="1414" y="3899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4" name=""/>
            <p:cNvSpPr/>
            <p:nvPr/>
          </p:nvSpPr>
          <p:spPr>
            <a:xfrm rot="0" flipV="1">
              <a:off x="1391" y="3950"/>
              <a:ext cx="43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5" name=""/>
            <p:cNvSpPr/>
            <p:nvPr/>
          </p:nvSpPr>
          <p:spPr>
            <a:xfrm rot="0" flipV="1">
              <a:off x="1397" y="3897"/>
              <a:ext cx="34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6" name=""/>
            <p:cNvSpPr/>
            <p:nvPr/>
          </p:nvSpPr>
          <p:spPr>
            <a:xfrm rot="0" flipV="1">
              <a:off x="1448" y="3893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7" name=""/>
            <p:cNvSpPr/>
            <p:nvPr/>
          </p:nvSpPr>
          <p:spPr>
            <a:xfrm rot="0" flipH="1">
              <a:off x="1442" y="3920"/>
              <a:ext cx="44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8" name=""/>
            <p:cNvSpPr/>
            <p:nvPr/>
          </p:nvSpPr>
          <p:spPr>
            <a:xfrm rot="0">
              <a:off x="1452" y="3905"/>
              <a:ext cx="4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19" name=""/>
            <p:cNvSpPr/>
            <p:nvPr/>
          </p:nvSpPr>
          <p:spPr>
            <a:xfrm rot="0" flipV="1">
              <a:off x="1471" y="3902"/>
              <a:ext cx="6" cy="1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0" name=""/>
            <p:cNvSpPr/>
            <p:nvPr/>
          </p:nvSpPr>
          <p:spPr>
            <a:xfrm rot="0">
              <a:off x="1465" y="3895"/>
              <a:ext cx="1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1" name=""/>
            <p:cNvSpPr/>
            <p:nvPr/>
          </p:nvSpPr>
          <p:spPr>
            <a:xfrm rot="0" flipH="1">
              <a:off x="1494" y="3929"/>
              <a:ext cx="15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2" name=""/>
            <p:cNvSpPr/>
            <p:nvPr/>
          </p:nvSpPr>
          <p:spPr>
            <a:xfrm rot="0" flipH="1">
              <a:off x="1496" y="3907"/>
              <a:ext cx="12" cy="2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3" name=""/>
            <p:cNvSpPr/>
            <p:nvPr/>
          </p:nvSpPr>
          <p:spPr>
            <a:xfrm rot="0" flipV="1">
              <a:off x="1493" y="3913"/>
              <a:ext cx="11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4" name=""/>
            <p:cNvSpPr/>
            <p:nvPr/>
          </p:nvSpPr>
          <p:spPr>
            <a:xfrm rot="0" flipV="1">
              <a:off x="1494" y="3940"/>
              <a:ext cx="16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5" name=""/>
            <p:cNvSpPr/>
            <p:nvPr/>
          </p:nvSpPr>
          <p:spPr>
            <a:xfrm rot="0" flipH="1">
              <a:off x="1494" y="3894"/>
              <a:ext cx="10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6" name=""/>
            <p:cNvSpPr/>
            <p:nvPr/>
          </p:nvSpPr>
          <p:spPr>
            <a:xfrm rot="0" flipV="1">
              <a:off x="1512" y="3906"/>
              <a:ext cx="17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62" name=""/>
          <p:cNvGrpSpPr/>
          <p:nvPr/>
        </p:nvGrpSpPr>
        <p:grpSpPr>
          <a:xfrm rot="0">
            <a:off x="349250" y="735012"/>
            <a:ext cx="8239125" cy="5826125"/>
            <a:chOff x="220" y="463"/>
            <a:chExt cx="5190" cy="3670"/>
          </a:xfrm>
        </p:grpSpPr>
        <p:sp>
          <p:nvSpPr>
            <p:cNvPr id="1055027" name=""/>
            <p:cNvSpPr/>
            <p:nvPr/>
          </p:nvSpPr>
          <p:spPr>
            <a:xfrm rot="0" flipV="1">
              <a:off x="1511" y="3919"/>
              <a:ext cx="20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8" name=""/>
            <p:cNvSpPr/>
            <p:nvPr/>
          </p:nvSpPr>
          <p:spPr>
            <a:xfrm rot="0">
              <a:off x="1525" y="3942"/>
              <a:ext cx="11" cy="16"/>
            </a:xfrm>
            <a:custGeom>
              <a:avLst/>
              <a:ahLst/>
              <a:rect l="0" t="0" r="r" b="b"/>
              <a:pathLst>
                <a:path w="33" h="46">
                  <a:moveTo>
                    <a:pt x="0" y="2"/>
                  </a:moveTo>
                  <a:lnTo>
                    <a:pt x="33" y="46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29" name=""/>
            <p:cNvSpPr/>
            <p:nvPr/>
          </p:nvSpPr>
          <p:spPr>
            <a:xfrm rot="0">
              <a:off x="1524" y="3895"/>
              <a:ext cx="5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30" name=""/>
            <p:cNvSpPr/>
            <p:nvPr/>
          </p:nvSpPr>
          <p:spPr>
            <a:xfrm rot="0">
              <a:off x="1517" y="3891"/>
              <a:ext cx="8" cy="52"/>
            </a:xfrm>
            <a:custGeom>
              <a:avLst/>
              <a:ahLst/>
              <a:rect l="0" t="0" r="r" b="b"/>
              <a:pathLst>
                <a:path w="24" h="156">
                  <a:moveTo>
                    <a:pt x="0" y="0"/>
                  </a:moveTo>
                  <a:lnTo>
                    <a:pt x="8" y="106"/>
                  </a:lnTo>
                  <a:lnTo>
                    <a:pt x="24" y="1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31" name=""/>
            <p:cNvSpPr/>
            <p:nvPr/>
          </p:nvSpPr>
          <p:spPr>
            <a:xfrm rot="0">
              <a:off x="1508" y="3926"/>
              <a:ext cx="22" cy="28"/>
            </a:xfrm>
            <a:custGeom>
              <a:avLst/>
              <a:ahLst/>
              <a:rect l="0" t="0" r="r" b="b"/>
              <a:pathLst>
                <a:path w="66" h="83">
                  <a:moveTo>
                    <a:pt x="66" y="0"/>
                  </a:moveTo>
                  <a:lnTo>
                    <a:pt x="45" y="36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32" name=""/>
            <p:cNvSpPr/>
            <p:nvPr/>
          </p:nvSpPr>
          <p:spPr>
            <a:xfrm rot="0">
              <a:off x="4412" y="3163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33" name=""/>
            <p:cNvSpPr/>
            <p:nvPr/>
          </p:nvSpPr>
          <p:spPr>
            <a:xfrm rot="0">
              <a:off x="4412" y="3163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34" name=""/>
            <p:cNvSpPr/>
            <p:nvPr/>
          </p:nvSpPr>
          <p:spPr>
            <a:xfrm rot="0">
              <a:off x="3942" y="3163"/>
              <a:ext cx="470" cy="22"/>
            </a:xfrm>
            <a:custGeom>
              <a:avLst/>
              <a:ahLst/>
              <a:rect l="0" t="0" r="r" b="b"/>
              <a:pathLst>
                <a:path w="1409" h="67">
                  <a:moveTo>
                    <a:pt x="1409" y="67"/>
                  </a:moveTo>
                  <a:lnTo>
                    <a:pt x="1409" y="35"/>
                  </a:lnTo>
                  <a:lnTo>
                    <a:pt x="1409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7"/>
                  </a:lnTo>
                  <a:lnTo>
                    <a:pt x="1409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35" name=""/>
            <p:cNvSpPr/>
            <p:nvPr/>
          </p:nvSpPr>
          <p:spPr>
            <a:xfrm rot="0">
              <a:off x="3942" y="3163"/>
              <a:ext cx="470" cy="22"/>
            </a:xfrm>
            <a:custGeom>
              <a:avLst/>
              <a:ahLst/>
              <a:rect l="0" t="0" r="r" b="b"/>
              <a:pathLst>
                <a:path w="1409" h="67">
                  <a:moveTo>
                    <a:pt x="1409" y="67"/>
                  </a:moveTo>
                  <a:lnTo>
                    <a:pt x="1409" y="35"/>
                  </a:lnTo>
                  <a:lnTo>
                    <a:pt x="1409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7"/>
                  </a:lnTo>
                  <a:lnTo>
                    <a:pt x="1409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36" name=""/>
            <p:cNvSpPr/>
            <p:nvPr/>
          </p:nvSpPr>
          <p:spPr>
            <a:xfrm rot="0">
              <a:off x="3931" y="3163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5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37" name=""/>
            <p:cNvSpPr/>
            <p:nvPr/>
          </p:nvSpPr>
          <p:spPr>
            <a:xfrm rot="0">
              <a:off x="3931" y="3163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38" name=""/>
            <p:cNvSpPr/>
            <p:nvPr/>
          </p:nvSpPr>
          <p:spPr>
            <a:xfrm rot="0">
              <a:off x="3931" y="3174"/>
              <a:ext cx="23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39" name=""/>
            <p:cNvSpPr/>
            <p:nvPr/>
          </p:nvSpPr>
          <p:spPr>
            <a:xfrm rot="0">
              <a:off x="3931" y="3174"/>
              <a:ext cx="23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40" name=""/>
            <p:cNvSpPr/>
            <p:nvPr/>
          </p:nvSpPr>
          <p:spPr>
            <a:xfrm rot="0">
              <a:off x="3931" y="2755"/>
              <a:ext cx="23" cy="419"/>
            </a:xfrm>
            <a:custGeom>
              <a:avLst/>
              <a:ahLst/>
              <a:rect l="0" t="0" r="r" b="b"/>
              <a:pathLst>
                <a:path w="67" h="1258">
                  <a:moveTo>
                    <a:pt x="0" y="1258"/>
                  </a:moveTo>
                  <a:lnTo>
                    <a:pt x="33" y="1258"/>
                  </a:lnTo>
                  <a:lnTo>
                    <a:pt x="67" y="125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41" name=""/>
            <p:cNvSpPr/>
            <p:nvPr/>
          </p:nvSpPr>
          <p:spPr>
            <a:xfrm rot="0">
              <a:off x="3931" y="2755"/>
              <a:ext cx="23" cy="419"/>
            </a:xfrm>
            <a:custGeom>
              <a:avLst/>
              <a:ahLst/>
              <a:rect l="0" t="0" r="r" b="b"/>
              <a:pathLst>
                <a:path w="67" h="1258">
                  <a:moveTo>
                    <a:pt x="0" y="1258"/>
                  </a:moveTo>
                  <a:lnTo>
                    <a:pt x="33" y="1258"/>
                  </a:lnTo>
                  <a:lnTo>
                    <a:pt x="67" y="125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42" name=""/>
            <p:cNvSpPr/>
            <p:nvPr/>
          </p:nvSpPr>
          <p:spPr>
            <a:xfrm rot="0">
              <a:off x="3931" y="2744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43" name=""/>
            <p:cNvSpPr/>
            <p:nvPr/>
          </p:nvSpPr>
          <p:spPr>
            <a:xfrm rot="0">
              <a:off x="3931" y="2744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44" name=""/>
            <p:cNvSpPr/>
            <p:nvPr/>
          </p:nvSpPr>
          <p:spPr>
            <a:xfrm rot="0">
              <a:off x="3931" y="274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45" name=""/>
            <p:cNvSpPr/>
            <p:nvPr/>
          </p:nvSpPr>
          <p:spPr>
            <a:xfrm rot="0">
              <a:off x="3931" y="274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46" name=""/>
            <p:cNvSpPr/>
            <p:nvPr/>
          </p:nvSpPr>
          <p:spPr>
            <a:xfrm rot="0">
              <a:off x="3942" y="2744"/>
              <a:ext cx="346" cy="22"/>
            </a:xfrm>
            <a:custGeom>
              <a:avLst/>
              <a:ahLst/>
              <a:rect l="0" t="0" r="r" b="b"/>
              <a:pathLst>
                <a:path w="103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38" y="67"/>
                  </a:lnTo>
                  <a:lnTo>
                    <a:pt x="1038" y="34"/>
                  </a:lnTo>
                  <a:lnTo>
                    <a:pt x="103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47" name=""/>
            <p:cNvSpPr/>
            <p:nvPr/>
          </p:nvSpPr>
          <p:spPr>
            <a:xfrm rot="0">
              <a:off x="3942" y="2744"/>
              <a:ext cx="346" cy="22"/>
            </a:xfrm>
            <a:custGeom>
              <a:avLst/>
              <a:ahLst/>
              <a:rect l="0" t="0" r="r" b="b"/>
              <a:pathLst>
                <a:path w="103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38" y="67"/>
                  </a:lnTo>
                  <a:lnTo>
                    <a:pt x="1038" y="34"/>
                  </a:lnTo>
                  <a:lnTo>
                    <a:pt x="103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48" name=""/>
            <p:cNvSpPr/>
            <p:nvPr/>
          </p:nvSpPr>
          <p:spPr>
            <a:xfrm rot="0">
              <a:off x="4288" y="2744"/>
              <a:ext cx="12" cy="22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49" name=""/>
            <p:cNvSpPr/>
            <p:nvPr/>
          </p:nvSpPr>
          <p:spPr>
            <a:xfrm rot="0">
              <a:off x="4288" y="2744"/>
              <a:ext cx="12" cy="22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50" name=""/>
            <p:cNvSpPr/>
            <p:nvPr/>
          </p:nvSpPr>
          <p:spPr>
            <a:xfrm rot="0">
              <a:off x="4401" y="303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51" name=""/>
            <p:cNvSpPr/>
            <p:nvPr/>
          </p:nvSpPr>
          <p:spPr>
            <a:xfrm rot="0">
              <a:off x="4401" y="303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52" name=""/>
            <p:cNvSpPr/>
            <p:nvPr/>
          </p:nvSpPr>
          <p:spPr>
            <a:xfrm rot="0">
              <a:off x="4401" y="3048"/>
              <a:ext cx="22" cy="126"/>
            </a:xfrm>
            <a:custGeom>
              <a:avLst/>
              <a:ahLst/>
              <a:rect l="0" t="0" r="r" b="b"/>
              <a:pathLst>
                <a:path w="67" h="37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78"/>
                  </a:lnTo>
                  <a:lnTo>
                    <a:pt x="33" y="378"/>
                  </a:lnTo>
                  <a:lnTo>
                    <a:pt x="67" y="378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53" name=""/>
            <p:cNvSpPr/>
            <p:nvPr/>
          </p:nvSpPr>
          <p:spPr>
            <a:xfrm rot="0">
              <a:off x="4401" y="3048"/>
              <a:ext cx="22" cy="126"/>
            </a:xfrm>
            <a:custGeom>
              <a:avLst/>
              <a:ahLst/>
              <a:rect l="0" t="0" r="r" b="b"/>
              <a:pathLst>
                <a:path w="67" h="37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78"/>
                  </a:lnTo>
                  <a:lnTo>
                    <a:pt x="33" y="378"/>
                  </a:lnTo>
                  <a:lnTo>
                    <a:pt x="67" y="378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54" name=""/>
            <p:cNvSpPr/>
            <p:nvPr/>
          </p:nvSpPr>
          <p:spPr>
            <a:xfrm rot="0">
              <a:off x="4401" y="3174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55" name=""/>
            <p:cNvSpPr/>
            <p:nvPr/>
          </p:nvSpPr>
          <p:spPr>
            <a:xfrm rot="0">
              <a:off x="4401" y="3174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56" name=""/>
            <p:cNvSpPr/>
            <p:nvPr/>
          </p:nvSpPr>
          <p:spPr>
            <a:xfrm rot="0">
              <a:off x="4059" y="303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57" name=""/>
            <p:cNvSpPr/>
            <p:nvPr/>
          </p:nvSpPr>
          <p:spPr>
            <a:xfrm rot="0">
              <a:off x="4059" y="303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58" name=""/>
            <p:cNvSpPr/>
            <p:nvPr/>
          </p:nvSpPr>
          <p:spPr>
            <a:xfrm rot="0">
              <a:off x="4070" y="3037"/>
              <a:ext cx="342" cy="22"/>
            </a:xfrm>
            <a:custGeom>
              <a:avLst/>
              <a:ahLst/>
              <a:rect l="0" t="0" r="r" b="b"/>
              <a:pathLst>
                <a:path w="102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25" y="67"/>
                  </a:lnTo>
                  <a:lnTo>
                    <a:pt x="1025" y="34"/>
                  </a:lnTo>
                  <a:lnTo>
                    <a:pt x="102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59" name=""/>
            <p:cNvSpPr/>
            <p:nvPr/>
          </p:nvSpPr>
          <p:spPr>
            <a:xfrm rot="0">
              <a:off x="4070" y="3037"/>
              <a:ext cx="342" cy="22"/>
            </a:xfrm>
            <a:custGeom>
              <a:avLst/>
              <a:ahLst/>
              <a:rect l="0" t="0" r="r" b="b"/>
              <a:pathLst>
                <a:path w="102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25" y="67"/>
                  </a:lnTo>
                  <a:lnTo>
                    <a:pt x="1025" y="34"/>
                  </a:lnTo>
                  <a:lnTo>
                    <a:pt x="102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60" name=""/>
            <p:cNvSpPr/>
            <p:nvPr/>
          </p:nvSpPr>
          <p:spPr>
            <a:xfrm rot="0">
              <a:off x="4412" y="303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61" name=""/>
            <p:cNvSpPr/>
            <p:nvPr/>
          </p:nvSpPr>
          <p:spPr>
            <a:xfrm rot="0">
              <a:off x="4412" y="303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62" name=""/>
            <p:cNvSpPr/>
            <p:nvPr/>
          </p:nvSpPr>
          <p:spPr>
            <a:xfrm rot="0">
              <a:off x="4059" y="3048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63" name=""/>
            <p:cNvSpPr/>
            <p:nvPr/>
          </p:nvSpPr>
          <p:spPr>
            <a:xfrm rot="0">
              <a:off x="4059" y="3048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64" name=""/>
            <p:cNvSpPr/>
            <p:nvPr/>
          </p:nvSpPr>
          <p:spPr>
            <a:xfrm rot="0">
              <a:off x="4059" y="2755"/>
              <a:ext cx="23" cy="293"/>
            </a:xfrm>
            <a:custGeom>
              <a:avLst/>
              <a:ahLst/>
              <a:rect l="0" t="0" r="r" b="b"/>
              <a:pathLst>
                <a:path w="67" h="880">
                  <a:moveTo>
                    <a:pt x="0" y="880"/>
                  </a:moveTo>
                  <a:lnTo>
                    <a:pt x="33" y="880"/>
                  </a:lnTo>
                  <a:lnTo>
                    <a:pt x="67" y="88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8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65" name=""/>
            <p:cNvSpPr/>
            <p:nvPr/>
          </p:nvSpPr>
          <p:spPr>
            <a:xfrm rot="0">
              <a:off x="4059" y="2755"/>
              <a:ext cx="23" cy="293"/>
            </a:xfrm>
            <a:custGeom>
              <a:avLst/>
              <a:ahLst/>
              <a:rect l="0" t="0" r="r" b="b"/>
              <a:pathLst>
                <a:path w="67" h="880">
                  <a:moveTo>
                    <a:pt x="0" y="880"/>
                  </a:moveTo>
                  <a:lnTo>
                    <a:pt x="33" y="880"/>
                  </a:lnTo>
                  <a:lnTo>
                    <a:pt x="67" y="88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8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66" name=""/>
            <p:cNvSpPr/>
            <p:nvPr/>
          </p:nvSpPr>
          <p:spPr>
            <a:xfrm rot="0">
              <a:off x="4059" y="2744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67" name=""/>
            <p:cNvSpPr/>
            <p:nvPr/>
          </p:nvSpPr>
          <p:spPr>
            <a:xfrm rot="0">
              <a:off x="4059" y="2744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68" name=""/>
            <p:cNvSpPr/>
            <p:nvPr/>
          </p:nvSpPr>
          <p:spPr>
            <a:xfrm rot="0">
              <a:off x="4278" y="304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2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69" name=""/>
            <p:cNvSpPr/>
            <p:nvPr/>
          </p:nvSpPr>
          <p:spPr>
            <a:xfrm rot="0">
              <a:off x="4278" y="304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70" name=""/>
            <p:cNvSpPr/>
            <p:nvPr/>
          </p:nvSpPr>
          <p:spPr>
            <a:xfrm rot="0">
              <a:off x="4278" y="2755"/>
              <a:ext cx="22" cy="293"/>
            </a:xfrm>
            <a:custGeom>
              <a:avLst/>
              <a:ahLst/>
              <a:rect l="0" t="0" r="r" b="b"/>
              <a:pathLst>
                <a:path w="67" h="880">
                  <a:moveTo>
                    <a:pt x="0" y="880"/>
                  </a:moveTo>
                  <a:lnTo>
                    <a:pt x="32" y="880"/>
                  </a:lnTo>
                  <a:lnTo>
                    <a:pt x="67" y="880"/>
                  </a:lnTo>
                  <a:lnTo>
                    <a:pt x="67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88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71" name=""/>
            <p:cNvSpPr/>
            <p:nvPr/>
          </p:nvSpPr>
          <p:spPr>
            <a:xfrm rot="0">
              <a:off x="4278" y="2755"/>
              <a:ext cx="22" cy="293"/>
            </a:xfrm>
            <a:custGeom>
              <a:avLst/>
              <a:ahLst/>
              <a:rect l="0" t="0" r="r" b="b"/>
              <a:pathLst>
                <a:path w="67" h="880">
                  <a:moveTo>
                    <a:pt x="0" y="880"/>
                  </a:moveTo>
                  <a:lnTo>
                    <a:pt x="32" y="880"/>
                  </a:lnTo>
                  <a:lnTo>
                    <a:pt x="67" y="880"/>
                  </a:lnTo>
                  <a:lnTo>
                    <a:pt x="67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88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72" name=""/>
            <p:cNvSpPr/>
            <p:nvPr/>
          </p:nvSpPr>
          <p:spPr>
            <a:xfrm rot="0">
              <a:off x="4278" y="274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73" name=""/>
            <p:cNvSpPr/>
            <p:nvPr/>
          </p:nvSpPr>
          <p:spPr>
            <a:xfrm rot="0">
              <a:off x="4278" y="274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74" name=""/>
            <p:cNvSpPr/>
            <p:nvPr/>
          </p:nvSpPr>
          <p:spPr>
            <a:xfrm rot="0">
              <a:off x="4132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75" name=""/>
            <p:cNvSpPr/>
            <p:nvPr/>
          </p:nvSpPr>
          <p:spPr>
            <a:xfrm rot="0">
              <a:off x="4132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76" name=""/>
            <p:cNvSpPr/>
            <p:nvPr/>
          </p:nvSpPr>
          <p:spPr>
            <a:xfrm rot="0">
              <a:off x="4143" y="2884"/>
              <a:ext cx="72" cy="23"/>
            </a:xfrm>
            <a:custGeom>
              <a:avLst/>
              <a:ahLst/>
              <a:rect l="0" t="0" r="r" b="b"/>
              <a:pathLst>
                <a:path w="217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17" y="67"/>
                  </a:lnTo>
                  <a:lnTo>
                    <a:pt x="217" y="34"/>
                  </a:lnTo>
                  <a:lnTo>
                    <a:pt x="21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77" name=""/>
            <p:cNvSpPr/>
            <p:nvPr/>
          </p:nvSpPr>
          <p:spPr>
            <a:xfrm rot="0">
              <a:off x="4143" y="2884"/>
              <a:ext cx="72" cy="23"/>
            </a:xfrm>
            <a:custGeom>
              <a:avLst/>
              <a:ahLst/>
              <a:rect l="0" t="0" r="r" b="b"/>
              <a:pathLst>
                <a:path w="217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17" y="67"/>
                  </a:lnTo>
                  <a:lnTo>
                    <a:pt x="217" y="34"/>
                  </a:lnTo>
                  <a:lnTo>
                    <a:pt x="21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78" name=""/>
            <p:cNvSpPr/>
            <p:nvPr/>
          </p:nvSpPr>
          <p:spPr>
            <a:xfrm rot="0">
              <a:off x="4215" y="2884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79" name=""/>
            <p:cNvSpPr/>
            <p:nvPr/>
          </p:nvSpPr>
          <p:spPr>
            <a:xfrm rot="0">
              <a:off x="4215" y="2884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80" name=""/>
            <p:cNvSpPr/>
            <p:nvPr/>
          </p:nvSpPr>
          <p:spPr>
            <a:xfrm rot="0">
              <a:off x="4132" y="2896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81" name=""/>
            <p:cNvSpPr/>
            <p:nvPr/>
          </p:nvSpPr>
          <p:spPr>
            <a:xfrm rot="0">
              <a:off x="4132" y="2896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82" name=""/>
            <p:cNvSpPr/>
            <p:nvPr/>
          </p:nvSpPr>
          <p:spPr>
            <a:xfrm rot="0">
              <a:off x="4132" y="2755"/>
              <a:ext cx="22" cy="141"/>
            </a:xfrm>
            <a:custGeom>
              <a:avLst/>
              <a:ahLst/>
              <a:rect l="0" t="0" r="r" b="b"/>
              <a:pathLst>
                <a:path w="67" h="422">
                  <a:moveTo>
                    <a:pt x="0" y="422"/>
                  </a:moveTo>
                  <a:lnTo>
                    <a:pt x="33" y="422"/>
                  </a:lnTo>
                  <a:lnTo>
                    <a:pt x="67" y="422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83" name=""/>
            <p:cNvSpPr/>
            <p:nvPr/>
          </p:nvSpPr>
          <p:spPr>
            <a:xfrm rot="0">
              <a:off x="4132" y="2755"/>
              <a:ext cx="22" cy="141"/>
            </a:xfrm>
            <a:custGeom>
              <a:avLst/>
              <a:ahLst/>
              <a:rect l="0" t="0" r="r" b="b"/>
              <a:pathLst>
                <a:path w="67" h="422">
                  <a:moveTo>
                    <a:pt x="0" y="422"/>
                  </a:moveTo>
                  <a:lnTo>
                    <a:pt x="33" y="422"/>
                  </a:lnTo>
                  <a:lnTo>
                    <a:pt x="67" y="422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84" name=""/>
            <p:cNvSpPr/>
            <p:nvPr/>
          </p:nvSpPr>
          <p:spPr>
            <a:xfrm rot="0">
              <a:off x="4132" y="274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85" name=""/>
            <p:cNvSpPr/>
            <p:nvPr/>
          </p:nvSpPr>
          <p:spPr>
            <a:xfrm rot="0">
              <a:off x="4132" y="274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86" name=""/>
            <p:cNvSpPr/>
            <p:nvPr/>
          </p:nvSpPr>
          <p:spPr>
            <a:xfrm rot="0">
              <a:off x="4204" y="289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87" name=""/>
            <p:cNvSpPr/>
            <p:nvPr/>
          </p:nvSpPr>
          <p:spPr>
            <a:xfrm rot="0">
              <a:off x="4204" y="289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88" name=""/>
            <p:cNvSpPr/>
            <p:nvPr/>
          </p:nvSpPr>
          <p:spPr>
            <a:xfrm rot="0">
              <a:off x="4204" y="2755"/>
              <a:ext cx="23" cy="141"/>
            </a:xfrm>
            <a:custGeom>
              <a:avLst/>
              <a:ahLst/>
              <a:rect l="0" t="0" r="r" b="b"/>
              <a:pathLst>
                <a:path w="67" h="422">
                  <a:moveTo>
                    <a:pt x="0" y="422"/>
                  </a:moveTo>
                  <a:lnTo>
                    <a:pt x="33" y="422"/>
                  </a:lnTo>
                  <a:lnTo>
                    <a:pt x="67" y="422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89" name=""/>
            <p:cNvSpPr/>
            <p:nvPr/>
          </p:nvSpPr>
          <p:spPr>
            <a:xfrm rot="0">
              <a:off x="4204" y="2755"/>
              <a:ext cx="23" cy="141"/>
            </a:xfrm>
            <a:custGeom>
              <a:avLst/>
              <a:ahLst/>
              <a:rect l="0" t="0" r="r" b="b"/>
              <a:pathLst>
                <a:path w="67" h="422">
                  <a:moveTo>
                    <a:pt x="0" y="422"/>
                  </a:moveTo>
                  <a:lnTo>
                    <a:pt x="33" y="422"/>
                  </a:lnTo>
                  <a:lnTo>
                    <a:pt x="67" y="422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90" name=""/>
            <p:cNvSpPr/>
            <p:nvPr/>
          </p:nvSpPr>
          <p:spPr>
            <a:xfrm rot="0">
              <a:off x="4204" y="2744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5091" name=""/>
            <p:cNvSpPr/>
            <p:nvPr/>
          </p:nvSpPr>
          <p:spPr>
            <a:xfrm rot="0">
              <a:off x="4204" y="2744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92" name=""/>
            <p:cNvSpPr/>
            <p:nvPr/>
          </p:nvSpPr>
          <p:spPr>
            <a:xfrm rot="0">
              <a:off x="4143" y="2884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093" name=""/>
            <p:cNvSpPr/>
            <p:nvPr/>
          </p:nvSpPr>
          <p:spPr>
            <a:xfrm rot="0">
              <a:off x="4143" y="2884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94" name=""/>
            <p:cNvSpPr/>
            <p:nvPr/>
          </p:nvSpPr>
          <p:spPr>
            <a:xfrm rot="0">
              <a:off x="4087" y="2884"/>
              <a:ext cx="56" cy="23"/>
            </a:xfrm>
            <a:custGeom>
              <a:avLst/>
              <a:ahLst/>
              <a:rect l="0" t="0" r="r" b="b"/>
              <a:pathLst>
                <a:path w="167" h="67">
                  <a:moveTo>
                    <a:pt x="167" y="67"/>
                  </a:moveTo>
                  <a:lnTo>
                    <a:pt x="167" y="34"/>
                  </a:lnTo>
                  <a:lnTo>
                    <a:pt x="16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67" y="6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095" name=""/>
            <p:cNvSpPr/>
            <p:nvPr/>
          </p:nvSpPr>
          <p:spPr>
            <a:xfrm rot="0">
              <a:off x="4087" y="2884"/>
              <a:ext cx="56" cy="23"/>
            </a:xfrm>
            <a:custGeom>
              <a:avLst/>
              <a:ahLst/>
              <a:rect l="0" t="0" r="r" b="b"/>
              <a:pathLst>
                <a:path w="167" h="67">
                  <a:moveTo>
                    <a:pt x="167" y="67"/>
                  </a:moveTo>
                  <a:lnTo>
                    <a:pt x="167" y="34"/>
                  </a:lnTo>
                  <a:lnTo>
                    <a:pt x="16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67" y="6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96" name=""/>
            <p:cNvSpPr/>
            <p:nvPr/>
          </p:nvSpPr>
          <p:spPr>
            <a:xfrm rot="0">
              <a:off x="4076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097" name=""/>
            <p:cNvSpPr/>
            <p:nvPr/>
          </p:nvSpPr>
          <p:spPr>
            <a:xfrm rot="0">
              <a:off x="4076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098" name=""/>
            <p:cNvSpPr/>
            <p:nvPr/>
          </p:nvSpPr>
          <p:spPr>
            <a:xfrm rot="0">
              <a:off x="4065" y="2884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099" name=""/>
            <p:cNvSpPr/>
            <p:nvPr/>
          </p:nvSpPr>
          <p:spPr>
            <a:xfrm rot="0">
              <a:off x="4065" y="2884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00" name=""/>
            <p:cNvSpPr/>
            <p:nvPr/>
          </p:nvSpPr>
          <p:spPr>
            <a:xfrm rot="0">
              <a:off x="4020" y="2884"/>
              <a:ext cx="45" cy="23"/>
            </a:xfrm>
            <a:custGeom>
              <a:avLst/>
              <a:ahLst/>
              <a:rect l="0" t="0" r="r" b="b"/>
              <a:pathLst>
                <a:path w="134" h="67">
                  <a:moveTo>
                    <a:pt x="134" y="67"/>
                  </a:moveTo>
                  <a:lnTo>
                    <a:pt x="134" y="34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34" y="6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101" name=""/>
            <p:cNvSpPr/>
            <p:nvPr/>
          </p:nvSpPr>
          <p:spPr>
            <a:xfrm rot="0">
              <a:off x="4020" y="2884"/>
              <a:ext cx="45" cy="23"/>
            </a:xfrm>
            <a:custGeom>
              <a:avLst/>
              <a:ahLst/>
              <a:rect l="0" t="0" r="r" b="b"/>
              <a:pathLst>
                <a:path w="134" h="67">
                  <a:moveTo>
                    <a:pt x="134" y="67"/>
                  </a:moveTo>
                  <a:lnTo>
                    <a:pt x="134" y="34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34" y="6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02" name=""/>
            <p:cNvSpPr/>
            <p:nvPr/>
          </p:nvSpPr>
          <p:spPr>
            <a:xfrm rot="0">
              <a:off x="4009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103" name=""/>
            <p:cNvSpPr/>
            <p:nvPr/>
          </p:nvSpPr>
          <p:spPr>
            <a:xfrm rot="0">
              <a:off x="4009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04" name=""/>
            <p:cNvSpPr/>
            <p:nvPr/>
          </p:nvSpPr>
          <p:spPr>
            <a:xfrm rot="0">
              <a:off x="3998" y="2884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105" name=""/>
            <p:cNvSpPr/>
            <p:nvPr/>
          </p:nvSpPr>
          <p:spPr>
            <a:xfrm rot="0">
              <a:off x="3998" y="2884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06" name=""/>
            <p:cNvSpPr/>
            <p:nvPr/>
          </p:nvSpPr>
          <p:spPr>
            <a:xfrm rot="0">
              <a:off x="3942" y="2884"/>
              <a:ext cx="56" cy="23"/>
            </a:xfrm>
            <a:custGeom>
              <a:avLst/>
              <a:ahLst/>
              <a:rect l="0" t="0" r="r" b="b"/>
              <a:pathLst>
                <a:path w="167" h="67">
                  <a:moveTo>
                    <a:pt x="167" y="67"/>
                  </a:moveTo>
                  <a:lnTo>
                    <a:pt x="167" y="34"/>
                  </a:lnTo>
                  <a:lnTo>
                    <a:pt x="16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67" y="6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107" name=""/>
            <p:cNvSpPr/>
            <p:nvPr/>
          </p:nvSpPr>
          <p:spPr>
            <a:xfrm rot="0">
              <a:off x="3942" y="2884"/>
              <a:ext cx="56" cy="23"/>
            </a:xfrm>
            <a:custGeom>
              <a:avLst/>
              <a:ahLst/>
              <a:rect l="0" t="0" r="r" b="b"/>
              <a:pathLst>
                <a:path w="167" h="67">
                  <a:moveTo>
                    <a:pt x="167" y="67"/>
                  </a:moveTo>
                  <a:lnTo>
                    <a:pt x="167" y="34"/>
                  </a:lnTo>
                  <a:lnTo>
                    <a:pt x="16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67" y="6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08" name=""/>
            <p:cNvSpPr/>
            <p:nvPr/>
          </p:nvSpPr>
          <p:spPr>
            <a:xfrm rot="0">
              <a:off x="3931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55109" name=""/>
            <p:cNvSpPr/>
            <p:nvPr/>
          </p:nvSpPr>
          <p:spPr>
            <a:xfrm rot="0">
              <a:off x="3931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0" name=""/>
            <p:cNvSpPr/>
            <p:nvPr/>
          </p:nvSpPr>
          <p:spPr>
            <a:xfrm rot="0">
              <a:off x="3085" y="2900"/>
              <a:ext cx="26" cy="35"/>
            </a:xfrm>
            <a:custGeom>
              <a:avLst/>
              <a:ahLst/>
              <a:rect l="0" t="0" r="r" b="b"/>
              <a:pathLst>
                <a:path w="78" h="105">
                  <a:moveTo>
                    <a:pt x="71" y="105"/>
                  </a:moveTo>
                  <a:lnTo>
                    <a:pt x="57" y="84"/>
                  </a:lnTo>
                  <a:lnTo>
                    <a:pt x="78" y="0"/>
                  </a:lnTo>
                  <a:lnTo>
                    <a:pt x="44" y="0"/>
                  </a:lnTo>
                  <a:lnTo>
                    <a:pt x="26" y="4"/>
                  </a:lnTo>
                  <a:lnTo>
                    <a:pt x="17" y="13"/>
                  </a:lnTo>
                  <a:lnTo>
                    <a:pt x="13" y="23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3" y="101"/>
                  </a:lnTo>
                  <a:lnTo>
                    <a:pt x="13" y="105"/>
                  </a:lnTo>
                  <a:lnTo>
                    <a:pt x="26" y="105"/>
                  </a:lnTo>
                  <a:lnTo>
                    <a:pt x="39" y="101"/>
                  </a:lnTo>
                  <a:lnTo>
                    <a:pt x="48" y="98"/>
                  </a:lnTo>
                  <a:lnTo>
                    <a:pt x="57" y="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1" name=""/>
            <p:cNvSpPr/>
            <p:nvPr/>
          </p:nvSpPr>
          <p:spPr>
            <a:xfrm rot="0" flipV="1">
              <a:off x="3134" y="2882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2" name=""/>
            <p:cNvSpPr/>
            <p:nvPr/>
          </p:nvSpPr>
          <p:spPr>
            <a:xfrm rot="0">
              <a:off x="3455" y="2876"/>
              <a:ext cx="31" cy="54"/>
            </a:xfrm>
            <a:custGeom>
              <a:avLst/>
              <a:ahLst/>
              <a:rect l="0" t="0" r="r" b="b"/>
              <a:pathLst>
                <a:path w="92" h="160">
                  <a:moveTo>
                    <a:pt x="43" y="0"/>
                  </a:moveTo>
                  <a:lnTo>
                    <a:pt x="0" y="160"/>
                  </a:lnTo>
                  <a:lnTo>
                    <a:pt x="39" y="160"/>
                  </a:lnTo>
                  <a:lnTo>
                    <a:pt x="57" y="156"/>
                  </a:lnTo>
                  <a:lnTo>
                    <a:pt x="71" y="146"/>
                  </a:lnTo>
                  <a:lnTo>
                    <a:pt x="78" y="133"/>
                  </a:lnTo>
                  <a:lnTo>
                    <a:pt x="92" y="85"/>
                  </a:lnTo>
                  <a:lnTo>
                    <a:pt x="92" y="71"/>
                  </a:lnTo>
                  <a:lnTo>
                    <a:pt x="88" y="58"/>
                  </a:lnTo>
                  <a:lnTo>
                    <a:pt x="75" y="53"/>
                  </a:lnTo>
                  <a:lnTo>
                    <a:pt x="3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3" name=""/>
            <p:cNvSpPr/>
            <p:nvPr/>
          </p:nvSpPr>
          <p:spPr>
            <a:xfrm rot="0" flipV="1">
              <a:off x="3508" y="2876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4" name=""/>
            <p:cNvSpPr/>
            <p:nvPr/>
          </p:nvSpPr>
          <p:spPr>
            <a:xfrm rot="0">
              <a:off x="3382" y="2694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75" y="0"/>
                  </a:moveTo>
                  <a:lnTo>
                    <a:pt x="49" y="0"/>
                  </a:lnTo>
                  <a:lnTo>
                    <a:pt x="36" y="4"/>
                  </a:lnTo>
                  <a:lnTo>
                    <a:pt x="23" y="13"/>
                  </a:lnTo>
                  <a:lnTo>
                    <a:pt x="13" y="27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98"/>
                  </a:lnTo>
                  <a:lnTo>
                    <a:pt x="13" y="106"/>
                  </a:lnTo>
                  <a:lnTo>
                    <a:pt x="44" y="10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5" name=""/>
            <p:cNvSpPr/>
            <p:nvPr/>
          </p:nvSpPr>
          <p:spPr>
            <a:xfrm rot="0" flipV="1">
              <a:off x="3426" y="2677"/>
              <a:ext cx="6" cy="1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6" name=""/>
            <p:cNvSpPr/>
            <p:nvPr/>
          </p:nvSpPr>
          <p:spPr>
            <a:xfrm rot="0">
              <a:off x="3112" y="3641"/>
              <a:ext cx="26" cy="35"/>
            </a:xfrm>
            <a:custGeom>
              <a:avLst/>
              <a:ahLst/>
              <a:rect l="0" t="0" r="r" b="b"/>
              <a:pathLst>
                <a:path w="79" h="105">
                  <a:moveTo>
                    <a:pt x="70" y="105"/>
                  </a:moveTo>
                  <a:lnTo>
                    <a:pt x="57" y="84"/>
                  </a:lnTo>
                  <a:lnTo>
                    <a:pt x="79" y="0"/>
                  </a:lnTo>
                  <a:lnTo>
                    <a:pt x="43" y="0"/>
                  </a:lnTo>
                  <a:lnTo>
                    <a:pt x="26" y="4"/>
                  </a:lnTo>
                  <a:lnTo>
                    <a:pt x="17" y="13"/>
                  </a:lnTo>
                  <a:lnTo>
                    <a:pt x="13" y="23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101"/>
                  </a:lnTo>
                  <a:lnTo>
                    <a:pt x="13" y="105"/>
                  </a:lnTo>
                  <a:lnTo>
                    <a:pt x="26" y="105"/>
                  </a:lnTo>
                  <a:lnTo>
                    <a:pt x="39" y="101"/>
                  </a:lnTo>
                  <a:lnTo>
                    <a:pt x="49" y="98"/>
                  </a:lnTo>
                  <a:lnTo>
                    <a:pt x="57" y="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7" name=""/>
            <p:cNvSpPr/>
            <p:nvPr/>
          </p:nvSpPr>
          <p:spPr>
            <a:xfrm rot="0">
              <a:off x="3459" y="3614"/>
              <a:ext cx="25" cy="35"/>
            </a:xfrm>
            <a:custGeom>
              <a:avLst/>
              <a:ahLst/>
              <a:rect l="0" t="0" r="r" b="b"/>
              <a:pathLst>
                <a:path w="75" h="105">
                  <a:moveTo>
                    <a:pt x="75" y="0"/>
                  </a:moveTo>
                  <a:lnTo>
                    <a:pt x="47" y="0"/>
                  </a:lnTo>
                  <a:lnTo>
                    <a:pt x="34" y="4"/>
                  </a:lnTo>
                  <a:lnTo>
                    <a:pt x="21" y="13"/>
                  </a:lnTo>
                  <a:lnTo>
                    <a:pt x="13" y="26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4" y="97"/>
                  </a:lnTo>
                  <a:lnTo>
                    <a:pt x="13" y="105"/>
                  </a:lnTo>
                  <a:lnTo>
                    <a:pt x="43" y="10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8" name=""/>
            <p:cNvSpPr/>
            <p:nvPr/>
          </p:nvSpPr>
          <p:spPr>
            <a:xfrm rot="0">
              <a:off x="3496" y="3594"/>
              <a:ext cx="16" cy="62"/>
            </a:xfrm>
            <a:custGeom>
              <a:avLst/>
              <a:ahLst/>
              <a:rect l="0" t="0" r="r" b="b"/>
              <a:pathLst>
                <a:path w="49" h="186">
                  <a:moveTo>
                    <a:pt x="5" y="186"/>
                  </a:moveTo>
                  <a:lnTo>
                    <a:pt x="0" y="167"/>
                  </a:lnTo>
                  <a:lnTo>
                    <a:pt x="0" y="146"/>
                  </a:lnTo>
                  <a:lnTo>
                    <a:pt x="5" y="105"/>
                  </a:lnTo>
                  <a:lnTo>
                    <a:pt x="18" y="62"/>
                  </a:lnTo>
                  <a:lnTo>
                    <a:pt x="35" y="2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19" name=""/>
            <p:cNvSpPr/>
            <p:nvPr/>
          </p:nvSpPr>
          <p:spPr>
            <a:xfrm rot="0">
              <a:off x="3521" y="3597"/>
              <a:ext cx="31" cy="52"/>
            </a:xfrm>
            <a:custGeom>
              <a:avLst/>
              <a:ahLst/>
              <a:rect l="0" t="0" r="r" b="b"/>
              <a:pathLst>
                <a:path w="93" h="158">
                  <a:moveTo>
                    <a:pt x="45" y="0"/>
                  </a:moveTo>
                  <a:lnTo>
                    <a:pt x="0" y="158"/>
                  </a:lnTo>
                  <a:lnTo>
                    <a:pt x="39" y="158"/>
                  </a:lnTo>
                  <a:lnTo>
                    <a:pt x="58" y="154"/>
                  </a:lnTo>
                  <a:lnTo>
                    <a:pt x="71" y="145"/>
                  </a:lnTo>
                  <a:lnTo>
                    <a:pt x="80" y="132"/>
                  </a:lnTo>
                  <a:lnTo>
                    <a:pt x="93" y="83"/>
                  </a:lnTo>
                  <a:lnTo>
                    <a:pt x="93" y="70"/>
                  </a:lnTo>
                  <a:lnTo>
                    <a:pt x="88" y="57"/>
                  </a:lnTo>
                  <a:lnTo>
                    <a:pt x="75" y="53"/>
                  </a:lnTo>
                  <a:lnTo>
                    <a:pt x="31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0" name=""/>
            <p:cNvSpPr/>
            <p:nvPr/>
          </p:nvSpPr>
          <p:spPr>
            <a:xfrm rot="0">
              <a:off x="3560" y="3594"/>
              <a:ext cx="19" cy="62"/>
            </a:xfrm>
            <a:custGeom>
              <a:avLst/>
              <a:ahLst/>
              <a:rect l="0" t="0" r="r" b="b"/>
              <a:pathLst>
                <a:path w="57" h="186">
                  <a:moveTo>
                    <a:pt x="0" y="186"/>
                  </a:moveTo>
                  <a:lnTo>
                    <a:pt x="14" y="167"/>
                  </a:lnTo>
                  <a:lnTo>
                    <a:pt x="36" y="124"/>
                  </a:lnTo>
                  <a:lnTo>
                    <a:pt x="49" y="84"/>
                  </a:lnTo>
                  <a:lnTo>
                    <a:pt x="57" y="40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1" name=""/>
            <p:cNvSpPr/>
            <p:nvPr/>
          </p:nvSpPr>
          <p:spPr>
            <a:xfrm rot="0">
              <a:off x="4116" y="2938"/>
              <a:ext cx="27" cy="35"/>
            </a:xfrm>
            <a:custGeom>
              <a:avLst/>
              <a:ahLst/>
              <a:rect l="0" t="0" r="r" b="b"/>
              <a:pathLst>
                <a:path w="79" h="106">
                  <a:moveTo>
                    <a:pt x="71" y="106"/>
                  </a:moveTo>
                  <a:lnTo>
                    <a:pt x="58" y="84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26" y="5"/>
                  </a:lnTo>
                  <a:lnTo>
                    <a:pt x="18" y="13"/>
                  </a:lnTo>
                  <a:lnTo>
                    <a:pt x="13" y="22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5" y="101"/>
                  </a:lnTo>
                  <a:lnTo>
                    <a:pt x="13" y="106"/>
                  </a:lnTo>
                  <a:lnTo>
                    <a:pt x="26" y="106"/>
                  </a:lnTo>
                  <a:lnTo>
                    <a:pt x="39" y="101"/>
                  </a:lnTo>
                  <a:lnTo>
                    <a:pt x="48" y="97"/>
                  </a:lnTo>
                  <a:lnTo>
                    <a:pt x="58" y="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2" name=""/>
            <p:cNvSpPr/>
            <p:nvPr/>
          </p:nvSpPr>
          <p:spPr>
            <a:xfrm rot="0" flipV="1">
              <a:off x="4166" y="2920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3" name=""/>
            <p:cNvSpPr/>
            <p:nvPr/>
          </p:nvSpPr>
          <p:spPr>
            <a:xfrm rot="0" flipH="1">
              <a:off x="4181" y="2920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4" name=""/>
            <p:cNvSpPr/>
            <p:nvPr/>
          </p:nvSpPr>
          <p:spPr>
            <a:xfrm rot="0">
              <a:off x="4223" y="2907"/>
              <a:ext cx="30" cy="53"/>
            </a:xfrm>
            <a:custGeom>
              <a:avLst/>
              <a:ahLst/>
              <a:rect l="0" t="0" r="r" b="b"/>
              <a:pathLst>
                <a:path w="92" h="157">
                  <a:moveTo>
                    <a:pt x="44" y="0"/>
                  </a:moveTo>
                  <a:lnTo>
                    <a:pt x="0" y="157"/>
                  </a:lnTo>
                  <a:lnTo>
                    <a:pt x="40" y="157"/>
                  </a:lnTo>
                  <a:lnTo>
                    <a:pt x="57" y="153"/>
                  </a:lnTo>
                  <a:lnTo>
                    <a:pt x="70" y="144"/>
                  </a:lnTo>
                  <a:lnTo>
                    <a:pt x="79" y="131"/>
                  </a:lnTo>
                  <a:lnTo>
                    <a:pt x="92" y="82"/>
                  </a:lnTo>
                  <a:lnTo>
                    <a:pt x="92" y="69"/>
                  </a:lnTo>
                  <a:lnTo>
                    <a:pt x="87" y="56"/>
                  </a:lnTo>
                  <a:lnTo>
                    <a:pt x="74" y="52"/>
                  </a:lnTo>
                  <a:lnTo>
                    <a:pt x="3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5" name=""/>
            <p:cNvSpPr/>
            <p:nvPr/>
          </p:nvSpPr>
          <p:spPr>
            <a:xfrm rot="0" flipV="1">
              <a:off x="4275" y="290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6" name=""/>
            <p:cNvSpPr/>
            <p:nvPr/>
          </p:nvSpPr>
          <p:spPr>
            <a:xfrm rot="0" flipH="1">
              <a:off x="4290" y="290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7" name=""/>
            <p:cNvSpPr/>
            <p:nvPr/>
          </p:nvSpPr>
          <p:spPr>
            <a:xfrm rot="0">
              <a:off x="4199" y="2688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75" y="0"/>
                  </a:moveTo>
                  <a:lnTo>
                    <a:pt x="49" y="0"/>
                  </a:lnTo>
                  <a:lnTo>
                    <a:pt x="35" y="5"/>
                  </a:lnTo>
                  <a:lnTo>
                    <a:pt x="22" y="13"/>
                  </a:lnTo>
                  <a:lnTo>
                    <a:pt x="14" y="26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5" y="97"/>
                  </a:lnTo>
                  <a:lnTo>
                    <a:pt x="14" y="106"/>
                  </a:lnTo>
                  <a:lnTo>
                    <a:pt x="45" y="10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8" name=""/>
            <p:cNvSpPr/>
            <p:nvPr/>
          </p:nvSpPr>
          <p:spPr>
            <a:xfrm rot="0" flipV="1">
              <a:off x="4243" y="2670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29" name=""/>
            <p:cNvSpPr/>
            <p:nvPr/>
          </p:nvSpPr>
          <p:spPr>
            <a:xfrm rot="0" flipH="1">
              <a:off x="4257" y="2670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0" name=""/>
            <p:cNvSpPr/>
            <p:nvPr/>
          </p:nvSpPr>
          <p:spPr>
            <a:xfrm rot="0">
              <a:off x="4095" y="3722"/>
              <a:ext cx="6" cy="69"/>
            </a:xfrm>
            <a:custGeom>
              <a:avLst/>
              <a:ahLst/>
              <a:rect l="0" t="0" r="r" b="b"/>
              <a:pathLst>
                <a:path w="19" h="205">
                  <a:moveTo>
                    <a:pt x="19" y="0"/>
                  </a:moveTo>
                  <a:lnTo>
                    <a:pt x="19" y="205"/>
                  </a:lnTo>
                  <a:lnTo>
                    <a:pt x="0" y="1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1" name=""/>
            <p:cNvSpPr/>
            <p:nvPr/>
          </p:nvSpPr>
          <p:spPr>
            <a:xfrm rot="0" flipV="1">
              <a:off x="4079" y="3749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2" name=""/>
            <p:cNvSpPr/>
            <p:nvPr/>
          </p:nvSpPr>
          <p:spPr>
            <a:xfrm rot="0">
              <a:off x="4077" y="3746"/>
              <a:ext cx="20" cy="40"/>
            </a:xfrm>
            <a:custGeom>
              <a:avLst/>
              <a:ahLst/>
              <a:rect l="0" t="0" r="r" b="b"/>
              <a:pathLst>
                <a:path w="61" h="120">
                  <a:moveTo>
                    <a:pt x="61" y="0"/>
                  </a:moveTo>
                  <a:lnTo>
                    <a:pt x="45" y="56"/>
                  </a:lnTo>
                  <a:lnTo>
                    <a:pt x="24" y="91"/>
                  </a:lnTo>
                  <a:lnTo>
                    <a:pt x="0" y="1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3" name=""/>
            <p:cNvSpPr/>
            <p:nvPr/>
          </p:nvSpPr>
          <p:spPr>
            <a:xfrm rot="0">
              <a:off x="4101" y="3746"/>
              <a:ext cx="22" cy="34"/>
            </a:xfrm>
            <a:custGeom>
              <a:avLst/>
              <a:ahLst/>
              <a:rect l="0" t="0" r="r" b="b"/>
              <a:pathLst>
                <a:path w="65" h="101">
                  <a:moveTo>
                    <a:pt x="0" y="0"/>
                  </a:moveTo>
                  <a:lnTo>
                    <a:pt x="44" y="101"/>
                  </a:lnTo>
                  <a:lnTo>
                    <a:pt x="65" y="9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4" name=""/>
            <p:cNvSpPr/>
            <p:nvPr/>
          </p:nvSpPr>
          <p:spPr>
            <a:xfrm rot="0" flipH="1">
              <a:off x="4105" y="3738"/>
              <a:ext cx="11" cy="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5" name=""/>
            <p:cNvSpPr/>
            <p:nvPr/>
          </p:nvSpPr>
          <p:spPr>
            <a:xfrm rot="0" flipV="1">
              <a:off x="4136" y="3725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6" name=""/>
            <p:cNvSpPr/>
            <p:nvPr/>
          </p:nvSpPr>
          <p:spPr>
            <a:xfrm rot="0" flipH="1">
              <a:off x="4130" y="3752"/>
              <a:ext cx="43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7" name=""/>
            <p:cNvSpPr/>
            <p:nvPr/>
          </p:nvSpPr>
          <p:spPr>
            <a:xfrm rot="0">
              <a:off x="4140" y="3736"/>
              <a:ext cx="4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8" name=""/>
            <p:cNvSpPr/>
            <p:nvPr/>
          </p:nvSpPr>
          <p:spPr>
            <a:xfrm rot="0" flipV="1">
              <a:off x="4159" y="3733"/>
              <a:ext cx="6" cy="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39" name=""/>
            <p:cNvSpPr/>
            <p:nvPr/>
          </p:nvSpPr>
          <p:spPr>
            <a:xfrm rot="0">
              <a:off x="4152" y="3727"/>
              <a:ext cx="1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0" name=""/>
            <p:cNvSpPr/>
            <p:nvPr/>
          </p:nvSpPr>
          <p:spPr>
            <a:xfrm rot="0" flipH="1">
              <a:off x="4182" y="3760"/>
              <a:ext cx="14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1" name=""/>
            <p:cNvSpPr/>
            <p:nvPr/>
          </p:nvSpPr>
          <p:spPr>
            <a:xfrm rot="0" flipH="1">
              <a:off x="4183" y="3738"/>
              <a:ext cx="12" cy="2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2" name=""/>
            <p:cNvSpPr/>
            <p:nvPr/>
          </p:nvSpPr>
          <p:spPr>
            <a:xfrm rot="0" flipV="1">
              <a:off x="4180" y="3745"/>
              <a:ext cx="12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3" name=""/>
            <p:cNvSpPr/>
            <p:nvPr/>
          </p:nvSpPr>
          <p:spPr>
            <a:xfrm rot="0" flipV="1">
              <a:off x="4182" y="3771"/>
              <a:ext cx="15" cy="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4" name=""/>
            <p:cNvSpPr/>
            <p:nvPr/>
          </p:nvSpPr>
          <p:spPr>
            <a:xfrm rot="0" flipH="1">
              <a:off x="4182" y="3725"/>
              <a:ext cx="9" cy="2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5" name=""/>
            <p:cNvSpPr/>
            <p:nvPr/>
          </p:nvSpPr>
          <p:spPr>
            <a:xfrm rot="0" flipV="1">
              <a:off x="4200" y="3738"/>
              <a:ext cx="17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6" name=""/>
            <p:cNvSpPr/>
            <p:nvPr/>
          </p:nvSpPr>
          <p:spPr>
            <a:xfrm rot="0" flipV="1">
              <a:off x="4199" y="3751"/>
              <a:ext cx="19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7" name=""/>
            <p:cNvSpPr/>
            <p:nvPr/>
          </p:nvSpPr>
          <p:spPr>
            <a:xfrm rot="0">
              <a:off x="4212" y="3773"/>
              <a:ext cx="11" cy="16"/>
            </a:xfrm>
            <a:custGeom>
              <a:avLst/>
              <a:ahLst/>
              <a:rect l="0" t="0" r="r" b="b"/>
              <a:pathLst>
                <a:path w="33" h="48">
                  <a:moveTo>
                    <a:pt x="0" y="3"/>
                  </a:moveTo>
                  <a:lnTo>
                    <a:pt x="33" y="48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8" name=""/>
            <p:cNvSpPr/>
            <p:nvPr/>
          </p:nvSpPr>
          <p:spPr>
            <a:xfrm rot="0">
              <a:off x="4211" y="3726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49" name=""/>
            <p:cNvSpPr/>
            <p:nvPr/>
          </p:nvSpPr>
          <p:spPr>
            <a:xfrm rot="0">
              <a:off x="4204" y="3722"/>
              <a:ext cx="8" cy="52"/>
            </a:xfrm>
            <a:custGeom>
              <a:avLst/>
              <a:ahLst/>
              <a:rect l="0" t="0" r="r" b="b"/>
              <a:pathLst>
                <a:path w="24" h="156">
                  <a:moveTo>
                    <a:pt x="0" y="0"/>
                  </a:moveTo>
                  <a:lnTo>
                    <a:pt x="7" y="107"/>
                  </a:lnTo>
                  <a:lnTo>
                    <a:pt x="24" y="1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0" name=""/>
            <p:cNvSpPr/>
            <p:nvPr/>
          </p:nvSpPr>
          <p:spPr>
            <a:xfrm rot="0">
              <a:off x="4196" y="3758"/>
              <a:ext cx="21" cy="27"/>
            </a:xfrm>
            <a:custGeom>
              <a:avLst/>
              <a:ahLst/>
              <a:rect l="0" t="0" r="r" b="b"/>
              <a:pathLst>
                <a:path w="64" h="82">
                  <a:moveTo>
                    <a:pt x="64" y="0"/>
                  </a:moveTo>
                  <a:lnTo>
                    <a:pt x="43" y="35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1" name=""/>
            <p:cNvSpPr/>
            <p:nvPr/>
          </p:nvSpPr>
          <p:spPr>
            <a:xfrm rot="0" flipV="1">
              <a:off x="4103" y="3918"/>
              <a:ext cx="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2" name=""/>
            <p:cNvSpPr/>
            <p:nvPr/>
          </p:nvSpPr>
          <p:spPr>
            <a:xfrm rot="0" flipV="1">
              <a:off x="4103" y="3938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3" name=""/>
            <p:cNvSpPr/>
            <p:nvPr/>
          </p:nvSpPr>
          <p:spPr>
            <a:xfrm rot="0" flipH="1">
              <a:off x="4117" y="3916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4" name=""/>
            <p:cNvSpPr/>
            <p:nvPr/>
          </p:nvSpPr>
          <p:spPr>
            <a:xfrm rot="0">
              <a:off x="4103" y="3916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5" name=""/>
            <p:cNvSpPr/>
            <p:nvPr/>
          </p:nvSpPr>
          <p:spPr>
            <a:xfrm rot="0" flipV="1">
              <a:off x="4105" y="3884"/>
              <a:ext cx="1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6" name=""/>
            <p:cNvSpPr/>
            <p:nvPr/>
          </p:nvSpPr>
          <p:spPr>
            <a:xfrm rot="0">
              <a:off x="4116" y="3882"/>
              <a:ext cx="7" cy="27"/>
            </a:xfrm>
            <a:custGeom>
              <a:avLst/>
              <a:ahLst/>
              <a:rect l="0" t="0" r="r" b="b"/>
              <a:pathLst>
                <a:path w="21" h="81">
                  <a:moveTo>
                    <a:pt x="0" y="0"/>
                  </a:moveTo>
                  <a:lnTo>
                    <a:pt x="0" y="69"/>
                  </a:lnTo>
                  <a:lnTo>
                    <a:pt x="7" y="81"/>
                  </a:lnTo>
                  <a:lnTo>
                    <a:pt x="21" y="8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7" name=""/>
            <p:cNvSpPr/>
            <p:nvPr/>
          </p:nvSpPr>
          <p:spPr>
            <a:xfrm rot="0">
              <a:off x="4100" y="3881"/>
              <a:ext cx="5" cy="33"/>
            </a:xfrm>
            <a:custGeom>
              <a:avLst/>
              <a:ahLst/>
              <a:rect l="0" t="0" r="r" b="b"/>
              <a:pathLst>
                <a:path w="16" h="99">
                  <a:moveTo>
                    <a:pt x="16" y="0"/>
                  </a:moveTo>
                  <a:lnTo>
                    <a:pt x="13" y="51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8" name=""/>
            <p:cNvSpPr/>
            <p:nvPr/>
          </p:nvSpPr>
          <p:spPr>
            <a:xfrm rot="0">
              <a:off x="4079" y="3878"/>
              <a:ext cx="14" cy="34"/>
            </a:xfrm>
            <a:custGeom>
              <a:avLst/>
              <a:ahLst/>
              <a:rect l="0" t="0" r="r" b="b"/>
              <a:pathLst>
                <a:path w="42" h="102">
                  <a:moveTo>
                    <a:pt x="42" y="0"/>
                  </a:moveTo>
                  <a:lnTo>
                    <a:pt x="27" y="47"/>
                  </a:lnTo>
                  <a:lnTo>
                    <a:pt x="0" y="10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59" name=""/>
            <p:cNvSpPr/>
            <p:nvPr/>
          </p:nvSpPr>
          <p:spPr>
            <a:xfrm rot="0" flipV="1">
              <a:off x="4088" y="3891"/>
              <a:ext cx="11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0" name=""/>
            <p:cNvSpPr/>
            <p:nvPr/>
          </p:nvSpPr>
          <p:spPr>
            <a:xfrm rot="0" flipV="1">
              <a:off x="4082" y="3904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1" name=""/>
            <p:cNvSpPr/>
            <p:nvPr/>
          </p:nvSpPr>
          <p:spPr>
            <a:xfrm rot="0" flipV="1">
              <a:off x="4081" y="3918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2" name=""/>
            <p:cNvSpPr/>
            <p:nvPr/>
          </p:nvSpPr>
          <p:spPr>
            <a:xfrm rot="0">
              <a:off x="4089" y="3905"/>
              <a:ext cx="10" cy="35"/>
            </a:xfrm>
            <a:custGeom>
              <a:avLst/>
              <a:ahLst/>
              <a:rect l="0" t="0" r="r" b="b"/>
              <a:pathLst>
                <a:path w="28" h="105">
                  <a:moveTo>
                    <a:pt x="0" y="0"/>
                  </a:moveTo>
                  <a:lnTo>
                    <a:pt x="0" y="105"/>
                  </a:lnTo>
                  <a:lnTo>
                    <a:pt x="28" y="7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3" name=""/>
            <p:cNvSpPr/>
            <p:nvPr/>
          </p:nvSpPr>
          <p:spPr>
            <a:xfrm rot="0" flipH="1">
              <a:off x="4159" y="3899"/>
              <a:ext cx="4" cy="2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4" name=""/>
            <p:cNvSpPr/>
            <p:nvPr/>
          </p:nvSpPr>
          <p:spPr>
            <a:xfrm rot="0">
              <a:off x="4142" y="3901"/>
              <a:ext cx="1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5" name=""/>
            <p:cNvSpPr/>
            <p:nvPr/>
          </p:nvSpPr>
          <p:spPr>
            <a:xfrm rot="0">
              <a:off x="4152" y="3882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6" name=""/>
            <p:cNvSpPr/>
            <p:nvPr/>
          </p:nvSpPr>
          <p:spPr>
            <a:xfrm rot="0" flipV="1">
              <a:off x="4133" y="3893"/>
              <a:ext cx="37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7" name=""/>
            <p:cNvSpPr/>
            <p:nvPr/>
          </p:nvSpPr>
          <p:spPr>
            <a:xfrm rot="0">
              <a:off x="4137" y="3877"/>
              <a:ext cx="27" cy="7"/>
            </a:xfrm>
            <a:custGeom>
              <a:avLst/>
              <a:ahLst/>
              <a:rect l="0" t="0" r="r" b="b"/>
              <a:pathLst>
                <a:path w="82" h="22">
                  <a:moveTo>
                    <a:pt x="82" y="0"/>
                  </a:moveTo>
                  <a:lnTo>
                    <a:pt x="45" y="13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8" name=""/>
            <p:cNvSpPr/>
            <p:nvPr/>
          </p:nvSpPr>
          <p:spPr>
            <a:xfrm rot="0" flipV="1">
              <a:off x="4130" y="3909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69" name=""/>
            <p:cNvSpPr/>
            <p:nvPr/>
          </p:nvSpPr>
          <p:spPr>
            <a:xfrm rot="0" flipV="1">
              <a:off x="4132" y="3926"/>
              <a:ext cx="40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0" name=""/>
            <p:cNvSpPr/>
            <p:nvPr/>
          </p:nvSpPr>
          <p:spPr>
            <a:xfrm rot="0" flipH="1">
              <a:off x="4137" y="3938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1" name=""/>
            <p:cNvSpPr/>
            <p:nvPr/>
          </p:nvSpPr>
          <p:spPr>
            <a:xfrm rot="0" flipH="1">
              <a:off x="4182" y="3915"/>
              <a:ext cx="14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2" name=""/>
            <p:cNvSpPr/>
            <p:nvPr/>
          </p:nvSpPr>
          <p:spPr>
            <a:xfrm rot="0" flipH="1">
              <a:off x="4183" y="3893"/>
              <a:ext cx="12" cy="2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3" name=""/>
            <p:cNvSpPr/>
            <p:nvPr/>
          </p:nvSpPr>
          <p:spPr>
            <a:xfrm rot="0" flipV="1">
              <a:off x="4180" y="3899"/>
              <a:ext cx="12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4" name=""/>
            <p:cNvSpPr/>
            <p:nvPr/>
          </p:nvSpPr>
          <p:spPr>
            <a:xfrm rot="0" flipV="1">
              <a:off x="4182" y="3926"/>
              <a:ext cx="15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5" name=""/>
            <p:cNvSpPr/>
            <p:nvPr/>
          </p:nvSpPr>
          <p:spPr>
            <a:xfrm rot="0" flipH="1">
              <a:off x="4182" y="3880"/>
              <a:ext cx="9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6" name=""/>
            <p:cNvSpPr/>
            <p:nvPr/>
          </p:nvSpPr>
          <p:spPr>
            <a:xfrm rot="0" flipV="1">
              <a:off x="4200" y="3892"/>
              <a:ext cx="17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7" name=""/>
            <p:cNvSpPr/>
            <p:nvPr/>
          </p:nvSpPr>
          <p:spPr>
            <a:xfrm rot="0" flipV="1">
              <a:off x="4199" y="3905"/>
              <a:ext cx="19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8" name=""/>
            <p:cNvSpPr/>
            <p:nvPr/>
          </p:nvSpPr>
          <p:spPr>
            <a:xfrm rot="0">
              <a:off x="4212" y="3928"/>
              <a:ext cx="11" cy="16"/>
            </a:xfrm>
            <a:custGeom>
              <a:avLst/>
              <a:ahLst/>
              <a:rect l="0" t="0" r="r" b="b"/>
              <a:pathLst>
                <a:path w="33" h="46">
                  <a:moveTo>
                    <a:pt x="0" y="1"/>
                  </a:moveTo>
                  <a:lnTo>
                    <a:pt x="33" y="46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79" name=""/>
            <p:cNvSpPr/>
            <p:nvPr/>
          </p:nvSpPr>
          <p:spPr>
            <a:xfrm rot="0">
              <a:off x="4211" y="3880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80" name=""/>
            <p:cNvSpPr/>
            <p:nvPr/>
          </p:nvSpPr>
          <p:spPr>
            <a:xfrm rot="0">
              <a:off x="4204" y="3877"/>
              <a:ext cx="8" cy="52"/>
            </a:xfrm>
            <a:custGeom>
              <a:avLst/>
              <a:ahLst/>
              <a:rect l="0" t="0" r="r" b="b"/>
              <a:pathLst>
                <a:path w="24" h="155">
                  <a:moveTo>
                    <a:pt x="0" y="0"/>
                  </a:moveTo>
                  <a:lnTo>
                    <a:pt x="7" y="106"/>
                  </a:lnTo>
                  <a:lnTo>
                    <a:pt x="24" y="1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81" name=""/>
            <p:cNvSpPr/>
            <p:nvPr/>
          </p:nvSpPr>
          <p:spPr>
            <a:xfrm rot="0">
              <a:off x="4196" y="3912"/>
              <a:ext cx="21" cy="28"/>
            </a:xfrm>
            <a:custGeom>
              <a:avLst/>
              <a:ahLst/>
              <a:rect l="0" t="0" r="r" b="b"/>
              <a:pathLst>
                <a:path w="64" h="82">
                  <a:moveTo>
                    <a:pt x="64" y="0"/>
                  </a:moveTo>
                  <a:lnTo>
                    <a:pt x="43" y="36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82" name=""/>
            <p:cNvSpPr/>
            <p:nvPr/>
          </p:nvSpPr>
          <p:spPr>
            <a:xfrm rot="0">
              <a:off x="231" y="4110"/>
              <a:ext cx="5168" cy="23"/>
            </a:xfrm>
            <a:custGeom>
              <a:avLst/>
              <a:ahLst/>
              <a:rect l="0" t="0" r="r" b="b"/>
              <a:pathLst>
                <a:path w="15502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5502" y="68"/>
                  </a:lnTo>
                  <a:lnTo>
                    <a:pt x="15502" y="35"/>
                  </a:lnTo>
                  <a:lnTo>
                    <a:pt x="1550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83" name=""/>
            <p:cNvSpPr/>
            <p:nvPr/>
          </p:nvSpPr>
          <p:spPr>
            <a:xfrm rot="0">
              <a:off x="231" y="4110"/>
              <a:ext cx="5168" cy="23"/>
            </a:xfrm>
            <a:custGeom>
              <a:avLst/>
              <a:ahLst/>
              <a:rect l="0" t="0" r="r" b="b"/>
              <a:pathLst>
                <a:path w="15502" h="68">
                  <a:moveTo>
                    <a:pt x="0" y="0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15502" y="68"/>
                  </a:lnTo>
                  <a:lnTo>
                    <a:pt x="15502" y="35"/>
                  </a:lnTo>
                  <a:lnTo>
                    <a:pt x="1550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84" name=""/>
            <p:cNvSpPr/>
            <p:nvPr/>
          </p:nvSpPr>
          <p:spPr>
            <a:xfrm rot="0">
              <a:off x="5399" y="4122"/>
              <a:ext cx="11" cy="11"/>
            </a:xfrm>
            <a:custGeom>
              <a:avLst/>
              <a:ahLst/>
              <a:rect l="0" t="0" r="r" b="b"/>
              <a:pathLst>
                <a:path w="34" h="33">
                  <a:moveTo>
                    <a:pt x="0" y="0"/>
                  </a:moveTo>
                  <a:lnTo>
                    <a:pt x="0" y="33"/>
                  </a:lnTo>
                  <a:lnTo>
                    <a:pt x="5" y="33"/>
                  </a:lnTo>
                  <a:lnTo>
                    <a:pt x="10" y="31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0" y="15"/>
                  </a:lnTo>
                  <a:lnTo>
                    <a:pt x="32" y="10"/>
                  </a:lnTo>
                  <a:lnTo>
                    <a:pt x="33" y="5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85" name=""/>
            <p:cNvSpPr/>
            <p:nvPr/>
          </p:nvSpPr>
          <p:spPr>
            <a:xfrm rot="0">
              <a:off x="5399" y="4122"/>
              <a:ext cx="11" cy="11"/>
            </a:xfrm>
            <a:custGeom>
              <a:avLst/>
              <a:ahLst/>
              <a:rect l="0" t="0" r="r" b="b"/>
              <a:pathLst>
                <a:path w="34" h="33">
                  <a:moveTo>
                    <a:pt x="0" y="33"/>
                  </a:moveTo>
                  <a:lnTo>
                    <a:pt x="5" y="33"/>
                  </a:lnTo>
                  <a:lnTo>
                    <a:pt x="10" y="31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0" y="15"/>
                  </a:lnTo>
                  <a:lnTo>
                    <a:pt x="32" y="10"/>
                  </a:lnTo>
                  <a:lnTo>
                    <a:pt x="33" y="5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86" name=""/>
            <p:cNvSpPr/>
            <p:nvPr/>
          </p:nvSpPr>
          <p:spPr>
            <a:xfrm rot="0">
              <a:off x="5388" y="594"/>
              <a:ext cx="22" cy="3528"/>
            </a:xfrm>
            <a:custGeom>
              <a:avLst/>
              <a:ahLst/>
              <a:rect l="0" t="0" r="r" b="b"/>
              <a:pathLst>
                <a:path w="67" h="10583">
                  <a:moveTo>
                    <a:pt x="0" y="10583"/>
                  </a:moveTo>
                  <a:lnTo>
                    <a:pt x="33" y="10583"/>
                  </a:lnTo>
                  <a:lnTo>
                    <a:pt x="67" y="10583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5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87" name=""/>
            <p:cNvSpPr/>
            <p:nvPr/>
          </p:nvSpPr>
          <p:spPr>
            <a:xfrm rot="0">
              <a:off x="5388" y="594"/>
              <a:ext cx="22" cy="3528"/>
            </a:xfrm>
            <a:custGeom>
              <a:avLst/>
              <a:ahLst/>
              <a:rect l="0" t="0" r="r" b="b"/>
              <a:pathLst>
                <a:path w="67" h="10583">
                  <a:moveTo>
                    <a:pt x="0" y="10583"/>
                  </a:moveTo>
                  <a:lnTo>
                    <a:pt x="33" y="10583"/>
                  </a:lnTo>
                  <a:lnTo>
                    <a:pt x="67" y="10583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5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88" name=""/>
            <p:cNvSpPr/>
            <p:nvPr/>
          </p:nvSpPr>
          <p:spPr>
            <a:xfrm rot="0">
              <a:off x="5399" y="583"/>
              <a:ext cx="11" cy="11"/>
            </a:xfrm>
            <a:custGeom>
              <a:avLst/>
              <a:ahLst/>
              <a:rect l="0" t="0" r="r" b="b"/>
              <a:pathLst>
                <a:path w="34" h="34">
                  <a:moveTo>
                    <a:pt x="0" y="34"/>
                  </a:moveTo>
                  <a:lnTo>
                    <a:pt x="34" y="34"/>
                  </a:lnTo>
                  <a:lnTo>
                    <a:pt x="33" y="29"/>
                  </a:lnTo>
                  <a:lnTo>
                    <a:pt x="32" y="24"/>
                  </a:lnTo>
                  <a:lnTo>
                    <a:pt x="30" y="19"/>
                  </a:lnTo>
                  <a:lnTo>
                    <a:pt x="28" y="15"/>
                  </a:lnTo>
                  <a:lnTo>
                    <a:pt x="24" y="11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0" y="3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89" name=""/>
            <p:cNvSpPr/>
            <p:nvPr/>
          </p:nvSpPr>
          <p:spPr>
            <a:xfrm rot="0">
              <a:off x="5399" y="583"/>
              <a:ext cx="11" cy="11"/>
            </a:xfrm>
            <a:custGeom>
              <a:avLst/>
              <a:ahLst/>
              <a:rect l="0" t="0" r="r" b="b"/>
              <a:pathLst>
                <a:path w="34" h="34">
                  <a:moveTo>
                    <a:pt x="34" y="34"/>
                  </a:moveTo>
                  <a:lnTo>
                    <a:pt x="33" y="29"/>
                  </a:lnTo>
                  <a:lnTo>
                    <a:pt x="32" y="24"/>
                  </a:lnTo>
                  <a:lnTo>
                    <a:pt x="30" y="19"/>
                  </a:lnTo>
                  <a:lnTo>
                    <a:pt x="28" y="15"/>
                  </a:lnTo>
                  <a:lnTo>
                    <a:pt x="24" y="11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0" y="3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90" name=""/>
            <p:cNvSpPr/>
            <p:nvPr/>
          </p:nvSpPr>
          <p:spPr>
            <a:xfrm rot="0">
              <a:off x="231" y="583"/>
              <a:ext cx="5168" cy="22"/>
            </a:xfrm>
            <a:custGeom>
              <a:avLst/>
              <a:ahLst/>
              <a:rect l="0" t="0" r="r" b="b"/>
              <a:pathLst>
                <a:path w="15502" h="67">
                  <a:moveTo>
                    <a:pt x="15502" y="67"/>
                  </a:moveTo>
                  <a:lnTo>
                    <a:pt x="15502" y="34"/>
                  </a:lnTo>
                  <a:lnTo>
                    <a:pt x="15502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502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91" name=""/>
            <p:cNvSpPr/>
            <p:nvPr/>
          </p:nvSpPr>
          <p:spPr>
            <a:xfrm rot="0">
              <a:off x="231" y="583"/>
              <a:ext cx="5168" cy="22"/>
            </a:xfrm>
            <a:custGeom>
              <a:avLst/>
              <a:ahLst/>
              <a:rect l="0" t="0" r="r" b="b"/>
              <a:pathLst>
                <a:path w="15502" h="67">
                  <a:moveTo>
                    <a:pt x="15502" y="67"/>
                  </a:moveTo>
                  <a:lnTo>
                    <a:pt x="15502" y="34"/>
                  </a:lnTo>
                  <a:lnTo>
                    <a:pt x="15502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502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92" name=""/>
            <p:cNvSpPr/>
            <p:nvPr/>
          </p:nvSpPr>
          <p:spPr>
            <a:xfrm rot="0">
              <a:off x="220" y="583"/>
              <a:ext cx="11" cy="11"/>
            </a:xfrm>
            <a:custGeom>
              <a:avLst/>
              <a:ahLst/>
              <a:rect l="0" t="0" r="r" b="b"/>
              <a:pathLst>
                <a:path w="33" h="34">
                  <a:moveTo>
                    <a:pt x="33" y="34"/>
                  </a:moveTo>
                  <a:lnTo>
                    <a:pt x="33" y="0"/>
                  </a:lnTo>
                  <a:lnTo>
                    <a:pt x="28" y="2"/>
                  </a:lnTo>
                  <a:lnTo>
                    <a:pt x="22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93" name=""/>
            <p:cNvSpPr/>
            <p:nvPr/>
          </p:nvSpPr>
          <p:spPr>
            <a:xfrm rot="0">
              <a:off x="220" y="583"/>
              <a:ext cx="11" cy="11"/>
            </a:xfrm>
            <a:custGeom>
              <a:avLst/>
              <a:ahLst/>
              <a:rect l="0" t="0" r="r" b="b"/>
              <a:pathLst>
                <a:path w="33" h="34">
                  <a:moveTo>
                    <a:pt x="33" y="0"/>
                  </a:moveTo>
                  <a:lnTo>
                    <a:pt x="28" y="2"/>
                  </a:lnTo>
                  <a:lnTo>
                    <a:pt x="22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94" name=""/>
            <p:cNvSpPr/>
            <p:nvPr/>
          </p:nvSpPr>
          <p:spPr>
            <a:xfrm rot="0">
              <a:off x="220" y="594"/>
              <a:ext cx="23" cy="3528"/>
            </a:xfrm>
            <a:custGeom>
              <a:avLst/>
              <a:ahLst/>
              <a:rect l="0" t="0" r="r" b="b"/>
              <a:pathLst>
                <a:path w="67" h="1058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583"/>
                  </a:lnTo>
                  <a:lnTo>
                    <a:pt x="33" y="10583"/>
                  </a:lnTo>
                  <a:lnTo>
                    <a:pt x="67" y="10583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95" name=""/>
            <p:cNvSpPr/>
            <p:nvPr/>
          </p:nvSpPr>
          <p:spPr>
            <a:xfrm rot="0">
              <a:off x="220" y="594"/>
              <a:ext cx="23" cy="3528"/>
            </a:xfrm>
            <a:custGeom>
              <a:avLst/>
              <a:ahLst/>
              <a:rect l="0" t="0" r="r" b="b"/>
              <a:pathLst>
                <a:path w="67" h="1058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583"/>
                  </a:lnTo>
                  <a:lnTo>
                    <a:pt x="33" y="10583"/>
                  </a:lnTo>
                  <a:lnTo>
                    <a:pt x="67" y="10583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96" name=""/>
            <p:cNvSpPr/>
            <p:nvPr/>
          </p:nvSpPr>
          <p:spPr>
            <a:xfrm rot="0">
              <a:off x="220" y="4122"/>
              <a:ext cx="11" cy="11"/>
            </a:xfrm>
            <a:custGeom>
              <a:avLst/>
              <a:ahLst/>
              <a:rect l="0" t="0" r="r" b="b"/>
              <a:pathLst>
                <a:path w="33" h="33">
                  <a:moveTo>
                    <a:pt x="33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3" y="15"/>
                  </a:lnTo>
                  <a:lnTo>
                    <a:pt x="5" y="19"/>
                  </a:lnTo>
                  <a:lnTo>
                    <a:pt x="9" y="23"/>
                  </a:lnTo>
                  <a:lnTo>
                    <a:pt x="13" y="27"/>
                  </a:lnTo>
                  <a:lnTo>
                    <a:pt x="17" y="30"/>
                  </a:lnTo>
                  <a:lnTo>
                    <a:pt x="22" y="31"/>
                  </a:lnTo>
                  <a:lnTo>
                    <a:pt x="28" y="33"/>
                  </a:lnTo>
                  <a:lnTo>
                    <a:pt x="33" y="33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197" name=""/>
            <p:cNvSpPr/>
            <p:nvPr/>
          </p:nvSpPr>
          <p:spPr>
            <a:xfrm rot="0">
              <a:off x="220" y="4122"/>
              <a:ext cx="11" cy="11"/>
            </a:xfrm>
            <a:custGeom>
              <a:avLst/>
              <a:ahLst/>
              <a:rect l="0" t="0" r="r" b="b"/>
              <a:pathLst>
                <a:path w="33" h="33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3" y="15"/>
                  </a:lnTo>
                  <a:lnTo>
                    <a:pt x="5" y="19"/>
                  </a:lnTo>
                  <a:lnTo>
                    <a:pt x="9" y="23"/>
                  </a:lnTo>
                  <a:lnTo>
                    <a:pt x="13" y="27"/>
                  </a:lnTo>
                  <a:lnTo>
                    <a:pt x="17" y="30"/>
                  </a:lnTo>
                  <a:lnTo>
                    <a:pt x="22" y="31"/>
                  </a:lnTo>
                  <a:lnTo>
                    <a:pt x="28" y="33"/>
                  </a:lnTo>
                  <a:lnTo>
                    <a:pt x="33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98" name=""/>
            <p:cNvSpPr/>
            <p:nvPr/>
          </p:nvSpPr>
          <p:spPr>
            <a:xfrm rot="0" flipV="1">
              <a:off x="2553" y="485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199" name=""/>
            <p:cNvSpPr/>
            <p:nvPr/>
          </p:nvSpPr>
          <p:spPr>
            <a:xfrm rot="0" flipH="1">
              <a:off x="2553" y="512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0" name=""/>
            <p:cNvSpPr/>
            <p:nvPr/>
          </p:nvSpPr>
          <p:spPr>
            <a:xfrm rot="0" flipV="1">
              <a:off x="2551" y="538"/>
              <a:ext cx="29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1" name=""/>
            <p:cNvSpPr/>
            <p:nvPr/>
          </p:nvSpPr>
          <p:spPr>
            <a:xfrm rot="0" flipV="1">
              <a:off x="2566" y="488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2" name=""/>
            <p:cNvSpPr/>
            <p:nvPr/>
          </p:nvSpPr>
          <p:spPr>
            <a:xfrm rot="0" flipV="1">
              <a:off x="2598" y="484"/>
              <a:ext cx="1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3" name=""/>
            <p:cNvSpPr/>
            <p:nvPr/>
          </p:nvSpPr>
          <p:spPr>
            <a:xfrm rot="0">
              <a:off x="2606" y="486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4" name=""/>
            <p:cNvSpPr/>
            <p:nvPr/>
          </p:nvSpPr>
          <p:spPr>
            <a:xfrm rot="0" flipH="1">
              <a:off x="2586" y="560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5" name=""/>
            <p:cNvSpPr/>
            <p:nvPr/>
          </p:nvSpPr>
          <p:spPr>
            <a:xfrm rot="0" flipV="1">
              <a:off x="2596" y="519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6" name=""/>
            <p:cNvSpPr/>
            <p:nvPr/>
          </p:nvSpPr>
          <p:spPr>
            <a:xfrm rot="0" flipH="1">
              <a:off x="2578" y="499"/>
              <a:ext cx="4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7" name=""/>
            <p:cNvSpPr/>
            <p:nvPr/>
          </p:nvSpPr>
          <p:spPr>
            <a:xfrm rot="0">
              <a:off x="2569" y="463"/>
              <a:ext cx="22" cy="113"/>
            </a:xfrm>
            <a:custGeom>
              <a:avLst/>
              <a:ahLst/>
              <a:rect l="0" t="0" r="r" b="b"/>
              <a:pathLst>
                <a:path w="66" h="339">
                  <a:moveTo>
                    <a:pt x="66" y="0"/>
                  </a:moveTo>
                  <a:lnTo>
                    <a:pt x="58" y="168"/>
                  </a:lnTo>
                  <a:lnTo>
                    <a:pt x="38" y="272"/>
                  </a:lnTo>
                  <a:lnTo>
                    <a:pt x="0" y="3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8" name=""/>
            <p:cNvSpPr/>
            <p:nvPr/>
          </p:nvSpPr>
          <p:spPr>
            <a:xfrm rot="0" flipV="1">
              <a:off x="2637" y="531"/>
              <a:ext cx="19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09" name=""/>
            <p:cNvSpPr/>
            <p:nvPr/>
          </p:nvSpPr>
          <p:spPr>
            <a:xfrm rot="0" flipV="1">
              <a:off x="2634" y="550"/>
              <a:ext cx="2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0" name=""/>
            <p:cNvSpPr/>
            <p:nvPr/>
          </p:nvSpPr>
          <p:spPr>
            <a:xfrm rot="0" flipH="1">
              <a:off x="2636" y="468"/>
              <a:ext cx="16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1" name=""/>
            <p:cNvSpPr/>
            <p:nvPr/>
          </p:nvSpPr>
          <p:spPr>
            <a:xfrm rot="0" flipH="1">
              <a:off x="2640" y="495"/>
              <a:ext cx="2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2" name=""/>
            <p:cNvSpPr/>
            <p:nvPr/>
          </p:nvSpPr>
          <p:spPr>
            <a:xfrm rot="0" flipV="1">
              <a:off x="2634" y="503"/>
              <a:ext cx="22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3" name=""/>
            <p:cNvSpPr/>
            <p:nvPr/>
          </p:nvSpPr>
          <p:spPr>
            <a:xfrm rot="0" flipV="1">
              <a:off x="2665" y="476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4" name=""/>
            <p:cNvSpPr/>
            <p:nvPr/>
          </p:nvSpPr>
          <p:spPr>
            <a:xfrm rot="0" flipH="1">
              <a:off x="2683" y="473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5" name=""/>
            <p:cNvSpPr/>
            <p:nvPr/>
          </p:nvSpPr>
          <p:spPr>
            <a:xfrm rot="0" flipV="1">
              <a:off x="2680" y="510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6" name=""/>
            <p:cNvSpPr/>
            <p:nvPr/>
          </p:nvSpPr>
          <p:spPr>
            <a:xfrm rot="0">
              <a:off x="2662" y="507"/>
              <a:ext cx="34" cy="70"/>
            </a:xfrm>
            <a:custGeom>
              <a:avLst/>
              <a:ahLst/>
              <a:rect l="0" t="0" r="r" b="b"/>
              <a:pathLst>
                <a:path w="101" h="210">
                  <a:moveTo>
                    <a:pt x="101" y="0"/>
                  </a:moveTo>
                  <a:lnTo>
                    <a:pt x="67" y="121"/>
                  </a:lnTo>
                  <a:lnTo>
                    <a:pt x="0" y="2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7" name=""/>
            <p:cNvSpPr/>
            <p:nvPr/>
          </p:nvSpPr>
          <p:spPr>
            <a:xfrm rot="0">
              <a:off x="2649" y="481"/>
              <a:ext cx="26" cy="95"/>
            </a:xfrm>
            <a:custGeom>
              <a:avLst/>
              <a:ahLst/>
              <a:rect l="0" t="0" r="r" b="b"/>
              <a:pathLst>
                <a:path w="77" h="284">
                  <a:moveTo>
                    <a:pt x="77" y="0"/>
                  </a:moveTo>
                  <a:lnTo>
                    <a:pt x="54" y="163"/>
                  </a:lnTo>
                  <a:lnTo>
                    <a:pt x="30" y="233"/>
                  </a:lnTo>
                  <a:lnTo>
                    <a:pt x="0" y="2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8" name=""/>
            <p:cNvSpPr/>
            <p:nvPr/>
          </p:nvSpPr>
          <p:spPr>
            <a:xfrm rot="0">
              <a:off x="2673" y="519"/>
              <a:ext cx="32" cy="55"/>
            </a:xfrm>
            <a:custGeom>
              <a:avLst/>
              <a:ahLst/>
              <a:rect l="0" t="0" r="r" b="b"/>
              <a:pathLst>
                <a:path w="97" h="167">
                  <a:moveTo>
                    <a:pt x="0" y="0"/>
                  </a:moveTo>
                  <a:lnTo>
                    <a:pt x="69" y="167"/>
                  </a:lnTo>
                  <a:lnTo>
                    <a:pt x="97" y="1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19" name=""/>
            <p:cNvSpPr/>
            <p:nvPr/>
          </p:nvSpPr>
          <p:spPr>
            <a:xfrm rot="0" flipV="1">
              <a:off x="3240" y="533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0" name=""/>
            <p:cNvSpPr/>
            <p:nvPr/>
          </p:nvSpPr>
          <p:spPr>
            <a:xfrm rot="0" flipV="1">
              <a:off x="3254" y="464"/>
              <a:ext cx="1" cy="10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1" name=""/>
            <p:cNvSpPr/>
            <p:nvPr/>
          </p:nvSpPr>
          <p:spPr>
            <a:xfrm rot="0" flipV="1">
              <a:off x="3228" y="565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2" name=""/>
            <p:cNvSpPr/>
            <p:nvPr/>
          </p:nvSpPr>
          <p:spPr>
            <a:xfrm rot="0" flipV="1">
              <a:off x="3240" y="506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3" name=""/>
            <p:cNvSpPr/>
            <p:nvPr/>
          </p:nvSpPr>
          <p:spPr>
            <a:xfrm rot="0">
              <a:off x="3234" y="482"/>
              <a:ext cx="10" cy="48"/>
            </a:xfrm>
            <a:custGeom>
              <a:avLst/>
              <a:ahLst/>
              <a:rect l="0" t="0" r="r" b="b"/>
              <a:pathLst>
                <a:path w="30" h="143">
                  <a:moveTo>
                    <a:pt x="30" y="0"/>
                  </a:moveTo>
                  <a:lnTo>
                    <a:pt x="18" y="82"/>
                  </a:lnTo>
                  <a:lnTo>
                    <a:pt x="0" y="1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4" name=""/>
            <p:cNvSpPr/>
            <p:nvPr/>
          </p:nvSpPr>
          <p:spPr>
            <a:xfrm rot="0" flipH="1" flipV="1">
              <a:off x="3211" y="531"/>
              <a:ext cx="2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5" name=""/>
            <p:cNvSpPr/>
            <p:nvPr/>
          </p:nvSpPr>
          <p:spPr>
            <a:xfrm rot="0" flipV="1">
              <a:off x="3204" y="503"/>
              <a:ext cx="2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6" name=""/>
            <p:cNvSpPr/>
            <p:nvPr/>
          </p:nvSpPr>
          <p:spPr>
            <a:xfrm rot="0">
              <a:off x="3206" y="495"/>
              <a:ext cx="28" cy="78"/>
            </a:xfrm>
            <a:custGeom>
              <a:avLst/>
              <a:ahLst/>
              <a:rect l="0" t="0" r="r" b="b"/>
              <a:pathLst>
                <a:path w="82" h="234">
                  <a:moveTo>
                    <a:pt x="82" y="0"/>
                  </a:moveTo>
                  <a:lnTo>
                    <a:pt x="50" y="141"/>
                  </a:lnTo>
                  <a:lnTo>
                    <a:pt x="0" y="2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63" name=""/>
          <p:cNvGrpSpPr/>
          <p:nvPr/>
        </p:nvGrpSpPr>
        <p:grpSpPr>
          <a:xfrm rot="0">
            <a:off x="366712" y="728662"/>
            <a:ext cx="8204200" cy="5815012"/>
            <a:chOff x="231" y="459"/>
            <a:chExt cx="5168" cy="3663"/>
          </a:xfrm>
        </p:grpSpPr>
        <p:sp>
          <p:nvSpPr>
            <p:cNvPr id="1055227" name=""/>
            <p:cNvSpPr/>
            <p:nvPr/>
          </p:nvSpPr>
          <p:spPr>
            <a:xfrm rot="0" flipH="1">
              <a:off x="3212" y="464"/>
              <a:ext cx="12" cy="7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8" name=""/>
            <p:cNvSpPr/>
            <p:nvPr/>
          </p:nvSpPr>
          <p:spPr>
            <a:xfrm rot="0" flipH="1">
              <a:off x="3299" y="465"/>
              <a:ext cx="37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29" name=""/>
            <p:cNvSpPr/>
            <p:nvPr/>
          </p:nvSpPr>
          <p:spPr>
            <a:xfrm rot="0" flipV="1">
              <a:off x="3320" y="486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0" name=""/>
            <p:cNvSpPr/>
            <p:nvPr/>
          </p:nvSpPr>
          <p:spPr>
            <a:xfrm rot="0" flipH="1">
              <a:off x="3289" y="531"/>
              <a:ext cx="26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1" name=""/>
            <p:cNvSpPr/>
            <p:nvPr/>
          </p:nvSpPr>
          <p:spPr>
            <a:xfrm rot="0">
              <a:off x="3318" y="52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2" name=""/>
            <p:cNvSpPr/>
            <p:nvPr/>
          </p:nvSpPr>
          <p:spPr>
            <a:xfrm rot="0" flipV="1">
              <a:off x="3318" y="564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3" name=""/>
            <p:cNvSpPr/>
            <p:nvPr/>
          </p:nvSpPr>
          <p:spPr>
            <a:xfrm rot="0" flipV="1">
              <a:off x="3349" y="530"/>
              <a:ext cx="2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4" name=""/>
            <p:cNvSpPr/>
            <p:nvPr/>
          </p:nvSpPr>
          <p:spPr>
            <a:xfrm rot="0">
              <a:off x="3314" y="496"/>
              <a:ext cx="10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5" name=""/>
            <p:cNvSpPr/>
            <p:nvPr/>
          </p:nvSpPr>
          <p:spPr>
            <a:xfrm rot="0">
              <a:off x="3315" y="482"/>
              <a:ext cx="39" cy="49"/>
            </a:xfrm>
            <a:custGeom>
              <a:avLst/>
              <a:ahLst/>
              <a:rect l="0" t="0" r="r" b="b"/>
              <a:pathLst>
                <a:path w="116" h="147">
                  <a:moveTo>
                    <a:pt x="116" y="0"/>
                  </a:moveTo>
                  <a:lnTo>
                    <a:pt x="54" y="93"/>
                  </a:lnTo>
                  <a:lnTo>
                    <a:pt x="0" y="1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6" name=""/>
            <p:cNvSpPr/>
            <p:nvPr/>
          </p:nvSpPr>
          <p:spPr>
            <a:xfrm rot="0" flipV="1">
              <a:off x="3318" y="533"/>
              <a:ext cx="3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7" name=""/>
            <p:cNvSpPr/>
            <p:nvPr/>
          </p:nvSpPr>
          <p:spPr>
            <a:xfrm rot="0">
              <a:off x="3947" y="459"/>
              <a:ext cx="4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8" name=""/>
            <p:cNvSpPr/>
            <p:nvPr/>
          </p:nvSpPr>
          <p:spPr>
            <a:xfrm rot="0" flipH="1">
              <a:off x="3919" y="488"/>
              <a:ext cx="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39" name=""/>
            <p:cNvSpPr/>
            <p:nvPr/>
          </p:nvSpPr>
          <p:spPr>
            <a:xfrm rot="0" flipV="1">
              <a:off x="3922" y="494"/>
              <a:ext cx="5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0" name=""/>
            <p:cNvSpPr/>
            <p:nvPr/>
          </p:nvSpPr>
          <p:spPr>
            <a:xfrm rot="0" flipH="1">
              <a:off x="3974" y="489"/>
              <a:ext cx="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1" name=""/>
            <p:cNvSpPr/>
            <p:nvPr/>
          </p:nvSpPr>
          <p:spPr>
            <a:xfrm rot="0" flipH="1" flipV="1">
              <a:off x="3939" y="560"/>
              <a:ext cx="12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2" name=""/>
            <p:cNvSpPr/>
            <p:nvPr/>
          </p:nvSpPr>
          <p:spPr>
            <a:xfrm rot="0" flipH="1">
              <a:off x="3951" y="504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3" name=""/>
            <p:cNvSpPr/>
            <p:nvPr/>
          </p:nvSpPr>
          <p:spPr>
            <a:xfrm rot="0">
              <a:off x="3951" y="522"/>
              <a:ext cx="2" cy="58"/>
            </a:xfrm>
            <a:custGeom>
              <a:avLst/>
              <a:ahLst/>
              <a:rect l="0" t="0" r="r" b="b"/>
              <a:pathLst>
                <a:path w="8" h="172">
                  <a:moveTo>
                    <a:pt x="0" y="0"/>
                  </a:moveTo>
                  <a:lnTo>
                    <a:pt x="8" y="47"/>
                  </a:lnTo>
                  <a:lnTo>
                    <a:pt x="8" y="144"/>
                  </a:lnTo>
                  <a:lnTo>
                    <a:pt x="0" y="1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4" name=""/>
            <p:cNvSpPr/>
            <p:nvPr/>
          </p:nvSpPr>
          <p:spPr>
            <a:xfrm rot="0" flipV="1">
              <a:off x="3919" y="531"/>
              <a:ext cx="63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5" name=""/>
            <p:cNvSpPr/>
            <p:nvPr/>
          </p:nvSpPr>
          <p:spPr>
            <a:xfrm rot="0">
              <a:off x="3930" y="464"/>
              <a:ext cx="6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6" name=""/>
            <p:cNvSpPr/>
            <p:nvPr/>
          </p:nvSpPr>
          <p:spPr>
            <a:xfrm rot="0" flipH="1">
              <a:off x="3961" y="459"/>
              <a:ext cx="9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7" name=""/>
            <p:cNvSpPr/>
            <p:nvPr/>
          </p:nvSpPr>
          <p:spPr>
            <a:xfrm rot="0" flipH="1">
              <a:off x="3933" y="510"/>
              <a:ext cx="2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8" name=""/>
            <p:cNvSpPr/>
            <p:nvPr/>
          </p:nvSpPr>
          <p:spPr>
            <a:xfrm rot="0">
              <a:off x="4019" y="461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49" name=""/>
            <p:cNvSpPr/>
            <p:nvPr/>
          </p:nvSpPr>
          <p:spPr>
            <a:xfrm rot="0" flipV="1">
              <a:off x="4019" y="469"/>
              <a:ext cx="3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0" name=""/>
            <p:cNvSpPr/>
            <p:nvPr/>
          </p:nvSpPr>
          <p:spPr>
            <a:xfrm rot="0" flipH="1">
              <a:off x="4050" y="464"/>
              <a:ext cx="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1" name=""/>
            <p:cNvSpPr/>
            <p:nvPr/>
          </p:nvSpPr>
          <p:spPr>
            <a:xfrm rot="0" flipH="1">
              <a:off x="4019" y="495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2" name=""/>
            <p:cNvSpPr/>
            <p:nvPr/>
          </p:nvSpPr>
          <p:spPr>
            <a:xfrm rot="0" flipV="1">
              <a:off x="4000" y="510"/>
              <a:ext cx="6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3" name=""/>
            <p:cNvSpPr/>
            <p:nvPr/>
          </p:nvSpPr>
          <p:spPr>
            <a:xfrm rot="0" flipH="1">
              <a:off x="4019" y="513"/>
              <a:ext cx="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4" name=""/>
            <p:cNvSpPr/>
            <p:nvPr/>
          </p:nvSpPr>
          <p:spPr>
            <a:xfrm rot="0">
              <a:off x="4027" y="528"/>
              <a:ext cx="27" cy="53"/>
            </a:xfrm>
            <a:custGeom>
              <a:avLst/>
              <a:ahLst/>
              <a:rect l="0" t="0" r="r" b="b"/>
              <a:pathLst>
                <a:path w="82" h="160">
                  <a:moveTo>
                    <a:pt x="82" y="0"/>
                  </a:moveTo>
                  <a:lnTo>
                    <a:pt x="36" y="160"/>
                  </a:lnTo>
                  <a:lnTo>
                    <a:pt x="0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5" name=""/>
            <p:cNvSpPr/>
            <p:nvPr/>
          </p:nvSpPr>
          <p:spPr>
            <a:xfrm rot="0" flipH="1">
              <a:off x="4016" y="531"/>
              <a:ext cx="3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6" name=""/>
            <p:cNvSpPr/>
            <p:nvPr/>
          </p:nvSpPr>
          <p:spPr>
            <a:xfrm rot="0">
              <a:off x="4636" y="486"/>
              <a:ext cx="1" cy="9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7" name=""/>
            <p:cNvSpPr/>
            <p:nvPr/>
          </p:nvSpPr>
          <p:spPr>
            <a:xfrm rot="0" flipH="1">
              <a:off x="4621" y="464"/>
              <a:ext cx="27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8" name=""/>
            <p:cNvSpPr/>
            <p:nvPr/>
          </p:nvSpPr>
          <p:spPr>
            <a:xfrm rot="0" flipV="1">
              <a:off x="4644" y="517"/>
              <a:ext cx="51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59" name=""/>
            <p:cNvSpPr/>
            <p:nvPr/>
          </p:nvSpPr>
          <p:spPr>
            <a:xfrm rot="0" flipV="1">
              <a:off x="4647" y="559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0" name=""/>
            <p:cNvSpPr/>
            <p:nvPr/>
          </p:nvSpPr>
          <p:spPr>
            <a:xfrm rot="0" flipV="1">
              <a:off x="4669" y="486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1" name=""/>
            <p:cNvSpPr/>
            <p:nvPr/>
          </p:nvSpPr>
          <p:spPr>
            <a:xfrm rot="0" flipH="1">
              <a:off x="4648" y="474"/>
              <a:ext cx="36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2" name=""/>
            <p:cNvSpPr/>
            <p:nvPr/>
          </p:nvSpPr>
          <p:spPr>
            <a:xfrm rot="0">
              <a:off x="4757" y="524"/>
              <a:ext cx="13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3" name=""/>
            <p:cNvSpPr/>
            <p:nvPr/>
          </p:nvSpPr>
          <p:spPr>
            <a:xfrm rot="0">
              <a:off x="4753" y="474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4" name=""/>
            <p:cNvSpPr/>
            <p:nvPr/>
          </p:nvSpPr>
          <p:spPr>
            <a:xfrm rot="0">
              <a:off x="4770" y="560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5" name=""/>
            <p:cNvSpPr/>
            <p:nvPr/>
          </p:nvSpPr>
          <p:spPr>
            <a:xfrm rot="0">
              <a:off x="4722" y="522"/>
              <a:ext cx="28" cy="48"/>
            </a:xfrm>
            <a:custGeom>
              <a:avLst/>
              <a:ahLst/>
              <a:rect l="0" t="0" r="r" b="b"/>
              <a:pathLst>
                <a:path w="85" h="144">
                  <a:moveTo>
                    <a:pt x="85" y="0"/>
                  </a:moveTo>
                  <a:lnTo>
                    <a:pt x="58" y="67"/>
                  </a:lnTo>
                  <a:lnTo>
                    <a:pt x="0" y="1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6" name=""/>
            <p:cNvSpPr/>
            <p:nvPr/>
          </p:nvSpPr>
          <p:spPr>
            <a:xfrm rot="0" flipV="1">
              <a:off x="4744" y="488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7" name=""/>
            <p:cNvSpPr/>
            <p:nvPr/>
          </p:nvSpPr>
          <p:spPr>
            <a:xfrm rot="0" flipV="1">
              <a:off x="4739" y="504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8" name=""/>
            <p:cNvSpPr/>
            <p:nvPr/>
          </p:nvSpPr>
          <p:spPr>
            <a:xfrm rot="0" flipH="1">
              <a:off x="4766" y="468"/>
              <a:ext cx="4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69" name=""/>
            <p:cNvSpPr/>
            <p:nvPr/>
          </p:nvSpPr>
          <p:spPr>
            <a:xfrm rot="0">
              <a:off x="4739" y="467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0" name=""/>
            <p:cNvSpPr/>
            <p:nvPr/>
          </p:nvSpPr>
          <p:spPr>
            <a:xfrm rot="0" flipV="1">
              <a:off x="4706" y="504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1" name=""/>
            <p:cNvSpPr/>
            <p:nvPr/>
          </p:nvSpPr>
          <p:spPr>
            <a:xfrm rot="0" flipH="1">
              <a:off x="4721" y="500"/>
              <a:ext cx="2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2" name=""/>
            <p:cNvSpPr/>
            <p:nvPr/>
          </p:nvSpPr>
          <p:spPr>
            <a:xfrm rot="0">
              <a:off x="4717" y="468"/>
              <a:ext cx="10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3" name=""/>
            <p:cNvSpPr/>
            <p:nvPr/>
          </p:nvSpPr>
          <p:spPr>
            <a:xfrm rot="0" flipV="1">
              <a:off x="4719" y="541"/>
              <a:ext cx="14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4" name=""/>
            <p:cNvSpPr/>
            <p:nvPr/>
          </p:nvSpPr>
          <p:spPr>
            <a:xfrm rot="0" flipV="1">
              <a:off x="4739" y="471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5" name=""/>
            <p:cNvSpPr/>
            <p:nvPr/>
          </p:nvSpPr>
          <p:spPr>
            <a:xfrm rot="0" flipH="1">
              <a:off x="4731" y="521"/>
              <a:ext cx="4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6" name=""/>
            <p:cNvSpPr/>
            <p:nvPr/>
          </p:nvSpPr>
          <p:spPr>
            <a:xfrm rot="0" flipV="1">
              <a:off x="4811" y="485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7" name=""/>
            <p:cNvSpPr/>
            <p:nvPr/>
          </p:nvSpPr>
          <p:spPr>
            <a:xfrm rot="0" flipV="1">
              <a:off x="4794" y="510"/>
              <a:ext cx="72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8" name=""/>
            <p:cNvSpPr/>
            <p:nvPr/>
          </p:nvSpPr>
          <p:spPr>
            <a:xfrm rot="0" flipV="1">
              <a:off x="4829" y="460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79" name=""/>
            <p:cNvSpPr/>
            <p:nvPr/>
          </p:nvSpPr>
          <p:spPr>
            <a:xfrm rot="0" flipH="1">
              <a:off x="4837" y="473"/>
              <a:ext cx="18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0" name=""/>
            <p:cNvSpPr/>
            <p:nvPr/>
          </p:nvSpPr>
          <p:spPr>
            <a:xfrm rot="0">
              <a:off x="4825" y="529"/>
              <a:ext cx="31" cy="48"/>
            </a:xfrm>
            <a:custGeom>
              <a:avLst/>
              <a:ahLst/>
              <a:rect l="0" t="0" r="r" b="b"/>
              <a:pathLst>
                <a:path w="93" h="144">
                  <a:moveTo>
                    <a:pt x="0" y="0"/>
                  </a:moveTo>
                  <a:lnTo>
                    <a:pt x="0" y="136"/>
                  </a:lnTo>
                  <a:lnTo>
                    <a:pt x="28" y="144"/>
                  </a:lnTo>
                  <a:lnTo>
                    <a:pt x="93" y="140"/>
                  </a:lnTo>
                  <a:lnTo>
                    <a:pt x="9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1" name=""/>
            <p:cNvSpPr/>
            <p:nvPr/>
          </p:nvSpPr>
          <p:spPr>
            <a:xfrm rot="0" flipH="1">
              <a:off x="4825" y="535"/>
              <a:ext cx="2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2" name=""/>
            <p:cNvSpPr/>
            <p:nvPr/>
          </p:nvSpPr>
          <p:spPr>
            <a:xfrm rot="0">
              <a:off x="4792" y="512"/>
              <a:ext cx="45" cy="47"/>
            </a:xfrm>
            <a:custGeom>
              <a:avLst/>
              <a:ahLst/>
              <a:rect l="0" t="0" r="r" b="b"/>
              <a:pathLst>
                <a:path w="137" h="139">
                  <a:moveTo>
                    <a:pt x="137" y="0"/>
                  </a:moveTo>
                  <a:lnTo>
                    <a:pt x="97" y="50"/>
                  </a:lnTo>
                  <a:lnTo>
                    <a:pt x="0" y="1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3" name=""/>
            <p:cNvSpPr/>
            <p:nvPr/>
          </p:nvSpPr>
          <p:spPr>
            <a:xfrm rot="0" flipH="1">
              <a:off x="4884" y="542"/>
              <a:ext cx="12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4" name=""/>
            <p:cNvSpPr/>
            <p:nvPr/>
          </p:nvSpPr>
          <p:spPr>
            <a:xfrm rot="0">
              <a:off x="4886" y="477"/>
              <a:ext cx="1" cy="6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5" name=""/>
            <p:cNvSpPr/>
            <p:nvPr/>
          </p:nvSpPr>
          <p:spPr>
            <a:xfrm rot="0">
              <a:off x="4896" y="460"/>
              <a:ext cx="5" cy="83"/>
            </a:xfrm>
            <a:custGeom>
              <a:avLst/>
              <a:ahLst/>
              <a:rect l="0" t="0" r="r" b="b"/>
              <a:pathLst>
                <a:path w="15" h="250">
                  <a:moveTo>
                    <a:pt x="15" y="0"/>
                  </a:moveTo>
                  <a:lnTo>
                    <a:pt x="11" y="180"/>
                  </a:lnTo>
                  <a:lnTo>
                    <a:pt x="0" y="2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6" name=""/>
            <p:cNvSpPr/>
            <p:nvPr/>
          </p:nvSpPr>
          <p:spPr>
            <a:xfrm rot="0" flipV="1">
              <a:off x="4907" y="473"/>
              <a:ext cx="4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7" name=""/>
            <p:cNvSpPr/>
            <p:nvPr/>
          </p:nvSpPr>
          <p:spPr>
            <a:xfrm rot="0">
              <a:off x="4910" y="496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8" name=""/>
            <p:cNvSpPr/>
            <p:nvPr/>
          </p:nvSpPr>
          <p:spPr>
            <a:xfrm rot="0" flipV="1">
              <a:off x="4910" y="499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89" name=""/>
            <p:cNvSpPr/>
            <p:nvPr/>
          </p:nvSpPr>
          <p:spPr>
            <a:xfrm rot="0" flipH="1" flipV="1">
              <a:off x="4931" y="538"/>
              <a:ext cx="8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0" name=""/>
            <p:cNvSpPr/>
            <p:nvPr/>
          </p:nvSpPr>
          <p:spPr>
            <a:xfrm rot="0">
              <a:off x="4925" y="476"/>
              <a:ext cx="1" cy="10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1" name=""/>
            <p:cNvSpPr/>
            <p:nvPr/>
          </p:nvSpPr>
          <p:spPr>
            <a:xfrm rot="0" flipH="1">
              <a:off x="4939" y="494"/>
              <a:ext cx="3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2" name=""/>
            <p:cNvSpPr/>
            <p:nvPr/>
          </p:nvSpPr>
          <p:spPr>
            <a:xfrm rot="0" flipH="1">
              <a:off x="231" y="759"/>
              <a:ext cx="516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3" name=""/>
            <p:cNvSpPr/>
            <p:nvPr/>
          </p:nvSpPr>
          <p:spPr>
            <a:xfrm rot="0">
              <a:off x="2815" y="594"/>
              <a:ext cx="1" cy="184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4" name=""/>
            <p:cNvSpPr/>
            <p:nvPr/>
          </p:nvSpPr>
          <p:spPr>
            <a:xfrm rot="0" flipH="1">
              <a:off x="231" y="2440"/>
              <a:ext cx="516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5" name=""/>
            <p:cNvSpPr/>
            <p:nvPr/>
          </p:nvSpPr>
          <p:spPr>
            <a:xfrm rot="0">
              <a:off x="2580" y="3957"/>
              <a:ext cx="235" cy="165"/>
            </a:xfrm>
            <a:custGeom>
              <a:avLst/>
              <a:ahLst/>
              <a:rect l="0" t="0" r="r" b="b"/>
              <a:pathLst>
                <a:path w="705" h="494">
                  <a:moveTo>
                    <a:pt x="0" y="494"/>
                  </a:moveTo>
                  <a:lnTo>
                    <a:pt x="0" y="0"/>
                  </a:lnTo>
                  <a:lnTo>
                    <a:pt x="7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6" name=""/>
            <p:cNvSpPr/>
            <p:nvPr/>
          </p:nvSpPr>
          <p:spPr>
            <a:xfrm rot="0">
              <a:off x="2655" y="4008"/>
              <a:ext cx="20" cy="88"/>
            </a:xfrm>
            <a:custGeom>
              <a:avLst/>
              <a:ahLst/>
              <a:rect l="0" t="0" r="r" b="b"/>
              <a:pathLst>
                <a:path w="59" h="264">
                  <a:moveTo>
                    <a:pt x="59" y="264"/>
                  </a:moveTo>
                  <a:lnTo>
                    <a:pt x="59" y="0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7" name=""/>
            <p:cNvSpPr/>
            <p:nvPr/>
          </p:nvSpPr>
          <p:spPr>
            <a:xfrm rot="0">
              <a:off x="2705" y="4007"/>
              <a:ext cx="39" cy="89"/>
            </a:xfrm>
            <a:custGeom>
              <a:avLst/>
              <a:ahLst/>
              <a:rect l="0" t="0" r="r" b="b"/>
              <a:pathLst>
                <a:path w="117" h="266">
                  <a:moveTo>
                    <a:pt x="27" y="266"/>
                  </a:moveTo>
                  <a:lnTo>
                    <a:pt x="45" y="258"/>
                  </a:lnTo>
                  <a:lnTo>
                    <a:pt x="60" y="249"/>
                  </a:lnTo>
                  <a:lnTo>
                    <a:pt x="75" y="238"/>
                  </a:lnTo>
                  <a:lnTo>
                    <a:pt x="87" y="225"/>
                  </a:lnTo>
                  <a:lnTo>
                    <a:pt x="97" y="210"/>
                  </a:lnTo>
                  <a:lnTo>
                    <a:pt x="105" y="194"/>
                  </a:lnTo>
                  <a:lnTo>
                    <a:pt x="112" y="177"/>
                  </a:lnTo>
                  <a:lnTo>
                    <a:pt x="116" y="158"/>
                  </a:lnTo>
                  <a:lnTo>
                    <a:pt x="117" y="141"/>
                  </a:lnTo>
                  <a:lnTo>
                    <a:pt x="117" y="60"/>
                  </a:lnTo>
                  <a:lnTo>
                    <a:pt x="116" y="46"/>
                  </a:lnTo>
                  <a:lnTo>
                    <a:pt x="110" y="35"/>
                  </a:lnTo>
                  <a:lnTo>
                    <a:pt x="104" y="23"/>
                  </a:lnTo>
                  <a:lnTo>
                    <a:pt x="95" y="14"/>
                  </a:lnTo>
                  <a:lnTo>
                    <a:pt x="84" y="7"/>
                  </a:lnTo>
                  <a:lnTo>
                    <a:pt x="71" y="3"/>
                  </a:lnTo>
                  <a:lnTo>
                    <a:pt x="58" y="0"/>
                  </a:lnTo>
                  <a:lnTo>
                    <a:pt x="45" y="3"/>
                  </a:lnTo>
                  <a:lnTo>
                    <a:pt x="33" y="7"/>
                  </a:lnTo>
                  <a:lnTo>
                    <a:pt x="21" y="14"/>
                  </a:lnTo>
                  <a:lnTo>
                    <a:pt x="12" y="23"/>
                  </a:lnTo>
                  <a:lnTo>
                    <a:pt x="5" y="35"/>
                  </a:lnTo>
                  <a:lnTo>
                    <a:pt x="1" y="46"/>
                  </a:lnTo>
                  <a:lnTo>
                    <a:pt x="0" y="60"/>
                  </a:lnTo>
                  <a:lnTo>
                    <a:pt x="0" y="90"/>
                  </a:lnTo>
                  <a:lnTo>
                    <a:pt x="1" y="102"/>
                  </a:lnTo>
                  <a:lnTo>
                    <a:pt x="5" y="115"/>
                  </a:lnTo>
                  <a:lnTo>
                    <a:pt x="12" y="125"/>
                  </a:lnTo>
                  <a:lnTo>
                    <a:pt x="21" y="135"/>
                  </a:lnTo>
                  <a:lnTo>
                    <a:pt x="33" y="142"/>
                  </a:lnTo>
                  <a:lnTo>
                    <a:pt x="45" y="146"/>
                  </a:lnTo>
                  <a:lnTo>
                    <a:pt x="58" y="148"/>
                  </a:lnTo>
                  <a:lnTo>
                    <a:pt x="117" y="14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8" name=""/>
            <p:cNvSpPr/>
            <p:nvPr/>
          </p:nvSpPr>
          <p:spPr>
            <a:xfrm rot="0">
              <a:off x="2580" y="2275"/>
              <a:ext cx="235" cy="165"/>
            </a:xfrm>
            <a:custGeom>
              <a:avLst/>
              <a:ahLst/>
              <a:rect l="0" t="0" r="r" b="b"/>
              <a:pathLst>
                <a:path w="705" h="495">
                  <a:moveTo>
                    <a:pt x="0" y="495"/>
                  </a:moveTo>
                  <a:lnTo>
                    <a:pt x="0" y="0"/>
                  </a:lnTo>
                  <a:lnTo>
                    <a:pt x="7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299" name=""/>
            <p:cNvSpPr/>
            <p:nvPr/>
          </p:nvSpPr>
          <p:spPr>
            <a:xfrm rot="0">
              <a:off x="2659" y="2328"/>
              <a:ext cx="20" cy="88"/>
            </a:xfrm>
            <a:custGeom>
              <a:avLst/>
              <a:ahLst/>
              <a:rect l="0" t="0" r="r" b="b"/>
              <a:pathLst>
                <a:path w="59" h="265">
                  <a:moveTo>
                    <a:pt x="59" y="265"/>
                  </a:moveTo>
                  <a:lnTo>
                    <a:pt x="59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0" name=""/>
            <p:cNvSpPr/>
            <p:nvPr/>
          </p:nvSpPr>
          <p:spPr>
            <a:xfrm rot="0">
              <a:off x="2708" y="2328"/>
              <a:ext cx="39" cy="88"/>
            </a:xfrm>
            <a:custGeom>
              <a:avLst/>
              <a:ahLst/>
              <a:rect l="0" t="0" r="r" b="b"/>
              <a:pathLst>
                <a:path w="117" h="265">
                  <a:moveTo>
                    <a:pt x="58" y="265"/>
                  </a:moveTo>
                  <a:lnTo>
                    <a:pt x="117" y="0"/>
                  </a:lnTo>
                  <a:lnTo>
                    <a:pt x="0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1" name=""/>
            <p:cNvSpPr/>
            <p:nvPr/>
          </p:nvSpPr>
          <p:spPr>
            <a:xfrm rot="0">
              <a:off x="5164" y="3957"/>
              <a:ext cx="235" cy="165"/>
            </a:xfrm>
            <a:custGeom>
              <a:avLst/>
              <a:ahLst/>
              <a:rect l="0" t="0" r="r" b="b"/>
              <a:pathLst>
                <a:path w="705" h="494">
                  <a:moveTo>
                    <a:pt x="0" y="494"/>
                  </a:moveTo>
                  <a:lnTo>
                    <a:pt x="0" y="0"/>
                  </a:lnTo>
                  <a:lnTo>
                    <a:pt x="7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2" name=""/>
            <p:cNvSpPr/>
            <p:nvPr/>
          </p:nvSpPr>
          <p:spPr>
            <a:xfrm rot="0">
              <a:off x="5234" y="4012"/>
              <a:ext cx="20" cy="15"/>
            </a:xfrm>
            <a:custGeom>
              <a:avLst/>
              <a:ahLst/>
              <a:rect l="0" t="0" r="r" b="b"/>
              <a:pathLst>
                <a:path w="58" h="44">
                  <a:moveTo>
                    <a:pt x="58" y="0"/>
                  </a:moveTo>
                  <a:lnTo>
                    <a:pt x="45" y="2"/>
                  </a:lnTo>
                  <a:lnTo>
                    <a:pt x="33" y="5"/>
                  </a:lnTo>
                  <a:lnTo>
                    <a:pt x="21" y="12"/>
                  </a:lnTo>
                  <a:lnTo>
                    <a:pt x="12" y="21"/>
                  </a:lnTo>
                  <a:lnTo>
                    <a:pt x="4" y="32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3" name=""/>
            <p:cNvSpPr/>
            <p:nvPr/>
          </p:nvSpPr>
          <p:spPr>
            <a:xfrm rot="0">
              <a:off x="5254" y="4012"/>
              <a:ext cx="19" cy="30"/>
            </a:xfrm>
            <a:custGeom>
              <a:avLst/>
              <a:ahLst/>
              <a:rect l="0" t="0" r="r" b="b"/>
              <a:pathLst>
                <a:path w="59" h="90">
                  <a:moveTo>
                    <a:pt x="50" y="90"/>
                  </a:moveTo>
                  <a:lnTo>
                    <a:pt x="55" y="78"/>
                  </a:lnTo>
                  <a:lnTo>
                    <a:pt x="59" y="66"/>
                  </a:lnTo>
                  <a:lnTo>
                    <a:pt x="59" y="53"/>
                  </a:lnTo>
                  <a:lnTo>
                    <a:pt x="56" y="41"/>
                  </a:lnTo>
                  <a:lnTo>
                    <a:pt x="51" y="29"/>
                  </a:lnTo>
                  <a:lnTo>
                    <a:pt x="44" y="20"/>
                  </a:lnTo>
                  <a:lnTo>
                    <a:pt x="35" y="11"/>
                  </a:lnTo>
                  <a:lnTo>
                    <a:pt x="25" y="4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4" name=""/>
            <p:cNvSpPr/>
            <p:nvPr/>
          </p:nvSpPr>
          <p:spPr>
            <a:xfrm rot="0">
              <a:off x="5234" y="4042"/>
              <a:ext cx="39" cy="59"/>
            </a:xfrm>
            <a:custGeom>
              <a:avLst/>
              <a:ahLst/>
              <a:rect l="0" t="0" r="r" b="b"/>
              <a:pathLst>
                <a:path w="117" h="175">
                  <a:moveTo>
                    <a:pt x="108" y="0"/>
                  </a:moveTo>
                  <a:lnTo>
                    <a:pt x="0" y="175"/>
                  </a:lnTo>
                  <a:lnTo>
                    <a:pt x="117" y="17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5" name=""/>
            <p:cNvSpPr/>
            <p:nvPr/>
          </p:nvSpPr>
          <p:spPr>
            <a:xfrm rot="0">
              <a:off x="5303" y="4017"/>
              <a:ext cx="9" cy="79"/>
            </a:xfrm>
            <a:custGeom>
              <a:avLst/>
              <a:ahLst/>
              <a:rect l="0" t="0" r="r" b="b"/>
              <a:pathLst>
                <a:path w="29" h="235">
                  <a:moveTo>
                    <a:pt x="29" y="0"/>
                  </a:moveTo>
                  <a:lnTo>
                    <a:pt x="18" y="23"/>
                  </a:lnTo>
                  <a:lnTo>
                    <a:pt x="9" y="50"/>
                  </a:lnTo>
                  <a:lnTo>
                    <a:pt x="3" y="76"/>
                  </a:lnTo>
                  <a:lnTo>
                    <a:pt x="0" y="104"/>
                  </a:lnTo>
                  <a:lnTo>
                    <a:pt x="0" y="130"/>
                  </a:lnTo>
                  <a:lnTo>
                    <a:pt x="3" y="157"/>
                  </a:lnTo>
                  <a:lnTo>
                    <a:pt x="9" y="184"/>
                  </a:lnTo>
                  <a:lnTo>
                    <a:pt x="18" y="210"/>
                  </a:lnTo>
                  <a:lnTo>
                    <a:pt x="29" y="23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6" name=""/>
            <p:cNvSpPr/>
            <p:nvPr/>
          </p:nvSpPr>
          <p:spPr>
            <a:xfrm rot="0">
              <a:off x="5312" y="4012"/>
              <a:ext cx="20" cy="5"/>
            </a:xfrm>
            <a:custGeom>
              <a:avLst/>
              <a:ahLst/>
              <a:rect l="0" t="0" r="r" b="b"/>
              <a:pathLst>
                <a:path w="59" h="15">
                  <a:moveTo>
                    <a:pt x="59" y="15"/>
                  </a:moveTo>
                  <a:lnTo>
                    <a:pt x="53" y="7"/>
                  </a:lnTo>
                  <a:lnTo>
                    <a:pt x="43" y="3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6" y="3"/>
                  </a:lnTo>
                  <a:lnTo>
                    <a:pt x="7" y="7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7" name=""/>
            <p:cNvSpPr/>
            <p:nvPr/>
          </p:nvSpPr>
          <p:spPr>
            <a:xfrm rot="0">
              <a:off x="5332" y="4017"/>
              <a:ext cx="10" cy="79"/>
            </a:xfrm>
            <a:custGeom>
              <a:avLst/>
              <a:ahLst/>
              <a:rect l="0" t="0" r="r" b="b"/>
              <a:pathLst>
                <a:path w="29" h="235">
                  <a:moveTo>
                    <a:pt x="0" y="235"/>
                  </a:moveTo>
                  <a:lnTo>
                    <a:pt x="12" y="210"/>
                  </a:lnTo>
                  <a:lnTo>
                    <a:pt x="20" y="184"/>
                  </a:lnTo>
                  <a:lnTo>
                    <a:pt x="26" y="157"/>
                  </a:lnTo>
                  <a:lnTo>
                    <a:pt x="29" y="130"/>
                  </a:lnTo>
                  <a:lnTo>
                    <a:pt x="29" y="104"/>
                  </a:lnTo>
                  <a:lnTo>
                    <a:pt x="26" y="76"/>
                  </a:lnTo>
                  <a:lnTo>
                    <a:pt x="20" y="50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8" name=""/>
            <p:cNvSpPr/>
            <p:nvPr/>
          </p:nvSpPr>
          <p:spPr>
            <a:xfrm rot="0">
              <a:off x="5312" y="4096"/>
              <a:ext cx="20" cy="5"/>
            </a:xfrm>
            <a:custGeom>
              <a:avLst/>
              <a:ahLst/>
              <a:rect l="0" t="0" r="r" b="b"/>
              <a:pathLst>
                <a:path w="59" h="15">
                  <a:moveTo>
                    <a:pt x="0" y="0"/>
                  </a:moveTo>
                  <a:lnTo>
                    <a:pt x="7" y="7"/>
                  </a:lnTo>
                  <a:lnTo>
                    <a:pt x="16" y="12"/>
                  </a:lnTo>
                  <a:lnTo>
                    <a:pt x="25" y="15"/>
                  </a:lnTo>
                  <a:lnTo>
                    <a:pt x="34" y="15"/>
                  </a:lnTo>
                  <a:lnTo>
                    <a:pt x="43" y="12"/>
                  </a:lnTo>
                  <a:lnTo>
                    <a:pt x="53" y="7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09" name=""/>
            <p:cNvSpPr/>
            <p:nvPr/>
          </p:nvSpPr>
          <p:spPr>
            <a:xfrm rot="0">
              <a:off x="5164" y="2275"/>
              <a:ext cx="235" cy="165"/>
            </a:xfrm>
            <a:custGeom>
              <a:avLst/>
              <a:ahLst/>
              <a:rect l="0" t="0" r="r" b="b"/>
              <a:pathLst>
                <a:path w="705" h="495">
                  <a:moveTo>
                    <a:pt x="0" y="495"/>
                  </a:moveTo>
                  <a:lnTo>
                    <a:pt x="0" y="0"/>
                  </a:lnTo>
                  <a:lnTo>
                    <a:pt x="7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0" name=""/>
            <p:cNvSpPr/>
            <p:nvPr/>
          </p:nvSpPr>
          <p:spPr>
            <a:xfrm rot="0">
              <a:off x="5243" y="2328"/>
              <a:ext cx="19" cy="88"/>
            </a:xfrm>
            <a:custGeom>
              <a:avLst/>
              <a:ahLst/>
              <a:rect l="0" t="0" r="r" b="b"/>
              <a:pathLst>
                <a:path w="59" h="265">
                  <a:moveTo>
                    <a:pt x="59" y="265"/>
                  </a:moveTo>
                  <a:lnTo>
                    <a:pt x="59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1" name=""/>
            <p:cNvSpPr/>
            <p:nvPr/>
          </p:nvSpPr>
          <p:spPr>
            <a:xfrm rot="0">
              <a:off x="5292" y="2328"/>
              <a:ext cx="39" cy="40"/>
            </a:xfrm>
            <a:custGeom>
              <a:avLst/>
              <a:ahLst/>
              <a:rect l="0" t="0" r="r" b="b"/>
              <a:pathLst>
                <a:path w="117" h="119">
                  <a:moveTo>
                    <a:pt x="117" y="59"/>
                  </a:moveTo>
                  <a:lnTo>
                    <a:pt x="116" y="46"/>
                  </a:lnTo>
                  <a:lnTo>
                    <a:pt x="112" y="34"/>
                  </a:lnTo>
                  <a:lnTo>
                    <a:pt x="104" y="23"/>
                  </a:lnTo>
                  <a:lnTo>
                    <a:pt x="95" y="13"/>
                  </a:lnTo>
                  <a:lnTo>
                    <a:pt x="84" y="7"/>
                  </a:lnTo>
                  <a:lnTo>
                    <a:pt x="71" y="1"/>
                  </a:lnTo>
                  <a:lnTo>
                    <a:pt x="59" y="0"/>
                  </a:lnTo>
                  <a:lnTo>
                    <a:pt x="46" y="1"/>
                  </a:lnTo>
                  <a:lnTo>
                    <a:pt x="33" y="7"/>
                  </a:lnTo>
                  <a:lnTo>
                    <a:pt x="22" y="13"/>
                  </a:lnTo>
                  <a:lnTo>
                    <a:pt x="13" y="23"/>
                  </a:lnTo>
                  <a:lnTo>
                    <a:pt x="5" y="34"/>
                  </a:lnTo>
                  <a:lnTo>
                    <a:pt x="1" y="46"/>
                  </a:lnTo>
                  <a:lnTo>
                    <a:pt x="0" y="59"/>
                  </a:lnTo>
                  <a:lnTo>
                    <a:pt x="1" y="72"/>
                  </a:lnTo>
                  <a:lnTo>
                    <a:pt x="5" y="84"/>
                  </a:lnTo>
                  <a:lnTo>
                    <a:pt x="13" y="96"/>
                  </a:lnTo>
                  <a:lnTo>
                    <a:pt x="22" y="105"/>
                  </a:lnTo>
                  <a:lnTo>
                    <a:pt x="33" y="112"/>
                  </a:lnTo>
                  <a:lnTo>
                    <a:pt x="46" y="117"/>
                  </a:lnTo>
                  <a:lnTo>
                    <a:pt x="59" y="119"/>
                  </a:lnTo>
                  <a:lnTo>
                    <a:pt x="71" y="117"/>
                  </a:lnTo>
                  <a:lnTo>
                    <a:pt x="84" y="112"/>
                  </a:lnTo>
                  <a:lnTo>
                    <a:pt x="95" y="105"/>
                  </a:lnTo>
                  <a:lnTo>
                    <a:pt x="104" y="96"/>
                  </a:lnTo>
                  <a:lnTo>
                    <a:pt x="112" y="84"/>
                  </a:lnTo>
                  <a:lnTo>
                    <a:pt x="116" y="72"/>
                  </a:lnTo>
                  <a:lnTo>
                    <a:pt x="117" y="5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2" name=""/>
            <p:cNvSpPr/>
            <p:nvPr/>
          </p:nvSpPr>
          <p:spPr>
            <a:xfrm rot="0">
              <a:off x="5292" y="2368"/>
              <a:ext cx="39" cy="19"/>
            </a:xfrm>
            <a:custGeom>
              <a:avLst/>
              <a:ahLst/>
              <a:rect l="0" t="0" r="r" b="b"/>
              <a:pathLst>
                <a:path w="117" h="57">
                  <a:moveTo>
                    <a:pt x="117" y="57"/>
                  </a:moveTo>
                  <a:lnTo>
                    <a:pt x="116" y="44"/>
                  </a:lnTo>
                  <a:lnTo>
                    <a:pt x="112" y="32"/>
                  </a:lnTo>
                  <a:lnTo>
                    <a:pt x="104" y="22"/>
                  </a:lnTo>
                  <a:lnTo>
                    <a:pt x="95" y="11"/>
                  </a:lnTo>
                  <a:lnTo>
                    <a:pt x="84" y="5"/>
                  </a:lnTo>
                  <a:lnTo>
                    <a:pt x="71" y="1"/>
                  </a:lnTo>
                  <a:lnTo>
                    <a:pt x="59" y="0"/>
                  </a:lnTo>
                  <a:lnTo>
                    <a:pt x="46" y="1"/>
                  </a:lnTo>
                  <a:lnTo>
                    <a:pt x="33" y="5"/>
                  </a:lnTo>
                  <a:lnTo>
                    <a:pt x="22" y="11"/>
                  </a:lnTo>
                  <a:lnTo>
                    <a:pt x="13" y="22"/>
                  </a:lnTo>
                  <a:lnTo>
                    <a:pt x="5" y="32"/>
                  </a:lnTo>
                  <a:lnTo>
                    <a:pt x="1" y="44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3" name=""/>
            <p:cNvSpPr/>
            <p:nvPr/>
          </p:nvSpPr>
          <p:spPr>
            <a:xfrm rot="0">
              <a:off x="5331" y="2387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4" name=""/>
            <p:cNvSpPr/>
            <p:nvPr/>
          </p:nvSpPr>
          <p:spPr>
            <a:xfrm rot="0">
              <a:off x="5292" y="2397"/>
              <a:ext cx="39" cy="19"/>
            </a:xfrm>
            <a:custGeom>
              <a:avLst/>
              <a:ahLst/>
              <a:rect l="0" t="0" r="r" b="b"/>
              <a:pathLst>
                <a:path w="117" h="58">
                  <a:moveTo>
                    <a:pt x="0" y="0"/>
                  </a:moveTo>
                  <a:lnTo>
                    <a:pt x="1" y="13"/>
                  </a:lnTo>
                  <a:lnTo>
                    <a:pt x="5" y="25"/>
                  </a:lnTo>
                  <a:lnTo>
                    <a:pt x="13" y="36"/>
                  </a:lnTo>
                  <a:lnTo>
                    <a:pt x="22" y="46"/>
                  </a:lnTo>
                  <a:lnTo>
                    <a:pt x="33" y="52"/>
                  </a:lnTo>
                  <a:lnTo>
                    <a:pt x="46" y="56"/>
                  </a:lnTo>
                  <a:lnTo>
                    <a:pt x="59" y="58"/>
                  </a:lnTo>
                  <a:lnTo>
                    <a:pt x="71" y="56"/>
                  </a:lnTo>
                  <a:lnTo>
                    <a:pt x="84" y="52"/>
                  </a:lnTo>
                  <a:lnTo>
                    <a:pt x="95" y="46"/>
                  </a:lnTo>
                  <a:lnTo>
                    <a:pt x="104" y="36"/>
                  </a:lnTo>
                  <a:lnTo>
                    <a:pt x="112" y="25"/>
                  </a:lnTo>
                  <a:lnTo>
                    <a:pt x="116" y="13"/>
                  </a:lnTo>
                  <a:lnTo>
                    <a:pt x="11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5" name=""/>
            <p:cNvSpPr/>
            <p:nvPr/>
          </p:nvSpPr>
          <p:spPr>
            <a:xfrm rot="0" flipV="1">
              <a:off x="5292" y="2387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6" name=""/>
            <p:cNvSpPr/>
            <p:nvPr/>
          </p:nvSpPr>
          <p:spPr>
            <a:xfrm rot="0">
              <a:off x="1079" y="1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7" name=""/>
            <p:cNvSpPr/>
            <p:nvPr/>
          </p:nvSpPr>
          <p:spPr>
            <a:xfrm rot="0">
              <a:off x="779" y="1899"/>
              <a:ext cx="18" cy="20"/>
            </a:xfrm>
            <a:custGeom>
              <a:avLst/>
              <a:ahLst/>
              <a:rect l="0" t="0" r="r" b="b"/>
              <a:pathLst>
                <a:path w="54" h="59">
                  <a:moveTo>
                    <a:pt x="33" y="26"/>
                  </a:moveTo>
                  <a:lnTo>
                    <a:pt x="54" y="52"/>
                  </a:lnTo>
                  <a:lnTo>
                    <a:pt x="45" y="58"/>
                  </a:lnTo>
                  <a:lnTo>
                    <a:pt x="35" y="59"/>
                  </a:lnTo>
                  <a:lnTo>
                    <a:pt x="24" y="58"/>
                  </a:lnTo>
                  <a:lnTo>
                    <a:pt x="15" y="54"/>
                  </a:lnTo>
                  <a:lnTo>
                    <a:pt x="7" y="47"/>
                  </a:lnTo>
                  <a:lnTo>
                    <a:pt x="2" y="38"/>
                  </a:lnTo>
                  <a:lnTo>
                    <a:pt x="0" y="27"/>
                  </a:lnTo>
                  <a:lnTo>
                    <a:pt x="2" y="17"/>
                  </a:lnTo>
                  <a:lnTo>
                    <a:pt x="6" y="8"/>
                  </a:lnTo>
                  <a:lnTo>
                    <a:pt x="12" y="0"/>
                  </a:lnTo>
                  <a:lnTo>
                    <a:pt x="3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318" name=""/>
            <p:cNvSpPr/>
            <p:nvPr/>
          </p:nvSpPr>
          <p:spPr>
            <a:xfrm rot="0">
              <a:off x="779" y="1899"/>
              <a:ext cx="18" cy="20"/>
            </a:xfrm>
            <a:custGeom>
              <a:avLst/>
              <a:ahLst/>
              <a:rect l="0" t="0" r="r" b="b"/>
              <a:pathLst>
                <a:path w="54" h="59">
                  <a:moveTo>
                    <a:pt x="54" y="52"/>
                  </a:moveTo>
                  <a:lnTo>
                    <a:pt x="45" y="58"/>
                  </a:lnTo>
                  <a:lnTo>
                    <a:pt x="35" y="59"/>
                  </a:lnTo>
                  <a:lnTo>
                    <a:pt x="24" y="58"/>
                  </a:lnTo>
                  <a:lnTo>
                    <a:pt x="15" y="54"/>
                  </a:lnTo>
                  <a:lnTo>
                    <a:pt x="7" y="47"/>
                  </a:lnTo>
                  <a:lnTo>
                    <a:pt x="2" y="38"/>
                  </a:lnTo>
                  <a:lnTo>
                    <a:pt x="0" y="27"/>
                  </a:lnTo>
                  <a:lnTo>
                    <a:pt x="2" y="17"/>
                  </a:lnTo>
                  <a:lnTo>
                    <a:pt x="6" y="8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19" name=""/>
            <p:cNvSpPr/>
            <p:nvPr/>
          </p:nvSpPr>
          <p:spPr>
            <a:xfrm rot="0">
              <a:off x="783" y="1674"/>
              <a:ext cx="303" cy="243"/>
            </a:xfrm>
            <a:custGeom>
              <a:avLst/>
              <a:ahLst/>
              <a:rect l="0" t="0" r="r" b="b"/>
              <a:pathLst>
                <a:path w="910" h="727">
                  <a:moveTo>
                    <a:pt x="0" y="675"/>
                  </a:moveTo>
                  <a:lnTo>
                    <a:pt x="21" y="701"/>
                  </a:lnTo>
                  <a:lnTo>
                    <a:pt x="42" y="727"/>
                  </a:lnTo>
                  <a:lnTo>
                    <a:pt x="910" y="53"/>
                  </a:lnTo>
                  <a:lnTo>
                    <a:pt x="889" y="26"/>
                  </a:lnTo>
                  <a:lnTo>
                    <a:pt x="868" y="0"/>
                  </a:lnTo>
                  <a:lnTo>
                    <a:pt x="0" y="6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320" name=""/>
            <p:cNvSpPr/>
            <p:nvPr/>
          </p:nvSpPr>
          <p:spPr>
            <a:xfrm rot="0">
              <a:off x="783" y="1674"/>
              <a:ext cx="303" cy="243"/>
            </a:xfrm>
            <a:custGeom>
              <a:avLst/>
              <a:ahLst/>
              <a:rect l="0" t="0" r="r" b="b"/>
              <a:pathLst>
                <a:path w="910" h="727">
                  <a:moveTo>
                    <a:pt x="0" y="675"/>
                  </a:moveTo>
                  <a:lnTo>
                    <a:pt x="21" y="701"/>
                  </a:lnTo>
                  <a:lnTo>
                    <a:pt x="42" y="727"/>
                  </a:lnTo>
                  <a:lnTo>
                    <a:pt x="910" y="53"/>
                  </a:lnTo>
                  <a:lnTo>
                    <a:pt x="889" y="26"/>
                  </a:lnTo>
                  <a:lnTo>
                    <a:pt x="868" y="0"/>
                  </a:lnTo>
                  <a:lnTo>
                    <a:pt x="0" y="6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21" name=""/>
            <p:cNvSpPr/>
            <p:nvPr/>
          </p:nvSpPr>
          <p:spPr>
            <a:xfrm rot="0">
              <a:off x="1072" y="1672"/>
              <a:ext cx="18" cy="20"/>
            </a:xfrm>
            <a:custGeom>
              <a:avLst/>
              <a:ahLst/>
              <a:rect l="0" t="0" r="r" b="b"/>
              <a:pathLst>
                <a:path w="54" h="59">
                  <a:moveTo>
                    <a:pt x="21" y="32"/>
                  </a:moveTo>
                  <a:lnTo>
                    <a:pt x="0" y="6"/>
                  </a:lnTo>
                  <a:lnTo>
                    <a:pt x="9" y="1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9" y="5"/>
                  </a:lnTo>
                  <a:lnTo>
                    <a:pt x="47" y="11"/>
                  </a:lnTo>
                  <a:lnTo>
                    <a:pt x="53" y="21"/>
                  </a:lnTo>
                  <a:lnTo>
                    <a:pt x="54" y="31"/>
                  </a:lnTo>
                  <a:lnTo>
                    <a:pt x="53" y="42"/>
                  </a:lnTo>
                  <a:lnTo>
                    <a:pt x="49" y="51"/>
                  </a:lnTo>
                  <a:lnTo>
                    <a:pt x="42" y="59"/>
                  </a:lnTo>
                  <a:lnTo>
                    <a:pt x="2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322" name=""/>
            <p:cNvSpPr/>
            <p:nvPr/>
          </p:nvSpPr>
          <p:spPr>
            <a:xfrm rot="0">
              <a:off x="1072" y="1672"/>
              <a:ext cx="18" cy="20"/>
            </a:xfrm>
            <a:custGeom>
              <a:avLst/>
              <a:ahLst/>
              <a:rect l="0" t="0" r="r" b="b"/>
              <a:pathLst>
                <a:path w="54" h="59">
                  <a:moveTo>
                    <a:pt x="0" y="6"/>
                  </a:moveTo>
                  <a:lnTo>
                    <a:pt x="9" y="1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9" y="5"/>
                  </a:lnTo>
                  <a:lnTo>
                    <a:pt x="47" y="11"/>
                  </a:lnTo>
                  <a:lnTo>
                    <a:pt x="53" y="21"/>
                  </a:lnTo>
                  <a:lnTo>
                    <a:pt x="54" y="31"/>
                  </a:lnTo>
                  <a:lnTo>
                    <a:pt x="53" y="42"/>
                  </a:lnTo>
                  <a:lnTo>
                    <a:pt x="49" y="51"/>
                  </a:lnTo>
                  <a:lnTo>
                    <a:pt x="42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23" name=""/>
            <p:cNvSpPr/>
            <p:nvPr/>
          </p:nvSpPr>
          <p:spPr>
            <a:xfrm rot="0" flipH="1">
              <a:off x="1067" y="12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24" name=""/>
            <p:cNvSpPr/>
            <p:nvPr/>
          </p:nvSpPr>
          <p:spPr>
            <a:xfrm rot="0">
              <a:off x="1070" y="1671"/>
              <a:ext cx="19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33" y="33"/>
                  </a:moveTo>
                  <a:lnTo>
                    <a:pt x="7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5"/>
                  </a:lnTo>
                  <a:lnTo>
                    <a:pt x="59" y="1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325" name=""/>
            <p:cNvSpPr/>
            <p:nvPr/>
          </p:nvSpPr>
          <p:spPr>
            <a:xfrm rot="0">
              <a:off x="1070" y="1671"/>
              <a:ext cx="19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7" y="54"/>
                  </a:move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5"/>
                  </a:lnTo>
                  <a:lnTo>
                    <a:pt x="5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26" name=""/>
            <p:cNvSpPr/>
            <p:nvPr/>
          </p:nvSpPr>
          <p:spPr>
            <a:xfrm rot="0">
              <a:off x="1072" y="1675"/>
              <a:ext cx="360" cy="458"/>
            </a:xfrm>
            <a:custGeom>
              <a:avLst/>
              <a:ahLst/>
              <a:rect l="0" t="0" r="r" b="b"/>
              <a:pathLst>
                <a:path w="1079" h="1372">
                  <a:moveTo>
                    <a:pt x="52" y="0"/>
                  </a:moveTo>
                  <a:lnTo>
                    <a:pt x="26" y="21"/>
                  </a:lnTo>
                  <a:lnTo>
                    <a:pt x="0" y="42"/>
                  </a:lnTo>
                  <a:lnTo>
                    <a:pt x="1027" y="1372"/>
                  </a:lnTo>
                  <a:lnTo>
                    <a:pt x="1053" y="1351"/>
                  </a:lnTo>
                  <a:lnTo>
                    <a:pt x="1079" y="1329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327" name=""/>
            <p:cNvSpPr/>
            <p:nvPr/>
          </p:nvSpPr>
          <p:spPr>
            <a:xfrm rot="0">
              <a:off x="1072" y="1675"/>
              <a:ext cx="360" cy="458"/>
            </a:xfrm>
            <a:custGeom>
              <a:avLst/>
              <a:ahLst/>
              <a:rect l="0" t="0" r="r" b="b"/>
              <a:pathLst>
                <a:path w="1079" h="1372">
                  <a:moveTo>
                    <a:pt x="52" y="0"/>
                  </a:moveTo>
                  <a:lnTo>
                    <a:pt x="26" y="21"/>
                  </a:lnTo>
                  <a:lnTo>
                    <a:pt x="0" y="42"/>
                  </a:lnTo>
                  <a:lnTo>
                    <a:pt x="1027" y="1372"/>
                  </a:lnTo>
                  <a:lnTo>
                    <a:pt x="1053" y="1351"/>
                  </a:lnTo>
                  <a:lnTo>
                    <a:pt x="1079" y="1329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28" name=""/>
            <p:cNvSpPr/>
            <p:nvPr/>
          </p:nvSpPr>
          <p:spPr>
            <a:xfrm rot="0">
              <a:off x="1414" y="2118"/>
              <a:ext cx="20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26" y="22"/>
                  </a:moveTo>
                  <a:lnTo>
                    <a:pt x="52" y="0"/>
                  </a:lnTo>
                  <a:lnTo>
                    <a:pt x="57" y="10"/>
                  </a:lnTo>
                  <a:lnTo>
                    <a:pt x="59" y="20"/>
                  </a:lnTo>
                  <a:lnTo>
                    <a:pt x="57" y="31"/>
                  </a:lnTo>
                  <a:lnTo>
                    <a:pt x="54" y="40"/>
                  </a:lnTo>
                  <a:lnTo>
                    <a:pt x="47" y="48"/>
                  </a:lnTo>
                  <a:lnTo>
                    <a:pt x="38" y="53"/>
                  </a:lnTo>
                  <a:lnTo>
                    <a:pt x="27" y="54"/>
                  </a:lnTo>
                  <a:lnTo>
                    <a:pt x="17" y="53"/>
                  </a:lnTo>
                  <a:lnTo>
                    <a:pt x="7" y="49"/>
                  </a:lnTo>
                  <a:lnTo>
                    <a:pt x="0" y="43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329" name=""/>
            <p:cNvSpPr/>
            <p:nvPr/>
          </p:nvSpPr>
          <p:spPr>
            <a:xfrm rot="0">
              <a:off x="1414" y="2118"/>
              <a:ext cx="20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52" y="0"/>
                  </a:moveTo>
                  <a:lnTo>
                    <a:pt x="57" y="10"/>
                  </a:lnTo>
                  <a:lnTo>
                    <a:pt x="59" y="20"/>
                  </a:lnTo>
                  <a:lnTo>
                    <a:pt x="57" y="31"/>
                  </a:lnTo>
                  <a:lnTo>
                    <a:pt x="54" y="40"/>
                  </a:lnTo>
                  <a:lnTo>
                    <a:pt x="47" y="48"/>
                  </a:lnTo>
                  <a:lnTo>
                    <a:pt x="38" y="53"/>
                  </a:lnTo>
                  <a:lnTo>
                    <a:pt x="27" y="54"/>
                  </a:lnTo>
                  <a:lnTo>
                    <a:pt x="17" y="53"/>
                  </a:lnTo>
                  <a:lnTo>
                    <a:pt x="7" y="49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0" name=""/>
            <p:cNvSpPr/>
            <p:nvPr/>
          </p:nvSpPr>
          <p:spPr>
            <a:xfrm rot="0">
              <a:off x="1079" y="1228"/>
              <a:ext cx="1" cy="45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1" name=""/>
            <p:cNvSpPr/>
            <p:nvPr/>
          </p:nvSpPr>
          <p:spPr>
            <a:xfrm rot="0">
              <a:off x="1067" y="1204"/>
              <a:ext cx="24" cy="24"/>
            </a:xfrm>
            <a:custGeom>
              <a:avLst/>
              <a:ahLst/>
              <a:rect l="0" t="0" r="r" b="b"/>
              <a:pathLst>
                <a:path w="71" h="71">
                  <a:moveTo>
                    <a:pt x="71" y="36"/>
                  </a:moveTo>
                  <a:lnTo>
                    <a:pt x="70" y="27"/>
                  </a:lnTo>
                  <a:lnTo>
                    <a:pt x="66" y="19"/>
                  </a:lnTo>
                  <a:lnTo>
                    <a:pt x="61" y="11"/>
                  </a:lnTo>
                  <a:lnTo>
                    <a:pt x="54" y="6"/>
                  </a:lnTo>
                  <a:lnTo>
                    <a:pt x="45" y="2"/>
                  </a:lnTo>
                  <a:lnTo>
                    <a:pt x="36" y="0"/>
                  </a:lnTo>
                  <a:lnTo>
                    <a:pt x="27" y="2"/>
                  </a:lnTo>
                  <a:lnTo>
                    <a:pt x="19" y="6"/>
                  </a:lnTo>
                  <a:lnTo>
                    <a:pt x="11" y="11"/>
                  </a:lnTo>
                  <a:lnTo>
                    <a:pt x="5" y="19"/>
                  </a:lnTo>
                  <a:lnTo>
                    <a:pt x="2" y="27"/>
                  </a:lnTo>
                  <a:lnTo>
                    <a:pt x="0" y="36"/>
                  </a:lnTo>
                  <a:lnTo>
                    <a:pt x="2" y="45"/>
                  </a:lnTo>
                  <a:lnTo>
                    <a:pt x="5" y="53"/>
                  </a:lnTo>
                  <a:lnTo>
                    <a:pt x="11" y="61"/>
                  </a:lnTo>
                  <a:lnTo>
                    <a:pt x="19" y="66"/>
                  </a:lnTo>
                  <a:lnTo>
                    <a:pt x="27" y="70"/>
                  </a:lnTo>
                  <a:lnTo>
                    <a:pt x="36" y="71"/>
                  </a:lnTo>
                  <a:lnTo>
                    <a:pt x="45" y="70"/>
                  </a:lnTo>
                  <a:lnTo>
                    <a:pt x="54" y="66"/>
                  </a:lnTo>
                  <a:lnTo>
                    <a:pt x="61" y="61"/>
                  </a:lnTo>
                  <a:lnTo>
                    <a:pt x="66" y="53"/>
                  </a:lnTo>
                  <a:lnTo>
                    <a:pt x="70" y="45"/>
                  </a:lnTo>
                  <a:lnTo>
                    <a:pt x="71" y="3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2" name=""/>
            <p:cNvSpPr/>
            <p:nvPr/>
          </p:nvSpPr>
          <p:spPr>
            <a:xfrm rot="0">
              <a:off x="1080" y="1135"/>
              <a:ext cx="27" cy="35"/>
            </a:xfrm>
            <a:custGeom>
              <a:avLst/>
              <a:ahLst/>
              <a:rect l="0" t="0" r="r" b="b"/>
              <a:pathLst>
                <a:path w="79" h="107">
                  <a:moveTo>
                    <a:pt x="71" y="107"/>
                  </a:moveTo>
                  <a:lnTo>
                    <a:pt x="58" y="84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26" y="5"/>
                  </a:lnTo>
                  <a:lnTo>
                    <a:pt x="18" y="15"/>
                  </a:lnTo>
                  <a:lnTo>
                    <a:pt x="13" y="22"/>
                  </a:lnTo>
                  <a:lnTo>
                    <a:pt x="0" y="80"/>
                  </a:lnTo>
                  <a:lnTo>
                    <a:pt x="0" y="90"/>
                  </a:lnTo>
                  <a:lnTo>
                    <a:pt x="5" y="103"/>
                  </a:lnTo>
                  <a:lnTo>
                    <a:pt x="13" y="107"/>
                  </a:lnTo>
                  <a:lnTo>
                    <a:pt x="26" y="107"/>
                  </a:lnTo>
                  <a:lnTo>
                    <a:pt x="39" y="103"/>
                  </a:lnTo>
                  <a:lnTo>
                    <a:pt x="48" y="97"/>
                  </a:lnTo>
                  <a:lnTo>
                    <a:pt x="58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3" name=""/>
            <p:cNvSpPr/>
            <p:nvPr/>
          </p:nvSpPr>
          <p:spPr>
            <a:xfrm rot="0" flipV="1">
              <a:off x="1130" y="111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4" name=""/>
            <p:cNvSpPr/>
            <p:nvPr/>
          </p:nvSpPr>
          <p:spPr>
            <a:xfrm rot="0">
              <a:off x="1515" y="1577"/>
              <a:ext cx="692" cy="6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5" name=""/>
            <p:cNvSpPr/>
            <p:nvPr/>
          </p:nvSpPr>
          <p:spPr>
            <a:xfrm rot="0">
              <a:off x="311" y="675"/>
              <a:ext cx="36" cy="55"/>
            </a:xfrm>
            <a:custGeom>
              <a:avLst/>
              <a:ahLst/>
              <a:rect l="0" t="0" r="r" b="b"/>
              <a:pathLst>
                <a:path w="106" h="163">
                  <a:moveTo>
                    <a:pt x="0" y="0"/>
                  </a:moveTo>
                  <a:lnTo>
                    <a:pt x="0" y="141"/>
                  </a:lnTo>
                  <a:lnTo>
                    <a:pt x="14" y="163"/>
                  </a:lnTo>
                  <a:lnTo>
                    <a:pt x="106" y="163"/>
                  </a:lnTo>
                  <a:lnTo>
                    <a:pt x="103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6" name=""/>
            <p:cNvSpPr/>
            <p:nvPr/>
          </p:nvSpPr>
          <p:spPr>
            <a:xfrm rot="0" flipV="1">
              <a:off x="311" y="688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7" name=""/>
            <p:cNvSpPr/>
            <p:nvPr/>
          </p:nvSpPr>
          <p:spPr>
            <a:xfrm rot="0" flipV="1">
              <a:off x="334" y="660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8" name=""/>
            <p:cNvSpPr/>
            <p:nvPr/>
          </p:nvSpPr>
          <p:spPr>
            <a:xfrm rot="0" flipH="1">
              <a:off x="311" y="663"/>
              <a:ext cx="2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39" name=""/>
            <p:cNvSpPr/>
            <p:nvPr/>
          </p:nvSpPr>
          <p:spPr>
            <a:xfrm rot="0">
              <a:off x="398" y="674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0" name=""/>
            <p:cNvSpPr/>
            <p:nvPr/>
          </p:nvSpPr>
          <p:spPr>
            <a:xfrm rot="0" flipV="1">
              <a:off x="398" y="712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1" name=""/>
            <p:cNvSpPr/>
            <p:nvPr/>
          </p:nvSpPr>
          <p:spPr>
            <a:xfrm rot="0" flipV="1">
              <a:off x="412" y="674"/>
              <a:ext cx="1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2" name=""/>
            <p:cNvSpPr/>
            <p:nvPr/>
          </p:nvSpPr>
          <p:spPr>
            <a:xfrm rot="0" flipH="1">
              <a:off x="398" y="679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3" name=""/>
            <p:cNvSpPr/>
            <p:nvPr/>
          </p:nvSpPr>
          <p:spPr>
            <a:xfrm rot="0">
              <a:off x="370" y="652"/>
              <a:ext cx="13" cy="36"/>
            </a:xfrm>
            <a:custGeom>
              <a:avLst/>
              <a:ahLst/>
              <a:rect l="0" t="0" r="r" b="b"/>
              <a:pathLst>
                <a:path w="38" h="107">
                  <a:moveTo>
                    <a:pt x="38" y="0"/>
                  </a:moveTo>
                  <a:lnTo>
                    <a:pt x="17" y="74"/>
                  </a:lnTo>
                  <a:lnTo>
                    <a:pt x="0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4" name=""/>
            <p:cNvSpPr/>
            <p:nvPr/>
          </p:nvSpPr>
          <p:spPr>
            <a:xfrm rot="0" flipV="1">
              <a:off x="376" y="673"/>
              <a:ext cx="1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5" name=""/>
            <p:cNvSpPr/>
            <p:nvPr/>
          </p:nvSpPr>
          <p:spPr>
            <a:xfrm rot="0" flipH="1">
              <a:off x="363" y="692"/>
              <a:ext cx="30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6" name=""/>
            <p:cNvSpPr/>
            <p:nvPr/>
          </p:nvSpPr>
          <p:spPr>
            <a:xfrm rot="0">
              <a:off x="380" y="675"/>
              <a:ext cx="12" cy="45"/>
            </a:xfrm>
            <a:custGeom>
              <a:avLst/>
              <a:ahLst/>
              <a:rect l="0" t="0" r="r" b="b"/>
              <a:pathLst>
                <a:path w="35" h="135">
                  <a:moveTo>
                    <a:pt x="10" y="0"/>
                  </a:moveTo>
                  <a:lnTo>
                    <a:pt x="0" y="92"/>
                  </a:lnTo>
                  <a:lnTo>
                    <a:pt x="35" y="1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7" name=""/>
            <p:cNvSpPr/>
            <p:nvPr/>
          </p:nvSpPr>
          <p:spPr>
            <a:xfrm rot="0">
              <a:off x="365" y="706"/>
              <a:ext cx="15" cy="29"/>
            </a:xfrm>
            <a:custGeom>
              <a:avLst/>
              <a:ahLst/>
              <a:rect l="0" t="0" r="r" b="b"/>
              <a:pathLst>
                <a:path w="46" h="87">
                  <a:moveTo>
                    <a:pt x="0" y="87"/>
                  </a:moveTo>
                  <a:lnTo>
                    <a:pt x="29" y="46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8" name=""/>
            <p:cNvSpPr/>
            <p:nvPr/>
          </p:nvSpPr>
          <p:spPr>
            <a:xfrm rot="0" flipV="1">
              <a:off x="430" y="657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49" name=""/>
            <p:cNvSpPr/>
            <p:nvPr/>
          </p:nvSpPr>
          <p:spPr>
            <a:xfrm rot="0" flipH="1">
              <a:off x="423" y="689"/>
              <a:ext cx="51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0" name=""/>
            <p:cNvSpPr/>
            <p:nvPr/>
          </p:nvSpPr>
          <p:spPr>
            <a:xfrm rot="0">
              <a:off x="435" y="670"/>
              <a:ext cx="4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1" name=""/>
            <p:cNvSpPr/>
            <p:nvPr/>
          </p:nvSpPr>
          <p:spPr>
            <a:xfrm rot="0" flipV="1">
              <a:off x="457" y="667"/>
              <a:ext cx="7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2" name=""/>
            <p:cNvSpPr/>
            <p:nvPr/>
          </p:nvSpPr>
          <p:spPr>
            <a:xfrm rot="0">
              <a:off x="449" y="660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3" name=""/>
            <p:cNvSpPr/>
            <p:nvPr/>
          </p:nvSpPr>
          <p:spPr>
            <a:xfrm rot="0" flipV="1">
              <a:off x="504" y="661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4" name=""/>
            <p:cNvSpPr/>
            <p:nvPr/>
          </p:nvSpPr>
          <p:spPr>
            <a:xfrm rot="0" flipH="1">
              <a:off x="491" y="679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5" name=""/>
            <p:cNvSpPr/>
            <p:nvPr/>
          </p:nvSpPr>
          <p:spPr>
            <a:xfrm rot="0" flipH="1">
              <a:off x="502" y="691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6" name=""/>
            <p:cNvSpPr/>
            <p:nvPr/>
          </p:nvSpPr>
          <p:spPr>
            <a:xfrm rot="0" flipV="1">
              <a:off x="502" y="704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7" name=""/>
            <p:cNvSpPr/>
            <p:nvPr/>
          </p:nvSpPr>
          <p:spPr>
            <a:xfrm rot="0" flipH="1">
              <a:off x="514" y="681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8" name=""/>
            <p:cNvSpPr/>
            <p:nvPr/>
          </p:nvSpPr>
          <p:spPr>
            <a:xfrm rot="0">
              <a:off x="502" y="681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59" name=""/>
            <p:cNvSpPr/>
            <p:nvPr/>
          </p:nvSpPr>
          <p:spPr>
            <a:xfrm rot="0" flipV="1">
              <a:off x="524" y="674"/>
              <a:ext cx="2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0" name=""/>
            <p:cNvSpPr/>
            <p:nvPr/>
          </p:nvSpPr>
          <p:spPr>
            <a:xfrm rot="0" flipV="1">
              <a:off x="492" y="720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1" name=""/>
            <p:cNvSpPr/>
            <p:nvPr/>
          </p:nvSpPr>
          <p:spPr>
            <a:xfrm rot="0">
              <a:off x="491" y="675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2" name=""/>
            <p:cNvSpPr/>
            <p:nvPr/>
          </p:nvSpPr>
          <p:spPr>
            <a:xfrm rot="0" flipH="1">
              <a:off x="485" y="659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3" name=""/>
            <p:cNvSpPr/>
            <p:nvPr/>
          </p:nvSpPr>
          <p:spPr>
            <a:xfrm rot="0" flipH="1">
              <a:off x="563" y="683"/>
              <a:ext cx="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4" name=""/>
            <p:cNvSpPr/>
            <p:nvPr/>
          </p:nvSpPr>
          <p:spPr>
            <a:xfrm rot="0" flipV="1">
              <a:off x="549" y="680"/>
              <a:ext cx="4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5" name=""/>
            <p:cNvSpPr/>
            <p:nvPr/>
          </p:nvSpPr>
          <p:spPr>
            <a:xfrm rot="0">
              <a:off x="571" y="695"/>
              <a:ext cx="7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6" name=""/>
            <p:cNvSpPr/>
            <p:nvPr/>
          </p:nvSpPr>
          <p:spPr>
            <a:xfrm rot="0">
              <a:off x="571" y="676"/>
              <a:ext cx="20" cy="58"/>
            </a:xfrm>
            <a:custGeom>
              <a:avLst/>
              <a:ahLst/>
              <a:rect l="0" t="0" r="r" b="b"/>
              <a:pathLst>
                <a:path w="60" h="174">
                  <a:moveTo>
                    <a:pt x="60" y="0"/>
                  </a:moveTo>
                  <a:lnTo>
                    <a:pt x="32" y="174"/>
                  </a:lnTo>
                  <a:lnTo>
                    <a:pt x="0" y="1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7" name=""/>
            <p:cNvSpPr/>
            <p:nvPr/>
          </p:nvSpPr>
          <p:spPr>
            <a:xfrm rot="0">
              <a:off x="555" y="660"/>
              <a:ext cx="8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8" name=""/>
            <p:cNvSpPr/>
            <p:nvPr/>
          </p:nvSpPr>
          <p:spPr>
            <a:xfrm rot="0" flipV="1">
              <a:off x="546" y="703"/>
              <a:ext cx="17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69" name=""/>
            <p:cNvSpPr/>
            <p:nvPr/>
          </p:nvSpPr>
          <p:spPr>
            <a:xfrm rot="0" flipV="1">
              <a:off x="570" y="652"/>
              <a:ext cx="4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0" name=""/>
            <p:cNvSpPr/>
            <p:nvPr/>
          </p:nvSpPr>
          <p:spPr>
            <a:xfrm rot="0" flipV="1">
              <a:off x="630" y="690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1" name=""/>
            <p:cNvSpPr/>
            <p:nvPr/>
          </p:nvSpPr>
          <p:spPr>
            <a:xfrm rot="0">
              <a:off x="617" y="68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2" name=""/>
            <p:cNvSpPr/>
            <p:nvPr/>
          </p:nvSpPr>
          <p:spPr>
            <a:xfrm rot="0">
              <a:off x="630" y="663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3" name=""/>
            <p:cNvSpPr/>
            <p:nvPr/>
          </p:nvSpPr>
          <p:spPr>
            <a:xfrm rot="0" flipV="1">
              <a:off x="602" y="723"/>
              <a:ext cx="5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4" name=""/>
            <p:cNvSpPr/>
            <p:nvPr/>
          </p:nvSpPr>
          <p:spPr>
            <a:xfrm rot="0" flipV="1">
              <a:off x="610" y="662"/>
              <a:ext cx="3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5" name=""/>
            <p:cNvSpPr/>
            <p:nvPr/>
          </p:nvSpPr>
          <p:spPr>
            <a:xfrm rot="0" flipH="1">
              <a:off x="697" y="681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6" name=""/>
            <p:cNvSpPr/>
            <p:nvPr/>
          </p:nvSpPr>
          <p:spPr>
            <a:xfrm rot="0">
              <a:off x="677" y="683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7" name=""/>
            <p:cNvSpPr/>
            <p:nvPr/>
          </p:nvSpPr>
          <p:spPr>
            <a:xfrm rot="0">
              <a:off x="688" y="661"/>
              <a:ext cx="1" cy="6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8" name=""/>
            <p:cNvSpPr/>
            <p:nvPr/>
          </p:nvSpPr>
          <p:spPr>
            <a:xfrm rot="0" flipV="1">
              <a:off x="666" y="674"/>
              <a:ext cx="4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79" name=""/>
            <p:cNvSpPr/>
            <p:nvPr/>
          </p:nvSpPr>
          <p:spPr>
            <a:xfrm rot="0">
              <a:off x="670" y="654"/>
              <a:ext cx="32" cy="9"/>
            </a:xfrm>
            <a:custGeom>
              <a:avLst/>
              <a:ahLst/>
              <a:rect l="0" t="0" r="r" b="b"/>
              <a:pathLst>
                <a:path w="95" h="27">
                  <a:moveTo>
                    <a:pt x="95" y="0"/>
                  </a:moveTo>
                  <a:lnTo>
                    <a:pt x="52" y="17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0" name=""/>
            <p:cNvSpPr/>
            <p:nvPr/>
          </p:nvSpPr>
          <p:spPr>
            <a:xfrm rot="0" flipV="1">
              <a:off x="662" y="692"/>
              <a:ext cx="52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1" name=""/>
            <p:cNvSpPr/>
            <p:nvPr/>
          </p:nvSpPr>
          <p:spPr>
            <a:xfrm rot="0" flipV="1">
              <a:off x="665" y="712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2" name=""/>
            <p:cNvSpPr/>
            <p:nvPr/>
          </p:nvSpPr>
          <p:spPr>
            <a:xfrm rot="0" flipH="1">
              <a:off x="670" y="726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3" name=""/>
            <p:cNvSpPr/>
            <p:nvPr/>
          </p:nvSpPr>
          <p:spPr>
            <a:xfrm rot="0" flipV="1">
              <a:off x="744" y="661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4" name=""/>
            <p:cNvSpPr/>
            <p:nvPr/>
          </p:nvSpPr>
          <p:spPr>
            <a:xfrm rot="0" flipH="1">
              <a:off x="730" y="679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5" name=""/>
            <p:cNvSpPr/>
            <p:nvPr/>
          </p:nvSpPr>
          <p:spPr>
            <a:xfrm rot="0" flipH="1">
              <a:off x="741" y="691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6" name=""/>
            <p:cNvSpPr/>
            <p:nvPr/>
          </p:nvSpPr>
          <p:spPr>
            <a:xfrm rot="0" flipV="1">
              <a:off x="741" y="704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7" name=""/>
            <p:cNvSpPr/>
            <p:nvPr/>
          </p:nvSpPr>
          <p:spPr>
            <a:xfrm rot="0" flipH="1">
              <a:off x="753" y="681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8" name=""/>
            <p:cNvSpPr/>
            <p:nvPr/>
          </p:nvSpPr>
          <p:spPr>
            <a:xfrm rot="0">
              <a:off x="741" y="681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89" name=""/>
            <p:cNvSpPr/>
            <p:nvPr/>
          </p:nvSpPr>
          <p:spPr>
            <a:xfrm rot="0" flipV="1">
              <a:off x="763" y="674"/>
              <a:ext cx="3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0" name=""/>
            <p:cNvSpPr/>
            <p:nvPr/>
          </p:nvSpPr>
          <p:spPr>
            <a:xfrm rot="0" flipV="1">
              <a:off x="731" y="720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1" name=""/>
            <p:cNvSpPr/>
            <p:nvPr/>
          </p:nvSpPr>
          <p:spPr>
            <a:xfrm rot="0">
              <a:off x="730" y="675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2" name=""/>
            <p:cNvSpPr/>
            <p:nvPr/>
          </p:nvSpPr>
          <p:spPr>
            <a:xfrm rot="0" flipH="1">
              <a:off x="724" y="659"/>
              <a:ext cx="4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3" name=""/>
            <p:cNvSpPr/>
            <p:nvPr/>
          </p:nvSpPr>
          <p:spPr>
            <a:xfrm rot="0">
              <a:off x="786" y="706"/>
              <a:ext cx="7" cy="7"/>
            </a:xfrm>
            <a:custGeom>
              <a:avLst/>
              <a:ahLst/>
              <a:rect l="0" t="0" r="r" b="b"/>
              <a:pathLst>
                <a:path w="21" h="22">
                  <a:moveTo>
                    <a:pt x="0" y="10"/>
                  </a:moveTo>
                  <a:lnTo>
                    <a:pt x="1" y="17"/>
                  </a:lnTo>
                  <a:lnTo>
                    <a:pt x="5" y="21"/>
                  </a:lnTo>
                  <a:lnTo>
                    <a:pt x="11" y="22"/>
                  </a:lnTo>
                  <a:lnTo>
                    <a:pt x="16" y="21"/>
                  </a:lnTo>
                  <a:lnTo>
                    <a:pt x="20" y="17"/>
                  </a:lnTo>
                  <a:lnTo>
                    <a:pt x="21" y="10"/>
                  </a:lnTo>
                  <a:lnTo>
                    <a:pt x="20" y="5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5" y="1"/>
                  </a:lnTo>
                  <a:lnTo>
                    <a:pt x="1" y="5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4" name=""/>
            <p:cNvSpPr/>
            <p:nvPr/>
          </p:nvSpPr>
          <p:spPr>
            <a:xfrm rot="0">
              <a:off x="787" y="707"/>
              <a:ext cx="5" cy="6"/>
            </a:xfrm>
            <a:custGeom>
              <a:avLst/>
              <a:ahLst/>
              <a:rect l="0" t="0" r="r" b="b"/>
              <a:pathLst>
                <a:path w="16" h="18">
                  <a:moveTo>
                    <a:pt x="16" y="8"/>
                  </a:moveTo>
                  <a:lnTo>
                    <a:pt x="14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1" y="4"/>
                  </a:lnTo>
                  <a:lnTo>
                    <a:pt x="0" y="8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8" y="18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5" name=""/>
            <p:cNvSpPr/>
            <p:nvPr/>
          </p:nvSpPr>
          <p:spPr>
            <a:xfrm rot="0">
              <a:off x="787" y="708"/>
              <a:ext cx="4" cy="4"/>
            </a:xfrm>
            <a:custGeom>
              <a:avLst/>
              <a:ahLst/>
              <a:rect l="0" t="0" r="r" b="b"/>
              <a:pathLst>
                <a:path w="11" h="12">
                  <a:moveTo>
                    <a:pt x="11" y="5"/>
                  </a:move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2"/>
                  </a:lnTo>
                  <a:lnTo>
                    <a:pt x="10" y="9"/>
                  </a:lnTo>
                  <a:lnTo>
                    <a:pt x="1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6" name=""/>
            <p:cNvSpPr/>
            <p:nvPr/>
          </p:nvSpPr>
          <p:spPr>
            <a:xfrm rot="0">
              <a:off x="788" y="709"/>
              <a:ext cx="2" cy="1"/>
            </a:xfrm>
            <a:custGeom>
              <a:avLst/>
              <a:ahLst/>
              <a:rect l="0" t="0" r="r" b="b"/>
              <a:pathLst>
                <a:path w="5" h="5">
                  <a:moveTo>
                    <a:pt x="5" y="2"/>
                  </a:moveTo>
                  <a:lnTo>
                    <a:pt x="4" y="1"/>
                  </a:lnTo>
                  <a:lnTo>
                    <a:pt x="3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397" name=""/>
            <p:cNvSpPr/>
            <p:nvPr/>
          </p:nvSpPr>
          <p:spPr>
            <a:xfrm rot="0">
              <a:off x="837" y="622"/>
              <a:ext cx="106" cy="144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sz="1500" i="1" lang="en-US">
                  <a:solidFill>
                    <a:srgbClr val="000000"/>
                  </a:solidFill>
                </a:rPr>
                <a:t>¦Á</a:t>
              </a:r>
            </a:p>
          </p:txBody>
        </p:sp>
        <p:sp>
          <p:nvSpPr>
            <p:cNvPr id="1055398" name=""/>
            <p:cNvSpPr/>
            <p:nvPr/>
          </p:nvSpPr>
          <p:spPr>
            <a:xfrm rot="0">
              <a:off x="901" y="622"/>
              <a:ext cx="68" cy="144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sz="1500" lang="en-US">
                  <a:solidFill>
                    <a:srgbClr val="000000"/>
                  </a:solidFill>
                </a:rPr>
                <a:t>=</a:t>
              </a:r>
            </a:p>
          </p:txBody>
        </p:sp>
        <p:sp>
          <p:nvSpPr>
            <p:cNvPr id="1055399" name=""/>
            <p:cNvSpPr/>
            <p:nvPr/>
          </p:nvSpPr>
          <p:spPr>
            <a:xfrm rot="0">
              <a:off x="782" y="710"/>
              <a:ext cx="11" cy="14"/>
            </a:xfrm>
            <a:custGeom>
              <a:avLst/>
              <a:ahLst/>
              <a:rect l="0" t="0" r="r" b="b"/>
              <a:pathLst>
                <a:path w="33" h="42">
                  <a:moveTo>
                    <a:pt x="33" y="0"/>
                  </a:moveTo>
                  <a:lnTo>
                    <a:pt x="33" y="14"/>
                  </a:lnTo>
                  <a:lnTo>
                    <a:pt x="28" y="28"/>
                  </a:lnTo>
                  <a:lnTo>
                    <a:pt x="15" y="38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0" name=""/>
            <p:cNvSpPr/>
            <p:nvPr/>
          </p:nvSpPr>
          <p:spPr>
            <a:xfrm rot="0">
              <a:off x="980" y="664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1" name=""/>
            <p:cNvSpPr/>
            <p:nvPr/>
          </p:nvSpPr>
          <p:spPr>
            <a:xfrm rot="0">
              <a:off x="993" y="664"/>
              <a:ext cx="14" cy="28"/>
            </a:xfrm>
            <a:custGeom>
              <a:avLst/>
              <a:ahLst/>
              <a:rect l="0" t="0" r="r" b="b"/>
              <a:pathLst>
                <a:path w="41" h="83">
                  <a:moveTo>
                    <a:pt x="0" y="83"/>
                  </a:moveTo>
                  <a:lnTo>
                    <a:pt x="11" y="81"/>
                  </a:lnTo>
                  <a:lnTo>
                    <a:pt x="20" y="78"/>
                  </a:lnTo>
                  <a:lnTo>
                    <a:pt x="29" y="71"/>
                  </a:lnTo>
                  <a:lnTo>
                    <a:pt x="36" y="62"/>
                  </a:lnTo>
                  <a:lnTo>
                    <a:pt x="40" y="53"/>
                  </a:lnTo>
                  <a:lnTo>
                    <a:pt x="41" y="42"/>
                  </a:lnTo>
                  <a:lnTo>
                    <a:pt x="40" y="31"/>
                  </a:lnTo>
                  <a:lnTo>
                    <a:pt x="36" y="21"/>
                  </a:lnTo>
                  <a:lnTo>
                    <a:pt x="29" y="12"/>
                  </a:lnTo>
                  <a:lnTo>
                    <a:pt x="20" y="6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2" name=""/>
            <p:cNvSpPr/>
            <p:nvPr/>
          </p:nvSpPr>
          <p:spPr>
            <a:xfrm rot="0" flipH="1">
              <a:off x="986" y="692"/>
              <a:ext cx="7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3" name=""/>
            <p:cNvSpPr/>
            <p:nvPr/>
          </p:nvSpPr>
          <p:spPr>
            <a:xfrm rot="0">
              <a:off x="993" y="692"/>
              <a:ext cx="14" cy="14"/>
            </a:xfrm>
            <a:custGeom>
              <a:avLst/>
              <a:ahLst/>
              <a:rect l="0" t="0" r="r" b="b"/>
              <a:pathLst>
                <a:path w="41" h="41">
                  <a:moveTo>
                    <a:pt x="41" y="41"/>
                  </a:moveTo>
                  <a:lnTo>
                    <a:pt x="40" y="30"/>
                  </a:lnTo>
                  <a:lnTo>
                    <a:pt x="36" y="21"/>
                  </a:lnTo>
                  <a:lnTo>
                    <a:pt x="29" y="12"/>
                  </a:lnTo>
                  <a:lnTo>
                    <a:pt x="20" y="5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4" name=""/>
            <p:cNvSpPr/>
            <p:nvPr/>
          </p:nvSpPr>
          <p:spPr>
            <a:xfrm rot="0">
              <a:off x="1007" y="706"/>
              <a:ext cx="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5" name=""/>
            <p:cNvSpPr/>
            <p:nvPr/>
          </p:nvSpPr>
          <p:spPr>
            <a:xfrm rot="0">
              <a:off x="993" y="713"/>
              <a:ext cx="14" cy="13"/>
            </a:xfrm>
            <a:custGeom>
              <a:avLst/>
              <a:ahLst/>
              <a:rect l="0" t="0" r="r" b="b"/>
              <a:pathLst>
                <a:path w="41" h="40">
                  <a:moveTo>
                    <a:pt x="0" y="40"/>
                  </a:moveTo>
                  <a:lnTo>
                    <a:pt x="11" y="39"/>
                  </a:lnTo>
                  <a:lnTo>
                    <a:pt x="20" y="35"/>
                  </a:lnTo>
                  <a:lnTo>
                    <a:pt x="29" y="29"/>
                  </a:lnTo>
                  <a:lnTo>
                    <a:pt x="36" y="21"/>
                  </a:lnTo>
                  <a:lnTo>
                    <a:pt x="40" y="10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6" name=""/>
            <p:cNvSpPr/>
            <p:nvPr/>
          </p:nvSpPr>
          <p:spPr>
            <a:xfrm rot="0" flipH="1">
              <a:off x="980" y="726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7" name=""/>
            <p:cNvSpPr/>
            <p:nvPr/>
          </p:nvSpPr>
          <p:spPr>
            <a:xfrm rot="0">
              <a:off x="1028" y="668"/>
              <a:ext cx="7" cy="55"/>
            </a:xfrm>
            <a:custGeom>
              <a:avLst/>
              <a:ahLst/>
              <a:rect l="0" t="0" r="r" b="b"/>
              <a:pathLst>
                <a:path w="21" h="165">
                  <a:moveTo>
                    <a:pt x="21" y="0"/>
                  </a:moveTo>
                  <a:lnTo>
                    <a:pt x="12" y="20"/>
                  </a:lnTo>
                  <a:lnTo>
                    <a:pt x="5" y="40"/>
                  </a:lnTo>
                  <a:lnTo>
                    <a:pt x="1" y="61"/>
                  </a:lnTo>
                  <a:lnTo>
                    <a:pt x="0" y="83"/>
                  </a:lnTo>
                  <a:lnTo>
                    <a:pt x="1" y="104"/>
                  </a:lnTo>
                  <a:lnTo>
                    <a:pt x="5" y="125"/>
                  </a:lnTo>
                  <a:lnTo>
                    <a:pt x="12" y="146"/>
                  </a:lnTo>
                  <a:lnTo>
                    <a:pt x="21" y="1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8" name=""/>
            <p:cNvSpPr/>
            <p:nvPr/>
          </p:nvSpPr>
          <p:spPr>
            <a:xfrm rot="0">
              <a:off x="1035" y="664"/>
              <a:ext cx="13" cy="4"/>
            </a:xfrm>
            <a:custGeom>
              <a:avLst/>
              <a:ahLst/>
              <a:rect l="0" t="0" r="r" b="b"/>
              <a:pathLst>
                <a:path w="41" h="10">
                  <a:moveTo>
                    <a:pt x="41" y="10"/>
                  </a:moveTo>
                  <a:lnTo>
                    <a:pt x="35" y="5"/>
                  </a:lnTo>
                  <a:lnTo>
                    <a:pt x="28" y="1"/>
                  </a:lnTo>
                  <a:lnTo>
                    <a:pt x="20" y="0"/>
                  </a:lnTo>
                  <a:lnTo>
                    <a:pt x="12" y="1"/>
                  </a:lnTo>
                  <a:lnTo>
                    <a:pt x="5" y="5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09" name=""/>
            <p:cNvSpPr/>
            <p:nvPr/>
          </p:nvSpPr>
          <p:spPr>
            <a:xfrm rot="0">
              <a:off x="1048" y="668"/>
              <a:ext cx="7" cy="55"/>
            </a:xfrm>
            <a:custGeom>
              <a:avLst/>
              <a:ahLst/>
              <a:rect l="0" t="0" r="r" b="b"/>
              <a:pathLst>
                <a:path w="21" h="165">
                  <a:moveTo>
                    <a:pt x="0" y="165"/>
                  </a:moveTo>
                  <a:lnTo>
                    <a:pt x="9" y="146"/>
                  </a:lnTo>
                  <a:lnTo>
                    <a:pt x="15" y="125"/>
                  </a:lnTo>
                  <a:lnTo>
                    <a:pt x="19" y="104"/>
                  </a:lnTo>
                  <a:lnTo>
                    <a:pt x="21" y="83"/>
                  </a:lnTo>
                  <a:lnTo>
                    <a:pt x="19" y="61"/>
                  </a:lnTo>
                  <a:lnTo>
                    <a:pt x="15" y="40"/>
                  </a:lnTo>
                  <a:lnTo>
                    <a:pt x="9" y="2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0" name=""/>
            <p:cNvSpPr/>
            <p:nvPr/>
          </p:nvSpPr>
          <p:spPr>
            <a:xfrm rot="0">
              <a:off x="1035" y="723"/>
              <a:ext cx="13" cy="3"/>
            </a:xfrm>
            <a:custGeom>
              <a:avLst/>
              <a:ahLst/>
              <a:rect l="0" t="0" r="r" b="b"/>
              <a:pathLst>
                <a:path w="41" h="10">
                  <a:moveTo>
                    <a:pt x="0" y="0"/>
                  </a:moveTo>
                  <a:lnTo>
                    <a:pt x="5" y="6"/>
                  </a:lnTo>
                  <a:lnTo>
                    <a:pt x="12" y="9"/>
                  </a:lnTo>
                  <a:lnTo>
                    <a:pt x="20" y="10"/>
                  </a:lnTo>
                  <a:lnTo>
                    <a:pt x="28" y="9"/>
                  </a:lnTo>
                  <a:lnTo>
                    <a:pt x="35" y="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1" name=""/>
            <p:cNvSpPr/>
            <p:nvPr/>
          </p:nvSpPr>
          <p:spPr>
            <a:xfrm rot="0">
              <a:off x="1075" y="664"/>
              <a:ext cx="17" cy="4"/>
            </a:xfrm>
            <a:custGeom>
              <a:avLst/>
              <a:ahLst/>
              <a:rect l="0" t="0" r="r" b="b"/>
              <a:pathLst>
                <a:path w="51" h="10">
                  <a:moveTo>
                    <a:pt x="51" y="0"/>
                  </a:moveTo>
                  <a:lnTo>
                    <a:pt x="34" y="1"/>
                  </a:lnTo>
                  <a:lnTo>
                    <a:pt x="17" y="4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2" name=""/>
            <p:cNvSpPr/>
            <p:nvPr/>
          </p:nvSpPr>
          <p:spPr>
            <a:xfrm rot="0">
              <a:off x="1092" y="664"/>
              <a:ext cx="11" cy="18"/>
            </a:xfrm>
            <a:custGeom>
              <a:avLst/>
              <a:ahLst/>
              <a:rect l="0" t="0" r="r" b="b"/>
              <a:pathLst>
                <a:path w="32" h="53">
                  <a:moveTo>
                    <a:pt x="23" y="53"/>
                  </a:moveTo>
                  <a:lnTo>
                    <a:pt x="28" y="46"/>
                  </a:lnTo>
                  <a:lnTo>
                    <a:pt x="31" y="37"/>
                  </a:lnTo>
                  <a:lnTo>
                    <a:pt x="32" y="28"/>
                  </a:lnTo>
                  <a:lnTo>
                    <a:pt x="29" y="20"/>
                  </a:lnTo>
                  <a:lnTo>
                    <a:pt x="25" y="12"/>
                  </a:lnTo>
                  <a:lnTo>
                    <a:pt x="18" y="5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3" name=""/>
            <p:cNvSpPr/>
            <p:nvPr/>
          </p:nvSpPr>
          <p:spPr>
            <a:xfrm rot="0">
              <a:off x="1089" y="682"/>
              <a:ext cx="11" cy="24"/>
            </a:xfrm>
            <a:custGeom>
              <a:avLst/>
              <a:ahLst/>
              <a:rect l="0" t="0" r="r" b="b"/>
              <a:pathLst>
                <a:path w="32" h="71">
                  <a:moveTo>
                    <a:pt x="32" y="0"/>
                  </a:moveTo>
                  <a:lnTo>
                    <a:pt x="8" y="23"/>
                  </a:lnTo>
                  <a:lnTo>
                    <a:pt x="2" y="32"/>
                  </a:lnTo>
                  <a:lnTo>
                    <a:pt x="0" y="44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4" name=""/>
            <p:cNvSpPr/>
            <p:nvPr/>
          </p:nvSpPr>
          <p:spPr>
            <a:xfrm rot="0">
              <a:off x="1089" y="723"/>
              <a:ext cx="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5" name=""/>
            <p:cNvSpPr/>
            <p:nvPr/>
          </p:nvSpPr>
          <p:spPr>
            <a:xfrm rot="0">
              <a:off x="1535" y="2337"/>
              <a:ext cx="35" cy="27"/>
            </a:xfrm>
            <a:custGeom>
              <a:avLst/>
              <a:ahLst/>
              <a:rect l="0" t="0" r="r" b="b"/>
              <a:pathLst>
                <a:path w="105" h="79">
                  <a:moveTo>
                    <a:pt x="0" y="0"/>
                  </a:moveTo>
                  <a:lnTo>
                    <a:pt x="30" y="79"/>
                  </a:lnTo>
                  <a:lnTo>
                    <a:pt x="10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6" name=""/>
            <p:cNvSpPr/>
            <p:nvPr/>
          </p:nvSpPr>
          <p:spPr>
            <a:xfrm rot="0" flipH="1">
              <a:off x="1537" y="2364"/>
              <a:ext cx="8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7" name=""/>
            <p:cNvSpPr/>
            <p:nvPr/>
          </p:nvSpPr>
          <p:spPr>
            <a:xfrm rot="0" flipV="1">
              <a:off x="1571" y="2364"/>
              <a:ext cx="1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8" name=""/>
            <p:cNvSpPr/>
            <p:nvPr/>
          </p:nvSpPr>
          <p:spPr>
            <a:xfrm rot="0">
              <a:off x="1577" y="2380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19" name=""/>
            <p:cNvSpPr/>
            <p:nvPr/>
          </p:nvSpPr>
          <p:spPr>
            <a:xfrm rot="0" flipH="1">
              <a:off x="1592" y="2364"/>
              <a:ext cx="10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0" name=""/>
            <p:cNvSpPr/>
            <p:nvPr/>
          </p:nvSpPr>
          <p:spPr>
            <a:xfrm rot="0">
              <a:off x="2282" y="1531"/>
              <a:ext cx="36" cy="27"/>
            </a:xfrm>
            <a:custGeom>
              <a:avLst/>
              <a:ahLst/>
              <a:rect l="0" t="0" r="r" b="b"/>
              <a:pathLst>
                <a:path w="107" h="79">
                  <a:moveTo>
                    <a:pt x="0" y="0"/>
                  </a:moveTo>
                  <a:lnTo>
                    <a:pt x="32" y="79"/>
                  </a:lnTo>
                  <a:lnTo>
                    <a:pt x="10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1" name=""/>
            <p:cNvSpPr/>
            <p:nvPr/>
          </p:nvSpPr>
          <p:spPr>
            <a:xfrm rot="0" flipH="1">
              <a:off x="2286" y="1558"/>
              <a:ext cx="7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2" name=""/>
            <p:cNvSpPr/>
            <p:nvPr/>
          </p:nvSpPr>
          <p:spPr>
            <a:xfrm rot="0">
              <a:off x="2319" y="1558"/>
              <a:ext cx="35" cy="37"/>
            </a:xfrm>
            <a:custGeom>
              <a:avLst/>
              <a:ahLst/>
              <a:rect l="0" t="0" r="r" b="b"/>
              <a:pathLst>
                <a:path w="105" h="110">
                  <a:moveTo>
                    <a:pt x="6" y="0"/>
                  </a:moveTo>
                  <a:lnTo>
                    <a:pt x="0" y="110"/>
                  </a:lnTo>
                  <a:lnTo>
                    <a:pt x="43" y="36"/>
                  </a:lnTo>
                  <a:lnTo>
                    <a:pt x="50" y="110"/>
                  </a:lnTo>
                  <a:lnTo>
                    <a:pt x="10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3" name=""/>
            <p:cNvSpPr/>
            <p:nvPr/>
          </p:nvSpPr>
          <p:spPr>
            <a:xfrm rot="0">
              <a:off x="1566" y="836"/>
              <a:ext cx="44" cy="52"/>
            </a:xfrm>
            <a:custGeom>
              <a:avLst/>
              <a:ahLst/>
              <a:rect l="0" t="0" r="r" b="b"/>
              <a:pathLst>
                <a:path w="131" h="158">
                  <a:moveTo>
                    <a:pt x="43" y="0"/>
                  </a:moveTo>
                  <a:lnTo>
                    <a:pt x="131" y="0"/>
                  </a:lnTo>
                  <a:lnTo>
                    <a:pt x="0" y="158"/>
                  </a:lnTo>
                  <a:lnTo>
                    <a:pt x="88" y="1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4" name=""/>
            <p:cNvSpPr/>
            <p:nvPr/>
          </p:nvSpPr>
          <p:spPr>
            <a:xfrm rot="0">
              <a:off x="1410" y="2171"/>
              <a:ext cx="25" cy="35"/>
            </a:xfrm>
            <a:custGeom>
              <a:avLst/>
              <a:ahLst/>
              <a:rect l="0" t="0" r="r" b="b"/>
              <a:pathLst>
                <a:path w="75" h="107">
                  <a:moveTo>
                    <a:pt x="75" y="0"/>
                  </a:moveTo>
                  <a:lnTo>
                    <a:pt x="49" y="0"/>
                  </a:lnTo>
                  <a:lnTo>
                    <a:pt x="36" y="5"/>
                  </a:lnTo>
                  <a:lnTo>
                    <a:pt x="23" y="14"/>
                  </a:lnTo>
                  <a:lnTo>
                    <a:pt x="14" y="28"/>
                  </a:lnTo>
                  <a:lnTo>
                    <a:pt x="0" y="80"/>
                  </a:lnTo>
                  <a:lnTo>
                    <a:pt x="0" y="89"/>
                  </a:lnTo>
                  <a:lnTo>
                    <a:pt x="6" y="97"/>
                  </a:lnTo>
                  <a:lnTo>
                    <a:pt x="14" y="107"/>
                  </a:lnTo>
                  <a:lnTo>
                    <a:pt x="45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5" name=""/>
            <p:cNvSpPr/>
            <p:nvPr/>
          </p:nvSpPr>
          <p:spPr>
            <a:xfrm rot="0">
              <a:off x="724" y="1912"/>
              <a:ext cx="31" cy="53"/>
            </a:xfrm>
            <a:custGeom>
              <a:avLst/>
              <a:ahLst/>
              <a:rect l="0" t="0" r="r" b="b"/>
              <a:pathLst>
                <a:path w="93" h="159">
                  <a:moveTo>
                    <a:pt x="45" y="0"/>
                  </a:moveTo>
                  <a:lnTo>
                    <a:pt x="0" y="159"/>
                  </a:lnTo>
                  <a:lnTo>
                    <a:pt x="39" y="159"/>
                  </a:lnTo>
                  <a:lnTo>
                    <a:pt x="58" y="154"/>
                  </a:lnTo>
                  <a:lnTo>
                    <a:pt x="71" y="146"/>
                  </a:lnTo>
                  <a:lnTo>
                    <a:pt x="80" y="132"/>
                  </a:lnTo>
                  <a:lnTo>
                    <a:pt x="93" y="84"/>
                  </a:lnTo>
                  <a:lnTo>
                    <a:pt x="93" y="71"/>
                  </a:lnTo>
                  <a:lnTo>
                    <a:pt x="88" y="57"/>
                  </a:lnTo>
                  <a:lnTo>
                    <a:pt x="75" y="53"/>
                  </a:lnTo>
                  <a:lnTo>
                    <a:pt x="3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6" name=""/>
            <p:cNvSpPr/>
            <p:nvPr/>
          </p:nvSpPr>
          <p:spPr>
            <a:xfrm rot="0">
              <a:off x="1116" y="1644"/>
              <a:ext cx="26" cy="36"/>
            </a:xfrm>
            <a:custGeom>
              <a:avLst/>
              <a:ahLst/>
              <a:rect l="0" t="0" r="r" b="b"/>
              <a:pathLst>
                <a:path w="79" h="107">
                  <a:moveTo>
                    <a:pt x="70" y="107"/>
                  </a:moveTo>
                  <a:lnTo>
                    <a:pt x="57" y="85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27" y="6"/>
                  </a:lnTo>
                  <a:lnTo>
                    <a:pt x="18" y="14"/>
                  </a:lnTo>
                  <a:lnTo>
                    <a:pt x="14" y="23"/>
                  </a:lnTo>
                  <a:lnTo>
                    <a:pt x="0" y="81"/>
                  </a:lnTo>
                  <a:lnTo>
                    <a:pt x="0" y="89"/>
                  </a:lnTo>
                  <a:lnTo>
                    <a:pt x="4" y="102"/>
                  </a:lnTo>
                  <a:lnTo>
                    <a:pt x="14" y="107"/>
                  </a:lnTo>
                  <a:lnTo>
                    <a:pt x="27" y="107"/>
                  </a:lnTo>
                  <a:lnTo>
                    <a:pt x="40" y="102"/>
                  </a:lnTo>
                  <a:lnTo>
                    <a:pt x="49" y="98"/>
                  </a:lnTo>
                  <a:lnTo>
                    <a:pt x="57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64" name=""/>
          <p:cNvGrpSpPr/>
          <p:nvPr/>
        </p:nvGrpSpPr>
        <p:grpSpPr>
          <a:xfrm rot="0">
            <a:off x="450850" y="1030287"/>
            <a:ext cx="6689725" cy="3059112"/>
            <a:chOff x="284" y="649"/>
            <a:chExt cx="4214" cy="1927"/>
          </a:xfrm>
        </p:grpSpPr>
        <p:sp>
          <p:nvSpPr>
            <p:cNvPr id="1055427" name=""/>
            <p:cNvSpPr/>
            <p:nvPr/>
          </p:nvSpPr>
          <p:spPr>
            <a:xfrm rot="0">
              <a:off x="1574" y="1490"/>
              <a:ext cx="37" cy="53"/>
            </a:xfrm>
            <a:custGeom>
              <a:avLst/>
              <a:ahLst/>
              <a:rect l="0" t="0" r="r" b="b"/>
              <a:pathLst>
                <a:path w="111" h="160">
                  <a:moveTo>
                    <a:pt x="36" y="160"/>
                  </a:moveTo>
                  <a:lnTo>
                    <a:pt x="45" y="160"/>
                  </a:lnTo>
                  <a:lnTo>
                    <a:pt x="58" y="156"/>
                  </a:lnTo>
                  <a:lnTo>
                    <a:pt x="71" y="146"/>
                  </a:lnTo>
                  <a:lnTo>
                    <a:pt x="79" y="137"/>
                  </a:lnTo>
                  <a:lnTo>
                    <a:pt x="88" y="124"/>
                  </a:lnTo>
                  <a:lnTo>
                    <a:pt x="111" y="40"/>
                  </a:lnTo>
                  <a:lnTo>
                    <a:pt x="111" y="27"/>
                  </a:lnTo>
                  <a:lnTo>
                    <a:pt x="107" y="14"/>
                  </a:lnTo>
                  <a:lnTo>
                    <a:pt x="98" y="6"/>
                  </a:lnTo>
                  <a:lnTo>
                    <a:pt x="84" y="0"/>
                  </a:lnTo>
                  <a:lnTo>
                    <a:pt x="66" y="0"/>
                  </a:lnTo>
                  <a:lnTo>
                    <a:pt x="49" y="6"/>
                  </a:lnTo>
                  <a:lnTo>
                    <a:pt x="36" y="14"/>
                  </a:lnTo>
                  <a:lnTo>
                    <a:pt x="27" y="27"/>
                  </a:lnTo>
                  <a:lnTo>
                    <a:pt x="23" y="36"/>
                  </a:lnTo>
                  <a:lnTo>
                    <a:pt x="0" y="111"/>
                  </a:lnTo>
                  <a:lnTo>
                    <a:pt x="0" y="133"/>
                  </a:lnTo>
                  <a:lnTo>
                    <a:pt x="4" y="146"/>
                  </a:lnTo>
                  <a:lnTo>
                    <a:pt x="19" y="156"/>
                  </a:lnTo>
                  <a:lnTo>
                    <a:pt x="36" y="1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28" name=""/>
            <p:cNvSpPr/>
            <p:nvPr/>
          </p:nvSpPr>
          <p:spPr>
            <a:xfrm rot="0">
              <a:off x="1422" y="2116"/>
              <a:ext cx="15" cy="22"/>
            </a:xfrm>
            <a:custGeom>
              <a:avLst/>
              <a:ahLst/>
              <a:rect l="0" t="0" r="r" b="b"/>
              <a:pathLst>
                <a:path w="44" h="64">
                  <a:moveTo>
                    <a:pt x="11" y="31"/>
                  </a:moveTo>
                  <a:lnTo>
                    <a:pt x="21" y="0"/>
                  </a:lnTo>
                  <a:lnTo>
                    <a:pt x="31" y="5"/>
                  </a:lnTo>
                  <a:lnTo>
                    <a:pt x="38" y="12"/>
                  </a:lnTo>
                  <a:lnTo>
                    <a:pt x="42" y="22"/>
                  </a:lnTo>
                  <a:lnTo>
                    <a:pt x="44" y="31"/>
                  </a:lnTo>
                  <a:lnTo>
                    <a:pt x="42" y="42"/>
                  </a:lnTo>
                  <a:lnTo>
                    <a:pt x="37" y="51"/>
                  </a:lnTo>
                  <a:lnTo>
                    <a:pt x="31" y="59"/>
                  </a:lnTo>
                  <a:lnTo>
                    <a:pt x="20" y="63"/>
                  </a:lnTo>
                  <a:lnTo>
                    <a:pt x="11" y="64"/>
                  </a:lnTo>
                  <a:lnTo>
                    <a:pt x="0" y="63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29" name=""/>
            <p:cNvSpPr/>
            <p:nvPr/>
          </p:nvSpPr>
          <p:spPr>
            <a:xfrm rot="0">
              <a:off x="1422" y="2116"/>
              <a:ext cx="15" cy="22"/>
            </a:xfrm>
            <a:custGeom>
              <a:avLst/>
              <a:ahLst/>
              <a:rect l="0" t="0" r="r" b="b"/>
              <a:pathLst>
                <a:path w="44" h="64">
                  <a:moveTo>
                    <a:pt x="21" y="0"/>
                  </a:moveTo>
                  <a:lnTo>
                    <a:pt x="31" y="5"/>
                  </a:lnTo>
                  <a:lnTo>
                    <a:pt x="38" y="12"/>
                  </a:lnTo>
                  <a:lnTo>
                    <a:pt x="42" y="22"/>
                  </a:lnTo>
                  <a:lnTo>
                    <a:pt x="44" y="31"/>
                  </a:lnTo>
                  <a:lnTo>
                    <a:pt x="42" y="42"/>
                  </a:lnTo>
                  <a:lnTo>
                    <a:pt x="37" y="51"/>
                  </a:lnTo>
                  <a:lnTo>
                    <a:pt x="31" y="59"/>
                  </a:lnTo>
                  <a:lnTo>
                    <a:pt x="20" y="63"/>
                  </a:lnTo>
                  <a:lnTo>
                    <a:pt x="11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0" name=""/>
            <p:cNvSpPr/>
            <p:nvPr/>
          </p:nvSpPr>
          <p:spPr>
            <a:xfrm rot="0">
              <a:off x="787" y="1898"/>
              <a:ext cx="642" cy="239"/>
            </a:xfrm>
            <a:custGeom>
              <a:avLst/>
              <a:ahLst/>
              <a:rect l="0" t="0" r="r" b="b"/>
              <a:pathLst>
                <a:path w="1927" h="719">
                  <a:moveTo>
                    <a:pt x="1906" y="719"/>
                  </a:moveTo>
                  <a:lnTo>
                    <a:pt x="1917" y="687"/>
                  </a:lnTo>
                  <a:lnTo>
                    <a:pt x="1927" y="656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1906" y="7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31" name=""/>
            <p:cNvSpPr/>
            <p:nvPr/>
          </p:nvSpPr>
          <p:spPr>
            <a:xfrm rot="0">
              <a:off x="787" y="1898"/>
              <a:ext cx="642" cy="239"/>
            </a:xfrm>
            <a:custGeom>
              <a:avLst/>
              <a:ahLst/>
              <a:rect l="0" t="0" r="r" b="b"/>
              <a:pathLst>
                <a:path w="1927" h="719">
                  <a:moveTo>
                    <a:pt x="1906" y="719"/>
                  </a:moveTo>
                  <a:lnTo>
                    <a:pt x="1917" y="687"/>
                  </a:lnTo>
                  <a:lnTo>
                    <a:pt x="1927" y="656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1906" y="7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2" name=""/>
            <p:cNvSpPr/>
            <p:nvPr/>
          </p:nvSpPr>
          <p:spPr>
            <a:xfrm rot="0">
              <a:off x="779" y="1897"/>
              <a:ext cx="15" cy="22"/>
            </a:xfrm>
            <a:custGeom>
              <a:avLst/>
              <a:ahLst/>
              <a:rect l="0" t="0" r="r" b="b"/>
              <a:pathLst>
                <a:path w="44" h="65">
                  <a:moveTo>
                    <a:pt x="33" y="33"/>
                  </a:moveTo>
                  <a:lnTo>
                    <a:pt x="23" y="65"/>
                  </a:lnTo>
                  <a:lnTo>
                    <a:pt x="14" y="59"/>
                  </a:lnTo>
                  <a:lnTo>
                    <a:pt x="6" y="53"/>
                  </a:lnTo>
                  <a:lnTo>
                    <a:pt x="2" y="42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7" y="13"/>
                  </a:lnTo>
                  <a:lnTo>
                    <a:pt x="14" y="6"/>
                  </a:lnTo>
                  <a:lnTo>
                    <a:pt x="24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33" name=""/>
            <p:cNvSpPr/>
            <p:nvPr/>
          </p:nvSpPr>
          <p:spPr>
            <a:xfrm rot="0">
              <a:off x="779" y="1897"/>
              <a:ext cx="15" cy="22"/>
            </a:xfrm>
            <a:custGeom>
              <a:avLst/>
              <a:ahLst/>
              <a:rect l="0" t="0" r="r" b="b"/>
              <a:pathLst>
                <a:path w="44" h="65">
                  <a:moveTo>
                    <a:pt x="23" y="65"/>
                  </a:moveTo>
                  <a:lnTo>
                    <a:pt x="14" y="59"/>
                  </a:lnTo>
                  <a:lnTo>
                    <a:pt x="6" y="53"/>
                  </a:lnTo>
                  <a:lnTo>
                    <a:pt x="2" y="42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7" y="13"/>
                  </a:lnTo>
                  <a:lnTo>
                    <a:pt x="14" y="6"/>
                  </a:lnTo>
                  <a:lnTo>
                    <a:pt x="24" y="2"/>
                  </a:lnTo>
                  <a:lnTo>
                    <a:pt x="33" y="0"/>
                  </a:lnTo>
                  <a:lnTo>
                    <a:pt x="44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4" name=""/>
            <p:cNvSpPr/>
            <p:nvPr/>
          </p:nvSpPr>
          <p:spPr>
            <a:xfrm rot="0">
              <a:off x="1515" y="841"/>
              <a:ext cx="1" cy="14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5" name=""/>
            <p:cNvSpPr/>
            <p:nvPr/>
          </p:nvSpPr>
          <p:spPr>
            <a:xfrm rot="0">
              <a:off x="1146" y="1577"/>
              <a:ext cx="25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6" name=""/>
            <p:cNvSpPr/>
            <p:nvPr/>
          </p:nvSpPr>
          <p:spPr>
            <a:xfrm rot="0">
              <a:off x="642" y="1577"/>
              <a:ext cx="160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7" name=""/>
            <p:cNvSpPr/>
            <p:nvPr/>
          </p:nvSpPr>
          <p:spPr>
            <a:xfrm rot="0">
              <a:off x="584" y="1546"/>
              <a:ext cx="20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8" name=""/>
            <p:cNvSpPr/>
            <p:nvPr/>
          </p:nvSpPr>
          <p:spPr>
            <a:xfrm rot="0" flipH="1">
              <a:off x="569" y="1546"/>
              <a:ext cx="50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39" name=""/>
            <p:cNvSpPr/>
            <p:nvPr/>
          </p:nvSpPr>
          <p:spPr>
            <a:xfrm rot="0">
              <a:off x="4034" y="1862"/>
              <a:ext cx="21" cy="14"/>
            </a:xfrm>
            <a:custGeom>
              <a:avLst/>
              <a:ahLst/>
              <a:rect l="0" t="0" r="r" b="b"/>
              <a:pathLst>
                <a:path w="64" h="43">
                  <a:moveTo>
                    <a:pt x="32" y="33"/>
                  </a:moveTo>
                  <a:lnTo>
                    <a:pt x="1" y="43"/>
                  </a:lnTo>
                  <a:lnTo>
                    <a:pt x="0" y="33"/>
                  </a:lnTo>
                  <a:lnTo>
                    <a:pt x="1" y="24"/>
                  </a:lnTo>
                  <a:lnTo>
                    <a:pt x="5" y="13"/>
                  </a:lnTo>
                  <a:lnTo>
                    <a:pt x="13" y="7"/>
                  </a:lnTo>
                  <a:lnTo>
                    <a:pt x="22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2" y="5"/>
                  </a:lnTo>
                  <a:lnTo>
                    <a:pt x="59" y="13"/>
                  </a:lnTo>
                  <a:lnTo>
                    <a:pt x="64" y="22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40" name=""/>
            <p:cNvSpPr/>
            <p:nvPr/>
          </p:nvSpPr>
          <p:spPr>
            <a:xfrm rot="0">
              <a:off x="4034" y="1862"/>
              <a:ext cx="21" cy="14"/>
            </a:xfrm>
            <a:custGeom>
              <a:avLst/>
              <a:ahLst/>
              <a:rect l="0" t="0" r="r" b="b"/>
              <a:pathLst>
                <a:path w="64" h="43">
                  <a:moveTo>
                    <a:pt x="1" y="43"/>
                  </a:moveTo>
                  <a:lnTo>
                    <a:pt x="0" y="33"/>
                  </a:lnTo>
                  <a:lnTo>
                    <a:pt x="1" y="24"/>
                  </a:lnTo>
                  <a:lnTo>
                    <a:pt x="5" y="13"/>
                  </a:lnTo>
                  <a:lnTo>
                    <a:pt x="13" y="7"/>
                  </a:lnTo>
                  <a:lnTo>
                    <a:pt x="22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2" y="5"/>
                  </a:lnTo>
                  <a:lnTo>
                    <a:pt x="59" y="13"/>
                  </a:lnTo>
                  <a:lnTo>
                    <a:pt x="64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41" name=""/>
            <p:cNvSpPr/>
            <p:nvPr/>
          </p:nvSpPr>
          <p:spPr>
            <a:xfrm rot="0">
              <a:off x="4034" y="1869"/>
              <a:ext cx="130" cy="320"/>
            </a:xfrm>
            <a:custGeom>
              <a:avLst/>
              <a:ahLst/>
              <a:rect l="0" t="0" r="r" b="b"/>
              <a:pathLst>
                <a:path w="388" h="959">
                  <a:moveTo>
                    <a:pt x="63" y="0"/>
                  </a:moveTo>
                  <a:lnTo>
                    <a:pt x="31" y="11"/>
                  </a:lnTo>
                  <a:lnTo>
                    <a:pt x="0" y="21"/>
                  </a:lnTo>
                  <a:lnTo>
                    <a:pt x="325" y="959"/>
                  </a:lnTo>
                  <a:lnTo>
                    <a:pt x="356" y="949"/>
                  </a:lnTo>
                  <a:lnTo>
                    <a:pt x="388" y="938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42" name=""/>
            <p:cNvSpPr/>
            <p:nvPr/>
          </p:nvSpPr>
          <p:spPr>
            <a:xfrm rot="0">
              <a:off x="4034" y="1869"/>
              <a:ext cx="130" cy="320"/>
            </a:xfrm>
            <a:custGeom>
              <a:avLst/>
              <a:ahLst/>
              <a:rect l="0" t="0" r="r" b="b"/>
              <a:pathLst>
                <a:path w="388" h="959">
                  <a:moveTo>
                    <a:pt x="63" y="0"/>
                  </a:moveTo>
                  <a:lnTo>
                    <a:pt x="31" y="11"/>
                  </a:lnTo>
                  <a:lnTo>
                    <a:pt x="0" y="21"/>
                  </a:lnTo>
                  <a:lnTo>
                    <a:pt x="325" y="959"/>
                  </a:lnTo>
                  <a:lnTo>
                    <a:pt x="356" y="949"/>
                  </a:lnTo>
                  <a:lnTo>
                    <a:pt x="388" y="938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43" name=""/>
            <p:cNvSpPr/>
            <p:nvPr/>
          </p:nvSpPr>
          <p:spPr>
            <a:xfrm rot="0">
              <a:off x="4143" y="2182"/>
              <a:ext cx="21" cy="15"/>
            </a:xfrm>
            <a:custGeom>
              <a:avLst/>
              <a:ahLst/>
              <a:rect l="0" t="0" r="r" b="b"/>
              <a:pathLst>
                <a:path w="64" h="44">
                  <a:moveTo>
                    <a:pt x="31" y="11"/>
                  </a:moveTo>
                  <a:lnTo>
                    <a:pt x="63" y="0"/>
                  </a:lnTo>
                  <a:lnTo>
                    <a:pt x="64" y="11"/>
                  </a:lnTo>
                  <a:lnTo>
                    <a:pt x="63" y="20"/>
                  </a:lnTo>
                  <a:lnTo>
                    <a:pt x="59" y="30"/>
                  </a:lnTo>
                  <a:lnTo>
                    <a:pt x="51" y="37"/>
                  </a:lnTo>
                  <a:lnTo>
                    <a:pt x="42" y="42"/>
                  </a:lnTo>
                  <a:lnTo>
                    <a:pt x="31" y="44"/>
                  </a:lnTo>
                  <a:lnTo>
                    <a:pt x="22" y="42"/>
                  </a:lnTo>
                  <a:lnTo>
                    <a:pt x="11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3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44" name=""/>
            <p:cNvSpPr/>
            <p:nvPr/>
          </p:nvSpPr>
          <p:spPr>
            <a:xfrm rot="0">
              <a:off x="4143" y="2182"/>
              <a:ext cx="21" cy="15"/>
            </a:xfrm>
            <a:custGeom>
              <a:avLst/>
              <a:ahLst/>
              <a:rect l="0" t="0" r="r" b="b"/>
              <a:pathLst>
                <a:path w="64" h="44">
                  <a:moveTo>
                    <a:pt x="63" y="0"/>
                  </a:moveTo>
                  <a:lnTo>
                    <a:pt x="64" y="11"/>
                  </a:lnTo>
                  <a:lnTo>
                    <a:pt x="63" y="20"/>
                  </a:lnTo>
                  <a:lnTo>
                    <a:pt x="59" y="30"/>
                  </a:lnTo>
                  <a:lnTo>
                    <a:pt x="51" y="37"/>
                  </a:lnTo>
                  <a:lnTo>
                    <a:pt x="42" y="42"/>
                  </a:lnTo>
                  <a:lnTo>
                    <a:pt x="31" y="44"/>
                  </a:lnTo>
                  <a:lnTo>
                    <a:pt x="22" y="42"/>
                  </a:lnTo>
                  <a:lnTo>
                    <a:pt x="11" y="38"/>
                  </a:lnTo>
                  <a:lnTo>
                    <a:pt x="5" y="3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45" name=""/>
            <p:cNvSpPr/>
            <p:nvPr/>
          </p:nvSpPr>
          <p:spPr>
            <a:xfrm rot="0">
              <a:off x="3488" y="1893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33" y="33"/>
                  </a:moveTo>
                  <a:lnTo>
                    <a:pt x="34" y="66"/>
                  </a:lnTo>
                  <a:lnTo>
                    <a:pt x="24" y="66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5" y="15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46" name=""/>
            <p:cNvSpPr/>
            <p:nvPr/>
          </p:nvSpPr>
          <p:spPr>
            <a:xfrm rot="0">
              <a:off x="3488" y="1893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34" y="66"/>
                  </a:moveTo>
                  <a:lnTo>
                    <a:pt x="24" y="66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5" y="15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47" name=""/>
            <p:cNvSpPr/>
            <p:nvPr/>
          </p:nvSpPr>
          <p:spPr>
            <a:xfrm rot="0">
              <a:off x="3498" y="1862"/>
              <a:ext cx="547" cy="53"/>
            </a:xfrm>
            <a:custGeom>
              <a:avLst/>
              <a:ahLst/>
              <a:rect l="0" t="0" r="r" b="b"/>
              <a:pathLst>
                <a:path w="1641" h="158">
                  <a:moveTo>
                    <a:pt x="0" y="92"/>
                  </a:moveTo>
                  <a:lnTo>
                    <a:pt x="1" y="125"/>
                  </a:lnTo>
                  <a:lnTo>
                    <a:pt x="2" y="158"/>
                  </a:lnTo>
                  <a:lnTo>
                    <a:pt x="1641" y="66"/>
                  </a:lnTo>
                  <a:lnTo>
                    <a:pt x="1639" y="33"/>
                  </a:lnTo>
                  <a:lnTo>
                    <a:pt x="1638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48" name=""/>
            <p:cNvSpPr/>
            <p:nvPr/>
          </p:nvSpPr>
          <p:spPr>
            <a:xfrm rot="0">
              <a:off x="3498" y="1862"/>
              <a:ext cx="547" cy="53"/>
            </a:xfrm>
            <a:custGeom>
              <a:avLst/>
              <a:ahLst/>
              <a:rect l="0" t="0" r="r" b="b"/>
              <a:pathLst>
                <a:path w="1641" h="158">
                  <a:moveTo>
                    <a:pt x="0" y="92"/>
                  </a:moveTo>
                  <a:lnTo>
                    <a:pt x="1" y="125"/>
                  </a:lnTo>
                  <a:lnTo>
                    <a:pt x="2" y="158"/>
                  </a:lnTo>
                  <a:lnTo>
                    <a:pt x="1641" y="66"/>
                  </a:lnTo>
                  <a:lnTo>
                    <a:pt x="1639" y="33"/>
                  </a:lnTo>
                  <a:lnTo>
                    <a:pt x="1638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49" name=""/>
            <p:cNvSpPr/>
            <p:nvPr/>
          </p:nvSpPr>
          <p:spPr>
            <a:xfrm rot="0">
              <a:off x="4044" y="1862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1" y="33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20" y="5"/>
                  </a:lnTo>
                  <a:lnTo>
                    <a:pt x="28" y="12"/>
                  </a:lnTo>
                  <a:lnTo>
                    <a:pt x="33" y="21"/>
                  </a:lnTo>
                  <a:lnTo>
                    <a:pt x="34" y="32"/>
                  </a:lnTo>
                  <a:lnTo>
                    <a:pt x="34" y="42"/>
                  </a:lnTo>
                  <a:lnTo>
                    <a:pt x="29" y="51"/>
                  </a:lnTo>
                  <a:lnTo>
                    <a:pt x="22" y="59"/>
                  </a:lnTo>
                  <a:lnTo>
                    <a:pt x="13" y="65"/>
                  </a:lnTo>
                  <a:lnTo>
                    <a:pt x="3" y="66"/>
                  </a:lnTo>
                  <a:lnTo>
                    <a:pt x="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50" name=""/>
            <p:cNvSpPr/>
            <p:nvPr/>
          </p:nvSpPr>
          <p:spPr>
            <a:xfrm rot="0">
              <a:off x="4044" y="1862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0"/>
                  </a:lnTo>
                  <a:lnTo>
                    <a:pt x="20" y="5"/>
                  </a:lnTo>
                  <a:lnTo>
                    <a:pt x="28" y="12"/>
                  </a:lnTo>
                  <a:lnTo>
                    <a:pt x="33" y="21"/>
                  </a:lnTo>
                  <a:lnTo>
                    <a:pt x="34" y="32"/>
                  </a:lnTo>
                  <a:lnTo>
                    <a:pt x="34" y="42"/>
                  </a:lnTo>
                  <a:lnTo>
                    <a:pt x="29" y="51"/>
                  </a:lnTo>
                  <a:lnTo>
                    <a:pt x="22" y="59"/>
                  </a:lnTo>
                  <a:lnTo>
                    <a:pt x="13" y="65"/>
                  </a:lnTo>
                  <a:lnTo>
                    <a:pt x="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1" name=""/>
            <p:cNvSpPr/>
            <p:nvPr/>
          </p:nvSpPr>
          <p:spPr>
            <a:xfrm rot="0">
              <a:off x="4045" y="1433"/>
              <a:ext cx="1" cy="44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2" name=""/>
            <p:cNvSpPr/>
            <p:nvPr/>
          </p:nvSpPr>
          <p:spPr>
            <a:xfrm rot="0" flipV="1">
              <a:off x="4079" y="1784"/>
              <a:ext cx="1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3" name=""/>
            <p:cNvSpPr/>
            <p:nvPr/>
          </p:nvSpPr>
          <p:spPr>
            <a:xfrm rot="0" flipH="1">
              <a:off x="4083" y="1803"/>
              <a:ext cx="21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4" name=""/>
            <p:cNvSpPr/>
            <p:nvPr/>
          </p:nvSpPr>
          <p:spPr>
            <a:xfrm rot="0">
              <a:off x="4094" y="1807"/>
              <a:ext cx="4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5" name=""/>
            <p:cNvSpPr/>
            <p:nvPr/>
          </p:nvSpPr>
          <p:spPr>
            <a:xfrm rot="0">
              <a:off x="4165" y="1023"/>
              <a:ext cx="35" cy="28"/>
            </a:xfrm>
            <a:custGeom>
              <a:avLst/>
              <a:ahLst/>
              <a:rect l="0" t="0" r="r" b="b"/>
              <a:pathLst>
                <a:path w="106" h="84">
                  <a:moveTo>
                    <a:pt x="88" y="84"/>
                  </a:moveTo>
                  <a:lnTo>
                    <a:pt x="106" y="21"/>
                  </a:lnTo>
                  <a:lnTo>
                    <a:pt x="106" y="13"/>
                  </a:lnTo>
                  <a:lnTo>
                    <a:pt x="102" y="7"/>
                  </a:lnTo>
                  <a:lnTo>
                    <a:pt x="96" y="0"/>
                  </a:lnTo>
                  <a:lnTo>
                    <a:pt x="25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6" name=""/>
            <p:cNvSpPr/>
            <p:nvPr/>
          </p:nvSpPr>
          <p:spPr>
            <a:xfrm rot="0" flipV="1">
              <a:off x="4179" y="1023"/>
              <a:ext cx="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7" name=""/>
            <p:cNvSpPr/>
            <p:nvPr/>
          </p:nvSpPr>
          <p:spPr>
            <a:xfrm rot="0" flipV="1">
              <a:off x="4217" y="1009"/>
              <a:ext cx="4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8" name=""/>
            <p:cNvSpPr/>
            <p:nvPr/>
          </p:nvSpPr>
          <p:spPr>
            <a:xfrm rot="0">
              <a:off x="4197" y="2178"/>
              <a:ext cx="36" cy="28"/>
            </a:xfrm>
            <a:custGeom>
              <a:avLst/>
              <a:ahLst/>
              <a:rect l="0" t="0" r="r" b="b"/>
              <a:pathLst>
                <a:path w="106" h="84">
                  <a:moveTo>
                    <a:pt x="88" y="84"/>
                  </a:moveTo>
                  <a:lnTo>
                    <a:pt x="106" y="21"/>
                  </a:lnTo>
                  <a:lnTo>
                    <a:pt x="106" y="14"/>
                  </a:lnTo>
                  <a:lnTo>
                    <a:pt x="103" y="7"/>
                  </a:lnTo>
                  <a:lnTo>
                    <a:pt x="96" y="0"/>
                  </a:lnTo>
                  <a:lnTo>
                    <a:pt x="25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59" name=""/>
            <p:cNvSpPr/>
            <p:nvPr/>
          </p:nvSpPr>
          <p:spPr>
            <a:xfrm rot="0" flipV="1">
              <a:off x="4211" y="2178"/>
              <a:ext cx="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0" name=""/>
            <p:cNvSpPr/>
            <p:nvPr/>
          </p:nvSpPr>
          <p:spPr>
            <a:xfrm rot="0">
              <a:off x="3777" y="2295"/>
              <a:ext cx="25" cy="29"/>
            </a:xfrm>
            <a:custGeom>
              <a:avLst/>
              <a:ahLst/>
              <a:rect l="0" t="0" r="r" b="b"/>
              <a:pathLst>
                <a:path w="77" h="85">
                  <a:moveTo>
                    <a:pt x="0" y="85"/>
                  </a:moveTo>
                  <a:lnTo>
                    <a:pt x="23" y="0"/>
                  </a:lnTo>
                  <a:lnTo>
                    <a:pt x="59" y="0"/>
                  </a:lnTo>
                  <a:lnTo>
                    <a:pt x="69" y="3"/>
                  </a:lnTo>
                  <a:lnTo>
                    <a:pt x="77" y="10"/>
                  </a:lnTo>
                  <a:lnTo>
                    <a:pt x="77" y="18"/>
                  </a:lnTo>
                  <a:lnTo>
                    <a:pt x="59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1" name=""/>
            <p:cNvSpPr/>
            <p:nvPr/>
          </p:nvSpPr>
          <p:spPr>
            <a:xfrm rot="0" flipV="1">
              <a:off x="4074" y="1398"/>
              <a:ext cx="12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2" name=""/>
            <p:cNvSpPr/>
            <p:nvPr/>
          </p:nvSpPr>
          <p:spPr>
            <a:xfrm rot="0" flipH="1">
              <a:off x="4079" y="1417"/>
              <a:ext cx="21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3" name=""/>
            <p:cNvSpPr/>
            <p:nvPr/>
          </p:nvSpPr>
          <p:spPr>
            <a:xfrm rot="0">
              <a:off x="4089" y="1422"/>
              <a:ext cx="5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4" name=""/>
            <p:cNvSpPr/>
            <p:nvPr/>
          </p:nvSpPr>
          <p:spPr>
            <a:xfrm rot="0" flipV="1">
              <a:off x="4115" y="1398"/>
              <a:ext cx="5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5" name=""/>
            <p:cNvSpPr/>
            <p:nvPr/>
          </p:nvSpPr>
          <p:spPr>
            <a:xfrm rot="0">
              <a:off x="3432" y="1317"/>
              <a:ext cx="28" cy="43"/>
            </a:xfrm>
            <a:custGeom>
              <a:avLst/>
              <a:ahLst/>
              <a:rect l="0" t="0" r="r" b="b"/>
              <a:pathLst>
                <a:path w="85" h="128">
                  <a:moveTo>
                    <a:pt x="0" y="128"/>
                  </a:moveTo>
                  <a:lnTo>
                    <a:pt x="29" y="128"/>
                  </a:lnTo>
                  <a:lnTo>
                    <a:pt x="39" y="124"/>
                  </a:lnTo>
                  <a:lnTo>
                    <a:pt x="46" y="120"/>
                  </a:lnTo>
                  <a:lnTo>
                    <a:pt x="52" y="113"/>
                  </a:lnTo>
                  <a:lnTo>
                    <a:pt x="60" y="103"/>
                  </a:lnTo>
                  <a:lnTo>
                    <a:pt x="85" y="0"/>
                  </a:lnTo>
                  <a:lnTo>
                    <a:pt x="50" y="0"/>
                  </a:lnTo>
                  <a:lnTo>
                    <a:pt x="31" y="7"/>
                  </a:lnTo>
                  <a:lnTo>
                    <a:pt x="25" y="15"/>
                  </a:lnTo>
                  <a:lnTo>
                    <a:pt x="10" y="63"/>
                  </a:lnTo>
                  <a:lnTo>
                    <a:pt x="10" y="71"/>
                  </a:lnTo>
                  <a:lnTo>
                    <a:pt x="14" y="82"/>
                  </a:lnTo>
                  <a:lnTo>
                    <a:pt x="25" y="84"/>
                  </a:lnTo>
                  <a:lnTo>
                    <a:pt x="64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6" name=""/>
            <p:cNvSpPr/>
            <p:nvPr/>
          </p:nvSpPr>
          <p:spPr>
            <a:xfrm rot="0" flipV="1">
              <a:off x="3475" y="1303"/>
              <a:ext cx="5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7" name=""/>
            <p:cNvSpPr/>
            <p:nvPr/>
          </p:nvSpPr>
          <p:spPr>
            <a:xfrm rot="0">
              <a:off x="3444" y="1877"/>
              <a:ext cx="28" cy="42"/>
            </a:xfrm>
            <a:custGeom>
              <a:avLst/>
              <a:ahLst/>
              <a:rect l="0" t="0" r="r" b="b"/>
              <a:pathLst>
                <a:path w="84" h="126">
                  <a:moveTo>
                    <a:pt x="0" y="126"/>
                  </a:moveTo>
                  <a:lnTo>
                    <a:pt x="27" y="126"/>
                  </a:lnTo>
                  <a:lnTo>
                    <a:pt x="38" y="124"/>
                  </a:lnTo>
                  <a:lnTo>
                    <a:pt x="46" y="120"/>
                  </a:lnTo>
                  <a:lnTo>
                    <a:pt x="52" y="113"/>
                  </a:lnTo>
                  <a:lnTo>
                    <a:pt x="59" y="103"/>
                  </a:lnTo>
                  <a:lnTo>
                    <a:pt x="84" y="0"/>
                  </a:lnTo>
                  <a:lnTo>
                    <a:pt x="48" y="0"/>
                  </a:lnTo>
                  <a:lnTo>
                    <a:pt x="31" y="7"/>
                  </a:lnTo>
                  <a:lnTo>
                    <a:pt x="23" y="15"/>
                  </a:lnTo>
                  <a:lnTo>
                    <a:pt x="10" y="63"/>
                  </a:lnTo>
                  <a:lnTo>
                    <a:pt x="10" y="71"/>
                  </a:lnTo>
                  <a:lnTo>
                    <a:pt x="13" y="82"/>
                  </a:lnTo>
                  <a:lnTo>
                    <a:pt x="23" y="84"/>
                  </a:lnTo>
                  <a:lnTo>
                    <a:pt x="63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8" name=""/>
            <p:cNvSpPr/>
            <p:nvPr/>
          </p:nvSpPr>
          <p:spPr>
            <a:xfrm rot="0">
              <a:off x="4469" y="1546"/>
              <a:ext cx="29" cy="42"/>
            </a:xfrm>
            <a:custGeom>
              <a:avLst/>
              <a:ahLst/>
              <a:rect l="0" t="0" r="r" b="b"/>
              <a:pathLst>
                <a:path w="88" h="127">
                  <a:moveTo>
                    <a:pt x="29" y="127"/>
                  </a:moveTo>
                  <a:lnTo>
                    <a:pt x="36" y="127"/>
                  </a:lnTo>
                  <a:lnTo>
                    <a:pt x="46" y="123"/>
                  </a:lnTo>
                  <a:lnTo>
                    <a:pt x="57" y="117"/>
                  </a:lnTo>
                  <a:lnTo>
                    <a:pt x="63" y="109"/>
                  </a:lnTo>
                  <a:lnTo>
                    <a:pt x="71" y="98"/>
                  </a:lnTo>
                  <a:lnTo>
                    <a:pt x="88" y="31"/>
                  </a:lnTo>
                  <a:lnTo>
                    <a:pt x="88" y="21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7" y="0"/>
                  </a:lnTo>
                  <a:lnTo>
                    <a:pt x="53" y="0"/>
                  </a:lnTo>
                  <a:lnTo>
                    <a:pt x="40" y="4"/>
                  </a:lnTo>
                  <a:lnTo>
                    <a:pt x="29" y="10"/>
                  </a:lnTo>
                  <a:lnTo>
                    <a:pt x="21" y="21"/>
                  </a:lnTo>
                  <a:lnTo>
                    <a:pt x="19" y="29"/>
                  </a:lnTo>
                  <a:lnTo>
                    <a:pt x="0" y="88"/>
                  </a:lnTo>
                  <a:lnTo>
                    <a:pt x="0" y="106"/>
                  </a:lnTo>
                  <a:lnTo>
                    <a:pt x="4" y="117"/>
                  </a:lnTo>
                  <a:lnTo>
                    <a:pt x="15" y="123"/>
                  </a:lnTo>
                  <a:lnTo>
                    <a:pt x="29" y="1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69" name=""/>
            <p:cNvSpPr/>
            <p:nvPr/>
          </p:nvSpPr>
          <p:spPr>
            <a:xfrm rot="0">
              <a:off x="3260" y="1542"/>
              <a:ext cx="16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70" name=""/>
            <p:cNvSpPr/>
            <p:nvPr/>
          </p:nvSpPr>
          <p:spPr>
            <a:xfrm rot="0" flipH="1">
              <a:off x="3248" y="1542"/>
              <a:ext cx="40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71" name=""/>
            <p:cNvSpPr/>
            <p:nvPr/>
          </p:nvSpPr>
          <p:spPr>
            <a:xfrm rot="0">
              <a:off x="3769" y="2250"/>
              <a:ext cx="13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33" y="33"/>
                  </a:moveTo>
                  <a:lnTo>
                    <a:pt x="40" y="66"/>
                  </a:lnTo>
                  <a:lnTo>
                    <a:pt x="29" y="66"/>
                  </a:lnTo>
                  <a:lnTo>
                    <a:pt x="19" y="63"/>
                  </a:lnTo>
                  <a:lnTo>
                    <a:pt x="11" y="58"/>
                  </a:lnTo>
                  <a:lnTo>
                    <a:pt x="4" y="50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7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72" name=""/>
            <p:cNvSpPr/>
            <p:nvPr/>
          </p:nvSpPr>
          <p:spPr>
            <a:xfrm rot="0">
              <a:off x="3769" y="2250"/>
              <a:ext cx="13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40" y="66"/>
                  </a:moveTo>
                  <a:lnTo>
                    <a:pt x="29" y="66"/>
                  </a:lnTo>
                  <a:lnTo>
                    <a:pt x="19" y="63"/>
                  </a:lnTo>
                  <a:lnTo>
                    <a:pt x="11" y="58"/>
                  </a:lnTo>
                  <a:lnTo>
                    <a:pt x="4" y="50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73" name=""/>
            <p:cNvSpPr/>
            <p:nvPr/>
          </p:nvSpPr>
          <p:spPr>
            <a:xfrm rot="0">
              <a:off x="3778" y="2175"/>
              <a:ext cx="377" cy="97"/>
            </a:xfrm>
            <a:custGeom>
              <a:avLst/>
              <a:ahLst/>
              <a:rect l="0" t="0" r="r" b="b"/>
              <a:pathLst>
                <a:path w="1132" h="292">
                  <a:moveTo>
                    <a:pt x="0" y="226"/>
                  </a:moveTo>
                  <a:lnTo>
                    <a:pt x="6" y="259"/>
                  </a:lnTo>
                  <a:lnTo>
                    <a:pt x="13" y="292"/>
                  </a:lnTo>
                  <a:lnTo>
                    <a:pt x="1132" y="66"/>
                  </a:lnTo>
                  <a:lnTo>
                    <a:pt x="1125" y="33"/>
                  </a:lnTo>
                  <a:lnTo>
                    <a:pt x="1119" y="0"/>
                  </a:lnTo>
                  <a:lnTo>
                    <a:pt x="0" y="2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74" name=""/>
            <p:cNvSpPr/>
            <p:nvPr/>
          </p:nvSpPr>
          <p:spPr>
            <a:xfrm rot="0">
              <a:off x="3778" y="2175"/>
              <a:ext cx="377" cy="97"/>
            </a:xfrm>
            <a:custGeom>
              <a:avLst/>
              <a:ahLst/>
              <a:rect l="0" t="0" r="r" b="b"/>
              <a:pathLst>
                <a:path w="1132" h="292">
                  <a:moveTo>
                    <a:pt x="0" y="226"/>
                  </a:moveTo>
                  <a:lnTo>
                    <a:pt x="6" y="259"/>
                  </a:lnTo>
                  <a:lnTo>
                    <a:pt x="13" y="292"/>
                  </a:lnTo>
                  <a:lnTo>
                    <a:pt x="1132" y="66"/>
                  </a:lnTo>
                  <a:lnTo>
                    <a:pt x="1125" y="33"/>
                  </a:lnTo>
                  <a:lnTo>
                    <a:pt x="1119" y="0"/>
                  </a:lnTo>
                  <a:lnTo>
                    <a:pt x="0" y="2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75" name=""/>
            <p:cNvSpPr/>
            <p:nvPr/>
          </p:nvSpPr>
          <p:spPr>
            <a:xfrm rot="0">
              <a:off x="4151" y="2175"/>
              <a:ext cx="13" cy="22"/>
            </a:xfrm>
            <a:custGeom>
              <a:avLst/>
              <a:ahLst/>
              <a:rect l="0" t="0" r="r" b="b"/>
              <a:pathLst>
                <a:path w="39" h="66">
                  <a:moveTo>
                    <a:pt x="6" y="33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1" y="2"/>
                  </a:lnTo>
                  <a:lnTo>
                    <a:pt x="28" y="8"/>
                  </a:lnTo>
                  <a:lnTo>
                    <a:pt x="35" y="16"/>
                  </a:lnTo>
                  <a:lnTo>
                    <a:pt x="39" y="26"/>
                  </a:lnTo>
                  <a:lnTo>
                    <a:pt x="39" y="37"/>
                  </a:lnTo>
                  <a:lnTo>
                    <a:pt x="36" y="47"/>
                  </a:lnTo>
                  <a:lnTo>
                    <a:pt x="31" y="55"/>
                  </a:lnTo>
                  <a:lnTo>
                    <a:pt x="23" y="62"/>
                  </a:lnTo>
                  <a:lnTo>
                    <a:pt x="13" y="66"/>
                  </a:lnTo>
                  <a:lnTo>
                    <a:pt x="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76" name=""/>
            <p:cNvSpPr/>
            <p:nvPr/>
          </p:nvSpPr>
          <p:spPr>
            <a:xfrm rot="0">
              <a:off x="4151" y="2175"/>
              <a:ext cx="13" cy="22"/>
            </a:xfrm>
            <a:custGeom>
              <a:avLst/>
              <a:ahLst/>
              <a:rect l="0" t="0" r="r" b="b"/>
              <a:pathLst>
                <a:path w="39" h="66">
                  <a:moveTo>
                    <a:pt x="0" y="0"/>
                  </a:moveTo>
                  <a:lnTo>
                    <a:pt x="10" y="0"/>
                  </a:lnTo>
                  <a:lnTo>
                    <a:pt x="21" y="2"/>
                  </a:lnTo>
                  <a:lnTo>
                    <a:pt x="28" y="8"/>
                  </a:lnTo>
                  <a:lnTo>
                    <a:pt x="35" y="16"/>
                  </a:lnTo>
                  <a:lnTo>
                    <a:pt x="39" y="26"/>
                  </a:lnTo>
                  <a:lnTo>
                    <a:pt x="39" y="37"/>
                  </a:lnTo>
                  <a:lnTo>
                    <a:pt x="36" y="47"/>
                  </a:lnTo>
                  <a:lnTo>
                    <a:pt x="31" y="55"/>
                  </a:lnTo>
                  <a:lnTo>
                    <a:pt x="23" y="62"/>
                  </a:lnTo>
                  <a:lnTo>
                    <a:pt x="1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77" name=""/>
            <p:cNvSpPr/>
            <p:nvPr/>
          </p:nvSpPr>
          <p:spPr>
            <a:xfrm rot="0">
              <a:off x="3488" y="1893"/>
              <a:ext cx="19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33" y="33"/>
                  </a:moveTo>
                  <a:lnTo>
                    <a:pt x="7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5" y="15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1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78" name=""/>
            <p:cNvSpPr/>
            <p:nvPr/>
          </p:nvSpPr>
          <p:spPr>
            <a:xfrm rot="0">
              <a:off x="3488" y="1893"/>
              <a:ext cx="19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7" y="54"/>
                  </a:moveTo>
                  <a:lnTo>
                    <a:pt x="2" y="45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5" y="15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79" name=""/>
            <p:cNvSpPr/>
            <p:nvPr/>
          </p:nvSpPr>
          <p:spPr>
            <a:xfrm rot="0">
              <a:off x="3490" y="1897"/>
              <a:ext cx="299" cy="371"/>
            </a:xfrm>
            <a:custGeom>
              <a:avLst/>
              <a:ahLst/>
              <a:rect l="0" t="0" r="r" b="b"/>
              <a:pathLst>
                <a:path w="896" h="1114">
                  <a:moveTo>
                    <a:pt x="52" y="0"/>
                  </a:moveTo>
                  <a:lnTo>
                    <a:pt x="26" y="21"/>
                  </a:lnTo>
                  <a:lnTo>
                    <a:pt x="0" y="42"/>
                  </a:lnTo>
                  <a:lnTo>
                    <a:pt x="844" y="1114"/>
                  </a:lnTo>
                  <a:lnTo>
                    <a:pt x="870" y="1093"/>
                  </a:lnTo>
                  <a:lnTo>
                    <a:pt x="896" y="1072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80" name=""/>
            <p:cNvSpPr/>
            <p:nvPr/>
          </p:nvSpPr>
          <p:spPr>
            <a:xfrm rot="0">
              <a:off x="3490" y="1897"/>
              <a:ext cx="299" cy="371"/>
            </a:xfrm>
            <a:custGeom>
              <a:avLst/>
              <a:ahLst/>
              <a:rect l="0" t="0" r="r" b="b"/>
              <a:pathLst>
                <a:path w="896" h="1114">
                  <a:moveTo>
                    <a:pt x="52" y="0"/>
                  </a:moveTo>
                  <a:lnTo>
                    <a:pt x="26" y="21"/>
                  </a:lnTo>
                  <a:lnTo>
                    <a:pt x="0" y="42"/>
                  </a:lnTo>
                  <a:lnTo>
                    <a:pt x="844" y="1114"/>
                  </a:lnTo>
                  <a:lnTo>
                    <a:pt x="870" y="1093"/>
                  </a:lnTo>
                  <a:lnTo>
                    <a:pt x="896" y="107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81" name=""/>
            <p:cNvSpPr/>
            <p:nvPr/>
          </p:nvSpPr>
          <p:spPr>
            <a:xfrm rot="0">
              <a:off x="3771" y="2254"/>
              <a:ext cx="20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26" y="21"/>
                  </a:moveTo>
                  <a:lnTo>
                    <a:pt x="52" y="0"/>
                  </a:lnTo>
                  <a:lnTo>
                    <a:pt x="58" y="9"/>
                  </a:lnTo>
                  <a:lnTo>
                    <a:pt x="59" y="20"/>
                  </a:lnTo>
                  <a:lnTo>
                    <a:pt x="59" y="30"/>
                  </a:lnTo>
                  <a:lnTo>
                    <a:pt x="54" y="39"/>
                  </a:lnTo>
                  <a:lnTo>
                    <a:pt x="47" y="47"/>
                  </a:lnTo>
                  <a:lnTo>
                    <a:pt x="38" y="52"/>
                  </a:lnTo>
                  <a:lnTo>
                    <a:pt x="28" y="54"/>
                  </a:lnTo>
                  <a:lnTo>
                    <a:pt x="17" y="54"/>
                  </a:lnTo>
                  <a:lnTo>
                    <a:pt x="8" y="49"/>
                  </a:lnTo>
                  <a:lnTo>
                    <a:pt x="0" y="42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82" name=""/>
            <p:cNvSpPr/>
            <p:nvPr/>
          </p:nvSpPr>
          <p:spPr>
            <a:xfrm rot="0">
              <a:off x="3771" y="2254"/>
              <a:ext cx="20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52" y="0"/>
                  </a:moveTo>
                  <a:lnTo>
                    <a:pt x="58" y="9"/>
                  </a:lnTo>
                  <a:lnTo>
                    <a:pt x="59" y="20"/>
                  </a:lnTo>
                  <a:lnTo>
                    <a:pt x="59" y="30"/>
                  </a:lnTo>
                  <a:lnTo>
                    <a:pt x="54" y="39"/>
                  </a:lnTo>
                  <a:lnTo>
                    <a:pt x="47" y="47"/>
                  </a:lnTo>
                  <a:lnTo>
                    <a:pt x="38" y="52"/>
                  </a:lnTo>
                  <a:lnTo>
                    <a:pt x="28" y="54"/>
                  </a:lnTo>
                  <a:lnTo>
                    <a:pt x="17" y="54"/>
                  </a:lnTo>
                  <a:lnTo>
                    <a:pt x="8" y="49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83" name=""/>
            <p:cNvSpPr/>
            <p:nvPr/>
          </p:nvSpPr>
          <p:spPr>
            <a:xfrm rot="0">
              <a:off x="4153" y="1057"/>
              <a:ext cx="1" cy="112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84" name=""/>
            <p:cNvSpPr/>
            <p:nvPr/>
          </p:nvSpPr>
          <p:spPr>
            <a:xfrm rot="0">
              <a:off x="3499" y="1339"/>
              <a:ext cx="1" cy="56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85" name=""/>
            <p:cNvSpPr/>
            <p:nvPr/>
          </p:nvSpPr>
          <p:spPr>
            <a:xfrm rot="0">
              <a:off x="4043" y="1422"/>
              <a:ext cx="13" cy="22"/>
            </a:xfrm>
            <a:custGeom>
              <a:avLst/>
              <a:ahLst/>
              <a:rect l="0" t="0" r="r" b="b"/>
              <a:pathLst>
                <a:path w="38" h="66">
                  <a:moveTo>
                    <a:pt x="5" y="33"/>
                  </a:moveTo>
                  <a:lnTo>
                    <a:pt x="11" y="0"/>
                  </a:lnTo>
                  <a:lnTo>
                    <a:pt x="21" y="3"/>
                  </a:lnTo>
                  <a:lnTo>
                    <a:pt x="29" y="9"/>
                  </a:lnTo>
                  <a:lnTo>
                    <a:pt x="36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6" y="49"/>
                  </a:lnTo>
                  <a:lnTo>
                    <a:pt x="29" y="56"/>
                  </a:lnTo>
                  <a:lnTo>
                    <a:pt x="20" y="63"/>
                  </a:lnTo>
                  <a:lnTo>
                    <a:pt x="11" y="66"/>
                  </a:lnTo>
                  <a:lnTo>
                    <a:pt x="0" y="66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86" name=""/>
            <p:cNvSpPr/>
            <p:nvPr/>
          </p:nvSpPr>
          <p:spPr>
            <a:xfrm rot="0">
              <a:off x="4043" y="1422"/>
              <a:ext cx="13" cy="22"/>
            </a:xfrm>
            <a:custGeom>
              <a:avLst/>
              <a:ahLst/>
              <a:rect l="0" t="0" r="r" b="b"/>
              <a:pathLst>
                <a:path w="38" h="66">
                  <a:moveTo>
                    <a:pt x="11" y="0"/>
                  </a:moveTo>
                  <a:lnTo>
                    <a:pt x="21" y="3"/>
                  </a:lnTo>
                  <a:lnTo>
                    <a:pt x="29" y="9"/>
                  </a:lnTo>
                  <a:lnTo>
                    <a:pt x="36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6" y="49"/>
                  </a:lnTo>
                  <a:lnTo>
                    <a:pt x="29" y="56"/>
                  </a:lnTo>
                  <a:lnTo>
                    <a:pt x="20" y="63"/>
                  </a:lnTo>
                  <a:lnTo>
                    <a:pt x="11" y="66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87" name=""/>
            <p:cNvSpPr/>
            <p:nvPr/>
          </p:nvSpPr>
          <p:spPr>
            <a:xfrm rot="0">
              <a:off x="3497" y="1328"/>
              <a:ext cx="550" cy="116"/>
            </a:xfrm>
            <a:custGeom>
              <a:avLst/>
              <a:ahLst/>
              <a:rect l="0" t="0" r="r" b="b"/>
              <a:pathLst>
                <a:path w="1649" h="349">
                  <a:moveTo>
                    <a:pt x="1638" y="349"/>
                  </a:moveTo>
                  <a:lnTo>
                    <a:pt x="1643" y="316"/>
                  </a:lnTo>
                  <a:lnTo>
                    <a:pt x="1649" y="283"/>
                  </a:lnTo>
                  <a:lnTo>
                    <a:pt x="10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1638" y="3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88" name=""/>
            <p:cNvSpPr/>
            <p:nvPr/>
          </p:nvSpPr>
          <p:spPr>
            <a:xfrm rot="0">
              <a:off x="3497" y="1328"/>
              <a:ext cx="550" cy="116"/>
            </a:xfrm>
            <a:custGeom>
              <a:avLst/>
              <a:ahLst/>
              <a:rect l="0" t="0" r="r" b="b"/>
              <a:pathLst>
                <a:path w="1649" h="349">
                  <a:moveTo>
                    <a:pt x="1638" y="349"/>
                  </a:moveTo>
                  <a:lnTo>
                    <a:pt x="1643" y="316"/>
                  </a:lnTo>
                  <a:lnTo>
                    <a:pt x="1649" y="283"/>
                  </a:lnTo>
                  <a:lnTo>
                    <a:pt x="10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1638" y="3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89" name=""/>
            <p:cNvSpPr/>
            <p:nvPr/>
          </p:nvSpPr>
          <p:spPr>
            <a:xfrm rot="0">
              <a:off x="3488" y="1328"/>
              <a:ext cx="12" cy="22"/>
            </a:xfrm>
            <a:custGeom>
              <a:avLst/>
              <a:ahLst/>
              <a:rect l="0" t="0" r="r" b="b"/>
              <a:pathLst>
                <a:path w="38" h="66">
                  <a:moveTo>
                    <a:pt x="33" y="33"/>
                  </a:moveTo>
                  <a:lnTo>
                    <a:pt x="28" y="66"/>
                  </a:lnTo>
                  <a:lnTo>
                    <a:pt x="17" y="63"/>
                  </a:lnTo>
                  <a:lnTo>
                    <a:pt x="9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9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90" name=""/>
            <p:cNvSpPr/>
            <p:nvPr/>
          </p:nvSpPr>
          <p:spPr>
            <a:xfrm rot="0">
              <a:off x="3488" y="1328"/>
              <a:ext cx="12" cy="22"/>
            </a:xfrm>
            <a:custGeom>
              <a:avLst/>
              <a:ahLst/>
              <a:rect l="0" t="0" r="r" b="b"/>
              <a:pathLst>
                <a:path w="38" h="66">
                  <a:moveTo>
                    <a:pt x="28" y="66"/>
                  </a:moveTo>
                  <a:lnTo>
                    <a:pt x="17" y="63"/>
                  </a:lnTo>
                  <a:lnTo>
                    <a:pt x="9" y="57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9" y="9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91" name=""/>
            <p:cNvSpPr/>
            <p:nvPr/>
          </p:nvSpPr>
          <p:spPr>
            <a:xfrm rot="0">
              <a:off x="4142" y="1046"/>
              <a:ext cx="22" cy="14"/>
            </a:xfrm>
            <a:custGeom>
              <a:avLst/>
              <a:ahLst/>
              <a:rect l="0" t="0" r="r" b="b"/>
              <a:pathLst>
                <a:path w="66" h="42">
                  <a:moveTo>
                    <a:pt x="33" y="33"/>
                  </a:moveTo>
                  <a:lnTo>
                    <a:pt x="0" y="24"/>
                  </a:lnTo>
                  <a:lnTo>
                    <a:pt x="6" y="15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2" y="5"/>
                  </a:lnTo>
                  <a:lnTo>
                    <a:pt x="59" y="12"/>
                  </a:lnTo>
                  <a:lnTo>
                    <a:pt x="65" y="21"/>
                  </a:lnTo>
                  <a:lnTo>
                    <a:pt x="66" y="32"/>
                  </a:lnTo>
                  <a:lnTo>
                    <a:pt x="66" y="4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92" name=""/>
            <p:cNvSpPr/>
            <p:nvPr/>
          </p:nvSpPr>
          <p:spPr>
            <a:xfrm rot="0">
              <a:off x="4142" y="1046"/>
              <a:ext cx="22" cy="14"/>
            </a:xfrm>
            <a:custGeom>
              <a:avLst/>
              <a:ahLst/>
              <a:rect l="0" t="0" r="r" b="b"/>
              <a:pathLst>
                <a:path w="66" h="42">
                  <a:moveTo>
                    <a:pt x="0" y="24"/>
                  </a:moveTo>
                  <a:lnTo>
                    <a:pt x="6" y="15"/>
                  </a:lnTo>
                  <a:lnTo>
                    <a:pt x="12" y="7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2" y="5"/>
                  </a:lnTo>
                  <a:lnTo>
                    <a:pt x="59" y="12"/>
                  </a:lnTo>
                  <a:lnTo>
                    <a:pt x="65" y="21"/>
                  </a:lnTo>
                  <a:lnTo>
                    <a:pt x="66" y="32"/>
                  </a:lnTo>
                  <a:lnTo>
                    <a:pt x="6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93" name=""/>
            <p:cNvSpPr/>
            <p:nvPr/>
          </p:nvSpPr>
          <p:spPr>
            <a:xfrm rot="0">
              <a:off x="4034" y="1054"/>
              <a:ext cx="130" cy="382"/>
            </a:xfrm>
            <a:custGeom>
              <a:avLst/>
              <a:ahLst/>
              <a:rect l="0" t="0" r="r" b="b"/>
              <a:pathLst>
                <a:path w="390" h="1148">
                  <a:moveTo>
                    <a:pt x="390" y="18"/>
                  </a:moveTo>
                  <a:lnTo>
                    <a:pt x="357" y="9"/>
                  </a:lnTo>
                  <a:lnTo>
                    <a:pt x="324" y="0"/>
                  </a:lnTo>
                  <a:lnTo>
                    <a:pt x="0" y="1130"/>
                  </a:lnTo>
                  <a:lnTo>
                    <a:pt x="32" y="1139"/>
                  </a:lnTo>
                  <a:lnTo>
                    <a:pt x="65" y="1148"/>
                  </a:lnTo>
                  <a:lnTo>
                    <a:pt x="39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94" name=""/>
            <p:cNvSpPr/>
            <p:nvPr/>
          </p:nvSpPr>
          <p:spPr>
            <a:xfrm rot="0">
              <a:off x="4034" y="1054"/>
              <a:ext cx="130" cy="382"/>
            </a:xfrm>
            <a:custGeom>
              <a:avLst/>
              <a:ahLst/>
              <a:rect l="0" t="0" r="r" b="b"/>
              <a:pathLst>
                <a:path w="390" h="1148">
                  <a:moveTo>
                    <a:pt x="390" y="18"/>
                  </a:moveTo>
                  <a:lnTo>
                    <a:pt x="357" y="9"/>
                  </a:lnTo>
                  <a:lnTo>
                    <a:pt x="324" y="0"/>
                  </a:lnTo>
                  <a:lnTo>
                    <a:pt x="0" y="1130"/>
                  </a:lnTo>
                  <a:lnTo>
                    <a:pt x="32" y="1139"/>
                  </a:lnTo>
                  <a:lnTo>
                    <a:pt x="65" y="1148"/>
                  </a:lnTo>
                  <a:lnTo>
                    <a:pt x="39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95" name=""/>
            <p:cNvSpPr/>
            <p:nvPr/>
          </p:nvSpPr>
          <p:spPr>
            <a:xfrm rot="0">
              <a:off x="4034" y="1430"/>
              <a:ext cx="22" cy="14"/>
            </a:xfrm>
            <a:custGeom>
              <a:avLst/>
              <a:ahLst/>
              <a:rect l="0" t="0" r="r" b="b"/>
              <a:pathLst>
                <a:path w="65" h="42">
                  <a:moveTo>
                    <a:pt x="32" y="9"/>
                  </a:moveTo>
                  <a:lnTo>
                    <a:pt x="65" y="18"/>
                  </a:lnTo>
                  <a:lnTo>
                    <a:pt x="60" y="27"/>
                  </a:lnTo>
                  <a:lnTo>
                    <a:pt x="53" y="35"/>
                  </a:lnTo>
                  <a:lnTo>
                    <a:pt x="44" y="40"/>
                  </a:lnTo>
                  <a:lnTo>
                    <a:pt x="34" y="42"/>
                  </a:lnTo>
                  <a:lnTo>
                    <a:pt x="23" y="42"/>
                  </a:lnTo>
                  <a:lnTo>
                    <a:pt x="14" y="36"/>
                  </a:lnTo>
                  <a:lnTo>
                    <a:pt x="6" y="30"/>
                  </a:lnTo>
                  <a:lnTo>
                    <a:pt x="1" y="21"/>
                  </a:lnTo>
                  <a:lnTo>
                    <a:pt x="0" y="10"/>
                  </a:lnTo>
                  <a:lnTo>
                    <a:pt x="0" y="0"/>
                  </a:lnTo>
                  <a:lnTo>
                    <a:pt x="3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496" name=""/>
            <p:cNvSpPr/>
            <p:nvPr/>
          </p:nvSpPr>
          <p:spPr>
            <a:xfrm rot="0">
              <a:off x="4034" y="1430"/>
              <a:ext cx="22" cy="14"/>
            </a:xfrm>
            <a:custGeom>
              <a:avLst/>
              <a:ahLst/>
              <a:rect l="0" t="0" r="r" b="b"/>
              <a:pathLst>
                <a:path w="65" h="42">
                  <a:moveTo>
                    <a:pt x="65" y="18"/>
                  </a:moveTo>
                  <a:lnTo>
                    <a:pt x="60" y="27"/>
                  </a:lnTo>
                  <a:lnTo>
                    <a:pt x="53" y="35"/>
                  </a:lnTo>
                  <a:lnTo>
                    <a:pt x="44" y="40"/>
                  </a:lnTo>
                  <a:lnTo>
                    <a:pt x="34" y="42"/>
                  </a:lnTo>
                  <a:lnTo>
                    <a:pt x="23" y="42"/>
                  </a:lnTo>
                  <a:lnTo>
                    <a:pt x="14" y="36"/>
                  </a:lnTo>
                  <a:lnTo>
                    <a:pt x="6" y="30"/>
                  </a:lnTo>
                  <a:lnTo>
                    <a:pt x="1" y="21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97" name=""/>
            <p:cNvSpPr/>
            <p:nvPr/>
          </p:nvSpPr>
          <p:spPr>
            <a:xfrm rot="0">
              <a:off x="3312" y="1565"/>
              <a:ext cx="112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98" name=""/>
            <p:cNvSpPr/>
            <p:nvPr/>
          </p:nvSpPr>
          <p:spPr>
            <a:xfrm rot="0" flipV="1">
              <a:off x="2886" y="709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499" name=""/>
            <p:cNvSpPr/>
            <p:nvPr/>
          </p:nvSpPr>
          <p:spPr>
            <a:xfrm rot="0">
              <a:off x="2895" y="691"/>
              <a:ext cx="1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0" name=""/>
            <p:cNvSpPr/>
            <p:nvPr/>
          </p:nvSpPr>
          <p:spPr>
            <a:xfrm rot="0" flipV="1">
              <a:off x="2889" y="690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1" name=""/>
            <p:cNvSpPr/>
            <p:nvPr/>
          </p:nvSpPr>
          <p:spPr>
            <a:xfrm rot="0">
              <a:off x="2910" y="655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2" name=""/>
            <p:cNvSpPr/>
            <p:nvPr/>
          </p:nvSpPr>
          <p:spPr>
            <a:xfrm rot="0">
              <a:off x="2902" y="649"/>
              <a:ext cx="16" cy="82"/>
            </a:xfrm>
            <a:custGeom>
              <a:avLst/>
              <a:ahLst/>
              <a:rect l="0" t="0" r="r" b="b"/>
              <a:pathLst>
                <a:path w="48" h="244">
                  <a:moveTo>
                    <a:pt x="0" y="0"/>
                  </a:moveTo>
                  <a:lnTo>
                    <a:pt x="10" y="137"/>
                  </a:lnTo>
                  <a:lnTo>
                    <a:pt x="23" y="201"/>
                  </a:lnTo>
                  <a:lnTo>
                    <a:pt x="48" y="244"/>
                  </a:lnTo>
                  <a:lnTo>
                    <a:pt x="43" y="1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3" name=""/>
            <p:cNvSpPr/>
            <p:nvPr/>
          </p:nvSpPr>
          <p:spPr>
            <a:xfrm rot="0" flipV="1">
              <a:off x="2889" y="673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4" name=""/>
            <p:cNvSpPr/>
            <p:nvPr/>
          </p:nvSpPr>
          <p:spPr>
            <a:xfrm rot="0">
              <a:off x="2875" y="655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5" name=""/>
            <p:cNvSpPr/>
            <p:nvPr/>
          </p:nvSpPr>
          <p:spPr>
            <a:xfrm rot="0" flipH="1">
              <a:off x="2876" y="705"/>
              <a:ext cx="13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6" name=""/>
            <p:cNvSpPr/>
            <p:nvPr/>
          </p:nvSpPr>
          <p:spPr>
            <a:xfrm rot="0" flipV="1">
              <a:off x="2880" y="678"/>
              <a:ext cx="1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7" name=""/>
            <p:cNvSpPr/>
            <p:nvPr/>
          </p:nvSpPr>
          <p:spPr>
            <a:xfrm rot="0" flipH="1">
              <a:off x="2868" y="681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8" name=""/>
            <p:cNvSpPr/>
            <p:nvPr/>
          </p:nvSpPr>
          <p:spPr>
            <a:xfrm rot="0">
              <a:off x="2957" y="693"/>
              <a:ext cx="20" cy="34"/>
            </a:xfrm>
            <a:custGeom>
              <a:avLst/>
              <a:ahLst/>
              <a:rect l="0" t="0" r="r" b="b"/>
              <a:pathLst>
                <a:path w="61" h="100">
                  <a:moveTo>
                    <a:pt x="0" y="0"/>
                  </a:moveTo>
                  <a:lnTo>
                    <a:pt x="0" y="89"/>
                  </a:lnTo>
                  <a:lnTo>
                    <a:pt x="10" y="100"/>
                  </a:lnTo>
                  <a:lnTo>
                    <a:pt x="61" y="100"/>
                  </a:lnTo>
                  <a:lnTo>
                    <a:pt x="59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09" name=""/>
            <p:cNvSpPr/>
            <p:nvPr/>
          </p:nvSpPr>
          <p:spPr>
            <a:xfrm rot="0">
              <a:off x="2928" y="694"/>
              <a:ext cx="21" cy="35"/>
            </a:xfrm>
            <a:custGeom>
              <a:avLst/>
              <a:ahLst/>
              <a:rect l="0" t="0" r="r" b="b"/>
              <a:pathLst>
                <a:path w="62" h="106">
                  <a:moveTo>
                    <a:pt x="62" y="0"/>
                  </a:moveTo>
                  <a:lnTo>
                    <a:pt x="44" y="52"/>
                  </a:lnTo>
                  <a:lnTo>
                    <a:pt x="21" y="85"/>
                  </a:lnTo>
                  <a:lnTo>
                    <a:pt x="0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0" name=""/>
            <p:cNvSpPr/>
            <p:nvPr/>
          </p:nvSpPr>
          <p:spPr>
            <a:xfrm rot="0" flipV="1">
              <a:off x="2944" y="676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1" name=""/>
            <p:cNvSpPr/>
            <p:nvPr/>
          </p:nvSpPr>
          <p:spPr>
            <a:xfrm rot="0" flipV="1">
              <a:off x="2936" y="663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2" name=""/>
            <p:cNvSpPr/>
            <p:nvPr/>
          </p:nvSpPr>
          <p:spPr>
            <a:xfrm rot="0" flipH="1">
              <a:off x="2935" y="661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3" name=""/>
            <p:cNvSpPr/>
            <p:nvPr/>
          </p:nvSpPr>
          <p:spPr>
            <a:xfrm rot="0" flipH="1">
              <a:off x="2971" y="661"/>
              <a:ext cx="5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4" name=""/>
            <p:cNvSpPr/>
            <p:nvPr/>
          </p:nvSpPr>
          <p:spPr>
            <a:xfrm rot="0">
              <a:off x="2951" y="64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5" name=""/>
            <p:cNvSpPr/>
            <p:nvPr/>
          </p:nvSpPr>
          <p:spPr>
            <a:xfrm rot="0" flipV="1">
              <a:off x="2933" y="688"/>
              <a:ext cx="4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6" name=""/>
            <p:cNvSpPr/>
            <p:nvPr/>
          </p:nvSpPr>
          <p:spPr>
            <a:xfrm rot="0">
              <a:off x="2986" y="668"/>
              <a:ext cx="10" cy="63"/>
            </a:xfrm>
            <a:custGeom>
              <a:avLst/>
              <a:ahLst/>
              <a:rect l="0" t="0" r="r" b="b"/>
              <a:pathLst>
                <a:path w="30" h="191">
                  <a:moveTo>
                    <a:pt x="30" y="0"/>
                  </a:moveTo>
                  <a:lnTo>
                    <a:pt x="30" y="70"/>
                  </a:lnTo>
                  <a:lnTo>
                    <a:pt x="22" y="136"/>
                  </a:lnTo>
                  <a:lnTo>
                    <a:pt x="0" y="1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7" name=""/>
            <p:cNvSpPr/>
            <p:nvPr/>
          </p:nvSpPr>
          <p:spPr>
            <a:xfrm rot="0" flipV="1">
              <a:off x="2996" y="673"/>
              <a:ext cx="3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8" name=""/>
            <p:cNvSpPr/>
            <p:nvPr/>
          </p:nvSpPr>
          <p:spPr>
            <a:xfrm rot="0" flipV="1">
              <a:off x="2996" y="692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19" name=""/>
            <p:cNvSpPr/>
            <p:nvPr/>
          </p:nvSpPr>
          <p:spPr>
            <a:xfrm rot="0">
              <a:off x="2997" y="689"/>
              <a:ext cx="13" cy="35"/>
            </a:xfrm>
            <a:custGeom>
              <a:avLst/>
              <a:ahLst/>
              <a:rect l="0" t="0" r="r" b="b"/>
              <a:pathLst>
                <a:path w="38" h="104">
                  <a:moveTo>
                    <a:pt x="38" y="0"/>
                  </a:moveTo>
                  <a:lnTo>
                    <a:pt x="21" y="104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0" name=""/>
            <p:cNvSpPr/>
            <p:nvPr/>
          </p:nvSpPr>
          <p:spPr>
            <a:xfrm rot="0">
              <a:off x="3013" y="651"/>
              <a:ext cx="23" cy="82"/>
            </a:xfrm>
            <a:custGeom>
              <a:avLst/>
              <a:ahLst/>
              <a:rect l="0" t="0" r="r" b="b"/>
              <a:pathLst>
                <a:path w="71" h="246">
                  <a:moveTo>
                    <a:pt x="0" y="0"/>
                  </a:moveTo>
                  <a:lnTo>
                    <a:pt x="8" y="79"/>
                  </a:lnTo>
                  <a:lnTo>
                    <a:pt x="30" y="173"/>
                  </a:lnTo>
                  <a:lnTo>
                    <a:pt x="71" y="246"/>
                  </a:lnTo>
                  <a:lnTo>
                    <a:pt x="68" y="1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1" name=""/>
            <p:cNvSpPr/>
            <p:nvPr/>
          </p:nvSpPr>
          <p:spPr>
            <a:xfrm rot="0">
              <a:off x="3022" y="657"/>
              <a:ext cx="6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2" name=""/>
            <p:cNvSpPr/>
            <p:nvPr/>
          </p:nvSpPr>
          <p:spPr>
            <a:xfrm rot="0">
              <a:off x="3013" y="685"/>
              <a:ext cx="16" cy="38"/>
            </a:xfrm>
            <a:custGeom>
              <a:avLst/>
              <a:ahLst/>
              <a:rect l="0" t="0" r="r" b="b"/>
              <a:pathLst>
                <a:path w="49" h="114">
                  <a:moveTo>
                    <a:pt x="49" y="0"/>
                  </a:moveTo>
                  <a:lnTo>
                    <a:pt x="30" y="71"/>
                  </a:lnTo>
                  <a:lnTo>
                    <a:pt x="0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3" name=""/>
            <p:cNvSpPr/>
            <p:nvPr/>
          </p:nvSpPr>
          <p:spPr>
            <a:xfrm rot="0" flipV="1">
              <a:off x="3054" y="653"/>
              <a:ext cx="3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4" name=""/>
            <p:cNvSpPr/>
            <p:nvPr/>
          </p:nvSpPr>
          <p:spPr>
            <a:xfrm rot="0" flipH="1">
              <a:off x="3047" y="685"/>
              <a:ext cx="51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5" name=""/>
            <p:cNvSpPr/>
            <p:nvPr/>
          </p:nvSpPr>
          <p:spPr>
            <a:xfrm rot="0">
              <a:off x="3059" y="667"/>
              <a:ext cx="4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6" name=""/>
            <p:cNvSpPr/>
            <p:nvPr/>
          </p:nvSpPr>
          <p:spPr>
            <a:xfrm rot="0" flipV="1">
              <a:off x="3081" y="663"/>
              <a:ext cx="7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7" name=""/>
            <p:cNvSpPr/>
            <p:nvPr/>
          </p:nvSpPr>
          <p:spPr>
            <a:xfrm rot="0">
              <a:off x="3074" y="656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8" name=""/>
            <p:cNvSpPr/>
            <p:nvPr/>
          </p:nvSpPr>
          <p:spPr>
            <a:xfrm rot="0" flipV="1">
              <a:off x="3129" y="657"/>
              <a:ext cx="3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29" name=""/>
            <p:cNvSpPr/>
            <p:nvPr/>
          </p:nvSpPr>
          <p:spPr>
            <a:xfrm rot="0" flipH="1">
              <a:off x="3115" y="675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0" name=""/>
            <p:cNvSpPr/>
            <p:nvPr/>
          </p:nvSpPr>
          <p:spPr>
            <a:xfrm rot="0" flipH="1">
              <a:off x="3126" y="688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1" name=""/>
            <p:cNvSpPr/>
            <p:nvPr/>
          </p:nvSpPr>
          <p:spPr>
            <a:xfrm rot="0" flipV="1">
              <a:off x="3126" y="700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2" name=""/>
            <p:cNvSpPr/>
            <p:nvPr/>
          </p:nvSpPr>
          <p:spPr>
            <a:xfrm rot="0" flipH="1">
              <a:off x="3138" y="677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3" name=""/>
            <p:cNvSpPr/>
            <p:nvPr/>
          </p:nvSpPr>
          <p:spPr>
            <a:xfrm rot="0">
              <a:off x="3126" y="677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4" name=""/>
            <p:cNvSpPr/>
            <p:nvPr/>
          </p:nvSpPr>
          <p:spPr>
            <a:xfrm rot="0" flipV="1">
              <a:off x="3148" y="670"/>
              <a:ext cx="2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5" name=""/>
            <p:cNvSpPr/>
            <p:nvPr/>
          </p:nvSpPr>
          <p:spPr>
            <a:xfrm rot="0" flipV="1">
              <a:off x="3116" y="716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6" name=""/>
            <p:cNvSpPr/>
            <p:nvPr/>
          </p:nvSpPr>
          <p:spPr>
            <a:xfrm rot="0">
              <a:off x="3115" y="671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7" name=""/>
            <p:cNvSpPr/>
            <p:nvPr/>
          </p:nvSpPr>
          <p:spPr>
            <a:xfrm rot="0" flipH="1">
              <a:off x="3109" y="655"/>
              <a:ext cx="4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8" name=""/>
            <p:cNvSpPr/>
            <p:nvPr/>
          </p:nvSpPr>
          <p:spPr>
            <a:xfrm rot="0" flipH="1">
              <a:off x="3173" y="657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39" name=""/>
            <p:cNvSpPr/>
            <p:nvPr/>
          </p:nvSpPr>
          <p:spPr>
            <a:xfrm rot="0" flipV="1">
              <a:off x="3173" y="720"/>
              <a:ext cx="3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0" name=""/>
            <p:cNvSpPr/>
            <p:nvPr/>
          </p:nvSpPr>
          <p:spPr>
            <a:xfrm rot="0" flipV="1">
              <a:off x="3210" y="653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1" name=""/>
            <p:cNvSpPr/>
            <p:nvPr/>
          </p:nvSpPr>
          <p:spPr>
            <a:xfrm rot="0">
              <a:off x="3209" y="720"/>
              <a:ext cx="1" cy="7"/>
            </a:xfrm>
            <a:custGeom>
              <a:avLst/>
              <a:ahLst/>
              <a:rect l="0" t="0" r="r" b="b"/>
              <a:pathLst>
                <a:path w="5" h="21">
                  <a:moveTo>
                    <a:pt x="5" y="21"/>
                  </a:moveTo>
                  <a:lnTo>
                    <a:pt x="5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2" name=""/>
            <p:cNvSpPr/>
            <p:nvPr/>
          </p:nvSpPr>
          <p:spPr>
            <a:xfrm rot="0">
              <a:off x="3173" y="653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3" name=""/>
            <p:cNvSpPr/>
            <p:nvPr/>
          </p:nvSpPr>
          <p:spPr>
            <a:xfrm rot="0">
              <a:off x="3173" y="652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4" name=""/>
            <p:cNvSpPr/>
            <p:nvPr/>
          </p:nvSpPr>
          <p:spPr>
            <a:xfrm rot="0" flipH="1">
              <a:off x="3179" y="664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5" name=""/>
            <p:cNvSpPr/>
            <p:nvPr/>
          </p:nvSpPr>
          <p:spPr>
            <a:xfrm rot="0">
              <a:off x="3187" y="678"/>
              <a:ext cx="22" cy="20"/>
            </a:xfrm>
            <a:custGeom>
              <a:avLst/>
              <a:ahLst/>
              <a:rect l="0" t="0" r="r" b="b"/>
              <a:pathLst>
                <a:path w="68" h="58">
                  <a:moveTo>
                    <a:pt x="0" y="0"/>
                  </a:moveTo>
                  <a:lnTo>
                    <a:pt x="55" y="58"/>
                  </a:lnTo>
                  <a:lnTo>
                    <a:pt x="6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6" name=""/>
            <p:cNvSpPr/>
            <p:nvPr/>
          </p:nvSpPr>
          <p:spPr>
            <a:xfrm rot="0">
              <a:off x="3189" y="697"/>
              <a:ext cx="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7" name=""/>
            <p:cNvSpPr/>
            <p:nvPr/>
          </p:nvSpPr>
          <p:spPr>
            <a:xfrm rot="0">
              <a:off x="3187" y="707"/>
              <a:ext cx="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8" name=""/>
            <p:cNvSpPr/>
            <p:nvPr/>
          </p:nvSpPr>
          <p:spPr>
            <a:xfrm rot="0" flipV="1">
              <a:off x="3188" y="671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49" name=""/>
            <p:cNvSpPr/>
            <p:nvPr/>
          </p:nvSpPr>
          <p:spPr>
            <a:xfrm rot="0">
              <a:off x="3188" y="668"/>
              <a:ext cx="14" cy="23"/>
            </a:xfrm>
            <a:custGeom>
              <a:avLst/>
              <a:ahLst/>
              <a:rect l="0" t="0" r="r" b="b"/>
              <a:pathLst>
                <a:path w="43" h="70">
                  <a:moveTo>
                    <a:pt x="0" y="70"/>
                  </a:moveTo>
                  <a:lnTo>
                    <a:pt x="17" y="4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0" name=""/>
            <p:cNvSpPr/>
            <p:nvPr/>
          </p:nvSpPr>
          <p:spPr>
            <a:xfrm rot="0" flipV="1">
              <a:off x="3175" y="691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1" name=""/>
            <p:cNvSpPr/>
            <p:nvPr/>
          </p:nvSpPr>
          <p:spPr>
            <a:xfrm rot="0" flipV="1">
              <a:off x="3231" y="658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2" name=""/>
            <p:cNvSpPr/>
            <p:nvPr/>
          </p:nvSpPr>
          <p:spPr>
            <a:xfrm rot="0" flipV="1">
              <a:off x="3227" y="685"/>
              <a:ext cx="3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3" name=""/>
            <p:cNvSpPr/>
            <p:nvPr/>
          </p:nvSpPr>
          <p:spPr>
            <a:xfrm rot="0" flipH="1">
              <a:off x="3230" y="707"/>
              <a:ext cx="8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4" name=""/>
            <p:cNvSpPr/>
            <p:nvPr/>
          </p:nvSpPr>
          <p:spPr>
            <a:xfrm rot="0" flipH="1">
              <a:off x="3259" y="651"/>
              <a:ext cx="12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5" name=""/>
            <p:cNvSpPr/>
            <p:nvPr/>
          </p:nvSpPr>
          <p:spPr>
            <a:xfrm rot="0" flipH="1">
              <a:off x="3255" y="674"/>
              <a:ext cx="1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6" name=""/>
            <p:cNvSpPr/>
            <p:nvPr/>
          </p:nvSpPr>
          <p:spPr>
            <a:xfrm rot="0">
              <a:off x="3252" y="690"/>
              <a:ext cx="24" cy="42"/>
            </a:xfrm>
            <a:custGeom>
              <a:avLst/>
              <a:ahLst/>
              <a:rect l="0" t="0" r="r" b="b"/>
              <a:pathLst>
                <a:path w="73" h="126">
                  <a:moveTo>
                    <a:pt x="73" y="0"/>
                  </a:moveTo>
                  <a:lnTo>
                    <a:pt x="55" y="52"/>
                  </a:lnTo>
                  <a:lnTo>
                    <a:pt x="33" y="93"/>
                  </a:lnTo>
                  <a:lnTo>
                    <a:pt x="0" y="1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7" name=""/>
            <p:cNvSpPr/>
            <p:nvPr/>
          </p:nvSpPr>
          <p:spPr>
            <a:xfrm rot="0" flipV="1">
              <a:off x="3238" y="691"/>
              <a:ext cx="2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8" name=""/>
            <p:cNvSpPr/>
            <p:nvPr/>
          </p:nvSpPr>
          <p:spPr>
            <a:xfrm rot="0">
              <a:off x="3251" y="659"/>
              <a:ext cx="1" cy="6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59" name=""/>
            <p:cNvSpPr/>
            <p:nvPr/>
          </p:nvSpPr>
          <p:spPr>
            <a:xfrm rot="0">
              <a:off x="3240" y="662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0" name=""/>
            <p:cNvSpPr/>
            <p:nvPr/>
          </p:nvSpPr>
          <p:spPr>
            <a:xfrm rot="0">
              <a:off x="3309" y="688"/>
              <a:ext cx="17" cy="34"/>
            </a:xfrm>
            <a:custGeom>
              <a:avLst/>
              <a:ahLst/>
              <a:rect l="0" t="0" r="r" b="b"/>
              <a:pathLst>
                <a:path w="51" h="103">
                  <a:moveTo>
                    <a:pt x="21" y="0"/>
                  </a:moveTo>
                  <a:lnTo>
                    <a:pt x="51" y="0"/>
                  </a:lnTo>
                  <a:lnTo>
                    <a:pt x="51" y="103"/>
                  </a:lnTo>
                  <a:lnTo>
                    <a:pt x="0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1" name=""/>
            <p:cNvSpPr/>
            <p:nvPr/>
          </p:nvSpPr>
          <p:spPr>
            <a:xfrm rot="0">
              <a:off x="3292" y="705"/>
              <a:ext cx="17" cy="17"/>
            </a:xfrm>
            <a:custGeom>
              <a:avLst/>
              <a:ahLst/>
              <a:rect l="0" t="0" r="r" b="b"/>
              <a:pathLst>
                <a:path w="51" h="52">
                  <a:moveTo>
                    <a:pt x="0" y="0"/>
                  </a:moveTo>
                  <a:lnTo>
                    <a:pt x="1" y="12"/>
                  </a:lnTo>
                  <a:lnTo>
                    <a:pt x="5" y="23"/>
                  </a:lnTo>
                  <a:lnTo>
                    <a:pt x="10" y="33"/>
                  </a:lnTo>
                  <a:lnTo>
                    <a:pt x="19" y="41"/>
                  </a:lnTo>
                  <a:lnTo>
                    <a:pt x="29" y="46"/>
                  </a:lnTo>
                  <a:lnTo>
                    <a:pt x="39" y="50"/>
                  </a:lnTo>
                  <a:lnTo>
                    <a:pt x="5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2" name=""/>
            <p:cNvSpPr/>
            <p:nvPr/>
          </p:nvSpPr>
          <p:spPr>
            <a:xfrm rot="0" flipV="1">
              <a:off x="3292" y="678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3" name=""/>
            <p:cNvSpPr/>
            <p:nvPr/>
          </p:nvSpPr>
          <p:spPr>
            <a:xfrm rot="0">
              <a:off x="3292" y="661"/>
              <a:ext cx="17" cy="17"/>
            </a:xfrm>
            <a:custGeom>
              <a:avLst/>
              <a:ahLst/>
              <a:rect l="0" t="0" r="r" b="b"/>
              <a:pathLst>
                <a:path w="51" h="52">
                  <a:moveTo>
                    <a:pt x="51" y="0"/>
                  </a:moveTo>
                  <a:lnTo>
                    <a:pt x="39" y="2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0" y="19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4" name=""/>
            <p:cNvSpPr/>
            <p:nvPr/>
          </p:nvSpPr>
          <p:spPr>
            <a:xfrm rot="0">
              <a:off x="3309" y="661"/>
              <a:ext cx="17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5" name=""/>
            <p:cNvSpPr/>
            <p:nvPr/>
          </p:nvSpPr>
          <p:spPr>
            <a:xfrm rot="0" flipV="1">
              <a:off x="3347" y="661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6" name=""/>
            <p:cNvSpPr/>
            <p:nvPr/>
          </p:nvSpPr>
          <p:spPr>
            <a:xfrm rot="0" flipH="1">
              <a:off x="3347" y="661"/>
              <a:ext cx="34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7" name=""/>
            <p:cNvSpPr/>
            <p:nvPr/>
          </p:nvSpPr>
          <p:spPr>
            <a:xfrm rot="0">
              <a:off x="3360" y="684"/>
              <a:ext cx="22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8" name=""/>
            <p:cNvSpPr/>
            <p:nvPr/>
          </p:nvSpPr>
          <p:spPr>
            <a:xfrm rot="0">
              <a:off x="3402" y="661"/>
              <a:ext cx="41" cy="61"/>
            </a:xfrm>
            <a:custGeom>
              <a:avLst/>
              <a:ahLst/>
              <a:rect l="0" t="0" r="r" b="b"/>
              <a:pathLst>
                <a:path w="123" h="185">
                  <a:moveTo>
                    <a:pt x="0" y="185"/>
                  </a:moveTo>
                  <a:lnTo>
                    <a:pt x="0" y="0"/>
                  </a:lnTo>
                  <a:lnTo>
                    <a:pt x="62" y="103"/>
                  </a:lnTo>
                  <a:lnTo>
                    <a:pt x="123" y="0"/>
                  </a:lnTo>
                  <a:lnTo>
                    <a:pt x="123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69" name=""/>
            <p:cNvSpPr/>
            <p:nvPr/>
          </p:nvSpPr>
          <p:spPr>
            <a:xfrm rot="0">
              <a:off x="3464" y="661"/>
              <a:ext cx="34" cy="61"/>
            </a:xfrm>
            <a:custGeom>
              <a:avLst/>
              <a:ahLst/>
              <a:rect l="0" t="0" r="r" b="b"/>
              <a:pathLst>
                <a:path w="104" h="185">
                  <a:moveTo>
                    <a:pt x="0" y="185"/>
                  </a:moveTo>
                  <a:lnTo>
                    <a:pt x="0" y="0"/>
                  </a:lnTo>
                  <a:lnTo>
                    <a:pt x="104" y="185"/>
                  </a:lnTo>
                  <a:lnTo>
                    <a:pt x="10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0" name=""/>
            <p:cNvSpPr/>
            <p:nvPr/>
          </p:nvSpPr>
          <p:spPr>
            <a:xfrm rot="0" flipH="1">
              <a:off x="3524" y="651"/>
              <a:ext cx="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1" name=""/>
            <p:cNvSpPr/>
            <p:nvPr/>
          </p:nvSpPr>
          <p:spPr>
            <a:xfrm rot="0" flipV="1">
              <a:off x="3520" y="710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2" name=""/>
            <p:cNvSpPr/>
            <p:nvPr/>
          </p:nvSpPr>
          <p:spPr>
            <a:xfrm rot="0" flipV="1">
              <a:off x="3535" y="6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3" name=""/>
            <p:cNvSpPr/>
            <p:nvPr/>
          </p:nvSpPr>
          <p:spPr>
            <a:xfrm rot="0" flipH="1">
              <a:off x="3521" y="673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4" name=""/>
            <p:cNvSpPr/>
            <p:nvPr/>
          </p:nvSpPr>
          <p:spPr>
            <a:xfrm rot="0" flipV="1">
              <a:off x="3520" y="691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5" name=""/>
            <p:cNvSpPr/>
            <p:nvPr/>
          </p:nvSpPr>
          <p:spPr>
            <a:xfrm rot="0" flipH="1">
              <a:off x="3539" y="650"/>
              <a:ext cx="10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6" name=""/>
            <p:cNvSpPr/>
            <p:nvPr/>
          </p:nvSpPr>
          <p:spPr>
            <a:xfrm rot="0" flipH="1" flipV="1">
              <a:off x="3548" y="716"/>
              <a:ext cx="8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7" name=""/>
            <p:cNvSpPr/>
            <p:nvPr/>
          </p:nvSpPr>
          <p:spPr>
            <a:xfrm rot="0">
              <a:off x="3546" y="686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8" name=""/>
            <p:cNvSpPr/>
            <p:nvPr/>
          </p:nvSpPr>
          <p:spPr>
            <a:xfrm rot="0">
              <a:off x="3556" y="669"/>
              <a:ext cx="6" cy="60"/>
            </a:xfrm>
            <a:custGeom>
              <a:avLst/>
              <a:ahLst/>
              <a:rect l="0" t="0" r="r" b="b"/>
              <a:pathLst>
                <a:path w="18" h="182">
                  <a:moveTo>
                    <a:pt x="0" y="182"/>
                  </a:moveTo>
                  <a:lnTo>
                    <a:pt x="11" y="105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79" name=""/>
            <p:cNvSpPr/>
            <p:nvPr/>
          </p:nvSpPr>
          <p:spPr>
            <a:xfrm rot="0" flipV="1">
              <a:off x="3544" y="671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0" name=""/>
            <p:cNvSpPr/>
            <p:nvPr/>
          </p:nvSpPr>
          <p:spPr>
            <a:xfrm rot="0">
              <a:off x="3520" y="6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1" name=""/>
            <p:cNvSpPr/>
            <p:nvPr/>
          </p:nvSpPr>
          <p:spPr>
            <a:xfrm rot="0" flipV="1">
              <a:off x="3600" y="686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2" name=""/>
            <p:cNvSpPr/>
            <p:nvPr/>
          </p:nvSpPr>
          <p:spPr>
            <a:xfrm rot="0">
              <a:off x="3587" y="680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3" name=""/>
            <p:cNvSpPr/>
            <p:nvPr/>
          </p:nvSpPr>
          <p:spPr>
            <a:xfrm rot="0">
              <a:off x="3600" y="659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4" name=""/>
            <p:cNvSpPr/>
            <p:nvPr/>
          </p:nvSpPr>
          <p:spPr>
            <a:xfrm rot="0" flipV="1">
              <a:off x="3573" y="720"/>
              <a:ext cx="5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5" name=""/>
            <p:cNvSpPr/>
            <p:nvPr/>
          </p:nvSpPr>
          <p:spPr>
            <a:xfrm rot="0" flipV="1">
              <a:off x="3580" y="658"/>
              <a:ext cx="3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6" name=""/>
            <p:cNvSpPr/>
            <p:nvPr/>
          </p:nvSpPr>
          <p:spPr>
            <a:xfrm rot="0" flipV="1">
              <a:off x="3654" y="657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7" name=""/>
            <p:cNvSpPr/>
            <p:nvPr/>
          </p:nvSpPr>
          <p:spPr>
            <a:xfrm rot="0" flipH="1">
              <a:off x="3641" y="675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8" name=""/>
            <p:cNvSpPr/>
            <p:nvPr/>
          </p:nvSpPr>
          <p:spPr>
            <a:xfrm rot="0" flipH="1">
              <a:off x="3652" y="688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89" name=""/>
            <p:cNvSpPr/>
            <p:nvPr/>
          </p:nvSpPr>
          <p:spPr>
            <a:xfrm rot="0" flipV="1">
              <a:off x="3652" y="700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0" name=""/>
            <p:cNvSpPr/>
            <p:nvPr/>
          </p:nvSpPr>
          <p:spPr>
            <a:xfrm rot="0" flipH="1">
              <a:off x="3663" y="677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1" name=""/>
            <p:cNvSpPr/>
            <p:nvPr/>
          </p:nvSpPr>
          <p:spPr>
            <a:xfrm rot="0">
              <a:off x="3652" y="677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2" name=""/>
            <p:cNvSpPr/>
            <p:nvPr/>
          </p:nvSpPr>
          <p:spPr>
            <a:xfrm rot="0" flipV="1">
              <a:off x="3674" y="670"/>
              <a:ext cx="2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3" name=""/>
            <p:cNvSpPr/>
            <p:nvPr/>
          </p:nvSpPr>
          <p:spPr>
            <a:xfrm rot="0" flipV="1">
              <a:off x="3642" y="716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4" name=""/>
            <p:cNvSpPr/>
            <p:nvPr/>
          </p:nvSpPr>
          <p:spPr>
            <a:xfrm rot="0">
              <a:off x="3641" y="671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5" name=""/>
            <p:cNvSpPr/>
            <p:nvPr/>
          </p:nvSpPr>
          <p:spPr>
            <a:xfrm rot="0" flipH="1">
              <a:off x="3635" y="655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6" name=""/>
            <p:cNvSpPr/>
            <p:nvPr/>
          </p:nvSpPr>
          <p:spPr>
            <a:xfrm rot="0" flipH="1">
              <a:off x="3695" y="672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7" name=""/>
            <p:cNvSpPr/>
            <p:nvPr/>
          </p:nvSpPr>
          <p:spPr>
            <a:xfrm rot="0">
              <a:off x="3698" y="649"/>
              <a:ext cx="8" cy="80"/>
            </a:xfrm>
            <a:custGeom>
              <a:avLst/>
              <a:ahLst/>
              <a:rect l="0" t="0" r="r" b="b"/>
              <a:pathLst>
                <a:path w="25" h="242">
                  <a:moveTo>
                    <a:pt x="25" y="0"/>
                  </a:moveTo>
                  <a:lnTo>
                    <a:pt x="25" y="242"/>
                  </a:lnTo>
                  <a:lnTo>
                    <a:pt x="0" y="2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8" name=""/>
            <p:cNvSpPr/>
            <p:nvPr/>
          </p:nvSpPr>
          <p:spPr>
            <a:xfrm rot="0" flipV="1">
              <a:off x="3693" y="684"/>
              <a:ext cx="20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599" name=""/>
            <p:cNvSpPr/>
            <p:nvPr/>
          </p:nvSpPr>
          <p:spPr>
            <a:xfrm rot="0">
              <a:off x="3713" y="650"/>
              <a:ext cx="8" cy="40"/>
            </a:xfrm>
            <a:custGeom>
              <a:avLst/>
              <a:ahLst/>
              <a:rect l="0" t="0" r="r" b="b"/>
              <a:pathLst>
                <a:path w="24" h="120">
                  <a:moveTo>
                    <a:pt x="24" y="0"/>
                  </a:moveTo>
                  <a:lnTo>
                    <a:pt x="19" y="66"/>
                  </a:lnTo>
                  <a:lnTo>
                    <a:pt x="0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0" name=""/>
            <p:cNvSpPr/>
            <p:nvPr/>
          </p:nvSpPr>
          <p:spPr>
            <a:xfrm rot="0" flipV="1">
              <a:off x="3721" y="656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1" name=""/>
            <p:cNvSpPr/>
            <p:nvPr/>
          </p:nvSpPr>
          <p:spPr>
            <a:xfrm rot="0">
              <a:off x="3731" y="654"/>
              <a:ext cx="11" cy="26"/>
            </a:xfrm>
            <a:custGeom>
              <a:avLst/>
              <a:ahLst/>
              <a:rect l="0" t="0" r="r" b="b"/>
              <a:pathLst>
                <a:path w="35" h="76">
                  <a:moveTo>
                    <a:pt x="0" y="0"/>
                  </a:moveTo>
                  <a:lnTo>
                    <a:pt x="0" y="76"/>
                  </a:lnTo>
                  <a:lnTo>
                    <a:pt x="35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2" name=""/>
            <p:cNvSpPr/>
            <p:nvPr/>
          </p:nvSpPr>
          <p:spPr>
            <a:xfrm rot="0">
              <a:off x="3718" y="697"/>
              <a:ext cx="25" cy="30"/>
            </a:xfrm>
            <a:custGeom>
              <a:avLst/>
              <a:ahLst/>
              <a:rect l="0" t="0" r="r" b="b"/>
              <a:pathLst>
                <a:path w="77" h="92">
                  <a:moveTo>
                    <a:pt x="0" y="0"/>
                  </a:moveTo>
                  <a:lnTo>
                    <a:pt x="52" y="92"/>
                  </a:lnTo>
                  <a:lnTo>
                    <a:pt x="77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3" name=""/>
            <p:cNvSpPr/>
            <p:nvPr/>
          </p:nvSpPr>
          <p:spPr>
            <a:xfrm rot="0" flipV="1">
              <a:off x="3717" y="68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4" name=""/>
            <p:cNvSpPr/>
            <p:nvPr/>
          </p:nvSpPr>
          <p:spPr>
            <a:xfrm rot="0">
              <a:off x="3710" y="685"/>
              <a:ext cx="25" cy="43"/>
            </a:xfrm>
            <a:custGeom>
              <a:avLst/>
              <a:ahLst/>
              <a:rect l="0" t="0" r="r" b="b"/>
              <a:pathLst>
                <a:path w="76" h="130">
                  <a:moveTo>
                    <a:pt x="76" y="0"/>
                  </a:moveTo>
                  <a:lnTo>
                    <a:pt x="46" y="76"/>
                  </a:lnTo>
                  <a:lnTo>
                    <a:pt x="0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5" name=""/>
            <p:cNvSpPr/>
            <p:nvPr/>
          </p:nvSpPr>
          <p:spPr>
            <a:xfrm rot="0">
              <a:off x="3775" y="694"/>
              <a:ext cx="27" cy="37"/>
            </a:xfrm>
            <a:custGeom>
              <a:avLst/>
              <a:ahLst/>
              <a:rect l="0" t="0" r="r" b="b"/>
              <a:pathLst>
                <a:path w="82" h="110">
                  <a:moveTo>
                    <a:pt x="82" y="0"/>
                  </a:moveTo>
                  <a:lnTo>
                    <a:pt x="41" y="67"/>
                  </a:lnTo>
                  <a:lnTo>
                    <a:pt x="0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6" name=""/>
            <p:cNvSpPr/>
            <p:nvPr/>
          </p:nvSpPr>
          <p:spPr>
            <a:xfrm rot="0" flipH="1">
              <a:off x="3785" y="677"/>
              <a:ext cx="14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7" name=""/>
            <p:cNvSpPr/>
            <p:nvPr/>
          </p:nvSpPr>
          <p:spPr>
            <a:xfrm rot="0" flipH="1">
              <a:off x="3785" y="653"/>
              <a:ext cx="1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8" name=""/>
            <p:cNvSpPr/>
            <p:nvPr/>
          </p:nvSpPr>
          <p:spPr>
            <a:xfrm rot="0">
              <a:off x="3760" y="652"/>
              <a:ext cx="1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09" name=""/>
            <p:cNvSpPr/>
            <p:nvPr/>
          </p:nvSpPr>
          <p:spPr>
            <a:xfrm rot="0" flipV="1">
              <a:off x="3760" y="654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0" name=""/>
            <p:cNvSpPr/>
            <p:nvPr/>
          </p:nvSpPr>
          <p:spPr>
            <a:xfrm rot="0" flipH="1">
              <a:off x="3780" y="652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1" name=""/>
            <p:cNvSpPr/>
            <p:nvPr/>
          </p:nvSpPr>
          <p:spPr>
            <a:xfrm rot="0" flipH="1">
              <a:off x="3760" y="670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2" name=""/>
            <p:cNvSpPr/>
            <p:nvPr/>
          </p:nvSpPr>
          <p:spPr>
            <a:xfrm rot="0" flipV="1">
              <a:off x="3760" y="662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3" name=""/>
            <p:cNvSpPr/>
            <p:nvPr/>
          </p:nvSpPr>
          <p:spPr>
            <a:xfrm rot="0">
              <a:off x="3769" y="671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4" name=""/>
            <p:cNvSpPr/>
            <p:nvPr/>
          </p:nvSpPr>
          <p:spPr>
            <a:xfrm rot="0" flipV="1">
              <a:off x="3752" y="681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5" name=""/>
            <p:cNvSpPr/>
            <p:nvPr/>
          </p:nvSpPr>
          <p:spPr>
            <a:xfrm rot="0">
              <a:off x="3760" y="687"/>
              <a:ext cx="1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6" name=""/>
            <p:cNvSpPr/>
            <p:nvPr/>
          </p:nvSpPr>
          <p:spPr>
            <a:xfrm rot="0" flipV="1">
              <a:off x="3760" y="689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7" name=""/>
            <p:cNvSpPr/>
            <p:nvPr/>
          </p:nvSpPr>
          <p:spPr>
            <a:xfrm rot="0" flipH="1">
              <a:off x="3777" y="688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8" name=""/>
            <p:cNvSpPr/>
            <p:nvPr/>
          </p:nvSpPr>
          <p:spPr>
            <a:xfrm rot="0" flipH="1">
              <a:off x="3760" y="699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19" name=""/>
            <p:cNvSpPr/>
            <p:nvPr/>
          </p:nvSpPr>
          <p:spPr>
            <a:xfrm rot="0">
              <a:off x="3763" y="700"/>
              <a:ext cx="7" cy="29"/>
            </a:xfrm>
            <a:custGeom>
              <a:avLst/>
              <a:ahLst/>
              <a:rect l="0" t="0" r="r" b="b"/>
              <a:pathLst>
                <a:path w="20" h="87">
                  <a:moveTo>
                    <a:pt x="20" y="0"/>
                  </a:moveTo>
                  <a:lnTo>
                    <a:pt x="20" y="87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0" name=""/>
            <p:cNvSpPr/>
            <p:nvPr/>
          </p:nvSpPr>
          <p:spPr>
            <a:xfrm rot="0" flipH="1">
              <a:off x="3753" y="709"/>
              <a:ext cx="10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1" name=""/>
            <p:cNvSpPr/>
            <p:nvPr/>
          </p:nvSpPr>
          <p:spPr>
            <a:xfrm rot="0">
              <a:off x="3774" y="707"/>
              <a:ext cx="7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2" name=""/>
            <p:cNvSpPr/>
            <p:nvPr/>
          </p:nvSpPr>
          <p:spPr>
            <a:xfrm rot="0">
              <a:off x="3817" y="709"/>
              <a:ext cx="13" cy="13"/>
            </a:xfrm>
            <a:custGeom>
              <a:avLst/>
              <a:ahLst/>
              <a:rect l="0" t="0" r="r" b="b"/>
              <a:pathLst>
                <a:path w="38" h="39">
                  <a:moveTo>
                    <a:pt x="0" y="19"/>
                  </a:moveTo>
                  <a:lnTo>
                    <a:pt x="3" y="27"/>
                  </a:lnTo>
                  <a:lnTo>
                    <a:pt x="7" y="33"/>
                  </a:lnTo>
                  <a:lnTo>
                    <a:pt x="12" y="37"/>
                  </a:lnTo>
                  <a:lnTo>
                    <a:pt x="20" y="39"/>
                  </a:lnTo>
                  <a:lnTo>
                    <a:pt x="28" y="37"/>
                  </a:lnTo>
                  <a:lnTo>
                    <a:pt x="33" y="33"/>
                  </a:lnTo>
                  <a:lnTo>
                    <a:pt x="37" y="27"/>
                  </a:lnTo>
                  <a:lnTo>
                    <a:pt x="38" y="19"/>
                  </a:lnTo>
                  <a:lnTo>
                    <a:pt x="37" y="12"/>
                  </a:lnTo>
                  <a:lnTo>
                    <a:pt x="33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7" y="6"/>
                  </a:lnTo>
                  <a:lnTo>
                    <a:pt x="3" y="12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3" name=""/>
            <p:cNvSpPr/>
            <p:nvPr/>
          </p:nvSpPr>
          <p:spPr>
            <a:xfrm rot="0">
              <a:off x="3816" y="709"/>
              <a:ext cx="15" cy="14"/>
            </a:xfrm>
            <a:custGeom>
              <a:avLst/>
              <a:ahLst/>
              <a:rect l="0" t="0" r="r" b="b"/>
              <a:pathLst>
                <a:path w="45" h="43">
                  <a:moveTo>
                    <a:pt x="45" y="21"/>
                  </a:moveTo>
                  <a:lnTo>
                    <a:pt x="42" y="13"/>
                  </a:lnTo>
                  <a:lnTo>
                    <a:pt x="38" y="6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7" y="6"/>
                  </a:lnTo>
                  <a:lnTo>
                    <a:pt x="3" y="13"/>
                  </a:lnTo>
                  <a:lnTo>
                    <a:pt x="0" y="21"/>
                  </a:lnTo>
                  <a:lnTo>
                    <a:pt x="3" y="30"/>
                  </a:lnTo>
                  <a:lnTo>
                    <a:pt x="7" y="37"/>
                  </a:lnTo>
                  <a:lnTo>
                    <a:pt x="15" y="42"/>
                  </a:lnTo>
                  <a:lnTo>
                    <a:pt x="23" y="43"/>
                  </a:lnTo>
                  <a:lnTo>
                    <a:pt x="31" y="42"/>
                  </a:lnTo>
                  <a:lnTo>
                    <a:pt x="38" y="37"/>
                  </a:lnTo>
                  <a:lnTo>
                    <a:pt x="42" y="30"/>
                  </a:lnTo>
                  <a:lnTo>
                    <a:pt x="4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4" name=""/>
            <p:cNvSpPr/>
            <p:nvPr/>
          </p:nvSpPr>
          <p:spPr>
            <a:xfrm rot="0" flipV="1">
              <a:off x="284" y="2519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5" name=""/>
            <p:cNvSpPr/>
            <p:nvPr/>
          </p:nvSpPr>
          <p:spPr>
            <a:xfrm rot="0">
              <a:off x="295" y="2495"/>
              <a:ext cx="1" cy="8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6" name=""/>
            <p:cNvSpPr/>
            <p:nvPr/>
          </p:nvSpPr>
          <p:spPr>
            <a:xfrm rot="0" flipH="1">
              <a:off x="284" y="2522"/>
              <a:ext cx="1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65" name=""/>
          <p:cNvGrpSpPr/>
          <p:nvPr/>
        </p:nvGrpSpPr>
        <p:grpSpPr>
          <a:xfrm rot="0">
            <a:off x="468312" y="3960812"/>
            <a:ext cx="2247900" cy="133350"/>
            <a:chOff x="295" y="2495"/>
            <a:chExt cx="1416" cy="84"/>
          </a:xfrm>
        </p:grpSpPr>
        <p:sp>
          <p:nvSpPr>
            <p:cNvPr id="1055627" name=""/>
            <p:cNvSpPr/>
            <p:nvPr/>
          </p:nvSpPr>
          <p:spPr>
            <a:xfrm rot="0">
              <a:off x="295" y="2527"/>
              <a:ext cx="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8" name=""/>
            <p:cNvSpPr/>
            <p:nvPr/>
          </p:nvSpPr>
          <p:spPr>
            <a:xfrm rot="0">
              <a:off x="308" y="2499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29" name=""/>
            <p:cNvSpPr/>
            <p:nvPr/>
          </p:nvSpPr>
          <p:spPr>
            <a:xfrm rot="0" flipV="1">
              <a:off x="306" y="2557"/>
              <a:ext cx="11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0" name=""/>
            <p:cNvSpPr/>
            <p:nvPr/>
          </p:nvSpPr>
          <p:spPr>
            <a:xfrm rot="0" flipV="1">
              <a:off x="308" y="2501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1" name=""/>
            <p:cNvSpPr/>
            <p:nvPr/>
          </p:nvSpPr>
          <p:spPr>
            <a:xfrm rot="0" flipH="1">
              <a:off x="323" y="2499"/>
              <a:ext cx="2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2" name=""/>
            <p:cNvSpPr/>
            <p:nvPr/>
          </p:nvSpPr>
          <p:spPr>
            <a:xfrm rot="0" flipH="1">
              <a:off x="308" y="2528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3" name=""/>
            <p:cNvSpPr/>
            <p:nvPr/>
          </p:nvSpPr>
          <p:spPr>
            <a:xfrm rot="0" flipV="1">
              <a:off x="308" y="2515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4" name=""/>
            <p:cNvSpPr/>
            <p:nvPr/>
          </p:nvSpPr>
          <p:spPr>
            <a:xfrm rot="0">
              <a:off x="311" y="2531"/>
              <a:ext cx="24" cy="36"/>
            </a:xfrm>
            <a:custGeom>
              <a:avLst/>
              <a:ahLst/>
              <a:rect l="0" t="0" r="r" b="b"/>
              <a:pathLst>
                <a:path w="71" h="107">
                  <a:moveTo>
                    <a:pt x="0" y="0"/>
                  </a:moveTo>
                  <a:lnTo>
                    <a:pt x="49" y="107"/>
                  </a:lnTo>
                  <a:lnTo>
                    <a:pt x="71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5" name=""/>
            <p:cNvSpPr/>
            <p:nvPr/>
          </p:nvSpPr>
          <p:spPr>
            <a:xfrm rot="0" flipH="1">
              <a:off x="319" y="2535"/>
              <a:ext cx="10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6" name=""/>
            <p:cNvSpPr/>
            <p:nvPr/>
          </p:nvSpPr>
          <p:spPr>
            <a:xfrm rot="0" flipH="1">
              <a:off x="373" y="2551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7" name=""/>
            <p:cNvSpPr/>
            <p:nvPr/>
          </p:nvSpPr>
          <p:spPr>
            <a:xfrm rot="0">
              <a:off x="379" y="2522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8" name=""/>
            <p:cNvSpPr/>
            <p:nvPr/>
          </p:nvSpPr>
          <p:spPr>
            <a:xfrm rot="0" flipH="1">
              <a:off x="369" y="2505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39" name=""/>
            <p:cNvSpPr/>
            <p:nvPr/>
          </p:nvSpPr>
          <p:spPr>
            <a:xfrm rot="0" flipV="1">
              <a:off x="386" y="2503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0" name=""/>
            <p:cNvSpPr/>
            <p:nvPr/>
          </p:nvSpPr>
          <p:spPr>
            <a:xfrm rot="0" flipH="1">
              <a:off x="369" y="2520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1" name=""/>
            <p:cNvSpPr/>
            <p:nvPr/>
          </p:nvSpPr>
          <p:spPr>
            <a:xfrm rot="0" flipV="1">
              <a:off x="368" y="2535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2" name=""/>
            <p:cNvSpPr/>
            <p:nvPr/>
          </p:nvSpPr>
          <p:spPr>
            <a:xfrm rot="0" flipV="1">
              <a:off x="387" y="2549"/>
              <a:ext cx="1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3" name=""/>
            <p:cNvSpPr/>
            <p:nvPr/>
          </p:nvSpPr>
          <p:spPr>
            <a:xfrm rot="0" flipV="1">
              <a:off x="373" y="2569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4" name=""/>
            <p:cNvSpPr/>
            <p:nvPr/>
          </p:nvSpPr>
          <p:spPr>
            <a:xfrm rot="0">
              <a:off x="373" y="2550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5" name=""/>
            <p:cNvSpPr/>
            <p:nvPr/>
          </p:nvSpPr>
          <p:spPr>
            <a:xfrm rot="0">
              <a:off x="362" y="2504"/>
              <a:ext cx="7" cy="73"/>
            </a:xfrm>
            <a:custGeom>
              <a:avLst/>
              <a:ahLst/>
              <a:rect l="0" t="0" r="r" b="b"/>
              <a:pathLst>
                <a:path w="21" h="220">
                  <a:moveTo>
                    <a:pt x="21" y="0"/>
                  </a:moveTo>
                  <a:lnTo>
                    <a:pt x="21" y="65"/>
                  </a:lnTo>
                  <a:lnTo>
                    <a:pt x="15" y="149"/>
                  </a:lnTo>
                  <a:lnTo>
                    <a:pt x="0" y="2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6" name=""/>
            <p:cNvSpPr/>
            <p:nvPr/>
          </p:nvSpPr>
          <p:spPr>
            <a:xfrm rot="0" flipH="1">
              <a:off x="348" y="2532"/>
              <a:ext cx="1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7" name=""/>
            <p:cNvSpPr/>
            <p:nvPr/>
          </p:nvSpPr>
          <p:spPr>
            <a:xfrm rot="0" flipV="1">
              <a:off x="349" y="2519"/>
              <a:ext cx="1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8" name=""/>
            <p:cNvSpPr/>
            <p:nvPr/>
          </p:nvSpPr>
          <p:spPr>
            <a:xfrm rot="0">
              <a:off x="351" y="2498"/>
              <a:ext cx="7" cy="79"/>
            </a:xfrm>
            <a:custGeom>
              <a:avLst/>
              <a:ahLst/>
              <a:rect l="0" t="0" r="r" b="b"/>
              <a:pathLst>
                <a:path w="22" h="237">
                  <a:moveTo>
                    <a:pt x="0" y="201"/>
                  </a:moveTo>
                  <a:lnTo>
                    <a:pt x="22" y="23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49" name=""/>
            <p:cNvSpPr/>
            <p:nvPr/>
          </p:nvSpPr>
          <p:spPr>
            <a:xfrm rot="0" flipV="1">
              <a:off x="405" y="2565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0" name=""/>
            <p:cNvSpPr/>
            <p:nvPr/>
          </p:nvSpPr>
          <p:spPr>
            <a:xfrm rot="0">
              <a:off x="422" y="2528"/>
              <a:ext cx="5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1" name=""/>
            <p:cNvSpPr/>
            <p:nvPr/>
          </p:nvSpPr>
          <p:spPr>
            <a:xfrm rot="0" flipV="1">
              <a:off x="413" y="2517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2" name=""/>
            <p:cNvSpPr/>
            <p:nvPr/>
          </p:nvSpPr>
          <p:spPr>
            <a:xfrm rot="0">
              <a:off x="431" y="2500"/>
              <a:ext cx="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3" name=""/>
            <p:cNvSpPr/>
            <p:nvPr/>
          </p:nvSpPr>
          <p:spPr>
            <a:xfrm rot="0" flipH="1">
              <a:off x="432" y="2518"/>
              <a:ext cx="9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4" name=""/>
            <p:cNvSpPr/>
            <p:nvPr/>
          </p:nvSpPr>
          <p:spPr>
            <a:xfrm rot="0" flipH="1">
              <a:off x="462" y="2498"/>
              <a:ext cx="19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5" name=""/>
            <p:cNvSpPr/>
            <p:nvPr/>
          </p:nvSpPr>
          <p:spPr>
            <a:xfrm rot="0">
              <a:off x="496" y="2496"/>
              <a:ext cx="1" cy="8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6" name=""/>
            <p:cNvSpPr/>
            <p:nvPr/>
          </p:nvSpPr>
          <p:spPr>
            <a:xfrm rot="0">
              <a:off x="476" y="2518"/>
              <a:ext cx="17" cy="43"/>
            </a:xfrm>
            <a:custGeom>
              <a:avLst/>
              <a:ahLst/>
              <a:rect l="0" t="0" r="r" b="b"/>
              <a:pathLst>
                <a:path w="51" h="128">
                  <a:moveTo>
                    <a:pt x="51" y="0"/>
                  </a:moveTo>
                  <a:lnTo>
                    <a:pt x="37" y="43"/>
                  </a:lnTo>
                  <a:lnTo>
                    <a:pt x="21" y="84"/>
                  </a:lnTo>
                  <a:lnTo>
                    <a:pt x="0" y="1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7" name=""/>
            <p:cNvSpPr/>
            <p:nvPr/>
          </p:nvSpPr>
          <p:spPr>
            <a:xfrm rot="0">
              <a:off x="496" y="2518"/>
              <a:ext cx="21" cy="38"/>
            </a:xfrm>
            <a:custGeom>
              <a:avLst/>
              <a:ahLst/>
              <a:rect l="0" t="0" r="r" b="b"/>
              <a:pathLst>
                <a:path w="63" h="112">
                  <a:moveTo>
                    <a:pt x="0" y="0"/>
                  </a:moveTo>
                  <a:lnTo>
                    <a:pt x="51" y="112"/>
                  </a:lnTo>
                  <a:lnTo>
                    <a:pt x="63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8" name=""/>
            <p:cNvSpPr/>
            <p:nvPr/>
          </p:nvSpPr>
          <p:spPr>
            <a:xfrm rot="0" flipV="1">
              <a:off x="485" y="2552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59" name=""/>
            <p:cNvSpPr/>
            <p:nvPr/>
          </p:nvSpPr>
          <p:spPr>
            <a:xfrm rot="0" flipV="1">
              <a:off x="473" y="2514"/>
              <a:ext cx="1" cy="6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0" name=""/>
            <p:cNvSpPr/>
            <p:nvPr/>
          </p:nvSpPr>
          <p:spPr>
            <a:xfrm rot="0" flipV="1">
              <a:off x="479" y="2516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1" name=""/>
            <p:cNvSpPr/>
            <p:nvPr/>
          </p:nvSpPr>
          <p:spPr>
            <a:xfrm rot="0" flipH="1">
              <a:off x="530" y="2503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2" name=""/>
            <p:cNvSpPr/>
            <p:nvPr/>
          </p:nvSpPr>
          <p:spPr>
            <a:xfrm rot="0" flipV="1">
              <a:off x="530" y="2566"/>
              <a:ext cx="3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3" name=""/>
            <p:cNvSpPr/>
            <p:nvPr/>
          </p:nvSpPr>
          <p:spPr>
            <a:xfrm rot="0" flipV="1">
              <a:off x="567" y="2499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4" name=""/>
            <p:cNvSpPr/>
            <p:nvPr/>
          </p:nvSpPr>
          <p:spPr>
            <a:xfrm rot="0">
              <a:off x="565" y="2566"/>
              <a:ext cx="2" cy="7"/>
            </a:xfrm>
            <a:custGeom>
              <a:avLst/>
              <a:ahLst/>
              <a:rect l="0" t="0" r="r" b="b"/>
              <a:pathLst>
                <a:path w="6" h="21">
                  <a:moveTo>
                    <a:pt x="6" y="21"/>
                  </a:moveTo>
                  <a:lnTo>
                    <a:pt x="6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5" name=""/>
            <p:cNvSpPr/>
            <p:nvPr/>
          </p:nvSpPr>
          <p:spPr>
            <a:xfrm rot="0">
              <a:off x="530" y="2499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6" name=""/>
            <p:cNvSpPr/>
            <p:nvPr/>
          </p:nvSpPr>
          <p:spPr>
            <a:xfrm rot="0">
              <a:off x="530" y="2499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7" name=""/>
            <p:cNvSpPr/>
            <p:nvPr/>
          </p:nvSpPr>
          <p:spPr>
            <a:xfrm rot="0" flipH="1">
              <a:off x="535" y="2510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8" name=""/>
            <p:cNvSpPr/>
            <p:nvPr/>
          </p:nvSpPr>
          <p:spPr>
            <a:xfrm rot="0">
              <a:off x="543" y="2525"/>
              <a:ext cx="23" cy="19"/>
            </a:xfrm>
            <a:custGeom>
              <a:avLst/>
              <a:ahLst/>
              <a:rect l="0" t="0" r="r" b="b"/>
              <a:pathLst>
                <a:path w="67" h="56">
                  <a:moveTo>
                    <a:pt x="0" y="0"/>
                  </a:moveTo>
                  <a:lnTo>
                    <a:pt x="54" y="56"/>
                  </a:lnTo>
                  <a:lnTo>
                    <a:pt x="6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69" name=""/>
            <p:cNvSpPr/>
            <p:nvPr/>
          </p:nvSpPr>
          <p:spPr>
            <a:xfrm rot="0">
              <a:off x="546" y="2543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0" name=""/>
            <p:cNvSpPr/>
            <p:nvPr/>
          </p:nvSpPr>
          <p:spPr>
            <a:xfrm rot="0">
              <a:off x="543" y="2553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1" name=""/>
            <p:cNvSpPr/>
            <p:nvPr/>
          </p:nvSpPr>
          <p:spPr>
            <a:xfrm rot="0" flipV="1">
              <a:off x="544" y="2517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2" name=""/>
            <p:cNvSpPr/>
            <p:nvPr/>
          </p:nvSpPr>
          <p:spPr>
            <a:xfrm rot="0">
              <a:off x="544" y="2514"/>
              <a:ext cx="15" cy="24"/>
            </a:xfrm>
            <a:custGeom>
              <a:avLst/>
              <a:ahLst/>
              <a:rect l="0" t="0" r="r" b="b"/>
              <a:pathLst>
                <a:path w="43" h="71">
                  <a:moveTo>
                    <a:pt x="0" y="71"/>
                  </a:moveTo>
                  <a:lnTo>
                    <a:pt x="15" y="4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3" name=""/>
            <p:cNvSpPr/>
            <p:nvPr/>
          </p:nvSpPr>
          <p:spPr>
            <a:xfrm rot="0" flipV="1">
              <a:off x="531" y="2538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4" name=""/>
            <p:cNvSpPr/>
            <p:nvPr/>
          </p:nvSpPr>
          <p:spPr>
            <a:xfrm rot="0" flipH="1">
              <a:off x="617" y="2518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5" name=""/>
            <p:cNvSpPr/>
            <p:nvPr/>
          </p:nvSpPr>
          <p:spPr>
            <a:xfrm rot="0" flipV="1">
              <a:off x="631" y="2514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6" name=""/>
            <p:cNvSpPr/>
            <p:nvPr/>
          </p:nvSpPr>
          <p:spPr>
            <a:xfrm rot="0" flipV="1">
              <a:off x="617" y="2551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7" name=""/>
            <p:cNvSpPr/>
            <p:nvPr/>
          </p:nvSpPr>
          <p:spPr>
            <a:xfrm rot="0">
              <a:off x="617" y="2513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8" name=""/>
            <p:cNvSpPr/>
            <p:nvPr/>
          </p:nvSpPr>
          <p:spPr>
            <a:xfrm rot="0">
              <a:off x="601" y="2531"/>
              <a:ext cx="9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79" name=""/>
            <p:cNvSpPr/>
            <p:nvPr/>
          </p:nvSpPr>
          <p:spPr>
            <a:xfrm rot="0" flipV="1">
              <a:off x="584" y="2528"/>
              <a:ext cx="17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0" name=""/>
            <p:cNvSpPr/>
            <p:nvPr/>
          </p:nvSpPr>
          <p:spPr>
            <a:xfrm rot="0">
              <a:off x="601" y="2502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1" name=""/>
            <p:cNvSpPr/>
            <p:nvPr/>
          </p:nvSpPr>
          <p:spPr>
            <a:xfrm rot="0" flipH="1">
              <a:off x="586" y="2520"/>
              <a:ext cx="2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2" name=""/>
            <p:cNvSpPr/>
            <p:nvPr/>
          </p:nvSpPr>
          <p:spPr>
            <a:xfrm rot="0" flipV="1">
              <a:off x="588" y="2496"/>
              <a:ext cx="21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3" name=""/>
            <p:cNvSpPr/>
            <p:nvPr/>
          </p:nvSpPr>
          <p:spPr>
            <a:xfrm rot="0">
              <a:off x="651" y="2517"/>
              <a:ext cx="35" cy="55"/>
            </a:xfrm>
            <a:custGeom>
              <a:avLst/>
              <a:ahLst/>
              <a:rect l="0" t="0" r="r" b="b"/>
              <a:pathLst>
                <a:path w="106" h="163">
                  <a:moveTo>
                    <a:pt x="0" y="0"/>
                  </a:moveTo>
                  <a:lnTo>
                    <a:pt x="0" y="142"/>
                  </a:lnTo>
                  <a:lnTo>
                    <a:pt x="14" y="163"/>
                  </a:lnTo>
                  <a:lnTo>
                    <a:pt x="106" y="163"/>
                  </a:lnTo>
                  <a:lnTo>
                    <a:pt x="103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4" name=""/>
            <p:cNvSpPr/>
            <p:nvPr/>
          </p:nvSpPr>
          <p:spPr>
            <a:xfrm rot="0" flipV="1">
              <a:off x="651" y="2530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5" name=""/>
            <p:cNvSpPr/>
            <p:nvPr/>
          </p:nvSpPr>
          <p:spPr>
            <a:xfrm rot="0" flipV="1">
              <a:off x="673" y="2502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6" name=""/>
            <p:cNvSpPr/>
            <p:nvPr/>
          </p:nvSpPr>
          <p:spPr>
            <a:xfrm rot="0" flipH="1">
              <a:off x="650" y="2506"/>
              <a:ext cx="2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7" name=""/>
            <p:cNvSpPr/>
            <p:nvPr/>
          </p:nvSpPr>
          <p:spPr>
            <a:xfrm rot="0">
              <a:off x="738" y="2516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8" name=""/>
            <p:cNvSpPr/>
            <p:nvPr/>
          </p:nvSpPr>
          <p:spPr>
            <a:xfrm rot="0" flipV="1">
              <a:off x="738" y="2554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89" name=""/>
            <p:cNvSpPr/>
            <p:nvPr/>
          </p:nvSpPr>
          <p:spPr>
            <a:xfrm rot="0" flipV="1">
              <a:off x="752" y="2517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0" name=""/>
            <p:cNvSpPr/>
            <p:nvPr/>
          </p:nvSpPr>
          <p:spPr>
            <a:xfrm rot="0" flipH="1">
              <a:off x="738" y="2521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1" name=""/>
            <p:cNvSpPr/>
            <p:nvPr/>
          </p:nvSpPr>
          <p:spPr>
            <a:xfrm rot="0">
              <a:off x="710" y="2495"/>
              <a:ext cx="13" cy="35"/>
            </a:xfrm>
            <a:custGeom>
              <a:avLst/>
              <a:ahLst/>
              <a:rect l="0" t="0" r="r" b="b"/>
              <a:pathLst>
                <a:path w="38" h="106">
                  <a:moveTo>
                    <a:pt x="38" y="0"/>
                  </a:moveTo>
                  <a:lnTo>
                    <a:pt x="17" y="74"/>
                  </a:lnTo>
                  <a:lnTo>
                    <a:pt x="0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2" name=""/>
            <p:cNvSpPr/>
            <p:nvPr/>
          </p:nvSpPr>
          <p:spPr>
            <a:xfrm rot="0" flipV="1">
              <a:off x="716" y="2515"/>
              <a:ext cx="1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3" name=""/>
            <p:cNvSpPr/>
            <p:nvPr/>
          </p:nvSpPr>
          <p:spPr>
            <a:xfrm rot="0" flipH="1">
              <a:off x="703" y="2535"/>
              <a:ext cx="3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4" name=""/>
            <p:cNvSpPr/>
            <p:nvPr/>
          </p:nvSpPr>
          <p:spPr>
            <a:xfrm rot="0">
              <a:off x="720" y="2517"/>
              <a:ext cx="12" cy="46"/>
            </a:xfrm>
            <a:custGeom>
              <a:avLst/>
              <a:ahLst/>
              <a:rect l="0" t="0" r="r" b="b"/>
              <a:pathLst>
                <a:path w="35" h="137">
                  <a:moveTo>
                    <a:pt x="10" y="0"/>
                  </a:moveTo>
                  <a:lnTo>
                    <a:pt x="0" y="94"/>
                  </a:lnTo>
                  <a:lnTo>
                    <a:pt x="35" y="1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5" name=""/>
            <p:cNvSpPr/>
            <p:nvPr/>
          </p:nvSpPr>
          <p:spPr>
            <a:xfrm rot="0">
              <a:off x="705" y="2549"/>
              <a:ext cx="15" cy="28"/>
            </a:xfrm>
            <a:custGeom>
              <a:avLst/>
              <a:ahLst/>
              <a:rect l="0" t="0" r="r" b="b"/>
              <a:pathLst>
                <a:path w="46" h="86">
                  <a:moveTo>
                    <a:pt x="0" y="86"/>
                  </a:moveTo>
                  <a:lnTo>
                    <a:pt x="30" y="46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6" name=""/>
            <p:cNvSpPr/>
            <p:nvPr/>
          </p:nvSpPr>
          <p:spPr>
            <a:xfrm rot="0" flipV="1">
              <a:off x="762" y="2518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7" name=""/>
            <p:cNvSpPr/>
            <p:nvPr/>
          </p:nvSpPr>
          <p:spPr>
            <a:xfrm rot="0">
              <a:off x="774" y="2532"/>
              <a:ext cx="9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8" name=""/>
            <p:cNvSpPr/>
            <p:nvPr/>
          </p:nvSpPr>
          <p:spPr>
            <a:xfrm rot="0">
              <a:off x="774" y="2528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699" name=""/>
            <p:cNvSpPr/>
            <p:nvPr/>
          </p:nvSpPr>
          <p:spPr>
            <a:xfrm rot="0">
              <a:off x="762" y="2515"/>
              <a:ext cx="17" cy="31"/>
            </a:xfrm>
            <a:custGeom>
              <a:avLst/>
              <a:ahLst/>
              <a:rect l="0" t="0" r="r" b="b"/>
              <a:pathLst>
                <a:path w="51" h="95">
                  <a:moveTo>
                    <a:pt x="51" y="0"/>
                  </a:moveTo>
                  <a:lnTo>
                    <a:pt x="38" y="39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0" name=""/>
            <p:cNvSpPr/>
            <p:nvPr/>
          </p:nvSpPr>
          <p:spPr>
            <a:xfrm rot="0">
              <a:off x="770" y="2498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1" name=""/>
            <p:cNvSpPr/>
            <p:nvPr/>
          </p:nvSpPr>
          <p:spPr>
            <a:xfrm rot="0">
              <a:off x="790" y="2499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2" name=""/>
            <p:cNvSpPr/>
            <p:nvPr/>
          </p:nvSpPr>
          <p:spPr>
            <a:xfrm rot="0" flipV="1">
              <a:off x="805" y="2500"/>
              <a:ext cx="2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3" name=""/>
            <p:cNvSpPr/>
            <p:nvPr/>
          </p:nvSpPr>
          <p:spPr>
            <a:xfrm rot="0" flipH="1">
              <a:off x="790" y="2503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4" name=""/>
            <p:cNvSpPr/>
            <p:nvPr/>
          </p:nvSpPr>
          <p:spPr>
            <a:xfrm rot="0">
              <a:off x="791" y="2514"/>
              <a:ext cx="7" cy="43"/>
            </a:xfrm>
            <a:custGeom>
              <a:avLst/>
              <a:ahLst/>
              <a:rect l="0" t="0" r="r" b="b"/>
              <a:pathLst>
                <a:path w="22" h="130">
                  <a:moveTo>
                    <a:pt x="22" y="0"/>
                  </a:moveTo>
                  <a:lnTo>
                    <a:pt x="14" y="81"/>
                  </a:lnTo>
                  <a:lnTo>
                    <a:pt x="0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5" name=""/>
            <p:cNvSpPr/>
            <p:nvPr/>
          </p:nvSpPr>
          <p:spPr>
            <a:xfrm rot="0">
              <a:off x="777" y="2557"/>
              <a:ext cx="14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0" y="49"/>
                  </a:moveTo>
                  <a:lnTo>
                    <a:pt x="22" y="28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6" name=""/>
            <p:cNvSpPr/>
            <p:nvPr/>
          </p:nvSpPr>
          <p:spPr>
            <a:xfrm rot="0">
              <a:off x="799" y="2538"/>
              <a:ext cx="14" cy="31"/>
            </a:xfrm>
            <a:custGeom>
              <a:avLst/>
              <a:ahLst/>
              <a:rect l="0" t="0" r="r" b="b"/>
              <a:pathLst>
                <a:path w="43" h="93">
                  <a:moveTo>
                    <a:pt x="43" y="44"/>
                  </a:moveTo>
                  <a:lnTo>
                    <a:pt x="43" y="93"/>
                  </a:lnTo>
                  <a:lnTo>
                    <a:pt x="10" y="93"/>
                  </a:lnTo>
                  <a:lnTo>
                    <a:pt x="0" y="8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7" name=""/>
            <p:cNvSpPr/>
            <p:nvPr/>
          </p:nvSpPr>
          <p:spPr>
            <a:xfrm rot="0" flipH="1">
              <a:off x="829" y="2503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8" name=""/>
            <p:cNvSpPr/>
            <p:nvPr/>
          </p:nvSpPr>
          <p:spPr>
            <a:xfrm rot="0" flipV="1">
              <a:off x="829" y="2566"/>
              <a:ext cx="3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09" name=""/>
            <p:cNvSpPr/>
            <p:nvPr/>
          </p:nvSpPr>
          <p:spPr>
            <a:xfrm rot="0" flipV="1">
              <a:off x="866" y="2499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0" name=""/>
            <p:cNvSpPr/>
            <p:nvPr/>
          </p:nvSpPr>
          <p:spPr>
            <a:xfrm rot="0">
              <a:off x="864" y="2566"/>
              <a:ext cx="2" cy="7"/>
            </a:xfrm>
            <a:custGeom>
              <a:avLst/>
              <a:ahLst/>
              <a:rect l="0" t="0" r="r" b="b"/>
              <a:pathLst>
                <a:path w="6" h="21">
                  <a:moveTo>
                    <a:pt x="6" y="21"/>
                  </a:moveTo>
                  <a:lnTo>
                    <a:pt x="6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1" name=""/>
            <p:cNvSpPr/>
            <p:nvPr/>
          </p:nvSpPr>
          <p:spPr>
            <a:xfrm rot="0">
              <a:off x="829" y="2499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2" name=""/>
            <p:cNvSpPr/>
            <p:nvPr/>
          </p:nvSpPr>
          <p:spPr>
            <a:xfrm rot="0">
              <a:off x="829" y="2499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3" name=""/>
            <p:cNvSpPr/>
            <p:nvPr/>
          </p:nvSpPr>
          <p:spPr>
            <a:xfrm rot="0" flipH="1">
              <a:off x="834" y="2510"/>
              <a:ext cx="15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4" name=""/>
            <p:cNvSpPr/>
            <p:nvPr/>
          </p:nvSpPr>
          <p:spPr>
            <a:xfrm rot="0">
              <a:off x="842" y="2525"/>
              <a:ext cx="23" cy="19"/>
            </a:xfrm>
            <a:custGeom>
              <a:avLst/>
              <a:ahLst/>
              <a:rect l="0" t="0" r="r" b="b"/>
              <a:pathLst>
                <a:path w="68" h="56">
                  <a:moveTo>
                    <a:pt x="0" y="0"/>
                  </a:moveTo>
                  <a:lnTo>
                    <a:pt x="55" y="56"/>
                  </a:lnTo>
                  <a:lnTo>
                    <a:pt x="6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5" name=""/>
            <p:cNvSpPr/>
            <p:nvPr/>
          </p:nvSpPr>
          <p:spPr>
            <a:xfrm rot="0">
              <a:off x="845" y="2543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6" name=""/>
            <p:cNvSpPr/>
            <p:nvPr/>
          </p:nvSpPr>
          <p:spPr>
            <a:xfrm rot="0">
              <a:off x="842" y="2553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7" name=""/>
            <p:cNvSpPr/>
            <p:nvPr/>
          </p:nvSpPr>
          <p:spPr>
            <a:xfrm rot="0" flipV="1">
              <a:off x="843" y="2517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8" name=""/>
            <p:cNvSpPr/>
            <p:nvPr/>
          </p:nvSpPr>
          <p:spPr>
            <a:xfrm rot="0">
              <a:off x="843" y="2514"/>
              <a:ext cx="15" cy="24"/>
            </a:xfrm>
            <a:custGeom>
              <a:avLst/>
              <a:ahLst/>
              <a:rect l="0" t="0" r="r" b="b"/>
              <a:pathLst>
                <a:path w="44" h="71">
                  <a:moveTo>
                    <a:pt x="0" y="71"/>
                  </a:moveTo>
                  <a:lnTo>
                    <a:pt x="17" y="48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19" name=""/>
            <p:cNvSpPr/>
            <p:nvPr/>
          </p:nvSpPr>
          <p:spPr>
            <a:xfrm rot="0" flipV="1">
              <a:off x="830" y="2538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0" name=""/>
            <p:cNvSpPr/>
            <p:nvPr/>
          </p:nvSpPr>
          <p:spPr>
            <a:xfrm rot="0" flipV="1">
              <a:off x="901" y="2533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1" name=""/>
            <p:cNvSpPr/>
            <p:nvPr/>
          </p:nvSpPr>
          <p:spPr>
            <a:xfrm rot="0" flipV="1">
              <a:off x="926" y="2529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2" name=""/>
            <p:cNvSpPr/>
            <p:nvPr/>
          </p:nvSpPr>
          <p:spPr>
            <a:xfrm rot="0" flipV="1">
              <a:off x="890" y="2566"/>
              <a:ext cx="3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3" name=""/>
            <p:cNvSpPr/>
            <p:nvPr/>
          </p:nvSpPr>
          <p:spPr>
            <a:xfrm rot="0">
              <a:off x="889" y="2532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4" name=""/>
            <p:cNvSpPr/>
            <p:nvPr/>
          </p:nvSpPr>
          <p:spPr>
            <a:xfrm rot="0">
              <a:off x="908" y="2520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5" name=""/>
            <p:cNvSpPr/>
            <p:nvPr/>
          </p:nvSpPr>
          <p:spPr>
            <a:xfrm rot="0" flipH="1">
              <a:off x="897" y="2518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6" name=""/>
            <p:cNvSpPr/>
            <p:nvPr/>
          </p:nvSpPr>
          <p:spPr>
            <a:xfrm rot="0" flipV="1">
              <a:off x="918" y="2516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7" name=""/>
            <p:cNvSpPr/>
            <p:nvPr/>
          </p:nvSpPr>
          <p:spPr>
            <a:xfrm rot="0" flipV="1">
              <a:off x="897" y="2550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8" name=""/>
            <p:cNvSpPr/>
            <p:nvPr/>
          </p:nvSpPr>
          <p:spPr>
            <a:xfrm rot="0">
              <a:off x="897" y="2515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29" name=""/>
            <p:cNvSpPr/>
            <p:nvPr/>
          </p:nvSpPr>
          <p:spPr>
            <a:xfrm rot="0" flipH="1">
              <a:off x="886" y="2502"/>
              <a:ext cx="4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0" name=""/>
            <p:cNvSpPr/>
            <p:nvPr/>
          </p:nvSpPr>
          <p:spPr>
            <a:xfrm rot="0">
              <a:off x="953" y="2510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1" name=""/>
            <p:cNvSpPr/>
            <p:nvPr/>
          </p:nvSpPr>
          <p:spPr>
            <a:xfrm rot="0" flipV="1">
              <a:off x="953" y="2536"/>
              <a:ext cx="2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2" name=""/>
            <p:cNvSpPr/>
            <p:nvPr/>
          </p:nvSpPr>
          <p:spPr>
            <a:xfrm rot="0" flipH="1">
              <a:off x="983" y="2510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3" name=""/>
            <p:cNvSpPr/>
            <p:nvPr/>
          </p:nvSpPr>
          <p:spPr>
            <a:xfrm rot="0">
              <a:off x="968" y="2496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4" name=""/>
            <p:cNvSpPr/>
            <p:nvPr/>
          </p:nvSpPr>
          <p:spPr>
            <a:xfrm rot="0" flipV="1">
              <a:off x="951" y="2569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5" name=""/>
            <p:cNvSpPr/>
            <p:nvPr/>
          </p:nvSpPr>
          <p:spPr>
            <a:xfrm rot="0" flipH="1">
              <a:off x="984" y="2547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6" name=""/>
            <p:cNvSpPr/>
            <p:nvPr/>
          </p:nvSpPr>
          <p:spPr>
            <a:xfrm rot="0" flipV="1">
              <a:off x="951" y="2549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7" name=""/>
            <p:cNvSpPr/>
            <p:nvPr/>
          </p:nvSpPr>
          <p:spPr>
            <a:xfrm rot="0" flipV="1">
              <a:off x="1033" y="2505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8" name=""/>
            <p:cNvSpPr/>
            <p:nvPr/>
          </p:nvSpPr>
          <p:spPr>
            <a:xfrm rot="0" flipV="1">
              <a:off x="1012" y="2505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39" name=""/>
            <p:cNvSpPr/>
            <p:nvPr/>
          </p:nvSpPr>
          <p:spPr>
            <a:xfrm rot="0" flipV="1">
              <a:off x="1002" y="2496"/>
              <a:ext cx="16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0" name=""/>
            <p:cNvSpPr/>
            <p:nvPr/>
          </p:nvSpPr>
          <p:spPr>
            <a:xfrm rot="0" flipH="1" flipV="1">
              <a:off x="1015" y="2507"/>
              <a:ext cx="5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1" name=""/>
            <p:cNvSpPr/>
            <p:nvPr/>
          </p:nvSpPr>
          <p:spPr>
            <a:xfrm rot="0">
              <a:off x="1035" y="2507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2" name=""/>
            <p:cNvSpPr/>
            <p:nvPr/>
          </p:nvSpPr>
          <p:spPr>
            <a:xfrm rot="0">
              <a:off x="1012" y="2533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3" name=""/>
            <p:cNvSpPr/>
            <p:nvPr/>
          </p:nvSpPr>
          <p:spPr>
            <a:xfrm rot="0" flipV="1">
              <a:off x="1011" y="2545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4" name=""/>
            <p:cNvSpPr/>
            <p:nvPr/>
          </p:nvSpPr>
          <p:spPr>
            <a:xfrm rot="0">
              <a:off x="1036" y="2541"/>
              <a:ext cx="10" cy="29"/>
            </a:xfrm>
            <a:custGeom>
              <a:avLst/>
              <a:ahLst/>
              <a:rect l="0" t="0" r="r" b="b"/>
              <a:pathLst>
                <a:path w="30" h="87">
                  <a:moveTo>
                    <a:pt x="30" y="0"/>
                  </a:moveTo>
                  <a:lnTo>
                    <a:pt x="16" y="87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5" name=""/>
            <p:cNvSpPr/>
            <p:nvPr/>
          </p:nvSpPr>
          <p:spPr>
            <a:xfrm rot="0">
              <a:off x="999" y="2549"/>
              <a:ext cx="28" cy="26"/>
            </a:xfrm>
            <a:custGeom>
              <a:avLst/>
              <a:ahLst/>
              <a:rect l="0" t="0" r="r" b="b"/>
              <a:pathLst>
                <a:path w="85" h="77">
                  <a:moveTo>
                    <a:pt x="85" y="0"/>
                  </a:moveTo>
                  <a:lnTo>
                    <a:pt x="49" y="35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6" name=""/>
            <p:cNvSpPr/>
            <p:nvPr/>
          </p:nvSpPr>
          <p:spPr>
            <a:xfrm rot="0" flipV="1">
              <a:off x="1028" y="2496"/>
              <a:ext cx="9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7" name=""/>
            <p:cNvSpPr/>
            <p:nvPr/>
          </p:nvSpPr>
          <p:spPr>
            <a:xfrm rot="0">
              <a:off x="1027" y="2524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8" name=""/>
            <p:cNvSpPr/>
            <p:nvPr/>
          </p:nvSpPr>
          <p:spPr>
            <a:xfrm rot="0" flipV="1">
              <a:off x="1012" y="2522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49" name=""/>
            <p:cNvSpPr/>
            <p:nvPr/>
          </p:nvSpPr>
          <p:spPr>
            <a:xfrm rot="0" flipV="1">
              <a:off x="1039" y="2520"/>
              <a:ext cx="2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0" name=""/>
            <p:cNvSpPr/>
            <p:nvPr/>
          </p:nvSpPr>
          <p:spPr>
            <a:xfrm rot="0" flipH="1">
              <a:off x="1012" y="2534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1" name=""/>
            <p:cNvSpPr/>
            <p:nvPr/>
          </p:nvSpPr>
          <p:spPr>
            <a:xfrm rot="0" flipV="1">
              <a:off x="1073" y="2533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2" name=""/>
            <p:cNvSpPr/>
            <p:nvPr/>
          </p:nvSpPr>
          <p:spPr>
            <a:xfrm rot="0" flipH="1">
              <a:off x="1064" y="2563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3" name=""/>
            <p:cNvSpPr/>
            <p:nvPr/>
          </p:nvSpPr>
          <p:spPr>
            <a:xfrm rot="0" flipV="1">
              <a:off x="1069" y="2507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4" name=""/>
            <p:cNvSpPr/>
            <p:nvPr/>
          </p:nvSpPr>
          <p:spPr>
            <a:xfrm rot="0" flipV="1">
              <a:off x="1121" y="2518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5" name=""/>
            <p:cNvSpPr/>
            <p:nvPr/>
          </p:nvSpPr>
          <p:spPr>
            <a:xfrm rot="0">
              <a:off x="1133" y="2532"/>
              <a:ext cx="9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6" name=""/>
            <p:cNvSpPr/>
            <p:nvPr/>
          </p:nvSpPr>
          <p:spPr>
            <a:xfrm rot="0">
              <a:off x="1133" y="2528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7" name=""/>
            <p:cNvSpPr/>
            <p:nvPr/>
          </p:nvSpPr>
          <p:spPr>
            <a:xfrm rot="0">
              <a:off x="1121" y="2515"/>
              <a:ext cx="17" cy="31"/>
            </a:xfrm>
            <a:custGeom>
              <a:avLst/>
              <a:ahLst/>
              <a:rect l="0" t="0" r="r" b="b"/>
              <a:pathLst>
                <a:path w="52" h="95">
                  <a:moveTo>
                    <a:pt x="52" y="0"/>
                  </a:moveTo>
                  <a:lnTo>
                    <a:pt x="38" y="39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8" name=""/>
            <p:cNvSpPr/>
            <p:nvPr/>
          </p:nvSpPr>
          <p:spPr>
            <a:xfrm rot="0">
              <a:off x="1129" y="2498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59" name=""/>
            <p:cNvSpPr/>
            <p:nvPr/>
          </p:nvSpPr>
          <p:spPr>
            <a:xfrm rot="0">
              <a:off x="1149" y="2499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0" name=""/>
            <p:cNvSpPr/>
            <p:nvPr/>
          </p:nvSpPr>
          <p:spPr>
            <a:xfrm rot="0" flipV="1">
              <a:off x="1164" y="2500"/>
              <a:ext cx="2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1" name=""/>
            <p:cNvSpPr/>
            <p:nvPr/>
          </p:nvSpPr>
          <p:spPr>
            <a:xfrm rot="0" flipH="1">
              <a:off x="1149" y="2503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2" name=""/>
            <p:cNvSpPr/>
            <p:nvPr/>
          </p:nvSpPr>
          <p:spPr>
            <a:xfrm rot="0">
              <a:off x="1150" y="2514"/>
              <a:ext cx="7" cy="43"/>
            </a:xfrm>
            <a:custGeom>
              <a:avLst/>
              <a:ahLst/>
              <a:rect l="0" t="0" r="r" b="b"/>
              <a:pathLst>
                <a:path w="21" h="130">
                  <a:moveTo>
                    <a:pt x="21" y="0"/>
                  </a:moveTo>
                  <a:lnTo>
                    <a:pt x="13" y="81"/>
                  </a:lnTo>
                  <a:lnTo>
                    <a:pt x="0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3" name=""/>
            <p:cNvSpPr/>
            <p:nvPr/>
          </p:nvSpPr>
          <p:spPr>
            <a:xfrm rot="0">
              <a:off x="1136" y="2557"/>
              <a:ext cx="14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0" y="49"/>
                  </a:moveTo>
                  <a:lnTo>
                    <a:pt x="21" y="28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4" name=""/>
            <p:cNvSpPr/>
            <p:nvPr/>
          </p:nvSpPr>
          <p:spPr>
            <a:xfrm rot="0">
              <a:off x="1158" y="2538"/>
              <a:ext cx="14" cy="31"/>
            </a:xfrm>
            <a:custGeom>
              <a:avLst/>
              <a:ahLst/>
              <a:rect l="0" t="0" r="r" b="b"/>
              <a:pathLst>
                <a:path w="44" h="93">
                  <a:moveTo>
                    <a:pt x="44" y="44"/>
                  </a:moveTo>
                  <a:lnTo>
                    <a:pt x="44" y="93"/>
                  </a:lnTo>
                  <a:lnTo>
                    <a:pt x="12" y="93"/>
                  </a:lnTo>
                  <a:lnTo>
                    <a:pt x="0" y="8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5" name=""/>
            <p:cNvSpPr/>
            <p:nvPr/>
          </p:nvSpPr>
          <p:spPr>
            <a:xfrm rot="0" flipH="1">
              <a:off x="1188" y="2503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6" name=""/>
            <p:cNvSpPr/>
            <p:nvPr/>
          </p:nvSpPr>
          <p:spPr>
            <a:xfrm rot="0" flipV="1">
              <a:off x="1188" y="2566"/>
              <a:ext cx="3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7" name=""/>
            <p:cNvSpPr/>
            <p:nvPr/>
          </p:nvSpPr>
          <p:spPr>
            <a:xfrm rot="0" flipV="1">
              <a:off x="1225" y="2499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8" name=""/>
            <p:cNvSpPr/>
            <p:nvPr/>
          </p:nvSpPr>
          <p:spPr>
            <a:xfrm rot="0">
              <a:off x="1223" y="2566"/>
              <a:ext cx="2" cy="7"/>
            </a:xfrm>
            <a:custGeom>
              <a:avLst/>
              <a:ahLst/>
              <a:rect l="0" t="0" r="r" b="b"/>
              <a:pathLst>
                <a:path w="6" h="21">
                  <a:moveTo>
                    <a:pt x="6" y="21"/>
                  </a:moveTo>
                  <a:lnTo>
                    <a:pt x="6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69" name=""/>
            <p:cNvSpPr/>
            <p:nvPr/>
          </p:nvSpPr>
          <p:spPr>
            <a:xfrm rot="0">
              <a:off x="1188" y="2499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0" name=""/>
            <p:cNvSpPr/>
            <p:nvPr/>
          </p:nvSpPr>
          <p:spPr>
            <a:xfrm rot="0">
              <a:off x="1188" y="2499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1" name=""/>
            <p:cNvSpPr/>
            <p:nvPr/>
          </p:nvSpPr>
          <p:spPr>
            <a:xfrm rot="0" flipH="1">
              <a:off x="1193" y="2510"/>
              <a:ext cx="15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2" name=""/>
            <p:cNvSpPr/>
            <p:nvPr/>
          </p:nvSpPr>
          <p:spPr>
            <a:xfrm rot="0">
              <a:off x="1202" y="2525"/>
              <a:ext cx="22" cy="19"/>
            </a:xfrm>
            <a:custGeom>
              <a:avLst/>
              <a:ahLst/>
              <a:rect l="0" t="0" r="r" b="b"/>
              <a:pathLst>
                <a:path w="67" h="56">
                  <a:moveTo>
                    <a:pt x="0" y="0"/>
                  </a:moveTo>
                  <a:lnTo>
                    <a:pt x="54" y="56"/>
                  </a:lnTo>
                  <a:lnTo>
                    <a:pt x="6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3" name=""/>
            <p:cNvSpPr/>
            <p:nvPr/>
          </p:nvSpPr>
          <p:spPr>
            <a:xfrm rot="0">
              <a:off x="1204" y="2543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4" name=""/>
            <p:cNvSpPr/>
            <p:nvPr/>
          </p:nvSpPr>
          <p:spPr>
            <a:xfrm rot="0">
              <a:off x="1202" y="2553"/>
              <a:ext cx="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5" name=""/>
            <p:cNvSpPr/>
            <p:nvPr/>
          </p:nvSpPr>
          <p:spPr>
            <a:xfrm rot="0" flipV="1">
              <a:off x="1203" y="2517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6" name=""/>
            <p:cNvSpPr/>
            <p:nvPr/>
          </p:nvSpPr>
          <p:spPr>
            <a:xfrm rot="0">
              <a:off x="1203" y="2514"/>
              <a:ext cx="14" cy="24"/>
            </a:xfrm>
            <a:custGeom>
              <a:avLst/>
              <a:ahLst/>
              <a:rect l="0" t="0" r="r" b="b"/>
              <a:pathLst>
                <a:path w="43" h="71">
                  <a:moveTo>
                    <a:pt x="0" y="71"/>
                  </a:moveTo>
                  <a:lnTo>
                    <a:pt x="15" y="4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7" name=""/>
            <p:cNvSpPr/>
            <p:nvPr/>
          </p:nvSpPr>
          <p:spPr>
            <a:xfrm rot="0" flipV="1">
              <a:off x="1190" y="2538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8" name=""/>
            <p:cNvSpPr/>
            <p:nvPr/>
          </p:nvSpPr>
          <p:spPr>
            <a:xfrm rot="0">
              <a:off x="1245" y="2549"/>
              <a:ext cx="7" cy="7"/>
            </a:xfrm>
            <a:custGeom>
              <a:avLst/>
              <a:ahLst/>
              <a:rect l="0" t="0" r="r" b="b"/>
              <a:pathLst>
                <a:path w="21" h="21">
                  <a:moveTo>
                    <a:pt x="0" y="10"/>
                  </a:moveTo>
                  <a:lnTo>
                    <a:pt x="1" y="15"/>
                  </a:lnTo>
                  <a:lnTo>
                    <a:pt x="5" y="19"/>
                  </a:lnTo>
                  <a:lnTo>
                    <a:pt x="11" y="21"/>
                  </a:lnTo>
                  <a:lnTo>
                    <a:pt x="16" y="19"/>
                  </a:lnTo>
                  <a:lnTo>
                    <a:pt x="20" y="15"/>
                  </a:lnTo>
                  <a:lnTo>
                    <a:pt x="21" y="10"/>
                  </a:lnTo>
                  <a:lnTo>
                    <a:pt x="20" y="5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5" y="1"/>
                  </a:lnTo>
                  <a:lnTo>
                    <a:pt x="1" y="5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79" name=""/>
            <p:cNvSpPr/>
            <p:nvPr/>
          </p:nvSpPr>
          <p:spPr>
            <a:xfrm rot="0">
              <a:off x="1246" y="2549"/>
              <a:ext cx="5" cy="6"/>
            </a:xfrm>
            <a:custGeom>
              <a:avLst/>
              <a:ahLst/>
              <a:rect l="0" t="0" r="r" b="b"/>
              <a:pathLst>
                <a:path w="15" h="16">
                  <a:moveTo>
                    <a:pt x="15" y="8"/>
                  </a:moveTo>
                  <a:lnTo>
                    <a:pt x="14" y="4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4"/>
                  </a:lnTo>
                  <a:lnTo>
                    <a:pt x="0" y="8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8" y="16"/>
                  </a:lnTo>
                  <a:lnTo>
                    <a:pt x="12" y="15"/>
                  </a:lnTo>
                  <a:lnTo>
                    <a:pt x="14" y="12"/>
                  </a:lnTo>
                  <a:lnTo>
                    <a:pt x="15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0" name=""/>
            <p:cNvSpPr/>
            <p:nvPr/>
          </p:nvSpPr>
          <p:spPr>
            <a:xfrm rot="0">
              <a:off x="1247" y="2550"/>
              <a:ext cx="3" cy="4"/>
            </a:xfrm>
            <a:custGeom>
              <a:avLst/>
              <a:ahLst/>
              <a:rect l="0" t="0" r="r" b="b"/>
              <a:pathLst>
                <a:path w="11" h="10">
                  <a:moveTo>
                    <a:pt x="11" y="5"/>
                  </a:move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2" y="9"/>
                  </a:lnTo>
                  <a:lnTo>
                    <a:pt x="6" y="10"/>
                  </a:lnTo>
                  <a:lnTo>
                    <a:pt x="10" y="9"/>
                  </a:lnTo>
                  <a:lnTo>
                    <a:pt x="1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1" name=""/>
            <p:cNvSpPr/>
            <p:nvPr/>
          </p:nvSpPr>
          <p:spPr>
            <a:xfrm rot="0">
              <a:off x="1248" y="2551"/>
              <a:ext cx="1" cy="2"/>
            </a:xfrm>
            <a:custGeom>
              <a:avLst/>
              <a:ahLst/>
              <a:rect l="0" t="0" r="r" b="b"/>
              <a:pathLst>
                <a:path w="5" h="5">
                  <a:moveTo>
                    <a:pt x="5" y="2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2" name=""/>
            <p:cNvSpPr/>
            <p:nvPr/>
          </p:nvSpPr>
          <p:spPr>
            <a:xfrm rot="0">
              <a:off x="1242" y="2553"/>
              <a:ext cx="10" cy="14"/>
            </a:xfrm>
            <a:custGeom>
              <a:avLst/>
              <a:ahLst/>
              <a:rect l="0" t="0" r="r" b="b"/>
              <a:pathLst>
                <a:path w="31" h="41">
                  <a:moveTo>
                    <a:pt x="31" y="0"/>
                  </a:moveTo>
                  <a:lnTo>
                    <a:pt x="31" y="13"/>
                  </a:lnTo>
                  <a:lnTo>
                    <a:pt x="26" y="27"/>
                  </a:lnTo>
                  <a:lnTo>
                    <a:pt x="13" y="38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3" name=""/>
            <p:cNvSpPr/>
            <p:nvPr/>
          </p:nvSpPr>
          <p:spPr>
            <a:xfrm rot="0">
              <a:off x="1302" y="2518"/>
              <a:ext cx="19" cy="56"/>
            </a:xfrm>
            <a:custGeom>
              <a:avLst/>
              <a:ahLst/>
              <a:rect l="0" t="0" r="r" b="b"/>
              <a:pathLst>
                <a:path w="58" h="166">
                  <a:moveTo>
                    <a:pt x="58" y="0"/>
                  </a:moveTo>
                  <a:lnTo>
                    <a:pt x="55" y="71"/>
                  </a:lnTo>
                  <a:lnTo>
                    <a:pt x="41" y="128"/>
                  </a:lnTo>
                  <a:lnTo>
                    <a:pt x="0" y="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4" name=""/>
            <p:cNvSpPr/>
            <p:nvPr/>
          </p:nvSpPr>
          <p:spPr>
            <a:xfrm rot="0" flipV="1">
              <a:off x="1309" y="2516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5" name=""/>
            <p:cNvSpPr/>
            <p:nvPr/>
          </p:nvSpPr>
          <p:spPr>
            <a:xfrm rot="0" flipH="1">
              <a:off x="1331" y="2495"/>
              <a:ext cx="7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6" name=""/>
            <p:cNvSpPr/>
            <p:nvPr/>
          </p:nvSpPr>
          <p:spPr>
            <a:xfrm rot="0" flipV="1">
              <a:off x="1302" y="2540"/>
              <a:ext cx="5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7" name=""/>
            <p:cNvSpPr/>
            <p:nvPr/>
          </p:nvSpPr>
          <p:spPr>
            <a:xfrm rot="0">
              <a:off x="1315" y="2496"/>
              <a:ext cx="7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8" name=""/>
            <p:cNvSpPr/>
            <p:nvPr/>
          </p:nvSpPr>
          <p:spPr>
            <a:xfrm rot="0">
              <a:off x="1334" y="2517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89" name=""/>
            <p:cNvSpPr/>
            <p:nvPr/>
          </p:nvSpPr>
          <p:spPr>
            <a:xfrm rot="0" flipH="1">
              <a:off x="1365" y="2513"/>
              <a:ext cx="4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0" name=""/>
            <p:cNvSpPr/>
            <p:nvPr/>
          </p:nvSpPr>
          <p:spPr>
            <a:xfrm rot="0" flipH="1">
              <a:off x="1361" y="2531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1" name=""/>
            <p:cNvSpPr/>
            <p:nvPr/>
          </p:nvSpPr>
          <p:spPr>
            <a:xfrm rot="0">
              <a:off x="1375" y="2533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2" name=""/>
            <p:cNvSpPr/>
            <p:nvPr/>
          </p:nvSpPr>
          <p:spPr>
            <a:xfrm rot="0" flipH="1">
              <a:off x="1381" y="2542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3" name=""/>
            <p:cNvSpPr/>
            <p:nvPr/>
          </p:nvSpPr>
          <p:spPr>
            <a:xfrm rot="0" flipV="1">
              <a:off x="1377" y="2566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4" name=""/>
            <p:cNvSpPr/>
            <p:nvPr/>
          </p:nvSpPr>
          <p:spPr>
            <a:xfrm rot="0" flipV="1">
              <a:off x="1393" y="2520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5" name=""/>
            <p:cNvSpPr/>
            <p:nvPr/>
          </p:nvSpPr>
          <p:spPr>
            <a:xfrm rot="0" flipV="1">
              <a:off x="1376" y="2496"/>
              <a:ext cx="13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6" name=""/>
            <p:cNvSpPr/>
            <p:nvPr/>
          </p:nvSpPr>
          <p:spPr>
            <a:xfrm rot="0" flipV="1">
              <a:off x="1432" y="2533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7" name=""/>
            <p:cNvSpPr/>
            <p:nvPr/>
          </p:nvSpPr>
          <p:spPr>
            <a:xfrm rot="0" flipH="1">
              <a:off x="1423" y="2563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8" name=""/>
            <p:cNvSpPr/>
            <p:nvPr/>
          </p:nvSpPr>
          <p:spPr>
            <a:xfrm rot="0" flipV="1">
              <a:off x="1428" y="2507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799" name=""/>
            <p:cNvSpPr/>
            <p:nvPr/>
          </p:nvSpPr>
          <p:spPr>
            <a:xfrm rot="0" flipV="1">
              <a:off x="1481" y="2518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0" name=""/>
            <p:cNvSpPr/>
            <p:nvPr/>
          </p:nvSpPr>
          <p:spPr>
            <a:xfrm rot="0">
              <a:off x="1493" y="2532"/>
              <a:ext cx="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1" name=""/>
            <p:cNvSpPr/>
            <p:nvPr/>
          </p:nvSpPr>
          <p:spPr>
            <a:xfrm rot="0">
              <a:off x="1493" y="2528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2" name=""/>
            <p:cNvSpPr/>
            <p:nvPr/>
          </p:nvSpPr>
          <p:spPr>
            <a:xfrm rot="0">
              <a:off x="1480" y="2515"/>
              <a:ext cx="17" cy="31"/>
            </a:xfrm>
            <a:custGeom>
              <a:avLst/>
              <a:ahLst/>
              <a:rect l="0" t="0" r="r" b="b"/>
              <a:pathLst>
                <a:path w="51" h="95">
                  <a:moveTo>
                    <a:pt x="51" y="0"/>
                  </a:moveTo>
                  <a:lnTo>
                    <a:pt x="38" y="39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3" name=""/>
            <p:cNvSpPr/>
            <p:nvPr/>
          </p:nvSpPr>
          <p:spPr>
            <a:xfrm rot="0">
              <a:off x="1488" y="2498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4" name=""/>
            <p:cNvSpPr/>
            <p:nvPr/>
          </p:nvSpPr>
          <p:spPr>
            <a:xfrm rot="0">
              <a:off x="1508" y="2499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5" name=""/>
            <p:cNvSpPr/>
            <p:nvPr/>
          </p:nvSpPr>
          <p:spPr>
            <a:xfrm rot="0" flipV="1">
              <a:off x="1523" y="2500"/>
              <a:ext cx="2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6" name=""/>
            <p:cNvSpPr/>
            <p:nvPr/>
          </p:nvSpPr>
          <p:spPr>
            <a:xfrm rot="0" flipH="1">
              <a:off x="1508" y="2503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7" name=""/>
            <p:cNvSpPr/>
            <p:nvPr/>
          </p:nvSpPr>
          <p:spPr>
            <a:xfrm rot="0">
              <a:off x="1509" y="2514"/>
              <a:ext cx="7" cy="43"/>
            </a:xfrm>
            <a:custGeom>
              <a:avLst/>
              <a:ahLst/>
              <a:rect l="0" t="0" r="r" b="b"/>
              <a:pathLst>
                <a:path w="21" h="130">
                  <a:moveTo>
                    <a:pt x="21" y="0"/>
                  </a:moveTo>
                  <a:lnTo>
                    <a:pt x="13" y="81"/>
                  </a:lnTo>
                  <a:lnTo>
                    <a:pt x="0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8" name=""/>
            <p:cNvSpPr/>
            <p:nvPr/>
          </p:nvSpPr>
          <p:spPr>
            <a:xfrm rot="0">
              <a:off x="1495" y="2557"/>
              <a:ext cx="14" cy="17"/>
            </a:xfrm>
            <a:custGeom>
              <a:avLst/>
              <a:ahLst/>
              <a:rect l="0" t="0" r="r" b="b"/>
              <a:pathLst>
                <a:path w="41" h="49">
                  <a:moveTo>
                    <a:pt x="0" y="49"/>
                  </a:moveTo>
                  <a:lnTo>
                    <a:pt x="21" y="28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09" name=""/>
            <p:cNvSpPr/>
            <p:nvPr/>
          </p:nvSpPr>
          <p:spPr>
            <a:xfrm rot="0">
              <a:off x="1517" y="2538"/>
              <a:ext cx="15" cy="31"/>
            </a:xfrm>
            <a:custGeom>
              <a:avLst/>
              <a:ahLst/>
              <a:rect l="0" t="0" r="r" b="b"/>
              <a:pathLst>
                <a:path w="45" h="93">
                  <a:moveTo>
                    <a:pt x="45" y="44"/>
                  </a:moveTo>
                  <a:lnTo>
                    <a:pt x="45" y="93"/>
                  </a:lnTo>
                  <a:lnTo>
                    <a:pt x="12" y="93"/>
                  </a:lnTo>
                  <a:lnTo>
                    <a:pt x="0" y="8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0" name=""/>
            <p:cNvSpPr/>
            <p:nvPr/>
          </p:nvSpPr>
          <p:spPr>
            <a:xfrm rot="0" flipH="1">
              <a:off x="1547" y="2503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1" name=""/>
            <p:cNvSpPr/>
            <p:nvPr/>
          </p:nvSpPr>
          <p:spPr>
            <a:xfrm rot="0" flipV="1">
              <a:off x="1547" y="2566"/>
              <a:ext cx="3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2" name=""/>
            <p:cNvSpPr/>
            <p:nvPr/>
          </p:nvSpPr>
          <p:spPr>
            <a:xfrm rot="0" flipV="1">
              <a:off x="1584" y="2499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3" name=""/>
            <p:cNvSpPr/>
            <p:nvPr/>
          </p:nvSpPr>
          <p:spPr>
            <a:xfrm rot="0">
              <a:off x="1582" y="2566"/>
              <a:ext cx="2" cy="7"/>
            </a:xfrm>
            <a:custGeom>
              <a:avLst/>
              <a:ahLst/>
              <a:rect l="0" t="0" r="r" b="b"/>
              <a:pathLst>
                <a:path w="7" h="21">
                  <a:moveTo>
                    <a:pt x="7" y="21"/>
                  </a:moveTo>
                  <a:lnTo>
                    <a:pt x="7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4" name=""/>
            <p:cNvSpPr/>
            <p:nvPr/>
          </p:nvSpPr>
          <p:spPr>
            <a:xfrm rot="0">
              <a:off x="1547" y="2499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5" name=""/>
            <p:cNvSpPr/>
            <p:nvPr/>
          </p:nvSpPr>
          <p:spPr>
            <a:xfrm rot="0">
              <a:off x="1547" y="2499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6" name=""/>
            <p:cNvSpPr/>
            <p:nvPr/>
          </p:nvSpPr>
          <p:spPr>
            <a:xfrm rot="0" flipH="1">
              <a:off x="1552" y="2510"/>
              <a:ext cx="15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7" name=""/>
            <p:cNvSpPr/>
            <p:nvPr/>
          </p:nvSpPr>
          <p:spPr>
            <a:xfrm rot="0">
              <a:off x="1561" y="2525"/>
              <a:ext cx="22" cy="19"/>
            </a:xfrm>
            <a:custGeom>
              <a:avLst/>
              <a:ahLst/>
              <a:rect l="0" t="0" r="r" b="b"/>
              <a:pathLst>
                <a:path w="67" h="56">
                  <a:moveTo>
                    <a:pt x="0" y="0"/>
                  </a:moveTo>
                  <a:lnTo>
                    <a:pt x="54" y="56"/>
                  </a:lnTo>
                  <a:lnTo>
                    <a:pt x="6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8" name=""/>
            <p:cNvSpPr/>
            <p:nvPr/>
          </p:nvSpPr>
          <p:spPr>
            <a:xfrm rot="0">
              <a:off x="1563" y="2543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19" name=""/>
            <p:cNvSpPr/>
            <p:nvPr/>
          </p:nvSpPr>
          <p:spPr>
            <a:xfrm rot="0">
              <a:off x="1561" y="2553"/>
              <a:ext cx="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0" name=""/>
            <p:cNvSpPr/>
            <p:nvPr/>
          </p:nvSpPr>
          <p:spPr>
            <a:xfrm rot="0" flipV="1">
              <a:off x="1561" y="2517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1" name=""/>
            <p:cNvSpPr/>
            <p:nvPr/>
          </p:nvSpPr>
          <p:spPr>
            <a:xfrm rot="0">
              <a:off x="1561" y="2514"/>
              <a:ext cx="15" cy="24"/>
            </a:xfrm>
            <a:custGeom>
              <a:avLst/>
              <a:ahLst/>
              <a:rect l="0" t="0" r="r" b="b"/>
              <a:pathLst>
                <a:path w="44" h="71">
                  <a:moveTo>
                    <a:pt x="0" y="71"/>
                  </a:moveTo>
                  <a:lnTo>
                    <a:pt x="16" y="48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2" name=""/>
            <p:cNvSpPr/>
            <p:nvPr/>
          </p:nvSpPr>
          <p:spPr>
            <a:xfrm rot="0" flipV="1">
              <a:off x="1549" y="2538"/>
              <a:ext cx="1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3" name=""/>
            <p:cNvSpPr/>
            <p:nvPr/>
          </p:nvSpPr>
          <p:spPr>
            <a:xfrm rot="0" flipV="1">
              <a:off x="1600" y="2566"/>
              <a:ext cx="5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4" name=""/>
            <p:cNvSpPr/>
            <p:nvPr/>
          </p:nvSpPr>
          <p:spPr>
            <a:xfrm rot="0">
              <a:off x="1626" y="2498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5" name=""/>
            <p:cNvSpPr/>
            <p:nvPr/>
          </p:nvSpPr>
          <p:spPr>
            <a:xfrm rot="0" flipH="1">
              <a:off x="1626" y="2526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6" name=""/>
            <p:cNvSpPr/>
            <p:nvPr/>
          </p:nvSpPr>
          <p:spPr>
            <a:xfrm rot="0">
              <a:off x="1700" y="2540"/>
              <a:ext cx="11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66" name=""/>
          <p:cNvGrpSpPr/>
          <p:nvPr/>
        </p:nvGrpSpPr>
        <p:grpSpPr>
          <a:xfrm rot="0">
            <a:off x="366712" y="3960812"/>
            <a:ext cx="8204200" cy="2582862"/>
            <a:chOff x="231" y="2495"/>
            <a:chExt cx="5168" cy="1627"/>
          </a:xfrm>
        </p:grpSpPr>
        <p:sp>
          <p:nvSpPr>
            <p:cNvPr id="1055827" name=""/>
            <p:cNvSpPr/>
            <p:nvPr/>
          </p:nvSpPr>
          <p:spPr>
            <a:xfrm rot="0" flipH="1">
              <a:off x="1677" y="2538"/>
              <a:ext cx="11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8" name=""/>
            <p:cNvSpPr/>
            <p:nvPr/>
          </p:nvSpPr>
          <p:spPr>
            <a:xfrm rot="0" flipH="1" flipV="1">
              <a:off x="1685" y="2564"/>
              <a:ext cx="11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29" name=""/>
            <p:cNvSpPr/>
            <p:nvPr/>
          </p:nvSpPr>
          <p:spPr>
            <a:xfrm rot="0" flipV="1">
              <a:off x="1680" y="2524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0" name=""/>
            <p:cNvSpPr/>
            <p:nvPr/>
          </p:nvSpPr>
          <p:spPr>
            <a:xfrm rot="0" flipV="1">
              <a:off x="1685" y="2504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1" name=""/>
            <p:cNvSpPr/>
            <p:nvPr/>
          </p:nvSpPr>
          <p:spPr>
            <a:xfrm rot="0">
              <a:off x="1672" y="2524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2" name=""/>
            <p:cNvSpPr/>
            <p:nvPr/>
          </p:nvSpPr>
          <p:spPr>
            <a:xfrm rot="0" flipH="1">
              <a:off x="1660" y="2524"/>
              <a:ext cx="12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3" name=""/>
            <p:cNvSpPr/>
            <p:nvPr/>
          </p:nvSpPr>
          <p:spPr>
            <a:xfrm rot="0">
              <a:off x="1672" y="2496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4" name=""/>
            <p:cNvSpPr/>
            <p:nvPr/>
          </p:nvSpPr>
          <p:spPr>
            <a:xfrm rot="0" flipH="1">
              <a:off x="1661" y="2517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5" name=""/>
            <p:cNvSpPr/>
            <p:nvPr/>
          </p:nvSpPr>
          <p:spPr>
            <a:xfrm rot="0" flipV="1">
              <a:off x="1696" y="2526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6" name=""/>
            <p:cNvSpPr/>
            <p:nvPr/>
          </p:nvSpPr>
          <p:spPr>
            <a:xfrm rot="0">
              <a:off x="1731" y="2510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7" name=""/>
            <p:cNvSpPr/>
            <p:nvPr/>
          </p:nvSpPr>
          <p:spPr>
            <a:xfrm rot="0" flipV="1">
              <a:off x="1731" y="2536"/>
              <a:ext cx="2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8" name=""/>
            <p:cNvSpPr/>
            <p:nvPr/>
          </p:nvSpPr>
          <p:spPr>
            <a:xfrm rot="0" flipH="1">
              <a:off x="1761" y="2510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39" name=""/>
            <p:cNvSpPr/>
            <p:nvPr/>
          </p:nvSpPr>
          <p:spPr>
            <a:xfrm rot="0">
              <a:off x="1746" y="2496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0" name=""/>
            <p:cNvSpPr/>
            <p:nvPr/>
          </p:nvSpPr>
          <p:spPr>
            <a:xfrm rot="0" flipV="1">
              <a:off x="1729" y="2569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1" name=""/>
            <p:cNvSpPr/>
            <p:nvPr/>
          </p:nvSpPr>
          <p:spPr>
            <a:xfrm rot="0" flipH="1">
              <a:off x="1762" y="2547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2" name=""/>
            <p:cNvSpPr/>
            <p:nvPr/>
          </p:nvSpPr>
          <p:spPr>
            <a:xfrm rot="0" flipV="1">
              <a:off x="1729" y="2549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3" name=""/>
            <p:cNvSpPr/>
            <p:nvPr/>
          </p:nvSpPr>
          <p:spPr>
            <a:xfrm rot="0" flipV="1">
              <a:off x="1781" y="2533"/>
              <a:ext cx="22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4" name=""/>
            <p:cNvSpPr/>
            <p:nvPr/>
          </p:nvSpPr>
          <p:spPr>
            <a:xfrm rot="0" flipV="1">
              <a:off x="1783" y="2521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5" name=""/>
            <p:cNvSpPr/>
            <p:nvPr/>
          </p:nvSpPr>
          <p:spPr>
            <a:xfrm rot="0">
              <a:off x="1785" y="2495"/>
              <a:ext cx="10" cy="81"/>
            </a:xfrm>
            <a:custGeom>
              <a:avLst/>
              <a:ahLst/>
              <a:rect l="0" t="0" r="r" b="b"/>
              <a:pathLst>
                <a:path w="28" h="243">
                  <a:moveTo>
                    <a:pt x="28" y="0"/>
                  </a:moveTo>
                  <a:lnTo>
                    <a:pt x="28" y="243"/>
                  </a:lnTo>
                  <a:lnTo>
                    <a:pt x="0" y="2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6" name=""/>
            <p:cNvSpPr/>
            <p:nvPr/>
          </p:nvSpPr>
          <p:spPr>
            <a:xfrm rot="0">
              <a:off x="1807" y="2495"/>
              <a:ext cx="22" cy="37"/>
            </a:xfrm>
            <a:custGeom>
              <a:avLst/>
              <a:ahLst/>
              <a:rect l="0" t="0" r="r" b="b"/>
              <a:pathLst>
                <a:path w="65" h="112">
                  <a:moveTo>
                    <a:pt x="0" y="0"/>
                  </a:moveTo>
                  <a:lnTo>
                    <a:pt x="0" y="106"/>
                  </a:lnTo>
                  <a:lnTo>
                    <a:pt x="12" y="112"/>
                  </a:lnTo>
                  <a:lnTo>
                    <a:pt x="65" y="109"/>
                  </a:lnTo>
                  <a:lnTo>
                    <a:pt x="6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7" name=""/>
            <p:cNvSpPr/>
            <p:nvPr/>
          </p:nvSpPr>
          <p:spPr>
            <a:xfrm rot="0" flipV="1">
              <a:off x="1807" y="2543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8" name=""/>
            <p:cNvSpPr/>
            <p:nvPr/>
          </p:nvSpPr>
          <p:spPr>
            <a:xfrm rot="0" flipH="1">
              <a:off x="1824" y="2541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49" name=""/>
            <p:cNvSpPr/>
            <p:nvPr/>
          </p:nvSpPr>
          <p:spPr>
            <a:xfrm rot="0" flipV="1">
              <a:off x="1807" y="2507"/>
              <a:ext cx="19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0" name=""/>
            <p:cNvSpPr/>
            <p:nvPr/>
          </p:nvSpPr>
          <p:spPr>
            <a:xfrm rot="0">
              <a:off x="1807" y="2539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1" name=""/>
            <p:cNvSpPr/>
            <p:nvPr/>
          </p:nvSpPr>
          <p:spPr>
            <a:xfrm rot="0" flipV="1">
              <a:off x="1807" y="2568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2" name=""/>
            <p:cNvSpPr/>
            <p:nvPr/>
          </p:nvSpPr>
          <p:spPr>
            <a:xfrm rot="0" flipH="1">
              <a:off x="1807" y="2556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3" name=""/>
            <p:cNvSpPr/>
            <p:nvPr/>
          </p:nvSpPr>
          <p:spPr>
            <a:xfrm rot="0">
              <a:off x="1863" y="2496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4" name=""/>
            <p:cNvSpPr/>
            <p:nvPr/>
          </p:nvSpPr>
          <p:spPr>
            <a:xfrm rot="0" flipH="1">
              <a:off x="1883" y="2508"/>
              <a:ext cx="6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5" name=""/>
            <p:cNvSpPr/>
            <p:nvPr/>
          </p:nvSpPr>
          <p:spPr>
            <a:xfrm rot="0" flipH="1">
              <a:off x="1847" y="2508"/>
              <a:ext cx="2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6" name=""/>
            <p:cNvSpPr/>
            <p:nvPr/>
          </p:nvSpPr>
          <p:spPr>
            <a:xfrm rot="0" flipV="1">
              <a:off x="1849" y="2510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7" name=""/>
            <p:cNvSpPr/>
            <p:nvPr/>
          </p:nvSpPr>
          <p:spPr>
            <a:xfrm rot="0" flipV="1">
              <a:off x="1851" y="2527"/>
              <a:ext cx="3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8" name=""/>
            <p:cNvSpPr/>
            <p:nvPr/>
          </p:nvSpPr>
          <p:spPr>
            <a:xfrm rot="0">
              <a:off x="1840" y="2541"/>
              <a:ext cx="16" cy="36"/>
            </a:xfrm>
            <a:custGeom>
              <a:avLst/>
              <a:ahLst/>
              <a:rect l="0" t="0" r="r" b="b"/>
              <a:pathLst>
                <a:path w="49" h="107">
                  <a:moveTo>
                    <a:pt x="49" y="0"/>
                  </a:moveTo>
                  <a:lnTo>
                    <a:pt x="36" y="36"/>
                  </a:lnTo>
                  <a:lnTo>
                    <a:pt x="0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59" name=""/>
            <p:cNvSpPr/>
            <p:nvPr/>
          </p:nvSpPr>
          <p:spPr>
            <a:xfrm rot="0">
              <a:off x="1852" y="2551"/>
              <a:ext cx="38" cy="26"/>
            </a:xfrm>
            <a:custGeom>
              <a:avLst/>
              <a:ahLst/>
              <a:rect l="0" t="0" r="r" b="b"/>
              <a:pathLst>
                <a:path w="112" h="76">
                  <a:moveTo>
                    <a:pt x="0" y="0"/>
                  </a:moveTo>
                  <a:lnTo>
                    <a:pt x="92" y="76"/>
                  </a:lnTo>
                  <a:lnTo>
                    <a:pt x="112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0" name=""/>
            <p:cNvSpPr/>
            <p:nvPr/>
          </p:nvSpPr>
          <p:spPr>
            <a:xfrm rot="0">
              <a:off x="1867" y="2528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1" name=""/>
            <p:cNvSpPr/>
            <p:nvPr/>
          </p:nvSpPr>
          <p:spPr>
            <a:xfrm rot="0" flipV="1">
              <a:off x="1867" y="2543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2" name=""/>
            <p:cNvSpPr/>
            <p:nvPr/>
          </p:nvSpPr>
          <p:spPr>
            <a:xfrm rot="0" flipV="1">
              <a:off x="1903" y="2509"/>
              <a:ext cx="4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3" name=""/>
            <p:cNvSpPr/>
            <p:nvPr/>
          </p:nvSpPr>
          <p:spPr>
            <a:xfrm rot="0" flipH="1">
              <a:off x="1935" y="252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4" name=""/>
            <p:cNvSpPr/>
            <p:nvPr/>
          </p:nvSpPr>
          <p:spPr>
            <a:xfrm rot="0" flipV="1">
              <a:off x="1914" y="2525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5" name=""/>
            <p:cNvSpPr/>
            <p:nvPr/>
          </p:nvSpPr>
          <p:spPr>
            <a:xfrm rot="0" flipV="1">
              <a:off x="1900" y="2569"/>
              <a:ext cx="5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6" name=""/>
            <p:cNvSpPr/>
            <p:nvPr/>
          </p:nvSpPr>
          <p:spPr>
            <a:xfrm rot="0" flipV="1">
              <a:off x="1914" y="2557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7" name=""/>
            <p:cNvSpPr/>
            <p:nvPr/>
          </p:nvSpPr>
          <p:spPr>
            <a:xfrm rot="0" flipV="1">
              <a:off x="1914" y="2547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8" name=""/>
            <p:cNvSpPr/>
            <p:nvPr/>
          </p:nvSpPr>
          <p:spPr>
            <a:xfrm rot="0" flipV="1">
              <a:off x="1914" y="2537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69" name=""/>
            <p:cNvSpPr/>
            <p:nvPr/>
          </p:nvSpPr>
          <p:spPr>
            <a:xfrm rot="0">
              <a:off x="1914" y="2524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0" name=""/>
            <p:cNvSpPr/>
            <p:nvPr/>
          </p:nvSpPr>
          <p:spPr>
            <a:xfrm rot="0" flipH="1">
              <a:off x="1923" y="2496"/>
              <a:ext cx="3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1" name=""/>
            <p:cNvSpPr/>
            <p:nvPr/>
          </p:nvSpPr>
          <p:spPr>
            <a:xfrm rot="0" flipH="1">
              <a:off x="1960" y="2541"/>
              <a:ext cx="1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2" name=""/>
            <p:cNvSpPr/>
            <p:nvPr/>
          </p:nvSpPr>
          <p:spPr>
            <a:xfrm rot="0" flipH="1">
              <a:off x="1962" y="2516"/>
              <a:ext cx="14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3" name=""/>
            <p:cNvSpPr/>
            <p:nvPr/>
          </p:nvSpPr>
          <p:spPr>
            <a:xfrm rot="0" flipV="1">
              <a:off x="1959" y="2523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4" name=""/>
            <p:cNvSpPr/>
            <p:nvPr/>
          </p:nvSpPr>
          <p:spPr>
            <a:xfrm rot="0" flipV="1">
              <a:off x="1960" y="2554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5" name=""/>
            <p:cNvSpPr/>
            <p:nvPr/>
          </p:nvSpPr>
          <p:spPr>
            <a:xfrm rot="0" flipH="1">
              <a:off x="1960" y="2500"/>
              <a:ext cx="1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6" name=""/>
            <p:cNvSpPr/>
            <p:nvPr/>
          </p:nvSpPr>
          <p:spPr>
            <a:xfrm rot="0" flipV="1">
              <a:off x="1981" y="2515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7" name=""/>
            <p:cNvSpPr/>
            <p:nvPr/>
          </p:nvSpPr>
          <p:spPr>
            <a:xfrm rot="0" flipV="1">
              <a:off x="1980" y="2530"/>
              <a:ext cx="23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8" name=""/>
            <p:cNvSpPr/>
            <p:nvPr/>
          </p:nvSpPr>
          <p:spPr>
            <a:xfrm rot="0">
              <a:off x="1996" y="2556"/>
              <a:ext cx="13" cy="19"/>
            </a:xfrm>
            <a:custGeom>
              <a:avLst/>
              <a:ahLst/>
              <a:rect l="0" t="0" r="r" b="b"/>
              <a:pathLst>
                <a:path w="39" h="56">
                  <a:moveTo>
                    <a:pt x="0" y="3"/>
                  </a:moveTo>
                  <a:lnTo>
                    <a:pt x="39" y="56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79" name=""/>
            <p:cNvSpPr/>
            <p:nvPr/>
          </p:nvSpPr>
          <p:spPr>
            <a:xfrm rot="0">
              <a:off x="1995" y="2501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0" name=""/>
            <p:cNvSpPr/>
            <p:nvPr/>
          </p:nvSpPr>
          <p:spPr>
            <a:xfrm rot="0">
              <a:off x="1987" y="2496"/>
              <a:ext cx="9" cy="61"/>
            </a:xfrm>
            <a:custGeom>
              <a:avLst/>
              <a:ahLst/>
              <a:rect l="0" t="0" r="r" b="b"/>
              <a:pathLst>
                <a:path w="27" h="183">
                  <a:moveTo>
                    <a:pt x="0" y="0"/>
                  </a:moveTo>
                  <a:lnTo>
                    <a:pt x="8" y="126"/>
                  </a:lnTo>
                  <a:lnTo>
                    <a:pt x="27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1" name=""/>
            <p:cNvSpPr/>
            <p:nvPr/>
          </p:nvSpPr>
          <p:spPr>
            <a:xfrm rot="0">
              <a:off x="1977" y="2538"/>
              <a:ext cx="25" cy="32"/>
            </a:xfrm>
            <a:custGeom>
              <a:avLst/>
              <a:ahLst/>
              <a:rect l="0" t="0" r="r" b="b"/>
              <a:pathLst>
                <a:path w="76" h="95">
                  <a:moveTo>
                    <a:pt x="76" y="0"/>
                  </a:moveTo>
                  <a:lnTo>
                    <a:pt x="52" y="41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2" name=""/>
            <p:cNvSpPr/>
            <p:nvPr/>
          </p:nvSpPr>
          <p:spPr>
            <a:xfrm rot="0" flipH="1">
              <a:off x="2030" y="2498"/>
              <a:ext cx="6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3" name=""/>
            <p:cNvSpPr/>
            <p:nvPr/>
          </p:nvSpPr>
          <p:spPr>
            <a:xfrm rot="0" flipV="1">
              <a:off x="2026" y="2556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4" name=""/>
            <p:cNvSpPr/>
            <p:nvPr/>
          </p:nvSpPr>
          <p:spPr>
            <a:xfrm rot="0" flipV="1">
              <a:off x="2041" y="2517"/>
              <a:ext cx="2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5" name=""/>
            <p:cNvSpPr/>
            <p:nvPr/>
          </p:nvSpPr>
          <p:spPr>
            <a:xfrm rot="0" flipH="1">
              <a:off x="2027" y="2519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6" name=""/>
            <p:cNvSpPr/>
            <p:nvPr/>
          </p:nvSpPr>
          <p:spPr>
            <a:xfrm rot="0" flipV="1">
              <a:off x="2026" y="2538"/>
              <a:ext cx="1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7" name=""/>
            <p:cNvSpPr/>
            <p:nvPr/>
          </p:nvSpPr>
          <p:spPr>
            <a:xfrm rot="0" flipH="1">
              <a:off x="2046" y="2496"/>
              <a:ext cx="9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8" name=""/>
            <p:cNvSpPr/>
            <p:nvPr/>
          </p:nvSpPr>
          <p:spPr>
            <a:xfrm rot="0" flipH="1" flipV="1">
              <a:off x="2055" y="2563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89" name=""/>
            <p:cNvSpPr/>
            <p:nvPr/>
          </p:nvSpPr>
          <p:spPr>
            <a:xfrm rot="0">
              <a:off x="2052" y="2532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0" name=""/>
            <p:cNvSpPr/>
            <p:nvPr/>
          </p:nvSpPr>
          <p:spPr>
            <a:xfrm rot="0">
              <a:off x="2062" y="2515"/>
              <a:ext cx="6" cy="61"/>
            </a:xfrm>
            <a:custGeom>
              <a:avLst/>
              <a:ahLst/>
              <a:rect l="0" t="0" r="r" b="b"/>
              <a:pathLst>
                <a:path w="18" h="183">
                  <a:moveTo>
                    <a:pt x="0" y="183"/>
                  </a:moveTo>
                  <a:lnTo>
                    <a:pt x="10" y="107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1" name=""/>
            <p:cNvSpPr/>
            <p:nvPr/>
          </p:nvSpPr>
          <p:spPr>
            <a:xfrm rot="0" flipV="1">
              <a:off x="2050" y="2517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2" name=""/>
            <p:cNvSpPr/>
            <p:nvPr/>
          </p:nvSpPr>
          <p:spPr>
            <a:xfrm rot="0">
              <a:off x="2026" y="2516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3" name=""/>
            <p:cNvSpPr/>
            <p:nvPr/>
          </p:nvSpPr>
          <p:spPr>
            <a:xfrm rot="0" flipV="1">
              <a:off x="2090" y="2533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4" name=""/>
            <p:cNvSpPr/>
            <p:nvPr/>
          </p:nvSpPr>
          <p:spPr>
            <a:xfrm rot="0" flipH="1">
              <a:off x="2081" y="2563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5" name=""/>
            <p:cNvSpPr/>
            <p:nvPr/>
          </p:nvSpPr>
          <p:spPr>
            <a:xfrm rot="0" flipV="1">
              <a:off x="2087" y="2507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6" name=""/>
            <p:cNvSpPr/>
            <p:nvPr/>
          </p:nvSpPr>
          <p:spPr>
            <a:xfrm rot="0" flipV="1">
              <a:off x="2161" y="2503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7" name=""/>
            <p:cNvSpPr/>
            <p:nvPr/>
          </p:nvSpPr>
          <p:spPr>
            <a:xfrm rot="0" flipH="1">
              <a:off x="2147" y="2521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8" name=""/>
            <p:cNvSpPr/>
            <p:nvPr/>
          </p:nvSpPr>
          <p:spPr>
            <a:xfrm rot="0" flipH="1">
              <a:off x="2158" y="2534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899" name=""/>
            <p:cNvSpPr/>
            <p:nvPr/>
          </p:nvSpPr>
          <p:spPr>
            <a:xfrm rot="0" flipV="1">
              <a:off x="2158" y="2546"/>
              <a:ext cx="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0" name=""/>
            <p:cNvSpPr/>
            <p:nvPr/>
          </p:nvSpPr>
          <p:spPr>
            <a:xfrm rot="0" flipH="1">
              <a:off x="2170" y="252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1" name=""/>
            <p:cNvSpPr/>
            <p:nvPr/>
          </p:nvSpPr>
          <p:spPr>
            <a:xfrm rot="0">
              <a:off x="2158" y="2524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2" name=""/>
            <p:cNvSpPr/>
            <p:nvPr/>
          </p:nvSpPr>
          <p:spPr>
            <a:xfrm rot="0" flipV="1">
              <a:off x="2180" y="2517"/>
              <a:ext cx="3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3" name=""/>
            <p:cNvSpPr/>
            <p:nvPr/>
          </p:nvSpPr>
          <p:spPr>
            <a:xfrm rot="0" flipV="1">
              <a:off x="2148" y="2563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4" name=""/>
            <p:cNvSpPr/>
            <p:nvPr/>
          </p:nvSpPr>
          <p:spPr>
            <a:xfrm rot="0">
              <a:off x="2147" y="2517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5" name=""/>
            <p:cNvSpPr/>
            <p:nvPr/>
          </p:nvSpPr>
          <p:spPr>
            <a:xfrm rot="0" flipH="1">
              <a:off x="2141" y="2501"/>
              <a:ext cx="4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6" name=""/>
            <p:cNvSpPr/>
            <p:nvPr/>
          </p:nvSpPr>
          <p:spPr>
            <a:xfrm rot="0" flipH="1">
              <a:off x="2201" y="2518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7" name=""/>
            <p:cNvSpPr/>
            <p:nvPr/>
          </p:nvSpPr>
          <p:spPr>
            <a:xfrm rot="0">
              <a:off x="2204" y="2495"/>
              <a:ext cx="8" cy="81"/>
            </a:xfrm>
            <a:custGeom>
              <a:avLst/>
              <a:ahLst/>
              <a:rect l="0" t="0" r="r" b="b"/>
              <a:pathLst>
                <a:path w="24" h="243">
                  <a:moveTo>
                    <a:pt x="24" y="0"/>
                  </a:moveTo>
                  <a:lnTo>
                    <a:pt x="24" y="243"/>
                  </a:lnTo>
                  <a:lnTo>
                    <a:pt x="0" y="2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8" name=""/>
            <p:cNvSpPr/>
            <p:nvPr/>
          </p:nvSpPr>
          <p:spPr>
            <a:xfrm rot="0" flipV="1">
              <a:off x="2200" y="2530"/>
              <a:ext cx="20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09" name=""/>
            <p:cNvSpPr/>
            <p:nvPr/>
          </p:nvSpPr>
          <p:spPr>
            <a:xfrm rot="0">
              <a:off x="2220" y="2496"/>
              <a:ext cx="8" cy="41"/>
            </a:xfrm>
            <a:custGeom>
              <a:avLst/>
              <a:ahLst/>
              <a:rect l="0" t="0" r="r" b="b"/>
              <a:pathLst>
                <a:path w="24" h="121">
                  <a:moveTo>
                    <a:pt x="24" y="0"/>
                  </a:moveTo>
                  <a:lnTo>
                    <a:pt x="19" y="66"/>
                  </a:lnTo>
                  <a:lnTo>
                    <a:pt x="0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0" name=""/>
            <p:cNvSpPr/>
            <p:nvPr/>
          </p:nvSpPr>
          <p:spPr>
            <a:xfrm rot="0" flipV="1">
              <a:off x="2228" y="2502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1" name=""/>
            <p:cNvSpPr/>
            <p:nvPr/>
          </p:nvSpPr>
          <p:spPr>
            <a:xfrm rot="0">
              <a:off x="2237" y="2500"/>
              <a:ext cx="12" cy="26"/>
            </a:xfrm>
            <a:custGeom>
              <a:avLst/>
              <a:ahLst/>
              <a:rect l="0" t="0" r="r" b="b"/>
              <a:pathLst>
                <a:path w="35" h="76">
                  <a:moveTo>
                    <a:pt x="0" y="0"/>
                  </a:moveTo>
                  <a:lnTo>
                    <a:pt x="0" y="76"/>
                  </a:lnTo>
                  <a:lnTo>
                    <a:pt x="35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2" name=""/>
            <p:cNvSpPr/>
            <p:nvPr/>
          </p:nvSpPr>
          <p:spPr>
            <a:xfrm rot="0">
              <a:off x="2224" y="2543"/>
              <a:ext cx="26" cy="31"/>
            </a:xfrm>
            <a:custGeom>
              <a:avLst/>
              <a:ahLst/>
              <a:rect l="0" t="0" r="r" b="b"/>
              <a:pathLst>
                <a:path w="77" h="92">
                  <a:moveTo>
                    <a:pt x="0" y="0"/>
                  </a:moveTo>
                  <a:lnTo>
                    <a:pt x="52" y="92"/>
                  </a:lnTo>
                  <a:lnTo>
                    <a:pt x="77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3" name=""/>
            <p:cNvSpPr/>
            <p:nvPr/>
          </p:nvSpPr>
          <p:spPr>
            <a:xfrm rot="0" flipV="1">
              <a:off x="2223" y="2534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4" name=""/>
            <p:cNvSpPr/>
            <p:nvPr/>
          </p:nvSpPr>
          <p:spPr>
            <a:xfrm rot="0">
              <a:off x="2216" y="2531"/>
              <a:ext cx="25" cy="44"/>
            </a:xfrm>
            <a:custGeom>
              <a:avLst/>
              <a:ahLst/>
              <a:rect l="0" t="0" r="r" b="b"/>
              <a:pathLst>
                <a:path w="75" h="132">
                  <a:moveTo>
                    <a:pt x="75" y="0"/>
                  </a:moveTo>
                  <a:lnTo>
                    <a:pt x="46" y="76"/>
                  </a:lnTo>
                  <a:lnTo>
                    <a:pt x="0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5" name=""/>
            <p:cNvSpPr/>
            <p:nvPr/>
          </p:nvSpPr>
          <p:spPr>
            <a:xfrm rot="0">
              <a:off x="2281" y="2540"/>
              <a:ext cx="28" cy="37"/>
            </a:xfrm>
            <a:custGeom>
              <a:avLst/>
              <a:ahLst/>
              <a:rect l="0" t="0" r="r" b="b"/>
              <a:pathLst>
                <a:path w="83" h="109">
                  <a:moveTo>
                    <a:pt x="83" y="0"/>
                  </a:moveTo>
                  <a:lnTo>
                    <a:pt x="41" y="68"/>
                  </a:lnTo>
                  <a:lnTo>
                    <a:pt x="0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6" name=""/>
            <p:cNvSpPr/>
            <p:nvPr/>
          </p:nvSpPr>
          <p:spPr>
            <a:xfrm rot="0" flipH="1">
              <a:off x="2291" y="2523"/>
              <a:ext cx="15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7" name=""/>
            <p:cNvSpPr/>
            <p:nvPr/>
          </p:nvSpPr>
          <p:spPr>
            <a:xfrm rot="0" flipH="1">
              <a:off x="2291" y="2499"/>
              <a:ext cx="1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8" name=""/>
            <p:cNvSpPr/>
            <p:nvPr/>
          </p:nvSpPr>
          <p:spPr>
            <a:xfrm rot="0">
              <a:off x="2267" y="2499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19" name=""/>
            <p:cNvSpPr/>
            <p:nvPr/>
          </p:nvSpPr>
          <p:spPr>
            <a:xfrm rot="0" flipV="1">
              <a:off x="2267" y="2500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0" name=""/>
            <p:cNvSpPr/>
            <p:nvPr/>
          </p:nvSpPr>
          <p:spPr>
            <a:xfrm rot="0" flipH="1">
              <a:off x="2286" y="2499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1" name=""/>
            <p:cNvSpPr/>
            <p:nvPr/>
          </p:nvSpPr>
          <p:spPr>
            <a:xfrm rot="0" flipH="1">
              <a:off x="2267" y="2516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2" name=""/>
            <p:cNvSpPr/>
            <p:nvPr/>
          </p:nvSpPr>
          <p:spPr>
            <a:xfrm rot="0" flipV="1">
              <a:off x="2267" y="2508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3" name=""/>
            <p:cNvSpPr/>
            <p:nvPr/>
          </p:nvSpPr>
          <p:spPr>
            <a:xfrm rot="0">
              <a:off x="2275" y="2517"/>
              <a:ext cx="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4" name=""/>
            <p:cNvSpPr/>
            <p:nvPr/>
          </p:nvSpPr>
          <p:spPr>
            <a:xfrm rot="0" flipV="1">
              <a:off x="2259" y="2527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5" name=""/>
            <p:cNvSpPr/>
            <p:nvPr/>
          </p:nvSpPr>
          <p:spPr>
            <a:xfrm rot="0">
              <a:off x="2267" y="2533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6" name=""/>
            <p:cNvSpPr/>
            <p:nvPr/>
          </p:nvSpPr>
          <p:spPr>
            <a:xfrm rot="0" flipV="1">
              <a:off x="2267" y="2536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7" name=""/>
            <p:cNvSpPr/>
            <p:nvPr/>
          </p:nvSpPr>
          <p:spPr>
            <a:xfrm rot="0" flipH="1">
              <a:off x="2283" y="2534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8" name=""/>
            <p:cNvSpPr/>
            <p:nvPr/>
          </p:nvSpPr>
          <p:spPr>
            <a:xfrm rot="0" flipH="1">
              <a:off x="2267" y="2545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29" name=""/>
            <p:cNvSpPr/>
            <p:nvPr/>
          </p:nvSpPr>
          <p:spPr>
            <a:xfrm rot="0">
              <a:off x="2270" y="2546"/>
              <a:ext cx="6" cy="30"/>
            </a:xfrm>
            <a:custGeom>
              <a:avLst/>
              <a:ahLst/>
              <a:rect l="0" t="0" r="r" b="b"/>
              <a:pathLst>
                <a:path w="19" h="88">
                  <a:moveTo>
                    <a:pt x="19" y="0"/>
                  </a:moveTo>
                  <a:lnTo>
                    <a:pt x="19" y="88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0" name=""/>
            <p:cNvSpPr/>
            <p:nvPr/>
          </p:nvSpPr>
          <p:spPr>
            <a:xfrm rot="0" flipH="1">
              <a:off x="2260" y="2556"/>
              <a:ext cx="10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1" name=""/>
            <p:cNvSpPr/>
            <p:nvPr/>
          </p:nvSpPr>
          <p:spPr>
            <a:xfrm rot="0">
              <a:off x="2280" y="2553"/>
              <a:ext cx="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2" name=""/>
            <p:cNvSpPr/>
            <p:nvPr/>
          </p:nvSpPr>
          <p:spPr>
            <a:xfrm rot="0">
              <a:off x="2324" y="2556"/>
              <a:ext cx="13" cy="12"/>
            </a:xfrm>
            <a:custGeom>
              <a:avLst/>
              <a:ahLst/>
              <a:rect l="0" t="0" r="r" b="b"/>
              <a:pathLst>
                <a:path w="38" h="38">
                  <a:moveTo>
                    <a:pt x="0" y="19"/>
                  </a:moveTo>
                  <a:lnTo>
                    <a:pt x="2" y="26"/>
                  </a:lnTo>
                  <a:lnTo>
                    <a:pt x="6" y="33"/>
                  </a:lnTo>
                  <a:lnTo>
                    <a:pt x="12" y="37"/>
                  </a:lnTo>
                  <a:lnTo>
                    <a:pt x="19" y="38"/>
                  </a:lnTo>
                  <a:lnTo>
                    <a:pt x="27" y="37"/>
                  </a:lnTo>
                  <a:lnTo>
                    <a:pt x="32" y="33"/>
                  </a:lnTo>
                  <a:lnTo>
                    <a:pt x="37" y="26"/>
                  </a:lnTo>
                  <a:lnTo>
                    <a:pt x="38" y="19"/>
                  </a:lnTo>
                  <a:lnTo>
                    <a:pt x="37" y="12"/>
                  </a:lnTo>
                  <a:lnTo>
                    <a:pt x="32" y="5"/>
                  </a:lnTo>
                  <a:lnTo>
                    <a:pt x="27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3" name=""/>
            <p:cNvSpPr/>
            <p:nvPr/>
          </p:nvSpPr>
          <p:spPr>
            <a:xfrm rot="0">
              <a:off x="2323" y="2555"/>
              <a:ext cx="15" cy="14"/>
            </a:xfrm>
            <a:custGeom>
              <a:avLst/>
              <a:ahLst/>
              <a:rect l="0" t="0" r="r" b="b"/>
              <a:pathLst>
                <a:path w="43" h="44">
                  <a:moveTo>
                    <a:pt x="43" y="22"/>
                  </a:moveTo>
                  <a:lnTo>
                    <a:pt x="40" y="13"/>
                  </a:lnTo>
                  <a:lnTo>
                    <a:pt x="36" y="7"/>
                  </a:lnTo>
                  <a:lnTo>
                    <a:pt x="30" y="1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5" y="7"/>
                  </a:lnTo>
                  <a:lnTo>
                    <a:pt x="1" y="13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5" y="37"/>
                  </a:lnTo>
                  <a:lnTo>
                    <a:pt x="13" y="42"/>
                  </a:lnTo>
                  <a:lnTo>
                    <a:pt x="21" y="44"/>
                  </a:lnTo>
                  <a:lnTo>
                    <a:pt x="30" y="42"/>
                  </a:lnTo>
                  <a:lnTo>
                    <a:pt x="36" y="37"/>
                  </a:lnTo>
                  <a:lnTo>
                    <a:pt x="40" y="30"/>
                  </a:lnTo>
                  <a:lnTo>
                    <a:pt x="43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4" name=""/>
            <p:cNvSpPr/>
            <p:nvPr/>
          </p:nvSpPr>
          <p:spPr>
            <a:xfrm rot="0" flipH="1">
              <a:off x="231" y="2605"/>
              <a:ext cx="516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5" name=""/>
            <p:cNvSpPr/>
            <p:nvPr/>
          </p:nvSpPr>
          <p:spPr>
            <a:xfrm rot="0">
              <a:off x="2815" y="2605"/>
              <a:ext cx="1" cy="151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6" name=""/>
            <p:cNvSpPr/>
            <p:nvPr/>
          </p:nvSpPr>
          <p:spPr>
            <a:xfrm rot="0">
              <a:off x="1867" y="3528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3" y="28"/>
                  </a:moveTo>
                  <a:lnTo>
                    <a:pt x="50" y="57"/>
                  </a:lnTo>
                  <a:lnTo>
                    <a:pt x="40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37" name=""/>
            <p:cNvSpPr/>
            <p:nvPr/>
          </p:nvSpPr>
          <p:spPr>
            <a:xfrm rot="0">
              <a:off x="1867" y="3528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50" y="57"/>
                  </a:moveTo>
                  <a:lnTo>
                    <a:pt x="40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38" name=""/>
            <p:cNvSpPr/>
            <p:nvPr/>
          </p:nvSpPr>
          <p:spPr>
            <a:xfrm rot="0">
              <a:off x="1873" y="3431"/>
              <a:ext cx="179" cy="116"/>
            </a:xfrm>
            <a:custGeom>
              <a:avLst/>
              <a:ahLst/>
              <a:rect l="0" t="0" r="r" b="b"/>
              <a:pathLst>
                <a:path w="538" h="348">
                  <a:moveTo>
                    <a:pt x="0" y="291"/>
                  </a:moveTo>
                  <a:lnTo>
                    <a:pt x="17" y="319"/>
                  </a:lnTo>
                  <a:lnTo>
                    <a:pt x="34" y="348"/>
                  </a:lnTo>
                  <a:lnTo>
                    <a:pt x="538" y="58"/>
                  </a:lnTo>
                  <a:lnTo>
                    <a:pt x="521" y="29"/>
                  </a:lnTo>
                  <a:lnTo>
                    <a:pt x="504" y="0"/>
                  </a:lnTo>
                  <a:lnTo>
                    <a:pt x="0" y="2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39" name=""/>
            <p:cNvSpPr/>
            <p:nvPr/>
          </p:nvSpPr>
          <p:spPr>
            <a:xfrm rot="0">
              <a:off x="1873" y="3431"/>
              <a:ext cx="179" cy="116"/>
            </a:xfrm>
            <a:custGeom>
              <a:avLst/>
              <a:ahLst/>
              <a:rect l="0" t="0" r="r" b="b"/>
              <a:pathLst>
                <a:path w="538" h="348">
                  <a:moveTo>
                    <a:pt x="0" y="291"/>
                  </a:moveTo>
                  <a:lnTo>
                    <a:pt x="17" y="319"/>
                  </a:lnTo>
                  <a:lnTo>
                    <a:pt x="34" y="348"/>
                  </a:lnTo>
                  <a:lnTo>
                    <a:pt x="538" y="58"/>
                  </a:lnTo>
                  <a:lnTo>
                    <a:pt x="521" y="29"/>
                  </a:lnTo>
                  <a:lnTo>
                    <a:pt x="504" y="0"/>
                  </a:lnTo>
                  <a:lnTo>
                    <a:pt x="0" y="2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40" name=""/>
            <p:cNvSpPr/>
            <p:nvPr/>
          </p:nvSpPr>
          <p:spPr>
            <a:xfrm rot="0">
              <a:off x="2041" y="3429"/>
              <a:ext cx="16" cy="21"/>
            </a:xfrm>
            <a:custGeom>
              <a:avLst/>
              <a:ahLst/>
              <a:rect l="0" t="0" r="r" b="b"/>
              <a:pathLst>
                <a:path w="49" h="62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49" y="26"/>
                  </a:lnTo>
                  <a:lnTo>
                    <a:pt x="49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41" name=""/>
            <p:cNvSpPr/>
            <p:nvPr/>
          </p:nvSpPr>
          <p:spPr>
            <a:xfrm rot="0">
              <a:off x="2041" y="3429"/>
              <a:ext cx="16" cy="21"/>
            </a:xfrm>
            <a:custGeom>
              <a:avLst/>
              <a:ahLst/>
              <a:rect l="0" t="0" r="r" b="b"/>
              <a:pathLst>
                <a:path w="49" h="62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49" y="26"/>
                  </a:lnTo>
                  <a:lnTo>
                    <a:pt x="49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42" name=""/>
            <p:cNvSpPr/>
            <p:nvPr/>
          </p:nvSpPr>
          <p:spPr>
            <a:xfrm rot="0">
              <a:off x="2344" y="3378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43" name=""/>
            <p:cNvSpPr/>
            <p:nvPr/>
          </p:nvSpPr>
          <p:spPr>
            <a:xfrm rot="0">
              <a:off x="2344" y="3378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44" name=""/>
            <p:cNvSpPr/>
            <p:nvPr/>
          </p:nvSpPr>
          <p:spPr>
            <a:xfrm rot="0">
              <a:off x="2211" y="3301"/>
              <a:ext cx="145" cy="96"/>
            </a:xfrm>
            <a:custGeom>
              <a:avLst/>
              <a:ahLst/>
              <a:rect l="0" t="0" r="r" b="b"/>
              <a:pathLst>
                <a:path w="433" h="288">
                  <a:moveTo>
                    <a:pt x="399" y="288"/>
                  </a:moveTo>
                  <a:lnTo>
                    <a:pt x="416" y="259"/>
                  </a:lnTo>
                  <a:lnTo>
                    <a:pt x="433" y="230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399" y="2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45" name=""/>
            <p:cNvSpPr/>
            <p:nvPr/>
          </p:nvSpPr>
          <p:spPr>
            <a:xfrm rot="0">
              <a:off x="2211" y="3301"/>
              <a:ext cx="145" cy="96"/>
            </a:xfrm>
            <a:custGeom>
              <a:avLst/>
              <a:ahLst/>
              <a:rect l="0" t="0" r="r" b="b"/>
              <a:pathLst>
                <a:path w="433" h="288">
                  <a:moveTo>
                    <a:pt x="399" y="288"/>
                  </a:moveTo>
                  <a:lnTo>
                    <a:pt x="416" y="259"/>
                  </a:lnTo>
                  <a:lnTo>
                    <a:pt x="433" y="230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399" y="2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46" name=""/>
            <p:cNvSpPr/>
            <p:nvPr/>
          </p:nvSpPr>
          <p:spPr>
            <a:xfrm rot="0">
              <a:off x="2206" y="330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2" y="33"/>
                  </a:moveTo>
                  <a:lnTo>
                    <a:pt x="15" y="61"/>
                  </a:lnTo>
                  <a:lnTo>
                    <a:pt x="7" y="55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10" y="8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47" name=""/>
            <p:cNvSpPr/>
            <p:nvPr/>
          </p:nvSpPr>
          <p:spPr>
            <a:xfrm rot="0">
              <a:off x="2206" y="330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5" y="61"/>
                  </a:moveTo>
                  <a:lnTo>
                    <a:pt x="7" y="55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10" y="8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48" name=""/>
            <p:cNvSpPr/>
            <p:nvPr/>
          </p:nvSpPr>
          <p:spPr>
            <a:xfrm rot="0">
              <a:off x="2051" y="3391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39" y="62"/>
                  </a:lnTo>
                  <a:lnTo>
                    <a:pt x="29" y="62"/>
                  </a:lnTo>
                  <a:lnTo>
                    <a:pt x="19" y="59"/>
                  </a:lnTo>
                  <a:lnTo>
                    <a:pt x="10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49" name=""/>
            <p:cNvSpPr/>
            <p:nvPr/>
          </p:nvSpPr>
          <p:spPr>
            <a:xfrm rot="0">
              <a:off x="2051" y="3391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39" y="62"/>
                  </a:lnTo>
                  <a:lnTo>
                    <a:pt x="29" y="62"/>
                  </a:lnTo>
                  <a:lnTo>
                    <a:pt x="19" y="59"/>
                  </a:lnTo>
                  <a:lnTo>
                    <a:pt x="10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50" name=""/>
            <p:cNvSpPr/>
            <p:nvPr/>
          </p:nvSpPr>
          <p:spPr>
            <a:xfrm rot="0">
              <a:off x="2056" y="3301"/>
              <a:ext cx="167" cy="109"/>
            </a:xfrm>
            <a:custGeom>
              <a:avLst/>
              <a:ahLst/>
              <a:rect l="0" t="0" r="r" b="b"/>
              <a:pathLst>
                <a:path w="501" h="327">
                  <a:moveTo>
                    <a:pt x="0" y="269"/>
                  </a:moveTo>
                  <a:lnTo>
                    <a:pt x="17" y="298"/>
                  </a:lnTo>
                  <a:lnTo>
                    <a:pt x="34" y="327"/>
                  </a:lnTo>
                  <a:lnTo>
                    <a:pt x="501" y="57"/>
                  </a:lnTo>
                  <a:lnTo>
                    <a:pt x="483" y="29"/>
                  </a:lnTo>
                  <a:lnTo>
                    <a:pt x="466" y="0"/>
                  </a:lnTo>
                  <a:lnTo>
                    <a:pt x="0" y="2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51" name=""/>
            <p:cNvSpPr/>
            <p:nvPr/>
          </p:nvSpPr>
          <p:spPr>
            <a:xfrm rot="0">
              <a:off x="2056" y="3301"/>
              <a:ext cx="167" cy="109"/>
            </a:xfrm>
            <a:custGeom>
              <a:avLst/>
              <a:ahLst/>
              <a:rect l="0" t="0" r="r" b="b"/>
              <a:pathLst>
                <a:path w="501" h="327">
                  <a:moveTo>
                    <a:pt x="0" y="269"/>
                  </a:moveTo>
                  <a:lnTo>
                    <a:pt x="17" y="298"/>
                  </a:lnTo>
                  <a:lnTo>
                    <a:pt x="34" y="327"/>
                  </a:lnTo>
                  <a:lnTo>
                    <a:pt x="501" y="57"/>
                  </a:lnTo>
                  <a:lnTo>
                    <a:pt x="483" y="29"/>
                  </a:lnTo>
                  <a:lnTo>
                    <a:pt x="466" y="0"/>
                  </a:lnTo>
                  <a:lnTo>
                    <a:pt x="0" y="2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52" name=""/>
            <p:cNvSpPr/>
            <p:nvPr/>
          </p:nvSpPr>
          <p:spPr>
            <a:xfrm rot="0">
              <a:off x="2211" y="330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1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53" name=""/>
            <p:cNvSpPr/>
            <p:nvPr/>
          </p:nvSpPr>
          <p:spPr>
            <a:xfrm rot="0">
              <a:off x="2211" y="330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54" name=""/>
            <p:cNvSpPr/>
            <p:nvPr/>
          </p:nvSpPr>
          <p:spPr>
            <a:xfrm rot="0">
              <a:off x="2451" y="3592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55" name=""/>
            <p:cNvSpPr/>
            <p:nvPr/>
          </p:nvSpPr>
          <p:spPr>
            <a:xfrm rot="0">
              <a:off x="2451" y="3592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56" name=""/>
            <p:cNvSpPr/>
            <p:nvPr/>
          </p:nvSpPr>
          <p:spPr>
            <a:xfrm rot="0">
              <a:off x="2344" y="3531"/>
              <a:ext cx="118" cy="81"/>
            </a:xfrm>
            <a:custGeom>
              <a:avLst/>
              <a:ahLst/>
              <a:rect l="0" t="0" r="r" b="b"/>
              <a:pathLst>
                <a:path w="353" h="242">
                  <a:moveTo>
                    <a:pt x="319" y="242"/>
                  </a:moveTo>
                  <a:lnTo>
                    <a:pt x="336" y="213"/>
                  </a:lnTo>
                  <a:lnTo>
                    <a:pt x="353" y="184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319" y="2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57" name=""/>
            <p:cNvSpPr/>
            <p:nvPr/>
          </p:nvSpPr>
          <p:spPr>
            <a:xfrm rot="0">
              <a:off x="2344" y="3531"/>
              <a:ext cx="118" cy="81"/>
            </a:xfrm>
            <a:custGeom>
              <a:avLst/>
              <a:ahLst/>
              <a:rect l="0" t="0" r="r" b="b"/>
              <a:pathLst>
                <a:path w="353" h="242">
                  <a:moveTo>
                    <a:pt x="319" y="242"/>
                  </a:moveTo>
                  <a:lnTo>
                    <a:pt x="336" y="213"/>
                  </a:lnTo>
                  <a:lnTo>
                    <a:pt x="353" y="184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319" y="2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58" name=""/>
            <p:cNvSpPr/>
            <p:nvPr/>
          </p:nvSpPr>
          <p:spPr>
            <a:xfrm rot="0">
              <a:off x="2339" y="3530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59" name=""/>
            <p:cNvSpPr/>
            <p:nvPr/>
          </p:nvSpPr>
          <p:spPr>
            <a:xfrm rot="0">
              <a:off x="2339" y="3530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60" name=""/>
            <p:cNvSpPr/>
            <p:nvPr/>
          </p:nvSpPr>
          <p:spPr>
            <a:xfrm rot="0">
              <a:off x="2107" y="3666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61" name=""/>
            <p:cNvSpPr/>
            <p:nvPr/>
          </p:nvSpPr>
          <p:spPr>
            <a:xfrm rot="0">
              <a:off x="2107" y="3666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62" name=""/>
            <p:cNvSpPr/>
            <p:nvPr/>
          </p:nvSpPr>
          <p:spPr>
            <a:xfrm rot="0">
              <a:off x="2112" y="3531"/>
              <a:ext cx="244" cy="154"/>
            </a:xfrm>
            <a:custGeom>
              <a:avLst/>
              <a:ahLst/>
              <a:rect l="0" t="0" r="r" b="b"/>
              <a:pathLst>
                <a:path w="731" h="462">
                  <a:moveTo>
                    <a:pt x="0" y="404"/>
                  </a:moveTo>
                  <a:lnTo>
                    <a:pt x="17" y="433"/>
                  </a:lnTo>
                  <a:lnTo>
                    <a:pt x="34" y="462"/>
                  </a:lnTo>
                  <a:lnTo>
                    <a:pt x="731" y="58"/>
                  </a:lnTo>
                  <a:lnTo>
                    <a:pt x="714" y="29"/>
                  </a:lnTo>
                  <a:lnTo>
                    <a:pt x="697" y="0"/>
                  </a:lnTo>
                  <a:lnTo>
                    <a:pt x="0" y="4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63" name=""/>
            <p:cNvSpPr/>
            <p:nvPr/>
          </p:nvSpPr>
          <p:spPr>
            <a:xfrm rot="0">
              <a:off x="2112" y="3531"/>
              <a:ext cx="244" cy="154"/>
            </a:xfrm>
            <a:custGeom>
              <a:avLst/>
              <a:ahLst/>
              <a:rect l="0" t="0" r="r" b="b"/>
              <a:pathLst>
                <a:path w="731" h="462">
                  <a:moveTo>
                    <a:pt x="0" y="404"/>
                  </a:moveTo>
                  <a:lnTo>
                    <a:pt x="17" y="433"/>
                  </a:lnTo>
                  <a:lnTo>
                    <a:pt x="34" y="462"/>
                  </a:lnTo>
                  <a:lnTo>
                    <a:pt x="731" y="58"/>
                  </a:lnTo>
                  <a:lnTo>
                    <a:pt x="714" y="29"/>
                  </a:lnTo>
                  <a:lnTo>
                    <a:pt x="697" y="0"/>
                  </a:lnTo>
                  <a:lnTo>
                    <a:pt x="0" y="4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64" name=""/>
            <p:cNvSpPr/>
            <p:nvPr/>
          </p:nvSpPr>
          <p:spPr>
            <a:xfrm rot="0">
              <a:off x="2344" y="3530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65" name=""/>
            <p:cNvSpPr/>
            <p:nvPr/>
          </p:nvSpPr>
          <p:spPr>
            <a:xfrm rot="0">
              <a:off x="2344" y="3530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66" name=""/>
            <p:cNvSpPr/>
            <p:nvPr/>
          </p:nvSpPr>
          <p:spPr>
            <a:xfrm rot="0">
              <a:off x="2339" y="3541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67" name=""/>
            <p:cNvSpPr/>
            <p:nvPr/>
          </p:nvSpPr>
          <p:spPr>
            <a:xfrm rot="0">
              <a:off x="2339" y="3541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68" name=""/>
            <p:cNvSpPr/>
            <p:nvPr/>
          </p:nvSpPr>
          <p:spPr>
            <a:xfrm rot="0">
              <a:off x="2339" y="3387"/>
              <a:ext cx="22" cy="154"/>
            </a:xfrm>
            <a:custGeom>
              <a:avLst/>
              <a:ahLst/>
              <a:rect l="0" t="0" r="r" b="b"/>
              <a:pathLst>
                <a:path w="67" h="460">
                  <a:moveTo>
                    <a:pt x="0" y="460"/>
                  </a:moveTo>
                  <a:lnTo>
                    <a:pt x="33" y="460"/>
                  </a:lnTo>
                  <a:lnTo>
                    <a:pt x="67" y="46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69" name=""/>
            <p:cNvSpPr/>
            <p:nvPr/>
          </p:nvSpPr>
          <p:spPr>
            <a:xfrm rot="0">
              <a:off x="2339" y="3387"/>
              <a:ext cx="22" cy="154"/>
            </a:xfrm>
            <a:custGeom>
              <a:avLst/>
              <a:ahLst/>
              <a:rect l="0" t="0" r="r" b="b"/>
              <a:pathLst>
                <a:path w="67" h="460">
                  <a:moveTo>
                    <a:pt x="0" y="460"/>
                  </a:moveTo>
                  <a:lnTo>
                    <a:pt x="33" y="460"/>
                  </a:lnTo>
                  <a:lnTo>
                    <a:pt x="67" y="46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70" name=""/>
            <p:cNvSpPr/>
            <p:nvPr/>
          </p:nvSpPr>
          <p:spPr>
            <a:xfrm rot="0">
              <a:off x="2339" y="337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71" name=""/>
            <p:cNvSpPr/>
            <p:nvPr/>
          </p:nvSpPr>
          <p:spPr>
            <a:xfrm rot="0">
              <a:off x="2339" y="337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72" name=""/>
            <p:cNvSpPr/>
            <p:nvPr/>
          </p:nvSpPr>
          <p:spPr>
            <a:xfrm rot="0">
              <a:off x="2183" y="3467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60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73" name=""/>
            <p:cNvSpPr/>
            <p:nvPr/>
          </p:nvSpPr>
          <p:spPr>
            <a:xfrm rot="0">
              <a:off x="2183" y="3467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60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74" name=""/>
            <p:cNvSpPr/>
            <p:nvPr/>
          </p:nvSpPr>
          <p:spPr>
            <a:xfrm rot="0">
              <a:off x="2189" y="3378"/>
              <a:ext cx="167" cy="109"/>
            </a:xfrm>
            <a:custGeom>
              <a:avLst/>
              <a:ahLst/>
              <a:rect l="0" t="0" r="r" b="b"/>
              <a:pathLst>
                <a:path w="501" h="327">
                  <a:moveTo>
                    <a:pt x="0" y="269"/>
                  </a:moveTo>
                  <a:lnTo>
                    <a:pt x="17" y="298"/>
                  </a:lnTo>
                  <a:lnTo>
                    <a:pt x="34" y="327"/>
                  </a:lnTo>
                  <a:lnTo>
                    <a:pt x="501" y="58"/>
                  </a:lnTo>
                  <a:lnTo>
                    <a:pt x="484" y="29"/>
                  </a:lnTo>
                  <a:lnTo>
                    <a:pt x="467" y="0"/>
                  </a:lnTo>
                  <a:lnTo>
                    <a:pt x="0" y="2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75" name=""/>
            <p:cNvSpPr/>
            <p:nvPr/>
          </p:nvSpPr>
          <p:spPr>
            <a:xfrm rot="0">
              <a:off x="2189" y="3378"/>
              <a:ext cx="167" cy="109"/>
            </a:xfrm>
            <a:custGeom>
              <a:avLst/>
              <a:ahLst/>
              <a:rect l="0" t="0" r="r" b="b"/>
              <a:pathLst>
                <a:path w="501" h="327">
                  <a:moveTo>
                    <a:pt x="0" y="269"/>
                  </a:moveTo>
                  <a:lnTo>
                    <a:pt x="17" y="298"/>
                  </a:lnTo>
                  <a:lnTo>
                    <a:pt x="34" y="327"/>
                  </a:lnTo>
                  <a:lnTo>
                    <a:pt x="501" y="58"/>
                  </a:lnTo>
                  <a:lnTo>
                    <a:pt x="484" y="29"/>
                  </a:lnTo>
                  <a:lnTo>
                    <a:pt x="467" y="0"/>
                  </a:lnTo>
                  <a:lnTo>
                    <a:pt x="0" y="2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76" name=""/>
            <p:cNvSpPr/>
            <p:nvPr/>
          </p:nvSpPr>
          <p:spPr>
            <a:xfrm rot="0">
              <a:off x="2344" y="3376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77" name=""/>
            <p:cNvSpPr/>
            <p:nvPr/>
          </p:nvSpPr>
          <p:spPr>
            <a:xfrm rot="0">
              <a:off x="2344" y="3376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78" name=""/>
            <p:cNvSpPr/>
            <p:nvPr/>
          </p:nvSpPr>
          <p:spPr>
            <a:xfrm rot="0">
              <a:off x="2113" y="3984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39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0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79" name=""/>
            <p:cNvSpPr/>
            <p:nvPr/>
          </p:nvSpPr>
          <p:spPr>
            <a:xfrm rot="0">
              <a:off x="2113" y="3984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39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0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80" name=""/>
            <p:cNvSpPr/>
            <p:nvPr/>
          </p:nvSpPr>
          <p:spPr>
            <a:xfrm rot="0">
              <a:off x="2119" y="3792"/>
              <a:ext cx="343" cy="212"/>
            </a:xfrm>
            <a:custGeom>
              <a:avLst/>
              <a:ahLst/>
              <a:rect l="0" t="0" r="r" b="b"/>
              <a:pathLst>
                <a:path w="1030" h="634">
                  <a:moveTo>
                    <a:pt x="0" y="576"/>
                  </a:moveTo>
                  <a:lnTo>
                    <a:pt x="17" y="605"/>
                  </a:lnTo>
                  <a:lnTo>
                    <a:pt x="34" y="634"/>
                  </a:lnTo>
                  <a:lnTo>
                    <a:pt x="1030" y="58"/>
                  </a:lnTo>
                  <a:lnTo>
                    <a:pt x="1013" y="29"/>
                  </a:lnTo>
                  <a:lnTo>
                    <a:pt x="996" y="0"/>
                  </a:lnTo>
                  <a:lnTo>
                    <a:pt x="0" y="5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81" name=""/>
            <p:cNvSpPr/>
            <p:nvPr/>
          </p:nvSpPr>
          <p:spPr>
            <a:xfrm rot="0">
              <a:off x="2119" y="3792"/>
              <a:ext cx="343" cy="212"/>
            </a:xfrm>
            <a:custGeom>
              <a:avLst/>
              <a:ahLst/>
              <a:rect l="0" t="0" r="r" b="b"/>
              <a:pathLst>
                <a:path w="1030" h="634">
                  <a:moveTo>
                    <a:pt x="0" y="576"/>
                  </a:moveTo>
                  <a:lnTo>
                    <a:pt x="17" y="605"/>
                  </a:lnTo>
                  <a:lnTo>
                    <a:pt x="34" y="634"/>
                  </a:lnTo>
                  <a:lnTo>
                    <a:pt x="1030" y="58"/>
                  </a:lnTo>
                  <a:lnTo>
                    <a:pt x="1013" y="29"/>
                  </a:lnTo>
                  <a:lnTo>
                    <a:pt x="996" y="0"/>
                  </a:lnTo>
                  <a:lnTo>
                    <a:pt x="0" y="5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82" name=""/>
            <p:cNvSpPr/>
            <p:nvPr/>
          </p:nvSpPr>
          <p:spPr>
            <a:xfrm rot="0">
              <a:off x="2451" y="3791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83" name=""/>
            <p:cNvSpPr/>
            <p:nvPr/>
          </p:nvSpPr>
          <p:spPr>
            <a:xfrm rot="0">
              <a:off x="2451" y="3791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84" name=""/>
            <p:cNvSpPr/>
            <p:nvPr/>
          </p:nvSpPr>
          <p:spPr>
            <a:xfrm rot="0">
              <a:off x="2445" y="3802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5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85" name=""/>
            <p:cNvSpPr/>
            <p:nvPr/>
          </p:nvSpPr>
          <p:spPr>
            <a:xfrm rot="0">
              <a:off x="2445" y="3802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5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86" name=""/>
            <p:cNvSpPr/>
            <p:nvPr/>
          </p:nvSpPr>
          <p:spPr>
            <a:xfrm rot="0">
              <a:off x="2445" y="3602"/>
              <a:ext cx="23" cy="200"/>
            </a:xfrm>
            <a:custGeom>
              <a:avLst/>
              <a:ahLst/>
              <a:rect l="0" t="0" r="r" b="b"/>
              <a:pathLst>
                <a:path w="68" h="600">
                  <a:moveTo>
                    <a:pt x="0" y="600"/>
                  </a:moveTo>
                  <a:lnTo>
                    <a:pt x="33" y="600"/>
                  </a:lnTo>
                  <a:lnTo>
                    <a:pt x="68" y="600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87" name=""/>
            <p:cNvSpPr/>
            <p:nvPr/>
          </p:nvSpPr>
          <p:spPr>
            <a:xfrm rot="0">
              <a:off x="2445" y="3602"/>
              <a:ext cx="23" cy="200"/>
            </a:xfrm>
            <a:custGeom>
              <a:avLst/>
              <a:ahLst/>
              <a:rect l="0" t="0" r="r" b="b"/>
              <a:pathLst>
                <a:path w="68" h="600">
                  <a:moveTo>
                    <a:pt x="0" y="600"/>
                  </a:moveTo>
                  <a:lnTo>
                    <a:pt x="33" y="600"/>
                  </a:lnTo>
                  <a:lnTo>
                    <a:pt x="68" y="600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88" name=""/>
            <p:cNvSpPr/>
            <p:nvPr/>
          </p:nvSpPr>
          <p:spPr>
            <a:xfrm rot="0">
              <a:off x="2445" y="359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89" name=""/>
            <p:cNvSpPr/>
            <p:nvPr/>
          </p:nvSpPr>
          <p:spPr>
            <a:xfrm rot="0">
              <a:off x="2445" y="3591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90" name=""/>
            <p:cNvSpPr/>
            <p:nvPr/>
          </p:nvSpPr>
          <p:spPr>
            <a:xfrm rot="0">
              <a:off x="2213" y="3727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91" name=""/>
            <p:cNvSpPr/>
            <p:nvPr/>
          </p:nvSpPr>
          <p:spPr>
            <a:xfrm rot="0">
              <a:off x="2213" y="3727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92" name=""/>
            <p:cNvSpPr/>
            <p:nvPr/>
          </p:nvSpPr>
          <p:spPr>
            <a:xfrm rot="0">
              <a:off x="2218" y="3592"/>
              <a:ext cx="244" cy="154"/>
            </a:xfrm>
            <a:custGeom>
              <a:avLst/>
              <a:ahLst/>
              <a:rect l="0" t="0" r="r" b="b"/>
              <a:pathLst>
                <a:path w="732" h="462">
                  <a:moveTo>
                    <a:pt x="0" y="404"/>
                  </a:moveTo>
                  <a:lnTo>
                    <a:pt x="17" y="433"/>
                  </a:lnTo>
                  <a:lnTo>
                    <a:pt x="34" y="462"/>
                  </a:lnTo>
                  <a:lnTo>
                    <a:pt x="732" y="58"/>
                  </a:lnTo>
                  <a:lnTo>
                    <a:pt x="715" y="29"/>
                  </a:lnTo>
                  <a:lnTo>
                    <a:pt x="698" y="0"/>
                  </a:lnTo>
                  <a:lnTo>
                    <a:pt x="0" y="4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93" name=""/>
            <p:cNvSpPr/>
            <p:nvPr/>
          </p:nvSpPr>
          <p:spPr>
            <a:xfrm rot="0">
              <a:off x="2218" y="3592"/>
              <a:ext cx="244" cy="154"/>
            </a:xfrm>
            <a:custGeom>
              <a:avLst/>
              <a:ahLst/>
              <a:rect l="0" t="0" r="r" b="b"/>
              <a:pathLst>
                <a:path w="732" h="462">
                  <a:moveTo>
                    <a:pt x="0" y="404"/>
                  </a:moveTo>
                  <a:lnTo>
                    <a:pt x="17" y="433"/>
                  </a:lnTo>
                  <a:lnTo>
                    <a:pt x="34" y="462"/>
                  </a:lnTo>
                  <a:lnTo>
                    <a:pt x="732" y="58"/>
                  </a:lnTo>
                  <a:lnTo>
                    <a:pt x="715" y="29"/>
                  </a:lnTo>
                  <a:lnTo>
                    <a:pt x="698" y="0"/>
                  </a:lnTo>
                  <a:lnTo>
                    <a:pt x="0" y="4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94" name=""/>
            <p:cNvSpPr/>
            <p:nvPr/>
          </p:nvSpPr>
          <p:spPr>
            <a:xfrm rot="0">
              <a:off x="2451" y="3591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6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95" name=""/>
            <p:cNvSpPr/>
            <p:nvPr/>
          </p:nvSpPr>
          <p:spPr>
            <a:xfrm rot="0">
              <a:off x="2451" y="3591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6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96" name=""/>
            <p:cNvSpPr/>
            <p:nvPr/>
          </p:nvSpPr>
          <p:spPr>
            <a:xfrm rot="0">
              <a:off x="1768" y="3783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5" y="62"/>
                  </a:lnTo>
                  <a:lnTo>
                    <a:pt x="8" y="56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97" name=""/>
            <p:cNvSpPr/>
            <p:nvPr/>
          </p:nvSpPr>
          <p:spPr>
            <a:xfrm rot="0">
              <a:off x="1768" y="3783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5" y="62"/>
                  </a:moveTo>
                  <a:lnTo>
                    <a:pt x="8" y="56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5998" name=""/>
            <p:cNvSpPr/>
            <p:nvPr/>
          </p:nvSpPr>
          <p:spPr>
            <a:xfrm rot="0">
              <a:off x="1773" y="3784"/>
              <a:ext cx="357" cy="220"/>
            </a:xfrm>
            <a:custGeom>
              <a:avLst/>
              <a:ahLst/>
              <a:rect l="0" t="0" r="r" b="b"/>
              <a:pathLst>
                <a:path w="1071" h="658">
                  <a:moveTo>
                    <a:pt x="35" y="0"/>
                  </a:moveTo>
                  <a:lnTo>
                    <a:pt x="18" y="29"/>
                  </a:lnTo>
                  <a:lnTo>
                    <a:pt x="0" y="58"/>
                  </a:lnTo>
                  <a:lnTo>
                    <a:pt x="1037" y="658"/>
                  </a:lnTo>
                  <a:lnTo>
                    <a:pt x="1054" y="629"/>
                  </a:lnTo>
                  <a:lnTo>
                    <a:pt x="1071" y="60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5999" name=""/>
            <p:cNvSpPr/>
            <p:nvPr/>
          </p:nvSpPr>
          <p:spPr>
            <a:xfrm rot="0">
              <a:off x="1773" y="3784"/>
              <a:ext cx="357" cy="220"/>
            </a:xfrm>
            <a:custGeom>
              <a:avLst/>
              <a:ahLst/>
              <a:rect l="0" t="0" r="r" b="b"/>
              <a:pathLst>
                <a:path w="1071" h="658">
                  <a:moveTo>
                    <a:pt x="35" y="0"/>
                  </a:moveTo>
                  <a:lnTo>
                    <a:pt x="18" y="29"/>
                  </a:lnTo>
                  <a:lnTo>
                    <a:pt x="0" y="58"/>
                  </a:lnTo>
                  <a:lnTo>
                    <a:pt x="1037" y="658"/>
                  </a:lnTo>
                  <a:lnTo>
                    <a:pt x="1054" y="629"/>
                  </a:lnTo>
                  <a:lnTo>
                    <a:pt x="1071" y="600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00" name=""/>
            <p:cNvSpPr/>
            <p:nvPr/>
          </p:nvSpPr>
          <p:spPr>
            <a:xfrm rot="0">
              <a:off x="2119" y="3984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01" name=""/>
            <p:cNvSpPr/>
            <p:nvPr/>
          </p:nvSpPr>
          <p:spPr>
            <a:xfrm rot="0">
              <a:off x="2119" y="3984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02" name=""/>
            <p:cNvSpPr/>
            <p:nvPr/>
          </p:nvSpPr>
          <p:spPr>
            <a:xfrm rot="0">
              <a:off x="2113" y="3990"/>
              <a:ext cx="22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33" y="12"/>
                  </a:moveTo>
                  <a:lnTo>
                    <a:pt x="64" y="24"/>
                  </a:lnTo>
                  <a:lnTo>
                    <a:pt x="59" y="33"/>
                  </a:lnTo>
                  <a:lnTo>
                    <a:pt x="51" y="40"/>
                  </a:lnTo>
                  <a:lnTo>
                    <a:pt x="42" y="45"/>
                  </a:lnTo>
                  <a:lnTo>
                    <a:pt x="31" y="45"/>
                  </a:lnTo>
                  <a:lnTo>
                    <a:pt x="21" y="44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1" y="0"/>
                  </a:lnTo>
                  <a:lnTo>
                    <a:pt x="3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03" name=""/>
            <p:cNvSpPr/>
            <p:nvPr/>
          </p:nvSpPr>
          <p:spPr>
            <a:xfrm rot="0">
              <a:off x="2113" y="3990"/>
              <a:ext cx="22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64" y="24"/>
                  </a:moveTo>
                  <a:lnTo>
                    <a:pt x="59" y="33"/>
                  </a:lnTo>
                  <a:lnTo>
                    <a:pt x="51" y="40"/>
                  </a:lnTo>
                  <a:lnTo>
                    <a:pt x="42" y="45"/>
                  </a:lnTo>
                  <a:lnTo>
                    <a:pt x="31" y="45"/>
                  </a:lnTo>
                  <a:lnTo>
                    <a:pt x="21" y="44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04" name=""/>
            <p:cNvSpPr/>
            <p:nvPr/>
          </p:nvSpPr>
          <p:spPr>
            <a:xfrm rot="0">
              <a:off x="2114" y="3733"/>
              <a:ext cx="120" cy="265"/>
            </a:xfrm>
            <a:custGeom>
              <a:avLst/>
              <a:ahLst/>
              <a:rect l="0" t="0" r="r" b="b"/>
              <a:pathLst>
                <a:path w="362" h="796">
                  <a:moveTo>
                    <a:pt x="0" y="772"/>
                  </a:moveTo>
                  <a:lnTo>
                    <a:pt x="32" y="784"/>
                  </a:lnTo>
                  <a:lnTo>
                    <a:pt x="63" y="796"/>
                  </a:lnTo>
                  <a:lnTo>
                    <a:pt x="362" y="24"/>
                  </a:lnTo>
                  <a:lnTo>
                    <a:pt x="330" y="12"/>
                  </a:lnTo>
                  <a:lnTo>
                    <a:pt x="299" y="0"/>
                  </a:lnTo>
                  <a:lnTo>
                    <a:pt x="0" y="7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05" name=""/>
            <p:cNvSpPr/>
            <p:nvPr/>
          </p:nvSpPr>
          <p:spPr>
            <a:xfrm rot="0">
              <a:off x="2114" y="3733"/>
              <a:ext cx="120" cy="265"/>
            </a:xfrm>
            <a:custGeom>
              <a:avLst/>
              <a:ahLst/>
              <a:rect l="0" t="0" r="r" b="b"/>
              <a:pathLst>
                <a:path w="362" h="796">
                  <a:moveTo>
                    <a:pt x="0" y="772"/>
                  </a:moveTo>
                  <a:lnTo>
                    <a:pt x="32" y="784"/>
                  </a:lnTo>
                  <a:lnTo>
                    <a:pt x="63" y="796"/>
                  </a:lnTo>
                  <a:lnTo>
                    <a:pt x="362" y="24"/>
                  </a:lnTo>
                  <a:lnTo>
                    <a:pt x="330" y="12"/>
                  </a:lnTo>
                  <a:lnTo>
                    <a:pt x="299" y="0"/>
                  </a:lnTo>
                  <a:lnTo>
                    <a:pt x="0" y="7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06" name=""/>
            <p:cNvSpPr/>
            <p:nvPr/>
          </p:nvSpPr>
          <p:spPr>
            <a:xfrm rot="0">
              <a:off x="2213" y="3726"/>
              <a:ext cx="22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31" y="33"/>
                  </a:moveTo>
                  <a:lnTo>
                    <a:pt x="0" y="21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1"/>
                  </a:lnTo>
                  <a:lnTo>
                    <a:pt x="52" y="7"/>
                  </a:lnTo>
                  <a:lnTo>
                    <a:pt x="59" y="15"/>
                  </a:lnTo>
                  <a:lnTo>
                    <a:pt x="64" y="24"/>
                  </a:lnTo>
                  <a:lnTo>
                    <a:pt x="64" y="34"/>
                  </a:lnTo>
                  <a:lnTo>
                    <a:pt x="63" y="45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07" name=""/>
            <p:cNvSpPr/>
            <p:nvPr/>
          </p:nvSpPr>
          <p:spPr>
            <a:xfrm rot="0">
              <a:off x="2213" y="3726"/>
              <a:ext cx="22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0" y="21"/>
                  </a:moveTo>
                  <a:lnTo>
                    <a:pt x="5" y="12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1"/>
                  </a:lnTo>
                  <a:lnTo>
                    <a:pt x="52" y="7"/>
                  </a:lnTo>
                  <a:lnTo>
                    <a:pt x="59" y="15"/>
                  </a:lnTo>
                  <a:lnTo>
                    <a:pt x="64" y="24"/>
                  </a:lnTo>
                  <a:lnTo>
                    <a:pt x="64" y="34"/>
                  </a:lnTo>
                  <a:lnTo>
                    <a:pt x="63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08" name=""/>
            <p:cNvSpPr/>
            <p:nvPr/>
          </p:nvSpPr>
          <p:spPr>
            <a:xfrm rot="0">
              <a:off x="2218" y="3727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09" name=""/>
            <p:cNvSpPr/>
            <p:nvPr/>
          </p:nvSpPr>
          <p:spPr>
            <a:xfrm rot="0">
              <a:off x="2218" y="3727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10" name=""/>
            <p:cNvSpPr/>
            <p:nvPr/>
          </p:nvSpPr>
          <p:spPr>
            <a:xfrm rot="0">
              <a:off x="2112" y="3666"/>
              <a:ext cx="117" cy="80"/>
            </a:xfrm>
            <a:custGeom>
              <a:avLst/>
              <a:ahLst/>
              <a:rect l="0" t="0" r="r" b="b"/>
              <a:pathLst>
                <a:path w="352" h="242">
                  <a:moveTo>
                    <a:pt x="318" y="242"/>
                  </a:moveTo>
                  <a:lnTo>
                    <a:pt x="335" y="213"/>
                  </a:lnTo>
                  <a:lnTo>
                    <a:pt x="352" y="184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318" y="2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11" name=""/>
            <p:cNvSpPr/>
            <p:nvPr/>
          </p:nvSpPr>
          <p:spPr>
            <a:xfrm rot="0">
              <a:off x="2112" y="3666"/>
              <a:ext cx="117" cy="80"/>
            </a:xfrm>
            <a:custGeom>
              <a:avLst/>
              <a:ahLst/>
              <a:rect l="0" t="0" r="r" b="b"/>
              <a:pathLst>
                <a:path w="352" h="242">
                  <a:moveTo>
                    <a:pt x="318" y="242"/>
                  </a:moveTo>
                  <a:lnTo>
                    <a:pt x="335" y="213"/>
                  </a:lnTo>
                  <a:lnTo>
                    <a:pt x="352" y="184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318" y="2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12" name=""/>
            <p:cNvSpPr/>
            <p:nvPr/>
          </p:nvSpPr>
          <p:spPr>
            <a:xfrm rot="0">
              <a:off x="2107" y="3664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13" name=""/>
            <p:cNvSpPr/>
            <p:nvPr/>
          </p:nvSpPr>
          <p:spPr>
            <a:xfrm rot="0">
              <a:off x="2107" y="3664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14" name=""/>
            <p:cNvSpPr/>
            <p:nvPr/>
          </p:nvSpPr>
          <p:spPr>
            <a:xfrm rot="0">
              <a:off x="2107" y="3671"/>
              <a:ext cx="21" cy="15"/>
            </a:xfrm>
            <a:custGeom>
              <a:avLst/>
              <a:ahLst/>
              <a:rect l="0" t="0" r="r" b="b"/>
              <a:pathLst>
                <a:path w="65" h="45">
                  <a:moveTo>
                    <a:pt x="33" y="12"/>
                  </a:moveTo>
                  <a:lnTo>
                    <a:pt x="65" y="24"/>
                  </a:lnTo>
                  <a:lnTo>
                    <a:pt x="59" y="33"/>
                  </a:lnTo>
                  <a:lnTo>
                    <a:pt x="51" y="39"/>
                  </a:lnTo>
                  <a:lnTo>
                    <a:pt x="42" y="45"/>
                  </a:lnTo>
                  <a:lnTo>
                    <a:pt x="32" y="45"/>
                  </a:lnTo>
                  <a:lnTo>
                    <a:pt x="21" y="43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15" name=""/>
            <p:cNvSpPr/>
            <p:nvPr/>
          </p:nvSpPr>
          <p:spPr>
            <a:xfrm rot="0">
              <a:off x="2107" y="3671"/>
              <a:ext cx="21" cy="15"/>
            </a:xfrm>
            <a:custGeom>
              <a:avLst/>
              <a:ahLst/>
              <a:rect l="0" t="0" r="r" b="b"/>
              <a:pathLst>
                <a:path w="65" h="45">
                  <a:moveTo>
                    <a:pt x="65" y="24"/>
                  </a:moveTo>
                  <a:lnTo>
                    <a:pt x="59" y="33"/>
                  </a:lnTo>
                  <a:lnTo>
                    <a:pt x="51" y="39"/>
                  </a:lnTo>
                  <a:lnTo>
                    <a:pt x="42" y="45"/>
                  </a:lnTo>
                  <a:lnTo>
                    <a:pt x="32" y="45"/>
                  </a:lnTo>
                  <a:lnTo>
                    <a:pt x="21" y="43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16" name=""/>
            <p:cNvSpPr/>
            <p:nvPr/>
          </p:nvSpPr>
          <p:spPr>
            <a:xfrm rot="0">
              <a:off x="2107" y="3473"/>
              <a:ext cx="98" cy="206"/>
            </a:xfrm>
            <a:custGeom>
              <a:avLst/>
              <a:ahLst/>
              <a:rect l="0" t="0" r="r" b="b"/>
              <a:pathLst>
                <a:path w="294" h="619">
                  <a:moveTo>
                    <a:pt x="0" y="595"/>
                  </a:moveTo>
                  <a:lnTo>
                    <a:pt x="32" y="607"/>
                  </a:lnTo>
                  <a:lnTo>
                    <a:pt x="64" y="619"/>
                  </a:lnTo>
                  <a:lnTo>
                    <a:pt x="294" y="24"/>
                  </a:lnTo>
                  <a:lnTo>
                    <a:pt x="262" y="12"/>
                  </a:lnTo>
                  <a:lnTo>
                    <a:pt x="230" y="0"/>
                  </a:lnTo>
                  <a:lnTo>
                    <a:pt x="0" y="5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17" name=""/>
            <p:cNvSpPr/>
            <p:nvPr/>
          </p:nvSpPr>
          <p:spPr>
            <a:xfrm rot="0">
              <a:off x="2107" y="3473"/>
              <a:ext cx="98" cy="206"/>
            </a:xfrm>
            <a:custGeom>
              <a:avLst/>
              <a:ahLst/>
              <a:rect l="0" t="0" r="r" b="b"/>
              <a:pathLst>
                <a:path w="294" h="619">
                  <a:moveTo>
                    <a:pt x="0" y="595"/>
                  </a:moveTo>
                  <a:lnTo>
                    <a:pt x="32" y="607"/>
                  </a:lnTo>
                  <a:lnTo>
                    <a:pt x="64" y="619"/>
                  </a:lnTo>
                  <a:lnTo>
                    <a:pt x="294" y="24"/>
                  </a:lnTo>
                  <a:lnTo>
                    <a:pt x="262" y="12"/>
                  </a:lnTo>
                  <a:lnTo>
                    <a:pt x="230" y="0"/>
                  </a:lnTo>
                  <a:lnTo>
                    <a:pt x="0" y="5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18" name=""/>
            <p:cNvSpPr/>
            <p:nvPr/>
          </p:nvSpPr>
          <p:spPr>
            <a:xfrm rot="0">
              <a:off x="2184" y="3466"/>
              <a:ext cx="21" cy="15"/>
            </a:xfrm>
            <a:custGeom>
              <a:avLst/>
              <a:ahLst/>
              <a:rect l="0" t="0" r="r" b="b"/>
              <a:pathLst>
                <a:path w="65" h="45">
                  <a:moveTo>
                    <a:pt x="32" y="33"/>
                  </a:moveTo>
                  <a:lnTo>
                    <a:pt x="0" y="21"/>
                  </a:lnTo>
                  <a:lnTo>
                    <a:pt x="6" y="12"/>
                  </a:lnTo>
                  <a:lnTo>
                    <a:pt x="14" y="6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5" y="24"/>
                  </a:lnTo>
                  <a:lnTo>
                    <a:pt x="65" y="35"/>
                  </a:lnTo>
                  <a:lnTo>
                    <a:pt x="64" y="45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19" name=""/>
            <p:cNvSpPr/>
            <p:nvPr/>
          </p:nvSpPr>
          <p:spPr>
            <a:xfrm rot="0">
              <a:off x="2184" y="3466"/>
              <a:ext cx="21" cy="15"/>
            </a:xfrm>
            <a:custGeom>
              <a:avLst/>
              <a:ahLst/>
              <a:rect l="0" t="0" r="r" b="b"/>
              <a:pathLst>
                <a:path w="65" h="45">
                  <a:moveTo>
                    <a:pt x="0" y="21"/>
                  </a:moveTo>
                  <a:lnTo>
                    <a:pt x="6" y="12"/>
                  </a:lnTo>
                  <a:lnTo>
                    <a:pt x="14" y="6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5" y="24"/>
                  </a:lnTo>
                  <a:lnTo>
                    <a:pt x="65" y="35"/>
                  </a:lnTo>
                  <a:lnTo>
                    <a:pt x="64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20" name=""/>
            <p:cNvSpPr/>
            <p:nvPr/>
          </p:nvSpPr>
          <p:spPr>
            <a:xfrm rot="0">
              <a:off x="2189" y="3467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60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21" name=""/>
            <p:cNvSpPr/>
            <p:nvPr/>
          </p:nvSpPr>
          <p:spPr>
            <a:xfrm rot="0">
              <a:off x="2189" y="3467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60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22" name=""/>
            <p:cNvSpPr/>
            <p:nvPr/>
          </p:nvSpPr>
          <p:spPr>
            <a:xfrm rot="0">
              <a:off x="2056" y="3391"/>
              <a:ext cx="144" cy="96"/>
            </a:xfrm>
            <a:custGeom>
              <a:avLst/>
              <a:ahLst/>
              <a:rect l="0" t="0" r="r" b="b"/>
              <a:pathLst>
                <a:path w="432" h="288">
                  <a:moveTo>
                    <a:pt x="398" y="288"/>
                  </a:moveTo>
                  <a:lnTo>
                    <a:pt x="415" y="259"/>
                  </a:lnTo>
                  <a:lnTo>
                    <a:pt x="432" y="230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398" y="2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23" name=""/>
            <p:cNvSpPr/>
            <p:nvPr/>
          </p:nvSpPr>
          <p:spPr>
            <a:xfrm rot="0">
              <a:off x="2056" y="3391"/>
              <a:ext cx="144" cy="96"/>
            </a:xfrm>
            <a:custGeom>
              <a:avLst/>
              <a:ahLst/>
              <a:rect l="0" t="0" r="r" b="b"/>
              <a:pathLst>
                <a:path w="432" h="288">
                  <a:moveTo>
                    <a:pt x="398" y="288"/>
                  </a:moveTo>
                  <a:lnTo>
                    <a:pt x="415" y="259"/>
                  </a:lnTo>
                  <a:lnTo>
                    <a:pt x="432" y="230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398" y="2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24" name=""/>
            <p:cNvSpPr/>
            <p:nvPr/>
          </p:nvSpPr>
          <p:spPr>
            <a:xfrm rot="0">
              <a:off x="2051" y="3389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6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25" name=""/>
            <p:cNvSpPr/>
            <p:nvPr/>
          </p:nvSpPr>
          <p:spPr>
            <a:xfrm rot="0">
              <a:off x="2051" y="3389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6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26" name=""/>
            <p:cNvSpPr/>
            <p:nvPr/>
          </p:nvSpPr>
          <p:spPr>
            <a:xfrm rot="0">
              <a:off x="2051" y="3389"/>
              <a:ext cx="22" cy="15"/>
            </a:xfrm>
            <a:custGeom>
              <a:avLst/>
              <a:ahLst/>
              <a:rect l="0" t="0" r="r" b="b"/>
              <a:pathLst>
                <a:path w="65" h="45">
                  <a:moveTo>
                    <a:pt x="32" y="33"/>
                  </a:moveTo>
                  <a:lnTo>
                    <a:pt x="0" y="21"/>
                  </a:lnTo>
                  <a:lnTo>
                    <a:pt x="5" y="12"/>
                  </a:lnTo>
                  <a:lnTo>
                    <a:pt x="13" y="6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7"/>
                  </a:lnTo>
                  <a:lnTo>
                    <a:pt x="59" y="15"/>
                  </a:lnTo>
                  <a:lnTo>
                    <a:pt x="65" y="24"/>
                  </a:lnTo>
                  <a:lnTo>
                    <a:pt x="65" y="34"/>
                  </a:lnTo>
                  <a:lnTo>
                    <a:pt x="63" y="45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67" name=""/>
          <p:cNvGrpSpPr/>
          <p:nvPr/>
        </p:nvGrpSpPr>
        <p:grpSpPr>
          <a:xfrm rot="0">
            <a:off x="701675" y="4260850"/>
            <a:ext cx="7753350" cy="2216150"/>
            <a:chOff x="442" y="2684"/>
            <a:chExt cx="4884" cy="1396"/>
          </a:xfrm>
        </p:grpSpPr>
        <p:sp>
          <p:nvSpPr>
            <p:cNvPr id="1056027" name=""/>
            <p:cNvSpPr/>
            <p:nvPr/>
          </p:nvSpPr>
          <p:spPr>
            <a:xfrm rot="0">
              <a:off x="2051" y="3389"/>
              <a:ext cx="22" cy="15"/>
            </a:xfrm>
            <a:custGeom>
              <a:avLst/>
              <a:ahLst/>
              <a:rect l="0" t="0" r="r" b="b"/>
              <a:pathLst>
                <a:path w="65" h="45">
                  <a:moveTo>
                    <a:pt x="0" y="21"/>
                  </a:moveTo>
                  <a:lnTo>
                    <a:pt x="5" y="12"/>
                  </a:lnTo>
                  <a:lnTo>
                    <a:pt x="13" y="6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7"/>
                  </a:lnTo>
                  <a:lnTo>
                    <a:pt x="59" y="15"/>
                  </a:lnTo>
                  <a:lnTo>
                    <a:pt x="65" y="24"/>
                  </a:lnTo>
                  <a:lnTo>
                    <a:pt x="65" y="34"/>
                  </a:lnTo>
                  <a:lnTo>
                    <a:pt x="63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28" name=""/>
            <p:cNvSpPr/>
            <p:nvPr/>
          </p:nvSpPr>
          <p:spPr>
            <a:xfrm rot="0">
              <a:off x="1974" y="3396"/>
              <a:ext cx="98" cy="206"/>
            </a:xfrm>
            <a:custGeom>
              <a:avLst/>
              <a:ahLst/>
              <a:rect l="0" t="0" r="r" b="b"/>
              <a:pathLst>
                <a:path w="293" h="618">
                  <a:moveTo>
                    <a:pt x="293" y="24"/>
                  </a:moveTo>
                  <a:lnTo>
                    <a:pt x="262" y="12"/>
                  </a:lnTo>
                  <a:lnTo>
                    <a:pt x="230" y="0"/>
                  </a:lnTo>
                  <a:lnTo>
                    <a:pt x="0" y="595"/>
                  </a:lnTo>
                  <a:lnTo>
                    <a:pt x="32" y="607"/>
                  </a:lnTo>
                  <a:lnTo>
                    <a:pt x="63" y="618"/>
                  </a:lnTo>
                  <a:lnTo>
                    <a:pt x="29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29" name=""/>
            <p:cNvSpPr/>
            <p:nvPr/>
          </p:nvSpPr>
          <p:spPr>
            <a:xfrm rot="0">
              <a:off x="1974" y="3396"/>
              <a:ext cx="98" cy="206"/>
            </a:xfrm>
            <a:custGeom>
              <a:avLst/>
              <a:ahLst/>
              <a:rect l="0" t="0" r="r" b="b"/>
              <a:pathLst>
                <a:path w="293" h="618">
                  <a:moveTo>
                    <a:pt x="293" y="24"/>
                  </a:moveTo>
                  <a:lnTo>
                    <a:pt x="262" y="12"/>
                  </a:lnTo>
                  <a:lnTo>
                    <a:pt x="230" y="0"/>
                  </a:lnTo>
                  <a:lnTo>
                    <a:pt x="0" y="595"/>
                  </a:lnTo>
                  <a:lnTo>
                    <a:pt x="32" y="607"/>
                  </a:lnTo>
                  <a:lnTo>
                    <a:pt x="63" y="618"/>
                  </a:lnTo>
                  <a:lnTo>
                    <a:pt x="293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30" name=""/>
            <p:cNvSpPr/>
            <p:nvPr/>
          </p:nvSpPr>
          <p:spPr>
            <a:xfrm rot="0">
              <a:off x="1974" y="3595"/>
              <a:ext cx="21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33" y="12"/>
                  </a:moveTo>
                  <a:lnTo>
                    <a:pt x="64" y="23"/>
                  </a:lnTo>
                  <a:lnTo>
                    <a:pt x="59" y="33"/>
                  </a:lnTo>
                  <a:lnTo>
                    <a:pt x="51" y="39"/>
                  </a:lnTo>
                  <a:lnTo>
                    <a:pt x="42" y="45"/>
                  </a:lnTo>
                  <a:lnTo>
                    <a:pt x="31" y="45"/>
                  </a:lnTo>
                  <a:lnTo>
                    <a:pt x="21" y="43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31" name=""/>
            <p:cNvSpPr/>
            <p:nvPr/>
          </p:nvSpPr>
          <p:spPr>
            <a:xfrm rot="0">
              <a:off x="1974" y="3595"/>
              <a:ext cx="21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64" y="23"/>
                  </a:moveTo>
                  <a:lnTo>
                    <a:pt x="59" y="33"/>
                  </a:lnTo>
                  <a:lnTo>
                    <a:pt x="51" y="39"/>
                  </a:lnTo>
                  <a:lnTo>
                    <a:pt x="42" y="45"/>
                  </a:lnTo>
                  <a:lnTo>
                    <a:pt x="31" y="45"/>
                  </a:lnTo>
                  <a:lnTo>
                    <a:pt x="21" y="43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32" name=""/>
            <p:cNvSpPr/>
            <p:nvPr/>
          </p:nvSpPr>
          <p:spPr>
            <a:xfrm rot="0">
              <a:off x="1979" y="358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33" name=""/>
            <p:cNvSpPr/>
            <p:nvPr/>
          </p:nvSpPr>
          <p:spPr>
            <a:xfrm rot="0">
              <a:off x="1979" y="358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5" y="0"/>
                  </a:moveTo>
                  <a:lnTo>
                    <a:pt x="43" y="6"/>
                  </a:lnTo>
                  <a:lnTo>
                    <a:pt x="48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34" name=""/>
            <p:cNvSpPr/>
            <p:nvPr/>
          </p:nvSpPr>
          <p:spPr>
            <a:xfrm rot="0">
              <a:off x="1873" y="3528"/>
              <a:ext cx="118" cy="80"/>
            </a:xfrm>
            <a:custGeom>
              <a:avLst/>
              <a:ahLst/>
              <a:rect l="0" t="0" r="r" b="b"/>
              <a:pathLst>
                <a:path w="354" h="242">
                  <a:moveTo>
                    <a:pt x="319" y="242"/>
                  </a:moveTo>
                  <a:lnTo>
                    <a:pt x="337" y="213"/>
                  </a:lnTo>
                  <a:lnTo>
                    <a:pt x="354" y="184"/>
                  </a:lnTo>
                  <a:lnTo>
                    <a:pt x="34" y="0"/>
                  </a:lnTo>
                  <a:lnTo>
                    <a:pt x="17" y="28"/>
                  </a:lnTo>
                  <a:lnTo>
                    <a:pt x="0" y="57"/>
                  </a:lnTo>
                  <a:lnTo>
                    <a:pt x="319" y="2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35" name=""/>
            <p:cNvSpPr/>
            <p:nvPr/>
          </p:nvSpPr>
          <p:spPr>
            <a:xfrm rot="0">
              <a:off x="1873" y="3528"/>
              <a:ext cx="118" cy="80"/>
            </a:xfrm>
            <a:custGeom>
              <a:avLst/>
              <a:ahLst/>
              <a:rect l="0" t="0" r="r" b="b"/>
              <a:pathLst>
                <a:path w="354" h="242">
                  <a:moveTo>
                    <a:pt x="319" y="242"/>
                  </a:moveTo>
                  <a:lnTo>
                    <a:pt x="337" y="213"/>
                  </a:lnTo>
                  <a:lnTo>
                    <a:pt x="354" y="184"/>
                  </a:lnTo>
                  <a:lnTo>
                    <a:pt x="34" y="0"/>
                  </a:lnTo>
                  <a:lnTo>
                    <a:pt x="17" y="28"/>
                  </a:lnTo>
                  <a:lnTo>
                    <a:pt x="0" y="57"/>
                  </a:lnTo>
                  <a:lnTo>
                    <a:pt x="319" y="2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36" name=""/>
            <p:cNvSpPr/>
            <p:nvPr/>
          </p:nvSpPr>
          <p:spPr>
            <a:xfrm rot="0">
              <a:off x="1867" y="3526"/>
              <a:ext cx="17" cy="21"/>
            </a:xfrm>
            <a:custGeom>
              <a:avLst/>
              <a:ahLst/>
              <a:rect l="0" t="0" r="r" b="b"/>
              <a:pathLst>
                <a:path w="50" h="61">
                  <a:moveTo>
                    <a:pt x="33" y="32"/>
                  </a:moveTo>
                  <a:lnTo>
                    <a:pt x="16" y="61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37" name=""/>
            <p:cNvSpPr/>
            <p:nvPr/>
          </p:nvSpPr>
          <p:spPr>
            <a:xfrm rot="0">
              <a:off x="1867" y="3526"/>
              <a:ext cx="17" cy="21"/>
            </a:xfrm>
            <a:custGeom>
              <a:avLst/>
              <a:ahLst/>
              <a:rect l="0" t="0" r="r" b="b"/>
              <a:pathLst>
                <a:path w="50" h="61">
                  <a:moveTo>
                    <a:pt x="16" y="61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38" name=""/>
            <p:cNvSpPr/>
            <p:nvPr/>
          </p:nvSpPr>
          <p:spPr>
            <a:xfrm rot="0">
              <a:off x="1868" y="3526"/>
              <a:ext cx="21" cy="15"/>
            </a:xfrm>
            <a:custGeom>
              <a:avLst/>
              <a:ahLst/>
              <a:rect l="0" t="0" r="r" b="b"/>
              <a:pathLst>
                <a:path w="65" h="44">
                  <a:moveTo>
                    <a:pt x="32" y="32"/>
                  </a:moveTo>
                  <a:lnTo>
                    <a:pt x="0" y="21"/>
                  </a:lnTo>
                  <a:lnTo>
                    <a:pt x="6" y="11"/>
                  </a:lnTo>
                  <a:lnTo>
                    <a:pt x="14" y="5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4" y="1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5" y="23"/>
                  </a:lnTo>
                  <a:lnTo>
                    <a:pt x="65" y="34"/>
                  </a:lnTo>
                  <a:lnTo>
                    <a:pt x="64" y="44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39" name=""/>
            <p:cNvSpPr/>
            <p:nvPr/>
          </p:nvSpPr>
          <p:spPr>
            <a:xfrm rot="0">
              <a:off x="1868" y="3526"/>
              <a:ext cx="21" cy="15"/>
            </a:xfrm>
            <a:custGeom>
              <a:avLst/>
              <a:ahLst/>
              <a:rect l="0" t="0" r="r" b="b"/>
              <a:pathLst>
                <a:path w="65" h="44">
                  <a:moveTo>
                    <a:pt x="0" y="21"/>
                  </a:moveTo>
                  <a:lnTo>
                    <a:pt x="6" y="11"/>
                  </a:lnTo>
                  <a:lnTo>
                    <a:pt x="14" y="5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4" y="1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5" y="23"/>
                  </a:lnTo>
                  <a:lnTo>
                    <a:pt x="65" y="34"/>
                  </a:lnTo>
                  <a:lnTo>
                    <a:pt x="64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40" name=""/>
            <p:cNvSpPr/>
            <p:nvPr/>
          </p:nvSpPr>
          <p:spPr>
            <a:xfrm rot="0">
              <a:off x="1768" y="3533"/>
              <a:ext cx="121" cy="265"/>
            </a:xfrm>
            <a:custGeom>
              <a:avLst/>
              <a:ahLst/>
              <a:rect l="0" t="0" r="r" b="b"/>
              <a:pathLst>
                <a:path w="362" h="794">
                  <a:moveTo>
                    <a:pt x="362" y="23"/>
                  </a:moveTo>
                  <a:lnTo>
                    <a:pt x="330" y="11"/>
                  </a:lnTo>
                  <a:lnTo>
                    <a:pt x="298" y="0"/>
                  </a:lnTo>
                  <a:lnTo>
                    <a:pt x="0" y="770"/>
                  </a:lnTo>
                  <a:lnTo>
                    <a:pt x="32" y="782"/>
                  </a:lnTo>
                  <a:lnTo>
                    <a:pt x="63" y="794"/>
                  </a:lnTo>
                  <a:lnTo>
                    <a:pt x="36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41" name=""/>
            <p:cNvSpPr/>
            <p:nvPr/>
          </p:nvSpPr>
          <p:spPr>
            <a:xfrm rot="0">
              <a:off x="1768" y="3533"/>
              <a:ext cx="121" cy="265"/>
            </a:xfrm>
            <a:custGeom>
              <a:avLst/>
              <a:ahLst/>
              <a:rect l="0" t="0" r="r" b="b"/>
              <a:pathLst>
                <a:path w="362" h="794">
                  <a:moveTo>
                    <a:pt x="362" y="23"/>
                  </a:moveTo>
                  <a:lnTo>
                    <a:pt x="330" y="11"/>
                  </a:lnTo>
                  <a:lnTo>
                    <a:pt x="298" y="0"/>
                  </a:lnTo>
                  <a:lnTo>
                    <a:pt x="0" y="770"/>
                  </a:lnTo>
                  <a:lnTo>
                    <a:pt x="32" y="782"/>
                  </a:lnTo>
                  <a:lnTo>
                    <a:pt x="63" y="794"/>
                  </a:lnTo>
                  <a:lnTo>
                    <a:pt x="362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42" name=""/>
            <p:cNvSpPr/>
            <p:nvPr/>
          </p:nvSpPr>
          <p:spPr>
            <a:xfrm rot="0">
              <a:off x="1768" y="3790"/>
              <a:ext cx="21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33" y="12"/>
                  </a:moveTo>
                  <a:lnTo>
                    <a:pt x="64" y="24"/>
                  </a:lnTo>
                  <a:lnTo>
                    <a:pt x="59" y="33"/>
                  </a:lnTo>
                  <a:lnTo>
                    <a:pt x="51" y="40"/>
                  </a:lnTo>
                  <a:lnTo>
                    <a:pt x="42" y="45"/>
                  </a:lnTo>
                  <a:lnTo>
                    <a:pt x="31" y="45"/>
                  </a:lnTo>
                  <a:lnTo>
                    <a:pt x="21" y="44"/>
                  </a:lnTo>
                  <a:lnTo>
                    <a:pt x="12" y="39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1" y="0"/>
                  </a:lnTo>
                  <a:lnTo>
                    <a:pt x="3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43" name=""/>
            <p:cNvSpPr/>
            <p:nvPr/>
          </p:nvSpPr>
          <p:spPr>
            <a:xfrm rot="0">
              <a:off x="1768" y="3790"/>
              <a:ext cx="21" cy="15"/>
            </a:xfrm>
            <a:custGeom>
              <a:avLst/>
              <a:ahLst/>
              <a:rect l="0" t="0" r="r" b="b"/>
              <a:pathLst>
                <a:path w="64" h="45">
                  <a:moveTo>
                    <a:pt x="64" y="24"/>
                  </a:moveTo>
                  <a:lnTo>
                    <a:pt x="59" y="33"/>
                  </a:lnTo>
                  <a:lnTo>
                    <a:pt x="51" y="40"/>
                  </a:lnTo>
                  <a:lnTo>
                    <a:pt x="42" y="45"/>
                  </a:lnTo>
                  <a:lnTo>
                    <a:pt x="31" y="45"/>
                  </a:lnTo>
                  <a:lnTo>
                    <a:pt x="21" y="44"/>
                  </a:lnTo>
                  <a:lnTo>
                    <a:pt x="12" y="39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44" name=""/>
            <p:cNvSpPr/>
            <p:nvPr/>
          </p:nvSpPr>
          <p:spPr>
            <a:xfrm rot="0">
              <a:off x="1151" y="2872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45" name=""/>
            <p:cNvSpPr/>
            <p:nvPr/>
          </p:nvSpPr>
          <p:spPr>
            <a:xfrm rot="0">
              <a:off x="1151" y="2872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46" name=""/>
            <p:cNvSpPr/>
            <p:nvPr/>
          </p:nvSpPr>
          <p:spPr>
            <a:xfrm rot="0">
              <a:off x="1151" y="2883"/>
              <a:ext cx="22" cy="245"/>
            </a:xfrm>
            <a:custGeom>
              <a:avLst/>
              <a:ahLst/>
              <a:rect l="0" t="0" r="r" b="b"/>
              <a:pathLst>
                <a:path w="67" h="734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34"/>
                  </a:lnTo>
                  <a:lnTo>
                    <a:pt x="33" y="734"/>
                  </a:lnTo>
                  <a:lnTo>
                    <a:pt x="67" y="734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47" name=""/>
            <p:cNvSpPr/>
            <p:nvPr/>
          </p:nvSpPr>
          <p:spPr>
            <a:xfrm rot="0">
              <a:off x="1151" y="2883"/>
              <a:ext cx="22" cy="245"/>
            </a:xfrm>
            <a:custGeom>
              <a:avLst/>
              <a:ahLst/>
              <a:rect l="0" t="0" r="r" b="b"/>
              <a:pathLst>
                <a:path w="67" h="734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34"/>
                  </a:lnTo>
                  <a:lnTo>
                    <a:pt x="33" y="734"/>
                  </a:lnTo>
                  <a:lnTo>
                    <a:pt x="67" y="734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48" name=""/>
            <p:cNvSpPr/>
            <p:nvPr/>
          </p:nvSpPr>
          <p:spPr>
            <a:xfrm rot="0">
              <a:off x="1151" y="312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49" name=""/>
            <p:cNvSpPr/>
            <p:nvPr/>
          </p:nvSpPr>
          <p:spPr>
            <a:xfrm rot="0">
              <a:off x="1151" y="312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50" name=""/>
            <p:cNvSpPr/>
            <p:nvPr/>
          </p:nvSpPr>
          <p:spPr>
            <a:xfrm rot="0">
              <a:off x="1639" y="3128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51" name=""/>
            <p:cNvSpPr/>
            <p:nvPr/>
          </p:nvSpPr>
          <p:spPr>
            <a:xfrm rot="0">
              <a:off x="1639" y="3128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52" name=""/>
            <p:cNvSpPr/>
            <p:nvPr/>
          </p:nvSpPr>
          <p:spPr>
            <a:xfrm rot="0">
              <a:off x="1639" y="2883"/>
              <a:ext cx="23" cy="245"/>
            </a:xfrm>
            <a:custGeom>
              <a:avLst/>
              <a:ahLst/>
              <a:rect l="0" t="0" r="r" b="b"/>
              <a:pathLst>
                <a:path w="67" h="734">
                  <a:moveTo>
                    <a:pt x="0" y="734"/>
                  </a:moveTo>
                  <a:lnTo>
                    <a:pt x="33" y="734"/>
                  </a:lnTo>
                  <a:lnTo>
                    <a:pt x="67" y="734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53" name=""/>
            <p:cNvSpPr/>
            <p:nvPr/>
          </p:nvSpPr>
          <p:spPr>
            <a:xfrm rot="0">
              <a:off x="1639" y="2883"/>
              <a:ext cx="23" cy="245"/>
            </a:xfrm>
            <a:custGeom>
              <a:avLst/>
              <a:ahLst/>
              <a:rect l="0" t="0" r="r" b="b"/>
              <a:pathLst>
                <a:path w="67" h="734">
                  <a:moveTo>
                    <a:pt x="0" y="734"/>
                  </a:moveTo>
                  <a:lnTo>
                    <a:pt x="33" y="734"/>
                  </a:lnTo>
                  <a:lnTo>
                    <a:pt x="67" y="734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54" name=""/>
            <p:cNvSpPr/>
            <p:nvPr/>
          </p:nvSpPr>
          <p:spPr>
            <a:xfrm rot="0">
              <a:off x="1639" y="2872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55" name=""/>
            <p:cNvSpPr/>
            <p:nvPr/>
          </p:nvSpPr>
          <p:spPr>
            <a:xfrm rot="0">
              <a:off x="1639" y="2872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56" name=""/>
            <p:cNvSpPr/>
            <p:nvPr/>
          </p:nvSpPr>
          <p:spPr>
            <a:xfrm rot="0">
              <a:off x="1151" y="3116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57" name=""/>
            <p:cNvSpPr/>
            <p:nvPr/>
          </p:nvSpPr>
          <p:spPr>
            <a:xfrm rot="0">
              <a:off x="1151" y="3116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58" name=""/>
            <p:cNvSpPr/>
            <p:nvPr/>
          </p:nvSpPr>
          <p:spPr>
            <a:xfrm rot="0">
              <a:off x="1162" y="3116"/>
              <a:ext cx="488" cy="23"/>
            </a:xfrm>
            <a:custGeom>
              <a:avLst/>
              <a:ahLst/>
              <a:rect l="0" t="0" r="r" b="b"/>
              <a:pathLst>
                <a:path w="1466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466" y="67"/>
                  </a:lnTo>
                  <a:lnTo>
                    <a:pt x="1466" y="34"/>
                  </a:lnTo>
                  <a:lnTo>
                    <a:pt x="146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59" name=""/>
            <p:cNvSpPr/>
            <p:nvPr/>
          </p:nvSpPr>
          <p:spPr>
            <a:xfrm rot="0">
              <a:off x="1162" y="3116"/>
              <a:ext cx="488" cy="23"/>
            </a:xfrm>
            <a:custGeom>
              <a:avLst/>
              <a:ahLst/>
              <a:rect l="0" t="0" r="r" b="b"/>
              <a:pathLst>
                <a:path w="1466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466" y="67"/>
                  </a:lnTo>
                  <a:lnTo>
                    <a:pt x="1466" y="34"/>
                  </a:lnTo>
                  <a:lnTo>
                    <a:pt x="146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60" name=""/>
            <p:cNvSpPr/>
            <p:nvPr/>
          </p:nvSpPr>
          <p:spPr>
            <a:xfrm rot="0">
              <a:off x="1650" y="3116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61" name=""/>
            <p:cNvSpPr/>
            <p:nvPr/>
          </p:nvSpPr>
          <p:spPr>
            <a:xfrm rot="0">
              <a:off x="1650" y="3116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62" name=""/>
            <p:cNvSpPr/>
            <p:nvPr/>
          </p:nvSpPr>
          <p:spPr>
            <a:xfrm rot="0">
              <a:off x="1650" y="2872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63" name=""/>
            <p:cNvSpPr/>
            <p:nvPr/>
          </p:nvSpPr>
          <p:spPr>
            <a:xfrm rot="0">
              <a:off x="1650" y="2872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64" name=""/>
            <p:cNvSpPr/>
            <p:nvPr/>
          </p:nvSpPr>
          <p:spPr>
            <a:xfrm rot="0">
              <a:off x="1500" y="2872"/>
              <a:ext cx="150" cy="22"/>
            </a:xfrm>
            <a:custGeom>
              <a:avLst/>
              <a:ahLst/>
              <a:rect l="0" t="0" r="r" b="b"/>
              <a:pathLst>
                <a:path w="451" h="67">
                  <a:moveTo>
                    <a:pt x="451" y="67"/>
                  </a:moveTo>
                  <a:lnTo>
                    <a:pt x="451" y="34"/>
                  </a:lnTo>
                  <a:lnTo>
                    <a:pt x="4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5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65" name=""/>
            <p:cNvSpPr/>
            <p:nvPr/>
          </p:nvSpPr>
          <p:spPr>
            <a:xfrm rot="0">
              <a:off x="1500" y="2872"/>
              <a:ext cx="150" cy="22"/>
            </a:xfrm>
            <a:custGeom>
              <a:avLst/>
              <a:ahLst/>
              <a:rect l="0" t="0" r="r" b="b"/>
              <a:pathLst>
                <a:path w="451" h="67">
                  <a:moveTo>
                    <a:pt x="451" y="67"/>
                  </a:moveTo>
                  <a:lnTo>
                    <a:pt x="451" y="34"/>
                  </a:lnTo>
                  <a:lnTo>
                    <a:pt x="4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5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66" name=""/>
            <p:cNvSpPr/>
            <p:nvPr/>
          </p:nvSpPr>
          <p:spPr>
            <a:xfrm rot="0">
              <a:off x="1489" y="287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67" name=""/>
            <p:cNvSpPr/>
            <p:nvPr/>
          </p:nvSpPr>
          <p:spPr>
            <a:xfrm rot="0">
              <a:off x="1489" y="287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68" name=""/>
            <p:cNvSpPr/>
            <p:nvPr/>
          </p:nvSpPr>
          <p:spPr>
            <a:xfrm rot="0">
              <a:off x="1489" y="288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69" name=""/>
            <p:cNvSpPr/>
            <p:nvPr/>
          </p:nvSpPr>
          <p:spPr>
            <a:xfrm rot="0">
              <a:off x="1489" y="288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70" name=""/>
            <p:cNvSpPr/>
            <p:nvPr/>
          </p:nvSpPr>
          <p:spPr>
            <a:xfrm rot="0">
              <a:off x="1489" y="2695"/>
              <a:ext cx="22" cy="188"/>
            </a:xfrm>
            <a:custGeom>
              <a:avLst/>
              <a:ahLst/>
              <a:rect l="0" t="0" r="r" b="b"/>
              <a:pathLst>
                <a:path w="67" h="564">
                  <a:moveTo>
                    <a:pt x="0" y="564"/>
                  </a:moveTo>
                  <a:lnTo>
                    <a:pt x="33" y="564"/>
                  </a:lnTo>
                  <a:lnTo>
                    <a:pt x="67" y="564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5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71" name=""/>
            <p:cNvSpPr/>
            <p:nvPr/>
          </p:nvSpPr>
          <p:spPr>
            <a:xfrm rot="0">
              <a:off x="1489" y="2695"/>
              <a:ext cx="22" cy="188"/>
            </a:xfrm>
            <a:custGeom>
              <a:avLst/>
              <a:ahLst/>
              <a:rect l="0" t="0" r="r" b="b"/>
              <a:pathLst>
                <a:path w="67" h="564">
                  <a:moveTo>
                    <a:pt x="0" y="564"/>
                  </a:moveTo>
                  <a:lnTo>
                    <a:pt x="33" y="564"/>
                  </a:lnTo>
                  <a:lnTo>
                    <a:pt x="67" y="564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5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72" name=""/>
            <p:cNvSpPr/>
            <p:nvPr/>
          </p:nvSpPr>
          <p:spPr>
            <a:xfrm rot="0">
              <a:off x="1489" y="268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73" name=""/>
            <p:cNvSpPr/>
            <p:nvPr/>
          </p:nvSpPr>
          <p:spPr>
            <a:xfrm rot="0">
              <a:off x="1489" y="268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74" name=""/>
            <p:cNvSpPr/>
            <p:nvPr/>
          </p:nvSpPr>
          <p:spPr>
            <a:xfrm rot="0">
              <a:off x="1500" y="2684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75" name=""/>
            <p:cNvSpPr/>
            <p:nvPr/>
          </p:nvSpPr>
          <p:spPr>
            <a:xfrm rot="0">
              <a:off x="1500" y="2684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76" name=""/>
            <p:cNvSpPr/>
            <p:nvPr/>
          </p:nvSpPr>
          <p:spPr>
            <a:xfrm rot="0">
              <a:off x="1312" y="2684"/>
              <a:ext cx="188" cy="22"/>
            </a:xfrm>
            <a:custGeom>
              <a:avLst/>
              <a:ahLst/>
              <a:rect l="0" t="0" r="r" b="b"/>
              <a:pathLst>
                <a:path w="564" h="67">
                  <a:moveTo>
                    <a:pt x="564" y="67"/>
                  </a:moveTo>
                  <a:lnTo>
                    <a:pt x="564" y="34"/>
                  </a:lnTo>
                  <a:lnTo>
                    <a:pt x="56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564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77" name=""/>
            <p:cNvSpPr/>
            <p:nvPr/>
          </p:nvSpPr>
          <p:spPr>
            <a:xfrm rot="0">
              <a:off x="1312" y="2684"/>
              <a:ext cx="188" cy="22"/>
            </a:xfrm>
            <a:custGeom>
              <a:avLst/>
              <a:ahLst/>
              <a:rect l="0" t="0" r="r" b="b"/>
              <a:pathLst>
                <a:path w="564" h="67">
                  <a:moveTo>
                    <a:pt x="564" y="67"/>
                  </a:moveTo>
                  <a:lnTo>
                    <a:pt x="564" y="34"/>
                  </a:lnTo>
                  <a:lnTo>
                    <a:pt x="56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564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78" name=""/>
            <p:cNvSpPr/>
            <p:nvPr/>
          </p:nvSpPr>
          <p:spPr>
            <a:xfrm rot="0">
              <a:off x="1301" y="268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79" name=""/>
            <p:cNvSpPr/>
            <p:nvPr/>
          </p:nvSpPr>
          <p:spPr>
            <a:xfrm rot="0">
              <a:off x="1301" y="268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80" name=""/>
            <p:cNvSpPr/>
            <p:nvPr/>
          </p:nvSpPr>
          <p:spPr>
            <a:xfrm rot="0">
              <a:off x="1301" y="268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81" name=""/>
            <p:cNvSpPr/>
            <p:nvPr/>
          </p:nvSpPr>
          <p:spPr>
            <a:xfrm rot="0">
              <a:off x="1301" y="268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82" name=""/>
            <p:cNvSpPr/>
            <p:nvPr/>
          </p:nvSpPr>
          <p:spPr>
            <a:xfrm rot="0">
              <a:off x="1301" y="2695"/>
              <a:ext cx="22" cy="188"/>
            </a:xfrm>
            <a:custGeom>
              <a:avLst/>
              <a:ahLst/>
              <a:rect l="0" t="0" r="r" b="b"/>
              <a:pathLst>
                <a:path w="67" h="564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64"/>
                  </a:lnTo>
                  <a:lnTo>
                    <a:pt x="33" y="564"/>
                  </a:lnTo>
                  <a:lnTo>
                    <a:pt x="67" y="564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83" name=""/>
            <p:cNvSpPr/>
            <p:nvPr/>
          </p:nvSpPr>
          <p:spPr>
            <a:xfrm rot="0">
              <a:off x="1301" y="2695"/>
              <a:ext cx="22" cy="188"/>
            </a:xfrm>
            <a:custGeom>
              <a:avLst/>
              <a:ahLst/>
              <a:rect l="0" t="0" r="r" b="b"/>
              <a:pathLst>
                <a:path w="67" h="564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64"/>
                  </a:lnTo>
                  <a:lnTo>
                    <a:pt x="33" y="564"/>
                  </a:lnTo>
                  <a:lnTo>
                    <a:pt x="67" y="564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84" name=""/>
            <p:cNvSpPr/>
            <p:nvPr/>
          </p:nvSpPr>
          <p:spPr>
            <a:xfrm rot="0">
              <a:off x="1301" y="288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85" name=""/>
            <p:cNvSpPr/>
            <p:nvPr/>
          </p:nvSpPr>
          <p:spPr>
            <a:xfrm rot="0">
              <a:off x="1301" y="288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86" name=""/>
            <p:cNvSpPr/>
            <p:nvPr/>
          </p:nvSpPr>
          <p:spPr>
            <a:xfrm rot="0">
              <a:off x="1312" y="2872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87" name=""/>
            <p:cNvSpPr/>
            <p:nvPr/>
          </p:nvSpPr>
          <p:spPr>
            <a:xfrm rot="0">
              <a:off x="1312" y="2872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88" name=""/>
            <p:cNvSpPr/>
            <p:nvPr/>
          </p:nvSpPr>
          <p:spPr>
            <a:xfrm rot="0">
              <a:off x="1162" y="2872"/>
              <a:ext cx="150" cy="22"/>
            </a:xfrm>
            <a:custGeom>
              <a:avLst/>
              <a:ahLst/>
              <a:rect l="0" t="0" r="r" b="b"/>
              <a:pathLst>
                <a:path w="451" h="67">
                  <a:moveTo>
                    <a:pt x="451" y="67"/>
                  </a:moveTo>
                  <a:lnTo>
                    <a:pt x="451" y="34"/>
                  </a:lnTo>
                  <a:lnTo>
                    <a:pt x="4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5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89" name=""/>
            <p:cNvSpPr/>
            <p:nvPr/>
          </p:nvSpPr>
          <p:spPr>
            <a:xfrm rot="0">
              <a:off x="1162" y="2872"/>
              <a:ext cx="150" cy="22"/>
            </a:xfrm>
            <a:custGeom>
              <a:avLst/>
              <a:ahLst/>
              <a:rect l="0" t="0" r="r" b="b"/>
              <a:pathLst>
                <a:path w="451" h="67">
                  <a:moveTo>
                    <a:pt x="451" y="67"/>
                  </a:moveTo>
                  <a:lnTo>
                    <a:pt x="451" y="34"/>
                  </a:lnTo>
                  <a:lnTo>
                    <a:pt x="4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5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90" name=""/>
            <p:cNvSpPr/>
            <p:nvPr/>
          </p:nvSpPr>
          <p:spPr>
            <a:xfrm rot="0">
              <a:off x="1151" y="287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91" name=""/>
            <p:cNvSpPr/>
            <p:nvPr/>
          </p:nvSpPr>
          <p:spPr>
            <a:xfrm rot="0">
              <a:off x="1151" y="287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92" name=""/>
            <p:cNvSpPr/>
            <p:nvPr/>
          </p:nvSpPr>
          <p:spPr>
            <a:xfrm rot="0">
              <a:off x="583" y="2877"/>
              <a:ext cx="20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33" y="17"/>
                  </a:moveTo>
                  <a:lnTo>
                    <a:pt x="62" y="34"/>
                  </a:lnTo>
                  <a:lnTo>
                    <a:pt x="56" y="42"/>
                  </a:lnTo>
                  <a:lnTo>
                    <a:pt x="46" y="47"/>
                  </a:lnTo>
                  <a:lnTo>
                    <a:pt x="37" y="50"/>
                  </a:lnTo>
                  <a:lnTo>
                    <a:pt x="27" y="50"/>
                  </a:lnTo>
                  <a:lnTo>
                    <a:pt x="16" y="46"/>
                  </a:lnTo>
                  <a:lnTo>
                    <a:pt x="8" y="40"/>
                  </a:lnTo>
                  <a:lnTo>
                    <a:pt x="3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4" y="0"/>
                  </a:lnTo>
                  <a:lnTo>
                    <a:pt x="3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93" name=""/>
            <p:cNvSpPr/>
            <p:nvPr/>
          </p:nvSpPr>
          <p:spPr>
            <a:xfrm rot="0">
              <a:off x="583" y="2877"/>
              <a:ext cx="20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62" y="34"/>
                  </a:moveTo>
                  <a:lnTo>
                    <a:pt x="56" y="42"/>
                  </a:lnTo>
                  <a:lnTo>
                    <a:pt x="46" y="47"/>
                  </a:lnTo>
                  <a:lnTo>
                    <a:pt x="37" y="50"/>
                  </a:lnTo>
                  <a:lnTo>
                    <a:pt x="27" y="50"/>
                  </a:lnTo>
                  <a:lnTo>
                    <a:pt x="16" y="46"/>
                  </a:lnTo>
                  <a:lnTo>
                    <a:pt x="8" y="40"/>
                  </a:lnTo>
                  <a:lnTo>
                    <a:pt x="3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94" name=""/>
            <p:cNvSpPr/>
            <p:nvPr/>
          </p:nvSpPr>
          <p:spPr>
            <a:xfrm rot="0">
              <a:off x="584" y="2689"/>
              <a:ext cx="128" cy="200"/>
            </a:xfrm>
            <a:custGeom>
              <a:avLst/>
              <a:ahLst/>
              <a:rect l="0" t="0" r="r" b="b"/>
              <a:pathLst>
                <a:path w="384" h="598">
                  <a:moveTo>
                    <a:pt x="0" y="564"/>
                  </a:moveTo>
                  <a:lnTo>
                    <a:pt x="29" y="581"/>
                  </a:lnTo>
                  <a:lnTo>
                    <a:pt x="58" y="598"/>
                  </a:lnTo>
                  <a:lnTo>
                    <a:pt x="384" y="34"/>
                  </a:lnTo>
                  <a:lnTo>
                    <a:pt x="355" y="17"/>
                  </a:lnTo>
                  <a:lnTo>
                    <a:pt x="326" y="0"/>
                  </a:lnTo>
                  <a:lnTo>
                    <a:pt x="0" y="5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95" name=""/>
            <p:cNvSpPr/>
            <p:nvPr/>
          </p:nvSpPr>
          <p:spPr>
            <a:xfrm rot="0">
              <a:off x="584" y="2689"/>
              <a:ext cx="128" cy="200"/>
            </a:xfrm>
            <a:custGeom>
              <a:avLst/>
              <a:ahLst/>
              <a:rect l="0" t="0" r="r" b="b"/>
              <a:pathLst>
                <a:path w="384" h="598">
                  <a:moveTo>
                    <a:pt x="0" y="564"/>
                  </a:moveTo>
                  <a:lnTo>
                    <a:pt x="29" y="581"/>
                  </a:lnTo>
                  <a:lnTo>
                    <a:pt x="58" y="598"/>
                  </a:lnTo>
                  <a:lnTo>
                    <a:pt x="384" y="34"/>
                  </a:lnTo>
                  <a:lnTo>
                    <a:pt x="355" y="17"/>
                  </a:lnTo>
                  <a:lnTo>
                    <a:pt x="326" y="0"/>
                  </a:lnTo>
                  <a:lnTo>
                    <a:pt x="0" y="5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96" name=""/>
            <p:cNvSpPr/>
            <p:nvPr/>
          </p:nvSpPr>
          <p:spPr>
            <a:xfrm rot="0">
              <a:off x="693" y="2684"/>
              <a:ext cx="20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29" y="33"/>
                  </a:moveTo>
                  <a:lnTo>
                    <a:pt x="0" y="16"/>
                  </a:lnTo>
                  <a:lnTo>
                    <a:pt x="7" y="8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4"/>
                  </a:lnTo>
                  <a:lnTo>
                    <a:pt x="54" y="11"/>
                  </a:lnTo>
                  <a:lnTo>
                    <a:pt x="60" y="20"/>
                  </a:lnTo>
                  <a:lnTo>
                    <a:pt x="62" y="29"/>
                  </a:lnTo>
                  <a:lnTo>
                    <a:pt x="62" y="40"/>
                  </a:lnTo>
                  <a:lnTo>
                    <a:pt x="58" y="50"/>
                  </a:lnTo>
                  <a:lnTo>
                    <a:pt x="2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97" name=""/>
            <p:cNvSpPr/>
            <p:nvPr/>
          </p:nvSpPr>
          <p:spPr>
            <a:xfrm rot="0">
              <a:off x="693" y="2684"/>
              <a:ext cx="20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0" y="16"/>
                  </a:moveTo>
                  <a:lnTo>
                    <a:pt x="7" y="8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4"/>
                  </a:lnTo>
                  <a:lnTo>
                    <a:pt x="54" y="11"/>
                  </a:lnTo>
                  <a:lnTo>
                    <a:pt x="60" y="20"/>
                  </a:lnTo>
                  <a:lnTo>
                    <a:pt x="62" y="29"/>
                  </a:lnTo>
                  <a:lnTo>
                    <a:pt x="62" y="40"/>
                  </a:lnTo>
                  <a:lnTo>
                    <a:pt x="5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098" name=""/>
            <p:cNvSpPr/>
            <p:nvPr/>
          </p:nvSpPr>
          <p:spPr>
            <a:xfrm rot="0">
              <a:off x="911" y="2883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099" name=""/>
            <p:cNvSpPr/>
            <p:nvPr/>
          </p:nvSpPr>
          <p:spPr>
            <a:xfrm rot="0">
              <a:off x="911" y="2883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00" name=""/>
            <p:cNvSpPr/>
            <p:nvPr/>
          </p:nvSpPr>
          <p:spPr>
            <a:xfrm rot="0">
              <a:off x="911" y="2695"/>
              <a:ext cx="23" cy="188"/>
            </a:xfrm>
            <a:custGeom>
              <a:avLst/>
              <a:ahLst/>
              <a:rect l="0" t="0" r="r" b="b"/>
              <a:pathLst>
                <a:path w="68" h="564">
                  <a:moveTo>
                    <a:pt x="0" y="564"/>
                  </a:moveTo>
                  <a:lnTo>
                    <a:pt x="33" y="564"/>
                  </a:lnTo>
                  <a:lnTo>
                    <a:pt x="68" y="564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5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01" name=""/>
            <p:cNvSpPr/>
            <p:nvPr/>
          </p:nvSpPr>
          <p:spPr>
            <a:xfrm rot="0">
              <a:off x="911" y="2695"/>
              <a:ext cx="23" cy="188"/>
            </a:xfrm>
            <a:custGeom>
              <a:avLst/>
              <a:ahLst/>
              <a:rect l="0" t="0" r="r" b="b"/>
              <a:pathLst>
                <a:path w="68" h="564">
                  <a:moveTo>
                    <a:pt x="0" y="564"/>
                  </a:moveTo>
                  <a:lnTo>
                    <a:pt x="33" y="564"/>
                  </a:lnTo>
                  <a:lnTo>
                    <a:pt x="68" y="564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5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02" name=""/>
            <p:cNvSpPr/>
            <p:nvPr/>
          </p:nvSpPr>
          <p:spPr>
            <a:xfrm rot="0">
              <a:off x="911" y="2684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8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03" name=""/>
            <p:cNvSpPr/>
            <p:nvPr/>
          </p:nvSpPr>
          <p:spPr>
            <a:xfrm rot="0">
              <a:off x="911" y="2684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8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04" name=""/>
            <p:cNvSpPr/>
            <p:nvPr/>
          </p:nvSpPr>
          <p:spPr>
            <a:xfrm rot="0">
              <a:off x="691" y="268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05" name=""/>
            <p:cNvSpPr/>
            <p:nvPr/>
          </p:nvSpPr>
          <p:spPr>
            <a:xfrm rot="0">
              <a:off x="691" y="268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06" name=""/>
            <p:cNvSpPr/>
            <p:nvPr/>
          </p:nvSpPr>
          <p:spPr>
            <a:xfrm rot="0">
              <a:off x="702" y="2684"/>
              <a:ext cx="220" cy="22"/>
            </a:xfrm>
            <a:custGeom>
              <a:avLst/>
              <a:ahLst/>
              <a:rect l="0" t="0" r="r" b="b"/>
              <a:pathLst>
                <a:path w="66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660" y="67"/>
                  </a:lnTo>
                  <a:lnTo>
                    <a:pt x="660" y="34"/>
                  </a:lnTo>
                  <a:lnTo>
                    <a:pt x="6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07" name=""/>
            <p:cNvSpPr/>
            <p:nvPr/>
          </p:nvSpPr>
          <p:spPr>
            <a:xfrm rot="0">
              <a:off x="702" y="2684"/>
              <a:ext cx="220" cy="22"/>
            </a:xfrm>
            <a:custGeom>
              <a:avLst/>
              <a:ahLst/>
              <a:rect l="0" t="0" r="r" b="b"/>
              <a:pathLst>
                <a:path w="66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660" y="67"/>
                  </a:lnTo>
                  <a:lnTo>
                    <a:pt x="660" y="34"/>
                  </a:lnTo>
                  <a:lnTo>
                    <a:pt x="6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08" name=""/>
            <p:cNvSpPr/>
            <p:nvPr/>
          </p:nvSpPr>
          <p:spPr>
            <a:xfrm rot="0">
              <a:off x="922" y="2684"/>
              <a:ext cx="12" cy="22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5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09" name=""/>
            <p:cNvSpPr/>
            <p:nvPr/>
          </p:nvSpPr>
          <p:spPr>
            <a:xfrm rot="0">
              <a:off x="922" y="2684"/>
              <a:ext cx="12" cy="22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5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10" name=""/>
            <p:cNvSpPr/>
            <p:nvPr/>
          </p:nvSpPr>
          <p:spPr>
            <a:xfrm rot="0">
              <a:off x="583" y="287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11" name=""/>
            <p:cNvSpPr/>
            <p:nvPr/>
          </p:nvSpPr>
          <p:spPr>
            <a:xfrm rot="0">
              <a:off x="583" y="287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12" name=""/>
            <p:cNvSpPr/>
            <p:nvPr/>
          </p:nvSpPr>
          <p:spPr>
            <a:xfrm rot="0">
              <a:off x="594" y="2872"/>
              <a:ext cx="328" cy="22"/>
            </a:xfrm>
            <a:custGeom>
              <a:avLst/>
              <a:ahLst/>
              <a:rect l="0" t="0" r="r" b="b"/>
              <a:pathLst>
                <a:path w="986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986" y="67"/>
                  </a:lnTo>
                  <a:lnTo>
                    <a:pt x="986" y="34"/>
                  </a:lnTo>
                  <a:lnTo>
                    <a:pt x="98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13" name=""/>
            <p:cNvSpPr/>
            <p:nvPr/>
          </p:nvSpPr>
          <p:spPr>
            <a:xfrm rot="0">
              <a:off x="594" y="2872"/>
              <a:ext cx="328" cy="22"/>
            </a:xfrm>
            <a:custGeom>
              <a:avLst/>
              <a:ahLst/>
              <a:rect l="0" t="0" r="r" b="b"/>
              <a:pathLst>
                <a:path w="986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986" y="67"/>
                  </a:lnTo>
                  <a:lnTo>
                    <a:pt x="986" y="34"/>
                  </a:lnTo>
                  <a:lnTo>
                    <a:pt x="98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14" name=""/>
            <p:cNvSpPr/>
            <p:nvPr/>
          </p:nvSpPr>
          <p:spPr>
            <a:xfrm rot="0">
              <a:off x="922" y="2872"/>
              <a:ext cx="12" cy="22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15" name=""/>
            <p:cNvSpPr/>
            <p:nvPr/>
          </p:nvSpPr>
          <p:spPr>
            <a:xfrm rot="0">
              <a:off x="922" y="2872"/>
              <a:ext cx="12" cy="22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16" name=""/>
            <p:cNvSpPr/>
            <p:nvPr/>
          </p:nvSpPr>
          <p:spPr>
            <a:xfrm rot="0">
              <a:off x="442" y="3122"/>
              <a:ext cx="21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33" y="17"/>
                  </a:moveTo>
                  <a:lnTo>
                    <a:pt x="62" y="34"/>
                  </a:lnTo>
                  <a:lnTo>
                    <a:pt x="55" y="42"/>
                  </a:lnTo>
                  <a:lnTo>
                    <a:pt x="46" y="47"/>
                  </a:lnTo>
                  <a:lnTo>
                    <a:pt x="37" y="50"/>
                  </a:lnTo>
                  <a:lnTo>
                    <a:pt x="27" y="50"/>
                  </a:lnTo>
                  <a:lnTo>
                    <a:pt x="16" y="46"/>
                  </a:lnTo>
                  <a:lnTo>
                    <a:pt x="8" y="39"/>
                  </a:lnTo>
                  <a:lnTo>
                    <a:pt x="3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4" y="0"/>
                  </a:lnTo>
                  <a:lnTo>
                    <a:pt x="3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17" name=""/>
            <p:cNvSpPr/>
            <p:nvPr/>
          </p:nvSpPr>
          <p:spPr>
            <a:xfrm rot="0">
              <a:off x="442" y="3122"/>
              <a:ext cx="21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62" y="34"/>
                  </a:moveTo>
                  <a:lnTo>
                    <a:pt x="55" y="42"/>
                  </a:lnTo>
                  <a:lnTo>
                    <a:pt x="46" y="47"/>
                  </a:lnTo>
                  <a:lnTo>
                    <a:pt x="37" y="50"/>
                  </a:lnTo>
                  <a:lnTo>
                    <a:pt x="27" y="50"/>
                  </a:lnTo>
                  <a:lnTo>
                    <a:pt x="16" y="46"/>
                  </a:lnTo>
                  <a:lnTo>
                    <a:pt x="8" y="39"/>
                  </a:lnTo>
                  <a:lnTo>
                    <a:pt x="3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18" name=""/>
            <p:cNvSpPr/>
            <p:nvPr/>
          </p:nvSpPr>
          <p:spPr>
            <a:xfrm rot="0">
              <a:off x="443" y="2877"/>
              <a:ext cx="160" cy="256"/>
            </a:xfrm>
            <a:custGeom>
              <a:avLst/>
              <a:ahLst/>
              <a:rect l="0" t="0" r="r" b="b"/>
              <a:pathLst>
                <a:path w="480" h="768">
                  <a:moveTo>
                    <a:pt x="0" y="734"/>
                  </a:moveTo>
                  <a:lnTo>
                    <a:pt x="29" y="751"/>
                  </a:lnTo>
                  <a:lnTo>
                    <a:pt x="58" y="768"/>
                  </a:lnTo>
                  <a:lnTo>
                    <a:pt x="480" y="34"/>
                  </a:lnTo>
                  <a:lnTo>
                    <a:pt x="451" y="17"/>
                  </a:lnTo>
                  <a:lnTo>
                    <a:pt x="422" y="0"/>
                  </a:lnTo>
                  <a:lnTo>
                    <a:pt x="0" y="7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19" name=""/>
            <p:cNvSpPr/>
            <p:nvPr/>
          </p:nvSpPr>
          <p:spPr>
            <a:xfrm rot="0">
              <a:off x="443" y="2877"/>
              <a:ext cx="160" cy="256"/>
            </a:xfrm>
            <a:custGeom>
              <a:avLst/>
              <a:ahLst/>
              <a:rect l="0" t="0" r="r" b="b"/>
              <a:pathLst>
                <a:path w="480" h="768">
                  <a:moveTo>
                    <a:pt x="0" y="734"/>
                  </a:moveTo>
                  <a:lnTo>
                    <a:pt x="29" y="751"/>
                  </a:lnTo>
                  <a:lnTo>
                    <a:pt x="58" y="768"/>
                  </a:lnTo>
                  <a:lnTo>
                    <a:pt x="480" y="34"/>
                  </a:lnTo>
                  <a:lnTo>
                    <a:pt x="451" y="17"/>
                  </a:lnTo>
                  <a:lnTo>
                    <a:pt x="422" y="0"/>
                  </a:lnTo>
                  <a:lnTo>
                    <a:pt x="0" y="7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20" name=""/>
            <p:cNvSpPr/>
            <p:nvPr/>
          </p:nvSpPr>
          <p:spPr>
            <a:xfrm rot="0">
              <a:off x="584" y="2872"/>
              <a:ext cx="21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29" y="33"/>
                  </a:moveTo>
                  <a:lnTo>
                    <a:pt x="0" y="16"/>
                  </a:lnTo>
                  <a:lnTo>
                    <a:pt x="7" y="8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4"/>
                  </a:lnTo>
                  <a:lnTo>
                    <a:pt x="54" y="11"/>
                  </a:lnTo>
                  <a:lnTo>
                    <a:pt x="59" y="20"/>
                  </a:lnTo>
                  <a:lnTo>
                    <a:pt x="62" y="29"/>
                  </a:lnTo>
                  <a:lnTo>
                    <a:pt x="62" y="40"/>
                  </a:lnTo>
                  <a:lnTo>
                    <a:pt x="58" y="50"/>
                  </a:lnTo>
                  <a:lnTo>
                    <a:pt x="2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21" name=""/>
            <p:cNvSpPr/>
            <p:nvPr/>
          </p:nvSpPr>
          <p:spPr>
            <a:xfrm rot="0">
              <a:off x="584" y="2872"/>
              <a:ext cx="21" cy="17"/>
            </a:xfrm>
            <a:custGeom>
              <a:avLst/>
              <a:ahLst/>
              <a:rect l="0" t="0" r="r" b="b"/>
              <a:pathLst>
                <a:path w="62" h="50">
                  <a:moveTo>
                    <a:pt x="0" y="16"/>
                  </a:moveTo>
                  <a:lnTo>
                    <a:pt x="7" y="8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4"/>
                  </a:lnTo>
                  <a:lnTo>
                    <a:pt x="54" y="11"/>
                  </a:lnTo>
                  <a:lnTo>
                    <a:pt x="59" y="20"/>
                  </a:lnTo>
                  <a:lnTo>
                    <a:pt x="62" y="29"/>
                  </a:lnTo>
                  <a:lnTo>
                    <a:pt x="62" y="40"/>
                  </a:lnTo>
                  <a:lnTo>
                    <a:pt x="5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22" name=""/>
            <p:cNvSpPr/>
            <p:nvPr/>
          </p:nvSpPr>
          <p:spPr>
            <a:xfrm rot="0">
              <a:off x="442" y="3116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23" name=""/>
            <p:cNvSpPr/>
            <p:nvPr/>
          </p:nvSpPr>
          <p:spPr>
            <a:xfrm rot="0">
              <a:off x="442" y="3116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24" name=""/>
            <p:cNvSpPr/>
            <p:nvPr/>
          </p:nvSpPr>
          <p:spPr>
            <a:xfrm rot="0">
              <a:off x="453" y="3116"/>
              <a:ext cx="469" cy="23"/>
            </a:xfrm>
            <a:custGeom>
              <a:avLst/>
              <a:ahLst/>
              <a:rect l="0" t="0" r="r" b="b"/>
              <a:pathLst>
                <a:path w="140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408" y="67"/>
                  </a:lnTo>
                  <a:lnTo>
                    <a:pt x="1408" y="34"/>
                  </a:lnTo>
                  <a:lnTo>
                    <a:pt x="140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25" name=""/>
            <p:cNvSpPr/>
            <p:nvPr/>
          </p:nvSpPr>
          <p:spPr>
            <a:xfrm rot="0">
              <a:off x="453" y="3116"/>
              <a:ext cx="469" cy="23"/>
            </a:xfrm>
            <a:custGeom>
              <a:avLst/>
              <a:ahLst/>
              <a:rect l="0" t="0" r="r" b="b"/>
              <a:pathLst>
                <a:path w="140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408" y="67"/>
                  </a:lnTo>
                  <a:lnTo>
                    <a:pt x="1408" y="34"/>
                  </a:lnTo>
                  <a:lnTo>
                    <a:pt x="140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26" name=""/>
            <p:cNvSpPr/>
            <p:nvPr/>
          </p:nvSpPr>
          <p:spPr>
            <a:xfrm rot="0">
              <a:off x="922" y="3116"/>
              <a:ext cx="12" cy="23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27" name=""/>
            <p:cNvSpPr/>
            <p:nvPr/>
          </p:nvSpPr>
          <p:spPr>
            <a:xfrm rot="0">
              <a:off x="922" y="3116"/>
              <a:ext cx="12" cy="23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3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28" name=""/>
            <p:cNvSpPr/>
            <p:nvPr/>
          </p:nvSpPr>
          <p:spPr>
            <a:xfrm rot="0">
              <a:off x="911" y="3128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33" y="0"/>
                  </a:moveTo>
                  <a:lnTo>
                    <a:pt x="68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29" name=""/>
            <p:cNvSpPr/>
            <p:nvPr/>
          </p:nvSpPr>
          <p:spPr>
            <a:xfrm rot="0">
              <a:off x="911" y="3128"/>
              <a:ext cx="23" cy="11"/>
            </a:xfrm>
            <a:custGeom>
              <a:avLst/>
              <a:ahLst/>
              <a:rect l="0" t="0" r="r" b="b"/>
              <a:pathLst>
                <a:path w="68" h="33">
                  <a:moveTo>
                    <a:pt x="68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0" name=""/>
            <p:cNvSpPr/>
            <p:nvPr/>
          </p:nvSpPr>
          <p:spPr>
            <a:xfrm rot="0">
              <a:off x="911" y="2883"/>
              <a:ext cx="23" cy="245"/>
            </a:xfrm>
            <a:custGeom>
              <a:avLst/>
              <a:ahLst/>
              <a:rect l="0" t="0" r="r" b="b"/>
              <a:pathLst>
                <a:path w="68" h="734">
                  <a:moveTo>
                    <a:pt x="0" y="734"/>
                  </a:moveTo>
                  <a:lnTo>
                    <a:pt x="33" y="734"/>
                  </a:lnTo>
                  <a:lnTo>
                    <a:pt x="68" y="734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31" name=""/>
            <p:cNvSpPr/>
            <p:nvPr/>
          </p:nvSpPr>
          <p:spPr>
            <a:xfrm rot="0">
              <a:off x="911" y="2883"/>
              <a:ext cx="23" cy="245"/>
            </a:xfrm>
            <a:custGeom>
              <a:avLst/>
              <a:ahLst/>
              <a:rect l="0" t="0" r="r" b="b"/>
              <a:pathLst>
                <a:path w="68" h="734">
                  <a:moveTo>
                    <a:pt x="0" y="734"/>
                  </a:moveTo>
                  <a:lnTo>
                    <a:pt x="33" y="734"/>
                  </a:lnTo>
                  <a:lnTo>
                    <a:pt x="68" y="734"/>
                  </a:lnTo>
                  <a:lnTo>
                    <a:pt x="68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2" name=""/>
            <p:cNvSpPr/>
            <p:nvPr/>
          </p:nvSpPr>
          <p:spPr>
            <a:xfrm rot="0">
              <a:off x="911" y="2872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33" name=""/>
            <p:cNvSpPr/>
            <p:nvPr/>
          </p:nvSpPr>
          <p:spPr>
            <a:xfrm rot="0">
              <a:off x="911" y="2872"/>
              <a:ext cx="23" cy="11"/>
            </a:xfrm>
            <a:custGeom>
              <a:avLst/>
              <a:ahLst/>
              <a:rect l="0" t="0" r="r" b="b"/>
              <a:pathLst>
                <a:path w="68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8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4" name=""/>
            <p:cNvSpPr/>
            <p:nvPr/>
          </p:nvSpPr>
          <p:spPr>
            <a:xfrm rot="0" flipH="1">
              <a:off x="2145" y="4046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5" name=""/>
            <p:cNvSpPr/>
            <p:nvPr/>
          </p:nvSpPr>
          <p:spPr>
            <a:xfrm rot="0">
              <a:off x="2136" y="4035"/>
              <a:ext cx="9" cy="11"/>
            </a:xfrm>
            <a:custGeom>
              <a:avLst/>
              <a:ahLst/>
              <a:rect l="0" t="0" r="r" b="b"/>
              <a:pathLst>
                <a:path w="27" h="33">
                  <a:moveTo>
                    <a:pt x="2" y="0"/>
                  </a:moveTo>
                  <a:lnTo>
                    <a:pt x="0" y="8"/>
                  </a:lnTo>
                  <a:lnTo>
                    <a:pt x="2" y="16"/>
                  </a:lnTo>
                  <a:lnTo>
                    <a:pt x="6" y="24"/>
                  </a:lnTo>
                  <a:lnTo>
                    <a:pt x="11" y="29"/>
                  </a:lnTo>
                  <a:lnTo>
                    <a:pt x="18" y="32"/>
                  </a:lnTo>
                  <a:lnTo>
                    <a:pt x="27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6" name=""/>
            <p:cNvSpPr/>
            <p:nvPr/>
          </p:nvSpPr>
          <p:spPr>
            <a:xfrm rot="0" flipV="1">
              <a:off x="2137" y="4012"/>
              <a:ext cx="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7" name=""/>
            <p:cNvSpPr/>
            <p:nvPr/>
          </p:nvSpPr>
          <p:spPr>
            <a:xfrm rot="0">
              <a:off x="2143" y="4001"/>
              <a:ext cx="14" cy="11"/>
            </a:xfrm>
            <a:custGeom>
              <a:avLst/>
              <a:ahLst/>
              <a:rect l="0" t="0" r="r" b="b"/>
              <a:pathLst>
                <a:path w="42" h="33">
                  <a:moveTo>
                    <a:pt x="42" y="0"/>
                  </a:moveTo>
                  <a:lnTo>
                    <a:pt x="33" y="2"/>
                  </a:lnTo>
                  <a:lnTo>
                    <a:pt x="24" y="6"/>
                  </a:lnTo>
                  <a:lnTo>
                    <a:pt x="16" y="11"/>
                  </a:lnTo>
                  <a:lnTo>
                    <a:pt x="8" y="17"/>
                  </a:lnTo>
                  <a:lnTo>
                    <a:pt x="3" y="25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8" name=""/>
            <p:cNvSpPr/>
            <p:nvPr/>
          </p:nvSpPr>
          <p:spPr>
            <a:xfrm rot="0">
              <a:off x="2157" y="4001"/>
              <a:ext cx="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39" name=""/>
            <p:cNvSpPr/>
            <p:nvPr/>
          </p:nvSpPr>
          <p:spPr>
            <a:xfrm rot="0">
              <a:off x="2065" y="3649"/>
              <a:ext cx="29" cy="45"/>
            </a:xfrm>
            <a:custGeom>
              <a:avLst/>
              <a:ahLst/>
              <a:rect l="0" t="0" r="r" b="b"/>
              <a:pathLst>
                <a:path w="88" h="133">
                  <a:moveTo>
                    <a:pt x="0" y="133"/>
                  </a:moveTo>
                  <a:lnTo>
                    <a:pt x="79" y="0"/>
                  </a:lnTo>
                  <a:lnTo>
                    <a:pt x="88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0" name=""/>
            <p:cNvSpPr/>
            <p:nvPr/>
          </p:nvSpPr>
          <p:spPr>
            <a:xfrm rot="0" flipH="1">
              <a:off x="2073" y="3681"/>
              <a:ext cx="20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1" name=""/>
            <p:cNvSpPr/>
            <p:nvPr/>
          </p:nvSpPr>
          <p:spPr>
            <a:xfrm rot="0">
              <a:off x="2236" y="3775"/>
              <a:ext cx="28" cy="25"/>
            </a:xfrm>
            <a:custGeom>
              <a:avLst/>
              <a:ahLst/>
              <a:rect l="0" t="0" r="r" b="b"/>
              <a:pathLst>
                <a:path w="85" h="73">
                  <a:moveTo>
                    <a:pt x="0" y="73"/>
                  </a:moveTo>
                  <a:lnTo>
                    <a:pt x="37" y="73"/>
                  </a:lnTo>
                  <a:lnTo>
                    <a:pt x="47" y="72"/>
                  </a:lnTo>
                  <a:lnTo>
                    <a:pt x="56" y="68"/>
                  </a:lnTo>
                  <a:lnTo>
                    <a:pt x="66" y="63"/>
                  </a:lnTo>
                  <a:lnTo>
                    <a:pt x="74" y="55"/>
                  </a:lnTo>
                  <a:lnTo>
                    <a:pt x="80" y="46"/>
                  </a:lnTo>
                  <a:lnTo>
                    <a:pt x="84" y="36"/>
                  </a:lnTo>
                  <a:lnTo>
                    <a:pt x="85" y="27"/>
                  </a:lnTo>
                  <a:lnTo>
                    <a:pt x="84" y="18"/>
                  </a:lnTo>
                  <a:lnTo>
                    <a:pt x="80" y="10"/>
                  </a:lnTo>
                  <a:lnTo>
                    <a:pt x="74" y="5"/>
                  </a:lnTo>
                  <a:lnTo>
                    <a:pt x="66" y="1"/>
                  </a:lnTo>
                  <a:lnTo>
                    <a:pt x="56" y="0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2" name=""/>
            <p:cNvSpPr/>
            <p:nvPr/>
          </p:nvSpPr>
          <p:spPr>
            <a:xfrm rot="0">
              <a:off x="2236" y="3755"/>
              <a:ext cx="32" cy="45"/>
            </a:xfrm>
            <a:custGeom>
              <a:avLst/>
              <a:ahLst/>
              <a:rect l="0" t="0" r="r" b="b"/>
              <a:pathLst>
                <a:path w="95" h="133">
                  <a:moveTo>
                    <a:pt x="56" y="60"/>
                  </a:moveTo>
                  <a:lnTo>
                    <a:pt x="64" y="58"/>
                  </a:lnTo>
                  <a:lnTo>
                    <a:pt x="72" y="56"/>
                  </a:lnTo>
                  <a:lnTo>
                    <a:pt x="80" y="52"/>
                  </a:lnTo>
                  <a:lnTo>
                    <a:pt x="87" y="45"/>
                  </a:lnTo>
                  <a:lnTo>
                    <a:pt x="91" y="39"/>
                  </a:lnTo>
                  <a:lnTo>
                    <a:pt x="95" y="31"/>
                  </a:lnTo>
                  <a:lnTo>
                    <a:pt x="95" y="23"/>
                  </a:lnTo>
                  <a:lnTo>
                    <a:pt x="95" y="16"/>
                  </a:lnTo>
                  <a:lnTo>
                    <a:pt x="91" y="10"/>
                  </a:lnTo>
                  <a:lnTo>
                    <a:pt x="87" y="4"/>
                  </a:lnTo>
                  <a:lnTo>
                    <a:pt x="80" y="2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3" name=""/>
            <p:cNvSpPr/>
            <p:nvPr/>
          </p:nvSpPr>
          <p:spPr>
            <a:xfrm rot="0">
              <a:off x="4804" y="3330"/>
              <a:ext cx="23" cy="11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4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44" name=""/>
            <p:cNvSpPr/>
            <p:nvPr/>
          </p:nvSpPr>
          <p:spPr>
            <a:xfrm rot="0">
              <a:off x="4804" y="3330"/>
              <a:ext cx="23" cy="11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4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5" name=""/>
            <p:cNvSpPr/>
            <p:nvPr/>
          </p:nvSpPr>
          <p:spPr>
            <a:xfrm rot="0">
              <a:off x="4804" y="3341"/>
              <a:ext cx="23" cy="116"/>
            </a:xfrm>
            <a:custGeom>
              <a:avLst/>
              <a:ahLst/>
              <a:rect l="0" t="0" r="r" b="b"/>
              <a:pathLst>
                <a:path w="67" h="346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46"/>
                  </a:lnTo>
                  <a:lnTo>
                    <a:pt x="33" y="346"/>
                  </a:lnTo>
                  <a:lnTo>
                    <a:pt x="67" y="346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46" name=""/>
            <p:cNvSpPr/>
            <p:nvPr/>
          </p:nvSpPr>
          <p:spPr>
            <a:xfrm rot="0">
              <a:off x="4804" y="3341"/>
              <a:ext cx="23" cy="116"/>
            </a:xfrm>
            <a:custGeom>
              <a:avLst/>
              <a:ahLst/>
              <a:rect l="0" t="0" r="r" b="b"/>
              <a:pathLst>
                <a:path w="67" h="346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46"/>
                  </a:lnTo>
                  <a:lnTo>
                    <a:pt x="33" y="346"/>
                  </a:lnTo>
                  <a:lnTo>
                    <a:pt x="67" y="346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7" name=""/>
            <p:cNvSpPr/>
            <p:nvPr/>
          </p:nvSpPr>
          <p:spPr>
            <a:xfrm rot="0">
              <a:off x="4804" y="3457"/>
              <a:ext cx="23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48" name=""/>
            <p:cNvSpPr/>
            <p:nvPr/>
          </p:nvSpPr>
          <p:spPr>
            <a:xfrm rot="0">
              <a:off x="4804" y="3457"/>
              <a:ext cx="23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49" name=""/>
            <p:cNvSpPr/>
            <p:nvPr/>
          </p:nvSpPr>
          <p:spPr>
            <a:xfrm rot="0">
              <a:off x="4977" y="3234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6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50" name=""/>
            <p:cNvSpPr/>
            <p:nvPr/>
          </p:nvSpPr>
          <p:spPr>
            <a:xfrm rot="0">
              <a:off x="4977" y="3234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6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51" name=""/>
            <p:cNvSpPr/>
            <p:nvPr/>
          </p:nvSpPr>
          <p:spPr>
            <a:xfrm rot="0">
              <a:off x="4810" y="3235"/>
              <a:ext cx="178" cy="116"/>
            </a:xfrm>
            <a:custGeom>
              <a:avLst/>
              <a:ahLst/>
              <a:rect l="0" t="0" r="r" b="b"/>
              <a:pathLst>
                <a:path w="535" h="348">
                  <a:moveTo>
                    <a:pt x="535" y="58"/>
                  </a:moveTo>
                  <a:lnTo>
                    <a:pt x="518" y="29"/>
                  </a:lnTo>
                  <a:lnTo>
                    <a:pt x="501" y="0"/>
                  </a:lnTo>
                  <a:lnTo>
                    <a:pt x="0" y="290"/>
                  </a:lnTo>
                  <a:lnTo>
                    <a:pt x="17" y="319"/>
                  </a:lnTo>
                  <a:lnTo>
                    <a:pt x="34" y="348"/>
                  </a:lnTo>
                  <a:lnTo>
                    <a:pt x="535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52" name=""/>
            <p:cNvSpPr/>
            <p:nvPr/>
          </p:nvSpPr>
          <p:spPr>
            <a:xfrm rot="0">
              <a:off x="4810" y="3235"/>
              <a:ext cx="178" cy="116"/>
            </a:xfrm>
            <a:custGeom>
              <a:avLst/>
              <a:ahLst/>
              <a:rect l="0" t="0" r="r" b="b"/>
              <a:pathLst>
                <a:path w="535" h="348">
                  <a:moveTo>
                    <a:pt x="535" y="58"/>
                  </a:moveTo>
                  <a:lnTo>
                    <a:pt x="518" y="29"/>
                  </a:lnTo>
                  <a:lnTo>
                    <a:pt x="501" y="0"/>
                  </a:lnTo>
                  <a:lnTo>
                    <a:pt x="0" y="290"/>
                  </a:lnTo>
                  <a:lnTo>
                    <a:pt x="17" y="319"/>
                  </a:lnTo>
                  <a:lnTo>
                    <a:pt x="34" y="348"/>
                  </a:lnTo>
                  <a:lnTo>
                    <a:pt x="535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53" name=""/>
            <p:cNvSpPr/>
            <p:nvPr/>
          </p:nvSpPr>
          <p:spPr>
            <a:xfrm rot="0">
              <a:off x="4804" y="3332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3" y="29"/>
                  </a:moveTo>
                  <a:lnTo>
                    <a:pt x="50" y="58"/>
                  </a:lnTo>
                  <a:lnTo>
                    <a:pt x="39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54" name=""/>
            <p:cNvSpPr/>
            <p:nvPr/>
          </p:nvSpPr>
          <p:spPr>
            <a:xfrm rot="0">
              <a:off x="4804" y="3332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50" y="58"/>
                  </a:moveTo>
                  <a:lnTo>
                    <a:pt x="39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55" name=""/>
            <p:cNvSpPr/>
            <p:nvPr/>
          </p:nvSpPr>
          <p:spPr>
            <a:xfrm rot="0">
              <a:off x="5002" y="3443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56" name=""/>
            <p:cNvSpPr/>
            <p:nvPr/>
          </p:nvSpPr>
          <p:spPr>
            <a:xfrm rot="0">
              <a:off x="5002" y="3443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5" y="0"/>
                  </a:moveTo>
                  <a:lnTo>
                    <a:pt x="42" y="7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57" name=""/>
            <p:cNvSpPr/>
            <p:nvPr/>
          </p:nvSpPr>
          <p:spPr>
            <a:xfrm rot="0">
              <a:off x="4810" y="3332"/>
              <a:ext cx="204" cy="131"/>
            </a:xfrm>
            <a:custGeom>
              <a:avLst/>
              <a:ahLst/>
              <a:rect l="0" t="0" r="r" b="b"/>
              <a:pathLst>
                <a:path w="613" h="393">
                  <a:moveTo>
                    <a:pt x="578" y="393"/>
                  </a:moveTo>
                  <a:lnTo>
                    <a:pt x="595" y="364"/>
                  </a:lnTo>
                  <a:lnTo>
                    <a:pt x="613" y="335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578" y="3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58" name=""/>
            <p:cNvSpPr/>
            <p:nvPr/>
          </p:nvSpPr>
          <p:spPr>
            <a:xfrm rot="0">
              <a:off x="4810" y="3332"/>
              <a:ext cx="204" cy="131"/>
            </a:xfrm>
            <a:custGeom>
              <a:avLst/>
              <a:ahLst/>
              <a:rect l="0" t="0" r="r" b="b"/>
              <a:pathLst>
                <a:path w="613" h="393">
                  <a:moveTo>
                    <a:pt x="578" y="393"/>
                  </a:moveTo>
                  <a:lnTo>
                    <a:pt x="595" y="364"/>
                  </a:lnTo>
                  <a:lnTo>
                    <a:pt x="613" y="335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578" y="3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59" name=""/>
            <p:cNvSpPr/>
            <p:nvPr/>
          </p:nvSpPr>
          <p:spPr>
            <a:xfrm rot="0">
              <a:off x="4804" y="3330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60" name=""/>
            <p:cNvSpPr/>
            <p:nvPr/>
          </p:nvSpPr>
          <p:spPr>
            <a:xfrm rot="0">
              <a:off x="4804" y="3330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61" name=""/>
            <p:cNvSpPr/>
            <p:nvPr/>
          </p:nvSpPr>
          <p:spPr>
            <a:xfrm rot="0">
              <a:off x="4971" y="3234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6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62" name=""/>
            <p:cNvSpPr/>
            <p:nvPr/>
          </p:nvSpPr>
          <p:spPr>
            <a:xfrm rot="0">
              <a:off x="4971" y="3234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6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63" name=""/>
            <p:cNvSpPr/>
            <p:nvPr/>
          </p:nvSpPr>
          <p:spPr>
            <a:xfrm rot="0">
              <a:off x="4977" y="3235"/>
              <a:ext cx="256" cy="161"/>
            </a:xfrm>
            <a:custGeom>
              <a:avLst/>
              <a:ahLst/>
              <a:rect l="0" t="0" r="r" b="b"/>
              <a:pathLst>
                <a:path w="769" h="482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735" y="482"/>
                  </a:lnTo>
                  <a:lnTo>
                    <a:pt x="752" y="453"/>
                  </a:lnTo>
                  <a:lnTo>
                    <a:pt x="769" y="424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64" name=""/>
            <p:cNvSpPr/>
            <p:nvPr/>
          </p:nvSpPr>
          <p:spPr>
            <a:xfrm rot="0">
              <a:off x="4977" y="3235"/>
              <a:ext cx="256" cy="161"/>
            </a:xfrm>
            <a:custGeom>
              <a:avLst/>
              <a:ahLst/>
              <a:rect l="0" t="0" r="r" b="b"/>
              <a:pathLst>
                <a:path w="769" h="482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735" y="482"/>
                  </a:lnTo>
                  <a:lnTo>
                    <a:pt x="752" y="453"/>
                  </a:lnTo>
                  <a:lnTo>
                    <a:pt x="769" y="424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65" name=""/>
            <p:cNvSpPr/>
            <p:nvPr/>
          </p:nvSpPr>
          <p:spPr>
            <a:xfrm rot="0">
              <a:off x="5222" y="3376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66" name=""/>
            <p:cNvSpPr/>
            <p:nvPr/>
          </p:nvSpPr>
          <p:spPr>
            <a:xfrm rot="0">
              <a:off x="5222" y="3376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67" name=""/>
            <p:cNvSpPr/>
            <p:nvPr/>
          </p:nvSpPr>
          <p:spPr>
            <a:xfrm rot="0">
              <a:off x="4810" y="3446"/>
              <a:ext cx="16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7" y="33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39" y="8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1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68" name=""/>
            <p:cNvSpPr/>
            <p:nvPr/>
          </p:nvSpPr>
          <p:spPr>
            <a:xfrm rot="0">
              <a:off x="4810" y="3446"/>
              <a:ext cx="16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39" y="8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69" name=""/>
            <p:cNvSpPr/>
            <p:nvPr/>
          </p:nvSpPr>
          <p:spPr>
            <a:xfrm rot="0">
              <a:off x="4743" y="3447"/>
              <a:ext cx="78" cy="58"/>
            </a:xfrm>
            <a:custGeom>
              <a:avLst/>
              <a:ahLst/>
              <a:rect l="0" t="0" r="r" b="b"/>
              <a:pathLst>
                <a:path w="234" h="173">
                  <a:moveTo>
                    <a:pt x="234" y="57"/>
                  </a:moveTo>
                  <a:lnTo>
                    <a:pt x="217" y="29"/>
                  </a:lnTo>
                  <a:lnTo>
                    <a:pt x="200" y="0"/>
                  </a:lnTo>
                  <a:lnTo>
                    <a:pt x="0" y="115"/>
                  </a:lnTo>
                  <a:lnTo>
                    <a:pt x="17" y="144"/>
                  </a:lnTo>
                  <a:lnTo>
                    <a:pt x="34" y="173"/>
                  </a:lnTo>
                  <a:lnTo>
                    <a:pt x="234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70" name=""/>
            <p:cNvSpPr/>
            <p:nvPr/>
          </p:nvSpPr>
          <p:spPr>
            <a:xfrm rot="0">
              <a:off x="4743" y="3447"/>
              <a:ext cx="78" cy="58"/>
            </a:xfrm>
            <a:custGeom>
              <a:avLst/>
              <a:ahLst/>
              <a:rect l="0" t="0" r="r" b="b"/>
              <a:pathLst>
                <a:path w="234" h="173">
                  <a:moveTo>
                    <a:pt x="234" y="57"/>
                  </a:moveTo>
                  <a:lnTo>
                    <a:pt x="217" y="29"/>
                  </a:lnTo>
                  <a:lnTo>
                    <a:pt x="200" y="0"/>
                  </a:lnTo>
                  <a:lnTo>
                    <a:pt x="0" y="115"/>
                  </a:lnTo>
                  <a:lnTo>
                    <a:pt x="17" y="144"/>
                  </a:lnTo>
                  <a:lnTo>
                    <a:pt x="34" y="173"/>
                  </a:lnTo>
                  <a:lnTo>
                    <a:pt x="234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71" name=""/>
            <p:cNvSpPr/>
            <p:nvPr/>
          </p:nvSpPr>
          <p:spPr>
            <a:xfrm rot="0">
              <a:off x="4738" y="3485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72" name=""/>
            <p:cNvSpPr/>
            <p:nvPr/>
          </p:nvSpPr>
          <p:spPr>
            <a:xfrm rot="0">
              <a:off x="4738" y="3485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73" name=""/>
            <p:cNvSpPr/>
            <p:nvPr/>
          </p:nvSpPr>
          <p:spPr>
            <a:xfrm rot="0">
              <a:off x="5002" y="3559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74" name=""/>
            <p:cNvSpPr/>
            <p:nvPr/>
          </p:nvSpPr>
          <p:spPr>
            <a:xfrm rot="0">
              <a:off x="5002" y="3559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5" y="0"/>
                  </a:moveTo>
                  <a:lnTo>
                    <a:pt x="42" y="7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75" name=""/>
            <p:cNvSpPr/>
            <p:nvPr/>
          </p:nvSpPr>
          <p:spPr>
            <a:xfrm rot="0">
              <a:off x="4810" y="3447"/>
              <a:ext cx="204" cy="131"/>
            </a:xfrm>
            <a:custGeom>
              <a:avLst/>
              <a:ahLst/>
              <a:rect l="0" t="0" r="r" b="b"/>
              <a:pathLst>
                <a:path w="613" h="393">
                  <a:moveTo>
                    <a:pt x="578" y="393"/>
                  </a:moveTo>
                  <a:lnTo>
                    <a:pt x="595" y="364"/>
                  </a:lnTo>
                  <a:lnTo>
                    <a:pt x="613" y="335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578" y="3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76" name=""/>
            <p:cNvSpPr/>
            <p:nvPr/>
          </p:nvSpPr>
          <p:spPr>
            <a:xfrm rot="0">
              <a:off x="4810" y="3447"/>
              <a:ext cx="204" cy="131"/>
            </a:xfrm>
            <a:custGeom>
              <a:avLst/>
              <a:ahLst/>
              <a:rect l="0" t="0" r="r" b="b"/>
              <a:pathLst>
                <a:path w="613" h="393">
                  <a:moveTo>
                    <a:pt x="578" y="393"/>
                  </a:moveTo>
                  <a:lnTo>
                    <a:pt x="595" y="364"/>
                  </a:lnTo>
                  <a:lnTo>
                    <a:pt x="613" y="335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578" y="3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77" name=""/>
            <p:cNvSpPr/>
            <p:nvPr/>
          </p:nvSpPr>
          <p:spPr>
            <a:xfrm rot="0">
              <a:off x="4804" y="344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3" y="33"/>
                  </a:moveTo>
                  <a:lnTo>
                    <a:pt x="16" y="61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78" name=""/>
            <p:cNvSpPr/>
            <p:nvPr/>
          </p:nvSpPr>
          <p:spPr>
            <a:xfrm rot="0">
              <a:off x="4804" y="344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6" y="61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79" name=""/>
            <p:cNvSpPr/>
            <p:nvPr/>
          </p:nvSpPr>
          <p:spPr>
            <a:xfrm rot="0">
              <a:off x="5309" y="3667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8" y="29"/>
                  </a:moveTo>
                  <a:lnTo>
                    <a:pt x="35" y="0"/>
                  </a:lnTo>
                  <a:lnTo>
                    <a:pt x="42" y="6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80" name=""/>
            <p:cNvSpPr/>
            <p:nvPr/>
          </p:nvSpPr>
          <p:spPr>
            <a:xfrm rot="0">
              <a:off x="5309" y="3667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5" y="0"/>
                  </a:moveTo>
                  <a:lnTo>
                    <a:pt x="42" y="6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81" name=""/>
            <p:cNvSpPr/>
            <p:nvPr/>
          </p:nvSpPr>
          <p:spPr>
            <a:xfrm rot="0">
              <a:off x="5222" y="3617"/>
              <a:ext cx="98" cy="69"/>
            </a:xfrm>
            <a:custGeom>
              <a:avLst/>
              <a:ahLst/>
              <a:rect l="0" t="0" r="r" b="b"/>
              <a:pathLst>
                <a:path w="296" h="209">
                  <a:moveTo>
                    <a:pt x="261" y="209"/>
                  </a:moveTo>
                  <a:lnTo>
                    <a:pt x="279" y="180"/>
                  </a:lnTo>
                  <a:lnTo>
                    <a:pt x="296" y="151"/>
                  </a:lnTo>
                  <a:lnTo>
                    <a:pt x="34" y="0"/>
                  </a:lnTo>
                  <a:lnTo>
                    <a:pt x="17" y="28"/>
                  </a:lnTo>
                  <a:lnTo>
                    <a:pt x="0" y="57"/>
                  </a:lnTo>
                  <a:lnTo>
                    <a:pt x="261" y="2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82" name=""/>
            <p:cNvSpPr/>
            <p:nvPr/>
          </p:nvSpPr>
          <p:spPr>
            <a:xfrm rot="0">
              <a:off x="5222" y="3617"/>
              <a:ext cx="98" cy="69"/>
            </a:xfrm>
            <a:custGeom>
              <a:avLst/>
              <a:ahLst/>
              <a:rect l="0" t="0" r="r" b="b"/>
              <a:pathLst>
                <a:path w="296" h="209">
                  <a:moveTo>
                    <a:pt x="261" y="209"/>
                  </a:moveTo>
                  <a:lnTo>
                    <a:pt x="279" y="180"/>
                  </a:lnTo>
                  <a:lnTo>
                    <a:pt x="296" y="151"/>
                  </a:lnTo>
                  <a:lnTo>
                    <a:pt x="34" y="0"/>
                  </a:lnTo>
                  <a:lnTo>
                    <a:pt x="17" y="28"/>
                  </a:lnTo>
                  <a:lnTo>
                    <a:pt x="0" y="57"/>
                  </a:lnTo>
                  <a:lnTo>
                    <a:pt x="261" y="2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83" name=""/>
            <p:cNvSpPr/>
            <p:nvPr/>
          </p:nvSpPr>
          <p:spPr>
            <a:xfrm rot="0">
              <a:off x="5216" y="3615"/>
              <a:ext cx="17" cy="21"/>
            </a:xfrm>
            <a:custGeom>
              <a:avLst/>
              <a:ahLst/>
              <a:rect l="0" t="0" r="r" b="b"/>
              <a:pathLst>
                <a:path w="50" h="61">
                  <a:moveTo>
                    <a:pt x="33" y="32"/>
                  </a:moveTo>
                  <a:lnTo>
                    <a:pt x="16" y="61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7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84" name=""/>
            <p:cNvSpPr/>
            <p:nvPr/>
          </p:nvSpPr>
          <p:spPr>
            <a:xfrm rot="0">
              <a:off x="5216" y="3615"/>
              <a:ext cx="17" cy="21"/>
            </a:xfrm>
            <a:custGeom>
              <a:avLst/>
              <a:ahLst/>
              <a:rect l="0" t="0" r="r" b="b"/>
              <a:pathLst>
                <a:path w="50" h="61">
                  <a:moveTo>
                    <a:pt x="16" y="61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7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85" name=""/>
            <p:cNvSpPr/>
            <p:nvPr/>
          </p:nvSpPr>
          <p:spPr>
            <a:xfrm rot="0">
              <a:off x="5304" y="3779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86" name=""/>
            <p:cNvSpPr/>
            <p:nvPr/>
          </p:nvSpPr>
          <p:spPr>
            <a:xfrm rot="0">
              <a:off x="5304" y="3779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87" name=""/>
            <p:cNvSpPr/>
            <p:nvPr/>
          </p:nvSpPr>
          <p:spPr>
            <a:xfrm rot="0">
              <a:off x="5304" y="3677"/>
              <a:ext cx="22" cy="102"/>
            </a:xfrm>
            <a:custGeom>
              <a:avLst/>
              <a:ahLst/>
              <a:rect l="0" t="0" r="r" b="b"/>
              <a:pathLst>
                <a:path w="67" h="307">
                  <a:moveTo>
                    <a:pt x="0" y="307"/>
                  </a:moveTo>
                  <a:lnTo>
                    <a:pt x="33" y="307"/>
                  </a:lnTo>
                  <a:lnTo>
                    <a:pt x="67" y="307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88" name=""/>
            <p:cNvSpPr/>
            <p:nvPr/>
          </p:nvSpPr>
          <p:spPr>
            <a:xfrm rot="0">
              <a:off x="5304" y="3677"/>
              <a:ext cx="22" cy="102"/>
            </a:xfrm>
            <a:custGeom>
              <a:avLst/>
              <a:ahLst/>
              <a:rect l="0" t="0" r="r" b="b"/>
              <a:pathLst>
                <a:path w="67" h="307">
                  <a:moveTo>
                    <a:pt x="0" y="307"/>
                  </a:moveTo>
                  <a:lnTo>
                    <a:pt x="33" y="307"/>
                  </a:lnTo>
                  <a:lnTo>
                    <a:pt x="67" y="307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89" name=""/>
            <p:cNvSpPr/>
            <p:nvPr/>
          </p:nvSpPr>
          <p:spPr>
            <a:xfrm rot="0">
              <a:off x="5304" y="3665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90" name=""/>
            <p:cNvSpPr/>
            <p:nvPr/>
          </p:nvSpPr>
          <p:spPr>
            <a:xfrm rot="0">
              <a:off x="5304" y="3665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91" name=""/>
            <p:cNvSpPr/>
            <p:nvPr/>
          </p:nvSpPr>
          <p:spPr>
            <a:xfrm rot="0">
              <a:off x="4803" y="3957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92" name=""/>
            <p:cNvSpPr/>
            <p:nvPr/>
          </p:nvSpPr>
          <p:spPr>
            <a:xfrm rot="0">
              <a:off x="4803" y="3957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93" name=""/>
            <p:cNvSpPr/>
            <p:nvPr/>
          </p:nvSpPr>
          <p:spPr>
            <a:xfrm rot="0">
              <a:off x="4808" y="3667"/>
              <a:ext cx="512" cy="309"/>
            </a:xfrm>
            <a:custGeom>
              <a:avLst/>
              <a:ahLst/>
              <a:rect l="0" t="0" r="r" b="b"/>
              <a:pathLst>
                <a:path w="1536" h="927">
                  <a:moveTo>
                    <a:pt x="0" y="869"/>
                  </a:moveTo>
                  <a:lnTo>
                    <a:pt x="17" y="898"/>
                  </a:lnTo>
                  <a:lnTo>
                    <a:pt x="34" y="927"/>
                  </a:lnTo>
                  <a:lnTo>
                    <a:pt x="1536" y="58"/>
                  </a:lnTo>
                  <a:lnTo>
                    <a:pt x="1519" y="29"/>
                  </a:lnTo>
                  <a:lnTo>
                    <a:pt x="1501" y="0"/>
                  </a:lnTo>
                  <a:lnTo>
                    <a:pt x="0" y="8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94" name=""/>
            <p:cNvSpPr/>
            <p:nvPr/>
          </p:nvSpPr>
          <p:spPr>
            <a:xfrm rot="0">
              <a:off x="4808" y="3667"/>
              <a:ext cx="512" cy="309"/>
            </a:xfrm>
            <a:custGeom>
              <a:avLst/>
              <a:ahLst/>
              <a:rect l="0" t="0" r="r" b="b"/>
              <a:pathLst>
                <a:path w="1536" h="927">
                  <a:moveTo>
                    <a:pt x="0" y="869"/>
                  </a:moveTo>
                  <a:lnTo>
                    <a:pt x="17" y="898"/>
                  </a:lnTo>
                  <a:lnTo>
                    <a:pt x="34" y="927"/>
                  </a:lnTo>
                  <a:lnTo>
                    <a:pt x="1536" y="58"/>
                  </a:lnTo>
                  <a:lnTo>
                    <a:pt x="1519" y="29"/>
                  </a:lnTo>
                  <a:lnTo>
                    <a:pt x="1501" y="0"/>
                  </a:lnTo>
                  <a:lnTo>
                    <a:pt x="0" y="8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95" name=""/>
            <p:cNvSpPr/>
            <p:nvPr/>
          </p:nvSpPr>
          <p:spPr>
            <a:xfrm rot="0">
              <a:off x="5309" y="3666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2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96" name=""/>
            <p:cNvSpPr/>
            <p:nvPr/>
          </p:nvSpPr>
          <p:spPr>
            <a:xfrm rot="0">
              <a:off x="5309" y="3666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97" name=""/>
            <p:cNvSpPr/>
            <p:nvPr/>
          </p:nvSpPr>
          <p:spPr>
            <a:xfrm rot="0">
              <a:off x="4803" y="405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198" name=""/>
            <p:cNvSpPr/>
            <p:nvPr/>
          </p:nvSpPr>
          <p:spPr>
            <a:xfrm rot="0">
              <a:off x="4803" y="405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199" name=""/>
            <p:cNvSpPr/>
            <p:nvPr/>
          </p:nvSpPr>
          <p:spPr>
            <a:xfrm rot="0">
              <a:off x="4808" y="3770"/>
              <a:ext cx="512" cy="309"/>
            </a:xfrm>
            <a:custGeom>
              <a:avLst/>
              <a:ahLst/>
              <a:rect l="0" t="0" r="r" b="b"/>
              <a:pathLst>
                <a:path w="1536" h="927">
                  <a:moveTo>
                    <a:pt x="0" y="869"/>
                  </a:moveTo>
                  <a:lnTo>
                    <a:pt x="17" y="898"/>
                  </a:lnTo>
                  <a:lnTo>
                    <a:pt x="34" y="927"/>
                  </a:lnTo>
                  <a:lnTo>
                    <a:pt x="1536" y="57"/>
                  </a:lnTo>
                  <a:lnTo>
                    <a:pt x="1519" y="28"/>
                  </a:lnTo>
                  <a:lnTo>
                    <a:pt x="1501" y="0"/>
                  </a:lnTo>
                  <a:lnTo>
                    <a:pt x="0" y="8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00" name=""/>
            <p:cNvSpPr/>
            <p:nvPr/>
          </p:nvSpPr>
          <p:spPr>
            <a:xfrm rot="0">
              <a:off x="4808" y="3770"/>
              <a:ext cx="512" cy="309"/>
            </a:xfrm>
            <a:custGeom>
              <a:avLst/>
              <a:ahLst/>
              <a:rect l="0" t="0" r="r" b="b"/>
              <a:pathLst>
                <a:path w="1536" h="927">
                  <a:moveTo>
                    <a:pt x="0" y="869"/>
                  </a:moveTo>
                  <a:lnTo>
                    <a:pt x="17" y="898"/>
                  </a:lnTo>
                  <a:lnTo>
                    <a:pt x="34" y="927"/>
                  </a:lnTo>
                  <a:lnTo>
                    <a:pt x="1536" y="57"/>
                  </a:lnTo>
                  <a:lnTo>
                    <a:pt x="1519" y="28"/>
                  </a:lnTo>
                  <a:lnTo>
                    <a:pt x="1501" y="0"/>
                  </a:lnTo>
                  <a:lnTo>
                    <a:pt x="0" y="8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01" name=""/>
            <p:cNvSpPr/>
            <p:nvPr/>
          </p:nvSpPr>
          <p:spPr>
            <a:xfrm rot="0">
              <a:off x="5309" y="3768"/>
              <a:ext cx="16" cy="21"/>
            </a:xfrm>
            <a:custGeom>
              <a:avLst/>
              <a:ahLst/>
              <a:rect l="0" t="0" r="r" b="b"/>
              <a:pathLst>
                <a:path w="50" h="61">
                  <a:moveTo>
                    <a:pt x="18" y="32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1"/>
                  </a:lnTo>
                  <a:lnTo>
                    <a:pt x="1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02" name=""/>
            <p:cNvSpPr/>
            <p:nvPr/>
          </p:nvSpPr>
          <p:spPr>
            <a:xfrm rot="0">
              <a:off x="5309" y="3768"/>
              <a:ext cx="16" cy="21"/>
            </a:xfrm>
            <a:custGeom>
              <a:avLst/>
              <a:ahLst/>
              <a:rect l="0" t="0" r="r" b="b"/>
              <a:pathLst>
                <a:path w="50" h="61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03" name=""/>
            <p:cNvSpPr/>
            <p:nvPr/>
          </p:nvSpPr>
          <p:spPr>
            <a:xfrm rot="0">
              <a:off x="4785" y="351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8" y="29"/>
                  </a:moveTo>
                  <a:lnTo>
                    <a:pt x="35" y="0"/>
                  </a:lnTo>
                  <a:lnTo>
                    <a:pt x="43" y="6"/>
                  </a:lnTo>
                  <a:lnTo>
                    <a:pt x="48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2" y="61"/>
                  </a:lnTo>
                  <a:lnTo>
                    <a:pt x="11" y="61"/>
                  </a:lnTo>
                  <a:lnTo>
                    <a:pt x="0" y="58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04" name=""/>
            <p:cNvSpPr/>
            <p:nvPr/>
          </p:nvSpPr>
          <p:spPr>
            <a:xfrm rot="0">
              <a:off x="4785" y="351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5" y="0"/>
                  </a:moveTo>
                  <a:lnTo>
                    <a:pt x="43" y="6"/>
                  </a:lnTo>
                  <a:lnTo>
                    <a:pt x="48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2" y="61"/>
                  </a:lnTo>
                  <a:lnTo>
                    <a:pt x="11" y="61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05" name=""/>
            <p:cNvSpPr/>
            <p:nvPr/>
          </p:nvSpPr>
          <p:spPr>
            <a:xfrm rot="0">
              <a:off x="4643" y="3428"/>
              <a:ext cx="154" cy="101"/>
            </a:xfrm>
            <a:custGeom>
              <a:avLst/>
              <a:ahLst/>
              <a:rect l="0" t="0" r="r" b="b"/>
              <a:pathLst>
                <a:path w="461" h="304">
                  <a:moveTo>
                    <a:pt x="426" y="304"/>
                  </a:moveTo>
                  <a:lnTo>
                    <a:pt x="444" y="275"/>
                  </a:lnTo>
                  <a:lnTo>
                    <a:pt x="461" y="246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8"/>
                  </a:lnTo>
                  <a:lnTo>
                    <a:pt x="426" y="3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06" name=""/>
            <p:cNvSpPr/>
            <p:nvPr/>
          </p:nvSpPr>
          <p:spPr>
            <a:xfrm rot="0">
              <a:off x="4643" y="3428"/>
              <a:ext cx="154" cy="101"/>
            </a:xfrm>
            <a:custGeom>
              <a:avLst/>
              <a:ahLst/>
              <a:rect l="0" t="0" r="r" b="b"/>
              <a:pathLst>
                <a:path w="461" h="304">
                  <a:moveTo>
                    <a:pt x="426" y="304"/>
                  </a:moveTo>
                  <a:lnTo>
                    <a:pt x="444" y="275"/>
                  </a:lnTo>
                  <a:lnTo>
                    <a:pt x="461" y="246"/>
                  </a:lnTo>
                  <a:lnTo>
                    <a:pt x="35" y="0"/>
                  </a:lnTo>
                  <a:lnTo>
                    <a:pt x="18" y="29"/>
                  </a:lnTo>
                  <a:lnTo>
                    <a:pt x="0" y="58"/>
                  </a:lnTo>
                  <a:lnTo>
                    <a:pt x="426" y="3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07" name=""/>
            <p:cNvSpPr/>
            <p:nvPr/>
          </p:nvSpPr>
          <p:spPr>
            <a:xfrm rot="0">
              <a:off x="4638" y="3426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5" y="62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08" name=""/>
            <p:cNvSpPr/>
            <p:nvPr/>
          </p:nvSpPr>
          <p:spPr>
            <a:xfrm rot="0">
              <a:off x="4638" y="3426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5" y="62"/>
                  </a:move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09" name=""/>
            <p:cNvSpPr/>
            <p:nvPr/>
          </p:nvSpPr>
          <p:spPr>
            <a:xfrm rot="0">
              <a:off x="4643" y="3426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8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3" y="55"/>
                  </a:lnTo>
                  <a:lnTo>
                    <a:pt x="35" y="62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10" name=""/>
            <p:cNvSpPr/>
            <p:nvPr/>
          </p:nvSpPr>
          <p:spPr>
            <a:xfrm rot="0">
              <a:off x="4643" y="3426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2" y="0"/>
                  </a:lnTo>
                  <a:lnTo>
                    <a:pt x="31" y="2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3" y="55"/>
                  </a:lnTo>
                  <a:lnTo>
                    <a:pt x="35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11" name=""/>
            <p:cNvSpPr/>
            <p:nvPr/>
          </p:nvSpPr>
          <p:spPr>
            <a:xfrm rot="0">
              <a:off x="4476" y="3428"/>
              <a:ext cx="179" cy="116"/>
            </a:xfrm>
            <a:custGeom>
              <a:avLst/>
              <a:ahLst/>
              <a:rect l="0" t="0" r="r" b="b"/>
              <a:pathLst>
                <a:path w="537" h="348">
                  <a:moveTo>
                    <a:pt x="537" y="58"/>
                  </a:moveTo>
                  <a:lnTo>
                    <a:pt x="520" y="29"/>
                  </a:lnTo>
                  <a:lnTo>
                    <a:pt x="502" y="0"/>
                  </a:lnTo>
                  <a:lnTo>
                    <a:pt x="0" y="290"/>
                  </a:lnTo>
                  <a:lnTo>
                    <a:pt x="17" y="319"/>
                  </a:lnTo>
                  <a:lnTo>
                    <a:pt x="34" y="348"/>
                  </a:lnTo>
                  <a:lnTo>
                    <a:pt x="53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12" name=""/>
            <p:cNvSpPr/>
            <p:nvPr/>
          </p:nvSpPr>
          <p:spPr>
            <a:xfrm rot="0">
              <a:off x="4476" y="3428"/>
              <a:ext cx="179" cy="116"/>
            </a:xfrm>
            <a:custGeom>
              <a:avLst/>
              <a:ahLst/>
              <a:rect l="0" t="0" r="r" b="b"/>
              <a:pathLst>
                <a:path w="537" h="348">
                  <a:moveTo>
                    <a:pt x="537" y="58"/>
                  </a:moveTo>
                  <a:lnTo>
                    <a:pt x="520" y="29"/>
                  </a:lnTo>
                  <a:lnTo>
                    <a:pt x="502" y="0"/>
                  </a:lnTo>
                  <a:lnTo>
                    <a:pt x="0" y="290"/>
                  </a:lnTo>
                  <a:lnTo>
                    <a:pt x="17" y="319"/>
                  </a:lnTo>
                  <a:lnTo>
                    <a:pt x="34" y="348"/>
                  </a:lnTo>
                  <a:lnTo>
                    <a:pt x="53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13" name=""/>
            <p:cNvSpPr/>
            <p:nvPr/>
          </p:nvSpPr>
          <p:spPr>
            <a:xfrm rot="0">
              <a:off x="4471" y="3524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60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14" name=""/>
            <p:cNvSpPr/>
            <p:nvPr/>
          </p:nvSpPr>
          <p:spPr>
            <a:xfrm rot="0">
              <a:off x="4471" y="3524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60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15" name=""/>
            <p:cNvSpPr/>
            <p:nvPr/>
          </p:nvSpPr>
          <p:spPr>
            <a:xfrm rot="0">
              <a:off x="5005" y="3557"/>
              <a:ext cx="14" cy="22"/>
            </a:xfrm>
            <a:custGeom>
              <a:avLst/>
              <a:ahLst/>
              <a:rect l="0" t="0" r="r" b="b"/>
              <a:pathLst>
                <a:path w="42" h="64">
                  <a:moveTo>
                    <a:pt x="9" y="33"/>
                  </a:moveTo>
                  <a:lnTo>
                    <a:pt x="0" y="1"/>
                  </a:lnTo>
                  <a:lnTo>
                    <a:pt x="9" y="0"/>
                  </a:lnTo>
                  <a:lnTo>
                    <a:pt x="20" y="1"/>
                  </a:lnTo>
                  <a:lnTo>
                    <a:pt x="29" y="7"/>
                  </a:lnTo>
                  <a:lnTo>
                    <a:pt x="37" y="13"/>
                  </a:lnTo>
                  <a:lnTo>
                    <a:pt x="41" y="24"/>
                  </a:lnTo>
                  <a:lnTo>
                    <a:pt x="42" y="33"/>
                  </a:lnTo>
                  <a:lnTo>
                    <a:pt x="41" y="43"/>
                  </a:lnTo>
                  <a:lnTo>
                    <a:pt x="36" y="53"/>
                  </a:lnTo>
                  <a:lnTo>
                    <a:pt x="29" y="60"/>
                  </a:lnTo>
                  <a:lnTo>
                    <a:pt x="19" y="64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16" name=""/>
            <p:cNvSpPr/>
            <p:nvPr/>
          </p:nvSpPr>
          <p:spPr>
            <a:xfrm rot="0">
              <a:off x="5005" y="3557"/>
              <a:ext cx="14" cy="22"/>
            </a:xfrm>
            <a:custGeom>
              <a:avLst/>
              <a:ahLst/>
              <a:rect l="0" t="0" r="r" b="b"/>
              <a:pathLst>
                <a:path w="42" h="64">
                  <a:moveTo>
                    <a:pt x="0" y="1"/>
                  </a:moveTo>
                  <a:lnTo>
                    <a:pt x="9" y="0"/>
                  </a:lnTo>
                  <a:lnTo>
                    <a:pt x="20" y="1"/>
                  </a:lnTo>
                  <a:lnTo>
                    <a:pt x="29" y="7"/>
                  </a:lnTo>
                  <a:lnTo>
                    <a:pt x="37" y="13"/>
                  </a:lnTo>
                  <a:lnTo>
                    <a:pt x="41" y="24"/>
                  </a:lnTo>
                  <a:lnTo>
                    <a:pt x="42" y="33"/>
                  </a:lnTo>
                  <a:lnTo>
                    <a:pt x="41" y="43"/>
                  </a:lnTo>
                  <a:lnTo>
                    <a:pt x="36" y="53"/>
                  </a:lnTo>
                  <a:lnTo>
                    <a:pt x="29" y="60"/>
                  </a:lnTo>
                  <a:lnTo>
                    <a:pt x="19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17" name=""/>
            <p:cNvSpPr/>
            <p:nvPr/>
          </p:nvSpPr>
          <p:spPr>
            <a:xfrm rot="0">
              <a:off x="4788" y="3558"/>
              <a:ext cx="223" cy="87"/>
            </a:xfrm>
            <a:custGeom>
              <a:avLst/>
              <a:ahLst/>
              <a:rect l="0" t="0" r="r" b="b"/>
              <a:pathLst>
                <a:path w="670" h="262">
                  <a:moveTo>
                    <a:pt x="670" y="63"/>
                  </a:moveTo>
                  <a:lnTo>
                    <a:pt x="660" y="32"/>
                  </a:lnTo>
                  <a:lnTo>
                    <a:pt x="651" y="0"/>
                  </a:lnTo>
                  <a:lnTo>
                    <a:pt x="0" y="199"/>
                  </a:lnTo>
                  <a:lnTo>
                    <a:pt x="10" y="230"/>
                  </a:lnTo>
                  <a:lnTo>
                    <a:pt x="19" y="262"/>
                  </a:lnTo>
                  <a:lnTo>
                    <a:pt x="67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18" name=""/>
            <p:cNvSpPr/>
            <p:nvPr/>
          </p:nvSpPr>
          <p:spPr>
            <a:xfrm rot="0">
              <a:off x="4788" y="3558"/>
              <a:ext cx="223" cy="87"/>
            </a:xfrm>
            <a:custGeom>
              <a:avLst/>
              <a:ahLst/>
              <a:rect l="0" t="0" r="r" b="b"/>
              <a:pathLst>
                <a:path w="670" h="262">
                  <a:moveTo>
                    <a:pt x="670" y="63"/>
                  </a:moveTo>
                  <a:lnTo>
                    <a:pt x="660" y="32"/>
                  </a:lnTo>
                  <a:lnTo>
                    <a:pt x="651" y="0"/>
                  </a:lnTo>
                  <a:lnTo>
                    <a:pt x="0" y="199"/>
                  </a:lnTo>
                  <a:lnTo>
                    <a:pt x="10" y="230"/>
                  </a:lnTo>
                  <a:lnTo>
                    <a:pt x="19" y="262"/>
                  </a:lnTo>
                  <a:lnTo>
                    <a:pt x="67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19" name=""/>
            <p:cNvSpPr/>
            <p:nvPr/>
          </p:nvSpPr>
          <p:spPr>
            <a:xfrm rot="0">
              <a:off x="4780" y="3624"/>
              <a:ext cx="14" cy="21"/>
            </a:xfrm>
            <a:custGeom>
              <a:avLst/>
              <a:ahLst/>
              <a:rect l="0" t="0" r="r" b="b"/>
              <a:pathLst>
                <a:path w="42" h="64">
                  <a:moveTo>
                    <a:pt x="33" y="31"/>
                  </a:moveTo>
                  <a:lnTo>
                    <a:pt x="42" y="63"/>
                  </a:lnTo>
                  <a:lnTo>
                    <a:pt x="33" y="64"/>
                  </a:lnTo>
                  <a:lnTo>
                    <a:pt x="22" y="63"/>
                  </a:lnTo>
                  <a:lnTo>
                    <a:pt x="13" y="58"/>
                  </a:lnTo>
                  <a:lnTo>
                    <a:pt x="5" y="51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3" y="4"/>
                  </a:lnTo>
                  <a:lnTo>
                    <a:pt x="23" y="0"/>
                  </a:lnTo>
                  <a:lnTo>
                    <a:pt x="3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20" name=""/>
            <p:cNvSpPr/>
            <p:nvPr/>
          </p:nvSpPr>
          <p:spPr>
            <a:xfrm rot="0">
              <a:off x="4780" y="3624"/>
              <a:ext cx="14" cy="21"/>
            </a:xfrm>
            <a:custGeom>
              <a:avLst/>
              <a:ahLst/>
              <a:rect l="0" t="0" r="r" b="b"/>
              <a:pathLst>
                <a:path w="42" h="64">
                  <a:moveTo>
                    <a:pt x="42" y="63"/>
                  </a:moveTo>
                  <a:lnTo>
                    <a:pt x="33" y="64"/>
                  </a:lnTo>
                  <a:lnTo>
                    <a:pt x="22" y="63"/>
                  </a:lnTo>
                  <a:lnTo>
                    <a:pt x="13" y="58"/>
                  </a:lnTo>
                  <a:lnTo>
                    <a:pt x="5" y="51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3" y="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21" name=""/>
            <p:cNvSpPr/>
            <p:nvPr/>
          </p:nvSpPr>
          <p:spPr>
            <a:xfrm rot="0">
              <a:off x="4780" y="3634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22" name=""/>
            <p:cNvSpPr/>
            <p:nvPr/>
          </p:nvSpPr>
          <p:spPr>
            <a:xfrm rot="0">
              <a:off x="4780" y="3634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23" name=""/>
            <p:cNvSpPr/>
            <p:nvPr/>
          </p:nvSpPr>
          <p:spPr>
            <a:xfrm rot="0">
              <a:off x="4780" y="3519"/>
              <a:ext cx="23" cy="115"/>
            </a:xfrm>
            <a:custGeom>
              <a:avLst/>
              <a:ahLst/>
              <a:rect l="0" t="0" r="r" b="b"/>
              <a:pathLst>
                <a:path w="67" h="345">
                  <a:moveTo>
                    <a:pt x="0" y="345"/>
                  </a:moveTo>
                  <a:lnTo>
                    <a:pt x="33" y="345"/>
                  </a:lnTo>
                  <a:lnTo>
                    <a:pt x="67" y="34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24" name=""/>
            <p:cNvSpPr/>
            <p:nvPr/>
          </p:nvSpPr>
          <p:spPr>
            <a:xfrm rot="0">
              <a:off x="4780" y="3519"/>
              <a:ext cx="23" cy="115"/>
            </a:xfrm>
            <a:custGeom>
              <a:avLst/>
              <a:ahLst/>
              <a:rect l="0" t="0" r="r" b="b"/>
              <a:pathLst>
                <a:path w="67" h="345">
                  <a:moveTo>
                    <a:pt x="0" y="345"/>
                  </a:moveTo>
                  <a:lnTo>
                    <a:pt x="33" y="345"/>
                  </a:lnTo>
                  <a:lnTo>
                    <a:pt x="67" y="34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25" name=""/>
            <p:cNvSpPr/>
            <p:nvPr/>
          </p:nvSpPr>
          <p:spPr>
            <a:xfrm rot="0">
              <a:off x="4780" y="3508"/>
              <a:ext cx="23" cy="11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26" name=""/>
            <p:cNvSpPr/>
            <p:nvPr/>
          </p:nvSpPr>
          <p:spPr>
            <a:xfrm rot="0">
              <a:off x="4780" y="3508"/>
              <a:ext cx="23" cy="11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68" name=""/>
          <p:cNvGrpSpPr/>
          <p:nvPr/>
        </p:nvGrpSpPr>
        <p:grpSpPr>
          <a:xfrm rot="0">
            <a:off x="4657725" y="4354512"/>
            <a:ext cx="3659187" cy="2122487"/>
            <a:chOff x="2934" y="2743"/>
            <a:chExt cx="2305" cy="1337"/>
          </a:xfrm>
        </p:grpSpPr>
        <p:sp>
          <p:nvSpPr>
            <p:cNvPr id="1056227" name=""/>
            <p:cNvSpPr/>
            <p:nvPr/>
          </p:nvSpPr>
          <p:spPr>
            <a:xfrm rot="0">
              <a:off x="4788" y="3508"/>
              <a:ext cx="14" cy="22"/>
            </a:xfrm>
            <a:custGeom>
              <a:avLst/>
              <a:ahLst/>
              <a:rect l="0" t="0" r="r" b="b"/>
              <a:pathLst>
                <a:path w="42" h="64">
                  <a:moveTo>
                    <a:pt x="10" y="33"/>
                  </a:moveTo>
                  <a:lnTo>
                    <a:pt x="0" y="1"/>
                  </a:lnTo>
                  <a:lnTo>
                    <a:pt x="10" y="0"/>
                  </a:lnTo>
                  <a:lnTo>
                    <a:pt x="20" y="1"/>
                  </a:lnTo>
                  <a:lnTo>
                    <a:pt x="29" y="6"/>
                  </a:lnTo>
                  <a:lnTo>
                    <a:pt x="37" y="13"/>
                  </a:lnTo>
                  <a:lnTo>
                    <a:pt x="41" y="23"/>
                  </a:lnTo>
                  <a:lnTo>
                    <a:pt x="42" y="33"/>
                  </a:lnTo>
                  <a:lnTo>
                    <a:pt x="41" y="43"/>
                  </a:lnTo>
                  <a:lnTo>
                    <a:pt x="36" y="52"/>
                  </a:lnTo>
                  <a:lnTo>
                    <a:pt x="29" y="60"/>
                  </a:lnTo>
                  <a:lnTo>
                    <a:pt x="19" y="64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28" name=""/>
            <p:cNvSpPr/>
            <p:nvPr/>
          </p:nvSpPr>
          <p:spPr>
            <a:xfrm rot="0">
              <a:off x="4788" y="3508"/>
              <a:ext cx="14" cy="22"/>
            </a:xfrm>
            <a:custGeom>
              <a:avLst/>
              <a:ahLst/>
              <a:rect l="0" t="0" r="r" b="b"/>
              <a:pathLst>
                <a:path w="42" h="64">
                  <a:moveTo>
                    <a:pt x="0" y="1"/>
                  </a:moveTo>
                  <a:lnTo>
                    <a:pt x="10" y="0"/>
                  </a:lnTo>
                  <a:lnTo>
                    <a:pt x="20" y="1"/>
                  </a:lnTo>
                  <a:lnTo>
                    <a:pt x="29" y="6"/>
                  </a:lnTo>
                  <a:lnTo>
                    <a:pt x="37" y="13"/>
                  </a:lnTo>
                  <a:lnTo>
                    <a:pt x="41" y="23"/>
                  </a:lnTo>
                  <a:lnTo>
                    <a:pt x="42" y="33"/>
                  </a:lnTo>
                  <a:lnTo>
                    <a:pt x="41" y="43"/>
                  </a:lnTo>
                  <a:lnTo>
                    <a:pt x="36" y="52"/>
                  </a:lnTo>
                  <a:lnTo>
                    <a:pt x="29" y="60"/>
                  </a:lnTo>
                  <a:lnTo>
                    <a:pt x="19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29" name=""/>
            <p:cNvSpPr/>
            <p:nvPr/>
          </p:nvSpPr>
          <p:spPr>
            <a:xfrm rot="0">
              <a:off x="4569" y="3509"/>
              <a:ext cx="225" cy="88"/>
            </a:xfrm>
            <a:custGeom>
              <a:avLst/>
              <a:ahLst/>
              <a:rect l="0" t="0" r="r" b="b"/>
              <a:pathLst>
                <a:path w="676" h="264">
                  <a:moveTo>
                    <a:pt x="676" y="63"/>
                  </a:moveTo>
                  <a:lnTo>
                    <a:pt x="667" y="32"/>
                  </a:lnTo>
                  <a:lnTo>
                    <a:pt x="657" y="0"/>
                  </a:lnTo>
                  <a:lnTo>
                    <a:pt x="0" y="201"/>
                  </a:lnTo>
                  <a:lnTo>
                    <a:pt x="9" y="233"/>
                  </a:lnTo>
                  <a:lnTo>
                    <a:pt x="18" y="264"/>
                  </a:lnTo>
                  <a:lnTo>
                    <a:pt x="67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30" name=""/>
            <p:cNvSpPr/>
            <p:nvPr/>
          </p:nvSpPr>
          <p:spPr>
            <a:xfrm rot="0">
              <a:off x="4569" y="3509"/>
              <a:ext cx="225" cy="88"/>
            </a:xfrm>
            <a:custGeom>
              <a:avLst/>
              <a:ahLst/>
              <a:rect l="0" t="0" r="r" b="b"/>
              <a:pathLst>
                <a:path w="676" h="264">
                  <a:moveTo>
                    <a:pt x="676" y="63"/>
                  </a:moveTo>
                  <a:lnTo>
                    <a:pt x="667" y="32"/>
                  </a:lnTo>
                  <a:lnTo>
                    <a:pt x="657" y="0"/>
                  </a:lnTo>
                  <a:lnTo>
                    <a:pt x="0" y="201"/>
                  </a:lnTo>
                  <a:lnTo>
                    <a:pt x="9" y="233"/>
                  </a:lnTo>
                  <a:lnTo>
                    <a:pt x="18" y="264"/>
                  </a:lnTo>
                  <a:lnTo>
                    <a:pt x="67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31" name=""/>
            <p:cNvSpPr/>
            <p:nvPr/>
          </p:nvSpPr>
          <p:spPr>
            <a:xfrm rot="0">
              <a:off x="4561" y="3576"/>
              <a:ext cx="14" cy="21"/>
            </a:xfrm>
            <a:custGeom>
              <a:avLst/>
              <a:ahLst/>
              <a:rect l="0" t="0" r="r" b="b"/>
              <a:pathLst>
                <a:path w="42" h="65">
                  <a:moveTo>
                    <a:pt x="33" y="32"/>
                  </a:moveTo>
                  <a:lnTo>
                    <a:pt x="42" y="63"/>
                  </a:lnTo>
                  <a:lnTo>
                    <a:pt x="33" y="65"/>
                  </a:lnTo>
                  <a:lnTo>
                    <a:pt x="23" y="63"/>
                  </a:lnTo>
                  <a:lnTo>
                    <a:pt x="13" y="58"/>
                  </a:lnTo>
                  <a:lnTo>
                    <a:pt x="6" y="52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1"/>
                  </a:lnTo>
                  <a:lnTo>
                    <a:pt x="7" y="12"/>
                  </a:lnTo>
                  <a:lnTo>
                    <a:pt x="13" y="4"/>
                  </a:lnTo>
                  <a:lnTo>
                    <a:pt x="24" y="0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32" name=""/>
            <p:cNvSpPr/>
            <p:nvPr/>
          </p:nvSpPr>
          <p:spPr>
            <a:xfrm rot="0">
              <a:off x="4561" y="3576"/>
              <a:ext cx="14" cy="21"/>
            </a:xfrm>
            <a:custGeom>
              <a:avLst/>
              <a:ahLst/>
              <a:rect l="0" t="0" r="r" b="b"/>
              <a:pathLst>
                <a:path w="42" h="65">
                  <a:moveTo>
                    <a:pt x="42" y="63"/>
                  </a:moveTo>
                  <a:lnTo>
                    <a:pt x="33" y="65"/>
                  </a:lnTo>
                  <a:lnTo>
                    <a:pt x="23" y="63"/>
                  </a:lnTo>
                  <a:lnTo>
                    <a:pt x="13" y="58"/>
                  </a:lnTo>
                  <a:lnTo>
                    <a:pt x="6" y="52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1"/>
                  </a:lnTo>
                  <a:lnTo>
                    <a:pt x="7" y="12"/>
                  </a:lnTo>
                  <a:lnTo>
                    <a:pt x="13" y="4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33" name=""/>
            <p:cNvSpPr/>
            <p:nvPr/>
          </p:nvSpPr>
          <p:spPr>
            <a:xfrm rot="0">
              <a:off x="5224" y="3615"/>
              <a:ext cx="14" cy="22"/>
            </a:xfrm>
            <a:custGeom>
              <a:avLst/>
              <a:ahLst/>
              <a:rect l="0" t="0" r="r" b="b"/>
              <a:pathLst>
                <a:path w="42" h="64">
                  <a:moveTo>
                    <a:pt x="9" y="32"/>
                  </a:moveTo>
                  <a:lnTo>
                    <a:pt x="0" y="1"/>
                  </a:lnTo>
                  <a:lnTo>
                    <a:pt x="9" y="0"/>
                  </a:lnTo>
                  <a:lnTo>
                    <a:pt x="19" y="1"/>
                  </a:lnTo>
                  <a:lnTo>
                    <a:pt x="29" y="6"/>
                  </a:lnTo>
                  <a:lnTo>
                    <a:pt x="36" y="13"/>
                  </a:lnTo>
                  <a:lnTo>
                    <a:pt x="40" y="23"/>
                  </a:lnTo>
                  <a:lnTo>
                    <a:pt x="42" y="32"/>
                  </a:lnTo>
                  <a:lnTo>
                    <a:pt x="40" y="43"/>
                  </a:lnTo>
                  <a:lnTo>
                    <a:pt x="35" y="52"/>
                  </a:lnTo>
                  <a:lnTo>
                    <a:pt x="29" y="60"/>
                  </a:lnTo>
                  <a:lnTo>
                    <a:pt x="18" y="64"/>
                  </a:lnTo>
                  <a:lnTo>
                    <a:pt x="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34" name=""/>
            <p:cNvSpPr/>
            <p:nvPr/>
          </p:nvSpPr>
          <p:spPr>
            <a:xfrm rot="0">
              <a:off x="5224" y="3615"/>
              <a:ext cx="14" cy="22"/>
            </a:xfrm>
            <a:custGeom>
              <a:avLst/>
              <a:ahLst/>
              <a:rect l="0" t="0" r="r" b="b"/>
              <a:pathLst>
                <a:path w="42" h="64">
                  <a:moveTo>
                    <a:pt x="0" y="1"/>
                  </a:moveTo>
                  <a:lnTo>
                    <a:pt x="9" y="0"/>
                  </a:lnTo>
                  <a:lnTo>
                    <a:pt x="19" y="1"/>
                  </a:lnTo>
                  <a:lnTo>
                    <a:pt x="29" y="6"/>
                  </a:lnTo>
                  <a:lnTo>
                    <a:pt x="36" y="13"/>
                  </a:lnTo>
                  <a:lnTo>
                    <a:pt x="40" y="23"/>
                  </a:lnTo>
                  <a:lnTo>
                    <a:pt x="42" y="32"/>
                  </a:lnTo>
                  <a:lnTo>
                    <a:pt x="40" y="43"/>
                  </a:lnTo>
                  <a:lnTo>
                    <a:pt x="35" y="52"/>
                  </a:lnTo>
                  <a:lnTo>
                    <a:pt x="29" y="60"/>
                  </a:lnTo>
                  <a:lnTo>
                    <a:pt x="18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35" name=""/>
            <p:cNvSpPr/>
            <p:nvPr/>
          </p:nvSpPr>
          <p:spPr>
            <a:xfrm rot="0">
              <a:off x="4569" y="3616"/>
              <a:ext cx="661" cy="221"/>
            </a:xfrm>
            <a:custGeom>
              <a:avLst/>
              <a:ahLst/>
              <a:rect l="0" t="0" r="r" b="b"/>
              <a:pathLst>
                <a:path w="1984" h="664">
                  <a:moveTo>
                    <a:pt x="1984" y="63"/>
                  </a:moveTo>
                  <a:lnTo>
                    <a:pt x="1975" y="31"/>
                  </a:lnTo>
                  <a:lnTo>
                    <a:pt x="1966" y="0"/>
                  </a:lnTo>
                  <a:lnTo>
                    <a:pt x="0" y="601"/>
                  </a:lnTo>
                  <a:lnTo>
                    <a:pt x="9" y="633"/>
                  </a:lnTo>
                  <a:lnTo>
                    <a:pt x="18" y="664"/>
                  </a:lnTo>
                  <a:lnTo>
                    <a:pt x="198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36" name=""/>
            <p:cNvSpPr/>
            <p:nvPr/>
          </p:nvSpPr>
          <p:spPr>
            <a:xfrm rot="0">
              <a:off x="4569" y="3616"/>
              <a:ext cx="661" cy="221"/>
            </a:xfrm>
            <a:custGeom>
              <a:avLst/>
              <a:ahLst/>
              <a:rect l="0" t="0" r="r" b="b"/>
              <a:pathLst>
                <a:path w="1984" h="664">
                  <a:moveTo>
                    <a:pt x="1984" y="63"/>
                  </a:moveTo>
                  <a:lnTo>
                    <a:pt x="1975" y="31"/>
                  </a:lnTo>
                  <a:lnTo>
                    <a:pt x="1966" y="0"/>
                  </a:lnTo>
                  <a:lnTo>
                    <a:pt x="0" y="601"/>
                  </a:lnTo>
                  <a:lnTo>
                    <a:pt x="9" y="633"/>
                  </a:lnTo>
                  <a:lnTo>
                    <a:pt x="18" y="664"/>
                  </a:lnTo>
                  <a:lnTo>
                    <a:pt x="198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37" name=""/>
            <p:cNvSpPr/>
            <p:nvPr/>
          </p:nvSpPr>
          <p:spPr>
            <a:xfrm rot="0">
              <a:off x="4561" y="3816"/>
              <a:ext cx="14" cy="21"/>
            </a:xfrm>
            <a:custGeom>
              <a:avLst/>
              <a:ahLst/>
              <a:rect l="0" t="0" r="r" b="b"/>
              <a:pathLst>
                <a:path w="42" h="64">
                  <a:moveTo>
                    <a:pt x="33" y="32"/>
                  </a:moveTo>
                  <a:lnTo>
                    <a:pt x="42" y="63"/>
                  </a:lnTo>
                  <a:lnTo>
                    <a:pt x="33" y="64"/>
                  </a:lnTo>
                  <a:lnTo>
                    <a:pt x="23" y="63"/>
                  </a:lnTo>
                  <a:lnTo>
                    <a:pt x="13" y="58"/>
                  </a:lnTo>
                  <a:lnTo>
                    <a:pt x="6" y="51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1"/>
                  </a:lnTo>
                  <a:lnTo>
                    <a:pt x="7" y="12"/>
                  </a:lnTo>
                  <a:lnTo>
                    <a:pt x="13" y="4"/>
                  </a:lnTo>
                  <a:lnTo>
                    <a:pt x="24" y="0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38" name=""/>
            <p:cNvSpPr/>
            <p:nvPr/>
          </p:nvSpPr>
          <p:spPr>
            <a:xfrm rot="0">
              <a:off x="4561" y="3816"/>
              <a:ext cx="14" cy="21"/>
            </a:xfrm>
            <a:custGeom>
              <a:avLst/>
              <a:ahLst/>
              <a:rect l="0" t="0" r="r" b="b"/>
              <a:pathLst>
                <a:path w="42" h="64">
                  <a:moveTo>
                    <a:pt x="42" y="63"/>
                  </a:moveTo>
                  <a:lnTo>
                    <a:pt x="33" y="64"/>
                  </a:lnTo>
                  <a:lnTo>
                    <a:pt x="23" y="63"/>
                  </a:lnTo>
                  <a:lnTo>
                    <a:pt x="13" y="58"/>
                  </a:lnTo>
                  <a:lnTo>
                    <a:pt x="6" y="51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1"/>
                  </a:lnTo>
                  <a:lnTo>
                    <a:pt x="7" y="12"/>
                  </a:lnTo>
                  <a:lnTo>
                    <a:pt x="13" y="4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39" name=""/>
            <p:cNvSpPr/>
            <p:nvPr/>
          </p:nvSpPr>
          <p:spPr>
            <a:xfrm rot="0">
              <a:off x="5216" y="362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40" name=""/>
            <p:cNvSpPr/>
            <p:nvPr/>
          </p:nvSpPr>
          <p:spPr>
            <a:xfrm rot="0">
              <a:off x="5216" y="362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41" name=""/>
            <p:cNvSpPr/>
            <p:nvPr/>
          </p:nvSpPr>
          <p:spPr>
            <a:xfrm rot="0">
              <a:off x="5216" y="3386"/>
              <a:ext cx="23" cy="240"/>
            </a:xfrm>
            <a:custGeom>
              <a:avLst/>
              <a:ahLst/>
              <a:rect l="0" t="0" r="r" b="b"/>
              <a:pathLst>
                <a:path w="67" h="720">
                  <a:moveTo>
                    <a:pt x="0" y="720"/>
                  </a:moveTo>
                  <a:lnTo>
                    <a:pt x="33" y="720"/>
                  </a:lnTo>
                  <a:lnTo>
                    <a:pt x="67" y="72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42" name=""/>
            <p:cNvSpPr/>
            <p:nvPr/>
          </p:nvSpPr>
          <p:spPr>
            <a:xfrm rot="0">
              <a:off x="5216" y="3386"/>
              <a:ext cx="23" cy="240"/>
            </a:xfrm>
            <a:custGeom>
              <a:avLst/>
              <a:ahLst/>
              <a:rect l="0" t="0" r="r" b="b"/>
              <a:pathLst>
                <a:path w="67" h="720">
                  <a:moveTo>
                    <a:pt x="0" y="720"/>
                  </a:moveTo>
                  <a:lnTo>
                    <a:pt x="33" y="720"/>
                  </a:lnTo>
                  <a:lnTo>
                    <a:pt x="67" y="72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43" name=""/>
            <p:cNvSpPr/>
            <p:nvPr/>
          </p:nvSpPr>
          <p:spPr>
            <a:xfrm rot="0">
              <a:off x="5216" y="3375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44" name=""/>
            <p:cNvSpPr/>
            <p:nvPr/>
          </p:nvSpPr>
          <p:spPr>
            <a:xfrm rot="0">
              <a:off x="5216" y="3375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45" name=""/>
            <p:cNvSpPr/>
            <p:nvPr/>
          </p:nvSpPr>
          <p:spPr>
            <a:xfrm rot="0">
              <a:off x="5224" y="3375"/>
              <a:ext cx="14" cy="21"/>
            </a:xfrm>
            <a:custGeom>
              <a:avLst/>
              <a:ahLst/>
              <a:rect l="0" t="0" r="r" b="b"/>
              <a:pathLst>
                <a:path w="42" h="64">
                  <a:moveTo>
                    <a:pt x="9" y="33"/>
                  </a:moveTo>
                  <a:lnTo>
                    <a:pt x="0" y="1"/>
                  </a:lnTo>
                  <a:lnTo>
                    <a:pt x="9" y="0"/>
                  </a:lnTo>
                  <a:lnTo>
                    <a:pt x="19" y="1"/>
                  </a:lnTo>
                  <a:lnTo>
                    <a:pt x="29" y="6"/>
                  </a:lnTo>
                  <a:lnTo>
                    <a:pt x="36" y="13"/>
                  </a:lnTo>
                  <a:lnTo>
                    <a:pt x="40" y="24"/>
                  </a:lnTo>
                  <a:lnTo>
                    <a:pt x="42" y="33"/>
                  </a:lnTo>
                  <a:lnTo>
                    <a:pt x="40" y="43"/>
                  </a:lnTo>
                  <a:lnTo>
                    <a:pt x="35" y="52"/>
                  </a:lnTo>
                  <a:lnTo>
                    <a:pt x="29" y="60"/>
                  </a:lnTo>
                  <a:lnTo>
                    <a:pt x="18" y="64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46" name=""/>
            <p:cNvSpPr/>
            <p:nvPr/>
          </p:nvSpPr>
          <p:spPr>
            <a:xfrm rot="0">
              <a:off x="5224" y="3375"/>
              <a:ext cx="14" cy="21"/>
            </a:xfrm>
            <a:custGeom>
              <a:avLst/>
              <a:ahLst/>
              <a:rect l="0" t="0" r="r" b="b"/>
              <a:pathLst>
                <a:path w="42" h="64">
                  <a:moveTo>
                    <a:pt x="0" y="1"/>
                  </a:moveTo>
                  <a:lnTo>
                    <a:pt x="9" y="0"/>
                  </a:lnTo>
                  <a:lnTo>
                    <a:pt x="19" y="1"/>
                  </a:lnTo>
                  <a:lnTo>
                    <a:pt x="29" y="6"/>
                  </a:lnTo>
                  <a:lnTo>
                    <a:pt x="36" y="13"/>
                  </a:lnTo>
                  <a:lnTo>
                    <a:pt x="40" y="24"/>
                  </a:lnTo>
                  <a:lnTo>
                    <a:pt x="42" y="33"/>
                  </a:lnTo>
                  <a:lnTo>
                    <a:pt x="40" y="43"/>
                  </a:lnTo>
                  <a:lnTo>
                    <a:pt x="35" y="52"/>
                  </a:lnTo>
                  <a:lnTo>
                    <a:pt x="29" y="60"/>
                  </a:lnTo>
                  <a:lnTo>
                    <a:pt x="18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47" name=""/>
            <p:cNvSpPr/>
            <p:nvPr/>
          </p:nvSpPr>
          <p:spPr>
            <a:xfrm rot="0">
              <a:off x="5005" y="3375"/>
              <a:ext cx="225" cy="89"/>
            </a:xfrm>
            <a:custGeom>
              <a:avLst/>
              <a:ahLst/>
              <a:rect l="0" t="0" r="r" b="b"/>
              <a:pathLst>
                <a:path w="676" h="265">
                  <a:moveTo>
                    <a:pt x="676" y="63"/>
                  </a:moveTo>
                  <a:lnTo>
                    <a:pt x="667" y="32"/>
                  </a:lnTo>
                  <a:lnTo>
                    <a:pt x="658" y="0"/>
                  </a:lnTo>
                  <a:lnTo>
                    <a:pt x="0" y="201"/>
                  </a:lnTo>
                  <a:lnTo>
                    <a:pt x="9" y="233"/>
                  </a:lnTo>
                  <a:lnTo>
                    <a:pt x="19" y="265"/>
                  </a:lnTo>
                  <a:lnTo>
                    <a:pt x="67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48" name=""/>
            <p:cNvSpPr/>
            <p:nvPr/>
          </p:nvSpPr>
          <p:spPr>
            <a:xfrm rot="0">
              <a:off x="5005" y="3375"/>
              <a:ext cx="225" cy="89"/>
            </a:xfrm>
            <a:custGeom>
              <a:avLst/>
              <a:ahLst/>
              <a:rect l="0" t="0" r="r" b="b"/>
              <a:pathLst>
                <a:path w="676" h="265">
                  <a:moveTo>
                    <a:pt x="676" y="63"/>
                  </a:moveTo>
                  <a:lnTo>
                    <a:pt x="667" y="32"/>
                  </a:lnTo>
                  <a:lnTo>
                    <a:pt x="658" y="0"/>
                  </a:lnTo>
                  <a:lnTo>
                    <a:pt x="0" y="201"/>
                  </a:lnTo>
                  <a:lnTo>
                    <a:pt x="9" y="233"/>
                  </a:lnTo>
                  <a:lnTo>
                    <a:pt x="19" y="265"/>
                  </a:lnTo>
                  <a:lnTo>
                    <a:pt x="67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49" name=""/>
            <p:cNvSpPr/>
            <p:nvPr/>
          </p:nvSpPr>
          <p:spPr>
            <a:xfrm rot="0">
              <a:off x="4997" y="3442"/>
              <a:ext cx="14" cy="22"/>
            </a:xfrm>
            <a:custGeom>
              <a:avLst/>
              <a:ahLst/>
              <a:rect l="0" t="0" r="r" b="b"/>
              <a:pathLst>
                <a:path w="42" h="65">
                  <a:moveTo>
                    <a:pt x="32" y="32"/>
                  </a:moveTo>
                  <a:lnTo>
                    <a:pt x="42" y="64"/>
                  </a:lnTo>
                  <a:lnTo>
                    <a:pt x="32" y="65"/>
                  </a:lnTo>
                  <a:lnTo>
                    <a:pt x="22" y="64"/>
                  </a:lnTo>
                  <a:lnTo>
                    <a:pt x="13" y="58"/>
                  </a:lnTo>
                  <a:lnTo>
                    <a:pt x="5" y="52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3" y="4"/>
                  </a:lnTo>
                  <a:lnTo>
                    <a:pt x="23" y="0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50" name=""/>
            <p:cNvSpPr/>
            <p:nvPr/>
          </p:nvSpPr>
          <p:spPr>
            <a:xfrm rot="0">
              <a:off x="4997" y="3442"/>
              <a:ext cx="14" cy="22"/>
            </a:xfrm>
            <a:custGeom>
              <a:avLst/>
              <a:ahLst/>
              <a:rect l="0" t="0" r="r" b="b"/>
              <a:pathLst>
                <a:path w="42" h="65">
                  <a:moveTo>
                    <a:pt x="42" y="64"/>
                  </a:moveTo>
                  <a:lnTo>
                    <a:pt x="32" y="65"/>
                  </a:lnTo>
                  <a:lnTo>
                    <a:pt x="22" y="64"/>
                  </a:lnTo>
                  <a:lnTo>
                    <a:pt x="13" y="58"/>
                  </a:lnTo>
                  <a:lnTo>
                    <a:pt x="5" y="52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3" y="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51" name=""/>
            <p:cNvSpPr/>
            <p:nvPr/>
          </p:nvSpPr>
          <p:spPr>
            <a:xfrm rot="0">
              <a:off x="4997" y="3442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52" name=""/>
            <p:cNvSpPr/>
            <p:nvPr/>
          </p:nvSpPr>
          <p:spPr>
            <a:xfrm rot="0">
              <a:off x="4997" y="3442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53" name=""/>
            <p:cNvSpPr/>
            <p:nvPr/>
          </p:nvSpPr>
          <p:spPr>
            <a:xfrm rot="0">
              <a:off x="4997" y="3453"/>
              <a:ext cx="23" cy="115"/>
            </a:xfrm>
            <a:custGeom>
              <a:avLst/>
              <a:ahLst/>
              <a:rect l="0" t="0" r="r" b="b"/>
              <a:pathLst>
                <a:path w="67" h="346">
                  <a:moveTo>
                    <a:pt x="67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46"/>
                  </a:lnTo>
                  <a:lnTo>
                    <a:pt x="32" y="346"/>
                  </a:lnTo>
                  <a:lnTo>
                    <a:pt x="67" y="346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54" name=""/>
            <p:cNvSpPr/>
            <p:nvPr/>
          </p:nvSpPr>
          <p:spPr>
            <a:xfrm rot="0">
              <a:off x="4997" y="3453"/>
              <a:ext cx="23" cy="115"/>
            </a:xfrm>
            <a:custGeom>
              <a:avLst/>
              <a:ahLst/>
              <a:rect l="0" t="0" r="r" b="b"/>
              <a:pathLst>
                <a:path w="67" h="346">
                  <a:moveTo>
                    <a:pt x="67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46"/>
                  </a:lnTo>
                  <a:lnTo>
                    <a:pt x="32" y="346"/>
                  </a:lnTo>
                  <a:lnTo>
                    <a:pt x="67" y="346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55" name=""/>
            <p:cNvSpPr/>
            <p:nvPr/>
          </p:nvSpPr>
          <p:spPr>
            <a:xfrm rot="0">
              <a:off x="4997" y="3568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2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56" name=""/>
            <p:cNvSpPr/>
            <p:nvPr/>
          </p:nvSpPr>
          <p:spPr>
            <a:xfrm rot="0">
              <a:off x="4997" y="3568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57" name=""/>
            <p:cNvSpPr/>
            <p:nvPr/>
          </p:nvSpPr>
          <p:spPr>
            <a:xfrm rot="0">
              <a:off x="4561" y="3827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58" name=""/>
            <p:cNvSpPr/>
            <p:nvPr/>
          </p:nvSpPr>
          <p:spPr>
            <a:xfrm rot="0">
              <a:off x="4561" y="3827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59" name=""/>
            <p:cNvSpPr/>
            <p:nvPr/>
          </p:nvSpPr>
          <p:spPr>
            <a:xfrm rot="0">
              <a:off x="4561" y="3586"/>
              <a:ext cx="22" cy="241"/>
            </a:xfrm>
            <a:custGeom>
              <a:avLst/>
              <a:ahLst/>
              <a:rect l="0" t="0" r="r" b="b"/>
              <a:pathLst>
                <a:path w="67" h="721">
                  <a:moveTo>
                    <a:pt x="0" y="721"/>
                  </a:moveTo>
                  <a:lnTo>
                    <a:pt x="33" y="721"/>
                  </a:lnTo>
                  <a:lnTo>
                    <a:pt x="67" y="7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60" name=""/>
            <p:cNvSpPr/>
            <p:nvPr/>
          </p:nvSpPr>
          <p:spPr>
            <a:xfrm rot="0">
              <a:off x="4561" y="3586"/>
              <a:ext cx="22" cy="241"/>
            </a:xfrm>
            <a:custGeom>
              <a:avLst/>
              <a:ahLst/>
              <a:rect l="0" t="0" r="r" b="b"/>
              <a:pathLst>
                <a:path w="67" h="721">
                  <a:moveTo>
                    <a:pt x="0" y="721"/>
                  </a:moveTo>
                  <a:lnTo>
                    <a:pt x="33" y="721"/>
                  </a:lnTo>
                  <a:lnTo>
                    <a:pt x="67" y="7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61" name=""/>
            <p:cNvSpPr/>
            <p:nvPr/>
          </p:nvSpPr>
          <p:spPr>
            <a:xfrm rot="0">
              <a:off x="4561" y="357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62" name=""/>
            <p:cNvSpPr/>
            <p:nvPr/>
          </p:nvSpPr>
          <p:spPr>
            <a:xfrm rot="0">
              <a:off x="4561" y="357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63" name=""/>
            <p:cNvSpPr/>
            <p:nvPr/>
          </p:nvSpPr>
          <p:spPr>
            <a:xfrm rot="0">
              <a:off x="4471" y="3523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6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64" name=""/>
            <p:cNvSpPr/>
            <p:nvPr/>
          </p:nvSpPr>
          <p:spPr>
            <a:xfrm rot="0">
              <a:off x="4471" y="3523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6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65" name=""/>
            <p:cNvSpPr/>
            <p:nvPr/>
          </p:nvSpPr>
          <p:spPr>
            <a:xfrm rot="0">
              <a:off x="4476" y="3524"/>
              <a:ext cx="102" cy="72"/>
            </a:xfrm>
            <a:custGeom>
              <a:avLst/>
              <a:ahLst/>
              <a:rect l="0" t="0" r="r" b="b"/>
              <a:pathLst>
                <a:path w="305" h="215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271" y="215"/>
                  </a:lnTo>
                  <a:lnTo>
                    <a:pt x="288" y="186"/>
                  </a:lnTo>
                  <a:lnTo>
                    <a:pt x="305" y="157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66" name=""/>
            <p:cNvSpPr/>
            <p:nvPr/>
          </p:nvSpPr>
          <p:spPr>
            <a:xfrm rot="0">
              <a:off x="4476" y="3524"/>
              <a:ext cx="102" cy="72"/>
            </a:xfrm>
            <a:custGeom>
              <a:avLst/>
              <a:ahLst/>
              <a:rect l="0" t="0" r="r" b="b"/>
              <a:pathLst>
                <a:path w="305" h="215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271" y="215"/>
                  </a:lnTo>
                  <a:lnTo>
                    <a:pt x="288" y="186"/>
                  </a:lnTo>
                  <a:lnTo>
                    <a:pt x="305" y="157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67" name=""/>
            <p:cNvSpPr/>
            <p:nvPr/>
          </p:nvSpPr>
          <p:spPr>
            <a:xfrm rot="0">
              <a:off x="4566" y="3577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68" name=""/>
            <p:cNvSpPr/>
            <p:nvPr/>
          </p:nvSpPr>
          <p:spPr>
            <a:xfrm rot="0">
              <a:off x="4566" y="3577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69" name=""/>
            <p:cNvSpPr/>
            <p:nvPr/>
          </p:nvSpPr>
          <p:spPr>
            <a:xfrm rot="0">
              <a:off x="4471" y="3523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70" name=""/>
            <p:cNvSpPr/>
            <p:nvPr/>
          </p:nvSpPr>
          <p:spPr>
            <a:xfrm rot="0">
              <a:off x="4471" y="3523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71" name=""/>
            <p:cNvSpPr/>
            <p:nvPr/>
          </p:nvSpPr>
          <p:spPr>
            <a:xfrm rot="0">
              <a:off x="4471" y="3534"/>
              <a:ext cx="22" cy="343"/>
            </a:xfrm>
            <a:custGeom>
              <a:avLst/>
              <a:ahLst/>
              <a:rect l="0" t="0" r="r" b="b"/>
              <a:pathLst>
                <a:path w="67" h="102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29"/>
                  </a:lnTo>
                  <a:lnTo>
                    <a:pt x="33" y="1029"/>
                  </a:lnTo>
                  <a:lnTo>
                    <a:pt x="67" y="1029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72" name=""/>
            <p:cNvSpPr/>
            <p:nvPr/>
          </p:nvSpPr>
          <p:spPr>
            <a:xfrm rot="0">
              <a:off x="4471" y="3534"/>
              <a:ext cx="22" cy="343"/>
            </a:xfrm>
            <a:custGeom>
              <a:avLst/>
              <a:ahLst/>
              <a:rect l="0" t="0" r="r" b="b"/>
              <a:pathLst>
                <a:path w="67" h="102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29"/>
                  </a:lnTo>
                  <a:lnTo>
                    <a:pt x="33" y="1029"/>
                  </a:lnTo>
                  <a:lnTo>
                    <a:pt x="67" y="1029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73" name=""/>
            <p:cNvSpPr/>
            <p:nvPr/>
          </p:nvSpPr>
          <p:spPr>
            <a:xfrm rot="0">
              <a:off x="4471" y="387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20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4" y="27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74" name=""/>
            <p:cNvSpPr/>
            <p:nvPr/>
          </p:nvSpPr>
          <p:spPr>
            <a:xfrm rot="0">
              <a:off x="4471" y="387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0"/>
                  </a:lnTo>
                  <a:lnTo>
                    <a:pt x="61" y="20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4" y="27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75" name=""/>
            <p:cNvSpPr/>
            <p:nvPr/>
          </p:nvSpPr>
          <p:spPr>
            <a:xfrm rot="0">
              <a:off x="4471" y="3866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76" name=""/>
            <p:cNvSpPr/>
            <p:nvPr/>
          </p:nvSpPr>
          <p:spPr>
            <a:xfrm rot="0">
              <a:off x="4471" y="3866"/>
              <a:ext cx="16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77" name=""/>
            <p:cNvSpPr/>
            <p:nvPr/>
          </p:nvSpPr>
          <p:spPr>
            <a:xfrm rot="0">
              <a:off x="4476" y="3867"/>
              <a:ext cx="344" cy="212"/>
            </a:xfrm>
            <a:custGeom>
              <a:avLst/>
              <a:ahLst/>
              <a:rect l="0" t="0" r="r" b="b"/>
              <a:pathLst>
                <a:path w="1031" h="634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997" y="634"/>
                  </a:lnTo>
                  <a:lnTo>
                    <a:pt x="1014" y="605"/>
                  </a:lnTo>
                  <a:lnTo>
                    <a:pt x="1031" y="576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78" name=""/>
            <p:cNvSpPr/>
            <p:nvPr/>
          </p:nvSpPr>
          <p:spPr>
            <a:xfrm rot="0">
              <a:off x="4476" y="3867"/>
              <a:ext cx="344" cy="212"/>
            </a:xfrm>
            <a:custGeom>
              <a:avLst/>
              <a:ahLst/>
              <a:rect l="0" t="0" r="r" b="b"/>
              <a:pathLst>
                <a:path w="1031" h="634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997" y="634"/>
                  </a:lnTo>
                  <a:lnTo>
                    <a:pt x="1014" y="605"/>
                  </a:lnTo>
                  <a:lnTo>
                    <a:pt x="1031" y="576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79" name=""/>
            <p:cNvSpPr/>
            <p:nvPr/>
          </p:nvSpPr>
          <p:spPr>
            <a:xfrm rot="0">
              <a:off x="4808" y="405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80" name=""/>
            <p:cNvSpPr/>
            <p:nvPr/>
          </p:nvSpPr>
          <p:spPr>
            <a:xfrm rot="0">
              <a:off x="4808" y="405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81" name=""/>
            <p:cNvSpPr/>
            <p:nvPr/>
          </p:nvSpPr>
          <p:spPr>
            <a:xfrm rot="0">
              <a:off x="4803" y="395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82" name=""/>
            <p:cNvSpPr/>
            <p:nvPr/>
          </p:nvSpPr>
          <p:spPr>
            <a:xfrm rot="0">
              <a:off x="4803" y="395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83" name=""/>
            <p:cNvSpPr/>
            <p:nvPr/>
          </p:nvSpPr>
          <p:spPr>
            <a:xfrm rot="0">
              <a:off x="4803" y="3966"/>
              <a:ext cx="22" cy="103"/>
            </a:xfrm>
            <a:custGeom>
              <a:avLst/>
              <a:ahLst/>
              <a:rect l="0" t="0" r="r" b="b"/>
              <a:pathLst>
                <a:path w="67" h="30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08"/>
                  </a:lnTo>
                  <a:lnTo>
                    <a:pt x="33" y="308"/>
                  </a:lnTo>
                  <a:lnTo>
                    <a:pt x="67" y="308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84" name=""/>
            <p:cNvSpPr/>
            <p:nvPr/>
          </p:nvSpPr>
          <p:spPr>
            <a:xfrm rot="0">
              <a:off x="4803" y="3966"/>
              <a:ext cx="22" cy="103"/>
            </a:xfrm>
            <a:custGeom>
              <a:avLst/>
              <a:ahLst/>
              <a:rect l="0" t="0" r="r" b="b"/>
              <a:pathLst>
                <a:path w="67" h="30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08"/>
                  </a:lnTo>
                  <a:lnTo>
                    <a:pt x="33" y="308"/>
                  </a:lnTo>
                  <a:lnTo>
                    <a:pt x="67" y="308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85" name=""/>
            <p:cNvSpPr/>
            <p:nvPr/>
          </p:nvSpPr>
          <p:spPr>
            <a:xfrm rot="0">
              <a:off x="4803" y="4069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20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86" name=""/>
            <p:cNvSpPr/>
            <p:nvPr/>
          </p:nvSpPr>
          <p:spPr>
            <a:xfrm rot="0">
              <a:off x="4803" y="4069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0"/>
                  </a:lnTo>
                  <a:lnTo>
                    <a:pt x="61" y="20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87" name=""/>
            <p:cNvSpPr/>
            <p:nvPr/>
          </p:nvSpPr>
          <p:spPr>
            <a:xfrm rot="0">
              <a:off x="4561" y="381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3" y="33"/>
                  </a:moveTo>
                  <a:lnTo>
                    <a:pt x="16" y="61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88" name=""/>
            <p:cNvSpPr/>
            <p:nvPr/>
          </p:nvSpPr>
          <p:spPr>
            <a:xfrm rot="0">
              <a:off x="4561" y="381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6" y="61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89" name=""/>
            <p:cNvSpPr/>
            <p:nvPr/>
          </p:nvSpPr>
          <p:spPr>
            <a:xfrm rot="0">
              <a:off x="4566" y="3817"/>
              <a:ext cx="254" cy="159"/>
            </a:xfrm>
            <a:custGeom>
              <a:avLst/>
              <a:ahLst/>
              <a:rect l="0" t="0" r="r" b="b"/>
              <a:pathLst>
                <a:path w="760" h="477">
                  <a:moveTo>
                    <a:pt x="34" y="0"/>
                  </a:moveTo>
                  <a:lnTo>
                    <a:pt x="17" y="29"/>
                  </a:lnTo>
                  <a:lnTo>
                    <a:pt x="0" y="57"/>
                  </a:lnTo>
                  <a:lnTo>
                    <a:pt x="726" y="477"/>
                  </a:lnTo>
                  <a:lnTo>
                    <a:pt x="743" y="448"/>
                  </a:lnTo>
                  <a:lnTo>
                    <a:pt x="760" y="419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90" name=""/>
            <p:cNvSpPr/>
            <p:nvPr/>
          </p:nvSpPr>
          <p:spPr>
            <a:xfrm rot="0">
              <a:off x="4566" y="3817"/>
              <a:ext cx="254" cy="159"/>
            </a:xfrm>
            <a:custGeom>
              <a:avLst/>
              <a:ahLst/>
              <a:rect l="0" t="0" r="r" b="b"/>
              <a:pathLst>
                <a:path w="760" h="477">
                  <a:moveTo>
                    <a:pt x="34" y="0"/>
                  </a:moveTo>
                  <a:lnTo>
                    <a:pt x="17" y="29"/>
                  </a:lnTo>
                  <a:lnTo>
                    <a:pt x="0" y="57"/>
                  </a:lnTo>
                  <a:lnTo>
                    <a:pt x="726" y="477"/>
                  </a:lnTo>
                  <a:lnTo>
                    <a:pt x="743" y="448"/>
                  </a:lnTo>
                  <a:lnTo>
                    <a:pt x="760" y="419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91" name=""/>
            <p:cNvSpPr/>
            <p:nvPr/>
          </p:nvSpPr>
          <p:spPr>
            <a:xfrm rot="0">
              <a:off x="4808" y="3957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292" name=""/>
            <p:cNvSpPr/>
            <p:nvPr/>
          </p:nvSpPr>
          <p:spPr>
            <a:xfrm rot="0">
              <a:off x="4808" y="3957"/>
              <a:ext cx="17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93" name=""/>
            <p:cNvSpPr/>
            <p:nvPr/>
          </p:nvSpPr>
          <p:spPr>
            <a:xfrm rot="0">
              <a:off x="3942" y="3010"/>
              <a:ext cx="1" cy="16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94" name=""/>
            <p:cNvSpPr/>
            <p:nvPr/>
          </p:nvSpPr>
          <p:spPr>
            <a:xfrm rot="0">
              <a:off x="3931" y="3163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5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295" name=""/>
            <p:cNvSpPr/>
            <p:nvPr/>
          </p:nvSpPr>
          <p:spPr>
            <a:xfrm rot="0">
              <a:off x="3931" y="3163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96" name=""/>
            <p:cNvSpPr/>
            <p:nvPr/>
          </p:nvSpPr>
          <p:spPr>
            <a:xfrm rot="0">
              <a:off x="3942" y="3163"/>
              <a:ext cx="166" cy="22"/>
            </a:xfrm>
            <a:custGeom>
              <a:avLst/>
              <a:ahLst/>
              <a:rect l="0" t="0" r="r" b="b"/>
              <a:pathLst>
                <a:path w="497" h="67">
                  <a:moveTo>
                    <a:pt x="0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497" y="67"/>
                  </a:lnTo>
                  <a:lnTo>
                    <a:pt x="497" y="35"/>
                  </a:lnTo>
                  <a:lnTo>
                    <a:pt x="49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297" name=""/>
            <p:cNvSpPr/>
            <p:nvPr/>
          </p:nvSpPr>
          <p:spPr>
            <a:xfrm rot="0">
              <a:off x="3942" y="3163"/>
              <a:ext cx="166" cy="22"/>
            </a:xfrm>
            <a:custGeom>
              <a:avLst/>
              <a:ahLst/>
              <a:rect l="0" t="0" r="r" b="b"/>
              <a:pathLst>
                <a:path w="497" h="67">
                  <a:moveTo>
                    <a:pt x="0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497" y="67"/>
                  </a:lnTo>
                  <a:lnTo>
                    <a:pt x="497" y="35"/>
                  </a:lnTo>
                  <a:lnTo>
                    <a:pt x="49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298" name=""/>
            <p:cNvSpPr/>
            <p:nvPr/>
          </p:nvSpPr>
          <p:spPr>
            <a:xfrm rot="0">
              <a:off x="4108" y="3163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5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299" name=""/>
            <p:cNvSpPr/>
            <p:nvPr/>
          </p:nvSpPr>
          <p:spPr>
            <a:xfrm rot="0">
              <a:off x="4108" y="3163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5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00" name=""/>
            <p:cNvSpPr/>
            <p:nvPr/>
          </p:nvSpPr>
          <p:spPr>
            <a:xfrm rot="0">
              <a:off x="3642" y="386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01" name=""/>
            <p:cNvSpPr/>
            <p:nvPr/>
          </p:nvSpPr>
          <p:spPr>
            <a:xfrm rot="0">
              <a:off x="3642" y="386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02" name=""/>
            <p:cNvSpPr/>
            <p:nvPr/>
          </p:nvSpPr>
          <p:spPr>
            <a:xfrm rot="0">
              <a:off x="3642" y="3739"/>
              <a:ext cx="22" cy="124"/>
            </a:xfrm>
            <a:custGeom>
              <a:avLst/>
              <a:ahLst/>
              <a:rect l="0" t="0" r="r" b="b"/>
              <a:pathLst>
                <a:path w="67" h="371">
                  <a:moveTo>
                    <a:pt x="0" y="371"/>
                  </a:moveTo>
                  <a:lnTo>
                    <a:pt x="33" y="371"/>
                  </a:lnTo>
                  <a:lnTo>
                    <a:pt x="67" y="37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03" name=""/>
            <p:cNvSpPr/>
            <p:nvPr/>
          </p:nvSpPr>
          <p:spPr>
            <a:xfrm rot="0">
              <a:off x="3642" y="3739"/>
              <a:ext cx="22" cy="124"/>
            </a:xfrm>
            <a:custGeom>
              <a:avLst/>
              <a:ahLst/>
              <a:rect l="0" t="0" r="r" b="b"/>
              <a:pathLst>
                <a:path w="67" h="371">
                  <a:moveTo>
                    <a:pt x="0" y="371"/>
                  </a:moveTo>
                  <a:lnTo>
                    <a:pt x="33" y="371"/>
                  </a:lnTo>
                  <a:lnTo>
                    <a:pt x="67" y="37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04" name=""/>
            <p:cNvSpPr/>
            <p:nvPr/>
          </p:nvSpPr>
          <p:spPr>
            <a:xfrm rot="0">
              <a:off x="3642" y="3728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05" name=""/>
            <p:cNvSpPr/>
            <p:nvPr/>
          </p:nvSpPr>
          <p:spPr>
            <a:xfrm rot="0">
              <a:off x="3642" y="3728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06" name=""/>
            <p:cNvSpPr/>
            <p:nvPr/>
          </p:nvSpPr>
          <p:spPr>
            <a:xfrm rot="0">
              <a:off x="2934" y="3509"/>
              <a:ext cx="22" cy="12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07" name=""/>
            <p:cNvSpPr/>
            <p:nvPr/>
          </p:nvSpPr>
          <p:spPr>
            <a:xfrm rot="0">
              <a:off x="2934" y="3509"/>
              <a:ext cx="22" cy="12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08" name=""/>
            <p:cNvSpPr/>
            <p:nvPr/>
          </p:nvSpPr>
          <p:spPr>
            <a:xfrm rot="0">
              <a:off x="2934" y="3521"/>
              <a:ext cx="22" cy="342"/>
            </a:xfrm>
            <a:custGeom>
              <a:avLst/>
              <a:ahLst/>
              <a:rect l="0" t="0" r="r" b="b"/>
              <a:pathLst>
                <a:path w="67" h="102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27"/>
                  </a:lnTo>
                  <a:lnTo>
                    <a:pt x="33" y="1027"/>
                  </a:lnTo>
                  <a:lnTo>
                    <a:pt x="67" y="102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09" name=""/>
            <p:cNvSpPr/>
            <p:nvPr/>
          </p:nvSpPr>
          <p:spPr>
            <a:xfrm rot="0">
              <a:off x="2934" y="3521"/>
              <a:ext cx="22" cy="342"/>
            </a:xfrm>
            <a:custGeom>
              <a:avLst/>
              <a:ahLst/>
              <a:rect l="0" t="0" r="r" b="b"/>
              <a:pathLst>
                <a:path w="67" h="102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27"/>
                  </a:lnTo>
                  <a:lnTo>
                    <a:pt x="33" y="1027"/>
                  </a:lnTo>
                  <a:lnTo>
                    <a:pt x="67" y="102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10" name=""/>
            <p:cNvSpPr/>
            <p:nvPr/>
          </p:nvSpPr>
          <p:spPr>
            <a:xfrm rot="0">
              <a:off x="2934" y="386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11" name=""/>
            <p:cNvSpPr/>
            <p:nvPr/>
          </p:nvSpPr>
          <p:spPr>
            <a:xfrm rot="0">
              <a:off x="2934" y="3863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12" name=""/>
            <p:cNvSpPr/>
            <p:nvPr/>
          </p:nvSpPr>
          <p:spPr>
            <a:xfrm rot="0">
              <a:off x="2934" y="385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13" name=""/>
            <p:cNvSpPr/>
            <p:nvPr/>
          </p:nvSpPr>
          <p:spPr>
            <a:xfrm rot="0">
              <a:off x="2934" y="3852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14" name=""/>
            <p:cNvSpPr/>
            <p:nvPr/>
          </p:nvSpPr>
          <p:spPr>
            <a:xfrm rot="0">
              <a:off x="2945" y="3852"/>
              <a:ext cx="708" cy="22"/>
            </a:xfrm>
            <a:custGeom>
              <a:avLst/>
              <a:ahLst/>
              <a:rect l="0" t="0" r="r" b="b"/>
              <a:pathLst>
                <a:path w="212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125" y="67"/>
                  </a:lnTo>
                  <a:lnTo>
                    <a:pt x="2125" y="34"/>
                  </a:lnTo>
                  <a:lnTo>
                    <a:pt x="212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15" name=""/>
            <p:cNvSpPr/>
            <p:nvPr/>
          </p:nvSpPr>
          <p:spPr>
            <a:xfrm rot="0">
              <a:off x="2945" y="3852"/>
              <a:ext cx="708" cy="22"/>
            </a:xfrm>
            <a:custGeom>
              <a:avLst/>
              <a:ahLst/>
              <a:rect l="0" t="0" r="r" b="b"/>
              <a:pathLst>
                <a:path w="212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125" y="67"/>
                  </a:lnTo>
                  <a:lnTo>
                    <a:pt x="2125" y="34"/>
                  </a:lnTo>
                  <a:lnTo>
                    <a:pt x="212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16" name=""/>
            <p:cNvSpPr/>
            <p:nvPr/>
          </p:nvSpPr>
          <p:spPr>
            <a:xfrm rot="0">
              <a:off x="3653" y="3852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17" name=""/>
            <p:cNvSpPr/>
            <p:nvPr/>
          </p:nvSpPr>
          <p:spPr>
            <a:xfrm rot="0">
              <a:off x="3653" y="3852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18" name=""/>
            <p:cNvSpPr/>
            <p:nvPr/>
          </p:nvSpPr>
          <p:spPr>
            <a:xfrm rot="0">
              <a:off x="3416" y="3381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19" name=""/>
            <p:cNvSpPr/>
            <p:nvPr/>
          </p:nvSpPr>
          <p:spPr>
            <a:xfrm rot="0">
              <a:off x="3416" y="3381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20" name=""/>
            <p:cNvSpPr/>
            <p:nvPr/>
          </p:nvSpPr>
          <p:spPr>
            <a:xfrm rot="0">
              <a:off x="3181" y="3381"/>
              <a:ext cx="235" cy="22"/>
            </a:xfrm>
            <a:custGeom>
              <a:avLst/>
              <a:ahLst/>
              <a:rect l="0" t="0" r="r" b="b"/>
              <a:pathLst>
                <a:path w="705" h="67">
                  <a:moveTo>
                    <a:pt x="705" y="67"/>
                  </a:moveTo>
                  <a:lnTo>
                    <a:pt x="705" y="34"/>
                  </a:lnTo>
                  <a:lnTo>
                    <a:pt x="70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21" name=""/>
            <p:cNvSpPr/>
            <p:nvPr/>
          </p:nvSpPr>
          <p:spPr>
            <a:xfrm rot="0">
              <a:off x="3181" y="3381"/>
              <a:ext cx="235" cy="22"/>
            </a:xfrm>
            <a:custGeom>
              <a:avLst/>
              <a:ahLst/>
              <a:rect l="0" t="0" r="r" b="b"/>
              <a:pathLst>
                <a:path w="705" h="67">
                  <a:moveTo>
                    <a:pt x="705" y="67"/>
                  </a:moveTo>
                  <a:lnTo>
                    <a:pt x="705" y="34"/>
                  </a:lnTo>
                  <a:lnTo>
                    <a:pt x="70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22" name=""/>
            <p:cNvSpPr/>
            <p:nvPr/>
          </p:nvSpPr>
          <p:spPr>
            <a:xfrm rot="0">
              <a:off x="3170" y="338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23" name=""/>
            <p:cNvSpPr/>
            <p:nvPr/>
          </p:nvSpPr>
          <p:spPr>
            <a:xfrm rot="0">
              <a:off x="3170" y="338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24" name=""/>
            <p:cNvSpPr/>
            <p:nvPr/>
          </p:nvSpPr>
          <p:spPr>
            <a:xfrm rot="0">
              <a:off x="3413" y="3656"/>
              <a:ext cx="14" cy="21"/>
            </a:xfrm>
            <a:custGeom>
              <a:avLst/>
              <a:ahLst/>
              <a:rect l="0" t="0" r="r" b="b"/>
              <a:pathLst>
                <a:path w="44" h="64">
                  <a:moveTo>
                    <a:pt x="11" y="31"/>
                  </a:moveTo>
                  <a:lnTo>
                    <a:pt x="21" y="0"/>
                  </a:lnTo>
                  <a:lnTo>
                    <a:pt x="31" y="4"/>
                  </a:lnTo>
                  <a:lnTo>
                    <a:pt x="37" y="11"/>
                  </a:lnTo>
                  <a:lnTo>
                    <a:pt x="42" y="21"/>
                  </a:lnTo>
                  <a:lnTo>
                    <a:pt x="44" y="31"/>
                  </a:lnTo>
                  <a:lnTo>
                    <a:pt x="42" y="42"/>
                  </a:lnTo>
                  <a:lnTo>
                    <a:pt x="38" y="51"/>
                  </a:lnTo>
                  <a:lnTo>
                    <a:pt x="31" y="57"/>
                  </a:lnTo>
                  <a:lnTo>
                    <a:pt x="21" y="63"/>
                  </a:lnTo>
                  <a:lnTo>
                    <a:pt x="11" y="64"/>
                  </a:lnTo>
                  <a:lnTo>
                    <a:pt x="0" y="63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25" name=""/>
            <p:cNvSpPr/>
            <p:nvPr/>
          </p:nvSpPr>
          <p:spPr>
            <a:xfrm rot="0">
              <a:off x="3413" y="3656"/>
              <a:ext cx="14" cy="21"/>
            </a:xfrm>
            <a:custGeom>
              <a:avLst/>
              <a:ahLst/>
              <a:rect l="0" t="0" r="r" b="b"/>
              <a:pathLst>
                <a:path w="44" h="64">
                  <a:moveTo>
                    <a:pt x="21" y="0"/>
                  </a:moveTo>
                  <a:lnTo>
                    <a:pt x="31" y="4"/>
                  </a:lnTo>
                  <a:lnTo>
                    <a:pt x="37" y="11"/>
                  </a:lnTo>
                  <a:lnTo>
                    <a:pt x="42" y="21"/>
                  </a:lnTo>
                  <a:lnTo>
                    <a:pt x="44" y="31"/>
                  </a:lnTo>
                  <a:lnTo>
                    <a:pt x="42" y="42"/>
                  </a:lnTo>
                  <a:lnTo>
                    <a:pt x="38" y="51"/>
                  </a:lnTo>
                  <a:lnTo>
                    <a:pt x="31" y="57"/>
                  </a:lnTo>
                  <a:lnTo>
                    <a:pt x="21" y="63"/>
                  </a:lnTo>
                  <a:lnTo>
                    <a:pt x="11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26" name=""/>
            <p:cNvSpPr/>
            <p:nvPr/>
          </p:nvSpPr>
          <p:spPr>
            <a:xfrm rot="0">
              <a:off x="3178" y="3583"/>
              <a:ext cx="242" cy="94"/>
            </a:xfrm>
            <a:custGeom>
              <a:avLst/>
              <a:ahLst/>
              <a:rect l="0" t="0" r="r" b="b"/>
              <a:pathLst>
                <a:path w="725" h="280">
                  <a:moveTo>
                    <a:pt x="704" y="280"/>
                  </a:moveTo>
                  <a:lnTo>
                    <a:pt x="715" y="248"/>
                  </a:lnTo>
                  <a:lnTo>
                    <a:pt x="725" y="217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704" y="2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27" name=""/>
            <p:cNvSpPr/>
            <p:nvPr/>
          </p:nvSpPr>
          <p:spPr>
            <a:xfrm rot="0">
              <a:off x="3178" y="3583"/>
              <a:ext cx="242" cy="94"/>
            </a:xfrm>
            <a:custGeom>
              <a:avLst/>
              <a:ahLst/>
              <a:rect l="0" t="0" r="r" b="b"/>
              <a:pathLst>
                <a:path w="725" h="280">
                  <a:moveTo>
                    <a:pt x="704" y="280"/>
                  </a:moveTo>
                  <a:lnTo>
                    <a:pt x="715" y="248"/>
                  </a:lnTo>
                  <a:lnTo>
                    <a:pt x="725" y="217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704" y="2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28" name=""/>
            <p:cNvSpPr/>
            <p:nvPr/>
          </p:nvSpPr>
          <p:spPr>
            <a:xfrm rot="0">
              <a:off x="3170" y="3583"/>
              <a:ext cx="15" cy="21"/>
            </a:xfrm>
            <a:custGeom>
              <a:avLst/>
              <a:ahLst/>
              <a:rect l="0" t="0" r="r" b="b"/>
              <a:pathLst>
                <a:path w="44" h="65">
                  <a:moveTo>
                    <a:pt x="33" y="33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7" y="53"/>
                  </a:lnTo>
                  <a:lnTo>
                    <a:pt x="2" y="44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5" y="13"/>
                  </a:lnTo>
                  <a:lnTo>
                    <a:pt x="13" y="7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29" name=""/>
            <p:cNvSpPr/>
            <p:nvPr/>
          </p:nvSpPr>
          <p:spPr>
            <a:xfrm rot="0">
              <a:off x="3170" y="3583"/>
              <a:ext cx="15" cy="21"/>
            </a:xfrm>
            <a:custGeom>
              <a:avLst/>
              <a:ahLst/>
              <a:rect l="0" t="0" r="r" b="b"/>
              <a:pathLst>
                <a:path w="44" h="65">
                  <a:moveTo>
                    <a:pt x="23" y="65"/>
                  </a:moveTo>
                  <a:lnTo>
                    <a:pt x="13" y="61"/>
                  </a:lnTo>
                  <a:lnTo>
                    <a:pt x="7" y="53"/>
                  </a:lnTo>
                  <a:lnTo>
                    <a:pt x="2" y="44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5" y="13"/>
                  </a:lnTo>
                  <a:lnTo>
                    <a:pt x="13" y="7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30" name=""/>
            <p:cNvSpPr/>
            <p:nvPr/>
          </p:nvSpPr>
          <p:spPr>
            <a:xfrm rot="0">
              <a:off x="3653" y="3381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31" name=""/>
            <p:cNvSpPr/>
            <p:nvPr/>
          </p:nvSpPr>
          <p:spPr>
            <a:xfrm rot="0">
              <a:off x="3653" y="3381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32" name=""/>
            <p:cNvSpPr/>
            <p:nvPr/>
          </p:nvSpPr>
          <p:spPr>
            <a:xfrm rot="0">
              <a:off x="3416" y="3381"/>
              <a:ext cx="237" cy="22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33" name=""/>
            <p:cNvSpPr/>
            <p:nvPr/>
          </p:nvSpPr>
          <p:spPr>
            <a:xfrm rot="0">
              <a:off x="3416" y="3381"/>
              <a:ext cx="237" cy="22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34" name=""/>
            <p:cNvSpPr/>
            <p:nvPr/>
          </p:nvSpPr>
          <p:spPr>
            <a:xfrm rot="0">
              <a:off x="3405" y="338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35" name=""/>
            <p:cNvSpPr/>
            <p:nvPr/>
          </p:nvSpPr>
          <p:spPr>
            <a:xfrm rot="0">
              <a:off x="3405" y="338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36" name=""/>
            <p:cNvSpPr/>
            <p:nvPr/>
          </p:nvSpPr>
          <p:spPr>
            <a:xfrm rot="0">
              <a:off x="3642" y="3381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37" name=""/>
            <p:cNvSpPr/>
            <p:nvPr/>
          </p:nvSpPr>
          <p:spPr>
            <a:xfrm rot="0">
              <a:off x="3642" y="3381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38" name=""/>
            <p:cNvSpPr/>
            <p:nvPr/>
          </p:nvSpPr>
          <p:spPr>
            <a:xfrm rot="0">
              <a:off x="3642" y="3392"/>
              <a:ext cx="22" cy="347"/>
            </a:xfrm>
            <a:custGeom>
              <a:avLst/>
              <a:ahLst/>
              <a:rect l="0" t="0" r="r" b="b"/>
              <a:pathLst>
                <a:path w="67" h="104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41"/>
                  </a:lnTo>
                  <a:lnTo>
                    <a:pt x="33" y="1041"/>
                  </a:lnTo>
                  <a:lnTo>
                    <a:pt x="67" y="1041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39" name=""/>
            <p:cNvSpPr/>
            <p:nvPr/>
          </p:nvSpPr>
          <p:spPr>
            <a:xfrm rot="0">
              <a:off x="3642" y="3392"/>
              <a:ext cx="22" cy="347"/>
            </a:xfrm>
            <a:custGeom>
              <a:avLst/>
              <a:ahLst/>
              <a:rect l="0" t="0" r="r" b="b"/>
              <a:pathLst>
                <a:path w="67" h="104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41"/>
                  </a:lnTo>
                  <a:lnTo>
                    <a:pt x="33" y="1041"/>
                  </a:lnTo>
                  <a:lnTo>
                    <a:pt x="67" y="104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40" name=""/>
            <p:cNvSpPr/>
            <p:nvPr/>
          </p:nvSpPr>
          <p:spPr>
            <a:xfrm rot="0">
              <a:off x="3642" y="3739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1" y="20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41" name=""/>
            <p:cNvSpPr/>
            <p:nvPr/>
          </p:nvSpPr>
          <p:spPr>
            <a:xfrm rot="0">
              <a:off x="3642" y="3739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1" y="20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42" name=""/>
            <p:cNvSpPr/>
            <p:nvPr/>
          </p:nvSpPr>
          <p:spPr>
            <a:xfrm rot="0">
              <a:off x="3405" y="366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43" name=""/>
            <p:cNvSpPr/>
            <p:nvPr/>
          </p:nvSpPr>
          <p:spPr>
            <a:xfrm rot="0">
              <a:off x="3405" y="366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44" name=""/>
            <p:cNvSpPr/>
            <p:nvPr/>
          </p:nvSpPr>
          <p:spPr>
            <a:xfrm rot="0">
              <a:off x="3405" y="3392"/>
              <a:ext cx="23" cy="274"/>
            </a:xfrm>
            <a:custGeom>
              <a:avLst/>
              <a:ahLst/>
              <a:rect l="0" t="0" r="r" b="b"/>
              <a:pathLst>
                <a:path w="67" h="821">
                  <a:moveTo>
                    <a:pt x="0" y="821"/>
                  </a:moveTo>
                  <a:lnTo>
                    <a:pt x="33" y="821"/>
                  </a:lnTo>
                  <a:lnTo>
                    <a:pt x="67" y="8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45" name=""/>
            <p:cNvSpPr/>
            <p:nvPr/>
          </p:nvSpPr>
          <p:spPr>
            <a:xfrm rot="0">
              <a:off x="3405" y="3392"/>
              <a:ext cx="23" cy="274"/>
            </a:xfrm>
            <a:custGeom>
              <a:avLst/>
              <a:ahLst/>
              <a:rect l="0" t="0" r="r" b="b"/>
              <a:pathLst>
                <a:path w="67" h="821">
                  <a:moveTo>
                    <a:pt x="0" y="821"/>
                  </a:moveTo>
                  <a:lnTo>
                    <a:pt x="33" y="821"/>
                  </a:lnTo>
                  <a:lnTo>
                    <a:pt x="67" y="8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46" name=""/>
            <p:cNvSpPr/>
            <p:nvPr/>
          </p:nvSpPr>
          <p:spPr>
            <a:xfrm rot="0">
              <a:off x="3405" y="3381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47" name=""/>
            <p:cNvSpPr/>
            <p:nvPr/>
          </p:nvSpPr>
          <p:spPr>
            <a:xfrm rot="0">
              <a:off x="3405" y="3381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48" name=""/>
            <p:cNvSpPr/>
            <p:nvPr/>
          </p:nvSpPr>
          <p:spPr>
            <a:xfrm rot="0">
              <a:off x="3649" y="3729"/>
              <a:ext cx="15" cy="21"/>
            </a:xfrm>
            <a:custGeom>
              <a:avLst/>
              <a:ahLst/>
              <a:rect l="0" t="0" r="r" b="b"/>
              <a:pathLst>
                <a:path w="44" h="65">
                  <a:moveTo>
                    <a:pt x="11" y="32"/>
                  </a:moveTo>
                  <a:lnTo>
                    <a:pt x="21" y="0"/>
                  </a:lnTo>
                  <a:lnTo>
                    <a:pt x="31" y="4"/>
                  </a:lnTo>
                  <a:lnTo>
                    <a:pt x="37" y="12"/>
                  </a:lnTo>
                  <a:lnTo>
                    <a:pt x="42" y="21"/>
                  </a:lnTo>
                  <a:lnTo>
                    <a:pt x="44" y="32"/>
                  </a:lnTo>
                  <a:lnTo>
                    <a:pt x="42" y="42"/>
                  </a:lnTo>
                  <a:lnTo>
                    <a:pt x="39" y="52"/>
                  </a:lnTo>
                  <a:lnTo>
                    <a:pt x="31" y="58"/>
                  </a:lnTo>
                  <a:lnTo>
                    <a:pt x="21" y="63"/>
                  </a:lnTo>
                  <a:lnTo>
                    <a:pt x="11" y="65"/>
                  </a:lnTo>
                  <a:lnTo>
                    <a:pt x="0" y="63"/>
                  </a:lnTo>
                  <a:lnTo>
                    <a:pt x="1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49" name=""/>
            <p:cNvSpPr/>
            <p:nvPr/>
          </p:nvSpPr>
          <p:spPr>
            <a:xfrm rot="0">
              <a:off x="3649" y="3729"/>
              <a:ext cx="15" cy="21"/>
            </a:xfrm>
            <a:custGeom>
              <a:avLst/>
              <a:ahLst/>
              <a:rect l="0" t="0" r="r" b="b"/>
              <a:pathLst>
                <a:path w="44" h="65">
                  <a:moveTo>
                    <a:pt x="21" y="0"/>
                  </a:moveTo>
                  <a:lnTo>
                    <a:pt x="31" y="4"/>
                  </a:lnTo>
                  <a:lnTo>
                    <a:pt x="37" y="12"/>
                  </a:lnTo>
                  <a:lnTo>
                    <a:pt x="42" y="21"/>
                  </a:lnTo>
                  <a:lnTo>
                    <a:pt x="44" y="32"/>
                  </a:lnTo>
                  <a:lnTo>
                    <a:pt x="42" y="42"/>
                  </a:lnTo>
                  <a:lnTo>
                    <a:pt x="39" y="52"/>
                  </a:lnTo>
                  <a:lnTo>
                    <a:pt x="31" y="58"/>
                  </a:lnTo>
                  <a:lnTo>
                    <a:pt x="21" y="63"/>
                  </a:lnTo>
                  <a:lnTo>
                    <a:pt x="11" y="65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50" name=""/>
            <p:cNvSpPr/>
            <p:nvPr/>
          </p:nvSpPr>
          <p:spPr>
            <a:xfrm rot="0">
              <a:off x="3413" y="3656"/>
              <a:ext cx="243" cy="94"/>
            </a:xfrm>
            <a:custGeom>
              <a:avLst/>
              <a:ahLst/>
              <a:rect l="0" t="0" r="r" b="b"/>
              <a:pathLst>
                <a:path w="731" h="282">
                  <a:moveTo>
                    <a:pt x="710" y="282"/>
                  </a:moveTo>
                  <a:lnTo>
                    <a:pt x="721" y="251"/>
                  </a:lnTo>
                  <a:lnTo>
                    <a:pt x="731" y="219"/>
                  </a:lnTo>
                  <a:lnTo>
                    <a:pt x="21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710" y="2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51" name=""/>
            <p:cNvSpPr/>
            <p:nvPr/>
          </p:nvSpPr>
          <p:spPr>
            <a:xfrm rot="0">
              <a:off x="3413" y="3656"/>
              <a:ext cx="243" cy="94"/>
            </a:xfrm>
            <a:custGeom>
              <a:avLst/>
              <a:ahLst/>
              <a:rect l="0" t="0" r="r" b="b"/>
              <a:pathLst>
                <a:path w="731" h="282">
                  <a:moveTo>
                    <a:pt x="710" y="282"/>
                  </a:moveTo>
                  <a:lnTo>
                    <a:pt x="721" y="251"/>
                  </a:lnTo>
                  <a:lnTo>
                    <a:pt x="731" y="219"/>
                  </a:lnTo>
                  <a:lnTo>
                    <a:pt x="21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710" y="2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52" name=""/>
            <p:cNvSpPr/>
            <p:nvPr/>
          </p:nvSpPr>
          <p:spPr>
            <a:xfrm rot="0">
              <a:off x="3405" y="3655"/>
              <a:ext cx="15" cy="22"/>
            </a:xfrm>
            <a:custGeom>
              <a:avLst/>
              <a:ahLst/>
              <a:rect l="0" t="0" r="r" b="b"/>
              <a:pathLst>
                <a:path w="43" h="65">
                  <a:moveTo>
                    <a:pt x="33" y="33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7" y="53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3"/>
                  </a:lnTo>
                  <a:lnTo>
                    <a:pt x="13" y="7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53" name=""/>
            <p:cNvSpPr/>
            <p:nvPr/>
          </p:nvSpPr>
          <p:spPr>
            <a:xfrm rot="0">
              <a:off x="3405" y="3655"/>
              <a:ext cx="15" cy="22"/>
            </a:xfrm>
            <a:custGeom>
              <a:avLst/>
              <a:ahLst/>
              <a:rect l="0" t="0" r="r" b="b"/>
              <a:pathLst>
                <a:path w="43" h="65">
                  <a:moveTo>
                    <a:pt x="22" y="65"/>
                  </a:moveTo>
                  <a:lnTo>
                    <a:pt x="13" y="61"/>
                  </a:lnTo>
                  <a:lnTo>
                    <a:pt x="7" y="53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3"/>
                  </a:lnTo>
                  <a:lnTo>
                    <a:pt x="13" y="7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54" name=""/>
            <p:cNvSpPr/>
            <p:nvPr/>
          </p:nvSpPr>
          <p:spPr>
            <a:xfrm rot="0">
              <a:off x="3170" y="3594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55" name=""/>
            <p:cNvSpPr/>
            <p:nvPr/>
          </p:nvSpPr>
          <p:spPr>
            <a:xfrm rot="0">
              <a:off x="3170" y="3594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56" name=""/>
            <p:cNvSpPr/>
            <p:nvPr/>
          </p:nvSpPr>
          <p:spPr>
            <a:xfrm rot="0">
              <a:off x="3170" y="3392"/>
              <a:ext cx="23" cy="202"/>
            </a:xfrm>
            <a:custGeom>
              <a:avLst/>
              <a:ahLst/>
              <a:rect l="0" t="0" r="r" b="b"/>
              <a:pathLst>
                <a:path w="67" h="604">
                  <a:moveTo>
                    <a:pt x="0" y="604"/>
                  </a:moveTo>
                  <a:lnTo>
                    <a:pt x="33" y="604"/>
                  </a:lnTo>
                  <a:lnTo>
                    <a:pt x="67" y="604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57" name=""/>
            <p:cNvSpPr/>
            <p:nvPr/>
          </p:nvSpPr>
          <p:spPr>
            <a:xfrm rot="0">
              <a:off x="3170" y="3392"/>
              <a:ext cx="23" cy="202"/>
            </a:xfrm>
            <a:custGeom>
              <a:avLst/>
              <a:ahLst/>
              <a:rect l="0" t="0" r="r" b="b"/>
              <a:pathLst>
                <a:path w="67" h="604">
                  <a:moveTo>
                    <a:pt x="0" y="604"/>
                  </a:moveTo>
                  <a:lnTo>
                    <a:pt x="33" y="604"/>
                  </a:lnTo>
                  <a:lnTo>
                    <a:pt x="67" y="604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58" name=""/>
            <p:cNvSpPr/>
            <p:nvPr/>
          </p:nvSpPr>
          <p:spPr>
            <a:xfrm rot="0">
              <a:off x="3170" y="3381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59" name=""/>
            <p:cNvSpPr/>
            <p:nvPr/>
          </p:nvSpPr>
          <p:spPr>
            <a:xfrm rot="0">
              <a:off x="3170" y="3381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60" name=""/>
            <p:cNvSpPr/>
            <p:nvPr/>
          </p:nvSpPr>
          <p:spPr>
            <a:xfrm rot="0">
              <a:off x="3181" y="3381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61" name=""/>
            <p:cNvSpPr/>
            <p:nvPr/>
          </p:nvSpPr>
          <p:spPr>
            <a:xfrm rot="0">
              <a:off x="3181" y="3381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62" name=""/>
            <p:cNvSpPr/>
            <p:nvPr/>
          </p:nvSpPr>
          <p:spPr>
            <a:xfrm rot="0">
              <a:off x="2945" y="3381"/>
              <a:ext cx="236" cy="22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63" name=""/>
            <p:cNvSpPr/>
            <p:nvPr/>
          </p:nvSpPr>
          <p:spPr>
            <a:xfrm rot="0">
              <a:off x="2945" y="3381"/>
              <a:ext cx="236" cy="22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64" name=""/>
            <p:cNvSpPr/>
            <p:nvPr/>
          </p:nvSpPr>
          <p:spPr>
            <a:xfrm rot="0">
              <a:off x="2934" y="338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65" name=""/>
            <p:cNvSpPr/>
            <p:nvPr/>
          </p:nvSpPr>
          <p:spPr>
            <a:xfrm rot="0">
              <a:off x="2934" y="338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66" name=""/>
            <p:cNvSpPr/>
            <p:nvPr/>
          </p:nvSpPr>
          <p:spPr>
            <a:xfrm rot="0">
              <a:off x="2934" y="3381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67" name=""/>
            <p:cNvSpPr/>
            <p:nvPr/>
          </p:nvSpPr>
          <p:spPr>
            <a:xfrm rot="0">
              <a:off x="2934" y="3381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68" name=""/>
            <p:cNvSpPr/>
            <p:nvPr/>
          </p:nvSpPr>
          <p:spPr>
            <a:xfrm rot="0">
              <a:off x="2934" y="3392"/>
              <a:ext cx="22" cy="129"/>
            </a:xfrm>
            <a:custGeom>
              <a:avLst/>
              <a:ahLst/>
              <a:rect l="0" t="0" r="r" b="b"/>
              <a:pathLst>
                <a:path w="67" h="385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85"/>
                  </a:lnTo>
                  <a:lnTo>
                    <a:pt x="33" y="385"/>
                  </a:lnTo>
                  <a:lnTo>
                    <a:pt x="67" y="385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69" name=""/>
            <p:cNvSpPr/>
            <p:nvPr/>
          </p:nvSpPr>
          <p:spPr>
            <a:xfrm rot="0">
              <a:off x="2934" y="3392"/>
              <a:ext cx="22" cy="129"/>
            </a:xfrm>
            <a:custGeom>
              <a:avLst/>
              <a:ahLst/>
              <a:rect l="0" t="0" r="r" b="b"/>
              <a:pathLst>
                <a:path w="67" h="385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85"/>
                  </a:lnTo>
                  <a:lnTo>
                    <a:pt x="33" y="385"/>
                  </a:lnTo>
                  <a:lnTo>
                    <a:pt x="67" y="385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70" name=""/>
            <p:cNvSpPr/>
            <p:nvPr/>
          </p:nvSpPr>
          <p:spPr>
            <a:xfrm rot="0">
              <a:off x="2934" y="3521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71" name=""/>
            <p:cNvSpPr/>
            <p:nvPr/>
          </p:nvSpPr>
          <p:spPr>
            <a:xfrm rot="0">
              <a:off x="2934" y="3521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72" name=""/>
            <p:cNvSpPr/>
            <p:nvPr/>
          </p:nvSpPr>
          <p:spPr>
            <a:xfrm rot="0">
              <a:off x="3178" y="3583"/>
              <a:ext cx="14" cy="22"/>
            </a:xfrm>
            <a:custGeom>
              <a:avLst/>
              <a:ahLst/>
              <a:rect l="0" t="0" r="r" b="b"/>
              <a:pathLst>
                <a:path w="43" h="64">
                  <a:moveTo>
                    <a:pt x="10" y="31"/>
                  </a:moveTo>
                  <a:lnTo>
                    <a:pt x="21" y="0"/>
                  </a:lnTo>
                  <a:lnTo>
                    <a:pt x="30" y="4"/>
                  </a:lnTo>
                  <a:lnTo>
                    <a:pt x="36" y="11"/>
                  </a:lnTo>
                  <a:lnTo>
                    <a:pt x="42" y="21"/>
                  </a:lnTo>
                  <a:lnTo>
                    <a:pt x="43" y="31"/>
                  </a:lnTo>
                  <a:lnTo>
                    <a:pt x="42" y="42"/>
                  </a:lnTo>
                  <a:lnTo>
                    <a:pt x="38" y="51"/>
                  </a:lnTo>
                  <a:lnTo>
                    <a:pt x="30" y="57"/>
                  </a:lnTo>
                  <a:lnTo>
                    <a:pt x="21" y="63"/>
                  </a:lnTo>
                  <a:lnTo>
                    <a:pt x="10" y="64"/>
                  </a:lnTo>
                  <a:lnTo>
                    <a:pt x="0" y="63"/>
                  </a:lnTo>
                  <a:lnTo>
                    <a:pt x="1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73" name=""/>
            <p:cNvSpPr/>
            <p:nvPr/>
          </p:nvSpPr>
          <p:spPr>
            <a:xfrm rot="0">
              <a:off x="3178" y="3583"/>
              <a:ext cx="14" cy="22"/>
            </a:xfrm>
            <a:custGeom>
              <a:avLst/>
              <a:ahLst/>
              <a:rect l="0" t="0" r="r" b="b"/>
              <a:pathLst>
                <a:path w="43" h="64">
                  <a:moveTo>
                    <a:pt x="21" y="0"/>
                  </a:moveTo>
                  <a:lnTo>
                    <a:pt x="30" y="4"/>
                  </a:lnTo>
                  <a:lnTo>
                    <a:pt x="36" y="11"/>
                  </a:lnTo>
                  <a:lnTo>
                    <a:pt x="42" y="21"/>
                  </a:lnTo>
                  <a:lnTo>
                    <a:pt x="43" y="31"/>
                  </a:lnTo>
                  <a:lnTo>
                    <a:pt x="42" y="42"/>
                  </a:lnTo>
                  <a:lnTo>
                    <a:pt x="38" y="51"/>
                  </a:lnTo>
                  <a:lnTo>
                    <a:pt x="30" y="57"/>
                  </a:lnTo>
                  <a:lnTo>
                    <a:pt x="21" y="63"/>
                  </a:lnTo>
                  <a:lnTo>
                    <a:pt x="10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74" name=""/>
            <p:cNvSpPr/>
            <p:nvPr/>
          </p:nvSpPr>
          <p:spPr>
            <a:xfrm rot="0">
              <a:off x="2941" y="3510"/>
              <a:ext cx="244" cy="94"/>
            </a:xfrm>
            <a:custGeom>
              <a:avLst/>
              <a:ahLst/>
              <a:rect l="0" t="0" r="r" b="b"/>
              <a:pathLst>
                <a:path w="731" h="283">
                  <a:moveTo>
                    <a:pt x="710" y="283"/>
                  </a:moveTo>
                  <a:lnTo>
                    <a:pt x="720" y="251"/>
                  </a:lnTo>
                  <a:lnTo>
                    <a:pt x="731" y="220"/>
                  </a:lnTo>
                  <a:lnTo>
                    <a:pt x="21" y="0"/>
                  </a:lnTo>
                  <a:lnTo>
                    <a:pt x="10" y="32"/>
                  </a:lnTo>
                  <a:lnTo>
                    <a:pt x="0" y="63"/>
                  </a:lnTo>
                  <a:lnTo>
                    <a:pt x="710" y="2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75" name=""/>
            <p:cNvSpPr/>
            <p:nvPr/>
          </p:nvSpPr>
          <p:spPr>
            <a:xfrm rot="0">
              <a:off x="2941" y="3510"/>
              <a:ext cx="244" cy="94"/>
            </a:xfrm>
            <a:custGeom>
              <a:avLst/>
              <a:ahLst/>
              <a:rect l="0" t="0" r="r" b="b"/>
              <a:pathLst>
                <a:path w="731" h="283">
                  <a:moveTo>
                    <a:pt x="710" y="283"/>
                  </a:moveTo>
                  <a:lnTo>
                    <a:pt x="720" y="251"/>
                  </a:lnTo>
                  <a:lnTo>
                    <a:pt x="731" y="220"/>
                  </a:lnTo>
                  <a:lnTo>
                    <a:pt x="21" y="0"/>
                  </a:lnTo>
                  <a:lnTo>
                    <a:pt x="10" y="32"/>
                  </a:lnTo>
                  <a:lnTo>
                    <a:pt x="0" y="63"/>
                  </a:lnTo>
                  <a:lnTo>
                    <a:pt x="710" y="2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76" name=""/>
            <p:cNvSpPr/>
            <p:nvPr/>
          </p:nvSpPr>
          <p:spPr>
            <a:xfrm rot="0">
              <a:off x="2934" y="3510"/>
              <a:ext cx="14" cy="21"/>
            </a:xfrm>
            <a:custGeom>
              <a:avLst/>
              <a:ahLst/>
              <a:rect l="0" t="0" r="r" b="b"/>
              <a:pathLst>
                <a:path w="44" h="64">
                  <a:moveTo>
                    <a:pt x="33" y="33"/>
                  </a:moveTo>
                  <a:lnTo>
                    <a:pt x="23" y="64"/>
                  </a:lnTo>
                  <a:lnTo>
                    <a:pt x="13" y="60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3" y="1"/>
                  </a:lnTo>
                  <a:lnTo>
                    <a:pt x="33" y="0"/>
                  </a:lnTo>
                  <a:lnTo>
                    <a:pt x="44" y="1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77" name=""/>
            <p:cNvSpPr/>
            <p:nvPr/>
          </p:nvSpPr>
          <p:spPr>
            <a:xfrm rot="0">
              <a:off x="2934" y="3510"/>
              <a:ext cx="14" cy="21"/>
            </a:xfrm>
            <a:custGeom>
              <a:avLst/>
              <a:ahLst/>
              <a:rect l="0" t="0" r="r" b="b"/>
              <a:pathLst>
                <a:path w="44" h="64">
                  <a:moveTo>
                    <a:pt x="23" y="64"/>
                  </a:moveTo>
                  <a:lnTo>
                    <a:pt x="13" y="60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3" y="1"/>
                  </a:lnTo>
                  <a:lnTo>
                    <a:pt x="33" y="0"/>
                  </a:lnTo>
                  <a:lnTo>
                    <a:pt x="44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78" name=""/>
            <p:cNvSpPr/>
            <p:nvPr/>
          </p:nvSpPr>
          <p:spPr>
            <a:xfrm rot="0">
              <a:off x="2934" y="304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79" name=""/>
            <p:cNvSpPr/>
            <p:nvPr/>
          </p:nvSpPr>
          <p:spPr>
            <a:xfrm rot="0">
              <a:off x="2934" y="304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80" name=""/>
            <p:cNvSpPr/>
            <p:nvPr/>
          </p:nvSpPr>
          <p:spPr>
            <a:xfrm rot="0">
              <a:off x="2934" y="2755"/>
              <a:ext cx="22" cy="293"/>
            </a:xfrm>
            <a:custGeom>
              <a:avLst/>
              <a:ahLst/>
              <a:rect l="0" t="0" r="r" b="b"/>
              <a:pathLst>
                <a:path w="67" h="881">
                  <a:moveTo>
                    <a:pt x="0" y="881"/>
                  </a:moveTo>
                  <a:lnTo>
                    <a:pt x="33" y="881"/>
                  </a:lnTo>
                  <a:lnTo>
                    <a:pt x="67" y="88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81" name=""/>
            <p:cNvSpPr/>
            <p:nvPr/>
          </p:nvSpPr>
          <p:spPr>
            <a:xfrm rot="0">
              <a:off x="2934" y="2755"/>
              <a:ext cx="22" cy="293"/>
            </a:xfrm>
            <a:custGeom>
              <a:avLst/>
              <a:ahLst/>
              <a:rect l="0" t="0" r="r" b="b"/>
              <a:pathLst>
                <a:path w="67" h="881">
                  <a:moveTo>
                    <a:pt x="0" y="881"/>
                  </a:moveTo>
                  <a:lnTo>
                    <a:pt x="33" y="881"/>
                  </a:lnTo>
                  <a:lnTo>
                    <a:pt x="67" y="88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82" name=""/>
            <p:cNvSpPr/>
            <p:nvPr/>
          </p:nvSpPr>
          <p:spPr>
            <a:xfrm rot="0">
              <a:off x="2934" y="2743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83" name=""/>
            <p:cNvSpPr/>
            <p:nvPr/>
          </p:nvSpPr>
          <p:spPr>
            <a:xfrm rot="0">
              <a:off x="2934" y="2743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84" name=""/>
            <p:cNvSpPr/>
            <p:nvPr/>
          </p:nvSpPr>
          <p:spPr>
            <a:xfrm rot="0">
              <a:off x="3642" y="304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85" name=""/>
            <p:cNvSpPr/>
            <p:nvPr/>
          </p:nvSpPr>
          <p:spPr>
            <a:xfrm rot="0">
              <a:off x="3642" y="304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86" name=""/>
            <p:cNvSpPr/>
            <p:nvPr/>
          </p:nvSpPr>
          <p:spPr>
            <a:xfrm rot="0">
              <a:off x="3642" y="2755"/>
              <a:ext cx="22" cy="293"/>
            </a:xfrm>
            <a:custGeom>
              <a:avLst/>
              <a:ahLst/>
              <a:rect l="0" t="0" r="r" b="b"/>
              <a:pathLst>
                <a:path w="67" h="881">
                  <a:moveTo>
                    <a:pt x="0" y="881"/>
                  </a:moveTo>
                  <a:lnTo>
                    <a:pt x="33" y="881"/>
                  </a:lnTo>
                  <a:lnTo>
                    <a:pt x="67" y="88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87" name=""/>
            <p:cNvSpPr/>
            <p:nvPr/>
          </p:nvSpPr>
          <p:spPr>
            <a:xfrm rot="0">
              <a:off x="3642" y="2755"/>
              <a:ext cx="22" cy="293"/>
            </a:xfrm>
            <a:custGeom>
              <a:avLst/>
              <a:ahLst/>
              <a:rect l="0" t="0" r="r" b="b"/>
              <a:pathLst>
                <a:path w="67" h="881">
                  <a:moveTo>
                    <a:pt x="0" y="881"/>
                  </a:moveTo>
                  <a:lnTo>
                    <a:pt x="33" y="881"/>
                  </a:lnTo>
                  <a:lnTo>
                    <a:pt x="67" y="88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8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88" name=""/>
            <p:cNvSpPr/>
            <p:nvPr/>
          </p:nvSpPr>
          <p:spPr>
            <a:xfrm rot="0">
              <a:off x="3642" y="2743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89" name=""/>
            <p:cNvSpPr/>
            <p:nvPr/>
          </p:nvSpPr>
          <p:spPr>
            <a:xfrm rot="0">
              <a:off x="3642" y="2743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90" name=""/>
            <p:cNvSpPr/>
            <p:nvPr/>
          </p:nvSpPr>
          <p:spPr>
            <a:xfrm rot="0">
              <a:off x="3653" y="2743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91" name=""/>
            <p:cNvSpPr/>
            <p:nvPr/>
          </p:nvSpPr>
          <p:spPr>
            <a:xfrm rot="0">
              <a:off x="3653" y="2743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92" name=""/>
            <p:cNvSpPr/>
            <p:nvPr/>
          </p:nvSpPr>
          <p:spPr>
            <a:xfrm rot="0">
              <a:off x="3416" y="2743"/>
              <a:ext cx="237" cy="23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93" name=""/>
            <p:cNvSpPr/>
            <p:nvPr/>
          </p:nvSpPr>
          <p:spPr>
            <a:xfrm rot="0">
              <a:off x="3416" y="2743"/>
              <a:ext cx="237" cy="23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94" name=""/>
            <p:cNvSpPr/>
            <p:nvPr/>
          </p:nvSpPr>
          <p:spPr>
            <a:xfrm rot="0">
              <a:off x="3405" y="2743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95" name=""/>
            <p:cNvSpPr/>
            <p:nvPr/>
          </p:nvSpPr>
          <p:spPr>
            <a:xfrm rot="0">
              <a:off x="3405" y="2743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96" name=""/>
            <p:cNvSpPr/>
            <p:nvPr/>
          </p:nvSpPr>
          <p:spPr>
            <a:xfrm rot="0">
              <a:off x="3416" y="2884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97" name=""/>
            <p:cNvSpPr/>
            <p:nvPr/>
          </p:nvSpPr>
          <p:spPr>
            <a:xfrm rot="0">
              <a:off x="3416" y="2884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398" name=""/>
            <p:cNvSpPr/>
            <p:nvPr/>
          </p:nvSpPr>
          <p:spPr>
            <a:xfrm rot="0">
              <a:off x="3181" y="2884"/>
              <a:ext cx="235" cy="23"/>
            </a:xfrm>
            <a:custGeom>
              <a:avLst/>
              <a:ahLst/>
              <a:rect l="0" t="0" r="r" b="b"/>
              <a:pathLst>
                <a:path w="705" h="67">
                  <a:moveTo>
                    <a:pt x="705" y="67"/>
                  </a:moveTo>
                  <a:lnTo>
                    <a:pt x="705" y="34"/>
                  </a:lnTo>
                  <a:lnTo>
                    <a:pt x="70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399" name=""/>
            <p:cNvSpPr/>
            <p:nvPr/>
          </p:nvSpPr>
          <p:spPr>
            <a:xfrm rot="0">
              <a:off x="3181" y="2884"/>
              <a:ext cx="235" cy="23"/>
            </a:xfrm>
            <a:custGeom>
              <a:avLst/>
              <a:ahLst/>
              <a:rect l="0" t="0" r="r" b="b"/>
              <a:pathLst>
                <a:path w="705" h="67">
                  <a:moveTo>
                    <a:pt x="705" y="67"/>
                  </a:moveTo>
                  <a:lnTo>
                    <a:pt x="705" y="34"/>
                  </a:lnTo>
                  <a:lnTo>
                    <a:pt x="70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00" name=""/>
            <p:cNvSpPr/>
            <p:nvPr/>
          </p:nvSpPr>
          <p:spPr>
            <a:xfrm rot="0">
              <a:off x="3170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01" name=""/>
            <p:cNvSpPr/>
            <p:nvPr/>
          </p:nvSpPr>
          <p:spPr>
            <a:xfrm rot="0">
              <a:off x="3170" y="2884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02" name=""/>
            <p:cNvSpPr/>
            <p:nvPr/>
          </p:nvSpPr>
          <p:spPr>
            <a:xfrm rot="0">
              <a:off x="3170" y="289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03" name=""/>
            <p:cNvSpPr/>
            <p:nvPr/>
          </p:nvSpPr>
          <p:spPr>
            <a:xfrm rot="0">
              <a:off x="3170" y="289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04" name=""/>
            <p:cNvSpPr/>
            <p:nvPr/>
          </p:nvSpPr>
          <p:spPr>
            <a:xfrm rot="0">
              <a:off x="3170" y="2755"/>
              <a:ext cx="23" cy="141"/>
            </a:xfrm>
            <a:custGeom>
              <a:avLst/>
              <a:ahLst/>
              <a:rect l="0" t="0" r="r" b="b"/>
              <a:pathLst>
                <a:path w="67" h="423">
                  <a:moveTo>
                    <a:pt x="0" y="423"/>
                  </a:moveTo>
                  <a:lnTo>
                    <a:pt x="33" y="423"/>
                  </a:lnTo>
                  <a:lnTo>
                    <a:pt x="67" y="423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05" name=""/>
            <p:cNvSpPr/>
            <p:nvPr/>
          </p:nvSpPr>
          <p:spPr>
            <a:xfrm rot="0">
              <a:off x="3170" y="2755"/>
              <a:ext cx="23" cy="141"/>
            </a:xfrm>
            <a:custGeom>
              <a:avLst/>
              <a:ahLst/>
              <a:rect l="0" t="0" r="r" b="b"/>
              <a:pathLst>
                <a:path w="67" h="423">
                  <a:moveTo>
                    <a:pt x="0" y="423"/>
                  </a:moveTo>
                  <a:lnTo>
                    <a:pt x="33" y="423"/>
                  </a:lnTo>
                  <a:lnTo>
                    <a:pt x="67" y="423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4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06" name=""/>
            <p:cNvSpPr/>
            <p:nvPr/>
          </p:nvSpPr>
          <p:spPr>
            <a:xfrm rot="0">
              <a:off x="3170" y="2743"/>
              <a:ext cx="23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07" name=""/>
            <p:cNvSpPr/>
            <p:nvPr/>
          </p:nvSpPr>
          <p:spPr>
            <a:xfrm rot="0">
              <a:off x="3170" y="2743"/>
              <a:ext cx="23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08" name=""/>
            <p:cNvSpPr/>
            <p:nvPr/>
          </p:nvSpPr>
          <p:spPr>
            <a:xfrm rot="0">
              <a:off x="3181" y="2743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09" name=""/>
            <p:cNvSpPr/>
            <p:nvPr/>
          </p:nvSpPr>
          <p:spPr>
            <a:xfrm rot="0">
              <a:off x="3181" y="2743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10" name=""/>
            <p:cNvSpPr/>
            <p:nvPr/>
          </p:nvSpPr>
          <p:spPr>
            <a:xfrm rot="0">
              <a:off x="2945" y="2743"/>
              <a:ext cx="236" cy="23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11" name=""/>
            <p:cNvSpPr/>
            <p:nvPr/>
          </p:nvSpPr>
          <p:spPr>
            <a:xfrm rot="0">
              <a:off x="2945" y="2743"/>
              <a:ext cx="236" cy="23"/>
            </a:xfrm>
            <a:custGeom>
              <a:avLst/>
              <a:ahLst/>
              <a:rect l="0" t="0" r="r" b="b"/>
              <a:pathLst>
                <a:path w="710" h="67">
                  <a:moveTo>
                    <a:pt x="710" y="67"/>
                  </a:moveTo>
                  <a:lnTo>
                    <a:pt x="710" y="34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1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12" name=""/>
            <p:cNvSpPr/>
            <p:nvPr/>
          </p:nvSpPr>
          <p:spPr>
            <a:xfrm rot="0">
              <a:off x="2934" y="2743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13" name=""/>
            <p:cNvSpPr/>
            <p:nvPr/>
          </p:nvSpPr>
          <p:spPr>
            <a:xfrm rot="0">
              <a:off x="2934" y="2743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14" name=""/>
            <p:cNvSpPr/>
            <p:nvPr/>
          </p:nvSpPr>
          <p:spPr>
            <a:xfrm rot="0">
              <a:off x="3405" y="2743"/>
              <a:ext cx="23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15" name=""/>
            <p:cNvSpPr/>
            <p:nvPr/>
          </p:nvSpPr>
          <p:spPr>
            <a:xfrm rot="0">
              <a:off x="3405" y="2743"/>
              <a:ext cx="23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16" name=""/>
            <p:cNvSpPr/>
            <p:nvPr/>
          </p:nvSpPr>
          <p:spPr>
            <a:xfrm rot="0">
              <a:off x="3405" y="2755"/>
              <a:ext cx="23" cy="141"/>
            </a:xfrm>
            <a:custGeom>
              <a:avLst/>
              <a:ahLst/>
              <a:rect l="0" t="0" r="r" b="b"/>
              <a:pathLst>
                <a:path w="67" h="42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423"/>
                  </a:lnTo>
                  <a:lnTo>
                    <a:pt x="33" y="423"/>
                  </a:lnTo>
                  <a:lnTo>
                    <a:pt x="67" y="423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17" name=""/>
            <p:cNvSpPr/>
            <p:nvPr/>
          </p:nvSpPr>
          <p:spPr>
            <a:xfrm rot="0">
              <a:off x="3405" y="2755"/>
              <a:ext cx="23" cy="141"/>
            </a:xfrm>
            <a:custGeom>
              <a:avLst/>
              <a:ahLst/>
              <a:rect l="0" t="0" r="r" b="b"/>
              <a:pathLst>
                <a:path w="67" h="42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423"/>
                  </a:lnTo>
                  <a:lnTo>
                    <a:pt x="33" y="423"/>
                  </a:lnTo>
                  <a:lnTo>
                    <a:pt x="67" y="423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18" name=""/>
            <p:cNvSpPr/>
            <p:nvPr/>
          </p:nvSpPr>
          <p:spPr>
            <a:xfrm rot="0">
              <a:off x="3405" y="289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19" name=""/>
            <p:cNvSpPr/>
            <p:nvPr/>
          </p:nvSpPr>
          <p:spPr>
            <a:xfrm rot="0">
              <a:off x="3405" y="2896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20" name=""/>
            <p:cNvSpPr/>
            <p:nvPr/>
          </p:nvSpPr>
          <p:spPr>
            <a:xfrm rot="0">
              <a:off x="3642" y="3174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21" name=""/>
            <p:cNvSpPr/>
            <p:nvPr/>
          </p:nvSpPr>
          <p:spPr>
            <a:xfrm rot="0">
              <a:off x="3642" y="3174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22" name=""/>
            <p:cNvSpPr/>
            <p:nvPr/>
          </p:nvSpPr>
          <p:spPr>
            <a:xfrm rot="0">
              <a:off x="3642" y="3048"/>
              <a:ext cx="22" cy="126"/>
            </a:xfrm>
            <a:custGeom>
              <a:avLst/>
              <a:ahLst/>
              <a:rect l="0" t="0" r="r" b="b"/>
              <a:pathLst>
                <a:path w="67" h="378">
                  <a:moveTo>
                    <a:pt x="0" y="378"/>
                  </a:moveTo>
                  <a:lnTo>
                    <a:pt x="33" y="378"/>
                  </a:lnTo>
                  <a:lnTo>
                    <a:pt x="67" y="37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23" name=""/>
            <p:cNvSpPr/>
            <p:nvPr/>
          </p:nvSpPr>
          <p:spPr>
            <a:xfrm rot="0">
              <a:off x="3642" y="3048"/>
              <a:ext cx="22" cy="126"/>
            </a:xfrm>
            <a:custGeom>
              <a:avLst/>
              <a:ahLst/>
              <a:rect l="0" t="0" r="r" b="b"/>
              <a:pathLst>
                <a:path w="67" h="378">
                  <a:moveTo>
                    <a:pt x="0" y="378"/>
                  </a:moveTo>
                  <a:lnTo>
                    <a:pt x="33" y="378"/>
                  </a:lnTo>
                  <a:lnTo>
                    <a:pt x="67" y="37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24" name=""/>
            <p:cNvSpPr/>
            <p:nvPr/>
          </p:nvSpPr>
          <p:spPr>
            <a:xfrm rot="0">
              <a:off x="3642" y="303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25" name=""/>
            <p:cNvSpPr/>
            <p:nvPr/>
          </p:nvSpPr>
          <p:spPr>
            <a:xfrm rot="0">
              <a:off x="3642" y="303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26" name=""/>
            <p:cNvSpPr/>
            <p:nvPr/>
          </p:nvSpPr>
          <p:spPr>
            <a:xfrm rot="0">
              <a:off x="2934" y="303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69" name=""/>
          <p:cNvGrpSpPr/>
          <p:nvPr/>
        </p:nvGrpSpPr>
        <p:grpSpPr>
          <a:xfrm rot="0">
            <a:off x="701675" y="1468437"/>
            <a:ext cx="7758112" cy="5270500"/>
            <a:chOff x="442" y="925"/>
            <a:chExt cx="4887" cy="3320"/>
          </a:xfrm>
        </p:grpSpPr>
        <p:sp>
          <p:nvSpPr>
            <p:cNvPr id="1056427" name=""/>
            <p:cNvSpPr/>
            <p:nvPr/>
          </p:nvSpPr>
          <p:spPr>
            <a:xfrm rot="0">
              <a:off x="2934" y="303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28" name=""/>
            <p:cNvSpPr/>
            <p:nvPr/>
          </p:nvSpPr>
          <p:spPr>
            <a:xfrm rot="0">
              <a:off x="2945" y="3037"/>
              <a:ext cx="708" cy="22"/>
            </a:xfrm>
            <a:custGeom>
              <a:avLst/>
              <a:ahLst/>
              <a:rect l="0" t="0" r="r" b="b"/>
              <a:pathLst>
                <a:path w="212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125" y="67"/>
                  </a:lnTo>
                  <a:lnTo>
                    <a:pt x="2125" y="34"/>
                  </a:lnTo>
                  <a:lnTo>
                    <a:pt x="212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29" name=""/>
            <p:cNvSpPr/>
            <p:nvPr/>
          </p:nvSpPr>
          <p:spPr>
            <a:xfrm rot="0">
              <a:off x="2945" y="3037"/>
              <a:ext cx="708" cy="22"/>
            </a:xfrm>
            <a:custGeom>
              <a:avLst/>
              <a:ahLst/>
              <a:rect l="0" t="0" r="r" b="b"/>
              <a:pathLst>
                <a:path w="212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125" y="67"/>
                  </a:lnTo>
                  <a:lnTo>
                    <a:pt x="2125" y="34"/>
                  </a:lnTo>
                  <a:lnTo>
                    <a:pt x="212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30" name=""/>
            <p:cNvSpPr/>
            <p:nvPr/>
          </p:nvSpPr>
          <p:spPr>
            <a:xfrm rot="0">
              <a:off x="3653" y="303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31" name=""/>
            <p:cNvSpPr/>
            <p:nvPr/>
          </p:nvSpPr>
          <p:spPr>
            <a:xfrm rot="0">
              <a:off x="3653" y="303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32" name=""/>
            <p:cNvSpPr/>
            <p:nvPr/>
          </p:nvSpPr>
          <p:spPr>
            <a:xfrm rot="0">
              <a:off x="2934" y="303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33" name=""/>
            <p:cNvSpPr/>
            <p:nvPr/>
          </p:nvSpPr>
          <p:spPr>
            <a:xfrm rot="0">
              <a:off x="2934" y="303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34" name=""/>
            <p:cNvSpPr/>
            <p:nvPr/>
          </p:nvSpPr>
          <p:spPr>
            <a:xfrm rot="0">
              <a:off x="2934" y="3048"/>
              <a:ext cx="22" cy="126"/>
            </a:xfrm>
            <a:custGeom>
              <a:avLst/>
              <a:ahLst/>
              <a:rect l="0" t="0" r="r" b="b"/>
              <a:pathLst>
                <a:path w="67" h="37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78"/>
                  </a:lnTo>
                  <a:lnTo>
                    <a:pt x="33" y="378"/>
                  </a:lnTo>
                  <a:lnTo>
                    <a:pt x="67" y="378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35" name=""/>
            <p:cNvSpPr/>
            <p:nvPr/>
          </p:nvSpPr>
          <p:spPr>
            <a:xfrm rot="0">
              <a:off x="2934" y="3048"/>
              <a:ext cx="22" cy="126"/>
            </a:xfrm>
            <a:custGeom>
              <a:avLst/>
              <a:ahLst/>
              <a:rect l="0" t="0" r="r" b="b"/>
              <a:pathLst>
                <a:path w="67" h="37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78"/>
                  </a:lnTo>
                  <a:lnTo>
                    <a:pt x="33" y="378"/>
                  </a:lnTo>
                  <a:lnTo>
                    <a:pt x="67" y="378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36" name=""/>
            <p:cNvSpPr/>
            <p:nvPr/>
          </p:nvSpPr>
          <p:spPr>
            <a:xfrm rot="0">
              <a:off x="2934" y="3174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37" name=""/>
            <p:cNvSpPr/>
            <p:nvPr/>
          </p:nvSpPr>
          <p:spPr>
            <a:xfrm rot="0">
              <a:off x="2934" y="3174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5" y="10"/>
                  </a:lnTo>
                  <a:lnTo>
                    <a:pt x="61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38" name=""/>
            <p:cNvSpPr/>
            <p:nvPr/>
          </p:nvSpPr>
          <p:spPr>
            <a:xfrm rot="0">
              <a:off x="2934" y="3163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5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39" name=""/>
            <p:cNvSpPr/>
            <p:nvPr/>
          </p:nvSpPr>
          <p:spPr>
            <a:xfrm rot="0">
              <a:off x="2934" y="3163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0" name=""/>
            <p:cNvSpPr/>
            <p:nvPr/>
          </p:nvSpPr>
          <p:spPr>
            <a:xfrm rot="0">
              <a:off x="2945" y="3163"/>
              <a:ext cx="708" cy="22"/>
            </a:xfrm>
            <a:custGeom>
              <a:avLst/>
              <a:ahLst/>
              <a:rect l="0" t="0" r="r" b="b"/>
              <a:pathLst>
                <a:path w="2125" h="67">
                  <a:moveTo>
                    <a:pt x="0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2125" y="67"/>
                  </a:lnTo>
                  <a:lnTo>
                    <a:pt x="2125" y="35"/>
                  </a:lnTo>
                  <a:lnTo>
                    <a:pt x="212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41" name=""/>
            <p:cNvSpPr/>
            <p:nvPr/>
          </p:nvSpPr>
          <p:spPr>
            <a:xfrm rot="0">
              <a:off x="2945" y="3163"/>
              <a:ext cx="708" cy="22"/>
            </a:xfrm>
            <a:custGeom>
              <a:avLst/>
              <a:ahLst/>
              <a:rect l="0" t="0" r="r" b="b"/>
              <a:pathLst>
                <a:path w="2125" h="67">
                  <a:moveTo>
                    <a:pt x="0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2125" y="67"/>
                  </a:lnTo>
                  <a:lnTo>
                    <a:pt x="2125" y="35"/>
                  </a:lnTo>
                  <a:lnTo>
                    <a:pt x="212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2" name=""/>
            <p:cNvSpPr/>
            <p:nvPr/>
          </p:nvSpPr>
          <p:spPr>
            <a:xfrm rot="0">
              <a:off x="3653" y="3163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5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6443" name=""/>
            <p:cNvSpPr/>
            <p:nvPr/>
          </p:nvSpPr>
          <p:spPr>
            <a:xfrm rot="0">
              <a:off x="3653" y="3163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5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4" name=""/>
            <p:cNvSpPr/>
            <p:nvPr/>
          </p:nvSpPr>
          <p:spPr>
            <a:xfrm rot="0">
              <a:off x="4738" y="3622"/>
              <a:ext cx="29" cy="44"/>
            </a:xfrm>
            <a:custGeom>
              <a:avLst/>
              <a:ahLst/>
              <a:rect l="0" t="0" r="r" b="b"/>
              <a:pathLst>
                <a:path w="88" h="133">
                  <a:moveTo>
                    <a:pt x="0" y="133"/>
                  </a:moveTo>
                  <a:lnTo>
                    <a:pt x="79" y="0"/>
                  </a:lnTo>
                  <a:lnTo>
                    <a:pt x="88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5" name=""/>
            <p:cNvSpPr/>
            <p:nvPr/>
          </p:nvSpPr>
          <p:spPr>
            <a:xfrm rot="0" flipH="1">
              <a:off x="4745" y="365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6" name=""/>
            <p:cNvSpPr/>
            <p:nvPr/>
          </p:nvSpPr>
          <p:spPr>
            <a:xfrm rot="0">
              <a:off x="5030" y="3567"/>
              <a:ext cx="28" cy="25"/>
            </a:xfrm>
            <a:custGeom>
              <a:avLst/>
              <a:ahLst/>
              <a:rect l="0" t="0" r="r" b="b"/>
              <a:pathLst>
                <a:path w="84" h="74">
                  <a:moveTo>
                    <a:pt x="0" y="74"/>
                  </a:moveTo>
                  <a:lnTo>
                    <a:pt x="37" y="74"/>
                  </a:lnTo>
                  <a:lnTo>
                    <a:pt x="46" y="72"/>
                  </a:lnTo>
                  <a:lnTo>
                    <a:pt x="57" y="68"/>
                  </a:lnTo>
                  <a:lnTo>
                    <a:pt x="66" y="63"/>
                  </a:lnTo>
                  <a:lnTo>
                    <a:pt x="74" y="55"/>
                  </a:lnTo>
                  <a:lnTo>
                    <a:pt x="79" y="46"/>
                  </a:lnTo>
                  <a:lnTo>
                    <a:pt x="83" y="37"/>
                  </a:lnTo>
                  <a:lnTo>
                    <a:pt x="84" y="28"/>
                  </a:lnTo>
                  <a:lnTo>
                    <a:pt x="83" y="18"/>
                  </a:lnTo>
                  <a:lnTo>
                    <a:pt x="79" y="10"/>
                  </a:lnTo>
                  <a:lnTo>
                    <a:pt x="74" y="5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7" name=""/>
            <p:cNvSpPr/>
            <p:nvPr/>
          </p:nvSpPr>
          <p:spPr>
            <a:xfrm rot="0">
              <a:off x="5030" y="3547"/>
              <a:ext cx="32" cy="45"/>
            </a:xfrm>
            <a:custGeom>
              <a:avLst/>
              <a:ahLst/>
              <a:rect l="0" t="0" r="r" b="b"/>
              <a:pathLst>
                <a:path w="95" h="133">
                  <a:moveTo>
                    <a:pt x="57" y="59"/>
                  </a:moveTo>
                  <a:lnTo>
                    <a:pt x="65" y="58"/>
                  </a:lnTo>
                  <a:lnTo>
                    <a:pt x="72" y="55"/>
                  </a:lnTo>
                  <a:lnTo>
                    <a:pt x="79" y="50"/>
                  </a:lnTo>
                  <a:lnTo>
                    <a:pt x="86" y="44"/>
                  </a:lnTo>
                  <a:lnTo>
                    <a:pt x="91" y="37"/>
                  </a:lnTo>
                  <a:lnTo>
                    <a:pt x="94" y="30"/>
                  </a:lnTo>
                  <a:lnTo>
                    <a:pt x="95" y="22"/>
                  </a:lnTo>
                  <a:lnTo>
                    <a:pt x="94" y="14"/>
                  </a:lnTo>
                  <a:lnTo>
                    <a:pt x="91" y="9"/>
                  </a:lnTo>
                  <a:lnTo>
                    <a:pt x="86" y="4"/>
                  </a:lnTo>
                  <a:lnTo>
                    <a:pt x="79" y="1"/>
                  </a:lnTo>
                  <a:lnTo>
                    <a:pt x="72" y="0"/>
                  </a:lnTo>
                  <a:lnTo>
                    <a:pt x="36" y="0"/>
                  </a:lnTo>
                  <a:lnTo>
                    <a:pt x="0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8" name=""/>
            <p:cNvSpPr/>
            <p:nvPr/>
          </p:nvSpPr>
          <p:spPr>
            <a:xfrm rot="0" flipH="1">
              <a:off x="5021" y="3437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49" name=""/>
            <p:cNvSpPr/>
            <p:nvPr/>
          </p:nvSpPr>
          <p:spPr>
            <a:xfrm rot="0">
              <a:off x="5013" y="3426"/>
              <a:ext cx="8" cy="11"/>
            </a:xfrm>
            <a:custGeom>
              <a:avLst/>
              <a:ahLst/>
              <a:rect l="0" t="0" r="r" b="b"/>
              <a:pathLst>
                <a:path w="25" h="33">
                  <a:moveTo>
                    <a:pt x="1" y="0"/>
                  </a:moveTo>
                  <a:lnTo>
                    <a:pt x="0" y="8"/>
                  </a:lnTo>
                  <a:lnTo>
                    <a:pt x="1" y="16"/>
                  </a:lnTo>
                  <a:lnTo>
                    <a:pt x="4" y="23"/>
                  </a:lnTo>
                  <a:lnTo>
                    <a:pt x="10" y="28"/>
                  </a:lnTo>
                  <a:lnTo>
                    <a:pt x="17" y="32"/>
                  </a:lnTo>
                  <a:lnTo>
                    <a:pt x="25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0" name=""/>
            <p:cNvSpPr/>
            <p:nvPr/>
          </p:nvSpPr>
          <p:spPr>
            <a:xfrm rot="0" flipV="1">
              <a:off x="5013" y="3403"/>
              <a:ext cx="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1" name=""/>
            <p:cNvSpPr/>
            <p:nvPr/>
          </p:nvSpPr>
          <p:spPr>
            <a:xfrm rot="0">
              <a:off x="5019" y="3392"/>
              <a:ext cx="14" cy="11"/>
            </a:xfrm>
            <a:custGeom>
              <a:avLst/>
              <a:ahLst/>
              <a:rect l="0" t="0" r="r" b="b"/>
              <a:pathLst>
                <a:path w="42" h="33">
                  <a:moveTo>
                    <a:pt x="42" y="0"/>
                  </a:moveTo>
                  <a:lnTo>
                    <a:pt x="33" y="2"/>
                  </a:lnTo>
                  <a:lnTo>
                    <a:pt x="25" y="6"/>
                  </a:lnTo>
                  <a:lnTo>
                    <a:pt x="16" y="11"/>
                  </a:lnTo>
                  <a:lnTo>
                    <a:pt x="9" y="18"/>
                  </a:lnTo>
                  <a:lnTo>
                    <a:pt x="4" y="25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2" name=""/>
            <p:cNvSpPr/>
            <p:nvPr/>
          </p:nvSpPr>
          <p:spPr>
            <a:xfrm rot="0">
              <a:off x="5033" y="3392"/>
              <a:ext cx="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3" name=""/>
            <p:cNvSpPr/>
            <p:nvPr/>
          </p:nvSpPr>
          <p:spPr>
            <a:xfrm rot="0" flipV="1">
              <a:off x="1070" y="3756"/>
              <a:ext cx="4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4" name=""/>
            <p:cNvSpPr/>
            <p:nvPr/>
          </p:nvSpPr>
          <p:spPr>
            <a:xfrm rot="0" flipH="1">
              <a:off x="1102" y="376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5" name=""/>
            <p:cNvSpPr/>
            <p:nvPr/>
          </p:nvSpPr>
          <p:spPr>
            <a:xfrm rot="0" flipV="1">
              <a:off x="1081" y="3771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6" name=""/>
            <p:cNvSpPr/>
            <p:nvPr/>
          </p:nvSpPr>
          <p:spPr>
            <a:xfrm rot="0" flipV="1">
              <a:off x="1067" y="3816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7" name=""/>
            <p:cNvSpPr/>
            <p:nvPr/>
          </p:nvSpPr>
          <p:spPr>
            <a:xfrm rot="0" flipV="1">
              <a:off x="1081" y="3804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8" name=""/>
            <p:cNvSpPr/>
            <p:nvPr/>
          </p:nvSpPr>
          <p:spPr>
            <a:xfrm rot="0" flipV="1">
              <a:off x="1081" y="3794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59" name=""/>
            <p:cNvSpPr/>
            <p:nvPr/>
          </p:nvSpPr>
          <p:spPr>
            <a:xfrm rot="0" flipV="1">
              <a:off x="1081" y="3783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0" name=""/>
            <p:cNvSpPr/>
            <p:nvPr/>
          </p:nvSpPr>
          <p:spPr>
            <a:xfrm rot="0">
              <a:off x="1081" y="37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1" name=""/>
            <p:cNvSpPr/>
            <p:nvPr/>
          </p:nvSpPr>
          <p:spPr>
            <a:xfrm rot="0" flipH="1">
              <a:off x="1090" y="3743"/>
              <a:ext cx="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2" name=""/>
            <p:cNvSpPr/>
            <p:nvPr/>
          </p:nvSpPr>
          <p:spPr>
            <a:xfrm rot="0" flipH="1">
              <a:off x="1128" y="3788"/>
              <a:ext cx="1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3" name=""/>
            <p:cNvSpPr/>
            <p:nvPr/>
          </p:nvSpPr>
          <p:spPr>
            <a:xfrm rot="0" flipH="1">
              <a:off x="1129" y="3763"/>
              <a:ext cx="14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4" name=""/>
            <p:cNvSpPr/>
            <p:nvPr/>
          </p:nvSpPr>
          <p:spPr>
            <a:xfrm rot="0" flipV="1">
              <a:off x="1126" y="3770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5" name=""/>
            <p:cNvSpPr/>
            <p:nvPr/>
          </p:nvSpPr>
          <p:spPr>
            <a:xfrm rot="0" flipV="1">
              <a:off x="1128" y="3801"/>
              <a:ext cx="18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6" name=""/>
            <p:cNvSpPr/>
            <p:nvPr/>
          </p:nvSpPr>
          <p:spPr>
            <a:xfrm rot="0" flipH="1">
              <a:off x="1128" y="3747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7" name=""/>
            <p:cNvSpPr/>
            <p:nvPr/>
          </p:nvSpPr>
          <p:spPr>
            <a:xfrm rot="0" flipV="1">
              <a:off x="1148" y="3761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8" name=""/>
            <p:cNvSpPr/>
            <p:nvPr/>
          </p:nvSpPr>
          <p:spPr>
            <a:xfrm rot="0" flipV="1">
              <a:off x="1147" y="3777"/>
              <a:ext cx="23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69" name=""/>
            <p:cNvSpPr/>
            <p:nvPr/>
          </p:nvSpPr>
          <p:spPr>
            <a:xfrm rot="0">
              <a:off x="1163" y="3803"/>
              <a:ext cx="12" cy="18"/>
            </a:xfrm>
            <a:custGeom>
              <a:avLst/>
              <a:ahLst/>
              <a:rect l="0" t="0" r="r" b="b"/>
              <a:pathLst>
                <a:path w="38" h="54">
                  <a:moveTo>
                    <a:pt x="0" y="2"/>
                  </a:moveTo>
                  <a:lnTo>
                    <a:pt x="38" y="54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0" name=""/>
            <p:cNvSpPr/>
            <p:nvPr/>
          </p:nvSpPr>
          <p:spPr>
            <a:xfrm rot="0">
              <a:off x="1162" y="3748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1" name=""/>
            <p:cNvSpPr/>
            <p:nvPr/>
          </p:nvSpPr>
          <p:spPr>
            <a:xfrm rot="0">
              <a:off x="1154" y="3743"/>
              <a:ext cx="9" cy="61"/>
            </a:xfrm>
            <a:custGeom>
              <a:avLst/>
              <a:ahLst/>
              <a:rect l="0" t="0" r="r" b="b"/>
              <a:pathLst>
                <a:path w="26" h="182">
                  <a:moveTo>
                    <a:pt x="0" y="0"/>
                  </a:moveTo>
                  <a:lnTo>
                    <a:pt x="7" y="125"/>
                  </a:lnTo>
                  <a:lnTo>
                    <a:pt x="26" y="1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2" name=""/>
            <p:cNvSpPr/>
            <p:nvPr/>
          </p:nvSpPr>
          <p:spPr>
            <a:xfrm rot="0">
              <a:off x="1144" y="3785"/>
              <a:ext cx="25" cy="32"/>
            </a:xfrm>
            <a:custGeom>
              <a:avLst/>
              <a:ahLst/>
              <a:rect l="0" t="0" r="r" b="b"/>
              <a:pathLst>
                <a:path w="77" h="96">
                  <a:moveTo>
                    <a:pt x="77" y="0"/>
                  </a:moveTo>
                  <a:lnTo>
                    <a:pt x="52" y="40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3" name=""/>
            <p:cNvSpPr/>
            <p:nvPr/>
          </p:nvSpPr>
          <p:spPr>
            <a:xfrm rot="0">
              <a:off x="1192" y="3753"/>
              <a:ext cx="41" cy="62"/>
            </a:xfrm>
            <a:custGeom>
              <a:avLst/>
              <a:ahLst/>
              <a:rect l="0" t="0" r="r" b="b"/>
              <a:pathLst>
                <a:path w="124" h="185">
                  <a:moveTo>
                    <a:pt x="0" y="185"/>
                  </a:moveTo>
                  <a:lnTo>
                    <a:pt x="62" y="0"/>
                  </a:lnTo>
                  <a:lnTo>
                    <a:pt x="124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4" name=""/>
            <p:cNvSpPr/>
            <p:nvPr/>
          </p:nvSpPr>
          <p:spPr>
            <a:xfrm rot="0" flipH="1">
              <a:off x="1198" y="3798"/>
              <a:ext cx="2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5" name=""/>
            <p:cNvSpPr/>
            <p:nvPr/>
          </p:nvSpPr>
          <p:spPr>
            <a:xfrm rot="0">
              <a:off x="1254" y="3781"/>
              <a:ext cx="34" cy="34"/>
            </a:xfrm>
            <a:custGeom>
              <a:avLst/>
              <a:ahLst/>
              <a:rect l="0" t="0" r="r" b="b"/>
              <a:pathLst>
                <a:path w="103" h="102">
                  <a:moveTo>
                    <a:pt x="0" y="102"/>
                  </a:moveTo>
                  <a:lnTo>
                    <a:pt x="52" y="102"/>
                  </a:lnTo>
                  <a:lnTo>
                    <a:pt x="63" y="101"/>
                  </a:lnTo>
                  <a:lnTo>
                    <a:pt x="74" y="97"/>
                  </a:lnTo>
                  <a:lnTo>
                    <a:pt x="85" y="92"/>
                  </a:lnTo>
                  <a:lnTo>
                    <a:pt x="92" y="83"/>
                  </a:lnTo>
                  <a:lnTo>
                    <a:pt x="98" y="73"/>
                  </a:lnTo>
                  <a:lnTo>
                    <a:pt x="102" y="63"/>
                  </a:lnTo>
                  <a:lnTo>
                    <a:pt x="103" y="51"/>
                  </a:lnTo>
                  <a:lnTo>
                    <a:pt x="102" y="39"/>
                  </a:lnTo>
                  <a:lnTo>
                    <a:pt x="98" y="29"/>
                  </a:lnTo>
                  <a:lnTo>
                    <a:pt x="92" y="19"/>
                  </a:lnTo>
                  <a:lnTo>
                    <a:pt x="85" y="10"/>
                  </a:lnTo>
                  <a:lnTo>
                    <a:pt x="74" y="5"/>
                  </a:lnTo>
                  <a:lnTo>
                    <a:pt x="63" y="1"/>
                  </a:lnTo>
                  <a:lnTo>
                    <a:pt x="5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6" name=""/>
            <p:cNvSpPr/>
            <p:nvPr/>
          </p:nvSpPr>
          <p:spPr>
            <a:xfrm rot="0">
              <a:off x="1254" y="3753"/>
              <a:ext cx="30" cy="62"/>
            </a:xfrm>
            <a:custGeom>
              <a:avLst/>
              <a:ahLst/>
              <a:rect l="0" t="0" r="r" b="b"/>
              <a:pathLst>
                <a:path w="92" h="185">
                  <a:moveTo>
                    <a:pt x="52" y="83"/>
                  </a:moveTo>
                  <a:lnTo>
                    <a:pt x="62" y="81"/>
                  </a:lnTo>
                  <a:lnTo>
                    <a:pt x="73" y="77"/>
                  </a:lnTo>
                  <a:lnTo>
                    <a:pt x="81" y="71"/>
                  </a:lnTo>
                  <a:lnTo>
                    <a:pt x="87" y="62"/>
                  </a:lnTo>
                  <a:lnTo>
                    <a:pt x="91" y="53"/>
                  </a:lnTo>
                  <a:lnTo>
                    <a:pt x="92" y="42"/>
                  </a:lnTo>
                  <a:lnTo>
                    <a:pt x="91" y="31"/>
                  </a:lnTo>
                  <a:lnTo>
                    <a:pt x="87" y="21"/>
                  </a:lnTo>
                  <a:lnTo>
                    <a:pt x="81" y="12"/>
                  </a:lnTo>
                  <a:lnTo>
                    <a:pt x="73" y="5"/>
                  </a:lnTo>
                  <a:lnTo>
                    <a:pt x="62" y="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0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7" name=""/>
            <p:cNvSpPr/>
            <p:nvPr/>
          </p:nvSpPr>
          <p:spPr>
            <a:xfrm rot="0" flipV="1">
              <a:off x="1327" y="3793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8" name=""/>
            <p:cNvSpPr/>
            <p:nvPr/>
          </p:nvSpPr>
          <p:spPr>
            <a:xfrm rot="0">
              <a:off x="1315" y="3802"/>
              <a:ext cx="39" cy="18"/>
            </a:xfrm>
            <a:custGeom>
              <a:avLst/>
              <a:ahLst/>
              <a:rect l="0" t="0" r="r" b="b"/>
              <a:pathLst>
                <a:path w="117" h="56">
                  <a:moveTo>
                    <a:pt x="0" y="0"/>
                  </a:moveTo>
                  <a:lnTo>
                    <a:pt x="104" y="56"/>
                  </a:lnTo>
                  <a:lnTo>
                    <a:pt x="117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79" name=""/>
            <p:cNvSpPr/>
            <p:nvPr/>
          </p:nvSpPr>
          <p:spPr>
            <a:xfrm rot="0" flipH="1">
              <a:off x="1314" y="3789"/>
              <a:ext cx="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0" name=""/>
            <p:cNvSpPr/>
            <p:nvPr/>
          </p:nvSpPr>
          <p:spPr>
            <a:xfrm rot="0">
              <a:off x="1327" y="3781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1" name=""/>
            <p:cNvSpPr/>
            <p:nvPr/>
          </p:nvSpPr>
          <p:spPr>
            <a:xfrm rot="0" flipV="1">
              <a:off x="1304" y="3779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2" name=""/>
            <p:cNvSpPr/>
            <p:nvPr/>
          </p:nvSpPr>
          <p:spPr>
            <a:xfrm rot="0" flipV="1">
              <a:off x="1318" y="3756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3" name=""/>
            <p:cNvSpPr/>
            <p:nvPr/>
          </p:nvSpPr>
          <p:spPr>
            <a:xfrm rot="0" flipH="1">
              <a:off x="1318" y="3767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4" name=""/>
            <p:cNvSpPr/>
            <p:nvPr/>
          </p:nvSpPr>
          <p:spPr>
            <a:xfrm rot="0" flipH="1">
              <a:off x="1338" y="3741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5" name=""/>
            <p:cNvSpPr/>
            <p:nvPr/>
          </p:nvSpPr>
          <p:spPr>
            <a:xfrm rot="0" flipV="1">
              <a:off x="1317" y="3745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6" name=""/>
            <p:cNvSpPr/>
            <p:nvPr/>
          </p:nvSpPr>
          <p:spPr>
            <a:xfrm rot="0" flipH="1" flipV="1">
              <a:off x="1317" y="3742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7" name=""/>
            <p:cNvSpPr/>
            <p:nvPr/>
          </p:nvSpPr>
          <p:spPr>
            <a:xfrm rot="0" flipV="1">
              <a:off x="1302" y="3801"/>
              <a:ext cx="12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8" name=""/>
            <p:cNvSpPr/>
            <p:nvPr/>
          </p:nvSpPr>
          <p:spPr>
            <a:xfrm rot="0" flipH="1">
              <a:off x="1627" y="3788"/>
              <a:ext cx="1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89" name=""/>
            <p:cNvSpPr/>
            <p:nvPr/>
          </p:nvSpPr>
          <p:spPr>
            <a:xfrm rot="0" flipH="1">
              <a:off x="1629" y="3763"/>
              <a:ext cx="14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0" name=""/>
            <p:cNvSpPr/>
            <p:nvPr/>
          </p:nvSpPr>
          <p:spPr>
            <a:xfrm rot="0" flipV="1">
              <a:off x="1625" y="3770"/>
              <a:ext cx="1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1" name=""/>
            <p:cNvSpPr/>
            <p:nvPr/>
          </p:nvSpPr>
          <p:spPr>
            <a:xfrm rot="0" flipV="1">
              <a:off x="1627" y="3801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2" name=""/>
            <p:cNvSpPr/>
            <p:nvPr/>
          </p:nvSpPr>
          <p:spPr>
            <a:xfrm rot="0" flipH="1">
              <a:off x="1627" y="3747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3" name=""/>
            <p:cNvSpPr/>
            <p:nvPr/>
          </p:nvSpPr>
          <p:spPr>
            <a:xfrm rot="0" flipV="1">
              <a:off x="1648" y="3761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4" name=""/>
            <p:cNvSpPr/>
            <p:nvPr/>
          </p:nvSpPr>
          <p:spPr>
            <a:xfrm rot="0" flipV="1">
              <a:off x="1647" y="3777"/>
              <a:ext cx="23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5" name=""/>
            <p:cNvSpPr/>
            <p:nvPr/>
          </p:nvSpPr>
          <p:spPr>
            <a:xfrm rot="0">
              <a:off x="1663" y="3803"/>
              <a:ext cx="12" cy="18"/>
            </a:xfrm>
            <a:custGeom>
              <a:avLst/>
              <a:ahLst/>
              <a:rect l="0" t="0" r="r" b="b"/>
              <a:pathLst>
                <a:path w="38" h="54">
                  <a:moveTo>
                    <a:pt x="0" y="2"/>
                  </a:moveTo>
                  <a:lnTo>
                    <a:pt x="38" y="54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6" name=""/>
            <p:cNvSpPr/>
            <p:nvPr/>
          </p:nvSpPr>
          <p:spPr>
            <a:xfrm rot="0">
              <a:off x="1662" y="3748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7" name=""/>
            <p:cNvSpPr/>
            <p:nvPr/>
          </p:nvSpPr>
          <p:spPr>
            <a:xfrm rot="0">
              <a:off x="1654" y="3743"/>
              <a:ext cx="9" cy="61"/>
            </a:xfrm>
            <a:custGeom>
              <a:avLst/>
              <a:ahLst/>
              <a:rect l="0" t="0" r="r" b="b"/>
              <a:pathLst>
                <a:path w="27" h="182">
                  <a:moveTo>
                    <a:pt x="0" y="0"/>
                  </a:moveTo>
                  <a:lnTo>
                    <a:pt x="9" y="125"/>
                  </a:lnTo>
                  <a:lnTo>
                    <a:pt x="27" y="1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8" name=""/>
            <p:cNvSpPr/>
            <p:nvPr/>
          </p:nvSpPr>
          <p:spPr>
            <a:xfrm rot="0">
              <a:off x="1644" y="3785"/>
              <a:ext cx="25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76" y="0"/>
                  </a:moveTo>
                  <a:lnTo>
                    <a:pt x="51" y="40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499" name=""/>
            <p:cNvSpPr/>
            <p:nvPr/>
          </p:nvSpPr>
          <p:spPr>
            <a:xfrm rot="0">
              <a:off x="1692" y="3802"/>
              <a:ext cx="12" cy="13"/>
            </a:xfrm>
            <a:custGeom>
              <a:avLst/>
              <a:ahLst/>
              <a:rect l="0" t="0" r="r" b="b"/>
              <a:pathLst>
                <a:path w="38" h="38">
                  <a:moveTo>
                    <a:pt x="0" y="19"/>
                  </a:moveTo>
                  <a:lnTo>
                    <a:pt x="1" y="27"/>
                  </a:lnTo>
                  <a:lnTo>
                    <a:pt x="6" y="32"/>
                  </a:lnTo>
                  <a:lnTo>
                    <a:pt x="12" y="37"/>
                  </a:lnTo>
                  <a:lnTo>
                    <a:pt x="20" y="38"/>
                  </a:lnTo>
                  <a:lnTo>
                    <a:pt x="26" y="37"/>
                  </a:lnTo>
                  <a:lnTo>
                    <a:pt x="33" y="32"/>
                  </a:lnTo>
                  <a:lnTo>
                    <a:pt x="37" y="27"/>
                  </a:lnTo>
                  <a:lnTo>
                    <a:pt x="38" y="19"/>
                  </a:lnTo>
                  <a:lnTo>
                    <a:pt x="37" y="12"/>
                  </a:lnTo>
                  <a:lnTo>
                    <a:pt x="33" y="5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1" y="12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0" name=""/>
            <p:cNvSpPr/>
            <p:nvPr/>
          </p:nvSpPr>
          <p:spPr>
            <a:xfrm rot="0">
              <a:off x="1691" y="3802"/>
              <a:ext cx="14" cy="14"/>
            </a:xfrm>
            <a:custGeom>
              <a:avLst/>
              <a:ahLst/>
              <a:rect l="0" t="0" r="r" b="b"/>
              <a:pathLst>
                <a:path w="44" h="43">
                  <a:moveTo>
                    <a:pt x="44" y="21"/>
                  </a:moveTo>
                  <a:lnTo>
                    <a:pt x="42" y="13"/>
                  </a:lnTo>
                  <a:lnTo>
                    <a:pt x="37" y="5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7" y="5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2" y="30"/>
                  </a:lnTo>
                  <a:lnTo>
                    <a:pt x="7" y="36"/>
                  </a:lnTo>
                  <a:lnTo>
                    <a:pt x="13" y="40"/>
                  </a:lnTo>
                  <a:lnTo>
                    <a:pt x="23" y="43"/>
                  </a:lnTo>
                  <a:lnTo>
                    <a:pt x="31" y="40"/>
                  </a:lnTo>
                  <a:lnTo>
                    <a:pt x="37" y="36"/>
                  </a:lnTo>
                  <a:lnTo>
                    <a:pt x="42" y="30"/>
                  </a:lnTo>
                  <a:lnTo>
                    <a:pt x="44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1" name=""/>
            <p:cNvSpPr/>
            <p:nvPr/>
          </p:nvSpPr>
          <p:spPr>
            <a:xfrm rot="0">
              <a:off x="1360" y="3830"/>
              <a:ext cx="24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2" name=""/>
            <p:cNvSpPr/>
            <p:nvPr/>
          </p:nvSpPr>
          <p:spPr>
            <a:xfrm rot="0">
              <a:off x="1360" y="3974"/>
              <a:ext cx="24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3" name=""/>
            <p:cNvSpPr/>
            <p:nvPr/>
          </p:nvSpPr>
          <p:spPr>
            <a:xfrm rot="0" flipV="1">
              <a:off x="1070" y="3899"/>
              <a:ext cx="4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4" name=""/>
            <p:cNvSpPr/>
            <p:nvPr/>
          </p:nvSpPr>
          <p:spPr>
            <a:xfrm rot="0" flipH="1">
              <a:off x="1102" y="391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5" name=""/>
            <p:cNvSpPr/>
            <p:nvPr/>
          </p:nvSpPr>
          <p:spPr>
            <a:xfrm rot="0" flipV="1">
              <a:off x="1081" y="3915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6" name=""/>
            <p:cNvSpPr/>
            <p:nvPr/>
          </p:nvSpPr>
          <p:spPr>
            <a:xfrm rot="0" flipV="1">
              <a:off x="1067" y="3959"/>
              <a:ext cx="5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7" name=""/>
            <p:cNvSpPr/>
            <p:nvPr/>
          </p:nvSpPr>
          <p:spPr>
            <a:xfrm rot="0" flipV="1">
              <a:off x="1081" y="3947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8" name=""/>
            <p:cNvSpPr/>
            <p:nvPr/>
          </p:nvSpPr>
          <p:spPr>
            <a:xfrm rot="0" flipV="1">
              <a:off x="1081" y="3937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09" name=""/>
            <p:cNvSpPr/>
            <p:nvPr/>
          </p:nvSpPr>
          <p:spPr>
            <a:xfrm rot="0" flipV="1">
              <a:off x="1081" y="3926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0" name=""/>
            <p:cNvSpPr/>
            <p:nvPr/>
          </p:nvSpPr>
          <p:spPr>
            <a:xfrm rot="0">
              <a:off x="1081" y="3914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1" name=""/>
            <p:cNvSpPr/>
            <p:nvPr/>
          </p:nvSpPr>
          <p:spPr>
            <a:xfrm rot="0" flipH="1">
              <a:off x="1090" y="3887"/>
              <a:ext cx="3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2" name=""/>
            <p:cNvSpPr/>
            <p:nvPr/>
          </p:nvSpPr>
          <p:spPr>
            <a:xfrm rot="0" flipH="1">
              <a:off x="1128" y="3931"/>
              <a:ext cx="1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3" name=""/>
            <p:cNvSpPr/>
            <p:nvPr/>
          </p:nvSpPr>
          <p:spPr>
            <a:xfrm rot="0" flipH="1">
              <a:off x="1129" y="3905"/>
              <a:ext cx="14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4" name=""/>
            <p:cNvSpPr/>
            <p:nvPr/>
          </p:nvSpPr>
          <p:spPr>
            <a:xfrm rot="0" flipV="1">
              <a:off x="1126" y="3913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5" name=""/>
            <p:cNvSpPr/>
            <p:nvPr/>
          </p:nvSpPr>
          <p:spPr>
            <a:xfrm rot="0" flipV="1">
              <a:off x="1128" y="3944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6" name=""/>
            <p:cNvSpPr/>
            <p:nvPr/>
          </p:nvSpPr>
          <p:spPr>
            <a:xfrm rot="0" flipH="1">
              <a:off x="1128" y="3890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7" name=""/>
            <p:cNvSpPr/>
            <p:nvPr/>
          </p:nvSpPr>
          <p:spPr>
            <a:xfrm rot="0" flipV="1">
              <a:off x="1148" y="3905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8" name=""/>
            <p:cNvSpPr/>
            <p:nvPr/>
          </p:nvSpPr>
          <p:spPr>
            <a:xfrm rot="0" flipV="1">
              <a:off x="1147" y="3920"/>
              <a:ext cx="23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19" name=""/>
            <p:cNvSpPr/>
            <p:nvPr/>
          </p:nvSpPr>
          <p:spPr>
            <a:xfrm rot="0">
              <a:off x="1163" y="3946"/>
              <a:ext cx="12" cy="19"/>
            </a:xfrm>
            <a:custGeom>
              <a:avLst/>
              <a:ahLst/>
              <a:rect l="0" t="0" r="r" b="b"/>
              <a:pathLst>
                <a:path w="38" h="55">
                  <a:moveTo>
                    <a:pt x="0" y="2"/>
                  </a:moveTo>
                  <a:lnTo>
                    <a:pt x="38" y="55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0" name=""/>
            <p:cNvSpPr/>
            <p:nvPr/>
          </p:nvSpPr>
          <p:spPr>
            <a:xfrm rot="0">
              <a:off x="1162" y="3891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1" name=""/>
            <p:cNvSpPr/>
            <p:nvPr/>
          </p:nvSpPr>
          <p:spPr>
            <a:xfrm rot="0">
              <a:off x="1154" y="3887"/>
              <a:ext cx="9" cy="60"/>
            </a:xfrm>
            <a:custGeom>
              <a:avLst/>
              <a:ahLst/>
              <a:rect l="0" t="0" r="r" b="b"/>
              <a:pathLst>
                <a:path w="26" h="181">
                  <a:moveTo>
                    <a:pt x="0" y="0"/>
                  </a:moveTo>
                  <a:lnTo>
                    <a:pt x="7" y="125"/>
                  </a:lnTo>
                  <a:lnTo>
                    <a:pt x="26" y="1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2" name=""/>
            <p:cNvSpPr/>
            <p:nvPr/>
          </p:nvSpPr>
          <p:spPr>
            <a:xfrm rot="0">
              <a:off x="1144" y="3928"/>
              <a:ext cx="25" cy="32"/>
            </a:xfrm>
            <a:custGeom>
              <a:avLst/>
              <a:ahLst/>
              <a:rect l="0" t="0" r="r" b="b"/>
              <a:pathLst>
                <a:path w="77" h="94">
                  <a:moveTo>
                    <a:pt x="77" y="0"/>
                  </a:moveTo>
                  <a:lnTo>
                    <a:pt x="52" y="40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3" name=""/>
            <p:cNvSpPr/>
            <p:nvPr/>
          </p:nvSpPr>
          <p:spPr>
            <a:xfrm rot="0">
              <a:off x="1192" y="3924"/>
              <a:ext cx="35" cy="34"/>
            </a:xfrm>
            <a:custGeom>
              <a:avLst/>
              <a:ahLst/>
              <a:rect l="0" t="0" r="r" b="b"/>
              <a:pathLst>
                <a:path w="104" h="103">
                  <a:moveTo>
                    <a:pt x="0" y="103"/>
                  </a:moveTo>
                  <a:lnTo>
                    <a:pt x="51" y="103"/>
                  </a:lnTo>
                  <a:lnTo>
                    <a:pt x="63" y="102"/>
                  </a:lnTo>
                  <a:lnTo>
                    <a:pt x="74" y="98"/>
                  </a:lnTo>
                  <a:lnTo>
                    <a:pt x="84" y="92"/>
                  </a:lnTo>
                  <a:lnTo>
                    <a:pt x="92" y="84"/>
                  </a:lnTo>
                  <a:lnTo>
                    <a:pt x="99" y="74"/>
                  </a:lnTo>
                  <a:lnTo>
                    <a:pt x="103" y="63"/>
                  </a:lnTo>
                  <a:lnTo>
                    <a:pt x="104" y="52"/>
                  </a:lnTo>
                  <a:lnTo>
                    <a:pt x="103" y="40"/>
                  </a:lnTo>
                  <a:lnTo>
                    <a:pt x="99" y="30"/>
                  </a:lnTo>
                  <a:lnTo>
                    <a:pt x="92" y="19"/>
                  </a:lnTo>
                  <a:lnTo>
                    <a:pt x="84" y="11"/>
                  </a:lnTo>
                  <a:lnTo>
                    <a:pt x="74" y="5"/>
                  </a:lnTo>
                  <a:lnTo>
                    <a:pt x="63" y="1"/>
                  </a:lnTo>
                  <a:lnTo>
                    <a:pt x="5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4" name=""/>
            <p:cNvSpPr/>
            <p:nvPr/>
          </p:nvSpPr>
          <p:spPr>
            <a:xfrm rot="0">
              <a:off x="1192" y="3897"/>
              <a:ext cx="31" cy="61"/>
            </a:xfrm>
            <a:custGeom>
              <a:avLst/>
              <a:ahLst/>
              <a:rect l="0" t="0" r="r" b="b"/>
              <a:pathLst>
                <a:path w="93" h="185">
                  <a:moveTo>
                    <a:pt x="51" y="82"/>
                  </a:moveTo>
                  <a:lnTo>
                    <a:pt x="63" y="80"/>
                  </a:lnTo>
                  <a:lnTo>
                    <a:pt x="72" y="76"/>
                  </a:lnTo>
                  <a:lnTo>
                    <a:pt x="81" y="70"/>
                  </a:lnTo>
                  <a:lnTo>
                    <a:pt x="88" y="62"/>
                  </a:lnTo>
                  <a:lnTo>
                    <a:pt x="92" y="51"/>
                  </a:lnTo>
                  <a:lnTo>
                    <a:pt x="93" y="41"/>
                  </a:lnTo>
                  <a:lnTo>
                    <a:pt x="92" y="30"/>
                  </a:lnTo>
                  <a:lnTo>
                    <a:pt x="88" y="21"/>
                  </a:lnTo>
                  <a:lnTo>
                    <a:pt x="81" y="12"/>
                  </a:lnTo>
                  <a:lnTo>
                    <a:pt x="72" y="5"/>
                  </a:lnTo>
                  <a:lnTo>
                    <a:pt x="63" y="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5" name=""/>
            <p:cNvSpPr/>
            <p:nvPr/>
          </p:nvSpPr>
          <p:spPr>
            <a:xfrm rot="0" flipH="1">
              <a:off x="1263" y="3958"/>
              <a:ext cx="1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6" name=""/>
            <p:cNvSpPr/>
            <p:nvPr/>
          </p:nvSpPr>
          <p:spPr>
            <a:xfrm rot="0">
              <a:off x="1247" y="3943"/>
              <a:ext cx="16" cy="15"/>
            </a:xfrm>
            <a:custGeom>
              <a:avLst/>
              <a:ahLst/>
              <a:rect l="0" t="0" r="r" b="b"/>
              <a:pathLst>
                <a:path w="48" h="47">
                  <a:moveTo>
                    <a:pt x="0" y="0"/>
                  </a:moveTo>
                  <a:lnTo>
                    <a:pt x="3" y="13"/>
                  </a:lnTo>
                  <a:lnTo>
                    <a:pt x="7" y="24"/>
                  </a:lnTo>
                  <a:lnTo>
                    <a:pt x="15" y="33"/>
                  </a:lnTo>
                  <a:lnTo>
                    <a:pt x="24" y="41"/>
                  </a:lnTo>
                  <a:lnTo>
                    <a:pt x="35" y="45"/>
                  </a:lnTo>
                  <a:lnTo>
                    <a:pt x="48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7" name=""/>
            <p:cNvSpPr/>
            <p:nvPr/>
          </p:nvSpPr>
          <p:spPr>
            <a:xfrm rot="0" flipV="1">
              <a:off x="1247" y="3912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8" name=""/>
            <p:cNvSpPr/>
            <p:nvPr/>
          </p:nvSpPr>
          <p:spPr>
            <a:xfrm rot="0">
              <a:off x="1247" y="3897"/>
              <a:ext cx="16" cy="15"/>
            </a:xfrm>
            <a:custGeom>
              <a:avLst/>
              <a:ahLst/>
              <a:rect l="0" t="0" r="r" b="b"/>
              <a:pathLst>
                <a:path w="48" h="46">
                  <a:moveTo>
                    <a:pt x="48" y="0"/>
                  </a:moveTo>
                  <a:lnTo>
                    <a:pt x="35" y="1"/>
                  </a:lnTo>
                  <a:lnTo>
                    <a:pt x="24" y="7"/>
                  </a:lnTo>
                  <a:lnTo>
                    <a:pt x="15" y="13"/>
                  </a:lnTo>
                  <a:lnTo>
                    <a:pt x="7" y="22"/>
                  </a:lnTo>
                  <a:lnTo>
                    <a:pt x="3" y="34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29" name=""/>
            <p:cNvSpPr/>
            <p:nvPr/>
          </p:nvSpPr>
          <p:spPr>
            <a:xfrm rot="0">
              <a:off x="1263" y="3897"/>
              <a:ext cx="1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0" name=""/>
            <p:cNvSpPr/>
            <p:nvPr/>
          </p:nvSpPr>
          <p:spPr>
            <a:xfrm rot="0" flipV="1">
              <a:off x="1314" y="3937"/>
              <a:ext cx="1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1" name=""/>
            <p:cNvSpPr/>
            <p:nvPr/>
          </p:nvSpPr>
          <p:spPr>
            <a:xfrm rot="0">
              <a:off x="1301" y="3944"/>
              <a:ext cx="39" cy="20"/>
            </a:xfrm>
            <a:custGeom>
              <a:avLst/>
              <a:ahLst/>
              <a:rect l="0" t="0" r="r" b="b"/>
              <a:pathLst>
                <a:path w="117" h="58">
                  <a:moveTo>
                    <a:pt x="0" y="0"/>
                  </a:moveTo>
                  <a:lnTo>
                    <a:pt x="103" y="58"/>
                  </a:lnTo>
                  <a:lnTo>
                    <a:pt x="11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2" name=""/>
            <p:cNvSpPr/>
            <p:nvPr/>
          </p:nvSpPr>
          <p:spPr>
            <a:xfrm rot="0" flipH="1">
              <a:off x="1300" y="3932"/>
              <a:ext cx="3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3" name=""/>
            <p:cNvSpPr/>
            <p:nvPr/>
          </p:nvSpPr>
          <p:spPr>
            <a:xfrm rot="0">
              <a:off x="1314" y="3925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4" name=""/>
            <p:cNvSpPr/>
            <p:nvPr/>
          </p:nvSpPr>
          <p:spPr>
            <a:xfrm rot="0" flipV="1">
              <a:off x="1290" y="3922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5" name=""/>
            <p:cNvSpPr/>
            <p:nvPr/>
          </p:nvSpPr>
          <p:spPr>
            <a:xfrm rot="0" flipV="1">
              <a:off x="1305" y="3899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6" name=""/>
            <p:cNvSpPr/>
            <p:nvPr/>
          </p:nvSpPr>
          <p:spPr>
            <a:xfrm rot="0" flipH="1">
              <a:off x="1305" y="3910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7" name=""/>
            <p:cNvSpPr/>
            <p:nvPr/>
          </p:nvSpPr>
          <p:spPr>
            <a:xfrm rot="0" flipH="1">
              <a:off x="1323" y="3884"/>
              <a:ext cx="2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8" name=""/>
            <p:cNvSpPr/>
            <p:nvPr/>
          </p:nvSpPr>
          <p:spPr>
            <a:xfrm rot="0" flipV="1">
              <a:off x="1304" y="3888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39" name=""/>
            <p:cNvSpPr/>
            <p:nvPr/>
          </p:nvSpPr>
          <p:spPr>
            <a:xfrm rot="0" flipH="1" flipV="1">
              <a:off x="1304" y="3886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0" name=""/>
            <p:cNvSpPr/>
            <p:nvPr/>
          </p:nvSpPr>
          <p:spPr>
            <a:xfrm rot="0" flipV="1">
              <a:off x="1288" y="3944"/>
              <a:ext cx="1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1" name=""/>
            <p:cNvSpPr/>
            <p:nvPr/>
          </p:nvSpPr>
          <p:spPr>
            <a:xfrm rot="0" flipH="1">
              <a:off x="1614" y="3931"/>
              <a:ext cx="1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2" name=""/>
            <p:cNvSpPr/>
            <p:nvPr/>
          </p:nvSpPr>
          <p:spPr>
            <a:xfrm rot="0" flipH="1">
              <a:off x="1615" y="3905"/>
              <a:ext cx="14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3" name=""/>
            <p:cNvSpPr/>
            <p:nvPr/>
          </p:nvSpPr>
          <p:spPr>
            <a:xfrm rot="0" flipV="1">
              <a:off x="1612" y="3913"/>
              <a:ext cx="1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4" name=""/>
            <p:cNvSpPr/>
            <p:nvPr/>
          </p:nvSpPr>
          <p:spPr>
            <a:xfrm rot="0" flipV="1">
              <a:off x="1614" y="3944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5" name=""/>
            <p:cNvSpPr/>
            <p:nvPr/>
          </p:nvSpPr>
          <p:spPr>
            <a:xfrm rot="0" flipH="1">
              <a:off x="1614" y="3890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6" name=""/>
            <p:cNvSpPr/>
            <p:nvPr/>
          </p:nvSpPr>
          <p:spPr>
            <a:xfrm rot="0" flipV="1">
              <a:off x="1635" y="3905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7" name=""/>
            <p:cNvSpPr/>
            <p:nvPr/>
          </p:nvSpPr>
          <p:spPr>
            <a:xfrm rot="0" flipV="1">
              <a:off x="1634" y="3920"/>
              <a:ext cx="22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8" name=""/>
            <p:cNvSpPr/>
            <p:nvPr/>
          </p:nvSpPr>
          <p:spPr>
            <a:xfrm rot="0">
              <a:off x="1649" y="3946"/>
              <a:ext cx="13" cy="19"/>
            </a:xfrm>
            <a:custGeom>
              <a:avLst/>
              <a:ahLst/>
              <a:rect l="0" t="0" r="r" b="b"/>
              <a:pathLst>
                <a:path w="38" h="55">
                  <a:moveTo>
                    <a:pt x="0" y="2"/>
                  </a:moveTo>
                  <a:lnTo>
                    <a:pt x="38" y="55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49" name=""/>
            <p:cNvSpPr/>
            <p:nvPr/>
          </p:nvSpPr>
          <p:spPr>
            <a:xfrm rot="0">
              <a:off x="1648" y="3891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0" name=""/>
            <p:cNvSpPr/>
            <p:nvPr/>
          </p:nvSpPr>
          <p:spPr>
            <a:xfrm rot="0">
              <a:off x="1640" y="3887"/>
              <a:ext cx="9" cy="60"/>
            </a:xfrm>
            <a:custGeom>
              <a:avLst/>
              <a:ahLst/>
              <a:rect l="0" t="0" r="r" b="b"/>
              <a:pathLst>
                <a:path w="27" h="181">
                  <a:moveTo>
                    <a:pt x="0" y="0"/>
                  </a:moveTo>
                  <a:lnTo>
                    <a:pt x="8" y="125"/>
                  </a:lnTo>
                  <a:lnTo>
                    <a:pt x="27" y="1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1" name=""/>
            <p:cNvSpPr/>
            <p:nvPr/>
          </p:nvSpPr>
          <p:spPr>
            <a:xfrm rot="0">
              <a:off x="1630" y="3928"/>
              <a:ext cx="25" cy="32"/>
            </a:xfrm>
            <a:custGeom>
              <a:avLst/>
              <a:ahLst/>
              <a:rect l="0" t="0" r="r" b="b"/>
              <a:pathLst>
                <a:path w="76" h="94">
                  <a:moveTo>
                    <a:pt x="76" y="0"/>
                  </a:moveTo>
                  <a:lnTo>
                    <a:pt x="52" y="40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2" name=""/>
            <p:cNvSpPr/>
            <p:nvPr/>
          </p:nvSpPr>
          <p:spPr>
            <a:xfrm rot="0">
              <a:off x="1678" y="3945"/>
              <a:ext cx="13" cy="13"/>
            </a:xfrm>
            <a:custGeom>
              <a:avLst/>
              <a:ahLst/>
              <a:rect l="0" t="0" r="r" b="b"/>
              <a:pathLst>
                <a:path w="38" h="38">
                  <a:moveTo>
                    <a:pt x="0" y="20"/>
                  </a:moveTo>
                  <a:lnTo>
                    <a:pt x="1" y="26"/>
                  </a:lnTo>
                  <a:lnTo>
                    <a:pt x="5" y="33"/>
                  </a:lnTo>
                  <a:lnTo>
                    <a:pt x="12" y="37"/>
                  </a:lnTo>
                  <a:lnTo>
                    <a:pt x="20" y="38"/>
                  </a:lnTo>
                  <a:lnTo>
                    <a:pt x="26" y="37"/>
                  </a:lnTo>
                  <a:lnTo>
                    <a:pt x="33" y="33"/>
                  </a:lnTo>
                  <a:lnTo>
                    <a:pt x="37" y="26"/>
                  </a:lnTo>
                  <a:lnTo>
                    <a:pt x="38" y="20"/>
                  </a:lnTo>
                  <a:lnTo>
                    <a:pt x="37" y="12"/>
                  </a:lnTo>
                  <a:lnTo>
                    <a:pt x="33" y="5"/>
                  </a:lnTo>
                  <a:lnTo>
                    <a:pt x="26" y="1"/>
                  </a:lnTo>
                  <a:lnTo>
                    <a:pt x="20" y="0"/>
                  </a:lnTo>
                  <a:lnTo>
                    <a:pt x="12" y="1"/>
                  </a:lnTo>
                  <a:lnTo>
                    <a:pt x="5" y="5"/>
                  </a:lnTo>
                  <a:lnTo>
                    <a:pt x="1" y="12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3" name=""/>
            <p:cNvSpPr/>
            <p:nvPr/>
          </p:nvSpPr>
          <p:spPr>
            <a:xfrm rot="0">
              <a:off x="1677" y="3944"/>
              <a:ext cx="15" cy="15"/>
            </a:xfrm>
            <a:custGeom>
              <a:avLst/>
              <a:ahLst/>
              <a:rect l="0" t="0" r="r" b="b"/>
              <a:pathLst>
                <a:path w="43" h="44">
                  <a:moveTo>
                    <a:pt x="43" y="23"/>
                  </a:moveTo>
                  <a:lnTo>
                    <a:pt x="42" y="13"/>
                  </a:lnTo>
                  <a:lnTo>
                    <a:pt x="36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6" y="7"/>
                  </a:lnTo>
                  <a:lnTo>
                    <a:pt x="1" y="13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6" y="37"/>
                  </a:lnTo>
                  <a:lnTo>
                    <a:pt x="13" y="42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6" y="37"/>
                  </a:lnTo>
                  <a:lnTo>
                    <a:pt x="42" y="31"/>
                  </a:lnTo>
                  <a:lnTo>
                    <a:pt x="43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4" name=""/>
            <p:cNvSpPr/>
            <p:nvPr/>
          </p:nvSpPr>
          <p:spPr>
            <a:xfrm rot="0">
              <a:off x="4069" y="3844"/>
              <a:ext cx="24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5" name=""/>
            <p:cNvSpPr/>
            <p:nvPr/>
          </p:nvSpPr>
          <p:spPr>
            <a:xfrm rot="0" flipV="1">
              <a:off x="3759" y="3760"/>
              <a:ext cx="4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6" name=""/>
            <p:cNvSpPr/>
            <p:nvPr/>
          </p:nvSpPr>
          <p:spPr>
            <a:xfrm rot="0" flipH="1">
              <a:off x="3791" y="3773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7" name=""/>
            <p:cNvSpPr/>
            <p:nvPr/>
          </p:nvSpPr>
          <p:spPr>
            <a:xfrm rot="0" flipV="1">
              <a:off x="3770" y="3776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8" name=""/>
            <p:cNvSpPr/>
            <p:nvPr/>
          </p:nvSpPr>
          <p:spPr>
            <a:xfrm rot="0" flipV="1">
              <a:off x="3756" y="3820"/>
              <a:ext cx="5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59" name=""/>
            <p:cNvSpPr/>
            <p:nvPr/>
          </p:nvSpPr>
          <p:spPr>
            <a:xfrm rot="0" flipV="1">
              <a:off x="3770" y="3808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0" name=""/>
            <p:cNvSpPr/>
            <p:nvPr/>
          </p:nvSpPr>
          <p:spPr>
            <a:xfrm rot="0" flipV="1">
              <a:off x="3770" y="3798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1" name=""/>
            <p:cNvSpPr/>
            <p:nvPr/>
          </p:nvSpPr>
          <p:spPr>
            <a:xfrm rot="0" flipV="1">
              <a:off x="3770" y="3787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2" name=""/>
            <p:cNvSpPr/>
            <p:nvPr/>
          </p:nvSpPr>
          <p:spPr>
            <a:xfrm rot="0">
              <a:off x="3770" y="3775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3" name=""/>
            <p:cNvSpPr/>
            <p:nvPr/>
          </p:nvSpPr>
          <p:spPr>
            <a:xfrm rot="0" flipH="1">
              <a:off x="3779" y="3747"/>
              <a:ext cx="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4" name=""/>
            <p:cNvSpPr/>
            <p:nvPr/>
          </p:nvSpPr>
          <p:spPr>
            <a:xfrm rot="0" flipH="1">
              <a:off x="3816" y="3792"/>
              <a:ext cx="1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5" name=""/>
            <p:cNvSpPr/>
            <p:nvPr/>
          </p:nvSpPr>
          <p:spPr>
            <a:xfrm rot="0" flipH="1">
              <a:off x="3818" y="3766"/>
              <a:ext cx="14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6" name=""/>
            <p:cNvSpPr/>
            <p:nvPr/>
          </p:nvSpPr>
          <p:spPr>
            <a:xfrm rot="0" flipV="1">
              <a:off x="3814" y="3774"/>
              <a:ext cx="1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7" name=""/>
            <p:cNvSpPr/>
            <p:nvPr/>
          </p:nvSpPr>
          <p:spPr>
            <a:xfrm rot="0" flipV="1">
              <a:off x="3816" y="3805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8" name=""/>
            <p:cNvSpPr/>
            <p:nvPr/>
          </p:nvSpPr>
          <p:spPr>
            <a:xfrm rot="0" flipH="1">
              <a:off x="3816" y="3751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69" name=""/>
            <p:cNvSpPr/>
            <p:nvPr/>
          </p:nvSpPr>
          <p:spPr>
            <a:xfrm rot="0" flipV="1">
              <a:off x="3837" y="3766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0" name=""/>
            <p:cNvSpPr/>
            <p:nvPr/>
          </p:nvSpPr>
          <p:spPr>
            <a:xfrm rot="0" flipV="1">
              <a:off x="3836" y="3781"/>
              <a:ext cx="23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1" name=""/>
            <p:cNvSpPr/>
            <p:nvPr/>
          </p:nvSpPr>
          <p:spPr>
            <a:xfrm rot="0">
              <a:off x="3852" y="3807"/>
              <a:ext cx="12" cy="19"/>
            </a:xfrm>
            <a:custGeom>
              <a:avLst/>
              <a:ahLst/>
              <a:rect l="0" t="0" r="r" b="b"/>
              <a:pathLst>
                <a:path w="38" h="55">
                  <a:moveTo>
                    <a:pt x="0" y="2"/>
                  </a:moveTo>
                  <a:lnTo>
                    <a:pt x="38" y="55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2" name=""/>
            <p:cNvSpPr/>
            <p:nvPr/>
          </p:nvSpPr>
          <p:spPr>
            <a:xfrm rot="0">
              <a:off x="3851" y="3752"/>
              <a:ext cx="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3" name=""/>
            <p:cNvSpPr/>
            <p:nvPr/>
          </p:nvSpPr>
          <p:spPr>
            <a:xfrm rot="0">
              <a:off x="3843" y="3747"/>
              <a:ext cx="9" cy="61"/>
            </a:xfrm>
            <a:custGeom>
              <a:avLst/>
              <a:ahLst/>
              <a:rect l="0" t="0" r="r" b="b"/>
              <a:pathLst>
                <a:path w="27" h="183">
                  <a:moveTo>
                    <a:pt x="0" y="0"/>
                  </a:moveTo>
                  <a:lnTo>
                    <a:pt x="8" y="127"/>
                  </a:lnTo>
                  <a:lnTo>
                    <a:pt x="27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4" name=""/>
            <p:cNvSpPr/>
            <p:nvPr/>
          </p:nvSpPr>
          <p:spPr>
            <a:xfrm rot="0">
              <a:off x="3833" y="3789"/>
              <a:ext cx="25" cy="32"/>
            </a:xfrm>
            <a:custGeom>
              <a:avLst/>
              <a:ahLst/>
              <a:rect l="0" t="0" r="r" b="b"/>
              <a:pathLst>
                <a:path w="76" h="94">
                  <a:moveTo>
                    <a:pt x="76" y="0"/>
                  </a:moveTo>
                  <a:lnTo>
                    <a:pt x="51" y="41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5" name=""/>
            <p:cNvSpPr/>
            <p:nvPr/>
          </p:nvSpPr>
          <p:spPr>
            <a:xfrm rot="0">
              <a:off x="3881" y="3758"/>
              <a:ext cx="41" cy="61"/>
            </a:xfrm>
            <a:custGeom>
              <a:avLst/>
              <a:ahLst/>
              <a:rect l="0" t="0" r="r" b="b"/>
              <a:pathLst>
                <a:path w="123" h="185">
                  <a:moveTo>
                    <a:pt x="0" y="185"/>
                  </a:moveTo>
                  <a:lnTo>
                    <a:pt x="61" y="0"/>
                  </a:lnTo>
                  <a:lnTo>
                    <a:pt x="123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6" name=""/>
            <p:cNvSpPr/>
            <p:nvPr/>
          </p:nvSpPr>
          <p:spPr>
            <a:xfrm rot="0" flipH="1">
              <a:off x="3887" y="3802"/>
              <a:ext cx="2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7" name=""/>
            <p:cNvSpPr/>
            <p:nvPr/>
          </p:nvSpPr>
          <p:spPr>
            <a:xfrm rot="0">
              <a:off x="3943" y="3785"/>
              <a:ext cx="34" cy="34"/>
            </a:xfrm>
            <a:custGeom>
              <a:avLst/>
              <a:ahLst/>
              <a:rect l="0" t="0" r="r" b="b"/>
              <a:pathLst>
                <a:path w="103" h="103">
                  <a:moveTo>
                    <a:pt x="0" y="103"/>
                  </a:moveTo>
                  <a:lnTo>
                    <a:pt x="51" y="103"/>
                  </a:lnTo>
                  <a:lnTo>
                    <a:pt x="63" y="102"/>
                  </a:lnTo>
                  <a:lnTo>
                    <a:pt x="74" y="98"/>
                  </a:lnTo>
                  <a:lnTo>
                    <a:pt x="83" y="92"/>
                  </a:lnTo>
                  <a:lnTo>
                    <a:pt x="91" y="84"/>
                  </a:lnTo>
                  <a:lnTo>
                    <a:pt x="97" y="73"/>
                  </a:lnTo>
                  <a:lnTo>
                    <a:pt x="101" y="63"/>
                  </a:lnTo>
                  <a:lnTo>
                    <a:pt x="103" y="51"/>
                  </a:lnTo>
                  <a:lnTo>
                    <a:pt x="101" y="40"/>
                  </a:lnTo>
                  <a:lnTo>
                    <a:pt x="97" y="29"/>
                  </a:lnTo>
                  <a:lnTo>
                    <a:pt x="91" y="19"/>
                  </a:lnTo>
                  <a:lnTo>
                    <a:pt x="83" y="11"/>
                  </a:lnTo>
                  <a:lnTo>
                    <a:pt x="74" y="5"/>
                  </a:lnTo>
                  <a:lnTo>
                    <a:pt x="63" y="1"/>
                  </a:lnTo>
                  <a:lnTo>
                    <a:pt x="5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8" name=""/>
            <p:cNvSpPr/>
            <p:nvPr/>
          </p:nvSpPr>
          <p:spPr>
            <a:xfrm rot="0">
              <a:off x="3943" y="3758"/>
              <a:ext cx="30" cy="61"/>
            </a:xfrm>
            <a:custGeom>
              <a:avLst/>
              <a:ahLst/>
              <a:rect l="0" t="0" r="r" b="b"/>
              <a:pathLst>
                <a:path w="92" h="185">
                  <a:moveTo>
                    <a:pt x="51" y="82"/>
                  </a:moveTo>
                  <a:lnTo>
                    <a:pt x="62" y="80"/>
                  </a:lnTo>
                  <a:lnTo>
                    <a:pt x="72" y="76"/>
                  </a:lnTo>
                  <a:lnTo>
                    <a:pt x="80" y="70"/>
                  </a:lnTo>
                  <a:lnTo>
                    <a:pt x="87" y="62"/>
                  </a:lnTo>
                  <a:lnTo>
                    <a:pt x="91" y="51"/>
                  </a:lnTo>
                  <a:lnTo>
                    <a:pt x="92" y="41"/>
                  </a:lnTo>
                  <a:lnTo>
                    <a:pt x="91" y="30"/>
                  </a:lnTo>
                  <a:lnTo>
                    <a:pt x="87" y="20"/>
                  </a:lnTo>
                  <a:lnTo>
                    <a:pt x="80" y="12"/>
                  </a:lnTo>
                  <a:lnTo>
                    <a:pt x="72" y="5"/>
                  </a:lnTo>
                  <a:lnTo>
                    <a:pt x="62" y="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79" name=""/>
            <p:cNvSpPr/>
            <p:nvPr/>
          </p:nvSpPr>
          <p:spPr>
            <a:xfrm rot="0" flipV="1">
              <a:off x="4016" y="3797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0" name=""/>
            <p:cNvSpPr/>
            <p:nvPr/>
          </p:nvSpPr>
          <p:spPr>
            <a:xfrm rot="0">
              <a:off x="4004" y="3805"/>
              <a:ext cx="39" cy="20"/>
            </a:xfrm>
            <a:custGeom>
              <a:avLst/>
              <a:ahLst/>
              <a:rect l="0" t="0" r="r" b="b"/>
              <a:pathLst>
                <a:path w="117" h="58">
                  <a:moveTo>
                    <a:pt x="0" y="0"/>
                  </a:moveTo>
                  <a:lnTo>
                    <a:pt x="102" y="58"/>
                  </a:lnTo>
                  <a:lnTo>
                    <a:pt x="11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1" name=""/>
            <p:cNvSpPr/>
            <p:nvPr/>
          </p:nvSpPr>
          <p:spPr>
            <a:xfrm rot="0" flipH="1">
              <a:off x="4003" y="3793"/>
              <a:ext cx="2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2" name=""/>
            <p:cNvSpPr/>
            <p:nvPr/>
          </p:nvSpPr>
          <p:spPr>
            <a:xfrm rot="0">
              <a:off x="4016" y="3785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3" name=""/>
            <p:cNvSpPr/>
            <p:nvPr/>
          </p:nvSpPr>
          <p:spPr>
            <a:xfrm rot="0" flipV="1">
              <a:off x="3993" y="3783"/>
              <a:ext cx="4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4" name=""/>
            <p:cNvSpPr/>
            <p:nvPr/>
          </p:nvSpPr>
          <p:spPr>
            <a:xfrm rot="0" flipV="1">
              <a:off x="4007" y="3760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5" name=""/>
            <p:cNvSpPr/>
            <p:nvPr/>
          </p:nvSpPr>
          <p:spPr>
            <a:xfrm rot="0" flipH="1">
              <a:off x="4007" y="3771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6" name=""/>
            <p:cNvSpPr/>
            <p:nvPr/>
          </p:nvSpPr>
          <p:spPr>
            <a:xfrm rot="0" flipH="1">
              <a:off x="4026" y="3745"/>
              <a:ext cx="2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7" name=""/>
            <p:cNvSpPr/>
            <p:nvPr/>
          </p:nvSpPr>
          <p:spPr>
            <a:xfrm rot="0" flipV="1">
              <a:off x="4006" y="3749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8" name=""/>
            <p:cNvSpPr/>
            <p:nvPr/>
          </p:nvSpPr>
          <p:spPr>
            <a:xfrm rot="0" flipH="1" flipV="1">
              <a:off x="4006" y="3746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89" name=""/>
            <p:cNvSpPr/>
            <p:nvPr/>
          </p:nvSpPr>
          <p:spPr>
            <a:xfrm rot="0" flipV="1">
              <a:off x="3991" y="3805"/>
              <a:ext cx="1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0" name=""/>
            <p:cNvSpPr/>
            <p:nvPr/>
          </p:nvSpPr>
          <p:spPr>
            <a:xfrm rot="0" flipH="1">
              <a:off x="4354" y="3792"/>
              <a:ext cx="1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1" name=""/>
            <p:cNvSpPr/>
            <p:nvPr/>
          </p:nvSpPr>
          <p:spPr>
            <a:xfrm rot="0" flipH="1">
              <a:off x="4356" y="3766"/>
              <a:ext cx="1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2" name=""/>
            <p:cNvSpPr/>
            <p:nvPr/>
          </p:nvSpPr>
          <p:spPr>
            <a:xfrm rot="0" flipV="1">
              <a:off x="4352" y="3774"/>
              <a:ext cx="1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3" name=""/>
            <p:cNvSpPr/>
            <p:nvPr/>
          </p:nvSpPr>
          <p:spPr>
            <a:xfrm rot="0" flipV="1">
              <a:off x="4354" y="3805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4" name=""/>
            <p:cNvSpPr/>
            <p:nvPr/>
          </p:nvSpPr>
          <p:spPr>
            <a:xfrm rot="0" flipH="1">
              <a:off x="4354" y="3751"/>
              <a:ext cx="1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5" name=""/>
            <p:cNvSpPr/>
            <p:nvPr/>
          </p:nvSpPr>
          <p:spPr>
            <a:xfrm rot="0" flipV="1">
              <a:off x="4375" y="3766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6" name=""/>
            <p:cNvSpPr/>
            <p:nvPr/>
          </p:nvSpPr>
          <p:spPr>
            <a:xfrm rot="0" flipV="1">
              <a:off x="4374" y="3781"/>
              <a:ext cx="22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7" name=""/>
            <p:cNvSpPr/>
            <p:nvPr/>
          </p:nvSpPr>
          <p:spPr>
            <a:xfrm rot="0">
              <a:off x="4389" y="3807"/>
              <a:ext cx="13" cy="19"/>
            </a:xfrm>
            <a:custGeom>
              <a:avLst/>
              <a:ahLst/>
              <a:rect l="0" t="0" r="r" b="b"/>
              <a:pathLst>
                <a:path w="38" h="55">
                  <a:moveTo>
                    <a:pt x="0" y="2"/>
                  </a:moveTo>
                  <a:lnTo>
                    <a:pt x="38" y="55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8" name=""/>
            <p:cNvSpPr/>
            <p:nvPr/>
          </p:nvSpPr>
          <p:spPr>
            <a:xfrm rot="0">
              <a:off x="4388" y="3752"/>
              <a:ext cx="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599" name=""/>
            <p:cNvSpPr/>
            <p:nvPr/>
          </p:nvSpPr>
          <p:spPr>
            <a:xfrm rot="0">
              <a:off x="4380" y="3747"/>
              <a:ext cx="9" cy="61"/>
            </a:xfrm>
            <a:custGeom>
              <a:avLst/>
              <a:ahLst/>
              <a:rect l="0" t="0" r="r" b="b"/>
              <a:pathLst>
                <a:path w="28" h="183">
                  <a:moveTo>
                    <a:pt x="0" y="0"/>
                  </a:moveTo>
                  <a:lnTo>
                    <a:pt x="8" y="127"/>
                  </a:lnTo>
                  <a:lnTo>
                    <a:pt x="28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0" name=""/>
            <p:cNvSpPr/>
            <p:nvPr/>
          </p:nvSpPr>
          <p:spPr>
            <a:xfrm rot="0">
              <a:off x="4370" y="3789"/>
              <a:ext cx="25" cy="32"/>
            </a:xfrm>
            <a:custGeom>
              <a:avLst/>
              <a:ahLst/>
              <a:rect l="0" t="0" r="r" b="b"/>
              <a:pathLst>
                <a:path w="76" h="94">
                  <a:moveTo>
                    <a:pt x="76" y="0"/>
                  </a:moveTo>
                  <a:lnTo>
                    <a:pt x="53" y="41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1" name=""/>
            <p:cNvSpPr/>
            <p:nvPr/>
          </p:nvSpPr>
          <p:spPr>
            <a:xfrm rot="0">
              <a:off x="4418" y="3806"/>
              <a:ext cx="13" cy="13"/>
            </a:xfrm>
            <a:custGeom>
              <a:avLst/>
              <a:ahLst/>
              <a:rect l="0" t="0" r="r" b="b"/>
              <a:pathLst>
                <a:path w="38" h="38">
                  <a:moveTo>
                    <a:pt x="0" y="20"/>
                  </a:moveTo>
                  <a:lnTo>
                    <a:pt x="1" y="26"/>
                  </a:lnTo>
                  <a:lnTo>
                    <a:pt x="5" y="33"/>
                  </a:lnTo>
                  <a:lnTo>
                    <a:pt x="11" y="37"/>
                  </a:lnTo>
                  <a:lnTo>
                    <a:pt x="18" y="38"/>
                  </a:lnTo>
                  <a:lnTo>
                    <a:pt x="26" y="37"/>
                  </a:lnTo>
                  <a:lnTo>
                    <a:pt x="33" y="33"/>
                  </a:lnTo>
                  <a:lnTo>
                    <a:pt x="36" y="26"/>
                  </a:lnTo>
                  <a:lnTo>
                    <a:pt x="38" y="20"/>
                  </a:lnTo>
                  <a:lnTo>
                    <a:pt x="36" y="12"/>
                  </a:lnTo>
                  <a:lnTo>
                    <a:pt x="33" y="5"/>
                  </a:lnTo>
                  <a:lnTo>
                    <a:pt x="26" y="1"/>
                  </a:lnTo>
                  <a:lnTo>
                    <a:pt x="18" y="0"/>
                  </a:lnTo>
                  <a:lnTo>
                    <a:pt x="11" y="1"/>
                  </a:lnTo>
                  <a:lnTo>
                    <a:pt x="5" y="5"/>
                  </a:lnTo>
                  <a:lnTo>
                    <a:pt x="1" y="12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2" name=""/>
            <p:cNvSpPr/>
            <p:nvPr/>
          </p:nvSpPr>
          <p:spPr>
            <a:xfrm rot="0">
              <a:off x="4417" y="3805"/>
              <a:ext cx="15" cy="15"/>
            </a:xfrm>
            <a:custGeom>
              <a:avLst/>
              <a:ahLst/>
              <a:rect l="0" t="0" r="r" b="b"/>
              <a:pathLst>
                <a:path w="43" h="44">
                  <a:moveTo>
                    <a:pt x="43" y="23"/>
                  </a:moveTo>
                  <a:lnTo>
                    <a:pt x="42" y="14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7" y="7"/>
                  </a:lnTo>
                  <a:lnTo>
                    <a:pt x="1" y="14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7" y="37"/>
                  </a:lnTo>
                  <a:lnTo>
                    <a:pt x="13" y="42"/>
                  </a:lnTo>
                  <a:lnTo>
                    <a:pt x="21" y="44"/>
                  </a:lnTo>
                  <a:lnTo>
                    <a:pt x="30" y="42"/>
                  </a:lnTo>
                  <a:lnTo>
                    <a:pt x="37" y="37"/>
                  </a:lnTo>
                  <a:lnTo>
                    <a:pt x="42" y="31"/>
                  </a:lnTo>
                  <a:lnTo>
                    <a:pt x="43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3" name=""/>
            <p:cNvSpPr/>
            <p:nvPr/>
          </p:nvSpPr>
          <p:spPr>
            <a:xfrm rot="0">
              <a:off x="5289" y="4157"/>
              <a:ext cx="39" cy="3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59"/>
                  </a:moveTo>
                  <a:lnTo>
                    <a:pt x="116" y="46"/>
                  </a:lnTo>
                  <a:lnTo>
                    <a:pt x="112" y="33"/>
                  </a:lnTo>
                  <a:lnTo>
                    <a:pt x="105" y="23"/>
                  </a:lnTo>
                  <a:lnTo>
                    <a:pt x="96" y="13"/>
                  </a:lnTo>
                  <a:lnTo>
                    <a:pt x="84" y="5"/>
                  </a:lnTo>
                  <a:lnTo>
                    <a:pt x="73" y="2"/>
                  </a:lnTo>
                  <a:lnTo>
                    <a:pt x="59" y="0"/>
                  </a:lnTo>
                  <a:lnTo>
                    <a:pt x="46" y="2"/>
                  </a:lnTo>
                  <a:lnTo>
                    <a:pt x="33" y="5"/>
                  </a:lnTo>
                  <a:lnTo>
                    <a:pt x="23" y="13"/>
                  </a:lnTo>
                  <a:lnTo>
                    <a:pt x="13" y="23"/>
                  </a:lnTo>
                  <a:lnTo>
                    <a:pt x="7" y="33"/>
                  </a:lnTo>
                  <a:lnTo>
                    <a:pt x="2" y="46"/>
                  </a:lnTo>
                  <a:lnTo>
                    <a:pt x="0" y="59"/>
                  </a:lnTo>
                  <a:lnTo>
                    <a:pt x="2" y="71"/>
                  </a:lnTo>
                  <a:lnTo>
                    <a:pt x="7" y="84"/>
                  </a:lnTo>
                  <a:lnTo>
                    <a:pt x="13" y="95"/>
                  </a:lnTo>
                  <a:lnTo>
                    <a:pt x="23" y="104"/>
                  </a:lnTo>
                  <a:lnTo>
                    <a:pt x="33" y="112"/>
                  </a:lnTo>
                  <a:lnTo>
                    <a:pt x="46" y="116"/>
                  </a:lnTo>
                  <a:lnTo>
                    <a:pt x="59" y="117"/>
                  </a:lnTo>
                  <a:lnTo>
                    <a:pt x="73" y="116"/>
                  </a:lnTo>
                  <a:lnTo>
                    <a:pt x="84" y="112"/>
                  </a:lnTo>
                  <a:lnTo>
                    <a:pt x="96" y="104"/>
                  </a:lnTo>
                  <a:lnTo>
                    <a:pt x="105" y="95"/>
                  </a:lnTo>
                  <a:lnTo>
                    <a:pt x="112" y="84"/>
                  </a:lnTo>
                  <a:lnTo>
                    <a:pt x="116" y="71"/>
                  </a:lnTo>
                  <a:lnTo>
                    <a:pt x="117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4" name=""/>
            <p:cNvSpPr/>
            <p:nvPr/>
          </p:nvSpPr>
          <p:spPr>
            <a:xfrm rot="0">
              <a:off x="5289" y="4196"/>
              <a:ext cx="39" cy="20"/>
            </a:xfrm>
            <a:custGeom>
              <a:avLst/>
              <a:ahLst/>
              <a:rect l="0" t="0" r="r" b="b"/>
              <a:pathLst>
                <a:path w="117" h="59">
                  <a:moveTo>
                    <a:pt x="117" y="59"/>
                  </a:moveTo>
                  <a:lnTo>
                    <a:pt x="116" y="46"/>
                  </a:lnTo>
                  <a:lnTo>
                    <a:pt x="112" y="34"/>
                  </a:lnTo>
                  <a:lnTo>
                    <a:pt x="105" y="23"/>
                  </a:lnTo>
                  <a:lnTo>
                    <a:pt x="96" y="13"/>
                  </a:lnTo>
                  <a:lnTo>
                    <a:pt x="84" y="7"/>
                  </a:lnTo>
                  <a:lnTo>
                    <a:pt x="73" y="2"/>
                  </a:lnTo>
                  <a:lnTo>
                    <a:pt x="59" y="0"/>
                  </a:lnTo>
                  <a:lnTo>
                    <a:pt x="46" y="2"/>
                  </a:lnTo>
                  <a:lnTo>
                    <a:pt x="33" y="7"/>
                  </a:lnTo>
                  <a:lnTo>
                    <a:pt x="23" y="13"/>
                  </a:lnTo>
                  <a:lnTo>
                    <a:pt x="13" y="23"/>
                  </a:lnTo>
                  <a:lnTo>
                    <a:pt x="7" y="34"/>
                  </a:lnTo>
                  <a:lnTo>
                    <a:pt x="2" y="46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5" name=""/>
            <p:cNvSpPr/>
            <p:nvPr/>
          </p:nvSpPr>
          <p:spPr>
            <a:xfrm rot="0">
              <a:off x="5328" y="4216"/>
              <a:ext cx="1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6" name=""/>
            <p:cNvSpPr/>
            <p:nvPr/>
          </p:nvSpPr>
          <p:spPr>
            <a:xfrm rot="0">
              <a:off x="5289" y="4225"/>
              <a:ext cx="39" cy="20"/>
            </a:xfrm>
            <a:custGeom>
              <a:avLst/>
              <a:ahLst/>
              <a:rect l="0" t="0" r="r" b="b"/>
              <a:pathLst>
                <a:path w="117" h="60">
                  <a:moveTo>
                    <a:pt x="0" y="0"/>
                  </a:moveTo>
                  <a:lnTo>
                    <a:pt x="2" y="14"/>
                  </a:lnTo>
                  <a:lnTo>
                    <a:pt x="7" y="27"/>
                  </a:lnTo>
                  <a:lnTo>
                    <a:pt x="13" y="37"/>
                  </a:lnTo>
                  <a:lnTo>
                    <a:pt x="23" y="46"/>
                  </a:lnTo>
                  <a:lnTo>
                    <a:pt x="33" y="54"/>
                  </a:lnTo>
                  <a:lnTo>
                    <a:pt x="46" y="58"/>
                  </a:lnTo>
                  <a:lnTo>
                    <a:pt x="59" y="60"/>
                  </a:lnTo>
                  <a:lnTo>
                    <a:pt x="73" y="58"/>
                  </a:lnTo>
                  <a:lnTo>
                    <a:pt x="84" y="54"/>
                  </a:lnTo>
                  <a:lnTo>
                    <a:pt x="96" y="46"/>
                  </a:lnTo>
                  <a:lnTo>
                    <a:pt x="105" y="37"/>
                  </a:lnTo>
                  <a:lnTo>
                    <a:pt x="112" y="27"/>
                  </a:lnTo>
                  <a:lnTo>
                    <a:pt x="116" y="14"/>
                  </a:lnTo>
                  <a:lnTo>
                    <a:pt x="1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7" name=""/>
            <p:cNvSpPr/>
            <p:nvPr/>
          </p:nvSpPr>
          <p:spPr>
            <a:xfrm rot="0" flipV="1">
              <a:off x="5289" y="4216"/>
              <a:ext cx="1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8" name=""/>
            <p:cNvSpPr/>
            <p:nvPr/>
          </p:nvSpPr>
          <p:spPr>
            <a:xfrm rot="0">
              <a:off x="3922" y="1086"/>
              <a:ext cx="11" cy="43"/>
            </a:xfrm>
            <a:custGeom>
              <a:avLst/>
              <a:ahLst/>
              <a:rect l="0" t="0" r="r" b="b"/>
              <a:pathLst>
                <a:path w="34" h="127">
                  <a:moveTo>
                    <a:pt x="0" y="127"/>
                  </a:moveTo>
                  <a:lnTo>
                    <a:pt x="34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09" name=""/>
            <p:cNvSpPr/>
            <p:nvPr/>
          </p:nvSpPr>
          <p:spPr>
            <a:xfrm rot="0" flipV="1">
              <a:off x="3944" y="1086"/>
              <a:ext cx="4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10" name=""/>
            <p:cNvSpPr/>
            <p:nvPr/>
          </p:nvSpPr>
          <p:spPr>
            <a:xfrm rot="0">
              <a:off x="3894" y="2104"/>
              <a:ext cx="12" cy="43"/>
            </a:xfrm>
            <a:custGeom>
              <a:avLst/>
              <a:ahLst/>
              <a:rect l="0" t="0" r="r" b="b"/>
              <a:pathLst>
                <a:path w="36" h="128">
                  <a:moveTo>
                    <a:pt x="0" y="128"/>
                  </a:moveTo>
                  <a:lnTo>
                    <a:pt x="36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11" name=""/>
            <p:cNvSpPr/>
            <p:nvPr/>
          </p:nvSpPr>
          <p:spPr>
            <a:xfrm rot="0" flipV="1">
              <a:off x="3780" y="925"/>
              <a:ext cx="1" cy="1336"/>
            </a:xfrm>
            <a:prstGeom prst="line"/>
            <a:solidFill>
              <a:srgbClr val="FFFFFF"/>
            </a:solidFill>
            <a:ln w="0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12" name=""/>
            <p:cNvSpPr/>
            <p:nvPr/>
          </p:nvSpPr>
          <p:spPr>
            <a:xfrm rot="0">
              <a:off x="442" y="332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13" name=""/>
            <p:cNvSpPr/>
            <p:nvPr/>
          </p:nvSpPr>
          <p:spPr>
            <a:xfrm rot="0">
              <a:off x="442" y="332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14" name=""/>
            <p:cNvSpPr/>
            <p:nvPr/>
          </p:nvSpPr>
          <p:spPr>
            <a:xfrm rot="0">
              <a:off x="453" y="3321"/>
              <a:ext cx="141" cy="22"/>
            </a:xfrm>
            <a:custGeom>
              <a:avLst/>
              <a:ahLst/>
              <a:rect l="0" t="0" r="r" b="b"/>
              <a:pathLst>
                <a:path w="42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424" y="67"/>
                  </a:lnTo>
                  <a:lnTo>
                    <a:pt x="424" y="34"/>
                  </a:lnTo>
                  <a:lnTo>
                    <a:pt x="42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15" name=""/>
            <p:cNvSpPr/>
            <p:nvPr/>
          </p:nvSpPr>
          <p:spPr>
            <a:xfrm rot="0">
              <a:off x="453" y="3321"/>
              <a:ext cx="141" cy="22"/>
            </a:xfrm>
            <a:custGeom>
              <a:avLst/>
              <a:ahLst/>
              <a:rect l="0" t="0" r="r" b="b"/>
              <a:pathLst>
                <a:path w="42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424" y="67"/>
                  </a:lnTo>
                  <a:lnTo>
                    <a:pt x="424" y="34"/>
                  </a:lnTo>
                  <a:lnTo>
                    <a:pt x="42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16" name=""/>
            <p:cNvSpPr/>
            <p:nvPr/>
          </p:nvSpPr>
          <p:spPr>
            <a:xfrm rot="0">
              <a:off x="594" y="3321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17" name=""/>
            <p:cNvSpPr/>
            <p:nvPr/>
          </p:nvSpPr>
          <p:spPr>
            <a:xfrm rot="0">
              <a:off x="594" y="3321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18" name=""/>
            <p:cNvSpPr/>
            <p:nvPr/>
          </p:nvSpPr>
          <p:spPr>
            <a:xfrm rot="0">
              <a:off x="583" y="3321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19" name=""/>
            <p:cNvSpPr/>
            <p:nvPr/>
          </p:nvSpPr>
          <p:spPr>
            <a:xfrm rot="0">
              <a:off x="583" y="3321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20" name=""/>
            <p:cNvSpPr/>
            <p:nvPr/>
          </p:nvSpPr>
          <p:spPr>
            <a:xfrm rot="0">
              <a:off x="583" y="3332"/>
              <a:ext cx="23" cy="151"/>
            </a:xfrm>
            <a:custGeom>
              <a:avLst/>
              <a:ahLst/>
              <a:rect l="0" t="0" r="r" b="b"/>
              <a:pathLst>
                <a:path w="67" h="452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452"/>
                  </a:lnTo>
                  <a:lnTo>
                    <a:pt x="33" y="452"/>
                  </a:lnTo>
                  <a:lnTo>
                    <a:pt x="67" y="452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21" name=""/>
            <p:cNvSpPr/>
            <p:nvPr/>
          </p:nvSpPr>
          <p:spPr>
            <a:xfrm rot="0">
              <a:off x="583" y="3332"/>
              <a:ext cx="23" cy="151"/>
            </a:xfrm>
            <a:custGeom>
              <a:avLst/>
              <a:ahLst/>
              <a:rect l="0" t="0" r="r" b="b"/>
              <a:pathLst>
                <a:path w="67" h="452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452"/>
                  </a:lnTo>
                  <a:lnTo>
                    <a:pt x="33" y="452"/>
                  </a:lnTo>
                  <a:lnTo>
                    <a:pt x="67" y="452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22" name=""/>
            <p:cNvSpPr/>
            <p:nvPr/>
          </p:nvSpPr>
          <p:spPr>
            <a:xfrm rot="0">
              <a:off x="583" y="3483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23" name=""/>
            <p:cNvSpPr/>
            <p:nvPr/>
          </p:nvSpPr>
          <p:spPr>
            <a:xfrm rot="0">
              <a:off x="583" y="3483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24" name=""/>
            <p:cNvSpPr/>
            <p:nvPr/>
          </p:nvSpPr>
          <p:spPr>
            <a:xfrm rot="0">
              <a:off x="583" y="3471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625" name=""/>
            <p:cNvSpPr/>
            <p:nvPr/>
          </p:nvSpPr>
          <p:spPr>
            <a:xfrm rot="0">
              <a:off x="583" y="3471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626" name=""/>
            <p:cNvSpPr/>
            <p:nvPr/>
          </p:nvSpPr>
          <p:spPr>
            <a:xfrm rot="0">
              <a:off x="594" y="3471"/>
              <a:ext cx="108" cy="23"/>
            </a:xfrm>
            <a:custGeom>
              <a:avLst/>
              <a:ahLst/>
              <a:rect l="0" t="0" r="r" b="b"/>
              <a:pathLst>
                <a:path w="32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24" y="67"/>
                  </a:lnTo>
                  <a:lnTo>
                    <a:pt x="324" y="3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</p:grpSp>
      <p:sp>
        <p:nvSpPr>
          <p:cNvPr id="1056627" name=""/>
          <p:cNvSpPr/>
          <p:nvPr/>
        </p:nvSpPr>
        <p:spPr>
          <a:xfrm rot="0">
            <a:off x="942975" y="5510212"/>
            <a:ext cx="171450" cy="36512"/>
          </a:xfrm>
          <a:custGeom>
            <a:avLst/>
            <a:ahLst/>
            <a:rect l="0" t="0" r="r" b="b"/>
            <a:pathLst>
              <a:path w="32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324" y="67"/>
                </a:lnTo>
                <a:lnTo>
                  <a:pt x="324" y="34"/>
                </a:lnTo>
                <a:lnTo>
                  <a:pt x="32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28" name=""/>
          <p:cNvSpPr/>
          <p:nvPr/>
        </p:nvSpPr>
        <p:spPr>
          <a:xfrm rot="0">
            <a:off x="1114425" y="5510212"/>
            <a:ext cx="19050" cy="36512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29" name=""/>
          <p:cNvSpPr/>
          <p:nvPr/>
        </p:nvSpPr>
        <p:spPr>
          <a:xfrm rot="0">
            <a:off x="1114425" y="5510212"/>
            <a:ext cx="19050" cy="36512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30" name=""/>
          <p:cNvSpPr/>
          <p:nvPr/>
        </p:nvSpPr>
        <p:spPr>
          <a:xfrm rot="0">
            <a:off x="1096962" y="5510212"/>
            <a:ext cx="36512" cy="19050"/>
          </a:xfrm>
          <a:custGeom>
            <a:avLst/>
            <a:ahLst/>
            <a:rect l="0" t="0" r="r" b="b"/>
            <a:pathLst>
              <a:path w="67" h="34">
                <a:moveTo>
                  <a:pt x="33" y="34"/>
                </a:move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  <a:lnTo>
                  <a:pt x="44" y="3"/>
                </a:lnTo>
                <a:lnTo>
                  <a:pt x="53" y="7"/>
                </a:lnTo>
                <a:lnTo>
                  <a:pt x="61" y="15"/>
                </a:lnTo>
                <a:lnTo>
                  <a:pt x="65" y="24"/>
                </a:lnTo>
                <a:lnTo>
                  <a:pt x="67" y="34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31" name=""/>
          <p:cNvSpPr/>
          <p:nvPr/>
        </p:nvSpPr>
        <p:spPr>
          <a:xfrm rot="0">
            <a:off x="1096962" y="5510212"/>
            <a:ext cx="36512" cy="19050"/>
          </a:xfrm>
          <a:custGeom>
            <a:avLst/>
            <a:ahLst/>
            <a:rect l="0" t="0" r="r" b="b"/>
            <a:pathLst>
              <a:path w="67" h="34">
                <a:moveTo>
                  <a:pt x="0" y="34"/>
                </a:move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  <a:lnTo>
                  <a:pt x="44" y="3"/>
                </a:lnTo>
                <a:lnTo>
                  <a:pt x="53" y="7"/>
                </a:lnTo>
                <a:lnTo>
                  <a:pt x="61" y="15"/>
                </a:lnTo>
                <a:lnTo>
                  <a:pt x="65" y="24"/>
                </a:lnTo>
                <a:lnTo>
                  <a:pt x="67" y="3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32" name=""/>
          <p:cNvSpPr/>
          <p:nvPr/>
        </p:nvSpPr>
        <p:spPr>
          <a:xfrm rot="0">
            <a:off x="1096962" y="5529262"/>
            <a:ext cx="36512" cy="298450"/>
          </a:xfrm>
          <a:custGeom>
            <a:avLst/>
            <a:ahLst/>
            <a:rect l="0" t="0" r="r" b="b"/>
            <a:pathLst>
              <a:path w="67" h="565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565"/>
                </a:lnTo>
                <a:lnTo>
                  <a:pt x="33" y="565"/>
                </a:lnTo>
                <a:lnTo>
                  <a:pt x="67" y="565"/>
                </a:lnTo>
                <a:lnTo>
                  <a:pt x="6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33" name=""/>
          <p:cNvSpPr/>
          <p:nvPr/>
        </p:nvSpPr>
        <p:spPr>
          <a:xfrm rot="0">
            <a:off x="1096962" y="5529262"/>
            <a:ext cx="36512" cy="298450"/>
          </a:xfrm>
          <a:custGeom>
            <a:avLst/>
            <a:ahLst/>
            <a:rect l="0" t="0" r="r" b="b"/>
            <a:pathLst>
              <a:path w="67" h="565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565"/>
                </a:lnTo>
                <a:lnTo>
                  <a:pt x="33" y="565"/>
                </a:lnTo>
                <a:lnTo>
                  <a:pt x="67" y="565"/>
                </a:lnTo>
                <a:lnTo>
                  <a:pt x="6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34" name=""/>
          <p:cNvSpPr/>
          <p:nvPr/>
        </p:nvSpPr>
        <p:spPr>
          <a:xfrm rot="0">
            <a:off x="1096962" y="5827712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33" y="0"/>
                </a:moveTo>
                <a:lnTo>
                  <a:pt x="67" y="0"/>
                </a:lnTo>
                <a:lnTo>
                  <a:pt x="65" y="10"/>
                </a:lnTo>
                <a:lnTo>
                  <a:pt x="61" y="19"/>
                </a:lnTo>
                <a:lnTo>
                  <a:pt x="53" y="27"/>
                </a:lnTo>
                <a:lnTo>
                  <a:pt x="44" y="31"/>
                </a:lnTo>
                <a:lnTo>
                  <a:pt x="33" y="33"/>
                </a:lnTo>
                <a:lnTo>
                  <a:pt x="23" y="31"/>
                </a:lnTo>
                <a:lnTo>
                  <a:pt x="14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35" name=""/>
          <p:cNvSpPr/>
          <p:nvPr/>
        </p:nvSpPr>
        <p:spPr>
          <a:xfrm rot="0">
            <a:off x="1096962" y="5827712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67" y="0"/>
                </a:moveTo>
                <a:lnTo>
                  <a:pt x="65" y="10"/>
                </a:lnTo>
                <a:lnTo>
                  <a:pt x="61" y="19"/>
                </a:lnTo>
                <a:lnTo>
                  <a:pt x="53" y="27"/>
                </a:lnTo>
                <a:lnTo>
                  <a:pt x="44" y="31"/>
                </a:lnTo>
                <a:lnTo>
                  <a:pt x="33" y="33"/>
                </a:lnTo>
                <a:lnTo>
                  <a:pt x="23" y="31"/>
                </a:lnTo>
                <a:lnTo>
                  <a:pt x="14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36" name=""/>
          <p:cNvSpPr/>
          <p:nvPr/>
        </p:nvSpPr>
        <p:spPr>
          <a:xfrm rot="0">
            <a:off x="1114425" y="5808662"/>
            <a:ext cx="19050" cy="36512"/>
          </a:xfrm>
          <a:custGeom>
            <a:avLst/>
            <a:ahLst/>
            <a:rect l="0" t="0" r="r" b="b"/>
            <a:pathLst>
              <a:path w="34" h="68">
                <a:moveTo>
                  <a:pt x="0" y="35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5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8"/>
                </a:lnTo>
                <a:lnTo>
                  <a:pt x="0" y="3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37" name=""/>
          <p:cNvSpPr/>
          <p:nvPr/>
        </p:nvSpPr>
        <p:spPr>
          <a:xfrm rot="0">
            <a:off x="1114425" y="5808662"/>
            <a:ext cx="19050" cy="36512"/>
          </a:xfrm>
          <a:custGeom>
            <a:avLst/>
            <a:ahLst/>
            <a:rect l="0" t="0" r="r" b="b"/>
            <a:pathLst>
              <a:path w="34" h="68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5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38" name=""/>
          <p:cNvSpPr/>
          <p:nvPr/>
        </p:nvSpPr>
        <p:spPr>
          <a:xfrm rot="0">
            <a:off x="942975" y="5808662"/>
            <a:ext cx="171450" cy="36512"/>
          </a:xfrm>
          <a:custGeom>
            <a:avLst/>
            <a:ahLst/>
            <a:rect l="0" t="0" r="r" b="b"/>
            <a:pathLst>
              <a:path w="324" h="68">
                <a:moveTo>
                  <a:pt x="324" y="68"/>
                </a:moveTo>
                <a:lnTo>
                  <a:pt x="324" y="35"/>
                </a:lnTo>
                <a:lnTo>
                  <a:pt x="324" y="0"/>
                </a:lnTo>
                <a:lnTo>
                  <a:pt x="0" y="0"/>
                </a:lnTo>
                <a:lnTo>
                  <a:pt x="0" y="35"/>
                </a:lnTo>
                <a:lnTo>
                  <a:pt x="0" y="68"/>
                </a:lnTo>
                <a:lnTo>
                  <a:pt x="324" y="6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39" name=""/>
          <p:cNvSpPr/>
          <p:nvPr/>
        </p:nvSpPr>
        <p:spPr>
          <a:xfrm rot="0">
            <a:off x="942975" y="5808662"/>
            <a:ext cx="171450" cy="36512"/>
          </a:xfrm>
          <a:custGeom>
            <a:avLst/>
            <a:ahLst/>
            <a:rect l="0" t="0" r="r" b="b"/>
            <a:pathLst>
              <a:path w="324" h="68">
                <a:moveTo>
                  <a:pt x="324" y="68"/>
                </a:moveTo>
                <a:lnTo>
                  <a:pt x="324" y="35"/>
                </a:lnTo>
                <a:lnTo>
                  <a:pt x="324" y="0"/>
                </a:lnTo>
                <a:lnTo>
                  <a:pt x="0" y="0"/>
                </a:lnTo>
                <a:lnTo>
                  <a:pt x="0" y="35"/>
                </a:lnTo>
                <a:lnTo>
                  <a:pt x="0" y="68"/>
                </a:lnTo>
                <a:lnTo>
                  <a:pt x="324" y="6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40" name=""/>
          <p:cNvSpPr/>
          <p:nvPr/>
        </p:nvSpPr>
        <p:spPr>
          <a:xfrm rot="0">
            <a:off x="925512" y="5808662"/>
            <a:ext cx="17462" cy="36512"/>
          </a:xfrm>
          <a:custGeom>
            <a:avLst/>
            <a:ahLst/>
            <a:rect l="0" t="0" r="r" b="b"/>
            <a:pathLst>
              <a:path w="33" h="68">
                <a:moveTo>
                  <a:pt x="33" y="35"/>
                </a:moveTo>
                <a:lnTo>
                  <a:pt x="33" y="68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5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41" name=""/>
          <p:cNvSpPr/>
          <p:nvPr/>
        </p:nvSpPr>
        <p:spPr>
          <a:xfrm rot="0">
            <a:off x="925512" y="5808662"/>
            <a:ext cx="17462" cy="36512"/>
          </a:xfrm>
          <a:custGeom>
            <a:avLst/>
            <a:ahLst/>
            <a:rect l="0" t="0" r="r" b="b"/>
            <a:pathLst>
              <a:path w="33" h="68">
                <a:moveTo>
                  <a:pt x="33" y="68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5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42" name=""/>
          <p:cNvSpPr/>
          <p:nvPr/>
        </p:nvSpPr>
        <p:spPr>
          <a:xfrm rot="0">
            <a:off x="925512" y="5808662"/>
            <a:ext cx="36512" cy="19050"/>
          </a:xfrm>
          <a:custGeom>
            <a:avLst/>
            <a:ahLst/>
            <a:rect l="0" t="0" r="r" b="b"/>
            <a:pathLst>
              <a:path w="67" h="35">
                <a:moveTo>
                  <a:pt x="33" y="35"/>
                </a:moveTo>
                <a:lnTo>
                  <a:pt x="0" y="35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43" y="3"/>
                </a:lnTo>
                <a:lnTo>
                  <a:pt x="52" y="7"/>
                </a:lnTo>
                <a:lnTo>
                  <a:pt x="60" y="15"/>
                </a:lnTo>
                <a:lnTo>
                  <a:pt x="64" y="24"/>
                </a:lnTo>
                <a:lnTo>
                  <a:pt x="67" y="35"/>
                </a:lnTo>
                <a:lnTo>
                  <a:pt x="33" y="3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43" name=""/>
          <p:cNvSpPr/>
          <p:nvPr/>
        </p:nvSpPr>
        <p:spPr>
          <a:xfrm rot="0">
            <a:off x="925512" y="5808662"/>
            <a:ext cx="36512" cy="19050"/>
          </a:xfrm>
          <a:custGeom>
            <a:avLst/>
            <a:ahLst/>
            <a:rect l="0" t="0" r="r" b="b"/>
            <a:pathLst>
              <a:path w="67" h="35">
                <a:moveTo>
                  <a:pt x="0" y="35"/>
                </a:move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43" y="3"/>
                </a:lnTo>
                <a:lnTo>
                  <a:pt x="52" y="7"/>
                </a:lnTo>
                <a:lnTo>
                  <a:pt x="60" y="15"/>
                </a:lnTo>
                <a:lnTo>
                  <a:pt x="64" y="24"/>
                </a:lnTo>
                <a:lnTo>
                  <a:pt x="67" y="3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44" name=""/>
          <p:cNvSpPr/>
          <p:nvPr/>
        </p:nvSpPr>
        <p:spPr>
          <a:xfrm rot="0">
            <a:off x="925512" y="5827712"/>
            <a:ext cx="36512" cy="238125"/>
          </a:xfrm>
          <a:custGeom>
            <a:avLst/>
            <a:ahLst/>
            <a:rect l="0" t="0" r="r" b="b"/>
            <a:pathLst>
              <a:path w="67" h="451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451"/>
                </a:lnTo>
                <a:lnTo>
                  <a:pt x="33" y="451"/>
                </a:lnTo>
                <a:lnTo>
                  <a:pt x="67" y="451"/>
                </a:lnTo>
                <a:lnTo>
                  <a:pt x="6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45" name=""/>
          <p:cNvSpPr/>
          <p:nvPr/>
        </p:nvSpPr>
        <p:spPr>
          <a:xfrm rot="0">
            <a:off x="925512" y="5827712"/>
            <a:ext cx="36512" cy="238125"/>
          </a:xfrm>
          <a:custGeom>
            <a:avLst/>
            <a:ahLst/>
            <a:rect l="0" t="0" r="r" b="b"/>
            <a:pathLst>
              <a:path w="67" h="451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451"/>
                </a:lnTo>
                <a:lnTo>
                  <a:pt x="33" y="451"/>
                </a:lnTo>
                <a:lnTo>
                  <a:pt x="67" y="451"/>
                </a:lnTo>
                <a:lnTo>
                  <a:pt x="6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46" name=""/>
          <p:cNvSpPr/>
          <p:nvPr/>
        </p:nvSpPr>
        <p:spPr>
          <a:xfrm rot="0">
            <a:off x="925512" y="6065837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33" y="0"/>
                </a:moveTo>
                <a:lnTo>
                  <a:pt x="67" y="0"/>
                </a:lnTo>
                <a:lnTo>
                  <a:pt x="64" y="10"/>
                </a:lnTo>
                <a:lnTo>
                  <a:pt x="60" y="19"/>
                </a:lnTo>
                <a:lnTo>
                  <a:pt x="52" y="27"/>
                </a:lnTo>
                <a:lnTo>
                  <a:pt x="43" y="31"/>
                </a:lnTo>
                <a:lnTo>
                  <a:pt x="33" y="33"/>
                </a:lnTo>
                <a:lnTo>
                  <a:pt x="22" y="31"/>
                </a:lnTo>
                <a:lnTo>
                  <a:pt x="13" y="27"/>
                </a:lnTo>
                <a:lnTo>
                  <a:pt x="5" y="19"/>
                </a:lnTo>
                <a:lnTo>
                  <a:pt x="1" y="10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47" name=""/>
          <p:cNvSpPr/>
          <p:nvPr/>
        </p:nvSpPr>
        <p:spPr>
          <a:xfrm rot="0">
            <a:off x="925512" y="6065837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67" y="0"/>
                </a:moveTo>
                <a:lnTo>
                  <a:pt x="64" y="10"/>
                </a:lnTo>
                <a:lnTo>
                  <a:pt x="60" y="19"/>
                </a:lnTo>
                <a:lnTo>
                  <a:pt x="52" y="27"/>
                </a:lnTo>
                <a:lnTo>
                  <a:pt x="43" y="31"/>
                </a:lnTo>
                <a:lnTo>
                  <a:pt x="33" y="33"/>
                </a:lnTo>
                <a:lnTo>
                  <a:pt x="22" y="31"/>
                </a:lnTo>
                <a:lnTo>
                  <a:pt x="13" y="27"/>
                </a:lnTo>
                <a:lnTo>
                  <a:pt x="5" y="19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48" name=""/>
          <p:cNvSpPr/>
          <p:nvPr/>
        </p:nvSpPr>
        <p:spPr>
          <a:xfrm rot="0">
            <a:off x="942975" y="6048375"/>
            <a:ext cx="19050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2"/>
                </a:lnTo>
                <a:lnTo>
                  <a:pt x="19" y="6"/>
                </a:lnTo>
                <a:lnTo>
                  <a:pt x="27" y="14"/>
                </a:lnTo>
                <a:lnTo>
                  <a:pt x="31" y="23"/>
                </a:lnTo>
                <a:lnTo>
                  <a:pt x="34" y="34"/>
                </a:lnTo>
                <a:lnTo>
                  <a:pt x="31" y="44"/>
                </a:lnTo>
                <a:lnTo>
                  <a:pt x="27" y="53"/>
                </a:lnTo>
                <a:lnTo>
                  <a:pt x="19" y="61"/>
                </a:lnTo>
                <a:lnTo>
                  <a:pt x="10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49" name=""/>
          <p:cNvSpPr/>
          <p:nvPr/>
        </p:nvSpPr>
        <p:spPr>
          <a:xfrm rot="0">
            <a:off x="942975" y="6048375"/>
            <a:ext cx="19050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2"/>
                </a:lnTo>
                <a:lnTo>
                  <a:pt x="19" y="6"/>
                </a:lnTo>
                <a:lnTo>
                  <a:pt x="27" y="14"/>
                </a:lnTo>
                <a:lnTo>
                  <a:pt x="31" y="23"/>
                </a:lnTo>
                <a:lnTo>
                  <a:pt x="34" y="34"/>
                </a:lnTo>
                <a:lnTo>
                  <a:pt x="31" y="44"/>
                </a:lnTo>
                <a:lnTo>
                  <a:pt x="27" y="53"/>
                </a:lnTo>
                <a:lnTo>
                  <a:pt x="19" y="61"/>
                </a:lnTo>
                <a:lnTo>
                  <a:pt x="10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50" name=""/>
          <p:cNvSpPr/>
          <p:nvPr/>
        </p:nvSpPr>
        <p:spPr>
          <a:xfrm rot="0">
            <a:off x="719137" y="6048375"/>
            <a:ext cx="223837" cy="34925"/>
          </a:xfrm>
          <a:custGeom>
            <a:avLst/>
            <a:ahLst/>
            <a:rect l="0" t="0" r="r" b="b"/>
            <a:pathLst>
              <a:path w="424" h="67">
                <a:moveTo>
                  <a:pt x="424" y="67"/>
                </a:moveTo>
                <a:lnTo>
                  <a:pt x="424" y="34"/>
                </a:lnTo>
                <a:lnTo>
                  <a:pt x="424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424" y="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51" name=""/>
          <p:cNvSpPr/>
          <p:nvPr/>
        </p:nvSpPr>
        <p:spPr>
          <a:xfrm rot="0">
            <a:off x="719137" y="6048375"/>
            <a:ext cx="223837" cy="34925"/>
          </a:xfrm>
          <a:custGeom>
            <a:avLst/>
            <a:ahLst/>
            <a:rect l="0" t="0" r="r" b="b"/>
            <a:pathLst>
              <a:path w="424" h="67">
                <a:moveTo>
                  <a:pt x="424" y="67"/>
                </a:moveTo>
                <a:lnTo>
                  <a:pt x="424" y="34"/>
                </a:lnTo>
                <a:lnTo>
                  <a:pt x="424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424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52" name=""/>
          <p:cNvSpPr/>
          <p:nvPr/>
        </p:nvSpPr>
        <p:spPr>
          <a:xfrm rot="0">
            <a:off x="701675" y="6048375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53" name=""/>
          <p:cNvSpPr/>
          <p:nvPr/>
        </p:nvSpPr>
        <p:spPr>
          <a:xfrm rot="0">
            <a:off x="701675" y="6048375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54" name=""/>
          <p:cNvSpPr/>
          <p:nvPr/>
        </p:nvSpPr>
        <p:spPr>
          <a:xfrm rot="0">
            <a:off x="701675" y="6065837"/>
            <a:ext cx="34925" cy="17462"/>
          </a:xfrm>
          <a:custGeom>
            <a:avLst/>
            <a:ahLst/>
            <a:rect l="0" t="0" r="r" b="b"/>
            <a:pathLst>
              <a:path w="67" h="33">
                <a:moveTo>
                  <a:pt x="33" y="0"/>
                </a:moveTo>
                <a:lnTo>
                  <a:pt x="67" y="0"/>
                </a:lnTo>
                <a:lnTo>
                  <a:pt x="65" y="10"/>
                </a:lnTo>
                <a:lnTo>
                  <a:pt x="61" y="19"/>
                </a:lnTo>
                <a:lnTo>
                  <a:pt x="53" y="27"/>
                </a:lnTo>
                <a:lnTo>
                  <a:pt x="44" y="31"/>
                </a:lnTo>
                <a:lnTo>
                  <a:pt x="33" y="33"/>
                </a:lnTo>
                <a:lnTo>
                  <a:pt x="23" y="31"/>
                </a:lnTo>
                <a:lnTo>
                  <a:pt x="13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55" name=""/>
          <p:cNvSpPr/>
          <p:nvPr/>
        </p:nvSpPr>
        <p:spPr>
          <a:xfrm rot="0">
            <a:off x="701675" y="6065837"/>
            <a:ext cx="34925" cy="17462"/>
          </a:xfrm>
          <a:custGeom>
            <a:avLst/>
            <a:ahLst/>
            <a:rect l="0" t="0" r="r" b="b"/>
            <a:pathLst>
              <a:path w="67" h="33">
                <a:moveTo>
                  <a:pt x="67" y="0"/>
                </a:moveTo>
                <a:lnTo>
                  <a:pt x="65" y="10"/>
                </a:lnTo>
                <a:lnTo>
                  <a:pt x="61" y="19"/>
                </a:lnTo>
                <a:lnTo>
                  <a:pt x="53" y="27"/>
                </a:lnTo>
                <a:lnTo>
                  <a:pt x="44" y="31"/>
                </a:lnTo>
                <a:lnTo>
                  <a:pt x="33" y="33"/>
                </a:lnTo>
                <a:lnTo>
                  <a:pt x="23" y="31"/>
                </a:lnTo>
                <a:lnTo>
                  <a:pt x="13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56" name=""/>
          <p:cNvSpPr/>
          <p:nvPr/>
        </p:nvSpPr>
        <p:spPr>
          <a:xfrm rot="0">
            <a:off x="701675" y="5289550"/>
            <a:ext cx="34925" cy="776287"/>
          </a:xfrm>
          <a:custGeom>
            <a:avLst/>
            <a:ahLst/>
            <a:rect l="0" t="0" r="r" b="b"/>
            <a:pathLst>
              <a:path w="67" h="1468">
                <a:moveTo>
                  <a:pt x="0" y="1468"/>
                </a:moveTo>
                <a:lnTo>
                  <a:pt x="33" y="1468"/>
                </a:lnTo>
                <a:lnTo>
                  <a:pt x="67" y="1468"/>
                </a:lnTo>
                <a:lnTo>
                  <a:pt x="67" y="0"/>
                </a:lnTo>
                <a:lnTo>
                  <a:pt x="33" y="0"/>
                </a:lnTo>
                <a:lnTo>
                  <a:pt x="0" y="0"/>
                </a:lnTo>
                <a:lnTo>
                  <a:pt x="0" y="146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57" name=""/>
          <p:cNvSpPr/>
          <p:nvPr/>
        </p:nvSpPr>
        <p:spPr>
          <a:xfrm rot="0">
            <a:off x="701675" y="5289550"/>
            <a:ext cx="34925" cy="776287"/>
          </a:xfrm>
          <a:custGeom>
            <a:avLst/>
            <a:ahLst/>
            <a:rect l="0" t="0" r="r" b="b"/>
            <a:pathLst>
              <a:path w="67" h="1468">
                <a:moveTo>
                  <a:pt x="0" y="1468"/>
                </a:moveTo>
                <a:lnTo>
                  <a:pt x="33" y="1468"/>
                </a:lnTo>
                <a:lnTo>
                  <a:pt x="67" y="1468"/>
                </a:lnTo>
                <a:lnTo>
                  <a:pt x="67" y="0"/>
                </a:lnTo>
                <a:lnTo>
                  <a:pt x="33" y="0"/>
                </a:lnTo>
                <a:lnTo>
                  <a:pt x="0" y="0"/>
                </a:lnTo>
                <a:lnTo>
                  <a:pt x="0" y="146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58" name=""/>
          <p:cNvSpPr/>
          <p:nvPr/>
        </p:nvSpPr>
        <p:spPr>
          <a:xfrm rot="0">
            <a:off x="701675" y="5272087"/>
            <a:ext cx="34925" cy="17462"/>
          </a:xfrm>
          <a:custGeom>
            <a:avLst/>
            <a:ahLst/>
            <a:rect l="0" t="0" r="r" b="b"/>
            <a:pathLst>
              <a:path w="67" h="34">
                <a:moveTo>
                  <a:pt x="33" y="34"/>
                </a:move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44" y="2"/>
                </a:lnTo>
                <a:lnTo>
                  <a:pt x="53" y="6"/>
                </a:lnTo>
                <a:lnTo>
                  <a:pt x="61" y="14"/>
                </a:lnTo>
                <a:lnTo>
                  <a:pt x="65" y="23"/>
                </a:lnTo>
                <a:lnTo>
                  <a:pt x="67" y="34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59" name=""/>
          <p:cNvSpPr/>
          <p:nvPr/>
        </p:nvSpPr>
        <p:spPr>
          <a:xfrm rot="0">
            <a:off x="701675" y="5272087"/>
            <a:ext cx="34925" cy="17462"/>
          </a:xfrm>
          <a:custGeom>
            <a:avLst/>
            <a:ahLst/>
            <a:rect l="0" t="0" r="r" b="b"/>
            <a:pathLst>
              <a:path w="67" h="34">
                <a:moveTo>
                  <a:pt x="0" y="34"/>
                </a:move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44" y="2"/>
                </a:lnTo>
                <a:lnTo>
                  <a:pt x="53" y="6"/>
                </a:lnTo>
                <a:lnTo>
                  <a:pt x="61" y="14"/>
                </a:lnTo>
                <a:lnTo>
                  <a:pt x="65" y="23"/>
                </a:lnTo>
                <a:lnTo>
                  <a:pt x="67" y="3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60" name=""/>
          <p:cNvSpPr/>
          <p:nvPr/>
        </p:nvSpPr>
        <p:spPr>
          <a:xfrm rot="0">
            <a:off x="925512" y="5272087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3"/>
                </a:lnTo>
                <a:lnTo>
                  <a:pt x="5" y="14"/>
                </a:lnTo>
                <a:lnTo>
                  <a:pt x="13" y="6"/>
                </a:lnTo>
                <a:lnTo>
                  <a:pt x="22" y="2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61" name=""/>
          <p:cNvSpPr/>
          <p:nvPr/>
        </p:nvSpPr>
        <p:spPr>
          <a:xfrm rot="0">
            <a:off x="925512" y="5272087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3"/>
                </a:lnTo>
                <a:lnTo>
                  <a:pt x="5" y="14"/>
                </a:lnTo>
                <a:lnTo>
                  <a:pt x="13" y="6"/>
                </a:lnTo>
                <a:lnTo>
                  <a:pt x="22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62" name=""/>
          <p:cNvSpPr/>
          <p:nvPr/>
        </p:nvSpPr>
        <p:spPr>
          <a:xfrm rot="0">
            <a:off x="942975" y="5272087"/>
            <a:ext cx="520700" cy="34925"/>
          </a:xfrm>
          <a:custGeom>
            <a:avLst/>
            <a:ahLst/>
            <a:rect l="0" t="0" r="r" b="b"/>
            <a:pathLst>
              <a:path w="98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984" y="67"/>
                </a:lnTo>
                <a:lnTo>
                  <a:pt x="984" y="34"/>
                </a:lnTo>
                <a:lnTo>
                  <a:pt x="984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63" name=""/>
          <p:cNvSpPr/>
          <p:nvPr/>
        </p:nvSpPr>
        <p:spPr>
          <a:xfrm rot="0">
            <a:off x="942975" y="5272087"/>
            <a:ext cx="520700" cy="34925"/>
          </a:xfrm>
          <a:custGeom>
            <a:avLst/>
            <a:ahLst/>
            <a:rect l="0" t="0" r="r" b="b"/>
            <a:pathLst>
              <a:path w="98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984" y="67"/>
                </a:lnTo>
                <a:lnTo>
                  <a:pt x="984" y="34"/>
                </a:lnTo>
                <a:lnTo>
                  <a:pt x="98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64" name=""/>
          <p:cNvSpPr/>
          <p:nvPr/>
        </p:nvSpPr>
        <p:spPr>
          <a:xfrm rot="0">
            <a:off x="1463675" y="5272087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34"/>
                </a:moveTo>
                <a:lnTo>
                  <a:pt x="0" y="0"/>
                </a:ln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65" name=""/>
          <p:cNvSpPr/>
          <p:nvPr/>
        </p:nvSpPr>
        <p:spPr>
          <a:xfrm rot="0">
            <a:off x="1463675" y="5272087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0"/>
                </a:move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66" name=""/>
          <p:cNvSpPr/>
          <p:nvPr/>
        </p:nvSpPr>
        <p:spPr>
          <a:xfrm rot="0">
            <a:off x="1446212" y="5272087"/>
            <a:ext cx="36512" cy="17462"/>
          </a:xfrm>
          <a:custGeom>
            <a:avLst/>
            <a:ahLst/>
            <a:rect l="0" t="0" r="r" b="b"/>
            <a:pathLst>
              <a:path w="68" h="34">
                <a:moveTo>
                  <a:pt x="33" y="34"/>
                </a:move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3" y="0"/>
                </a:lnTo>
                <a:lnTo>
                  <a:pt x="44" y="2"/>
                </a:lnTo>
                <a:lnTo>
                  <a:pt x="53" y="6"/>
                </a:lnTo>
                <a:lnTo>
                  <a:pt x="61" y="14"/>
                </a:lnTo>
                <a:lnTo>
                  <a:pt x="65" y="23"/>
                </a:lnTo>
                <a:lnTo>
                  <a:pt x="68" y="34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67" name=""/>
          <p:cNvSpPr/>
          <p:nvPr/>
        </p:nvSpPr>
        <p:spPr>
          <a:xfrm rot="0">
            <a:off x="1446212" y="5272087"/>
            <a:ext cx="36512" cy="17462"/>
          </a:xfrm>
          <a:custGeom>
            <a:avLst/>
            <a:ahLst/>
            <a:rect l="0" t="0" r="r" b="b"/>
            <a:pathLst>
              <a:path w="68" h="34">
                <a:moveTo>
                  <a:pt x="0" y="34"/>
                </a:moveTo>
                <a:lnTo>
                  <a:pt x="2" y="23"/>
                </a:lnTo>
                <a:lnTo>
                  <a:pt x="6" y="14"/>
                </a:lnTo>
                <a:lnTo>
                  <a:pt x="14" y="6"/>
                </a:lnTo>
                <a:lnTo>
                  <a:pt x="23" y="2"/>
                </a:lnTo>
                <a:lnTo>
                  <a:pt x="33" y="0"/>
                </a:lnTo>
                <a:lnTo>
                  <a:pt x="44" y="2"/>
                </a:lnTo>
                <a:lnTo>
                  <a:pt x="53" y="6"/>
                </a:lnTo>
                <a:lnTo>
                  <a:pt x="61" y="14"/>
                </a:lnTo>
                <a:lnTo>
                  <a:pt x="65" y="23"/>
                </a:lnTo>
                <a:lnTo>
                  <a:pt x="68" y="3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68" name=""/>
          <p:cNvSpPr/>
          <p:nvPr/>
        </p:nvSpPr>
        <p:spPr>
          <a:xfrm rot="0">
            <a:off x="1446212" y="5289550"/>
            <a:ext cx="36512" cy="776287"/>
          </a:xfrm>
          <a:custGeom>
            <a:avLst/>
            <a:ahLst/>
            <a:rect l="0" t="0" r="r" b="b"/>
            <a:pathLst>
              <a:path w="68" h="1468">
                <a:moveTo>
                  <a:pt x="68" y="0"/>
                </a:moveTo>
                <a:lnTo>
                  <a:pt x="33" y="0"/>
                </a:lnTo>
                <a:lnTo>
                  <a:pt x="0" y="0"/>
                </a:lnTo>
                <a:lnTo>
                  <a:pt x="0" y="1468"/>
                </a:lnTo>
                <a:lnTo>
                  <a:pt x="33" y="1468"/>
                </a:lnTo>
                <a:lnTo>
                  <a:pt x="68" y="1468"/>
                </a:lnTo>
                <a:lnTo>
                  <a:pt x="6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69" name=""/>
          <p:cNvSpPr/>
          <p:nvPr/>
        </p:nvSpPr>
        <p:spPr>
          <a:xfrm rot="0">
            <a:off x="1446212" y="5289550"/>
            <a:ext cx="36512" cy="776287"/>
          </a:xfrm>
          <a:custGeom>
            <a:avLst/>
            <a:ahLst/>
            <a:rect l="0" t="0" r="r" b="b"/>
            <a:pathLst>
              <a:path w="68" h="1468">
                <a:moveTo>
                  <a:pt x="68" y="0"/>
                </a:moveTo>
                <a:lnTo>
                  <a:pt x="33" y="0"/>
                </a:lnTo>
                <a:lnTo>
                  <a:pt x="0" y="0"/>
                </a:lnTo>
                <a:lnTo>
                  <a:pt x="0" y="1468"/>
                </a:lnTo>
                <a:lnTo>
                  <a:pt x="33" y="1468"/>
                </a:lnTo>
                <a:lnTo>
                  <a:pt x="68" y="1468"/>
                </a:lnTo>
                <a:lnTo>
                  <a:pt x="6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70" name=""/>
          <p:cNvSpPr/>
          <p:nvPr/>
        </p:nvSpPr>
        <p:spPr>
          <a:xfrm rot="0">
            <a:off x="1446212" y="6065837"/>
            <a:ext cx="36512" cy="17462"/>
          </a:xfrm>
          <a:custGeom>
            <a:avLst/>
            <a:ahLst/>
            <a:rect l="0" t="0" r="r" b="b"/>
            <a:pathLst>
              <a:path w="68" h="33">
                <a:moveTo>
                  <a:pt x="33" y="0"/>
                </a:moveTo>
                <a:lnTo>
                  <a:pt x="68" y="0"/>
                </a:lnTo>
                <a:lnTo>
                  <a:pt x="65" y="10"/>
                </a:lnTo>
                <a:lnTo>
                  <a:pt x="61" y="19"/>
                </a:lnTo>
                <a:lnTo>
                  <a:pt x="53" y="27"/>
                </a:lnTo>
                <a:lnTo>
                  <a:pt x="44" y="31"/>
                </a:lnTo>
                <a:lnTo>
                  <a:pt x="33" y="33"/>
                </a:lnTo>
                <a:lnTo>
                  <a:pt x="23" y="31"/>
                </a:lnTo>
                <a:lnTo>
                  <a:pt x="14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71" name=""/>
          <p:cNvSpPr/>
          <p:nvPr/>
        </p:nvSpPr>
        <p:spPr>
          <a:xfrm rot="0">
            <a:off x="1446212" y="6065837"/>
            <a:ext cx="36512" cy="17462"/>
          </a:xfrm>
          <a:custGeom>
            <a:avLst/>
            <a:ahLst/>
            <a:rect l="0" t="0" r="r" b="b"/>
            <a:pathLst>
              <a:path w="68" h="33">
                <a:moveTo>
                  <a:pt x="68" y="0"/>
                </a:moveTo>
                <a:lnTo>
                  <a:pt x="65" y="10"/>
                </a:lnTo>
                <a:lnTo>
                  <a:pt x="61" y="19"/>
                </a:lnTo>
                <a:lnTo>
                  <a:pt x="53" y="27"/>
                </a:lnTo>
                <a:lnTo>
                  <a:pt x="44" y="31"/>
                </a:lnTo>
                <a:lnTo>
                  <a:pt x="33" y="33"/>
                </a:lnTo>
                <a:lnTo>
                  <a:pt x="23" y="31"/>
                </a:lnTo>
                <a:lnTo>
                  <a:pt x="14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72" name=""/>
          <p:cNvSpPr/>
          <p:nvPr/>
        </p:nvSpPr>
        <p:spPr>
          <a:xfrm rot="0">
            <a:off x="1463675" y="6048375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34"/>
                </a:moveTo>
                <a:lnTo>
                  <a:pt x="0" y="0"/>
                </a:ln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5" y="34"/>
                </a:lnTo>
                <a:lnTo>
                  <a:pt x="32" y="44"/>
                </a:lnTo>
                <a:lnTo>
                  <a:pt x="28" y="53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73" name=""/>
          <p:cNvSpPr/>
          <p:nvPr/>
        </p:nvSpPr>
        <p:spPr>
          <a:xfrm rot="0">
            <a:off x="1463675" y="6048375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0"/>
                </a:move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5" y="34"/>
                </a:lnTo>
                <a:lnTo>
                  <a:pt x="32" y="44"/>
                </a:lnTo>
                <a:lnTo>
                  <a:pt x="28" y="53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74" name=""/>
          <p:cNvSpPr/>
          <p:nvPr/>
        </p:nvSpPr>
        <p:spPr>
          <a:xfrm rot="0">
            <a:off x="942975" y="6048375"/>
            <a:ext cx="520700" cy="34925"/>
          </a:xfrm>
          <a:custGeom>
            <a:avLst/>
            <a:ahLst/>
            <a:rect l="0" t="0" r="r" b="b"/>
            <a:pathLst>
              <a:path w="984" h="67">
                <a:moveTo>
                  <a:pt x="984" y="67"/>
                </a:moveTo>
                <a:lnTo>
                  <a:pt x="984" y="34"/>
                </a:lnTo>
                <a:lnTo>
                  <a:pt x="984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984" y="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75" name=""/>
          <p:cNvSpPr/>
          <p:nvPr/>
        </p:nvSpPr>
        <p:spPr>
          <a:xfrm rot="0">
            <a:off x="942975" y="6048375"/>
            <a:ext cx="520700" cy="34925"/>
          </a:xfrm>
          <a:custGeom>
            <a:avLst/>
            <a:ahLst/>
            <a:rect l="0" t="0" r="r" b="b"/>
            <a:pathLst>
              <a:path w="984" h="67">
                <a:moveTo>
                  <a:pt x="984" y="67"/>
                </a:moveTo>
                <a:lnTo>
                  <a:pt x="984" y="34"/>
                </a:lnTo>
                <a:lnTo>
                  <a:pt x="984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984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76" name=""/>
          <p:cNvSpPr/>
          <p:nvPr/>
        </p:nvSpPr>
        <p:spPr>
          <a:xfrm rot="0">
            <a:off x="925512" y="6048375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5"/>
                </a:lnTo>
                <a:lnTo>
                  <a:pt x="13" y="61"/>
                </a:lnTo>
                <a:lnTo>
                  <a:pt x="5" y="53"/>
                </a:lnTo>
                <a:lnTo>
                  <a:pt x="1" y="44"/>
                </a:lnTo>
                <a:lnTo>
                  <a:pt x="0" y="34"/>
                </a:lnTo>
                <a:lnTo>
                  <a:pt x="1" y="23"/>
                </a:lnTo>
                <a:lnTo>
                  <a:pt x="5" y="14"/>
                </a:lnTo>
                <a:lnTo>
                  <a:pt x="13" y="6"/>
                </a:lnTo>
                <a:lnTo>
                  <a:pt x="22" y="2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77" name=""/>
          <p:cNvSpPr/>
          <p:nvPr/>
        </p:nvSpPr>
        <p:spPr>
          <a:xfrm rot="0">
            <a:off x="925512" y="6048375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5"/>
                </a:lnTo>
                <a:lnTo>
                  <a:pt x="13" y="61"/>
                </a:lnTo>
                <a:lnTo>
                  <a:pt x="5" y="53"/>
                </a:lnTo>
                <a:lnTo>
                  <a:pt x="1" y="44"/>
                </a:lnTo>
                <a:lnTo>
                  <a:pt x="0" y="34"/>
                </a:lnTo>
                <a:lnTo>
                  <a:pt x="1" y="23"/>
                </a:lnTo>
                <a:lnTo>
                  <a:pt x="5" y="14"/>
                </a:lnTo>
                <a:lnTo>
                  <a:pt x="13" y="6"/>
                </a:lnTo>
                <a:lnTo>
                  <a:pt x="22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78" name=""/>
          <p:cNvSpPr/>
          <p:nvPr/>
        </p:nvSpPr>
        <p:spPr>
          <a:xfrm rot="0">
            <a:off x="1096962" y="5510212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3" y="66"/>
                </a:lnTo>
                <a:lnTo>
                  <a:pt x="14" y="62"/>
                </a:lnTo>
                <a:lnTo>
                  <a:pt x="6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79" name=""/>
          <p:cNvSpPr/>
          <p:nvPr/>
        </p:nvSpPr>
        <p:spPr>
          <a:xfrm rot="0">
            <a:off x="1096962" y="5510212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3" y="66"/>
                </a:lnTo>
                <a:lnTo>
                  <a:pt x="14" y="62"/>
                </a:lnTo>
                <a:lnTo>
                  <a:pt x="6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80" name=""/>
          <p:cNvSpPr/>
          <p:nvPr/>
        </p:nvSpPr>
        <p:spPr>
          <a:xfrm rot="0">
            <a:off x="1114425" y="5510212"/>
            <a:ext cx="349250" cy="36512"/>
          </a:xfrm>
          <a:custGeom>
            <a:avLst/>
            <a:ahLst/>
            <a:rect l="0" t="0" r="r" b="b"/>
            <a:pathLst>
              <a:path w="660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660" y="67"/>
                </a:lnTo>
                <a:lnTo>
                  <a:pt x="660" y="34"/>
                </a:lnTo>
                <a:lnTo>
                  <a:pt x="66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81" name=""/>
          <p:cNvSpPr/>
          <p:nvPr/>
        </p:nvSpPr>
        <p:spPr>
          <a:xfrm rot="0">
            <a:off x="1114425" y="5510212"/>
            <a:ext cx="349250" cy="36512"/>
          </a:xfrm>
          <a:custGeom>
            <a:avLst/>
            <a:ahLst/>
            <a:rect l="0" t="0" r="r" b="b"/>
            <a:pathLst>
              <a:path w="660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660" y="67"/>
                </a:lnTo>
                <a:lnTo>
                  <a:pt x="660" y="34"/>
                </a:lnTo>
                <a:lnTo>
                  <a:pt x="66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82" name=""/>
          <p:cNvSpPr/>
          <p:nvPr/>
        </p:nvSpPr>
        <p:spPr>
          <a:xfrm rot="0">
            <a:off x="1463675" y="5510212"/>
            <a:ext cx="19050" cy="36512"/>
          </a:xfrm>
          <a:custGeom>
            <a:avLst/>
            <a:ahLst/>
            <a:rect l="0" t="0" r="r" b="b"/>
            <a:pathLst>
              <a:path w="35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83" name=""/>
          <p:cNvSpPr/>
          <p:nvPr/>
        </p:nvSpPr>
        <p:spPr>
          <a:xfrm rot="0">
            <a:off x="1463675" y="5510212"/>
            <a:ext cx="19050" cy="36512"/>
          </a:xfrm>
          <a:custGeom>
            <a:avLst/>
            <a:ahLst/>
            <a:rect l="0" t="0" r="r" b="b"/>
            <a:pathLst>
              <a:path w="35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84" name=""/>
          <p:cNvSpPr/>
          <p:nvPr/>
        </p:nvSpPr>
        <p:spPr>
          <a:xfrm rot="0">
            <a:off x="1096962" y="5808662"/>
            <a:ext cx="17462" cy="36512"/>
          </a:xfrm>
          <a:custGeom>
            <a:avLst/>
            <a:ahLst/>
            <a:rect l="0" t="0" r="r" b="b"/>
            <a:pathLst>
              <a:path w="33" h="68">
                <a:moveTo>
                  <a:pt x="33" y="35"/>
                </a:moveTo>
                <a:lnTo>
                  <a:pt x="33" y="68"/>
                </a:lnTo>
                <a:lnTo>
                  <a:pt x="23" y="66"/>
                </a:lnTo>
                <a:lnTo>
                  <a:pt x="14" y="62"/>
                </a:lnTo>
                <a:lnTo>
                  <a:pt x="6" y="54"/>
                </a:lnTo>
                <a:lnTo>
                  <a:pt x="2" y="45"/>
                </a:lnTo>
                <a:lnTo>
                  <a:pt x="0" y="35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  <a:lnTo>
                  <a:pt x="33" y="3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85" name=""/>
          <p:cNvSpPr/>
          <p:nvPr/>
        </p:nvSpPr>
        <p:spPr>
          <a:xfrm rot="0">
            <a:off x="1096962" y="5808662"/>
            <a:ext cx="17462" cy="36512"/>
          </a:xfrm>
          <a:custGeom>
            <a:avLst/>
            <a:ahLst/>
            <a:rect l="0" t="0" r="r" b="b"/>
            <a:pathLst>
              <a:path w="33" h="68">
                <a:moveTo>
                  <a:pt x="33" y="68"/>
                </a:moveTo>
                <a:lnTo>
                  <a:pt x="23" y="66"/>
                </a:lnTo>
                <a:lnTo>
                  <a:pt x="14" y="62"/>
                </a:lnTo>
                <a:lnTo>
                  <a:pt x="6" y="54"/>
                </a:lnTo>
                <a:lnTo>
                  <a:pt x="2" y="45"/>
                </a:lnTo>
                <a:lnTo>
                  <a:pt x="0" y="35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86" name=""/>
          <p:cNvSpPr/>
          <p:nvPr/>
        </p:nvSpPr>
        <p:spPr>
          <a:xfrm rot="0">
            <a:off x="1114425" y="5808662"/>
            <a:ext cx="349250" cy="36512"/>
          </a:xfrm>
          <a:custGeom>
            <a:avLst/>
            <a:ahLst/>
            <a:rect l="0" t="0" r="r" b="b"/>
            <a:pathLst>
              <a:path w="660" h="68">
                <a:moveTo>
                  <a:pt x="0" y="0"/>
                </a:moveTo>
                <a:lnTo>
                  <a:pt x="0" y="35"/>
                </a:lnTo>
                <a:lnTo>
                  <a:pt x="0" y="68"/>
                </a:lnTo>
                <a:lnTo>
                  <a:pt x="660" y="68"/>
                </a:lnTo>
                <a:lnTo>
                  <a:pt x="660" y="35"/>
                </a:lnTo>
                <a:lnTo>
                  <a:pt x="66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87" name=""/>
          <p:cNvSpPr/>
          <p:nvPr/>
        </p:nvSpPr>
        <p:spPr>
          <a:xfrm rot="0">
            <a:off x="1114425" y="5808662"/>
            <a:ext cx="349250" cy="36512"/>
          </a:xfrm>
          <a:custGeom>
            <a:avLst/>
            <a:ahLst/>
            <a:rect l="0" t="0" r="r" b="b"/>
            <a:pathLst>
              <a:path w="660" h="68">
                <a:moveTo>
                  <a:pt x="0" y="0"/>
                </a:moveTo>
                <a:lnTo>
                  <a:pt x="0" y="35"/>
                </a:lnTo>
                <a:lnTo>
                  <a:pt x="0" y="68"/>
                </a:lnTo>
                <a:lnTo>
                  <a:pt x="660" y="68"/>
                </a:lnTo>
                <a:lnTo>
                  <a:pt x="660" y="35"/>
                </a:lnTo>
                <a:lnTo>
                  <a:pt x="66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88" name=""/>
          <p:cNvSpPr/>
          <p:nvPr/>
        </p:nvSpPr>
        <p:spPr>
          <a:xfrm rot="0">
            <a:off x="1463675" y="5808662"/>
            <a:ext cx="19050" cy="36512"/>
          </a:xfrm>
          <a:custGeom>
            <a:avLst/>
            <a:ahLst/>
            <a:rect l="0" t="0" r="r" b="b"/>
            <a:pathLst>
              <a:path w="35" h="68">
                <a:moveTo>
                  <a:pt x="0" y="35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5" y="35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8"/>
                </a:lnTo>
                <a:lnTo>
                  <a:pt x="0" y="3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89" name=""/>
          <p:cNvSpPr/>
          <p:nvPr/>
        </p:nvSpPr>
        <p:spPr>
          <a:xfrm rot="0">
            <a:off x="1463675" y="5808662"/>
            <a:ext cx="19050" cy="36512"/>
          </a:xfrm>
          <a:custGeom>
            <a:avLst/>
            <a:ahLst/>
            <a:rect l="0" t="0" r="r" b="b"/>
            <a:pathLst>
              <a:path w="35" h="68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5" y="35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90" name=""/>
          <p:cNvSpPr/>
          <p:nvPr/>
        </p:nvSpPr>
        <p:spPr>
          <a:xfrm rot="0">
            <a:off x="6443662" y="4356100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91" name=""/>
          <p:cNvSpPr/>
          <p:nvPr/>
        </p:nvSpPr>
        <p:spPr>
          <a:xfrm rot="0">
            <a:off x="6443662" y="4356100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92" name=""/>
          <p:cNvSpPr/>
          <p:nvPr/>
        </p:nvSpPr>
        <p:spPr>
          <a:xfrm rot="0">
            <a:off x="6461125" y="4356100"/>
            <a:ext cx="115887" cy="34925"/>
          </a:xfrm>
          <a:custGeom>
            <a:avLst/>
            <a:ahLst/>
            <a:rect l="0" t="0" r="r" b="b"/>
            <a:pathLst>
              <a:path w="218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218" y="67"/>
                </a:lnTo>
                <a:lnTo>
                  <a:pt x="218" y="34"/>
                </a:lnTo>
                <a:lnTo>
                  <a:pt x="218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93" name=""/>
          <p:cNvSpPr/>
          <p:nvPr/>
        </p:nvSpPr>
        <p:spPr>
          <a:xfrm rot="0">
            <a:off x="6461125" y="4356100"/>
            <a:ext cx="115887" cy="34925"/>
          </a:xfrm>
          <a:custGeom>
            <a:avLst/>
            <a:ahLst/>
            <a:rect l="0" t="0" r="r" b="b"/>
            <a:pathLst>
              <a:path w="218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218" y="67"/>
                </a:lnTo>
                <a:lnTo>
                  <a:pt x="218" y="34"/>
                </a:lnTo>
                <a:lnTo>
                  <a:pt x="218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94" name=""/>
          <p:cNvSpPr/>
          <p:nvPr/>
        </p:nvSpPr>
        <p:spPr>
          <a:xfrm rot="0">
            <a:off x="6577012" y="4356100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20" y="7"/>
                </a:lnTo>
                <a:lnTo>
                  <a:pt x="28" y="14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8" y="54"/>
                </a:lnTo>
                <a:lnTo>
                  <a:pt x="20" y="62"/>
                </a:lnTo>
                <a:lnTo>
                  <a:pt x="10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95" name=""/>
          <p:cNvSpPr/>
          <p:nvPr/>
        </p:nvSpPr>
        <p:spPr>
          <a:xfrm rot="0">
            <a:off x="6577012" y="4356100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20" y="7"/>
                </a:lnTo>
                <a:lnTo>
                  <a:pt x="28" y="14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8" y="54"/>
                </a:lnTo>
                <a:lnTo>
                  <a:pt x="20" y="62"/>
                </a:lnTo>
                <a:lnTo>
                  <a:pt x="10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96" name=""/>
          <p:cNvSpPr/>
          <p:nvPr/>
        </p:nvSpPr>
        <p:spPr>
          <a:xfrm rot="0">
            <a:off x="6673850" y="4356100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97" name=""/>
          <p:cNvSpPr/>
          <p:nvPr/>
        </p:nvSpPr>
        <p:spPr>
          <a:xfrm rot="0">
            <a:off x="6673850" y="4356100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698" name=""/>
          <p:cNvSpPr/>
          <p:nvPr/>
        </p:nvSpPr>
        <p:spPr>
          <a:xfrm rot="0">
            <a:off x="6691312" y="4356100"/>
            <a:ext cx="115887" cy="34925"/>
          </a:xfrm>
          <a:custGeom>
            <a:avLst/>
            <a:ahLst/>
            <a:rect l="0" t="0" r="r" b="b"/>
            <a:pathLst>
              <a:path w="219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219" y="67"/>
                </a:lnTo>
                <a:lnTo>
                  <a:pt x="219" y="34"/>
                </a:lnTo>
                <a:lnTo>
                  <a:pt x="219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699" name=""/>
          <p:cNvSpPr/>
          <p:nvPr/>
        </p:nvSpPr>
        <p:spPr>
          <a:xfrm rot="0">
            <a:off x="6691312" y="4356100"/>
            <a:ext cx="115887" cy="34925"/>
          </a:xfrm>
          <a:custGeom>
            <a:avLst/>
            <a:ahLst/>
            <a:rect l="0" t="0" r="r" b="b"/>
            <a:pathLst>
              <a:path w="219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219" y="67"/>
                </a:lnTo>
                <a:lnTo>
                  <a:pt x="219" y="34"/>
                </a:lnTo>
                <a:lnTo>
                  <a:pt x="219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00" name=""/>
          <p:cNvSpPr/>
          <p:nvPr/>
        </p:nvSpPr>
        <p:spPr>
          <a:xfrm rot="0">
            <a:off x="6807200" y="4356100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4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01" name=""/>
          <p:cNvSpPr/>
          <p:nvPr/>
        </p:nvSpPr>
        <p:spPr>
          <a:xfrm rot="0">
            <a:off x="6807200" y="4356100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4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02" name=""/>
          <p:cNvSpPr/>
          <p:nvPr/>
        </p:nvSpPr>
        <p:spPr>
          <a:xfrm rot="0">
            <a:off x="6443662" y="4821237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2" y="2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03" name=""/>
          <p:cNvSpPr/>
          <p:nvPr/>
        </p:nvSpPr>
        <p:spPr>
          <a:xfrm rot="0">
            <a:off x="6443662" y="4821237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6"/>
                </a:lnTo>
                <a:lnTo>
                  <a:pt x="22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04" name=""/>
          <p:cNvSpPr/>
          <p:nvPr/>
        </p:nvSpPr>
        <p:spPr>
          <a:xfrm rot="0">
            <a:off x="6461125" y="4821237"/>
            <a:ext cx="346075" cy="34925"/>
          </a:xfrm>
          <a:custGeom>
            <a:avLst/>
            <a:ahLst/>
            <a:rect l="0" t="0" r="r" b="b"/>
            <a:pathLst>
              <a:path w="65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654" y="67"/>
                </a:lnTo>
                <a:lnTo>
                  <a:pt x="654" y="34"/>
                </a:lnTo>
                <a:lnTo>
                  <a:pt x="654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05" name=""/>
          <p:cNvSpPr/>
          <p:nvPr/>
        </p:nvSpPr>
        <p:spPr>
          <a:xfrm rot="0">
            <a:off x="6461125" y="4821237"/>
            <a:ext cx="346075" cy="34925"/>
          </a:xfrm>
          <a:custGeom>
            <a:avLst/>
            <a:ahLst/>
            <a:rect l="0" t="0" r="r" b="b"/>
            <a:pathLst>
              <a:path w="65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654" y="67"/>
                </a:lnTo>
                <a:lnTo>
                  <a:pt x="654" y="34"/>
                </a:lnTo>
                <a:lnTo>
                  <a:pt x="65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06" name=""/>
          <p:cNvSpPr/>
          <p:nvPr/>
        </p:nvSpPr>
        <p:spPr>
          <a:xfrm rot="0">
            <a:off x="6807200" y="4821237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34"/>
                </a:moveTo>
                <a:lnTo>
                  <a:pt x="0" y="0"/>
                </a:ln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07" name=""/>
          <p:cNvSpPr/>
          <p:nvPr/>
        </p:nvSpPr>
        <p:spPr>
          <a:xfrm rot="0">
            <a:off x="6807200" y="4821237"/>
            <a:ext cx="19050" cy="34925"/>
          </a:xfrm>
          <a:custGeom>
            <a:avLst/>
            <a:ahLst/>
            <a:rect l="0" t="0" r="r" b="b"/>
            <a:pathLst>
              <a:path w="35" h="67">
                <a:moveTo>
                  <a:pt x="0" y="0"/>
                </a:move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4"/>
                </a:lnTo>
                <a:lnTo>
                  <a:pt x="35" y="34"/>
                </a:lnTo>
                <a:lnTo>
                  <a:pt x="32" y="45"/>
                </a:lnTo>
                <a:lnTo>
                  <a:pt x="28" y="54"/>
                </a:lnTo>
                <a:lnTo>
                  <a:pt x="20" y="62"/>
                </a:lnTo>
                <a:lnTo>
                  <a:pt x="11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08" name=""/>
          <p:cNvSpPr/>
          <p:nvPr/>
        </p:nvSpPr>
        <p:spPr>
          <a:xfrm rot="0">
            <a:off x="6461125" y="4356100"/>
            <a:ext cx="19050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19" y="7"/>
                </a:lnTo>
                <a:lnTo>
                  <a:pt x="27" y="14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2"/>
                </a:lnTo>
                <a:lnTo>
                  <a:pt x="10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09" name=""/>
          <p:cNvSpPr/>
          <p:nvPr/>
        </p:nvSpPr>
        <p:spPr>
          <a:xfrm rot="0">
            <a:off x="6461125" y="4356100"/>
            <a:ext cx="19050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19" y="7"/>
                </a:lnTo>
                <a:lnTo>
                  <a:pt x="27" y="14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2"/>
                </a:lnTo>
                <a:lnTo>
                  <a:pt x="10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10" name=""/>
          <p:cNvSpPr/>
          <p:nvPr/>
        </p:nvSpPr>
        <p:spPr>
          <a:xfrm rot="0">
            <a:off x="6257925" y="4356100"/>
            <a:ext cx="203200" cy="34925"/>
          </a:xfrm>
          <a:custGeom>
            <a:avLst/>
            <a:ahLst/>
            <a:rect l="0" t="0" r="r" b="b"/>
            <a:pathLst>
              <a:path w="384" h="67">
                <a:moveTo>
                  <a:pt x="384" y="67"/>
                </a:moveTo>
                <a:lnTo>
                  <a:pt x="384" y="34"/>
                </a:lnTo>
                <a:lnTo>
                  <a:pt x="384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384" y="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11" name=""/>
          <p:cNvSpPr/>
          <p:nvPr/>
        </p:nvSpPr>
        <p:spPr>
          <a:xfrm rot="0">
            <a:off x="6257925" y="4356100"/>
            <a:ext cx="203200" cy="34925"/>
          </a:xfrm>
          <a:custGeom>
            <a:avLst/>
            <a:ahLst/>
            <a:rect l="0" t="0" r="r" b="b"/>
            <a:pathLst>
              <a:path w="384" h="67">
                <a:moveTo>
                  <a:pt x="384" y="67"/>
                </a:moveTo>
                <a:lnTo>
                  <a:pt x="384" y="34"/>
                </a:lnTo>
                <a:lnTo>
                  <a:pt x="384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384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12" name=""/>
          <p:cNvSpPr/>
          <p:nvPr/>
        </p:nvSpPr>
        <p:spPr>
          <a:xfrm rot="0">
            <a:off x="6240462" y="4356100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13" name=""/>
          <p:cNvSpPr/>
          <p:nvPr/>
        </p:nvSpPr>
        <p:spPr>
          <a:xfrm rot="0">
            <a:off x="6240462" y="4356100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14" name=""/>
          <p:cNvSpPr/>
          <p:nvPr/>
        </p:nvSpPr>
        <p:spPr>
          <a:xfrm rot="0">
            <a:off x="6240462" y="4356100"/>
            <a:ext cx="36512" cy="17462"/>
          </a:xfrm>
          <a:custGeom>
            <a:avLst/>
            <a:ahLst/>
            <a:rect l="0" t="0" r="r" b="b"/>
            <a:pathLst>
              <a:path w="67" h="34">
                <a:moveTo>
                  <a:pt x="33" y="34"/>
                </a:moveTo>
                <a:lnTo>
                  <a:pt x="0" y="34"/>
                </a:ln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43" y="3"/>
                </a:lnTo>
                <a:lnTo>
                  <a:pt x="52" y="7"/>
                </a:lnTo>
                <a:lnTo>
                  <a:pt x="60" y="14"/>
                </a:lnTo>
                <a:lnTo>
                  <a:pt x="64" y="24"/>
                </a:lnTo>
                <a:lnTo>
                  <a:pt x="67" y="34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15" name=""/>
          <p:cNvSpPr/>
          <p:nvPr/>
        </p:nvSpPr>
        <p:spPr>
          <a:xfrm rot="0">
            <a:off x="6240462" y="4356100"/>
            <a:ext cx="36512" cy="17462"/>
          </a:xfrm>
          <a:custGeom>
            <a:avLst/>
            <a:ahLst/>
            <a:rect l="0" t="0" r="r" b="b"/>
            <a:pathLst>
              <a:path w="67" h="34">
                <a:moveTo>
                  <a:pt x="0" y="34"/>
                </a:moveTo>
                <a:lnTo>
                  <a:pt x="1" y="24"/>
                </a:lnTo>
                <a:lnTo>
                  <a:pt x="5" y="14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43" y="3"/>
                </a:lnTo>
                <a:lnTo>
                  <a:pt x="52" y="7"/>
                </a:lnTo>
                <a:lnTo>
                  <a:pt x="60" y="14"/>
                </a:lnTo>
                <a:lnTo>
                  <a:pt x="64" y="24"/>
                </a:lnTo>
                <a:lnTo>
                  <a:pt x="67" y="3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16" name=""/>
          <p:cNvSpPr/>
          <p:nvPr/>
        </p:nvSpPr>
        <p:spPr>
          <a:xfrm rot="0">
            <a:off x="6240462" y="4373562"/>
            <a:ext cx="36512" cy="465137"/>
          </a:xfrm>
          <a:custGeom>
            <a:avLst/>
            <a:ahLst/>
            <a:rect l="0" t="0" r="r" b="b"/>
            <a:pathLst>
              <a:path w="67" h="880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880"/>
                </a:lnTo>
                <a:lnTo>
                  <a:pt x="33" y="880"/>
                </a:lnTo>
                <a:lnTo>
                  <a:pt x="67" y="880"/>
                </a:lnTo>
                <a:lnTo>
                  <a:pt x="6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17" name=""/>
          <p:cNvSpPr/>
          <p:nvPr/>
        </p:nvSpPr>
        <p:spPr>
          <a:xfrm rot="0">
            <a:off x="6240462" y="4373562"/>
            <a:ext cx="36512" cy="465137"/>
          </a:xfrm>
          <a:custGeom>
            <a:avLst/>
            <a:ahLst/>
            <a:rect l="0" t="0" r="r" b="b"/>
            <a:pathLst>
              <a:path w="67" h="880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880"/>
                </a:lnTo>
                <a:lnTo>
                  <a:pt x="33" y="880"/>
                </a:lnTo>
                <a:lnTo>
                  <a:pt x="67" y="880"/>
                </a:lnTo>
                <a:lnTo>
                  <a:pt x="6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18" name=""/>
          <p:cNvSpPr/>
          <p:nvPr/>
        </p:nvSpPr>
        <p:spPr>
          <a:xfrm rot="0">
            <a:off x="6240462" y="4838700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33" y="0"/>
                </a:moveTo>
                <a:lnTo>
                  <a:pt x="67" y="0"/>
                </a:lnTo>
                <a:lnTo>
                  <a:pt x="64" y="11"/>
                </a:lnTo>
                <a:lnTo>
                  <a:pt x="60" y="20"/>
                </a:lnTo>
                <a:lnTo>
                  <a:pt x="52" y="28"/>
                </a:lnTo>
                <a:lnTo>
                  <a:pt x="43" y="32"/>
                </a:lnTo>
                <a:lnTo>
                  <a:pt x="33" y="33"/>
                </a:lnTo>
                <a:lnTo>
                  <a:pt x="22" y="32"/>
                </a:lnTo>
                <a:lnTo>
                  <a:pt x="13" y="28"/>
                </a:lnTo>
                <a:lnTo>
                  <a:pt x="5" y="20"/>
                </a:lnTo>
                <a:lnTo>
                  <a:pt x="1" y="11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6719" name=""/>
          <p:cNvSpPr/>
          <p:nvPr/>
        </p:nvSpPr>
        <p:spPr>
          <a:xfrm rot="0">
            <a:off x="6240462" y="4838700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67" y="0"/>
                </a:moveTo>
                <a:lnTo>
                  <a:pt x="64" y="11"/>
                </a:lnTo>
                <a:lnTo>
                  <a:pt x="60" y="20"/>
                </a:lnTo>
                <a:lnTo>
                  <a:pt x="52" y="28"/>
                </a:lnTo>
                <a:lnTo>
                  <a:pt x="43" y="32"/>
                </a:lnTo>
                <a:lnTo>
                  <a:pt x="33" y="33"/>
                </a:lnTo>
                <a:lnTo>
                  <a:pt x="22" y="32"/>
                </a:lnTo>
                <a:lnTo>
                  <a:pt x="13" y="28"/>
                </a:lnTo>
                <a:lnTo>
                  <a:pt x="5" y="20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6720" name=""/>
          <p:cNvSpPr/>
          <p:nvPr/>
        </p:nvSpPr>
        <p:spPr>
          <a:xfrm rot="0">
            <a:off x="6240462" y="4578350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21" name=""/>
          <p:cNvSpPr/>
          <p:nvPr/>
        </p:nvSpPr>
        <p:spPr>
          <a:xfrm rot="0">
            <a:off x="6240462" y="4578350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22" name=""/>
          <p:cNvSpPr/>
          <p:nvPr/>
        </p:nvSpPr>
        <p:spPr>
          <a:xfrm rot="0">
            <a:off x="6257925" y="4578350"/>
            <a:ext cx="88900" cy="36512"/>
          </a:xfrm>
          <a:custGeom>
            <a:avLst/>
            <a:ahLst/>
            <a:rect l="0" t="0" r="r" b="b"/>
            <a:pathLst>
              <a:path w="167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167" y="67"/>
                </a:lnTo>
                <a:lnTo>
                  <a:pt x="167" y="34"/>
                </a:lnTo>
                <a:lnTo>
                  <a:pt x="167" y="0"/>
                </a:lnTo>
                <a:lnTo>
                  <a:pt x="0" y="0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23" name=""/>
          <p:cNvSpPr/>
          <p:nvPr/>
        </p:nvSpPr>
        <p:spPr>
          <a:xfrm rot="0">
            <a:off x="6257925" y="4578350"/>
            <a:ext cx="88900" cy="36512"/>
          </a:xfrm>
          <a:custGeom>
            <a:avLst/>
            <a:ahLst/>
            <a:rect l="0" t="0" r="r" b="b"/>
            <a:pathLst>
              <a:path w="167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167" y="67"/>
                </a:lnTo>
                <a:lnTo>
                  <a:pt x="167" y="34"/>
                </a:lnTo>
                <a:lnTo>
                  <a:pt x="167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24" name=""/>
          <p:cNvSpPr/>
          <p:nvPr/>
        </p:nvSpPr>
        <p:spPr>
          <a:xfrm rot="0">
            <a:off x="6346825" y="4578350"/>
            <a:ext cx="17462" cy="36512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2"/>
                </a:lnTo>
                <a:lnTo>
                  <a:pt x="10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25" name=""/>
          <p:cNvSpPr/>
          <p:nvPr/>
        </p:nvSpPr>
        <p:spPr>
          <a:xfrm rot="0">
            <a:off x="6346825" y="4578350"/>
            <a:ext cx="17462" cy="36512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2"/>
                </a:lnTo>
                <a:lnTo>
                  <a:pt x="10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26" name=""/>
          <p:cNvSpPr/>
          <p:nvPr/>
        </p:nvSpPr>
        <p:spPr>
          <a:xfrm rot="0">
            <a:off x="6364287" y="4578350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27" name=""/>
          <p:cNvSpPr/>
          <p:nvPr/>
        </p:nvSpPr>
        <p:spPr>
          <a:xfrm rot="0">
            <a:off x="6364287" y="4578350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28" name=""/>
          <p:cNvSpPr/>
          <p:nvPr/>
        </p:nvSpPr>
        <p:spPr>
          <a:xfrm rot="0">
            <a:off x="6381750" y="4578350"/>
            <a:ext cx="71437" cy="36512"/>
          </a:xfrm>
          <a:custGeom>
            <a:avLst/>
            <a:ahLst/>
            <a:rect l="0" t="0" r="r" b="b"/>
            <a:pathLst>
              <a:path w="13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134" y="67"/>
                </a:lnTo>
                <a:lnTo>
                  <a:pt x="134" y="34"/>
                </a:lnTo>
                <a:lnTo>
                  <a:pt x="134" y="0"/>
                </a:lnTo>
                <a:lnTo>
                  <a:pt x="0" y="0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29" name=""/>
          <p:cNvSpPr/>
          <p:nvPr/>
        </p:nvSpPr>
        <p:spPr>
          <a:xfrm rot="0">
            <a:off x="6381750" y="4578350"/>
            <a:ext cx="71437" cy="36512"/>
          </a:xfrm>
          <a:custGeom>
            <a:avLst/>
            <a:ahLst/>
            <a:rect l="0" t="0" r="r" b="b"/>
            <a:pathLst>
              <a:path w="134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134" y="67"/>
                </a:lnTo>
                <a:lnTo>
                  <a:pt x="134" y="34"/>
                </a:lnTo>
                <a:lnTo>
                  <a:pt x="13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30" name=""/>
          <p:cNvSpPr/>
          <p:nvPr/>
        </p:nvSpPr>
        <p:spPr>
          <a:xfrm rot="0">
            <a:off x="6453187" y="4578350"/>
            <a:ext cx="17462" cy="36512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20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20" y="62"/>
                </a:lnTo>
                <a:lnTo>
                  <a:pt x="10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31" name=""/>
          <p:cNvSpPr/>
          <p:nvPr/>
        </p:nvSpPr>
        <p:spPr>
          <a:xfrm rot="0">
            <a:off x="6453187" y="4578350"/>
            <a:ext cx="17462" cy="36512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20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20" y="62"/>
                </a:lnTo>
                <a:lnTo>
                  <a:pt x="10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32" name=""/>
          <p:cNvSpPr/>
          <p:nvPr/>
        </p:nvSpPr>
        <p:spPr>
          <a:xfrm rot="0">
            <a:off x="6470650" y="4578350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33" name=""/>
          <p:cNvSpPr/>
          <p:nvPr/>
        </p:nvSpPr>
        <p:spPr>
          <a:xfrm rot="0">
            <a:off x="6470650" y="4578350"/>
            <a:ext cx="17462" cy="36512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6"/>
                </a:lnTo>
                <a:lnTo>
                  <a:pt x="13" y="62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34" name=""/>
          <p:cNvSpPr/>
          <p:nvPr/>
        </p:nvSpPr>
        <p:spPr>
          <a:xfrm rot="0">
            <a:off x="6488112" y="4578350"/>
            <a:ext cx="88900" cy="36512"/>
          </a:xfrm>
          <a:custGeom>
            <a:avLst/>
            <a:ahLst/>
            <a:rect l="0" t="0" r="r" b="b"/>
            <a:pathLst>
              <a:path w="167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167" y="67"/>
                </a:lnTo>
                <a:lnTo>
                  <a:pt x="167" y="34"/>
                </a:lnTo>
                <a:lnTo>
                  <a:pt x="167" y="0"/>
                </a:lnTo>
                <a:lnTo>
                  <a:pt x="0" y="0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35" name=""/>
          <p:cNvSpPr/>
          <p:nvPr/>
        </p:nvSpPr>
        <p:spPr>
          <a:xfrm rot="0">
            <a:off x="6488112" y="4578350"/>
            <a:ext cx="88900" cy="36512"/>
          </a:xfrm>
          <a:custGeom>
            <a:avLst/>
            <a:ahLst/>
            <a:rect l="0" t="0" r="r" b="b"/>
            <a:pathLst>
              <a:path w="167" h="67">
                <a:moveTo>
                  <a:pt x="0" y="0"/>
                </a:moveTo>
                <a:lnTo>
                  <a:pt x="0" y="34"/>
                </a:lnTo>
                <a:lnTo>
                  <a:pt x="0" y="67"/>
                </a:lnTo>
                <a:lnTo>
                  <a:pt x="167" y="67"/>
                </a:lnTo>
                <a:lnTo>
                  <a:pt x="167" y="34"/>
                </a:lnTo>
                <a:lnTo>
                  <a:pt x="167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6736" name=""/>
          <p:cNvSpPr/>
          <p:nvPr/>
        </p:nvSpPr>
        <p:spPr>
          <a:xfrm rot="0">
            <a:off x="6577012" y="4578350"/>
            <a:ext cx="17462" cy="36512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20" y="7"/>
                </a:lnTo>
                <a:lnTo>
                  <a:pt x="28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8" y="54"/>
                </a:lnTo>
                <a:lnTo>
                  <a:pt x="20" y="62"/>
                </a:lnTo>
                <a:lnTo>
                  <a:pt x="10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6737" name=""/>
          <p:cNvSpPr/>
          <p:nvPr/>
        </p:nvSpPr>
        <p:spPr>
          <a:xfrm rot="0">
            <a:off x="6577012" y="4578350"/>
            <a:ext cx="17462" cy="36512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20" y="7"/>
                </a:lnTo>
                <a:lnTo>
                  <a:pt x="28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8" y="54"/>
                </a:lnTo>
                <a:lnTo>
                  <a:pt x="20" y="62"/>
                </a:lnTo>
                <a:lnTo>
                  <a:pt x="10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7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71" name=""/>
          <p:cNvGrpSpPr/>
          <p:nvPr/>
        </p:nvGrpSpPr>
        <p:grpSpPr>
          <a:xfrm rot="0">
            <a:off x="371475" y="1501775"/>
            <a:ext cx="7550150" cy="4737100"/>
            <a:chOff x="234" y="946"/>
            <a:chExt cx="4756" cy="2984"/>
          </a:xfrm>
        </p:grpSpPr>
        <p:sp>
          <p:nvSpPr>
            <p:cNvPr id="1056738" name=""/>
            <p:cNvSpPr/>
            <p:nvPr/>
          </p:nvSpPr>
          <p:spPr>
            <a:xfrm rot="0">
              <a:off x="824" y="2403"/>
              <a:ext cx="9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60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39" name=""/>
            <p:cNvSpPr/>
            <p:nvPr/>
          </p:nvSpPr>
          <p:spPr>
            <a:xfrm rot="0">
              <a:off x="824" y="2403"/>
              <a:ext cx="9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0"/>
                  </a:moveTo>
                  <a:lnTo>
                    <a:pt x="10" y="3"/>
                  </a:lnTo>
                  <a:lnTo>
                    <a:pt x="18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60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0" name=""/>
            <p:cNvSpPr/>
            <p:nvPr/>
          </p:nvSpPr>
          <p:spPr>
            <a:xfrm rot="0">
              <a:off x="625" y="2403"/>
              <a:ext cx="199" cy="16"/>
            </a:xfrm>
            <a:custGeom>
              <a:avLst/>
              <a:ahLst/>
              <a:rect l="0" t="0" r="r" b="b"/>
              <a:pathLst>
                <a:path w="798" h="65">
                  <a:moveTo>
                    <a:pt x="798" y="65"/>
                  </a:moveTo>
                  <a:lnTo>
                    <a:pt x="798" y="33"/>
                  </a:lnTo>
                  <a:lnTo>
                    <a:pt x="798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798" y="6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41" name=""/>
            <p:cNvSpPr/>
            <p:nvPr/>
          </p:nvSpPr>
          <p:spPr>
            <a:xfrm rot="0">
              <a:off x="625" y="2403"/>
              <a:ext cx="199" cy="16"/>
            </a:xfrm>
            <a:custGeom>
              <a:avLst/>
              <a:ahLst/>
              <a:rect l="0" t="0" r="r" b="b"/>
              <a:pathLst>
                <a:path w="798" h="65">
                  <a:moveTo>
                    <a:pt x="798" y="65"/>
                  </a:moveTo>
                  <a:lnTo>
                    <a:pt x="798" y="33"/>
                  </a:lnTo>
                  <a:lnTo>
                    <a:pt x="798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798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2" name=""/>
            <p:cNvSpPr/>
            <p:nvPr/>
          </p:nvSpPr>
          <p:spPr>
            <a:xfrm rot="0">
              <a:off x="617" y="2403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33"/>
                  </a:moveTo>
                  <a:lnTo>
                    <a:pt x="31" y="65"/>
                  </a:lnTo>
                  <a:lnTo>
                    <a:pt x="21" y="63"/>
                  </a:lnTo>
                  <a:lnTo>
                    <a:pt x="12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43" name=""/>
            <p:cNvSpPr/>
            <p:nvPr/>
          </p:nvSpPr>
          <p:spPr>
            <a:xfrm rot="0">
              <a:off x="617" y="2403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65"/>
                  </a:moveTo>
                  <a:lnTo>
                    <a:pt x="21" y="63"/>
                  </a:lnTo>
                  <a:lnTo>
                    <a:pt x="12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4" name=""/>
            <p:cNvSpPr/>
            <p:nvPr/>
          </p:nvSpPr>
          <p:spPr>
            <a:xfrm rot="0">
              <a:off x="1089" y="2960"/>
              <a:ext cx="39" cy="55"/>
            </a:xfrm>
            <a:custGeom>
              <a:avLst/>
              <a:ahLst/>
              <a:rect l="0" t="0" r="r" b="b"/>
              <a:pathLst>
                <a:path w="154" h="221">
                  <a:moveTo>
                    <a:pt x="124" y="159"/>
                  </a:moveTo>
                  <a:lnTo>
                    <a:pt x="154" y="56"/>
                  </a:lnTo>
                  <a:lnTo>
                    <a:pt x="154" y="37"/>
                  </a:lnTo>
                  <a:lnTo>
                    <a:pt x="148" y="18"/>
                  </a:lnTo>
                  <a:lnTo>
                    <a:pt x="135" y="6"/>
                  </a:lnTo>
                  <a:lnTo>
                    <a:pt x="118" y="0"/>
                  </a:lnTo>
                  <a:lnTo>
                    <a:pt x="86" y="0"/>
                  </a:lnTo>
                  <a:lnTo>
                    <a:pt x="68" y="6"/>
                  </a:lnTo>
                  <a:lnTo>
                    <a:pt x="49" y="18"/>
                  </a:lnTo>
                  <a:lnTo>
                    <a:pt x="37" y="37"/>
                  </a:lnTo>
                  <a:lnTo>
                    <a:pt x="25" y="67"/>
                  </a:lnTo>
                  <a:lnTo>
                    <a:pt x="0" y="154"/>
                  </a:lnTo>
                  <a:lnTo>
                    <a:pt x="0" y="165"/>
                  </a:lnTo>
                  <a:lnTo>
                    <a:pt x="7" y="197"/>
                  </a:lnTo>
                  <a:lnTo>
                    <a:pt x="19" y="215"/>
                  </a:lnTo>
                  <a:lnTo>
                    <a:pt x="32" y="221"/>
                  </a:lnTo>
                  <a:lnTo>
                    <a:pt x="56" y="221"/>
                  </a:lnTo>
                  <a:lnTo>
                    <a:pt x="86" y="210"/>
                  </a:lnTo>
                  <a:lnTo>
                    <a:pt x="111" y="191"/>
                  </a:lnTo>
                  <a:lnTo>
                    <a:pt x="124" y="1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5" name=""/>
            <p:cNvSpPr/>
            <p:nvPr/>
          </p:nvSpPr>
          <p:spPr>
            <a:xfrm rot="0">
              <a:off x="1109" y="3003"/>
              <a:ext cx="14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6" name=""/>
            <p:cNvSpPr/>
            <p:nvPr/>
          </p:nvSpPr>
          <p:spPr>
            <a:xfrm rot="0">
              <a:off x="756" y="2557"/>
              <a:ext cx="41" cy="55"/>
            </a:xfrm>
            <a:custGeom>
              <a:avLst/>
              <a:ahLst/>
              <a:rect l="0" t="0" r="r" b="b"/>
              <a:pathLst>
                <a:path w="166" h="221">
                  <a:moveTo>
                    <a:pt x="0" y="221"/>
                  </a:moveTo>
                  <a:lnTo>
                    <a:pt x="56" y="0"/>
                  </a:lnTo>
                  <a:lnTo>
                    <a:pt x="123" y="0"/>
                  </a:lnTo>
                  <a:lnTo>
                    <a:pt x="148" y="7"/>
                  </a:lnTo>
                  <a:lnTo>
                    <a:pt x="159" y="24"/>
                  </a:lnTo>
                  <a:lnTo>
                    <a:pt x="166" y="50"/>
                  </a:lnTo>
                  <a:lnTo>
                    <a:pt x="166" y="62"/>
                  </a:lnTo>
                  <a:lnTo>
                    <a:pt x="159" y="80"/>
                  </a:lnTo>
                  <a:lnTo>
                    <a:pt x="148" y="99"/>
                  </a:lnTo>
                  <a:lnTo>
                    <a:pt x="129" y="112"/>
                  </a:lnTo>
                  <a:lnTo>
                    <a:pt x="99" y="123"/>
                  </a:lnTo>
                  <a:lnTo>
                    <a:pt x="31" y="1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7" name=""/>
            <p:cNvSpPr/>
            <p:nvPr/>
          </p:nvSpPr>
          <p:spPr>
            <a:xfrm rot="0">
              <a:off x="780" y="2589"/>
              <a:ext cx="6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8" name=""/>
            <p:cNvSpPr/>
            <p:nvPr/>
          </p:nvSpPr>
          <p:spPr>
            <a:xfrm rot="0">
              <a:off x="1011" y="3042"/>
              <a:ext cx="20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49" name=""/>
            <p:cNvSpPr/>
            <p:nvPr/>
          </p:nvSpPr>
          <p:spPr>
            <a:xfrm rot="0">
              <a:off x="873" y="2808"/>
              <a:ext cx="138" cy="23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0" name=""/>
            <p:cNvSpPr/>
            <p:nvPr/>
          </p:nvSpPr>
          <p:spPr>
            <a:xfrm rot="0">
              <a:off x="665" y="2220"/>
              <a:ext cx="42" cy="56"/>
            </a:xfrm>
            <a:custGeom>
              <a:avLst/>
              <a:ahLst/>
              <a:rect l="0" t="0" r="r" b="b"/>
              <a:pathLst>
                <a:path w="165" h="221">
                  <a:moveTo>
                    <a:pt x="0" y="221"/>
                  </a:moveTo>
                  <a:lnTo>
                    <a:pt x="55" y="0"/>
                  </a:lnTo>
                  <a:lnTo>
                    <a:pt x="116" y="0"/>
                  </a:lnTo>
                  <a:lnTo>
                    <a:pt x="141" y="5"/>
                  </a:lnTo>
                  <a:lnTo>
                    <a:pt x="152" y="11"/>
                  </a:lnTo>
                  <a:lnTo>
                    <a:pt x="165" y="30"/>
                  </a:lnTo>
                  <a:lnTo>
                    <a:pt x="165" y="49"/>
                  </a:lnTo>
                  <a:lnTo>
                    <a:pt x="159" y="73"/>
                  </a:lnTo>
                  <a:lnTo>
                    <a:pt x="141" y="98"/>
                  </a:lnTo>
                  <a:lnTo>
                    <a:pt x="122" y="110"/>
                  </a:lnTo>
                  <a:lnTo>
                    <a:pt x="98" y="122"/>
                  </a:lnTo>
                  <a:lnTo>
                    <a:pt x="30" y="1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1" name=""/>
            <p:cNvSpPr/>
            <p:nvPr/>
          </p:nvSpPr>
          <p:spPr>
            <a:xfrm rot="0">
              <a:off x="450" y="2800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52" name=""/>
            <p:cNvSpPr/>
            <p:nvPr/>
          </p:nvSpPr>
          <p:spPr>
            <a:xfrm rot="0">
              <a:off x="450" y="2800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3" name=""/>
            <p:cNvSpPr/>
            <p:nvPr/>
          </p:nvSpPr>
          <p:spPr>
            <a:xfrm rot="0">
              <a:off x="458" y="2800"/>
              <a:ext cx="167" cy="16"/>
            </a:xfrm>
            <a:custGeom>
              <a:avLst/>
              <a:ahLst/>
              <a:rect l="0" t="0" r="r" b="b"/>
              <a:pathLst>
                <a:path w="668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668" y="64"/>
                  </a:lnTo>
                  <a:lnTo>
                    <a:pt x="668" y="33"/>
                  </a:lnTo>
                  <a:lnTo>
                    <a:pt x="66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54" name=""/>
            <p:cNvSpPr/>
            <p:nvPr/>
          </p:nvSpPr>
          <p:spPr>
            <a:xfrm rot="0">
              <a:off x="458" y="2800"/>
              <a:ext cx="167" cy="16"/>
            </a:xfrm>
            <a:custGeom>
              <a:avLst/>
              <a:ahLst/>
              <a:rect l="0" t="0" r="r" b="b"/>
              <a:pathLst>
                <a:path w="668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668" y="64"/>
                  </a:lnTo>
                  <a:lnTo>
                    <a:pt x="668" y="33"/>
                  </a:lnTo>
                  <a:lnTo>
                    <a:pt x="66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5" name=""/>
            <p:cNvSpPr/>
            <p:nvPr/>
          </p:nvSpPr>
          <p:spPr>
            <a:xfrm rot="0">
              <a:off x="625" y="2800"/>
              <a:ext cx="8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56" name=""/>
            <p:cNvSpPr/>
            <p:nvPr/>
          </p:nvSpPr>
          <p:spPr>
            <a:xfrm rot="0">
              <a:off x="625" y="2800"/>
              <a:ext cx="8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7" name=""/>
            <p:cNvSpPr/>
            <p:nvPr/>
          </p:nvSpPr>
          <p:spPr>
            <a:xfrm rot="0">
              <a:off x="824" y="2411"/>
              <a:ext cx="12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8" name=""/>
            <p:cNvSpPr/>
            <p:nvPr/>
          </p:nvSpPr>
          <p:spPr>
            <a:xfrm rot="0">
              <a:off x="1026" y="2411"/>
              <a:ext cx="1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59" name=""/>
            <p:cNvSpPr/>
            <p:nvPr/>
          </p:nvSpPr>
          <p:spPr>
            <a:xfrm rot="0">
              <a:off x="1260" y="2411"/>
              <a:ext cx="12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60" name=""/>
            <p:cNvSpPr/>
            <p:nvPr/>
          </p:nvSpPr>
          <p:spPr>
            <a:xfrm rot="0">
              <a:off x="980" y="2108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32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5" y="32"/>
                  </a:lnTo>
                  <a:lnTo>
                    <a:pt x="32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61" name=""/>
            <p:cNvSpPr/>
            <p:nvPr/>
          </p:nvSpPr>
          <p:spPr>
            <a:xfrm rot="0">
              <a:off x="980" y="2108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5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62" name=""/>
            <p:cNvSpPr/>
            <p:nvPr/>
          </p:nvSpPr>
          <p:spPr>
            <a:xfrm rot="0">
              <a:off x="980" y="2116"/>
              <a:ext cx="16" cy="692"/>
            </a:xfrm>
            <a:custGeom>
              <a:avLst/>
              <a:ahLst/>
              <a:rect l="0" t="0" r="r" b="b"/>
              <a:pathLst>
                <a:path w="65" h="2767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2767"/>
                  </a:lnTo>
                  <a:lnTo>
                    <a:pt x="32" y="2767"/>
                  </a:lnTo>
                  <a:lnTo>
                    <a:pt x="65" y="2767"/>
                  </a:lnTo>
                  <a:lnTo>
                    <a:pt x="6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63" name=""/>
            <p:cNvSpPr/>
            <p:nvPr/>
          </p:nvSpPr>
          <p:spPr>
            <a:xfrm rot="0">
              <a:off x="980" y="2116"/>
              <a:ext cx="16" cy="692"/>
            </a:xfrm>
            <a:custGeom>
              <a:avLst/>
              <a:ahLst/>
              <a:rect l="0" t="0" r="r" b="b"/>
              <a:pathLst>
                <a:path w="65" h="2767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2767"/>
                  </a:lnTo>
                  <a:lnTo>
                    <a:pt x="32" y="2767"/>
                  </a:lnTo>
                  <a:lnTo>
                    <a:pt x="65" y="2767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64" name=""/>
            <p:cNvSpPr/>
            <p:nvPr/>
          </p:nvSpPr>
          <p:spPr>
            <a:xfrm rot="0">
              <a:off x="980" y="2808"/>
              <a:ext cx="16" cy="8"/>
            </a:xfrm>
            <a:custGeom>
              <a:avLst/>
              <a:ahLst/>
              <a:rect l="0" t="0" r="r" b="b"/>
              <a:pathLst>
                <a:path w="65" h="31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65" name=""/>
            <p:cNvSpPr/>
            <p:nvPr/>
          </p:nvSpPr>
          <p:spPr>
            <a:xfrm rot="0">
              <a:off x="980" y="2808"/>
              <a:ext cx="16" cy="8"/>
            </a:xfrm>
            <a:custGeom>
              <a:avLst/>
              <a:ahLst/>
              <a:rect l="0" t="0" r="r" b="b"/>
              <a:pathLst>
                <a:path w="65" h="31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66" name=""/>
            <p:cNvSpPr/>
            <p:nvPr/>
          </p:nvSpPr>
          <p:spPr>
            <a:xfrm rot="0">
              <a:off x="817" y="2403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67" name=""/>
            <p:cNvSpPr/>
            <p:nvPr/>
          </p:nvSpPr>
          <p:spPr>
            <a:xfrm rot="0">
              <a:off x="817" y="2403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68" name=""/>
            <p:cNvSpPr/>
            <p:nvPr/>
          </p:nvSpPr>
          <p:spPr>
            <a:xfrm rot="0">
              <a:off x="817" y="2411"/>
              <a:ext cx="16" cy="397"/>
            </a:xfrm>
            <a:custGeom>
              <a:avLst/>
              <a:ahLst/>
              <a:rect l="0" t="0" r="r" b="b"/>
              <a:pathLst>
                <a:path w="64" h="1588">
                  <a:moveTo>
                    <a:pt x="64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588"/>
                  </a:lnTo>
                  <a:lnTo>
                    <a:pt x="32" y="1588"/>
                  </a:lnTo>
                  <a:lnTo>
                    <a:pt x="64" y="1588"/>
                  </a:lnTo>
                  <a:lnTo>
                    <a:pt x="6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69" name=""/>
            <p:cNvSpPr/>
            <p:nvPr/>
          </p:nvSpPr>
          <p:spPr>
            <a:xfrm rot="0">
              <a:off x="817" y="2411"/>
              <a:ext cx="16" cy="397"/>
            </a:xfrm>
            <a:custGeom>
              <a:avLst/>
              <a:ahLst/>
              <a:rect l="0" t="0" r="r" b="b"/>
              <a:pathLst>
                <a:path w="64" h="1588">
                  <a:moveTo>
                    <a:pt x="64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588"/>
                  </a:lnTo>
                  <a:lnTo>
                    <a:pt x="32" y="1588"/>
                  </a:lnTo>
                  <a:lnTo>
                    <a:pt x="64" y="1588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70" name=""/>
            <p:cNvSpPr/>
            <p:nvPr/>
          </p:nvSpPr>
          <p:spPr>
            <a:xfrm rot="0">
              <a:off x="817" y="2808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71" name=""/>
            <p:cNvSpPr/>
            <p:nvPr/>
          </p:nvSpPr>
          <p:spPr>
            <a:xfrm rot="0">
              <a:off x="817" y="2808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72" name=""/>
            <p:cNvSpPr/>
            <p:nvPr/>
          </p:nvSpPr>
          <p:spPr>
            <a:xfrm rot="0">
              <a:off x="617" y="2808"/>
              <a:ext cx="16" cy="8"/>
            </a:xfrm>
            <a:custGeom>
              <a:avLst/>
              <a:ahLst/>
              <a:rect l="0" t="0" r="r" b="b"/>
              <a:pathLst>
                <a:path w="65" h="31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73" name=""/>
            <p:cNvSpPr/>
            <p:nvPr/>
          </p:nvSpPr>
          <p:spPr>
            <a:xfrm rot="0">
              <a:off x="617" y="2808"/>
              <a:ext cx="16" cy="8"/>
            </a:xfrm>
            <a:custGeom>
              <a:avLst/>
              <a:ahLst/>
              <a:rect l="0" t="0" r="r" b="b"/>
              <a:pathLst>
                <a:path w="65" h="31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74" name=""/>
            <p:cNvSpPr/>
            <p:nvPr/>
          </p:nvSpPr>
          <p:spPr>
            <a:xfrm rot="0">
              <a:off x="617" y="2411"/>
              <a:ext cx="16" cy="397"/>
            </a:xfrm>
            <a:custGeom>
              <a:avLst/>
              <a:ahLst/>
              <a:rect l="0" t="0" r="r" b="b"/>
              <a:pathLst>
                <a:path w="66" h="1588">
                  <a:moveTo>
                    <a:pt x="0" y="1588"/>
                  </a:moveTo>
                  <a:lnTo>
                    <a:pt x="32" y="1588"/>
                  </a:lnTo>
                  <a:lnTo>
                    <a:pt x="65" y="1588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2" y="0"/>
                  </a:lnTo>
                  <a:lnTo>
                    <a:pt x="0" y="158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75" name=""/>
            <p:cNvSpPr/>
            <p:nvPr/>
          </p:nvSpPr>
          <p:spPr>
            <a:xfrm rot="0">
              <a:off x="617" y="2411"/>
              <a:ext cx="16" cy="397"/>
            </a:xfrm>
            <a:custGeom>
              <a:avLst/>
              <a:ahLst/>
              <a:rect l="0" t="0" r="r" b="b"/>
              <a:pathLst>
                <a:path w="66" h="1588">
                  <a:moveTo>
                    <a:pt x="0" y="1588"/>
                  </a:moveTo>
                  <a:lnTo>
                    <a:pt x="32" y="1588"/>
                  </a:lnTo>
                  <a:lnTo>
                    <a:pt x="65" y="1588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2" y="0"/>
                  </a:lnTo>
                  <a:lnTo>
                    <a:pt x="0" y="158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76" name=""/>
            <p:cNvSpPr/>
            <p:nvPr/>
          </p:nvSpPr>
          <p:spPr>
            <a:xfrm rot="0">
              <a:off x="617" y="2403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77" name=""/>
            <p:cNvSpPr/>
            <p:nvPr/>
          </p:nvSpPr>
          <p:spPr>
            <a:xfrm rot="0">
              <a:off x="617" y="2403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78" name=""/>
            <p:cNvSpPr/>
            <p:nvPr/>
          </p:nvSpPr>
          <p:spPr>
            <a:xfrm rot="0">
              <a:off x="450" y="2808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79" name=""/>
            <p:cNvSpPr/>
            <p:nvPr/>
          </p:nvSpPr>
          <p:spPr>
            <a:xfrm rot="0">
              <a:off x="450" y="2808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80" name=""/>
            <p:cNvSpPr/>
            <p:nvPr/>
          </p:nvSpPr>
          <p:spPr>
            <a:xfrm rot="0">
              <a:off x="450" y="2116"/>
              <a:ext cx="16" cy="692"/>
            </a:xfrm>
            <a:custGeom>
              <a:avLst/>
              <a:ahLst/>
              <a:rect l="0" t="0" r="r" b="b"/>
              <a:pathLst>
                <a:path w="64" h="2767">
                  <a:moveTo>
                    <a:pt x="0" y="2767"/>
                  </a:moveTo>
                  <a:lnTo>
                    <a:pt x="31" y="2767"/>
                  </a:lnTo>
                  <a:lnTo>
                    <a:pt x="64" y="2767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27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81" name=""/>
            <p:cNvSpPr/>
            <p:nvPr/>
          </p:nvSpPr>
          <p:spPr>
            <a:xfrm rot="0">
              <a:off x="450" y="2116"/>
              <a:ext cx="16" cy="692"/>
            </a:xfrm>
            <a:custGeom>
              <a:avLst/>
              <a:ahLst/>
              <a:rect l="0" t="0" r="r" b="b"/>
              <a:pathLst>
                <a:path w="64" h="2767">
                  <a:moveTo>
                    <a:pt x="0" y="2767"/>
                  </a:moveTo>
                  <a:lnTo>
                    <a:pt x="31" y="2767"/>
                  </a:lnTo>
                  <a:lnTo>
                    <a:pt x="64" y="2767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27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82" name=""/>
            <p:cNvSpPr/>
            <p:nvPr/>
          </p:nvSpPr>
          <p:spPr>
            <a:xfrm rot="0">
              <a:off x="450" y="2108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4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83" name=""/>
            <p:cNvSpPr/>
            <p:nvPr/>
          </p:nvSpPr>
          <p:spPr>
            <a:xfrm rot="0">
              <a:off x="450" y="2108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4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84" name=""/>
            <p:cNvSpPr/>
            <p:nvPr/>
          </p:nvSpPr>
          <p:spPr>
            <a:xfrm rot="0">
              <a:off x="450" y="2800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85" name=""/>
            <p:cNvSpPr/>
            <p:nvPr/>
          </p:nvSpPr>
          <p:spPr>
            <a:xfrm rot="0">
              <a:off x="450" y="2800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86" name=""/>
            <p:cNvSpPr/>
            <p:nvPr/>
          </p:nvSpPr>
          <p:spPr>
            <a:xfrm rot="0">
              <a:off x="458" y="2800"/>
              <a:ext cx="1" cy="16"/>
            </a:xfrm>
            <a:custGeom>
              <a:avLst/>
              <a:ahLst/>
              <a:rect l="0" t="0" r="r" b="b"/>
              <a:pathLst>
                <a:path w="3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" y="64"/>
                  </a:lnTo>
                  <a:lnTo>
                    <a:pt x="3" y="33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87" name=""/>
            <p:cNvSpPr/>
            <p:nvPr/>
          </p:nvSpPr>
          <p:spPr>
            <a:xfrm rot="0">
              <a:off x="458" y="2800"/>
              <a:ext cx="1" cy="16"/>
            </a:xfrm>
            <a:custGeom>
              <a:avLst/>
              <a:ahLst/>
              <a:rect l="0" t="0" r="r" b="b"/>
              <a:pathLst>
                <a:path w="3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" y="64"/>
                  </a:lnTo>
                  <a:lnTo>
                    <a:pt x="3" y="33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88" name=""/>
            <p:cNvSpPr/>
            <p:nvPr/>
          </p:nvSpPr>
          <p:spPr>
            <a:xfrm rot="0">
              <a:off x="458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89" name=""/>
            <p:cNvSpPr/>
            <p:nvPr/>
          </p:nvSpPr>
          <p:spPr>
            <a:xfrm rot="0">
              <a:off x="458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90" name=""/>
            <p:cNvSpPr/>
            <p:nvPr/>
          </p:nvSpPr>
          <p:spPr>
            <a:xfrm rot="0">
              <a:off x="1375" y="2108"/>
              <a:ext cx="17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4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91" name=""/>
            <p:cNvSpPr/>
            <p:nvPr/>
          </p:nvSpPr>
          <p:spPr>
            <a:xfrm rot="0">
              <a:off x="1375" y="2108"/>
              <a:ext cx="17" cy="8"/>
            </a:xfrm>
            <a:custGeom>
              <a:avLst/>
              <a:ahLst/>
              <a:rect l="0" t="0" r="r" b="b"/>
              <a:pathLst>
                <a:path w="64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4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92" name=""/>
            <p:cNvSpPr/>
            <p:nvPr/>
          </p:nvSpPr>
          <p:spPr>
            <a:xfrm rot="0">
              <a:off x="1375" y="2116"/>
              <a:ext cx="17" cy="692"/>
            </a:xfrm>
            <a:custGeom>
              <a:avLst/>
              <a:ahLst/>
              <a:rect l="0" t="0" r="r" b="b"/>
              <a:pathLst>
                <a:path w="64" h="2767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2767"/>
                  </a:lnTo>
                  <a:lnTo>
                    <a:pt x="31" y="2767"/>
                  </a:lnTo>
                  <a:lnTo>
                    <a:pt x="64" y="2767"/>
                  </a:lnTo>
                  <a:lnTo>
                    <a:pt x="6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93" name=""/>
            <p:cNvSpPr/>
            <p:nvPr/>
          </p:nvSpPr>
          <p:spPr>
            <a:xfrm rot="0">
              <a:off x="1375" y="2116"/>
              <a:ext cx="17" cy="692"/>
            </a:xfrm>
            <a:custGeom>
              <a:avLst/>
              <a:ahLst/>
              <a:rect l="0" t="0" r="r" b="b"/>
              <a:pathLst>
                <a:path w="64" h="2767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2767"/>
                  </a:lnTo>
                  <a:lnTo>
                    <a:pt x="31" y="2767"/>
                  </a:lnTo>
                  <a:lnTo>
                    <a:pt x="64" y="2767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94" name=""/>
            <p:cNvSpPr/>
            <p:nvPr/>
          </p:nvSpPr>
          <p:spPr>
            <a:xfrm rot="0">
              <a:off x="1375" y="2808"/>
              <a:ext cx="17" cy="8"/>
            </a:xfrm>
            <a:custGeom>
              <a:avLst/>
              <a:ahLst/>
              <a:rect l="0" t="0" r="r" b="b"/>
              <a:pathLst>
                <a:path w="64" h="31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95" name=""/>
            <p:cNvSpPr/>
            <p:nvPr/>
          </p:nvSpPr>
          <p:spPr>
            <a:xfrm rot="0">
              <a:off x="1375" y="2808"/>
              <a:ext cx="17" cy="8"/>
            </a:xfrm>
            <a:custGeom>
              <a:avLst/>
              <a:ahLst/>
              <a:rect l="0" t="0" r="r" b="b"/>
              <a:pathLst>
                <a:path w="64" h="31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96" name=""/>
            <p:cNvSpPr/>
            <p:nvPr/>
          </p:nvSpPr>
          <p:spPr>
            <a:xfrm rot="0">
              <a:off x="450" y="2108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2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1"/>
                  </a:lnTo>
                  <a:lnTo>
                    <a:pt x="1" y="43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97" name=""/>
            <p:cNvSpPr/>
            <p:nvPr/>
          </p:nvSpPr>
          <p:spPr>
            <a:xfrm rot="0">
              <a:off x="450" y="2108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1"/>
                  </a:lnTo>
                  <a:lnTo>
                    <a:pt x="1" y="43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798" name=""/>
            <p:cNvSpPr/>
            <p:nvPr/>
          </p:nvSpPr>
          <p:spPr>
            <a:xfrm rot="0">
              <a:off x="458" y="2108"/>
              <a:ext cx="529" cy="16"/>
            </a:xfrm>
            <a:custGeom>
              <a:avLst/>
              <a:ahLst/>
              <a:rect l="0" t="0" r="r" b="b"/>
              <a:pathLst>
                <a:path w="2119" h="64">
                  <a:moveTo>
                    <a:pt x="0" y="0"/>
                  </a:moveTo>
                  <a:lnTo>
                    <a:pt x="0" y="32"/>
                  </a:lnTo>
                  <a:lnTo>
                    <a:pt x="0" y="64"/>
                  </a:lnTo>
                  <a:lnTo>
                    <a:pt x="2119" y="64"/>
                  </a:lnTo>
                  <a:lnTo>
                    <a:pt x="2119" y="32"/>
                  </a:lnTo>
                  <a:lnTo>
                    <a:pt x="211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799" name=""/>
            <p:cNvSpPr/>
            <p:nvPr/>
          </p:nvSpPr>
          <p:spPr>
            <a:xfrm rot="0">
              <a:off x="458" y="2108"/>
              <a:ext cx="529" cy="16"/>
            </a:xfrm>
            <a:custGeom>
              <a:avLst/>
              <a:ahLst/>
              <a:rect l="0" t="0" r="r" b="b"/>
              <a:pathLst>
                <a:path w="2119" h="64">
                  <a:moveTo>
                    <a:pt x="0" y="0"/>
                  </a:moveTo>
                  <a:lnTo>
                    <a:pt x="0" y="32"/>
                  </a:lnTo>
                  <a:lnTo>
                    <a:pt x="0" y="64"/>
                  </a:lnTo>
                  <a:lnTo>
                    <a:pt x="2119" y="64"/>
                  </a:lnTo>
                  <a:lnTo>
                    <a:pt x="2119" y="32"/>
                  </a:lnTo>
                  <a:lnTo>
                    <a:pt x="211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0" name=""/>
            <p:cNvSpPr/>
            <p:nvPr/>
          </p:nvSpPr>
          <p:spPr>
            <a:xfrm rot="0">
              <a:off x="987" y="2108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2"/>
                  </a:lnTo>
                  <a:lnTo>
                    <a:pt x="33" y="32"/>
                  </a:lnTo>
                  <a:lnTo>
                    <a:pt x="30" y="43"/>
                  </a:lnTo>
                  <a:lnTo>
                    <a:pt x="26" y="51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01" name=""/>
            <p:cNvSpPr/>
            <p:nvPr/>
          </p:nvSpPr>
          <p:spPr>
            <a:xfrm rot="0">
              <a:off x="987" y="2108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2"/>
                  </a:lnTo>
                  <a:lnTo>
                    <a:pt x="33" y="32"/>
                  </a:lnTo>
                  <a:lnTo>
                    <a:pt x="30" y="43"/>
                  </a:lnTo>
                  <a:lnTo>
                    <a:pt x="26" y="51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2" name=""/>
            <p:cNvSpPr/>
            <p:nvPr/>
          </p:nvSpPr>
          <p:spPr>
            <a:xfrm rot="0">
              <a:off x="293" y="1101"/>
              <a:ext cx="35" cy="46"/>
            </a:xfrm>
            <a:custGeom>
              <a:avLst/>
              <a:ahLst/>
              <a:rect l="0" t="0" r="r" b="b"/>
              <a:pathLst>
                <a:path w="139" h="186">
                  <a:moveTo>
                    <a:pt x="0" y="186"/>
                  </a:moveTo>
                  <a:lnTo>
                    <a:pt x="45" y="0"/>
                  </a:lnTo>
                  <a:lnTo>
                    <a:pt x="97" y="0"/>
                  </a:lnTo>
                  <a:lnTo>
                    <a:pt x="117" y="5"/>
                  </a:lnTo>
                  <a:lnTo>
                    <a:pt x="127" y="10"/>
                  </a:lnTo>
                  <a:lnTo>
                    <a:pt x="139" y="27"/>
                  </a:lnTo>
                  <a:lnTo>
                    <a:pt x="139" y="42"/>
                  </a:lnTo>
                  <a:lnTo>
                    <a:pt x="132" y="62"/>
                  </a:lnTo>
                  <a:lnTo>
                    <a:pt x="117" y="82"/>
                  </a:lnTo>
                  <a:lnTo>
                    <a:pt x="102" y="92"/>
                  </a:lnTo>
                  <a:lnTo>
                    <a:pt x="82" y="104"/>
                  </a:lnTo>
                  <a:lnTo>
                    <a:pt x="25" y="10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3" name=""/>
            <p:cNvSpPr/>
            <p:nvPr/>
          </p:nvSpPr>
          <p:spPr>
            <a:xfrm rot="0" flipV="1">
              <a:off x="343" y="1101"/>
              <a:ext cx="6" cy="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4" name=""/>
            <p:cNvSpPr/>
            <p:nvPr/>
          </p:nvSpPr>
          <p:spPr>
            <a:xfrm rot="0" flipH="1">
              <a:off x="234" y="1212"/>
              <a:ext cx="20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5" name=""/>
            <p:cNvSpPr/>
            <p:nvPr/>
          </p:nvSpPr>
          <p:spPr>
            <a:xfrm rot="0" flipH="1" flipV="1">
              <a:off x="441" y="1212"/>
              <a:ext cx="133" cy="24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6" name=""/>
            <p:cNvSpPr/>
            <p:nvPr/>
          </p:nvSpPr>
          <p:spPr>
            <a:xfrm rot="0">
              <a:off x="2694" y="1433"/>
              <a:ext cx="39" cy="55"/>
            </a:xfrm>
            <a:custGeom>
              <a:avLst/>
              <a:ahLst/>
              <a:rect l="0" t="0" r="r" b="b"/>
              <a:pathLst>
                <a:path w="154" h="222">
                  <a:moveTo>
                    <a:pt x="123" y="160"/>
                  </a:moveTo>
                  <a:lnTo>
                    <a:pt x="154" y="55"/>
                  </a:lnTo>
                  <a:lnTo>
                    <a:pt x="154" y="36"/>
                  </a:lnTo>
                  <a:lnTo>
                    <a:pt x="148" y="19"/>
                  </a:lnTo>
                  <a:lnTo>
                    <a:pt x="135" y="6"/>
                  </a:lnTo>
                  <a:lnTo>
                    <a:pt x="116" y="0"/>
                  </a:lnTo>
                  <a:lnTo>
                    <a:pt x="86" y="0"/>
                  </a:lnTo>
                  <a:lnTo>
                    <a:pt x="67" y="6"/>
                  </a:lnTo>
                  <a:lnTo>
                    <a:pt x="50" y="19"/>
                  </a:lnTo>
                  <a:lnTo>
                    <a:pt x="37" y="36"/>
                  </a:lnTo>
                  <a:lnTo>
                    <a:pt x="24" y="68"/>
                  </a:lnTo>
                  <a:lnTo>
                    <a:pt x="0" y="154"/>
                  </a:lnTo>
                  <a:lnTo>
                    <a:pt x="0" y="166"/>
                  </a:lnTo>
                  <a:lnTo>
                    <a:pt x="7" y="197"/>
                  </a:lnTo>
                  <a:lnTo>
                    <a:pt x="18" y="216"/>
                  </a:lnTo>
                  <a:lnTo>
                    <a:pt x="31" y="222"/>
                  </a:lnTo>
                  <a:lnTo>
                    <a:pt x="56" y="222"/>
                  </a:lnTo>
                  <a:lnTo>
                    <a:pt x="86" y="209"/>
                  </a:lnTo>
                  <a:lnTo>
                    <a:pt x="110" y="190"/>
                  </a:lnTo>
                  <a:lnTo>
                    <a:pt x="123" y="1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7" name=""/>
            <p:cNvSpPr/>
            <p:nvPr/>
          </p:nvSpPr>
          <p:spPr>
            <a:xfrm rot="0">
              <a:off x="2714" y="1476"/>
              <a:ext cx="14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8" name=""/>
            <p:cNvSpPr/>
            <p:nvPr/>
          </p:nvSpPr>
          <p:spPr>
            <a:xfrm rot="0" flipV="1">
              <a:off x="2757" y="1433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09" name=""/>
            <p:cNvSpPr/>
            <p:nvPr/>
          </p:nvSpPr>
          <p:spPr>
            <a:xfrm rot="0" flipH="1">
              <a:off x="2772" y="1433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0" name=""/>
            <p:cNvSpPr/>
            <p:nvPr/>
          </p:nvSpPr>
          <p:spPr>
            <a:xfrm rot="0">
              <a:off x="2634" y="1509"/>
              <a:ext cx="20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1" name=""/>
            <p:cNvSpPr/>
            <p:nvPr/>
          </p:nvSpPr>
          <p:spPr>
            <a:xfrm rot="0" flipV="1">
              <a:off x="2441" y="1509"/>
              <a:ext cx="193" cy="1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2" name=""/>
            <p:cNvSpPr/>
            <p:nvPr/>
          </p:nvSpPr>
          <p:spPr>
            <a:xfrm rot="0">
              <a:off x="2611" y="1110"/>
              <a:ext cx="35" cy="46"/>
            </a:xfrm>
            <a:custGeom>
              <a:avLst/>
              <a:ahLst/>
              <a:rect l="0" t="0" r="r" b="b"/>
              <a:pathLst>
                <a:path w="139" h="185">
                  <a:moveTo>
                    <a:pt x="0" y="185"/>
                  </a:moveTo>
                  <a:lnTo>
                    <a:pt x="47" y="0"/>
                  </a:lnTo>
                  <a:lnTo>
                    <a:pt x="102" y="0"/>
                  </a:lnTo>
                  <a:lnTo>
                    <a:pt x="124" y="5"/>
                  </a:lnTo>
                  <a:lnTo>
                    <a:pt x="134" y="21"/>
                  </a:lnTo>
                  <a:lnTo>
                    <a:pt x="139" y="41"/>
                  </a:lnTo>
                  <a:lnTo>
                    <a:pt x="139" y="51"/>
                  </a:lnTo>
                  <a:lnTo>
                    <a:pt x="134" y="67"/>
                  </a:lnTo>
                  <a:lnTo>
                    <a:pt x="124" y="82"/>
                  </a:lnTo>
                  <a:lnTo>
                    <a:pt x="107" y="93"/>
                  </a:lnTo>
                  <a:lnTo>
                    <a:pt x="82" y="103"/>
                  </a:lnTo>
                  <a:lnTo>
                    <a:pt x="25" y="10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3" name=""/>
            <p:cNvSpPr/>
            <p:nvPr/>
          </p:nvSpPr>
          <p:spPr>
            <a:xfrm rot="0">
              <a:off x="2631" y="1136"/>
              <a:ext cx="5" cy="2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4" name=""/>
            <p:cNvSpPr/>
            <p:nvPr/>
          </p:nvSpPr>
          <p:spPr>
            <a:xfrm rot="0" flipV="1">
              <a:off x="2661" y="1110"/>
              <a:ext cx="5" cy="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5" name=""/>
            <p:cNvSpPr/>
            <p:nvPr/>
          </p:nvSpPr>
          <p:spPr>
            <a:xfrm rot="0" flipH="1">
              <a:off x="2674" y="1110"/>
              <a:ext cx="5" cy="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6" name=""/>
            <p:cNvSpPr/>
            <p:nvPr/>
          </p:nvSpPr>
          <p:spPr>
            <a:xfrm rot="0" flipH="1">
              <a:off x="2277" y="1204"/>
              <a:ext cx="273" cy="18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7" name=""/>
            <p:cNvSpPr/>
            <p:nvPr/>
          </p:nvSpPr>
          <p:spPr>
            <a:xfrm rot="0">
              <a:off x="2543" y="1204"/>
              <a:ext cx="19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8" name=""/>
            <p:cNvSpPr/>
            <p:nvPr/>
          </p:nvSpPr>
          <p:spPr>
            <a:xfrm rot="0">
              <a:off x="1100" y="3811"/>
              <a:ext cx="11" cy="119"/>
            </a:xfrm>
            <a:custGeom>
              <a:avLst/>
              <a:ahLst/>
              <a:rect l="0" t="0" r="r" b="b"/>
              <a:pathLst>
                <a:path w="45" h="477">
                  <a:moveTo>
                    <a:pt x="45" y="0"/>
                  </a:moveTo>
                  <a:lnTo>
                    <a:pt x="45" y="477"/>
                  </a:lnTo>
                  <a:lnTo>
                    <a:pt x="0" y="40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19" name=""/>
            <p:cNvSpPr/>
            <p:nvPr/>
          </p:nvSpPr>
          <p:spPr>
            <a:xfrm rot="0" flipV="1">
              <a:off x="1073" y="3857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0" name=""/>
            <p:cNvSpPr/>
            <p:nvPr/>
          </p:nvSpPr>
          <p:spPr>
            <a:xfrm rot="0">
              <a:off x="1069" y="3853"/>
              <a:ext cx="35" cy="69"/>
            </a:xfrm>
            <a:custGeom>
              <a:avLst/>
              <a:ahLst/>
              <a:rect l="0" t="0" r="r" b="b"/>
              <a:pathLst>
                <a:path w="142" h="277">
                  <a:moveTo>
                    <a:pt x="142" y="0"/>
                  </a:moveTo>
                  <a:lnTo>
                    <a:pt x="104" y="129"/>
                  </a:lnTo>
                  <a:lnTo>
                    <a:pt x="55" y="212"/>
                  </a:lnTo>
                  <a:lnTo>
                    <a:pt x="0" y="27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1" name=""/>
            <p:cNvSpPr/>
            <p:nvPr/>
          </p:nvSpPr>
          <p:spPr>
            <a:xfrm rot="0">
              <a:off x="1111" y="3853"/>
              <a:ext cx="38" cy="58"/>
            </a:xfrm>
            <a:custGeom>
              <a:avLst/>
              <a:ahLst/>
              <a:rect l="0" t="0" r="r" b="b"/>
              <a:pathLst>
                <a:path w="151" h="233">
                  <a:moveTo>
                    <a:pt x="0" y="0"/>
                  </a:moveTo>
                  <a:lnTo>
                    <a:pt x="102" y="233"/>
                  </a:lnTo>
                  <a:lnTo>
                    <a:pt x="151" y="2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2" name=""/>
            <p:cNvSpPr/>
            <p:nvPr/>
          </p:nvSpPr>
          <p:spPr>
            <a:xfrm rot="0" flipH="1">
              <a:off x="1118" y="3838"/>
              <a:ext cx="19" cy="2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3" name=""/>
            <p:cNvSpPr/>
            <p:nvPr/>
          </p:nvSpPr>
          <p:spPr>
            <a:xfrm rot="0" flipV="1">
              <a:off x="1172" y="3815"/>
              <a:ext cx="54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4" name=""/>
            <p:cNvSpPr/>
            <p:nvPr/>
          </p:nvSpPr>
          <p:spPr>
            <a:xfrm rot="0" flipH="1">
              <a:off x="1161" y="3862"/>
              <a:ext cx="76" cy="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5" name=""/>
            <p:cNvSpPr/>
            <p:nvPr/>
          </p:nvSpPr>
          <p:spPr>
            <a:xfrm rot="0">
              <a:off x="1179" y="3835"/>
              <a:ext cx="7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6" name=""/>
            <p:cNvSpPr/>
            <p:nvPr/>
          </p:nvSpPr>
          <p:spPr>
            <a:xfrm rot="0" flipV="1">
              <a:off x="1211" y="3830"/>
              <a:ext cx="11" cy="3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7" name=""/>
            <p:cNvSpPr/>
            <p:nvPr/>
          </p:nvSpPr>
          <p:spPr>
            <a:xfrm rot="0">
              <a:off x="1201" y="3819"/>
              <a:ext cx="1" cy="1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8" name=""/>
            <p:cNvSpPr/>
            <p:nvPr/>
          </p:nvSpPr>
          <p:spPr>
            <a:xfrm rot="0" flipV="1">
              <a:off x="1106" y="3617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29" name=""/>
            <p:cNvSpPr/>
            <p:nvPr/>
          </p:nvSpPr>
          <p:spPr>
            <a:xfrm rot="0">
              <a:off x="1087" y="3608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0" name=""/>
            <p:cNvSpPr/>
            <p:nvPr/>
          </p:nvSpPr>
          <p:spPr>
            <a:xfrm rot="0">
              <a:off x="1106" y="3578"/>
              <a:ext cx="1" cy="9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1" name=""/>
            <p:cNvSpPr/>
            <p:nvPr/>
          </p:nvSpPr>
          <p:spPr>
            <a:xfrm rot="0" flipV="1">
              <a:off x="1066" y="3667"/>
              <a:ext cx="76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2" name=""/>
            <p:cNvSpPr/>
            <p:nvPr/>
          </p:nvSpPr>
          <p:spPr>
            <a:xfrm rot="0" flipV="1">
              <a:off x="1076" y="3575"/>
              <a:ext cx="59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3" name=""/>
            <p:cNvSpPr/>
            <p:nvPr/>
          </p:nvSpPr>
          <p:spPr>
            <a:xfrm rot="0" flipV="1">
              <a:off x="1166" y="3568"/>
              <a:ext cx="54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4" name=""/>
            <p:cNvSpPr/>
            <p:nvPr/>
          </p:nvSpPr>
          <p:spPr>
            <a:xfrm rot="0" flipH="1">
              <a:off x="1155" y="3616"/>
              <a:ext cx="76" cy="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5" name=""/>
            <p:cNvSpPr/>
            <p:nvPr/>
          </p:nvSpPr>
          <p:spPr>
            <a:xfrm rot="0">
              <a:off x="1173" y="3589"/>
              <a:ext cx="7" cy="2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6" name=""/>
            <p:cNvSpPr/>
            <p:nvPr/>
          </p:nvSpPr>
          <p:spPr>
            <a:xfrm rot="0" flipV="1">
              <a:off x="1205" y="3583"/>
              <a:ext cx="1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7" name=""/>
            <p:cNvSpPr/>
            <p:nvPr/>
          </p:nvSpPr>
          <p:spPr>
            <a:xfrm rot="0">
              <a:off x="1194" y="3572"/>
              <a:ext cx="1" cy="11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8" name=""/>
            <p:cNvSpPr/>
            <p:nvPr/>
          </p:nvSpPr>
          <p:spPr>
            <a:xfrm rot="0" flipV="1">
              <a:off x="1106" y="3383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39" name=""/>
            <p:cNvSpPr/>
            <p:nvPr/>
          </p:nvSpPr>
          <p:spPr>
            <a:xfrm rot="0">
              <a:off x="1087" y="3373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0" name=""/>
            <p:cNvSpPr/>
            <p:nvPr/>
          </p:nvSpPr>
          <p:spPr>
            <a:xfrm rot="0">
              <a:off x="1106" y="3343"/>
              <a:ext cx="1" cy="9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1" name=""/>
            <p:cNvSpPr/>
            <p:nvPr/>
          </p:nvSpPr>
          <p:spPr>
            <a:xfrm rot="0" flipV="1">
              <a:off x="1066" y="3433"/>
              <a:ext cx="76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2" name=""/>
            <p:cNvSpPr/>
            <p:nvPr/>
          </p:nvSpPr>
          <p:spPr>
            <a:xfrm rot="0" flipV="1">
              <a:off x="1076" y="3341"/>
              <a:ext cx="59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3" name=""/>
            <p:cNvSpPr/>
            <p:nvPr/>
          </p:nvSpPr>
          <p:spPr>
            <a:xfrm rot="0" flipH="1">
              <a:off x="1207" y="3369"/>
              <a:ext cx="7" cy="4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4" name=""/>
            <p:cNvSpPr/>
            <p:nvPr/>
          </p:nvSpPr>
          <p:spPr>
            <a:xfrm rot="0">
              <a:off x="1177" y="3373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5" name=""/>
            <p:cNvSpPr/>
            <p:nvPr/>
          </p:nvSpPr>
          <p:spPr>
            <a:xfrm rot="0">
              <a:off x="1193" y="3339"/>
              <a:ext cx="1" cy="10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6" name=""/>
            <p:cNvSpPr/>
            <p:nvPr/>
          </p:nvSpPr>
          <p:spPr>
            <a:xfrm rot="0" flipV="1">
              <a:off x="1161" y="3358"/>
              <a:ext cx="65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7" name=""/>
            <p:cNvSpPr/>
            <p:nvPr/>
          </p:nvSpPr>
          <p:spPr>
            <a:xfrm rot="0">
              <a:off x="1168" y="3330"/>
              <a:ext cx="47" cy="13"/>
            </a:xfrm>
            <a:custGeom>
              <a:avLst/>
              <a:ahLst/>
              <a:rect l="0" t="0" r="r" b="b"/>
              <a:pathLst>
                <a:path w="190" h="54">
                  <a:moveTo>
                    <a:pt x="190" y="0"/>
                  </a:moveTo>
                  <a:lnTo>
                    <a:pt x="103" y="3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8" name=""/>
            <p:cNvSpPr/>
            <p:nvPr/>
          </p:nvSpPr>
          <p:spPr>
            <a:xfrm rot="0" flipV="1">
              <a:off x="1155" y="3387"/>
              <a:ext cx="78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49" name=""/>
            <p:cNvSpPr/>
            <p:nvPr/>
          </p:nvSpPr>
          <p:spPr>
            <a:xfrm rot="0" flipV="1">
              <a:off x="1159" y="3415"/>
              <a:ext cx="69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50" name=""/>
            <p:cNvSpPr/>
            <p:nvPr/>
          </p:nvSpPr>
          <p:spPr>
            <a:xfrm rot="0" flipH="1">
              <a:off x="1168" y="3437"/>
              <a:ext cx="52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51" name=""/>
            <p:cNvSpPr/>
            <p:nvPr/>
          </p:nvSpPr>
          <p:spPr>
            <a:xfrm rot="0">
              <a:off x="4285" y="1503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33"/>
                  </a:moveTo>
                  <a:lnTo>
                    <a:pt x="31" y="65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52" name=""/>
            <p:cNvSpPr/>
            <p:nvPr/>
          </p:nvSpPr>
          <p:spPr>
            <a:xfrm rot="0">
              <a:off x="4285" y="1503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65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53" name=""/>
            <p:cNvSpPr/>
            <p:nvPr/>
          </p:nvSpPr>
          <p:spPr>
            <a:xfrm rot="0">
              <a:off x="4293" y="1503"/>
              <a:ext cx="688" cy="16"/>
            </a:xfrm>
            <a:custGeom>
              <a:avLst/>
              <a:ahLst/>
              <a:rect l="0" t="0" r="r" b="b"/>
              <a:pathLst>
                <a:path w="2755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2755" y="65"/>
                  </a:lnTo>
                  <a:lnTo>
                    <a:pt x="2755" y="33"/>
                  </a:lnTo>
                  <a:lnTo>
                    <a:pt x="275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54" name=""/>
            <p:cNvSpPr/>
            <p:nvPr/>
          </p:nvSpPr>
          <p:spPr>
            <a:xfrm rot="0">
              <a:off x="4293" y="1503"/>
              <a:ext cx="688" cy="16"/>
            </a:xfrm>
            <a:custGeom>
              <a:avLst/>
              <a:ahLst/>
              <a:rect l="0" t="0" r="r" b="b"/>
              <a:pathLst>
                <a:path w="2755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2755" y="65"/>
                  </a:lnTo>
                  <a:lnTo>
                    <a:pt x="2755" y="33"/>
                  </a:lnTo>
                  <a:lnTo>
                    <a:pt x="275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55" name=""/>
            <p:cNvSpPr/>
            <p:nvPr/>
          </p:nvSpPr>
          <p:spPr>
            <a:xfrm rot="0">
              <a:off x="4981" y="1503"/>
              <a:ext cx="9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56" name=""/>
            <p:cNvSpPr/>
            <p:nvPr/>
          </p:nvSpPr>
          <p:spPr>
            <a:xfrm rot="0">
              <a:off x="4981" y="1503"/>
              <a:ext cx="9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57" name=""/>
            <p:cNvSpPr/>
            <p:nvPr/>
          </p:nvSpPr>
          <p:spPr>
            <a:xfrm rot="0">
              <a:off x="4981" y="1857"/>
              <a:ext cx="9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60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58" name=""/>
            <p:cNvSpPr/>
            <p:nvPr/>
          </p:nvSpPr>
          <p:spPr>
            <a:xfrm rot="0">
              <a:off x="4981" y="1857"/>
              <a:ext cx="9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60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59" name=""/>
            <p:cNvSpPr/>
            <p:nvPr/>
          </p:nvSpPr>
          <p:spPr>
            <a:xfrm rot="0">
              <a:off x="4293" y="1857"/>
              <a:ext cx="688" cy="16"/>
            </a:xfrm>
            <a:custGeom>
              <a:avLst/>
              <a:ahLst/>
              <a:rect l="0" t="0" r="r" b="b"/>
              <a:pathLst>
                <a:path w="2755" h="66">
                  <a:moveTo>
                    <a:pt x="2755" y="66"/>
                  </a:moveTo>
                  <a:lnTo>
                    <a:pt x="2755" y="34"/>
                  </a:lnTo>
                  <a:lnTo>
                    <a:pt x="2755" y="1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2755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60" name=""/>
            <p:cNvSpPr/>
            <p:nvPr/>
          </p:nvSpPr>
          <p:spPr>
            <a:xfrm rot="0">
              <a:off x="4293" y="1857"/>
              <a:ext cx="688" cy="16"/>
            </a:xfrm>
            <a:custGeom>
              <a:avLst/>
              <a:ahLst/>
              <a:rect l="0" t="0" r="r" b="b"/>
              <a:pathLst>
                <a:path w="2755" h="66">
                  <a:moveTo>
                    <a:pt x="2755" y="66"/>
                  </a:moveTo>
                  <a:lnTo>
                    <a:pt x="2755" y="34"/>
                  </a:lnTo>
                  <a:lnTo>
                    <a:pt x="2755" y="1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2755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61" name=""/>
            <p:cNvSpPr/>
            <p:nvPr/>
          </p:nvSpPr>
          <p:spPr>
            <a:xfrm rot="0">
              <a:off x="4285" y="1857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62" name=""/>
            <p:cNvSpPr/>
            <p:nvPr/>
          </p:nvSpPr>
          <p:spPr>
            <a:xfrm rot="0">
              <a:off x="4285" y="1857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63" name=""/>
            <p:cNvSpPr/>
            <p:nvPr/>
          </p:nvSpPr>
          <p:spPr>
            <a:xfrm rot="0">
              <a:off x="4974" y="946"/>
              <a:ext cx="16" cy="9"/>
            </a:xfrm>
            <a:custGeom>
              <a:avLst/>
              <a:ahLst/>
              <a:rect l="0" t="0" r="r" b="b"/>
              <a:pathLst>
                <a:path w="65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  <a:lnTo>
                    <a:pt x="32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64" name=""/>
            <p:cNvSpPr/>
            <p:nvPr/>
          </p:nvSpPr>
          <p:spPr>
            <a:xfrm rot="0">
              <a:off x="4974" y="946"/>
              <a:ext cx="16" cy="9"/>
            </a:xfrm>
            <a:custGeom>
              <a:avLst/>
              <a:ahLst/>
              <a:rect l="0" t="0" r="r" b="b"/>
              <a:pathLst>
                <a:path w="65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65" name=""/>
            <p:cNvSpPr/>
            <p:nvPr/>
          </p:nvSpPr>
          <p:spPr>
            <a:xfrm rot="0">
              <a:off x="4974" y="955"/>
              <a:ext cx="16" cy="911"/>
            </a:xfrm>
            <a:custGeom>
              <a:avLst/>
              <a:ahLst/>
              <a:rect l="0" t="0" r="r" b="b"/>
              <a:pathLst>
                <a:path w="65" h="3643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643"/>
                  </a:lnTo>
                  <a:lnTo>
                    <a:pt x="32" y="3643"/>
                  </a:lnTo>
                  <a:lnTo>
                    <a:pt x="65" y="3643"/>
                  </a:lnTo>
                  <a:lnTo>
                    <a:pt x="6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66" name=""/>
            <p:cNvSpPr/>
            <p:nvPr/>
          </p:nvSpPr>
          <p:spPr>
            <a:xfrm rot="0">
              <a:off x="4974" y="955"/>
              <a:ext cx="16" cy="911"/>
            </a:xfrm>
            <a:custGeom>
              <a:avLst/>
              <a:ahLst/>
              <a:rect l="0" t="0" r="r" b="b"/>
              <a:pathLst>
                <a:path w="65" h="3643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643"/>
                  </a:lnTo>
                  <a:lnTo>
                    <a:pt x="32" y="3643"/>
                  </a:lnTo>
                  <a:lnTo>
                    <a:pt x="65" y="3643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67" name=""/>
            <p:cNvSpPr/>
            <p:nvPr/>
          </p:nvSpPr>
          <p:spPr>
            <a:xfrm rot="0">
              <a:off x="4974" y="1866"/>
              <a:ext cx="16" cy="7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68" name=""/>
            <p:cNvSpPr/>
            <p:nvPr/>
          </p:nvSpPr>
          <p:spPr>
            <a:xfrm rot="0">
              <a:off x="4974" y="1866"/>
              <a:ext cx="16" cy="7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69" name=""/>
            <p:cNvSpPr/>
            <p:nvPr/>
          </p:nvSpPr>
          <p:spPr>
            <a:xfrm rot="0">
              <a:off x="4851" y="947"/>
              <a:ext cx="16" cy="10"/>
            </a:xfrm>
            <a:custGeom>
              <a:avLst/>
              <a:ahLst/>
              <a:rect l="0" t="0" r="r" b="b"/>
              <a:pathLst>
                <a:path w="63" h="42">
                  <a:moveTo>
                    <a:pt x="31" y="32"/>
                  </a:moveTo>
                  <a:lnTo>
                    <a:pt x="0" y="22"/>
                  </a:lnTo>
                  <a:lnTo>
                    <a:pt x="4" y="13"/>
                  </a:lnTo>
                  <a:lnTo>
                    <a:pt x="12" y="5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5"/>
                  </a:lnTo>
                  <a:lnTo>
                    <a:pt x="57" y="13"/>
                  </a:lnTo>
                  <a:lnTo>
                    <a:pt x="61" y="22"/>
                  </a:lnTo>
                  <a:lnTo>
                    <a:pt x="63" y="32"/>
                  </a:lnTo>
                  <a:lnTo>
                    <a:pt x="61" y="4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70" name=""/>
            <p:cNvSpPr/>
            <p:nvPr/>
          </p:nvSpPr>
          <p:spPr>
            <a:xfrm rot="0">
              <a:off x="4851" y="947"/>
              <a:ext cx="16" cy="10"/>
            </a:xfrm>
            <a:custGeom>
              <a:avLst/>
              <a:ahLst/>
              <a:rect l="0" t="0" r="r" b="b"/>
              <a:pathLst>
                <a:path w="63" h="42">
                  <a:moveTo>
                    <a:pt x="0" y="22"/>
                  </a:moveTo>
                  <a:lnTo>
                    <a:pt x="4" y="13"/>
                  </a:lnTo>
                  <a:lnTo>
                    <a:pt x="12" y="5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5"/>
                  </a:lnTo>
                  <a:lnTo>
                    <a:pt x="57" y="13"/>
                  </a:lnTo>
                  <a:lnTo>
                    <a:pt x="61" y="22"/>
                  </a:lnTo>
                  <a:lnTo>
                    <a:pt x="63" y="32"/>
                  </a:lnTo>
                  <a:lnTo>
                    <a:pt x="61" y="4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71" name=""/>
            <p:cNvSpPr/>
            <p:nvPr/>
          </p:nvSpPr>
          <p:spPr>
            <a:xfrm rot="0">
              <a:off x="4728" y="952"/>
              <a:ext cx="138" cy="394"/>
            </a:xfrm>
            <a:custGeom>
              <a:avLst/>
              <a:ahLst/>
              <a:rect l="0" t="0" r="r" b="b"/>
              <a:pathLst>
                <a:path w="553" h="1576">
                  <a:moveTo>
                    <a:pt x="553" y="20"/>
                  </a:moveTo>
                  <a:lnTo>
                    <a:pt x="523" y="10"/>
                  </a:lnTo>
                  <a:lnTo>
                    <a:pt x="492" y="0"/>
                  </a:lnTo>
                  <a:lnTo>
                    <a:pt x="0" y="1556"/>
                  </a:lnTo>
                  <a:lnTo>
                    <a:pt x="31" y="1566"/>
                  </a:lnTo>
                  <a:lnTo>
                    <a:pt x="61" y="1576"/>
                  </a:lnTo>
                  <a:lnTo>
                    <a:pt x="553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72" name=""/>
            <p:cNvSpPr/>
            <p:nvPr/>
          </p:nvSpPr>
          <p:spPr>
            <a:xfrm rot="0">
              <a:off x="4728" y="952"/>
              <a:ext cx="138" cy="394"/>
            </a:xfrm>
            <a:custGeom>
              <a:avLst/>
              <a:ahLst/>
              <a:rect l="0" t="0" r="r" b="b"/>
              <a:pathLst>
                <a:path w="553" h="1576">
                  <a:moveTo>
                    <a:pt x="553" y="20"/>
                  </a:moveTo>
                  <a:lnTo>
                    <a:pt x="523" y="10"/>
                  </a:lnTo>
                  <a:lnTo>
                    <a:pt x="492" y="0"/>
                  </a:lnTo>
                  <a:lnTo>
                    <a:pt x="0" y="1556"/>
                  </a:lnTo>
                  <a:lnTo>
                    <a:pt x="31" y="1566"/>
                  </a:lnTo>
                  <a:lnTo>
                    <a:pt x="61" y="1576"/>
                  </a:lnTo>
                  <a:lnTo>
                    <a:pt x="553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73" name=""/>
            <p:cNvSpPr/>
            <p:nvPr/>
          </p:nvSpPr>
          <p:spPr>
            <a:xfrm rot="0">
              <a:off x="4727" y="1341"/>
              <a:ext cx="16" cy="11"/>
            </a:xfrm>
            <a:custGeom>
              <a:avLst/>
              <a:ahLst/>
              <a:rect l="0" t="0" r="r" b="b"/>
              <a:pathLst>
                <a:path w="62" h="41">
                  <a:moveTo>
                    <a:pt x="32" y="10"/>
                  </a:moveTo>
                  <a:lnTo>
                    <a:pt x="62" y="20"/>
                  </a:lnTo>
                  <a:lnTo>
                    <a:pt x="58" y="29"/>
                  </a:lnTo>
                  <a:lnTo>
                    <a:pt x="50" y="36"/>
                  </a:lnTo>
                  <a:lnTo>
                    <a:pt x="42" y="40"/>
                  </a:lnTo>
                  <a:lnTo>
                    <a:pt x="32" y="41"/>
                  </a:lnTo>
                  <a:lnTo>
                    <a:pt x="21" y="40"/>
                  </a:lnTo>
                  <a:lnTo>
                    <a:pt x="13" y="36"/>
                  </a:lnTo>
                  <a:lnTo>
                    <a:pt x="5" y="29"/>
                  </a:lnTo>
                  <a:lnTo>
                    <a:pt x="1" y="20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2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74" name=""/>
            <p:cNvSpPr/>
            <p:nvPr/>
          </p:nvSpPr>
          <p:spPr>
            <a:xfrm rot="0">
              <a:off x="4727" y="1341"/>
              <a:ext cx="16" cy="11"/>
            </a:xfrm>
            <a:custGeom>
              <a:avLst/>
              <a:ahLst/>
              <a:rect l="0" t="0" r="r" b="b"/>
              <a:pathLst>
                <a:path w="62" h="41">
                  <a:moveTo>
                    <a:pt x="62" y="20"/>
                  </a:moveTo>
                  <a:lnTo>
                    <a:pt x="58" y="29"/>
                  </a:lnTo>
                  <a:lnTo>
                    <a:pt x="50" y="36"/>
                  </a:lnTo>
                  <a:lnTo>
                    <a:pt x="42" y="40"/>
                  </a:lnTo>
                  <a:lnTo>
                    <a:pt x="32" y="41"/>
                  </a:lnTo>
                  <a:lnTo>
                    <a:pt x="21" y="40"/>
                  </a:lnTo>
                  <a:lnTo>
                    <a:pt x="13" y="36"/>
                  </a:lnTo>
                  <a:lnTo>
                    <a:pt x="5" y="29"/>
                  </a:lnTo>
                  <a:lnTo>
                    <a:pt x="1" y="20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75" name=""/>
            <p:cNvSpPr/>
            <p:nvPr/>
          </p:nvSpPr>
          <p:spPr>
            <a:xfrm rot="0">
              <a:off x="4981" y="946"/>
              <a:ext cx="9" cy="17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76" name=""/>
            <p:cNvSpPr/>
            <p:nvPr/>
          </p:nvSpPr>
          <p:spPr>
            <a:xfrm rot="0">
              <a:off x="4981" y="946"/>
              <a:ext cx="9" cy="17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77" name=""/>
            <p:cNvSpPr/>
            <p:nvPr/>
          </p:nvSpPr>
          <p:spPr>
            <a:xfrm rot="0">
              <a:off x="4858" y="946"/>
              <a:ext cx="123" cy="17"/>
            </a:xfrm>
            <a:custGeom>
              <a:avLst/>
              <a:ahLst/>
              <a:rect l="0" t="0" r="r" b="b"/>
              <a:pathLst>
                <a:path w="492" h="64">
                  <a:moveTo>
                    <a:pt x="492" y="64"/>
                  </a:moveTo>
                  <a:lnTo>
                    <a:pt x="492" y="33"/>
                  </a:lnTo>
                  <a:lnTo>
                    <a:pt x="492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492" y="6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78" name=""/>
            <p:cNvSpPr/>
            <p:nvPr/>
          </p:nvSpPr>
          <p:spPr>
            <a:xfrm rot="0">
              <a:off x="4858" y="946"/>
              <a:ext cx="123" cy="17"/>
            </a:xfrm>
            <a:custGeom>
              <a:avLst/>
              <a:ahLst/>
              <a:rect l="0" t="0" r="r" b="b"/>
              <a:pathLst>
                <a:path w="492" h="64">
                  <a:moveTo>
                    <a:pt x="492" y="64"/>
                  </a:moveTo>
                  <a:lnTo>
                    <a:pt x="492" y="33"/>
                  </a:lnTo>
                  <a:lnTo>
                    <a:pt x="492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492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79" name=""/>
            <p:cNvSpPr/>
            <p:nvPr/>
          </p:nvSpPr>
          <p:spPr>
            <a:xfrm rot="0">
              <a:off x="4851" y="946"/>
              <a:ext cx="7" cy="17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3"/>
                  </a:moveTo>
                  <a:lnTo>
                    <a:pt x="32" y="64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80" name=""/>
            <p:cNvSpPr/>
            <p:nvPr/>
          </p:nvSpPr>
          <p:spPr>
            <a:xfrm rot="0">
              <a:off x="4851" y="946"/>
              <a:ext cx="7" cy="17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2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81" name=""/>
            <p:cNvSpPr/>
            <p:nvPr/>
          </p:nvSpPr>
          <p:spPr>
            <a:xfrm rot="0">
              <a:off x="4531" y="1336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82" name=""/>
            <p:cNvSpPr/>
            <p:nvPr/>
          </p:nvSpPr>
          <p:spPr>
            <a:xfrm rot="0">
              <a:off x="4531" y="1336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83" name=""/>
            <p:cNvSpPr/>
            <p:nvPr/>
          </p:nvSpPr>
          <p:spPr>
            <a:xfrm rot="0">
              <a:off x="4539" y="1336"/>
              <a:ext cx="196" cy="16"/>
            </a:xfrm>
            <a:custGeom>
              <a:avLst/>
              <a:ahLst/>
              <a:rect l="0" t="0" r="r" b="b"/>
              <a:pathLst>
                <a:path w="787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787" y="64"/>
                  </a:lnTo>
                  <a:lnTo>
                    <a:pt x="787" y="33"/>
                  </a:lnTo>
                  <a:lnTo>
                    <a:pt x="78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84" name=""/>
            <p:cNvSpPr/>
            <p:nvPr/>
          </p:nvSpPr>
          <p:spPr>
            <a:xfrm rot="0">
              <a:off x="4539" y="1336"/>
              <a:ext cx="196" cy="16"/>
            </a:xfrm>
            <a:custGeom>
              <a:avLst/>
              <a:ahLst/>
              <a:rect l="0" t="0" r="r" b="b"/>
              <a:pathLst>
                <a:path w="787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787" y="64"/>
                  </a:lnTo>
                  <a:lnTo>
                    <a:pt x="787" y="33"/>
                  </a:lnTo>
                  <a:lnTo>
                    <a:pt x="78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85" name=""/>
            <p:cNvSpPr/>
            <p:nvPr/>
          </p:nvSpPr>
          <p:spPr>
            <a:xfrm rot="0">
              <a:off x="4735" y="1336"/>
              <a:ext cx="9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86" name=""/>
            <p:cNvSpPr/>
            <p:nvPr/>
          </p:nvSpPr>
          <p:spPr>
            <a:xfrm rot="0">
              <a:off x="4735" y="1336"/>
              <a:ext cx="9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87" name=""/>
            <p:cNvSpPr/>
            <p:nvPr/>
          </p:nvSpPr>
          <p:spPr>
            <a:xfrm rot="0">
              <a:off x="4408" y="947"/>
              <a:ext cx="15" cy="10"/>
            </a:xfrm>
            <a:custGeom>
              <a:avLst/>
              <a:ahLst/>
              <a:rect l="0" t="0" r="r" b="b"/>
              <a:pathLst>
                <a:path w="62" h="42">
                  <a:moveTo>
                    <a:pt x="31" y="32"/>
                  </a:move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5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5"/>
                  </a:lnTo>
                  <a:lnTo>
                    <a:pt x="58" y="13"/>
                  </a:lnTo>
                  <a:lnTo>
                    <a:pt x="62" y="2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88" name=""/>
            <p:cNvSpPr/>
            <p:nvPr/>
          </p:nvSpPr>
          <p:spPr>
            <a:xfrm rot="0">
              <a:off x="4408" y="947"/>
              <a:ext cx="15" cy="10"/>
            </a:xfrm>
            <a:custGeom>
              <a:avLst/>
              <a:ahLst/>
              <a:rect l="0" t="0" r="r" b="b"/>
              <a:pathLst>
                <a:path w="62" h="42">
                  <a:moveTo>
                    <a:pt x="1" y="4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5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5"/>
                  </a:lnTo>
                  <a:lnTo>
                    <a:pt x="58" y="13"/>
                  </a:lnTo>
                  <a:lnTo>
                    <a:pt x="62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89" name=""/>
            <p:cNvSpPr/>
            <p:nvPr/>
          </p:nvSpPr>
          <p:spPr>
            <a:xfrm rot="0">
              <a:off x="4408" y="952"/>
              <a:ext cx="138" cy="394"/>
            </a:xfrm>
            <a:custGeom>
              <a:avLst/>
              <a:ahLst/>
              <a:rect l="0" t="0" r="r" b="b"/>
              <a:pathLst>
                <a:path w="553" h="1576">
                  <a:moveTo>
                    <a:pt x="61" y="0"/>
                  </a:moveTo>
                  <a:lnTo>
                    <a:pt x="30" y="10"/>
                  </a:lnTo>
                  <a:lnTo>
                    <a:pt x="0" y="20"/>
                  </a:lnTo>
                  <a:lnTo>
                    <a:pt x="492" y="1576"/>
                  </a:lnTo>
                  <a:lnTo>
                    <a:pt x="522" y="1566"/>
                  </a:lnTo>
                  <a:lnTo>
                    <a:pt x="553" y="1556"/>
                  </a:lnTo>
                  <a:lnTo>
                    <a:pt x="6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90" name=""/>
            <p:cNvSpPr/>
            <p:nvPr/>
          </p:nvSpPr>
          <p:spPr>
            <a:xfrm rot="0">
              <a:off x="4408" y="952"/>
              <a:ext cx="138" cy="394"/>
            </a:xfrm>
            <a:custGeom>
              <a:avLst/>
              <a:ahLst/>
              <a:rect l="0" t="0" r="r" b="b"/>
              <a:pathLst>
                <a:path w="553" h="1576">
                  <a:moveTo>
                    <a:pt x="61" y="0"/>
                  </a:moveTo>
                  <a:lnTo>
                    <a:pt x="30" y="10"/>
                  </a:lnTo>
                  <a:lnTo>
                    <a:pt x="0" y="20"/>
                  </a:lnTo>
                  <a:lnTo>
                    <a:pt x="492" y="1576"/>
                  </a:lnTo>
                  <a:lnTo>
                    <a:pt x="522" y="1566"/>
                  </a:lnTo>
                  <a:lnTo>
                    <a:pt x="553" y="1556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91" name=""/>
            <p:cNvSpPr/>
            <p:nvPr/>
          </p:nvSpPr>
          <p:spPr>
            <a:xfrm rot="0">
              <a:off x="4531" y="1341"/>
              <a:ext cx="16" cy="11"/>
            </a:xfrm>
            <a:custGeom>
              <a:avLst/>
              <a:ahLst/>
              <a:rect l="0" t="0" r="r" b="b"/>
              <a:pathLst>
                <a:path w="63" h="41">
                  <a:moveTo>
                    <a:pt x="30" y="10"/>
                  </a:moveTo>
                  <a:lnTo>
                    <a:pt x="61" y="0"/>
                  </a:lnTo>
                  <a:lnTo>
                    <a:pt x="63" y="10"/>
                  </a:lnTo>
                  <a:lnTo>
                    <a:pt x="61" y="20"/>
                  </a:lnTo>
                  <a:lnTo>
                    <a:pt x="57" y="29"/>
                  </a:lnTo>
                  <a:lnTo>
                    <a:pt x="49" y="36"/>
                  </a:lnTo>
                  <a:lnTo>
                    <a:pt x="41" y="40"/>
                  </a:lnTo>
                  <a:lnTo>
                    <a:pt x="30" y="41"/>
                  </a:lnTo>
                  <a:lnTo>
                    <a:pt x="20" y="40"/>
                  </a:lnTo>
                  <a:lnTo>
                    <a:pt x="11" y="36"/>
                  </a:lnTo>
                  <a:lnTo>
                    <a:pt x="4" y="29"/>
                  </a:lnTo>
                  <a:lnTo>
                    <a:pt x="0" y="20"/>
                  </a:lnTo>
                  <a:lnTo>
                    <a:pt x="3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92" name=""/>
            <p:cNvSpPr/>
            <p:nvPr/>
          </p:nvSpPr>
          <p:spPr>
            <a:xfrm rot="0">
              <a:off x="4531" y="1341"/>
              <a:ext cx="16" cy="11"/>
            </a:xfrm>
            <a:custGeom>
              <a:avLst/>
              <a:ahLst/>
              <a:rect l="0" t="0" r="r" b="b"/>
              <a:pathLst>
                <a:path w="63" h="41">
                  <a:moveTo>
                    <a:pt x="61" y="0"/>
                  </a:moveTo>
                  <a:lnTo>
                    <a:pt x="63" y="10"/>
                  </a:lnTo>
                  <a:lnTo>
                    <a:pt x="61" y="20"/>
                  </a:lnTo>
                  <a:lnTo>
                    <a:pt x="57" y="29"/>
                  </a:lnTo>
                  <a:lnTo>
                    <a:pt x="49" y="36"/>
                  </a:lnTo>
                  <a:lnTo>
                    <a:pt x="41" y="40"/>
                  </a:lnTo>
                  <a:lnTo>
                    <a:pt x="30" y="41"/>
                  </a:lnTo>
                  <a:lnTo>
                    <a:pt x="20" y="40"/>
                  </a:lnTo>
                  <a:lnTo>
                    <a:pt x="11" y="36"/>
                  </a:lnTo>
                  <a:lnTo>
                    <a:pt x="4" y="29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93" name=""/>
            <p:cNvSpPr/>
            <p:nvPr/>
          </p:nvSpPr>
          <p:spPr>
            <a:xfrm rot="0">
              <a:off x="4285" y="946"/>
              <a:ext cx="8" cy="17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94" name=""/>
            <p:cNvSpPr/>
            <p:nvPr/>
          </p:nvSpPr>
          <p:spPr>
            <a:xfrm rot="0">
              <a:off x="4285" y="946"/>
              <a:ext cx="8" cy="17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95" name=""/>
            <p:cNvSpPr/>
            <p:nvPr/>
          </p:nvSpPr>
          <p:spPr>
            <a:xfrm rot="0">
              <a:off x="4293" y="946"/>
              <a:ext cx="123" cy="17"/>
            </a:xfrm>
            <a:custGeom>
              <a:avLst/>
              <a:ahLst/>
              <a:rect l="0" t="0" r="r" b="b"/>
              <a:pathLst>
                <a:path w="492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492" y="64"/>
                  </a:lnTo>
                  <a:lnTo>
                    <a:pt x="492" y="33"/>
                  </a:lnTo>
                  <a:lnTo>
                    <a:pt x="49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96" name=""/>
            <p:cNvSpPr/>
            <p:nvPr/>
          </p:nvSpPr>
          <p:spPr>
            <a:xfrm rot="0">
              <a:off x="4293" y="946"/>
              <a:ext cx="123" cy="17"/>
            </a:xfrm>
            <a:custGeom>
              <a:avLst/>
              <a:ahLst/>
              <a:rect l="0" t="0" r="r" b="b"/>
              <a:pathLst>
                <a:path w="492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492" y="64"/>
                  </a:lnTo>
                  <a:lnTo>
                    <a:pt x="492" y="33"/>
                  </a:lnTo>
                  <a:lnTo>
                    <a:pt x="49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97" name=""/>
            <p:cNvSpPr/>
            <p:nvPr/>
          </p:nvSpPr>
          <p:spPr>
            <a:xfrm rot="0">
              <a:off x="4416" y="946"/>
              <a:ext cx="8" cy="17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898" name=""/>
            <p:cNvSpPr/>
            <p:nvPr/>
          </p:nvSpPr>
          <p:spPr>
            <a:xfrm rot="0">
              <a:off x="4416" y="946"/>
              <a:ext cx="8" cy="17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3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899" name=""/>
            <p:cNvSpPr/>
            <p:nvPr/>
          </p:nvSpPr>
          <p:spPr>
            <a:xfrm rot="0">
              <a:off x="4285" y="1865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31" y="0"/>
                  </a:moveTo>
                  <a:lnTo>
                    <a:pt x="64" y="0"/>
                  </a:lnTo>
                  <a:lnTo>
                    <a:pt x="61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00" name=""/>
            <p:cNvSpPr/>
            <p:nvPr/>
          </p:nvSpPr>
          <p:spPr>
            <a:xfrm rot="0">
              <a:off x="4285" y="1865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64" y="0"/>
                  </a:moveTo>
                  <a:lnTo>
                    <a:pt x="61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1" name=""/>
            <p:cNvSpPr/>
            <p:nvPr/>
          </p:nvSpPr>
          <p:spPr>
            <a:xfrm rot="0">
              <a:off x="4285" y="955"/>
              <a:ext cx="16" cy="910"/>
            </a:xfrm>
            <a:custGeom>
              <a:avLst/>
              <a:ahLst/>
              <a:rect l="0" t="0" r="r" b="b"/>
              <a:pathLst>
                <a:path w="64" h="3642">
                  <a:moveTo>
                    <a:pt x="0" y="3642"/>
                  </a:moveTo>
                  <a:lnTo>
                    <a:pt x="31" y="3642"/>
                  </a:lnTo>
                  <a:lnTo>
                    <a:pt x="64" y="3642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64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02" name=""/>
            <p:cNvSpPr/>
            <p:nvPr/>
          </p:nvSpPr>
          <p:spPr>
            <a:xfrm rot="0">
              <a:off x="4285" y="955"/>
              <a:ext cx="16" cy="910"/>
            </a:xfrm>
            <a:custGeom>
              <a:avLst/>
              <a:ahLst/>
              <a:rect l="0" t="0" r="r" b="b"/>
              <a:pathLst>
                <a:path w="64" h="3642">
                  <a:moveTo>
                    <a:pt x="0" y="3642"/>
                  </a:moveTo>
                  <a:lnTo>
                    <a:pt x="31" y="3642"/>
                  </a:lnTo>
                  <a:lnTo>
                    <a:pt x="64" y="3642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64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3" name=""/>
            <p:cNvSpPr/>
            <p:nvPr/>
          </p:nvSpPr>
          <p:spPr>
            <a:xfrm rot="0">
              <a:off x="4285" y="946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04" name=""/>
            <p:cNvSpPr/>
            <p:nvPr/>
          </p:nvSpPr>
          <p:spPr>
            <a:xfrm rot="0">
              <a:off x="4285" y="946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5" name=""/>
            <p:cNvSpPr/>
            <p:nvPr/>
          </p:nvSpPr>
          <p:spPr>
            <a:xfrm rot="0">
              <a:off x="3343" y="1192"/>
              <a:ext cx="42" cy="55"/>
            </a:xfrm>
            <a:custGeom>
              <a:avLst/>
              <a:ahLst/>
              <a:rect l="0" t="0" r="r" b="b"/>
              <a:pathLst>
                <a:path w="165" h="221">
                  <a:moveTo>
                    <a:pt x="0" y="221"/>
                  </a:moveTo>
                  <a:lnTo>
                    <a:pt x="56" y="0"/>
                  </a:lnTo>
                  <a:lnTo>
                    <a:pt x="116" y="0"/>
                  </a:lnTo>
                  <a:lnTo>
                    <a:pt x="141" y="6"/>
                  </a:lnTo>
                  <a:lnTo>
                    <a:pt x="154" y="13"/>
                  </a:lnTo>
                  <a:lnTo>
                    <a:pt x="165" y="30"/>
                  </a:lnTo>
                  <a:lnTo>
                    <a:pt x="165" y="49"/>
                  </a:lnTo>
                  <a:lnTo>
                    <a:pt x="159" y="73"/>
                  </a:lnTo>
                  <a:lnTo>
                    <a:pt x="141" y="99"/>
                  </a:lnTo>
                  <a:lnTo>
                    <a:pt x="123" y="111"/>
                  </a:lnTo>
                  <a:lnTo>
                    <a:pt x="99" y="122"/>
                  </a:lnTo>
                  <a:lnTo>
                    <a:pt x="30" y="1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6" name=""/>
            <p:cNvSpPr/>
            <p:nvPr/>
          </p:nvSpPr>
          <p:spPr>
            <a:xfrm rot="0" flipV="1">
              <a:off x="3403" y="1192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7" name=""/>
            <p:cNvSpPr/>
            <p:nvPr/>
          </p:nvSpPr>
          <p:spPr>
            <a:xfrm rot="0">
              <a:off x="4449" y="1585"/>
              <a:ext cx="39" cy="56"/>
            </a:xfrm>
            <a:custGeom>
              <a:avLst/>
              <a:ahLst/>
              <a:rect l="0" t="0" r="r" b="b"/>
              <a:pathLst>
                <a:path w="154" h="222">
                  <a:moveTo>
                    <a:pt x="122" y="161"/>
                  </a:moveTo>
                  <a:lnTo>
                    <a:pt x="154" y="56"/>
                  </a:lnTo>
                  <a:lnTo>
                    <a:pt x="154" y="37"/>
                  </a:lnTo>
                  <a:lnTo>
                    <a:pt x="148" y="19"/>
                  </a:lnTo>
                  <a:lnTo>
                    <a:pt x="135" y="7"/>
                  </a:lnTo>
                  <a:lnTo>
                    <a:pt x="117" y="0"/>
                  </a:lnTo>
                  <a:lnTo>
                    <a:pt x="86" y="0"/>
                  </a:lnTo>
                  <a:lnTo>
                    <a:pt x="68" y="7"/>
                  </a:lnTo>
                  <a:lnTo>
                    <a:pt x="49" y="19"/>
                  </a:lnTo>
                  <a:lnTo>
                    <a:pt x="37" y="37"/>
                  </a:lnTo>
                  <a:lnTo>
                    <a:pt x="24" y="68"/>
                  </a:lnTo>
                  <a:lnTo>
                    <a:pt x="0" y="154"/>
                  </a:lnTo>
                  <a:lnTo>
                    <a:pt x="0" y="167"/>
                  </a:lnTo>
                  <a:lnTo>
                    <a:pt x="6" y="197"/>
                  </a:lnTo>
                  <a:lnTo>
                    <a:pt x="19" y="216"/>
                  </a:lnTo>
                  <a:lnTo>
                    <a:pt x="30" y="222"/>
                  </a:lnTo>
                  <a:lnTo>
                    <a:pt x="56" y="222"/>
                  </a:lnTo>
                  <a:lnTo>
                    <a:pt x="86" y="210"/>
                  </a:lnTo>
                  <a:lnTo>
                    <a:pt x="111" y="191"/>
                  </a:lnTo>
                  <a:lnTo>
                    <a:pt x="122" y="1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8" name=""/>
            <p:cNvSpPr/>
            <p:nvPr/>
          </p:nvSpPr>
          <p:spPr>
            <a:xfrm rot="0">
              <a:off x="4469" y="1628"/>
              <a:ext cx="14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09" name=""/>
            <p:cNvSpPr/>
            <p:nvPr/>
          </p:nvSpPr>
          <p:spPr>
            <a:xfrm rot="0" flipV="1">
              <a:off x="4512" y="1585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0" name=""/>
            <p:cNvSpPr/>
            <p:nvPr/>
          </p:nvSpPr>
          <p:spPr>
            <a:xfrm rot="0" flipH="1">
              <a:off x="4527" y="1585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1" name=""/>
            <p:cNvSpPr/>
            <p:nvPr/>
          </p:nvSpPr>
          <p:spPr>
            <a:xfrm rot="0" flipV="1">
              <a:off x="3523" y="3443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2" name=""/>
            <p:cNvSpPr/>
            <p:nvPr/>
          </p:nvSpPr>
          <p:spPr>
            <a:xfrm rot="0">
              <a:off x="3504" y="3434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3" name=""/>
            <p:cNvSpPr/>
            <p:nvPr/>
          </p:nvSpPr>
          <p:spPr>
            <a:xfrm rot="0">
              <a:off x="3523" y="3404"/>
              <a:ext cx="1" cy="9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4" name=""/>
            <p:cNvSpPr/>
            <p:nvPr/>
          </p:nvSpPr>
          <p:spPr>
            <a:xfrm rot="0" flipV="1">
              <a:off x="3483" y="3493"/>
              <a:ext cx="75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5" name=""/>
            <p:cNvSpPr/>
            <p:nvPr/>
          </p:nvSpPr>
          <p:spPr>
            <a:xfrm rot="0" flipV="1">
              <a:off x="3493" y="3401"/>
              <a:ext cx="59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6" name=""/>
            <p:cNvSpPr/>
            <p:nvPr/>
          </p:nvSpPr>
          <p:spPr>
            <a:xfrm rot="0" flipH="1">
              <a:off x="3624" y="3429"/>
              <a:ext cx="6" cy="4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7" name=""/>
            <p:cNvSpPr/>
            <p:nvPr/>
          </p:nvSpPr>
          <p:spPr>
            <a:xfrm rot="0">
              <a:off x="3594" y="3434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8" name=""/>
            <p:cNvSpPr/>
            <p:nvPr/>
          </p:nvSpPr>
          <p:spPr>
            <a:xfrm rot="0">
              <a:off x="3610" y="3400"/>
              <a:ext cx="1" cy="10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19" name=""/>
            <p:cNvSpPr/>
            <p:nvPr/>
          </p:nvSpPr>
          <p:spPr>
            <a:xfrm rot="0" flipV="1">
              <a:off x="3577" y="3418"/>
              <a:ext cx="66" cy="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0" name=""/>
            <p:cNvSpPr/>
            <p:nvPr/>
          </p:nvSpPr>
          <p:spPr>
            <a:xfrm rot="0">
              <a:off x="3584" y="3390"/>
              <a:ext cx="48" cy="14"/>
            </a:xfrm>
            <a:custGeom>
              <a:avLst/>
              <a:ahLst/>
              <a:rect l="0" t="0" r="r" b="b"/>
              <a:pathLst>
                <a:path w="189" h="54">
                  <a:moveTo>
                    <a:pt x="189" y="0"/>
                  </a:moveTo>
                  <a:lnTo>
                    <a:pt x="104" y="3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1" name=""/>
            <p:cNvSpPr/>
            <p:nvPr/>
          </p:nvSpPr>
          <p:spPr>
            <a:xfrm rot="0" flipV="1">
              <a:off x="3572" y="3447"/>
              <a:ext cx="77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2" name=""/>
            <p:cNvSpPr/>
            <p:nvPr/>
          </p:nvSpPr>
          <p:spPr>
            <a:xfrm rot="0" flipV="1">
              <a:off x="3576" y="3476"/>
              <a:ext cx="69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3" name=""/>
            <p:cNvSpPr/>
            <p:nvPr/>
          </p:nvSpPr>
          <p:spPr>
            <a:xfrm rot="0" flipH="1">
              <a:off x="3584" y="3497"/>
              <a:ext cx="53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4" name=""/>
            <p:cNvSpPr/>
            <p:nvPr/>
          </p:nvSpPr>
          <p:spPr>
            <a:xfrm rot="0" flipV="1">
              <a:off x="3525" y="3690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5" name=""/>
            <p:cNvSpPr/>
            <p:nvPr/>
          </p:nvSpPr>
          <p:spPr>
            <a:xfrm rot="0" flipV="1">
              <a:off x="3525" y="3726"/>
              <a:ext cx="27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6" name=""/>
            <p:cNvSpPr/>
            <p:nvPr/>
          </p:nvSpPr>
          <p:spPr>
            <a:xfrm rot="0" flipH="1">
              <a:off x="3549" y="3687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7" name=""/>
            <p:cNvSpPr/>
            <p:nvPr/>
          </p:nvSpPr>
          <p:spPr>
            <a:xfrm rot="0">
              <a:off x="3525" y="3687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8" name=""/>
            <p:cNvSpPr/>
            <p:nvPr/>
          </p:nvSpPr>
          <p:spPr>
            <a:xfrm rot="0" flipV="1">
              <a:off x="3529" y="3631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29" name=""/>
            <p:cNvSpPr/>
            <p:nvPr/>
          </p:nvSpPr>
          <p:spPr>
            <a:xfrm rot="0">
              <a:off x="3548" y="3628"/>
              <a:ext cx="12" cy="48"/>
            </a:xfrm>
            <a:custGeom>
              <a:avLst/>
              <a:ahLst/>
              <a:rect l="0" t="0" r="r" b="b"/>
              <a:pathLst>
                <a:path w="49" h="190">
                  <a:moveTo>
                    <a:pt x="0" y="0"/>
                  </a:moveTo>
                  <a:lnTo>
                    <a:pt x="0" y="164"/>
                  </a:lnTo>
                  <a:lnTo>
                    <a:pt x="16" y="190"/>
                  </a:lnTo>
                  <a:lnTo>
                    <a:pt x="49" y="19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0" name=""/>
            <p:cNvSpPr/>
            <p:nvPr/>
          </p:nvSpPr>
          <p:spPr>
            <a:xfrm rot="0">
              <a:off x="3519" y="3627"/>
              <a:ext cx="10" cy="57"/>
            </a:xfrm>
            <a:custGeom>
              <a:avLst/>
              <a:ahLst/>
              <a:rect l="0" t="0" r="r" b="b"/>
              <a:pathLst>
                <a:path w="38" h="228">
                  <a:moveTo>
                    <a:pt x="38" y="0"/>
                  </a:moveTo>
                  <a:lnTo>
                    <a:pt x="32" y="120"/>
                  </a:lnTo>
                  <a:lnTo>
                    <a:pt x="0" y="2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1" name=""/>
            <p:cNvSpPr/>
            <p:nvPr/>
          </p:nvSpPr>
          <p:spPr>
            <a:xfrm rot="0">
              <a:off x="3483" y="3621"/>
              <a:ext cx="24" cy="60"/>
            </a:xfrm>
            <a:custGeom>
              <a:avLst/>
              <a:ahLst/>
              <a:rect l="0" t="0" r="r" b="b"/>
              <a:pathLst>
                <a:path w="97" h="239">
                  <a:moveTo>
                    <a:pt x="97" y="0"/>
                  </a:moveTo>
                  <a:lnTo>
                    <a:pt x="64" y="109"/>
                  </a:lnTo>
                  <a:lnTo>
                    <a:pt x="0" y="23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2" name=""/>
            <p:cNvSpPr/>
            <p:nvPr/>
          </p:nvSpPr>
          <p:spPr>
            <a:xfrm rot="0" flipV="1">
              <a:off x="3499" y="3644"/>
              <a:ext cx="19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3" name=""/>
            <p:cNvSpPr/>
            <p:nvPr/>
          </p:nvSpPr>
          <p:spPr>
            <a:xfrm rot="0" flipV="1">
              <a:off x="3488" y="3666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4" name=""/>
            <p:cNvSpPr/>
            <p:nvPr/>
          </p:nvSpPr>
          <p:spPr>
            <a:xfrm rot="0" flipV="1">
              <a:off x="3487" y="3690"/>
              <a:ext cx="28" cy="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5" name=""/>
            <p:cNvSpPr/>
            <p:nvPr/>
          </p:nvSpPr>
          <p:spPr>
            <a:xfrm rot="0">
              <a:off x="3502" y="3669"/>
              <a:ext cx="16" cy="61"/>
            </a:xfrm>
            <a:custGeom>
              <a:avLst/>
              <a:ahLst/>
              <a:rect l="0" t="0" r="r" b="b"/>
              <a:pathLst>
                <a:path w="64" h="243">
                  <a:moveTo>
                    <a:pt x="0" y="0"/>
                  </a:moveTo>
                  <a:lnTo>
                    <a:pt x="0" y="243"/>
                  </a:lnTo>
                  <a:lnTo>
                    <a:pt x="64" y="1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6" name=""/>
            <p:cNvSpPr/>
            <p:nvPr/>
          </p:nvSpPr>
          <p:spPr>
            <a:xfrm rot="0" flipH="1">
              <a:off x="3624" y="3658"/>
              <a:ext cx="6" cy="4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7" name=""/>
            <p:cNvSpPr/>
            <p:nvPr/>
          </p:nvSpPr>
          <p:spPr>
            <a:xfrm rot="0">
              <a:off x="3594" y="3662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72" name=""/>
          <p:cNvGrpSpPr/>
          <p:nvPr/>
        </p:nvGrpSpPr>
        <p:grpSpPr>
          <a:xfrm rot="0">
            <a:off x="234950" y="503237"/>
            <a:ext cx="8615362" cy="6100762"/>
            <a:chOff x="148" y="317"/>
            <a:chExt cx="5427" cy="3843"/>
          </a:xfrm>
        </p:grpSpPr>
        <p:sp>
          <p:nvSpPr>
            <p:cNvPr id="1056938" name=""/>
            <p:cNvSpPr/>
            <p:nvPr/>
          </p:nvSpPr>
          <p:spPr>
            <a:xfrm rot="0">
              <a:off x="3610" y="3628"/>
              <a:ext cx="1" cy="10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39" name=""/>
            <p:cNvSpPr/>
            <p:nvPr/>
          </p:nvSpPr>
          <p:spPr>
            <a:xfrm rot="0" flipV="1">
              <a:off x="3577" y="3647"/>
              <a:ext cx="66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0" name=""/>
            <p:cNvSpPr/>
            <p:nvPr/>
          </p:nvSpPr>
          <p:spPr>
            <a:xfrm rot="0">
              <a:off x="3584" y="3618"/>
              <a:ext cx="48" cy="14"/>
            </a:xfrm>
            <a:custGeom>
              <a:avLst/>
              <a:ahLst/>
              <a:rect l="0" t="0" r="r" b="b"/>
              <a:pathLst>
                <a:path w="189" h="54">
                  <a:moveTo>
                    <a:pt x="189" y="0"/>
                  </a:moveTo>
                  <a:lnTo>
                    <a:pt x="104" y="3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1" name=""/>
            <p:cNvSpPr/>
            <p:nvPr/>
          </p:nvSpPr>
          <p:spPr>
            <a:xfrm rot="0" flipV="1">
              <a:off x="3572" y="3676"/>
              <a:ext cx="77" cy="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2" name=""/>
            <p:cNvSpPr/>
            <p:nvPr/>
          </p:nvSpPr>
          <p:spPr>
            <a:xfrm rot="0" flipV="1">
              <a:off x="3576" y="3704"/>
              <a:ext cx="69" cy="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3" name=""/>
            <p:cNvSpPr/>
            <p:nvPr/>
          </p:nvSpPr>
          <p:spPr>
            <a:xfrm rot="0" flipH="1">
              <a:off x="3584" y="3726"/>
              <a:ext cx="53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4" name=""/>
            <p:cNvSpPr/>
            <p:nvPr/>
          </p:nvSpPr>
          <p:spPr>
            <a:xfrm rot="0">
              <a:off x="817" y="2800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3"/>
                  </a:moveTo>
                  <a:lnTo>
                    <a:pt x="32" y="64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45" name=""/>
            <p:cNvSpPr/>
            <p:nvPr/>
          </p:nvSpPr>
          <p:spPr>
            <a:xfrm rot="0">
              <a:off x="817" y="2800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6" name=""/>
            <p:cNvSpPr/>
            <p:nvPr/>
          </p:nvSpPr>
          <p:spPr>
            <a:xfrm rot="0">
              <a:off x="824" y="2800"/>
              <a:ext cx="163" cy="16"/>
            </a:xfrm>
            <a:custGeom>
              <a:avLst/>
              <a:ahLst/>
              <a:rect l="0" t="0" r="r" b="b"/>
              <a:pathLst>
                <a:path w="652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652" y="64"/>
                  </a:lnTo>
                  <a:lnTo>
                    <a:pt x="652" y="33"/>
                  </a:lnTo>
                  <a:lnTo>
                    <a:pt x="65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47" name=""/>
            <p:cNvSpPr/>
            <p:nvPr/>
          </p:nvSpPr>
          <p:spPr>
            <a:xfrm rot="0">
              <a:off x="824" y="2800"/>
              <a:ext cx="163" cy="16"/>
            </a:xfrm>
            <a:custGeom>
              <a:avLst/>
              <a:ahLst/>
              <a:rect l="0" t="0" r="r" b="b"/>
              <a:pathLst>
                <a:path w="652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652" y="64"/>
                  </a:lnTo>
                  <a:lnTo>
                    <a:pt x="652" y="33"/>
                  </a:lnTo>
                  <a:lnTo>
                    <a:pt x="65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48" name=""/>
            <p:cNvSpPr/>
            <p:nvPr/>
          </p:nvSpPr>
          <p:spPr>
            <a:xfrm rot="0">
              <a:off x="987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49" name=""/>
            <p:cNvSpPr/>
            <p:nvPr/>
          </p:nvSpPr>
          <p:spPr>
            <a:xfrm rot="0">
              <a:off x="987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50" name=""/>
            <p:cNvSpPr/>
            <p:nvPr/>
          </p:nvSpPr>
          <p:spPr>
            <a:xfrm rot="0">
              <a:off x="980" y="2108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2"/>
                  </a:moveTo>
                  <a:lnTo>
                    <a:pt x="32" y="64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5" y="51"/>
                  </a:lnTo>
                  <a:lnTo>
                    <a:pt x="2" y="43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51" name=""/>
            <p:cNvSpPr/>
            <p:nvPr/>
          </p:nvSpPr>
          <p:spPr>
            <a:xfrm rot="0">
              <a:off x="980" y="2108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2" y="63"/>
                  </a:lnTo>
                  <a:lnTo>
                    <a:pt x="13" y="59"/>
                  </a:lnTo>
                  <a:lnTo>
                    <a:pt x="5" y="51"/>
                  </a:lnTo>
                  <a:lnTo>
                    <a:pt x="2" y="43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52" name=""/>
            <p:cNvSpPr/>
            <p:nvPr/>
          </p:nvSpPr>
          <p:spPr>
            <a:xfrm rot="0">
              <a:off x="987" y="2108"/>
              <a:ext cx="396" cy="16"/>
            </a:xfrm>
            <a:custGeom>
              <a:avLst/>
              <a:ahLst/>
              <a:rect l="0" t="0" r="r" b="b"/>
              <a:pathLst>
                <a:path w="1583" h="64">
                  <a:moveTo>
                    <a:pt x="0" y="0"/>
                  </a:moveTo>
                  <a:lnTo>
                    <a:pt x="0" y="32"/>
                  </a:lnTo>
                  <a:lnTo>
                    <a:pt x="0" y="64"/>
                  </a:lnTo>
                  <a:lnTo>
                    <a:pt x="1583" y="64"/>
                  </a:lnTo>
                  <a:lnTo>
                    <a:pt x="1583" y="32"/>
                  </a:lnTo>
                  <a:lnTo>
                    <a:pt x="158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53" name=""/>
            <p:cNvSpPr/>
            <p:nvPr/>
          </p:nvSpPr>
          <p:spPr>
            <a:xfrm rot="0">
              <a:off x="987" y="2108"/>
              <a:ext cx="396" cy="16"/>
            </a:xfrm>
            <a:custGeom>
              <a:avLst/>
              <a:ahLst/>
              <a:rect l="0" t="0" r="r" b="b"/>
              <a:pathLst>
                <a:path w="1583" h="64">
                  <a:moveTo>
                    <a:pt x="0" y="0"/>
                  </a:moveTo>
                  <a:lnTo>
                    <a:pt x="0" y="32"/>
                  </a:lnTo>
                  <a:lnTo>
                    <a:pt x="0" y="64"/>
                  </a:lnTo>
                  <a:lnTo>
                    <a:pt x="1583" y="64"/>
                  </a:lnTo>
                  <a:lnTo>
                    <a:pt x="1583" y="32"/>
                  </a:lnTo>
                  <a:lnTo>
                    <a:pt x="158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54" name=""/>
            <p:cNvSpPr/>
            <p:nvPr/>
          </p:nvSpPr>
          <p:spPr>
            <a:xfrm rot="0">
              <a:off x="1383" y="2108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2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2"/>
                  </a:lnTo>
                  <a:lnTo>
                    <a:pt x="33" y="32"/>
                  </a:lnTo>
                  <a:lnTo>
                    <a:pt x="31" y="43"/>
                  </a:lnTo>
                  <a:lnTo>
                    <a:pt x="27" y="51"/>
                  </a:lnTo>
                  <a:lnTo>
                    <a:pt x="19" y="59"/>
                  </a:lnTo>
                  <a:lnTo>
                    <a:pt x="11" y="63"/>
                  </a:lnTo>
                  <a:lnTo>
                    <a:pt x="0" y="64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55" name=""/>
            <p:cNvSpPr/>
            <p:nvPr/>
          </p:nvSpPr>
          <p:spPr>
            <a:xfrm rot="0">
              <a:off x="1383" y="2108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1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2"/>
                  </a:lnTo>
                  <a:lnTo>
                    <a:pt x="33" y="32"/>
                  </a:lnTo>
                  <a:lnTo>
                    <a:pt x="31" y="43"/>
                  </a:lnTo>
                  <a:lnTo>
                    <a:pt x="27" y="51"/>
                  </a:lnTo>
                  <a:lnTo>
                    <a:pt x="19" y="59"/>
                  </a:lnTo>
                  <a:lnTo>
                    <a:pt x="11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56" name=""/>
            <p:cNvSpPr/>
            <p:nvPr/>
          </p:nvSpPr>
          <p:spPr>
            <a:xfrm rot="0">
              <a:off x="617" y="2800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3"/>
                  </a:moveTo>
                  <a:lnTo>
                    <a:pt x="32" y="64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57" name=""/>
            <p:cNvSpPr/>
            <p:nvPr/>
          </p:nvSpPr>
          <p:spPr>
            <a:xfrm rot="0">
              <a:off x="617" y="2800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2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58" name=""/>
            <p:cNvSpPr/>
            <p:nvPr/>
          </p:nvSpPr>
          <p:spPr>
            <a:xfrm rot="0">
              <a:off x="625" y="2800"/>
              <a:ext cx="758" cy="16"/>
            </a:xfrm>
            <a:custGeom>
              <a:avLst/>
              <a:ahLst/>
              <a:rect l="0" t="0" r="r" b="b"/>
              <a:pathLst>
                <a:path w="3034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034" y="64"/>
                  </a:lnTo>
                  <a:lnTo>
                    <a:pt x="3034" y="33"/>
                  </a:lnTo>
                  <a:lnTo>
                    <a:pt x="303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59" name=""/>
            <p:cNvSpPr/>
            <p:nvPr/>
          </p:nvSpPr>
          <p:spPr>
            <a:xfrm rot="0">
              <a:off x="625" y="2800"/>
              <a:ext cx="758" cy="16"/>
            </a:xfrm>
            <a:custGeom>
              <a:avLst/>
              <a:ahLst/>
              <a:rect l="0" t="0" r="r" b="b"/>
              <a:pathLst>
                <a:path w="3034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034" y="64"/>
                  </a:lnTo>
                  <a:lnTo>
                    <a:pt x="3034" y="33"/>
                  </a:lnTo>
                  <a:lnTo>
                    <a:pt x="303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60" name=""/>
            <p:cNvSpPr/>
            <p:nvPr/>
          </p:nvSpPr>
          <p:spPr>
            <a:xfrm rot="0">
              <a:off x="1383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1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61" name=""/>
            <p:cNvSpPr/>
            <p:nvPr/>
          </p:nvSpPr>
          <p:spPr>
            <a:xfrm rot="0">
              <a:off x="1383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1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1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62" name=""/>
            <p:cNvSpPr/>
            <p:nvPr/>
          </p:nvSpPr>
          <p:spPr>
            <a:xfrm rot="0" flipV="1">
              <a:off x="4981" y="955"/>
              <a:ext cx="1" cy="9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63" name=""/>
            <p:cNvSpPr/>
            <p:nvPr/>
          </p:nvSpPr>
          <p:spPr>
            <a:xfrm rot="0">
              <a:off x="4293" y="955"/>
              <a:ext cx="1" cy="91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64" name=""/>
            <p:cNvSpPr/>
            <p:nvPr/>
          </p:nvSpPr>
          <p:spPr>
            <a:xfrm rot="0">
              <a:off x="4285" y="946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65" name=""/>
            <p:cNvSpPr/>
            <p:nvPr/>
          </p:nvSpPr>
          <p:spPr>
            <a:xfrm rot="0">
              <a:off x="4285" y="946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66" name=""/>
            <p:cNvSpPr/>
            <p:nvPr/>
          </p:nvSpPr>
          <p:spPr>
            <a:xfrm rot="0">
              <a:off x="4285" y="955"/>
              <a:ext cx="16" cy="556"/>
            </a:xfrm>
            <a:custGeom>
              <a:avLst/>
              <a:ahLst/>
              <a:rect l="0" t="0" r="r" b="b"/>
              <a:pathLst>
                <a:path w="64" h="2226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2226"/>
                  </a:lnTo>
                  <a:lnTo>
                    <a:pt x="31" y="2226"/>
                  </a:lnTo>
                  <a:lnTo>
                    <a:pt x="64" y="2226"/>
                  </a:lnTo>
                  <a:lnTo>
                    <a:pt x="6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67" name=""/>
            <p:cNvSpPr/>
            <p:nvPr/>
          </p:nvSpPr>
          <p:spPr>
            <a:xfrm rot="0">
              <a:off x="4285" y="955"/>
              <a:ext cx="16" cy="556"/>
            </a:xfrm>
            <a:custGeom>
              <a:avLst/>
              <a:ahLst/>
              <a:rect l="0" t="0" r="r" b="b"/>
              <a:pathLst>
                <a:path w="64" h="2226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2226"/>
                  </a:lnTo>
                  <a:lnTo>
                    <a:pt x="31" y="2226"/>
                  </a:lnTo>
                  <a:lnTo>
                    <a:pt x="64" y="2226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68" name=""/>
            <p:cNvSpPr/>
            <p:nvPr/>
          </p:nvSpPr>
          <p:spPr>
            <a:xfrm rot="0">
              <a:off x="4285" y="1511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1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69" name=""/>
            <p:cNvSpPr/>
            <p:nvPr/>
          </p:nvSpPr>
          <p:spPr>
            <a:xfrm rot="0">
              <a:off x="4285" y="1511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1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0" name=""/>
            <p:cNvSpPr/>
            <p:nvPr/>
          </p:nvSpPr>
          <p:spPr>
            <a:xfrm rot="0">
              <a:off x="4974" y="946"/>
              <a:ext cx="16" cy="9"/>
            </a:xfrm>
            <a:custGeom>
              <a:avLst/>
              <a:ahLst/>
              <a:rect l="0" t="0" r="r" b="b"/>
              <a:pathLst>
                <a:path w="65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  <a:lnTo>
                    <a:pt x="32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71" name=""/>
            <p:cNvSpPr/>
            <p:nvPr/>
          </p:nvSpPr>
          <p:spPr>
            <a:xfrm rot="0">
              <a:off x="4974" y="946"/>
              <a:ext cx="16" cy="9"/>
            </a:xfrm>
            <a:custGeom>
              <a:avLst/>
              <a:ahLst/>
              <a:rect l="0" t="0" r="r" b="b"/>
              <a:pathLst>
                <a:path w="65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2" name=""/>
            <p:cNvSpPr/>
            <p:nvPr/>
          </p:nvSpPr>
          <p:spPr>
            <a:xfrm rot="0">
              <a:off x="4974" y="955"/>
              <a:ext cx="16" cy="556"/>
            </a:xfrm>
            <a:custGeom>
              <a:avLst/>
              <a:ahLst/>
              <a:rect l="0" t="0" r="r" b="b"/>
              <a:pathLst>
                <a:path w="65" h="2226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2226"/>
                  </a:lnTo>
                  <a:lnTo>
                    <a:pt x="32" y="2226"/>
                  </a:lnTo>
                  <a:lnTo>
                    <a:pt x="65" y="2226"/>
                  </a:lnTo>
                  <a:lnTo>
                    <a:pt x="6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73" name=""/>
            <p:cNvSpPr/>
            <p:nvPr/>
          </p:nvSpPr>
          <p:spPr>
            <a:xfrm rot="0">
              <a:off x="4974" y="955"/>
              <a:ext cx="16" cy="556"/>
            </a:xfrm>
            <a:custGeom>
              <a:avLst/>
              <a:ahLst/>
              <a:rect l="0" t="0" r="r" b="b"/>
              <a:pathLst>
                <a:path w="65" h="2226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2226"/>
                  </a:lnTo>
                  <a:lnTo>
                    <a:pt x="32" y="2226"/>
                  </a:lnTo>
                  <a:lnTo>
                    <a:pt x="65" y="2226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4" name=""/>
            <p:cNvSpPr/>
            <p:nvPr/>
          </p:nvSpPr>
          <p:spPr>
            <a:xfrm rot="0">
              <a:off x="4974" y="1511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6975" name=""/>
            <p:cNvSpPr/>
            <p:nvPr/>
          </p:nvSpPr>
          <p:spPr>
            <a:xfrm rot="0">
              <a:off x="4974" y="1511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6" name=""/>
            <p:cNvSpPr/>
            <p:nvPr/>
          </p:nvSpPr>
          <p:spPr>
            <a:xfrm rot="0">
              <a:off x="4858" y="955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7" name=""/>
            <p:cNvSpPr/>
            <p:nvPr/>
          </p:nvSpPr>
          <p:spPr>
            <a:xfrm rot="0">
              <a:off x="4858" y="1082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8" name=""/>
            <p:cNvSpPr/>
            <p:nvPr/>
          </p:nvSpPr>
          <p:spPr>
            <a:xfrm rot="0">
              <a:off x="4858" y="1222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79" name=""/>
            <p:cNvSpPr/>
            <p:nvPr/>
          </p:nvSpPr>
          <p:spPr>
            <a:xfrm rot="0">
              <a:off x="4858" y="1363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0" name=""/>
            <p:cNvSpPr/>
            <p:nvPr/>
          </p:nvSpPr>
          <p:spPr>
            <a:xfrm rot="0">
              <a:off x="4858" y="1504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1" name=""/>
            <p:cNvSpPr/>
            <p:nvPr/>
          </p:nvSpPr>
          <p:spPr>
            <a:xfrm rot="0">
              <a:off x="4858" y="1645"/>
              <a:ext cx="1" cy="9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2" name=""/>
            <p:cNvSpPr/>
            <p:nvPr/>
          </p:nvSpPr>
          <p:spPr>
            <a:xfrm rot="0">
              <a:off x="4858" y="1785"/>
              <a:ext cx="1" cy="8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3" name=""/>
            <p:cNvSpPr/>
            <p:nvPr/>
          </p:nvSpPr>
          <p:spPr>
            <a:xfrm rot="0">
              <a:off x="4735" y="1344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4" name=""/>
            <p:cNvSpPr/>
            <p:nvPr/>
          </p:nvSpPr>
          <p:spPr>
            <a:xfrm rot="0">
              <a:off x="4735" y="1487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5" name=""/>
            <p:cNvSpPr/>
            <p:nvPr/>
          </p:nvSpPr>
          <p:spPr>
            <a:xfrm rot="0">
              <a:off x="4735" y="1628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6" name=""/>
            <p:cNvSpPr/>
            <p:nvPr/>
          </p:nvSpPr>
          <p:spPr>
            <a:xfrm rot="0">
              <a:off x="4735" y="1769"/>
              <a:ext cx="1" cy="9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7" name=""/>
            <p:cNvSpPr/>
            <p:nvPr/>
          </p:nvSpPr>
          <p:spPr>
            <a:xfrm rot="0">
              <a:off x="4539" y="1344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8" name=""/>
            <p:cNvSpPr/>
            <p:nvPr/>
          </p:nvSpPr>
          <p:spPr>
            <a:xfrm rot="0">
              <a:off x="4539" y="1487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89" name=""/>
            <p:cNvSpPr/>
            <p:nvPr/>
          </p:nvSpPr>
          <p:spPr>
            <a:xfrm rot="0">
              <a:off x="4539" y="1628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0" name=""/>
            <p:cNvSpPr/>
            <p:nvPr/>
          </p:nvSpPr>
          <p:spPr>
            <a:xfrm rot="0">
              <a:off x="4539" y="1769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1" name=""/>
            <p:cNvSpPr/>
            <p:nvPr/>
          </p:nvSpPr>
          <p:spPr>
            <a:xfrm rot="0">
              <a:off x="4416" y="955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2" name=""/>
            <p:cNvSpPr/>
            <p:nvPr/>
          </p:nvSpPr>
          <p:spPr>
            <a:xfrm rot="0">
              <a:off x="4416" y="1082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3" name=""/>
            <p:cNvSpPr/>
            <p:nvPr/>
          </p:nvSpPr>
          <p:spPr>
            <a:xfrm rot="0">
              <a:off x="4416" y="1222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4" name=""/>
            <p:cNvSpPr/>
            <p:nvPr/>
          </p:nvSpPr>
          <p:spPr>
            <a:xfrm rot="0">
              <a:off x="4416" y="1363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5" name=""/>
            <p:cNvSpPr/>
            <p:nvPr/>
          </p:nvSpPr>
          <p:spPr>
            <a:xfrm rot="0">
              <a:off x="4416" y="1504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6" name=""/>
            <p:cNvSpPr/>
            <p:nvPr/>
          </p:nvSpPr>
          <p:spPr>
            <a:xfrm rot="0">
              <a:off x="4416" y="1644"/>
              <a:ext cx="1" cy="9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7" name=""/>
            <p:cNvSpPr/>
            <p:nvPr/>
          </p:nvSpPr>
          <p:spPr>
            <a:xfrm rot="0">
              <a:off x="4416" y="1785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8" name=""/>
            <p:cNvSpPr/>
            <p:nvPr/>
          </p:nvSpPr>
          <p:spPr>
            <a:xfrm rot="0">
              <a:off x="4873" y="1256"/>
              <a:ext cx="41" cy="56"/>
            </a:xfrm>
            <a:custGeom>
              <a:avLst/>
              <a:ahLst/>
              <a:rect l="0" t="0" r="r" b="b"/>
              <a:pathLst>
                <a:path w="167" h="222">
                  <a:moveTo>
                    <a:pt x="0" y="222"/>
                  </a:moveTo>
                  <a:lnTo>
                    <a:pt x="56" y="0"/>
                  </a:lnTo>
                  <a:lnTo>
                    <a:pt x="118" y="0"/>
                  </a:lnTo>
                  <a:lnTo>
                    <a:pt x="142" y="7"/>
                  </a:lnTo>
                  <a:lnTo>
                    <a:pt x="154" y="13"/>
                  </a:lnTo>
                  <a:lnTo>
                    <a:pt x="167" y="32"/>
                  </a:lnTo>
                  <a:lnTo>
                    <a:pt x="167" y="49"/>
                  </a:lnTo>
                  <a:lnTo>
                    <a:pt x="161" y="75"/>
                  </a:lnTo>
                  <a:lnTo>
                    <a:pt x="142" y="99"/>
                  </a:lnTo>
                  <a:lnTo>
                    <a:pt x="124" y="111"/>
                  </a:lnTo>
                  <a:lnTo>
                    <a:pt x="99" y="124"/>
                  </a:lnTo>
                  <a:lnTo>
                    <a:pt x="32" y="1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6999" name=""/>
            <p:cNvSpPr/>
            <p:nvPr/>
          </p:nvSpPr>
          <p:spPr>
            <a:xfrm rot="0" flipV="1">
              <a:off x="4933" y="1256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00" name=""/>
            <p:cNvSpPr/>
            <p:nvPr/>
          </p:nvSpPr>
          <p:spPr>
            <a:xfrm rot="0" flipH="1">
              <a:off x="4948" y="1256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01" name=""/>
            <p:cNvSpPr/>
            <p:nvPr/>
          </p:nvSpPr>
          <p:spPr>
            <a:xfrm rot="0">
              <a:off x="156" y="4144"/>
              <a:ext cx="5411" cy="16"/>
            </a:xfrm>
            <a:custGeom>
              <a:avLst/>
              <a:ahLst/>
              <a:rect l="0" t="0" r="r" b="b"/>
              <a:pathLst>
                <a:path w="21644" h="64">
                  <a:moveTo>
                    <a:pt x="0" y="0"/>
                  </a:moveTo>
                  <a:lnTo>
                    <a:pt x="0" y="32"/>
                  </a:lnTo>
                  <a:lnTo>
                    <a:pt x="0" y="64"/>
                  </a:lnTo>
                  <a:lnTo>
                    <a:pt x="21644" y="64"/>
                  </a:lnTo>
                  <a:lnTo>
                    <a:pt x="21644" y="32"/>
                  </a:lnTo>
                  <a:lnTo>
                    <a:pt x="2164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02" name=""/>
            <p:cNvSpPr/>
            <p:nvPr/>
          </p:nvSpPr>
          <p:spPr>
            <a:xfrm rot="0">
              <a:off x="156" y="4144"/>
              <a:ext cx="5411" cy="16"/>
            </a:xfrm>
            <a:custGeom>
              <a:avLst/>
              <a:ahLst/>
              <a:rect l="0" t="0" r="r" b="b"/>
              <a:pathLst>
                <a:path w="21644" h="64">
                  <a:moveTo>
                    <a:pt x="0" y="0"/>
                  </a:moveTo>
                  <a:lnTo>
                    <a:pt x="0" y="32"/>
                  </a:lnTo>
                  <a:lnTo>
                    <a:pt x="0" y="64"/>
                  </a:lnTo>
                  <a:lnTo>
                    <a:pt x="21644" y="64"/>
                  </a:lnTo>
                  <a:lnTo>
                    <a:pt x="21644" y="32"/>
                  </a:lnTo>
                  <a:lnTo>
                    <a:pt x="2164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03" name=""/>
            <p:cNvSpPr/>
            <p:nvPr/>
          </p:nvSpPr>
          <p:spPr>
            <a:xfrm rot="0">
              <a:off x="5567" y="4153"/>
              <a:ext cx="8" cy="7"/>
            </a:xfrm>
            <a:custGeom>
              <a:avLst/>
              <a:ahLst/>
              <a:rect l="0" t="0" r="r" b="b"/>
              <a:pathLst>
                <a:path w="32" h="32">
                  <a:moveTo>
                    <a:pt x="0" y="0"/>
                  </a:moveTo>
                  <a:lnTo>
                    <a:pt x="0" y="32"/>
                  </a:lnTo>
                  <a:lnTo>
                    <a:pt x="5" y="32"/>
                  </a:lnTo>
                  <a:lnTo>
                    <a:pt x="10" y="31"/>
                  </a:lnTo>
                  <a:lnTo>
                    <a:pt x="15" y="29"/>
                  </a:lnTo>
                  <a:lnTo>
                    <a:pt x="19" y="27"/>
                  </a:lnTo>
                  <a:lnTo>
                    <a:pt x="22" y="23"/>
                  </a:lnTo>
                  <a:lnTo>
                    <a:pt x="26" y="19"/>
                  </a:lnTo>
                  <a:lnTo>
                    <a:pt x="29" y="16"/>
                  </a:lnTo>
                  <a:lnTo>
                    <a:pt x="30" y="10"/>
                  </a:lnTo>
                  <a:lnTo>
                    <a:pt x="31" y="5"/>
                  </a:lnTo>
                  <a:lnTo>
                    <a:pt x="3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04" name=""/>
            <p:cNvSpPr/>
            <p:nvPr/>
          </p:nvSpPr>
          <p:spPr>
            <a:xfrm rot="0">
              <a:off x="5567" y="4153"/>
              <a:ext cx="8" cy="7"/>
            </a:xfrm>
            <a:custGeom>
              <a:avLst/>
              <a:ahLst/>
              <a:rect l="0" t="0" r="r" b="b"/>
              <a:pathLst>
                <a:path w="32" h="32">
                  <a:moveTo>
                    <a:pt x="0" y="32"/>
                  </a:moveTo>
                  <a:lnTo>
                    <a:pt x="5" y="32"/>
                  </a:lnTo>
                  <a:lnTo>
                    <a:pt x="10" y="31"/>
                  </a:lnTo>
                  <a:lnTo>
                    <a:pt x="15" y="29"/>
                  </a:lnTo>
                  <a:lnTo>
                    <a:pt x="19" y="27"/>
                  </a:lnTo>
                  <a:lnTo>
                    <a:pt x="22" y="23"/>
                  </a:lnTo>
                  <a:lnTo>
                    <a:pt x="26" y="19"/>
                  </a:lnTo>
                  <a:lnTo>
                    <a:pt x="29" y="16"/>
                  </a:lnTo>
                  <a:lnTo>
                    <a:pt x="30" y="10"/>
                  </a:lnTo>
                  <a:lnTo>
                    <a:pt x="31" y="5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05" name=""/>
            <p:cNvSpPr/>
            <p:nvPr/>
          </p:nvSpPr>
          <p:spPr>
            <a:xfrm rot="0">
              <a:off x="5559" y="459"/>
              <a:ext cx="16" cy="3694"/>
            </a:xfrm>
            <a:custGeom>
              <a:avLst/>
              <a:ahLst/>
              <a:rect l="0" t="0" r="r" b="b"/>
              <a:pathLst>
                <a:path w="64" h="14774">
                  <a:moveTo>
                    <a:pt x="0" y="14774"/>
                  </a:moveTo>
                  <a:lnTo>
                    <a:pt x="32" y="14774"/>
                  </a:lnTo>
                  <a:lnTo>
                    <a:pt x="64" y="14774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47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06" name=""/>
            <p:cNvSpPr/>
            <p:nvPr/>
          </p:nvSpPr>
          <p:spPr>
            <a:xfrm rot="0">
              <a:off x="5559" y="459"/>
              <a:ext cx="16" cy="3694"/>
            </a:xfrm>
            <a:custGeom>
              <a:avLst/>
              <a:ahLst/>
              <a:rect l="0" t="0" r="r" b="b"/>
              <a:pathLst>
                <a:path w="64" h="14774">
                  <a:moveTo>
                    <a:pt x="0" y="14774"/>
                  </a:moveTo>
                  <a:lnTo>
                    <a:pt x="32" y="14774"/>
                  </a:lnTo>
                  <a:lnTo>
                    <a:pt x="64" y="14774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47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07" name=""/>
            <p:cNvSpPr/>
            <p:nvPr/>
          </p:nvSpPr>
          <p:spPr>
            <a:xfrm rot="0">
              <a:off x="5567" y="451"/>
              <a:ext cx="8" cy="8"/>
            </a:xfrm>
            <a:custGeom>
              <a:avLst/>
              <a:ahLst/>
              <a:rect l="0" t="0" r="r" b="b"/>
              <a:pathLst>
                <a:path w="32" h="33">
                  <a:moveTo>
                    <a:pt x="0" y="33"/>
                  </a:moveTo>
                  <a:lnTo>
                    <a:pt x="32" y="33"/>
                  </a:lnTo>
                  <a:lnTo>
                    <a:pt x="31" y="28"/>
                  </a:lnTo>
                  <a:lnTo>
                    <a:pt x="30" y="23"/>
                  </a:lnTo>
                  <a:lnTo>
                    <a:pt x="29" y="18"/>
                  </a:lnTo>
                  <a:lnTo>
                    <a:pt x="26" y="14"/>
                  </a:lnTo>
                  <a:lnTo>
                    <a:pt x="22" y="10"/>
                  </a:lnTo>
                  <a:lnTo>
                    <a:pt x="19" y="7"/>
                  </a:lnTo>
                  <a:lnTo>
                    <a:pt x="15" y="4"/>
                  </a:lnTo>
                  <a:lnTo>
                    <a:pt x="10" y="3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08" name=""/>
            <p:cNvSpPr/>
            <p:nvPr/>
          </p:nvSpPr>
          <p:spPr>
            <a:xfrm rot="0">
              <a:off x="5567" y="451"/>
              <a:ext cx="8" cy="8"/>
            </a:xfrm>
            <a:custGeom>
              <a:avLst/>
              <a:ahLst/>
              <a:rect l="0" t="0" r="r" b="b"/>
              <a:pathLst>
                <a:path w="32" h="33">
                  <a:moveTo>
                    <a:pt x="32" y="33"/>
                  </a:moveTo>
                  <a:lnTo>
                    <a:pt x="31" y="28"/>
                  </a:lnTo>
                  <a:lnTo>
                    <a:pt x="30" y="23"/>
                  </a:lnTo>
                  <a:lnTo>
                    <a:pt x="29" y="18"/>
                  </a:lnTo>
                  <a:lnTo>
                    <a:pt x="26" y="14"/>
                  </a:lnTo>
                  <a:lnTo>
                    <a:pt x="22" y="10"/>
                  </a:lnTo>
                  <a:lnTo>
                    <a:pt x="19" y="7"/>
                  </a:lnTo>
                  <a:lnTo>
                    <a:pt x="15" y="4"/>
                  </a:lnTo>
                  <a:lnTo>
                    <a:pt x="10" y="3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09" name=""/>
            <p:cNvSpPr/>
            <p:nvPr/>
          </p:nvSpPr>
          <p:spPr>
            <a:xfrm rot="0">
              <a:off x="156" y="451"/>
              <a:ext cx="5411" cy="16"/>
            </a:xfrm>
            <a:custGeom>
              <a:avLst/>
              <a:ahLst/>
              <a:rect l="0" t="0" r="r" b="b"/>
              <a:pathLst>
                <a:path w="21644" h="65">
                  <a:moveTo>
                    <a:pt x="21644" y="65"/>
                  </a:moveTo>
                  <a:lnTo>
                    <a:pt x="21644" y="33"/>
                  </a:lnTo>
                  <a:lnTo>
                    <a:pt x="2164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21644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10" name=""/>
            <p:cNvSpPr/>
            <p:nvPr/>
          </p:nvSpPr>
          <p:spPr>
            <a:xfrm rot="0">
              <a:off x="156" y="451"/>
              <a:ext cx="5411" cy="16"/>
            </a:xfrm>
            <a:custGeom>
              <a:avLst/>
              <a:ahLst/>
              <a:rect l="0" t="0" r="r" b="b"/>
              <a:pathLst>
                <a:path w="21644" h="65">
                  <a:moveTo>
                    <a:pt x="21644" y="65"/>
                  </a:moveTo>
                  <a:lnTo>
                    <a:pt x="21644" y="33"/>
                  </a:lnTo>
                  <a:lnTo>
                    <a:pt x="2164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21644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11" name=""/>
            <p:cNvSpPr/>
            <p:nvPr/>
          </p:nvSpPr>
          <p:spPr>
            <a:xfrm rot="0">
              <a:off x="148" y="451"/>
              <a:ext cx="8" cy="8"/>
            </a:xfrm>
            <a:custGeom>
              <a:avLst/>
              <a:ahLst/>
              <a:rect l="0" t="0" r="r" b="b"/>
              <a:pathLst>
                <a:path w="32" h="33">
                  <a:moveTo>
                    <a:pt x="32" y="33"/>
                  </a:moveTo>
                  <a:lnTo>
                    <a:pt x="32" y="0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12" name=""/>
            <p:cNvSpPr/>
            <p:nvPr/>
          </p:nvSpPr>
          <p:spPr>
            <a:xfrm rot="0">
              <a:off x="148" y="451"/>
              <a:ext cx="8" cy="8"/>
            </a:xfrm>
            <a:custGeom>
              <a:avLst/>
              <a:ahLst/>
              <a:rect l="0" t="0" r="r" b="b"/>
              <a:pathLst>
                <a:path w="32" h="33">
                  <a:moveTo>
                    <a:pt x="32" y="0"/>
                  </a:moveTo>
                  <a:lnTo>
                    <a:pt x="27" y="2"/>
                  </a:lnTo>
                  <a:lnTo>
                    <a:pt x="22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13" name=""/>
            <p:cNvSpPr/>
            <p:nvPr/>
          </p:nvSpPr>
          <p:spPr>
            <a:xfrm rot="0">
              <a:off x="148" y="459"/>
              <a:ext cx="16" cy="3694"/>
            </a:xfrm>
            <a:custGeom>
              <a:avLst/>
              <a:ahLst/>
              <a:rect l="0" t="0" r="r" b="b"/>
              <a:pathLst>
                <a:path w="65" h="14774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774"/>
                  </a:lnTo>
                  <a:lnTo>
                    <a:pt x="32" y="14774"/>
                  </a:lnTo>
                  <a:lnTo>
                    <a:pt x="65" y="14774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14" name=""/>
            <p:cNvSpPr/>
            <p:nvPr/>
          </p:nvSpPr>
          <p:spPr>
            <a:xfrm rot="0">
              <a:off x="148" y="459"/>
              <a:ext cx="16" cy="3694"/>
            </a:xfrm>
            <a:custGeom>
              <a:avLst/>
              <a:ahLst/>
              <a:rect l="0" t="0" r="r" b="b"/>
              <a:pathLst>
                <a:path w="65" h="14774">
                  <a:moveTo>
                    <a:pt x="65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774"/>
                  </a:lnTo>
                  <a:lnTo>
                    <a:pt x="32" y="14774"/>
                  </a:lnTo>
                  <a:lnTo>
                    <a:pt x="65" y="14774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15" name=""/>
            <p:cNvSpPr/>
            <p:nvPr/>
          </p:nvSpPr>
          <p:spPr>
            <a:xfrm rot="0">
              <a:off x="148" y="4153"/>
              <a:ext cx="8" cy="7"/>
            </a:xfrm>
            <a:custGeom>
              <a:avLst/>
              <a:ahLst/>
              <a:rect l="0" t="0" r="r" b="b"/>
              <a:pathLst>
                <a:path w="32" h="32">
                  <a:moveTo>
                    <a:pt x="32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3" y="16"/>
                  </a:lnTo>
                  <a:lnTo>
                    <a:pt x="5" y="19"/>
                  </a:lnTo>
                  <a:lnTo>
                    <a:pt x="9" y="23"/>
                  </a:lnTo>
                  <a:lnTo>
                    <a:pt x="13" y="27"/>
                  </a:lnTo>
                  <a:lnTo>
                    <a:pt x="17" y="29"/>
                  </a:lnTo>
                  <a:lnTo>
                    <a:pt x="22" y="31"/>
                  </a:lnTo>
                  <a:lnTo>
                    <a:pt x="27" y="32"/>
                  </a:lnTo>
                  <a:lnTo>
                    <a:pt x="32" y="32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016" name=""/>
            <p:cNvSpPr/>
            <p:nvPr/>
          </p:nvSpPr>
          <p:spPr>
            <a:xfrm rot="0">
              <a:off x="148" y="4153"/>
              <a:ext cx="8" cy="7"/>
            </a:xfrm>
            <a:custGeom>
              <a:avLst/>
              <a:ahLst/>
              <a:rect l="0" t="0" r="r" b="b"/>
              <a:pathLst>
                <a:path w="32" h="32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3" y="16"/>
                  </a:lnTo>
                  <a:lnTo>
                    <a:pt x="5" y="19"/>
                  </a:lnTo>
                  <a:lnTo>
                    <a:pt x="9" y="23"/>
                  </a:lnTo>
                  <a:lnTo>
                    <a:pt x="13" y="27"/>
                  </a:lnTo>
                  <a:lnTo>
                    <a:pt x="17" y="29"/>
                  </a:lnTo>
                  <a:lnTo>
                    <a:pt x="22" y="31"/>
                  </a:lnTo>
                  <a:lnTo>
                    <a:pt x="27" y="32"/>
                  </a:lnTo>
                  <a:lnTo>
                    <a:pt x="3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17" name=""/>
            <p:cNvSpPr/>
            <p:nvPr/>
          </p:nvSpPr>
          <p:spPr>
            <a:xfrm rot="0" flipV="1">
              <a:off x="2588" y="345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18" name=""/>
            <p:cNvSpPr/>
            <p:nvPr/>
          </p:nvSpPr>
          <p:spPr>
            <a:xfrm rot="0" flipH="1">
              <a:off x="2588" y="373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19" name=""/>
            <p:cNvSpPr/>
            <p:nvPr/>
          </p:nvSpPr>
          <p:spPr>
            <a:xfrm rot="0" flipV="1">
              <a:off x="2585" y="400"/>
              <a:ext cx="3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0" name=""/>
            <p:cNvSpPr/>
            <p:nvPr/>
          </p:nvSpPr>
          <p:spPr>
            <a:xfrm rot="0" flipV="1">
              <a:off x="2601" y="347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1" name=""/>
            <p:cNvSpPr/>
            <p:nvPr/>
          </p:nvSpPr>
          <p:spPr>
            <a:xfrm rot="0" flipV="1">
              <a:off x="2634" y="343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2" name=""/>
            <p:cNvSpPr/>
            <p:nvPr/>
          </p:nvSpPr>
          <p:spPr>
            <a:xfrm rot="0">
              <a:off x="2643" y="346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3" name=""/>
            <p:cNvSpPr/>
            <p:nvPr/>
          </p:nvSpPr>
          <p:spPr>
            <a:xfrm rot="0" flipH="1">
              <a:off x="2622" y="423"/>
              <a:ext cx="3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4" name=""/>
            <p:cNvSpPr/>
            <p:nvPr/>
          </p:nvSpPr>
          <p:spPr>
            <a:xfrm rot="0" flipV="1">
              <a:off x="2633" y="380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5" name=""/>
            <p:cNvSpPr/>
            <p:nvPr/>
          </p:nvSpPr>
          <p:spPr>
            <a:xfrm rot="0" flipH="1">
              <a:off x="2613" y="360"/>
              <a:ext cx="4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6" name=""/>
            <p:cNvSpPr/>
            <p:nvPr/>
          </p:nvSpPr>
          <p:spPr>
            <a:xfrm rot="0">
              <a:off x="2604" y="321"/>
              <a:ext cx="23" cy="119"/>
            </a:xfrm>
            <a:custGeom>
              <a:avLst/>
              <a:ahLst/>
              <a:rect l="0" t="0" r="r" b="b"/>
              <a:pathLst>
                <a:path w="93" h="473">
                  <a:moveTo>
                    <a:pt x="93" y="0"/>
                  </a:moveTo>
                  <a:lnTo>
                    <a:pt x="82" y="233"/>
                  </a:lnTo>
                  <a:lnTo>
                    <a:pt x="55" y="381"/>
                  </a:lnTo>
                  <a:lnTo>
                    <a:pt x="0" y="4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7" name=""/>
            <p:cNvSpPr/>
            <p:nvPr/>
          </p:nvSpPr>
          <p:spPr>
            <a:xfrm rot="0" flipV="1">
              <a:off x="2676" y="393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8" name=""/>
            <p:cNvSpPr/>
            <p:nvPr/>
          </p:nvSpPr>
          <p:spPr>
            <a:xfrm rot="0" flipV="1">
              <a:off x="2672" y="413"/>
              <a:ext cx="23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29" name=""/>
            <p:cNvSpPr/>
            <p:nvPr/>
          </p:nvSpPr>
          <p:spPr>
            <a:xfrm rot="0" flipH="1">
              <a:off x="2675" y="327"/>
              <a:ext cx="16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0" name=""/>
            <p:cNvSpPr/>
            <p:nvPr/>
          </p:nvSpPr>
          <p:spPr>
            <a:xfrm rot="0" flipH="1">
              <a:off x="2679" y="356"/>
              <a:ext cx="2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1" name=""/>
            <p:cNvSpPr/>
            <p:nvPr/>
          </p:nvSpPr>
          <p:spPr>
            <a:xfrm rot="0" flipV="1">
              <a:off x="2672" y="364"/>
              <a:ext cx="23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2" name=""/>
            <p:cNvSpPr/>
            <p:nvPr/>
          </p:nvSpPr>
          <p:spPr>
            <a:xfrm rot="0" flipV="1">
              <a:off x="2704" y="335"/>
              <a:ext cx="2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3" name=""/>
            <p:cNvSpPr/>
            <p:nvPr/>
          </p:nvSpPr>
          <p:spPr>
            <a:xfrm rot="0" flipH="1">
              <a:off x="2723" y="333"/>
              <a:ext cx="11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4" name=""/>
            <p:cNvSpPr/>
            <p:nvPr/>
          </p:nvSpPr>
          <p:spPr>
            <a:xfrm rot="0" flipV="1">
              <a:off x="2721" y="370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5" name=""/>
            <p:cNvSpPr/>
            <p:nvPr/>
          </p:nvSpPr>
          <p:spPr>
            <a:xfrm rot="0">
              <a:off x="2702" y="368"/>
              <a:ext cx="35" cy="73"/>
            </a:xfrm>
            <a:custGeom>
              <a:avLst/>
              <a:ahLst/>
              <a:rect l="0" t="0" r="r" b="b"/>
              <a:pathLst>
                <a:path w="141" h="293">
                  <a:moveTo>
                    <a:pt x="141" y="0"/>
                  </a:moveTo>
                  <a:lnTo>
                    <a:pt x="92" y="168"/>
                  </a:lnTo>
                  <a:lnTo>
                    <a:pt x="0" y="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6" name=""/>
            <p:cNvSpPr/>
            <p:nvPr/>
          </p:nvSpPr>
          <p:spPr>
            <a:xfrm rot="0">
              <a:off x="2688" y="341"/>
              <a:ext cx="27" cy="99"/>
            </a:xfrm>
            <a:custGeom>
              <a:avLst/>
              <a:ahLst/>
              <a:rect l="0" t="0" r="r" b="b"/>
              <a:pathLst>
                <a:path w="109" h="396">
                  <a:moveTo>
                    <a:pt x="109" y="0"/>
                  </a:moveTo>
                  <a:lnTo>
                    <a:pt x="76" y="227"/>
                  </a:lnTo>
                  <a:lnTo>
                    <a:pt x="43" y="326"/>
                  </a:lnTo>
                  <a:lnTo>
                    <a:pt x="0" y="3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7" name=""/>
            <p:cNvSpPr/>
            <p:nvPr/>
          </p:nvSpPr>
          <p:spPr>
            <a:xfrm rot="0">
              <a:off x="2712" y="380"/>
              <a:ext cx="34" cy="59"/>
            </a:xfrm>
            <a:custGeom>
              <a:avLst/>
              <a:ahLst/>
              <a:rect l="0" t="0" r="r" b="b"/>
              <a:pathLst>
                <a:path w="136" h="235">
                  <a:moveTo>
                    <a:pt x="0" y="0"/>
                  </a:moveTo>
                  <a:lnTo>
                    <a:pt x="98" y="235"/>
                  </a:lnTo>
                  <a:lnTo>
                    <a:pt x="136" y="2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8" name=""/>
            <p:cNvSpPr/>
            <p:nvPr/>
          </p:nvSpPr>
          <p:spPr>
            <a:xfrm rot="0" flipV="1">
              <a:off x="3307" y="395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39" name=""/>
            <p:cNvSpPr/>
            <p:nvPr/>
          </p:nvSpPr>
          <p:spPr>
            <a:xfrm rot="0" flipV="1">
              <a:off x="3322" y="323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0" name=""/>
            <p:cNvSpPr/>
            <p:nvPr/>
          </p:nvSpPr>
          <p:spPr>
            <a:xfrm rot="0" flipV="1">
              <a:off x="3294" y="429"/>
              <a:ext cx="5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1" name=""/>
            <p:cNvSpPr/>
            <p:nvPr/>
          </p:nvSpPr>
          <p:spPr>
            <a:xfrm rot="0" flipV="1">
              <a:off x="3307" y="366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2" name=""/>
            <p:cNvSpPr/>
            <p:nvPr/>
          </p:nvSpPr>
          <p:spPr>
            <a:xfrm rot="0">
              <a:off x="3300" y="342"/>
              <a:ext cx="11" cy="50"/>
            </a:xfrm>
            <a:custGeom>
              <a:avLst/>
              <a:ahLst/>
              <a:rect l="0" t="0" r="r" b="b"/>
              <a:pathLst>
                <a:path w="44" h="201">
                  <a:moveTo>
                    <a:pt x="44" y="0"/>
                  </a:moveTo>
                  <a:lnTo>
                    <a:pt x="28" y="114"/>
                  </a:lnTo>
                  <a:lnTo>
                    <a:pt x="0" y="2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3" name=""/>
            <p:cNvSpPr/>
            <p:nvPr/>
          </p:nvSpPr>
          <p:spPr>
            <a:xfrm rot="0" flipH="1" flipV="1">
              <a:off x="3277" y="393"/>
              <a:ext cx="2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4" name=""/>
            <p:cNvSpPr/>
            <p:nvPr/>
          </p:nvSpPr>
          <p:spPr>
            <a:xfrm rot="0" flipV="1">
              <a:off x="3269" y="364"/>
              <a:ext cx="2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5" name=""/>
            <p:cNvSpPr/>
            <p:nvPr/>
          </p:nvSpPr>
          <p:spPr>
            <a:xfrm rot="0">
              <a:off x="3271" y="356"/>
              <a:ext cx="29" cy="81"/>
            </a:xfrm>
            <a:custGeom>
              <a:avLst/>
              <a:ahLst/>
              <a:rect l="0" t="0" r="r" b="b"/>
              <a:pathLst>
                <a:path w="114" h="326">
                  <a:moveTo>
                    <a:pt x="114" y="0"/>
                  </a:moveTo>
                  <a:lnTo>
                    <a:pt x="71" y="196"/>
                  </a:lnTo>
                  <a:lnTo>
                    <a:pt x="0" y="3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6" name=""/>
            <p:cNvSpPr/>
            <p:nvPr/>
          </p:nvSpPr>
          <p:spPr>
            <a:xfrm rot="0" flipH="1">
              <a:off x="3278" y="323"/>
              <a:ext cx="12" cy="7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7" name=""/>
            <p:cNvSpPr/>
            <p:nvPr/>
          </p:nvSpPr>
          <p:spPr>
            <a:xfrm rot="0" flipH="1">
              <a:off x="3369" y="324"/>
              <a:ext cx="38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8" name=""/>
            <p:cNvSpPr/>
            <p:nvPr/>
          </p:nvSpPr>
          <p:spPr>
            <a:xfrm rot="0" flipV="1">
              <a:off x="3391" y="346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49" name=""/>
            <p:cNvSpPr/>
            <p:nvPr/>
          </p:nvSpPr>
          <p:spPr>
            <a:xfrm rot="0" flipH="1">
              <a:off x="3358" y="393"/>
              <a:ext cx="2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0" name=""/>
            <p:cNvSpPr/>
            <p:nvPr/>
          </p:nvSpPr>
          <p:spPr>
            <a:xfrm rot="0">
              <a:off x="3388" y="391"/>
              <a:ext cx="1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1" name=""/>
            <p:cNvSpPr/>
            <p:nvPr/>
          </p:nvSpPr>
          <p:spPr>
            <a:xfrm rot="0" flipV="1">
              <a:off x="3388" y="428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2" name=""/>
            <p:cNvSpPr/>
            <p:nvPr/>
          </p:nvSpPr>
          <p:spPr>
            <a:xfrm rot="0" flipV="1">
              <a:off x="3421" y="392"/>
              <a:ext cx="2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3" name=""/>
            <p:cNvSpPr/>
            <p:nvPr/>
          </p:nvSpPr>
          <p:spPr>
            <a:xfrm rot="0">
              <a:off x="3384" y="357"/>
              <a:ext cx="1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4" name=""/>
            <p:cNvSpPr/>
            <p:nvPr/>
          </p:nvSpPr>
          <p:spPr>
            <a:xfrm rot="0">
              <a:off x="3385" y="342"/>
              <a:ext cx="41" cy="51"/>
            </a:xfrm>
            <a:custGeom>
              <a:avLst/>
              <a:ahLst/>
              <a:rect l="0" t="0" r="r" b="b"/>
              <a:pathLst>
                <a:path w="163" h="206">
                  <a:moveTo>
                    <a:pt x="163" y="0"/>
                  </a:moveTo>
                  <a:lnTo>
                    <a:pt x="76" y="130"/>
                  </a:lnTo>
                  <a:lnTo>
                    <a:pt x="0" y="2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5" name=""/>
            <p:cNvSpPr/>
            <p:nvPr/>
          </p:nvSpPr>
          <p:spPr>
            <a:xfrm rot="0" flipV="1">
              <a:off x="3388" y="395"/>
              <a:ext cx="34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6" name=""/>
            <p:cNvSpPr/>
            <p:nvPr/>
          </p:nvSpPr>
          <p:spPr>
            <a:xfrm rot="0">
              <a:off x="4046" y="317"/>
              <a:ext cx="5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7" name=""/>
            <p:cNvSpPr/>
            <p:nvPr/>
          </p:nvSpPr>
          <p:spPr>
            <a:xfrm rot="0" flipH="1">
              <a:off x="4018" y="347"/>
              <a:ext cx="4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8" name=""/>
            <p:cNvSpPr/>
            <p:nvPr/>
          </p:nvSpPr>
          <p:spPr>
            <a:xfrm rot="0" flipV="1">
              <a:off x="4021" y="354"/>
              <a:ext cx="5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59" name=""/>
            <p:cNvSpPr/>
            <p:nvPr/>
          </p:nvSpPr>
          <p:spPr>
            <a:xfrm rot="0" flipH="1">
              <a:off x="4075" y="349"/>
              <a:ext cx="7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0" name=""/>
            <p:cNvSpPr/>
            <p:nvPr/>
          </p:nvSpPr>
          <p:spPr>
            <a:xfrm rot="0" flipH="1" flipV="1">
              <a:off x="4039" y="423"/>
              <a:ext cx="1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1" name=""/>
            <p:cNvSpPr/>
            <p:nvPr/>
          </p:nvSpPr>
          <p:spPr>
            <a:xfrm rot="0" flipH="1">
              <a:off x="4051" y="365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2" name=""/>
            <p:cNvSpPr/>
            <p:nvPr/>
          </p:nvSpPr>
          <p:spPr>
            <a:xfrm rot="0">
              <a:off x="4051" y="384"/>
              <a:ext cx="2" cy="60"/>
            </a:xfrm>
            <a:custGeom>
              <a:avLst/>
              <a:ahLst/>
              <a:rect l="0" t="0" r="r" b="b"/>
              <a:pathLst>
                <a:path w="11" h="240">
                  <a:moveTo>
                    <a:pt x="0" y="0"/>
                  </a:moveTo>
                  <a:lnTo>
                    <a:pt x="11" y="65"/>
                  </a:lnTo>
                  <a:lnTo>
                    <a:pt x="11" y="202"/>
                  </a:lnTo>
                  <a:lnTo>
                    <a:pt x="0" y="2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3" name=""/>
            <p:cNvSpPr/>
            <p:nvPr/>
          </p:nvSpPr>
          <p:spPr>
            <a:xfrm rot="0" flipV="1">
              <a:off x="4018" y="393"/>
              <a:ext cx="65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4" name=""/>
            <p:cNvSpPr/>
            <p:nvPr/>
          </p:nvSpPr>
          <p:spPr>
            <a:xfrm rot="0">
              <a:off x="4029" y="323"/>
              <a:ext cx="7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5" name=""/>
            <p:cNvSpPr/>
            <p:nvPr/>
          </p:nvSpPr>
          <p:spPr>
            <a:xfrm rot="0" flipH="1">
              <a:off x="4062" y="317"/>
              <a:ext cx="9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6" name=""/>
            <p:cNvSpPr/>
            <p:nvPr/>
          </p:nvSpPr>
          <p:spPr>
            <a:xfrm rot="0" flipH="1">
              <a:off x="4033" y="370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7" name=""/>
            <p:cNvSpPr/>
            <p:nvPr/>
          </p:nvSpPr>
          <p:spPr>
            <a:xfrm rot="0">
              <a:off x="4122" y="320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8" name=""/>
            <p:cNvSpPr/>
            <p:nvPr/>
          </p:nvSpPr>
          <p:spPr>
            <a:xfrm rot="0" flipV="1">
              <a:off x="4122" y="328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69" name=""/>
            <p:cNvSpPr/>
            <p:nvPr/>
          </p:nvSpPr>
          <p:spPr>
            <a:xfrm rot="0" flipH="1">
              <a:off x="4155" y="323"/>
              <a:ext cx="3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0" name=""/>
            <p:cNvSpPr/>
            <p:nvPr/>
          </p:nvSpPr>
          <p:spPr>
            <a:xfrm rot="0" flipH="1">
              <a:off x="4122" y="356"/>
              <a:ext cx="3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1" name=""/>
            <p:cNvSpPr/>
            <p:nvPr/>
          </p:nvSpPr>
          <p:spPr>
            <a:xfrm rot="0" flipV="1">
              <a:off x="4102" y="370"/>
              <a:ext cx="71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2" name=""/>
            <p:cNvSpPr/>
            <p:nvPr/>
          </p:nvSpPr>
          <p:spPr>
            <a:xfrm rot="0" flipH="1">
              <a:off x="4122" y="374"/>
              <a:ext cx="6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3" name=""/>
            <p:cNvSpPr/>
            <p:nvPr/>
          </p:nvSpPr>
          <p:spPr>
            <a:xfrm rot="0">
              <a:off x="4131" y="390"/>
              <a:ext cx="28" cy="55"/>
            </a:xfrm>
            <a:custGeom>
              <a:avLst/>
              <a:ahLst/>
              <a:rect l="0" t="0" r="r" b="b"/>
              <a:pathLst>
                <a:path w="113" h="222">
                  <a:moveTo>
                    <a:pt x="113" y="0"/>
                  </a:moveTo>
                  <a:lnTo>
                    <a:pt x="49" y="222"/>
                  </a:lnTo>
                  <a:lnTo>
                    <a:pt x="0" y="1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4" name=""/>
            <p:cNvSpPr/>
            <p:nvPr/>
          </p:nvSpPr>
          <p:spPr>
            <a:xfrm rot="0" flipH="1">
              <a:off x="4120" y="393"/>
              <a:ext cx="3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5" name=""/>
            <p:cNvSpPr/>
            <p:nvPr/>
          </p:nvSpPr>
          <p:spPr>
            <a:xfrm rot="0">
              <a:off x="4769" y="346"/>
              <a:ext cx="1" cy="9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6" name=""/>
            <p:cNvSpPr/>
            <p:nvPr/>
          </p:nvSpPr>
          <p:spPr>
            <a:xfrm rot="0" flipH="1">
              <a:off x="4753" y="323"/>
              <a:ext cx="28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7" name=""/>
            <p:cNvSpPr/>
            <p:nvPr/>
          </p:nvSpPr>
          <p:spPr>
            <a:xfrm rot="0" flipV="1">
              <a:off x="4777" y="379"/>
              <a:ext cx="53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8" name=""/>
            <p:cNvSpPr/>
            <p:nvPr/>
          </p:nvSpPr>
          <p:spPr>
            <a:xfrm rot="0" flipV="1">
              <a:off x="4780" y="422"/>
              <a:ext cx="4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79" name=""/>
            <p:cNvSpPr/>
            <p:nvPr/>
          </p:nvSpPr>
          <p:spPr>
            <a:xfrm rot="0" flipV="1">
              <a:off x="4803" y="346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0" name=""/>
            <p:cNvSpPr/>
            <p:nvPr/>
          </p:nvSpPr>
          <p:spPr>
            <a:xfrm rot="0" flipH="1">
              <a:off x="4781" y="334"/>
              <a:ext cx="38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1" name=""/>
            <p:cNvSpPr/>
            <p:nvPr/>
          </p:nvSpPr>
          <p:spPr>
            <a:xfrm rot="0">
              <a:off x="4895" y="386"/>
              <a:ext cx="14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2" name=""/>
            <p:cNvSpPr/>
            <p:nvPr/>
          </p:nvSpPr>
          <p:spPr>
            <a:xfrm rot="0">
              <a:off x="4891" y="334"/>
              <a:ext cx="1" cy="1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3" name=""/>
            <p:cNvSpPr/>
            <p:nvPr/>
          </p:nvSpPr>
          <p:spPr>
            <a:xfrm rot="0">
              <a:off x="4909" y="423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4" name=""/>
            <p:cNvSpPr/>
            <p:nvPr/>
          </p:nvSpPr>
          <p:spPr>
            <a:xfrm rot="0">
              <a:off x="4858" y="384"/>
              <a:ext cx="30" cy="50"/>
            </a:xfrm>
            <a:custGeom>
              <a:avLst/>
              <a:ahLst/>
              <a:rect l="0" t="0" r="r" b="b"/>
              <a:pathLst>
                <a:path w="120" h="202">
                  <a:moveTo>
                    <a:pt x="120" y="0"/>
                  </a:moveTo>
                  <a:lnTo>
                    <a:pt x="80" y="93"/>
                  </a:lnTo>
                  <a:lnTo>
                    <a:pt x="0" y="2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5" name=""/>
            <p:cNvSpPr/>
            <p:nvPr/>
          </p:nvSpPr>
          <p:spPr>
            <a:xfrm rot="0" flipV="1">
              <a:off x="4881" y="347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6" name=""/>
            <p:cNvSpPr/>
            <p:nvPr/>
          </p:nvSpPr>
          <p:spPr>
            <a:xfrm rot="0" flipV="1">
              <a:off x="4876" y="365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7" name=""/>
            <p:cNvSpPr/>
            <p:nvPr/>
          </p:nvSpPr>
          <p:spPr>
            <a:xfrm rot="0" flipH="1">
              <a:off x="4904" y="327"/>
              <a:ext cx="5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8" name=""/>
            <p:cNvSpPr/>
            <p:nvPr/>
          </p:nvSpPr>
          <p:spPr>
            <a:xfrm rot="0">
              <a:off x="4876" y="326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89" name=""/>
            <p:cNvSpPr/>
            <p:nvPr/>
          </p:nvSpPr>
          <p:spPr>
            <a:xfrm rot="0" flipV="1">
              <a:off x="4842" y="365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0" name=""/>
            <p:cNvSpPr/>
            <p:nvPr/>
          </p:nvSpPr>
          <p:spPr>
            <a:xfrm rot="0" flipH="1">
              <a:off x="4857" y="361"/>
              <a:ext cx="3" cy="6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1" name=""/>
            <p:cNvSpPr/>
            <p:nvPr/>
          </p:nvSpPr>
          <p:spPr>
            <a:xfrm rot="0">
              <a:off x="4853" y="327"/>
              <a:ext cx="1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2" name=""/>
            <p:cNvSpPr/>
            <p:nvPr/>
          </p:nvSpPr>
          <p:spPr>
            <a:xfrm rot="0" flipV="1">
              <a:off x="4856" y="403"/>
              <a:ext cx="15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3" name=""/>
            <p:cNvSpPr/>
            <p:nvPr/>
          </p:nvSpPr>
          <p:spPr>
            <a:xfrm rot="0" flipV="1">
              <a:off x="4876" y="330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4" name=""/>
            <p:cNvSpPr/>
            <p:nvPr/>
          </p:nvSpPr>
          <p:spPr>
            <a:xfrm rot="0" flipH="1">
              <a:off x="4868" y="383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5" name=""/>
            <p:cNvSpPr/>
            <p:nvPr/>
          </p:nvSpPr>
          <p:spPr>
            <a:xfrm rot="0" flipV="1">
              <a:off x="4952" y="345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6" name=""/>
            <p:cNvSpPr/>
            <p:nvPr/>
          </p:nvSpPr>
          <p:spPr>
            <a:xfrm rot="0" flipV="1">
              <a:off x="4934" y="370"/>
              <a:ext cx="75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7" name=""/>
            <p:cNvSpPr/>
            <p:nvPr/>
          </p:nvSpPr>
          <p:spPr>
            <a:xfrm rot="0" flipV="1">
              <a:off x="4971" y="319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8" name=""/>
            <p:cNvSpPr/>
            <p:nvPr/>
          </p:nvSpPr>
          <p:spPr>
            <a:xfrm rot="0" flipH="1">
              <a:off x="4979" y="333"/>
              <a:ext cx="19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099" name=""/>
            <p:cNvSpPr/>
            <p:nvPr/>
          </p:nvSpPr>
          <p:spPr>
            <a:xfrm rot="0">
              <a:off x="4967" y="391"/>
              <a:ext cx="32" cy="50"/>
            </a:xfrm>
            <a:custGeom>
              <a:avLst/>
              <a:ahLst/>
              <a:rect l="0" t="0" r="r" b="b"/>
              <a:pathLst>
                <a:path w="130" h="200">
                  <a:moveTo>
                    <a:pt x="0" y="0"/>
                  </a:moveTo>
                  <a:lnTo>
                    <a:pt x="0" y="190"/>
                  </a:lnTo>
                  <a:lnTo>
                    <a:pt x="38" y="200"/>
                  </a:lnTo>
                  <a:lnTo>
                    <a:pt x="130" y="195"/>
                  </a:lnTo>
                  <a:lnTo>
                    <a:pt x="125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0" name=""/>
            <p:cNvSpPr/>
            <p:nvPr/>
          </p:nvSpPr>
          <p:spPr>
            <a:xfrm rot="0" flipH="1">
              <a:off x="4967" y="398"/>
              <a:ext cx="27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1" name=""/>
            <p:cNvSpPr/>
            <p:nvPr/>
          </p:nvSpPr>
          <p:spPr>
            <a:xfrm rot="0">
              <a:off x="4932" y="373"/>
              <a:ext cx="47" cy="49"/>
            </a:xfrm>
            <a:custGeom>
              <a:avLst/>
              <a:ahLst/>
              <a:rect l="0" t="0" r="r" b="b"/>
              <a:pathLst>
                <a:path w="191" h="196">
                  <a:moveTo>
                    <a:pt x="191" y="0"/>
                  </a:moveTo>
                  <a:lnTo>
                    <a:pt x="137" y="71"/>
                  </a:lnTo>
                  <a:lnTo>
                    <a:pt x="0" y="1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2" name=""/>
            <p:cNvSpPr/>
            <p:nvPr/>
          </p:nvSpPr>
          <p:spPr>
            <a:xfrm rot="0" flipH="1">
              <a:off x="5028" y="404"/>
              <a:ext cx="12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3" name=""/>
            <p:cNvSpPr/>
            <p:nvPr/>
          </p:nvSpPr>
          <p:spPr>
            <a:xfrm rot="0">
              <a:off x="5031" y="337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4" name=""/>
            <p:cNvSpPr/>
            <p:nvPr/>
          </p:nvSpPr>
          <p:spPr>
            <a:xfrm rot="0">
              <a:off x="5040" y="319"/>
              <a:ext cx="5" cy="87"/>
            </a:xfrm>
            <a:custGeom>
              <a:avLst/>
              <a:ahLst/>
              <a:rect l="0" t="0" r="r" b="b"/>
              <a:pathLst>
                <a:path w="22" h="347">
                  <a:moveTo>
                    <a:pt x="22" y="0"/>
                  </a:moveTo>
                  <a:lnTo>
                    <a:pt x="17" y="250"/>
                  </a:lnTo>
                  <a:lnTo>
                    <a:pt x="0" y="3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5" name=""/>
            <p:cNvSpPr/>
            <p:nvPr/>
          </p:nvSpPr>
          <p:spPr>
            <a:xfrm rot="0" flipV="1">
              <a:off x="5052" y="333"/>
              <a:ext cx="4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6" name=""/>
            <p:cNvSpPr/>
            <p:nvPr/>
          </p:nvSpPr>
          <p:spPr>
            <a:xfrm rot="0">
              <a:off x="5055" y="357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7" name=""/>
            <p:cNvSpPr/>
            <p:nvPr/>
          </p:nvSpPr>
          <p:spPr>
            <a:xfrm rot="0" flipV="1">
              <a:off x="5055" y="360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8" name=""/>
            <p:cNvSpPr/>
            <p:nvPr/>
          </p:nvSpPr>
          <p:spPr>
            <a:xfrm rot="0" flipH="1" flipV="1">
              <a:off x="5077" y="400"/>
              <a:ext cx="9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09" name=""/>
            <p:cNvSpPr/>
            <p:nvPr/>
          </p:nvSpPr>
          <p:spPr>
            <a:xfrm rot="0">
              <a:off x="5071" y="335"/>
              <a:ext cx="1" cy="10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0" name=""/>
            <p:cNvSpPr/>
            <p:nvPr/>
          </p:nvSpPr>
          <p:spPr>
            <a:xfrm rot="0" flipH="1">
              <a:off x="5086" y="354"/>
              <a:ext cx="3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1" name=""/>
            <p:cNvSpPr/>
            <p:nvPr/>
          </p:nvSpPr>
          <p:spPr>
            <a:xfrm rot="0" flipV="1">
              <a:off x="231" y="579"/>
              <a:ext cx="18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2" name=""/>
            <p:cNvSpPr/>
            <p:nvPr/>
          </p:nvSpPr>
          <p:spPr>
            <a:xfrm rot="0">
              <a:off x="240" y="561"/>
              <a:ext cx="1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3" name=""/>
            <p:cNvSpPr/>
            <p:nvPr/>
          </p:nvSpPr>
          <p:spPr>
            <a:xfrm rot="0" flipV="1">
              <a:off x="233" y="560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4" name=""/>
            <p:cNvSpPr/>
            <p:nvPr/>
          </p:nvSpPr>
          <p:spPr>
            <a:xfrm rot="0">
              <a:off x="256" y="52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5" name=""/>
            <p:cNvSpPr/>
            <p:nvPr/>
          </p:nvSpPr>
          <p:spPr>
            <a:xfrm rot="0">
              <a:off x="247" y="517"/>
              <a:ext cx="17" cy="85"/>
            </a:xfrm>
            <a:custGeom>
              <a:avLst/>
              <a:ahLst/>
              <a:rect l="0" t="0" r="r" b="b"/>
              <a:pathLst>
                <a:path w="68" h="339">
                  <a:moveTo>
                    <a:pt x="0" y="0"/>
                  </a:moveTo>
                  <a:lnTo>
                    <a:pt x="15" y="191"/>
                  </a:lnTo>
                  <a:lnTo>
                    <a:pt x="34" y="282"/>
                  </a:lnTo>
                  <a:lnTo>
                    <a:pt x="68" y="339"/>
                  </a:lnTo>
                  <a:lnTo>
                    <a:pt x="60" y="2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6" name=""/>
            <p:cNvSpPr/>
            <p:nvPr/>
          </p:nvSpPr>
          <p:spPr>
            <a:xfrm rot="0" flipV="1">
              <a:off x="233" y="542"/>
              <a:ext cx="2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7" name=""/>
            <p:cNvSpPr/>
            <p:nvPr/>
          </p:nvSpPr>
          <p:spPr>
            <a:xfrm rot="0">
              <a:off x="219" y="523"/>
              <a:ext cx="8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8" name=""/>
            <p:cNvSpPr/>
            <p:nvPr/>
          </p:nvSpPr>
          <p:spPr>
            <a:xfrm rot="0" flipH="1">
              <a:off x="220" y="575"/>
              <a:ext cx="13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19" name=""/>
            <p:cNvSpPr/>
            <p:nvPr/>
          </p:nvSpPr>
          <p:spPr>
            <a:xfrm rot="0" flipV="1">
              <a:off x="225" y="547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0" name=""/>
            <p:cNvSpPr/>
            <p:nvPr/>
          </p:nvSpPr>
          <p:spPr>
            <a:xfrm rot="0" flipH="1">
              <a:off x="211" y="550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1" name=""/>
            <p:cNvSpPr/>
            <p:nvPr/>
          </p:nvSpPr>
          <p:spPr>
            <a:xfrm rot="0" flipV="1">
              <a:off x="293" y="556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2" name=""/>
            <p:cNvSpPr/>
            <p:nvPr/>
          </p:nvSpPr>
          <p:spPr>
            <a:xfrm rot="0" flipV="1">
              <a:off x="320" y="552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3" name=""/>
            <p:cNvSpPr/>
            <p:nvPr/>
          </p:nvSpPr>
          <p:spPr>
            <a:xfrm rot="0" flipV="1">
              <a:off x="281" y="590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4" name=""/>
            <p:cNvSpPr/>
            <p:nvPr/>
          </p:nvSpPr>
          <p:spPr>
            <a:xfrm rot="0">
              <a:off x="281" y="555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5" name=""/>
            <p:cNvSpPr/>
            <p:nvPr/>
          </p:nvSpPr>
          <p:spPr>
            <a:xfrm rot="0">
              <a:off x="300" y="543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6" name=""/>
            <p:cNvSpPr/>
            <p:nvPr/>
          </p:nvSpPr>
          <p:spPr>
            <a:xfrm rot="0" flipH="1">
              <a:off x="289" y="541"/>
              <a:ext cx="2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7" name=""/>
            <p:cNvSpPr/>
            <p:nvPr/>
          </p:nvSpPr>
          <p:spPr>
            <a:xfrm rot="0" flipV="1">
              <a:off x="311" y="538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8" name=""/>
            <p:cNvSpPr/>
            <p:nvPr/>
          </p:nvSpPr>
          <p:spPr>
            <a:xfrm rot="0" flipV="1">
              <a:off x="290" y="574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29" name=""/>
            <p:cNvSpPr/>
            <p:nvPr/>
          </p:nvSpPr>
          <p:spPr>
            <a:xfrm rot="0">
              <a:off x="289" y="537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0" name=""/>
            <p:cNvSpPr/>
            <p:nvPr/>
          </p:nvSpPr>
          <p:spPr>
            <a:xfrm rot="0" flipH="1">
              <a:off x="278" y="524"/>
              <a:ext cx="4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1" name=""/>
            <p:cNvSpPr/>
            <p:nvPr/>
          </p:nvSpPr>
          <p:spPr>
            <a:xfrm rot="0">
              <a:off x="348" y="53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2" name=""/>
            <p:cNvSpPr/>
            <p:nvPr/>
          </p:nvSpPr>
          <p:spPr>
            <a:xfrm rot="0" flipV="1">
              <a:off x="348" y="559"/>
              <a:ext cx="3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3" name=""/>
            <p:cNvSpPr/>
            <p:nvPr/>
          </p:nvSpPr>
          <p:spPr>
            <a:xfrm rot="0" flipH="1">
              <a:off x="379" y="532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4" name=""/>
            <p:cNvSpPr/>
            <p:nvPr/>
          </p:nvSpPr>
          <p:spPr>
            <a:xfrm rot="0">
              <a:off x="363" y="518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5" name=""/>
            <p:cNvSpPr/>
            <p:nvPr/>
          </p:nvSpPr>
          <p:spPr>
            <a:xfrm rot="0" flipV="1">
              <a:off x="346" y="594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6" name=""/>
            <p:cNvSpPr/>
            <p:nvPr/>
          </p:nvSpPr>
          <p:spPr>
            <a:xfrm rot="0" flipH="1">
              <a:off x="380" y="571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7" name=""/>
            <p:cNvSpPr/>
            <p:nvPr/>
          </p:nvSpPr>
          <p:spPr>
            <a:xfrm rot="0" flipV="1">
              <a:off x="346" y="573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73" name=""/>
          <p:cNvGrpSpPr/>
          <p:nvPr/>
        </p:nvGrpSpPr>
        <p:grpSpPr>
          <a:xfrm rot="0">
            <a:off x="635000" y="817562"/>
            <a:ext cx="2270125" cy="141287"/>
            <a:chOff x="400" y="515"/>
            <a:chExt cx="1430" cy="89"/>
          </a:xfrm>
        </p:grpSpPr>
        <p:sp>
          <p:nvSpPr>
            <p:cNvPr id="1057138" name=""/>
            <p:cNvSpPr/>
            <p:nvPr/>
          </p:nvSpPr>
          <p:spPr>
            <a:xfrm rot="0" flipV="1">
              <a:off x="400" y="521"/>
              <a:ext cx="49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39" name=""/>
            <p:cNvSpPr/>
            <p:nvPr/>
          </p:nvSpPr>
          <p:spPr>
            <a:xfrm rot="0">
              <a:off x="425" y="52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0" name=""/>
            <p:cNvSpPr/>
            <p:nvPr/>
          </p:nvSpPr>
          <p:spPr>
            <a:xfrm rot="0">
              <a:off x="431" y="545"/>
              <a:ext cx="17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1" name=""/>
            <p:cNvSpPr/>
            <p:nvPr/>
          </p:nvSpPr>
          <p:spPr>
            <a:xfrm rot="0" flipV="1">
              <a:off x="470" y="528"/>
              <a:ext cx="2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2" name=""/>
            <p:cNvSpPr/>
            <p:nvPr/>
          </p:nvSpPr>
          <p:spPr>
            <a:xfrm rot="0" flipV="1">
              <a:off x="476" y="545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3" name=""/>
            <p:cNvSpPr/>
            <p:nvPr/>
          </p:nvSpPr>
          <p:spPr>
            <a:xfrm rot="0" flipH="1">
              <a:off x="476" y="566"/>
              <a:ext cx="9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4" name=""/>
            <p:cNvSpPr/>
            <p:nvPr/>
          </p:nvSpPr>
          <p:spPr>
            <a:xfrm rot="0" flipV="1">
              <a:off x="467" y="529"/>
              <a:ext cx="16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5" name=""/>
            <p:cNvSpPr/>
            <p:nvPr/>
          </p:nvSpPr>
          <p:spPr>
            <a:xfrm rot="0">
              <a:off x="472" y="557"/>
              <a:ext cx="8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6" name=""/>
            <p:cNvSpPr/>
            <p:nvPr/>
          </p:nvSpPr>
          <p:spPr>
            <a:xfrm rot="0" flipV="1">
              <a:off x="501" y="537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7" name=""/>
            <p:cNvSpPr/>
            <p:nvPr/>
          </p:nvSpPr>
          <p:spPr>
            <a:xfrm rot="0">
              <a:off x="500" y="517"/>
              <a:ext cx="11" cy="85"/>
            </a:xfrm>
            <a:custGeom>
              <a:avLst/>
              <a:ahLst/>
              <a:rect l="0" t="0" r="r" b="b"/>
              <a:pathLst>
                <a:path w="43" h="339">
                  <a:moveTo>
                    <a:pt x="43" y="0"/>
                  </a:moveTo>
                  <a:lnTo>
                    <a:pt x="39" y="339"/>
                  </a:lnTo>
                  <a:lnTo>
                    <a:pt x="0" y="2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8" name=""/>
            <p:cNvSpPr/>
            <p:nvPr/>
          </p:nvSpPr>
          <p:spPr>
            <a:xfrm rot="0" flipV="1">
              <a:off x="485" y="542"/>
              <a:ext cx="7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49" name=""/>
            <p:cNvSpPr/>
            <p:nvPr/>
          </p:nvSpPr>
          <p:spPr>
            <a:xfrm rot="0" flipV="1">
              <a:off x="466" y="582"/>
              <a:ext cx="10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0" name=""/>
            <p:cNvSpPr/>
            <p:nvPr/>
          </p:nvSpPr>
          <p:spPr>
            <a:xfrm rot="0" flipV="1">
              <a:off x="526" y="553"/>
              <a:ext cx="2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1" name=""/>
            <p:cNvSpPr/>
            <p:nvPr/>
          </p:nvSpPr>
          <p:spPr>
            <a:xfrm rot="0">
              <a:off x="541" y="516"/>
              <a:ext cx="1" cy="8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2" name=""/>
            <p:cNvSpPr/>
            <p:nvPr/>
          </p:nvSpPr>
          <p:spPr>
            <a:xfrm rot="0" flipV="1">
              <a:off x="531" y="541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3" name=""/>
            <p:cNvSpPr/>
            <p:nvPr/>
          </p:nvSpPr>
          <p:spPr>
            <a:xfrm rot="0">
              <a:off x="525" y="523"/>
              <a:ext cx="9" cy="39"/>
            </a:xfrm>
            <a:custGeom>
              <a:avLst/>
              <a:ahLst/>
              <a:rect l="0" t="0" r="r" b="b"/>
              <a:pathLst>
                <a:path w="38" h="157">
                  <a:moveTo>
                    <a:pt x="38" y="0"/>
                  </a:moveTo>
                  <a:lnTo>
                    <a:pt x="26" y="72"/>
                  </a:lnTo>
                  <a:lnTo>
                    <a:pt x="0" y="1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4" name=""/>
            <p:cNvSpPr/>
            <p:nvPr/>
          </p:nvSpPr>
          <p:spPr>
            <a:xfrm rot="0">
              <a:off x="549" y="515"/>
              <a:ext cx="10" cy="45"/>
            </a:xfrm>
            <a:custGeom>
              <a:avLst/>
              <a:ahLst/>
              <a:rect l="0" t="0" r="r" b="b"/>
              <a:pathLst>
                <a:path w="38" h="179">
                  <a:moveTo>
                    <a:pt x="38" y="0"/>
                  </a:moveTo>
                  <a:lnTo>
                    <a:pt x="23" y="102"/>
                  </a:lnTo>
                  <a:lnTo>
                    <a:pt x="0" y="1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5" name=""/>
            <p:cNvSpPr/>
            <p:nvPr/>
          </p:nvSpPr>
          <p:spPr>
            <a:xfrm rot="0" flipV="1">
              <a:off x="555" y="541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6" name=""/>
            <p:cNvSpPr/>
            <p:nvPr/>
          </p:nvSpPr>
          <p:spPr>
            <a:xfrm rot="0">
              <a:off x="563" y="538"/>
              <a:ext cx="13" cy="63"/>
            </a:xfrm>
            <a:custGeom>
              <a:avLst/>
              <a:ahLst/>
              <a:rect l="0" t="0" r="r" b="b"/>
              <a:pathLst>
                <a:path w="53" h="251">
                  <a:moveTo>
                    <a:pt x="53" y="0"/>
                  </a:moveTo>
                  <a:lnTo>
                    <a:pt x="27" y="251"/>
                  </a:lnTo>
                  <a:lnTo>
                    <a:pt x="0" y="1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7" name=""/>
            <p:cNvSpPr/>
            <p:nvPr/>
          </p:nvSpPr>
          <p:spPr>
            <a:xfrm rot="0">
              <a:off x="547" y="545"/>
              <a:ext cx="14" cy="38"/>
            </a:xfrm>
            <a:custGeom>
              <a:avLst/>
              <a:ahLst/>
              <a:rect l="0" t="0" r="r" b="b"/>
              <a:pathLst>
                <a:path w="53" h="149">
                  <a:moveTo>
                    <a:pt x="0" y="149"/>
                  </a:moveTo>
                  <a:lnTo>
                    <a:pt x="34" y="73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8" name=""/>
            <p:cNvSpPr/>
            <p:nvPr/>
          </p:nvSpPr>
          <p:spPr>
            <a:xfrm rot="0">
              <a:off x="547" y="569"/>
              <a:ext cx="16" cy="29"/>
            </a:xfrm>
            <a:custGeom>
              <a:avLst/>
              <a:ahLst/>
              <a:rect l="0" t="0" r="r" b="b"/>
              <a:pathLst>
                <a:path w="60" h="113">
                  <a:moveTo>
                    <a:pt x="60" y="0"/>
                  </a:moveTo>
                  <a:lnTo>
                    <a:pt x="30" y="68"/>
                  </a:lnTo>
                  <a:lnTo>
                    <a:pt x="0" y="1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59" name=""/>
            <p:cNvSpPr/>
            <p:nvPr/>
          </p:nvSpPr>
          <p:spPr>
            <a:xfrm rot="0" flipH="1">
              <a:off x="563" y="545"/>
              <a:ext cx="5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0" name=""/>
            <p:cNvSpPr/>
            <p:nvPr/>
          </p:nvSpPr>
          <p:spPr>
            <a:xfrm rot="0" flipH="1">
              <a:off x="586" y="519"/>
              <a:ext cx="19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1" name=""/>
            <p:cNvSpPr/>
            <p:nvPr/>
          </p:nvSpPr>
          <p:spPr>
            <a:xfrm rot="0">
              <a:off x="622" y="517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2" name=""/>
            <p:cNvSpPr/>
            <p:nvPr/>
          </p:nvSpPr>
          <p:spPr>
            <a:xfrm rot="0">
              <a:off x="600" y="541"/>
              <a:ext cx="19" cy="45"/>
            </a:xfrm>
            <a:custGeom>
              <a:avLst/>
              <a:ahLst/>
              <a:rect l="0" t="0" r="r" b="b"/>
              <a:pathLst>
                <a:path w="73" h="179">
                  <a:moveTo>
                    <a:pt x="73" y="0"/>
                  </a:moveTo>
                  <a:lnTo>
                    <a:pt x="54" y="61"/>
                  </a:lnTo>
                  <a:lnTo>
                    <a:pt x="31" y="119"/>
                  </a:lnTo>
                  <a:lnTo>
                    <a:pt x="0" y="1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3" name=""/>
            <p:cNvSpPr/>
            <p:nvPr/>
          </p:nvSpPr>
          <p:spPr>
            <a:xfrm rot="0">
              <a:off x="622" y="541"/>
              <a:ext cx="21" cy="39"/>
            </a:xfrm>
            <a:custGeom>
              <a:avLst/>
              <a:ahLst/>
              <a:rect l="0" t="0" r="r" b="b"/>
              <a:pathLst>
                <a:path w="87" h="157">
                  <a:moveTo>
                    <a:pt x="0" y="0"/>
                  </a:moveTo>
                  <a:lnTo>
                    <a:pt x="72" y="157"/>
                  </a:lnTo>
                  <a:lnTo>
                    <a:pt x="87" y="1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4" name=""/>
            <p:cNvSpPr/>
            <p:nvPr/>
          </p:nvSpPr>
          <p:spPr>
            <a:xfrm rot="0" flipV="1">
              <a:off x="610" y="576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5" name=""/>
            <p:cNvSpPr/>
            <p:nvPr/>
          </p:nvSpPr>
          <p:spPr>
            <a:xfrm rot="0" flipV="1">
              <a:off x="598" y="536"/>
              <a:ext cx="1" cy="6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6" name=""/>
            <p:cNvSpPr/>
            <p:nvPr/>
          </p:nvSpPr>
          <p:spPr>
            <a:xfrm rot="0" flipV="1">
              <a:off x="604" y="538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7" name=""/>
            <p:cNvSpPr/>
            <p:nvPr/>
          </p:nvSpPr>
          <p:spPr>
            <a:xfrm rot="0" flipH="1">
              <a:off x="659" y="517"/>
              <a:ext cx="1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8" name=""/>
            <p:cNvSpPr/>
            <p:nvPr/>
          </p:nvSpPr>
          <p:spPr>
            <a:xfrm rot="0">
              <a:off x="649" y="523"/>
              <a:ext cx="10" cy="78"/>
            </a:xfrm>
            <a:custGeom>
              <a:avLst/>
              <a:ahLst/>
              <a:rect l="0" t="0" r="r" b="b"/>
              <a:pathLst>
                <a:path w="42" h="312">
                  <a:moveTo>
                    <a:pt x="42" y="0"/>
                  </a:moveTo>
                  <a:lnTo>
                    <a:pt x="34" y="194"/>
                  </a:lnTo>
                  <a:lnTo>
                    <a:pt x="26" y="240"/>
                  </a:lnTo>
                  <a:lnTo>
                    <a:pt x="0" y="3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69" name=""/>
            <p:cNvSpPr/>
            <p:nvPr/>
          </p:nvSpPr>
          <p:spPr>
            <a:xfrm rot="0" flipH="1">
              <a:off x="672" y="541"/>
              <a:ext cx="2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0" name=""/>
            <p:cNvSpPr/>
            <p:nvPr/>
          </p:nvSpPr>
          <p:spPr>
            <a:xfrm rot="0" flipV="1">
              <a:off x="658" y="563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1" name=""/>
            <p:cNvSpPr/>
            <p:nvPr/>
          </p:nvSpPr>
          <p:spPr>
            <a:xfrm rot="0" flipV="1">
              <a:off x="658" y="544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2" name=""/>
            <p:cNvSpPr/>
            <p:nvPr/>
          </p:nvSpPr>
          <p:spPr>
            <a:xfrm rot="0" flipH="1">
              <a:off x="683" y="521"/>
              <a:ext cx="18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3" name=""/>
            <p:cNvSpPr/>
            <p:nvPr/>
          </p:nvSpPr>
          <p:spPr>
            <a:xfrm rot="0">
              <a:off x="665" y="525"/>
              <a:ext cx="18" cy="77"/>
            </a:xfrm>
            <a:custGeom>
              <a:avLst/>
              <a:ahLst/>
              <a:rect l="0" t="0" r="r" b="b"/>
              <a:pathLst>
                <a:path w="72" h="308">
                  <a:moveTo>
                    <a:pt x="72" y="0"/>
                  </a:moveTo>
                  <a:lnTo>
                    <a:pt x="61" y="186"/>
                  </a:lnTo>
                  <a:lnTo>
                    <a:pt x="50" y="232"/>
                  </a:lnTo>
                  <a:lnTo>
                    <a:pt x="0" y="3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4" name=""/>
            <p:cNvSpPr/>
            <p:nvPr/>
          </p:nvSpPr>
          <p:spPr>
            <a:xfrm rot="0" flipV="1">
              <a:off x="681" y="549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5" name=""/>
            <p:cNvSpPr/>
            <p:nvPr/>
          </p:nvSpPr>
          <p:spPr>
            <a:xfrm rot="0">
              <a:off x="694" y="551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6" name=""/>
            <p:cNvSpPr/>
            <p:nvPr/>
          </p:nvSpPr>
          <p:spPr>
            <a:xfrm rot="0" flipH="1">
              <a:off x="718" y="518"/>
              <a:ext cx="12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7" name=""/>
            <p:cNvSpPr/>
            <p:nvPr/>
          </p:nvSpPr>
          <p:spPr>
            <a:xfrm rot="0" flipV="1">
              <a:off x="722" y="537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8" name=""/>
            <p:cNvSpPr/>
            <p:nvPr/>
          </p:nvSpPr>
          <p:spPr>
            <a:xfrm rot="0" flipV="1">
              <a:off x="713" y="554"/>
              <a:ext cx="2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79" name=""/>
            <p:cNvSpPr/>
            <p:nvPr/>
          </p:nvSpPr>
          <p:spPr>
            <a:xfrm rot="0">
              <a:off x="729" y="539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0" name=""/>
            <p:cNvSpPr/>
            <p:nvPr/>
          </p:nvSpPr>
          <p:spPr>
            <a:xfrm rot="0">
              <a:off x="719" y="565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1" name=""/>
            <p:cNvSpPr/>
            <p:nvPr/>
          </p:nvSpPr>
          <p:spPr>
            <a:xfrm rot="0" flipV="1">
              <a:off x="719" y="581"/>
              <a:ext cx="1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2" name=""/>
            <p:cNvSpPr/>
            <p:nvPr/>
          </p:nvSpPr>
          <p:spPr>
            <a:xfrm rot="0" flipH="1">
              <a:off x="735" y="562"/>
              <a:ext cx="1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3" name=""/>
            <p:cNvSpPr/>
            <p:nvPr/>
          </p:nvSpPr>
          <p:spPr>
            <a:xfrm rot="0" flipV="1">
              <a:off x="740" y="540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4" name=""/>
            <p:cNvSpPr/>
            <p:nvPr/>
          </p:nvSpPr>
          <p:spPr>
            <a:xfrm rot="0" flipH="1">
              <a:off x="757" y="538"/>
              <a:ext cx="4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5" name=""/>
            <p:cNvSpPr/>
            <p:nvPr/>
          </p:nvSpPr>
          <p:spPr>
            <a:xfrm rot="0" flipV="1">
              <a:off x="737" y="563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6" name=""/>
            <p:cNvSpPr/>
            <p:nvPr/>
          </p:nvSpPr>
          <p:spPr>
            <a:xfrm rot="0" flipH="1">
              <a:off x="730" y="583"/>
              <a:ext cx="13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7" name=""/>
            <p:cNvSpPr/>
            <p:nvPr/>
          </p:nvSpPr>
          <p:spPr>
            <a:xfrm rot="0">
              <a:off x="749" y="566"/>
              <a:ext cx="18" cy="33"/>
            </a:xfrm>
            <a:custGeom>
              <a:avLst/>
              <a:ahLst/>
              <a:rect l="0" t="0" r="r" b="b"/>
              <a:pathLst>
                <a:path w="72" h="132">
                  <a:moveTo>
                    <a:pt x="0" y="0"/>
                  </a:moveTo>
                  <a:lnTo>
                    <a:pt x="38" y="132"/>
                  </a:lnTo>
                  <a:lnTo>
                    <a:pt x="72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8" name=""/>
            <p:cNvSpPr/>
            <p:nvPr/>
          </p:nvSpPr>
          <p:spPr>
            <a:xfrm rot="0">
              <a:off x="743" y="518"/>
              <a:ext cx="9" cy="66"/>
            </a:xfrm>
            <a:custGeom>
              <a:avLst/>
              <a:ahLst/>
              <a:rect l="0" t="0" r="r" b="b"/>
              <a:pathLst>
                <a:path w="34" h="263">
                  <a:moveTo>
                    <a:pt x="34" y="0"/>
                  </a:moveTo>
                  <a:lnTo>
                    <a:pt x="23" y="148"/>
                  </a:lnTo>
                  <a:lnTo>
                    <a:pt x="0" y="2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89" name=""/>
            <p:cNvSpPr/>
            <p:nvPr/>
          </p:nvSpPr>
          <p:spPr>
            <a:xfrm rot="0" flipH="1">
              <a:off x="787" y="519"/>
              <a:ext cx="5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0" name=""/>
            <p:cNvSpPr/>
            <p:nvPr/>
          </p:nvSpPr>
          <p:spPr>
            <a:xfrm rot="0" flipV="1">
              <a:off x="783" y="581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1" name=""/>
            <p:cNvSpPr/>
            <p:nvPr/>
          </p:nvSpPr>
          <p:spPr>
            <a:xfrm rot="0" flipV="1">
              <a:off x="798" y="539"/>
              <a:ext cx="2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2" name=""/>
            <p:cNvSpPr/>
            <p:nvPr/>
          </p:nvSpPr>
          <p:spPr>
            <a:xfrm rot="0" flipH="1">
              <a:off x="784" y="542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3" name=""/>
            <p:cNvSpPr/>
            <p:nvPr/>
          </p:nvSpPr>
          <p:spPr>
            <a:xfrm rot="0" flipV="1">
              <a:off x="783" y="561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4" name=""/>
            <p:cNvSpPr/>
            <p:nvPr/>
          </p:nvSpPr>
          <p:spPr>
            <a:xfrm rot="0" flipH="1">
              <a:off x="803" y="518"/>
              <a:ext cx="10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5" name=""/>
            <p:cNvSpPr/>
            <p:nvPr/>
          </p:nvSpPr>
          <p:spPr>
            <a:xfrm rot="0" flipH="1" flipV="1">
              <a:off x="812" y="587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6" name=""/>
            <p:cNvSpPr/>
            <p:nvPr/>
          </p:nvSpPr>
          <p:spPr>
            <a:xfrm rot="0">
              <a:off x="810" y="555"/>
              <a:ext cx="6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7" name=""/>
            <p:cNvSpPr/>
            <p:nvPr/>
          </p:nvSpPr>
          <p:spPr>
            <a:xfrm rot="0">
              <a:off x="820" y="537"/>
              <a:ext cx="7" cy="64"/>
            </a:xfrm>
            <a:custGeom>
              <a:avLst/>
              <a:ahLst/>
              <a:rect l="0" t="0" r="r" b="b"/>
              <a:pathLst>
                <a:path w="26" h="255">
                  <a:moveTo>
                    <a:pt x="0" y="255"/>
                  </a:moveTo>
                  <a:lnTo>
                    <a:pt x="15" y="149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8" name=""/>
            <p:cNvSpPr/>
            <p:nvPr/>
          </p:nvSpPr>
          <p:spPr>
            <a:xfrm rot="0" flipV="1">
              <a:off x="808" y="540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199" name=""/>
            <p:cNvSpPr/>
            <p:nvPr/>
          </p:nvSpPr>
          <p:spPr>
            <a:xfrm rot="0">
              <a:off x="783" y="538"/>
              <a:ext cx="1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0" name=""/>
            <p:cNvSpPr/>
            <p:nvPr/>
          </p:nvSpPr>
          <p:spPr>
            <a:xfrm rot="0" flipV="1">
              <a:off x="838" y="541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1" name=""/>
            <p:cNvSpPr/>
            <p:nvPr/>
          </p:nvSpPr>
          <p:spPr>
            <a:xfrm rot="0">
              <a:off x="850" y="555"/>
              <a:ext cx="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2" name=""/>
            <p:cNvSpPr/>
            <p:nvPr/>
          </p:nvSpPr>
          <p:spPr>
            <a:xfrm rot="0">
              <a:off x="850" y="55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3" name=""/>
            <p:cNvSpPr/>
            <p:nvPr/>
          </p:nvSpPr>
          <p:spPr>
            <a:xfrm rot="0">
              <a:off x="837" y="537"/>
              <a:ext cx="18" cy="33"/>
            </a:xfrm>
            <a:custGeom>
              <a:avLst/>
              <a:ahLst/>
              <a:rect l="0" t="0" r="r" b="b"/>
              <a:pathLst>
                <a:path w="72" h="134">
                  <a:moveTo>
                    <a:pt x="72" y="0"/>
                  </a:moveTo>
                  <a:lnTo>
                    <a:pt x="53" y="53"/>
                  </a:lnTo>
                  <a:lnTo>
                    <a:pt x="0" y="1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4" name=""/>
            <p:cNvSpPr/>
            <p:nvPr/>
          </p:nvSpPr>
          <p:spPr>
            <a:xfrm rot="0">
              <a:off x="846" y="519"/>
              <a:ext cx="7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5" name=""/>
            <p:cNvSpPr/>
            <p:nvPr/>
          </p:nvSpPr>
          <p:spPr>
            <a:xfrm rot="0">
              <a:off x="866" y="520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6" name=""/>
            <p:cNvSpPr/>
            <p:nvPr/>
          </p:nvSpPr>
          <p:spPr>
            <a:xfrm rot="0" flipV="1">
              <a:off x="882" y="522"/>
              <a:ext cx="2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7" name=""/>
            <p:cNvSpPr/>
            <p:nvPr/>
          </p:nvSpPr>
          <p:spPr>
            <a:xfrm rot="0" flipH="1">
              <a:off x="866" y="525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8" name=""/>
            <p:cNvSpPr/>
            <p:nvPr/>
          </p:nvSpPr>
          <p:spPr>
            <a:xfrm rot="0">
              <a:off x="867" y="536"/>
              <a:ext cx="8" cy="46"/>
            </a:xfrm>
            <a:custGeom>
              <a:avLst/>
              <a:ahLst/>
              <a:rect l="0" t="0" r="r" b="b"/>
              <a:pathLst>
                <a:path w="30" h="183">
                  <a:moveTo>
                    <a:pt x="30" y="0"/>
                  </a:moveTo>
                  <a:lnTo>
                    <a:pt x="19" y="115"/>
                  </a:lnTo>
                  <a:lnTo>
                    <a:pt x="0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09" name=""/>
            <p:cNvSpPr/>
            <p:nvPr/>
          </p:nvSpPr>
          <p:spPr>
            <a:xfrm rot="0">
              <a:off x="853" y="582"/>
              <a:ext cx="14" cy="17"/>
            </a:xfrm>
            <a:custGeom>
              <a:avLst/>
              <a:ahLst/>
              <a:rect l="0" t="0" r="r" b="b"/>
              <a:pathLst>
                <a:path w="57" h="68">
                  <a:moveTo>
                    <a:pt x="0" y="68"/>
                  </a:moveTo>
                  <a:lnTo>
                    <a:pt x="31" y="3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0" name=""/>
            <p:cNvSpPr/>
            <p:nvPr/>
          </p:nvSpPr>
          <p:spPr>
            <a:xfrm rot="0">
              <a:off x="876" y="562"/>
              <a:ext cx="15" cy="32"/>
            </a:xfrm>
            <a:custGeom>
              <a:avLst/>
              <a:ahLst/>
              <a:rect l="0" t="0" r="r" b="b"/>
              <a:pathLst>
                <a:path w="61" h="128">
                  <a:moveTo>
                    <a:pt x="61" y="60"/>
                  </a:moveTo>
                  <a:lnTo>
                    <a:pt x="61" y="128"/>
                  </a:lnTo>
                  <a:lnTo>
                    <a:pt x="15" y="128"/>
                  </a:lnTo>
                  <a:lnTo>
                    <a:pt x="0" y="117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1" name=""/>
            <p:cNvSpPr/>
            <p:nvPr/>
          </p:nvSpPr>
          <p:spPr>
            <a:xfrm rot="0" flipH="1">
              <a:off x="907" y="525"/>
              <a:ext cx="4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2" name=""/>
            <p:cNvSpPr/>
            <p:nvPr/>
          </p:nvSpPr>
          <p:spPr>
            <a:xfrm rot="0" flipV="1">
              <a:off x="907" y="590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3" name=""/>
            <p:cNvSpPr/>
            <p:nvPr/>
          </p:nvSpPr>
          <p:spPr>
            <a:xfrm rot="0" flipV="1">
              <a:off x="946" y="521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4" name=""/>
            <p:cNvSpPr/>
            <p:nvPr/>
          </p:nvSpPr>
          <p:spPr>
            <a:xfrm rot="0">
              <a:off x="944" y="590"/>
              <a:ext cx="2" cy="8"/>
            </a:xfrm>
            <a:custGeom>
              <a:avLst/>
              <a:ahLst/>
              <a:rect l="0" t="0" r="r" b="b"/>
              <a:pathLst>
                <a:path w="8" h="30">
                  <a:moveTo>
                    <a:pt x="8" y="30"/>
                  </a:moveTo>
                  <a:lnTo>
                    <a:pt x="8" y="1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5" name=""/>
            <p:cNvSpPr/>
            <p:nvPr/>
          </p:nvSpPr>
          <p:spPr>
            <a:xfrm rot="0">
              <a:off x="907" y="521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6" name=""/>
            <p:cNvSpPr/>
            <p:nvPr/>
          </p:nvSpPr>
          <p:spPr>
            <a:xfrm rot="0">
              <a:off x="907" y="520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7" name=""/>
            <p:cNvSpPr/>
            <p:nvPr/>
          </p:nvSpPr>
          <p:spPr>
            <a:xfrm rot="0" flipH="1">
              <a:off x="913" y="532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8" name=""/>
            <p:cNvSpPr/>
            <p:nvPr/>
          </p:nvSpPr>
          <p:spPr>
            <a:xfrm rot="0">
              <a:off x="922" y="547"/>
              <a:ext cx="23" cy="21"/>
            </a:xfrm>
            <a:custGeom>
              <a:avLst/>
              <a:ahLst/>
              <a:rect l="0" t="0" r="r" b="b"/>
              <a:pathLst>
                <a:path w="95" h="80">
                  <a:moveTo>
                    <a:pt x="0" y="0"/>
                  </a:moveTo>
                  <a:lnTo>
                    <a:pt x="76" y="80"/>
                  </a:lnTo>
                  <a:lnTo>
                    <a:pt x="95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19" name=""/>
            <p:cNvSpPr/>
            <p:nvPr/>
          </p:nvSpPr>
          <p:spPr>
            <a:xfrm rot="0">
              <a:off x="924" y="567"/>
              <a:ext cx="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0" name=""/>
            <p:cNvSpPr/>
            <p:nvPr/>
          </p:nvSpPr>
          <p:spPr>
            <a:xfrm rot="0">
              <a:off x="922" y="577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1" name=""/>
            <p:cNvSpPr/>
            <p:nvPr/>
          </p:nvSpPr>
          <p:spPr>
            <a:xfrm rot="0" flipV="1">
              <a:off x="922" y="540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2" name=""/>
            <p:cNvSpPr/>
            <p:nvPr/>
          </p:nvSpPr>
          <p:spPr>
            <a:xfrm rot="0">
              <a:off x="922" y="536"/>
              <a:ext cx="16" cy="25"/>
            </a:xfrm>
            <a:custGeom>
              <a:avLst/>
              <a:ahLst/>
              <a:rect l="0" t="0" r="r" b="b"/>
              <a:pathLst>
                <a:path w="61" h="100">
                  <a:moveTo>
                    <a:pt x="0" y="100"/>
                  </a:moveTo>
                  <a:lnTo>
                    <a:pt x="23" y="68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3" name=""/>
            <p:cNvSpPr/>
            <p:nvPr/>
          </p:nvSpPr>
          <p:spPr>
            <a:xfrm rot="0" flipV="1">
              <a:off x="909" y="561"/>
              <a:ext cx="13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4" name=""/>
            <p:cNvSpPr/>
            <p:nvPr/>
          </p:nvSpPr>
          <p:spPr>
            <a:xfrm rot="0">
              <a:off x="967" y="572"/>
              <a:ext cx="8" cy="8"/>
            </a:xfrm>
            <a:custGeom>
              <a:avLst/>
              <a:ahLst/>
              <a:rect l="0" t="0" r="r" b="b"/>
              <a:pathLst>
                <a:path w="30" h="31">
                  <a:moveTo>
                    <a:pt x="0" y="15"/>
                  </a:moveTo>
                  <a:lnTo>
                    <a:pt x="1" y="20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6" y="26"/>
                  </a:lnTo>
                  <a:lnTo>
                    <a:pt x="29" y="20"/>
                  </a:lnTo>
                  <a:lnTo>
                    <a:pt x="30" y="15"/>
                  </a:lnTo>
                  <a:lnTo>
                    <a:pt x="29" y="9"/>
                  </a:lnTo>
                  <a:lnTo>
                    <a:pt x="26" y="4"/>
                  </a:lnTo>
                  <a:lnTo>
                    <a:pt x="21" y="2"/>
                  </a:lnTo>
                  <a:lnTo>
                    <a:pt x="15" y="0"/>
                  </a:lnTo>
                  <a:lnTo>
                    <a:pt x="10" y="2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5" name=""/>
            <p:cNvSpPr/>
            <p:nvPr/>
          </p:nvSpPr>
          <p:spPr>
            <a:xfrm rot="0">
              <a:off x="968" y="573"/>
              <a:ext cx="6" cy="6"/>
            </a:xfrm>
            <a:custGeom>
              <a:avLst/>
              <a:ahLst/>
              <a:rect l="0" t="0" r="r" b="b"/>
              <a:pathLst>
                <a:path w="22" h="23">
                  <a:moveTo>
                    <a:pt x="22" y="11"/>
                  </a:moveTo>
                  <a:lnTo>
                    <a:pt x="21" y="5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6" y="1"/>
                  </a:lnTo>
                  <a:lnTo>
                    <a:pt x="1" y="5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6" y="22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1" y="16"/>
                  </a:lnTo>
                  <a:lnTo>
                    <a:pt x="22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6" name=""/>
            <p:cNvSpPr/>
            <p:nvPr/>
          </p:nvSpPr>
          <p:spPr>
            <a:xfrm rot="0">
              <a:off x="969" y="574"/>
              <a:ext cx="4" cy="4"/>
            </a:xfrm>
            <a:custGeom>
              <a:avLst/>
              <a:ahLst/>
              <a:rect l="0" t="0" r="r" b="b"/>
              <a:pathLst>
                <a:path w="16" h="15">
                  <a:moveTo>
                    <a:pt x="16" y="7"/>
                  </a:moveTo>
                  <a:lnTo>
                    <a:pt x="14" y="4"/>
                  </a:lnTo>
                  <a:lnTo>
                    <a:pt x="12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2" y="11"/>
                  </a:lnTo>
                  <a:lnTo>
                    <a:pt x="4" y="14"/>
                  </a:lnTo>
                  <a:lnTo>
                    <a:pt x="8" y="15"/>
                  </a:lnTo>
                  <a:lnTo>
                    <a:pt x="12" y="14"/>
                  </a:lnTo>
                  <a:lnTo>
                    <a:pt x="14" y="11"/>
                  </a:lnTo>
                  <a:lnTo>
                    <a:pt x="16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7" name=""/>
            <p:cNvSpPr/>
            <p:nvPr/>
          </p:nvSpPr>
          <p:spPr>
            <a:xfrm rot="0">
              <a:off x="970" y="575"/>
              <a:ext cx="2" cy="2"/>
            </a:xfrm>
            <a:custGeom>
              <a:avLst/>
              <a:ahLst/>
              <a:rect l="0" t="0" r="r" b="b"/>
              <a:pathLst>
                <a:path w="8" h="7">
                  <a:moveTo>
                    <a:pt x="8" y="3"/>
                  </a:moveTo>
                  <a:lnTo>
                    <a:pt x="7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2" y="6"/>
                  </a:lnTo>
                  <a:lnTo>
                    <a:pt x="4" y="7"/>
                  </a:lnTo>
                  <a:lnTo>
                    <a:pt x="7" y="6"/>
                  </a:lnTo>
                  <a:lnTo>
                    <a:pt x="8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8" name=""/>
            <p:cNvSpPr/>
            <p:nvPr/>
          </p:nvSpPr>
          <p:spPr>
            <a:xfrm rot="0">
              <a:off x="963" y="577"/>
              <a:ext cx="12" cy="14"/>
            </a:xfrm>
            <a:custGeom>
              <a:avLst/>
              <a:ahLst/>
              <a:rect l="0" t="0" r="r" b="b"/>
              <a:pathLst>
                <a:path w="45" h="57">
                  <a:moveTo>
                    <a:pt x="45" y="0"/>
                  </a:moveTo>
                  <a:lnTo>
                    <a:pt x="45" y="19"/>
                  </a:lnTo>
                  <a:lnTo>
                    <a:pt x="38" y="38"/>
                  </a:lnTo>
                  <a:lnTo>
                    <a:pt x="19" y="53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29" name=""/>
            <p:cNvSpPr/>
            <p:nvPr/>
          </p:nvSpPr>
          <p:spPr>
            <a:xfrm rot="0">
              <a:off x="1027" y="541"/>
              <a:ext cx="20" cy="58"/>
            </a:xfrm>
            <a:custGeom>
              <a:avLst/>
              <a:ahLst/>
              <a:rect l="0" t="0" r="r" b="b"/>
              <a:pathLst>
                <a:path w="79" h="232">
                  <a:moveTo>
                    <a:pt x="79" y="0"/>
                  </a:moveTo>
                  <a:lnTo>
                    <a:pt x="75" y="100"/>
                  </a:lnTo>
                  <a:lnTo>
                    <a:pt x="56" y="179"/>
                  </a:lnTo>
                  <a:lnTo>
                    <a:pt x="0" y="2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0" name=""/>
            <p:cNvSpPr/>
            <p:nvPr/>
          </p:nvSpPr>
          <p:spPr>
            <a:xfrm rot="0" flipV="1">
              <a:off x="1034" y="538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1" name=""/>
            <p:cNvSpPr/>
            <p:nvPr/>
          </p:nvSpPr>
          <p:spPr>
            <a:xfrm rot="0" flipH="1">
              <a:off x="1057" y="516"/>
              <a:ext cx="7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2" name=""/>
            <p:cNvSpPr/>
            <p:nvPr/>
          </p:nvSpPr>
          <p:spPr>
            <a:xfrm rot="0" flipV="1">
              <a:off x="1027" y="564"/>
              <a:ext cx="5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3" name=""/>
            <p:cNvSpPr/>
            <p:nvPr/>
          </p:nvSpPr>
          <p:spPr>
            <a:xfrm rot="0">
              <a:off x="1040" y="518"/>
              <a:ext cx="8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4" name=""/>
            <p:cNvSpPr/>
            <p:nvPr/>
          </p:nvSpPr>
          <p:spPr>
            <a:xfrm rot="0">
              <a:off x="1060" y="540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5" name=""/>
            <p:cNvSpPr/>
            <p:nvPr/>
          </p:nvSpPr>
          <p:spPr>
            <a:xfrm rot="0">
              <a:off x="1130" y="564"/>
              <a:ext cx="1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6" name=""/>
            <p:cNvSpPr/>
            <p:nvPr/>
          </p:nvSpPr>
          <p:spPr>
            <a:xfrm rot="0" flipH="1">
              <a:off x="1106" y="562"/>
              <a:ext cx="12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7" name=""/>
            <p:cNvSpPr/>
            <p:nvPr/>
          </p:nvSpPr>
          <p:spPr>
            <a:xfrm rot="0" flipH="1" flipV="1">
              <a:off x="1115" y="588"/>
              <a:ext cx="11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8" name=""/>
            <p:cNvSpPr/>
            <p:nvPr/>
          </p:nvSpPr>
          <p:spPr>
            <a:xfrm rot="0" flipV="1">
              <a:off x="1110" y="546"/>
              <a:ext cx="3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39" name=""/>
            <p:cNvSpPr/>
            <p:nvPr/>
          </p:nvSpPr>
          <p:spPr>
            <a:xfrm rot="0" flipV="1">
              <a:off x="1114" y="526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0" name=""/>
            <p:cNvSpPr/>
            <p:nvPr/>
          </p:nvSpPr>
          <p:spPr>
            <a:xfrm rot="0">
              <a:off x="1101" y="546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1" name=""/>
            <p:cNvSpPr/>
            <p:nvPr/>
          </p:nvSpPr>
          <p:spPr>
            <a:xfrm rot="0" flipH="1">
              <a:off x="1088" y="546"/>
              <a:ext cx="13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2" name=""/>
            <p:cNvSpPr/>
            <p:nvPr/>
          </p:nvSpPr>
          <p:spPr>
            <a:xfrm rot="0">
              <a:off x="1101" y="518"/>
              <a:ext cx="1" cy="8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3" name=""/>
            <p:cNvSpPr/>
            <p:nvPr/>
          </p:nvSpPr>
          <p:spPr>
            <a:xfrm rot="0" flipH="1">
              <a:off x="1090" y="540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4" name=""/>
            <p:cNvSpPr/>
            <p:nvPr/>
          </p:nvSpPr>
          <p:spPr>
            <a:xfrm rot="0" flipV="1">
              <a:off x="1126" y="548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5" name=""/>
            <p:cNvSpPr/>
            <p:nvPr/>
          </p:nvSpPr>
          <p:spPr>
            <a:xfrm rot="0">
              <a:off x="1163" y="53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6" name=""/>
            <p:cNvSpPr/>
            <p:nvPr/>
          </p:nvSpPr>
          <p:spPr>
            <a:xfrm rot="0" flipV="1">
              <a:off x="1163" y="559"/>
              <a:ext cx="3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7" name=""/>
            <p:cNvSpPr/>
            <p:nvPr/>
          </p:nvSpPr>
          <p:spPr>
            <a:xfrm rot="0" flipH="1">
              <a:off x="1194" y="532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8" name=""/>
            <p:cNvSpPr/>
            <p:nvPr/>
          </p:nvSpPr>
          <p:spPr>
            <a:xfrm rot="0">
              <a:off x="1178" y="518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49" name=""/>
            <p:cNvSpPr/>
            <p:nvPr/>
          </p:nvSpPr>
          <p:spPr>
            <a:xfrm rot="0" flipV="1">
              <a:off x="1161" y="594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0" name=""/>
            <p:cNvSpPr/>
            <p:nvPr/>
          </p:nvSpPr>
          <p:spPr>
            <a:xfrm rot="0" flipH="1">
              <a:off x="1195" y="571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1" name=""/>
            <p:cNvSpPr/>
            <p:nvPr/>
          </p:nvSpPr>
          <p:spPr>
            <a:xfrm rot="0" flipV="1">
              <a:off x="1161" y="573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2" name=""/>
            <p:cNvSpPr/>
            <p:nvPr/>
          </p:nvSpPr>
          <p:spPr>
            <a:xfrm rot="0" flipV="1">
              <a:off x="1215" y="556"/>
              <a:ext cx="23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3" name=""/>
            <p:cNvSpPr/>
            <p:nvPr/>
          </p:nvSpPr>
          <p:spPr>
            <a:xfrm rot="0" flipV="1">
              <a:off x="1217" y="544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4" name=""/>
            <p:cNvSpPr/>
            <p:nvPr/>
          </p:nvSpPr>
          <p:spPr>
            <a:xfrm rot="0">
              <a:off x="1220" y="516"/>
              <a:ext cx="9" cy="85"/>
            </a:xfrm>
            <a:custGeom>
              <a:avLst/>
              <a:ahLst/>
              <a:rect l="0" t="0" r="r" b="b"/>
              <a:pathLst>
                <a:path w="37" h="338">
                  <a:moveTo>
                    <a:pt x="37" y="0"/>
                  </a:moveTo>
                  <a:lnTo>
                    <a:pt x="37" y="338"/>
                  </a:lnTo>
                  <a:lnTo>
                    <a:pt x="0" y="2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5" name=""/>
            <p:cNvSpPr/>
            <p:nvPr/>
          </p:nvSpPr>
          <p:spPr>
            <a:xfrm rot="0">
              <a:off x="1242" y="516"/>
              <a:ext cx="23" cy="39"/>
            </a:xfrm>
            <a:custGeom>
              <a:avLst/>
              <a:ahLst/>
              <a:rect l="0" t="0" r="r" b="b"/>
              <a:pathLst>
                <a:path w="91" h="155">
                  <a:moveTo>
                    <a:pt x="0" y="0"/>
                  </a:moveTo>
                  <a:lnTo>
                    <a:pt x="0" y="147"/>
                  </a:lnTo>
                  <a:lnTo>
                    <a:pt x="16" y="155"/>
                  </a:lnTo>
                  <a:lnTo>
                    <a:pt x="91" y="151"/>
                  </a:lnTo>
                  <a:lnTo>
                    <a:pt x="88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6" name=""/>
            <p:cNvSpPr/>
            <p:nvPr/>
          </p:nvSpPr>
          <p:spPr>
            <a:xfrm rot="0" flipV="1">
              <a:off x="1242" y="567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7" name=""/>
            <p:cNvSpPr/>
            <p:nvPr/>
          </p:nvSpPr>
          <p:spPr>
            <a:xfrm rot="0" flipH="1">
              <a:off x="1259" y="565"/>
              <a:ext cx="2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8" name=""/>
            <p:cNvSpPr/>
            <p:nvPr/>
          </p:nvSpPr>
          <p:spPr>
            <a:xfrm rot="0" flipV="1">
              <a:off x="1242" y="529"/>
              <a:ext cx="20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59" name=""/>
            <p:cNvSpPr/>
            <p:nvPr/>
          </p:nvSpPr>
          <p:spPr>
            <a:xfrm rot="0">
              <a:off x="1242" y="563"/>
              <a:ext cx="1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0" name=""/>
            <p:cNvSpPr/>
            <p:nvPr/>
          </p:nvSpPr>
          <p:spPr>
            <a:xfrm rot="0" flipV="1">
              <a:off x="1242" y="593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1" name=""/>
            <p:cNvSpPr/>
            <p:nvPr/>
          </p:nvSpPr>
          <p:spPr>
            <a:xfrm rot="0" flipH="1">
              <a:off x="1242" y="580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2" name=""/>
            <p:cNvSpPr/>
            <p:nvPr/>
          </p:nvSpPr>
          <p:spPr>
            <a:xfrm rot="0">
              <a:off x="1301" y="517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3" name=""/>
            <p:cNvSpPr/>
            <p:nvPr/>
          </p:nvSpPr>
          <p:spPr>
            <a:xfrm rot="0" flipH="1">
              <a:off x="1322" y="530"/>
              <a:ext cx="6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4" name=""/>
            <p:cNvSpPr/>
            <p:nvPr/>
          </p:nvSpPr>
          <p:spPr>
            <a:xfrm rot="0" flipH="1">
              <a:off x="1284" y="530"/>
              <a:ext cx="2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5" name=""/>
            <p:cNvSpPr/>
            <p:nvPr/>
          </p:nvSpPr>
          <p:spPr>
            <a:xfrm rot="0" flipV="1">
              <a:off x="1286" y="532"/>
              <a:ext cx="4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6" name=""/>
            <p:cNvSpPr/>
            <p:nvPr/>
          </p:nvSpPr>
          <p:spPr>
            <a:xfrm rot="0" flipV="1">
              <a:off x="1288" y="549"/>
              <a:ext cx="3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7" name=""/>
            <p:cNvSpPr/>
            <p:nvPr/>
          </p:nvSpPr>
          <p:spPr>
            <a:xfrm rot="0">
              <a:off x="1276" y="565"/>
              <a:ext cx="18" cy="37"/>
            </a:xfrm>
            <a:custGeom>
              <a:avLst/>
              <a:ahLst/>
              <a:rect l="0" t="0" r="r" b="b"/>
              <a:pathLst>
                <a:path w="69" h="148">
                  <a:moveTo>
                    <a:pt x="69" y="0"/>
                  </a:moveTo>
                  <a:lnTo>
                    <a:pt x="50" y="49"/>
                  </a:lnTo>
                  <a:lnTo>
                    <a:pt x="0" y="1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8" name=""/>
            <p:cNvSpPr/>
            <p:nvPr/>
          </p:nvSpPr>
          <p:spPr>
            <a:xfrm rot="0">
              <a:off x="1290" y="575"/>
              <a:ext cx="39" cy="27"/>
            </a:xfrm>
            <a:custGeom>
              <a:avLst/>
              <a:ahLst/>
              <a:rect l="0" t="0" r="r" b="b"/>
              <a:pathLst>
                <a:path w="155" h="106">
                  <a:moveTo>
                    <a:pt x="0" y="0"/>
                  </a:moveTo>
                  <a:lnTo>
                    <a:pt x="129" y="106"/>
                  </a:lnTo>
                  <a:lnTo>
                    <a:pt x="155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69" name=""/>
            <p:cNvSpPr/>
            <p:nvPr/>
          </p:nvSpPr>
          <p:spPr>
            <a:xfrm rot="0">
              <a:off x="1305" y="551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0" name=""/>
            <p:cNvSpPr/>
            <p:nvPr/>
          </p:nvSpPr>
          <p:spPr>
            <a:xfrm rot="0" flipV="1">
              <a:off x="1305" y="567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1" name=""/>
            <p:cNvSpPr/>
            <p:nvPr/>
          </p:nvSpPr>
          <p:spPr>
            <a:xfrm rot="0" flipV="1">
              <a:off x="1347" y="521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2" name=""/>
            <p:cNvSpPr/>
            <p:nvPr/>
          </p:nvSpPr>
          <p:spPr>
            <a:xfrm rot="0" flipH="1">
              <a:off x="1339" y="554"/>
              <a:ext cx="54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3" name=""/>
            <p:cNvSpPr/>
            <p:nvPr/>
          </p:nvSpPr>
          <p:spPr>
            <a:xfrm rot="0">
              <a:off x="1352" y="535"/>
              <a:ext cx="4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4" name=""/>
            <p:cNvSpPr/>
            <p:nvPr/>
          </p:nvSpPr>
          <p:spPr>
            <a:xfrm rot="0" flipV="1">
              <a:off x="1374" y="531"/>
              <a:ext cx="8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5" name=""/>
            <p:cNvSpPr/>
            <p:nvPr/>
          </p:nvSpPr>
          <p:spPr>
            <a:xfrm rot="0">
              <a:off x="1367" y="524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6" name=""/>
            <p:cNvSpPr/>
            <p:nvPr/>
          </p:nvSpPr>
          <p:spPr>
            <a:xfrm rot="0" flipV="1">
              <a:off x="1425" y="525"/>
              <a:ext cx="3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7" name=""/>
            <p:cNvSpPr/>
            <p:nvPr/>
          </p:nvSpPr>
          <p:spPr>
            <a:xfrm rot="0" flipH="1">
              <a:off x="1411" y="544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8" name=""/>
            <p:cNvSpPr/>
            <p:nvPr/>
          </p:nvSpPr>
          <p:spPr>
            <a:xfrm rot="0" flipH="1">
              <a:off x="1422" y="557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79" name=""/>
            <p:cNvSpPr/>
            <p:nvPr/>
          </p:nvSpPr>
          <p:spPr>
            <a:xfrm rot="0" flipV="1">
              <a:off x="1422" y="570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0" name=""/>
            <p:cNvSpPr/>
            <p:nvPr/>
          </p:nvSpPr>
          <p:spPr>
            <a:xfrm rot="0" flipH="1">
              <a:off x="1434" y="545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1" name=""/>
            <p:cNvSpPr/>
            <p:nvPr/>
          </p:nvSpPr>
          <p:spPr>
            <a:xfrm rot="0">
              <a:off x="1422" y="54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2" name=""/>
            <p:cNvSpPr/>
            <p:nvPr/>
          </p:nvSpPr>
          <p:spPr>
            <a:xfrm rot="0" flipV="1">
              <a:off x="1445" y="539"/>
              <a:ext cx="2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3" name=""/>
            <p:cNvSpPr/>
            <p:nvPr/>
          </p:nvSpPr>
          <p:spPr>
            <a:xfrm rot="0" flipV="1">
              <a:off x="1411" y="587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4" name=""/>
            <p:cNvSpPr/>
            <p:nvPr/>
          </p:nvSpPr>
          <p:spPr>
            <a:xfrm rot="0">
              <a:off x="1411" y="540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5" name=""/>
            <p:cNvSpPr/>
            <p:nvPr/>
          </p:nvSpPr>
          <p:spPr>
            <a:xfrm rot="0" flipH="1">
              <a:off x="1404" y="523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6" name=""/>
            <p:cNvSpPr/>
            <p:nvPr/>
          </p:nvSpPr>
          <p:spPr>
            <a:xfrm rot="0" flipH="1">
              <a:off x="1476" y="519"/>
              <a:ext cx="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7" name=""/>
            <p:cNvSpPr/>
            <p:nvPr/>
          </p:nvSpPr>
          <p:spPr>
            <a:xfrm rot="0" flipV="1">
              <a:off x="1472" y="581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8" name=""/>
            <p:cNvSpPr/>
            <p:nvPr/>
          </p:nvSpPr>
          <p:spPr>
            <a:xfrm rot="0" flipV="1">
              <a:off x="1487" y="539"/>
              <a:ext cx="2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89" name=""/>
            <p:cNvSpPr/>
            <p:nvPr/>
          </p:nvSpPr>
          <p:spPr>
            <a:xfrm rot="0" flipH="1">
              <a:off x="1473" y="542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0" name=""/>
            <p:cNvSpPr/>
            <p:nvPr/>
          </p:nvSpPr>
          <p:spPr>
            <a:xfrm rot="0" flipV="1">
              <a:off x="1472" y="561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1" name=""/>
            <p:cNvSpPr/>
            <p:nvPr/>
          </p:nvSpPr>
          <p:spPr>
            <a:xfrm rot="0" flipH="1">
              <a:off x="1492" y="518"/>
              <a:ext cx="11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2" name=""/>
            <p:cNvSpPr/>
            <p:nvPr/>
          </p:nvSpPr>
          <p:spPr>
            <a:xfrm rot="0" flipH="1" flipV="1">
              <a:off x="1502" y="587"/>
              <a:ext cx="7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3" name=""/>
            <p:cNvSpPr/>
            <p:nvPr/>
          </p:nvSpPr>
          <p:spPr>
            <a:xfrm rot="0">
              <a:off x="1499" y="555"/>
              <a:ext cx="6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4" name=""/>
            <p:cNvSpPr/>
            <p:nvPr/>
          </p:nvSpPr>
          <p:spPr>
            <a:xfrm rot="0">
              <a:off x="1509" y="537"/>
              <a:ext cx="7" cy="64"/>
            </a:xfrm>
            <a:custGeom>
              <a:avLst/>
              <a:ahLst/>
              <a:rect l="0" t="0" r="r" b="b"/>
              <a:pathLst>
                <a:path w="26" h="255">
                  <a:moveTo>
                    <a:pt x="0" y="255"/>
                  </a:moveTo>
                  <a:lnTo>
                    <a:pt x="15" y="149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5" name=""/>
            <p:cNvSpPr/>
            <p:nvPr/>
          </p:nvSpPr>
          <p:spPr>
            <a:xfrm rot="0" flipV="1">
              <a:off x="1497" y="540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6" name=""/>
            <p:cNvSpPr/>
            <p:nvPr/>
          </p:nvSpPr>
          <p:spPr>
            <a:xfrm rot="0">
              <a:off x="1472" y="538"/>
              <a:ext cx="1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7" name=""/>
            <p:cNvSpPr/>
            <p:nvPr/>
          </p:nvSpPr>
          <p:spPr>
            <a:xfrm rot="0" flipH="1">
              <a:off x="1535" y="560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8" name=""/>
            <p:cNvSpPr/>
            <p:nvPr/>
          </p:nvSpPr>
          <p:spPr>
            <a:xfrm rot="0">
              <a:off x="1531" y="547"/>
              <a:ext cx="24" cy="56"/>
            </a:xfrm>
            <a:custGeom>
              <a:avLst/>
              <a:ahLst/>
              <a:rect l="0" t="0" r="r" b="b"/>
              <a:pathLst>
                <a:path w="95" h="220">
                  <a:moveTo>
                    <a:pt x="95" y="0"/>
                  </a:moveTo>
                  <a:lnTo>
                    <a:pt x="87" y="58"/>
                  </a:lnTo>
                  <a:lnTo>
                    <a:pt x="64" y="137"/>
                  </a:lnTo>
                  <a:lnTo>
                    <a:pt x="0" y="2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299" name=""/>
            <p:cNvSpPr/>
            <p:nvPr/>
          </p:nvSpPr>
          <p:spPr>
            <a:xfrm rot="0">
              <a:off x="1556" y="555"/>
              <a:ext cx="17" cy="45"/>
            </a:xfrm>
            <a:custGeom>
              <a:avLst/>
              <a:ahLst/>
              <a:rect l="0" t="0" r="r" b="b"/>
              <a:pathLst>
                <a:path w="69" h="179">
                  <a:moveTo>
                    <a:pt x="69" y="0"/>
                  </a:moveTo>
                  <a:lnTo>
                    <a:pt x="35" y="179"/>
                  </a:lnTo>
                  <a:lnTo>
                    <a:pt x="0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0" name=""/>
            <p:cNvSpPr/>
            <p:nvPr/>
          </p:nvSpPr>
          <p:spPr>
            <a:xfrm rot="0" flipH="1">
              <a:off x="1544" y="541"/>
              <a:ext cx="2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1" name=""/>
            <p:cNvSpPr/>
            <p:nvPr/>
          </p:nvSpPr>
          <p:spPr>
            <a:xfrm rot="0" flipH="1">
              <a:off x="1567" y="518"/>
              <a:ext cx="2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2" name=""/>
            <p:cNvSpPr/>
            <p:nvPr/>
          </p:nvSpPr>
          <p:spPr>
            <a:xfrm rot="0" flipV="1">
              <a:off x="1544" y="522"/>
              <a:ext cx="2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3" name=""/>
            <p:cNvSpPr/>
            <p:nvPr/>
          </p:nvSpPr>
          <p:spPr>
            <a:xfrm rot="0">
              <a:off x="1544" y="516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4" name=""/>
            <p:cNvSpPr/>
            <p:nvPr/>
          </p:nvSpPr>
          <p:spPr>
            <a:xfrm rot="0" flipV="1">
              <a:off x="1591" y="521"/>
              <a:ext cx="51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5" name=""/>
            <p:cNvSpPr/>
            <p:nvPr/>
          </p:nvSpPr>
          <p:spPr>
            <a:xfrm rot="0">
              <a:off x="1624" y="539"/>
              <a:ext cx="11" cy="61"/>
            </a:xfrm>
            <a:custGeom>
              <a:avLst/>
              <a:ahLst/>
              <a:rect l="0" t="0" r="r" b="b"/>
              <a:pathLst>
                <a:path w="46" h="244">
                  <a:moveTo>
                    <a:pt x="46" y="0"/>
                  </a:moveTo>
                  <a:lnTo>
                    <a:pt x="42" y="244"/>
                  </a:lnTo>
                  <a:lnTo>
                    <a:pt x="0" y="1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6" name=""/>
            <p:cNvSpPr/>
            <p:nvPr/>
          </p:nvSpPr>
          <p:spPr>
            <a:xfrm rot="0" flipV="1">
              <a:off x="1598" y="542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7" name=""/>
            <p:cNvSpPr/>
            <p:nvPr/>
          </p:nvSpPr>
          <p:spPr>
            <a:xfrm rot="0" flipV="1">
              <a:off x="1598" y="544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8" name=""/>
            <p:cNvSpPr/>
            <p:nvPr/>
          </p:nvSpPr>
          <p:spPr>
            <a:xfrm rot="0">
              <a:off x="1599" y="525"/>
              <a:ext cx="12" cy="58"/>
            </a:xfrm>
            <a:custGeom>
              <a:avLst/>
              <a:ahLst/>
              <a:rect l="0" t="0" r="r" b="b"/>
              <a:pathLst>
                <a:path w="45" h="232">
                  <a:moveTo>
                    <a:pt x="45" y="0"/>
                  </a:moveTo>
                  <a:lnTo>
                    <a:pt x="34" y="141"/>
                  </a:lnTo>
                  <a:lnTo>
                    <a:pt x="0" y="2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09" name=""/>
            <p:cNvSpPr/>
            <p:nvPr/>
          </p:nvSpPr>
          <p:spPr>
            <a:xfrm rot="0">
              <a:off x="1611" y="524"/>
              <a:ext cx="12" cy="64"/>
            </a:xfrm>
            <a:custGeom>
              <a:avLst/>
              <a:ahLst/>
              <a:rect l="0" t="0" r="r" b="b"/>
              <a:pathLst>
                <a:path w="49" h="259">
                  <a:moveTo>
                    <a:pt x="0" y="259"/>
                  </a:moveTo>
                  <a:lnTo>
                    <a:pt x="38" y="145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0" name=""/>
            <p:cNvSpPr/>
            <p:nvPr/>
          </p:nvSpPr>
          <p:spPr>
            <a:xfrm rot="0">
              <a:off x="1608" y="560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1" name=""/>
            <p:cNvSpPr/>
            <p:nvPr/>
          </p:nvSpPr>
          <p:spPr>
            <a:xfrm rot="0">
              <a:off x="1621" y="559"/>
              <a:ext cx="8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2" name=""/>
            <p:cNvSpPr/>
            <p:nvPr/>
          </p:nvSpPr>
          <p:spPr>
            <a:xfrm rot="0">
              <a:off x="1679" y="530"/>
              <a:ext cx="27" cy="31"/>
            </a:xfrm>
            <a:custGeom>
              <a:avLst/>
              <a:ahLst/>
              <a:rect l="0" t="0" r="r" b="b"/>
              <a:pathLst>
                <a:path w="106" h="123">
                  <a:moveTo>
                    <a:pt x="0" y="0"/>
                  </a:moveTo>
                  <a:lnTo>
                    <a:pt x="76" y="123"/>
                  </a:lnTo>
                  <a:lnTo>
                    <a:pt x="106" y="1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3" name=""/>
            <p:cNvSpPr/>
            <p:nvPr/>
          </p:nvSpPr>
          <p:spPr>
            <a:xfrm rot="0">
              <a:off x="1652" y="520"/>
              <a:ext cx="29" cy="48"/>
            </a:xfrm>
            <a:custGeom>
              <a:avLst/>
              <a:ahLst/>
              <a:rect l="0" t="0" r="r" b="b"/>
              <a:pathLst>
                <a:path w="115" h="190">
                  <a:moveTo>
                    <a:pt x="115" y="0"/>
                  </a:moveTo>
                  <a:lnTo>
                    <a:pt x="99" y="60"/>
                  </a:lnTo>
                  <a:lnTo>
                    <a:pt x="49" y="136"/>
                  </a:lnTo>
                  <a:lnTo>
                    <a:pt x="0" y="1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4" name=""/>
            <p:cNvSpPr/>
            <p:nvPr/>
          </p:nvSpPr>
          <p:spPr>
            <a:xfrm rot="0" flipV="1">
              <a:off x="1679" y="543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5" name=""/>
            <p:cNvSpPr/>
            <p:nvPr/>
          </p:nvSpPr>
          <p:spPr>
            <a:xfrm rot="0" flipH="1">
              <a:off x="1718" y="541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6" name=""/>
            <p:cNvSpPr/>
            <p:nvPr/>
          </p:nvSpPr>
          <p:spPr>
            <a:xfrm rot="0">
              <a:off x="1721" y="516"/>
              <a:ext cx="8" cy="85"/>
            </a:xfrm>
            <a:custGeom>
              <a:avLst/>
              <a:ahLst/>
              <a:rect l="0" t="0" r="r" b="b"/>
              <a:pathLst>
                <a:path w="34" h="338">
                  <a:moveTo>
                    <a:pt x="34" y="0"/>
                  </a:moveTo>
                  <a:lnTo>
                    <a:pt x="34" y="338"/>
                  </a:lnTo>
                  <a:lnTo>
                    <a:pt x="0" y="2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7" name=""/>
            <p:cNvSpPr/>
            <p:nvPr/>
          </p:nvSpPr>
          <p:spPr>
            <a:xfrm rot="0" flipV="1">
              <a:off x="1716" y="553"/>
              <a:ext cx="2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8" name=""/>
            <p:cNvSpPr/>
            <p:nvPr/>
          </p:nvSpPr>
          <p:spPr>
            <a:xfrm rot="0">
              <a:off x="1737" y="518"/>
              <a:ext cx="9" cy="42"/>
            </a:xfrm>
            <a:custGeom>
              <a:avLst/>
              <a:ahLst/>
              <a:rect l="0" t="0" r="r" b="b"/>
              <a:pathLst>
                <a:path w="34" h="168">
                  <a:moveTo>
                    <a:pt x="34" y="0"/>
                  </a:moveTo>
                  <a:lnTo>
                    <a:pt x="26" y="91"/>
                  </a:lnTo>
                  <a:lnTo>
                    <a:pt x="0" y="1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19" name=""/>
            <p:cNvSpPr/>
            <p:nvPr/>
          </p:nvSpPr>
          <p:spPr>
            <a:xfrm rot="0" flipV="1">
              <a:off x="1746" y="524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0" name=""/>
            <p:cNvSpPr/>
            <p:nvPr/>
          </p:nvSpPr>
          <p:spPr>
            <a:xfrm rot="0">
              <a:off x="1755" y="522"/>
              <a:ext cx="12" cy="26"/>
            </a:xfrm>
            <a:custGeom>
              <a:avLst/>
              <a:ahLst/>
              <a:rect l="0" t="0" r="r" b="b"/>
              <a:pathLst>
                <a:path w="49" h="106">
                  <a:moveTo>
                    <a:pt x="0" y="0"/>
                  </a:moveTo>
                  <a:lnTo>
                    <a:pt x="0" y="106"/>
                  </a:lnTo>
                  <a:lnTo>
                    <a:pt x="49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1" name=""/>
            <p:cNvSpPr/>
            <p:nvPr/>
          </p:nvSpPr>
          <p:spPr>
            <a:xfrm rot="0">
              <a:off x="1742" y="567"/>
              <a:ext cx="26" cy="32"/>
            </a:xfrm>
            <a:custGeom>
              <a:avLst/>
              <a:ahLst/>
              <a:rect l="0" t="0" r="r" b="b"/>
              <a:pathLst>
                <a:path w="106" h="128">
                  <a:moveTo>
                    <a:pt x="0" y="0"/>
                  </a:moveTo>
                  <a:lnTo>
                    <a:pt x="72" y="128"/>
                  </a:lnTo>
                  <a:lnTo>
                    <a:pt x="106" y="1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2" name=""/>
            <p:cNvSpPr/>
            <p:nvPr/>
          </p:nvSpPr>
          <p:spPr>
            <a:xfrm rot="0" flipV="1">
              <a:off x="1741" y="557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3" name=""/>
            <p:cNvSpPr/>
            <p:nvPr/>
          </p:nvSpPr>
          <p:spPr>
            <a:xfrm rot="0">
              <a:off x="1733" y="554"/>
              <a:ext cx="27" cy="46"/>
            </a:xfrm>
            <a:custGeom>
              <a:avLst/>
              <a:ahLst/>
              <a:rect l="0" t="0" r="r" b="b"/>
              <a:pathLst>
                <a:path w="106" h="183">
                  <a:moveTo>
                    <a:pt x="106" y="0"/>
                  </a:moveTo>
                  <a:lnTo>
                    <a:pt x="64" y="107"/>
                  </a:lnTo>
                  <a:lnTo>
                    <a:pt x="0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4" name=""/>
            <p:cNvSpPr/>
            <p:nvPr/>
          </p:nvSpPr>
          <p:spPr>
            <a:xfrm rot="0">
              <a:off x="1802" y="564"/>
              <a:ext cx="28" cy="38"/>
            </a:xfrm>
            <a:custGeom>
              <a:avLst/>
              <a:ahLst/>
              <a:rect l="0" t="0" r="r" b="b"/>
              <a:pathLst>
                <a:path w="113" h="152">
                  <a:moveTo>
                    <a:pt x="113" y="0"/>
                  </a:moveTo>
                  <a:lnTo>
                    <a:pt x="56" y="95"/>
                  </a:lnTo>
                  <a:lnTo>
                    <a:pt x="0" y="1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5" name=""/>
            <p:cNvSpPr/>
            <p:nvPr/>
          </p:nvSpPr>
          <p:spPr>
            <a:xfrm rot="0" flipH="1">
              <a:off x="1812" y="545"/>
              <a:ext cx="15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6" name=""/>
            <p:cNvSpPr/>
            <p:nvPr/>
          </p:nvSpPr>
          <p:spPr>
            <a:xfrm rot="0" flipH="1">
              <a:off x="1812" y="521"/>
              <a:ext cx="13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7" name=""/>
            <p:cNvSpPr/>
            <p:nvPr/>
          </p:nvSpPr>
          <p:spPr>
            <a:xfrm rot="0">
              <a:off x="1787" y="520"/>
              <a:ext cx="1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8" name=""/>
            <p:cNvSpPr/>
            <p:nvPr/>
          </p:nvSpPr>
          <p:spPr>
            <a:xfrm rot="0" flipV="1">
              <a:off x="1787" y="522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29" name=""/>
            <p:cNvSpPr/>
            <p:nvPr/>
          </p:nvSpPr>
          <p:spPr>
            <a:xfrm rot="0" flipH="1">
              <a:off x="1806" y="520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0" name=""/>
            <p:cNvSpPr/>
            <p:nvPr/>
          </p:nvSpPr>
          <p:spPr>
            <a:xfrm rot="0" flipH="1">
              <a:off x="1787" y="538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1" name=""/>
            <p:cNvSpPr/>
            <p:nvPr/>
          </p:nvSpPr>
          <p:spPr>
            <a:xfrm rot="0" flipV="1">
              <a:off x="1787" y="530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2" name=""/>
            <p:cNvSpPr/>
            <p:nvPr/>
          </p:nvSpPr>
          <p:spPr>
            <a:xfrm rot="0">
              <a:off x="1795" y="540"/>
              <a:ext cx="2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3" name=""/>
            <p:cNvSpPr/>
            <p:nvPr/>
          </p:nvSpPr>
          <p:spPr>
            <a:xfrm rot="0" flipV="1">
              <a:off x="1778" y="549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4" name=""/>
            <p:cNvSpPr/>
            <p:nvPr/>
          </p:nvSpPr>
          <p:spPr>
            <a:xfrm rot="0">
              <a:off x="1787" y="556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5" name=""/>
            <p:cNvSpPr/>
            <p:nvPr/>
          </p:nvSpPr>
          <p:spPr>
            <a:xfrm rot="0" flipV="1">
              <a:off x="1787" y="559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6" name=""/>
            <p:cNvSpPr/>
            <p:nvPr/>
          </p:nvSpPr>
          <p:spPr>
            <a:xfrm rot="0" flipH="1">
              <a:off x="1804" y="557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7" name=""/>
            <p:cNvSpPr/>
            <p:nvPr/>
          </p:nvSpPr>
          <p:spPr>
            <a:xfrm rot="0" flipH="1">
              <a:off x="1787" y="569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74" name=""/>
          <p:cNvGrpSpPr/>
          <p:nvPr/>
        </p:nvGrpSpPr>
        <p:grpSpPr>
          <a:xfrm rot="0">
            <a:off x="247650" y="904875"/>
            <a:ext cx="8589962" cy="5688012"/>
            <a:chOff x="156" y="570"/>
            <a:chExt cx="5411" cy="3583"/>
          </a:xfrm>
        </p:grpSpPr>
        <p:sp>
          <p:nvSpPr>
            <p:cNvPr id="1057338" name=""/>
            <p:cNvSpPr/>
            <p:nvPr/>
          </p:nvSpPr>
          <p:spPr>
            <a:xfrm rot="0">
              <a:off x="1789" y="570"/>
              <a:ext cx="7" cy="31"/>
            </a:xfrm>
            <a:custGeom>
              <a:avLst/>
              <a:ahLst/>
              <a:rect l="0" t="0" r="r" b="b"/>
              <a:pathLst>
                <a:path w="27" h="121">
                  <a:moveTo>
                    <a:pt x="27" y="0"/>
                  </a:moveTo>
                  <a:lnTo>
                    <a:pt x="27" y="121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39" name=""/>
            <p:cNvSpPr/>
            <p:nvPr/>
          </p:nvSpPr>
          <p:spPr>
            <a:xfrm rot="0" flipH="1">
              <a:off x="1779" y="580"/>
              <a:ext cx="10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0" name=""/>
            <p:cNvSpPr/>
            <p:nvPr/>
          </p:nvSpPr>
          <p:spPr>
            <a:xfrm rot="0">
              <a:off x="1801" y="577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1" name=""/>
            <p:cNvSpPr/>
            <p:nvPr/>
          </p:nvSpPr>
          <p:spPr>
            <a:xfrm rot="0">
              <a:off x="1846" y="580"/>
              <a:ext cx="13" cy="13"/>
            </a:xfrm>
            <a:custGeom>
              <a:avLst/>
              <a:ahLst/>
              <a:rect l="0" t="0" r="r" b="b"/>
              <a:pathLst>
                <a:path w="53" h="53">
                  <a:moveTo>
                    <a:pt x="0" y="26"/>
                  </a:moveTo>
                  <a:lnTo>
                    <a:pt x="1" y="34"/>
                  </a:lnTo>
                  <a:lnTo>
                    <a:pt x="5" y="41"/>
                  </a:lnTo>
                  <a:lnTo>
                    <a:pt x="11" y="48"/>
                  </a:lnTo>
                  <a:lnTo>
                    <a:pt x="18" y="51"/>
                  </a:lnTo>
                  <a:lnTo>
                    <a:pt x="26" y="53"/>
                  </a:lnTo>
                  <a:lnTo>
                    <a:pt x="35" y="51"/>
                  </a:lnTo>
                  <a:lnTo>
                    <a:pt x="42" y="48"/>
                  </a:lnTo>
                  <a:lnTo>
                    <a:pt x="48" y="41"/>
                  </a:lnTo>
                  <a:lnTo>
                    <a:pt x="51" y="34"/>
                  </a:lnTo>
                  <a:lnTo>
                    <a:pt x="53" y="26"/>
                  </a:lnTo>
                  <a:lnTo>
                    <a:pt x="51" y="17"/>
                  </a:lnTo>
                  <a:lnTo>
                    <a:pt x="48" y="10"/>
                  </a:lnTo>
                  <a:lnTo>
                    <a:pt x="42" y="5"/>
                  </a:lnTo>
                  <a:lnTo>
                    <a:pt x="35" y="1"/>
                  </a:lnTo>
                  <a:lnTo>
                    <a:pt x="26" y="0"/>
                  </a:lnTo>
                  <a:lnTo>
                    <a:pt x="18" y="1"/>
                  </a:lnTo>
                  <a:lnTo>
                    <a:pt x="11" y="5"/>
                  </a:lnTo>
                  <a:lnTo>
                    <a:pt x="5" y="10"/>
                  </a:lnTo>
                  <a:lnTo>
                    <a:pt x="1" y="17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2" name=""/>
            <p:cNvSpPr/>
            <p:nvPr/>
          </p:nvSpPr>
          <p:spPr>
            <a:xfrm rot="0">
              <a:off x="1845" y="579"/>
              <a:ext cx="15" cy="15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0"/>
                  </a:lnTo>
                  <a:lnTo>
                    <a:pt x="55" y="12"/>
                  </a:lnTo>
                  <a:lnTo>
                    <a:pt x="49" y="5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2" y="5"/>
                  </a:lnTo>
                  <a:lnTo>
                    <a:pt x="6" y="12"/>
                  </a:lnTo>
                  <a:lnTo>
                    <a:pt x="1" y="20"/>
                  </a:lnTo>
                  <a:lnTo>
                    <a:pt x="0" y="30"/>
                  </a:lnTo>
                  <a:lnTo>
                    <a:pt x="1" y="39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21" y="59"/>
                  </a:lnTo>
                  <a:lnTo>
                    <a:pt x="30" y="60"/>
                  </a:lnTo>
                  <a:lnTo>
                    <a:pt x="40" y="59"/>
                  </a:lnTo>
                  <a:lnTo>
                    <a:pt x="49" y="54"/>
                  </a:lnTo>
                  <a:lnTo>
                    <a:pt x="55" y="48"/>
                  </a:lnTo>
                  <a:lnTo>
                    <a:pt x="59" y="39"/>
                  </a:lnTo>
                  <a:lnTo>
                    <a:pt x="6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3" name=""/>
            <p:cNvSpPr/>
            <p:nvPr/>
          </p:nvSpPr>
          <p:spPr>
            <a:xfrm rot="0" flipH="1">
              <a:off x="156" y="631"/>
              <a:ext cx="541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4" name=""/>
            <p:cNvSpPr/>
            <p:nvPr/>
          </p:nvSpPr>
          <p:spPr>
            <a:xfrm rot="0">
              <a:off x="2862" y="631"/>
              <a:ext cx="1" cy="352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5" name=""/>
            <p:cNvSpPr/>
            <p:nvPr/>
          </p:nvSpPr>
          <p:spPr>
            <a:xfrm rot="0">
              <a:off x="2616" y="3980"/>
              <a:ext cx="246" cy="173"/>
            </a:xfrm>
            <a:custGeom>
              <a:avLst/>
              <a:ahLst/>
              <a:rect l="0" t="0" r="r" b="b"/>
              <a:pathLst>
                <a:path w="984" h="690">
                  <a:moveTo>
                    <a:pt x="0" y="690"/>
                  </a:moveTo>
                  <a:lnTo>
                    <a:pt x="0" y="0"/>
                  </a:lnTo>
                  <a:lnTo>
                    <a:pt x="98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6" name=""/>
            <p:cNvSpPr/>
            <p:nvPr/>
          </p:nvSpPr>
          <p:spPr>
            <a:xfrm rot="0">
              <a:off x="2700" y="4038"/>
              <a:ext cx="20" cy="15"/>
            </a:xfrm>
            <a:custGeom>
              <a:avLst/>
              <a:ahLst/>
              <a:rect l="0" t="0" r="r" b="b"/>
              <a:pathLst>
                <a:path w="82" h="62">
                  <a:moveTo>
                    <a:pt x="82" y="0"/>
                  </a:moveTo>
                  <a:lnTo>
                    <a:pt x="66" y="1"/>
                  </a:lnTo>
                  <a:lnTo>
                    <a:pt x="51" y="5"/>
                  </a:lnTo>
                  <a:lnTo>
                    <a:pt x="37" y="13"/>
                  </a:lnTo>
                  <a:lnTo>
                    <a:pt x="24" y="21"/>
                  </a:lnTo>
                  <a:lnTo>
                    <a:pt x="14" y="34"/>
                  </a:lnTo>
                  <a:lnTo>
                    <a:pt x="5" y="47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7" name=""/>
            <p:cNvSpPr/>
            <p:nvPr/>
          </p:nvSpPr>
          <p:spPr>
            <a:xfrm rot="0">
              <a:off x="2720" y="4038"/>
              <a:ext cx="21" cy="31"/>
            </a:xfrm>
            <a:custGeom>
              <a:avLst/>
              <a:ahLst/>
              <a:rect l="0" t="0" r="r" b="b"/>
              <a:pathLst>
                <a:path w="82" h="125">
                  <a:moveTo>
                    <a:pt x="69" y="125"/>
                  </a:moveTo>
                  <a:lnTo>
                    <a:pt x="77" y="111"/>
                  </a:lnTo>
                  <a:lnTo>
                    <a:pt x="81" y="96"/>
                  </a:lnTo>
                  <a:lnTo>
                    <a:pt x="82" y="80"/>
                  </a:lnTo>
                  <a:lnTo>
                    <a:pt x="80" y="64"/>
                  </a:lnTo>
                  <a:lnTo>
                    <a:pt x="75" y="49"/>
                  </a:lnTo>
                  <a:lnTo>
                    <a:pt x="67" y="35"/>
                  </a:lnTo>
                  <a:lnTo>
                    <a:pt x="57" y="23"/>
                  </a:lnTo>
                  <a:lnTo>
                    <a:pt x="44" y="14"/>
                  </a:lnTo>
                  <a:lnTo>
                    <a:pt x="30" y="6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8" name=""/>
            <p:cNvSpPr/>
            <p:nvPr/>
          </p:nvSpPr>
          <p:spPr>
            <a:xfrm rot="0">
              <a:off x="2700" y="4069"/>
              <a:ext cx="41" cy="61"/>
            </a:xfrm>
            <a:custGeom>
              <a:avLst/>
              <a:ahLst/>
              <a:rect l="0" t="0" r="r" b="b"/>
              <a:pathLst>
                <a:path w="164" h="245">
                  <a:moveTo>
                    <a:pt x="151" y="0"/>
                  </a:moveTo>
                  <a:lnTo>
                    <a:pt x="0" y="245"/>
                  </a:lnTo>
                  <a:lnTo>
                    <a:pt x="164" y="2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49" name=""/>
            <p:cNvSpPr/>
            <p:nvPr/>
          </p:nvSpPr>
          <p:spPr>
            <a:xfrm rot="0">
              <a:off x="2771" y="4038"/>
              <a:ext cx="21" cy="92"/>
            </a:xfrm>
            <a:custGeom>
              <a:avLst/>
              <a:ahLst/>
              <a:rect l="0" t="0" r="r" b="b"/>
              <a:pathLst>
                <a:path w="82" h="370">
                  <a:moveTo>
                    <a:pt x="82" y="370"/>
                  </a:moveTo>
                  <a:lnTo>
                    <a:pt x="82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0" name=""/>
            <p:cNvSpPr/>
            <p:nvPr/>
          </p:nvSpPr>
          <p:spPr>
            <a:xfrm rot="0">
              <a:off x="5321" y="3980"/>
              <a:ext cx="246" cy="173"/>
            </a:xfrm>
            <a:custGeom>
              <a:avLst/>
              <a:ahLst/>
              <a:rect l="0" t="0" r="r" b="b"/>
              <a:pathLst>
                <a:path w="983" h="690">
                  <a:moveTo>
                    <a:pt x="0" y="690"/>
                  </a:moveTo>
                  <a:lnTo>
                    <a:pt x="0" y="0"/>
                  </a:lnTo>
                  <a:lnTo>
                    <a:pt x="98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1" name=""/>
            <p:cNvSpPr/>
            <p:nvPr/>
          </p:nvSpPr>
          <p:spPr>
            <a:xfrm rot="0">
              <a:off x="5392" y="4038"/>
              <a:ext cx="20" cy="15"/>
            </a:xfrm>
            <a:custGeom>
              <a:avLst/>
              <a:ahLst/>
              <a:rect l="0" t="0" r="r" b="b"/>
              <a:pathLst>
                <a:path w="82" h="62">
                  <a:moveTo>
                    <a:pt x="82" y="0"/>
                  </a:moveTo>
                  <a:lnTo>
                    <a:pt x="66" y="1"/>
                  </a:lnTo>
                  <a:lnTo>
                    <a:pt x="51" y="5"/>
                  </a:lnTo>
                  <a:lnTo>
                    <a:pt x="37" y="13"/>
                  </a:lnTo>
                  <a:lnTo>
                    <a:pt x="24" y="21"/>
                  </a:lnTo>
                  <a:lnTo>
                    <a:pt x="14" y="34"/>
                  </a:lnTo>
                  <a:lnTo>
                    <a:pt x="5" y="47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2" name=""/>
            <p:cNvSpPr/>
            <p:nvPr/>
          </p:nvSpPr>
          <p:spPr>
            <a:xfrm rot="0">
              <a:off x="5412" y="4038"/>
              <a:ext cx="21" cy="31"/>
            </a:xfrm>
            <a:custGeom>
              <a:avLst/>
              <a:ahLst/>
              <a:rect l="0" t="0" r="r" b="b"/>
              <a:pathLst>
                <a:path w="82" h="125">
                  <a:moveTo>
                    <a:pt x="70" y="125"/>
                  </a:moveTo>
                  <a:lnTo>
                    <a:pt x="77" y="111"/>
                  </a:lnTo>
                  <a:lnTo>
                    <a:pt x="81" y="96"/>
                  </a:lnTo>
                  <a:lnTo>
                    <a:pt x="82" y="80"/>
                  </a:lnTo>
                  <a:lnTo>
                    <a:pt x="80" y="64"/>
                  </a:lnTo>
                  <a:lnTo>
                    <a:pt x="76" y="49"/>
                  </a:lnTo>
                  <a:lnTo>
                    <a:pt x="67" y="35"/>
                  </a:lnTo>
                  <a:lnTo>
                    <a:pt x="57" y="23"/>
                  </a:lnTo>
                  <a:lnTo>
                    <a:pt x="46" y="14"/>
                  </a:lnTo>
                  <a:lnTo>
                    <a:pt x="31" y="6"/>
                  </a:lnTo>
                  <a:lnTo>
                    <a:pt x="16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3" name=""/>
            <p:cNvSpPr/>
            <p:nvPr/>
          </p:nvSpPr>
          <p:spPr>
            <a:xfrm rot="0">
              <a:off x="5392" y="4069"/>
              <a:ext cx="41" cy="61"/>
            </a:xfrm>
            <a:custGeom>
              <a:avLst/>
              <a:ahLst/>
              <a:rect l="0" t="0" r="r" b="b"/>
              <a:pathLst>
                <a:path w="164" h="245">
                  <a:moveTo>
                    <a:pt x="152" y="0"/>
                  </a:moveTo>
                  <a:lnTo>
                    <a:pt x="0" y="245"/>
                  </a:lnTo>
                  <a:lnTo>
                    <a:pt x="164" y="2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4" name=""/>
            <p:cNvSpPr/>
            <p:nvPr/>
          </p:nvSpPr>
          <p:spPr>
            <a:xfrm rot="0">
              <a:off x="5463" y="4038"/>
              <a:ext cx="21" cy="15"/>
            </a:xfrm>
            <a:custGeom>
              <a:avLst/>
              <a:ahLst/>
              <a:rect l="0" t="0" r="r" b="b"/>
              <a:pathLst>
                <a:path w="82" h="62">
                  <a:moveTo>
                    <a:pt x="82" y="0"/>
                  </a:moveTo>
                  <a:lnTo>
                    <a:pt x="67" y="1"/>
                  </a:lnTo>
                  <a:lnTo>
                    <a:pt x="52" y="5"/>
                  </a:lnTo>
                  <a:lnTo>
                    <a:pt x="38" y="13"/>
                  </a:lnTo>
                  <a:lnTo>
                    <a:pt x="25" y="21"/>
                  </a:lnTo>
                  <a:lnTo>
                    <a:pt x="14" y="34"/>
                  </a:lnTo>
                  <a:lnTo>
                    <a:pt x="6" y="47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5" name=""/>
            <p:cNvSpPr/>
            <p:nvPr/>
          </p:nvSpPr>
          <p:spPr>
            <a:xfrm rot="0">
              <a:off x="5484" y="4038"/>
              <a:ext cx="20" cy="31"/>
            </a:xfrm>
            <a:custGeom>
              <a:avLst/>
              <a:ahLst/>
              <a:rect l="0" t="0" r="r" b="b"/>
              <a:pathLst>
                <a:path w="82" h="125">
                  <a:moveTo>
                    <a:pt x="69" y="125"/>
                  </a:moveTo>
                  <a:lnTo>
                    <a:pt x="77" y="111"/>
                  </a:lnTo>
                  <a:lnTo>
                    <a:pt x="81" y="96"/>
                  </a:lnTo>
                  <a:lnTo>
                    <a:pt x="82" y="80"/>
                  </a:lnTo>
                  <a:lnTo>
                    <a:pt x="81" y="64"/>
                  </a:lnTo>
                  <a:lnTo>
                    <a:pt x="76" y="49"/>
                  </a:lnTo>
                  <a:lnTo>
                    <a:pt x="68" y="35"/>
                  </a:lnTo>
                  <a:lnTo>
                    <a:pt x="58" y="23"/>
                  </a:lnTo>
                  <a:lnTo>
                    <a:pt x="45" y="14"/>
                  </a:lnTo>
                  <a:lnTo>
                    <a:pt x="31" y="6"/>
                  </a:lnTo>
                  <a:lnTo>
                    <a:pt x="16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6" name=""/>
            <p:cNvSpPr/>
            <p:nvPr/>
          </p:nvSpPr>
          <p:spPr>
            <a:xfrm rot="0">
              <a:off x="5463" y="4069"/>
              <a:ext cx="41" cy="61"/>
            </a:xfrm>
            <a:custGeom>
              <a:avLst/>
              <a:ahLst/>
              <a:rect l="0" t="0" r="r" b="b"/>
              <a:pathLst>
                <a:path w="164" h="245">
                  <a:moveTo>
                    <a:pt x="151" y="0"/>
                  </a:moveTo>
                  <a:lnTo>
                    <a:pt x="0" y="245"/>
                  </a:lnTo>
                  <a:lnTo>
                    <a:pt x="164" y="2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7" name=""/>
            <p:cNvSpPr/>
            <p:nvPr/>
          </p:nvSpPr>
          <p:spPr>
            <a:xfrm rot="0">
              <a:off x="1915" y="2557"/>
              <a:ext cx="35" cy="46"/>
            </a:xfrm>
            <a:custGeom>
              <a:avLst/>
              <a:ahLst/>
              <a:rect l="0" t="0" r="r" b="b"/>
              <a:pathLst>
                <a:path w="138" h="186">
                  <a:moveTo>
                    <a:pt x="0" y="186"/>
                  </a:moveTo>
                  <a:lnTo>
                    <a:pt x="46" y="0"/>
                  </a:lnTo>
                  <a:lnTo>
                    <a:pt x="97" y="0"/>
                  </a:lnTo>
                  <a:lnTo>
                    <a:pt x="118" y="5"/>
                  </a:lnTo>
                  <a:lnTo>
                    <a:pt x="128" y="10"/>
                  </a:lnTo>
                  <a:lnTo>
                    <a:pt x="138" y="27"/>
                  </a:lnTo>
                  <a:lnTo>
                    <a:pt x="138" y="42"/>
                  </a:lnTo>
                  <a:lnTo>
                    <a:pt x="133" y="62"/>
                  </a:lnTo>
                  <a:lnTo>
                    <a:pt x="118" y="82"/>
                  </a:lnTo>
                  <a:lnTo>
                    <a:pt x="102" y="94"/>
                  </a:lnTo>
                  <a:lnTo>
                    <a:pt x="82" y="104"/>
                  </a:lnTo>
                  <a:lnTo>
                    <a:pt x="25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8" name=""/>
            <p:cNvSpPr/>
            <p:nvPr/>
          </p:nvSpPr>
          <p:spPr>
            <a:xfrm rot="0">
              <a:off x="2347" y="2686"/>
              <a:ext cx="35" cy="47"/>
            </a:xfrm>
            <a:custGeom>
              <a:avLst/>
              <a:ahLst/>
              <a:rect l="0" t="0" r="r" b="b"/>
              <a:pathLst>
                <a:path w="139" h="185">
                  <a:moveTo>
                    <a:pt x="0" y="185"/>
                  </a:moveTo>
                  <a:lnTo>
                    <a:pt x="47" y="0"/>
                  </a:lnTo>
                  <a:lnTo>
                    <a:pt x="104" y="0"/>
                  </a:lnTo>
                  <a:lnTo>
                    <a:pt x="124" y="5"/>
                  </a:lnTo>
                  <a:lnTo>
                    <a:pt x="134" y="21"/>
                  </a:lnTo>
                  <a:lnTo>
                    <a:pt x="139" y="41"/>
                  </a:lnTo>
                  <a:lnTo>
                    <a:pt x="139" y="51"/>
                  </a:lnTo>
                  <a:lnTo>
                    <a:pt x="134" y="67"/>
                  </a:lnTo>
                  <a:lnTo>
                    <a:pt x="124" y="82"/>
                  </a:lnTo>
                  <a:lnTo>
                    <a:pt x="109" y="93"/>
                  </a:lnTo>
                  <a:lnTo>
                    <a:pt x="82" y="103"/>
                  </a:lnTo>
                  <a:lnTo>
                    <a:pt x="27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59" name=""/>
            <p:cNvSpPr/>
            <p:nvPr/>
          </p:nvSpPr>
          <p:spPr>
            <a:xfrm rot="0">
              <a:off x="2368" y="2713"/>
              <a:ext cx="5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60" name=""/>
            <p:cNvSpPr/>
            <p:nvPr/>
          </p:nvSpPr>
          <p:spPr>
            <a:xfrm rot="0">
              <a:off x="2473" y="2910"/>
              <a:ext cx="32" cy="47"/>
            </a:xfrm>
            <a:custGeom>
              <a:avLst/>
              <a:ahLst/>
              <a:rect l="0" t="0" r="r" b="b"/>
              <a:pathLst>
                <a:path w="128" h="185">
                  <a:moveTo>
                    <a:pt x="102" y="134"/>
                  </a:moveTo>
                  <a:lnTo>
                    <a:pt x="128" y="47"/>
                  </a:lnTo>
                  <a:lnTo>
                    <a:pt x="128" y="31"/>
                  </a:lnTo>
                  <a:lnTo>
                    <a:pt x="123" y="16"/>
                  </a:lnTo>
                  <a:lnTo>
                    <a:pt x="112" y="5"/>
                  </a:lnTo>
                  <a:lnTo>
                    <a:pt x="97" y="0"/>
                  </a:lnTo>
                  <a:lnTo>
                    <a:pt x="71" y="0"/>
                  </a:lnTo>
                  <a:lnTo>
                    <a:pt x="56" y="5"/>
                  </a:lnTo>
                  <a:lnTo>
                    <a:pt x="41" y="16"/>
                  </a:lnTo>
                  <a:lnTo>
                    <a:pt x="30" y="31"/>
                  </a:lnTo>
                  <a:lnTo>
                    <a:pt x="20" y="57"/>
                  </a:lnTo>
                  <a:lnTo>
                    <a:pt x="0" y="129"/>
                  </a:lnTo>
                  <a:lnTo>
                    <a:pt x="0" y="139"/>
                  </a:lnTo>
                  <a:lnTo>
                    <a:pt x="5" y="164"/>
                  </a:lnTo>
                  <a:lnTo>
                    <a:pt x="15" y="180"/>
                  </a:lnTo>
                  <a:lnTo>
                    <a:pt x="25" y="185"/>
                  </a:lnTo>
                  <a:lnTo>
                    <a:pt x="46" y="185"/>
                  </a:lnTo>
                  <a:lnTo>
                    <a:pt x="71" y="175"/>
                  </a:lnTo>
                  <a:lnTo>
                    <a:pt x="92" y="159"/>
                  </a:lnTo>
                  <a:lnTo>
                    <a:pt x="102" y="1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61" name=""/>
            <p:cNvSpPr/>
            <p:nvPr/>
          </p:nvSpPr>
          <p:spPr>
            <a:xfrm rot="0">
              <a:off x="2489" y="2946"/>
              <a:ext cx="1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62" name=""/>
            <p:cNvSpPr/>
            <p:nvPr/>
          </p:nvSpPr>
          <p:spPr>
            <a:xfrm rot="0">
              <a:off x="2094" y="2477"/>
              <a:ext cx="16" cy="10"/>
            </a:xfrm>
            <a:custGeom>
              <a:avLst/>
              <a:ahLst/>
              <a:rect l="0" t="0" r="r" b="b"/>
              <a:pathLst>
                <a:path w="61" h="43">
                  <a:moveTo>
                    <a:pt x="30" y="31"/>
                  </a:moveTo>
                  <a:lnTo>
                    <a:pt x="0" y="20"/>
                  </a:lnTo>
                  <a:lnTo>
                    <a:pt x="5" y="11"/>
                  </a:lnTo>
                  <a:lnTo>
                    <a:pt x="12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1"/>
                  </a:lnTo>
                  <a:lnTo>
                    <a:pt x="50" y="6"/>
                  </a:lnTo>
                  <a:lnTo>
                    <a:pt x="56" y="14"/>
                  </a:lnTo>
                  <a:lnTo>
                    <a:pt x="61" y="24"/>
                  </a:lnTo>
                  <a:lnTo>
                    <a:pt x="61" y="32"/>
                  </a:lnTo>
                  <a:lnTo>
                    <a:pt x="60" y="43"/>
                  </a:lnTo>
                  <a:lnTo>
                    <a:pt x="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63" name=""/>
            <p:cNvSpPr/>
            <p:nvPr/>
          </p:nvSpPr>
          <p:spPr>
            <a:xfrm rot="0">
              <a:off x="2094" y="2477"/>
              <a:ext cx="16" cy="10"/>
            </a:xfrm>
            <a:custGeom>
              <a:avLst/>
              <a:ahLst/>
              <a:rect l="0" t="0" r="r" b="b"/>
              <a:pathLst>
                <a:path w="61" h="43">
                  <a:moveTo>
                    <a:pt x="0" y="20"/>
                  </a:moveTo>
                  <a:lnTo>
                    <a:pt x="5" y="11"/>
                  </a:lnTo>
                  <a:lnTo>
                    <a:pt x="12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1"/>
                  </a:lnTo>
                  <a:lnTo>
                    <a:pt x="50" y="6"/>
                  </a:lnTo>
                  <a:lnTo>
                    <a:pt x="56" y="14"/>
                  </a:lnTo>
                  <a:lnTo>
                    <a:pt x="61" y="24"/>
                  </a:lnTo>
                  <a:lnTo>
                    <a:pt x="61" y="32"/>
                  </a:lnTo>
                  <a:lnTo>
                    <a:pt x="6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64" name=""/>
            <p:cNvSpPr/>
            <p:nvPr/>
          </p:nvSpPr>
          <p:spPr>
            <a:xfrm rot="0">
              <a:off x="1996" y="2482"/>
              <a:ext cx="114" cy="259"/>
            </a:xfrm>
            <a:custGeom>
              <a:avLst/>
              <a:ahLst/>
              <a:rect l="0" t="0" r="r" b="b"/>
              <a:pathLst>
                <a:path w="454" h="1036">
                  <a:moveTo>
                    <a:pt x="454" y="23"/>
                  </a:moveTo>
                  <a:lnTo>
                    <a:pt x="424" y="11"/>
                  </a:lnTo>
                  <a:lnTo>
                    <a:pt x="394" y="0"/>
                  </a:lnTo>
                  <a:lnTo>
                    <a:pt x="0" y="1013"/>
                  </a:lnTo>
                  <a:lnTo>
                    <a:pt x="30" y="1025"/>
                  </a:lnTo>
                  <a:lnTo>
                    <a:pt x="60" y="1036"/>
                  </a:lnTo>
                  <a:lnTo>
                    <a:pt x="45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65" name=""/>
            <p:cNvSpPr/>
            <p:nvPr/>
          </p:nvSpPr>
          <p:spPr>
            <a:xfrm rot="0">
              <a:off x="1996" y="2482"/>
              <a:ext cx="114" cy="259"/>
            </a:xfrm>
            <a:custGeom>
              <a:avLst/>
              <a:ahLst/>
              <a:rect l="0" t="0" r="r" b="b"/>
              <a:pathLst>
                <a:path w="454" h="1036">
                  <a:moveTo>
                    <a:pt x="454" y="23"/>
                  </a:moveTo>
                  <a:lnTo>
                    <a:pt x="424" y="11"/>
                  </a:lnTo>
                  <a:lnTo>
                    <a:pt x="394" y="0"/>
                  </a:lnTo>
                  <a:lnTo>
                    <a:pt x="0" y="1013"/>
                  </a:lnTo>
                  <a:lnTo>
                    <a:pt x="30" y="1025"/>
                  </a:lnTo>
                  <a:lnTo>
                    <a:pt x="60" y="1036"/>
                  </a:lnTo>
                  <a:lnTo>
                    <a:pt x="454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66" name=""/>
            <p:cNvSpPr/>
            <p:nvPr/>
          </p:nvSpPr>
          <p:spPr>
            <a:xfrm rot="0">
              <a:off x="1996" y="2735"/>
              <a:ext cx="15" cy="11"/>
            </a:xfrm>
            <a:custGeom>
              <a:avLst/>
              <a:ahLst/>
              <a:rect l="0" t="0" r="r" b="b"/>
              <a:pathLst>
                <a:path w="61" h="43">
                  <a:moveTo>
                    <a:pt x="31" y="12"/>
                  </a:moveTo>
                  <a:lnTo>
                    <a:pt x="61" y="23"/>
                  </a:lnTo>
                  <a:lnTo>
                    <a:pt x="56" y="32"/>
                  </a:lnTo>
                  <a:lnTo>
                    <a:pt x="49" y="38"/>
                  </a:lnTo>
                  <a:lnTo>
                    <a:pt x="40" y="43"/>
                  </a:lnTo>
                  <a:lnTo>
                    <a:pt x="30" y="43"/>
                  </a:lnTo>
                  <a:lnTo>
                    <a:pt x="20" y="42"/>
                  </a:lnTo>
                  <a:lnTo>
                    <a:pt x="11" y="37"/>
                  </a:lnTo>
                  <a:lnTo>
                    <a:pt x="5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67" name=""/>
            <p:cNvSpPr/>
            <p:nvPr/>
          </p:nvSpPr>
          <p:spPr>
            <a:xfrm rot="0">
              <a:off x="1996" y="2735"/>
              <a:ext cx="15" cy="11"/>
            </a:xfrm>
            <a:custGeom>
              <a:avLst/>
              <a:ahLst/>
              <a:rect l="0" t="0" r="r" b="b"/>
              <a:pathLst>
                <a:path w="61" h="43">
                  <a:moveTo>
                    <a:pt x="61" y="23"/>
                  </a:moveTo>
                  <a:lnTo>
                    <a:pt x="56" y="32"/>
                  </a:lnTo>
                  <a:lnTo>
                    <a:pt x="49" y="38"/>
                  </a:lnTo>
                  <a:lnTo>
                    <a:pt x="40" y="43"/>
                  </a:lnTo>
                  <a:lnTo>
                    <a:pt x="30" y="43"/>
                  </a:lnTo>
                  <a:lnTo>
                    <a:pt x="20" y="42"/>
                  </a:lnTo>
                  <a:lnTo>
                    <a:pt x="11" y="37"/>
                  </a:lnTo>
                  <a:lnTo>
                    <a:pt x="5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68" name=""/>
            <p:cNvSpPr/>
            <p:nvPr/>
          </p:nvSpPr>
          <p:spPr>
            <a:xfrm rot="0">
              <a:off x="1996" y="2730"/>
              <a:ext cx="9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31" y="32"/>
                  </a:moveTo>
                  <a:lnTo>
                    <a:pt x="25" y="63"/>
                  </a:lnTo>
                  <a:lnTo>
                    <a:pt x="16" y="59"/>
                  </a:lnTo>
                  <a:lnTo>
                    <a:pt x="9" y="54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7" y="0"/>
                  </a:lnTo>
                  <a:lnTo>
                    <a:pt x="38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69" name=""/>
            <p:cNvSpPr/>
            <p:nvPr/>
          </p:nvSpPr>
          <p:spPr>
            <a:xfrm rot="0">
              <a:off x="1996" y="2730"/>
              <a:ext cx="9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25" y="63"/>
                  </a:moveTo>
                  <a:lnTo>
                    <a:pt x="16" y="59"/>
                  </a:lnTo>
                  <a:lnTo>
                    <a:pt x="9" y="54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9" y="9"/>
                  </a:lnTo>
                  <a:lnTo>
                    <a:pt x="17" y="3"/>
                  </a:lnTo>
                  <a:lnTo>
                    <a:pt x="27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70" name=""/>
            <p:cNvSpPr/>
            <p:nvPr/>
          </p:nvSpPr>
          <p:spPr>
            <a:xfrm rot="0">
              <a:off x="2002" y="2730"/>
              <a:ext cx="343" cy="78"/>
            </a:xfrm>
            <a:custGeom>
              <a:avLst/>
              <a:ahLst/>
              <a:rect l="0" t="0" r="r" b="b"/>
              <a:pathLst>
                <a:path w="1373" h="312">
                  <a:moveTo>
                    <a:pt x="13" y="0"/>
                  </a:moveTo>
                  <a:lnTo>
                    <a:pt x="6" y="32"/>
                  </a:lnTo>
                  <a:lnTo>
                    <a:pt x="0" y="63"/>
                  </a:lnTo>
                  <a:lnTo>
                    <a:pt x="1360" y="312"/>
                  </a:lnTo>
                  <a:lnTo>
                    <a:pt x="1366" y="280"/>
                  </a:lnTo>
                  <a:lnTo>
                    <a:pt x="1373" y="249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71" name=""/>
            <p:cNvSpPr/>
            <p:nvPr/>
          </p:nvSpPr>
          <p:spPr>
            <a:xfrm rot="0">
              <a:off x="2002" y="2730"/>
              <a:ext cx="343" cy="78"/>
            </a:xfrm>
            <a:custGeom>
              <a:avLst/>
              <a:ahLst/>
              <a:rect l="0" t="0" r="r" b="b"/>
              <a:pathLst>
                <a:path w="1373" h="312">
                  <a:moveTo>
                    <a:pt x="13" y="0"/>
                  </a:moveTo>
                  <a:lnTo>
                    <a:pt x="6" y="32"/>
                  </a:lnTo>
                  <a:lnTo>
                    <a:pt x="0" y="63"/>
                  </a:lnTo>
                  <a:lnTo>
                    <a:pt x="1360" y="312"/>
                  </a:lnTo>
                  <a:lnTo>
                    <a:pt x="1366" y="280"/>
                  </a:lnTo>
                  <a:lnTo>
                    <a:pt x="1373" y="249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72" name=""/>
            <p:cNvSpPr/>
            <p:nvPr/>
          </p:nvSpPr>
          <p:spPr>
            <a:xfrm rot="0">
              <a:off x="2342" y="2792"/>
              <a:ext cx="9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6" y="31"/>
                  </a:moveTo>
                  <a:lnTo>
                    <a:pt x="13" y="0"/>
                  </a:lnTo>
                  <a:lnTo>
                    <a:pt x="22" y="3"/>
                  </a:lnTo>
                  <a:lnTo>
                    <a:pt x="29" y="9"/>
                  </a:lnTo>
                  <a:lnTo>
                    <a:pt x="35" y="17"/>
                  </a:lnTo>
                  <a:lnTo>
                    <a:pt x="38" y="27"/>
                  </a:lnTo>
                  <a:lnTo>
                    <a:pt x="38" y="38"/>
                  </a:lnTo>
                  <a:lnTo>
                    <a:pt x="34" y="46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73" name=""/>
            <p:cNvSpPr/>
            <p:nvPr/>
          </p:nvSpPr>
          <p:spPr>
            <a:xfrm rot="0">
              <a:off x="2342" y="2792"/>
              <a:ext cx="9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13" y="0"/>
                  </a:moveTo>
                  <a:lnTo>
                    <a:pt x="22" y="3"/>
                  </a:lnTo>
                  <a:lnTo>
                    <a:pt x="29" y="9"/>
                  </a:lnTo>
                  <a:lnTo>
                    <a:pt x="35" y="17"/>
                  </a:lnTo>
                  <a:lnTo>
                    <a:pt x="38" y="27"/>
                  </a:lnTo>
                  <a:lnTo>
                    <a:pt x="38" y="38"/>
                  </a:lnTo>
                  <a:lnTo>
                    <a:pt x="34" y="46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74" name=""/>
            <p:cNvSpPr/>
            <p:nvPr/>
          </p:nvSpPr>
          <p:spPr>
            <a:xfrm rot="0">
              <a:off x="2336" y="2792"/>
              <a:ext cx="15" cy="11"/>
            </a:xfrm>
            <a:custGeom>
              <a:avLst/>
              <a:ahLst/>
              <a:rect l="0" t="0" r="r" b="b"/>
              <a:pathLst>
                <a:path w="62" h="43">
                  <a:moveTo>
                    <a:pt x="30" y="31"/>
                  </a:moveTo>
                  <a:lnTo>
                    <a:pt x="0" y="20"/>
                  </a:lnTo>
                  <a:lnTo>
                    <a:pt x="5" y="11"/>
                  </a:lnTo>
                  <a:lnTo>
                    <a:pt x="13" y="5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6"/>
                  </a:lnTo>
                  <a:lnTo>
                    <a:pt x="57" y="14"/>
                  </a:lnTo>
                  <a:lnTo>
                    <a:pt x="62" y="24"/>
                  </a:lnTo>
                  <a:lnTo>
                    <a:pt x="62" y="32"/>
                  </a:lnTo>
                  <a:lnTo>
                    <a:pt x="61" y="43"/>
                  </a:lnTo>
                  <a:lnTo>
                    <a:pt x="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75" name=""/>
            <p:cNvSpPr/>
            <p:nvPr/>
          </p:nvSpPr>
          <p:spPr>
            <a:xfrm rot="0">
              <a:off x="2336" y="2792"/>
              <a:ext cx="15" cy="11"/>
            </a:xfrm>
            <a:custGeom>
              <a:avLst/>
              <a:ahLst/>
              <a:rect l="0" t="0" r="r" b="b"/>
              <a:pathLst>
                <a:path w="62" h="43">
                  <a:moveTo>
                    <a:pt x="0" y="20"/>
                  </a:moveTo>
                  <a:lnTo>
                    <a:pt x="5" y="11"/>
                  </a:lnTo>
                  <a:lnTo>
                    <a:pt x="13" y="5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6"/>
                  </a:lnTo>
                  <a:lnTo>
                    <a:pt x="57" y="14"/>
                  </a:lnTo>
                  <a:lnTo>
                    <a:pt x="62" y="24"/>
                  </a:lnTo>
                  <a:lnTo>
                    <a:pt x="62" y="32"/>
                  </a:lnTo>
                  <a:lnTo>
                    <a:pt x="61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76" name=""/>
            <p:cNvSpPr/>
            <p:nvPr/>
          </p:nvSpPr>
          <p:spPr>
            <a:xfrm rot="0">
              <a:off x="2262" y="2797"/>
              <a:ext cx="89" cy="197"/>
            </a:xfrm>
            <a:custGeom>
              <a:avLst/>
              <a:ahLst/>
              <a:rect l="0" t="0" r="r" b="b"/>
              <a:pathLst>
                <a:path w="359" h="789">
                  <a:moveTo>
                    <a:pt x="359" y="23"/>
                  </a:moveTo>
                  <a:lnTo>
                    <a:pt x="328" y="11"/>
                  </a:lnTo>
                  <a:lnTo>
                    <a:pt x="298" y="0"/>
                  </a:lnTo>
                  <a:lnTo>
                    <a:pt x="0" y="766"/>
                  </a:lnTo>
                  <a:lnTo>
                    <a:pt x="31" y="777"/>
                  </a:lnTo>
                  <a:lnTo>
                    <a:pt x="61" y="789"/>
                  </a:lnTo>
                  <a:lnTo>
                    <a:pt x="359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77" name=""/>
            <p:cNvSpPr/>
            <p:nvPr/>
          </p:nvSpPr>
          <p:spPr>
            <a:xfrm rot="0">
              <a:off x="2262" y="2797"/>
              <a:ext cx="89" cy="197"/>
            </a:xfrm>
            <a:custGeom>
              <a:avLst/>
              <a:ahLst/>
              <a:rect l="0" t="0" r="r" b="b"/>
              <a:pathLst>
                <a:path w="359" h="789">
                  <a:moveTo>
                    <a:pt x="359" y="23"/>
                  </a:moveTo>
                  <a:lnTo>
                    <a:pt x="328" y="11"/>
                  </a:lnTo>
                  <a:lnTo>
                    <a:pt x="298" y="0"/>
                  </a:lnTo>
                  <a:lnTo>
                    <a:pt x="0" y="766"/>
                  </a:lnTo>
                  <a:lnTo>
                    <a:pt x="31" y="777"/>
                  </a:lnTo>
                  <a:lnTo>
                    <a:pt x="61" y="789"/>
                  </a:lnTo>
                  <a:lnTo>
                    <a:pt x="359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78" name=""/>
            <p:cNvSpPr/>
            <p:nvPr/>
          </p:nvSpPr>
          <p:spPr>
            <a:xfrm rot="0">
              <a:off x="2261" y="2989"/>
              <a:ext cx="16" cy="10"/>
            </a:xfrm>
            <a:custGeom>
              <a:avLst/>
              <a:ahLst/>
              <a:rect l="0" t="0" r="r" b="b"/>
              <a:pathLst>
                <a:path w="62" h="43">
                  <a:moveTo>
                    <a:pt x="32" y="11"/>
                  </a:moveTo>
                  <a:lnTo>
                    <a:pt x="62" y="23"/>
                  </a:lnTo>
                  <a:lnTo>
                    <a:pt x="57" y="31"/>
                  </a:lnTo>
                  <a:lnTo>
                    <a:pt x="49" y="38"/>
                  </a:lnTo>
                  <a:lnTo>
                    <a:pt x="39" y="43"/>
                  </a:lnTo>
                  <a:lnTo>
                    <a:pt x="30" y="43"/>
                  </a:lnTo>
                  <a:lnTo>
                    <a:pt x="20" y="42"/>
                  </a:lnTo>
                  <a:lnTo>
                    <a:pt x="11" y="36"/>
                  </a:lnTo>
                  <a:lnTo>
                    <a:pt x="5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79" name=""/>
            <p:cNvSpPr/>
            <p:nvPr/>
          </p:nvSpPr>
          <p:spPr>
            <a:xfrm rot="0">
              <a:off x="2261" y="2989"/>
              <a:ext cx="16" cy="10"/>
            </a:xfrm>
            <a:custGeom>
              <a:avLst/>
              <a:ahLst/>
              <a:rect l="0" t="0" r="r" b="b"/>
              <a:pathLst>
                <a:path w="62" h="43">
                  <a:moveTo>
                    <a:pt x="62" y="23"/>
                  </a:moveTo>
                  <a:lnTo>
                    <a:pt x="57" y="31"/>
                  </a:lnTo>
                  <a:lnTo>
                    <a:pt x="49" y="38"/>
                  </a:lnTo>
                  <a:lnTo>
                    <a:pt x="39" y="43"/>
                  </a:lnTo>
                  <a:lnTo>
                    <a:pt x="30" y="43"/>
                  </a:lnTo>
                  <a:lnTo>
                    <a:pt x="20" y="42"/>
                  </a:lnTo>
                  <a:lnTo>
                    <a:pt x="11" y="36"/>
                  </a:lnTo>
                  <a:lnTo>
                    <a:pt x="5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80" name=""/>
            <p:cNvSpPr/>
            <p:nvPr/>
          </p:nvSpPr>
          <p:spPr>
            <a:xfrm rot="0">
              <a:off x="2268" y="2984"/>
              <a:ext cx="9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7" y="31"/>
                  </a:moveTo>
                  <a:lnTo>
                    <a:pt x="13" y="0"/>
                  </a:lnTo>
                  <a:lnTo>
                    <a:pt x="22" y="3"/>
                  </a:lnTo>
                  <a:lnTo>
                    <a:pt x="29" y="9"/>
                  </a:lnTo>
                  <a:lnTo>
                    <a:pt x="36" y="17"/>
                  </a:lnTo>
                  <a:lnTo>
                    <a:pt x="38" y="27"/>
                  </a:lnTo>
                  <a:lnTo>
                    <a:pt x="38" y="38"/>
                  </a:lnTo>
                  <a:lnTo>
                    <a:pt x="34" y="46"/>
                  </a:lnTo>
                  <a:lnTo>
                    <a:pt x="29" y="54"/>
                  </a:lnTo>
                  <a:lnTo>
                    <a:pt x="21" y="60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7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81" name=""/>
            <p:cNvSpPr/>
            <p:nvPr/>
          </p:nvSpPr>
          <p:spPr>
            <a:xfrm rot="0">
              <a:off x="2268" y="2984"/>
              <a:ext cx="9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13" y="0"/>
                  </a:moveTo>
                  <a:lnTo>
                    <a:pt x="22" y="3"/>
                  </a:lnTo>
                  <a:lnTo>
                    <a:pt x="29" y="9"/>
                  </a:lnTo>
                  <a:lnTo>
                    <a:pt x="36" y="17"/>
                  </a:lnTo>
                  <a:lnTo>
                    <a:pt x="38" y="27"/>
                  </a:lnTo>
                  <a:lnTo>
                    <a:pt x="38" y="38"/>
                  </a:lnTo>
                  <a:lnTo>
                    <a:pt x="34" y="46"/>
                  </a:lnTo>
                  <a:lnTo>
                    <a:pt x="29" y="54"/>
                  </a:lnTo>
                  <a:lnTo>
                    <a:pt x="21" y="60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82" name=""/>
            <p:cNvSpPr/>
            <p:nvPr/>
          </p:nvSpPr>
          <p:spPr>
            <a:xfrm rot="0">
              <a:off x="1713" y="2882"/>
              <a:ext cx="558" cy="117"/>
            </a:xfrm>
            <a:custGeom>
              <a:avLst/>
              <a:ahLst/>
              <a:rect l="0" t="0" r="r" b="b"/>
              <a:pathLst>
                <a:path w="2232" h="470">
                  <a:moveTo>
                    <a:pt x="2219" y="470"/>
                  </a:moveTo>
                  <a:lnTo>
                    <a:pt x="2226" y="438"/>
                  </a:lnTo>
                  <a:lnTo>
                    <a:pt x="2232" y="407"/>
                  </a:lnTo>
                  <a:lnTo>
                    <a:pt x="12" y="0"/>
                  </a:lnTo>
                  <a:lnTo>
                    <a:pt x="6" y="32"/>
                  </a:lnTo>
                  <a:lnTo>
                    <a:pt x="0" y="63"/>
                  </a:lnTo>
                  <a:lnTo>
                    <a:pt x="2219" y="4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83" name=""/>
            <p:cNvSpPr/>
            <p:nvPr/>
          </p:nvSpPr>
          <p:spPr>
            <a:xfrm rot="0">
              <a:off x="1713" y="2882"/>
              <a:ext cx="558" cy="117"/>
            </a:xfrm>
            <a:custGeom>
              <a:avLst/>
              <a:ahLst/>
              <a:rect l="0" t="0" r="r" b="b"/>
              <a:pathLst>
                <a:path w="2232" h="470">
                  <a:moveTo>
                    <a:pt x="2219" y="470"/>
                  </a:moveTo>
                  <a:lnTo>
                    <a:pt x="2226" y="438"/>
                  </a:lnTo>
                  <a:lnTo>
                    <a:pt x="2232" y="407"/>
                  </a:lnTo>
                  <a:lnTo>
                    <a:pt x="12" y="0"/>
                  </a:lnTo>
                  <a:lnTo>
                    <a:pt x="6" y="32"/>
                  </a:lnTo>
                  <a:lnTo>
                    <a:pt x="0" y="63"/>
                  </a:lnTo>
                  <a:lnTo>
                    <a:pt x="2219" y="4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84" name=""/>
            <p:cNvSpPr/>
            <p:nvPr/>
          </p:nvSpPr>
          <p:spPr>
            <a:xfrm rot="0">
              <a:off x="1706" y="2882"/>
              <a:ext cx="10" cy="16"/>
            </a:xfrm>
            <a:custGeom>
              <a:avLst/>
              <a:ahLst/>
              <a:rect l="0" t="0" r="r" b="b"/>
              <a:pathLst>
                <a:path w="37" h="63">
                  <a:moveTo>
                    <a:pt x="31" y="32"/>
                  </a:moveTo>
                  <a:lnTo>
                    <a:pt x="25" y="63"/>
                  </a:lnTo>
                  <a:lnTo>
                    <a:pt x="16" y="60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3" y="17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7" y="0"/>
                  </a:lnTo>
                  <a:lnTo>
                    <a:pt x="37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85" name=""/>
            <p:cNvSpPr/>
            <p:nvPr/>
          </p:nvSpPr>
          <p:spPr>
            <a:xfrm rot="0">
              <a:off x="1706" y="2882"/>
              <a:ext cx="10" cy="16"/>
            </a:xfrm>
            <a:custGeom>
              <a:avLst/>
              <a:ahLst/>
              <a:rect l="0" t="0" r="r" b="b"/>
              <a:pathLst>
                <a:path w="37" h="63">
                  <a:moveTo>
                    <a:pt x="25" y="63"/>
                  </a:moveTo>
                  <a:lnTo>
                    <a:pt x="16" y="60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3" y="17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7" y="0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86" name=""/>
            <p:cNvSpPr/>
            <p:nvPr/>
          </p:nvSpPr>
          <p:spPr>
            <a:xfrm rot="0">
              <a:off x="1951" y="2255"/>
              <a:ext cx="15" cy="10"/>
            </a:xfrm>
            <a:custGeom>
              <a:avLst/>
              <a:ahLst/>
              <a:rect l="0" t="0" r="r" b="b"/>
              <a:pathLst>
                <a:path w="62" h="43">
                  <a:moveTo>
                    <a:pt x="31" y="32"/>
                  </a:moveTo>
                  <a:lnTo>
                    <a:pt x="0" y="20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7"/>
                  </a:lnTo>
                  <a:lnTo>
                    <a:pt x="57" y="14"/>
                  </a:lnTo>
                  <a:lnTo>
                    <a:pt x="62" y="24"/>
                  </a:lnTo>
                  <a:lnTo>
                    <a:pt x="62" y="33"/>
                  </a:lnTo>
                  <a:lnTo>
                    <a:pt x="61" y="43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87" name=""/>
            <p:cNvSpPr/>
            <p:nvPr/>
          </p:nvSpPr>
          <p:spPr>
            <a:xfrm rot="0">
              <a:off x="1951" y="2255"/>
              <a:ext cx="15" cy="10"/>
            </a:xfrm>
            <a:custGeom>
              <a:avLst/>
              <a:ahLst/>
              <a:rect l="0" t="0" r="r" b="b"/>
              <a:pathLst>
                <a:path w="62" h="43">
                  <a:moveTo>
                    <a:pt x="0" y="20"/>
                  </a:moveTo>
                  <a:lnTo>
                    <a:pt x="5" y="12"/>
                  </a:lnTo>
                  <a:lnTo>
                    <a:pt x="13" y="5"/>
                  </a:lnTo>
                  <a:lnTo>
                    <a:pt x="23" y="0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7"/>
                  </a:lnTo>
                  <a:lnTo>
                    <a:pt x="57" y="14"/>
                  </a:lnTo>
                  <a:lnTo>
                    <a:pt x="62" y="24"/>
                  </a:lnTo>
                  <a:lnTo>
                    <a:pt x="62" y="33"/>
                  </a:lnTo>
                  <a:lnTo>
                    <a:pt x="61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88" name=""/>
            <p:cNvSpPr/>
            <p:nvPr/>
          </p:nvSpPr>
          <p:spPr>
            <a:xfrm rot="0">
              <a:off x="1707" y="2260"/>
              <a:ext cx="259" cy="633"/>
            </a:xfrm>
            <a:custGeom>
              <a:avLst/>
              <a:ahLst/>
              <a:rect l="0" t="0" r="r" b="b"/>
              <a:pathLst>
                <a:path w="1036" h="2533">
                  <a:moveTo>
                    <a:pt x="1036" y="23"/>
                  </a:moveTo>
                  <a:lnTo>
                    <a:pt x="1006" y="12"/>
                  </a:lnTo>
                  <a:lnTo>
                    <a:pt x="975" y="0"/>
                  </a:lnTo>
                  <a:lnTo>
                    <a:pt x="0" y="2511"/>
                  </a:lnTo>
                  <a:lnTo>
                    <a:pt x="30" y="2522"/>
                  </a:lnTo>
                  <a:lnTo>
                    <a:pt x="60" y="2533"/>
                  </a:lnTo>
                  <a:lnTo>
                    <a:pt x="103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89" name=""/>
            <p:cNvSpPr/>
            <p:nvPr/>
          </p:nvSpPr>
          <p:spPr>
            <a:xfrm rot="0">
              <a:off x="1707" y="2260"/>
              <a:ext cx="259" cy="633"/>
            </a:xfrm>
            <a:custGeom>
              <a:avLst/>
              <a:ahLst/>
              <a:rect l="0" t="0" r="r" b="b"/>
              <a:pathLst>
                <a:path w="1036" h="2533">
                  <a:moveTo>
                    <a:pt x="1036" y="23"/>
                  </a:moveTo>
                  <a:lnTo>
                    <a:pt x="1006" y="12"/>
                  </a:lnTo>
                  <a:lnTo>
                    <a:pt x="975" y="0"/>
                  </a:lnTo>
                  <a:lnTo>
                    <a:pt x="0" y="2511"/>
                  </a:lnTo>
                  <a:lnTo>
                    <a:pt x="30" y="2522"/>
                  </a:lnTo>
                  <a:lnTo>
                    <a:pt x="60" y="2533"/>
                  </a:lnTo>
                  <a:lnTo>
                    <a:pt x="1036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90" name=""/>
            <p:cNvSpPr/>
            <p:nvPr/>
          </p:nvSpPr>
          <p:spPr>
            <a:xfrm rot="0">
              <a:off x="1706" y="2887"/>
              <a:ext cx="16" cy="11"/>
            </a:xfrm>
            <a:custGeom>
              <a:avLst/>
              <a:ahLst/>
              <a:rect l="0" t="0" r="r" b="b"/>
              <a:pathLst>
                <a:path w="61" h="42">
                  <a:moveTo>
                    <a:pt x="31" y="11"/>
                  </a:moveTo>
                  <a:lnTo>
                    <a:pt x="61" y="22"/>
                  </a:lnTo>
                  <a:lnTo>
                    <a:pt x="56" y="31"/>
                  </a:lnTo>
                  <a:lnTo>
                    <a:pt x="49" y="37"/>
                  </a:lnTo>
                  <a:lnTo>
                    <a:pt x="39" y="42"/>
                  </a:lnTo>
                  <a:lnTo>
                    <a:pt x="30" y="42"/>
                  </a:lnTo>
                  <a:lnTo>
                    <a:pt x="20" y="41"/>
                  </a:lnTo>
                  <a:lnTo>
                    <a:pt x="11" y="36"/>
                  </a:lnTo>
                  <a:lnTo>
                    <a:pt x="5" y="29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91" name=""/>
            <p:cNvSpPr/>
            <p:nvPr/>
          </p:nvSpPr>
          <p:spPr>
            <a:xfrm rot="0">
              <a:off x="1706" y="2887"/>
              <a:ext cx="16" cy="11"/>
            </a:xfrm>
            <a:custGeom>
              <a:avLst/>
              <a:ahLst/>
              <a:rect l="0" t="0" r="r" b="b"/>
              <a:pathLst>
                <a:path w="61" h="42">
                  <a:moveTo>
                    <a:pt x="61" y="22"/>
                  </a:moveTo>
                  <a:lnTo>
                    <a:pt x="56" y="31"/>
                  </a:lnTo>
                  <a:lnTo>
                    <a:pt x="49" y="37"/>
                  </a:lnTo>
                  <a:lnTo>
                    <a:pt x="39" y="42"/>
                  </a:lnTo>
                  <a:lnTo>
                    <a:pt x="30" y="42"/>
                  </a:lnTo>
                  <a:lnTo>
                    <a:pt x="20" y="41"/>
                  </a:lnTo>
                  <a:lnTo>
                    <a:pt x="11" y="36"/>
                  </a:lnTo>
                  <a:lnTo>
                    <a:pt x="5" y="29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92" name=""/>
            <p:cNvSpPr/>
            <p:nvPr/>
          </p:nvSpPr>
          <p:spPr>
            <a:xfrm rot="0">
              <a:off x="2511" y="2356"/>
              <a:ext cx="10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6" y="31"/>
                  </a:moveTo>
                  <a:lnTo>
                    <a:pt x="12" y="0"/>
                  </a:lnTo>
                  <a:lnTo>
                    <a:pt x="21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93" name=""/>
            <p:cNvSpPr/>
            <p:nvPr/>
          </p:nvSpPr>
          <p:spPr>
            <a:xfrm rot="0">
              <a:off x="2511" y="2356"/>
              <a:ext cx="10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12" y="0"/>
                  </a:moveTo>
                  <a:lnTo>
                    <a:pt x="21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94" name=""/>
            <p:cNvSpPr/>
            <p:nvPr/>
          </p:nvSpPr>
          <p:spPr>
            <a:xfrm rot="0">
              <a:off x="1957" y="2255"/>
              <a:ext cx="558" cy="117"/>
            </a:xfrm>
            <a:custGeom>
              <a:avLst/>
              <a:ahLst/>
              <a:rect l="0" t="0" r="r" b="b"/>
              <a:pathLst>
                <a:path w="2232" h="471">
                  <a:moveTo>
                    <a:pt x="2220" y="471"/>
                  </a:moveTo>
                  <a:lnTo>
                    <a:pt x="2226" y="439"/>
                  </a:lnTo>
                  <a:lnTo>
                    <a:pt x="2232" y="408"/>
                  </a:lnTo>
                  <a:lnTo>
                    <a:pt x="13" y="0"/>
                  </a:lnTo>
                  <a:lnTo>
                    <a:pt x="7" y="32"/>
                  </a:lnTo>
                  <a:lnTo>
                    <a:pt x="0" y="63"/>
                  </a:lnTo>
                  <a:lnTo>
                    <a:pt x="2220" y="4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95" name=""/>
            <p:cNvSpPr/>
            <p:nvPr/>
          </p:nvSpPr>
          <p:spPr>
            <a:xfrm rot="0">
              <a:off x="1957" y="2255"/>
              <a:ext cx="558" cy="117"/>
            </a:xfrm>
            <a:custGeom>
              <a:avLst/>
              <a:ahLst/>
              <a:rect l="0" t="0" r="r" b="b"/>
              <a:pathLst>
                <a:path w="2232" h="471">
                  <a:moveTo>
                    <a:pt x="2220" y="471"/>
                  </a:moveTo>
                  <a:lnTo>
                    <a:pt x="2226" y="439"/>
                  </a:lnTo>
                  <a:lnTo>
                    <a:pt x="2232" y="408"/>
                  </a:lnTo>
                  <a:lnTo>
                    <a:pt x="13" y="0"/>
                  </a:lnTo>
                  <a:lnTo>
                    <a:pt x="7" y="32"/>
                  </a:lnTo>
                  <a:lnTo>
                    <a:pt x="0" y="63"/>
                  </a:lnTo>
                  <a:lnTo>
                    <a:pt x="2220" y="4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96" name=""/>
            <p:cNvSpPr/>
            <p:nvPr/>
          </p:nvSpPr>
          <p:spPr>
            <a:xfrm rot="0">
              <a:off x="1950" y="2255"/>
              <a:ext cx="10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32" y="32"/>
                  </a:moveTo>
                  <a:lnTo>
                    <a:pt x="25" y="63"/>
                  </a:lnTo>
                  <a:lnTo>
                    <a:pt x="16" y="60"/>
                  </a:lnTo>
                  <a:lnTo>
                    <a:pt x="9" y="54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97" name=""/>
            <p:cNvSpPr/>
            <p:nvPr/>
          </p:nvSpPr>
          <p:spPr>
            <a:xfrm rot="0">
              <a:off x="1950" y="2255"/>
              <a:ext cx="10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25" y="63"/>
                  </a:moveTo>
                  <a:lnTo>
                    <a:pt x="16" y="60"/>
                  </a:lnTo>
                  <a:lnTo>
                    <a:pt x="9" y="54"/>
                  </a:lnTo>
                  <a:lnTo>
                    <a:pt x="2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398" name=""/>
            <p:cNvSpPr/>
            <p:nvPr/>
          </p:nvSpPr>
          <p:spPr>
            <a:xfrm rot="0">
              <a:off x="2505" y="2356"/>
              <a:ext cx="16" cy="11"/>
            </a:xfrm>
            <a:custGeom>
              <a:avLst/>
              <a:ahLst/>
              <a:rect l="0" t="0" r="r" b="b"/>
              <a:pathLst>
                <a:path w="62" h="43">
                  <a:moveTo>
                    <a:pt x="30" y="31"/>
                  </a:moveTo>
                  <a:lnTo>
                    <a:pt x="0" y="20"/>
                  </a:lnTo>
                  <a:lnTo>
                    <a:pt x="5" y="11"/>
                  </a:lnTo>
                  <a:lnTo>
                    <a:pt x="12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1"/>
                  </a:lnTo>
                  <a:lnTo>
                    <a:pt x="50" y="6"/>
                  </a:lnTo>
                  <a:lnTo>
                    <a:pt x="57" y="14"/>
                  </a:lnTo>
                  <a:lnTo>
                    <a:pt x="62" y="24"/>
                  </a:lnTo>
                  <a:lnTo>
                    <a:pt x="62" y="33"/>
                  </a:lnTo>
                  <a:lnTo>
                    <a:pt x="60" y="43"/>
                  </a:lnTo>
                  <a:lnTo>
                    <a:pt x="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399" name=""/>
            <p:cNvSpPr/>
            <p:nvPr/>
          </p:nvSpPr>
          <p:spPr>
            <a:xfrm rot="0">
              <a:off x="2505" y="2356"/>
              <a:ext cx="16" cy="11"/>
            </a:xfrm>
            <a:custGeom>
              <a:avLst/>
              <a:ahLst/>
              <a:rect l="0" t="0" r="r" b="b"/>
              <a:pathLst>
                <a:path w="62" h="43">
                  <a:moveTo>
                    <a:pt x="0" y="20"/>
                  </a:moveTo>
                  <a:lnTo>
                    <a:pt x="5" y="11"/>
                  </a:lnTo>
                  <a:lnTo>
                    <a:pt x="12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1"/>
                  </a:lnTo>
                  <a:lnTo>
                    <a:pt x="50" y="6"/>
                  </a:lnTo>
                  <a:lnTo>
                    <a:pt x="57" y="14"/>
                  </a:lnTo>
                  <a:lnTo>
                    <a:pt x="62" y="24"/>
                  </a:lnTo>
                  <a:lnTo>
                    <a:pt x="62" y="33"/>
                  </a:lnTo>
                  <a:lnTo>
                    <a:pt x="6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00" name=""/>
            <p:cNvSpPr/>
            <p:nvPr/>
          </p:nvSpPr>
          <p:spPr>
            <a:xfrm rot="0">
              <a:off x="2434" y="2362"/>
              <a:ext cx="87" cy="188"/>
            </a:xfrm>
            <a:custGeom>
              <a:avLst/>
              <a:ahLst/>
              <a:rect l="0" t="0" r="r" b="b"/>
              <a:pathLst>
                <a:path w="345" h="753">
                  <a:moveTo>
                    <a:pt x="345" y="23"/>
                  </a:moveTo>
                  <a:lnTo>
                    <a:pt x="315" y="11"/>
                  </a:lnTo>
                  <a:lnTo>
                    <a:pt x="285" y="0"/>
                  </a:lnTo>
                  <a:lnTo>
                    <a:pt x="0" y="731"/>
                  </a:lnTo>
                  <a:lnTo>
                    <a:pt x="30" y="742"/>
                  </a:lnTo>
                  <a:lnTo>
                    <a:pt x="60" y="753"/>
                  </a:lnTo>
                  <a:lnTo>
                    <a:pt x="34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01" name=""/>
            <p:cNvSpPr/>
            <p:nvPr/>
          </p:nvSpPr>
          <p:spPr>
            <a:xfrm rot="0">
              <a:off x="2434" y="2362"/>
              <a:ext cx="87" cy="188"/>
            </a:xfrm>
            <a:custGeom>
              <a:avLst/>
              <a:ahLst/>
              <a:rect l="0" t="0" r="r" b="b"/>
              <a:pathLst>
                <a:path w="345" h="753">
                  <a:moveTo>
                    <a:pt x="345" y="23"/>
                  </a:moveTo>
                  <a:lnTo>
                    <a:pt x="315" y="11"/>
                  </a:lnTo>
                  <a:lnTo>
                    <a:pt x="285" y="0"/>
                  </a:lnTo>
                  <a:lnTo>
                    <a:pt x="0" y="731"/>
                  </a:lnTo>
                  <a:lnTo>
                    <a:pt x="30" y="742"/>
                  </a:lnTo>
                  <a:lnTo>
                    <a:pt x="60" y="753"/>
                  </a:lnTo>
                  <a:lnTo>
                    <a:pt x="345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02" name=""/>
            <p:cNvSpPr/>
            <p:nvPr/>
          </p:nvSpPr>
          <p:spPr>
            <a:xfrm rot="0">
              <a:off x="2434" y="2544"/>
              <a:ext cx="15" cy="11"/>
            </a:xfrm>
            <a:custGeom>
              <a:avLst/>
              <a:ahLst/>
              <a:rect l="0" t="0" r="r" b="b"/>
              <a:pathLst>
                <a:path w="62" h="43">
                  <a:moveTo>
                    <a:pt x="32" y="11"/>
                  </a:moveTo>
                  <a:lnTo>
                    <a:pt x="62" y="22"/>
                  </a:lnTo>
                  <a:lnTo>
                    <a:pt x="57" y="31"/>
                  </a:lnTo>
                  <a:lnTo>
                    <a:pt x="50" y="38"/>
                  </a:lnTo>
                  <a:lnTo>
                    <a:pt x="39" y="43"/>
                  </a:lnTo>
                  <a:lnTo>
                    <a:pt x="31" y="43"/>
                  </a:lnTo>
                  <a:lnTo>
                    <a:pt x="21" y="41"/>
                  </a:lnTo>
                  <a:lnTo>
                    <a:pt x="12" y="36"/>
                  </a:lnTo>
                  <a:lnTo>
                    <a:pt x="5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2" y="0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03" name=""/>
            <p:cNvSpPr/>
            <p:nvPr/>
          </p:nvSpPr>
          <p:spPr>
            <a:xfrm rot="0">
              <a:off x="2434" y="2544"/>
              <a:ext cx="15" cy="11"/>
            </a:xfrm>
            <a:custGeom>
              <a:avLst/>
              <a:ahLst/>
              <a:rect l="0" t="0" r="r" b="b"/>
              <a:pathLst>
                <a:path w="62" h="43">
                  <a:moveTo>
                    <a:pt x="62" y="22"/>
                  </a:moveTo>
                  <a:lnTo>
                    <a:pt x="57" y="31"/>
                  </a:lnTo>
                  <a:lnTo>
                    <a:pt x="50" y="38"/>
                  </a:lnTo>
                  <a:lnTo>
                    <a:pt x="39" y="43"/>
                  </a:lnTo>
                  <a:lnTo>
                    <a:pt x="31" y="43"/>
                  </a:lnTo>
                  <a:lnTo>
                    <a:pt x="21" y="41"/>
                  </a:lnTo>
                  <a:lnTo>
                    <a:pt x="12" y="36"/>
                  </a:lnTo>
                  <a:lnTo>
                    <a:pt x="5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04" name=""/>
            <p:cNvSpPr/>
            <p:nvPr/>
          </p:nvSpPr>
          <p:spPr>
            <a:xfrm rot="0">
              <a:off x="2440" y="2539"/>
              <a:ext cx="10" cy="16"/>
            </a:xfrm>
            <a:custGeom>
              <a:avLst/>
              <a:ahLst/>
              <a:rect l="0" t="0" r="r" b="b"/>
              <a:pathLst>
                <a:path w="37" h="63">
                  <a:moveTo>
                    <a:pt x="6" y="31"/>
                  </a:moveTo>
                  <a:lnTo>
                    <a:pt x="12" y="0"/>
                  </a:lnTo>
                  <a:lnTo>
                    <a:pt x="21" y="3"/>
                  </a:lnTo>
                  <a:lnTo>
                    <a:pt x="29" y="8"/>
                  </a:lnTo>
                  <a:lnTo>
                    <a:pt x="35" y="17"/>
                  </a:lnTo>
                  <a:lnTo>
                    <a:pt x="37" y="27"/>
                  </a:lnTo>
                  <a:lnTo>
                    <a:pt x="37" y="37"/>
                  </a:lnTo>
                  <a:lnTo>
                    <a:pt x="34" y="46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05" name=""/>
            <p:cNvSpPr/>
            <p:nvPr/>
          </p:nvSpPr>
          <p:spPr>
            <a:xfrm rot="0">
              <a:off x="2440" y="2539"/>
              <a:ext cx="10" cy="16"/>
            </a:xfrm>
            <a:custGeom>
              <a:avLst/>
              <a:ahLst/>
              <a:rect l="0" t="0" r="r" b="b"/>
              <a:pathLst>
                <a:path w="37" h="63">
                  <a:moveTo>
                    <a:pt x="12" y="0"/>
                  </a:moveTo>
                  <a:lnTo>
                    <a:pt x="21" y="3"/>
                  </a:lnTo>
                  <a:lnTo>
                    <a:pt x="29" y="8"/>
                  </a:lnTo>
                  <a:lnTo>
                    <a:pt x="35" y="17"/>
                  </a:lnTo>
                  <a:lnTo>
                    <a:pt x="37" y="27"/>
                  </a:lnTo>
                  <a:lnTo>
                    <a:pt x="37" y="37"/>
                  </a:lnTo>
                  <a:lnTo>
                    <a:pt x="34" y="46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06" name=""/>
            <p:cNvSpPr/>
            <p:nvPr/>
          </p:nvSpPr>
          <p:spPr>
            <a:xfrm rot="0">
              <a:off x="2100" y="2477"/>
              <a:ext cx="343" cy="78"/>
            </a:xfrm>
            <a:custGeom>
              <a:avLst/>
              <a:ahLst/>
              <a:rect l="0" t="0" r="r" b="b"/>
              <a:pathLst>
                <a:path w="1371" h="313">
                  <a:moveTo>
                    <a:pt x="1359" y="313"/>
                  </a:moveTo>
                  <a:lnTo>
                    <a:pt x="1365" y="281"/>
                  </a:lnTo>
                  <a:lnTo>
                    <a:pt x="1371" y="250"/>
                  </a:lnTo>
                  <a:lnTo>
                    <a:pt x="12" y="0"/>
                  </a:lnTo>
                  <a:lnTo>
                    <a:pt x="6" y="31"/>
                  </a:lnTo>
                  <a:lnTo>
                    <a:pt x="0" y="63"/>
                  </a:lnTo>
                  <a:lnTo>
                    <a:pt x="1359" y="3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07" name=""/>
            <p:cNvSpPr/>
            <p:nvPr/>
          </p:nvSpPr>
          <p:spPr>
            <a:xfrm rot="0">
              <a:off x="2100" y="2477"/>
              <a:ext cx="343" cy="78"/>
            </a:xfrm>
            <a:custGeom>
              <a:avLst/>
              <a:ahLst/>
              <a:rect l="0" t="0" r="r" b="b"/>
              <a:pathLst>
                <a:path w="1371" h="313">
                  <a:moveTo>
                    <a:pt x="1359" y="313"/>
                  </a:moveTo>
                  <a:lnTo>
                    <a:pt x="1365" y="281"/>
                  </a:lnTo>
                  <a:lnTo>
                    <a:pt x="1371" y="250"/>
                  </a:lnTo>
                  <a:lnTo>
                    <a:pt x="12" y="0"/>
                  </a:lnTo>
                  <a:lnTo>
                    <a:pt x="6" y="31"/>
                  </a:lnTo>
                  <a:lnTo>
                    <a:pt x="0" y="63"/>
                  </a:lnTo>
                  <a:lnTo>
                    <a:pt x="1359" y="3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08" name=""/>
            <p:cNvSpPr/>
            <p:nvPr/>
          </p:nvSpPr>
          <p:spPr>
            <a:xfrm rot="0">
              <a:off x="2094" y="2477"/>
              <a:ext cx="10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32" y="31"/>
                  </a:moveTo>
                  <a:lnTo>
                    <a:pt x="26" y="63"/>
                  </a:lnTo>
                  <a:lnTo>
                    <a:pt x="17" y="59"/>
                  </a:lnTo>
                  <a:lnTo>
                    <a:pt x="9" y="54"/>
                  </a:lnTo>
                  <a:lnTo>
                    <a:pt x="3" y="45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4" y="16"/>
                  </a:lnTo>
                  <a:lnTo>
                    <a:pt x="9" y="9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09" name=""/>
            <p:cNvSpPr/>
            <p:nvPr/>
          </p:nvSpPr>
          <p:spPr>
            <a:xfrm rot="0">
              <a:off x="2094" y="2477"/>
              <a:ext cx="10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26" y="63"/>
                  </a:moveTo>
                  <a:lnTo>
                    <a:pt x="17" y="59"/>
                  </a:lnTo>
                  <a:lnTo>
                    <a:pt x="9" y="54"/>
                  </a:lnTo>
                  <a:lnTo>
                    <a:pt x="3" y="45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4" y="16"/>
                  </a:lnTo>
                  <a:lnTo>
                    <a:pt x="9" y="9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10" name=""/>
            <p:cNvSpPr/>
            <p:nvPr/>
          </p:nvSpPr>
          <p:spPr>
            <a:xfrm rot="0">
              <a:off x="2697" y="2993"/>
              <a:ext cx="16" cy="7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11" name=""/>
            <p:cNvSpPr/>
            <p:nvPr/>
          </p:nvSpPr>
          <p:spPr>
            <a:xfrm rot="0">
              <a:off x="2697" y="2993"/>
              <a:ext cx="16" cy="7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12" name=""/>
            <p:cNvSpPr/>
            <p:nvPr/>
          </p:nvSpPr>
          <p:spPr>
            <a:xfrm rot="0">
              <a:off x="2697" y="2678"/>
              <a:ext cx="16" cy="315"/>
            </a:xfrm>
            <a:custGeom>
              <a:avLst/>
              <a:ahLst/>
              <a:rect l="0" t="0" r="r" b="b"/>
              <a:pathLst>
                <a:path w="65" h="1258">
                  <a:moveTo>
                    <a:pt x="0" y="1258"/>
                  </a:moveTo>
                  <a:lnTo>
                    <a:pt x="32" y="1258"/>
                  </a:lnTo>
                  <a:lnTo>
                    <a:pt x="65" y="1258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2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13" name=""/>
            <p:cNvSpPr/>
            <p:nvPr/>
          </p:nvSpPr>
          <p:spPr>
            <a:xfrm rot="0">
              <a:off x="2697" y="2678"/>
              <a:ext cx="16" cy="315"/>
            </a:xfrm>
            <a:custGeom>
              <a:avLst/>
              <a:ahLst/>
              <a:rect l="0" t="0" r="r" b="b"/>
              <a:pathLst>
                <a:path w="65" h="1258">
                  <a:moveTo>
                    <a:pt x="0" y="1258"/>
                  </a:moveTo>
                  <a:lnTo>
                    <a:pt x="32" y="1258"/>
                  </a:lnTo>
                  <a:lnTo>
                    <a:pt x="65" y="1258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2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14" name=""/>
            <p:cNvSpPr/>
            <p:nvPr/>
          </p:nvSpPr>
          <p:spPr>
            <a:xfrm rot="0">
              <a:off x="2697" y="2670"/>
              <a:ext cx="16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2" y="33"/>
                  </a:move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15" name=""/>
            <p:cNvSpPr/>
            <p:nvPr/>
          </p:nvSpPr>
          <p:spPr>
            <a:xfrm rot="0">
              <a:off x="2697" y="2670"/>
              <a:ext cx="16" cy="8"/>
            </a:xfrm>
            <a:custGeom>
              <a:avLst/>
              <a:ahLst/>
              <a:rect l="0" t="0" r="r" b="b"/>
              <a:pathLst>
                <a:path w="65" h="33">
                  <a:moveTo>
                    <a:pt x="0" y="33"/>
                  </a:move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16" name=""/>
            <p:cNvSpPr/>
            <p:nvPr/>
          </p:nvSpPr>
          <p:spPr>
            <a:xfrm rot="0">
              <a:off x="2261" y="3132"/>
              <a:ext cx="10" cy="16"/>
            </a:xfrm>
            <a:custGeom>
              <a:avLst/>
              <a:ahLst/>
              <a:rect l="0" t="0" r="r" b="b"/>
              <a:pathLst>
                <a:path w="41" h="62">
                  <a:moveTo>
                    <a:pt x="31" y="30"/>
                  </a:moveTo>
                  <a:lnTo>
                    <a:pt x="41" y="61"/>
                  </a:ln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6" y="49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2" y="5"/>
                  </a:lnTo>
                  <a:lnTo>
                    <a:pt x="21" y="0"/>
                  </a:lnTo>
                  <a:lnTo>
                    <a:pt x="3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17" name=""/>
            <p:cNvSpPr/>
            <p:nvPr/>
          </p:nvSpPr>
          <p:spPr>
            <a:xfrm rot="0">
              <a:off x="2261" y="3132"/>
              <a:ext cx="10" cy="16"/>
            </a:xfrm>
            <a:custGeom>
              <a:avLst/>
              <a:ahLst/>
              <a:rect l="0" t="0" r="r" b="b"/>
              <a:pathLst>
                <a:path w="41" h="62">
                  <a:moveTo>
                    <a:pt x="41" y="61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6" y="49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2" y="5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18" name=""/>
            <p:cNvSpPr/>
            <p:nvPr/>
          </p:nvSpPr>
          <p:spPr>
            <a:xfrm rot="0">
              <a:off x="2266" y="2985"/>
              <a:ext cx="441" cy="162"/>
            </a:xfrm>
            <a:custGeom>
              <a:avLst/>
              <a:ahLst/>
              <a:rect l="0" t="0" r="r" b="b"/>
              <a:pathLst>
                <a:path w="1763" h="650">
                  <a:moveTo>
                    <a:pt x="0" y="589"/>
                  </a:moveTo>
                  <a:lnTo>
                    <a:pt x="10" y="619"/>
                  </a:lnTo>
                  <a:lnTo>
                    <a:pt x="20" y="650"/>
                  </a:lnTo>
                  <a:lnTo>
                    <a:pt x="1763" y="60"/>
                  </a:lnTo>
                  <a:lnTo>
                    <a:pt x="1753" y="30"/>
                  </a:lnTo>
                  <a:lnTo>
                    <a:pt x="1743" y="0"/>
                  </a:lnTo>
                  <a:lnTo>
                    <a:pt x="0" y="5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19" name=""/>
            <p:cNvSpPr/>
            <p:nvPr/>
          </p:nvSpPr>
          <p:spPr>
            <a:xfrm rot="0">
              <a:off x="2266" y="2985"/>
              <a:ext cx="441" cy="162"/>
            </a:xfrm>
            <a:custGeom>
              <a:avLst/>
              <a:ahLst/>
              <a:rect l="0" t="0" r="r" b="b"/>
              <a:pathLst>
                <a:path w="1763" h="650">
                  <a:moveTo>
                    <a:pt x="0" y="589"/>
                  </a:moveTo>
                  <a:lnTo>
                    <a:pt x="10" y="619"/>
                  </a:lnTo>
                  <a:lnTo>
                    <a:pt x="20" y="650"/>
                  </a:lnTo>
                  <a:lnTo>
                    <a:pt x="1763" y="60"/>
                  </a:lnTo>
                  <a:lnTo>
                    <a:pt x="1753" y="30"/>
                  </a:lnTo>
                  <a:lnTo>
                    <a:pt x="1743" y="0"/>
                  </a:lnTo>
                  <a:lnTo>
                    <a:pt x="0" y="5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20" name=""/>
            <p:cNvSpPr/>
            <p:nvPr/>
          </p:nvSpPr>
          <p:spPr>
            <a:xfrm rot="0">
              <a:off x="2702" y="2985"/>
              <a:ext cx="10" cy="15"/>
            </a:xfrm>
            <a:custGeom>
              <a:avLst/>
              <a:ahLst/>
              <a:rect l="0" t="0" r="r" b="b"/>
              <a:pathLst>
                <a:path w="42" h="62">
                  <a:moveTo>
                    <a:pt x="10" y="32"/>
                  </a:moveTo>
                  <a:lnTo>
                    <a:pt x="0" y="2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29" y="6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2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  <a:lnTo>
                    <a:pt x="1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21" name=""/>
            <p:cNvSpPr/>
            <p:nvPr/>
          </p:nvSpPr>
          <p:spPr>
            <a:xfrm rot="0">
              <a:off x="2702" y="2985"/>
              <a:ext cx="10" cy="15"/>
            </a:xfrm>
            <a:custGeom>
              <a:avLst/>
              <a:ahLst/>
              <a:rect l="0" t="0" r="r" b="b"/>
              <a:pathLst>
                <a:path w="42" h="62">
                  <a:moveTo>
                    <a:pt x="0" y="2"/>
                  </a:moveTo>
                  <a:lnTo>
                    <a:pt x="10" y="0"/>
                  </a:lnTo>
                  <a:lnTo>
                    <a:pt x="20" y="2"/>
                  </a:lnTo>
                  <a:lnTo>
                    <a:pt x="29" y="6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2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22" name=""/>
            <p:cNvSpPr/>
            <p:nvPr/>
          </p:nvSpPr>
          <p:spPr>
            <a:xfrm rot="0">
              <a:off x="2261" y="2983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23" name=""/>
            <p:cNvSpPr/>
            <p:nvPr/>
          </p:nvSpPr>
          <p:spPr>
            <a:xfrm rot="0">
              <a:off x="2261" y="2983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24" name=""/>
            <p:cNvSpPr/>
            <p:nvPr/>
          </p:nvSpPr>
          <p:spPr>
            <a:xfrm rot="0">
              <a:off x="2261" y="2992"/>
              <a:ext cx="16" cy="148"/>
            </a:xfrm>
            <a:custGeom>
              <a:avLst/>
              <a:ahLst/>
              <a:rect l="0" t="0" r="r" b="b"/>
              <a:pathLst>
                <a:path w="65" h="593">
                  <a:moveTo>
                    <a:pt x="65" y="0"/>
                  </a:moveTo>
                  <a:lnTo>
                    <a:pt x="33" y="0"/>
                  </a:lnTo>
                  <a:lnTo>
                    <a:pt x="1" y="0"/>
                  </a:lnTo>
                  <a:lnTo>
                    <a:pt x="0" y="593"/>
                  </a:lnTo>
                  <a:lnTo>
                    <a:pt x="31" y="593"/>
                  </a:lnTo>
                  <a:lnTo>
                    <a:pt x="64" y="593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25" name=""/>
            <p:cNvSpPr/>
            <p:nvPr/>
          </p:nvSpPr>
          <p:spPr>
            <a:xfrm rot="0">
              <a:off x="2261" y="2992"/>
              <a:ext cx="16" cy="148"/>
            </a:xfrm>
            <a:custGeom>
              <a:avLst/>
              <a:ahLst/>
              <a:rect l="0" t="0" r="r" b="b"/>
              <a:pathLst>
                <a:path w="65" h="593">
                  <a:moveTo>
                    <a:pt x="65" y="0"/>
                  </a:moveTo>
                  <a:lnTo>
                    <a:pt x="33" y="0"/>
                  </a:lnTo>
                  <a:lnTo>
                    <a:pt x="1" y="0"/>
                  </a:lnTo>
                  <a:lnTo>
                    <a:pt x="0" y="593"/>
                  </a:lnTo>
                  <a:lnTo>
                    <a:pt x="31" y="593"/>
                  </a:lnTo>
                  <a:lnTo>
                    <a:pt x="64" y="593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26" name=""/>
            <p:cNvSpPr/>
            <p:nvPr/>
          </p:nvSpPr>
          <p:spPr>
            <a:xfrm rot="0">
              <a:off x="2261" y="3140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1" y="31"/>
                  </a:lnTo>
                  <a:lnTo>
                    <a:pt x="31" y="32"/>
                  </a:lnTo>
                  <a:lnTo>
                    <a:pt x="21" y="31"/>
                  </a:lnTo>
                  <a:lnTo>
                    <a:pt x="12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27" name=""/>
            <p:cNvSpPr/>
            <p:nvPr/>
          </p:nvSpPr>
          <p:spPr>
            <a:xfrm rot="0">
              <a:off x="2261" y="3140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1" y="31"/>
                  </a:lnTo>
                  <a:lnTo>
                    <a:pt x="31" y="32"/>
                  </a:lnTo>
                  <a:lnTo>
                    <a:pt x="21" y="31"/>
                  </a:lnTo>
                  <a:lnTo>
                    <a:pt x="12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28" name=""/>
            <p:cNvSpPr/>
            <p:nvPr/>
          </p:nvSpPr>
          <p:spPr>
            <a:xfrm rot="0">
              <a:off x="2336" y="2792"/>
              <a:ext cx="10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31" y="30"/>
                  </a:moveTo>
                  <a:lnTo>
                    <a:pt x="42" y="61"/>
                  </a:lnTo>
                  <a:lnTo>
                    <a:pt x="31" y="62"/>
                  </a:lnTo>
                  <a:lnTo>
                    <a:pt x="21" y="61"/>
                  </a:lnTo>
                  <a:lnTo>
                    <a:pt x="13" y="57"/>
                  </a:lnTo>
                  <a:lnTo>
                    <a:pt x="6" y="49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3" y="5"/>
                  </a:lnTo>
                  <a:lnTo>
                    <a:pt x="21" y="0"/>
                  </a:lnTo>
                  <a:lnTo>
                    <a:pt x="3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29" name=""/>
            <p:cNvSpPr/>
            <p:nvPr/>
          </p:nvSpPr>
          <p:spPr>
            <a:xfrm rot="0">
              <a:off x="2336" y="2792"/>
              <a:ext cx="10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42" y="61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3" y="57"/>
                  </a:lnTo>
                  <a:lnTo>
                    <a:pt x="6" y="49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3" y="5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30" name=""/>
            <p:cNvSpPr/>
            <p:nvPr/>
          </p:nvSpPr>
          <p:spPr>
            <a:xfrm rot="0">
              <a:off x="2341" y="2670"/>
              <a:ext cx="366" cy="138"/>
            </a:xfrm>
            <a:custGeom>
              <a:avLst/>
              <a:ahLst/>
              <a:rect l="0" t="0" r="r" b="b"/>
              <a:pathLst>
                <a:path w="1464" h="549">
                  <a:moveTo>
                    <a:pt x="0" y="488"/>
                  </a:moveTo>
                  <a:lnTo>
                    <a:pt x="10" y="518"/>
                  </a:lnTo>
                  <a:lnTo>
                    <a:pt x="21" y="549"/>
                  </a:lnTo>
                  <a:lnTo>
                    <a:pt x="1464" y="60"/>
                  </a:lnTo>
                  <a:lnTo>
                    <a:pt x="1454" y="30"/>
                  </a:lnTo>
                  <a:lnTo>
                    <a:pt x="1444" y="0"/>
                  </a:lnTo>
                  <a:lnTo>
                    <a:pt x="0" y="4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31" name=""/>
            <p:cNvSpPr/>
            <p:nvPr/>
          </p:nvSpPr>
          <p:spPr>
            <a:xfrm rot="0">
              <a:off x="2341" y="2670"/>
              <a:ext cx="366" cy="138"/>
            </a:xfrm>
            <a:custGeom>
              <a:avLst/>
              <a:ahLst/>
              <a:rect l="0" t="0" r="r" b="b"/>
              <a:pathLst>
                <a:path w="1464" h="549">
                  <a:moveTo>
                    <a:pt x="0" y="488"/>
                  </a:moveTo>
                  <a:lnTo>
                    <a:pt x="10" y="518"/>
                  </a:lnTo>
                  <a:lnTo>
                    <a:pt x="21" y="549"/>
                  </a:lnTo>
                  <a:lnTo>
                    <a:pt x="1464" y="60"/>
                  </a:lnTo>
                  <a:lnTo>
                    <a:pt x="1454" y="30"/>
                  </a:lnTo>
                  <a:lnTo>
                    <a:pt x="1444" y="0"/>
                  </a:lnTo>
                  <a:lnTo>
                    <a:pt x="0" y="4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32" name=""/>
            <p:cNvSpPr/>
            <p:nvPr/>
          </p:nvSpPr>
          <p:spPr>
            <a:xfrm rot="0">
              <a:off x="2702" y="2670"/>
              <a:ext cx="10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10" y="32"/>
                  </a:moveTo>
                  <a:lnTo>
                    <a:pt x="0" y="2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2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  <a:lnTo>
                    <a:pt x="1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33" name=""/>
            <p:cNvSpPr/>
            <p:nvPr/>
          </p:nvSpPr>
          <p:spPr>
            <a:xfrm rot="0">
              <a:off x="2702" y="2670"/>
              <a:ext cx="10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0" y="2"/>
                  </a:moveTo>
                  <a:lnTo>
                    <a:pt x="10" y="0"/>
                  </a:lnTo>
                  <a:lnTo>
                    <a:pt x="20" y="2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2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34" name=""/>
            <p:cNvSpPr/>
            <p:nvPr/>
          </p:nvSpPr>
          <p:spPr>
            <a:xfrm rot="0">
              <a:off x="2267" y="3132"/>
              <a:ext cx="10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6" y="31"/>
                  </a:moveTo>
                  <a:lnTo>
                    <a:pt x="13" y="0"/>
                  </a:lnTo>
                  <a:lnTo>
                    <a:pt x="22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35" name=""/>
            <p:cNvSpPr/>
            <p:nvPr/>
          </p:nvSpPr>
          <p:spPr>
            <a:xfrm rot="0">
              <a:off x="2267" y="3132"/>
              <a:ext cx="10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13" y="0"/>
                  </a:moveTo>
                  <a:lnTo>
                    <a:pt x="22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36" name=""/>
            <p:cNvSpPr/>
            <p:nvPr/>
          </p:nvSpPr>
          <p:spPr>
            <a:xfrm rot="0">
              <a:off x="1712" y="3030"/>
              <a:ext cx="558" cy="118"/>
            </a:xfrm>
            <a:custGeom>
              <a:avLst/>
              <a:ahLst/>
              <a:rect l="0" t="0" r="r" b="b"/>
              <a:pathLst>
                <a:path w="2232" h="470">
                  <a:moveTo>
                    <a:pt x="2219" y="470"/>
                  </a:moveTo>
                  <a:lnTo>
                    <a:pt x="2225" y="438"/>
                  </a:lnTo>
                  <a:lnTo>
                    <a:pt x="2232" y="407"/>
                  </a:lnTo>
                  <a:lnTo>
                    <a:pt x="12" y="0"/>
                  </a:lnTo>
                  <a:lnTo>
                    <a:pt x="6" y="32"/>
                  </a:lnTo>
                  <a:lnTo>
                    <a:pt x="0" y="64"/>
                  </a:lnTo>
                  <a:lnTo>
                    <a:pt x="2219" y="4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37" name=""/>
            <p:cNvSpPr/>
            <p:nvPr/>
          </p:nvSpPr>
          <p:spPr>
            <a:xfrm rot="0">
              <a:off x="1712" y="3030"/>
              <a:ext cx="558" cy="118"/>
            </a:xfrm>
            <a:custGeom>
              <a:avLst/>
              <a:ahLst/>
              <a:rect l="0" t="0" r="r" b="b"/>
              <a:pathLst>
                <a:path w="2232" h="470">
                  <a:moveTo>
                    <a:pt x="2219" y="470"/>
                  </a:moveTo>
                  <a:lnTo>
                    <a:pt x="2225" y="438"/>
                  </a:lnTo>
                  <a:lnTo>
                    <a:pt x="2232" y="407"/>
                  </a:lnTo>
                  <a:lnTo>
                    <a:pt x="12" y="0"/>
                  </a:lnTo>
                  <a:lnTo>
                    <a:pt x="6" y="32"/>
                  </a:lnTo>
                  <a:lnTo>
                    <a:pt x="0" y="64"/>
                  </a:lnTo>
                  <a:lnTo>
                    <a:pt x="2219" y="4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38" name=""/>
            <p:cNvSpPr/>
            <p:nvPr/>
          </p:nvSpPr>
          <p:spPr>
            <a:xfrm rot="0">
              <a:off x="1706" y="3030"/>
              <a:ext cx="10" cy="16"/>
            </a:xfrm>
            <a:custGeom>
              <a:avLst/>
              <a:ahLst/>
              <a:rect l="0" t="0" r="r" b="b"/>
              <a:pathLst>
                <a:path w="38" h="64">
                  <a:moveTo>
                    <a:pt x="32" y="32"/>
                  </a:moveTo>
                  <a:lnTo>
                    <a:pt x="26" y="64"/>
                  </a:lnTo>
                  <a:lnTo>
                    <a:pt x="17" y="60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39" name=""/>
            <p:cNvSpPr/>
            <p:nvPr/>
          </p:nvSpPr>
          <p:spPr>
            <a:xfrm rot="0">
              <a:off x="1706" y="3030"/>
              <a:ext cx="10" cy="16"/>
            </a:xfrm>
            <a:custGeom>
              <a:avLst/>
              <a:ahLst/>
              <a:rect l="0" t="0" r="r" b="b"/>
              <a:pathLst>
                <a:path w="38" h="64">
                  <a:moveTo>
                    <a:pt x="26" y="64"/>
                  </a:moveTo>
                  <a:lnTo>
                    <a:pt x="17" y="60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40" name=""/>
            <p:cNvSpPr/>
            <p:nvPr/>
          </p:nvSpPr>
          <p:spPr>
            <a:xfrm rot="0">
              <a:off x="1706" y="2882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41" name=""/>
            <p:cNvSpPr/>
            <p:nvPr/>
          </p:nvSpPr>
          <p:spPr>
            <a:xfrm rot="0">
              <a:off x="1706" y="2882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1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42" name=""/>
            <p:cNvSpPr/>
            <p:nvPr/>
          </p:nvSpPr>
          <p:spPr>
            <a:xfrm rot="0">
              <a:off x="1706" y="2890"/>
              <a:ext cx="16" cy="148"/>
            </a:xfrm>
            <a:custGeom>
              <a:avLst/>
              <a:ahLst/>
              <a:rect l="0" t="0" r="r" b="b"/>
              <a:pathLst>
                <a:path w="66" h="593">
                  <a:moveTo>
                    <a:pt x="66" y="0"/>
                  </a:moveTo>
                  <a:lnTo>
                    <a:pt x="33" y="0"/>
                  </a:lnTo>
                  <a:lnTo>
                    <a:pt x="2" y="0"/>
                  </a:lnTo>
                  <a:lnTo>
                    <a:pt x="0" y="593"/>
                  </a:lnTo>
                  <a:lnTo>
                    <a:pt x="32" y="593"/>
                  </a:lnTo>
                  <a:lnTo>
                    <a:pt x="65" y="593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43" name=""/>
            <p:cNvSpPr/>
            <p:nvPr/>
          </p:nvSpPr>
          <p:spPr>
            <a:xfrm rot="0">
              <a:off x="1706" y="2890"/>
              <a:ext cx="16" cy="148"/>
            </a:xfrm>
            <a:custGeom>
              <a:avLst/>
              <a:ahLst/>
              <a:rect l="0" t="0" r="r" b="b"/>
              <a:pathLst>
                <a:path w="66" h="593">
                  <a:moveTo>
                    <a:pt x="66" y="0"/>
                  </a:moveTo>
                  <a:lnTo>
                    <a:pt x="33" y="0"/>
                  </a:lnTo>
                  <a:lnTo>
                    <a:pt x="2" y="0"/>
                  </a:lnTo>
                  <a:lnTo>
                    <a:pt x="0" y="593"/>
                  </a:lnTo>
                  <a:lnTo>
                    <a:pt x="32" y="593"/>
                  </a:lnTo>
                  <a:lnTo>
                    <a:pt x="65" y="59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44" name=""/>
            <p:cNvSpPr/>
            <p:nvPr/>
          </p:nvSpPr>
          <p:spPr>
            <a:xfrm rot="0">
              <a:off x="1706" y="3038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45" name=""/>
            <p:cNvSpPr/>
            <p:nvPr/>
          </p:nvSpPr>
          <p:spPr>
            <a:xfrm rot="0">
              <a:off x="1706" y="3038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46" name=""/>
            <p:cNvSpPr/>
            <p:nvPr/>
          </p:nvSpPr>
          <p:spPr>
            <a:xfrm rot="0">
              <a:off x="1996" y="2730"/>
              <a:ext cx="10" cy="16"/>
            </a:xfrm>
            <a:custGeom>
              <a:avLst/>
              <a:ahLst/>
              <a:rect l="0" t="0" r="r" b="b"/>
              <a:pathLst>
                <a:path w="41" h="62">
                  <a:moveTo>
                    <a:pt x="31" y="31"/>
                  </a:moveTo>
                  <a:lnTo>
                    <a:pt x="41" y="61"/>
                  </a:ln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6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1" y="0"/>
                  </a:lnTo>
                  <a:lnTo>
                    <a:pt x="3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47" name=""/>
            <p:cNvSpPr/>
            <p:nvPr/>
          </p:nvSpPr>
          <p:spPr>
            <a:xfrm rot="0">
              <a:off x="1996" y="2730"/>
              <a:ext cx="10" cy="16"/>
            </a:xfrm>
            <a:custGeom>
              <a:avLst/>
              <a:ahLst/>
              <a:rect l="0" t="0" r="r" b="b"/>
              <a:pathLst>
                <a:path w="41" h="62">
                  <a:moveTo>
                    <a:pt x="41" y="61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6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48" name=""/>
            <p:cNvSpPr/>
            <p:nvPr/>
          </p:nvSpPr>
          <p:spPr>
            <a:xfrm rot="0">
              <a:off x="2001" y="2608"/>
              <a:ext cx="366" cy="137"/>
            </a:xfrm>
            <a:custGeom>
              <a:avLst/>
              <a:ahLst/>
              <a:rect l="0" t="0" r="r" b="b"/>
              <a:pathLst>
                <a:path w="1465" h="550">
                  <a:moveTo>
                    <a:pt x="0" y="489"/>
                  </a:moveTo>
                  <a:lnTo>
                    <a:pt x="10" y="520"/>
                  </a:lnTo>
                  <a:lnTo>
                    <a:pt x="20" y="550"/>
                  </a:lnTo>
                  <a:lnTo>
                    <a:pt x="1465" y="60"/>
                  </a:lnTo>
                  <a:lnTo>
                    <a:pt x="1455" y="30"/>
                  </a:lnTo>
                  <a:lnTo>
                    <a:pt x="1445" y="0"/>
                  </a:lnTo>
                  <a:lnTo>
                    <a:pt x="0" y="4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49" name=""/>
            <p:cNvSpPr/>
            <p:nvPr/>
          </p:nvSpPr>
          <p:spPr>
            <a:xfrm rot="0">
              <a:off x="2001" y="2608"/>
              <a:ext cx="366" cy="137"/>
            </a:xfrm>
            <a:custGeom>
              <a:avLst/>
              <a:ahLst/>
              <a:rect l="0" t="0" r="r" b="b"/>
              <a:pathLst>
                <a:path w="1465" h="550">
                  <a:moveTo>
                    <a:pt x="0" y="489"/>
                  </a:moveTo>
                  <a:lnTo>
                    <a:pt x="10" y="520"/>
                  </a:lnTo>
                  <a:lnTo>
                    <a:pt x="20" y="550"/>
                  </a:lnTo>
                  <a:lnTo>
                    <a:pt x="1465" y="60"/>
                  </a:lnTo>
                  <a:lnTo>
                    <a:pt x="1455" y="30"/>
                  </a:lnTo>
                  <a:lnTo>
                    <a:pt x="1445" y="0"/>
                  </a:lnTo>
                  <a:lnTo>
                    <a:pt x="0" y="4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50" name=""/>
            <p:cNvSpPr/>
            <p:nvPr/>
          </p:nvSpPr>
          <p:spPr>
            <a:xfrm rot="0">
              <a:off x="2362" y="2608"/>
              <a:ext cx="11" cy="15"/>
            </a:xfrm>
            <a:custGeom>
              <a:avLst/>
              <a:ahLst/>
              <a:rect l="0" t="0" r="r" b="b"/>
              <a:pathLst>
                <a:path w="42" h="62">
                  <a:moveTo>
                    <a:pt x="10" y="32"/>
                  </a:moveTo>
                  <a:lnTo>
                    <a:pt x="0" y="2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2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  <a:lnTo>
                    <a:pt x="1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51" name=""/>
            <p:cNvSpPr/>
            <p:nvPr/>
          </p:nvSpPr>
          <p:spPr>
            <a:xfrm rot="0">
              <a:off x="2362" y="2608"/>
              <a:ext cx="11" cy="15"/>
            </a:xfrm>
            <a:custGeom>
              <a:avLst/>
              <a:ahLst/>
              <a:rect l="0" t="0" r="r" b="b"/>
              <a:pathLst>
                <a:path w="42" h="62">
                  <a:moveTo>
                    <a:pt x="0" y="2"/>
                  </a:moveTo>
                  <a:lnTo>
                    <a:pt x="10" y="0"/>
                  </a:lnTo>
                  <a:lnTo>
                    <a:pt x="20" y="2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2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52" name=""/>
            <p:cNvSpPr/>
            <p:nvPr/>
          </p:nvSpPr>
          <p:spPr>
            <a:xfrm rot="0">
              <a:off x="2703" y="2670"/>
              <a:ext cx="9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6" y="32"/>
                  </a:moveTo>
                  <a:lnTo>
                    <a:pt x="12" y="0"/>
                  </a:lnTo>
                  <a:lnTo>
                    <a:pt x="21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5"/>
                  </a:lnTo>
                  <a:lnTo>
                    <a:pt x="20" y="61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6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53" name=""/>
            <p:cNvSpPr/>
            <p:nvPr/>
          </p:nvSpPr>
          <p:spPr>
            <a:xfrm rot="0">
              <a:off x="2703" y="2670"/>
              <a:ext cx="9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12" y="0"/>
                  </a:moveTo>
                  <a:lnTo>
                    <a:pt x="21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5"/>
                  </a:lnTo>
                  <a:lnTo>
                    <a:pt x="20" y="61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54" name=""/>
            <p:cNvSpPr/>
            <p:nvPr/>
          </p:nvSpPr>
          <p:spPr>
            <a:xfrm rot="0">
              <a:off x="2363" y="2608"/>
              <a:ext cx="343" cy="78"/>
            </a:xfrm>
            <a:custGeom>
              <a:avLst/>
              <a:ahLst/>
              <a:rect l="0" t="0" r="r" b="b"/>
              <a:pathLst>
                <a:path w="1371" h="313">
                  <a:moveTo>
                    <a:pt x="1359" y="313"/>
                  </a:moveTo>
                  <a:lnTo>
                    <a:pt x="1365" y="282"/>
                  </a:lnTo>
                  <a:lnTo>
                    <a:pt x="1371" y="250"/>
                  </a:lnTo>
                  <a:lnTo>
                    <a:pt x="12" y="0"/>
                  </a:lnTo>
                  <a:lnTo>
                    <a:pt x="6" y="32"/>
                  </a:lnTo>
                  <a:lnTo>
                    <a:pt x="0" y="64"/>
                  </a:lnTo>
                  <a:lnTo>
                    <a:pt x="1359" y="3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55" name=""/>
            <p:cNvSpPr/>
            <p:nvPr/>
          </p:nvSpPr>
          <p:spPr>
            <a:xfrm rot="0">
              <a:off x="2363" y="2608"/>
              <a:ext cx="343" cy="78"/>
            </a:xfrm>
            <a:custGeom>
              <a:avLst/>
              <a:ahLst/>
              <a:rect l="0" t="0" r="r" b="b"/>
              <a:pathLst>
                <a:path w="1371" h="313">
                  <a:moveTo>
                    <a:pt x="1359" y="313"/>
                  </a:moveTo>
                  <a:lnTo>
                    <a:pt x="1365" y="282"/>
                  </a:lnTo>
                  <a:lnTo>
                    <a:pt x="1371" y="250"/>
                  </a:lnTo>
                  <a:lnTo>
                    <a:pt x="12" y="0"/>
                  </a:lnTo>
                  <a:lnTo>
                    <a:pt x="6" y="32"/>
                  </a:lnTo>
                  <a:lnTo>
                    <a:pt x="0" y="64"/>
                  </a:lnTo>
                  <a:lnTo>
                    <a:pt x="1359" y="3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56" name=""/>
            <p:cNvSpPr/>
            <p:nvPr/>
          </p:nvSpPr>
          <p:spPr>
            <a:xfrm rot="0">
              <a:off x="2357" y="2608"/>
              <a:ext cx="9" cy="15"/>
            </a:xfrm>
            <a:custGeom>
              <a:avLst/>
              <a:ahLst/>
              <a:rect l="0" t="0" r="r" b="b"/>
              <a:pathLst>
                <a:path w="38" h="64">
                  <a:moveTo>
                    <a:pt x="32" y="32"/>
                  </a:moveTo>
                  <a:lnTo>
                    <a:pt x="26" y="64"/>
                  </a:lnTo>
                  <a:lnTo>
                    <a:pt x="17" y="60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57" name=""/>
            <p:cNvSpPr/>
            <p:nvPr/>
          </p:nvSpPr>
          <p:spPr>
            <a:xfrm rot="0">
              <a:off x="2357" y="2608"/>
              <a:ext cx="9" cy="15"/>
            </a:xfrm>
            <a:custGeom>
              <a:avLst/>
              <a:ahLst/>
              <a:rect l="0" t="0" r="r" b="b"/>
              <a:pathLst>
                <a:path w="38" h="64">
                  <a:moveTo>
                    <a:pt x="26" y="64"/>
                  </a:moveTo>
                  <a:lnTo>
                    <a:pt x="17" y="60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58" name=""/>
            <p:cNvSpPr/>
            <p:nvPr/>
          </p:nvSpPr>
          <p:spPr>
            <a:xfrm rot="0">
              <a:off x="2702" y="2291"/>
              <a:ext cx="11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10" y="31"/>
                  </a:moveTo>
                  <a:lnTo>
                    <a:pt x="0" y="1"/>
                  </a:lnTo>
                  <a:lnTo>
                    <a:pt x="10" y="0"/>
                  </a:lnTo>
                  <a:lnTo>
                    <a:pt x="20" y="1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1" y="21"/>
                  </a:lnTo>
                  <a:lnTo>
                    <a:pt x="42" y="31"/>
                  </a:lnTo>
                  <a:lnTo>
                    <a:pt x="41" y="42"/>
                  </a:lnTo>
                  <a:lnTo>
                    <a:pt x="37" y="50"/>
                  </a:lnTo>
                  <a:lnTo>
                    <a:pt x="29" y="57"/>
                  </a:lnTo>
                  <a:lnTo>
                    <a:pt x="20" y="62"/>
                  </a:lnTo>
                  <a:lnTo>
                    <a:pt x="1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59" name=""/>
            <p:cNvSpPr/>
            <p:nvPr/>
          </p:nvSpPr>
          <p:spPr>
            <a:xfrm rot="0">
              <a:off x="2702" y="2291"/>
              <a:ext cx="11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0" y="1"/>
                  </a:moveTo>
                  <a:lnTo>
                    <a:pt x="10" y="0"/>
                  </a:lnTo>
                  <a:lnTo>
                    <a:pt x="20" y="1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1" y="21"/>
                  </a:lnTo>
                  <a:lnTo>
                    <a:pt x="42" y="31"/>
                  </a:lnTo>
                  <a:lnTo>
                    <a:pt x="41" y="42"/>
                  </a:lnTo>
                  <a:lnTo>
                    <a:pt x="37" y="50"/>
                  </a:lnTo>
                  <a:lnTo>
                    <a:pt x="29" y="57"/>
                  </a:lnTo>
                  <a:lnTo>
                    <a:pt x="2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60" name=""/>
            <p:cNvSpPr/>
            <p:nvPr/>
          </p:nvSpPr>
          <p:spPr>
            <a:xfrm rot="0">
              <a:off x="2510" y="2292"/>
              <a:ext cx="197" cy="80"/>
            </a:xfrm>
            <a:custGeom>
              <a:avLst/>
              <a:ahLst/>
              <a:rect l="0" t="0" r="r" b="b"/>
              <a:pathLst>
                <a:path w="787" h="321">
                  <a:moveTo>
                    <a:pt x="787" y="61"/>
                  </a:moveTo>
                  <a:lnTo>
                    <a:pt x="777" y="30"/>
                  </a:lnTo>
                  <a:lnTo>
                    <a:pt x="767" y="0"/>
                  </a:lnTo>
                  <a:lnTo>
                    <a:pt x="0" y="260"/>
                  </a:lnTo>
                  <a:lnTo>
                    <a:pt x="10" y="290"/>
                  </a:lnTo>
                  <a:lnTo>
                    <a:pt x="20" y="321"/>
                  </a:lnTo>
                  <a:lnTo>
                    <a:pt x="78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61" name=""/>
            <p:cNvSpPr/>
            <p:nvPr/>
          </p:nvSpPr>
          <p:spPr>
            <a:xfrm rot="0">
              <a:off x="2510" y="2292"/>
              <a:ext cx="197" cy="80"/>
            </a:xfrm>
            <a:custGeom>
              <a:avLst/>
              <a:ahLst/>
              <a:rect l="0" t="0" r="r" b="b"/>
              <a:pathLst>
                <a:path w="787" h="321">
                  <a:moveTo>
                    <a:pt x="787" y="61"/>
                  </a:moveTo>
                  <a:lnTo>
                    <a:pt x="777" y="30"/>
                  </a:lnTo>
                  <a:lnTo>
                    <a:pt x="767" y="0"/>
                  </a:lnTo>
                  <a:lnTo>
                    <a:pt x="0" y="260"/>
                  </a:lnTo>
                  <a:lnTo>
                    <a:pt x="10" y="290"/>
                  </a:lnTo>
                  <a:lnTo>
                    <a:pt x="20" y="321"/>
                  </a:lnTo>
                  <a:lnTo>
                    <a:pt x="78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62" name=""/>
            <p:cNvSpPr/>
            <p:nvPr/>
          </p:nvSpPr>
          <p:spPr>
            <a:xfrm rot="0">
              <a:off x="2505" y="2357"/>
              <a:ext cx="11" cy="15"/>
            </a:xfrm>
            <a:custGeom>
              <a:avLst/>
              <a:ahLst/>
              <a:rect l="0" t="0" r="r" b="b"/>
              <a:pathLst>
                <a:path w="41" h="62">
                  <a:moveTo>
                    <a:pt x="31" y="30"/>
                  </a:moveTo>
                  <a:lnTo>
                    <a:pt x="41" y="61"/>
                  </a:ln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6" y="49"/>
                  </a:lnTo>
                  <a:lnTo>
                    <a:pt x="1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2" y="5"/>
                  </a:lnTo>
                  <a:lnTo>
                    <a:pt x="21" y="0"/>
                  </a:lnTo>
                  <a:lnTo>
                    <a:pt x="3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63" name=""/>
            <p:cNvSpPr/>
            <p:nvPr/>
          </p:nvSpPr>
          <p:spPr>
            <a:xfrm rot="0">
              <a:off x="2505" y="2357"/>
              <a:ext cx="11" cy="15"/>
            </a:xfrm>
            <a:custGeom>
              <a:avLst/>
              <a:ahLst/>
              <a:rect l="0" t="0" r="r" b="b"/>
              <a:pathLst>
                <a:path w="41" h="62">
                  <a:moveTo>
                    <a:pt x="41" y="61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6" y="49"/>
                  </a:lnTo>
                  <a:lnTo>
                    <a:pt x="1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2" y="5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64" name=""/>
            <p:cNvSpPr/>
            <p:nvPr/>
          </p:nvSpPr>
          <p:spPr>
            <a:xfrm rot="0">
              <a:off x="2697" y="2458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1" y="31"/>
                  </a:lnTo>
                  <a:lnTo>
                    <a:pt x="31" y="32"/>
                  </a:lnTo>
                  <a:lnTo>
                    <a:pt x="21" y="31"/>
                  </a:lnTo>
                  <a:lnTo>
                    <a:pt x="12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65" name=""/>
            <p:cNvSpPr/>
            <p:nvPr/>
          </p:nvSpPr>
          <p:spPr>
            <a:xfrm rot="0">
              <a:off x="2697" y="2458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1" y="31"/>
                  </a:lnTo>
                  <a:lnTo>
                    <a:pt x="31" y="32"/>
                  </a:lnTo>
                  <a:lnTo>
                    <a:pt x="21" y="31"/>
                  </a:lnTo>
                  <a:lnTo>
                    <a:pt x="12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66" name=""/>
            <p:cNvSpPr/>
            <p:nvPr/>
          </p:nvSpPr>
          <p:spPr>
            <a:xfrm rot="0">
              <a:off x="2697" y="2299"/>
              <a:ext cx="16" cy="159"/>
            </a:xfrm>
            <a:custGeom>
              <a:avLst/>
              <a:ahLst/>
              <a:rect l="0" t="0" r="r" b="b"/>
              <a:pathLst>
                <a:path w="64" h="635">
                  <a:moveTo>
                    <a:pt x="0" y="635"/>
                  </a:moveTo>
                  <a:lnTo>
                    <a:pt x="31" y="635"/>
                  </a:lnTo>
                  <a:lnTo>
                    <a:pt x="64" y="635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6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67" name=""/>
            <p:cNvSpPr/>
            <p:nvPr/>
          </p:nvSpPr>
          <p:spPr>
            <a:xfrm rot="0">
              <a:off x="2697" y="2299"/>
              <a:ext cx="16" cy="159"/>
            </a:xfrm>
            <a:custGeom>
              <a:avLst/>
              <a:ahLst/>
              <a:rect l="0" t="0" r="r" b="b"/>
              <a:pathLst>
                <a:path w="64" h="635">
                  <a:moveTo>
                    <a:pt x="0" y="635"/>
                  </a:moveTo>
                  <a:lnTo>
                    <a:pt x="31" y="635"/>
                  </a:lnTo>
                  <a:lnTo>
                    <a:pt x="64" y="635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6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68" name=""/>
            <p:cNvSpPr/>
            <p:nvPr/>
          </p:nvSpPr>
          <p:spPr>
            <a:xfrm rot="0">
              <a:off x="2697" y="2291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4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69" name=""/>
            <p:cNvSpPr/>
            <p:nvPr/>
          </p:nvSpPr>
          <p:spPr>
            <a:xfrm rot="0">
              <a:off x="2697" y="2291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2"/>
                  </a:lnTo>
                  <a:lnTo>
                    <a:pt x="64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70" name=""/>
            <p:cNvSpPr/>
            <p:nvPr/>
          </p:nvSpPr>
          <p:spPr>
            <a:xfrm rot="0">
              <a:off x="2434" y="2539"/>
              <a:ext cx="10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32" y="30"/>
                  </a:moveTo>
                  <a:lnTo>
                    <a:pt x="42" y="60"/>
                  </a:lnTo>
                  <a:lnTo>
                    <a:pt x="32" y="62"/>
                  </a:lnTo>
                  <a:lnTo>
                    <a:pt x="22" y="60"/>
                  </a:lnTo>
                  <a:lnTo>
                    <a:pt x="13" y="57"/>
                  </a:lnTo>
                  <a:lnTo>
                    <a:pt x="7" y="49"/>
                  </a:lnTo>
                  <a:lnTo>
                    <a:pt x="2" y="40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5" y="11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2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71" name=""/>
            <p:cNvSpPr/>
            <p:nvPr/>
          </p:nvSpPr>
          <p:spPr>
            <a:xfrm rot="0">
              <a:off x="2434" y="2539"/>
              <a:ext cx="10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42" y="60"/>
                  </a:moveTo>
                  <a:lnTo>
                    <a:pt x="32" y="62"/>
                  </a:lnTo>
                  <a:lnTo>
                    <a:pt x="22" y="60"/>
                  </a:lnTo>
                  <a:lnTo>
                    <a:pt x="13" y="57"/>
                  </a:lnTo>
                  <a:lnTo>
                    <a:pt x="7" y="49"/>
                  </a:lnTo>
                  <a:lnTo>
                    <a:pt x="2" y="40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5" y="11"/>
                  </a:lnTo>
                  <a:lnTo>
                    <a:pt x="13" y="5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72" name=""/>
            <p:cNvSpPr/>
            <p:nvPr/>
          </p:nvSpPr>
          <p:spPr>
            <a:xfrm rot="0">
              <a:off x="2439" y="2450"/>
              <a:ext cx="268" cy="105"/>
            </a:xfrm>
            <a:custGeom>
              <a:avLst/>
              <a:ahLst/>
              <a:rect l="0" t="0" r="r" b="b"/>
              <a:pathLst>
                <a:path w="1072" h="416">
                  <a:moveTo>
                    <a:pt x="0" y="356"/>
                  </a:moveTo>
                  <a:lnTo>
                    <a:pt x="10" y="386"/>
                  </a:lnTo>
                  <a:lnTo>
                    <a:pt x="20" y="416"/>
                  </a:lnTo>
                  <a:lnTo>
                    <a:pt x="1072" y="61"/>
                  </a:lnTo>
                  <a:lnTo>
                    <a:pt x="1062" y="30"/>
                  </a:lnTo>
                  <a:lnTo>
                    <a:pt x="1052" y="0"/>
                  </a:lnTo>
                  <a:lnTo>
                    <a:pt x="0" y="3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73" name=""/>
            <p:cNvSpPr/>
            <p:nvPr/>
          </p:nvSpPr>
          <p:spPr>
            <a:xfrm rot="0">
              <a:off x="2439" y="2450"/>
              <a:ext cx="268" cy="105"/>
            </a:xfrm>
            <a:custGeom>
              <a:avLst/>
              <a:ahLst/>
              <a:rect l="0" t="0" r="r" b="b"/>
              <a:pathLst>
                <a:path w="1072" h="416">
                  <a:moveTo>
                    <a:pt x="0" y="356"/>
                  </a:moveTo>
                  <a:lnTo>
                    <a:pt x="10" y="386"/>
                  </a:lnTo>
                  <a:lnTo>
                    <a:pt x="20" y="416"/>
                  </a:lnTo>
                  <a:lnTo>
                    <a:pt x="1072" y="61"/>
                  </a:lnTo>
                  <a:lnTo>
                    <a:pt x="1062" y="30"/>
                  </a:lnTo>
                  <a:lnTo>
                    <a:pt x="1052" y="0"/>
                  </a:lnTo>
                  <a:lnTo>
                    <a:pt x="0" y="3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74" name=""/>
            <p:cNvSpPr/>
            <p:nvPr/>
          </p:nvSpPr>
          <p:spPr>
            <a:xfrm rot="0">
              <a:off x="2702" y="2450"/>
              <a:ext cx="11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10" y="31"/>
                  </a:moveTo>
                  <a:lnTo>
                    <a:pt x="0" y="1"/>
                  </a:lnTo>
                  <a:lnTo>
                    <a:pt x="10" y="0"/>
                  </a:lnTo>
                  <a:lnTo>
                    <a:pt x="20" y="1"/>
                  </a:lnTo>
                  <a:lnTo>
                    <a:pt x="29" y="5"/>
                  </a:lnTo>
                  <a:lnTo>
                    <a:pt x="35" y="12"/>
                  </a:lnTo>
                  <a:lnTo>
                    <a:pt x="41" y="21"/>
                  </a:lnTo>
                  <a:lnTo>
                    <a:pt x="42" y="31"/>
                  </a:lnTo>
                  <a:lnTo>
                    <a:pt x="41" y="41"/>
                  </a:lnTo>
                  <a:lnTo>
                    <a:pt x="37" y="50"/>
                  </a:lnTo>
                  <a:lnTo>
                    <a:pt x="29" y="56"/>
                  </a:lnTo>
                  <a:lnTo>
                    <a:pt x="20" y="62"/>
                  </a:lnTo>
                  <a:lnTo>
                    <a:pt x="1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75" name=""/>
            <p:cNvSpPr/>
            <p:nvPr/>
          </p:nvSpPr>
          <p:spPr>
            <a:xfrm rot="0">
              <a:off x="2702" y="2450"/>
              <a:ext cx="11" cy="16"/>
            </a:xfrm>
            <a:custGeom>
              <a:avLst/>
              <a:ahLst/>
              <a:rect l="0" t="0" r="r" b="b"/>
              <a:pathLst>
                <a:path w="42" h="62">
                  <a:moveTo>
                    <a:pt x="0" y="1"/>
                  </a:moveTo>
                  <a:lnTo>
                    <a:pt x="10" y="0"/>
                  </a:lnTo>
                  <a:lnTo>
                    <a:pt x="20" y="1"/>
                  </a:lnTo>
                  <a:lnTo>
                    <a:pt x="29" y="5"/>
                  </a:lnTo>
                  <a:lnTo>
                    <a:pt x="35" y="12"/>
                  </a:lnTo>
                  <a:lnTo>
                    <a:pt x="41" y="21"/>
                  </a:lnTo>
                  <a:lnTo>
                    <a:pt x="42" y="31"/>
                  </a:lnTo>
                  <a:lnTo>
                    <a:pt x="41" y="41"/>
                  </a:lnTo>
                  <a:lnTo>
                    <a:pt x="37" y="50"/>
                  </a:lnTo>
                  <a:lnTo>
                    <a:pt x="29" y="56"/>
                  </a:lnTo>
                  <a:lnTo>
                    <a:pt x="2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76" name=""/>
            <p:cNvSpPr/>
            <p:nvPr/>
          </p:nvSpPr>
          <p:spPr>
            <a:xfrm rot="0">
              <a:off x="2147" y="2190"/>
              <a:ext cx="11" cy="15"/>
            </a:xfrm>
            <a:custGeom>
              <a:avLst/>
              <a:ahLst/>
              <a:rect l="0" t="0" r="r" b="b"/>
              <a:pathLst>
                <a:path w="41" h="62">
                  <a:moveTo>
                    <a:pt x="10" y="32"/>
                  </a:moveTo>
                  <a:lnTo>
                    <a:pt x="0" y="2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1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  <a:lnTo>
                    <a:pt x="1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77" name=""/>
            <p:cNvSpPr/>
            <p:nvPr/>
          </p:nvSpPr>
          <p:spPr>
            <a:xfrm rot="0">
              <a:off x="2147" y="2190"/>
              <a:ext cx="11" cy="15"/>
            </a:xfrm>
            <a:custGeom>
              <a:avLst/>
              <a:ahLst/>
              <a:rect l="0" t="0" r="r" b="b"/>
              <a:pathLst>
                <a:path w="41" h="62">
                  <a:moveTo>
                    <a:pt x="0" y="2"/>
                  </a:moveTo>
                  <a:lnTo>
                    <a:pt x="10" y="0"/>
                  </a:lnTo>
                  <a:lnTo>
                    <a:pt x="20" y="2"/>
                  </a:lnTo>
                  <a:lnTo>
                    <a:pt x="29" y="5"/>
                  </a:lnTo>
                  <a:lnTo>
                    <a:pt x="35" y="13"/>
                  </a:lnTo>
                  <a:lnTo>
                    <a:pt x="40" y="22"/>
                  </a:lnTo>
                  <a:lnTo>
                    <a:pt x="41" y="32"/>
                  </a:lnTo>
                  <a:lnTo>
                    <a:pt x="40" y="42"/>
                  </a:lnTo>
                  <a:lnTo>
                    <a:pt x="36" y="51"/>
                  </a:lnTo>
                  <a:lnTo>
                    <a:pt x="29" y="57"/>
                  </a:lnTo>
                  <a:lnTo>
                    <a:pt x="2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78" name=""/>
            <p:cNvSpPr/>
            <p:nvPr/>
          </p:nvSpPr>
          <p:spPr>
            <a:xfrm rot="0">
              <a:off x="1956" y="2190"/>
              <a:ext cx="196" cy="80"/>
            </a:xfrm>
            <a:custGeom>
              <a:avLst/>
              <a:ahLst/>
              <a:rect l="0" t="0" r="r" b="b"/>
              <a:pathLst>
                <a:path w="788" h="320">
                  <a:moveTo>
                    <a:pt x="788" y="60"/>
                  </a:moveTo>
                  <a:lnTo>
                    <a:pt x="778" y="30"/>
                  </a:lnTo>
                  <a:lnTo>
                    <a:pt x="768" y="0"/>
                  </a:lnTo>
                  <a:lnTo>
                    <a:pt x="0" y="259"/>
                  </a:lnTo>
                  <a:lnTo>
                    <a:pt x="11" y="290"/>
                  </a:lnTo>
                  <a:lnTo>
                    <a:pt x="21" y="320"/>
                  </a:lnTo>
                  <a:lnTo>
                    <a:pt x="788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79" name=""/>
            <p:cNvSpPr/>
            <p:nvPr/>
          </p:nvSpPr>
          <p:spPr>
            <a:xfrm rot="0">
              <a:off x="1956" y="2190"/>
              <a:ext cx="196" cy="80"/>
            </a:xfrm>
            <a:custGeom>
              <a:avLst/>
              <a:ahLst/>
              <a:rect l="0" t="0" r="r" b="b"/>
              <a:pathLst>
                <a:path w="788" h="320">
                  <a:moveTo>
                    <a:pt x="788" y="60"/>
                  </a:moveTo>
                  <a:lnTo>
                    <a:pt x="778" y="30"/>
                  </a:lnTo>
                  <a:lnTo>
                    <a:pt x="768" y="0"/>
                  </a:lnTo>
                  <a:lnTo>
                    <a:pt x="0" y="259"/>
                  </a:lnTo>
                  <a:lnTo>
                    <a:pt x="11" y="290"/>
                  </a:lnTo>
                  <a:lnTo>
                    <a:pt x="21" y="320"/>
                  </a:lnTo>
                  <a:lnTo>
                    <a:pt x="788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80" name=""/>
            <p:cNvSpPr/>
            <p:nvPr/>
          </p:nvSpPr>
          <p:spPr>
            <a:xfrm rot="0">
              <a:off x="1950" y="2255"/>
              <a:ext cx="11" cy="15"/>
            </a:xfrm>
            <a:custGeom>
              <a:avLst/>
              <a:ahLst/>
              <a:rect l="0" t="0" r="r" b="b"/>
              <a:pathLst>
                <a:path w="42" h="62">
                  <a:moveTo>
                    <a:pt x="32" y="31"/>
                  </a:moveTo>
                  <a:lnTo>
                    <a:pt x="42" y="61"/>
                  </a:lnTo>
                  <a:lnTo>
                    <a:pt x="32" y="62"/>
                  </a:lnTo>
                  <a:lnTo>
                    <a:pt x="21" y="61"/>
                  </a:lnTo>
                  <a:lnTo>
                    <a:pt x="13" y="57"/>
                  </a:lnTo>
                  <a:lnTo>
                    <a:pt x="6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3" y="6"/>
                  </a:lnTo>
                  <a:lnTo>
                    <a:pt x="21" y="0"/>
                  </a:lnTo>
                  <a:lnTo>
                    <a:pt x="3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81" name=""/>
            <p:cNvSpPr/>
            <p:nvPr/>
          </p:nvSpPr>
          <p:spPr>
            <a:xfrm rot="0">
              <a:off x="1950" y="2255"/>
              <a:ext cx="11" cy="15"/>
            </a:xfrm>
            <a:custGeom>
              <a:avLst/>
              <a:ahLst/>
              <a:rect l="0" t="0" r="r" b="b"/>
              <a:pathLst>
                <a:path w="42" h="62">
                  <a:moveTo>
                    <a:pt x="42" y="61"/>
                  </a:moveTo>
                  <a:lnTo>
                    <a:pt x="32" y="62"/>
                  </a:lnTo>
                  <a:lnTo>
                    <a:pt x="21" y="61"/>
                  </a:lnTo>
                  <a:lnTo>
                    <a:pt x="13" y="57"/>
                  </a:lnTo>
                  <a:lnTo>
                    <a:pt x="6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3" y="6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82" name=""/>
            <p:cNvSpPr/>
            <p:nvPr/>
          </p:nvSpPr>
          <p:spPr>
            <a:xfrm rot="0">
              <a:off x="2703" y="2291"/>
              <a:ext cx="10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6" y="31"/>
                  </a:moveTo>
                  <a:lnTo>
                    <a:pt x="13" y="0"/>
                  </a:lnTo>
                  <a:lnTo>
                    <a:pt x="21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83" name=""/>
            <p:cNvSpPr/>
            <p:nvPr/>
          </p:nvSpPr>
          <p:spPr>
            <a:xfrm rot="0">
              <a:off x="2703" y="2291"/>
              <a:ext cx="10" cy="16"/>
            </a:xfrm>
            <a:custGeom>
              <a:avLst/>
              <a:ahLst/>
              <a:rect l="0" t="0" r="r" b="b"/>
              <a:pathLst>
                <a:path w="38" h="63">
                  <a:moveTo>
                    <a:pt x="13" y="0"/>
                  </a:moveTo>
                  <a:lnTo>
                    <a:pt x="21" y="4"/>
                  </a:lnTo>
                  <a:lnTo>
                    <a:pt x="29" y="9"/>
                  </a:lnTo>
                  <a:lnTo>
                    <a:pt x="35" y="18"/>
                  </a:lnTo>
                  <a:lnTo>
                    <a:pt x="38" y="28"/>
                  </a:lnTo>
                  <a:lnTo>
                    <a:pt x="38" y="38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0" y="60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84" name=""/>
            <p:cNvSpPr/>
            <p:nvPr/>
          </p:nvSpPr>
          <p:spPr>
            <a:xfrm rot="0">
              <a:off x="2148" y="2190"/>
              <a:ext cx="558" cy="117"/>
            </a:xfrm>
            <a:custGeom>
              <a:avLst/>
              <a:ahLst/>
              <a:rect l="0" t="0" r="r" b="b"/>
              <a:pathLst>
                <a:path w="2233" h="471">
                  <a:moveTo>
                    <a:pt x="2220" y="471"/>
                  </a:moveTo>
                  <a:lnTo>
                    <a:pt x="2226" y="439"/>
                  </a:lnTo>
                  <a:lnTo>
                    <a:pt x="2233" y="408"/>
                  </a:lnTo>
                  <a:lnTo>
                    <a:pt x="13" y="0"/>
                  </a:lnTo>
                  <a:lnTo>
                    <a:pt x="7" y="32"/>
                  </a:lnTo>
                  <a:lnTo>
                    <a:pt x="0" y="63"/>
                  </a:lnTo>
                  <a:lnTo>
                    <a:pt x="2220" y="4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85" name=""/>
            <p:cNvSpPr/>
            <p:nvPr/>
          </p:nvSpPr>
          <p:spPr>
            <a:xfrm rot="0">
              <a:off x="2148" y="2190"/>
              <a:ext cx="558" cy="117"/>
            </a:xfrm>
            <a:custGeom>
              <a:avLst/>
              <a:ahLst/>
              <a:rect l="0" t="0" r="r" b="b"/>
              <a:pathLst>
                <a:path w="2233" h="471">
                  <a:moveTo>
                    <a:pt x="2220" y="471"/>
                  </a:moveTo>
                  <a:lnTo>
                    <a:pt x="2226" y="439"/>
                  </a:lnTo>
                  <a:lnTo>
                    <a:pt x="2233" y="408"/>
                  </a:lnTo>
                  <a:lnTo>
                    <a:pt x="13" y="0"/>
                  </a:lnTo>
                  <a:lnTo>
                    <a:pt x="7" y="32"/>
                  </a:lnTo>
                  <a:lnTo>
                    <a:pt x="0" y="63"/>
                  </a:lnTo>
                  <a:lnTo>
                    <a:pt x="2220" y="4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86" name=""/>
            <p:cNvSpPr/>
            <p:nvPr/>
          </p:nvSpPr>
          <p:spPr>
            <a:xfrm rot="0">
              <a:off x="2142" y="2190"/>
              <a:ext cx="10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32" y="32"/>
                  </a:moveTo>
                  <a:lnTo>
                    <a:pt x="25" y="63"/>
                  </a:lnTo>
                  <a:lnTo>
                    <a:pt x="17" y="60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87" name=""/>
            <p:cNvSpPr/>
            <p:nvPr/>
          </p:nvSpPr>
          <p:spPr>
            <a:xfrm rot="0">
              <a:off x="2142" y="2190"/>
              <a:ext cx="10" cy="15"/>
            </a:xfrm>
            <a:custGeom>
              <a:avLst/>
              <a:ahLst/>
              <a:rect l="0" t="0" r="r" b="b"/>
              <a:pathLst>
                <a:path w="38" h="63">
                  <a:moveTo>
                    <a:pt x="25" y="63"/>
                  </a:moveTo>
                  <a:lnTo>
                    <a:pt x="17" y="60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4" y="17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88" name=""/>
            <p:cNvSpPr/>
            <p:nvPr/>
          </p:nvSpPr>
          <p:spPr>
            <a:xfrm rot="0">
              <a:off x="2357" y="2615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89" name=""/>
            <p:cNvSpPr/>
            <p:nvPr/>
          </p:nvSpPr>
          <p:spPr>
            <a:xfrm rot="0">
              <a:off x="2357" y="2615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0" name=""/>
            <p:cNvSpPr/>
            <p:nvPr/>
          </p:nvSpPr>
          <p:spPr>
            <a:xfrm rot="0">
              <a:off x="2357" y="2533"/>
              <a:ext cx="16" cy="82"/>
            </a:xfrm>
            <a:custGeom>
              <a:avLst/>
              <a:ahLst/>
              <a:rect l="0" t="0" r="r" b="b"/>
              <a:pathLst>
                <a:path w="65" h="331">
                  <a:moveTo>
                    <a:pt x="0" y="331"/>
                  </a:moveTo>
                  <a:lnTo>
                    <a:pt x="32" y="331"/>
                  </a:lnTo>
                  <a:lnTo>
                    <a:pt x="65" y="331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91" name=""/>
            <p:cNvSpPr/>
            <p:nvPr/>
          </p:nvSpPr>
          <p:spPr>
            <a:xfrm rot="0">
              <a:off x="2357" y="2533"/>
              <a:ext cx="16" cy="82"/>
            </a:xfrm>
            <a:custGeom>
              <a:avLst/>
              <a:ahLst/>
              <a:rect l="0" t="0" r="r" b="b"/>
              <a:pathLst>
                <a:path w="65" h="331">
                  <a:moveTo>
                    <a:pt x="0" y="331"/>
                  </a:moveTo>
                  <a:lnTo>
                    <a:pt x="32" y="331"/>
                  </a:lnTo>
                  <a:lnTo>
                    <a:pt x="65" y="331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2" name=""/>
            <p:cNvSpPr/>
            <p:nvPr/>
          </p:nvSpPr>
          <p:spPr>
            <a:xfrm rot="0">
              <a:off x="2357" y="2525"/>
              <a:ext cx="16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2" y="33"/>
                  </a:move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493" name=""/>
            <p:cNvSpPr/>
            <p:nvPr/>
          </p:nvSpPr>
          <p:spPr>
            <a:xfrm rot="0">
              <a:off x="2357" y="2525"/>
              <a:ext cx="16" cy="8"/>
            </a:xfrm>
            <a:custGeom>
              <a:avLst/>
              <a:ahLst/>
              <a:rect l="0" t="0" r="r" b="b"/>
              <a:pathLst>
                <a:path w="65" h="33">
                  <a:moveTo>
                    <a:pt x="0" y="33"/>
                  </a:moveTo>
                  <a:lnTo>
                    <a:pt x="2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4" name=""/>
            <p:cNvSpPr/>
            <p:nvPr/>
          </p:nvSpPr>
          <p:spPr>
            <a:xfrm rot="0">
              <a:off x="1537" y="1156"/>
              <a:ext cx="41" cy="56"/>
            </a:xfrm>
            <a:custGeom>
              <a:avLst/>
              <a:ahLst/>
              <a:rect l="0" t="0" r="r" b="b"/>
              <a:pathLst>
                <a:path w="166" h="222">
                  <a:moveTo>
                    <a:pt x="0" y="222"/>
                  </a:moveTo>
                  <a:lnTo>
                    <a:pt x="55" y="0"/>
                  </a:lnTo>
                  <a:lnTo>
                    <a:pt x="123" y="0"/>
                  </a:lnTo>
                  <a:lnTo>
                    <a:pt x="147" y="6"/>
                  </a:lnTo>
                  <a:lnTo>
                    <a:pt x="160" y="25"/>
                  </a:lnTo>
                  <a:lnTo>
                    <a:pt x="166" y="49"/>
                  </a:lnTo>
                  <a:lnTo>
                    <a:pt x="166" y="62"/>
                  </a:lnTo>
                  <a:lnTo>
                    <a:pt x="160" y="81"/>
                  </a:lnTo>
                  <a:lnTo>
                    <a:pt x="147" y="98"/>
                  </a:lnTo>
                  <a:lnTo>
                    <a:pt x="128" y="111"/>
                  </a:lnTo>
                  <a:lnTo>
                    <a:pt x="98" y="124"/>
                  </a:lnTo>
                  <a:lnTo>
                    <a:pt x="30" y="1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5" name=""/>
            <p:cNvSpPr/>
            <p:nvPr/>
          </p:nvSpPr>
          <p:spPr>
            <a:xfrm rot="0">
              <a:off x="1561" y="1188"/>
              <a:ext cx="7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6" name=""/>
            <p:cNvSpPr/>
            <p:nvPr/>
          </p:nvSpPr>
          <p:spPr>
            <a:xfrm rot="0" flipV="1">
              <a:off x="1597" y="1156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7" name=""/>
            <p:cNvSpPr/>
            <p:nvPr/>
          </p:nvSpPr>
          <p:spPr>
            <a:xfrm rot="0">
              <a:off x="1480" y="1233"/>
              <a:ext cx="16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8" name=""/>
            <p:cNvSpPr/>
            <p:nvPr/>
          </p:nvSpPr>
          <p:spPr>
            <a:xfrm rot="0" flipV="1">
              <a:off x="1257" y="1233"/>
              <a:ext cx="223" cy="16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499" name=""/>
            <p:cNvSpPr/>
            <p:nvPr/>
          </p:nvSpPr>
          <p:spPr>
            <a:xfrm rot="0">
              <a:off x="1819" y="1192"/>
              <a:ext cx="42" cy="55"/>
            </a:xfrm>
            <a:custGeom>
              <a:avLst/>
              <a:ahLst/>
              <a:rect l="0" t="0" r="r" b="b"/>
              <a:pathLst>
                <a:path w="166" h="221">
                  <a:moveTo>
                    <a:pt x="0" y="221"/>
                  </a:moveTo>
                  <a:lnTo>
                    <a:pt x="56" y="0"/>
                  </a:lnTo>
                  <a:lnTo>
                    <a:pt x="116" y="0"/>
                  </a:lnTo>
                  <a:lnTo>
                    <a:pt x="142" y="6"/>
                  </a:lnTo>
                  <a:lnTo>
                    <a:pt x="154" y="13"/>
                  </a:lnTo>
                  <a:lnTo>
                    <a:pt x="166" y="30"/>
                  </a:lnTo>
                  <a:lnTo>
                    <a:pt x="166" y="49"/>
                  </a:lnTo>
                  <a:lnTo>
                    <a:pt x="159" y="73"/>
                  </a:lnTo>
                  <a:lnTo>
                    <a:pt x="142" y="99"/>
                  </a:lnTo>
                  <a:lnTo>
                    <a:pt x="123" y="111"/>
                  </a:lnTo>
                  <a:lnTo>
                    <a:pt x="99" y="122"/>
                  </a:lnTo>
                  <a:lnTo>
                    <a:pt x="31" y="1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0" name=""/>
            <p:cNvSpPr/>
            <p:nvPr/>
          </p:nvSpPr>
          <p:spPr>
            <a:xfrm rot="0" flipV="1">
              <a:off x="1879" y="1192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1" name=""/>
            <p:cNvSpPr/>
            <p:nvPr/>
          </p:nvSpPr>
          <p:spPr>
            <a:xfrm rot="0" flipH="1">
              <a:off x="1894" y="1192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2" name=""/>
            <p:cNvSpPr/>
            <p:nvPr/>
          </p:nvSpPr>
          <p:spPr>
            <a:xfrm rot="0">
              <a:off x="450" y="2800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503" name=""/>
            <p:cNvSpPr/>
            <p:nvPr/>
          </p:nvSpPr>
          <p:spPr>
            <a:xfrm rot="0">
              <a:off x="450" y="2800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2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4" name=""/>
            <p:cNvSpPr/>
            <p:nvPr/>
          </p:nvSpPr>
          <p:spPr>
            <a:xfrm rot="0">
              <a:off x="458" y="2800"/>
              <a:ext cx="1" cy="16"/>
            </a:xfrm>
            <a:custGeom>
              <a:avLst/>
              <a:ahLst/>
              <a:rect l="0" t="0" r="r" b="b"/>
              <a:pathLst>
                <a:path w="3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" y="64"/>
                  </a:lnTo>
                  <a:lnTo>
                    <a:pt x="3" y="33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505" name=""/>
            <p:cNvSpPr/>
            <p:nvPr/>
          </p:nvSpPr>
          <p:spPr>
            <a:xfrm rot="0">
              <a:off x="458" y="2800"/>
              <a:ext cx="1" cy="16"/>
            </a:xfrm>
            <a:custGeom>
              <a:avLst/>
              <a:ahLst/>
              <a:rect l="0" t="0" r="r" b="b"/>
              <a:pathLst>
                <a:path w="3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" y="64"/>
                  </a:lnTo>
                  <a:lnTo>
                    <a:pt x="3" y="33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6" name=""/>
            <p:cNvSpPr/>
            <p:nvPr/>
          </p:nvSpPr>
          <p:spPr>
            <a:xfrm rot="0">
              <a:off x="458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507" name=""/>
            <p:cNvSpPr/>
            <p:nvPr/>
          </p:nvSpPr>
          <p:spPr>
            <a:xfrm rot="0">
              <a:off x="458" y="2800"/>
              <a:ext cx="9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8" name=""/>
            <p:cNvSpPr/>
            <p:nvPr/>
          </p:nvSpPr>
          <p:spPr>
            <a:xfrm rot="0" flipV="1">
              <a:off x="606" y="3366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09" name=""/>
            <p:cNvSpPr/>
            <p:nvPr/>
          </p:nvSpPr>
          <p:spPr>
            <a:xfrm rot="0" flipH="1">
              <a:off x="598" y="3400"/>
              <a:ext cx="53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0" name=""/>
            <p:cNvSpPr/>
            <p:nvPr/>
          </p:nvSpPr>
          <p:spPr>
            <a:xfrm rot="0">
              <a:off x="611" y="3380"/>
              <a:ext cx="4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1" name=""/>
            <p:cNvSpPr/>
            <p:nvPr/>
          </p:nvSpPr>
          <p:spPr>
            <a:xfrm rot="0" flipV="1">
              <a:off x="633" y="3376"/>
              <a:ext cx="8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2" name=""/>
            <p:cNvSpPr/>
            <p:nvPr/>
          </p:nvSpPr>
          <p:spPr>
            <a:xfrm rot="0">
              <a:off x="626" y="3369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3" name=""/>
            <p:cNvSpPr/>
            <p:nvPr/>
          </p:nvSpPr>
          <p:spPr>
            <a:xfrm rot="0" flipV="1">
              <a:off x="683" y="3370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4" name=""/>
            <p:cNvSpPr/>
            <p:nvPr/>
          </p:nvSpPr>
          <p:spPr>
            <a:xfrm rot="0" flipH="1">
              <a:off x="669" y="3389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5" name=""/>
            <p:cNvSpPr/>
            <p:nvPr/>
          </p:nvSpPr>
          <p:spPr>
            <a:xfrm rot="0" flipH="1">
              <a:off x="681" y="3402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6" name=""/>
            <p:cNvSpPr/>
            <p:nvPr/>
          </p:nvSpPr>
          <p:spPr>
            <a:xfrm rot="0" flipV="1">
              <a:off x="681" y="3416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7" name=""/>
            <p:cNvSpPr/>
            <p:nvPr/>
          </p:nvSpPr>
          <p:spPr>
            <a:xfrm rot="0" flipH="1">
              <a:off x="693" y="3391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8" name=""/>
            <p:cNvSpPr/>
            <p:nvPr/>
          </p:nvSpPr>
          <p:spPr>
            <a:xfrm rot="0">
              <a:off x="681" y="339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19" name=""/>
            <p:cNvSpPr/>
            <p:nvPr/>
          </p:nvSpPr>
          <p:spPr>
            <a:xfrm rot="0" flipV="1">
              <a:off x="704" y="3384"/>
              <a:ext cx="2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0" name=""/>
            <p:cNvSpPr/>
            <p:nvPr/>
          </p:nvSpPr>
          <p:spPr>
            <a:xfrm rot="0" flipV="1">
              <a:off x="670" y="3433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1" name=""/>
            <p:cNvSpPr/>
            <p:nvPr/>
          </p:nvSpPr>
          <p:spPr>
            <a:xfrm rot="0">
              <a:off x="669" y="3385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2" name=""/>
            <p:cNvSpPr/>
            <p:nvPr/>
          </p:nvSpPr>
          <p:spPr>
            <a:xfrm rot="0" flipH="1">
              <a:off x="663" y="3368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3" name=""/>
            <p:cNvSpPr/>
            <p:nvPr/>
          </p:nvSpPr>
          <p:spPr>
            <a:xfrm rot="0">
              <a:off x="729" y="3374"/>
              <a:ext cx="18" cy="65"/>
            </a:xfrm>
            <a:custGeom>
              <a:avLst/>
              <a:ahLst/>
              <a:rect l="0" t="0" r="r" b="b"/>
              <a:pathLst>
                <a:path w="72" h="259">
                  <a:moveTo>
                    <a:pt x="0" y="259"/>
                  </a:moveTo>
                  <a:lnTo>
                    <a:pt x="0" y="0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4" name=""/>
            <p:cNvSpPr/>
            <p:nvPr/>
          </p:nvSpPr>
          <p:spPr>
            <a:xfrm rot="0">
              <a:off x="747" y="3374"/>
              <a:ext cx="18" cy="36"/>
            </a:xfrm>
            <a:custGeom>
              <a:avLst/>
              <a:ahLst/>
              <a:rect l="0" t="0" r="r" b="b"/>
              <a:pathLst>
                <a:path w="70" h="144">
                  <a:moveTo>
                    <a:pt x="0" y="144"/>
                  </a:moveTo>
                  <a:lnTo>
                    <a:pt x="14" y="142"/>
                  </a:lnTo>
                  <a:lnTo>
                    <a:pt x="26" y="139"/>
                  </a:lnTo>
                  <a:lnTo>
                    <a:pt x="39" y="131"/>
                  </a:lnTo>
                  <a:lnTo>
                    <a:pt x="50" y="122"/>
                  </a:lnTo>
                  <a:lnTo>
                    <a:pt x="59" y="112"/>
                  </a:lnTo>
                  <a:lnTo>
                    <a:pt x="65" y="99"/>
                  </a:lnTo>
                  <a:lnTo>
                    <a:pt x="69" y="86"/>
                  </a:lnTo>
                  <a:lnTo>
                    <a:pt x="70" y="72"/>
                  </a:lnTo>
                  <a:lnTo>
                    <a:pt x="69" y="58"/>
                  </a:lnTo>
                  <a:lnTo>
                    <a:pt x="65" y="44"/>
                  </a:lnTo>
                  <a:lnTo>
                    <a:pt x="59" y="31"/>
                  </a:lnTo>
                  <a:lnTo>
                    <a:pt x="50" y="21"/>
                  </a:lnTo>
                  <a:lnTo>
                    <a:pt x="39" y="12"/>
                  </a:lnTo>
                  <a:lnTo>
                    <a:pt x="26" y="5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5" name=""/>
            <p:cNvSpPr/>
            <p:nvPr/>
          </p:nvSpPr>
          <p:spPr>
            <a:xfrm rot="0" flipH="1">
              <a:off x="729" y="3410"/>
              <a:ext cx="1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6" name=""/>
            <p:cNvSpPr/>
            <p:nvPr/>
          </p:nvSpPr>
          <p:spPr>
            <a:xfrm rot="0" flipV="1">
              <a:off x="806" y="3416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7" name=""/>
            <p:cNvSpPr/>
            <p:nvPr/>
          </p:nvSpPr>
          <p:spPr>
            <a:xfrm rot="0">
              <a:off x="793" y="3424"/>
              <a:ext cx="41" cy="20"/>
            </a:xfrm>
            <a:custGeom>
              <a:avLst/>
              <a:ahLst/>
              <a:rect l="0" t="0" r="r" b="b"/>
              <a:pathLst>
                <a:path w="162" h="80">
                  <a:moveTo>
                    <a:pt x="0" y="0"/>
                  </a:moveTo>
                  <a:lnTo>
                    <a:pt x="143" y="80"/>
                  </a:lnTo>
                  <a:lnTo>
                    <a:pt x="162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8" name=""/>
            <p:cNvSpPr/>
            <p:nvPr/>
          </p:nvSpPr>
          <p:spPr>
            <a:xfrm rot="0" flipH="1">
              <a:off x="792" y="3411"/>
              <a:ext cx="3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29" name=""/>
            <p:cNvSpPr/>
            <p:nvPr/>
          </p:nvSpPr>
          <p:spPr>
            <a:xfrm rot="0">
              <a:off x="806" y="3403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0" name=""/>
            <p:cNvSpPr/>
            <p:nvPr/>
          </p:nvSpPr>
          <p:spPr>
            <a:xfrm rot="0" flipV="1">
              <a:off x="782" y="3400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1" name=""/>
            <p:cNvSpPr/>
            <p:nvPr/>
          </p:nvSpPr>
          <p:spPr>
            <a:xfrm rot="0" flipV="1">
              <a:off x="797" y="3376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2" name=""/>
            <p:cNvSpPr/>
            <p:nvPr/>
          </p:nvSpPr>
          <p:spPr>
            <a:xfrm rot="0" flipH="1">
              <a:off x="797" y="3388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3" name=""/>
            <p:cNvSpPr/>
            <p:nvPr/>
          </p:nvSpPr>
          <p:spPr>
            <a:xfrm rot="0" flipH="1">
              <a:off x="817" y="3361"/>
              <a:ext cx="2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4" name=""/>
            <p:cNvSpPr/>
            <p:nvPr/>
          </p:nvSpPr>
          <p:spPr>
            <a:xfrm rot="0" flipV="1">
              <a:off x="796" y="3365"/>
              <a:ext cx="2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5" name=""/>
            <p:cNvSpPr/>
            <p:nvPr/>
          </p:nvSpPr>
          <p:spPr>
            <a:xfrm rot="0" flipH="1" flipV="1">
              <a:off x="796" y="336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6" name=""/>
            <p:cNvSpPr/>
            <p:nvPr/>
          </p:nvSpPr>
          <p:spPr>
            <a:xfrm rot="0" flipV="1">
              <a:off x="780" y="3423"/>
              <a:ext cx="12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7" name=""/>
            <p:cNvSpPr/>
            <p:nvPr/>
          </p:nvSpPr>
          <p:spPr>
            <a:xfrm rot="0">
              <a:off x="839" y="3460"/>
              <a:ext cx="473" cy="1"/>
            </a:xfrm>
            <a:custGeom>
              <a:avLst/>
              <a:ahLst/>
              <a:rect l="0" t="0" r="r" b="b"/>
              <a:pathLst>
                <a:path w="1894" h="0">
                  <a:moveTo>
                    <a:pt x="0" y="0"/>
                  </a:moveTo>
                  <a:lnTo>
                    <a:pt x="316" y="0"/>
                  </a:lnTo>
                  <a:lnTo>
                    <a:pt x="633" y="0"/>
                  </a:lnTo>
                  <a:lnTo>
                    <a:pt x="948" y="0"/>
                  </a:lnTo>
                  <a:lnTo>
                    <a:pt x="1263" y="0"/>
                  </a:lnTo>
                  <a:lnTo>
                    <a:pt x="1579" y="0"/>
                  </a:lnTo>
                  <a:lnTo>
                    <a:pt x="189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75" name=""/>
          <p:cNvGrpSpPr/>
          <p:nvPr/>
        </p:nvGrpSpPr>
        <p:grpSpPr>
          <a:xfrm rot="0">
            <a:off x="711200" y="1538287"/>
            <a:ext cx="3175000" cy="4721225"/>
            <a:chOff x="448" y="969"/>
            <a:chExt cx="2000" cy="2974"/>
          </a:xfrm>
        </p:grpSpPr>
        <p:sp>
          <p:nvSpPr>
            <p:cNvPr id="1057538" name=""/>
            <p:cNvSpPr/>
            <p:nvPr/>
          </p:nvSpPr>
          <p:spPr>
            <a:xfrm rot="0" flipV="1">
              <a:off x="1340" y="3370"/>
              <a:ext cx="3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39" name=""/>
            <p:cNvSpPr/>
            <p:nvPr/>
          </p:nvSpPr>
          <p:spPr>
            <a:xfrm rot="0" flipH="1">
              <a:off x="1325" y="3389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0" name=""/>
            <p:cNvSpPr/>
            <p:nvPr/>
          </p:nvSpPr>
          <p:spPr>
            <a:xfrm rot="0" flipH="1">
              <a:off x="1337" y="3402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1" name=""/>
            <p:cNvSpPr/>
            <p:nvPr/>
          </p:nvSpPr>
          <p:spPr>
            <a:xfrm rot="0" flipV="1">
              <a:off x="1337" y="3416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2" name=""/>
            <p:cNvSpPr/>
            <p:nvPr/>
          </p:nvSpPr>
          <p:spPr>
            <a:xfrm rot="0" flipH="1">
              <a:off x="1349" y="3391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3" name=""/>
            <p:cNvSpPr/>
            <p:nvPr/>
          </p:nvSpPr>
          <p:spPr>
            <a:xfrm rot="0">
              <a:off x="1337" y="339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4" name=""/>
            <p:cNvSpPr/>
            <p:nvPr/>
          </p:nvSpPr>
          <p:spPr>
            <a:xfrm rot="0" flipV="1">
              <a:off x="1360" y="3384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5" name=""/>
            <p:cNvSpPr/>
            <p:nvPr/>
          </p:nvSpPr>
          <p:spPr>
            <a:xfrm rot="0" flipV="1">
              <a:off x="1326" y="3433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6" name=""/>
            <p:cNvSpPr/>
            <p:nvPr/>
          </p:nvSpPr>
          <p:spPr>
            <a:xfrm rot="0">
              <a:off x="1325" y="3385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7" name=""/>
            <p:cNvSpPr/>
            <p:nvPr/>
          </p:nvSpPr>
          <p:spPr>
            <a:xfrm rot="0" flipH="1">
              <a:off x="1319" y="3368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8" name=""/>
            <p:cNvSpPr/>
            <p:nvPr/>
          </p:nvSpPr>
          <p:spPr>
            <a:xfrm rot="0">
              <a:off x="1383" y="3417"/>
              <a:ext cx="8" cy="8"/>
            </a:xfrm>
            <a:custGeom>
              <a:avLst/>
              <a:ahLst/>
              <a:rect l="0" t="0" r="r" b="b"/>
              <a:pathLst>
                <a:path w="31" h="30">
                  <a:moveTo>
                    <a:pt x="0" y="15"/>
                  </a:moveTo>
                  <a:lnTo>
                    <a:pt x="2" y="21"/>
                  </a:lnTo>
                  <a:lnTo>
                    <a:pt x="4" y="26"/>
                  </a:lnTo>
                  <a:lnTo>
                    <a:pt x="9" y="29"/>
                  </a:lnTo>
                  <a:lnTo>
                    <a:pt x="16" y="30"/>
                  </a:lnTo>
                  <a:lnTo>
                    <a:pt x="21" y="29"/>
                  </a:lnTo>
                  <a:lnTo>
                    <a:pt x="26" y="26"/>
                  </a:lnTo>
                  <a:lnTo>
                    <a:pt x="30" y="21"/>
                  </a:lnTo>
                  <a:lnTo>
                    <a:pt x="31" y="15"/>
                  </a:lnTo>
                  <a:lnTo>
                    <a:pt x="30" y="9"/>
                  </a:lnTo>
                  <a:lnTo>
                    <a:pt x="26" y="4"/>
                  </a:lnTo>
                  <a:lnTo>
                    <a:pt x="21" y="1"/>
                  </a:lnTo>
                  <a:lnTo>
                    <a:pt x="16" y="0"/>
                  </a:lnTo>
                  <a:lnTo>
                    <a:pt x="9" y="1"/>
                  </a:lnTo>
                  <a:lnTo>
                    <a:pt x="4" y="4"/>
                  </a:lnTo>
                  <a:lnTo>
                    <a:pt x="2" y="9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49" name=""/>
            <p:cNvSpPr/>
            <p:nvPr/>
          </p:nvSpPr>
          <p:spPr>
            <a:xfrm rot="0">
              <a:off x="1384" y="3418"/>
              <a:ext cx="6" cy="6"/>
            </a:xfrm>
            <a:custGeom>
              <a:avLst/>
              <a:ahLst/>
              <a:rect l="0" t="0" r="r" b="b"/>
              <a:pathLst>
                <a:path w="23" h="22">
                  <a:moveTo>
                    <a:pt x="23" y="11"/>
                  </a:moveTo>
                  <a:lnTo>
                    <a:pt x="22" y="5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5"/>
                  </a:lnTo>
                  <a:lnTo>
                    <a:pt x="0" y="11"/>
                  </a:lnTo>
                  <a:lnTo>
                    <a:pt x="2" y="17"/>
                  </a:lnTo>
                  <a:lnTo>
                    <a:pt x="5" y="21"/>
                  </a:lnTo>
                  <a:lnTo>
                    <a:pt x="12" y="22"/>
                  </a:lnTo>
                  <a:lnTo>
                    <a:pt x="17" y="21"/>
                  </a:lnTo>
                  <a:lnTo>
                    <a:pt x="22" y="17"/>
                  </a:lnTo>
                  <a:lnTo>
                    <a:pt x="23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0" name=""/>
            <p:cNvSpPr/>
            <p:nvPr/>
          </p:nvSpPr>
          <p:spPr>
            <a:xfrm rot="0">
              <a:off x="1385" y="3419"/>
              <a:ext cx="4" cy="4"/>
            </a:xfrm>
            <a:custGeom>
              <a:avLst/>
              <a:ahLst/>
              <a:rect l="0" t="0" r="r" b="b"/>
              <a:pathLst>
                <a:path w="15" h="15">
                  <a:moveTo>
                    <a:pt x="15" y="7"/>
                  </a:move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4" y="13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4" y="11"/>
                  </a:lnTo>
                  <a:lnTo>
                    <a:pt x="15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1" name=""/>
            <p:cNvSpPr/>
            <p:nvPr/>
          </p:nvSpPr>
          <p:spPr>
            <a:xfrm rot="0">
              <a:off x="1386" y="3420"/>
              <a:ext cx="2" cy="2"/>
            </a:xfrm>
            <a:custGeom>
              <a:avLst/>
              <a:ahLst/>
              <a:rect l="0" t="0" r="r" b="b"/>
              <a:pathLst>
                <a:path w="7" h="8">
                  <a:moveTo>
                    <a:pt x="7" y="4"/>
                  </a:moveTo>
                  <a:lnTo>
                    <a:pt x="6" y="2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1" y="7"/>
                  </a:lnTo>
                  <a:lnTo>
                    <a:pt x="4" y="8"/>
                  </a:lnTo>
                  <a:lnTo>
                    <a:pt x="6" y="7"/>
                  </a:lnTo>
                  <a:lnTo>
                    <a:pt x="7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2" name=""/>
            <p:cNvSpPr/>
            <p:nvPr/>
          </p:nvSpPr>
          <p:spPr>
            <a:xfrm rot="0">
              <a:off x="1380" y="3422"/>
              <a:ext cx="11" cy="14"/>
            </a:xfrm>
            <a:custGeom>
              <a:avLst/>
              <a:ahLst/>
              <a:rect l="0" t="0" r="r" b="b"/>
              <a:pathLst>
                <a:path w="46" h="57">
                  <a:moveTo>
                    <a:pt x="46" y="0"/>
                  </a:moveTo>
                  <a:lnTo>
                    <a:pt x="46" y="19"/>
                  </a:lnTo>
                  <a:lnTo>
                    <a:pt x="38" y="38"/>
                  </a:lnTo>
                  <a:lnTo>
                    <a:pt x="19" y="53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3" name=""/>
            <p:cNvSpPr/>
            <p:nvPr/>
          </p:nvSpPr>
          <p:spPr>
            <a:xfrm rot="0" flipV="1">
              <a:off x="595" y="3602"/>
              <a:ext cx="3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4" name=""/>
            <p:cNvSpPr/>
            <p:nvPr/>
          </p:nvSpPr>
          <p:spPr>
            <a:xfrm rot="0" flipH="1">
              <a:off x="587" y="3635"/>
              <a:ext cx="5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5" name=""/>
            <p:cNvSpPr/>
            <p:nvPr/>
          </p:nvSpPr>
          <p:spPr>
            <a:xfrm rot="0">
              <a:off x="600" y="3616"/>
              <a:ext cx="5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6" name=""/>
            <p:cNvSpPr/>
            <p:nvPr/>
          </p:nvSpPr>
          <p:spPr>
            <a:xfrm rot="0" flipV="1">
              <a:off x="623" y="3612"/>
              <a:ext cx="7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7" name=""/>
            <p:cNvSpPr/>
            <p:nvPr/>
          </p:nvSpPr>
          <p:spPr>
            <a:xfrm rot="0">
              <a:off x="615" y="3605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8" name=""/>
            <p:cNvSpPr/>
            <p:nvPr/>
          </p:nvSpPr>
          <p:spPr>
            <a:xfrm rot="0" flipV="1">
              <a:off x="673" y="3606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59" name=""/>
            <p:cNvSpPr/>
            <p:nvPr/>
          </p:nvSpPr>
          <p:spPr>
            <a:xfrm rot="0" flipH="1">
              <a:off x="659" y="3624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0" name=""/>
            <p:cNvSpPr/>
            <p:nvPr/>
          </p:nvSpPr>
          <p:spPr>
            <a:xfrm rot="0" flipH="1">
              <a:off x="670" y="3638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1" name=""/>
            <p:cNvSpPr/>
            <p:nvPr/>
          </p:nvSpPr>
          <p:spPr>
            <a:xfrm rot="0" flipV="1">
              <a:off x="670" y="3651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2" name=""/>
            <p:cNvSpPr/>
            <p:nvPr/>
          </p:nvSpPr>
          <p:spPr>
            <a:xfrm rot="0" flipH="1">
              <a:off x="682" y="362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3" name=""/>
            <p:cNvSpPr/>
            <p:nvPr/>
          </p:nvSpPr>
          <p:spPr>
            <a:xfrm rot="0">
              <a:off x="670" y="3627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4" name=""/>
            <p:cNvSpPr/>
            <p:nvPr/>
          </p:nvSpPr>
          <p:spPr>
            <a:xfrm rot="0" flipV="1">
              <a:off x="693" y="3620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5" name=""/>
            <p:cNvSpPr/>
            <p:nvPr/>
          </p:nvSpPr>
          <p:spPr>
            <a:xfrm rot="0" flipV="1">
              <a:off x="660" y="3668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6" name=""/>
            <p:cNvSpPr/>
            <p:nvPr/>
          </p:nvSpPr>
          <p:spPr>
            <a:xfrm rot="0">
              <a:off x="659" y="362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7" name=""/>
            <p:cNvSpPr/>
            <p:nvPr/>
          </p:nvSpPr>
          <p:spPr>
            <a:xfrm rot="0" flipH="1">
              <a:off x="652" y="3604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8" name=""/>
            <p:cNvSpPr/>
            <p:nvPr/>
          </p:nvSpPr>
          <p:spPr>
            <a:xfrm rot="0" flipV="1">
              <a:off x="719" y="3627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69" name=""/>
            <p:cNvSpPr/>
            <p:nvPr/>
          </p:nvSpPr>
          <p:spPr>
            <a:xfrm rot="0">
              <a:off x="719" y="3609"/>
              <a:ext cx="36" cy="18"/>
            </a:xfrm>
            <a:custGeom>
              <a:avLst/>
              <a:ahLst/>
              <a:rect l="0" t="0" r="r" b="b"/>
              <a:pathLst>
                <a:path w="143" h="72">
                  <a:moveTo>
                    <a:pt x="143" y="72"/>
                  </a:moveTo>
                  <a:lnTo>
                    <a:pt x="141" y="58"/>
                  </a:lnTo>
                  <a:lnTo>
                    <a:pt x="138" y="44"/>
                  </a:lnTo>
                  <a:lnTo>
                    <a:pt x="131" y="33"/>
                  </a:lnTo>
                  <a:lnTo>
                    <a:pt x="123" y="22"/>
                  </a:lnTo>
                  <a:lnTo>
                    <a:pt x="111" y="13"/>
                  </a:lnTo>
                  <a:lnTo>
                    <a:pt x="99" y="7"/>
                  </a:lnTo>
                  <a:lnTo>
                    <a:pt x="86" y="2"/>
                  </a:lnTo>
                  <a:lnTo>
                    <a:pt x="72" y="0"/>
                  </a:lnTo>
                  <a:lnTo>
                    <a:pt x="57" y="2"/>
                  </a:lnTo>
                  <a:lnTo>
                    <a:pt x="44" y="7"/>
                  </a:lnTo>
                  <a:lnTo>
                    <a:pt x="32" y="13"/>
                  </a:lnTo>
                  <a:lnTo>
                    <a:pt x="20" y="22"/>
                  </a:lnTo>
                  <a:lnTo>
                    <a:pt x="11" y="33"/>
                  </a:lnTo>
                  <a:lnTo>
                    <a:pt x="5" y="44"/>
                  </a:lnTo>
                  <a:lnTo>
                    <a:pt x="1" y="58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0" name=""/>
            <p:cNvSpPr/>
            <p:nvPr/>
          </p:nvSpPr>
          <p:spPr>
            <a:xfrm rot="0">
              <a:off x="755" y="3627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1" name=""/>
            <p:cNvSpPr/>
            <p:nvPr/>
          </p:nvSpPr>
          <p:spPr>
            <a:xfrm rot="0">
              <a:off x="719" y="3656"/>
              <a:ext cx="36" cy="18"/>
            </a:xfrm>
            <a:custGeom>
              <a:avLst/>
              <a:ahLst/>
              <a:rect l="0" t="0" r="r" b="b"/>
              <a:pathLst>
                <a:path w="143" h="72">
                  <a:moveTo>
                    <a:pt x="0" y="0"/>
                  </a:moveTo>
                  <a:lnTo>
                    <a:pt x="1" y="14"/>
                  </a:lnTo>
                  <a:lnTo>
                    <a:pt x="5" y="28"/>
                  </a:lnTo>
                  <a:lnTo>
                    <a:pt x="11" y="40"/>
                  </a:lnTo>
                  <a:lnTo>
                    <a:pt x="20" y="52"/>
                  </a:lnTo>
                  <a:lnTo>
                    <a:pt x="32" y="61"/>
                  </a:lnTo>
                  <a:lnTo>
                    <a:pt x="44" y="67"/>
                  </a:lnTo>
                  <a:lnTo>
                    <a:pt x="57" y="71"/>
                  </a:lnTo>
                  <a:lnTo>
                    <a:pt x="72" y="72"/>
                  </a:lnTo>
                  <a:lnTo>
                    <a:pt x="86" y="71"/>
                  </a:lnTo>
                  <a:lnTo>
                    <a:pt x="99" y="67"/>
                  </a:lnTo>
                  <a:lnTo>
                    <a:pt x="111" y="61"/>
                  </a:lnTo>
                  <a:lnTo>
                    <a:pt x="123" y="52"/>
                  </a:lnTo>
                  <a:lnTo>
                    <a:pt x="131" y="40"/>
                  </a:lnTo>
                  <a:lnTo>
                    <a:pt x="138" y="28"/>
                  </a:lnTo>
                  <a:lnTo>
                    <a:pt x="141" y="14"/>
                  </a:lnTo>
                  <a:lnTo>
                    <a:pt x="1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2" name=""/>
            <p:cNvSpPr/>
            <p:nvPr/>
          </p:nvSpPr>
          <p:spPr>
            <a:xfrm rot="0">
              <a:off x="744" y="3660"/>
              <a:ext cx="1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3" name=""/>
            <p:cNvSpPr/>
            <p:nvPr/>
          </p:nvSpPr>
          <p:spPr>
            <a:xfrm rot="0" flipV="1">
              <a:off x="803" y="3651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4" name=""/>
            <p:cNvSpPr/>
            <p:nvPr/>
          </p:nvSpPr>
          <p:spPr>
            <a:xfrm rot="0">
              <a:off x="790" y="3659"/>
              <a:ext cx="41" cy="21"/>
            </a:xfrm>
            <a:custGeom>
              <a:avLst/>
              <a:ahLst/>
              <a:rect l="0" t="0" r="r" b="b"/>
              <a:pathLst>
                <a:path w="164" h="81">
                  <a:moveTo>
                    <a:pt x="0" y="0"/>
                  </a:moveTo>
                  <a:lnTo>
                    <a:pt x="145" y="81"/>
                  </a:lnTo>
                  <a:lnTo>
                    <a:pt x="164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5" name=""/>
            <p:cNvSpPr/>
            <p:nvPr/>
          </p:nvSpPr>
          <p:spPr>
            <a:xfrm rot="0" flipH="1">
              <a:off x="789" y="3646"/>
              <a:ext cx="3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6" name=""/>
            <p:cNvSpPr/>
            <p:nvPr/>
          </p:nvSpPr>
          <p:spPr>
            <a:xfrm rot="0">
              <a:off x="803" y="3639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7" name=""/>
            <p:cNvSpPr/>
            <p:nvPr/>
          </p:nvSpPr>
          <p:spPr>
            <a:xfrm rot="0" flipV="1">
              <a:off x="778" y="3636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8" name=""/>
            <p:cNvSpPr/>
            <p:nvPr/>
          </p:nvSpPr>
          <p:spPr>
            <a:xfrm rot="0" flipV="1">
              <a:off x="793" y="3612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79" name=""/>
            <p:cNvSpPr/>
            <p:nvPr/>
          </p:nvSpPr>
          <p:spPr>
            <a:xfrm rot="0" flipH="1">
              <a:off x="793" y="362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0" name=""/>
            <p:cNvSpPr/>
            <p:nvPr/>
          </p:nvSpPr>
          <p:spPr>
            <a:xfrm rot="0" flipH="1">
              <a:off x="814" y="3597"/>
              <a:ext cx="2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1" name=""/>
            <p:cNvSpPr/>
            <p:nvPr/>
          </p:nvSpPr>
          <p:spPr>
            <a:xfrm rot="0" flipV="1">
              <a:off x="793" y="3601"/>
              <a:ext cx="2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2" name=""/>
            <p:cNvSpPr/>
            <p:nvPr/>
          </p:nvSpPr>
          <p:spPr>
            <a:xfrm rot="0" flipH="1" flipV="1">
              <a:off x="793" y="3598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3" name=""/>
            <p:cNvSpPr/>
            <p:nvPr/>
          </p:nvSpPr>
          <p:spPr>
            <a:xfrm rot="0" flipV="1">
              <a:off x="776" y="3659"/>
              <a:ext cx="13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4" name=""/>
            <p:cNvSpPr/>
            <p:nvPr/>
          </p:nvSpPr>
          <p:spPr>
            <a:xfrm rot="0">
              <a:off x="835" y="3696"/>
              <a:ext cx="474" cy="1"/>
            </a:xfrm>
            <a:custGeom>
              <a:avLst/>
              <a:ahLst/>
              <a:rect l="0" t="0" r="r" b="b"/>
              <a:pathLst>
                <a:path w="1894" h="0">
                  <a:moveTo>
                    <a:pt x="0" y="0"/>
                  </a:moveTo>
                  <a:lnTo>
                    <a:pt x="315" y="0"/>
                  </a:lnTo>
                  <a:lnTo>
                    <a:pt x="631" y="0"/>
                  </a:lnTo>
                  <a:lnTo>
                    <a:pt x="946" y="0"/>
                  </a:lnTo>
                  <a:lnTo>
                    <a:pt x="1262" y="0"/>
                  </a:lnTo>
                  <a:lnTo>
                    <a:pt x="1578" y="0"/>
                  </a:lnTo>
                  <a:lnTo>
                    <a:pt x="189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5" name=""/>
            <p:cNvSpPr/>
            <p:nvPr/>
          </p:nvSpPr>
          <p:spPr>
            <a:xfrm rot="0" flipV="1">
              <a:off x="1336" y="3606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6" name=""/>
            <p:cNvSpPr/>
            <p:nvPr/>
          </p:nvSpPr>
          <p:spPr>
            <a:xfrm rot="0" flipH="1">
              <a:off x="1322" y="3624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7" name=""/>
            <p:cNvSpPr/>
            <p:nvPr/>
          </p:nvSpPr>
          <p:spPr>
            <a:xfrm rot="0" flipH="1">
              <a:off x="1334" y="3638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8" name=""/>
            <p:cNvSpPr/>
            <p:nvPr/>
          </p:nvSpPr>
          <p:spPr>
            <a:xfrm rot="0" flipV="1">
              <a:off x="1334" y="3651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89" name=""/>
            <p:cNvSpPr/>
            <p:nvPr/>
          </p:nvSpPr>
          <p:spPr>
            <a:xfrm rot="0" flipH="1">
              <a:off x="1346" y="362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0" name=""/>
            <p:cNvSpPr/>
            <p:nvPr/>
          </p:nvSpPr>
          <p:spPr>
            <a:xfrm rot="0">
              <a:off x="1334" y="3627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1" name=""/>
            <p:cNvSpPr/>
            <p:nvPr/>
          </p:nvSpPr>
          <p:spPr>
            <a:xfrm rot="0" flipV="1">
              <a:off x="1356" y="3620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2" name=""/>
            <p:cNvSpPr/>
            <p:nvPr/>
          </p:nvSpPr>
          <p:spPr>
            <a:xfrm rot="0" flipV="1">
              <a:off x="1323" y="3668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3" name=""/>
            <p:cNvSpPr/>
            <p:nvPr/>
          </p:nvSpPr>
          <p:spPr>
            <a:xfrm rot="0">
              <a:off x="1322" y="362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4" name=""/>
            <p:cNvSpPr/>
            <p:nvPr/>
          </p:nvSpPr>
          <p:spPr>
            <a:xfrm rot="0" flipH="1">
              <a:off x="1316" y="3604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5" name=""/>
            <p:cNvSpPr/>
            <p:nvPr/>
          </p:nvSpPr>
          <p:spPr>
            <a:xfrm rot="0">
              <a:off x="1380" y="3653"/>
              <a:ext cx="8" cy="7"/>
            </a:xfrm>
            <a:custGeom>
              <a:avLst/>
              <a:ahLst/>
              <a:rect l="0" t="0" r="r" b="b"/>
              <a:pathLst>
                <a:path w="31" h="31">
                  <a:moveTo>
                    <a:pt x="0" y="16"/>
                  </a:moveTo>
                  <a:lnTo>
                    <a:pt x="1" y="22"/>
                  </a:lnTo>
                  <a:lnTo>
                    <a:pt x="5" y="27"/>
                  </a:lnTo>
                  <a:lnTo>
                    <a:pt x="10" y="29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6" y="27"/>
                  </a:lnTo>
                  <a:lnTo>
                    <a:pt x="30" y="22"/>
                  </a:lnTo>
                  <a:lnTo>
                    <a:pt x="31" y="16"/>
                  </a:lnTo>
                  <a:lnTo>
                    <a:pt x="30" y="10"/>
                  </a:lnTo>
                  <a:lnTo>
                    <a:pt x="26" y="5"/>
                  </a:lnTo>
                  <a:lnTo>
                    <a:pt x="21" y="2"/>
                  </a:lnTo>
                  <a:lnTo>
                    <a:pt x="15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1" y="1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6" name=""/>
            <p:cNvSpPr/>
            <p:nvPr/>
          </p:nvSpPr>
          <p:spPr>
            <a:xfrm rot="0">
              <a:off x="1381" y="3654"/>
              <a:ext cx="6" cy="5"/>
            </a:xfrm>
            <a:custGeom>
              <a:avLst/>
              <a:ahLst/>
              <a:rect l="0" t="0" r="r" b="b"/>
              <a:pathLst>
                <a:path w="24" h="23">
                  <a:moveTo>
                    <a:pt x="24" y="12"/>
                  </a:moveTo>
                  <a:lnTo>
                    <a:pt x="22" y="6"/>
                  </a:lnTo>
                  <a:lnTo>
                    <a:pt x="18" y="3"/>
                  </a:lnTo>
                  <a:lnTo>
                    <a:pt x="12" y="0"/>
                  </a:lnTo>
                  <a:lnTo>
                    <a:pt x="7" y="3"/>
                  </a:lnTo>
                  <a:lnTo>
                    <a:pt x="3" y="6"/>
                  </a:lnTo>
                  <a:lnTo>
                    <a:pt x="0" y="12"/>
                  </a:lnTo>
                  <a:lnTo>
                    <a:pt x="3" y="18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8" y="22"/>
                  </a:lnTo>
                  <a:lnTo>
                    <a:pt x="22" y="18"/>
                  </a:lnTo>
                  <a:lnTo>
                    <a:pt x="24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7" name=""/>
            <p:cNvSpPr/>
            <p:nvPr/>
          </p:nvSpPr>
          <p:spPr>
            <a:xfrm rot="0">
              <a:off x="1382" y="3655"/>
              <a:ext cx="4" cy="4"/>
            </a:xfrm>
            <a:custGeom>
              <a:avLst/>
              <a:ahLst/>
              <a:rect l="0" t="0" r="r" b="b"/>
              <a:pathLst>
                <a:path w="17" h="15">
                  <a:moveTo>
                    <a:pt x="17" y="8"/>
                  </a:moveTo>
                  <a:lnTo>
                    <a:pt x="15" y="4"/>
                  </a:lnTo>
                  <a:lnTo>
                    <a:pt x="13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1" y="11"/>
                  </a:lnTo>
                  <a:lnTo>
                    <a:pt x="4" y="15"/>
                  </a:lnTo>
                  <a:lnTo>
                    <a:pt x="8" y="15"/>
                  </a:lnTo>
                  <a:lnTo>
                    <a:pt x="13" y="15"/>
                  </a:lnTo>
                  <a:lnTo>
                    <a:pt x="15" y="11"/>
                  </a:lnTo>
                  <a:lnTo>
                    <a:pt x="17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8" name=""/>
            <p:cNvSpPr/>
            <p:nvPr/>
          </p:nvSpPr>
          <p:spPr>
            <a:xfrm rot="0">
              <a:off x="1383" y="3656"/>
              <a:ext cx="2" cy="2"/>
            </a:xfrm>
            <a:custGeom>
              <a:avLst/>
              <a:ahLst/>
              <a:rect l="0" t="0" r="r" b="b"/>
              <a:pathLst>
                <a:path w="9" h="7">
                  <a:moveTo>
                    <a:pt x="9" y="4"/>
                  </a:moveTo>
                  <a:lnTo>
                    <a:pt x="8" y="1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4"/>
                  </a:lnTo>
                  <a:lnTo>
                    <a:pt x="1" y="6"/>
                  </a:lnTo>
                  <a:lnTo>
                    <a:pt x="4" y="7"/>
                  </a:lnTo>
                  <a:lnTo>
                    <a:pt x="8" y="6"/>
                  </a:lnTo>
                  <a:lnTo>
                    <a:pt x="9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599" name=""/>
            <p:cNvSpPr/>
            <p:nvPr/>
          </p:nvSpPr>
          <p:spPr>
            <a:xfrm rot="0">
              <a:off x="1376" y="3658"/>
              <a:ext cx="12" cy="14"/>
            </a:xfrm>
            <a:custGeom>
              <a:avLst/>
              <a:ahLst/>
              <a:rect l="0" t="0" r="r" b="b"/>
              <a:pathLst>
                <a:path w="47" h="58">
                  <a:moveTo>
                    <a:pt x="47" y="0"/>
                  </a:moveTo>
                  <a:lnTo>
                    <a:pt x="47" y="19"/>
                  </a:lnTo>
                  <a:lnTo>
                    <a:pt x="40" y="38"/>
                  </a:lnTo>
                  <a:lnTo>
                    <a:pt x="19" y="55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0" name=""/>
            <p:cNvSpPr/>
            <p:nvPr/>
          </p:nvSpPr>
          <p:spPr>
            <a:xfrm rot="0" flipV="1">
              <a:off x="610" y="3848"/>
              <a:ext cx="3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1" name=""/>
            <p:cNvSpPr/>
            <p:nvPr/>
          </p:nvSpPr>
          <p:spPr>
            <a:xfrm rot="0" flipH="1">
              <a:off x="603" y="3881"/>
              <a:ext cx="53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2" name=""/>
            <p:cNvSpPr/>
            <p:nvPr/>
          </p:nvSpPr>
          <p:spPr>
            <a:xfrm rot="0">
              <a:off x="615" y="3862"/>
              <a:ext cx="5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3" name=""/>
            <p:cNvSpPr/>
            <p:nvPr/>
          </p:nvSpPr>
          <p:spPr>
            <a:xfrm rot="0" flipV="1">
              <a:off x="638" y="3858"/>
              <a:ext cx="7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4" name=""/>
            <p:cNvSpPr/>
            <p:nvPr/>
          </p:nvSpPr>
          <p:spPr>
            <a:xfrm rot="0">
              <a:off x="630" y="3850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5" name=""/>
            <p:cNvSpPr/>
            <p:nvPr/>
          </p:nvSpPr>
          <p:spPr>
            <a:xfrm rot="0" flipV="1">
              <a:off x="688" y="3851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6" name=""/>
            <p:cNvSpPr/>
            <p:nvPr/>
          </p:nvSpPr>
          <p:spPr>
            <a:xfrm rot="0" flipH="1">
              <a:off x="674" y="3870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7" name=""/>
            <p:cNvSpPr/>
            <p:nvPr/>
          </p:nvSpPr>
          <p:spPr>
            <a:xfrm rot="0" flipH="1">
              <a:off x="685" y="3884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8" name=""/>
            <p:cNvSpPr/>
            <p:nvPr/>
          </p:nvSpPr>
          <p:spPr>
            <a:xfrm rot="0" flipV="1">
              <a:off x="685" y="3897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09" name=""/>
            <p:cNvSpPr/>
            <p:nvPr/>
          </p:nvSpPr>
          <p:spPr>
            <a:xfrm rot="0" flipH="1">
              <a:off x="698" y="387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0" name=""/>
            <p:cNvSpPr/>
            <p:nvPr/>
          </p:nvSpPr>
          <p:spPr>
            <a:xfrm rot="0">
              <a:off x="685" y="3873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1" name=""/>
            <p:cNvSpPr/>
            <p:nvPr/>
          </p:nvSpPr>
          <p:spPr>
            <a:xfrm rot="0" flipV="1">
              <a:off x="708" y="3865"/>
              <a:ext cx="3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2" name=""/>
            <p:cNvSpPr/>
            <p:nvPr/>
          </p:nvSpPr>
          <p:spPr>
            <a:xfrm rot="0" flipV="1">
              <a:off x="675" y="3914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3" name=""/>
            <p:cNvSpPr/>
            <p:nvPr/>
          </p:nvSpPr>
          <p:spPr>
            <a:xfrm rot="0">
              <a:off x="674" y="3866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4" name=""/>
            <p:cNvSpPr/>
            <p:nvPr/>
          </p:nvSpPr>
          <p:spPr>
            <a:xfrm rot="0" flipH="1">
              <a:off x="667" y="3849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5" name=""/>
            <p:cNvSpPr/>
            <p:nvPr/>
          </p:nvSpPr>
          <p:spPr>
            <a:xfrm rot="0">
              <a:off x="734" y="3855"/>
              <a:ext cx="18" cy="65"/>
            </a:xfrm>
            <a:custGeom>
              <a:avLst/>
              <a:ahLst/>
              <a:rect l="0" t="0" r="r" b="b"/>
              <a:pathLst>
                <a:path w="72" h="258">
                  <a:moveTo>
                    <a:pt x="0" y="258"/>
                  </a:moveTo>
                  <a:lnTo>
                    <a:pt x="0" y="0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6" name=""/>
            <p:cNvSpPr/>
            <p:nvPr/>
          </p:nvSpPr>
          <p:spPr>
            <a:xfrm rot="0">
              <a:off x="752" y="3855"/>
              <a:ext cx="18" cy="36"/>
            </a:xfrm>
            <a:custGeom>
              <a:avLst/>
              <a:ahLst/>
              <a:rect l="0" t="0" r="r" b="b"/>
              <a:pathLst>
                <a:path w="72" h="143">
                  <a:moveTo>
                    <a:pt x="0" y="143"/>
                  </a:moveTo>
                  <a:lnTo>
                    <a:pt x="14" y="142"/>
                  </a:lnTo>
                  <a:lnTo>
                    <a:pt x="27" y="137"/>
                  </a:lnTo>
                  <a:lnTo>
                    <a:pt x="39" y="131"/>
                  </a:lnTo>
                  <a:lnTo>
                    <a:pt x="51" y="122"/>
                  </a:lnTo>
                  <a:lnTo>
                    <a:pt x="60" y="111"/>
                  </a:lnTo>
                  <a:lnTo>
                    <a:pt x="66" y="99"/>
                  </a:lnTo>
                  <a:lnTo>
                    <a:pt x="70" y="85"/>
                  </a:lnTo>
                  <a:lnTo>
                    <a:pt x="72" y="72"/>
                  </a:lnTo>
                  <a:lnTo>
                    <a:pt x="70" y="58"/>
                  </a:lnTo>
                  <a:lnTo>
                    <a:pt x="66" y="44"/>
                  </a:lnTo>
                  <a:lnTo>
                    <a:pt x="60" y="31"/>
                  </a:lnTo>
                  <a:lnTo>
                    <a:pt x="51" y="21"/>
                  </a:lnTo>
                  <a:lnTo>
                    <a:pt x="39" y="12"/>
                  </a:lnTo>
                  <a:lnTo>
                    <a:pt x="27" y="5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7" name=""/>
            <p:cNvSpPr/>
            <p:nvPr/>
          </p:nvSpPr>
          <p:spPr>
            <a:xfrm rot="0" flipH="1">
              <a:off x="734" y="3891"/>
              <a:ext cx="1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8" name=""/>
            <p:cNvSpPr/>
            <p:nvPr/>
          </p:nvSpPr>
          <p:spPr>
            <a:xfrm rot="0">
              <a:off x="755" y="3891"/>
              <a:ext cx="15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19" name=""/>
            <p:cNvSpPr/>
            <p:nvPr/>
          </p:nvSpPr>
          <p:spPr>
            <a:xfrm rot="0" flipV="1">
              <a:off x="811" y="3897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0" name=""/>
            <p:cNvSpPr/>
            <p:nvPr/>
          </p:nvSpPr>
          <p:spPr>
            <a:xfrm rot="0">
              <a:off x="798" y="3906"/>
              <a:ext cx="40" cy="19"/>
            </a:xfrm>
            <a:custGeom>
              <a:avLst/>
              <a:ahLst/>
              <a:rect l="0" t="0" r="r" b="b"/>
              <a:pathLst>
                <a:path w="163" h="80">
                  <a:moveTo>
                    <a:pt x="0" y="0"/>
                  </a:moveTo>
                  <a:lnTo>
                    <a:pt x="144" y="80"/>
                  </a:lnTo>
                  <a:lnTo>
                    <a:pt x="163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1" name=""/>
            <p:cNvSpPr/>
            <p:nvPr/>
          </p:nvSpPr>
          <p:spPr>
            <a:xfrm rot="0" flipH="1">
              <a:off x="797" y="3892"/>
              <a:ext cx="2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2" name=""/>
            <p:cNvSpPr/>
            <p:nvPr/>
          </p:nvSpPr>
          <p:spPr>
            <a:xfrm rot="0">
              <a:off x="811" y="3885"/>
              <a:ext cx="1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3" name=""/>
            <p:cNvSpPr/>
            <p:nvPr/>
          </p:nvSpPr>
          <p:spPr>
            <a:xfrm rot="0" flipV="1">
              <a:off x="786" y="3882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4" name=""/>
            <p:cNvSpPr/>
            <p:nvPr/>
          </p:nvSpPr>
          <p:spPr>
            <a:xfrm rot="0" flipV="1">
              <a:off x="801" y="385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5" name=""/>
            <p:cNvSpPr/>
            <p:nvPr/>
          </p:nvSpPr>
          <p:spPr>
            <a:xfrm rot="0" flipH="1">
              <a:off x="801" y="3869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6" name=""/>
            <p:cNvSpPr/>
            <p:nvPr/>
          </p:nvSpPr>
          <p:spPr>
            <a:xfrm rot="0" flipH="1">
              <a:off x="821" y="3843"/>
              <a:ext cx="2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7" name=""/>
            <p:cNvSpPr/>
            <p:nvPr/>
          </p:nvSpPr>
          <p:spPr>
            <a:xfrm rot="0" flipV="1">
              <a:off x="800" y="3847"/>
              <a:ext cx="2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8" name=""/>
            <p:cNvSpPr/>
            <p:nvPr/>
          </p:nvSpPr>
          <p:spPr>
            <a:xfrm rot="0" flipH="1" flipV="1">
              <a:off x="800" y="3844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29" name=""/>
            <p:cNvSpPr/>
            <p:nvPr/>
          </p:nvSpPr>
          <p:spPr>
            <a:xfrm rot="0" flipV="1">
              <a:off x="784" y="3905"/>
              <a:ext cx="13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0" name=""/>
            <p:cNvSpPr/>
            <p:nvPr/>
          </p:nvSpPr>
          <p:spPr>
            <a:xfrm rot="0">
              <a:off x="843" y="3942"/>
              <a:ext cx="473" cy="1"/>
            </a:xfrm>
            <a:custGeom>
              <a:avLst/>
              <a:ahLst/>
              <a:rect l="0" t="0" r="r" b="b"/>
              <a:pathLst>
                <a:path w="1894" h="0">
                  <a:moveTo>
                    <a:pt x="0" y="0"/>
                  </a:moveTo>
                  <a:lnTo>
                    <a:pt x="315" y="0"/>
                  </a:lnTo>
                  <a:lnTo>
                    <a:pt x="632" y="0"/>
                  </a:lnTo>
                  <a:lnTo>
                    <a:pt x="948" y="0"/>
                  </a:lnTo>
                  <a:lnTo>
                    <a:pt x="1263" y="0"/>
                  </a:lnTo>
                  <a:lnTo>
                    <a:pt x="1579" y="0"/>
                  </a:lnTo>
                  <a:lnTo>
                    <a:pt x="189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1" name=""/>
            <p:cNvSpPr/>
            <p:nvPr/>
          </p:nvSpPr>
          <p:spPr>
            <a:xfrm rot="0" flipV="1">
              <a:off x="1344" y="3851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2" name=""/>
            <p:cNvSpPr/>
            <p:nvPr/>
          </p:nvSpPr>
          <p:spPr>
            <a:xfrm rot="0" flipH="1">
              <a:off x="1330" y="3870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3" name=""/>
            <p:cNvSpPr/>
            <p:nvPr/>
          </p:nvSpPr>
          <p:spPr>
            <a:xfrm rot="0" flipH="1">
              <a:off x="1341" y="3884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4" name=""/>
            <p:cNvSpPr/>
            <p:nvPr/>
          </p:nvSpPr>
          <p:spPr>
            <a:xfrm rot="0" flipV="1">
              <a:off x="1341" y="3897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5" name=""/>
            <p:cNvSpPr/>
            <p:nvPr/>
          </p:nvSpPr>
          <p:spPr>
            <a:xfrm rot="0" flipH="1">
              <a:off x="1354" y="387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6" name=""/>
            <p:cNvSpPr/>
            <p:nvPr/>
          </p:nvSpPr>
          <p:spPr>
            <a:xfrm rot="0">
              <a:off x="1341" y="3873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7" name=""/>
            <p:cNvSpPr/>
            <p:nvPr/>
          </p:nvSpPr>
          <p:spPr>
            <a:xfrm rot="0" flipV="1">
              <a:off x="1364" y="3865"/>
              <a:ext cx="3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8" name=""/>
            <p:cNvSpPr/>
            <p:nvPr/>
          </p:nvSpPr>
          <p:spPr>
            <a:xfrm rot="0" flipV="1">
              <a:off x="1331" y="3914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39" name=""/>
            <p:cNvSpPr/>
            <p:nvPr/>
          </p:nvSpPr>
          <p:spPr>
            <a:xfrm rot="0">
              <a:off x="1330" y="3866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0" name=""/>
            <p:cNvSpPr/>
            <p:nvPr/>
          </p:nvSpPr>
          <p:spPr>
            <a:xfrm rot="0" flipH="1">
              <a:off x="1323" y="3849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1" name=""/>
            <p:cNvSpPr/>
            <p:nvPr/>
          </p:nvSpPr>
          <p:spPr>
            <a:xfrm rot="0">
              <a:off x="1390" y="3907"/>
              <a:ext cx="13" cy="13"/>
            </a:xfrm>
            <a:custGeom>
              <a:avLst/>
              <a:ahLst/>
              <a:rect l="0" t="0" r="r" b="b"/>
              <a:pathLst>
                <a:path w="53" h="53">
                  <a:moveTo>
                    <a:pt x="0" y="27"/>
                  </a:moveTo>
                  <a:lnTo>
                    <a:pt x="1" y="35"/>
                  </a:lnTo>
                  <a:lnTo>
                    <a:pt x="5" y="42"/>
                  </a:lnTo>
                  <a:lnTo>
                    <a:pt x="11" y="48"/>
                  </a:lnTo>
                  <a:lnTo>
                    <a:pt x="19" y="52"/>
                  </a:lnTo>
                  <a:lnTo>
                    <a:pt x="26" y="53"/>
                  </a:lnTo>
                  <a:lnTo>
                    <a:pt x="35" y="52"/>
                  </a:lnTo>
                  <a:lnTo>
                    <a:pt x="41" y="48"/>
                  </a:lnTo>
                  <a:lnTo>
                    <a:pt x="48" y="42"/>
                  </a:lnTo>
                  <a:lnTo>
                    <a:pt x="51" y="35"/>
                  </a:lnTo>
                  <a:lnTo>
                    <a:pt x="53" y="27"/>
                  </a:lnTo>
                  <a:lnTo>
                    <a:pt x="51" y="19"/>
                  </a:lnTo>
                  <a:lnTo>
                    <a:pt x="48" y="11"/>
                  </a:lnTo>
                  <a:lnTo>
                    <a:pt x="41" y="5"/>
                  </a:lnTo>
                  <a:lnTo>
                    <a:pt x="35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1" y="5"/>
                  </a:lnTo>
                  <a:lnTo>
                    <a:pt x="5" y="11"/>
                  </a:lnTo>
                  <a:lnTo>
                    <a:pt x="1" y="19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2" name=""/>
            <p:cNvSpPr/>
            <p:nvPr/>
          </p:nvSpPr>
          <p:spPr>
            <a:xfrm rot="0">
              <a:off x="1389" y="3906"/>
              <a:ext cx="15" cy="15"/>
            </a:xfrm>
            <a:custGeom>
              <a:avLst/>
              <a:ahLst/>
              <a:rect l="0" t="0" r="r" b="b"/>
              <a:pathLst>
                <a:path w="61" h="61">
                  <a:moveTo>
                    <a:pt x="61" y="31"/>
                  </a:moveTo>
                  <a:lnTo>
                    <a:pt x="59" y="22"/>
                  </a:lnTo>
                  <a:lnTo>
                    <a:pt x="54" y="13"/>
                  </a:lnTo>
                  <a:lnTo>
                    <a:pt x="48" y="7"/>
                  </a:lnTo>
                  <a:lnTo>
                    <a:pt x="39" y="2"/>
                  </a:lnTo>
                  <a:lnTo>
                    <a:pt x="30" y="0"/>
                  </a:lnTo>
                  <a:lnTo>
                    <a:pt x="21" y="2"/>
                  </a:lnTo>
                  <a:lnTo>
                    <a:pt x="13" y="7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6" y="48"/>
                  </a:lnTo>
                  <a:lnTo>
                    <a:pt x="13" y="56"/>
                  </a:lnTo>
                  <a:lnTo>
                    <a:pt x="21" y="60"/>
                  </a:lnTo>
                  <a:lnTo>
                    <a:pt x="30" y="61"/>
                  </a:lnTo>
                  <a:lnTo>
                    <a:pt x="39" y="60"/>
                  </a:lnTo>
                  <a:lnTo>
                    <a:pt x="48" y="56"/>
                  </a:lnTo>
                  <a:lnTo>
                    <a:pt x="54" y="48"/>
                  </a:lnTo>
                  <a:lnTo>
                    <a:pt x="59" y="39"/>
                  </a:lnTo>
                  <a:lnTo>
                    <a:pt x="61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3" name=""/>
            <p:cNvSpPr/>
            <p:nvPr/>
          </p:nvSpPr>
          <p:spPr>
            <a:xfrm rot="0">
              <a:off x="896" y="1583"/>
              <a:ext cx="32" cy="47"/>
            </a:xfrm>
            <a:custGeom>
              <a:avLst/>
              <a:ahLst/>
              <a:rect l="0" t="0" r="r" b="b"/>
              <a:pathLst>
                <a:path w="128" h="184">
                  <a:moveTo>
                    <a:pt x="102" y="132"/>
                  </a:moveTo>
                  <a:lnTo>
                    <a:pt x="128" y="45"/>
                  </a:lnTo>
                  <a:lnTo>
                    <a:pt x="128" y="30"/>
                  </a:lnTo>
                  <a:lnTo>
                    <a:pt x="123" y="15"/>
                  </a:lnTo>
                  <a:lnTo>
                    <a:pt x="112" y="5"/>
                  </a:lnTo>
                  <a:lnTo>
                    <a:pt x="97" y="0"/>
                  </a:lnTo>
                  <a:lnTo>
                    <a:pt x="72" y="0"/>
                  </a:lnTo>
                  <a:lnTo>
                    <a:pt x="57" y="5"/>
                  </a:lnTo>
                  <a:lnTo>
                    <a:pt x="41" y="15"/>
                  </a:lnTo>
                  <a:lnTo>
                    <a:pt x="30" y="30"/>
                  </a:lnTo>
                  <a:lnTo>
                    <a:pt x="20" y="55"/>
                  </a:lnTo>
                  <a:lnTo>
                    <a:pt x="0" y="127"/>
                  </a:lnTo>
                  <a:lnTo>
                    <a:pt x="0" y="138"/>
                  </a:lnTo>
                  <a:lnTo>
                    <a:pt x="5" y="164"/>
                  </a:lnTo>
                  <a:lnTo>
                    <a:pt x="15" y="179"/>
                  </a:lnTo>
                  <a:lnTo>
                    <a:pt x="25" y="184"/>
                  </a:lnTo>
                  <a:lnTo>
                    <a:pt x="46" y="184"/>
                  </a:lnTo>
                  <a:lnTo>
                    <a:pt x="72" y="174"/>
                  </a:lnTo>
                  <a:lnTo>
                    <a:pt x="92" y="159"/>
                  </a:lnTo>
                  <a:lnTo>
                    <a:pt x="102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4" name=""/>
            <p:cNvSpPr/>
            <p:nvPr/>
          </p:nvSpPr>
          <p:spPr>
            <a:xfrm rot="0">
              <a:off x="912" y="1619"/>
              <a:ext cx="1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5" name=""/>
            <p:cNvSpPr/>
            <p:nvPr/>
          </p:nvSpPr>
          <p:spPr>
            <a:xfrm rot="0" flipH="1" flipV="1">
              <a:off x="946" y="1579"/>
              <a:ext cx="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6" name=""/>
            <p:cNvSpPr/>
            <p:nvPr/>
          </p:nvSpPr>
          <p:spPr>
            <a:xfrm rot="0">
              <a:off x="948" y="1589"/>
              <a:ext cx="3" cy="3"/>
            </a:xfrm>
            <a:custGeom>
              <a:avLst/>
              <a:ahLst/>
              <a:rect l="0" t="0" r="r" b="b"/>
              <a:pathLst>
                <a:path w="11" h="10">
                  <a:moveTo>
                    <a:pt x="0" y="5"/>
                  </a:moveTo>
                  <a:lnTo>
                    <a:pt x="2" y="9"/>
                  </a:lnTo>
                  <a:lnTo>
                    <a:pt x="5" y="10"/>
                  </a:lnTo>
                  <a:lnTo>
                    <a:pt x="9" y="9"/>
                  </a:lnTo>
                  <a:lnTo>
                    <a:pt x="11" y="5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7" name=""/>
            <p:cNvSpPr/>
            <p:nvPr/>
          </p:nvSpPr>
          <p:spPr>
            <a:xfrm rot="0">
              <a:off x="947" y="1589"/>
              <a:ext cx="5" cy="4"/>
            </a:xfrm>
            <a:custGeom>
              <a:avLst/>
              <a:ahLst/>
              <a:rect l="0" t="0" r="r" b="b"/>
              <a:pathLst>
                <a:path w="16" h="17">
                  <a:moveTo>
                    <a:pt x="0" y="9"/>
                  </a:moveTo>
                  <a:lnTo>
                    <a:pt x="1" y="13"/>
                  </a:lnTo>
                  <a:lnTo>
                    <a:pt x="5" y="15"/>
                  </a:lnTo>
                  <a:lnTo>
                    <a:pt x="8" y="17"/>
                  </a:lnTo>
                  <a:lnTo>
                    <a:pt x="12" y="15"/>
                  </a:lnTo>
                  <a:lnTo>
                    <a:pt x="16" y="13"/>
                  </a:lnTo>
                  <a:lnTo>
                    <a:pt x="16" y="9"/>
                  </a:lnTo>
                  <a:lnTo>
                    <a:pt x="16" y="5"/>
                  </a:lnTo>
                  <a:lnTo>
                    <a:pt x="12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1" y="5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8" name=""/>
            <p:cNvSpPr/>
            <p:nvPr/>
          </p:nvSpPr>
          <p:spPr>
            <a:xfrm rot="0">
              <a:off x="947" y="1587"/>
              <a:ext cx="5" cy="6"/>
            </a:xfrm>
            <a:custGeom>
              <a:avLst/>
              <a:ahLst/>
              <a:rect l="0" t="0" r="r" b="b"/>
              <a:pathLst>
                <a:path w="23" h="24">
                  <a:moveTo>
                    <a:pt x="23" y="14"/>
                  </a:moveTo>
                  <a:lnTo>
                    <a:pt x="20" y="9"/>
                  </a:lnTo>
                  <a:lnTo>
                    <a:pt x="17" y="4"/>
                  </a:lnTo>
                  <a:lnTo>
                    <a:pt x="11" y="3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9"/>
                  </a:lnTo>
                  <a:lnTo>
                    <a:pt x="6" y="23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20" y="19"/>
                  </a:lnTo>
                  <a:lnTo>
                    <a:pt x="23" y="1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49" name=""/>
            <p:cNvSpPr/>
            <p:nvPr/>
          </p:nvSpPr>
          <p:spPr>
            <a:xfrm rot="0">
              <a:off x="949" y="1590"/>
              <a:ext cx="1" cy="1"/>
            </a:xfrm>
            <a:custGeom>
              <a:avLst/>
              <a:ahLst/>
              <a:rect l="0" t="0" r="r" b="b"/>
              <a:pathLst>
                <a:path w="5" h="6">
                  <a:moveTo>
                    <a:pt x="0" y="3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4"/>
                  </a:lnTo>
                  <a:lnTo>
                    <a:pt x="5" y="3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50" name=""/>
            <p:cNvSpPr/>
            <p:nvPr/>
          </p:nvSpPr>
          <p:spPr>
            <a:xfrm rot="0" flipH="1" flipV="1">
              <a:off x="951" y="1584"/>
              <a:ext cx="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51" name=""/>
            <p:cNvSpPr/>
            <p:nvPr/>
          </p:nvSpPr>
          <p:spPr>
            <a:xfrm rot="0">
              <a:off x="1724" y="1589"/>
              <a:ext cx="8" cy="17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3"/>
                  </a:moveTo>
                  <a:lnTo>
                    <a:pt x="32" y="64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52" name=""/>
            <p:cNvSpPr/>
            <p:nvPr/>
          </p:nvSpPr>
          <p:spPr>
            <a:xfrm rot="0">
              <a:off x="1724" y="1589"/>
              <a:ext cx="8" cy="17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53" name=""/>
            <p:cNvSpPr/>
            <p:nvPr/>
          </p:nvSpPr>
          <p:spPr>
            <a:xfrm rot="0">
              <a:off x="1732" y="1589"/>
              <a:ext cx="708" cy="17"/>
            </a:xfrm>
            <a:custGeom>
              <a:avLst/>
              <a:ahLst/>
              <a:rect l="0" t="0" r="r" b="b"/>
              <a:pathLst>
                <a:path w="2832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2832" y="64"/>
                  </a:lnTo>
                  <a:lnTo>
                    <a:pt x="2832" y="33"/>
                  </a:lnTo>
                  <a:lnTo>
                    <a:pt x="283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54" name=""/>
            <p:cNvSpPr/>
            <p:nvPr/>
          </p:nvSpPr>
          <p:spPr>
            <a:xfrm rot="0">
              <a:off x="1732" y="1589"/>
              <a:ext cx="708" cy="17"/>
            </a:xfrm>
            <a:custGeom>
              <a:avLst/>
              <a:ahLst/>
              <a:rect l="0" t="0" r="r" b="b"/>
              <a:pathLst>
                <a:path w="2832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2832" y="64"/>
                  </a:lnTo>
                  <a:lnTo>
                    <a:pt x="2832" y="33"/>
                  </a:lnTo>
                  <a:lnTo>
                    <a:pt x="283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55" name=""/>
            <p:cNvSpPr/>
            <p:nvPr/>
          </p:nvSpPr>
          <p:spPr>
            <a:xfrm rot="0">
              <a:off x="2440" y="1589"/>
              <a:ext cx="8" cy="17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56" name=""/>
            <p:cNvSpPr/>
            <p:nvPr/>
          </p:nvSpPr>
          <p:spPr>
            <a:xfrm rot="0">
              <a:off x="2440" y="1589"/>
              <a:ext cx="8" cy="17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57" name=""/>
            <p:cNvSpPr/>
            <p:nvPr/>
          </p:nvSpPr>
          <p:spPr>
            <a:xfrm rot="0">
              <a:off x="1386" y="1393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60"/>
                  </a:lnTo>
                  <a:lnTo>
                    <a:pt x="10" y="64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58" name=""/>
            <p:cNvSpPr/>
            <p:nvPr/>
          </p:nvSpPr>
          <p:spPr>
            <a:xfrm rot="0">
              <a:off x="1386" y="1393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60"/>
                  </a:lnTo>
                  <a:lnTo>
                    <a:pt x="10" y="64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59" name=""/>
            <p:cNvSpPr/>
            <p:nvPr/>
          </p:nvSpPr>
          <p:spPr>
            <a:xfrm rot="0">
              <a:off x="625" y="1393"/>
              <a:ext cx="761" cy="16"/>
            </a:xfrm>
            <a:custGeom>
              <a:avLst/>
              <a:ahLst/>
              <a:rect l="0" t="0" r="r" b="b"/>
              <a:pathLst>
                <a:path w="3044" h="65">
                  <a:moveTo>
                    <a:pt x="3044" y="65"/>
                  </a:moveTo>
                  <a:lnTo>
                    <a:pt x="3044" y="33"/>
                  </a:lnTo>
                  <a:lnTo>
                    <a:pt x="304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3044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60" name=""/>
            <p:cNvSpPr/>
            <p:nvPr/>
          </p:nvSpPr>
          <p:spPr>
            <a:xfrm rot="0">
              <a:off x="625" y="1393"/>
              <a:ext cx="761" cy="16"/>
            </a:xfrm>
            <a:custGeom>
              <a:avLst/>
              <a:ahLst/>
              <a:rect l="0" t="0" r="r" b="b"/>
              <a:pathLst>
                <a:path w="3044" h="65">
                  <a:moveTo>
                    <a:pt x="3044" y="65"/>
                  </a:moveTo>
                  <a:lnTo>
                    <a:pt x="3044" y="33"/>
                  </a:lnTo>
                  <a:lnTo>
                    <a:pt x="304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3044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61" name=""/>
            <p:cNvSpPr/>
            <p:nvPr/>
          </p:nvSpPr>
          <p:spPr>
            <a:xfrm rot="0">
              <a:off x="617" y="1393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33"/>
                  </a:moveTo>
                  <a:lnTo>
                    <a:pt x="31" y="65"/>
                  </a:lnTo>
                  <a:lnTo>
                    <a:pt x="21" y="64"/>
                  </a:lnTo>
                  <a:lnTo>
                    <a:pt x="12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62" name=""/>
            <p:cNvSpPr/>
            <p:nvPr/>
          </p:nvSpPr>
          <p:spPr>
            <a:xfrm rot="0">
              <a:off x="617" y="1393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65"/>
                  </a:moveTo>
                  <a:lnTo>
                    <a:pt x="21" y="64"/>
                  </a:lnTo>
                  <a:lnTo>
                    <a:pt x="12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63" name=""/>
            <p:cNvSpPr/>
            <p:nvPr/>
          </p:nvSpPr>
          <p:spPr>
            <a:xfrm rot="0">
              <a:off x="1386" y="1164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1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64" name=""/>
            <p:cNvSpPr/>
            <p:nvPr/>
          </p:nvSpPr>
          <p:spPr>
            <a:xfrm rot="0">
              <a:off x="1386" y="1164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1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65" name=""/>
            <p:cNvSpPr/>
            <p:nvPr/>
          </p:nvSpPr>
          <p:spPr>
            <a:xfrm rot="0">
              <a:off x="824" y="1164"/>
              <a:ext cx="562" cy="16"/>
            </a:xfrm>
            <a:custGeom>
              <a:avLst/>
              <a:ahLst/>
              <a:rect l="0" t="0" r="r" b="b"/>
              <a:pathLst>
                <a:path w="2246" h="64">
                  <a:moveTo>
                    <a:pt x="2246" y="64"/>
                  </a:moveTo>
                  <a:lnTo>
                    <a:pt x="2246" y="32"/>
                  </a:lnTo>
                  <a:lnTo>
                    <a:pt x="2246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4"/>
                  </a:lnTo>
                  <a:lnTo>
                    <a:pt x="2246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66" name=""/>
            <p:cNvSpPr/>
            <p:nvPr/>
          </p:nvSpPr>
          <p:spPr>
            <a:xfrm rot="0">
              <a:off x="824" y="1164"/>
              <a:ext cx="562" cy="16"/>
            </a:xfrm>
            <a:custGeom>
              <a:avLst/>
              <a:ahLst/>
              <a:rect l="0" t="0" r="r" b="b"/>
              <a:pathLst>
                <a:path w="2246" h="64">
                  <a:moveTo>
                    <a:pt x="2246" y="64"/>
                  </a:moveTo>
                  <a:lnTo>
                    <a:pt x="2246" y="32"/>
                  </a:lnTo>
                  <a:lnTo>
                    <a:pt x="2246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4"/>
                  </a:lnTo>
                  <a:lnTo>
                    <a:pt x="2246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67" name=""/>
            <p:cNvSpPr/>
            <p:nvPr/>
          </p:nvSpPr>
          <p:spPr>
            <a:xfrm rot="0">
              <a:off x="817" y="1164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2"/>
                  </a:moveTo>
                  <a:lnTo>
                    <a:pt x="32" y="64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68" name=""/>
            <p:cNvSpPr/>
            <p:nvPr/>
          </p:nvSpPr>
          <p:spPr>
            <a:xfrm rot="0">
              <a:off x="817" y="1164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69" name=""/>
            <p:cNvSpPr/>
            <p:nvPr/>
          </p:nvSpPr>
          <p:spPr>
            <a:xfrm rot="0">
              <a:off x="1724" y="1775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70" name=""/>
            <p:cNvSpPr/>
            <p:nvPr/>
          </p:nvSpPr>
          <p:spPr>
            <a:xfrm rot="0">
              <a:off x="1724" y="1775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71" name=""/>
            <p:cNvSpPr/>
            <p:nvPr/>
          </p:nvSpPr>
          <p:spPr>
            <a:xfrm rot="0">
              <a:off x="1724" y="977"/>
              <a:ext cx="16" cy="798"/>
            </a:xfrm>
            <a:custGeom>
              <a:avLst/>
              <a:ahLst/>
              <a:rect l="0" t="0" r="r" b="b"/>
              <a:pathLst>
                <a:path w="64" h="3190">
                  <a:moveTo>
                    <a:pt x="0" y="3190"/>
                  </a:moveTo>
                  <a:lnTo>
                    <a:pt x="32" y="3190"/>
                  </a:lnTo>
                  <a:lnTo>
                    <a:pt x="64" y="3190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1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72" name=""/>
            <p:cNvSpPr/>
            <p:nvPr/>
          </p:nvSpPr>
          <p:spPr>
            <a:xfrm rot="0">
              <a:off x="1724" y="977"/>
              <a:ext cx="16" cy="798"/>
            </a:xfrm>
            <a:custGeom>
              <a:avLst/>
              <a:ahLst/>
              <a:rect l="0" t="0" r="r" b="b"/>
              <a:pathLst>
                <a:path w="64" h="3190">
                  <a:moveTo>
                    <a:pt x="0" y="3190"/>
                  </a:moveTo>
                  <a:lnTo>
                    <a:pt x="32" y="3190"/>
                  </a:lnTo>
                  <a:lnTo>
                    <a:pt x="64" y="3190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1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73" name=""/>
            <p:cNvSpPr/>
            <p:nvPr/>
          </p:nvSpPr>
          <p:spPr>
            <a:xfrm rot="0">
              <a:off x="1724" y="969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74" name=""/>
            <p:cNvSpPr/>
            <p:nvPr/>
          </p:nvSpPr>
          <p:spPr>
            <a:xfrm rot="0">
              <a:off x="1724" y="969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75" name=""/>
            <p:cNvSpPr/>
            <p:nvPr/>
          </p:nvSpPr>
          <p:spPr>
            <a:xfrm rot="0">
              <a:off x="2418" y="969"/>
              <a:ext cx="8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76" name=""/>
            <p:cNvSpPr/>
            <p:nvPr/>
          </p:nvSpPr>
          <p:spPr>
            <a:xfrm rot="0">
              <a:off x="2418" y="969"/>
              <a:ext cx="8" cy="16"/>
            </a:xfrm>
            <a:custGeom>
              <a:avLst/>
              <a:ahLst/>
              <a:rect l="0" t="0" r="r" b="b"/>
              <a:pathLst>
                <a:path w="33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77" name=""/>
            <p:cNvSpPr/>
            <p:nvPr/>
          </p:nvSpPr>
          <p:spPr>
            <a:xfrm rot="0">
              <a:off x="1732" y="969"/>
              <a:ext cx="686" cy="16"/>
            </a:xfrm>
            <a:custGeom>
              <a:avLst/>
              <a:ahLst/>
              <a:rect l="0" t="0" r="r" b="b"/>
              <a:pathLst>
                <a:path w="2744" h="64">
                  <a:moveTo>
                    <a:pt x="2744" y="64"/>
                  </a:moveTo>
                  <a:lnTo>
                    <a:pt x="2744" y="33"/>
                  </a:lnTo>
                  <a:lnTo>
                    <a:pt x="274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274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78" name=""/>
            <p:cNvSpPr/>
            <p:nvPr/>
          </p:nvSpPr>
          <p:spPr>
            <a:xfrm rot="0">
              <a:off x="1732" y="969"/>
              <a:ext cx="686" cy="16"/>
            </a:xfrm>
            <a:custGeom>
              <a:avLst/>
              <a:ahLst/>
              <a:rect l="0" t="0" r="r" b="b"/>
              <a:pathLst>
                <a:path w="2744" h="64">
                  <a:moveTo>
                    <a:pt x="2744" y="64"/>
                  </a:moveTo>
                  <a:lnTo>
                    <a:pt x="2744" y="33"/>
                  </a:lnTo>
                  <a:lnTo>
                    <a:pt x="274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2744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79" name=""/>
            <p:cNvSpPr/>
            <p:nvPr/>
          </p:nvSpPr>
          <p:spPr>
            <a:xfrm rot="0">
              <a:off x="1724" y="969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3"/>
                  </a:moveTo>
                  <a:lnTo>
                    <a:pt x="32" y="64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80" name=""/>
            <p:cNvSpPr/>
            <p:nvPr/>
          </p:nvSpPr>
          <p:spPr>
            <a:xfrm rot="0">
              <a:off x="1724" y="969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81" name=""/>
            <p:cNvSpPr/>
            <p:nvPr/>
          </p:nvSpPr>
          <p:spPr>
            <a:xfrm rot="0">
              <a:off x="2410" y="1177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82" name=""/>
            <p:cNvSpPr/>
            <p:nvPr/>
          </p:nvSpPr>
          <p:spPr>
            <a:xfrm rot="0">
              <a:off x="2410" y="1177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83" name=""/>
            <p:cNvSpPr/>
            <p:nvPr/>
          </p:nvSpPr>
          <p:spPr>
            <a:xfrm rot="0">
              <a:off x="2410" y="977"/>
              <a:ext cx="16" cy="200"/>
            </a:xfrm>
            <a:custGeom>
              <a:avLst/>
              <a:ahLst/>
              <a:rect l="0" t="0" r="r" b="b"/>
              <a:pathLst>
                <a:path w="65" h="797">
                  <a:moveTo>
                    <a:pt x="0" y="797"/>
                  </a:moveTo>
                  <a:lnTo>
                    <a:pt x="32" y="797"/>
                  </a:lnTo>
                  <a:lnTo>
                    <a:pt x="65" y="797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84" name=""/>
            <p:cNvSpPr/>
            <p:nvPr/>
          </p:nvSpPr>
          <p:spPr>
            <a:xfrm rot="0">
              <a:off x="2410" y="977"/>
              <a:ext cx="16" cy="200"/>
            </a:xfrm>
            <a:custGeom>
              <a:avLst/>
              <a:ahLst/>
              <a:rect l="0" t="0" r="r" b="b"/>
              <a:pathLst>
                <a:path w="65" h="797">
                  <a:moveTo>
                    <a:pt x="0" y="797"/>
                  </a:moveTo>
                  <a:lnTo>
                    <a:pt x="32" y="797"/>
                  </a:lnTo>
                  <a:lnTo>
                    <a:pt x="65" y="797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85" name=""/>
            <p:cNvSpPr/>
            <p:nvPr/>
          </p:nvSpPr>
          <p:spPr>
            <a:xfrm rot="0">
              <a:off x="2410" y="969"/>
              <a:ext cx="16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2" y="33"/>
                  </a:move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86" name=""/>
            <p:cNvSpPr/>
            <p:nvPr/>
          </p:nvSpPr>
          <p:spPr>
            <a:xfrm rot="0">
              <a:off x="2410" y="969"/>
              <a:ext cx="16" cy="8"/>
            </a:xfrm>
            <a:custGeom>
              <a:avLst/>
              <a:ahLst/>
              <a:rect l="0" t="0" r="r" b="b"/>
              <a:pathLst>
                <a:path w="65" h="33">
                  <a:moveTo>
                    <a:pt x="0" y="33"/>
                  </a:move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5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87" name=""/>
            <p:cNvSpPr/>
            <p:nvPr/>
          </p:nvSpPr>
          <p:spPr>
            <a:xfrm rot="0">
              <a:off x="2034" y="1169"/>
              <a:ext cx="7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33"/>
                  </a:moveTo>
                  <a:lnTo>
                    <a:pt x="32" y="65"/>
                  </a:lnTo>
                  <a:lnTo>
                    <a:pt x="22" y="64"/>
                  </a:lnTo>
                  <a:lnTo>
                    <a:pt x="13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88" name=""/>
            <p:cNvSpPr/>
            <p:nvPr/>
          </p:nvSpPr>
          <p:spPr>
            <a:xfrm rot="0">
              <a:off x="2034" y="1169"/>
              <a:ext cx="7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65"/>
                  </a:moveTo>
                  <a:lnTo>
                    <a:pt x="22" y="64"/>
                  </a:lnTo>
                  <a:lnTo>
                    <a:pt x="13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89" name=""/>
            <p:cNvSpPr/>
            <p:nvPr/>
          </p:nvSpPr>
          <p:spPr>
            <a:xfrm rot="0">
              <a:off x="2041" y="1169"/>
              <a:ext cx="377" cy="16"/>
            </a:xfrm>
            <a:custGeom>
              <a:avLst/>
              <a:ahLst/>
              <a:rect l="0" t="0" r="r" b="b"/>
              <a:pathLst>
                <a:path w="1505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1505" y="65"/>
                  </a:lnTo>
                  <a:lnTo>
                    <a:pt x="1505" y="33"/>
                  </a:lnTo>
                  <a:lnTo>
                    <a:pt x="150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90" name=""/>
            <p:cNvSpPr/>
            <p:nvPr/>
          </p:nvSpPr>
          <p:spPr>
            <a:xfrm rot="0">
              <a:off x="2041" y="1169"/>
              <a:ext cx="377" cy="16"/>
            </a:xfrm>
            <a:custGeom>
              <a:avLst/>
              <a:ahLst/>
              <a:rect l="0" t="0" r="r" b="b"/>
              <a:pathLst>
                <a:path w="1505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1505" y="65"/>
                  </a:lnTo>
                  <a:lnTo>
                    <a:pt x="1505" y="33"/>
                  </a:lnTo>
                  <a:lnTo>
                    <a:pt x="150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91" name=""/>
            <p:cNvSpPr/>
            <p:nvPr/>
          </p:nvSpPr>
          <p:spPr>
            <a:xfrm rot="0">
              <a:off x="2418" y="1169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60"/>
                  </a:lnTo>
                  <a:lnTo>
                    <a:pt x="10" y="64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92" name=""/>
            <p:cNvSpPr/>
            <p:nvPr/>
          </p:nvSpPr>
          <p:spPr>
            <a:xfrm rot="0">
              <a:off x="2418" y="1169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3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60"/>
                  </a:lnTo>
                  <a:lnTo>
                    <a:pt x="10" y="64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93" name=""/>
            <p:cNvSpPr/>
            <p:nvPr/>
          </p:nvSpPr>
          <p:spPr>
            <a:xfrm rot="0">
              <a:off x="2034" y="1398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94" name=""/>
            <p:cNvSpPr/>
            <p:nvPr/>
          </p:nvSpPr>
          <p:spPr>
            <a:xfrm rot="0">
              <a:off x="2034" y="1398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95" name=""/>
            <p:cNvSpPr/>
            <p:nvPr/>
          </p:nvSpPr>
          <p:spPr>
            <a:xfrm rot="0">
              <a:off x="2034" y="1177"/>
              <a:ext cx="16" cy="221"/>
            </a:xfrm>
            <a:custGeom>
              <a:avLst/>
              <a:ahLst/>
              <a:rect l="0" t="0" r="r" b="b"/>
              <a:pathLst>
                <a:path w="64" h="886">
                  <a:moveTo>
                    <a:pt x="0" y="886"/>
                  </a:moveTo>
                  <a:lnTo>
                    <a:pt x="32" y="886"/>
                  </a:lnTo>
                  <a:lnTo>
                    <a:pt x="64" y="886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8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96" name=""/>
            <p:cNvSpPr/>
            <p:nvPr/>
          </p:nvSpPr>
          <p:spPr>
            <a:xfrm rot="0">
              <a:off x="2034" y="1177"/>
              <a:ext cx="16" cy="221"/>
            </a:xfrm>
            <a:custGeom>
              <a:avLst/>
              <a:ahLst/>
              <a:rect l="0" t="0" r="r" b="b"/>
              <a:pathLst>
                <a:path w="64" h="886">
                  <a:moveTo>
                    <a:pt x="0" y="886"/>
                  </a:moveTo>
                  <a:lnTo>
                    <a:pt x="32" y="886"/>
                  </a:lnTo>
                  <a:lnTo>
                    <a:pt x="64" y="886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8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97" name=""/>
            <p:cNvSpPr/>
            <p:nvPr/>
          </p:nvSpPr>
          <p:spPr>
            <a:xfrm rot="0">
              <a:off x="2034" y="1169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698" name=""/>
            <p:cNvSpPr/>
            <p:nvPr/>
          </p:nvSpPr>
          <p:spPr>
            <a:xfrm rot="0">
              <a:off x="2034" y="1169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1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699" name=""/>
            <p:cNvSpPr/>
            <p:nvPr/>
          </p:nvSpPr>
          <p:spPr>
            <a:xfrm rot="0">
              <a:off x="2440" y="1390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60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00" name=""/>
            <p:cNvSpPr/>
            <p:nvPr/>
          </p:nvSpPr>
          <p:spPr>
            <a:xfrm rot="0">
              <a:off x="2440" y="1390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60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01" name=""/>
            <p:cNvSpPr/>
            <p:nvPr/>
          </p:nvSpPr>
          <p:spPr>
            <a:xfrm rot="0">
              <a:off x="2041" y="1390"/>
              <a:ext cx="399" cy="16"/>
            </a:xfrm>
            <a:custGeom>
              <a:avLst/>
              <a:ahLst/>
              <a:rect l="0" t="0" r="r" b="b"/>
              <a:pathLst>
                <a:path w="1593" h="65">
                  <a:moveTo>
                    <a:pt x="1593" y="65"/>
                  </a:moveTo>
                  <a:lnTo>
                    <a:pt x="1593" y="33"/>
                  </a:lnTo>
                  <a:lnTo>
                    <a:pt x="1593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1593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02" name=""/>
            <p:cNvSpPr/>
            <p:nvPr/>
          </p:nvSpPr>
          <p:spPr>
            <a:xfrm rot="0">
              <a:off x="2041" y="1390"/>
              <a:ext cx="399" cy="16"/>
            </a:xfrm>
            <a:custGeom>
              <a:avLst/>
              <a:ahLst/>
              <a:rect l="0" t="0" r="r" b="b"/>
              <a:pathLst>
                <a:path w="1593" h="65">
                  <a:moveTo>
                    <a:pt x="1593" y="65"/>
                  </a:moveTo>
                  <a:lnTo>
                    <a:pt x="1593" y="33"/>
                  </a:lnTo>
                  <a:lnTo>
                    <a:pt x="1593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1593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03" name=""/>
            <p:cNvSpPr/>
            <p:nvPr/>
          </p:nvSpPr>
          <p:spPr>
            <a:xfrm rot="0">
              <a:off x="2034" y="1390"/>
              <a:ext cx="7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33"/>
                  </a:moveTo>
                  <a:lnTo>
                    <a:pt x="32" y="65"/>
                  </a:lnTo>
                  <a:lnTo>
                    <a:pt x="22" y="63"/>
                  </a:lnTo>
                  <a:lnTo>
                    <a:pt x="13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04" name=""/>
            <p:cNvSpPr/>
            <p:nvPr/>
          </p:nvSpPr>
          <p:spPr>
            <a:xfrm rot="0">
              <a:off x="2034" y="1390"/>
              <a:ext cx="7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65"/>
                  </a:moveTo>
                  <a:lnTo>
                    <a:pt x="22" y="63"/>
                  </a:lnTo>
                  <a:lnTo>
                    <a:pt x="13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05" name=""/>
            <p:cNvSpPr/>
            <p:nvPr/>
          </p:nvSpPr>
          <p:spPr>
            <a:xfrm rot="0">
              <a:off x="2432" y="1775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06" name=""/>
            <p:cNvSpPr/>
            <p:nvPr/>
          </p:nvSpPr>
          <p:spPr>
            <a:xfrm rot="0">
              <a:off x="2432" y="1775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1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07" name=""/>
            <p:cNvSpPr/>
            <p:nvPr/>
          </p:nvSpPr>
          <p:spPr>
            <a:xfrm rot="0">
              <a:off x="2432" y="1398"/>
              <a:ext cx="16" cy="377"/>
            </a:xfrm>
            <a:custGeom>
              <a:avLst/>
              <a:ahLst/>
              <a:rect l="0" t="0" r="r" b="b"/>
              <a:pathLst>
                <a:path w="64" h="1507">
                  <a:moveTo>
                    <a:pt x="0" y="1507"/>
                  </a:moveTo>
                  <a:lnTo>
                    <a:pt x="31" y="1507"/>
                  </a:lnTo>
                  <a:lnTo>
                    <a:pt x="64" y="1507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15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08" name=""/>
            <p:cNvSpPr/>
            <p:nvPr/>
          </p:nvSpPr>
          <p:spPr>
            <a:xfrm rot="0">
              <a:off x="2432" y="1398"/>
              <a:ext cx="16" cy="377"/>
            </a:xfrm>
            <a:custGeom>
              <a:avLst/>
              <a:ahLst/>
              <a:rect l="0" t="0" r="r" b="b"/>
              <a:pathLst>
                <a:path w="64" h="1507">
                  <a:moveTo>
                    <a:pt x="0" y="1507"/>
                  </a:moveTo>
                  <a:lnTo>
                    <a:pt x="31" y="1507"/>
                  </a:lnTo>
                  <a:lnTo>
                    <a:pt x="64" y="1507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15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09" name=""/>
            <p:cNvSpPr/>
            <p:nvPr/>
          </p:nvSpPr>
          <p:spPr>
            <a:xfrm rot="0">
              <a:off x="2432" y="1390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10" name=""/>
            <p:cNvSpPr/>
            <p:nvPr/>
          </p:nvSpPr>
          <p:spPr>
            <a:xfrm rot="0">
              <a:off x="2432" y="1390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11" name=""/>
            <p:cNvSpPr/>
            <p:nvPr/>
          </p:nvSpPr>
          <p:spPr>
            <a:xfrm rot="0">
              <a:off x="1724" y="176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33"/>
                  </a:moveTo>
                  <a:lnTo>
                    <a:pt x="32" y="65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12" name=""/>
            <p:cNvSpPr/>
            <p:nvPr/>
          </p:nvSpPr>
          <p:spPr>
            <a:xfrm rot="0">
              <a:off x="1724" y="176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65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13" name=""/>
            <p:cNvSpPr/>
            <p:nvPr/>
          </p:nvSpPr>
          <p:spPr>
            <a:xfrm rot="0">
              <a:off x="1732" y="1767"/>
              <a:ext cx="708" cy="16"/>
            </a:xfrm>
            <a:custGeom>
              <a:avLst/>
              <a:ahLst/>
              <a:rect l="0" t="0" r="r" b="b"/>
              <a:pathLst>
                <a:path w="2832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2832" y="65"/>
                  </a:lnTo>
                  <a:lnTo>
                    <a:pt x="2832" y="33"/>
                  </a:lnTo>
                  <a:lnTo>
                    <a:pt x="283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14" name=""/>
            <p:cNvSpPr/>
            <p:nvPr/>
          </p:nvSpPr>
          <p:spPr>
            <a:xfrm rot="0">
              <a:off x="1732" y="1767"/>
              <a:ext cx="708" cy="16"/>
            </a:xfrm>
            <a:custGeom>
              <a:avLst/>
              <a:ahLst/>
              <a:rect l="0" t="0" r="r" b="b"/>
              <a:pathLst>
                <a:path w="2832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2832" y="65"/>
                  </a:lnTo>
                  <a:lnTo>
                    <a:pt x="2832" y="33"/>
                  </a:lnTo>
                  <a:lnTo>
                    <a:pt x="283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15" name=""/>
            <p:cNvSpPr/>
            <p:nvPr/>
          </p:nvSpPr>
          <p:spPr>
            <a:xfrm rot="0">
              <a:off x="2440" y="1767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16" name=""/>
            <p:cNvSpPr/>
            <p:nvPr/>
          </p:nvSpPr>
          <p:spPr>
            <a:xfrm rot="0">
              <a:off x="2440" y="1767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0" y="3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17" name=""/>
            <p:cNvSpPr/>
            <p:nvPr/>
          </p:nvSpPr>
          <p:spPr>
            <a:xfrm rot="0">
              <a:off x="448" y="1592"/>
              <a:ext cx="14" cy="14"/>
            </a:xfrm>
            <a:custGeom>
              <a:avLst/>
              <a:ahLst/>
              <a:rect l="0" t="0" r="r" b="b"/>
              <a:pathLst>
                <a:path w="56" h="53">
                  <a:moveTo>
                    <a:pt x="32" y="22"/>
                  </a:moveTo>
                  <a:lnTo>
                    <a:pt x="56" y="43"/>
                  </a:lnTo>
                  <a:lnTo>
                    <a:pt x="48" y="50"/>
                  </a:lnTo>
                  <a:lnTo>
                    <a:pt x="40" y="53"/>
                  </a:lnTo>
                  <a:lnTo>
                    <a:pt x="29" y="53"/>
                  </a:lnTo>
                  <a:lnTo>
                    <a:pt x="19" y="52"/>
                  </a:lnTo>
                  <a:lnTo>
                    <a:pt x="11" y="46"/>
                  </a:lnTo>
                  <a:lnTo>
                    <a:pt x="4" y="38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2" y="9"/>
                  </a:lnTo>
                  <a:lnTo>
                    <a:pt x="8" y="0"/>
                  </a:lnTo>
                  <a:lnTo>
                    <a:pt x="3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18" name=""/>
            <p:cNvSpPr/>
            <p:nvPr/>
          </p:nvSpPr>
          <p:spPr>
            <a:xfrm rot="0">
              <a:off x="448" y="1592"/>
              <a:ext cx="14" cy="14"/>
            </a:xfrm>
            <a:custGeom>
              <a:avLst/>
              <a:ahLst/>
              <a:rect l="0" t="0" r="r" b="b"/>
              <a:pathLst>
                <a:path w="56" h="53">
                  <a:moveTo>
                    <a:pt x="56" y="43"/>
                  </a:moveTo>
                  <a:lnTo>
                    <a:pt x="48" y="50"/>
                  </a:lnTo>
                  <a:lnTo>
                    <a:pt x="40" y="53"/>
                  </a:lnTo>
                  <a:lnTo>
                    <a:pt x="29" y="53"/>
                  </a:lnTo>
                  <a:lnTo>
                    <a:pt x="19" y="52"/>
                  </a:lnTo>
                  <a:lnTo>
                    <a:pt x="11" y="46"/>
                  </a:lnTo>
                  <a:lnTo>
                    <a:pt x="4" y="38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2" y="9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19" name=""/>
            <p:cNvSpPr/>
            <p:nvPr/>
          </p:nvSpPr>
          <p:spPr>
            <a:xfrm rot="0">
              <a:off x="450" y="972"/>
              <a:ext cx="543" cy="631"/>
            </a:xfrm>
            <a:custGeom>
              <a:avLst/>
              <a:ahLst/>
              <a:rect l="0" t="0" r="r" b="b"/>
              <a:pathLst>
                <a:path w="2173" h="2524">
                  <a:moveTo>
                    <a:pt x="0" y="2481"/>
                  </a:moveTo>
                  <a:lnTo>
                    <a:pt x="24" y="2503"/>
                  </a:lnTo>
                  <a:lnTo>
                    <a:pt x="48" y="2524"/>
                  </a:lnTo>
                  <a:lnTo>
                    <a:pt x="2173" y="43"/>
                  </a:lnTo>
                  <a:lnTo>
                    <a:pt x="2149" y="22"/>
                  </a:lnTo>
                  <a:lnTo>
                    <a:pt x="2125" y="0"/>
                  </a:lnTo>
                  <a:lnTo>
                    <a:pt x="0" y="24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20" name=""/>
            <p:cNvSpPr/>
            <p:nvPr/>
          </p:nvSpPr>
          <p:spPr>
            <a:xfrm rot="0">
              <a:off x="450" y="972"/>
              <a:ext cx="543" cy="631"/>
            </a:xfrm>
            <a:custGeom>
              <a:avLst/>
              <a:ahLst/>
              <a:rect l="0" t="0" r="r" b="b"/>
              <a:pathLst>
                <a:path w="2173" h="2524">
                  <a:moveTo>
                    <a:pt x="0" y="2481"/>
                  </a:moveTo>
                  <a:lnTo>
                    <a:pt x="24" y="2503"/>
                  </a:lnTo>
                  <a:lnTo>
                    <a:pt x="48" y="2524"/>
                  </a:lnTo>
                  <a:lnTo>
                    <a:pt x="2173" y="43"/>
                  </a:lnTo>
                  <a:lnTo>
                    <a:pt x="2149" y="22"/>
                  </a:lnTo>
                  <a:lnTo>
                    <a:pt x="2125" y="0"/>
                  </a:lnTo>
                  <a:lnTo>
                    <a:pt x="0" y="24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21" name=""/>
            <p:cNvSpPr/>
            <p:nvPr/>
          </p:nvSpPr>
          <p:spPr>
            <a:xfrm rot="0">
              <a:off x="981" y="970"/>
              <a:ext cx="14" cy="13"/>
            </a:xfrm>
            <a:custGeom>
              <a:avLst/>
              <a:ahLst/>
              <a:rect l="0" t="0" r="r" b="b"/>
              <a:pathLst>
                <a:path w="55" h="53">
                  <a:moveTo>
                    <a:pt x="24" y="32"/>
                  </a:moveTo>
                  <a:lnTo>
                    <a:pt x="0" y="10"/>
                  </a:lnTo>
                  <a:lnTo>
                    <a:pt x="8" y="4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37" y="1"/>
                  </a:lnTo>
                  <a:lnTo>
                    <a:pt x="45" y="8"/>
                  </a:lnTo>
                  <a:lnTo>
                    <a:pt x="52" y="15"/>
                  </a:lnTo>
                  <a:lnTo>
                    <a:pt x="55" y="24"/>
                  </a:lnTo>
                  <a:lnTo>
                    <a:pt x="55" y="34"/>
                  </a:lnTo>
                  <a:lnTo>
                    <a:pt x="54" y="44"/>
                  </a:lnTo>
                  <a:lnTo>
                    <a:pt x="48" y="53"/>
                  </a:lnTo>
                  <a:lnTo>
                    <a:pt x="2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22" name=""/>
            <p:cNvSpPr/>
            <p:nvPr/>
          </p:nvSpPr>
          <p:spPr>
            <a:xfrm rot="0">
              <a:off x="981" y="970"/>
              <a:ext cx="14" cy="13"/>
            </a:xfrm>
            <a:custGeom>
              <a:avLst/>
              <a:ahLst/>
              <a:rect l="0" t="0" r="r" b="b"/>
              <a:pathLst>
                <a:path w="55" h="53">
                  <a:moveTo>
                    <a:pt x="0" y="10"/>
                  </a:moveTo>
                  <a:lnTo>
                    <a:pt x="8" y="4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37" y="1"/>
                  </a:lnTo>
                  <a:lnTo>
                    <a:pt x="45" y="8"/>
                  </a:lnTo>
                  <a:lnTo>
                    <a:pt x="52" y="15"/>
                  </a:lnTo>
                  <a:lnTo>
                    <a:pt x="55" y="24"/>
                  </a:lnTo>
                  <a:lnTo>
                    <a:pt x="55" y="34"/>
                  </a:lnTo>
                  <a:lnTo>
                    <a:pt x="54" y="44"/>
                  </a:lnTo>
                  <a:lnTo>
                    <a:pt x="48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23" name=""/>
            <p:cNvSpPr/>
            <p:nvPr/>
          </p:nvSpPr>
          <p:spPr>
            <a:xfrm rot="0">
              <a:off x="448" y="1775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32" y="0"/>
                  </a:moveTo>
                  <a:lnTo>
                    <a:pt x="65" y="0"/>
                  </a:lnTo>
                  <a:lnTo>
                    <a:pt x="62" y="10"/>
                  </a:lnTo>
                  <a:lnTo>
                    <a:pt x="59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24" name=""/>
            <p:cNvSpPr/>
            <p:nvPr/>
          </p:nvSpPr>
          <p:spPr>
            <a:xfrm rot="0">
              <a:off x="448" y="1775"/>
              <a:ext cx="16" cy="8"/>
            </a:xfrm>
            <a:custGeom>
              <a:avLst/>
              <a:ahLst/>
              <a:rect l="0" t="0" r="r" b="b"/>
              <a:pathLst>
                <a:path w="65" h="32">
                  <a:moveTo>
                    <a:pt x="65" y="0"/>
                  </a:moveTo>
                  <a:lnTo>
                    <a:pt x="62" y="10"/>
                  </a:lnTo>
                  <a:lnTo>
                    <a:pt x="59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2" y="30"/>
                  </a:lnTo>
                  <a:lnTo>
                    <a:pt x="13" y="26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25" name=""/>
            <p:cNvSpPr/>
            <p:nvPr/>
          </p:nvSpPr>
          <p:spPr>
            <a:xfrm rot="0">
              <a:off x="448" y="1598"/>
              <a:ext cx="16" cy="177"/>
            </a:xfrm>
            <a:custGeom>
              <a:avLst/>
              <a:ahLst/>
              <a:rect l="0" t="0" r="r" b="b"/>
              <a:pathLst>
                <a:path w="65" h="709">
                  <a:moveTo>
                    <a:pt x="0" y="709"/>
                  </a:moveTo>
                  <a:lnTo>
                    <a:pt x="32" y="709"/>
                  </a:lnTo>
                  <a:lnTo>
                    <a:pt x="65" y="709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26" name=""/>
            <p:cNvSpPr/>
            <p:nvPr/>
          </p:nvSpPr>
          <p:spPr>
            <a:xfrm rot="0">
              <a:off x="448" y="1598"/>
              <a:ext cx="16" cy="177"/>
            </a:xfrm>
            <a:custGeom>
              <a:avLst/>
              <a:ahLst/>
              <a:rect l="0" t="0" r="r" b="b"/>
              <a:pathLst>
                <a:path w="65" h="709">
                  <a:moveTo>
                    <a:pt x="0" y="709"/>
                  </a:moveTo>
                  <a:lnTo>
                    <a:pt x="32" y="709"/>
                  </a:lnTo>
                  <a:lnTo>
                    <a:pt x="65" y="709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27" name=""/>
            <p:cNvSpPr/>
            <p:nvPr/>
          </p:nvSpPr>
          <p:spPr>
            <a:xfrm rot="0">
              <a:off x="448" y="1589"/>
              <a:ext cx="16" cy="9"/>
            </a:xfrm>
            <a:custGeom>
              <a:avLst/>
              <a:ahLst/>
              <a:rect l="0" t="0" r="r" b="b"/>
              <a:pathLst>
                <a:path w="65" h="33">
                  <a:moveTo>
                    <a:pt x="32" y="33"/>
                  </a:move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9" y="14"/>
                  </a:lnTo>
                  <a:lnTo>
                    <a:pt x="62" y="23"/>
                  </a:lnTo>
                  <a:lnTo>
                    <a:pt x="65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28" name=""/>
            <p:cNvSpPr/>
            <p:nvPr/>
          </p:nvSpPr>
          <p:spPr>
            <a:xfrm rot="0">
              <a:off x="448" y="1589"/>
              <a:ext cx="16" cy="9"/>
            </a:xfrm>
            <a:custGeom>
              <a:avLst/>
              <a:ahLst/>
              <a:rect l="0" t="0" r="r" b="b"/>
              <a:pathLst>
                <a:path w="65" h="33">
                  <a:moveTo>
                    <a:pt x="0" y="33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9" y="14"/>
                  </a:lnTo>
                  <a:lnTo>
                    <a:pt x="62" y="23"/>
                  </a:lnTo>
                  <a:lnTo>
                    <a:pt x="65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29" name=""/>
            <p:cNvSpPr/>
            <p:nvPr/>
          </p:nvSpPr>
          <p:spPr>
            <a:xfrm rot="0">
              <a:off x="1386" y="969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30" name=""/>
            <p:cNvSpPr/>
            <p:nvPr/>
          </p:nvSpPr>
          <p:spPr>
            <a:xfrm rot="0">
              <a:off x="1386" y="969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31" name=""/>
            <p:cNvSpPr/>
            <p:nvPr/>
          </p:nvSpPr>
          <p:spPr>
            <a:xfrm rot="0">
              <a:off x="987" y="969"/>
              <a:ext cx="399" cy="16"/>
            </a:xfrm>
            <a:custGeom>
              <a:avLst/>
              <a:ahLst/>
              <a:rect l="0" t="0" r="r" b="b"/>
              <a:pathLst>
                <a:path w="1594" h="64">
                  <a:moveTo>
                    <a:pt x="1594" y="64"/>
                  </a:moveTo>
                  <a:lnTo>
                    <a:pt x="1594" y="33"/>
                  </a:lnTo>
                  <a:lnTo>
                    <a:pt x="159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159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32" name=""/>
            <p:cNvSpPr/>
            <p:nvPr/>
          </p:nvSpPr>
          <p:spPr>
            <a:xfrm rot="0">
              <a:off x="987" y="969"/>
              <a:ext cx="399" cy="16"/>
            </a:xfrm>
            <a:custGeom>
              <a:avLst/>
              <a:ahLst/>
              <a:rect l="0" t="0" r="r" b="b"/>
              <a:pathLst>
                <a:path w="1594" h="64">
                  <a:moveTo>
                    <a:pt x="1594" y="64"/>
                  </a:moveTo>
                  <a:lnTo>
                    <a:pt x="1594" y="33"/>
                  </a:lnTo>
                  <a:lnTo>
                    <a:pt x="1594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4"/>
                  </a:lnTo>
                  <a:lnTo>
                    <a:pt x="1594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33" name=""/>
            <p:cNvSpPr/>
            <p:nvPr/>
          </p:nvSpPr>
          <p:spPr>
            <a:xfrm rot="0">
              <a:off x="980" y="969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33"/>
                  </a:moveTo>
                  <a:lnTo>
                    <a:pt x="32" y="64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34" name=""/>
            <p:cNvSpPr/>
            <p:nvPr/>
          </p:nvSpPr>
          <p:spPr>
            <a:xfrm rot="0">
              <a:off x="980" y="969"/>
              <a:ext cx="7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32" y="64"/>
                  </a:moveTo>
                  <a:lnTo>
                    <a:pt x="22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35" name=""/>
            <p:cNvSpPr/>
            <p:nvPr/>
          </p:nvSpPr>
          <p:spPr>
            <a:xfrm rot="0">
              <a:off x="1378" y="1775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36" name=""/>
            <p:cNvSpPr/>
            <p:nvPr/>
          </p:nvSpPr>
          <p:spPr>
            <a:xfrm rot="0">
              <a:off x="1378" y="1775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1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37" name=""/>
            <p:cNvSpPr/>
            <p:nvPr/>
          </p:nvSpPr>
          <p:spPr>
            <a:xfrm rot="0">
              <a:off x="1378" y="977"/>
              <a:ext cx="16" cy="798"/>
            </a:xfrm>
            <a:custGeom>
              <a:avLst/>
              <a:ahLst/>
              <a:rect l="0" t="0" r="r" b="b"/>
              <a:pathLst>
                <a:path w="64" h="3190">
                  <a:moveTo>
                    <a:pt x="0" y="3190"/>
                  </a:moveTo>
                  <a:lnTo>
                    <a:pt x="32" y="3190"/>
                  </a:lnTo>
                  <a:lnTo>
                    <a:pt x="64" y="3190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1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76" name=""/>
          <p:cNvGrpSpPr/>
          <p:nvPr/>
        </p:nvGrpSpPr>
        <p:grpSpPr>
          <a:xfrm rot="0">
            <a:off x="711200" y="1501775"/>
            <a:ext cx="5659437" cy="4502150"/>
            <a:chOff x="448" y="946"/>
            <a:chExt cx="3565" cy="2836"/>
          </a:xfrm>
        </p:grpSpPr>
        <p:sp>
          <p:nvSpPr>
            <p:cNvPr id="1057738" name=""/>
            <p:cNvSpPr/>
            <p:nvPr/>
          </p:nvSpPr>
          <p:spPr>
            <a:xfrm rot="0">
              <a:off x="1378" y="977"/>
              <a:ext cx="16" cy="798"/>
            </a:xfrm>
            <a:custGeom>
              <a:avLst/>
              <a:ahLst/>
              <a:rect l="0" t="0" r="r" b="b"/>
              <a:pathLst>
                <a:path w="64" h="3190">
                  <a:moveTo>
                    <a:pt x="0" y="3190"/>
                  </a:moveTo>
                  <a:lnTo>
                    <a:pt x="32" y="3190"/>
                  </a:lnTo>
                  <a:lnTo>
                    <a:pt x="64" y="3190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1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39" name=""/>
            <p:cNvSpPr/>
            <p:nvPr/>
          </p:nvSpPr>
          <p:spPr>
            <a:xfrm rot="0">
              <a:off x="1378" y="969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40" name=""/>
            <p:cNvSpPr/>
            <p:nvPr/>
          </p:nvSpPr>
          <p:spPr>
            <a:xfrm rot="0">
              <a:off x="1378" y="969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1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41" name=""/>
            <p:cNvSpPr/>
            <p:nvPr/>
          </p:nvSpPr>
          <p:spPr>
            <a:xfrm rot="0">
              <a:off x="448" y="176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33"/>
                  </a:moveTo>
                  <a:lnTo>
                    <a:pt x="32" y="65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6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42" name=""/>
            <p:cNvSpPr/>
            <p:nvPr/>
          </p:nvSpPr>
          <p:spPr>
            <a:xfrm rot="0">
              <a:off x="448" y="176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32" y="65"/>
                  </a:moveTo>
                  <a:lnTo>
                    <a:pt x="22" y="63"/>
                  </a:lnTo>
                  <a:lnTo>
                    <a:pt x="13" y="59"/>
                  </a:lnTo>
                  <a:lnTo>
                    <a:pt x="6" y="52"/>
                  </a:lnTo>
                  <a:lnTo>
                    <a:pt x="2" y="43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43" name=""/>
            <p:cNvSpPr/>
            <p:nvPr/>
          </p:nvSpPr>
          <p:spPr>
            <a:xfrm rot="0">
              <a:off x="456" y="1767"/>
              <a:ext cx="930" cy="16"/>
            </a:xfrm>
            <a:custGeom>
              <a:avLst/>
              <a:ahLst/>
              <a:rect l="0" t="0" r="r" b="b"/>
              <a:pathLst>
                <a:path w="3719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3719" y="65"/>
                  </a:lnTo>
                  <a:lnTo>
                    <a:pt x="3719" y="33"/>
                  </a:lnTo>
                  <a:lnTo>
                    <a:pt x="371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44" name=""/>
            <p:cNvSpPr/>
            <p:nvPr/>
          </p:nvSpPr>
          <p:spPr>
            <a:xfrm rot="0">
              <a:off x="456" y="1767"/>
              <a:ext cx="930" cy="16"/>
            </a:xfrm>
            <a:custGeom>
              <a:avLst/>
              <a:ahLst/>
              <a:rect l="0" t="0" r="r" b="b"/>
              <a:pathLst>
                <a:path w="3719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3719" y="65"/>
                  </a:lnTo>
                  <a:lnTo>
                    <a:pt x="3719" y="33"/>
                  </a:lnTo>
                  <a:lnTo>
                    <a:pt x="371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45" name=""/>
            <p:cNvSpPr/>
            <p:nvPr/>
          </p:nvSpPr>
          <p:spPr>
            <a:xfrm rot="0">
              <a:off x="1386" y="176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46" name=""/>
            <p:cNvSpPr/>
            <p:nvPr/>
          </p:nvSpPr>
          <p:spPr>
            <a:xfrm rot="0">
              <a:off x="1386" y="176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0"/>
                  </a:move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9" y="59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47" name=""/>
            <p:cNvSpPr/>
            <p:nvPr/>
          </p:nvSpPr>
          <p:spPr>
            <a:xfrm rot="0">
              <a:off x="3392" y="1342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48" name=""/>
            <p:cNvSpPr/>
            <p:nvPr/>
          </p:nvSpPr>
          <p:spPr>
            <a:xfrm rot="0">
              <a:off x="3392" y="1405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49" name=""/>
            <p:cNvSpPr/>
            <p:nvPr/>
          </p:nvSpPr>
          <p:spPr>
            <a:xfrm rot="0">
              <a:off x="3392" y="1475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0" name=""/>
            <p:cNvSpPr/>
            <p:nvPr/>
          </p:nvSpPr>
          <p:spPr>
            <a:xfrm rot="0">
              <a:off x="3392" y="1545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1" name=""/>
            <p:cNvSpPr/>
            <p:nvPr/>
          </p:nvSpPr>
          <p:spPr>
            <a:xfrm rot="0">
              <a:off x="3392" y="1616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2" name=""/>
            <p:cNvSpPr/>
            <p:nvPr/>
          </p:nvSpPr>
          <p:spPr>
            <a:xfrm rot="0">
              <a:off x="3392" y="1686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3" name=""/>
            <p:cNvSpPr/>
            <p:nvPr/>
          </p:nvSpPr>
          <p:spPr>
            <a:xfrm rot="0">
              <a:off x="3392" y="1756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4" name=""/>
            <p:cNvSpPr/>
            <p:nvPr/>
          </p:nvSpPr>
          <p:spPr>
            <a:xfrm rot="0">
              <a:off x="3392" y="1827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5" name=""/>
            <p:cNvSpPr/>
            <p:nvPr/>
          </p:nvSpPr>
          <p:spPr>
            <a:xfrm rot="0">
              <a:off x="3384" y="2383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31" y="31"/>
                  </a:moveTo>
                  <a:lnTo>
                    <a:pt x="39" y="63"/>
                  </a:lnTo>
                  <a:lnTo>
                    <a:pt x="29" y="63"/>
                  </a:lnTo>
                  <a:lnTo>
                    <a:pt x="20" y="62"/>
                  </a:lnTo>
                  <a:lnTo>
                    <a:pt x="11" y="57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4" y="4"/>
                  </a:lnTo>
                  <a:lnTo>
                    <a:pt x="24" y="0"/>
                  </a:lnTo>
                  <a:lnTo>
                    <a:pt x="3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56" name=""/>
            <p:cNvSpPr/>
            <p:nvPr/>
          </p:nvSpPr>
          <p:spPr>
            <a:xfrm rot="0">
              <a:off x="3384" y="2383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39" y="63"/>
                  </a:moveTo>
                  <a:lnTo>
                    <a:pt x="29" y="63"/>
                  </a:lnTo>
                  <a:lnTo>
                    <a:pt x="20" y="62"/>
                  </a:lnTo>
                  <a:lnTo>
                    <a:pt x="11" y="57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4" y="4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7" name=""/>
            <p:cNvSpPr/>
            <p:nvPr/>
          </p:nvSpPr>
          <p:spPr>
            <a:xfrm rot="0">
              <a:off x="3390" y="2235"/>
              <a:ext cx="586" cy="164"/>
            </a:xfrm>
            <a:custGeom>
              <a:avLst/>
              <a:ahLst/>
              <a:rect l="0" t="0" r="r" b="b"/>
              <a:pathLst>
                <a:path w="2343" h="654">
                  <a:moveTo>
                    <a:pt x="0" y="591"/>
                  </a:moveTo>
                  <a:lnTo>
                    <a:pt x="7" y="622"/>
                  </a:lnTo>
                  <a:lnTo>
                    <a:pt x="15" y="654"/>
                  </a:lnTo>
                  <a:lnTo>
                    <a:pt x="2343" y="63"/>
                  </a:lnTo>
                  <a:lnTo>
                    <a:pt x="2336" y="32"/>
                  </a:lnTo>
                  <a:lnTo>
                    <a:pt x="2328" y="0"/>
                  </a:lnTo>
                  <a:lnTo>
                    <a:pt x="0" y="5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58" name=""/>
            <p:cNvSpPr/>
            <p:nvPr/>
          </p:nvSpPr>
          <p:spPr>
            <a:xfrm rot="0">
              <a:off x="3390" y="2235"/>
              <a:ext cx="586" cy="164"/>
            </a:xfrm>
            <a:custGeom>
              <a:avLst/>
              <a:ahLst/>
              <a:rect l="0" t="0" r="r" b="b"/>
              <a:pathLst>
                <a:path w="2343" h="654">
                  <a:moveTo>
                    <a:pt x="0" y="591"/>
                  </a:moveTo>
                  <a:lnTo>
                    <a:pt x="7" y="622"/>
                  </a:lnTo>
                  <a:lnTo>
                    <a:pt x="15" y="654"/>
                  </a:lnTo>
                  <a:lnTo>
                    <a:pt x="2343" y="63"/>
                  </a:lnTo>
                  <a:lnTo>
                    <a:pt x="2336" y="32"/>
                  </a:lnTo>
                  <a:lnTo>
                    <a:pt x="2328" y="0"/>
                  </a:lnTo>
                  <a:lnTo>
                    <a:pt x="0" y="5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59" name=""/>
            <p:cNvSpPr/>
            <p:nvPr/>
          </p:nvSpPr>
          <p:spPr>
            <a:xfrm rot="0">
              <a:off x="3972" y="2235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8" y="32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9" y="2"/>
                  </a:lnTo>
                  <a:lnTo>
                    <a:pt x="28" y="7"/>
                  </a:lnTo>
                  <a:lnTo>
                    <a:pt x="35" y="14"/>
                  </a:lnTo>
                  <a:lnTo>
                    <a:pt x="39" y="24"/>
                  </a:lnTo>
                  <a:lnTo>
                    <a:pt x="39" y="34"/>
                  </a:lnTo>
                  <a:lnTo>
                    <a:pt x="38" y="43"/>
                  </a:lnTo>
                  <a:lnTo>
                    <a:pt x="33" y="52"/>
                  </a:lnTo>
                  <a:lnTo>
                    <a:pt x="25" y="60"/>
                  </a:lnTo>
                  <a:lnTo>
                    <a:pt x="15" y="63"/>
                  </a:lnTo>
                  <a:lnTo>
                    <a:pt x="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60" name=""/>
            <p:cNvSpPr/>
            <p:nvPr/>
          </p:nvSpPr>
          <p:spPr>
            <a:xfrm rot="0">
              <a:off x="3972" y="2235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0" y="0"/>
                  </a:moveTo>
                  <a:lnTo>
                    <a:pt x="10" y="0"/>
                  </a:lnTo>
                  <a:lnTo>
                    <a:pt x="19" y="2"/>
                  </a:lnTo>
                  <a:lnTo>
                    <a:pt x="28" y="7"/>
                  </a:lnTo>
                  <a:lnTo>
                    <a:pt x="35" y="14"/>
                  </a:lnTo>
                  <a:lnTo>
                    <a:pt x="39" y="24"/>
                  </a:lnTo>
                  <a:lnTo>
                    <a:pt x="39" y="34"/>
                  </a:lnTo>
                  <a:lnTo>
                    <a:pt x="38" y="43"/>
                  </a:lnTo>
                  <a:lnTo>
                    <a:pt x="33" y="52"/>
                  </a:lnTo>
                  <a:lnTo>
                    <a:pt x="25" y="60"/>
                  </a:lnTo>
                  <a:lnTo>
                    <a:pt x="1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61" name=""/>
            <p:cNvSpPr/>
            <p:nvPr/>
          </p:nvSpPr>
          <p:spPr>
            <a:xfrm rot="0">
              <a:off x="3384" y="2489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2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62" name=""/>
            <p:cNvSpPr/>
            <p:nvPr/>
          </p:nvSpPr>
          <p:spPr>
            <a:xfrm rot="0">
              <a:off x="3384" y="2489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2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63" name=""/>
            <p:cNvSpPr/>
            <p:nvPr/>
          </p:nvSpPr>
          <p:spPr>
            <a:xfrm rot="0">
              <a:off x="3384" y="2391"/>
              <a:ext cx="16" cy="98"/>
            </a:xfrm>
            <a:custGeom>
              <a:avLst/>
              <a:ahLst/>
              <a:rect l="0" t="0" r="r" b="b"/>
              <a:pathLst>
                <a:path w="64" h="394">
                  <a:moveTo>
                    <a:pt x="0" y="394"/>
                  </a:moveTo>
                  <a:lnTo>
                    <a:pt x="31" y="394"/>
                  </a:lnTo>
                  <a:lnTo>
                    <a:pt x="64" y="394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64" name=""/>
            <p:cNvSpPr/>
            <p:nvPr/>
          </p:nvSpPr>
          <p:spPr>
            <a:xfrm rot="0">
              <a:off x="3384" y="2391"/>
              <a:ext cx="16" cy="98"/>
            </a:xfrm>
            <a:custGeom>
              <a:avLst/>
              <a:ahLst/>
              <a:rect l="0" t="0" r="r" b="b"/>
              <a:pathLst>
                <a:path w="64" h="394">
                  <a:moveTo>
                    <a:pt x="0" y="394"/>
                  </a:moveTo>
                  <a:lnTo>
                    <a:pt x="31" y="394"/>
                  </a:lnTo>
                  <a:lnTo>
                    <a:pt x="64" y="394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65" name=""/>
            <p:cNvSpPr/>
            <p:nvPr/>
          </p:nvSpPr>
          <p:spPr>
            <a:xfrm rot="0">
              <a:off x="3384" y="2383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3"/>
                  </a:lnTo>
                  <a:lnTo>
                    <a:pt x="62" y="22"/>
                  </a:lnTo>
                  <a:lnTo>
                    <a:pt x="64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66" name=""/>
            <p:cNvSpPr/>
            <p:nvPr/>
          </p:nvSpPr>
          <p:spPr>
            <a:xfrm rot="0">
              <a:off x="3384" y="2383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0" y="32"/>
                  </a:moveTo>
                  <a:lnTo>
                    <a:pt x="1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3"/>
                  </a:lnTo>
                  <a:lnTo>
                    <a:pt x="62" y="22"/>
                  </a:lnTo>
                  <a:lnTo>
                    <a:pt x="64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67" name=""/>
            <p:cNvSpPr/>
            <p:nvPr/>
          </p:nvSpPr>
          <p:spPr>
            <a:xfrm rot="0">
              <a:off x="3384" y="2580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31" y="32"/>
                  </a:moveTo>
                  <a:lnTo>
                    <a:pt x="24" y="63"/>
                  </a:lnTo>
                  <a:lnTo>
                    <a:pt x="14" y="60"/>
                  </a:lnTo>
                  <a:lnTo>
                    <a:pt x="6" y="52"/>
                  </a:lnTo>
                  <a:lnTo>
                    <a:pt x="1" y="43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4" y="14"/>
                  </a:lnTo>
                  <a:lnTo>
                    <a:pt x="11" y="7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68" name=""/>
            <p:cNvSpPr/>
            <p:nvPr/>
          </p:nvSpPr>
          <p:spPr>
            <a:xfrm rot="0">
              <a:off x="3384" y="2580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24" y="63"/>
                  </a:moveTo>
                  <a:lnTo>
                    <a:pt x="14" y="60"/>
                  </a:lnTo>
                  <a:lnTo>
                    <a:pt x="6" y="52"/>
                  </a:lnTo>
                  <a:lnTo>
                    <a:pt x="1" y="43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4" y="14"/>
                  </a:lnTo>
                  <a:lnTo>
                    <a:pt x="11" y="7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69" name=""/>
            <p:cNvSpPr/>
            <p:nvPr/>
          </p:nvSpPr>
          <p:spPr>
            <a:xfrm rot="0">
              <a:off x="3390" y="2580"/>
              <a:ext cx="586" cy="164"/>
            </a:xfrm>
            <a:custGeom>
              <a:avLst/>
              <a:ahLst/>
              <a:rect l="0" t="0" r="r" b="b"/>
              <a:pathLst>
                <a:path w="2343" h="655">
                  <a:moveTo>
                    <a:pt x="15" y="0"/>
                  </a:moveTo>
                  <a:lnTo>
                    <a:pt x="7" y="32"/>
                  </a:lnTo>
                  <a:lnTo>
                    <a:pt x="0" y="63"/>
                  </a:lnTo>
                  <a:lnTo>
                    <a:pt x="2328" y="655"/>
                  </a:lnTo>
                  <a:lnTo>
                    <a:pt x="2336" y="624"/>
                  </a:lnTo>
                  <a:lnTo>
                    <a:pt x="2343" y="592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70" name=""/>
            <p:cNvSpPr/>
            <p:nvPr/>
          </p:nvSpPr>
          <p:spPr>
            <a:xfrm rot="0">
              <a:off x="3390" y="2580"/>
              <a:ext cx="586" cy="164"/>
            </a:xfrm>
            <a:custGeom>
              <a:avLst/>
              <a:ahLst/>
              <a:rect l="0" t="0" r="r" b="b"/>
              <a:pathLst>
                <a:path w="2343" h="655">
                  <a:moveTo>
                    <a:pt x="15" y="0"/>
                  </a:moveTo>
                  <a:lnTo>
                    <a:pt x="7" y="32"/>
                  </a:lnTo>
                  <a:lnTo>
                    <a:pt x="0" y="63"/>
                  </a:lnTo>
                  <a:lnTo>
                    <a:pt x="2328" y="655"/>
                  </a:lnTo>
                  <a:lnTo>
                    <a:pt x="2336" y="624"/>
                  </a:lnTo>
                  <a:lnTo>
                    <a:pt x="2343" y="592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71" name=""/>
            <p:cNvSpPr/>
            <p:nvPr/>
          </p:nvSpPr>
          <p:spPr>
            <a:xfrm rot="0">
              <a:off x="3972" y="2728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8" y="32"/>
                  </a:moveTo>
                  <a:lnTo>
                    <a:pt x="15" y="0"/>
                  </a:lnTo>
                  <a:lnTo>
                    <a:pt x="25" y="4"/>
                  </a:lnTo>
                  <a:lnTo>
                    <a:pt x="33" y="12"/>
                  </a:lnTo>
                  <a:lnTo>
                    <a:pt x="38" y="20"/>
                  </a:lnTo>
                  <a:lnTo>
                    <a:pt x="39" y="29"/>
                  </a:lnTo>
                  <a:lnTo>
                    <a:pt x="39" y="39"/>
                  </a:lnTo>
                  <a:lnTo>
                    <a:pt x="35" y="49"/>
                  </a:lnTo>
                  <a:lnTo>
                    <a:pt x="28" y="57"/>
                  </a:lnTo>
                  <a:lnTo>
                    <a:pt x="19" y="62"/>
                  </a:lnTo>
                  <a:lnTo>
                    <a:pt x="10" y="63"/>
                  </a:lnTo>
                  <a:lnTo>
                    <a:pt x="0" y="63"/>
                  </a:lnTo>
                  <a:lnTo>
                    <a:pt x="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72" name=""/>
            <p:cNvSpPr/>
            <p:nvPr/>
          </p:nvSpPr>
          <p:spPr>
            <a:xfrm rot="0">
              <a:off x="3972" y="2728"/>
              <a:ext cx="10" cy="16"/>
            </a:xfrm>
            <a:custGeom>
              <a:avLst/>
              <a:ahLst/>
              <a:rect l="0" t="0" r="r" b="b"/>
              <a:pathLst>
                <a:path w="39" h="63">
                  <a:moveTo>
                    <a:pt x="15" y="0"/>
                  </a:moveTo>
                  <a:lnTo>
                    <a:pt x="25" y="4"/>
                  </a:lnTo>
                  <a:lnTo>
                    <a:pt x="33" y="12"/>
                  </a:lnTo>
                  <a:lnTo>
                    <a:pt x="38" y="20"/>
                  </a:lnTo>
                  <a:lnTo>
                    <a:pt x="39" y="29"/>
                  </a:lnTo>
                  <a:lnTo>
                    <a:pt x="39" y="39"/>
                  </a:lnTo>
                  <a:lnTo>
                    <a:pt x="35" y="49"/>
                  </a:lnTo>
                  <a:lnTo>
                    <a:pt x="28" y="57"/>
                  </a:lnTo>
                  <a:lnTo>
                    <a:pt x="19" y="62"/>
                  </a:lnTo>
                  <a:lnTo>
                    <a:pt x="10" y="63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73" name=""/>
            <p:cNvSpPr/>
            <p:nvPr/>
          </p:nvSpPr>
          <p:spPr>
            <a:xfrm rot="0">
              <a:off x="3384" y="2481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74" name=""/>
            <p:cNvSpPr/>
            <p:nvPr/>
          </p:nvSpPr>
          <p:spPr>
            <a:xfrm rot="0">
              <a:off x="3384" y="2481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75" name=""/>
            <p:cNvSpPr/>
            <p:nvPr/>
          </p:nvSpPr>
          <p:spPr>
            <a:xfrm rot="0">
              <a:off x="3384" y="2489"/>
              <a:ext cx="16" cy="99"/>
            </a:xfrm>
            <a:custGeom>
              <a:avLst/>
              <a:ahLst/>
              <a:rect l="0" t="0" r="r" b="b"/>
              <a:pathLst>
                <a:path w="64" h="394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31" y="394"/>
                  </a:lnTo>
                  <a:lnTo>
                    <a:pt x="64" y="394"/>
                  </a:lnTo>
                  <a:lnTo>
                    <a:pt x="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76" name=""/>
            <p:cNvSpPr/>
            <p:nvPr/>
          </p:nvSpPr>
          <p:spPr>
            <a:xfrm rot="0">
              <a:off x="3384" y="2489"/>
              <a:ext cx="16" cy="99"/>
            </a:xfrm>
            <a:custGeom>
              <a:avLst/>
              <a:ahLst/>
              <a:rect l="0" t="0" r="r" b="b"/>
              <a:pathLst>
                <a:path w="64" h="394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31" y="394"/>
                  </a:lnTo>
                  <a:lnTo>
                    <a:pt x="64" y="394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77" name=""/>
            <p:cNvSpPr/>
            <p:nvPr/>
          </p:nvSpPr>
          <p:spPr>
            <a:xfrm rot="0">
              <a:off x="3384" y="2588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78" name=""/>
            <p:cNvSpPr/>
            <p:nvPr/>
          </p:nvSpPr>
          <p:spPr>
            <a:xfrm rot="0">
              <a:off x="3384" y="2588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79" name=""/>
            <p:cNvSpPr/>
            <p:nvPr/>
          </p:nvSpPr>
          <p:spPr>
            <a:xfrm rot="0">
              <a:off x="3966" y="2112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80" name=""/>
            <p:cNvSpPr/>
            <p:nvPr/>
          </p:nvSpPr>
          <p:spPr>
            <a:xfrm rot="0">
              <a:off x="3966" y="2112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81" name=""/>
            <p:cNvSpPr/>
            <p:nvPr/>
          </p:nvSpPr>
          <p:spPr>
            <a:xfrm rot="0">
              <a:off x="3966" y="2120"/>
              <a:ext cx="16" cy="123"/>
            </a:xfrm>
            <a:custGeom>
              <a:avLst/>
              <a:ahLst/>
              <a:rect l="0" t="0" r="r" b="b"/>
              <a:pathLst>
                <a:path w="64" h="492">
                  <a:moveTo>
                    <a:pt x="64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492"/>
                  </a:lnTo>
                  <a:lnTo>
                    <a:pt x="32" y="492"/>
                  </a:lnTo>
                  <a:lnTo>
                    <a:pt x="64" y="492"/>
                  </a:lnTo>
                  <a:lnTo>
                    <a:pt x="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82" name=""/>
            <p:cNvSpPr/>
            <p:nvPr/>
          </p:nvSpPr>
          <p:spPr>
            <a:xfrm rot="0">
              <a:off x="3966" y="2120"/>
              <a:ext cx="16" cy="123"/>
            </a:xfrm>
            <a:custGeom>
              <a:avLst/>
              <a:ahLst/>
              <a:rect l="0" t="0" r="r" b="b"/>
              <a:pathLst>
                <a:path w="64" h="492">
                  <a:moveTo>
                    <a:pt x="64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492"/>
                  </a:lnTo>
                  <a:lnTo>
                    <a:pt x="32" y="492"/>
                  </a:lnTo>
                  <a:lnTo>
                    <a:pt x="64" y="492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83" name=""/>
            <p:cNvSpPr/>
            <p:nvPr/>
          </p:nvSpPr>
          <p:spPr>
            <a:xfrm rot="0">
              <a:off x="3966" y="2243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84" name=""/>
            <p:cNvSpPr/>
            <p:nvPr/>
          </p:nvSpPr>
          <p:spPr>
            <a:xfrm rot="0">
              <a:off x="3966" y="2243"/>
              <a:ext cx="16" cy="8"/>
            </a:xfrm>
            <a:custGeom>
              <a:avLst/>
              <a:ahLst/>
              <a:rect l="0" t="0" r="r" b="b"/>
              <a:pathLst>
                <a:path w="64" h="31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85" name=""/>
            <p:cNvSpPr/>
            <p:nvPr/>
          </p:nvSpPr>
          <p:spPr>
            <a:xfrm rot="0">
              <a:off x="3966" y="2859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86" name=""/>
            <p:cNvSpPr/>
            <p:nvPr/>
          </p:nvSpPr>
          <p:spPr>
            <a:xfrm rot="0">
              <a:off x="3966" y="2859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87" name=""/>
            <p:cNvSpPr/>
            <p:nvPr/>
          </p:nvSpPr>
          <p:spPr>
            <a:xfrm rot="0">
              <a:off x="3966" y="2736"/>
              <a:ext cx="16" cy="123"/>
            </a:xfrm>
            <a:custGeom>
              <a:avLst/>
              <a:ahLst/>
              <a:rect l="0" t="0" r="r" b="b"/>
              <a:pathLst>
                <a:path w="64" h="492">
                  <a:moveTo>
                    <a:pt x="0" y="492"/>
                  </a:moveTo>
                  <a:lnTo>
                    <a:pt x="32" y="492"/>
                  </a:lnTo>
                  <a:lnTo>
                    <a:pt x="64" y="492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4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88" name=""/>
            <p:cNvSpPr/>
            <p:nvPr/>
          </p:nvSpPr>
          <p:spPr>
            <a:xfrm rot="0">
              <a:off x="3966" y="2736"/>
              <a:ext cx="16" cy="123"/>
            </a:xfrm>
            <a:custGeom>
              <a:avLst/>
              <a:ahLst/>
              <a:rect l="0" t="0" r="r" b="b"/>
              <a:pathLst>
                <a:path w="64" h="492">
                  <a:moveTo>
                    <a:pt x="0" y="492"/>
                  </a:moveTo>
                  <a:lnTo>
                    <a:pt x="32" y="492"/>
                  </a:lnTo>
                  <a:lnTo>
                    <a:pt x="64" y="492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4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89" name=""/>
            <p:cNvSpPr/>
            <p:nvPr/>
          </p:nvSpPr>
          <p:spPr>
            <a:xfrm rot="0">
              <a:off x="3966" y="2727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90" name=""/>
            <p:cNvSpPr/>
            <p:nvPr/>
          </p:nvSpPr>
          <p:spPr>
            <a:xfrm rot="0">
              <a:off x="3966" y="2727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91" name=""/>
            <p:cNvSpPr/>
            <p:nvPr/>
          </p:nvSpPr>
          <p:spPr>
            <a:xfrm rot="0">
              <a:off x="3130" y="2851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33"/>
                  </a:moveTo>
                  <a:lnTo>
                    <a:pt x="31" y="65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92" name=""/>
            <p:cNvSpPr/>
            <p:nvPr/>
          </p:nvSpPr>
          <p:spPr>
            <a:xfrm rot="0">
              <a:off x="3130" y="2851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65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93" name=""/>
            <p:cNvSpPr/>
            <p:nvPr/>
          </p:nvSpPr>
          <p:spPr>
            <a:xfrm rot="0">
              <a:off x="3138" y="2851"/>
              <a:ext cx="836" cy="16"/>
            </a:xfrm>
            <a:custGeom>
              <a:avLst/>
              <a:ahLst/>
              <a:rect l="0" t="0" r="r" b="b"/>
              <a:pathLst>
                <a:path w="3346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3346" y="65"/>
                  </a:lnTo>
                  <a:lnTo>
                    <a:pt x="3346" y="33"/>
                  </a:lnTo>
                  <a:lnTo>
                    <a:pt x="334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94" name=""/>
            <p:cNvSpPr/>
            <p:nvPr/>
          </p:nvSpPr>
          <p:spPr>
            <a:xfrm rot="0">
              <a:off x="3138" y="2851"/>
              <a:ext cx="836" cy="16"/>
            </a:xfrm>
            <a:custGeom>
              <a:avLst/>
              <a:ahLst/>
              <a:rect l="0" t="0" r="r" b="b"/>
              <a:pathLst>
                <a:path w="3346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3346" y="65"/>
                  </a:lnTo>
                  <a:lnTo>
                    <a:pt x="3346" y="33"/>
                  </a:lnTo>
                  <a:lnTo>
                    <a:pt x="334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95" name=""/>
            <p:cNvSpPr/>
            <p:nvPr/>
          </p:nvSpPr>
          <p:spPr>
            <a:xfrm rot="0">
              <a:off x="3974" y="2851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59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96" name=""/>
            <p:cNvSpPr/>
            <p:nvPr/>
          </p:nvSpPr>
          <p:spPr>
            <a:xfrm rot="0">
              <a:off x="3974" y="2851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59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97" name=""/>
            <p:cNvSpPr/>
            <p:nvPr/>
          </p:nvSpPr>
          <p:spPr>
            <a:xfrm rot="0">
              <a:off x="3130" y="2112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798" name=""/>
            <p:cNvSpPr/>
            <p:nvPr/>
          </p:nvSpPr>
          <p:spPr>
            <a:xfrm rot="0">
              <a:off x="3130" y="2112"/>
              <a:ext cx="16" cy="8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799" name=""/>
            <p:cNvSpPr/>
            <p:nvPr/>
          </p:nvSpPr>
          <p:spPr>
            <a:xfrm rot="0">
              <a:off x="3130" y="2120"/>
              <a:ext cx="16" cy="739"/>
            </a:xfrm>
            <a:custGeom>
              <a:avLst/>
              <a:ahLst/>
              <a:rect l="0" t="0" r="r" b="b"/>
              <a:pathLst>
                <a:path w="64" h="2954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2954"/>
                  </a:lnTo>
                  <a:lnTo>
                    <a:pt x="31" y="2954"/>
                  </a:lnTo>
                  <a:lnTo>
                    <a:pt x="64" y="2954"/>
                  </a:lnTo>
                  <a:lnTo>
                    <a:pt x="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00" name=""/>
            <p:cNvSpPr/>
            <p:nvPr/>
          </p:nvSpPr>
          <p:spPr>
            <a:xfrm rot="0">
              <a:off x="3130" y="2120"/>
              <a:ext cx="16" cy="739"/>
            </a:xfrm>
            <a:custGeom>
              <a:avLst/>
              <a:ahLst/>
              <a:rect l="0" t="0" r="r" b="b"/>
              <a:pathLst>
                <a:path w="64" h="2954">
                  <a:moveTo>
                    <a:pt x="64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2954"/>
                  </a:lnTo>
                  <a:lnTo>
                    <a:pt x="31" y="2954"/>
                  </a:lnTo>
                  <a:lnTo>
                    <a:pt x="64" y="2954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01" name=""/>
            <p:cNvSpPr/>
            <p:nvPr/>
          </p:nvSpPr>
          <p:spPr>
            <a:xfrm rot="0">
              <a:off x="3130" y="2859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02" name=""/>
            <p:cNvSpPr/>
            <p:nvPr/>
          </p:nvSpPr>
          <p:spPr>
            <a:xfrm rot="0">
              <a:off x="3130" y="2859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6"/>
                  </a:lnTo>
                  <a:lnTo>
                    <a:pt x="42" y="30"/>
                  </a:lnTo>
                  <a:lnTo>
                    <a:pt x="31" y="32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03" name=""/>
            <p:cNvSpPr/>
            <p:nvPr/>
          </p:nvSpPr>
          <p:spPr>
            <a:xfrm rot="0">
              <a:off x="3130" y="2112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33"/>
                  </a:moveTo>
                  <a:lnTo>
                    <a:pt x="31" y="64"/>
                  </a:ln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04" name=""/>
            <p:cNvSpPr/>
            <p:nvPr/>
          </p:nvSpPr>
          <p:spPr>
            <a:xfrm rot="0">
              <a:off x="3130" y="2112"/>
              <a:ext cx="8" cy="16"/>
            </a:xfrm>
            <a:custGeom>
              <a:avLst/>
              <a:ahLst/>
              <a:rect l="0" t="0" r="r" b="b"/>
              <a:pathLst>
                <a:path w="31" h="64">
                  <a:moveTo>
                    <a:pt x="31" y="64"/>
                  </a:moveTo>
                  <a:lnTo>
                    <a:pt x="21" y="63"/>
                  </a:lnTo>
                  <a:lnTo>
                    <a:pt x="13" y="59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05" name=""/>
            <p:cNvSpPr/>
            <p:nvPr/>
          </p:nvSpPr>
          <p:spPr>
            <a:xfrm rot="0">
              <a:off x="3138" y="2112"/>
              <a:ext cx="836" cy="16"/>
            </a:xfrm>
            <a:custGeom>
              <a:avLst/>
              <a:ahLst/>
              <a:rect l="0" t="0" r="r" b="b"/>
              <a:pathLst>
                <a:path w="3346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346" y="64"/>
                  </a:lnTo>
                  <a:lnTo>
                    <a:pt x="3346" y="33"/>
                  </a:lnTo>
                  <a:lnTo>
                    <a:pt x="334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06" name=""/>
            <p:cNvSpPr/>
            <p:nvPr/>
          </p:nvSpPr>
          <p:spPr>
            <a:xfrm rot="0">
              <a:off x="3138" y="2112"/>
              <a:ext cx="836" cy="16"/>
            </a:xfrm>
            <a:custGeom>
              <a:avLst/>
              <a:ahLst/>
              <a:rect l="0" t="0" r="r" b="b"/>
              <a:pathLst>
                <a:path w="3346" h="64">
                  <a:moveTo>
                    <a:pt x="0" y="0"/>
                  </a:moveTo>
                  <a:lnTo>
                    <a:pt x="0" y="33"/>
                  </a:lnTo>
                  <a:lnTo>
                    <a:pt x="0" y="64"/>
                  </a:lnTo>
                  <a:lnTo>
                    <a:pt x="3346" y="64"/>
                  </a:lnTo>
                  <a:lnTo>
                    <a:pt x="3346" y="33"/>
                  </a:lnTo>
                  <a:lnTo>
                    <a:pt x="334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07" name=""/>
            <p:cNvSpPr/>
            <p:nvPr/>
          </p:nvSpPr>
          <p:spPr>
            <a:xfrm rot="0">
              <a:off x="3974" y="2112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59"/>
                  </a:lnTo>
                  <a:lnTo>
                    <a:pt x="10" y="63"/>
                  </a:lnTo>
                  <a:lnTo>
                    <a:pt x="0" y="64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08" name=""/>
            <p:cNvSpPr/>
            <p:nvPr/>
          </p:nvSpPr>
          <p:spPr>
            <a:xfrm rot="0">
              <a:off x="3974" y="2112"/>
              <a:ext cx="8" cy="16"/>
            </a:xfrm>
            <a:custGeom>
              <a:avLst/>
              <a:ahLst/>
              <a:rect l="0" t="0" r="r" b="b"/>
              <a:pathLst>
                <a:path w="32" h="64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59"/>
                  </a:lnTo>
                  <a:lnTo>
                    <a:pt x="10" y="63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09" name=""/>
            <p:cNvSpPr/>
            <p:nvPr/>
          </p:nvSpPr>
          <p:spPr>
            <a:xfrm rot="0">
              <a:off x="3130" y="1505"/>
              <a:ext cx="12" cy="14"/>
            </a:xfrm>
            <a:custGeom>
              <a:avLst/>
              <a:ahLst/>
              <a:rect l="0" t="0" r="r" b="b"/>
              <a:pathLst>
                <a:path w="49" h="58">
                  <a:moveTo>
                    <a:pt x="31" y="26"/>
                  </a:moveTo>
                  <a:lnTo>
                    <a:pt x="49" y="53"/>
                  </a:lnTo>
                  <a:lnTo>
                    <a:pt x="40" y="58"/>
                  </a:lnTo>
                  <a:lnTo>
                    <a:pt x="30" y="58"/>
                  </a:lnTo>
                  <a:lnTo>
                    <a:pt x="20" y="57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1" y="15"/>
                  </a:lnTo>
                  <a:lnTo>
                    <a:pt x="6" y="6"/>
                  </a:lnTo>
                  <a:lnTo>
                    <a:pt x="14" y="0"/>
                  </a:lnTo>
                  <a:lnTo>
                    <a:pt x="3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10" name=""/>
            <p:cNvSpPr/>
            <p:nvPr/>
          </p:nvSpPr>
          <p:spPr>
            <a:xfrm rot="0">
              <a:off x="3130" y="1505"/>
              <a:ext cx="12" cy="14"/>
            </a:xfrm>
            <a:custGeom>
              <a:avLst/>
              <a:ahLst/>
              <a:rect l="0" t="0" r="r" b="b"/>
              <a:pathLst>
                <a:path w="49" h="58">
                  <a:moveTo>
                    <a:pt x="49" y="53"/>
                  </a:moveTo>
                  <a:lnTo>
                    <a:pt x="40" y="58"/>
                  </a:lnTo>
                  <a:lnTo>
                    <a:pt x="30" y="58"/>
                  </a:lnTo>
                  <a:lnTo>
                    <a:pt x="20" y="57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1" y="15"/>
                  </a:lnTo>
                  <a:lnTo>
                    <a:pt x="6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11" name=""/>
            <p:cNvSpPr/>
            <p:nvPr/>
          </p:nvSpPr>
          <p:spPr>
            <a:xfrm rot="0">
              <a:off x="3133" y="948"/>
              <a:ext cx="845" cy="570"/>
            </a:xfrm>
            <a:custGeom>
              <a:avLst/>
              <a:ahLst/>
              <a:rect l="0" t="0" r="r" b="b"/>
              <a:pathLst>
                <a:path w="3380" h="2281">
                  <a:moveTo>
                    <a:pt x="0" y="2228"/>
                  </a:moveTo>
                  <a:lnTo>
                    <a:pt x="17" y="2254"/>
                  </a:lnTo>
                  <a:lnTo>
                    <a:pt x="35" y="2281"/>
                  </a:lnTo>
                  <a:lnTo>
                    <a:pt x="3380" y="53"/>
                  </a:lnTo>
                  <a:lnTo>
                    <a:pt x="3363" y="27"/>
                  </a:lnTo>
                  <a:lnTo>
                    <a:pt x="3345" y="0"/>
                  </a:lnTo>
                  <a:lnTo>
                    <a:pt x="0" y="22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12" name=""/>
            <p:cNvSpPr/>
            <p:nvPr/>
          </p:nvSpPr>
          <p:spPr>
            <a:xfrm rot="0">
              <a:off x="3133" y="948"/>
              <a:ext cx="845" cy="570"/>
            </a:xfrm>
            <a:custGeom>
              <a:avLst/>
              <a:ahLst/>
              <a:rect l="0" t="0" r="r" b="b"/>
              <a:pathLst>
                <a:path w="3380" h="2281">
                  <a:moveTo>
                    <a:pt x="0" y="2228"/>
                  </a:moveTo>
                  <a:lnTo>
                    <a:pt x="17" y="2254"/>
                  </a:lnTo>
                  <a:lnTo>
                    <a:pt x="35" y="2281"/>
                  </a:lnTo>
                  <a:lnTo>
                    <a:pt x="3380" y="53"/>
                  </a:lnTo>
                  <a:lnTo>
                    <a:pt x="3363" y="27"/>
                  </a:lnTo>
                  <a:lnTo>
                    <a:pt x="3345" y="0"/>
                  </a:lnTo>
                  <a:lnTo>
                    <a:pt x="0" y="22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13" name=""/>
            <p:cNvSpPr/>
            <p:nvPr/>
          </p:nvSpPr>
          <p:spPr>
            <a:xfrm rot="0">
              <a:off x="3969" y="947"/>
              <a:ext cx="13" cy="14"/>
            </a:xfrm>
            <a:custGeom>
              <a:avLst/>
              <a:ahLst/>
              <a:rect l="0" t="0" r="r" b="b"/>
              <a:pathLst>
                <a:path w="49" h="58">
                  <a:moveTo>
                    <a:pt x="18" y="32"/>
                  </a:moveTo>
                  <a:lnTo>
                    <a:pt x="0" y="5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9" y="2"/>
                  </a:lnTo>
                  <a:lnTo>
                    <a:pt x="38" y="7"/>
                  </a:lnTo>
                  <a:lnTo>
                    <a:pt x="44" y="14"/>
                  </a:lnTo>
                  <a:lnTo>
                    <a:pt x="49" y="23"/>
                  </a:lnTo>
                  <a:lnTo>
                    <a:pt x="49" y="33"/>
                  </a:lnTo>
                  <a:lnTo>
                    <a:pt x="48" y="43"/>
                  </a:lnTo>
                  <a:lnTo>
                    <a:pt x="43" y="52"/>
                  </a:lnTo>
                  <a:lnTo>
                    <a:pt x="35" y="58"/>
                  </a:lnTo>
                  <a:lnTo>
                    <a:pt x="1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14" name=""/>
            <p:cNvSpPr/>
            <p:nvPr/>
          </p:nvSpPr>
          <p:spPr>
            <a:xfrm rot="0">
              <a:off x="3969" y="947"/>
              <a:ext cx="13" cy="14"/>
            </a:xfrm>
            <a:custGeom>
              <a:avLst/>
              <a:ahLst/>
              <a:rect l="0" t="0" r="r" b="b"/>
              <a:pathLst>
                <a:path w="49" h="58">
                  <a:moveTo>
                    <a:pt x="0" y="5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9" y="2"/>
                  </a:lnTo>
                  <a:lnTo>
                    <a:pt x="38" y="7"/>
                  </a:lnTo>
                  <a:lnTo>
                    <a:pt x="44" y="14"/>
                  </a:lnTo>
                  <a:lnTo>
                    <a:pt x="49" y="23"/>
                  </a:lnTo>
                  <a:lnTo>
                    <a:pt x="49" y="33"/>
                  </a:lnTo>
                  <a:lnTo>
                    <a:pt x="48" y="43"/>
                  </a:lnTo>
                  <a:lnTo>
                    <a:pt x="43" y="52"/>
                  </a:lnTo>
                  <a:lnTo>
                    <a:pt x="35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15" name=""/>
            <p:cNvSpPr/>
            <p:nvPr/>
          </p:nvSpPr>
          <p:spPr>
            <a:xfrm rot="0">
              <a:off x="3130" y="1856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31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2" y="31"/>
                  </a:lnTo>
                  <a:lnTo>
                    <a:pt x="31" y="32"/>
                  </a:lnTo>
                  <a:lnTo>
                    <a:pt x="21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16" name=""/>
            <p:cNvSpPr/>
            <p:nvPr/>
          </p:nvSpPr>
          <p:spPr>
            <a:xfrm rot="0">
              <a:off x="3130" y="1856"/>
              <a:ext cx="16" cy="8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2" y="31"/>
                  </a:lnTo>
                  <a:lnTo>
                    <a:pt x="31" y="32"/>
                  </a:lnTo>
                  <a:lnTo>
                    <a:pt x="21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17" name=""/>
            <p:cNvSpPr/>
            <p:nvPr/>
          </p:nvSpPr>
          <p:spPr>
            <a:xfrm rot="0">
              <a:off x="3130" y="1512"/>
              <a:ext cx="16" cy="344"/>
            </a:xfrm>
            <a:custGeom>
              <a:avLst/>
              <a:ahLst/>
              <a:rect l="0" t="0" r="r" b="b"/>
              <a:pathLst>
                <a:path w="64" h="1378">
                  <a:moveTo>
                    <a:pt x="0" y="1378"/>
                  </a:moveTo>
                  <a:lnTo>
                    <a:pt x="31" y="1378"/>
                  </a:lnTo>
                  <a:lnTo>
                    <a:pt x="64" y="1378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13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18" name=""/>
            <p:cNvSpPr/>
            <p:nvPr/>
          </p:nvSpPr>
          <p:spPr>
            <a:xfrm rot="0">
              <a:off x="3130" y="1512"/>
              <a:ext cx="16" cy="344"/>
            </a:xfrm>
            <a:custGeom>
              <a:avLst/>
              <a:ahLst/>
              <a:rect l="0" t="0" r="r" b="b"/>
              <a:pathLst>
                <a:path w="64" h="1378">
                  <a:moveTo>
                    <a:pt x="0" y="1378"/>
                  </a:moveTo>
                  <a:lnTo>
                    <a:pt x="31" y="1378"/>
                  </a:lnTo>
                  <a:lnTo>
                    <a:pt x="64" y="1378"/>
                  </a:lnTo>
                  <a:lnTo>
                    <a:pt x="64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13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19" name=""/>
            <p:cNvSpPr/>
            <p:nvPr/>
          </p:nvSpPr>
          <p:spPr>
            <a:xfrm rot="0">
              <a:off x="3130" y="1503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31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20" name=""/>
            <p:cNvSpPr/>
            <p:nvPr/>
          </p:nvSpPr>
          <p:spPr>
            <a:xfrm rot="0">
              <a:off x="3130" y="1503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21" name=""/>
            <p:cNvSpPr/>
            <p:nvPr/>
          </p:nvSpPr>
          <p:spPr>
            <a:xfrm rot="0">
              <a:off x="3966" y="1866"/>
              <a:ext cx="16" cy="7"/>
            </a:xfrm>
            <a:custGeom>
              <a:avLst/>
              <a:ahLst/>
              <a:rect l="0" t="0" r="r" b="b"/>
              <a:pathLst>
                <a:path w="64" h="32">
                  <a:moveTo>
                    <a:pt x="32" y="0"/>
                  </a:moveTo>
                  <a:lnTo>
                    <a:pt x="64" y="0"/>
                  </a:ln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22" name=""/>
            <p:cNvSpPr/>
            <p:nvPr/>
          </p:nvSpPr>
          <p:spPr>
            <a:xfrm rot="0">
              <a:off x="3966" y="1866"/>
              <a:ext cx="16" cy="7"/>
            </a:xfrm>
            <a:custGeom>
              <a:avLst/>
              <a:ahLst/>
              <a:rect l="0" t="0" r="r" b="b"/>
              <a:pathLst>
                <a:path w="64" h="32">
                  <a:moveTo>
                    <a:pt x="64" y="0"/>
                  </a:moveTo>
                  <a:lnTo>
                    <a:pt x="62" y="10"/>
                  </a:lnTo>
                  <a:lnTo>
                    <a:pt x="58" y="19"/>
                  </a:lnTo>
                  <a:lnTo>
                    <a:pt x="50" y="27"/>
                  </a:lnTo>
                  <a:lnTo>
                    <a:pt x="42" y="30"/>
                  </a:lnTo>
                  <a:lnTo>
                    <a:pt x="32" y="32"/>
                  </a:lnTo>
                  <a:lnTo>
                    <a:pt x="21" y="30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23" name=""/>
            <p:cNvSpPr/>
            <p:nvPr/>
          </p:nvSpPr>
          <p:spPr>
            <a:xfrm rot="0">
              <a:off x="3966" y="955"/>
              <a:ext cx="16" cy="911"/>
            </a:xfrm>
            <a:custGeom>
              <a:avLst/>
              <a:ahLst/>
              <a:rect l="0" t="0" r="r" b="b"/>
              <a:pathLst>
                <a:path w="64" h="3643">
                  <a:moveTo>
                    <a:pt x="0" y="3643"/>
                  </a:moveTo>
                  <a:lnTo>
                    <a:pt x="32" y="3643"/>
                  </a:lnTo>
                  <a:lnTo>
                    <a:pt x="64" y="3643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6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24" name=""/>
            <p:cNvSpPr/>
            <p:nvPr/>
          </p:nvSpPr>
          <p:spPr>
            <a:xfrm rot="0">
              <a:off x="3966" y="955"/>
              <a:ext cx="16" cy="911"/>
            </a:xfrm>
            <a:custGeom>
              <a:avLst/>
              <a:ahLst/>
              <a:rect l="0" t="0" r="r" b="b"/>
              <a:pathLst>
                <a:path w="64" h="3643">
                  <a:moveTo>
                    <a:pt x="0" y="3643"/>
                  </a:moveTo>
                  <a:lnTo>
                    <a:pt x="32" y="3643"/>
                  </a:lnTo>
                  <a:lnTo>
                    <a:pt x="64" y="3643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36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25" name=""/>
            <p:cNvSpPr/>
            <p:nvPr/>
          </p:nvSpPr>
          <p:spPr>
            <a:xfrm rot="0">
              <a:off x="3966" y="946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32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26" name=""/>
            <p:cNvSpPr/>
            <p:nvPr/>
          </p:nvSpPr>
          <p:spPr>
            <a:xfrm rot="0">
              <a:off x="3966" y="946"/>
              <a:ext cx="16" cy="9"/>
            </a:xfrm>
            <a:custGeom>
              <a:avLst/>
              <a:ahLst/>
              <a:rect l="0" t="0" r="r" b="b"/>
              <a:pathLst>
                <a:path w="64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2" y="0"/>
                  </a:lnTo>
                  <a:lnTo>
                    <a:pt x="42" y="3"/>
                  </a:lnTo>
                  <a:lnTo>
                    <a:pt x="50" y="6"/>
                  </a:lnTo>
                  <a:lnTo>
                    <a:pt x="58" y="14"/>
                  </a:lnTo>
                  <a:lnTo>
                    <a:pt x="62" y="23"/>
                  </a:lnTo>
                  <a:lnTo>
                    <a:pt x="6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27" name=""/>
            <p:cNvSpPr/>
            <p:nvPr/>
          </p:nvSpPr>
          <p:spPr>
            <a:xfrm rot="0">
              <a:off x="3130" y="1857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33"/>
                  </a:moveTo>
                  <a:lnTo>
                    <a:pt x="31" y="65"/>
                  </a:lnTo>
                  <a:lnTo>
                    <a:pt x="21" y="63"/>
                  </a:lnTo>
                  <a:lnTo>
                    <a:pt x="13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28" name=""/>
            <p:cNvSpPr/>
            <p:nvPr/>
          </p:nvSpPr>
          <p:spPr>
            <a:xfrm rot="0">
              <a:off x="3130" y="1857"/>
              <a:ext cx="8" cy="16"/>
            </a:xfrm>
            <a:custGeom>
              <a:avLst/>
              <a:ahLst/>
              <a:rect l="0" t="0" r="r" b="b"/>
              <a:pathLst>
                <a:path w="31" h="65">
                  <a:moveTo>
                    <a:pt x="31" y="65"/>
                  </a:moveTo>
                  <a:lnTo>
                    <a:pt x="21" y="63"/>
                  </a:lnTo>
                  <a:lnTo>
                    <a:pt x="13" y="60"/>
                  </a:lnTo>
                  <a:lnTo>
                    <a:pt x="5" y="52"/>
                  </a:lnTo>
                  <a:lnTo>
                    <a:pt x="1" y="43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29" name=""/>
            <p:cNvSpPr/>
            <p:nvPr/>
          </p:nvSpPr>
          <p:spPr>
            <a:xfrm rot="0">
              <a:off x="3138" y="1857"/>
              <a:ext cx="836" cy="16"/>
            </a:xfrm>
            <a:custGeom>
              <a:avLst/>
              <a:ahLst/>
              <a:rect l="0" t="0" r="r" b="b"/>
              <a:pathLst>
                <a:path w="3346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3346" y="65"/>
                  </a:lnTo>
                  <a:lnTo>
                    <a:pt x="3346" y="33"/>
                  </a:lnTo>
                  <a:lnTo>
                    <a:pt x="334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30" name=""/>
            <p:cNvSpPr/>
            <p:nvPr/>
          </p:nvSpPr>
          <p:spPr>
            <a:xfrm rot="0">
              <a:off x="3138" y="1857"/>
              <a:ext cx="836" cy="16"/>
            </a:xfrm>
            <a:custGeom>
              <a:avLst/>
              <a:ahLst/>
              <a:rect l="0" t="0" r="r" b="b"/>
              <a:pathLst>
                <a:path w="3346" h="65">
                  <a:moveTo>
                    <a:pt x="0" y="0"/>
                  </a:moveTo>
                  <a:lnTo>
                    <a:pt x="0" y="33"/>
                  </a:lnTo>
                  <a:lnTo>
                    <a:pt x="0" y="65"/>
                  </a:lnTo>
                  <a:lnTo>
                    <a:pt x="3346" y="65"/>
                  </a:lnTo>
                  <a:lnTo>
                    <a:pt x="3346" y="33"/>
                  </a:lnTo>
                  <a:lnTo>
                    <a:pt x="334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1" name=""/>
            <p:cNvSpPr/>
            <p:nvPr/>
          </p:nvSpPr>
          <p:spPr>
            <a:xfrm rot="0">
              <a:off x="3974" y="185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33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60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832" name=""/>
            <p:cNvSpPr/>
            <p:nvPr/>
          </p:nvSpPr>
          <p:spPr>
            <a:xfrm rot="0">
              <a:off x="3974" y="1857"/>
              <a:ext cx="8" cy="16"/>
            </a:xfrm>
            <a:custGeom>
              <a:avLst/>
              <a:ahLst/>
              <a:rect l="0" t="0" r="r" b="b"/>
              <a:pathLst>
                <a:path w="32" h="65">
                  <a:moveTo>
                    <a:pt x="0" y="0"/>
                  </a:moveTo>
                  <a:lnTo>
                    <a:pt x="10" y="3"/>
                  </a:lnTo>
                  <a:lnTo>
                    <a:pt x="18" y="7"/>
                  </a:lnTo>
                  <a:lnTo>
                    <a:pt x="26" y="14"/>
                  </a:lnTo>
                  <a:lnTo>
                    <a:pt x="30" y="23"/>
                  </a:lnTo>
                  <a:lnTo>
                    <a:pt x="32" y="33"/>
                  </a:lnTo>
                  <a:lnTo>
                    <a:pt x="30" y="43"/>
                  </a:lnTo>
                  <a:lnTo>
                    <a:pt x="26" y="52"/>
                  </a:lnTo>
                  <a:lnTo>
                    <a:pt x="18" y="60"/>
                  </a:lnTo>
                  <a:lnTo>
                    <a:pt x="10" y="63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3" name=""/>
            <p:cNvSpPr/>
            <p:nvPr/>
          </p:nvSpPr>
          <p:spPr>
            <a:xfrm rot="0">
              <a:off x="3670" y="2320"/>
              <a:ext cx="138" cy="23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4" name=""/>
            <p:cNvSpPr/>
            <p:nvPr/>
          </p:nvSpPr>
          <p:spPr>
            <a:xfrm rot="0">
              <a:off x="3808" y="2555"/>
              <a:ext cx="20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5" name=""/>
            <p:cNvSpPr/>
            <p:nvPr/>
          </p:nvSpPr>
          <p:spPr>
            <a:xfrm rot="0">
              <a:off x="3886" y="2472"/>
              <a:ext cx="39" cy="55"/>
            </a:xfrm>
            <a:custGeom>
              <a:avLst/>
              <a:ahLst/>
              <a:rect l="0" t="0" r="r" b="b"/>
              <a:pathLst>
                <a:path w="154" h="221">
                  <a:moveTo>
                    <a:pt x="124" y="160"/>
                  </a:moveTo>
                  <a:lnTo>
                    <a:pt x="154" y="56"/>
                  </a:lnTo>
                  <a:lnTo>
                    <a:pt x="154" y="37"/>
                  </a:lnTo>
                  <a:lnTo>
                    <a:pt x="148" y="18"/>
                  </a:lnTo>
                  <a:lnTo>
                    <a:pt x="135" y="6"/>
                  </a:lnTo>
                  <a:lnTo>
                    <a:pt x="117" y="0"/>
                  </a:lnTo>
                  <a:lnTo>
                    <a:pt x="87" y="0"/>
                  </a:lnTo>
                  <a:lnTo>
                    <a:pt x="68" y="6"/>
                  </a:lnTo>
                  <a:lnTo>
                    <a:pt x="49" y="18"/>
                  </a:lnTo>
                  <a:lnTo>
                    <a:pt x="38" y="37"/>
                  </a:lnTo>
                  <a:lnTo>
                    <a:pt x="25" y="67"/>
                  </a:lnTo>
                  <a:lnTo>
                    <a:pt x="0" y="154"/>
                  </a:lnTo>
                  <a:lnTo>
                    <a:pt x="0" y="167"/>
                  </a:lnTo>
                  <a:lnTo>
                    <a:pt x="6" y="197"/>
                  </a:lnTo>
                  <a:lnTo>
                    <a:pt x="19" y="216"/>
                  </a:lnTo>
                  <a:lnTo>
                    <a:pt x="32" y="221"/>
                  </a:lnTo>
                  <a:lnTo>
                    <a:pt x="56" y="221"/>
                  </a:lnTo>
                  <a:lnTo>
                    <a:pt x="87" y="209"/>
                  </a:lnTo>
                  <a:lnTo>
                    <a:pt x="111" y="191"/>
                  </a:lnTo>
                  <a:lnTo>
                    <a:pt x="124" y="1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6" name=""/>
            <p:cNvSpPr/>
            <p:nvPr/>
          </p:nvSpPr>
          <p:spPr>
            <a:xfrm rot="0">
              <a:off x="3907" y="2515"/>
              <a:ext cx="13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7" name=""/>
            <p:cNvSpPr/>
            <p:nvPr/>
          </p:nvSpPr>
          <p:spPr>
            <a:xfrm rot="0">
              <a:off x="3233" y="2439"/>
              <a:ext cx="42" cy="55"/>
            </a:xfrm>
            <a:custGeom>
              <a:avLst/>
              <a:ahLst/>
              <a:rect l="0" t="0" r="r" b="b"/>
              <a:pathLst>
                <a:path w="166" h="221">
                  <a:moveTo>
                    <a:pt x="0" y="221"/>
                  </a:moveTo>
                  <a:lnTo>
                    <a:pt x="55" y="0"/>
                  </a:lnTo>
                  <a:lnTo>
                    <a:pt x="117" y="0"/>
                  </a:lnTo>
                  <a:lnTo>
                    <a:pt x="141" y="6"/>
                  </a:lnTo>
                  <a:lnTo>
                    <a:pt x="153" y="12"/>
                  </a:lnTo>
                  <a:lnTo>
                    <a:pt x="166" y="31"/>
                  </a:lnTo>
                  <a:lnTo>
                    <a:pt x="166" y="50"/>
                  </a:lnTo>
                  <a:lnTo>
                    <a:pt x="160" y="74"/>
                  </a:lnTo>
                  <a:lnTo>
                    <a:pt x="141" y="99"/>
                  </a:lnTo>
                  <a:lnTo>
                    <a:pt x="122" y="110"/>
                  </a:lnTo>
                  <a:lnTo>
                    <a:pt x="98" y="123"/>
                  </a:lnTo>
                  <a:lnTo>
                    <a:pt x="30" y="1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8" name=""/>
            <p:cNvSpPr/>
            <p:nvPr/>
          </p:nvSpPr>
          <p:spPr>
            <a:xfrm rot="0">
              <a:off x="3673" y="1517"/>
              <a:ext cx="14" cy="54"/>
            </a:xfrm>
            <a:custGeom>
              <a:avLst/>
              <a:ahLst/>
              <a:rect l="0" t="0" r="r" b="b"/>
              <a:pathLst>
                <a:path w="55" h="215">
                  <a:moveTo>
                    <a:pt x="5" y="215"/>
                  </a:moveTo>
                  <a:lnTo>
                    <a:pt x="0" y="195"/>
                  </a:lnTo>
                  <a:lnTo>
                    <a:pt x="0" y="170"/>
                  </a:lnTo>
                  <a:lnTo>
                    <a:pt x="5" y="123"/>
                  </a:lnTo>
                  <a:lnTo>
                    <a:pt x="20" y="72"/>
                  </a:lnTo>
                  <a:lnTo>
                    <a:pt x="40" y="26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39" name=""/>
            <p:cNvSpPr/>
            <p:nvPr/>
          </p:nvSpPr>
          <p:spPr>
            <a:xfrm rot="0">
              <a:off x="3698" y="1520"/>
              <a:ext cx="33" cy="46"/>
            </a:xfrm>
            <a:custGeom>
              <a:avLst/>
              <a:ahLst/>
              <a:rect l="0" t="0" r="r" b="b"/>
              <a:pathLst>
                <a:path w="129" h="184">
                  <a:moveTo>
                    <a:pt x="102" y="133"/>
                  </a:moveTo>
                  <a:lnTo>
                    <a:pt x="129" y="45"/>
                  </a:lnTo>
                  <a:lnTo>
                    <a:pt x="129" y="30"/>
                  </a:lnTo>
                  <a:lnTo>
                    <a:pt x="122" y="15"/>
                  </a:lnTo>
                  <a:lnTo>
                    <a:pt x="112" y="5"/>
                  </a:lnTo>
                  <a:lnTo>
                    <a:pt x="97" y="0"/>
                  </a:lnTo>
                  <a:lnTo>
                    <a:pt x="72" y="0"/>
                  </a:lnTo>
                  <a:lnTo>
                    <a:pt x="57" y="5"/>
                  </a:lnTo>
                  <a:lnTo>
                    <a:pt x="40" y="15"/>
                  </a:lnTo>
                  <a:lnTo>
                    <a:pt x="30" y="30"/>
                  </a:lnTo>
                  <a:lnTo>
                    <a:pt x="20" y="56"/>
                  </a:lnTo>
                  <a:lnTo>
                    <a:pt x="0" y="128"/>
                  </a:lnTo>
                  <a:lnTo>
                    <a:pt x="0" y="138"/>
                  </a:lnTo>
                  <a:lnTo>
                    <a:pt x="5" y="164"/>
                  </a:lnTo>
                  <a:lnTo>
                    <a:pt x="15" y="179"/>
                  </a:lnTo>
                  <a:lnTo>
                    <a:pt x="25" y="184"/>
                  </a:lnTo>
                  <a:lnTo>
                    <a:pt x="47" y="184"/>
                  </a:lnTo>
                  <a:lnTo>
                    <a:pt x="72" y="174"/>
                  </a:lnTo>
                  <a:lnTo>
                    <a:pt x="92" y="159"/>
                  </a:lnTo>
                  <a:lnTo>
                    <a:pt x="102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0" name=""/>
            <p:cNvSpPr/>
            <p:nvPr/>
          </p:nvSpPr>
          <p:spPr>
            <a:xfrm rot="0">
              <a:off x="3715" y="1555"/>
              <a:ext cx="1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1" name=""/>
            <p:cNvSpPr/>
            <p:nvPr/>
          </p:nvSpPr>
          <p:spPr>
            <a:xfrm rot="0" flipH="1" flipV="1">
              <a:off x="3748" y="1515"/>
              <a:ext cx="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2" name=""/>
            <p:cNvSpPr/>
            <p:nvPr/>
          </p:nvSpPr>
          <p:spPr>
            <a:xfrm rot="0">
              <a:off x="3751" y="1525"/>
              <a:ext cx="3" cy="3"/>
            </a:xfrm>
            <a:custGeom>
              <a:avLst/>
              <a:ahLst/>
              <a:rect l="0" t="0" r="r" b="b"/>
              <a:pathLst>
                <a:path w="12" h="11">
                  <a:moveTo>
                    <a:pt x="0" y="6"/>
                  </a:moveTo>
                  <a:lnTo>
                    <a:pt x="3" y="10"/>
                  </a:lnTo>
                  <a:lnTo>
                    <a:pt x="7" y="11"/>
                  </a:lnTo>
                  <a:lnTo>
                    <a:pt x="11" y="10"/>
                  </a:lnTo>
                  <a:lnTo>
                    <a:pt x="12" y="6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3" name=""/>
            <p:cNvSpPr/>
            <p:nvPr/>
          </p:nvSpPr>
          <p:spPr>
            <a:xfrm rot="0">
              <a:off x="3750" y="1525"/>
              <a:ext cx="4" cy="4"/>
            </a:xfrm>
            <a:custGeom>
              <a:avLst/>
              <a:ahLst/>
              <a:rect l="0" t="0" r="r" b="b"/>
              <a:pathLst>
                <a:path w="16" h="17">
                  <a:moveTo>
                    <a:pt x="0" y="9"/>
                  </a:moveTo>
                  <a:lnTo>
                    <a:pt x="1" y="13"/>
                  </a:lnTo>
                  <a:lnTo>
                    <a:pt x="5" y="15"/>
                  </a:lnTo>
                  <a:lnTo>
                    <a:pt x="9" y="17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6" y="9"/>
                  </a:lnTo>
                  <a:lnTo>
                    <a:pt x="15" y="4"/>
                  </a:lnTo>
                  <a:lnTo>
                    <a:pt x="13" y="1"/>
                  </a:lnTo>
                  <a:lnTo>
                    <a:pt x="9" y="0"/>
                  </a:lnTo>
                  <a:lnTo>
                    <a:pt x="5" y="1"/>
                  </a:lnTo>
                  <a:lnTo>
                    <a:pt x="1" y="4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4" name=""/>
            <p:cNvSpPr/>
            <p:nvPr/>
          </p:nvSpPr>
          <p:spPr>
            <a:xfrm rot="0">
              <a:off x="3750" y="1524"/>
              <a:ext cx="5" cy="6"/>
            </a:xfrm>
            <a:custGeom>
              <a:avLst/>
              <a:ahLst/>
              <a:rect l="0" t="0" r="r" b="b"/>
              <a:pathLst>
                <a:path w="22" h="24">
                  <a:moveTo>
                    <a:pt x="22" y="14"/>
                  </a:moveTo>
                  <a:lnTo>
                    <a:pt x="21" y="8"/>
                  </a:lnTo>
                  <a:lnTo>
                    <a:pt x="17" y="4"/>
                  </a:lnTo>
                  <a:lnTo>
                    <a:pt x="12" y="3"/>
                  </a:lnTo>
                  <a:lnTo>
                    <a:pt x="5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2" y="19"/>
                  </a:lnTo>
                  <a:lnTo>
                    <a:pt x="5" y="23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5" name=""/>
            <p:cNvSpPr/>
            <p:nvPr/>
          </p:nvSpPr>
          <p:spPr>
            <a:xfrm rot="0">
              <a:off x="3752" y="1526"/>
              <a:ext cx="1" cy="2"/>
            </a:xfrm>
            <a:custGeom>
              <a:avLst/>
              <a:ahLst/>
              <a:rect l="0" t="0" r="r" b="b"/>
              <a:pathLst>
                <a:path w="5" h="5">
                  <a:moveTo>
                    <a:pt x="0" y="2"/>
                  </a:moveTo>
                  <a:lnTo>
                    <a:pt x="0" y="3"/>
                  </a:lnTo>
                  <a:lnTo>
                    <a:pt x="3" y="5"/>
                  </a:lnTo>
                  <a:lnTo>
                    <a:pt x="4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6" name=""/>
            <p:cNvSpPr/>
            <p:nvPr/>
          </p:nvSpPr>
          <p:spPr>
            <a:xfrm rot="0" flipH="1" flipV="1">
              <a:off x="3754" y="1520"/>
              <a:ext cx="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7" name=""/>
            <p:cNvSpPr/>
            <p:nvPr/>
          </p:nvSpPr>
          <p:spPr>
            <a:xfrm rot="0">
              <a:off x="3784" y="1517"/>
              <a:ext cx="17" cy="54"/>
            </a:xfrm>
            <a:custGeom>
              <a:avLst/>
              <a:ahLst/>
              <a:rect l="0" t="0" r="r" b="b"/>
              <a:pathLst>
                <a:path w="67" h="215">
                  <a:moveTo>
                    <a:pt x="0" y="215"/>
                  </a:moveTo>
                  <a:lnTo>
                    <a:pt x="15" y="195"/>
                  </a:lnTo>
                  <a:lnTo>
                    <a:pt x="41" y="144"/>
                  </a:lnTo>
                  <a:lnTo>
                    <a:pt x="57" y="98"/>
                  </a:lnTo>
                  <a:lnTo>
                    <a:pt x="67" y="46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8" name=""/>
            <p:cNvSpPr/>
            <p:nvPr/>
          </p:nvSpPr>
          <p:spPr>
            <a:xfrm rot="0" flipV="1">
              <a:off x="3098" y="3687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49" name=""/>
            <p:cNvSpPr/>
            <p:nvPr/>
          </p:nvSpPr>
          <p:spPr>
            <a:xfrm rot="0" flipH="1">
              <a:off x="3090" y="3721"/>
              <a:ext cx="5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0" name=""/>
            <p:cNvSpPr/>
            <p:nvPr/>
          </p:nvSpPr>
          <p:spPr>
            <a:xfrm rot="0">
              <a:off x="3103" y="3701"/>
              <a:ext cx="4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1" name=""/>
            <p:cNvSpPr/>
            <p:nvPr/>
          </p:nvSpPr>
          <p:spPr>
            <a:xfrm rot="0" flipV="1">
              <a:off x="3126" y="3698"/>
              <a:ext cx="7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2" name=""/>
            <p:cNvSpPr/>
            <p:nvPr/>
          </p:nvSpPr>
          <p:spPr>
            <a:xfrm rot="0">
              <a:off x="3118" y="3690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3" name=""/>
            <p:cNvSpPr/>
            <p:nvPr/>
          </p:nvSpPr>
          <p:spPr>
            <a:xfrm rot="0" flipV="1">
              <a:off x="3176" y="3691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4" name=""/>
            <p:cNvSpPr/>
            <p:nvPr/>
          </p:nvSpPr>
          <p:spPr>
            <a:xfrm rot="0" flipH="1">
              <a:off x="3162" y="3710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5" name=""/>
            <p:cNvSpPr/>
            <p:nvPr/>
          </p:nvSpPr>
          <p:spPr>
            <a:xfrm rot="0" flipH="1">
              <a:off x="3173" y="3724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6" name=""/>
            <p:cNvSpPr/>
            <p:nvPr/>
          </p:nvSpPr>
          <p:spPr>
            <a:xfrm rot="0" flipV="1">
              <a:off x="3173" y="3737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7" name=""/>
            <p:cNvSpPr/>
            <p:nvPr/>
          </p:nvSpPr>
          <p:spPr>
            <a:xfrm rot="0" flipH="1">
              <a:off x="3185" y="371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8" name=""/>
            <p:cNvSpPr/>
            <p:nvPr/>
          </p:nvSpPr>
          <p:spPr>
            <a:xfrm rot="0">
              <a:off x="3173" y="3713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59" name=""/>
            <p:cNvSpPr/>
            <p:nvPr/>
          </p:nvSpPr>
          <p:spPr>
            <a:xfrm rot="0" flipV="1">
              <a:off x="3196" y="3705"/>
              <a:ext cx="2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0" name=""/>
            <p:cNvSpPr/>
            <p:nvPr/>
          </p:nvSpPr>
          <p:spPr>
            <a:xfrm rot="0" flipV="1">
              <a:off x="3163" y="3754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1" name=""/>
            <p:cNvSpPr/>
            <p:nvPr/>
          </p:nvSpPr>
          <p:spPr>
            <a:xfrm rot="0">
              <a:off x="3162" y="3706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2" name=""/>
            <p:cNvSpPr/>
            <p:nvPr/>
          </p:nvSpPr>
          <p:spPr>
            <a:xfrm rot="0" flipH="1">
              <a:off x="3155" y="3689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3" name=""/>
            <p:cNvSpPr/>
            <p:nvPr/>
          </p:nvSpPr>
          <p:spPr>
            <a:xfrm rot="0" flipV="1">
              <a:off x="3222" y="3713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4" name=""/>
            <p:cNvSpPr/>
            <p:nvPr/>
          </p:nvSpPr>
          <p:spPr>
            <a:xfrm rot="0">
              <a:off x="3222" y="3695"/>
              <a:ext cx="35" cy="18"/>
            </a:xfrm>
            <a:custGeom>
              <a:avLst/>
              <a:ahLst/>
              <a:rect l="0" t="0" r="r" b="b"/>
              <a:pathLst>
                <a:path w="143" h="71">
                  <a:moveTo>
                    <a:pt x="143" y="71"/>
                  </a:moveTo>
                  <a:lnTo>
                    <a:pt x="142" y="58"/>
                  </a:lnTo>
                  <a:lnTo>
                    <a:pt x="138" y="44"/>
                  </a:lnTo>
                  <a:lnTo>
                    <a:pt x="132" y="31"/>
                  </a:lnTo>
                  <a:lnTo>
                    <a:pt x="123" y="21"/>
                  </a:lnTo>
                  <a:lnTo>
                    <a:pt x="111" y="12"/>
                  </a:lnTo>
                  <a:lnTo>
                    <a:pt x="99" y="5"/>
                  </a:lnTo>
                  <a:lnTo>
                    <a:pt x="85" y="1"/>
                  </a:lnTo>
                  <a:lnTo>
                    <a:pt x="71" y="0"/>
                  </a:lnTo>
                  <a:lnTo>
                    <a:pt x="57" y="1"/>
                  </a:lnTo>
                  <a:lnTo>
                    <a:pt x="45" y="5"/>
                  </a:lnTo>
                  <a:lnTo>
                    <a:pt x="32" y="12"/>
                  </a:lnTo>
                  <a:lnTo>
                    <a:pt x="21" y="21"/>
                  </a:lnTo>
                  <a:lnTo>
                    <a:pt x="12" y="31"/>
                  </a:lnTo>
                  <a:lnTo>
                    <a:pt x="5" y="44"/>
                  </a:lnTo>
                  <a:lnTo>
                    <a:pt x="2" y="58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5" name=""/>
            <p:cNvSpPr/>
            <p:nvPr/>
          </p:nvSpPr>
          <p:spPr>
            <a:xfrm rot="0">
              <a:off x="3257" y="3713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6" name=""/>
            <p:cNvSpPr/>
            <p:nvPr/>
          </p:nvSpPr>
          <p:spPr>
            <a:xfrm rot="0">
              <a:off x="3222" y="3742"/>
              <a:ext cx="35" cy="18"/>
            </a:xfrm>
            <a:custGeom>
              <a:avLst/>
              <a:ahLst/>
              <a:rect l="0" t="0" r="r" b="b"/>
              <a:pathLst>
                <a:path w="143" h="72">
                  <a:moveTo>
                    <a:pt x="0" y="0"/>
                  </a:moveTo>
                  <a:lnTo>
                    <a:pt x="2" y="14"/>
                  </a:lnTo>
                  <a:lnTo>
                    <a:pt x="5" y="28"/>
                  </a:lnTo>
                  <a:lnTo>
                    <a:pt x="12" y="41"/>
                  </a:lnTo>
                  <a:lnTo>
                    <a:pt x="21" y="51"/>
                  </a:lnTo>
                  <a:lnTo>
                    <a:pt x="32" y="60"/>
                  </a:lnTo>
                  <a:lnTo>
                    <a:pt x="45" y="66"/>
                  </a:lnTo>
                  <a:lnTo>
                    <a:pt x="57" y="71"/>
                  </a:lnTo>
                  <a:lnTo>
                    <a:pt x="71" y="72"/>
                  </a:lnTo>
                  <a:lnTo>
                    <a:pt x="85" y="71"/>
                  </a:lnTo>
                  <a:lnTo>
                    <a:pt x="99" y="66"/>
                  </a:lnTo>
                  <a:lnTo>
                    <a:pt x="111" y="60"/>
                  </a:lnTo>
                  <a:lnTo>
                    <a:pt x="123" y="51"/>
                  </a:lnTo>
                  <a:lnTo>
                    <a:pt x="132" y="41"/>
                  </a:lnTo>
                  <a:lnTo>
                    <a:pt x="138" y="28"/>
                  </a:lnTo>
                  <a:lnTo>
                    <a:pt x="142" y="14"/>
                  </a:lnTo>
                  <a:lnTo>
                    <a:pt x="1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7" name=""/>
            <p:cNvSpPr/>
            <p:nvPr/>
          </p:nvSpPr>
          <p:spPr>
            <a:xfrm rot="0">
              <a:off x="3247" y="3745"/>
              <a:ext cx="18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8" name=""/>
            <p:cNvSpPr/>
            <p:nvPr/>
          </p:nvSpPr>
          <p:spPr>
            <a:xfrm rot="0" flipV="1">
              <a:off x="3306" y="3737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69" name=""/>
            <p:cNvSpPr/>
            <p:nvPr/>
          </p:nvSpPr>
          <p:spPr>
            <a:xfrm rot="0">
              <a:off x="3292" y="3745"/>
              <a:ext cx="42" cy="20"/>
            </a:xfrm>
            <a:custGeom>
              <a:avLst/>
              <a:ahLst/>
              <a:rect l="0" t="0" r="r" b="b"/>
              <a:pathLst>
                <a:path w="164" h="80">
                  <a:moveTo>
                    <a:pt x="0" y="0"/>
                  </a:moveTo>
                  <a:lnTo>
                    <a:pt x="145" y="80"/>
                  </a:lnTo>
                  <a:lnTo>
                    <a:pt x="164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0" name=""/>
            <p:cNvSpPr/>
            <p:nvPr/>
          </p:nvSpPr>
          <p:spPr>
            <a:xfrm rot="0" flipH="1">
              <a:off x="3292" y="3732"/>
              <a:ext cx="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1" name=""/>
            <p:cNvSpPr/>
            <p:nvPr/>
          </p:nvSpPr>
          <p:spPr>
            <a:xfrm rot="0">
              <a:off x="3306" y="3724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2" name=""/>
            <p:cNvSpPr/>
            <p:nvPr/>
          </p:nvSpPr>
          <p:spPr>
            <a:xfrm rot="0" flipV="1">
              <a:off x="3281" y="3722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3" name=""/>
            <p:cNvSpPr/>
            <p:nvPr/>
          </p:nvSpPr>
          <p:spPr>
            <a:xfrm rot="0" flipV="1">
              <a:off x="3296" y="369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4" name=""/>
            <p:cNvSpPr/>
            <p:nvPr/>
          </p:nvSpPr>
          <p:spPr>
            <a:xfrm rot="0" flipH="1">
              <a:off x="3296" y="3709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5" name=""/>
            <p:cNvSpPr/>
            <p:nvPr/>
          </p:nvSpPr>
          <p:spPr>
            <a:xfrm rot="0" flipH="1">
              <a:off x="3316" y="3683"/>
              <a:ext cx="2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6" name=""/>
            <p:cNvSpPr/>
            <p:nvPr/>
          </p:nvSpPr>
          <p:spPr>
            <a:xfrm rot="0" flipV="1">
              <a:off x="3295" y="3686"/>
              <a:ext cx="2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7" name=""/>
            <p:cNvSpPr/>
            <p:nvPr/>
          </p:nvSpPr>
          <p:spPr>
            <a:xfrm rot="0" flipH="1" flipV="1">
              <a:off x="3295" y="3683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8" name=""/>
            <p:cNvSpPr/>
            <p:nvPr/>
          </p:nvSpPr>
          <p:spPr>
            <a:xfrm rot="0" flipV="1">
              <a:off x="3279" y="3744"/>
              <a:ext cx="13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79" name=""/>
            <p:cNvSpPr/>
            <p:nvPr/>
          </p:nvSpPr>
          <p:spPr>
            <a:xfrm rot="0">
              <a:off x="3338" y="3781"/>
              <a:ext cx="474" cy="1"/>
            </a:xfrm>
            <a:custGeom>
              <a:avLst/>
              <a:ahLst/>
              <a:rect l="0" t="0" r="r" b="b"/>
              <a:pathLst>
                <a:path w="1894" h="0">
                  <a:moveTo>
                    <a:pt x="0" y="0"/>
                  </a:moveTo>
                  <a:lnTo>
                    <a:pt x="315" y="0"/>
                  </a:lnTo>
                  <a:lnTo>
                    <a:pt x="631" y="0"/>
                  </a:lnTo>
                  <a:lnTo>
                    <a:pt x="946" y="0"/>
                  </a:lnTo>
                  <a:lnTo>
                    <a:pt x="1262" y="0"/>
                  </a:lnTo>
                  <a:lnTo>
                    <a:pt x="1577" y="0"/>
                  </a:lnTo>
                  <a:lnTo>
                    <a:pt x="189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0" name=""/>
            <p:cNvSpPr/>
            <p:nvPr/>
          </p:nvSpPr>
          <p:spPr>
            <a:xfrm rot="0" flipV="1">
              <a:off x="3839" y="3691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1" name=""/>
            <p:cNvSpPr/>
            <p:nvPr/>
          </p:nvSpPr>
          <p:spPr>
            <a:xfrm rot="0" flipH="1">
              <a:off x="3825" y="3710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2" name=""/>
            <p:cNvSpPr/>
            <p:nvPr/>
          </p:nvSpPr>
          <p:spPr>
            <a:xfrm rot="0" flipH="1">
              <a:off x="3836" y="3724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3" name=""/>
            <p:cNvSpPr/>
            <p:nvPr/>
          </p:nvSpPr>
          <p:spPr>
            <a:xfrm rot="0" flipV="1">
              <a:off x="3836" y="3737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4" name=""/>
            <p:cNvSpPr/>
            <p:nvPr/>
          </p:nvSpPr>
          <p:spPr>
            <a:xfrm rot="0" flipH="1">
              <a:off x="3849" y="3712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5" name=""/>
            <p:cNvSpPr/>
            <p:nvPr/>
          </p:nvSpPr>
          <p:spPr>
            <a:xfrm rot="0">
              <a:off x="3836" y="3713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6" name=""/>
            <p:cNvSpPr/>
            <p:nvPr/>
          </p:nvSpPr>
          <p:spPr>
            <a:xfrm rot="0" flipV="1">
              <a:off x="3859" y="3705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7" name=""/>
            <p:cNvSpPr/>
            <p:nvPr/>
          </p:nvSpPr>
          <p:spPr>
            <a:xfrm rot="0" flipV="1">
              <a:off x="3826" y="3754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8" name=""/>
            <p:cNvSpPr/>
            <p:nvPr/>
          </p:nvSpPr>
          <p:spPr>
            <a:xfrm rot="0">
              <a:off x="3825" y="3706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89" name=""/>
            <p:cNvSpPr/>
            <p:nvPr/>
          </p:nvSpPr>
          <p:spPr>
            <a:xfrm rot="0" flipH="1">
              <a:off x="3818" y="3689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0" name=""/>
            <p:cNvSpPr/>
            <p:nvPr/>
          </p:nvSpPr>
          <p:spPr>
            <a:xfrm rot="0">
              <a:off x="3885" y="3746"/>
              <a:ext cx="13" cy="13"/>
            </a:xfrm>
            <a:custGeom>
              <a:avLst/>
              <a:ahLst/>
              <a:rect l="0" t="0" r="r" b="b"/>
              <a:pathLst>
                <a:path w="53" h="53">
                  <a:moveTo>
                    <a:pt x="0" y="26"/>
                  </a:moveTo>
                  <a:lnTo>
                    <a:pt x="2" y="35"/>
                  </a:lnTo>
                  <a:lnTo>
                    <a:pt x="5" y="42"/>
                  </a:lnTo>
                  <a:lnTo>
                    <a:pt x="12" y="48"/>
                  </a:lnTo>
                  <a:lnTo>
                    <a:pt x="19" y="52"/>
                  </a:lnTo>
                  <a:lnTo>
                    <a:pt x="27" y="53"/>
                  </a:lnTo>
                  <a:lnTo>
                    <a:pt x="36" y="52"/>
                  </a:lnTo>
                  <a:lnTo>
                    <a:pt x="43" y="48"/>
                  </a:lnTo>
                  <a:lnTo>
                    <a:pt x="48" y="42"/>
                  </a:lnTo>
                  <a:lnTo>
                    <a:pt x="52" y="35"/>
                  </a:lnTo>
                  <a:lnTo>
                    <a:pt x="53" y="26"/>
                  </a:lnTo>
                  <a:lnTo>
                    <a:pt x="52" y="19"/>
                  </a:lnTo>
                  <a:lnTo>
                    <a:pt x="48" y="11"/>
                  </a:lnTo>
                  <a:lnTo>
                    <a:pt x="43" y="5"/>
                  </a:lnTo>
                  <a:lnTo>
                    <a:pt x="36" y="1"/>
                  </a:lnTo>
                  <a:lnTo>
                    <a:pt x="27" y="0"/>
                  </a:lnTo>
                  <a:lnTo>
                    <a:pt x="19" y="1"/>
                  </a:lnTo>
                  <a:lnTo>
                    <a:pt x="12" y="5"/>
                  </a:lnTo>
                  <a:lnTo>
                    <a:pt x="5" y="11"/>
                  </a:lnTo>
                  <a:lnTo>
                    <a:pt x="2" y="19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1" name=""/>
            <p:cNvSpPr/>
            <p:nvPr/>
          </p:nvSpPr>
          <p:spPr>
            <a:xfrm rot="0">
              <a:off x="3884" y="3745"/>
              <a:ext cx="15" cy="15"/>
            </a:xfrm>
            <a:custGeom>
              <a:avLst/>
              <a:ahLst/>
              <a:rect l="0" t="0" r="r" b="b"/>
              <a:pathLst>
                <a:path w="60" h="61">
                  <a:moveTo>
                    <a:pt x="60" y="30"/>
                  </a:moveTo>
                  <a:lnTo>
                    <a:pt x="59" y="22"/>
                  </a:lnTo>
                  <a:lnTo>
                    <a:pt x="55" y="13"/>
                  </a:lnTo>
                  <a:lnTo>
                    <a:pt x="49" y="6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2" y="6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0" y="30"/>
                  </a:lnTo>
                  <a:lnTo>
                    <a:pt x="1" y="39"/>
                  </a:lnTo>
                  <a:lnTo>
                    <a:pt x="6" y="48"/>
                  </a:lnTo>
                  <a:lnTo>
                    <a:pt x="12" y="56"/>
                  </a:lnTo>
                  <a:lnTo>
                    <a:pt x="21" y="59"/>
                  </a:lnTo>
                  <a:lnTo>
                    <a:pt x="30" y="61"/>
                  </a:lnTo>
                  <a:lnTo>
                    <a:pt x="40" y="59"/>
                  </a:lnTo>
                  <a:lnTo>
                    <a:pt x="49" y="56"/>
                  </a:lnTo>
                  <a:lnTo>
                    <a:pt x="55" y="48"/>
                  </a:lnTo>
                  <a:lnTo>
                    <a:pt x="59" y="39"/>
                  </a:lnTo>
                  <a:lnTo>
                    <a:pt x="6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2" name=""/>
            <p:cNvSpPr/>
            <p:nvPr/>
          </p:nvSpPr>
          <p:spPr>
            <a:xfrm rot="0" flipV="1">
              <a:off x="3108" y="3452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3" name=""/>
            <p:cNvSpPr/>
            <p:nvPr/>
          </p:nvSpPr>
          <p:spPr>
            <a:xfrm rot="0" flipH="1">
              <a:off x="3101" y="3485"/>
              <a:ext cx="53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4" name=""/>
            <p:cNvSpPr/>
            <p:nvPr/>
          </p:nvSpPr>
          <p:spPr>
            <a:xfrm rot="0">
              <a:off x="3113" y="3466"/>
              <a:ext cx="5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5" name=""/>
            <p:cNvSpPr/>
            <p:nvPr/>
          </p:nvSpPr>
          <p:spPr>
            <a:xfrm rot="0" flipV="1">
              <a:off x="3136" y="3462"/>
              <a:ext cx="8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6" name=""/>
            <p:cNvSpPr/>
            <p:nvPr/>
          </p:nvSpPr>
          <p:spPr>
            <a:xfrm rot="0">
              <a:off x="3128" y="3455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7" name=""/>
            <p:cNvSpPr/>
            <p:nvPr/>
          </p:nvSpPr>
          <p:spPr>
            <a:xfrm rot="0" flipV="1">
              <a:off x="3186" y="3456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8" name=""/>
            <p:cNvSpPr/>
            <p:nvPr/>
          </p:nvSpPr>
          <p:spPr>
            <a:xfrm rot="0" flipH="1">
              <a:off x="3172" y="3475"/>
              <a:ext cx="3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899" name=""/>
            <p:cNvSpPr/>
            <p:nvPr/>
          </p:nvSpPr>
          <p:spPr>
            <a:xfrm rot="0" flipH="1">
              <a:off x="3183" y="3488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0" name=""/>
            <p:cNvSpPr/>
            <p:nvPr/>
          </p:nvSpPr>
          <p:spPr>
            <a:xfrm rot="0" flipV="1">
              <a:off x="3183" y="3501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1" name=""/>
            <p:cNvSpPr/>
            <p:nvPr/>
          </p:nvSpPr>
          <p:spPr>
            <a:xfrm rot="0" flipH="1">
              <a:off x="3196" y="347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2" name=""/>
            <p:cNvSpPr/>
            <p:nvPr/>
          </p:nvSpPr>
          <p:spPr>
            <a:xfrm rot="0">
              <a:off x="3183" y="3477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3" name=""/>
            <p:cNvSpPr/>
            <p:nvPr/>
          </p:nvSpPr>
          <p:spPr>
            <a:xfrm rot="0" flipV="1">
              <a:off x="3206" y="3470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4" name=""/>
            <p:cNvSpPr/>
            <p:nvPr/>
          </p:nvSpPr>
          <p:spPr>
            <a:xfrm rot="0" flipV="1">
              <a:off x="3173" y="3518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5" name=""/>
            <p:cNvSpPr/>
            <p:nvPr/>
          </p:nvSpPr>
          <p:spPr>
            <a:xfrm rot="0">
              <a:off x="3172" y="347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6" name=""/>
            <p:cNvSpPr/>
            <p:nvPr/>
          </p:nvSpPr>
          <p:spPr>
            <a:xfrm rot="0" flipH="1">
              <a:off x="3165" y="3454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7" name=""/>
            <p:cNvSpPr/>
            <p:nvPr/>
          </p:nvSpPr>
          <p:spPr>
            <a:xfrm rot="0">
              <a:off x="3232" y="3460"/>
              <a:ext cx="18" cy="64"/>
            </a:xfrm>
            <a:custGeom>
              <a:avLst/>
              <a:ahLst/>
              <a:rect l="0" t="0" r="r" b="b"/>
              <a:pathLst>
                <a:path w="71" h="258">
                  <a:moveTo>
                    <a:pt x="0" y="258"/>
                  </a:moveTo>
                  <a:lnTo>
                    <a:pt x="0" y="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8" name=""/>
            <p:cNvSpPr/>
            <p:nvPr/>
          </p:nvSpPr>
          <p:spPr>
            <a:xfrm rot="0">
              <a:off x="3250" y="3460"/>
              <a:ext cx="18" cy="35"/>
            </a:xfrm>
            <a:custGeom>
              <a:avLst/>
              <a:ahLst/>
              <a:rect l="0" t="0" r="r" b="b"/>
              <a:pathLst>
                <a:path w="72" h="143">
                  <a:moveTo>
                    <a:pt x="0" y="143"/>
                  </a:moveTo>
                  <a:lnTo>
                    <a:pt x="15" y="141"/>
                  </a:lnTo>
                  <a:lnTo>
                    <a:pt x="27" y="138"/>
                  </a:lnTo>
                  <a:lnTo>
                    <a:pt x="40" y="131"/>
                  </a:lnTo>
                  <a:lnTo>
                    <a:pt x="51" y="122"/>
                  </a:lnTo>
                  <a:lnTo>
                    <a:pt x="60" y="111"/>
                  </a:lnTo>
                  <a:lnTo>
                    <a:pt x="67" y="98"/>
                  </a:lnTo>
                  <a:lnTo>
                    <a:pt x="70" y="86"/>
                  </a:lnTo>
                  <a:lnTo>
                    <a:pt x="72" y="71"/>
                  </a:lnTo>
                  <a:lnTo>
                    <a:pt x="70" y="57"/>
                  </a:lnTo>
                  <a:lnTo>
                    <a:pt x="67" y="44"/>
                  </a:lnTo>
                  <a:lnTo>
                    <a:pt x="60" y="32"/>
                  </a:lnTo>
                  <a:lnTo>
                    <a:pt x="51" y="20"/>
                  </a:lnTo>
                  <a:lnTo>
                    <a:pt x="40" y="11"/>
                  </a:lnTo>
                  <a:lnTo>
                    <a:pt x="27" y="5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09" name=""/>
            <p:cNvSpPr/>
            <p:nvPr/>
          </p:nvSpPr>
          <p:spPr>
            <a:xfrm rot="0" flipH="1">
              <a:off x="3232" y="3495"/>
              <a:ext cx="1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0" name=""/>
            <p:cNvSpPr/>
            <p:nvPr/>
          </p:nvSpPr>
          <p:spPr>
            <a:xfrm rot="0" flipV="1">
              <a:off x="3309" y="3501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1" name=""/>
            <p:cNvSpPr/>
            <p:nvPr/>
          </p:nvSpPr>
          <p:spPr>
            <a:xfrm rot="0">
              <a:off x="3296" y="3510"/>
              <a:ext cx="41" cy="20"/>
            </a:xfrm>
            <a:custGeom>
              <a:avLst/>
              <a:ahLst/>
              <a:rect l="0" t="0" r="r" b="b"/>
              <a:pathLst>
                <a:path w="163" h="79">
                  <a:moveTo>
                    <a:pt x="0" y="0"/>
                  </a:moveTo>
                  <a:lnTo>
                    <a:pt x="144" y="79"/>
                  </a:lnTo>
                  <a:lnTo>
                    <a:pt x="163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2" name=""/>
            <p:cNvSpPr/>
            <p:nvPr/>
          </p:nvSpPr>
          <p:spPr>
            <a:xfrm rot="0" flipH="1">
              <a:off x="3295" y="3496"/>
              <a:ext cx="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3" name=""/>
            <p:cNvSpPr/>
            <p:nvPr/>
          </p:nvSpPr>
          <p:spPr>
            <a:xfrm rot="0">
              <a:off x="3309" y="3489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4" name=""/>
            <p:cNvSpPr/>
            <p:nvPr/>
          </p:nvSpPr>
          <p:spPr>
            <a:xfrm rot="0" flipV="1">
              <a:off x="3285" y="3486"/>
              <a:ext cx="4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5" name=""/>
            <p:cNvSpPr/>
            <p:nvPr/>
          </p:nvSpPr>
          <p:spPr>
            <a:xfrm rot="0" flipV="1">
              <a:off x="3300" y="3462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6" name=""/>
            <p:cNvSpPr/>
            <p:nvPr/>
          </p:nvSpPr>
          <p:spPr>
            <a:xfrm rot="0" flipH="1">
              <a:off x="3300" y="3474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7" name=""/>
            <p:cNvSpPr/>
            <p:nvPr/>
          </p:nvSpPr>
          <p:spPr>
            <a:xfrm rot="0" flipH="1">
              <a:off x="3320" y="3447"/>
              <a:ext cx="2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8" name=""/>
            <p:cNvSpPr/>
            <p:nvPr/>
          </p:nvSpPr>
          <p:spPr>
            <a:xfrm rot="0" flipV="1">
              <a:off x="3299" y="3451"/>
              <a:ext cx="2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19" name=""/>
            <p:cNvSpPr/>
            <p:nvPr/>
          </p:nvSpPr>
          <p:spPr>
            <a:xfrm rot="0" flipH="1" flipV="1">
              <a:off x="3299" y="3448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0" name=""/>
            <p:cNvSpPr/>
            <p:nvPr/>
          </p:nvSpPr>
          <p:spPr>
            <a:xfrm rot="0" flipV="1">
              <a:off x="3282" y="3509"/>
              <a:ext cx="13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1" name=""/>
            <p:cNvSpPr/>
            <p:nvPr/>
          </p:nvSpPr>
          <p:spPr>
            <a:xfrm rot="0">
              <a:off x="3341" y="3546"/>
              <a:ext cx="474" cy="1"/>
            </a:xfrm>
            <a:custGeom>
              <a:avLst/>
              <a:ahLst/>
              <a:rect l="0" t="0" r="r" b="b"/>
              <a:pathLst>
                <a:path w="1894" h="0">
                  <a:moveTo>
                    <a:pt x="0" y="0"/>
                  </a:moveTo>
                  <a:lnTo>
                    <a:pt x="315" y="0"/>
                  </a:lnTo>
                  <a:lnTo>
                    <a:pt x="630" y="0"/>
                  </a:lnTo>
                  <a:lnTo>
                    <a:pt x="947" y="0"/>
                  </a:lnTo>
                  <a:lnTo>
                    <a:pt x="1263" y="0"/>
                  </a:lnTo>
                  <a:lnTo>
                    <a:pt x="1578" y="0"/>
                  </a:lnTo>
                  <a:lnTo>
                    <a:pt x="189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2" name=""/>
            <p:cNvSpPr/>
            <p:nvPr/>
          </p:nvSpPr>
          <p:spPr>
            <a:xfrm rot="0" flipV="1">
              <a:off x="3842" y="3456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3" name=""/>
            <p:cNvSpPr/>
            <p:nvPr/>
          </p:nvSpPr>
          <p:spPr>
            <a:xfrm rot="0" flipH="1">
              <a:off x="3828" y="3475"/>
              <a:ext cx="3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4" name=""/>
            <p:cNvSpPr/>
            <p:nvPr/>
          </p:nvSpPr>
          <p:spPr>
            <a:xfrm rot="0" flipH="1">
              <a:off x="3839" y="3488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5" name=""/>
            <p:cNvSpPr/>
            <p:nvPr/>
          </p:nvSpPr>
          <p:spPr>
            <a:xfrm rot="0" flipV="1">
              <a:off x="3839" y="3501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6" name=""/>
            <p:cNvSpPr/>
            <p:nvPr/>
          </p:nvSpPr>
          <p:spPr>
            <a:xfrm rot="0" flipH="1">
              <a:off x="3852" y="347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7" name=""/>
            <p:cNvSpPr/>
            <p:nvPr/>
          </p:nvSpPr>
          <p:spPr>
            <a:xfrm rot="0">
              <a:off x="3839" y="3477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8" name=""/>
            <p:cNvSpPr/>
            <p:nvPr/>
          </p:nvSpPr>
          <p:spPr>
            <a:xfrm rot="0" flipV="1">
              <a:off x="3862" y="3470"/>
              <a:ext cx="3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29" name=""/>
            <p:cNvSpPr/>
            <p:nvPr/>
          </p:nvSpPr>
          <p:spPr>
            <a:xfrm rot="0" flipV="1">
              <a:off x="3829" y="3518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0" name=""/>
            <p:cNvSpPr/>
            <p:nvPr/>
          </p:nvSpPr>
          <p:spPr>
            <a:xfrm rot="0">
              <a:off x="3828" y="347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1" name=""/>
            <p:cNvSpPr/>
            <p:nvPr/>
          </p:nvSpPr>
          <p:spPr>
            <a:xfrm rot="0" flipH="1">
              <a:off x="3822" y="3454"/>
              <a:ext cx="49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2" name=""/>
            <p:cNvSpPr/>
            <p:nvPr/>
          </p:nvSpPr>
          <p:spPr>
            <a:xfrm rot="0">
              <a:off x="3886" y="3503"/>
              <a:ext cx="8" cy="8"/>
            </a:xfrm>
            <a:custGeom>
              <a:avLst/>
              <a:ahLst/>
              <a:rect l="0" t="0" r="r" b="b"/>
              <a:pathLst>
                <a:path w="30" h="31">
                  <a:moveTo>
                    <a:pt x="0" y="15"/>
                  </a:moveTo>
                  <a:lnTo>
                    <a:pt x="1" y="20"/>
                  </a:lnTo>
                  <a:lnTo>
                    <a:pt x="4" y="25"/>
                  </a:lnTo>
                  <a:lnTo>
                    <a:pt x="9" y="29"/>
                  </a:lnTo>
                  <a:lnTo>
                    <a:pt x="15" y="31"/>
                  </a:lnTo>
                  <a:lnTo>
                    <a:pt x="20" y="29"/>
                  </a:lnTo>
                  <a:lnTo>
                    <a:pt x="25" y="25"/>
                  </a:lnTo>
                  <a:lnTo>
                    <a:pt x="29" y="20"/>
                  </a:lnTo>
                  <a:lnTo>
                    <a:pt x="30" y="15"/>
                  </a:lnTo>
                  <a:lnTo>
                    <a:pt x="29" y="9"/>
                  </a:lnTo>
                  <a:lnTo>
                    <a:pt x="25" y="4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9" y="0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3" name=""/>
            <p:cNvSpPr/>
            <p:nvPr/>
          </p:nvSpPr>
          <p:spPr>
            <a:xfrm rot="0">
              <a:off x="3887" y="3504"/>
              <a:ext cx="6" cy="6"/>
            </a:xfrm>
            <a:custGeom>
              <a:avLst/>
              <a:ahLst/>
              <a:rect l="0" t="0" r="r" b="b"/>
              <a:pathLst>
                <a:path w="22" h="23">
                  <a:moveTo>
                    <a:pt x="22" y="11"/>
                  </a:moveTo>
                  <a:lnTo>
                    <a:pt x="21" y="5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5" y="1"/>
                  </a:lnTo>
                  <a:lnTo>
                    <a:pt x="1" y="5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5" y="20"/>
                  </a:lnTo>
                  <a:lnTo>
                    <a:pt x="11" y="23"/>
                  </a:lnTo>
                  <a:lnTo>
                    <a:pt x="16" y="20"/>
                  </a:lnTo>
                  <a:lnTo>
                    <a:pt x="21" y="16"/>
                  </a:lnTo>
                  <a:lnTo>
                    <a:pt x="22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4" name=""/>
            <p:cNvSpPr/>
            <p:nvPr/>
          </p:nvSpPr>
          <p:spPr>
            <a:xfrm rot="0">
              <a:off x="3888" y="3505"/>
              <a:ext cx="4" cy="4"/>
            </a:xfrm>
            <a:custGeom>
              <a:avLst/>
              <a:ahLst/>
              <a:rect l="0" t="0" r="r" b="b"/>
              <a:pathLst>
                <a:path w="15" h="15">
                  <a:moveTo>
                    <a:pt x="15" y="7"/>
                  </a:moveTo>
                  <a:lnTo>
                    <a:pt x="14" y="4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4"/>
                  </a:lnTo>
                  <a:lnTo>
                    <a:pt x="0" y="7"/>
                  </a:lnTo>
                  <a:lnTo>
                    <a:pt x="2" y="11"/>
                  </a:lnTo>
                  <a:lnTo>
                    <a:pt x="4" y="14"/>
                  </a:lnTo>
                  <a:lnTo>
                    <a:pt x="8" y="15"/>
                  </a:lnTo>
                  <a:lnTo>
                    <a:pt x="12" y="14"/>
                  </a:lnTo>
                  <a:lnTo>
                    <a:pt x="14" y="11"/>
                  </a:lnTo>
                  <a:lnTo>
                    <a:pt x="15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5" name=""/>
            <p:cNvSpPr/>
            <p:nvPr/>
          </p:nvSpPr>
          <p:spPr>
            <a:xfrm rot="0">
              <a:off x="3889" y="3506"/>
              <a:ext cx="2" cy="2"/>
            </a:xfrm>
            <a:custGeom>
              <a:avLst/>
              <a:ahLst/>
              <a:rect l="0" t="0" r="r" b="b"/>
              <a:pathLst>
                <a:path w="8" h="7">
                  <a:moveTo>
                    <a:pt x="8" y="3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3"/>
                  </a:lnTo>
                  <a:lnTo>
                    <a:pt x="1" y="6"/>
                  </a:lnTo>
                  <a:lnTo>
                    <a:pt x="4" y="7"/>
                  </a:lnTo>
                  <a:lnTo>
                    <a:pt x="6" y="6"/>
                  </a:lnTo>
                  <a:lnTo>
                    <a:pt x="8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6" name=""/>
            <p:cNvSpPr/>
            <p:nvPr/>
          </p:nvSpPr>
          <p:spPr>
            <a:xfrm rot="0">
              <a:off x="3882" y="3508"/>
              <a:ext cx="12" cy="14"/>
            </a:xfrm>
            <a:custGeom>
              <a:avLst/>
              <a:ahLst/>
              <a:rect l="0" t="0" r="r" b="b"/>
              <a:pathLst>
                <a:path w="45" h="57">
                  <a:moveTo>
                    <a:pt x="45" y="0"/>
                  </a:moveTo>
                  <a:lnTo>
                    <a:pt x="45" y="19"/>
                  </a:lnTo>
                  <a:lnTo>
                    <a:pt x="37" y="38"/>
                  </a:lnTo>
                  <a:lnTo>
                    <a:pt x="19" y="53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37" name=""/>
            <p:cNvSpPr/>
            <p:nvPr/>
          </p:nvSpPr>
          <p:spPr>
            <a:xfrm rot="0">
              <a:off x="458" y="2656"/>
              <a:ext cx="1" cy="15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57938" name=""/>
          <p:cNvSpPr/>
          <p:nvPr/>
        </p:nvSpPr>
        <p:spPr>
          <a:xfrm rot="0" flipH="1">
            <a:off x="727075" y="4457700"/>
            <a:ext cx="27781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7939" name=""/>
          <p:cNvSpPr/>
          <p:nvPr/>
        </p:nvSpPr>
        <p:spPr>
          <a:xfrm rot="0">
            <a:off x="6802437" y="2706687"/>
            <a:ext cx="25400" cy="12700"/>
          </a:xfrm>
          <a:custGeom>
            <a:avLst/>
            <a:ahLst/>
            <a:rect l="0" t="0" r="r" b="b"/>
            <a:pathLst>
              <a:path w="65" h="33">
                <a:moveTo>
                  <a:pt x="32" y="33"/>
                </a:moveTo>
                <a:lnTo>
                  <a:pt x="0" y="33"/>
                </a:lnTo>
                <a:lnTo>
                  <a:pt x="2" y="23"/>
                </a:lnTo>
                <a:lnTo>
                  <a:pt x="5" y="14"/>
                </a:lnTo>
                <a:lnTo>
                  <a:pt x="13" y="6"/>
                </a:lnTo>
                <a:lnTo>
                  <a:pt x="22" y="3"/>
                </a:lnTo>
                <a:lnTo>
                  <a:pt x="32" y="0"/>
                </a:lnTo>
                <a:lnTo>
                  <a:pt x="42" y="3"/>
                </a:lnTo>
                <a:lnTo>
                  <a:pt x="51" y="6"/>
                </a:lnTo>
                <a:lnTo>
                  <a:pt x="58" y="14"/>
                </a:lnTo>
                <a:lnTo>
                  <a:pt x="62" y="23"/>
                </a:lnTo>
                <a:lnTo>
                  <a:pt x="65" y="33"/>
                </a:lnTo>
                <a:lnTo>
                  <a:pt x="32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7940" name=""/>
          <p:cNvSpPr/>
          <p:nvPr/>
        </p:nvSpPr>
        <p:spPr>
          <a:xfrm rot="0">
            <a:off x="6802437" y="2706687"/>
            <a:ext cx="25400" cy="12700"/>
          </a:xfrm>
          <a:custGeom>
            <a:avLst/>
            <a:ahLst/>
            <a:rect l="0" t="0" r="r" b="b"/>
            <a:pathLst>
              <a:path w="65" h="33">
                <a:moveTo>
                  <a:pt x="0" y="33"/>
                </a:moveTo>
                <a:lnTo>
                  <a:pt x="2" y="23"/>
                </a:lnTo>
                <a:lnTo>
                  <a:pt x="5" y="14"/>
                </a:lnTo>
                <a:lnTo>
                  <a:pt x="13" y="6"/>
                </a:lnTo>
                <a:lnTo>
                  <a:pt x="22" y="3"/>
                </a:lnTo>
                <a:lnTo>
                  <a:pt x="32" y="0"/>
                </a:lnTo>
                <a:lnTo>
                  <a:pt x="42" y="3"/>
                </a:lnTo>
                <a:lnTo>
                  <a:pt x="51" y="6"/>
                </a:lnTo>
                <a:lnTo>
                  <a:pt x="58" y="14"/>
                </a:lnTo>
                <a:lnTo>
                  <a:pt x="62" y="23"/>
                </a:lnTo>
                <a:lnTo>
                  <a:pt x="65" y="3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7941" name=""/>
          <p:cNvSpPr/>
          <p:nvPr/>
        </p:nvSpPr>
        <p:spPr>
          <a:xfrm rot="0">
            <a:off x="6802437" y="2719387"/>
            <a:ext cx="25400" cy="242887"/>
          </a:xfrm>
          <a:custGeom>
            <a:avLst/>
            <a:ahLst/>
            <a:rect l="0" t="0" r="r" b="b"/>
            <a:pathLst>
              <a:path w="65" h="608">
                <a:moveTo>
                  <a:pt x="65" y="0"/>
                </a:moveTo>
                <a:lnTo>
                  <a:pt x="32" y="0"/>
                </a:lnTo>
                <a:lnTo>
                  <a:pt x="0" y="0"/>
                </a:lnTo>
                <a:lnTo>
                  <a:pt x="0" y="608"/>
                </a:lnTo>
                <a:lnTo>
                  <a:pt x="32" y="608"/>
                </a:lnTo>
                <a:lnTo>
                  <a:pt x="65" y="608"/>
                </a:lnTo>
                <a:lnTo>
                  <a:pt x="6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7942" name=""/>
          <p:cNvSpPr/>
          <p:nvPr/>
        </p:nvSpPr>
        <p:spPr>
          <a:xfrm rot="0">
            <a:off x="6802437" y="2719387"/>
            <a:ext cx="25400" cy="242887"/>
          </a:xfrm>
          <a:custGeom>
            <a:avLst/>
            <a:ahLst/>
            <a:rect l="0" t="0" r="r" b="b"/>
            <a:pathLst>
              <a:path w="65" h="608">
                <a:moveTo>
                  <a:pt x="65" y="0"/>
                </a:moveTo>
                <a:lnTo>
                  <a:pt x="32" y="0"/>
                </a:lnTo>
                <a:lnTo>
                  <a:pt x="0" y="0"/>
                </a:lnTo>
                <a:lnTo>
                  <a:pt x="0" y="608"/>
                </a:lnTo>
                <a:lnTo>
                  <a:pt x="32" y="608"/>
                </a:lnTo>
                <a:lnTo>
                  <a:pt x="65" y="608"/>
                </a:lnTo>
                <a:lnTo>
                  <a:pt x="6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7943" name=""/>
          <p:cNvSpPr/>
          <p:nvPr/>
        </p:nvSpPr>
        <p:spPr>
          <a:xfrm rot="0">
            <a:off x="6802437" y="2962275"/>
            <a:ext cx="25400" cy="11112"/>
          </a:xfrm>
          <a:custGeom>
            <a:avLst/>
            <a:ahLst/>
            <a:rect l="0" t="0" r="r" b="b"/>
            <a:pathLst>
              <a:path w="65" h="32">
                <a:moveTo>
                  <a:pt x="32" y="0"/>
                </a:moveTo>
                <a:lnTo>
                  <a:pt x="65" y="0"/>
                </a:lnTo>
                <a:lnTo>
                  <a:pt x="62" y="10"/>
                </a:lnTo>
                <a:lnTo>
                  <a:pt x="58" y="19"/>
                </a:lnTo>
                <a:lnTo>
                  <a:pt x="51" y="27"/>
                </a:lnTo>
                <a:lnTo>
                  <a:pt x="42" y="30"/>
                </a:lnTo>
                <a:lnTo>
                  <a:pt x="32" y="32"/>
                </a:lnTo>
                <a:lnTo>
                  <a:pt x="22" y="30"/>
                </a:lnTo>
                <a:lnTo>
                  <a:pt x="13" y="27"/>
                </a:lnTo>
                <a:lnTo>
                  <a:pt x="5" y="19"/>
                </a:lnTo>
                <a:lnTo>
                  <a:pt x="2" y="10"/>
                </a:lnTo>
                <a:lnTo>
                  <a:pt x="0" y="0"/>
                </a:lnTo>
                <a:lnTo>
                  <a:pt x="32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7944" name=""/>
          <p:cNvSpPr/>
          <p:nvPr/>
        </p:nvSpPr>
        <p:spPr>
          <a:xfrm rot="0">
            <a:off x="6802437" y="2962275"/>
            <a:ext cx="25400" cy="11112"/>
          </a:xfrm>
          <a:custGeom>
            <a:avLst/>
            <a:ahLst/>
            <a:rect l="0" t="0" r="r" b="b"/>
            <a:pathLst>
              <a:path w="65" h="32">
                <a:moveTo>
                  <a:pt x="65" y="0"/>
                </a:moveTo>
                <a:lnTo>
                  <a:pt x="62" y="10"/>
                </a:lnTo>
                <a:lnTo>
                  <a:pt x="58" y="19"/>
                </a:lnTo>
                <a:lnTo>
                  <a:pt x="51" y="27"/>
                </a:lnTo>
                <a:lnTo>
                  <a:pt x="42" y="30"/>
                </a:lnTo>
                <a:lnTo>
                  <a:pt x="32" y="32"/>
                </a:lnTo>
                <a:lnTo>
                  <a:pt x="22" y="30"/>
                </a:lnTo>
                <a:lnTo>
                  <a:pt x="13" y="27"/>
                </a:lnTo>
                <a:lnTo>
                  <a:pt x="5" y="19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7945" name=""/>
          <p:cNvSpPr/>
          <p:nvPr/>
        </p:nvSpPr>
        <p:spPr>
          <a:xfrm rot="0">
            <a:off x="7092950" y="2947987"/>
            <a:ext cx="12700" cy="25400"/>
          </a:xfrm>
          <a:custGeom>
            <a:avLst/>
            <a:ahLst/>
            <a:rect l="0" t="0" r="r" b="b"/>
            <a:pathLst>
              <a:path w="33" h="65">
                <a:moveTo>
                  <a:pt x="0" y="33"/>
                </a:moveTo>
                <a:lnTo>
                  <a:pt x="0" y="0"/>
                </a:lnTo>
                <a:lnTo>
                  <a:pt x="10" y="3"/>
                </a:lnTo>
                <a:lnTo>
                  <a:pt x="19" y="7"/>
                </a:lnTo>
                <a:lnTo>
                  <a:pt x="27" y="14"/>
                </a:lnTo>
                <a:lnTo>
                  <a:pt x="31" y="23"/>
                </a:lnTo>
                <a:lnTo>
                  <a:pt x="33" y="33"/>
                </a:lnTo>
                <a:lnTo>
                  <a:pt x="31" y="43"/>
                </a:lnTo>
                <a:lnTo>
                  <a:pt x="27" y="52"/>
                </a:lnTo>
                <a:lnTo>
                  <a:pt x="19" y="60"/>
                </a:lnTo>
                <a:lnTo>
                  <a:pt x="10" y="63"/>
                </a:lnTo>
                <a:lnTo>
                  <a:pt x="0" y="65"/>
                </a:lnTo>
                <a:lnTo>
                  <a:pt x="0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7946" name=""/>
          <p:cNvSpPr/>
          <p:nvPr/>
        </p:nvSpPr>
        <p:spPr>
          <a:xfrm rot="0">
            <a:off x="7092950" y="2947987"/>
            <a:ext cx="12700" cy="25400"/>
          </a:xfrm>
          <a:custGeom>
            <a:avLst/>
            <a:ahLst/>
            <a:rect l="0" t="0" r="r" b="b"/>
            <a:pathLst>
              <a:path w="33" h="65">
                <a:moveTo>
                  <a:pt x="0" y="0"/>
                </a:moveTo>
                <a:lnTo>
                  <a:pt x="10" y="3"/>
                </a:lnTo>
                <a:lnTo>
                  <a:pt x="19" y="7"/>
                </a:lnTo>
                <a:lnTo>
                  <a:pt x="27" y="14"/>
                </a:lnTo>
                <a:lnTo>
                  <a:pt x="31" y="23"/>
                </a:lnTo>
                <a:lnTo>
                  <a:pt x="33" y="33"/>
                </a:lnTo>
                <a:lnTo>
                  <a:pt x="31" y="43"/>
                </a:lnTo>
                <a:lnTo>
                  <a:pt x="27" y="52"/>
                </a:lnTo>
                <a:lnTo>
                  <a:pt x="19" y="60"/>
                </a:lnTo>
                <a:lnTo>
                  <a:pt x="10" y="63"/>
                </a:lnTo>
                <a:lnTo>
                  <a:pt x="0" y="6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7947" name=""/>
          <p:cNvSpPr/>
          <p:nvPr/>
        </p:nvSpPr>
        <p:spPr>
          <a:xfrm rot="0">
            <a:off x="6815137" y="2947987"/>
            <a:ext cx="277812" cy="25400"/>
          </a:xfrm>
          <a:custGeom>
            <a:avLst/>
            <a:ahLst/>
            <a:rect l="0" t="0" r="r" b="b"/>
            <a:pathLst>
              <a:path w="699" h="65">
                <a:moveTo>
                  <a:pt x="699" y="65"/>
                </a:moveTo>
                <a:lnTo>
                  <a:pt x="699" y="33"/>
                </a:lnTo>
                <a:lnTo>
                  <a:pt x="699" y="0"/>
                </a:lnTo>
                <a:lnTo>
                  <a:pt x="0" y="0"/>
                </a:lnTo>
                <a:lnTo>
                  <a:pt x="0" y="33"/>
                </a:lnTo>
                <a:lnTo>
                  <a:pt x="0" y="65"/>
                </a:lnTo>
                <a:lnTo>
                  <a:pt x="699" y="6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7948" name=""/>
          <p:cNvSpPr/>
          <p:nvPr/>
        </p:nvSpPr>
        <p:spPr>
          <a:xfrm rot="0">
            <a:off x="6815137" y="2947987"/>
            <a:ext cx="277812" cy="25400"/>
          </a:xfrm>
          <a:custGeom>
            <a:avLst/>
            <a:ahLst/>
            <a:rect l="0" t="0" r="r" b="b"/>
            <a:pathLst>
              <a:path w="699" h="65">
                <a:moveTo>
                  <a:pt x="699" y="65"/>
                </a:moveTo>
                <a:lnTo>
                  <a:pt x="699" y="33"/>
                </a:lnTo>
                <a:lnTo>
                  <a:pt x="699" y="0"/>
                </a:lnTo>
                <a:lnTo>
                  <a:pt x="0" y="0"/>
                </a:lnTo>
                <a:lnTo>
                  <a:pt x="0" y="33"/>
                </a:lnTo>
                <a:lnTo>
                  <a:pt x="0" y="65"/>
                </a:lnTo>
                <a:lnTo>
                  <a:pt x="699" y="6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7949" name=""/>
          <p:cNvSpPr/>
          <p:nvPr/>
        </p:nvSpPr>
        <p:spPr>
          <a:xfrm rot="0">
            <a:off x="6802437" y="2947987"/>
            <a:ext cx="12700" cy="25400"/>
          </a:xfrm>
          <a:custGeom>
            <a:avLst/>
            <a:ahLst/>
            <a:rect l="0" t="0" r="r" b="b"/>
            <a:pathLst>
              <a:path w="31" h="65">
                <a:moveTo>
                  <a:pt x="31" y="33"/>
                </a:moveTo>
                <a:lnTo>
                  <a:pt x="31" y="65"/>
                </a:lnTo>
                <a:lnTo>
                  <a:pt x="21" y="63"/>
                </a:lnTo>
                <a:lnTo>
                  <a:pt x="12" y="60"/>
                </a:lnTo>
                <a:lnTo>
                  <a:pt x="5" y="52"/>
                </a:lnTo>
                <a:lnTo>
                  <a:pt x="1" y="43"/>
                </a:lnTo>
                <a:lnTo>
                  <a:pt x="0" y="33"/>
                </a:lnTo>
                <a:lnTo>
                  <a:pt x="1" y="23"/>
                </a:lnTo>
                <a:lnTo>
                  <a:pt x="5" y="14"/>
                </a:lnTo>
                <a:lnTo>
                  <a:pt x="12" y="7"/>
                </a:lnTo>
                <a:lnTo>
                  <a:pt x="21" y="3"/>
                </a:lnTo>
                <a:lnTo>
                  <a:pt x="31" y="0"/>
                </a:lnTo>
                <a:lnTo>
                  <a:pt x="31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7950" name=""/>
          <p:cNvSpPr/>
          <p:nvPr/>
        </p:nvSpPr>
        <p:spPr>
          <a:xfrm rot="0">
            <a:off x="6802437" y="2947987"/>
            <a:ext cx="12700" cy="25400"/>
          </a:xfrm>
          <a:custGeom>
            <a:avLst/>
            <a:ahLst/>
            <a:rect l="0" t="0" r="r" b="b"/>
            <a:pathLst>
              <a:path w="31" h="65">
                <a:moveTo>
                  <a:pt x="31" y="65"/>
                </a:moveTo>
                <a:lnTo>
                  <a:pt x="21" y="63"/>
                </a:lnTo>
                <a:lnTo>
                  <a:pt x="12" y="60"/>
                </a:lnTo>
                <a:lnTo>
                  <a:pt x="5" y="52"/>
                </a:lnTo>
                <a:lnTo>
                  <a:pt x="1" y="43"/>
                </a:lnTo>
                <a:lnTo>
                  <a:pt x="0" y="33"/>
                </a:lnTo>
                <a:lnTo>
                  <a:pt x="1" y="23"/>
                </a:lnTo>
                <a:lnTo>
                  <a:pt x="5" y="14"/>
                </a:lnTo>
                <a:lnTo>
                  <a:pt x="12" y="7"/>
                </a:lnTo>
                <a:lnTo>
                  <a:pt x="21" y="3"/>
                </a:lnTo>
                <a:lnTo>
                  <a:pt x="31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7951" name=""/>
          <p:cNvSpPr/>
          <p:nvPr/>
        </p:nvSpPr>
        <p:spPr>
          <a:xfrm rot="0">
            <a:off x="8656638" y="6650037"/>
            <a:ext cx="65087" cy="147637"/>
          </a:xfrm>
          <a:custGeom>
            <a:avLst/>
            <a:ahLst/>
            <a:rect l="0" t="0" r="r" b="b"/>
            <a:pathLst>
              <a:path w="164" h="370">
                <a:moveTo>
                  <a:pt x="40" y="370"/>
                </a:moveTo>
                <a:lnTo>
                  <a:pt x="63" y="359"/>
                </a:lnTo>
                <a:lnTo>
                  <a:pt x="84" y="347"/>
                </a:lnTo>
                <a:lnTo>
                  <a:pt x="105" y="330"/>
                </a:lnTo>
                <a:lnTo>
                  <a:pt x="122" y="313"/>
                </a:lnTo>
                <a:lnTo>
                  <a:pt x="137" y="291"/>
                </a:lnTo>
                <a:lnTo>
                  <a:pt x="149" y="270"/>
                </a:lnTo>
                <a:lnTo>
                  <a:pt x="158" y="246"/>
                </a:lnTo>
                <a:lnTo>
                  <a:pt x="163" y="221"/>
                </a:lnTo>
                <a:lnTo>
                  <a:pt x="164" y="195"/>
                </a:lnTo>
                <a:lnTo>
                  <a:pt x="164" y="82"/>
                </a:lnTo>
                <a:lnTo>
                  <a:pt x="163" y="67"/>
                </a:lnTo>
                <a:lnTo>
                  <a:pt x="158" y="52"/>
                </a:lnTo>
                <a:lnTo>
                  <a:pt x="150" y="36"/>
                </a:lnTo>
                <a:lnTo>
                  <a:pt x="140" y="24"/>
                </a:lnTo>
                <a:lnTo>
                  <a:pt x="127" y="14"/>
                </a:lnTo>
                <a:lnTo>
                  <a:pt x="113" y="6"/>
                </a:lnTo>
                <a:lnTo>
                  <a:pt x="98" y="2"/>
                </a:lnTo>
                <a:lnTo>
                  <a:pt x="82" y="0"/>
                </a:lnTo>
                <a:lnTo>
                  <a:pt x="67" y="2"/>
                </a:lnTo>
                <a:lnTo>
                  <a:pt x="50" y="6"/>
                </a:lnTo>
                <a:lnTo>
                  <a:pt x="36" y="14"/>
                </a:lnTo>
                <a:lnTo>
                  <a:pt x="24" y="24"/>
                </a:lnTo>
                <a:lnTo>
                  <a:pt x="14" y="36"/>
                </a:lnTo>
                <a:lnTo>
                  <a:pt x="6" y="52"/>
                </a:lnTo>
                <a:lnTo>
                  <a:pt x="1" y="67"/>
                </a:lnTo>
                <a:lnTo>
                  <a:pt x="0" y="82"/>
                </a:lnTo>
                <a:lnTo>
                  <a:pt x="0" y="123"/>
                </a:lnTo>
                <a:lnTo>
                  <a:pt x="1" y="140"/>
                </a:lnTo>
                <a:lnTo>
                  <a:pt x="6" y="155"/>
                </a:lnTo>
                <a:lnTo>
                  <a:pt x="14" y="169"/>
                </a:lnTo>
                <a:lnTo>
                  <a:pt x="24" y="182"/>
                </a:lnTo>
                <a:lnTo>
                  <a:pt x="36" y="192"/>
                </a:lnTo>
                <a:lnTo>
                  <a:pt x="50" y="199"/>
                </a:lnTo>
                <a:lnTo>
                  <a:pt x="67" y="204"/>
                </a:lnTo>
                <a:lnTo>
                  <a:pt x="82" y="205"/>
                </a:lnTo>
                <a:lnTo>
                  <a:pt x="164" y="20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7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78" name=""/>
          <p:cNvGrpSpPr/>
          <p:nvPr/>
        </p:nvGrpSpPr>
        <p:grpSpPr>
          <a:xfrm rot="0">
            <a:off x="534987" y="682625"/>
            <a:ext cx="8112125" cy="5743575"/>
            <a:chOff x="337" y="430"/>
            <a:chExt cx="5110" cy="3618"/>
          </a:xfrm>
        </p:grpSpPr>
        <p:sp>
          <p:nvSpPr>
            <p:cNvPr id="1057952" name=""/>
            <p:cNvSpPr/>
            <p:nvPr/>
          </p:nvSpPr>
          <p:spPr>
            <a:xfrm rot="0">
              <a:off x="916" y="1877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53" name=""/>
            <p:cNvSpPr/>
            <p:nvPr/>
          </p:nvSpPr>
          <p:spPr>
            <a:xfrm rot="0">
              <a:off x="916" y="1877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54" name=""/>
            <p:cNvSpPr/>
            <p:nvPr/>
          </p:nvSpPr>
          <p:spPr>
            <a:xfrm rot="0">
              <a:off x="916" y="1634"/>
              <a:ext cx="22" cy="243"/>
            </a:xfrm>
            <a:custGeom>
              <a:avLst/>
              <a:ahLst/>
              <a:rect l="0" t="0" r="r" b="b"/>
              <a:pathLst>
                <a:path w="66" h="731">
                  <a:moveTo>
                    <a:pt x="0" y="731"/>
                  </a:moveTo>
                  <a:lnTo>
                    <a:pt x="32" y="731"/>
                  </a:lnTo>
                  <a:lnTo>
                    <a:pt x="66" y="731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55" name=""/>
            <p:cNvSpPr/>
            <p:nvPr/>
          </p:nvSpPr>
          <p:spPr>
            <a:xfrm rot="0">
              <a:off x="916" y="1634"/>
              <a:ext cx="22" cy="243"/>
            </a:xfrm>
            <a:custGeom>
              <a:avLst/>
              <a:ahLst/>
              <a:rect l="0" t="0" r="r" b="b"/>
              <a:pathLst>
                <a:path w="66" h="731">
                  <a:moveTo>
                    <a:pt x="0" y="731"/>
                  </a:moveTo>
                  <a:lnTo>
                    <a:pt x="32" y="731"/>
                  </a:lnTo>
                  <a:lnTo>
                    <a:pt x="66" y="731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56" name=""/>
            <p:cNvSpPr/>
            <p:nvPr/>
          </p:nvSpPr>
          <p:spPr>
            <a:xfrm rot="0">
              <a:off x="916" y="162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57" name=""/>
            <p:cNvSpPr/>
            <p:nvPr/>
          </p:nvSpPr>
          <p:spPr>
            <a:xfrm rot="0">
              <a:off x="916" y="162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58" name=""/>
            <p:cNvSpPr/>
            <p:nvPr/>
          </p:nvSpPr>
          <p:spPr>
            <a:xfrm rot="0">
              <a:off x="1147" y="1877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59" name=""/>
            <p:cNvSpPr/>
            <p:nvPr/>
          </p:nvSpPr>
          <p:spPr>
            <a:xfrm rot="0">
              <a:off x="1147" y="1877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60" name=""/>
            <p:cNvSpPr/>
            <p:nvPr/>
          </p:nvSpPr>
          <p:spPr>
            <a:xfrm rot="0">
              <a:off x="1147" y="1634"/>
              <a:ext cx="22" cy="243"/>
            </a:xfrm>
            <a:custGeom>
              <a:avLst/>
              <a:ahLst/>
              <a:rect l="0" t="0" r="r" b="b"/>
              <a:pathLst>
                <a:path w="66" h="731">
                  <a:moveTo>
                    <a:pt x="0" y="731"/>
                  </a:moveTo>
                  <a:lnTo>
                    <a:pt x="32" y="731"/>
                  </a:lnTo>
                  <a:lnTo>
                    <a:pt x="66" y="731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61" name=""/>
            <p:cNvSpPr/>
            <p:nvPr/>
          </p:nvSpPr>
          <p:spPr>
            <a:xfrm rot="0">
              <a:off x="1147" y="1634"/>
              <a:ext cx="22" cy="243"/>
            </a:xfrm>
            <a:custGeom>
              <a:avLst/>
              <a:ahLst/>
              <a:rect l="0" t="0" r="r" b="b"/>
              <a:pathLst>
                <a:path w="66" h="731">
                  <a:moveTo>
                    <a:pt x="0" y="731"/>
                  </a:moveTo>
                  <a:lnTo>
                    <a:pt x="32" y="731"/>
                  </a:lnTo>
                  <a:lnTo>
                    <a:pt x="66" y="731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62" name=""/>
            <p:cNvSpPr/>
            <p:nvPr/>
          </p:nvSpPr>
          <p:spPr>
            <a:xfrm rot="0">
              <a:off x="1147" y="162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63" name=""/>
            <p:cNvSpPr/>
            <p:nvPr/>
          </p:nvSpPr>
          <p:spPr>
            <a:xfrm rot="0">
              <a:off x="1147" y="162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64" name=""/>
            <p:cNvSpPr/>
            <p:nvPr/>
          </p:nvSpPr>
          <p:spPr>
            <a:xfrm rot="0">
              <a:off x="1378" y="1622"/>
              <a:ext cx="23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65" name=""/>
            <p:cNvSpPr/>
            <p:nvPr/>
          </p:nvSpPr>
          <p:spPr>
            <a:xfrm rot="0">
              <a:off x="1378" y="1622"/>
              <a:ext cx="23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66" name=""/>
            <p:cNvSpPr/>
            <p:nvPr/>
          </p:nvSpPr>
          <p:spPr>
            <a:xfrm rot="0">
              <a:off x="1378" y="1634"/>
              <a:ext cx="23" cy="243"/>
            </a:xfrm>
            <a:custGeom>
              <a:avLst/>
              <a:ahLst/>
              <a:rect l="0" t="0" r="r" b="b"/>
              <a:pathLst>
                <a:path w="67" h="73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31"/>
                  </a:lnTo>
                  <a:lnTo>
                    <a:pt x="33" y="731"/>
                  </a:lnTo>
                  <a:lnTo>
                    <a:pt x="67" y="731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67" name=""/>
            <p:cNvSpPr/>
            <p:nvPr/>
          </p:nvSpPr>
          <p:spPr>
            <a:xfrm rot="0">
              <a:off x="1378" y="1634"/>
              <a:ext cx="23" cy="243"/>
            </a:xfrm>
            <a:custGeom>
              <a:avLst/>
              <a:ahLst/>
              <a:rect l="0" t="0" r="r" b="b"/>
              <a:pathLst>
                <a:path w="67" h="73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31"/>
                  </a:lnTo>
                  <a:lnTo>
                    <a:pt x="33" y="731"/>
                  </a:lnTo>
                  <a:lnTo>
                    <a:pt x="67" y="73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68" name=""/>
            <p:cNvSpPr/>
            <p:nvPr/>
          </p:nvSpPr>
          <p:spPr>
            <a:xfrm rot="0">
              <a:off x="1378" y="1877"/>
              <a:ext cx="23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69" name=""/>
            <p:cNvSpPr/>
            <p:nvPr/>
          </p:nvSpPr>
          <p:spPr>
            <a:xfrm rot="0">
              <a:off x="1378" y="1877"/>
              <a:ext cx="23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70" name=""/>
            <p:cNvSpPr/>
            <p:nvPr/>
          </p:nvSpPr>
          <p:spPr>
            <a:xfrm rot="0">
              <a:off x="3136" y="159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71" name=""/>
            <p:cNvSpPr/>
            <p:nvPr/>
          </p:nvSpPr>
          <p:spPr>
            <a:xfrm rot="0">
              <a:off x="3136" y="159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72" name=""/>
            <p:cNvSpPr/>
            <p:nvPr/>
          </p:nvSpPr>
          <p:spPr>
            <a:xfrm rot="0">
              <a:off x="3136" y="1604"/>
              <a:ext cx="22" cy="451"/>
            </a:xfrm>
            <a:custGeom>
              <a:avLst/>
              <a:ahLst/>
              <a:rect l="0" t="0" r="r" b="b"/>
              <a:pathLst>
                <a:path w="66" h="1354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54"/>
                  </a:lnTo>
                  <a:lnTo>
                    <a:pt x="33" y="1354"/>
                  </a:lnTo>
                  <a:lnTo>
                    <a:pt x="66" y="1354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73" name=""/>
            <p:cNvSpPr/>
            <p:nvPr/>
          </p:nvSpPr>
          <p:spPr>
            <a:xfrm rot="0">
              <a:off x="3136" y="1604"/>
              <a:ext cx="22" cy="451"/>
            </a:xfrm>
            <a:custGeom>
              <a:avLst/>
              <a:ahLst/>
              <a:rect l="0" t="0" r="r" b="b"/>
              <a:pathLst>
                <a:path w="66" h="1354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54"/>
                  </a:lnTo>
                  <a:lnTo>
                    <a:pt x="33" y="1354"/>
                  </a:lnTo>
                  <a:lnTo>
                    <a:pt x="66" y="1354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74" name=""/>
            <p:cNvSpPr/>
            <p:nvPr/>
          </p:nvSpPr>
          <p:spPr>
            <a:xfrm rot="0">
              <a:off x="3136" y="2055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75" name=""/>
            <p:cNvSpPr/>
            <p:nvPr/>
          </p:nvSpPr>
          <p:spPr>
            <a:xfrm rot="0">
              <a:off x="3136" y="2055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76" name=""/>
            <p:cNvSpPr/>
            <p:nvPr/>
          </p:nvSpPr>
          <p:spPr>
            <a:xfrm rot="0">
              <a:off x="3876" y="159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77" name=""/>
            <p:cNvSpPr/>
            <p:nvPr/>
          </p:nvSpPr>
          <p:spPr>
            <a:xfrm rot="0">
              <a:off x="3876" y="1592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78" name=""/>
            <p:cNvSpPr/>
            <p:nvPr/>
          </p:nvSpPr>
          <p:spPr>
            <a:xfrm rot="0">
              <a:off x="3876" y="1604"/>
              <a:ext cx="22" cy="242"/>
            </a:xfrm>
            <a:custGeom>
              <a:avLst/>
              <a:ahLst/>
              <a:rect l="0" t="0" r="r" b="b"/>
              <a:pathLst>
                <a:path w="66" h="727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727"/>
                  </a:lnTo>
                  <a:lnTo>
                    <a:pt x="32" y="727"/>
                  </a:lnTo>
                  <a:lnTo>
                    <a:pt x="66" y="727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79" name=""/>
            <p:cNvSpPr/>
            <p:nvPr/>
          </p:nvSpPr>
          <p:spPr>
            <a:xfrm rot="0">
              <a:off x="3876" y="1604"/>
              <a:ext cx="22" cy="242"/>
            </a:xfrm>
            <a:custGeom>
              <a:avLst/>
              <a:ahLst/>
              <a:rect l="0" t="0" r="r" b="b"/>
              <a:pathLst>
                <a:path w="66" h="727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727"/>
                  </a:lnTo>
                  <a:lnTo>
                    <a:pt x="32" y="727"/>
                  </a:lnTo>
                  <a:lnTo>
                    <a:pt x="66" y="727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80" name=""/>
            <p:cNvSpPr/>
            <p:nvPr/>
          </p:nvSpPr>
          <p:spPr>
            <a:xfrm rot="0">
              <a:off x="3876" y="1846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81" name=""/>
            <p:cNvSpPr/>
            <p:nvPr/>
          </p:nvSpPr>
          <p:spPr>
            <a:xfrm rot="0">
              <a:off x="3876" y="1846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82" name=""/>
            <p:cNvSpPr/>
            <p:nvPr/>
          </p:nvSpPr>
          <p:spPr>
            <a:xfrm rot="0">
              <a:off x="1187" y="2557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83" name=""/>
            <p:cNvSpPr/>
            <p:nvPr/>
          </p:nvSpPr>
          <p:spPr>
            <a:xfrm rot="0">
              <a:off x="1187" y="2557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84" name=""/>
            <p:cNvSpPr/>
            <p:nvPr/>
          </p:nvSpPr>
          <p:spPr>
            <a:xfrm rot="0">
              <a:off x="625" y="2557"/>
              <a:ext cx="562" cy="22"/>
            </a:xfrm>
            <a:custGeom>
              <a:avLst/>
              <a:ahLst/>
              <a:rect l="0" t="0" r="r" b="b"/>
              <a:pathLst>
                <a:path w="1685" h="66">
                  <a:moveTo>
                    <a:pt x="1685" y="66"/>
                  </a:moveTo>
                  <a:lnTo>
                    <a:pt x="1685" y="34"/>
                  </a:lnTo>
                  <a:lnTo>
                    <a:pt x="168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1685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85" name=""/>
            <p:cNvSpPr/>
            <p:nvPr/>
          </p:nvSpPr>
          <p:spPr>
            <a:xfrm rot="0">
              <a:off x="625" y="2557"/>
              <a:ext cx="562" cy="22"/>
            </a:xfrm>
            <a:custGeom>
              <a:avLst/>
              <a:ahLst/>
              <a:rect l="0" t="0" r="r" b="b"/>
              <a:pathLst>
                <a:path w="1685" h="66">
                  <a:moveTo>
                    <a:pt x="1685" y="66"/>
                  </a:moveTo>
                  <a:lnTo>
                    <a:pt x="1685" y="34"/>
                  </a:lnTo>
                  <a:lnTo>
                    <a:pt x="168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1685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86" name=""/>
            <p:cNvSpPr/>
            <p:nvPr/>
          </p:nvSpPr>
          <p:spPr>
            <a:xfrm rot="0">
              <a:off x="614" y="2557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87" name=""/>
            <p:cNvSpPr/>
            <p:nvPr/>
          </p:nvSpPr>
          <p:spPr>
            <a:xfrm rot="0">
              <a:off x="614" y="2557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88" name=""/>
            <p:cNvSpPr/>
            <p:nvPr/>
          </p:nvSpPr>
          <p:spPr>
            <a:xfrm rot="0">
              <a:off x="1176" y="303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89" name=""/>
            <p:cNvSpPr/>
            <p:nvPr/>
          </p:nvSpPr>
          <p:spPr>
            <a:xfrm rot="0">
              <a:off x="1176" y="303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90" name=""/>
            <p:cNvSpPr/>
            <p:nvPr/>
          </p:nvSpPr>
          <p:spPr>
            <a:xfrm rot="0">
              <a:off x="1187" y="3039"/>
              <a:ext cx="333" cy="22"/>
            </a:xfrm>
            <a:custGeom>
              <a:avLst/>
              <a:ahLst/>
              <a:rect l="0" t="0" r="r" b="b"/>
              <a:pathLst>
                <a:path w="99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999" y="67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91" name=""/>
            <p:cNvSpPr/>
            <p:nvPr/>
          </p:nvSpPr>
          <p:spPr>
            <a:xfrm rot="0">
              <a:off x="1187" y="3039"/>
              <a:ext cx="333" cy="22"/>
            </a:xfrm>
            <a:custGeom>
              <a:avLst/>
              <a:ahLst/>
              <a:rect l="0" t="0" r="r" b="b"/>
              <a:pathLst>
                <a:path w="99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999" y="67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92" name=""/>
            <p:cNvSpPr/>
            <p:nvPr/>
          </p:nvSpPr>
          <p:spPr>
            <a:xfrm rot="0">
              <a:off x="1520" y="30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7993" name=""/>
            <p:cNvSpPr/>
            <p:nvPr/>
          </p:nvSpPr>
          <p:spPr>
            <a:xfrm rot="0">
              <a:off x="1520" y="30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94" name=""/>
            <p:cNvSpPr/>
            <p:nvPr/>
          </p:nvSpPr>
          <p:spPr>
            <a:xfrm rot="0">
              <a:off x="347" y="4026"/>
              <a:ext cx="5089" cy="22"/>
            </a:xfrm>
            <a:custGeom>
              <a:avLst/>
              <a:ahLst/>
              <a:rect l="0" t="0" r="r" b="b"/>
              <a:pathLst>
                <a:path w="15266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5266" y="67"/>
                  </a:lnTo>
                  <a:lnTo>
                    <a:pt x="15266" y="34"/>
                  </a:lnTo>
                  <a:lnTo>
                    <a:pt x="1526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995" name=""/>
            <p:cNvSpPr/>
            <p:nvPr/>
          </p:nvSpPr>
          <p:spPr>
            <a:xfrm rot="0">
              <a:off x="347" y="4026"/>
              <a:ext cx="5089" cy="22"/>
            </a:xfrm>
            <a:custGeom>
              <a:avLst/>
              <a:ahLst/>
              <a:rect l="0" t="0" r="r" b="b"/>
              <a:pathLst>
                <a:path w="15266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5266" y="67"/>
                  </a:lnTo>
                  <a:lnTo>
                    <a:pt x="15266" y="34"/>
                  </a:lnTo>
                  <a:lnTo>
                    <a:pt x="1526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96" name=""/>
            <p:cNvSpPr/>
            <p:nvPr/>
          </p:nvSpPr>
          <p:spPr>
            <a:xfrm rot="0">
              <a:off x="5436" y="4037"/>
              <a:ext cx="11" cy="11"/>
            </a:xfrm>
            <a:custGeom>
              <a:avLst/>
              <a:ahLst/>
              <a:rect l="0" t="0" r="r" b="b"/>
              <a:pathLst>
                <a:path w="34" h="33">
                  <a:moveTo>
                    <a:pt x="0" y="0"/>
                  </a:moveTo>
                  <a:lnTo>
                    <a:pt x="0" y="33"/>
                  </a:lnTo>
                  <a:lnTo>
                    <a:pt x="5" y="33"/>
                  </a:lnTo>
                  <a:lnTo>
                    <a:pt x="10" y="31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3" y="23"/>
                  </a:lnTo>
                  <a:lnTo>
                    <a:pt x="27" y="20"/>
                  </a:lnTo>
                  <a:lnTo>
                    <a:pt x="30" y="16"/>
                  </a:lnTo>
                  <a:lnTo>
                    <a:pt x="31" y="10"/>
                  </a:lnTo>
                  <a:lnTo>
                    <a:pt x="33" y="5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997" name=""/>
            <p:cNvSpPr/>
            <p:nvPr/>
          </p:nvSpPr>
          <p:spPr>
            <a:xfrm rot="0">
              <a:off x="5436" y="4037"/>
              <a:ext cx="11" cy="11"/>
            </a:xfrm>
            <a:custGeom>
              <a:avLst/>
              <a:ahLst/>
              <a:rect l="0" t="0" r="r" b="b"/>
              <a:pathLst>
                <a:path w="34" h="33">
                  <a:moveTo>
                    <a:pt x="0" y="33"/>
                  </a:moveTo>
                  <a:lnTo>
                    <a:pt x="5" y="33"/>
                  </a:lnTo>
                  <a:lnTo>
                    <a:pt x="10" y="31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3" y="23"/>
                  </a:lnTo>
                  <a:lnTo>
                    <a:pt x="27" y="20"/>
                  </a:lnTo>
                  <a:lnTo>
                    <a:pt x="30" y="16"/>
                  </a:lnTo>
                  <a:lnTo>
                    <a:pt x="31" y="10"/>
                  </a:lnTo>
                  <a:lnTo>
                    <a:pt x="33" y="5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7998" name=""/>
            <p:cNvSpPr/>
            <p:nvPr/>
          </p:nvSpPr>
          <p:spPr>
            <a:xfrm rot="0">
              <a:off x="5425" y="563"/>
              <a:ext cx="22" cy="3474"/>
            </a:xfrm>
            <a:custGeom>
              <a:avLst/>
              <a:ahLst/>
              <a:rect l="0" t="0" r="r" b="b"/>
              <a:pathLst>
                <a:path w="67" h="10423">
                  <a:moveTo>
                    <a:pt x="0" y="10423"/>
                  </a:moveTo>
                  <a:lnTo>
                    <a:pt x="33" y="10423"/>
                  </a:lnTo>
                  <a:lnTo>
                    <a:pt x="67" y="10423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4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7999" name=""/>
            <p:cNvSpPr/>
            <p:nvPr/>
          </p:nvSpPr>
          <p:spPr>
            <a:xfrm rot="0">
              <a:off x="5425" y="563"/>
              <a:ext cx="22" cy="3474"/>
            </a:xfrm>
            <a:custGeom>
              <a:avLst/>
              <a:ahLst/>
              <a:rect l="0" t="0" r="r" b="b"/>
              <a:pathLst>
                <a:path w="67" h="10423">
                  <a:moveTo>
                    <a:pt x="0" y="10423"/>
                  </a:moveTo>
                  <a:lnTo>
                    <a:pt x="33" y="10423"/>
                  </a:lnTo>
                  <a:lnTo>
                    <a:pt x="67" y="10423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4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00" name=""/>
            <p:cNvSpPr/>
            <p:nvPr/>
          </p:nvSpPr>
          <p:spPr>
            <a:xfrm rot="0">
              <a:off x="5436" y="551"/>
              <a:ext cx="11" cy="12"/>
            </a:xfrm>
            <a:custGeom>
              <a:avLst/>
              <a:ahLst/>
              <a:rect l="0" t="0" r="r" b="b"/>
              <a:pathLst>
                <a:path w="34" h="34">
                  <a:moveTo>
                    <a:pt x="0" y="34"/>
                  </a:moveTo>
                  <a:lnTo>
                    <a:pt x="34" y="34"/>
                  </a:lnTo>
                  <a:lnTo>
                    <a:pt x="33" y="29"/>
                  </a:lnTo>
                  <a:lnTo>
                    <a:pt x="31" y="24"/>
                  </a:lnTo>
                  <a:lnTo>
                    <a:pt x="30" y="19"/>
                  </a:lnTo>
                  <a:lnTo>
                    <a:pt x="27" y="15"/>
                  </a:lnTo>
                  <a:lnTo>
                    <a:pt x="23" y="11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0" y="3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001" name=""/>
            <p:cNvSpPr/>
            <p:nvPr/>
          </p:nvSpPr>
          <p:spPr>
            <a:xfrm rot="0">
              <a:off x="5436" y="551"/>
              <a:ext cx="11" cy="12"/>
            </a:xfrm>
            <a:custGeom>
              <a:avLst/>
              <a:ahLst/>
              <a:rect l="0" t="0" r="r" b="b"/>
              <a:pathLst>
                <a:path w="34" h="34">
                  <a:moveTo>
                    <a:pt x="34" y="34"/>
                  </a:moveTo>
                  <a:lnTo>
                    <a:pt x="33" y="29"/>
                  </a:lnTo>
                  <a:lnTo>
                    <a:pt x="31" y="24"/>
                  </a:lnTo>
                  <a:lnTo>
                    <a:pt x="30" y="19"/>
                  </a:lnTo>
                  <a:lnTo>
                    <a:pt x="27" y="15"/>
                  </a:lnTo>
                  <a:lnTo>
                    <a:pt x="23" y="11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0" y="3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02" name=""/>
            <p:cNvSpPr/>
            <p:nvPr/>
          </p:nvSpPr>
          <p:spPr>
            <a:xfrm rot="0">
              <a:off x="347" y="551"/>
              <a:ext cx="5089" cy="23"/>
            </a:xfrm>
            <a:custGeom>
              <a:avLst/>
              <a:ahLst/>
              <a:rect l="0" t="0" r="r" b="b"/>
              <a:pathLst>
                <a:path w="15266" h="67">
                  <a:moveTo>
                    <a:pt x="15266" y="67"/>
                  </a:moveTo>
                  <a:lnTo>
                    <a:pt x="15266" y="34"/>
                  </a:lnTo>
                  <a:lnTo>
                    <a:pt x="152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26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003" name=""/>
            <p:cNvSpPr/>
            <p:nvPr/>
          </p:nvSpPr>
          <p:spPr>
            <a:xfrm rot="0">
              <a:off x="347" y="551"/>
              <a:ext cx="5089" cy="23"/>
            </a:xfrm>
            <a:custGeom>
              <a:avLst/>
              <a:ahLst/>
              <a:rect l="0" t="0" r="r" b="b"/>
              <a:pathLst>
                <a:path w="15266" h="67">
                  <a:moveTo>
                    <a:pt x="15266" y="67"/>
                  </a:moveTo>
                  <a:lnTo>
                    <a:pt x="15266" y="34"/>
                  </a:lnTo>
                  <a:lnTo>
                    <a:pt x="152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26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04" name=""/>
            <p:cNvSpPr/>
            <p:nvPr/>
          </p:nvSpPr>
          <p:spPr>
            <a:xfrm rot="0">
              <a:off x="337" y="551"/>
              <a:ext cx="10" cy="12"/>
            </a:xfrm>
            <a:custGeom>
              <a:avLst/>
              <a:ahLst/>
              <a:rect l="0" t="0" r="r" b="b"/>
              <a:pathLst>
                <a:path w="32" h="34">
                  <a:moveTo>
                    <a:pt x="32" y="34"/>
                  </a:moveTo>
                  <a:lnTo>
                    <a:pt x="32" y="0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6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005" name=""/>
            <p:cNvSpPr/>
            <p:nvPr/>
          </p:nvSpPr>
          <p:spPr>
            <a:xfrm rot="0">
              <a:off x="337" y="551"/>
              <a:ext cx="10" cy="12"/>
            </a:xfrm>
            <a:custGeom>
              <a:avLst/>
              <a:ahLst/>
              <a:rect l="0" t="0" r="r" b="b"/>
              <a:pathLst>
                <a:path w="32" h="34">
                  <a:moveTo>
                    <a:pt x="32" y="0"/>
                  </a:moveTo>
                  <a:lnTo>
                    <a:pt x="27" y="2"/>
                  </a:lnTo>
                  <a:lnTo>
                    <a:pt x="22" y="3"/>
                  </a:lnTo>
                  <a:lnTo>
                    <a:pt x="16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06" name=""/>
            <p:cNvSpPr/>
            <p:nvPr/>
          </p:nvSpPr>
          <p:spPr>
            <a:xfrm rot="0">
              <a:off x="337" y="563"/>
              <a:ext cx="22" cy="3474"/>
            </a:xfrm>
            <a:custGeom>
              <a:avLst/>
              <a:ahLst/>
              <a:rect l="0" t="0" r="r" b="b"/>
              <a:pathLst>
                <a:path w="66" h="10423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0423"/>
                  </a:lnTo>
                  <a:lnTo>
                    <a:pt x="32" y="10423"/>
                  </a:lnTo>
                  <a:lnTo>
                    <a:pt x="66" y="10423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007" name=""/>
            <p:cNvSpPr/>
            <p:nvPr/>
          </p:nvSpPr>
          <p:spPr>
            <a:xfrm rot="0">
              <a:off x="337" y="563"/>
              <a:ext cx="22" cy="3474"/>
            </a:xfrm>
            <a:custGeom>
              <a:avLst/>
              <a:ahLst/>
              <a:rect l="0" t="0" r="r" b="b"/>
              <a:pathLst>
                <a:path w="66" h="10423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0423"/>
                  </a:lnTo>
                  <a:lnTo>
                    <a:pt x="32" y="10423"/>
                  </a:lnTo>
                  <a:lnTo>
                    <a:pt x="66" y="1042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08" name=""/>
            <p:cNvSpPr/>
            <p:nvPr/>
          </p:nvSpPr>
          <p:spPr>
            <a:xfrm rot="0">
              <a:off x="337" y="4037"/>
              <a:ext cx="10" cy="11"/>
            </a:xfrm>
            <a:custGeom>
              <a:avLst/>
              <a:ahLst/>
              <a:rect l="0" t="0" r="r" b="b"/>
              <a:pathLst>
                <a:path w="32" h="33">
                  <a:moveTo>
                    <a:pt x="32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2" y="16"/>
                  </a:lnTo>
                  <a:lnTo>
                    <a:pt x="5" y="20"/>
                  </a:lnTo>
                  <a:lnTo>
                    <a:pt x="9" y="23"/>
                  </a:lnTo>
                  <a:lnTo>
                    <a:pt x="13" y="27"/>
                  </a:lnTo>
                  <a:lnTo>
                    <a:pt x="16" y="30"/>
                  </a:lnTo>
                  <a:lnTo>
                    <a:pt x="22" y="31"/>
                  </a:lnTo>
                  <a:lnTo>
                    <a:pt x="27" y="33"/>
                  </a:lnTo>
                  <a:lnTo>
                    <a:pt x="32" y="33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009" name=""/>
            <p:cNvSpPr/>
            <p:nvPr/>
          </p:nvSpPr>
          <p:spPr>
            <a:xfrm rot="0">
              <a:off x="337" y="4037"/>
              <a:ext cx="10" cy="11"/>
            </a:xfrm>
            <a:custGeom>
              <a:avLst/>
              <a:ahLst/>
              <a:rect l="0" t="0" r="r" b="b"/>
              <a:pathLst>
                <a:path w="32" h="33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2" y="16"/>
                  </a:lnTo>
                  <a:lnTo>
                    <a:pt x="5" y="20"/>
                  </a:lnTo>
                  <a:lnTo>
                    <a:pt x="9" y="23"/>
                  </a:lnTo>
                  <a:lnTo>
                    <a:pt x="13" y="27"/>
                  </a:lnTo>
                  <a:lnTo>
                    <a:pt x="16" y="30"/>
                  </a:lnTo>
                  <a:lnTo>
                    <a:pt x="22" y="31"/>
                  </a:lnTo>
                  <a:lnTo>
                    <a:pt x="27" y="33"/>
                  </a:lnTo>
                  <a:lnTo>
                    <a:pt x="32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0" name=""/>
            <p:cNvSpPr/>
            <p:nvPr/>
          </p:nvSpPr>
          <p:spPr>
            <a:xfrm rot="0" flipV="1">
              <a:off x="2634" y="455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1" name=""/>
            <p:cNvSpPr/>
            <p:nvPr/>
          </p:nvSpPr>
          <p:spPr>
            <a:xfrm rot="0" flipH="1">
              <a:off x="2634" y="482"/>
              <a:ext cx="2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2" name=""/>
            <p:cNvSpPr/>
            <p:nvPr/>
          </p:nvSpPr>
          <p:spPr>
            <a:xfrm rot="0" flipV="1">
              <a:off x="2632" y="508"/>
              <a:ext cx="29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3" name=""/>
            <p:cNvSpPr/>
            <p:nvPr/>
          </p:nvSpPr>
          <p:spPr>
            <a:xfrm rot="0" flipV="1">
              <a:off x="2647" y="458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4" name=""/>
            <p:cNvSpPr/>
            <p:nvPr/>
          </p:nvSpPr>
          <p:spPr>
            <a:xfrm rot="0" flipV="1">
              <a:off x="2677" y="454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5" name=""/>
            <p:cNvSpPr/>
            <p:nvPr/>
          </p:nvSpPr>
          <p:spPr>
            <a:xfrm rot="0">
              <a:off x="2687" y="457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6" name=""/>
            <p:cNvSpPr/>
            <p:nvPr/>
          </p:nvSpPr>
          <p:spPr>
            <a:xfrm rot="0" flipH="1">
              <a:off x="2666" y="529"/>
              <a:ext cx="3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7" name=""/>
            <p:cNvSpPr/>
            <p:nvPr/>
          </p:nvSpPr>
          <p:spPr>
            <a:xfrm rot="0" flipV="1">
              <a:off x="2676" y="488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8" name=""/>
            <p:cNvSpPr/>
            <p:nvPr/>
          </p:nvSpPr>
          <p:spPr>
            <a:xfrm rot="0" flipH="1">
              <a:off x="2658" y="469"/>
              <a:ext cx="4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19" name=""/>
            <p:cNvSpPr/>
            <p:nvPr/>
          </p:nvSpPr>
          <p:spPr>
            <a:xfrm rot="0">
              <a:off x="2650" y="434"/>
              <a:ext cx="21" cy="111"/>
            </a:xfrm>
            <a:custGeom>
              <a:avLst/>
              <a:ahLst/>
              <a:rect l="0" t="0" r="r" b="b"/>
              <a:pathLst>
                <a:path w="65" h="334">
                  <a:moveTo>
                    <a:pt x="65" y="0"/>
                  </a:moveTo>
                  <a:lnTo>
                    <a:pt x="57" y="164"/>
                  </a:lnTo>
                  <a:lnTo>
                    <a:pt x="37" y="269"/>
                  </a:lnTo>
                  <a:lnTo>
                    <a:pt x="0" y="3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0" name=""/>
            <p:cNvSpPr/>
            <p:nvPr/>
          </p:nvSpPr>
          <p:spPr>
            <a:xfrm rot="0" flipV="1">
              <a:off x="2717" y="501"/>
              <a:ext cx="1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1" name=""/>
            <p:cNvSpPr/>
            <p:nvPr/>
          </p:nvSpPr>
          <p:spPr>
            <a:xfrm rot="0" flipV="1">
              <a:off x="2713" y="519"/>
              <a:ext cx="22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2" name=""/>
            <p:cNvSpPr/>
            <p:nvPr/>
          </p:nvSpPr>
          <p:spPr>
            <a:xfrm rot="0" flipH="1">
              <a:off x="2716" y="439"/>
              <a:ext cx="15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3" name=""/>
            <p:cNvSpPr/>
            <p:nvPr/>
          </p:nvSpPr>
          <p:spPr>
            <a:xfrm rot="0" flipH="1">
              <a:off x="2720" y="466"/>
              <a:ext cx="20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4" name=""/>
            <p:cNvSpPr/>
            <p:nvPr/>
          </p:nvSpPr>
          <p:spPr>
            <a:xfrm rot="0" flipV="1">
              <a:off x="2713" y="473"/>
              <a:ext cx="22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5" name=""/>
            <p:cNvSpPr/>
            <p:nvPr/>
          </p:nvSpPr>
          <p:spPr>
            <a:xfrm rot="0" flipV="1">
              <a:off x="2744" y="446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6" name=""/>
            <p:cNvSpPr/>
            <p:nvPr/>
          </p:nvSpPr>
          <p:spPr>
            <a:xfrm rot="0" flipH="1">
              <a:off x="2762" y="444"/>
              <a:ext cx="10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7" name=""/>
            <p:cNvSpPr/>
            <p:nvPr/>
          </p:nvSpPr>
          <p:spPr>
            <a:xfrm rot="0" flipV="1">
              <a:off x="2759" y="480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8" name=""/>
            <p:cNvSpPr/>
            <p:nvPr/>
          </p:nvSpPr>
          <p:spPr>
            <a:xfrm rot="0">
              <a:off x="2741" y="477"/>
              <a:ext cx="33" cy="69"/>
            </a:xfrm>
            <a:custGeom>
              <a:avLst/>
              <a:ahLst/>
              <a:rect l="0" t="0" r="r" b="b"/>
              <a:pathLst>
                <a:path w="99" h="208">
                  <a:moveTo>
                    <a:pt x="99" y="0"/>
                  </a:moveTo>
                  <a:lnTo>
                    <a:pt x="65" y="119"/>
                  </a:lnTo>
                  <a:lnTo>
                    <a:pt x="0" y="2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29" name=""/>
            <p:cNvSpPr/>
            <p:nvPr/>
          </p:nvSpPr>
          <p:spPr>
            <a:xfrm rot="0">
              <a:off x="2729" y="451"/>
              <a:ext cx="25" cy="94"/>
            </a:xfrm>
            <a:custGeom>
              <a:avLst/>
              <a:ahLst/>
              <a:rect l="0" t="0" r="r" b="b"/>
              <a:pathLst>
                <a:path w="76" h="281">
                  <a:moveTo>
                    <a:pt x="76" y="0"/>
                  </a:moveTo>
                  <a:lnTo>
                    <a:pt x="53" y="162"/>
                  </a:lnTo>
                  <a:lnTo>
                    <a:pt x="30" y="230"/>
                  </a:lnTo>
                  <a:lnTo>
                    <a:pt x="0" y="2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0" name=""/>
            <p:cNvSpPr/>
            <p:nvPr/>
          </p:nvSpPr>
          <p:spPr>
            <a:xfrm rot="0">
              <a:off x="2752" y="488"/>
              <a:ext cx="31" cy="56"/>
            </a:xfrm>
            <a:custGeom>
              <a:avLst/>
              <a:ahLst/>
              <a:rect l="0" t="0" r="r" b="b"/>
              <a:pathLst>
                <a:path w="95" h="166">
                  <a:moveTo>
                    <a:pt x="0" y="0"/>
                  </a:moveTo>
                  <a:lnTo>
                    <a:pt x="68" y="166"/>
                  </a:lnTo>
                  <a:lnTo>
                    <a:pt x="95" y="1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1" name=""/>
            <p:cNvSpPr/>
            <p:nvPr/>
          </p:nvSpPr>
          <p:spPr>
            <a:xfrm rot="0" flipV="1">
              <a:off x="3310" y="503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2" name=""/>
            <p:cNvSpPr/>
            <p:nvPr/>
          </p:nvSpPr>
          <p:spPr>
            <a:xfrm rot="0" flipV="1">
              <a:off x="3324" y="435"/>
              <a:ext cx="1" cy="10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3" name=""/>
            <p:cNvSpPr/>
            <p:nvPr/>
          </p:nvSpPr>
          <p:spPr>
            <a:xfrm rot="0" flipV="1">
              <a:off x="3299" y="534"/>
              <a:ext cx="4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4" name=""/>
            <p:cNvSpPr/>
            <p:nvPr/>
          </p:nvSpPr>
          <p:spPr>
            <a:xfrm rot="0" flipV="1">
              <a:off x="3310" y="476"/>
              <a:ext cx="2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5" name=""/>
            <p:cNvSpPr/>
            <p:nvPr/>
          </p:nvSpPr>
          <p:spPr>
            <a:xfrm rot="0">
              <a:off x="3304" y="453"/>
              <a:ext cx="10" cy="47"/>
            </a:xfrm>
            <a:custGeom>
              <a:avLst/>
              <a:ahLst/>
              <a:rect l="0" t="0" r="r" b="b"/>
              <a:pathLst>
                <a:path w="32" h="142">
                  <a:moveTo>
                    <a:pt x="32" y="0"/>
                  </a:moveTo>
                  <a:lnTo>
                    <a:pt x="20" y="81"/>
                  </a:lnTo>
                  <a:lnTo>
                    <a:pt x="0" y="1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6" name=""/>
            <p:cNvSpPr/>
            <p:nvPr/>
          </p:nvSpPr>
          <p:spPr>
            <a:xfrm rot="0" flipH="1" flipV="1">
              <a:off x="3282" y="501"/>
              <a:ext cx="20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7" name=""/>
            <p:cNvSpPr/>
            <p:nvPr/>
          </p:nvSpPr>
          <p:spPr>
            <a:xfrm rot="0" flipV="1">
              <a:off x="3275" y="473"/>
              <a:ext cx="2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8" name=""/>
            <p:cNvSpPr/>
            <p:nvPr/>
          </p:nvSpPr>
          <p:spPr>
            <a:xfrm rot="0">
              <a:off x="3277" y="466"/>
              <a:ext cx="27" cy="76"/>
            </a:xfrm>
            <a:custGeom>
              <a:avLst/>
              <a:ahLst/>
              <a:rect l="0" t="0" r="r" b="b"/>
              <a:pathLst>
                <a:path w="79" h="230">
                  <a:moveTo>
                    <a:pt x="79" y="0"/>
                  </a:moveTo>
                  <a:lnTo>
                    <a:pt x="49" y="137"/>
                  </a:lnTo>
                  <a:lnTo>
                    <a:pt x="0" y="2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39" name=""/>
            <p:cNvSpPr/>
            <p:nvPr/>
          </p:nvSpPr>
          <p:spPr>
            <a:xfrm rot="0" flipH="1">
              <a:off x="3283" y="435"/>
              <a:ext cx="12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0" name=""/>
            <p:cNvSpPr/>
            <p:nvPr/>
          </p:nvSpPr>
          <p:spPr>
            <a:xfrm rot="0" flipH="1">
              <a:off x="3369" y="436"/>
              <a:ext cx="36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1" name=""/>
            <p:cNvSpPr/>
            <p:nvPr/>
          </p:nvSpPr>
          <p:spPr>
            <a:xfrm rot="0" flipV="1">
              <a:off x="3389" y="457"/>
              <a:ext cx="3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2" name=""/>
            <p:cNvSpPr/>
            <p:nvPr/>
          </p:nvSpPr>
          <p:spPr>
            <a:xfrm rot="0" flipH="1">
              <a:off x="3359" y="501"/>
              <a:ext cx="25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3" name=""/>
            <p:cNvSpPr/>
            <p:nvPr/>
          </p:nvSpPr>
          <p:spPr>
            <a:xfrm rot="0">
              <a:off x="3387" y="49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4" name=""/>
            <p:cNvSpPr/>
            <p:nvPr/>
          </p:nvSpPr>
          <p:spPr>
            <a:xfrm rot="0" flipV="1">
              <a:off x="3387" y="533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5" name=""/>
            <p:cNvSpPr/>
            <p:nvPr/>
          </p:nvSpPr>
          <p:spPr>
            <a:xfrm rot="0" flipV="1">
              <a:off x="3417" y="500"/>
              <a:ext cx="3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6" name=""/>
            <p:cNvSpPr/>
            <p:nvPr/>
          </p:nvSpPr>
          <p:spPr>
            <a:xfrm rot="0">
              <a:off x="3383" y="467"/>
              <a:ext cx="10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7" name=""/>
            <p:cNvSpPr/>
            <p:nvPr/>
          </p:nvSpPr>
          <p:spPr>
            <a:xfrm rot="0">
              <a:off x="3384" y="453"/>
              <a:ext cx="38" cy="48"/>
            </a:xfrm>
            <a:custGeom>
              <a:avLst/>
              <a:ahLst/>
              <a:rect l="0" t="0" r="r" b="b"/>
              <a:pathLst>
                <a:path w="114" h="146">
                  <a:moveTo>
                    <a:pt x="114" y="0"/>
                  </a:moveTo>
                  <a:lnTo>
                    <a:pt x="53" y="93"/>
                  </a:lnTo>
                  <a:lnTo>
                    <a:pt x="0" y="1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8" name=""/>
            <p:cNvSpPr/>
            <p:nvPr/>
          </p:nvSpPr>
          <p:spPr>
            <a:xfrm rot="0" flipV="1">
              <a:off x="3387" y="503"/>
              <a:ext cx="3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49" name=""/>
            <p:cNvSpPr/>
            <p:nvPr/>
          </p:nvSpPr>
          <p:spPr>
            <a:xfrm rot="0">
              <a:off x="4006" y="430"/>
              <a:ext cx="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0" name=""/>
            <p:cNvSpPr/>
            <p:nvPr/>
          </p:nvSpPr>
          <p:spPr>
            <a:xfrm rot="0" flipH="1">
              <a:off x="3979" y="458"/>
              <a:ext cx="4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1" name=""/>
            <p:cNvSpPr/>
            <p:nvPr/>
          </p:nvSpPr>
          <p:spPr>
            <a:xfrm rot="0" flipV="1">
              <a:off x="3982" y="464"/>
              <a:ext cx="5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2" name=""/>
            <p:cNvSpPr/>
            <p:nvPr/>
          </p:nvSpPr>
          <p:spPr>
            <a:xfrm rot="0" flipH="1">
              <a:off x="4033" y="459"/>
              <a:ext cx="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3" name=""/>
            <p:cNvSpPr/>
            <p:nvPr/>
          </p:nvSpPr>
          <p:spPr>
            <a:xfrm rot="0" flipH="1" flipV="1">
              <a:off x="3998" y="529"/>
              <a:ext cx="12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4" name=""/>
            <p:cNvSpPr/>
            <p:nvPr/>
          </p:nvSpPr>
          <p:spPr>
            <a:xfrm rot="0" flipH="1">
              <a:off x="4010" y="474"/>
              <a:ext cx="1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5" name=""/>
            <p:cNvSpPr/>
            <p:nvPr/>
          </p:nvSpPr>
          <p:spPr>
            <a:xfrm rot="0">
              <a:off x="4010" y="492"/>
              <a:ext cx="2" cy="56"/>
            </a:xfrm>
            <a:custGeom>
              <a:avLst/>
              <a:ahLst/>
              <a:rect l="0" t="0" r="r" b="b"/>
              <a:pathLst>
                <a:path w="6" h="168">
                  <a:moveTo>
                    <a:pt x="0" y="0"/>
                  </a:moveTo>
                  <a:lnTo>
                    <a:pt x="6" y="46"/>
                  </a:lnTo>
                  <a:lnTo>
                    <a:pt x="6" y="142"/>
                  </a:lnTo>
                  <a:lnTo>
                    <a:pt x="0" y="1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6" name=""/>
            <p:cNvSpPr/>
            <p:nvPr/>
          </p:nvSpPr>
          <p:spPr>
            <a:xfrm rot="0" flipV="1">
              <a:off x="3979" y="501"/>
              <a:ext cx="62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7" name=""/>
            <p:cNvSpPr/>
            <p:nvPr/>
          </p:nvSpPr>
          <p:spPr>
            <a:xfrm rot="0">
              <a:off x="3990" y="435"/>
              <a:ext cx="6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8" name=""/>
            <p:cNvSpPr/>
            <p:nvPr/>
          </p:nvSpPr>
          <p:spPr>
            <a:xfrm rot="0" flipH="1">
              <a:off x="4020" y="430"/>
              <a:ext cx="9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59" name=""/>
            <p:cNvSpPr/>
            <p:nvPr/>
          </p:nvSpPr>
          <p:spPr>
            <a:xfrm rot="0" flipH="1">
              <a:off x="3993" y="480"/>
              <a:ext cx="2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0" name=""/>
            <p:cNvSpPr/>
            <p:nvPr/>
          </p:nvSpPr>
          <p:spPr>
            <a:xfrm rot="0">
              <a:off x="4078" y="432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1" name=""/>
            <p:cNvSpPr/>
            <p:nvPr/>
          </p:nvSpPr>
          <p:spPr>
            <a:xfrm rot="0" flipV="1">
              <a:off x="4078" y="440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2" name=""/>
            <p:cNvSpPr/>
            <p:nvPr/>
          </p:nvSpPr>
          <p:spPr>
            <a:xfrm rot="0" flipH="1">
              <a:off x="4108" y="435"/>
              <a:ext cx="3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3" name=""/>
            <p:cNvSpPr/>
            <p:nvPr/>
          </p:nvSpPr>
          <p:spPr>
            <a:xfrm rot="0" flipH="1">
              <a:off x="4078" y="466"/>
              <a:ext cx="3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4" name=""/>
            <p:cNvSpPr/>
            <p:nvPr/>
          </p:nvSpPr>
          <p:spPr>
            <a:xfrm rot="0" flipV="1">
              <a:off x="4058" y="480"/>
              <a:ext cx="6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5" name=""/>
            <p:cNvSpPr/>
            <p:nvPr/>
          </p:nvSpPr>
          <p:spPr>
            <a:xfrm rot="0" flipH="1">
              <a:off x="4078" y="484"/>
              <a:ext cx="5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6" name=""/>
            <p:cNvSpPr/>
            <p:nvPr/>
          </p:nvSpPr>
          <p:spPr>
            <a:xfrm rot="0">
              <a:off x="4085" y="498"/>
              <a:ext cx="27" cy="52"/>
            </a:xfrm>
            <a:custGeom>
              <a:avLst/>
              <a:ahLst/>
              <a:rect l="0" t="0" r="r" b="b"/>
              <a:pathLst>
                <a:path w="80" h="156">
                  <a:moveTo>
                    <a:pt x="80" y="0"/>
                  </a:moveTo>
                  <a:lnTo>
                    <a:pt x="34" y="156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7" name=""/>
            <p:cNvSpPr/>
            <p:nvPr/>
          </p:nvSpPr>
          <p:spPr>
            <a:xfrm rot="0" flipH="1">
              <a:off x="4075" y="501"/>
              <a:ext cx="36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8" name=""/>
            <p:cNvSpPr/>
            <p:nvPr/>
          </p:nvSpPr>
          <p:spPr>
            <a:xfrm rot="0">
              <a:off x="4686" y="457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69" name=""/>
            <p:cNvSpPr/>
            <p:nvPr/>
          </p:nvSpPr>
          <p:spPr>
            <a:xfrm rot="0" flipH="1">
              <a:off x="4670" y="435"/>
              <a:ext cx="27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0" name=""/>
            <p:cNvSpPr/>
            <p:nvPr/>
          </p:nvSpPr>
          <p:spPr>
            <a:xfrm rot="0" flipV="1">
              <a:off x="4693" y="487"/>
              <a:ext cx="50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1" name=""/>
            <p:cNvSpPr/>
            <p:nvPr/>
          </p:nvSpPr>
          <p:spPr>
            <a:xfrm rot="0" flipV="1">
              <a:off x="4696" y="528"/>
              <a:ext cx="4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2" name=""/>
            <p:cNvSpPr/>
            <p:nvPr/>
          </p:nvSpPr>
          <p:spPr>
            <a:xfrm rot="0" flipV="1">
              <a:off x="4717" y="457"/>
              <a:ext cx="1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3" name=""/>
            <p:cNvSpPr/>
            <p:nvPr/>
          </p:nvSpPr>
          <p:spPr>
            <a:xfrm rot="0" flipH="1">
              <a:off x="4697" y="445"/>
              <a:ext cx="36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4" name=""/>
            <p:cNvSpPr/>
            <p:nvPr/>
          </p:nvSpPr>
          <p:spPr>
            <a:xfrm rot="0">
              <a:off x="4804" y="494"/>
              <a:ext cx="13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5" name=""/>
            <p:cNvSpPr/>
            <p:nvPr/>
          </p:nvSpPr>
          <p:spPr>
            <a:xfrm rot="0">
              <a:off x="4800" y="445"/>
              <a:ext cx="1" cy="10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6" name=""/>
            <p:cNvSpPr/>
            <p:nvPr/>
          </p:nvSpPr>
          <p:spPr>
            <a:xfrm rot="0">
              <a:off x="4817" y="529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7" name=""/>
            <p:cNvSpPr/>
            <p:nvPr/>
          </p:nvSpPr>
          <p:spPr>
            <a:xfrm rot="0">
              <a:off x="4770" y="492"/>
              <a:ext cx="28" cy="48"/>
            </a:xfrm>
            <a:custGeom>
              <a:avLst/>
              <a:ahLst/>
              <a:rect l="0" t="0" r="r" b="b"/>
              <a:pathLst>
                <a:path w="85" h="142">
                  <a:moveTo>
                    <a:pt x="85" y="0"/>
                  </a:moveTo>
                  <a:lnTo>
                    <a:pt x="57" y="65"/>
                  </a:lnTo>
                  <a:lnTo>
                    <a:pt x="0" y="1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8" name=""/>
            <p:cNvSpPr/>
            <p:nvPr/>
          </p:nvSpPr>
          <p:spPr>
            <a:xfrm rot="0" flipV="1">
              <a:off x="4791" y="458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79" name=""/>
            <p:cNvSpPr/>
            <p:nvPr/>
          </p:nvSpPr>
          <p:spPr>
            <a:xfrm rot="0" flipV="1">
              <a:off x="4786" y="474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0" name=""/>
            <p:cNvSpPr/>
            <p:nvPr/>
          </p:nvSpPr>
          <p:spPr>
            <a:xfrm rot="0" flipH="1">
              <a:off x="4813" y="439"/>
              <a:ext cx="4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1" name=""/>
            <p:cNvSpPr/>
            <p:nvPr/>
          </p:nvSpPr>
          <p:spPr>
            <a:xfrm rot="0">
              <a:off x="4786" y="438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2" name=""/>
            <p:cNvSpPr/>
            <p:nvPr/>
          </p:nvSpPr>
          <p:spPr>
            <a:xfrm rot="0" flipV="1">
              <a:off x="4754" y="474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3" name=""/>
            <p:cNvSpPr/>
            <p:nvPr/>
          </p:nvSpPr>
          <p:spPr>
            <a:xfrm rot="0" flipH="1">
              <a:off x="4768" y="471"/>
              <a:ext cx="3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4" name=""/>
            <p:cNvSpPr/>
            <p:nvPr/>
          </p:nvSpPr>
          <p:spPr>
            <a:xfrm rot="0">
              <a:off x="4765" y="439"/>
              <a:ext cx="10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5" name=""/>
            <p:cNvSpPr/>
            <p:nvPr/>
          </p:nvSpPr>
          <p:spPr>
            <a:xfrm rot="0" flipV="1">
              <a:off x="4767" y="510"/>
              <a:ext cx="14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6" name=""/>
            <p:cNvSpPr/>
            <p:nvPr/>
          </p:nvSpPr>
          <p:spPr>
            <a:xfrm rot="0" flipV="1">
              <a:off x="4786" y="441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7" name=""/>
            <p:cNvSpPr/>
            <p:nvPr/>
          </p:nvSpPr>
          <p:spPr>
            <a:xfrm rot="0" flipH="1">
              <a:off x="4779" y="491"/>
              <a:ext cx="4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8" name=""/>
            <p:cNvSpPr/>
            <p:nvPr/>
          </p:nvSpPr>
          <p:spPr>
            <a:xfrm rot="0" flipV="1">
              <a:off x="4858" y="455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89" name=""/>
            <p:cNvSpPr/>
            <p:nvPr/>
          </p:nvSpPr>
          <p:spPr>
            <a:xfrm rot="0" flipV="1">
              <a:off x="4841" y="480"/>
              <a:ext cx="70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0" name=""/>
            <p:cNvSpPr/>
            <p:nvPr/>
          </p:nvSpPr>
          <p:spPr>
            <a:xfrm rot="0" flipV="1">
              <a:off x="4876" y="431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1" name=""/>
            <p:cNvSpPr/>
            <p:nvPr/>
          </p:nvSpPr>
          <p:spPr>
            <a:xfrm rot="0" flipH="1">
              <a:off x="4883" y="444"/>
              <a:ext cx="18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2" name=""/>
            <p:cNvSpPr/>
            <p:nvPr/>
          </p:nvSpPr>
          <p:spPr>
            <a:xfrm rot="0">
              <a:off x="4872" y="499"/>
              <a:ext cx="30" cy="47"/>
            </a:xfrm>
            <a:custGeom>
              <a:avLst/>
              <a:ahLst/>
              <a:rect l="0" t="0" r="r" b="b"/>
              <a:pathLst>
                <a:path w="92" h="143">
                  <a:moveTo>
                    <a:pt x="0" y="0"/>
                  </a:moveTo>
                  <a:lnTo>
                    <a:pt x="0" y="135"/>
                  </a:lnTo>
                  <a:lnTo>
                    <a:pt x="28" y="143"/>
                  </a:lnTo>
                  <a:lnTo>
                    <a:pt x="92" y="139"/>
                  </a:lnTo>
                  <a:lnTo>
                    <a:pt x="8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3" name=""/>
            <p:cNvSpPr/>
            <p:nvPr/>
          </p:nvSpPr>
          <p:spPr>
            <a:xfrm rot="0" flipH="1">
              <a:off x="4872" y="505"/>
              <a:ext cx="25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4" name=""/>
            <p:cNvSpPr/>
            <p:nvPr/>
          </p:nvSpPr>
          <p:spPr>
            <a:xfrm rot="0">
              <a:off x="4839" y="482"/>
              <a:ext cx="44" cy="46"/>
            </a:xfrm>
            <a:custGeom>
              <a:avLst/>
              <a:ahLst/>
              <a:rect l="0" t="0" r="r" b="b"/>
              <a:pathLst>
                <a:path w="133" h="137">
                  <a:moveTo>
                    <a:pt x="133" y="0"/>
                  </a:moveTo>
                  <a:lnTo>
                    <a:pt x="95" y="49"/>
                  </a:lnTo>
                  <a:lnTo>
                    <a:pt x="0" y="1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5" name=""/>
            <p:cNvSpPr/>
            <p:nvPr/>
          </p:nvSpPr>
          <p:spPr>
            <a:xfrm rot="0" flipH="1">
              <a:off x="4929" y="511"/>
              <a:ext cx="1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6" name=""/>
            <p:cNvSpPr/>
            <p:nvPr/>
          </p:nvSpPr>
          <p:spPr>
            <a:xfrm rot="0">
              <a:off x="4932" y="448"/>
              <a:ext cx="1" cy="6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7" name=""/>
            <p:cNvSpPr/>
            <p:nvPr/>
          </p:nvSpPr>
          <p:spPr>
            <a:xfrm rot="0">
              <a:off x="4940" y="431"/>
              <a:ext cx="6" cy="82"/>
            </a:xfrm>
            <a:custGeom>
              <a:avLst/>
              <a:ahLst/>
              <a:rect l="0" t="0" r="r" b="b"/>
              <a:pathLst>
                <a:path w="16" h="245">
                  <a:moveTo>
                    <a:pt x="16" y="0"/>
                  </a:moveTo>
                  <a:lnTo>
                    <a:pt x="12" y="176"/>
                  </a:lnTo>
                  <a:lnTo>
                    <a:pt x="0" y="2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8" name=""/>
            <p:cNvSpPr/>
            <p:nvPr/>
          </p:nvSpPr>
          <p:spPr>
            <a:xfrm rot="0" flipV="1">
              <a:off x="4952" y="444"/>
              <a:ext cx="4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099" name=""/>
            <p:cNvSpPr/>
            <p:nvPr/>
          </p:nvSpPr>
          <p:spPr>
            <a:xfrm rot="0">
              <a:off x="4955" y="467"/>
              <a:ext cx="1" cy="5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0" name=""/>
            <p:cNvSpPr/>
            <p:nvPr/>
          </p:nvSpPr>
          <p:spPr>
            <a:xfrm rot="0" flipV="1">
              <a:off x="4955" y="469"/>
              <a:ext cx="3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1" name=""/>
            <p:cNvSpPr/>
            <p:nvPr/>
          </p:nvSpPr>
          <p:spPr>
            <a:xfrm rot="0" flipH="1" flipV="1">
              <a:off x="4975" y="508"/>
              <a:ext cx="9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2" name=""/>
            <p:cNvSpPr/>
            <p:nvPr/>
          </p:nvSpPr>
          <p:spPr>
            <a:xfrm rot="0">
              <a:off x="4970" y="446"/>
              <a:ext cx="1" cy="10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3" name=""/>
            <p:cNvSpPr/>
            <p:nvPr/>
          </p:nvSpPr>
          <p:spPr>
            <a:xfrm rot="0" flipH="1">
              <a:off x="4984" y="464"/>
              <a:ext cx="3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4" name=""/>
            <p:cNvSpPr/>
            <p:nvPr/>
          </p:nvSpPr>
          <p:spPr>
            <a:xfrm rot="0" flipH="1">
              <a:off x="347" y="725"/>
              <a:ext cx="50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5" name=""/>
            <p:cNvSpPr/>
            <p:nvPr/>
          </p:nvSpPr>
          <p:spPr>
            <a:xfrm rot="0">
              <a:off x="2892" y="725"/>
              <a:ext cx="1" cy="331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6" name=""/>
            <p:cNvSpPr/>
            <p:nvPr/>
          </p:nvSpPr>
          <p:spPr>
            <a:xfrm rot="0" flipH="1">
              <a:off x="347" y="2381"/>
              <a:ext cx="50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7" name=""/>
            <p:cNvSpPr/>
            <p:nvPr/>
          </p:nvSpPr>
          <p:spPr>
            <a:xfrm rot="0">
              <a:off x="2660" y="3875"/>
              <a:ext cx="232" cy="162"/>
            </a:xfrm>
            <a:custGeom>
              <a:avLst/>
              <a:ahLst/>
              <a:rect l="0" t="0" r="r" b="b"/>
              <a:pathLst>
                <a:path w="694" h="487">
                  <a:moveTo>
                    <a:pt x="0" y="487"/>
                  </a:moveTo>
                  <a:lnTo>
                    <a:pt x="0" y="0"/>
                  </a:lnTo>
                  <a:lnTo>
                    <a:pt x="69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8" name=""/>
            <p:cNvSpPr/>
            <p:nvPr/>
          </p:nvSpPr>
          <p:spPr>
            <a:xfrm rot="0">
              <a:off x="2728" y="3927"/>
              <a:ext cx="19" cy="15"/>
            </a:xfrm>
            <a:custGeom>
              <a:avLst/>
              <a:ahLst/>
              <a:rect l="0" t="0" r="r" b="b"/>
              <a:pathLst>
                <a:path w="58" h="44">
                  <a:moveTo>
                    <a:pt x="58" y="0"/>
                  </a:moveTo>
                  <a:lnTo>
                    <a:pt x="47" y="1"/>
                  </a:lnTo>
                  <a:lnTo>
                    <a:pt x="37" y="4"/>
                  </a:lnTo>
                  <a:lnTo>
                    <a:pt x="26" y="9"/>
                  </a:lnTo>
                  <a:lnTo>
                    <a:pt x="17" y="16"/>
                  </a:lnTo>
                  <a:lnTo>
                    <a:pt x="11" y="23"/>
                  </a:lnTo>
                  <a:lnTo>
                    <a:pt x="4" y="34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09" name=""/>
            <p:cNvSpPr/>
            <p:nvPr/>
          </p:nvSpPr>
          <p:spPr>
            <a:xfrm rot="0">
              <a:off x="2747" y="3927"/>
              <a:ext cx="19" cy="30"/>
            </a:xfrm>
            <a:custGeom>
              <a:avLst/>
              <a:ahLst/>
              <a:rect l="0" t="0" r="r" b="b"/>
              <a:pathLst>
                <a:path w="58" h="89">
                  <a:moveTo>
                    <a:pt x="49" y="89"/>
                  </a:moveTo>
                  <a:lnTo>
                    <a:pt x="55" y="78"/>
                  </a:lnTo>
                  <a:lnTo>
                    <a:pt x="57" y="68"/>
                  </a:lnTo>
                  <a:lnTo>
                    <a:pt x="58" y="57"/>
                  </a:lnTo>
                  <a:lnTo>
                    <a:pt x="57" y="46"/>
                  </a:lnTo>
                  <a:lnTo>
                    <a:pt x="53" y="35"/>
                  </a:lnTo>
                  <a:lnTo>
                    <a:pt x="48" y="25"/>
                  </a:lnTo>
                  <a:lnTo>
                    <a:pt x="40" y="17"/>
                  </a:lnTo>
                  <a:lnTo>
                    <a:pt x="32" y="9"/>
                  </a:lnTo>
                  <a:lnTo>
                    <a:pt x="22" y="5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0" name=""/>
            <p:cNvSpPr/>
            <p:nvPr/>
          </p:nvSpPr>
          <p:spPr>
            <a:xfrm rot="0">
              <a:off x="2728" y="3957"/>
              <a:ext cx="38" cy="57"/>
            </a:xfrm>
            <a:custGeom>
              <a:avLst/>
              <a:ahLst/>
              <a:rect l="0" t="0" r="r" b="b"/>
              <a:pathLst>
                <a:path w="116" h="172">
                  <a:moveTo>
                    <a:pt x="107" y="0"/>
                  </a:moveTo>
                  <a:lnTo>
                    <a:pt x="0" y="172"/>
                  </a:lnTo>
                  <a:lnTo>
                    <a:pt x="116" y="17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1" name=""/>
            <p:cNvSpPr/>
            <p:nvPr/>
          </p:nvSpPr>
          <p:spPr>
            <a:xfrm rot="0">
              <a:off x="2795" y="3927"/>
              <a:ext cx="39" cy="87"/>
            </a:xfrm>
            <a:custGeom>
              <a:avLst/>
              <a:ahLst/>
              <a:rect l="0" t="0" r="r" b="b"/>
              <a:pathLst>
                <a:path w="116" h="261">
                  <a:moveTo>
                    <a:pt x="0" y="261"/>
                  </a:moveTo>
                  <a:lnTo>
                    <a:pt x="58" y="261"/>
                  </a:lnTo>
                  <a:lnTo>
                    <a:pt x="69" y="260"/>
                  </a:lnTo>
                  <a:lnTo>
                    <a:pt x="80" y="257"/>
                  </a:lnTo>
                  <a:lnTo>
                    <a:pt x="90" y="252"/>
                  </a:lnTo>
                  <a:lnTo>
                    <a:pt x="99" y="244"/>
                  </a:lnTo>
                  <a:lnTo>
                    <a:pt x="106" y="235"/>
                  </a:lnTo>
                  <a:lnTo>
                    <a:pt x="112" y="226"/>
                  </a:lnTo>
                  <a:lnTo>
                    <a:pt x="114" y="214"/>
                  </a:lnTo>
                  <a:lnTo>
                    <a:pt x="116" y="203"/>
                  </a:lnTo>
                  <a:lnTo>
                    <a:pt x="116" y="173"/>
                  </a:lnTo>
                  <a:lnTo>
                    <a:pt x="114" y="163"/>
                  </a:lnTo>
                  <a:lnTo>
                    <a:pt x="112" y="151"/>
                  </a:lnTo>
                  <a:lnTo>
                    <a:pt x="106" y="142"/>
                  </a:lnTo>
                  <a:lnTo>
                    <a:pt x="99" y="133"/>
                  </a:lnTo>
                  <a:lnTo>
                    <a:pt x="90" y="126"/>
                  </a:lnTo>
                  <a:lnTo>
                    <a:pt x="80" y="120"/>
                  </a:lnTo>
                  <a:lnTo>
                    <a:pt x="69" y="117"/>
                  </a:lnTo>
                  <a:lnTo>
                    <a:pt x="58" y="116"/>
                  </a:lnTo>
                  <a:lnTo>
                    <a:pt x="0" y="116"/>
                  </a:lnTo>
                  <a:lnTo>
                    <a:pt x="0" y="0"/>
                  </a:lnTo>
                  <a:lnTo>
                    <a:pt x="101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2" name=""/>
            <p:cNvSpPr/>
            <p:nvPr/>
          </p:nvSpPr>
          <p:spPr>
            <a:xfrm rot="0">
              <a:off x="2660" y="2219"/>
              <a:ext cx="232" cy="162"/>
            </a:xfrm>
            <a:custGeom>
              <a:avLst/>
              <a:ahLst/>
              <a:rect l="0" t="0" r="r" b="b"/>
              <a:pathLst>
                <a:path w="694" h="487">
                  <a:moveTo>
                    <a:pt x="0" y="487"/>
                  </a:moveTo>
                  <a:lnTo>
                    <a:pt x="0" y="0"/>
                  </a:lnTo>
                  <a:lnTo>
                    <a:pt x="69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3" name=""/>
            <p:cNvSpPr/>
            <p:nvPr/>
          </p:nvSpPr>
          <p:spPr>
            <a:xfrm rot="0">
              <a:off x="2728" y="2271"/>
              <a:ext cx="19" cy="15"/>
            </a:xfrm>
            <a:custGeom>
              <a:avLst/>
              <a:ahLst/>
              <a:rect l="0" t="0" r="r" b="b"/>
              <a:pathLst>
                <a:path w="58" h="43">
                  <a:moveTo>
                    <a:pt x="58" y="0"/>
                  </a:moveTo>
                  <a:lnTo>
                    <a:pt x="47" y="1"/>
                  </a:lnTo>
                  <a:lnTo>
                    <a:pt x="37" y="3"/>
                  </a:lnTo>
                  <a:lnTo>
                    <a:pt x="26" y="9"/>
                  </a:lnTo>
                  <a:lnTo>
                    <a:pt x="17" y="15"/>
                  </a:lnTo>
                  <a:lnTo>
                    <a:pt x="11" y="23"/>
                  </a:lnTo>
                  <a:lnTo>
                    <a:pt x="4" y="32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4" name=""/>
            <p:cNvSpPr/>
            <p:nvPr/>
          </p:nvSpPr>
          <p:spPr>
            <a:xfrm rot="0">
              <a:off x="2747" y="2271"/>
              <a:ext cx="19" cy="30"/>
            </a:xfrm>
            <a:custGeom>
              <a:avLst/>
              <a:ahLst/>
              <a:rect l="0" t="0" r="r" b="b"/>
              <a:pathLst>
                <a:path w="58" h="88">
                  <a:moveTo>
                    <a:pt x="49" y="88"/>
                  </a:moveTo>
                  <a:lnTo>
                    <a:pt x="55" y="78"/>
                  </a:lnTo>
                  <a:lnTo>
                    <a:pt x="57" y="67"/>
                  </a:lnTo>
                  <a:lnTo>
                    <a:pt x="58" y="56"/>
                  </a:lnTo>
                  <a:lnTo>
                    <a:pt x="57" y="45"/>
                  </a:lnTo>
                  <a:lnTo>
                    <a:pt x="53" y="33"/>
                  </a:lnTo>
                  <a:lnTo>
                    <a:pt x="48" y="24"/>
                  </a:lnTo>
                  <a:lnTo>
                    <a:pt x="40" y="15"/>
                  </a:lnTo>
                  <a:lnTo>
                    <a:pt x="32" y="9"/>
                  </a:lnTo>
                  <a:lnTo>
                    <a:pt x="22" y="3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5" name=""/>
            <p:cNvSpPr/>
            <p:nvPr/>
          </p:nvSpPr>
          <p:spPr>
            <a:xfrm rot="0">
              <a:off x="2728" y="2301"/>
              <a:ext cx="38" cy="57"/>
            </a:xfrm>
            <a:custGeom>
              <a:avLst/>
              <a:ahLst/>
              <a:rect l="0" t="0" r="r" b="b"/>
              <a:pathLst>
                <a:path w="116" h="172">
                  <a:moveTo>
                    <a:pt x="107" y="0"/>
                  </a:moveTo>
                  <a:lnTo>
                    <a:pt x="0" y="172"/>
                  </a:lnTo>
                  <a:lnTo>
                    <a:pt x="116" y="17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6" name=""/>
            <p:cNvSpPr/>
            <p:nvPr/>
          </p:nvSpPr>
          <p:spPr>
            <a:xfrm rot="0">
              <a:off x="2795" y="2271"/>
              <a:ext cx="2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7" name=""/>
            <p:cNvSpPr/>
            <p:nvPr/>
          </p:nvSpPr>
          <p:spPr>
            <a:xfrm rot="0">
              <a:off x="2815" y="2271"/>
              <a:ext cx="19" cy="39"/>
            </a:xfrm>
            <a:custGeom>
              <a:avLst/>
              <a:ahLst/>
              <a:rect l="0" t="0" r="r" b="b"/>
              <a:pathLst>
                <a:path w="58" h="116">
                  <a:moveTo>
                    <a:pt x="0" y="116"/>
                  </a:moveTo>
                  <a:lnTo>
                    <a:pt x="11" y="114"/>
                  </a:lnTo>
                  <a:lnTo>
                    <a:pt x="22" y="110"/>
                  </a:lnTo>
                  <a:lnTo>
                    <a:pt x="32" y="105"/>
                  </a:lnTo>
                  <a:lnTo>
                    <a:pt x="41" y="99"/>
                  </a:lnTo>
                  <a:lnTo>
                    <a:pt x="48" y="90"/>
                  </a:lnTo>
                  <a:lnTo>
                    <a:pt x="54" y="79"/>
                  </a:lnTo>
                  <a:lnTo>
                    <a:pt x="56" y="69"/>
                  </a:lnTo>
                  <a:lnTo>
                    <a:pt x="58" y="57"/>
                  </a:lnTo>
                  <a:lnTo>
                    <a:pt x="56" y="46"/>
                  </a:lnTo>
                  <a:lnTo>
                    <a:pt x="54" y="35"/>
                  </a:lnTo>
                  <a:lnTo>
                    <a:pt x="48" y="26"/>
                  </a:lnTo>
                  <a:lnTo>
                    <a:pt x="41" y="16"/>
                  </a:lnTo>
                  <a:lnTo>
                    <a:pt x="32" y="9"/>
                  </a:lnTo>
                  <a:lnTo>
                    <a:pt x="22" y="3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8" name=""/>
            <p:cNvSpPr/>
            <p:nvPr/>
          </p:nvSpPr>
          <p:spPr>
            <a:xfrm rot="0" flipH="1">
              <a:off x="2805" y="2310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19" name=""/>
            <p:cNvSpPr/>
            <p:nvPr/>
          </p:nvSpPr>
          <p:spPr>
            <a:xfrm rot="0">
              <a:off x="2815" y="2310"/>
              <a:ext cx="19" cy="19"/>
            </a:xfrm>
            <a:custGeom>
              <a:avLst/>
              <a:ahLst/>
              <a:rect l="0" t="0" r="r" b="b"/>
              <a:pathLst>
                <a:path w="58" h="57">
                  <a:moveTo>
                    <a:pt x="58" y="57"/>
                  </a:moveTo>
                  <a:lnTo>
                    <a:pt x="56" y="45"/>
                  </a:lnTo>
                  <a:lnTo>
                    <a:pt x="54" y="35"/>
                  </a:lnTo>
                  <a:lnTo>
                    <a:pt x="48" y="24"/>
                  </a:lnTo>
                  <a:lnTo>
                    <a:pt x="41" y="17"/>
                  </a:lnTo>
                  <a:lnTo>
                    <a:pt x="32" y="9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0" name=""/>
            <p:cNvSpPr/>
            <p:nvPr/>
          </p:nvSpPr>
          <p:spPr>
            <a:xfrm rot="0">
              <a:off x="2834" y="2329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1" name=""/>
            <p:cNvSpPr/>
            <p:nvPr/>
          </p:nvSpPr>
          <p:spPr>
            <a:xfrm rot="0">
              <a:off x="2815" y="2339"/>
              <a:ext cx="19" cy="19"/>
            </a:xfrm>
            <a:custGeom>
              <a:avLst/>
              <a:ahLst/>
              <a:rect l="0" t="0" r="r" b="b"/>
              <a:pathLst>
                <a:path w="58" h="58">
                  <a:moveTo>
                    <a:pt x="0" y="58"/>
                  </a:moveTo>
                  <a:lnTo>
                    <a:pt x="11" y="57"/>
                  </a:lnTo>
                  <a:lnTo>
                    <a:pt x="22" y="53"/>
                  </a:lnTo>
                  <a:lnTo>
                    <a:pt x="32" y="48"/>
                  </a:lnTo>
                  <a:lnTo>
                    <a:pt x="41" y="41"/>
                  </a:lnTo>
                  <a:lnTo>
                    <a:pt x="48" y="32"/>
                  </a:lnTo>
                  <a:lnTo>
                    <a:pt x="54" y="22"/>
                  </a:lnTo>
                  <a:lnTo>
                    <a:pt x="56" y="11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2" name=""/>
            <p:cNvSpPr/>
            <p:nvPr/>
          </p:nvSpPr>
          <p:spPr>
            <a:xfrm rot="0" flipH="1">
              <a:off x="2795" y="2358"/>
              <a:ext cx="2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3" name=""/>
            <p:cNvSpPr/>
            <p:nvPr/>
          </p:nvSpPr>
          <p:spPr>
            <a:xfrm rot="0">
              <a:off x="5205" y="3875"/>
              <a:ext cx="231" cy="162"/>
            </a:xfrm>
            <a:custGeom>
              <a:avLst/>
              <a:ahLst/>
              <a:rect l="0" t="0" r="r" b="b"/>
              <a:pathLst>
                <a:path w="694" h="487">
                  <a:moveTo>
                    <a:pt x="0" y="487"/>
                  </a:moveTo>
                  <a:lnTo>
                    <a:pt x="0" y="0"/>
                  </a:lnTo>
                  <a:lnTo>
                    <a:pt x="69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4" name=""/>
            <p:cNvSpPr/>
            <p:nvPr/>
          </p:nvSpPr>
          <p:spPr>
            <a:xfrm rot="0">
              <a:off x="5272" y="3929"/>
              <a:ext cx="19" cy="15"/>
            </a:xfrm>
            <a:custGeom>
              <a:avLst/>
              <a:ahLst/>
              <a:rect l="0" t="0" r="r" b="b"/>
              <a:pathLst>
                <a:path w="59" h="44">
                  <a:moveTo>
                    <a:pt x="59" y="0"/>
                  </a:moveTo>
                  <a:lnTo>
                    <a:pt x="47" y="2"/>
                  </a:lnTo>
                  <a:lnTo>
                    <a:pt x="37" y="4"/>
                  </a:lnTo>
                  <a:lnTo>
                    <a:pt x="27" y="10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5" name=""/>
            <p:cNvSpPr/>
            <p:nvPr/>
          </p:nvSpPr>
          <p:spPr>
            <a:xfrm rot="0">
              <a:off x="5291" y="3929"/>
              <a:ext cx="19" cy="30"/>
            </a:xfrm>
            <a:custGeom>
              <a:avLst/>
              <a:ahLst/>
              <a:rect l="0" t="0" r="r" b="b"/>
              <a:pathLst>
                <a:path w="57" h="89">
                  <a:moveTo>
                    <a:pt x="49" y="89"/>
                  </a:moveTo>
                  <a:lnTo>
                    <a:pt x="53" y="79"/>
                  </a:lnTo>
                  <a:lnTo>
                    <a:pt x="57" y="68"/>
                  </a:lnTo>
                  <a:lnTo>
                    <a:pt x="57" y="57"/>
                  </a:lnTo>
                  <a:lnTo>
                    <a:pt x="56" y="46"/>
                  </a:lnTo>
                  <a:lnTo>
                    <a:pt x="53" y="34"/>
                  </a:lnTo>
                  <a:lnTo>
                    <a:pt x="47" y="25"/>
                  </a:lnTo>
                  <a:lnTo>
                    <a:pt x="40" y="16"/>
                  </a:lnTo>
                  <a:lnTo>
                    <a:pt x="31" y="10"/>
                  </a:lnTo>
                  <a:lnTo>
                    <a:pt x="22" y="4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6" name=""/>
            <p:cNvSpPr/>
            <p:nvPr/>
          </p:nvSpPr>
          <p:spPr>
            <a:xfrm rot="0">
              <a:off x="5272" y="3959"/>
              <a:ext cx="38" cy="57"/>
            </a:xfrm>
            <a:custGeom>
              <a:avLst/>
              <a:ahLst/>
              <a:rect l="0" t="0" r="r" b="b"/>
              <a:pathLst>
                <a:path w="116" h="172">
                  <a:moveTo>
                    <a:pt x="108" y="0"/>
                  </a:moveTo>
                  <a:lnTo>
                    <a:pt x="0" y="172"/>
                  </a:lnTo>
                  <a:lnTo>
                    <a:pt x="116" y="17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7" name=""/>
            <p:cNvSpPr/>
            <p:nvPr/>
          </p:nvSpPr>
          <p:spPr>
            <a:xfrm rot="0">
              <a:off x="5340" y="3929"/>
              <a:ext cx="38" cy="87"/>
            </a:xfrm>
            <a:custGeom>
              <a:avLst/>
              <a:ahLst/>
              <a:rect l="0" t="0" r="r" b="b"/>
              <a:pathLst>
                <a:path w="116" h="261">
                  <a:moveTo>
                    <a:pt x="86" y="0"/>
                  </a:moveTo>
                  <a:lnTo>
                    <a:pt x="71" y="7"/>
                  </a:lnTo>
                  <a:lnTo>
                    <a:pt x="58" y="14"/>
                  </a:lnTo>
                  <a:lnTo>
                    <a:pt x="46" y="23"/>
                  </a:lnTo>
                  <a:lnTo>
                    <a:pt x="35" y="33"/>
                  </a:lnTo>
                  <a:lnTo>
                    <a:pt x="26" y="45"/>
                  </a:lnTo>
                  <a:lnTo>
                    <a:pt x="16" y="58"/>
                  </a:lnTo>
                  <a:lnTo>
                    <a:pt x="10" y="72"/>
                  </a:lnTo>
                  <a:lnTo>
                    <a:pt x="5" y="87"/>
                  </a:lnTo>
                  <a:lnTo>
                    <a:pt x="1" y="101"/>
                  </a:lnTo>
                  <a:lnTo>
                    <a:pt x="0" y="117"/>
                  </a:lnTo>
                  <a:lnTo>
                    <a:pt x="0" y="203"/>
                  </a:lnTo>
                  <a:lnTo>
                    <a:pt x="1" y="214"/>
                  </a:lnTo>
                  <a:lnTo>
                    <a:pt x="3" y="225"/>
                  </a:lnTo>
                  <a:lnTo>
                    <a:pt x="9" y="235"/>
                  </a:lnTo>
                  <a:lnTo>
                    <a:pt x="16" y="244"/>
                  </a:lnTo>
                  <a:lnTo>
                    <a:pt x="24" y="251"/>
                  </a:lnTo>
                  <a:lnTo>
                    <a:pt x="35" y="256"/>
                  </a:lnTo>
                  <a:lnTo>
                    <a:pt x="45" y="260"/>
                  </a:lnTo>
                  <a:lnTo>
                    <a:pt x="57" y="261"/>
                  </a:lnTo>
                  <a:lnTo>
                    <a:pt x="69" y="260"/>
                  </a:lnTo>
                  <a:lnTo>
                    <a:pt x="79" y="256"/>
                  </a:lnTo>
                  <a:lnTo>
                    <a:pt x="89" y="251"/>
                  </a:lnTo>
                  <a:lnTo>
                    <a:pt x="97" y="244"/>
                  </a:lnTo>
                  <a:lnTo>
                    <a:pt x="105" y="235"/>
                  </a:lnTo>
                  <a:lnTo>
                    <a:pt x="110" y="225"/>
                  </a:lnTo>
                  <a:lnTo>
                    <a:pt x="114" y="214"/>
                  </a:lnTo>
                  <a:lnTo>
                    <a:pt x="114" y="203"/>
                  </a:lnTo>
                  <a:lnTo>
                    <a:pt x="114" y="174"/>
                  </a:lnTo>
                  <a:lnTo>
                    <a:pt x="116" y="164"/>
                  </a:lnTo>
                  <a:lnTo>
                    <a:pt x="113" y="153"/>
                  </a:lnTo>
                  <a:lnTo>
                    <a:pt x="109" y="144"/>
                  </a:lnTo>
                  <a:lnTo>
                    <a:pt x="104" y="135"/>
                  </a:lnTo>
                  <a:lnTo>
                    <a:pt x="96" y="127"/>
                  </a:lnTo>
                  <a:lnTo>
                    <a:pt x="87" y="122"/>
                  </a:lnTo>
                  <a:lnTo>
                    <a:pt x="78" y="118"/>
                  </a:lnTo>
                  <a:lnTo>
                    <a:pt x="67" y="115"/>
                  </a:lnTo>
                  <a:lnTo>
                    <a:pt x="57" y="117"/>
                  </a:lnTo>
                  <a:lnTo>
                    <a:pt x="0" y="11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8" name=""/>
            <p:cNvSpPr/>
            <p:nvPr/>
          </p:nvSpPr>
          <p:spPr>
            <a:xfrm rot="0">
              <a:off x="5205" y="2219"/>
              <a:ext cx="231" cy="162"/>
            </a:xfrm>
            <a:custGeom>
              <a:avLst/>
              <a:ahLst/>
              <a:rect l="0" t="0" r="r" b="b"/>
              <a:pathLst>
                <a:path w="694" h="487">
                  <a:moveTo>
                    <a:pt x="0" y="487"/>
                  </a:moveTo>
                  <a:lnTo>
                    <a:pt x="0" y="0"/>
                  </a:lnTo>
                  <a:lnTo>
                    <a:pt x="69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29" name=""/>
            <p:cNvSpPr/>
            <p:nvPr/>
          </p:nvSpPr>
          <p:spPr>
            <a:xfrm rot="0">
              <a:off x="5270" y="2273"/>
              <a:ext cx="19" cy="15"/>
            </a:xfrm>
            <a:custGeom>
              <a:avLst/>
              <a:ahLst/>
              <a:rect l="0" t="0" r="r" b="b"/>
              <a:pathLst>
                <a:path w="57" h="44">
                  <a:moveTo>
                    <a:pt x="57" y="0"/>
                  </a:moveTo>
                  <a:lnTo>
                    <a:pt x="46" y="1"/>
                  </a:lnTo>
                  <a:lnTo>
                    <a:pt x="36" y="4"/>
                  </a:lnTo>
                  <a:lnTo>
                    <a:pt x="26" y="9"/>
                  </a:lnTo>
                  <a:lnTo>
                    <a:pt x="16" y="15"/>
                  </a:lnTo>
                  <a:lnTo>
                    <a:pt x="9" y="25"/>
                  </a:lnTo>
                  <a:lnTo>
                    <a:pt x="3" y="34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0" name=""/>
            <p:cNvSpPr/>
            <p:nvPr/>
          </p:nvSpPr>
          <p:spPr>
            <a:xfrm rot="0">
              <a:off x="5289" y="2273"/>
              <a:ext cx="19" cy="29"/>
            </a:xfrm>
            <a:custGeom>
              <a:avLst/>
              <a:ahLst/>
              <a:rect l="0" t="0" r="r" b="b"/>
              <a:pathLst>
                <a:path w="59" h="88">
                  <a:moveTo>
                    <a:pt x="49" y="88"/>
                  </a:moveTo>
                  <a:lnTo>
                    <a:pt x="55" y="78"/>
                  </a:lnTo>
                  <a:lnTo>
                    <a:pt x="57" y="68"/>
                  </a:lnTo>
                  <a:lnTo>
                    <a:pt x="59" y="57"/>
                  </a:lnTo>
                  <a:lnTo>
                    <a:pt x="57" y="45"/>
                  </a:lnTo>
                  <a:lnTo>
                    <a:pt x="53" y="35"/>
                  </a:lnTo>
                  <a:lnTo>
                    <a:pt x="48" y="26"/>
                  </a:lnTo>
                  <a:lnTo>
                    <a:pt x="40" y="17"/>
                  </a:lnTo>
                  <a:lnTo>
                    <a:pt x="33" y="10"/>
                  </a:lnTo>
                  <a:lnTo>
                    <a:pt x="22" y="5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1" name=""/>
            <p:cNvSpPr/>
            <p:nvPr/>
          </p:nvSpPr>
          <p:spPr>
            <a:xfrm rot="0">
              <a:off x="5270" y="2302"/>
              <a:ext cx="38" cy="58"/>
            </a:xfrm>
            <a:custGeom>
              <a:avLst/>
              <a:ahLst/>
              <a:rect l="0" t="0" r="r" b="b"/>
              <a:pathLst>
                <a:path w="116" h="173">
                  <a:moveTo>
                    <a:pt x="106" y="0"/>
                  </a:moveTo>
                  <a:lnTo>
                    <a:pt x="0" y="173"/>
                  </a:lnTo>
                  <a:lnTo>
                    <a:pt x="116" y="17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2" name=""/>
            <p:cNvSpPr/>
            <p:nvPr/>
          </p:nvSpPr>
          <p:spPr>
            <a:xfrm rot="0">
              <a:off x="5337" y="2273"/>
              <a:ext cx="48" cy="68"/>
            </a:xfrm>
            <a:custGeom>
              <a:avLst/>
              <a:ahLst/>
              <a:rect l="0" t="0" r="r" b="b"/>
              <a:pathLst>
                <a:path w="144" h="203">
                  <a:moveTo>
                    <a:pt x="57" y="0"/>
                  </a:moveTo>
                  <a:lnTo>
                    <a:pt x="0" y="203"/>
                  </a:lnTo>
                  <a:lnTo>
                    <a:pt x="144" y="20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3" name=""/>
            <p:cNvSpPr/>
            <p:nvPr/>
          </p:nvSpPr>
          <p:spPr>
            <a:xfrm rot="0">
              <a:off x="5371" y="2321"/>
              <a:ext cx="1" cy="3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4" name=""/>
            <p:cNvSpPr/>
            <p:nvPr/>
          </p:nvSpPr>
          <p:spPr>
            <a:xfrm rot="0" flipH="1">
              <a:off x="1942" y="1209"/>
              <a:ext cx="3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5" name=""/>
            <p:cNvSpPr/>
            <p:nvPr/>
          </p:nvSpPr>
          <p:spPr>
            <a:xfrm rot="0" flipH="1">
              <a:off x="1876" y="1209"/>
              <a:ext cx="4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6" name=""/>
            <p:cNvSpPr/>
            <p:nvPr/>
          </p:nvSpPr>
          <p:spPr>
            <a:xfrm rot="0" flipH="1">
              <a:off x="1810" y="1209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7" name=""/>
            <p:cNvSpPr/>
            <p:nvPr/>
          </p:nvSpPr>
          <p:spPr>
            <a:xfrm rot="0" flipH="1">
              <a:off x="1744" y="1209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8" name=""/>
            <p:cNvSpPr/>
            <p:nvPr/>
          </p:nvSpPr>
          <p:spPr>
            <a:xfrm rot="0" flipH="1">
              <a:off x="1678" y="1209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39" name=""/>
            <p:cNvSpPr/>
            <p:nvPr/>
          </p:nvSpPr>
          <p:spPr>
            <a:xfrm rot="0" flipH="1">
              <a:off x="1623" y="1209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40" name=""/>
            <p:cNvSpPr/>
            <p:nvPr/>
          </p:nvSpPr>
          <p:spPr>
            <a:xfrm rot="0">
              <a:off x="1866" y="966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41" name=""/>
            <p:cNvSpPr/>
            <p:nvPr/>
          </p:nvSpPr>
          <p:spPr>
            <a:xfrm rot="0">
              <a:off x="1866" y="966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42" name=""/>
            <p:cNvSpPr/>
            <p:nvPr/>
          </p:nvSpPr>
          <p:spPr>
            <a:xfrm rot="0">
              <a:off x="1623" y="966"/>
              <a:ext cx="243" cy="22"/>
            </a:xfrm>
            <a:custGeom>
              <a:avLst/>
              <a:ahLst/>
              <a:rect l="0" t="0" r="r" b="b"/>
              <a:pathLst>
                <a:path w="729" h="67">
                  <a:moveTo>
                    <a:pt x="729" y="67"/>
                  </a:moveTo>
                  <a:lnTo>
                    <a:pt x="729" y="34"/>
                  </a:lnTo>
                  <a:lnTo>
                    <a:pt x="72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2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43" name=""/>
            <p:cNvSpPr/>
            <p:nvPr/>
          </p:nvSpPr>
          <p:spPr>
            <a:xfrm rot="0">
              <a:off x="1623" y="966"/>
              <a:ext cx="243" cy="22"/>
            </a:xfrm>
            <a:custGeom>
              <a:avLst/>
              <a:ahLst/>
              <a:rect l="0" t="0" r="r" b="b"/>
              <a:pathLst>
                <a:path w="729" h="67">
                  <a:moveTo>
                    <a:pt x="729" y="67"/>
                  </a:moveTo>
                  <a:lnTo>
                    <a:pt x="729" y="34"/>
                  </a:lnTo>
                  <a:lnTo>
                    <a:pt x="72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2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44" name=""/>
            <p:cNvSpPr/>
            <p:nvPr/>
          </p:nvSpPr>
          <p:spPr>
            <a:xfrm rot="0">
              <a:off x="1612" y="966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45" name=""/>
            <p:cNvSpPr/>
            <p:nvPr/>
          </p:nvSpPr>
          <p:spPr>
            <a:xfrm rot="0">
              <a:off x="1612" y="966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46" name=""/>
            <p:cNvSpPr/>
            <p:nvPr/>
          </p:nvSpPr>
          <p:spPr>
            <a:xfrm rot="0">
              <a:off x="2085" y="1429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47" name=""/>
            <p:cNvSpPr/>
            <p:nvPr/>
          </p:nvSpPr>
          <p:spPr>
            <a:xfrm rot="0">
              <a:off x="2085" y="1429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48" name=""/>
            <p:cNvSpPr/>
            <p:nvPr/>
          </p:nvSpPr>
          <p:spPr>
            <a:xfrm rot="0">
              <a:off x="1623" y="1429"/>
              <a:ext cx="462" cy="22"/>
            </a:xfrm>
            <a:custGeom>
              <a:avLst/>
              <a:ahLst/>
              <a:rect l="0" t="0" r="r" b="b"/>
              <a:pathLst>
                <a:path w="1388" h="66">
                  <a:moveTo>
                    <a:pt x="1388" y="66"/>
                  </a:moveTo>
                  <a:lnTo>
                    <a:pt x="1388" y="34"/>
                  </a:lnTo>
                  <a:lnTo>
                    <a:pt x="138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138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49" name=""/>
            <p:cNvSpPr/>
            <p:nvPr/>
          </p:nvSpPr>
          <p:spPr>
            <a:xfrm rot="0">
              <a:off x="1623" y="1429"/>
              <a:ext cx="462" cy="22"/>
            </a:xfrm>
            <a:custGeom>
              <a:avLst/>
              <a:ahLst/>
              <a:rect l="0" t="0" r="r" b="b"/>
              <a:pathLst>
                <a:path w="1388" h="66">
                  <a:moveTo>
                    <a:pt x="1388" y="66"/>
                  </a:moveTo>
                  <a:lnTo>
                    <a:pt x="1388" y="34"/>
                  </a:lnTo>
                  <a:lnTo>
                    <a:pt x="138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138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50" name=""/>
            <p:cNvSpPr/>
            <p:nvPr/>
          </p:nvSpPr>
          <p:spPr>
            <a:xfrm rot="0">
              <a:off x="1612" y="1429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51" name=""/>
            <p:cNvSpPr/>
            <p:nvPr/>
          </p:nvSpPr>
          <p:spPr>
            <a:xfrm rot="0">
              <a:off x="1612" y="1429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79" name=""/>
          <p:cNvGrpSpPr/>
          <p:nvPr/>
        </p:nvGrpSpPr>
        <p:grpSpPr>
          <a:xfrm rot="0">
            <a:off x="1087437" y="1296987"/>
            <a:ext cx="7366000" cy="4906962"/>
            <a:chOff x="685" y="817"/>
            <a:chExt cx="4640" cy="3091"/>
          </a:xfrm>
        </p:grpSpPr>
        <p:sp>
          <p:nvSpPr>
            <p:cNvPr id="1058152" name=""/>
            <p:cNvSpPr/>
            <p:nvPr/>
          </p:nvSpPr>
          <p:spPr>
            <a:xfrm rot="0">
              <a:off x="2075" y="1435"/>
              <a:ext cx="21" cy="16"/>
            </a:xfrm>
            <a:custGeom>
              <a:avLst/>
              <a:ahLst/>
              <a:rect l="0" t="0" r="r" b="b"/>
              <a:pathLst>
                <a:path w="63" h="47">
                  <a:moveTo>
                    <a:pt x="30" y="15"/>
                  </a:moveTo>
                  <a:lnTo>
                    <a:pt x="60" y="0"/>
                  </a:lnTo>
                  <a:lnTo>
                    <a:pt x="63" y="11"/>
                  </a:lnTo>
                  <a:lnTo>
                    <a:pt x="63" y="21"/>
                  </a:lnTo>
                  <a:lnTo>
                    <a:pt x="59" y="30"/>
                  </a:lnTo>
                  <a:lnTo>
                    <a:pt x="53" y="39"/>
                  </a:lnTo>
                  <a:lnTo>
                    <a:pt x="44" y="45"/>
                  </a:lnTo>
                  <a:lnTo>
                    <a:pt x="34" y="47"/>
                  </a:lnTo>
                  <a:lnTo>
                    <a:pt x="23" y="47"/>
                  </a:lnTo>
                  <a:lnTo>
                    <a:pt x="14" y="43"/>
                  </a:lnTo>
                  <a:lnTo>
                    <a:pt x="5" y="38"/>
                  </a:lnTo>
                  <a:lnTo>
                    <a:pt x="0" y="29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53" name=""/>
            <p:cNvSpPr/>
            <p:nvPr/>
          </p:nvSpPr>
          <p:spPr>
            <a:xfrm rot="0">
              <a:off x="2075" y="1435"/>
              <a:ext cx="21" cy="16"/>
            </a:xfrm>
            <a:custGeom>
              <a:avLst/>
              <a:ahLst/>
              <a:rect l="0" t="0" r="r" b="b"/>
              <a:pathLst>
                <a:path w="63" h="47">
                  <a:moveTo>
                    <a:pt x="60" y="0"/>
                  </a:moveTo>
                  <a:lnTo>
                    <a:pt x="63" y="11"/>
                  </a:lnTo>
                  <a:lnTo>
                    <a:pt x="63" y="21"/>
                  </a:lnTo>
                  <a:lnTo>
                    <a:pt x="59" y="30"/>
                  </a:lnTo>
                  <a:lnTo>
                    <a:pt x="53" y="39"/>
                  </a:lnTo>
                  <a:lnTo>
                    <a:pt x="44" y="45"/>
                  </a:lnTo>
                  <a:lnTo>
                    <a:pt x="34" y="47"/>
                  </a:lnTo>
                  <a:lnTo>
                    <a:pt x="23" y="47"/>
                  </a:lnTo>
                  <a:lnTo>
                    <a:pt x="14" y="43"/>
                  </a:lnTo>
                  <a:lnTo>
                    <a:pt x="5" y="38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54" name=""/>
            <p:cNvSpPr/>
            <p:nvPr/>
          </p:nvSpPr>
          <p:spPr>
            <a:xfrm rot="0">
              <a:off x="1856" y="972"/>
              <a:ext cx="239" cy="473"/>
            </a:xfrm>
            <a:custGeom>
              <a:avLst/>
              <a:ahLst/>
              <a:rect l="0" t="0" r="r" b="b"/>
              <a:pathLst>
                <a:path w="719" h="1418">
                  <a:moveTo>
                    <a:pt x="659" y="1418"/>
                  </a:moveTo>
                  <a:lnTo>
                    <a:pt x="689" y="1404"/>
                  </a:lnTo>
                  <a:lnTo>
                    <a:pt x="719" y="1389"/>
                  </a:lnTo>
                  <a:lnTo>
                    <a:pt x="60" y="0"/>
                  </a:lnTo>
                  <a:lnTo>
                    <a:pt x="30" y="14"/>
                  </a:lnTo>
                  <a:lnTo>
                    <a:pt x="0" y="29"/>
                  </a:lnTo>
                  <a:lnTo>
                    <a:pt x="659" y="14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55" name=""/>
            <p:cNvSpPr/>
            <p:nvPr/>
          </p:nvSpPr>
          <p:spPr>
            <a:xfrm rot="0">
              <a:off x="1856" y="972"/>
              <a:ext cx="239" cy="473"/>
            </a:xfrm>
            <a:custGeom>
              <a:avLst/>
              <a:ahLst/>
              <a:rect l="0" t="0" r="r" b="b"/>
              <a:pathLst>
                <a:path w="719" h="1418">
                  <a:moveTo>
                    <a:pt x="659" y="1418"/>
                  </a:moveTo>
                  <a:lnTo>
                    <a:pt x="689" y="1404"/>
                  </a:lnTo>
                  <a:lnTo>
                    <a:pt x="719" y="1389"/>
                  </a:lnTo>
                  <a:lnTo>
                    <a:pt x="60" y="0"/>
                  </a:lnTo>
                  <a:lnTo>
                    <a:pt x="30" y="14"/>
                  </a:lnTo>
                  <a:lnTo>
                    <a:pt x="0" y="29"/>
                  </a:lnTo>
                  <a:lnTo>
                    <a:pt x="659" y="14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56" name=""/>
            <p:cNvSpPr/>
            <p:nvPr/>
          </p:nvSpPr>
          <p:spPr>
            <a:xfrm rot="0">
              <a:off x="1855" y="966"/>
              <a:ext cx="21" cy="16"/>
            </a:xfrm>
            <a:custGeom>
              <a:avLst/>
              <a:ahLst/>
              <a:rect l="0" t="0" r="r" b="b"/>
              <a:pathLst>
                <a:path w="62" h="47">
                  <a:moveTo>
                    <a:pt x="32" y="32"/>
                  </a:moveTo>
                  <a:lnTo>
                    <a:pt x="2" y="47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4" y="17"/>
                  </a:lnTo>
                  <a:lnTo>
                    <a:pt x="9" y="8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8" y="4"/>
                  </a:lnTo>
                  <a:lnTo>
                    <a:pt x="57" y="9"/>
                  </a:lnTo>
                  <a:lnTo>
                    <a:pt x="62" y="18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57" name=""/>
            <p:cNvSpPr/>
            <p:nvPr/>
          </p:nvSpPr>
          <p:spPr>
            <a:xfrm rot="0">
              <a:off x="1855" y="966"/>
              <a:ext cx="21" cy="16"/>
            </a:xfrm>
            <a:custGeom>
              <a:avLst/>
              <a:ahLst/>
              <a:rect l="0" t="0" r="r" b="b"/>
              <a:pathLst>
                <a:path w="62" h="47">
                  <a:moveTo>
                    <a:pt x="2" y="47"/>
                  </a:moveTo>
                  <a:lnTo>
                    <a:pt x="0" y="36"/>
                  </a:lnTo>
                  <a:lnTo>
                    <a:pt x="0" y="26"/>
                  </a:lnTo>
                  <a:lnTo>
                    <a:pt x="4" y="17"/>
                  </a:lnTo>
                  <a:lnTo>
                    <a:pt x="9" y="8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8" y="4"/>
                  </a:lnTo>
                  <a:lnTo>
                    <a:pt x="57" y="9"/>
                  </a:lnTo>
                  <a:lnTo>
                    <a:pt x="62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58" name=""/>
            <p:cNvSpPr/>
            <p:nvPr/>
          </p:nvSpPr>
          <p:spPr>
            <a:xfrm rot="0">
              <a:off x="1612" y="9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59" name=""/>
            <p:cNvSpPr/>
            <p:nvPr/>
          </p:nvSpPr>
          <p:spPr>
            <a:xfrm rot="0">
              <a:off x="1612" y="9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60" name=""/>
            <p:cNvSpPr/>
            <p:nvPr/>
          </p:nvSpPr>
          <p:spPr>
            <a:xfrm rot="0">
              <a:off x="1612" y="977"/>
              <a:ext cx="22" cy="463"/>
            </a:xfrm>
            <a:custGeom>
              <a:avLst/>
              <a:ahLst/>
              <a:rect l="0" t="0" r="r" b="b"/>
              <a:pathLst>
                <a:path w="66" h="1390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390"/>
                  </a:lnTo>
                  <a:lnTo>
                    <a:pt x="32" y="1390"/>
                  </a:lnTo>
                  <a:lnTo>
                    <a:pt x="66" y="1390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61" name=""/>
            <p:cNvSpPr/>
            <p:nvPr/>
          </p:nvSpPr>
          <p:spPr>
            <a:xfrm rot="0">
              <a:off x="1612" y="977"/>
              <a:ext cx="22" cy="463"/>
            </a:xfrm>
            <a:custGeom>
              <a:avLst/>
              <a:ahLst/>
              <a:rect l="0" t="0" r="r" b="b"/>
              <a:pathLst>
                <a:path w="66" h="1390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390"/>
                  </a:lnTo>
                  <a:lnTo>
                    <a:pt x="32" y="1390"/>
                  </a:lnTo>
                  <a:lnTo>
                    <a:pt x="66" y="1390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62" name=""/>
            <p:cNvSpPr/>
            <p:nvPr/>
          </p:nvSpPr>
          <p:spPr>
            <a:xfrm rot="0">
              <a:off x="1612" y="1440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63" name=""/>
            <p:cNvSpPr/>
            <p:nvPr/>
          </p:nvSpPr>
          <p:spPr>
            <a:xfrm rot="0">
              <a:off x="1612" y="1440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64" name=""/>
            <p:cNvSpPr/>
            <p:nvPr/>
          </p:nvSpPr>
          <p:spPr>
            <a:xfrm rot="0">
              <a:off x="1378" y="966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65" name=""/>
            <p:cNvSpPr/>
            <p:nvPr/>
          </p:nvSpPr>
          <p:spPr>
            <a:xfrm rot="0">
              <a:off x="1378" y="966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66" name=""/>
            <p:cNvSpPr/>
            <p:nvPr/>
          </p:nvSpPr>
          <p:spPr>
            <a:xfrm rot="0">
              <a:off x="1378" y="977"/>
              <a:ext cx="23" cy="463"/>
            </a:xfrm>
            <a:custGeom>
              <a:avLst/>
              <a:ahLst/>
              <a:rect l="0" t="0" r="r" b="b"/>
              <a:pathLst>
                <a:path w="67" h="139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90"/>
                  </a:lnTo>
                  <a:lnTo>
                    <a:pt x="33" y="1390"/>
                  </a:lnTo>
                  <a:lnTo>
                    <a:pt x="67" y="1390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67" name=""/>
            <p:cNvSpPr/>
            <p:nvPr/>
          </p:nvSpPr>
          <p:spPr>
            <a:xfrm rot="0">
              <a:off x="1378" y="977"/>
              <a:ext cx="23" cy="463"/>
            </a:xfrm>
            <a:custGeom>
              <a:avLst/>
              <a:ahLst/>
              <a:rect l="0" t="0" r="r" b="b"/>
              <a:pathLst>
                <a:path w="67" h="139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90"/>
                  </a:lnTo>
                  <a:lnTo>
                    <a:pt x="33" y="1390"/>
                  </a:lnTo>
                  <a:lnTo>
                    <a:pt x="67" y="139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68" name=""/>
            <p:cNvSpPr/>
            <p:nvPr/>
          </p:nvSpPr>
          <p:spPr>
            <a:xfrm rot="0">
              <a:off x="1378" y="1440"/>
              <a:ext cx="23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69" name=""/>
            <p:cNvSpPr/>
            <p:nvPr/>
          </p:nvSpPr>
          <p:spPr>
            <a:xfrm rot="0">
              <a:off x="1378" y="1440"/>
              <a:ext cx="23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70" name=""/>
            <p:cNvSpPr/>
            <p:nvPr/>
          </p:nvSpPr>
          <p:spPr>
            <a:xfrm rot="0">
              <a:off x="685" y="1440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71" name=""/>
            <p:cNvSpPr/>
            <p:nvPr/>
          </p:nvSpPr>
          <p:spPr>
            <a:xfrm rot="0">
              <a:off x="685" y="1440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72" name=""/>
            <p:cNvSpPr/>
            <p:nvPr/>
          </p:nvSpPr>
          <p:spPr>
            <a:xfrm rot="0">
              <a:off x="685" y="977"/>
              <a:ext cx="22" cy="463"/>
            </a:xfrm>
            <a:custGeom>
              <a:avLst/>
              <a:ahLst/>
              <a:rect l="0" t="0" r="r" b="b"/>
              <a:pathLst>
                <a:path w="67" h="1390">
                  <a:moveTo>
                    <a:pt x="0" y="1390"/>
                  </a:moveTo>
                  <a:lnTo>
                    <a:pt x="33" y="1390"/>
                  </a:lnTo>
                  <a:lnTo>
                    <a:pt x="67" y="139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3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73" name=""/>
            <p:cNvSpPr/>
            <p:nvPr/>
          </p:nvSpPr>
          <p:spPr>
            <a:xfrm rot="0">
              <a:off x="685" y="977"/>
              <a:ext cx="22" cy="463"/>
            </a:xfrm>
            <a:custGeom>
              <a:avLst/>
              <a:ahLst/>
              <a:rect l="0" t="0" r="r" b="b"/>
              <a:pathLst>
                <a:path w="67" h="1390">
                  <a:moveTo>
                    <a:pt x="0" y="1390"/>
                  </a:moveTo>
                  <a:lnTo>
                    <a:pt x="33" y="1390"/>
                  </a:lnTo>
                  <a:lnTo>
                    <a:pt x="67" y="139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3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74" name=""/>
            <p:cNvSpPr/>
            <p:nvPr/>
          </p:nvSpPr>
          <p:spPr>
            <a:xfrm rot="0">
              <a:off x="685" y="96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75" name=""/>
            <p:cNvSpPr/>
            <p:nvPr/>
          </p:nvSpPr>
          <p:spPr>
            <a:xfrm rot="0">
              <a:off x="685" y="96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76" name=""/>
            <p:cNvSpPr/>
            <p:nvPr/>
          </p:nvSpPr>
          <p:spPr>
            <a:xfrm rot="0">
              <a:off x="685" y="1429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77" name=""/>
            <p:cNvSpPr/>
            <p:nvPr/>
          </p:nvSpPr>
          <p:spPr>
            <a:xfrm rot="0">
              <a:off x="685" y="1429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78" name=""/>
            <p:cNvSpPr/>
            <p:nvPr/>
          </p:nvSpPr>
          <p:spPr>
            <a:xfrm rot="0">
              <a:off x="696" y="1429"/>
              <a:ext cx="693" cy="22"/>
            </a:xfrm>
            <a:custGeom>
              <a:avLst/>
              <a:ahLst/>
              <a:rect l="0" t="0" r="r" b="b"/>
              <a:pathLst>
                <a:path w="2081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2081" y="66"/>
                  </a:lnTo>
                  <a:lnTo>
                    <a:pt x="2081" y="34"/>
                  </a:lnTo>
                  <a:lnTo>
                    <a:pt x="208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79" name=""/>
            <p:cNvSpPr/>
            <p:nvPr/>
          </p:nvSpPr>
          <p:spPr>
            <a:xfrm rot="0">
              <a:off x="696" y="1429"/>
              <a:ext cx="693" cy="22"/>
            </a:xfrm>
            <a:custGeom>
              <a:avLst/>
              <a:ahLst/>
              <a:rect l="0" t="0" r="r" b="b"/>
              <a:pathLst>
                <a:path w="2081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2081" y="66"/>
                  </a:lnTo>
                  <a:lnTo>
                    <a:pt x="2081" y="34"/>
                  </a:lnTo>
                  <a:lnTo>
                    <a:pt x="208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80" name=""/>
            <p:cNvSpPr/>
            <p:nvPr/>
          </p:nvSpPr>
          <p:spPr>
            <a:xfrm rot="0">
              <a:off x="1389" y="1429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81" name=""/>
            <p:cNvSpPr/>
            <p:nvPr/>
          </p:nvSpPr>
          <p:spPr>
            <a:xfrm rot="0">
              <a:off x="1389" y="1429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82" name=""/>
            <p:cNvSpPr/>
            <p:nvPr/>
          </p:nvSpPr>
          <p:spPr>
            <a:xfrm rot="0">
              <a:off x="1147" y="966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83" name=""/>
            <p:cNvSpPr/>
            <p:nvPr/>
          </p:nvSpPr>
          <p:spPr>
            <a:xfrm rot="0">
              <a:off x="1147" y="966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84" name=""/>
            <p:cNvSpPr/>
            <p:nvPr/>
          </p:nvSpPr>
          <p:spPr>
            <a:xfrm rot="0">
              <a:off x="1158" y="966"/>
              <a:ext cx="231" cy="22"/>
            </a:xfrm>
            <a:custGeom>
              <a:avLst/>
              <a:ahLst/>
              <a:rect l="0" t="0" r="r" b="b"/>
              <a:pathLst>
                <a:path w="69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694" y="67"/>
                  </a:ln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85" name=""/>
            <p:cNvSpPr/>
            <p:nvPr/>
          </p:nvSpPr>
          <p:spPr>
            <a:xfrm rot="0">
              <a:off x="1158" y="966"/>
              <a:ext cx="231" cy="22"/>
            </a:xfrm>
            <a:custGeom>
              <a:avLst/>
              <a:ahLst/>
              <a:rect l="0" t="0" r="r" b="b"/>
              <a:pathLst>
                <a:path w="69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694" y="67"/>
                  </a:ln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86" name=""/>
            <p:cNvSpPr/>
            <p:nvPr/>
          </p:nvSpPr>
          <p:spPr>
            <a:xfrm rot="0">
              <a:off x="1389" y="966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87" name=""/>
            <p:cNvSpPr/>
            <p:nvPr/>
          </p:nvSpPr>
          <p:spPr>
            <a:xfrm rot="0">
              <a:off x="1389" y="966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88" name=""/>
            <p:cNvSpPr/>
            <p:nvPr/>
          </p:nvSpPr>
          <p:spPr>
            <a:xfrm rot="0">
              <a:off x="1147" y="1209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89" name=""/>
            <p:cNvSpPr/>
            <p:nvPr/>
          </p:nvSpPr>
          <p:spPr>
            <a:xfrm rot="0">
              <a:off x="1147" y="1209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90" name=""/>
            <p:cNvSpPr/>
            <p:nvPr/>
          </p:nvSpPr>
          <p:spPr>
            <a:xfrm rot="0">
              <a:off x="1147" y="977"/>
              <a:ext cx="22" cy="232"/>
            </a:xfrm>
            <a:custGeom>
              <a:avLst/>
              <a:ahLst/>
              <a:rect l="0" t="0" r="r" b="b"/>
              <a:pathLst>
                <a:path w="66" h="696">
                  <a:moveTo>
                    <a:pt x="0" y="696"/>
                  </a:moveTo>
                  <a:lnTo>
                    <a:pt x="32" y="696"/>
                  </a:lnTo>
                  <a:lnTo>
                    <a:pt x="66" y="696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6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91" name=""/>
            <p:cNvSpPr/>
            <p:nvPr/>
          </p:nvSpPr>
          <p:spPr>
            <a:xfrm rot="0">
              <a:off x="1147" y="977"/>
              <a:ext cx="22" cy="232"/>
            </a:xfrm>
            <a:custGeom>
              <a:avLst/>
              <a:ahLst/>
              <a:rect l="0" t="0" r="r" b="b"/>
              <a:pathLst>
                <a:path w="66" h="696">
                  <a:moveTo>
                    <a:pt x="0" y="696"/>
                  </a:moveTo>
                  <a:lnTo>
                    <a:pt x="32" y="696"/>
                  </a:lnTo>
                  <a:lnTo>
                    <a:pt x="66" y="696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6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92" name=""/>
            <p:cNvSpPr/>
            <p:nvPr/>
          </p:nvSpPr>
          <p:spPr>
            <a:xfrm rot="0">
              <a:off x="1147" y="9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93" name=""/>
            <p:cNvSpPr/>
            <p:nvPr/>
          </p:nvSpPr>
          <p:spPr>
            <a:xfrm rot="0">
              <a:off x="1147" y="9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94" name=""/>
            <p:cNvSpPr/>
            <p:nvPr/>
          </p:nvSpPr>
          <p:spPr>
            <a:xfrm rot="0">
              <a:off x="916" y="1198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95" name=""/>
            <p:cNvSpPr/>
            <p:nvPr/>
          </p:nvSpPr>
          <p:spPr>
            <a:xfrm rot="0">
              <a:off x="916" y="1198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96" name=""/>
            <p:cNvSpPr/>
            <p:nvPr/>
          </p:nvSpPr>
          <p:spPr>
            <a:xfrm rot="0">
              <a:off x="927" y="1198"/>
              <a:ext cx="231" cy="22"/>
            </a:xfrm>
            <a:custGeom>
              <a:avLst/>
              <a:ahLst/>
              <a:rect l="0" t="0" r="r" b="b"/>
              <a:pathLst>
                <a:path w="694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694" y="66"/>
                  </a:ln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97" name=""/>
            <p:cNvSpPr/>
            <p:nvPr/>
          </p:nvSpPr>
          <p:spPr>
            <a:xfrm rot="0">
              <a:off x="927" y="1198"/>
              <a:ext cx="231" cy="22"/>
            </a:xfrm>
            <a:custGeom>
              <a:avLst/>
              <a:ahLst/>
              <a:rect l="0" t="0" r="r" b="b"/>
              <a:pathLst>
                <a:path w="694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694" y="66"/>
                  </a:ln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198" name=""/>
            <p:cNvSpPr/>
            <p:nvPr/>
          </p:nvSpPr>
          <p:spPr>
            <a:xfrm rot="0">
              <a:off x="1158" y="1198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199" name=""/>
            <p:cNvSpPr/>
            <p:nvPr/>
          </p:nvSpPr>
          <p:spPr>
            <a:xfrm rot="0">
              <a:off x="1158" y="1198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00" name=""/>
            <p:cNvSpPr/>
            <p:nvPr/>
          </p:nvSpPr>
          <p:spPr>
            <a:xfrm rot="0">
              <a:off x="916" y="9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01" name=""/>
            <p:cNvSpPr/>
            <p:nvPr/>
          </p:nvSpPr>
          <p:spPr>
            <a:xfrm rot="0">
              <a:off x="916" y="9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02" name=""/>
            <p:cNvSpPr/>
            <p:nvPr/>
          </p:nvSpPr>
          <p:spPr>
            <a:xfrm rot="0">
              <a:off x="916" y="977"/>
              <a:ext cx="22" cy="232"/>
            </a:xfrm>
            <a:custGeom>
              <a:avLst/>
              <a:ahLst/>
              <a:rect l="0" t="0" r="r" b="b"/>
              <a:pathLst>
                <a:path w="66" h="696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696"/>
                  </a:lnTo>
                  <a:lnTo>
                    <a:pt x="32" y="696"/>
                  </a:lnTo>
                  <a:lnTo>
                    <a:pt x="66" y="696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03" name=""/>
            <p:cNvSpPr/>
            <p:nvPr/>
          </p:nvSpPr>
          <p:spPr>
            <a:xfrm rot="0">
              <a:off x="916" y="977"/>
              <a:ext cx="22" cy="232"/>
            </a:xfrm>
            <a:custGeom>
              <a:avLst/>
              <a:ahLst/>
              <a:rect l="0" t="0" r="r" b="b"/>
              <a:pathLst>
                <a:path w="66" h="696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696"/>
                  </a:lnTo>
                  <a:lnTo>
                    <a:pt x="32" y="696"/>
                  </a:lnTo>
                  <a:lnTo>
                    <a:pt x="66" y="696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04" name=""/>
            <p:cNvSpPr/>
            <p:nvPr/>
          </p:nvSpPr>
          <p:spPr>
            <a:xfrm rot="0">
              <a:off x="916" y="1209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05" name=""/>
            <p:cNvSpPr/>
            <p:nvPr/>
          </p:nvSpPr>
          <p:spPr>
            <a:xfrm rot="0">
              <a:off x="916" y="1209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06" name=""/>
            <p:cNvSpPr/>
            <p:nvPr/>
          </p:nvSpPr>
          <p:spPr>
            <a:xfrm rot="0">
              <a:off x="685" y="966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07" name=""/>
            <p:cNvSpPr/>
            <p:nvPr/>
          </p:nvSpPr>
          <p:spPr>
            <a:xfrm rot="0">
              <a:off x="685" y="966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08" name=""/>
            <p:cNvSpPr/>
            <p:nvPr/>
          </p:nvSpPr>
          <p:spPr>
            <a:xfrm rot="0">
              <a:off x="696" y="966"/>
              <a:ext cx="231" cy="22"/>
            </a:xfrm>
            <a:custGeom>
              <a:avLst/>
              <a:ahLst/>
              <a:rect l="0" t="0" r="r" b="b"/>
              <a:pathLst>
                <a:path w="693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693" y="67"/>
                  </a:lnTo>
                  <a:lnTo>
                    <a:pt x="693" y="34"/>
                  </a:lnTo>
                  <a:lnTo>
                    <a:pt x="6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09" name=""/>
            <p:cNvSpPr/>
            <p:nvPr/>
          </p:nvSpPr>
          <p:spPr>
            <a:xfrm rot="0">
              <a:off x="696" y="966"/>
              <a:ext cx="231" cy="22"/>
            </a:xfrm>
            <a:custGeom>
              <a:avLst/>
              <a:ahLst/>
              <a:rect l="0" t="0" r="r" b="b"/>
              <a:pathLst>
                <a:path w="693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693" y="67"/>
                  </a:lnTo>
                  <a:lnTo>
                    <a:pt x="693" y="34"/>
                  </a:lnTo>
                  <a:lnTo>
                    <a:pt x="69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0" name=""/>
            <p:cNvSpPr/>
            <p:nvPr/>
          </p:nvSpPr>
          <p:spPr>
            <a:xfrm rot="0">
              <a:off x="927" y="966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11" name=""/>
            <p:cNvSpPr/>
            <p:nvPr/>
          </p:nvSpPr>
          <p:spPr>
            <a:xfrm rot="0">
              <a:off x="927" y="966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2" name=""/>
            <p:cNvSpPr/>
            <p:nvPr/>
          </p:nvSpPr>
          <p:spPr>
            <a:xfrm rot="0">
              <a:off x="966" y="1121"/>
              <a:ext cx="15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3" name=""/>
            <p:cNvSpPr/>
            <p:nvPr/>
          </p:nvSpPr>
          <p:spPr>
            <a:xfrm rot="0">
              <a:off x="1012" y="1050"/>
              <a:ext cx="40" cy="51"/>
            </a:xfrm>
            <a:custGeom>
              <a:avLst/>
              <a:ahLst/>
              <a:rect l="0" t="0" r="r" b="b"/>
              <a:pathLst>
                <a:path w="118" h="155">
                  <a:moveTo>
                    <a:pt x="0" y="155"/>
                  </a:moveTo>
                  <a:lnTo>
                    <a:pt x="40" y="0"/>
                  </a:lnTo>
                  <a:lnTo>
                    <a:pt x="88" y="0"/>
                  </a:lnTo>
                  <a:lnTo>
                    <a:pt x="105" y="4"/>
                  </a:lnTo>
                  <a:lnTo>
                    <a:pt x="114" y="17"/>
                  </a:lnTo>
                  <a:lnTo>
                    <a:pt x="118" y="34"/>
                  </a:lnTo>
                  <a:lnTo>
                    <a:pt x="118" y="43"/>
                  </a:lnTo>
                  <a:lnTo>
                    <a:pt x="114" y="56"/>
                  </a:lnTo>
                  <a:lnTo>
                    <a:pt x="105" y="69"/>
                  </a:lnTo>
                  <a:lnTo>
                    <a:pt x="92" y="79"/>
                  </a:lnTo>
                  <a:lnTo>
                    <a:pt x="70" y="86"/>
                  </a:lnTo>
                  <a:lnTo>
                    <a:pt x="23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4" name=""/>
            <p:cNvSpPr/>
            <p:nvPr/>
          </p:nvSpPr>
          <p:spPr>
            <a:xfrm rot="0">
              <a:off x="1036" y="1080"/>
              <a:ext cx="6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5" name=""/>
            <p:cNvSpPr/>
            <p:nvPr/>
          </p:nvSpPr>
          <p:spPr>
            <a:xfrm rot="0" flipV="1">
              <a:off x="1069" y="1050"/>
              <a:ext cx="6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6" name=""/>
            <p:cNvSpPr/>
            <p:nvPr/>
          </p:nvSpPr>
          <p:spPr>
            <a:xfrm rot="0">
              <a:off x="966" y="1121"/>
              <a:ext cx="97" cy="8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7" name=""/>
            <p:cNvSpPr/>
            <p:nvPr/>
          </p:nvSpPr>
          <p:spPr>
            <a:xfrm rot="0">
              <a:off x="2186" y="1207"/>
              <a:ext cx="39" cy="52"/>
            </a:xfrm>
            <a:custGeom>
              <a:avLst/>
              <a:ahLst/>
              <a:rect l="0" t="0" r="r" b="b"/>
              <a:pathLst>
                <a:path w="118" h="157">
                  <a:moveTo>
                    <a:pt x="0" y="157"/>
                  </a:moveTo>
                  <a:lnTo>
                    <a:pt x="40" y="0"/>
                  </a:lnTo>
                  <a:lnTo>
                    <a:pt x="84" y="0"/>
                  </a:lnTo>
                  <a:lnTo>
                    <a:pt x="101" y="4"/>
                  </a:lnTo>
                  <a:lnTo>
                    <a:pt x="110" y="10"/>
                  </a:lnTo>
                  <a:lnTo>
                    <a:pt x="118" y="23"/>
                  </a:lnTo>
                  <a:lnTo>
                    <a:pt x="118" y="36"/>
                  </a:lnTo>
                  <a:lnTo>
                    <a:pt x="114" y="53"/>
                  </a:lnTo>
                  <a:lnTo>
                    <a:pt x="101" y="70"/>
                  </a:lnTo>
                  <a:lnTo>
                    <a:pt x="88" y="79"/>
                  </a:lnTo>
                  <a:lnTo>
                    <a:pt x="71" y="88"/>
                  </a:lnTo>
                  <a:lnTo>
                    <a:pt x="23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8" name=""/>
            <p:cNvSpPr/>
            <p:nvPr/>
          </p:nvSpPr>
          <p:spPr>
            <a:xfrm rot="0" flipV="1">
              <a:off x="2243" y="120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19" name=""/>
            <p:cNvSpPr/>
            <p:nvPr/>
          </p:nvSpPr>
          <p:spPr>
            <a:xfrm rot="0" flipH="1">
              <a:off x="2257" y="120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20" name=""/>
            <p:cNvSpPr/>
            <p:nvPr/>
          </p:nvSpPr>
          <p:spPr>
            <a:xfrm rot="0" flipV="1">
              <a:off x="2048" y="1280"/>
              <a:ext cx="79" cy="8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21" name=""/>
            <p:cNvSpPr/>
            <p:nvPr/>
          </p:nvSpPr>
          <p:spPr>
            <a:xfrm rot="0">
              <a:off x="2127" y="1280"/>
              <a:ext cx="15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22" name=""/>
            <p:cNvSpPr/>
            <p:nvPr/>
          </p:nvSpPr>
          <p:spPr>
            <a:xfrm rot="0">
              <a:off x="4321" y="817"/>
              <a:ext cx="20" cy="17"/>
            </a:xfrm>
            <a:custGeom>
              <a:avLst/>
              <a:ahLst/>
              <a:rect l="0" t="0" r="r" b="b"/>
              <a:pathLst>
                <a:path w="61" h="50">
                  <a:moveTo>
                    <a:pt x="32" y="33"/>
                  </a:moveTo>
                  <a:lnTo>
                    <a:pt x="4" y="50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2" y="19"/>
                  </a:lnTo>
                  <a:lnTo>
                    <a:pt x="7" y="11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4" y="8"/>
                  </a:lnTo>
                  <a:lnTo>
                    <a:pt x="61" y="16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23" name=""/>
            <p:cNvSpPr/>
            <p:nvPr/>
          </p:nvSpPr>
          <p:spPr>
            <a:xfrm rot="0">
              <a:off x="4321" y="817"/>
              <a:ext cx="20" cy="17"/>
            </a:xfrm>
            <a:custGeom>
              <a:avLst/>
              <a:ahLst/>
              <a:rect l="0" t="0" r="r" b="b"/>
              <a:pathLst>
                <a:path w="61" h="50">
                  <a:moveTo>
                    <a:pt x="4" y="50"/>
                  </a:moveTo>
                  <a:lnTo>
                    <a:pt x="0" y="40"/>
                  </a:lnTo>
                  <a:lnTo>
                    <a:pt x="0" y="29"/>
                  </a:lnTo>
                  <a:lnTo>
                    <a:pt x="2" y="19"/>
                  </a:lnTo>
                  <a:lnTo>
                    <a:pt x="7" y="11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4" y="8"/>
                  </a:lnTo>
                  <a:lnTo>
                    <a:pt x="61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24" name=""/>
            <p:cNvSpPr/>
            <p:nvPr/>
          </p:nvSpPr>
          <p:spPr>
            <a:xfrm rot="0">
              <a:off x="4322" y="822"/>
              <a:ext cx="228" cy="382"/>
            </a:xfrm>
            <a:custGeom>
              <a:avLst/>
              <a:ahLst/>
              <a:rect l="0" t="0" r="r" b="b"/>
              <a:pathLst>
                <a:path w="683" h="1145">
                  <a:moveTo>
                    <a:pt x="57" y="0"/>
                  </a:moveTo>
                  <a:lnTo>
                    <a:pt x="28" y="17"/>
                  </a:lnTo>
                  <a:lnTo>
                    <a:pt x="0" y="34"/>
                  </a:lnTo>
                  <a:lnTo>
                    <a:pt x="626" y="1145"/>
                  </a:lnTo>
                  <a:lnTo>
                    <a:pt x="654" y="1128"/>
                  </a:lnTo>
                  <a:lnTo>
                    <a:pt x="683" y="1111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25" name=""/>
            <p:cNvSpPr/>
            <p:nvPr/>
          </p:nvSpPr>
          <p:spPr>
            <a:xfrm rot="0">
              <a:off x="4322" y="822"/>
              <a:ext cx="228" cy="382"/>
            </a:xfrm>
            <a:custGeom>
              <a:avLst/>
              <a:ahLst/>
              <a:rect l="0" t="0" r="r" b="b"/>
              <a:pathLst>
                <a:path w="683" h="1145">
                  <a:moveTo>
                    <a:pt x="57" y="0"/>
                  </a:moveTo>
                  <a:lnTo>
                    <a:pt x="28" y="17"/>
                  </a:lnTo>
                  <a:lnTo>
                    <a:pt x="0" y="34"/>
                  </a:lnTo>
                  <a:lnTo>
                    <a:pt x="626" y="1145"/>
                  </a:lnTo>
                  <a:lnTo>
                    <a:pt x="654" y="1128"/>
                  </a:lnTo>
                  <a:lnTo>
                    <a:pt x="683" y="1111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26" name=""/>
            <p:cNvSpPr/>
            <p:nvPr/>
          </p:nvSpPr>
          <p:spPr>
            <a:xfrm rot="0">
              <a:off x="4531" y="1193"/>
              <a:ext cx="20" cy="16"/>
            </a:xfrm>
            <a:custGeom>
              <a:avLst/>
              <a:ahLst/>
              <a:rect l="0" t="0" r="r" b="b"/>
              <a:pathLst>
                <a:path w="61" h="50">
                  <a:moveTo>
                    <a:pt x="28" y="17"/>
                  </a:moveTo>
                  <a:lnTo>
                    <a:pt x="57" y="0"/>
                  </a:lnTo>
                  <a:lnTo>
                    <a:pt x="61" y="11"/>
                  </a:lnTo>
                  <a:lnTo>
                    <a:pt x="61" y="21"/>
                  </a:lnTo>
                  <a:lnTo>
                    <a:pt x="58" y="32"/>
                  </a:lnTo>
                  <a:lnTo>
                    <a:pt x="53" y="40"/>
                  </a:lnTo>
                  <a:lnTo>
                    <a:pt x="45" y="46"/>
                  </a:lnTo>
                  <a:lnTo>
                    <a:pt x="35" y="50"/>
                  </a:lnTo>
                  <a:lnTo>
                    <a:pt x="24" y="50"/>
                  </a:lnTo>
                  <a:lnTo>
                    <a:pt x="14" y="47"/>
                  </a:lnTo>
                  <a:lnTo>
                    <a:pt x="6" y="42"/>
                  </a:lnTo>
                  <a:lnTo>
                    <a:pt x="0" y="34"/>
                  </a:lnTo>
                  <a:lnTo>
                    <a:pt x="2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27" name=""/>
            <p:cNvSpPr/>
            <p:nvPr/>
          </p:nvSpPr>
          <p:spPr>
            <a:xfrm rot="0">
              <a:off x="4531" y="1193"/>
              <a:ext cx="20" cy="16"/>
            </a:xfrm>
            <a:custGeom>
              <a:avLst/>
              <a:ahLst/>
              <a:rect l="0" t="0" r="r" b="b"/>
              <a:pathLst>
                <a:path w="61" h="50">
                  <a:moveTo>
                    <a:pt x="57" y="0"/>
                  </a:moveTo>
                  <a:lnTo>
                    <a:pt x="61" y="11"/>
                  </a:lnTo>
                  <a:lnTo>
                    <a:pt x="61" y="21"/>
                  </a:lnTo>
                  <a:lnTo>
                    <a:pt x="58" y="32"/>
                  </a:lnTo>
                  <a:lnTo>
                    <a:pt x="53" y="40"/>
                  </a:lnTo>
                  <a:lnTo>
                    <a:pt x="45" y="46"/>
                  </a:lnTo>
                  <a:lnTo>
                    <a:pt x="35" y="50"/>
                  </a:lnTo>
                  <a:lnTo>
                    <a:pt x="24" y="50"/>
                  </a:lnTo>
                  <a:lnTo>
                    <a:pt x="14" y="47"/>
                  </a:lnTo>
                  <a:lnTo>
                    <a:pt x="6" y="42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28" name=""/>
            <p:cNvSpPr/>
            <p:nvPr/>
          </p:nvSpPr>
          <p:spPr>
            <a:xfrm rot="0">
              <a:off x="4079" y="81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3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29" name=""/>
            <p:cNvSpPr/>
            <p:nvPr/>
          </p:nvSpPr>
          <p:spPr>
            <a:xfrm rot="0">
              <a:off x="4079" y="81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3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30" name=""/>
            <p:cNvSpPr/>
            <p:nvPr/>
          </p:nvSpPr>
          <p:spPr>
            <a:xfrm rot="0">
              <a:off x="4079" y="828"/>
              <a:ext cx="22" cy="370"/>
            </a:xfrm>
            <a:custGeom>
              <a:avLst/>
              <a:ahLst/>
              <a:rect l="0" t="0" r="r" b="b"/>
              <a:pathLst>
                <a:path w="66" h="1111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111"/>
                  </a:lnTo>
                  <a:lnTo>
                    <a:pt x="32" y="1111"/>
                  </a:lnTo>
                  <a:lnTo>
                    <a:pt x="66" y="1111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31" name=""/>
            <p:cNvSpPr/>
            <p:nvPr/>
          </p:nvSpPr>
          <p:spPr>
            <a:xfrm rot="0">
              <a:off x="4079" y="828"/>
              <a:ext cx="22" cy="370"/>
            </a:xfrm>
            <a:custGeom>
              <a:avLst/>
              <a:ahLst/>
              <a:rect l="0" t="0" r="r" b="b"/>
              <a:pathLst>
                <a:path w="66" h="1111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111"/>
                  </a:lnTo>
                  <a:lnTo>
                    <a:pt x="32" y="1111"/>
                  </a:lnTo>
                  <a:lnTo>
                    <a:pt x="66" y="1111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32" name=""/>
            <p:cNvSpPr/>
            <p:nvPr/>
          </p:nvSpPr>
          <p:spPr>
            <a:xfrm rot="0">
              <a:off x="4079" y="1198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3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33" name=""/>
            <p:cNvSpPr/>
            <p:nvPr/>
          </p:nvSpPr>
          <p:spPr>
            <a:xfrm rot="0">
              <a:off x="4079" y="1198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3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34" name=""/>
            <p:cNvSpPr/>
            <p:nvPr/>
          </p:nvSpPr>
          <p:spPr>
            <a:xfrm rot="0">
              <a:off x="4331" y="817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35" name=""/>
            <p:cNvSpPr/>
            <p:nvPr/>
          </p:nvSpPr>
          <p:spPr>
            <a:xfrm rot="0">
              <a:off x="4331" y="817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36" name=""/>
            <p:cNvSpPr/>
            <p:nvPr/>
          </p:nvSpPr>
          <p:spPr>
            <a:xfrm rot="0">
              <a:off x="4090" y="817"/>
              <a:ext cx="241" cy="22"/>
            </a:xfrm>
            <a:custGeom>
              <a:avLst/>
              <a:ahLst/>
              <a:rect l="0" t="0" r="r" b="b"/>
              <a:pathLst>
                <a:path w="725" h="67">
                  <a:moveTo>
                    <a:pt x="725" y="67"/>
                  </a:moveTo>
                  <a:lnTo>
                    <a:pt x="725" y="34"/>
                  </a:lnTo>
                  <a:lnTo>
                    <a:pt x="72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2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37" name=""/>
            <p:cNvSpPr/>
            <p:nvPr/>
          </p:nvSpPr>
          <p:spPr>
            <a:xfrm rot="0">
              <a:off x="4090" y="817"/>
              <a:ext cx="241" cy="22"/>
            </a:xfrm>
            <a:custGeom>
              <a:avLst/>
              <a:ahLst/>
              <a:rect l="0" t="0" r="r" b="b"/>
              <a:pathLst>
                <a:path w="725" h="67">
                  <a:moveTo>
                    <a:pt x="725" y="67"/>
                  </a:moveTo>
                  <a:lnTo>
                    <a:pt x="725" y="34"/>
                  </a:lnTo>
                  <a:lnTo>
                    <a:pt x="72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2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38" name=""/>
            <p:cNvSpPr/>
            <p:nvPr/>
          </p:nvSpPr>
          <p:spPr>
            <a:xfrm rot="0">
              <a:off x="4079" y="817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39" name=""/>
            <p:cNvSpPr/>
            <p:nvPr/>
          </p:nvSpPr>
          <p:spPr>
            <a:xfrm rot="0">
              <a:off x="4079" y="817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40" name=""/>
            <p:cNvSpPr/>
            <p:nvPr/>
          </p:nvSpPr>
          <p:spPr>
            <a:xfrm rot="0">
              <a:off x="4529" y="1188"/>
              <a:ext cx="21" cy="16"/>
            </a:xfrm>
            <a:custGeom>
              <a:avLst/>
              <a:ahLst/>
              <a:rect l="0" t="0" r="r" b="b"/>
              <a:pathLst>
                <a:path w="61" h="49">
                  <a:moveTo>
                    <a:pt x="32" y="32"/>
                  </a:moveTo>
                  <a:lnTo>
                    <a:pt x="4" y="49"/>
                  </a:lnTo>
                  <a:lnTo>
                    <a:pt x="0" y="39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7" y="10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4" y="8"/>
                  </a:lnTo>
                  <a:lnTo>
                    <a:pt x="61" y="15"/>
                  </a:lnTo>
                  <a:lnTo>
                    <a:pt x="3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41" name=""/>
            <p:cNvSpPr/>
            <p:nvPr/>
          </p:nvSpPr>
          <p:spPr>
            <a:xfrm rot="0">
              <a:off x="4529" y="1188"/>
              <a:ext cx="21" cy="16"/>
            </a:xfrm>
            <a:custGeom>
              <a:avLst/>
              <a:ahLst/>
              <a:rect l="0" t="0" r="r" b="b"/>
              <a:pathLst>
                <a:path w="61" h="49">
                  <a:moveTo>
                    <a:pt x="4" y="49"/>
                  </a:moveTo>
                  <a:lnTo>
                    <a:pt x="0" y="39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7" y="10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4" y="8"/>
                  </a:lnTo>
                  <a:lnTo>
                    <a:pt x="61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42" name=""/>
            <p:cNvSpPr/>
            <p:nvPr/>
          </p:nvSpPr>
          <p:spPr>
            <a:xfrm rot="0">
              <a:off x="4531" y="1193"/>
              <a:ext cx="123" cy="196"/>
            </a:xfrm>
            <a:custGeom>
              <a:avLst/>
              <a:ahLst/>
              <a:rect l="0" t="0" r="r" b="b"/>
              <a:pathLst>
                <a:path w="371" h="590">
                  <a:moveTo>
                    <a:pt x="57" y="0"/>
                  </a:moveTo>
                  <a:lnTo>
                    <a:pt x="28" y="17"/>
                  </a:lnTo>
                  <a:lnTo>
                    <a:pt x="0" y="34"/>
                  </a:lnTo>
                  <a:lnTo>
                    <a:pt x="314" y="590"/>
                  </a:lnTo>
                  <a:lnTo>
                    <a:pt x="343" y="573"/>
                  </a:lnTo>
                  <a:lnTo>
                    <a:pt x="371" y="556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43" name=""/>
            <p:cNvSpPr/>
            <p:nvPr/>
          </p:nvSpPr>
          <p:spPr>
            <a:xfrm rot="0">
              <a:off x="4531" y="1193"/>
              <a:ext cx="123" cy="196"/>
            </a:xfrm>
            <a:custGeom>
              <a:avLst/>
              <a:ahLst/>
              <a:rect l="0" t="0" r="r" b="b"/>
              <a:pathLst>
                <a:path w="371" h="590">
                  <a:moveTo>
                    <a:pt x="57" y="0"/>
                  </a:moveTo>
                  <a:lnTo>
                    <a:pt x="28" y="17"/>
                  </a:lnTo>
                  <a:lnTo>
                    <a:pt x="0" y="34"/>
                  </a:lnTo>
                  <a:lnTo>
                    <a:pt x="314" y="590"/>
                  </a:lnTo>
                  <a:lnTo>
                    <a:pt x="343" y="573"/>
                  </a:lnTo>
                  <a:lnTo>
                    <a:pt x="371" y="556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44" name=""/>
            <p:cNvSpPr/>
            <p:nvPr/>
          </p:nvSpPr>
          <p:spPr>
            <a:xfrm rot="0">
              <a:off x="4635" y="1378"/>
              <a:ext cx="21" cy="17"/>
            </a:xfrm>
            <a:custGeom>
              <a:avLst/>
              <a:ahLst/>
              <a:rect l="0" t="0" r="r" b="b"/>
              <a:pathLst>
                <a:path w="61" h="50">
                  <a:moveTo>
                    <a:pt x="29" y="17"/>
                  </a:moveTo>
                  <a:lnTo>
                    <a:pt x="57" y="0"/>
                  </a:lnTo>
                  <a:lnTo>
                    <a:pt x="61" y="11"/>
                  </a:lnTo>
                  <a:lnTo>
                    <a:pt x="61" y="21"/>
                  </a:lnTo>
                  <a:lnTo>
                    <a:pt x="59" y="31"/>
                  </a:lnTo>
                  <a:lnTo>
                    <a:pt x="53" y="39"/>
                  </a:lnTo>
                  <a:lnTo>
                    <a:pt x="45" y="46"/>
                  </a:lnTo>
                  <a:lnTo>
                    <a:pt x="35" y="50"/>
                  </a:lnTo>
                  <a:lnTo>
                    <a:pt x="25" y="50"/>
                  </a:lnTo>
                  <a:lnTo>
                    <a:pt x="14" y="47"/>
                  </a:lnTo>
                  <a:lnTo>
                    <a:pt x="6" y="42"/>
                  </a:lnTo>
                  <a:lnTo>
                    <a:pt x="0" y="34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45" name=""/>
            <p:cNvSpPr/>
            <p:nvPr/>
          </p:nvSpPr>
          <p:spPr>
            <a:xfrm rot="0">
              <a:off x="4635" y="1378"/>
              <a:ext cx="21" cy="17"/>
            </a:xfrm>
            <a:custGeom>
              <a:avLst/>
              <a:ahLst/>
              <a:rect l="0" t="0" r="r" b="b"/>
              <a:pathLst>
                <a:path w="61" h="50">
                  <a:moveTo>
                    <a:pt x="57" y="0"/>
                  </a:moveTo>
                  <a:lnTo>
                    <a:pt x="61" y="11"/>
                  </a:lnTo>
                  <a:lnTo>
                    <a:pt x="61" y="21"/>
                  </a:lnTo>
                  <a:lnTo>
                    <a:pt x="59" y="31"/>
                  </a:lnTo>
                  <a:lnTo>
                    <a:pt x="53" y="39"/>
                  </a:lnTo>
                  <a:lnTo>
                    <a:pt x="45" y="46"/>
                  </a:lnTo>
                  <a:lnTo>
                    <a:pt x="35" y="50"/>
                  </a:lnTo>
                  <a:lnTo>
                    <a:pt x="25" y="50"/>
                  </a:lnTo>
                  <a:lnTo>
                    <a:pt x="14" y="47"/>
                  </a:lnTo>
                  <a:lnTo>
                    <a:pt x="6" y="42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46" name=""/>
            <p:cNvSpPr/>
            <p:nvPr/>
          </p:nvSpPr>
          <p:spPr>
            <a:xfrm rot="0">
              <a:off x="4540" y="118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47" name=""/>
            <p:cNvSpPr/>
            <p:nvPr/>
          </p:nvSpPr>
          <p:spPr>
            <a:xfrm rot="0">
              <a:off x="4540" y="118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48" name=""/>
            <p:cNvSpPr/>
            <p:nvPr/>
          </p:nvSpPr>
          <p:spPr>
            <a:xfrm rot="0">
              <a:off x="4090" y="1187"/>
              <a:ext cx="450" cy="22"/>
            </a:xfrm>
            <a:custGeom>
              <a:avLst/>
              <a:ahLst/>
              <a:rect l="0" t="0" r="r" b="b"/>
              <a:pathLst>
                <a:path w="1351" h="67">
                  <a:moveTo>
                    <a:pt x="1351" y="67"/>
                  </a:moveTo>
                  <a:lnTo>
                    <a:pt x="1351" y="34"/>
                  </a:lnTo>
                  <a:lnTo>
                    <a:pt x="13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35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49" name=""/>
            <p:cNvSpPr/>
            <p:nvPr/>
          </p:nvSpPr>
          <p:spPr>
            <a:xfrm rot="0">
              <a:off x="4090" y="1187"/>
              <a:ext cx="450" cy="22"/>
            </a:xfrm>
            <a:custGeom>
              <a:avLst/>
              <a:ahLst/>
              <a:rect l="0" t="0" r="r" b="b"/>
              <a:pathLst>
                <a:path w="1351" h="67">
                  <a:moveTo>
                    <a:pt x="1351" y="67"/>
                  </a:moveTo>
                  <a:lnTo>
                    <a:pt x="1351" y="34"/>
                  </a:lnTo>
                  <a:lnTo>
                    <a:pt x="13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35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50" name=""/>
            <p:cNvSpPr/>
            <p:nvPr/>
          </p:nvSpPr>
          <p:spPr>
            <a:xfrm rot="0">
              <a:off x="4079" y="1187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51" name=""/>
            <p:cNvSpPr/>
            <p:nvPr/>
          </p:nvSpPr>
          <p:spPr>
            <a:xfrm rot="0">
              <a:off x="4079" y="1187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52" name=""/>
            <p:cNvSpPr/>
            <p:nvPr/>
          </p:nvSpPr>
          <p:spPr>
            <a:xfrm rot="0">
              <a:off x="4079" y="118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3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53" name=""/>
            <p:cNvSpPr/>
            <p:nvPr/>
          </p:nvSpPr>
          <p:spPr>
            <a:xfrm rot="0">
              <a:off x="4079" y="118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3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54" name=""/>
            <p:cNvSpPr/>
            <p:nvPr/>
          </p:nvSpPr>
          <p:spPr>
            <a:xfrm rot="0">
              <a:off x="4079" y="1198"/>
              <a:ext cx="22" cy="186"/>
            </a:xfrm>
            <a:custGeom>
              <a:avLst/>
              <a:ahLst/>
              <a:rect l="0" t="0" r="r" b="b"/>
              <a:pathLst>
                <a:path w="66" h="556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32" y="556"/>
                  </a:lnTo>
                  <a:lnTo>
                    <a:pt x="66" y="556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55" name=""/>
            <p:cNvSpPr/>
            <p:nvPr/>
          </p:nvSpPr>
          <p:spPr>
            <a:xfrm rot="0">
              <a:off x="4079" y="1198"/>
              <a:ext cx="22" cy="186"/>
            </a:xfrm>
            <a:custGeom>
              <a:avLst/>
              <a:ahLst/>
              <a:rect l="0" t="0" r="r" b="b"/>
              <a:pathLst>
                <a:path w="66" h="556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32" y="556"/>
                  </a:lnTo>
                  <a:lnTo>
                    <a:pt x="66" y="556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56" name=""/>
            <p:cNvSpPr/>
            <p:nvPr/>
          </p:nvSpPr>
          <p:spPr>
            <a:xfrm rot="0">
              <a:off x="4079" y="1384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3" y="11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57" name=""/>
            <p:cNvSpPr/>
            <p:nvPr/>
          </p:nvSpPr>
          <p:spPr>
            <a:xfrm rot="0">
              <a:off x="4079" y="1384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3" y="11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58" name=""/>
            <p:cNvSpPr/>
            <p:nvPr/>
          </p:nvSpPr>
          <p:spPr>
            <a:xfrm rot="0">
              <a:off x="4645" y="137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3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59" name=""/>
            <p:cNvSpPr/>
            <p:nvPr/>
          </p:nvSpPr>
          <p:spPr>
            <a:xfrm rot="0">
              <a:off x="4645" y="137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3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60" name=""/>
            <p:cNvSpPr/>
            <p:nvPr/>
          </p:nvSpPr>
          <p:spPr>
            <a:xfrm rot="0">
              <a:off x="4090" y="1372"/>
              <a:ext cx="555" cy="23"/>
            </a:xfrm>
            <a:custGeom>
              <a:avLst/>
              <a:ahLst/>
              <a:rect l="0" t="0" r="r" b="b"/>
              <a:pathLst>
                <a:path w="1666" h="67">
                  <a:moveTo>
                    <a:pt x="1666" y="67"/>
                  </a:moveTo>
                  <a:lnTo>
                    <a:pt x="1666" y="34"/>
                  </a:lnTo>
                  <a:lnTo>
                    <a:pt x="16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66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61" name=""/>
            <p:cNvSpPr/>
            <p:nvPr/>
          </p:nvSpPr>
          <p:spPr>
            <a:xfrm rot="0">
              <a:off x="4090" y="1372"/>
              <a:ext cx="555" cy="23"/>
            </a:xfrm>
            <a:custGeom>
              <a:avLst/>
              <a:ahLst/>
              <a:rect l="0" t="0" r="r" b="b"/>
              <a:pathLst>
                <a:path w="1666" h="67">
                  <a:moveTo>
                    <a:pt x="1666" y="67"/>
                  </a:moveTo>
                  <a:lnTo>
                    <a:pt x="1666" y="34"/>
                  </a:lnTo>
                  <a:lnTo>
                    <a:pt x="16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66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62" name=""/>
            <p:cNvSpPr/>
            <p:nvPr/>
          </p:nvSpPr>
          <p:spPr>
            <a:xfrm rot="0">
              <a:off x="4079" y="1372"/>
              <a:ext cx="11" cy="23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63" name=""/>
            <p:cNvSpPr/>
            <p:nvPr/>
          </p:nvSpPr>
          <p:spPr>
            <a:xfrm rot="0">
              <a:off x="4079" y="1372"/>
              <a:ext cx="11" cy="23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64" name=""/>
            <p:cNvSpPr/>
            <p:nvPr/>
          </p:nvSpPr>
          <p:spPr>
            <a:xfrm rot="0">
              <a:off x="3136" y="118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65" name=""/>
            <p:cNvSpPr/>
            <p:nvPr/>
          </p:nvSpPr>
          <p:spPr>
            <a:xfrm rot="0">
              <a:off x="3136" y="118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66" name=""/>
            <p:cNvSpPr/>
            <p:nvPr/>
          </p:nvSpPr>
          <p:spPr>
            <a:xfrm rot="0">
              <a:off x="3136" y="1198"/>
              <a:ext cx="22" cy="186"/>
            </a:xfrm>
            <a:custGeom>
              <a:avLst/>
              <a:ahLst/>
              <a:rect l="0" t="0" r="r" b="b"/>
              <a:pathLst>
                <a:path w="66" h="556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33" y="556"/>
                  </a:lnTo>
                  <a:lnTo>
                    <a:pt x="66" y="556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67" name=""/>
            <p:cNvSpPr/>
            <p:nvPr/>
          </p:nvSpPr>
          <p:spPr>
            <a:xfrm rot="0">
              <a:off x="3136" y="1198"/>
              <a:ext cx="22" cy="186"/>
            </a:xfrm>
            <a:custGeom>
              <a:avLst/>
              <a:ahLst/>
              <a:rect l="0" t="0" r="r" b="b"/>
              <a:pathLst>
                <a:path w="66" h="556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33" y="556"/>
                  </a:lnTo>
                  <a:lnTo>
                    <a:pt x="66" y="556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68" name=""/>
            <p:cNvSpPr/>
            <p:nvPr/>
          </p:nvSpPr>
          <p:spPr>
            <a:xfrm rot="0">
              <a:off x="3136" y="1384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69" name=""/>
            <p:cNvSpPr/>
            <p:nvPr/>
          </p:nvSpPr>
          <p:spPr>
            <a:xfrm rot="0">
              <a:off x="3136" y="1384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70" name=""/>
            <p:cNvSpPr/>
            <p:nvPr/>
          </p:nvSpPr>
          <p:spPr>
            <a:xfrm rot="0">
              <a:off x="3136" y="137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71" name=""/>
            <p:cNvSpPr/>
            <p:nvPr/>
          </p:nvSpPr>
          <p:spPr>
            <a:xfrm rot="0">
              <a:off x="3136" y="137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72" name=""/>
            <p:cNvSpPr/>
            <p:nvPr/>
          </p:nvSpPr>
          <p:spPr>
            <a:xfrm rot="0">
              <a:off x="3147" y="1372"/>
              <a:ext cx="740" cy="23"/>
            </a:xfrm>
            <a:custGeom>
              <a:avLst/>
              <a:ahLst/>
              <a:rect l="0" t="0" r="r" b="b"/>
              <a:pathLst>
                <a:path w="222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220" y="67"/>
                  </a:lnTo>
                  <a:lnTo>
                    <a:pt x="2220" y="34"/>
                  </a:lnTo>
                  <a:lnTo>
                    <a:pt x="222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73" name=""/>
            <p:cNvSpPr/>
            <p:nvPr/>
          </p:nvSpPr>
          <p:spPr>
            <a:xfrm rot="0">
              <a:off x="3147" y="1372"/>
              <a:ext cx="740" cy="23"/>
            </a:xfrm>
            <a:custGeom>
              <a:avLst/>
              <a:ahLst/>
              <a:rect l="0" t="0" r="r" b="b"/>
              <a:pathLst>
                <a:path w="222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220" y="67"/>
                  </a:lnTo>
                  <a:lnTo>
                    <a:pt x="2220" y="34"/>
                  </a:lnTo>
                  <a:lnTo>
                    <a:pt x="222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74" name=""/>
            <p:cNvSpPr/>
            <p:nvPr/>
          </p:nvSpPr>
          <p:spPr>
            <a:xfrm rot="0">
              <a:off x="3887" y="1372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75" name=""/>
            <p:cNvSpPr/>
            <p:nvPr/>
          </p:nvSpPr>
          <p:spPr>
            <a:xfrm rot="0">
              <a:off x="3887" y="1372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76" name=""/>
            <p:cNvSpPr/>
            <p:nvPr/>
          </p:nvSpPr>
          <p:spPr>
            <a:xfrm rot="0">
              <a:off x="3876" y="1384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77" name=""/>
            <p:cNvSpPr/>
            <p:nvPr/>
          </p:nvSpPr>
          <p:spPr>
            <a:xfrm rot="0">
              <a:off x="3876" y="1384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78" name=""/>
            <p:cNvSpPr/>
            <p:nvPr/>
          </p:nvSpPr>
          <p:spPr>
            <a:xfrm rot="0">
              <a:off x="3876" y="828"/>
              <a:ext cx="22" cy="556"/>
            </a:xfrm>
            <a:custGeom>
              <a:avLst/>
              <a:ahLst/>
              <a:rect l="0" t="0" r="r" b="b"/>
              <a:pathLst>
                <a:path w="66" h="1667">
                  <a:moveTo>
                    <a:pt x="0" y="1667"/>
                  </a:moveTo>
                  <a:lnTo>
                    <a:pt x="32" y="1667"/>
                  </a:lnTo>
                  <a:lnTo>
                    <a:pt x="66" y="1667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6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79" name=""/>
            <p:cNvSpPr/>
            <p:nvPr/>
          </p:nvSpPr>
          <p:spPr>
            <a:xfrm rot="0">
              <a:off x="3876" y="828"/>
              <a:ext cx="22" cy="556"/>
            </a:xfrm>
            <a:custGeom>
              <a:avLst/>
              <a:ahLst/>
              <a:rect l="0" t="0" r="r" b="b"/>
              <a:pathLst>
                <a:path w="66" h="1667">
                  <a:moveTo>
                    <a:pt x="0" y="1667"/>
                  </a:moveTo>
                  <a:lnTo>
                    <a:pt x="32" y="1667"/>
                  </a:lnTo>
                  <a:lnTo>
                    <a:pt x="66" y="1667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6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80" name=""/>
            <p:cNvSpPr/>
            <p:nvPr/>
          </p:nvSpPr>
          <p:spPr>
            <a:xfrm rot="0">
              <a:off x="3876" y="81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81" name=""/>
            <p:cNvSpPr/>
            <p:nvPr/>
          </p:nvSpPr>
          <p:spPr>
            <a:xfrm rot="0">
              <a:off x="3876" y="817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82" name=""/>
            <p:cNvSpPr/>
            <p:nvPr/>
          </p:nvSpPr>
          <p:spPr>
            <a:xfrm rot="0">
              <a:off x="3887" y="81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83" name=""/>
            <p:cNvSpPr/>
            <p:nvPr/>
          </p:nvSpPr>
          <p:spPr>
            <a:xfrm rot="0">
              <a:off x="3887" y="81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84" name=""/>
            <p:cNvSpPr/>
            <p:nvPr/>
          </p:nvSpPr>
          <p:spPr>
            <a:xfrm rot="0">
              <a:off x="3665" y="817"/>
              <a:ext cx="222" cy="22"/>
            </a:xfrm>
            <a:custGeom>
              <a:avLst/>
              <a:ahLst/>
              <a:rect l="0" t="0" r="r" b="b"/>
              <a:pathLst>
                <a:path w="666" h="67">
                  <a:moveTo>
                    <a:pt x="666" y="67"/>
                  </a:moveTo>
                  <a:lnTo>
                    <a:pt x="666" y="34"/>
                  </a:lnTo>
                  <a:lnTo>
                    <a:pt x="6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66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85" name=""/>
            <p:cNvSpPr/>
            <p:nvPr/>
          </p:nvSpPr>
          <p:spPr>
            <a:xfrm rot="0">
              <a:off x="3665" y="817"/>
              <a:ext cx="222" cy="22"/>
            </a:xfrm>
            <a:custGeom>
              <a:avLst/>
              <a:ahLst/>
              <a:rect l="0" t="0" r="r" b="b"/>
              <a:pathLst>
                <a:path w="666" h="67">
                  <a:moveTo>
                    <a:pt x="666" y="67"/>
                  </a:moveTo>
                  <a:lnTo>
                    <a:pt x="666" y="34"/>
                  </a:lnTo>
                  <a:lnTo>
                    <a:pt x="6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66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86" name=""/>
            <p:cNvSpPr/>
            <p:nvPr/>
          </p:nvSpPr>
          <p:spPr>
            <a:xfrm rot="0">
              <a:off x="3654" y="81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5"/>
                  </a:lnTo>
                  <a:lnTo>
                    <a:pt x="14" y="61"/>
                  </a:lnTo>
                  <a:lnTo>
                    <a:pt x="6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87" name=""/>
            <p:cNvSpPr/>
            <p:nvPr/>
          </p:nvSpPr>
          <p:spPr>
            <a:xfrm rot="0">
              <a:off x="3654" y="81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5"/>
                  </a:lnTo>
                  <a:lnTo>
                    <a:pt x="14" y="61"/>
                  </a:lnTo>
                  <a:lnTo>
                    <a:pt x="6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88" name=""/>
            <p:cNvSpPr/>
            <p:nvPr/>
          </p:nvSpPr>
          <p:spPr>
            <a:xfrm rot="0">
              <a:off x="3654" y="81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89" name=""/>
            <p:cNvSpPr/>
            <p:nvPr/>
          </p:nvSpPr>
          <p:spPr>
            <a:xfrm rot="0">
              <a:off x="3654" y="817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90" name=""/>
            <p:cNvSpPr/>
            <p:nvPr/>
          </p:nvSpPr>
          <p:spPr>
            <a:xfrm rot="0">
              <a:off x="3654" y="828"/>
              <a:ext cx="22" cy="370"/>
            </a:xfrm>
            <a:custGeom>
              <a:avLst/>
              <a:ahLst/>
              <a:rect l="0" t="0" r="r" b="b"/>
              <a:pathLst>
                <a:path w="67" h="111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111"/>
                  </a:lnTo>
                  <a:lnTo>
                    <a:pt x="33" y="1111"/>
                  </a:lnTo>
                  <a:lnTo>
                    <a:pt x="67" y="1111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91" name=""/>
            <p:cNvSpPr/>
            <p:nvPr/>
          </p:nvSpPr>
          <p:spPr>
            <a:xfrm rot="0">
              <a:off x="3654" y="828"/>
              <a:ext cx="22" cy="370"/>
            </a:xfrm>
            <a:custGeom>
              <a:avLst/>
              <a:ahLst/>
              <a:rect l="0" t="0" r="r" b="b"/>
              <a:pathLst>
                <a:path w="67" h="111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111"/>
                  </a:lnTo>
                  <a:lnTo>
                    <a:pt x="33" y="1111"/>
                  </a:lnTo>
                  <a:lnTo>
                    <a:pt x="67" y="111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92" name=""/>
            <p:cNvSpPr/>
            <p:nvPr/>
          </p:nvSpPr>
          <p:spPr>
            <a:xfrm rot="0">
              <a:off x="3654" y="119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93" name=""/>
            <p:cNvSpPr/>
            <p:nvPr/>
          </p:nvSpPr>
          <p:spPr>
            <a:xfrm rot="0">
              <a:off x="3654" y="1198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94" name=""/>
            <p:cNvSpPr/>
            <p:nvPr/>
          </p:nvSpPr>
          <p:spPr>
            <a:xfrm rot="0">
              <a:off x="3665" y="118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95" name=""/>
            <p:cNvSpPr/>
            <p:nvPr/>
          </p:nvSpPr>
          <p:spPr>
            <a:xfrm rot="0">
              <a:off x="3665" y="1187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96" name=""/>
            <p:cNvSpPr/>
            <p:nvPr/>
          </p:nvSpPr>
          <p:spPr>
            <a:xfrm rot="0">
              <a:off x="3147" y="1187"/>
              <a:ext cx="518" cy="22"/>
            </a:xfrm>
            <a:custGeom>
              <a:avLst/>
              <a:ahLst/>
              <a:rect l="0" t="0" r="r" b="b"/>
              <a:pathLst>
                <a:path w="1554" h="67">
                  <a:moveTo>
                    <a:pt x="1554" y="67"/>
                  </a:moveTo>
                  <a:lnTo>
                    <a:pt x="1554" y="34"/>
                  </a:lnTo>
                  <a:lnTo>
                    <a:pt x="155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54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97" name=""/>
            <p:cNvSpPr/>
            <p:nvPr/>
          </p:nvSpPr>
          <p:spPr>
            <a:xfrm rot="0">
              <a:off x="3147" y="1187"/>
              <a:ext cx="518" cy="22"/>
            </a:xfrm>
            <a:custGeom>
              <a:avLst/>
              <a:ahLst/>
              <a:rect l="0" t="0" r="r" b="b"/>
              <a:pathLst>
                <a:path w="1554" h="67">
                  <a:moveTo>
                    <a:pt x="1554" y="67"/>
                  </a:moveTo>
                  <a:lnTo>
                    <a:pt x="1554" y="34"/>
                  </a:lnTo>
                  <a:lnTo>
                    <a:pt x="155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54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298" name=""/>
            <p:cNvSpPr/>
            <p:nvPr/>
          </p:nvSpPr>
          <p:spPr>
            <a:xfrm rot="0">
              <a:off x="3136" y="118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299" name=""/>
            <p:cNvSpPr/>
            <p:nvPr/>
          </p:nvSpPr>
          <p:spPr>
            <a:xfrm rot="0">
              <a:off x="3136" y="1187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0" name=""/>
            <p:cNvSpPr/>
            <p:nvPr/>
          </p:nvSpPr>
          <p:spPr>
            <a:xfrm rot="0">
              <a:off x="3695" y="1243"/>
              <a:ext cx="32" cy="43"/>
            </a:xfrm>
            <a:custGeom>
              <a:avLst/>
              <a:ahLst/>
              <a:rect l="0" t="0" r="r" b="b"/>
              <a:pathLst>
                <a:path w="98" h="131">
                  <a:moveTo>
                    <a:pt x="0" y="131"/>
                  </a:moveTo>
                  <a:lnTo>
                    <a:pt x="32" y="0"/>
                  </a:lnTo>
                  <a:lnTo>
                    <a:pt x="69" y="0"/>
                  </a:lnTo>
                  <a:lnTo>
                    <a:pt x="83" y="4"/>
                  </a:lnTo>
                  <a:lnTo>
                    <a:pt x="90" y="7"/>
                  </a:lnTo>
                  <a:lnTo>
                    <a:pt x="98" y="19"/>
                  </a:lnTo>
                  <a:lnTo>
                    <a:pt x="98" y="29"/>
                  </a:lnTo>
                  <a:lnTo>
                    <a:pt x="94" y="43"/>
                  </a:lnTo>
                  <a:lnTo>
                    <a:pt x="83" y="58"/>
                  </a:lnTo>
                  <a:lnTo>
                    <a:pt x="73" y="66"/>
                  </a:lnTo>
                  <a:lnTo>
                    <a:pt x="57" y="72"/>
                  </a:lnTo>
                  <a:lnTo>
                    <a:pt x="18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1" name=""/>
            <p:cNvSpPr/>
            <p:nvPr/>
          </p:nvSpPr>
          <p:spPr>
            <a:xfrm rot="0" flipV="1">
              <a:off x="3742" y="1243"/>
              <a:ext cx="4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2" name=""/>
            <p:cNvSpPr/>
            <p:nvPr/>
          </p:nvSpPr>
          <p:spPr>
            <a:xfrm rot="0">
              <a:off x="4267" y="1051"/>
              <a:ext cx="33" cy="43"/>
            </a:xfrm>
            <a:custGeom>
              <a:avLst/>
              <a:ahLst/>
              <a:rect l="0" t="0" r="r" b="b"/>
              <a:pathLst>
                <a:path w="98" h="129">
                  <a:moveTo>
                    <a:pt x="0" y="129"/>
                  </a:moveTo>
                  <a:lnTo>
                    <a:pt x="33" y="0"/>
                  </a:lnTo>
                  <a:lnTo>
                    <a:pt x="72" y="0"/>
                  </a:lnTo>
                  <a:lnTo>
                    <a:pt x="86" y="2"/>
                  </a:lnTo>
                  <a:lnTo>
                    <a:pt x="94" y="14"/>
                  </a:lnTo>
                  <a:lnTo>
                    <a:pt x="98" y="29"/>
                  </a:lnTo>
                  <a:lnTo>
                    <a:pt x="98" y="35"/>
                  </a:lnTo>
                  <a:lnTo>
                    <a:pt x="94" y="47"/>
                  </a:lnTo>
                  <a:lnTo>
                    <a:pt x="86" y="57"/>
                  </a:lnTo>
                  <a:lnTo>
                    <a:pt x="76" y="65"/>
                  </a:lnTo>
                  <a:lnTo>
                    <a:pt x="58" y="72"/>
                  </a:lnTo>
                  <a:lnTo>
                    <a:pt x="19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3" name=""/>
            <p:cNvSpPr/>
            <p:nvPr/>
          </p:nvSpPr>
          <p:spPr>
            <a:xfrm rot="0">
              <a:off x="4286" y="1076"/>
              <a:ext cx="5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4" name=""/>
            <p:cNvSpPr/>
            <p:nvPr/>
          </p:nvSpPr>
          <p:spPr>
            <a:xfrm rot="0" flipV="1">
              <a:off x="4314" y="1051"/>
              <a:ext cx="5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5" name=""/>
            <p:cNvSpPr/>
            <p:nvPr/>
          </p:nvSpPr>
          <p:spPr>
            <a:xfrm rot="0" flipH="1">
              <a:off x="4326" y="1051"/>
              <a:ext cx="5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6" name=""/>
            <p:cNvSpPr/>
            <p:nvPr/>
          </p:nvSpPr>
          <p:spPr>
            <a:xfrm rot="0">
              <a:off x="4219" y="1110"/>
              <a:ext cx="98" cy="8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7" name=""/>
            <p:cNvSpPr/>
            <p:nvPr/>
          </p:nvSpPr>
          <p:spPr>
            <a:xfrm rot="0">
              <a:off x="4219" y="1110"/>
              <a:ext cx="15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08" name=""/>
            <p:cNvSpPr/>
            <p:nvPr/>
          </p:nvSpPr>
          <p:spPr>
            <a:xfrm rot="0">
              <a:off x="4693" y="3492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09" name=""/>
            <p:cNvSpPr/>
            <p:nvPr/>
          </p:nvSpPr>
          <p:spPr>
            <a:xfrm rot="0">
              <a:off x="4693" y="3492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39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10" name=""/>
            <p:cNvSpPr/>
            <p:nvPr/>
          </p:nvSpPr>
          <p:spPr>
            <a:xfrm rot="0">
              <a:off x="4547" y="3493"/>
              <a:ext cx="157" cy="104"/>
            </a:xfrm>
            <a:custGeom>
              <a:avLst/>
              <a:ahLst/>
              <a:rect l="0" t="0" r="r" b="b"/>
              <a:pathLst>
                <a:path w="472" h="311">
                  <a:moveTo>
                    <a:pt x="472" y="58"/>
                  </a:moveTo>
                  <a:lnTo>
                    <a:pt x="455" y="29"/>
                  </a:lnTo>
                  <a:lnTo>
                    <a:pt x="438" y="0"/>
                  </a:lnTo>
                  <a:lnTo>
                    <a:pt x="0" y="253"/>
                  </a:lnTo>
                  <a:lnTo>
                    <a:pt x="17" y="282"/>
                  </a:lnTo>
                  <a:lnTo>
                    <a:pt x="34" y="311"/>
                  </a:lnTo>
                  <a:lnTo>
                    <a:pt x="47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11" name=""/>
            <p:cNvSpPr/>
            <p:nvPr/>
          </p:nvSpPr>
          <p:spPr>
            <a:xfrm rot="0">
              <a:off x="4547" y="3493"/>
              <a:ext cx="157" cy="104"/>
            </a:xfrm>
            <a:custGeom>
              <a:avLst/>
              <a:ahLst/>
              <a:rect l="0" t="0" r="r" b="b"/>
              <a:pathLst>
                <a:path w="472" h="311">
                  <a:moveTo>
                    <a:pt x="472" y="58"/>
                  </a:moveTo>
                  <a:lnTo>
                    <a:pt x="455" y="29"/>
                  </a:lnTo>
                  <a:lnTo>
                    <a:pt x="438" y="0"/>
                  </a:lnTo>
                  <a:lnTo>
                    <a:pt x="0" y="253"/>
                  </a:lnTo>
                  <a:lnTo>
                    <a:pt x="17" y="282"/>
                  </a:lnTo>
                  <a:lnTo>
                    <a:pt x="34" y="311"/>
                  </a:lnTo>
                  <a:lnTo>
                    <a:pt x="47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12" name=""/>
            <p:cNvSpPr/>
            <p:nvPr/>
          </p:nvSpPr>
          <p:spPr>
            <a:xfrm rot="0">
              <a:off x="4542" y="3578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13" name=""/>
            <p:cNvSpPr/>
            <p:nvPr/>
          </p:nvSpPr>
          <p:spPr>
            <a:xfrm rot="0">
              <a:off x="4542" y="3578"/>
              <a:ext cx="16" cy="20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40" y="62"/>
                  </a:lnTo>
                  <a:lnTo>
                    <a:pt x="29" y="62"/>
                  </a:lnTo>
                  <a:lnTo>
                    <a:pt x="20" y="59"/>
                  </a:lnTo>
                  <a:lnTo>
                    <a:pt x="11" y="54"/>
                  </a:lnTo>
                  <a:lnTo>
                    <a:pt x="4" y="46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3" y="16"/>
                  </a:lnTo>
                  <a:lnTo>
                    <a:pt x="8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14" name=""/>
            <p:cNvSpPr/>
            <p:nvPr/>
          </p:nvSpPr>
          <p:spPr>
            <a:xfrm rot="0">
              <a:off x="4921" y="3059"/>
              <a:ext cx="19" cy="19"/>
            </a:xfrm>
            <a:custGeom>
              <a:avLst/>
              <a:ahLst/>
              <a:rect l="0" t="0" r="r" b="b"/>
              <a:pathLst>
                <a:path w="56" h="58">
                  <a:moveTo>
                    <a:pt x="23" y="33"/>
                  </a:moveTo>
                  <a:lnTo>
                    <a:pt x="0" y="8"/>
                  </a:lnTo>
                  <a:lnTo>
                    <a:pt x="9" y="3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39" y="4"/>
                  </a:lnTo>
                  <a:lnTo>
                    <a:pt x="48" y="9"/>
                  </a:lnTo>
                  <a:lnTo>
                    <a:pt x="53" y="18"/>
                  </a:lnTo>
                  <a:lnTo>
                    <a:pt x="56" y="29"/>
                  </a:lnTo>
                  <a:lnTo>
                    <a:pt x="56" y="39"/>
                  </a:lnTo>
                  <a:lnTo>
                    <a:pt x="52" y="48"/>
                  </a:lnTo>
                  <a:lnTo>
                    <a:pt x="47" y="58"/>
                  </a:lnTo>
                  <a:lnTo>
                    <a:pt x="2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15" name=""/>
            <p:cNvSpPr/>
            <p:nvPr/>
          </p:nvSpPr>
          <p:spPr>
            <a:xfrm rot="0">
              <a:off x="4921" y="3059"/>
              <a:ext cx="19" cy="19"/>
            </a:xfrm>
            <a:custGeom>
              <a:avLst/>
              <a:ahLst/>
              <a:rect l="0" t="0" r="r" b="b"/>
              <a:pathLst>
                <a:path w="56" h="58">
                  <a:moveTo>
                    <a:pt x="0" y="8"/>
                  </a:moveTo>
                  <a:lnTo>
                    <a:pt x="9" y="3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39" y="4"/>
                  </a:lnTo>
                  <a:lnTo>
                    <a:pt x="48" y="9"/>
                  </a:lnTo>
                  <a:lnTo>
                    <a:pt x="53" y="18"/>
                  </a:lnTo>
                  <a:lnTo>
                    <a:pt x="56" y="29"/>
                  </a:lnTo>
                  <a:lnTo>
                    <a:pt x="56" y="39"/>
                  </a:lnTo>
                  <a:lnTo>
                    <a:pt x="52" y="48"/>
                  </a:lnTo>
                  <a:lnTo>
                    <a:pt x="4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16" name=""/>
            <p:cNvSpPr/>
            <p:nvPr/>
          </p:nvSpPr>
          <p:spPr>
            <a:xfrm rot="0">
              <a:off x="4797" y="3062"/>
              <a:ext cx="140" cy="133"/>
            </a:xfrm>
            <a:custGeom>
              <a:avLst/>
              <a:ahLst/>
              <a:rect l="0" t="0" r="r" b="b"/>
              <a:pathLst>
                <a:path w="418" h="401">
                  <a:moveTo>
                    <a:pt x="418" y="50"/>
                  </a:moveTo>
                  <a:lnTo>
                    <a:pt x="394" y="25"/>
                  </a:lnTo>
                  <a:lnTo>
                    <a:pt x="371" y="0"/>
                  </a:lnTo>
                  <a:lnTo>
                    <a:pt x="0" y="351"/>
                  </a:lnTo>
                  <a:lnTo>
                    <a:pt x="24" y="376"/>
                  </a:lnTo>
                  <a:lnTo>
                    <a:pt x="47" y="401"/>
                  </a:lnTo>
                  <a:lnTo>
                    <a:pt x="418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17" name=""/>
            <p:cNvSpPr/>
            <p:nvPr/>
          </p:nvSpPr>
          <p:spPr>
            <a:xfrm rot="0">
              <a:off x="4797" y="3062"/>
              <a:ext cx="140" cy="133"/>
            </a:xfrm>
            <a:custGeom>
              <a:avLst/>
              <a:ahLst/>
              <a:rect l="0" t="0" r="r" b="b"/>
              <a:pathLst>
                <a:path w="418" h="401">
                  <a:moveTo>
                    <a:pt x="418" y="50"/>
                  </a:moveTo>
                  <a:lnTo>
                    <a:pt x="394" y="25"/>
                  </a:lnTo>
                  <a:lnTo>
                    <a:pt x="371" y="0"/>
                  </a:lnTo>
                  <a:lnTo>
                    <a:pt x="0" y="351"/>
                  </a:lnTo>
                  <a:lnTo>
                    <a:pt x="24" y="376"/>
                  </a:lnTo>
                  <a:lnTo>
                    <a:pt x="47" y="401"/>
                  </a:lnTo>
                  <a:lnTo>
                    <a:pt x="41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18" name=""/>
            <p:cNvSpPr/>
            <p:nvPr/>
          </p:nvSpPr>
          <p:spPr>
            <a:xfrm rot="0">
              <a:off x="4794" y="3179"/>
              <a:ext cx="19" cy="19"/>
            </a:xfrm>
            <a:custGeom>
              <a:avLst/>
              <a:ahLst/>
              <a:rect l="0" t="0" r="r" b="b"/>
              <a:pathLst>
                <a:path w="56" h="57">
                  <a:moveTo>
                    <a:pt x="33" y="25"/>
                  </a:moveTo>
                  <a:lnTo>
                    <a:pt x="56" y="50"/>
                  </a:lnTo>
                  <a:lnTo>
                    <a:pt x="47" y="55"/>
                  </a:lnTo>
                  <a:lnTo>
                    <a:pt x="37" y="57"/>
                  </a:lnTo>
                  <a:lnTo>
                    <a:pt x="26" y="57"/>
                  </a:lnTo>
                  <a:lnTo>
                    <a:pt x="17" y="53"/>
                  </a:lnTo>
                  <a:lnTo>
                    <a:pt x="8" y="48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4" y="9"/>
                  </a:lnTo>
                  <a:lnTo>
                    <a:pt x="9" y="0"/>
                  </a:lnTo>
                  <a:lnTo>
                    <a:pt x="3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19" name=""/>
            <p:cNvSpPr/>
            <p:nvPr/>
          </p:nvSpPr>
          <p:spPr>
            <a:xfrm rot="0">
              <a:off x="4794" y="3179"/>
              <a:ext cx="19" cy="19"/>
            </a:xfrm>
            <a:custGeom>
              <a:avLst/>
              <a:ahLst/>
              <a:rect l="0" t="0" r="r" b="b"/>
              <a:pathLst>
                <a:path w="56" h="57">
                  <a:moveTo>
                    <a:pt x="56" y="50"/>
                  </a:moveTo>
                  <a:lnTo>
                    <a:pt x="47" y="55"/>
                  </a:lnTo>
                  <a:lnTo>
                    <a:pt x="37" y="57"/>
                  </a:lnTo>
                  <a:lnTo>
                    <a:pt x="26" y="57"/>
                  </a:lnTo>
                  <a:lnTo>
                    <a:pt x="17" y="53"/>
                  </a:lnTo>
                  <a:lnTo>
                    <a:pt x="8" y="48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4" y="9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20" name=""/>
            <p:cNvSpPr/>
            <p:nvPr/>
          </p:nvSpPr>
          <p:spPr>
            <a:xfrm rot="0">
              <a:off x="5308" y="3283"/>
              <a:ext cx="17" cy="20"/>
            </a:xfrm>
            <a:custGeom>
              <a:avLst/>
              <a:ahLst/>
              <a:rect l="0" t="0" r="r" b="b"/>
              <a:pathLst>
                <a:path w="49" h="61">
                  <a:moveTo>
                    <a:pt x="17" y="29"/>
                  </a:moveTo>
                  <a:lnTo>
                    <a:pt x="34" y="0"/>
                  </a:lnTo>
                  <a:lnTo>
                    <a:pt x="41" y="7"/>
                  </a:lnTo>
                  <a:lnTo>
                    <a:pt x="47" y="16"/>
                  </a:lnTo>
                  <a:lnTo>
                    <a:pt x="49" y="25"/>
                  </a:lnTo>
                  <a:lnTo>
                    <a:pt x="49" y="35"/>
                  </a:lnTo>
                  <a:lnTo>
                    <a:pt x="45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0" y="61"/>
                  </a:lnTo>
                  <a:lnTo>
                    <a:pt x="10" y="61"/>
                  </a:lnTo>
                  <a:lnTo>
                    <a:pt x="0" y="57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21" name=""/>
            <p:cNvSpPr/>
            <p:nvPr/>
          </p:nvSpPr>
          <p:spPr>
            <a:xfrm rot="0">
              <a:off x="5308" y="3283"/>
              <a:ext cx="17" cy="20"/>
            </a:xfrm>
            <a:custGeom>
              <a:avLst/>
              <a:ahLst/>
              <a:rect l="0" t="0" r="r" b="b"/>
              <a:pathLst>
                <a:path w="49" h="61">
                  <a:moveTo>
                    <a:pt x="34" y="0"/>
                  </a:moveTo>
                  <a:lnTo>
                    <a:pt x="41" y="7"/>
                  </a:lnTo>
                  <a:lnTo>
                    <a:pt x="47" y="16"/>
                  </a:lnTo>
                  <a:lnTo>
                    <a:pt x="49" y="25"/>
                  </a:lnTo>
                  <a:lnTo>
                    <a:pt x="49" y="35"/>
                  </a:lnTo>
                  <a:lnTo>
                    <a:pt x="45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0" y="61"/>
                  </a:lnTo>
                  <a:lnTo>
                    <a:pt x="10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22" name=""/>
            <p:cNvSpPr/>
            <p:nvPr/>
          </p:nvSpPr>
          <p:spPr>
            <a:xfrm rot="0">
              <a:off x="4923" y="3060"/>
              <a:ext cx="397" cy="242"/>
            </a:xfrm>
            <a:custGeom>
              <a:avLst/>
              <a:ahLst/>
              <a:rect l="0" t="0" r="r" b="b"/>
              <a:pathLst>
                <a:path w="1190" h="725">
                  <a:moveTo>
                    <a:pt x="1156" y="725"/>
                  </a:moveTo>
                  <a:lnTo>
                    <a:pt x="1173" y="697"/>
                  </a:lnTo>
                  <a:lnTo>
                    <a:pt x="1190" y="668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1156" y="7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23" name=""/>
            <p:cNvSpPr/>
            <p:nvPr/>
          </p:nvSpPr>
          <p:spPr>
            <a:xfrm rot="0">
              <a:off x="4923" y="3060"/>
              <a:ext cx="397" cy="242"/>
            </a:xfrm>
            <a:custGeom>
              <a:avLst/>
              <a:ahLst/>
              <a:rect l="0" t="0" r="r" b="b"/>
              <a:pathLst>
                <a:path w="1190" h="725">
                  <a:moveTo>
                    <a:pt x="1156" y="725"/>
                  </a:moveTo>
                  <a:lnTo>
                    <a:pt x="1173" y="697"/>
                  </a:lnTo>
                  <a:lnTo>
                    <a:pt x="1190" y="668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1156" y="7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24" name=""/>
            <p:cNvSpPr/>
            <p:nvPr/>
          </p:nvSpPr>
          <p:spPr>
            <a:xfrm rot="0">
              <a:off x="4918" y="3059"/>
              <a:ext cx="16" cy="21"/>
            </a:xfrm>
            <a:custGeom>
              <a:avLst/>
              <a:ahLst/>
              <a:rect l="0" t="0" r="r" b="b"/>
              <a:pathLst>
                <a:path w="49" h="62">
                  <a:moveTo>
                    <a:pt x="32" y="33"/>
                  </a:moveTo>
                  <a:lnTo>
                    <a:pt x="15" y="62"/>
                  </a:ln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9" y="4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25" name=""/>
            <p:cNvSpPr/>
            <p:nvPr/>
          </p:nvSpPr>
          <p:spPr>
            <a:xfrm rot="0">
              <a:off x="4918" y="3059"/>
              <a:ext cx="16" cy="21"/>
            </a:xfrm>
            <a:custGeom>
              <a:avLst/>
              <a:ahLst/>
              <a:rect l="0" t="0" r="r" b="b"/>
              <a:pathLst>
                <a:path w="49" h="62">
                  <a:moveTo>
                    <a:pt x="15" y="62"/>
                  </a:move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9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26" name=""/>
            <p:cNvSpPr/>
            <p:nvPr/>
          </p:nvSpPr>
          <p:spPr>
            <a:xfrm rot="0">
              <a:off x="4795" y="3176"/>
              <a:ext cx="21" cy="14"/>
            </a:xfrm>
            <a:custGeom>
              <a:avLst/>
              <a:ahLst/>
              <a:rect l="0" t="0" r="r" b="b"/>
              <a:pathLst>
                <a:path w="64" h="43">
                  <a:moveTo>
                    <a:pt x="32" y="33"/>
                  </a:moveTo>
                  <a:lnTo>
                    <a:pt x="0" y="22"/>
                  </a:lnTo>
                  <a:lnTo>
                    <a:pt x="6" y="13"/>
                  </a:lnTo>
                  <a:lnTo>
                    <a:pt x="12" y="5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7"/>
                  </a:lnTo>
                  <a:lnTo>
                    <a:pt x="59" y="13"/>
                  </a:lnTo>
                  <a:lnTo>
                    <a:pt x="63" y="22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27" name=""/>
            <p:cNvSpPr/>
            <p:nvPr/>
          </p:nvSpPr>
          <p:spPr>
            <a:xfrm rot="0">
              <a:off x="4795" y="3176"/>
              <a:ext cx="21" cy="14"/>
            </a:xfrm>
            <a:custGeom>
              <a:avLst/>
              <a:ahLst/>
              <a:rect l="0" t="0" r="r" b="b"/>
              <a:pathLst>
                <a:path w="64" h="43">
                  <a:moveTo>
                    <a:pt x="0" y="22"/>
                  </a:moveTo>
                  <a:lnTo>
                    <a:pt x="6" y="13"/>
                  </a:lnTo>
                  <a:lnTo>
                    <a:pt x="12" y="5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7"/>
                  </a:lnTo>
                  <a:lnTo>
                    <a:pt x="59" y="13"/>
                  </a:lnTo>
                  <a:lnTo>
                    <a:pt x="63" y="22"/>
                  </a:lnTo>
                  <a:lnTo>
                    <a:pt x="64" y="33"/>
                  </a:lnTo>
                  <a:lnTo>
                    <a:pt x="63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28" name=""/>
            <p:cNvSpPr/>
            <p:nvPr/>
          </p:nvSpPr>
          <p:spPr>
            <a:xfrm rot="0">
              <a:off x="4688" y="3183"/>
              <a:ext cx="128" cy="324"/>
            </a:xfrm>
            <a:custGeom>
              <a:avLst/>
              <a:ahLst/>
              <a:rect l="0" t="0" r="r" b="b"/>
              <a:pathLst>
                <a:path w="382" h="970">
                  <a:moveTo>
                    <a:pt x="382" y="21"/>
                  </a:moveTo>
                  <a:lnTo>
                    <a:pt x="351" y="11"/>
                  </a:lnTo>
                  <a:lnTo>
                    <a:pt x="319" y="0"/>
                  </a:lnTo>
                  <a:lnTo>
                    <a:pt x="0" y="949"/>
                  </a:lnTo>
                  <a:lnTo>
                    <a:pt x="31" y="959"/>
                  </a:lnTo>
                  <a:lnTo>
                    <a:pt x="63" y="970"/>
                  </a:lnTo>
                  <a:lnTo>
                    <a:pt x="382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29" name=""/>
            <p:cNvSpPr/>
            <p:nvPr/>
          </p:nvSpPr>
          <p:spPr>
            <a:xfrm rot="0">
              <a:off x="4688" y="3183"/>
              <a:ext cx="128" cy="324"/>
            </a:xfrm>
            <a:custGeom>
              <a:avLst/>
              <a:ahLst/>
              <a:rect l="0" t="0" r="r" b="b"/>
              <a:pathLst>
                <a:path w="382" h="970">
                  <a:moveTo>
                    <a:pt x="382" y="21"/>
                  </a:moveTo>
                  <a:lnTo>
                    <a:pt x="351" y="11"/>
                  </a:lnTo>
                  <a:lnTo>
                    <a:pt x="319" y="0"/>
                  </a:lnTo>
                  <a:lnTo>
                    <a:pt x="0" y="949"/>
                  </a:lnTo>
                  <a:lnTo>
                    <a:pt x="31" y="959"/>
                  </a:lnTo>
                  <a:lnTo>
                    <a:pt x="63" y="970"/>
                  </a:lnTo>
                  <a:lnTo>
                    <a:pt x="382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30" name=""/>
            <p:cNvSpPr/>
            <p:nvPr/>
          </p:nvSpPr>
          <p:spPr>
            <a:xfrm rot="0">
              <a:off x="4688" y="3500"/>
              <a:ext cx="21" cy="14"/>
            </a:xfrm>
            <a:custGeom>
              <a:avLst/>
              <a:ahLst/>
              <a:rect l="0" t="0" r="r" b="b"/>
              <a:pathLst>
                <a:path w="64" h="43">
                  <a:moveTo>
                    <a:pt x="32" y="10"/>
                  </a:moveTo>
                  <a:lnTo>
                    <a:pt x="64" y="21"/>
                  </a:lnTo>
                  <a:lnTo>
                    <a:pt x="58" y="30"/>
                  </a:lnTo>
                  <a:lnTo>
                    <a:pt x="52" y="37"/>
                  </a:lnTo>
                  <a:lnTo>
                    <a:pt x="43" y="41"/>
                  </a:lnTo>
                  <a:lnTo>
                    <a:pt x="32" y="43"/>
                  </a:lnTo>
                  <a:lnTo>
                    <a:pt x="22" y="41"/>
                  </a:lnTo>
                  <a:lnTo>
                    <a:pt x="13" y="36"/>
                  </a:lnTo>
                  <a:lnTo>
                    <a:pt x="5" y="30"/>
                  </a:lnTo>
                  <a:lnTo>
                    <a:pt x="1" y="21"/>
                  </a:lnTo>
                  <a:lnTo>
                    <a:pt x="0" y="10"/>
                  </a:lnTo>
                  <a:lnTo>
                    <a:pt x="1" y="0"/>
                  </a:lnTo>
                  <a:lnTo>
                    <a:pt x="3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31" name=""/>
            <p:cNvSpPr/>
            <p:nvPr/>
          </p:nvSpPr>
          <p:spPr>
            <a:xfrm rot="0">
              <a:off x="4688" y="3500"/>
              <a:ext cx="21" cy="14"/>
            </a:xfrm>
            <a:custGeom>
              <a:avLst/>
              <a:ahLst/>
              <a:rect l="0" t="0" r="r" b="b"/>
              <a:pathLst>
                <a:path w="64" h="43">
                  <a:moveTo>
                    <a:pt x="64" y="21"/>
                  </a:moveTo>
                  <a:lnTo>
                    <a:pt x="58" y="30"/>
                  </a:lnTo>
                  <a:lnTo>
                    <a:pt x="52" y="37"/>
                  </a:lnTo>
                  <a:lnTo>
                    <a:pt x="43" y="41"/>
                  </a:lnTo>
                  <a:lnTo>
                    <a:pt x="32" y="43"/>
                  </a:lnTo>
                  <a:lnTo>
                    <a:pt x="22" y="41"/>
                  </a:lnTo>
                  <a:lnTo>
                    <a:pt x="13" y="36"/>
                  </a:lnTo>
                  <a:lnTo>
                    <a:pt x="5" y="30"/>
                  </a:lnTo>
                  <a:lnTo>
                    <a:pt x="1" y="21"/>
                  </a:lnTo>
                  <a:lnTo>
                    <a:pt x="0" y="10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32" name=""/>
            <p:cNvSpPr/>
            <p:nvPr/>
          </p:nvSpPr>
          <p:spPr>
            <a:xfrm rot="0">
              <a:off x="5133" y="337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33" name=""/>
            <p:cNvSpPr/>
            <p:nvPr/>
          </p:nvSpPr>
          <p:spPr>
            <a:xfrm rot="0">
              <a:off x="5133" y="3370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4" y="0"/>
                  </a:move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34" name=""/>
            <p:cNvSpPr/>
            <p:nvPr/>
          </p:nvSpPr>
          <p:spPr>
            <a:xfrm rot="0">
              <a:off x="4800" y="3177"/>
              <a:ext cx="344" cy="212"/>
            </a:xfrm>
            <a:custGeom>
              <a:avLst/>
              <a:ahLst/>
              <a:rect l="0" t="0" r="r" b="b"/>
              <a:pathLst>
                <a:path w="1034" h="635">
                  <a:moveTo>
                    <a:pt x="1000" y="635"/>
                  </a:moveTo>
                  <a:lnTo>
                    <a:pt x="1017" y="607"/>
                  </a:lnTo>
                  <a:lnTo>
                    <a:pt x="1034" y="578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1000" y="6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35" name=""/>
            <p:cNvSpPr/>
            <p:nvPr/>
          </p:nvSpPr>
          <p:spPr>
            <a:xfrm rot="0">
              <a:off x="4800" y="3177"/>
              <a:ext cx="344" cy="212"/>
            </a:xfrm>
            <a:custGeom>
              <a:avLst/>
              <a:ahLst/>
              <a:rect l="0" t="0" r="r" b="b"/>
              <a:pathLst>
                <a:path w="1034" h="635">
                  <a:moveTo>
                    <a:pt x="1000" y="635"/>
                  </a:moveTo>
                  <a:lnTo>
                    <a:pt x="1017" y="607"/>
                  </a:lnTo>
                  <a:lnTo>
                    <a:pt x="1034" y="578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1000" y="6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36" name=""/>
            <p:cNvSpPr/>
            <p:nvPr/>
          </p:nvSpPr>
          <p:spPr>
            <a:xfrm rot="0">
              <a:off x="4794" y="317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3" y="33"/>
                  </a:moveTo>
                  <a:lnTo>
                    <a:pt x="16" y="61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37" name=""/>
            <p:cNvSpPr/>
            <p:nvPr/>
          </p:nvSpPr>
          <p:spPr>
            <a:xfrm rot="0">
              <a:off x="4794" y="317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6" y="61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38" name=""/>
            <p:cNvSpPr/>
            <p:nvPr/>
          </p:nvSpPr>
          <p:spPr>
            <a:xfrm rot="0">
              <a:off x="4983" y="3661"/>
              <a:ext cx="16" cy="20"/>
            </a:xfrm>
            <a:custGeom>
              <a:avLst/>
              <a:ahLst/>
              <a:rect l="0" t="0" r="r" b="b"/>
              <a:pathLst>
                <a:path w="49" h="61">
                  <a:moveTo>
                    <a:pt x="17" y="28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5"/>
                  </a:lnTo>
                  <a:lnTo>
                    <a:pt x="49" y="24"/>
                  </a:lnTo>
                  <a:lnTo>
                    <a:pt x="49" y="35"/>
                  </a:lnTo>
                  <a:lnTo>
                    <a:pt x="45" y="45"/>
                  </a:lnTo>
                  <a:lnTo>
                    <a:pt x="39" y="53"/>
                  </a:lnTo>
                  <a:lnTo>
                    <a:pt x="30" y="58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  <a:lnTo>
                    <a:pt x="1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39" name=""/>
            <p:cNvSpPr/>
            <p:nvPr/>
          </p:nvSpPr>
          <p:spPr>
            <a:xfrm rot="0">
              <a:off x="4983" y="3661"/>
              <a:ext cx="16" cy="20"/>
            </a:xfrm>
            <a:custGeom>
              <a:avLst/>
              <a:ahLst/>
              <a:rect l="0" t="0" r="r" b="b"/>
              <a:pathLst>
                <a:path w="49" h="61">
                  <a:moveTo>
                    <a:pt x="34" y="0"/>
                  </a:moveTo>
                  <a:lnTo>
                    <a:pt x="42" y="6"/>
                  </a:lnTo>
                  <a:lnTo>
                    <a:pt x="47" y="15"/>
                  </a:lnTo>
                  <a:lnTo>
                    <a:pt x="49" y="24"/>
                  </a:lnTo>
                  <a:lnTo>
                    <a:pt x="49" y="35"/>
                  </a:lnTo>
                  <a:lnTo>
                    <a:pt x="45" y="45"/>
                  </a:lnTo>
                  <a:lnTo>
                    <a:pt x="39" y="53"/>
                  </a:lnTo>
                  <a:lnTo>
                    <a:pt x="30" y="58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40" name=""/>
            <p:cNvSpPr/>
            <p:nvPr/>
          </p:nvSpPr>
          <p:spPr>
            <a:xfrm rot="0">
              <a:off x="4693" y="3493"/>
              <a:ext cx="301" cy="187"/>
            </a:xfrm>
            <a:custGeom>
              <a:avLst/>
              <a:ahLst/>
              <a:rect l="0" t="0" r="r" b="b"/>
              <a:pathLst>
                <a:path w="903" h="560">
                  <a:moveTo>
                    <a:pt x="869" y="560"/>
                  </a:moveTo>
                  <a:lnTo>
                    <a:pt x="886" y="531"/>
                  </a:lnTo>
                  <a:lnTo>
                    <a:pt x="903" y="503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869" y="5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41" name=""/>
            <p:cNvSpPr/>
            <p:nvPr/>
          </p:nvSpPr>
          <p:spPr>
            <a:xfrm rot="0">
              <a:off x="4693" y="3493"/>
              <a:ext cx="301" cy="187"/>
            </a:xfrm>
            <a:custGeom>
              <a:avLst/>
              <a:ahLst/>
              <a:rect l="0" t="0" r="r" b="b"/>
              <a:pathLst>
                <a:path w="903" h="560">
                  <a:moveTo>
                    <a:pt x="869" y="560"/>
                  </a:moveTo>
                  <a:lnTo>
                    <a:pt x="886" y="531"/>
                  </a:lnTo>
                  <a:lnTo>
                    <a:pt x="903" y="503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869" y="5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42" name=""/>
            <p:cNvSpPr/>
            <p:nvPr/>
          </p:nvSpPr>
          <p:spPr>
            <a:xfrm rot="0">
              <a:off x="4688" y="3492"/>
              <a:ext cx="16" cy="21"/>
            </a:xfrm>
            <a:custGeom>
              <a:avLst/>
              <a:ahLst/>
              <a:rect l="0" t="0" r="r" b="b"/>
              <a:pathLst>
                <a:path w="49" h="62">
                  <a:moveTo>
                    <a:pt x="32" y="33"/>
                  </a:moveTo>
                  <a:lnTo>
                    <a:pt x="15" y="62"/>
                  </a:ln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9" y="4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43" name=""/>
            <p:cNvSpPr/>
            <p:nvPr/>
          </p:nvSpPr>
          <p:spPr>
            <a:xfrm rot="0">
              <a:off x="4688" y="3492"/>
              <a:ext cx="16" cy="21"/>
            </a:xfrm>
            <a:custGeom>
              <a:avLst/>
              <a:ahLst/>
              <a:rect l="0" t="0" r="r" b="b"/>
              <a:pathLst>
                <a:path w="49" h="62">
                  <a:moveTo>
                    <a:pt x="15" y="62"/>
                  </a:move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9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44" name=""/>
            <p:cNvSpPr/>
            <p:nvPr/>
          </p:nvSpPr>
          <p:spPr>
            <a:xfrm rot="0">
              <a:off x="4498" y="3887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45" name=""/>
            <p:cNvSpPr/>
            <p:nvPr/>
          </p:nvSpPr>
          <p:spPr>
            <a:xfrm rot="0">
              <a:off x="4498" y="3887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46" name=""/>
            <p:cNvSpPr/>
            <p:nvPr/>
          </p:nvSpPr>
          <p:spPr>
            <a:xfrm rot="0">
              <a:off x="4351" y="3802"/>
              <a:ext cx="159" cy="105"/>
            </a:xfrm>
            <a:custGeom>
              <a:avLst/>
              <a:ahLst/>
              <a:rect l="0" t="0" r="r" b="b"/>
              <a:pathLst>
                <a:path w="477" h="315">
                  <a:moveTo>
                    <a:pt x="443" y="315"/>
                  </a:moveTo>
                  <a:lnTo>
                    <a:pt x="460" y="286"/>
                  </a:lnTo>
                  <a:lnTo>
                    <a:pt x="477" y="257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443" y="3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47" name=""/>
            <p:cNvSpPr/>
            <p:nvPr/>
          </p:nvSpPr>
          <p:spPr>
            <a:xfrm rot="0">
              <a:off x="4351" y="3802"/>
              <a:ext cx="159" cy="105"/>
            </a:xfrm>
            <a:custGeom>
              <a:avLst/>
              <a:ahLst/>
              <a:rect l="0" t="0" r="r" b="b"/>
              <a:pathLst>
                <a:path w="477" h="315">
                  <a:moveTo>
                    <a:pt x="443" y="315"/>
                  </a:moveTo>
                  <a:lnTo>
                    <a:pt x="460" y="286"/>
                  </a:lnTo>
                  <a:lnTo>
                    <a:pt x="477" y="257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443" y="3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48" name=""/>
            <p:cNvSpPr/>
            <p:nvPr/>
          </p:nvSpPr>
          <p:spPr>
            <a:xfrm rot="0">
              <a:off x="4345" y="3800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49" name=""/>
            <p:cNvSpPr/>
            <p:nvPr/>
          </p:nvSpPr>
          <p:spPr>
            <a:xfrm rot="0">
              <a:off x="4345" y="3800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50" name=""/>
            <p:cNvSpPr/>
            <p:nvPr/>
          </p:nvSpPr>
          <p:spPr>
            <a:xfrm rot="0">
              <a:off x="4345" y="3599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51" name=""/>
            <p:cNvSpPr/>
            <p:nvPr/>
          </p:nvSpPr>
          <p:spPr>
            <a:xfrm rot="0">
              <a:off x="4345" y="3599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0" name=""/>
          <p:cNvGrpSpPr/>
          <p:nvPr/>
        </p:nvGrpSpPr>
        <p:grpSpPr>
          <a:xfrm rot="0">
            <a:off x="4916487" y="3922712"/>
            <a:ext cx="3536950" cy="2281237"/>
            <a:chOff x="3097" y="2471"/>
            <a:chExt cx="2228" cy="1437"/>
          </a:xfrm>
        </p:grpSpPr>
        <p:sp>
          <p:nvSpPr>
            <p:cNvPr id="1058352" name=""/>
            <p:cNvSpPr/>
            <p:nvPr/>
          </p:nvSpPr>
          <p:spPr>
            <a:xfrm rot="0">
              <a:off x="4345" y="3610"/>
              <a:ext cx="23" cy="201"/>
            </a:xfrm>
            <a:custGeom>
              <a:avLst/>
              <a:ahLst/>
              <a:rect l="0" t="0" r="r" b="b"/>
              <a:pathLst>
                <a:path w="67" h="604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604"/>
                  </a:lnTo>
                  <a:lnTo>
                    <a:pt x="33" y="604"/>
                  </a:lnTo>
                  <a:lnTo>
                    <a:pt x="67" y="604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53" name=""/>
            <p:cNvSpPr/>
            <p:nvPr/>
          </p:nvSpPr>
          <p:spPr>
            <a:xfrm rot="0">
              <a:off x="4345" y="3610"/>
              <a:ext cx="23" cy="201"/>
            </a:xfrm>
            <a:custGeom>
              <a:avLst/>
              <a:ahLst/>
              <a:rect l="0" t="0" r="r" b="b"/>
              <a:pathLst>
                <a:path w="67" h="604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604"/>
                  </a:lnTo>
                  <a:lnTo>
                    <a:pt x="33" y="604"/>
                  </a:lnTo>
                  <a:lnTo>
                    <a:pt x="67" y="604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54" name=""/>
            <p:cNvSpPr/>
            <p:nvPr/>
          </p:nvSpPr>
          <p:spPr>
            <a:xfrm rot="0">
              <a:off x="4345" y="3811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55" name=""/>
            <p:cNvSpPr/>
            <p:nvPr/>
          </p:nvSpPr>
          <p:spPr>
            <a:xfrm rot="0">
              <a:off x="4345" y="3811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56" name=""/>
            <p:cNvSpPr/>
            <p:nvPr/>
          </p:nvSpPr>
          <p:spPr>
            <a:xfrm rot="0">
              <a:off x="4625" y="3623"/>
              <a:ext cx="16" cy="20"/>
            </a:xfrm>
            <a:custGeom>
              <a:avLst/>
              <a:ahLst/>
              <a:rect l="0" t="0" r="r" b="b"/>
              <a:pathLst>
                <a:path w="49" h="61">
                  <a:moveTo>
                    <a:pt x="17" y="29"/>
                  </a:moveTo>
                  <a:lnTo>
                    <a:pt x="33" y="0"/>
                  </a:lnTo>
                  <a:lnTo>
                    <a:pt x="41" y="7"/>
                  </a:lnTo>
                  <a:lnTo>
                    <a:pt x="46" y="16"/>
                  </a:lnTo>
                  <a:lnTo>
                    <a:pt x="49" y="25"/>
                  </a:lnTo>
                  <a:lnTo>
                    <a:pt x="49" y="35"/>
                  </a:lnTo>
                  <a:lnTo>
                    <a:pt x="45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0" y="61"/>
                  </a:lnTo>
                  <a:lnTo>
                    <a:pt x="10" y="61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57" name=""/>
            <p:cNvSpPr/>
            <p:nvPr/>
          </p:nvSpPr>
          <p:spPr>
            <a:xfrm rot="0">
              <a:off x="4625" y="3623"/>
              <a:ext cx="16" cy="20"/>
            </a:xfrm>
            <a:custGeom>
              <a:avLst/>
              <a:ahLst/>
              <a:rect l="0" t="0" r="r" b="b"/>
              <a:pathLst>
                <a:path w="49" h="61">
                  <a:moveTo>
                    <a:pt x="33" y="0"/>
                  </a:moveTo>
                  <a:lnTo>
                    <a:pt x="41" y="7"/>
                  </a:lnTo>
                  <a:lnTo>
                    <a:pt x="46" y="16"/>
                  </a:lnTo>
                  <a:lnTo>
                    <a:pt x="49" y="25"/>
                  </a:lnTo>
                  <a:lnTo>
                    <a:pt x="49" y="35"/>
                  </a:lnTo>
                  <a:lnTo>
                    <a:pt x="45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0" y="61"/>
                  </a:lnTo>
                  <a:lnTo>
                    <a:pt x="10" y="61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58" name=""/>
            <p:cNvSpPr/>
            <p:nvPr/>
          </p:nvSpPr>
          <p:spPr>
            <a:xfrm rot="0">
              <a:off x="4440" y="3516"/>
              <a:ext cx="196" cy="126"/>
            </a:xfrm>
            <a:custGeom>
              <a:avLst/>
              <a:ahLst/>
              <a:rect l="0" t="0" r="r" b="b"/>
              <a:pathLst>
                <a:path w="588" h="379">
                  <a:moveTo>
                    <a:pt x="555" y="379"/>
                  </a:moveTo>
                  <a:lnTo>
                    <a:pt x="572" y="350"/>
                  </a:lnTo>
                  <a:lnTo>
                    <a:pt x="588" y="321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555" y="3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59" name=""/>
            <p:cNvSpPr/>
            <p:nvPr/>
          </p:nvSpPr>
          <p:spPr>
            <a:xfrm rot="0">
              <a:off x="4440" y="3516"/>
              <a:ext cx="196" cy="126"/>
            </a:xfrm>
            <a:custGeom>
              <a:avLst/>
              <a:ahLst/>
              <a:rect l="0" t="0" r="r" b="b"/>
              <a:pathLst>
                <a:path w="588" h="379">
                  <a:moveTo>
                    <a:pt x="555" y="379"/>
                  </a:moveTo>
                  <a:lnTo>
                    <a:pt x="572" y="350"/>
                  </a:lnTo>
                  <a:lnTo>
                    <a:pt x="588" y="321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555" y="3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60" name=""/>
            <p:cNvSpPr/>
            <p:nvPr/>
          </p:nvSpPr>
          <p:spPr>
            <a:xfrm rot="0">
              <a:off x="4435" y="3515"/>
              <a:ext cx="16" cy="20"/>
            </a:xfrm>
            <a:custGeom>
              <a:avLst/>
              <a:ahLst/>
              <a:rect l="0" t="0" r="r" b="b"/>
              <a:pathLst>
                <a:path w="49" h="62">
                  <a:moveTo>
                    <a:pt x="32" y="33"/>
                  </a:moveTo>
                  <a:lnTo>
                    <a:pt x="15" y="62"/>
                  </a:ln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9" y="4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61" name=""/>
            <p:cNvSpPr/>
            <p:nvPr/>
          </p:nvSpPr>
          <p:spPr>
            <a:xfrm rot="0">
              <a:off x="4435" y="3515"/>
              <a:ext cx="16" cy="20"/>
            </a:xfrm>
            <a:custGeom>
              <a:avLst/>
              <a:ahLst/>
              <a:rect l="0" t="0" r="r" b="b"/>
              <a:pathLst>
                <a:path w="49" h="62">
                  <a:moveTo>
                    <a:pt x="15" y="62"/>
                  </a:move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9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62" name=""/>
            <p:cNvSpPr/>
            <p:nvPr/>
          </p:nvSpPr>
          <p:spPr>
            <a:xfrm rot="0">
              <a:off x="4438" y="3515"/>
              <a:ext cx="19" cy="19"/>
            </a:xfrm>
            <a:custGeom>
              <a:avLst/>
              <a:ahLst/>
              <a:rect l="0" t="0" r="r" b="b"/>
              <a:pathLst>
                <a:path w="55" h="58">
                  <a:moveTo>
                    <a:pt x="22" y="33"/>
                  </a:moveTo>
                  <a:lnTo>
                    <a:pt x="0" y="8"/>
                  </a:lnTo>
                  <a:lnTo>
                    <a:pt x="8" y="3"/>
                  </a:lnTo>
                  <a:lnTo>
                    <a:pt x="18" y="0"/>
                  </a:lnTo>
                  <a:lnTo>
                    <a:pt x="29" y="0"/>
                  </a:lnTo>
                  <a:lnTo>
                    <a:pt x="38" y="4"/>
                  </a:lnTo>
                  <a:lnTo>
                    <a:pt x="47" y="11"/>
                  </a:lnTo>
                  <a:lnTo>
                    <a:pt x="52" y="19"/>
                  </a:lnTo>
                  <a:lnTo>
                    <a:pt x="55" y="29"/>
                  </a:lnTo>
                  <a:lnTo>
                    <a:pt x="55" y="39"/>
                  </a:lnTo>
                  <a:lnTo>
                    <a:pt x="51" y="49"/>
                  </a:lnTo>
                  <a:lnTo>
                    <a:pt x="44" y="58"/>
                  </a:lnTo>
                  <a:lnTo>
                    <a:pt x="2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63" name=""/>
            <p:cNvSpPr/>
            <p:nvPr/>
          </p:nvSpPr>
          <p:spPr>
            <a:xfrm rot="0">
              <a:off x="4438" y="3515"/>
              <a:ext cx="19" cy="19"/>
            </a:xfrm>
            <a:custGeom>
              <a:avLst/>
              <a:ahLst/>
              <a:rect l="0" t="0" r="r" b="b"/>
              <a:pathLst>
                <a:path w="55" h="58">
                  <a:moveTo>
                    <a:pt x="0" y="8"/>
                  </a:moveTo>
                  <a:lnTo>
                    <a:pt x="8" y="3"/>
                  </a:lnTo>
                  <a:lnTo>
                    <a:pt x="18" y="0"/>
                  </a:lnTo>
                  <a:lnTo>
                    <a:pt x="29" y="0"/>
                  </a:lnTo>
                  <a:lnTo>
                    <a:pt x="38" y="4"/>
                  </a:lnTo>
                  <a:lnTo>
                    <a:pt x="47" y="11"/>
                  </a:lnTo>
                  <a:lnTo>
                    <a:pt x="52" y="19"/>
                  </a:lnTo>
                  <a:lnTo>
                    <a:pt x="55" y="29"/>
                  </a:lnTo>
                  <a:lnTo>
                    <a:pt x="55" y="39"/>
                  </a:lnTo>
                  <a:lnTo>
                    <a:pt x="51" y="49"/>
                  </a:lnTo>
                  <a:lnTo>
                    <a:pt x="44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64" name=""/>
            <p:cNvSpPr/>
            <p:nvPr/>
          </p:nvSpPr>
          <p:spPr>
            <a:xfrm rot="0">
              <a:off x="4349" y="3517"/>
              <a:ext cx="104" cy="101"/>
            </a:xfrm>
            <a:custGeom>
              <a:avLst/>
              <a:ahLst/>
              <a:rect l="0" t="0" r="r" b="b"/>
              <a:pathLst>
                <a:path w="313" h="303">
                  <a:moveTo>
                    <a:pt x="313" y="50"/>
                  </a:moveTo>
                  <a:lnTo>
                    <a:pt x="291" y="25"/>
                  </a:lnTo>
                  <a:lnTo>
                    <a:pt x="269" y="0"/>
                  </a:lnTo>
                  <a:lnTo>
                    <a:pt x="0" y="253"/>
                  </a:lnTo>
                  <a:lnTo>
                    <a:pt x="23" y="278"/>
                  </a:lnTo>
                  <a:lnTo>
                    <a:pt x="45" y="303"/>
                  </a:lnTo>
                  <a:lnTo>
                    <a:pt x="313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65" name=""/>
            <p:cNvSpPr/>
            <p:nvPr/>
          </p:nvSpPr>
          <p:spPr>
            <a:xfrm rot="0">
              <a:off x="4349" y="3517"/>
              <a:ext cx="104" cy="101"/>
            </a:xfrm>
            <a:custGeom>
              <a:avLst/>
              <a:ahLst/>
              <a:rect l="0" t="0" r="r" b="b"/>
              <a:pathLst>
                <a:path w="313" h="303">
                  <a:moveTo>
                    <a:pt x="313" y="50"/>
                  </a:moveTo>
                  <a:lnTo>
                    <a:pt x="291" y="25"/>
                  </a:lnTo>
                  <a:lnTo>
                    <a:pt x="269" y="0"/>
                  </a:lnTo>
                  <a:lnTo>
                    <a:pt x="0" y="253"/>
                  </a:lnTo>
                  <a:lnTo>
                    <a:pt x="23" y="278"/>
                  </a:lnTo>
                  <a:lnTo>
                    <a:pt x="45" y="303"/>
                  </a:lnTo>
                  <a:lnTo>
                    <a:pt x="313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66" name=""/>
            <p:cNvSpPr/>
            <p:nvPr/>
          </p:nvSpPr>
          <p:spPr>
            <a:xfrm rot="0">
              <a:off x="4345" y="3602"/>
              <a:ext cx="19" cy="19"/>
            </a:xfrm>
            <a:custGeom>
              <a:avLst/>
              <a:ahLst/>
              <a:rect l="0" t="0" r="r" b="b"/>
              <a:pathLst>
                <a:path w="55" h="58">
                  <a:moveTo>
                    <a:pt x="33" y="25"/>
                  </a:moveTo>
                  <a:lnTo>
                    <a:pt x="55" y="50"/>
                  </a:lnTo>
                  <a:lnTo>
                    <a:pt x="47" y="55"/>
                  </a:lnTo>
                  <a:lnTo>
                    <a:pt x="37" y="58"/>
                  </a:lnTo>
                  <a:lnTo>
                    <a:pt x="26" y="58"/>
                  </a:lnTo>
                  <a:lnTo>
                    <a:pt x="17" y="54"/>
                  </a:lnTo>
                  <a:lnTo>
                    <a:pt x="8" y="47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4" y="9"/>
                  </a:lnTo>
                  <a:lnTo>
                    <a:pt x="10" y="0"/>
                  </a:lnTo>
                  <a:lnTo>
                    <a:pt x="3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67" name=""/>
            <p:cNvSpPr/>
            <p:nvPr/>
          </p:nvSpPr>
          <p:spPr>
            <a:xfrm rot="0">
              <a:off x="4345" y="3602"/>
              <a:ext cx="19" cy="19"/>
            </a:xfrm>
            <a:custGeom>
              <a:avLst/>
              <a:ahLst/>
              <a:rect l="0" t="0" r="r" b="b"/>
              <a:pathLst>
                <a:path w="55" h="58">
                  <a:moveTo>
                    <a:pt x="55" y="50"/>
                  </a:moveTo>
                  <a:lnTo>
                    <a:pt x="47" y="55"/>
                  </a:lnTo>
                  <a:lnTo>
                    <a:pt x="37" y="58"/>
                  </a:lnTo>
                  <a:lnTo>
                    <a:pt x="26" y="58"/>
                  </a:lnTo>
                  <a:lnTo>
                    <a:pt x="17" y="54"/>
                  </a:lnTo>
                  <a:lnTo>
                    <a:pt x="8" y="47"/>
                  </a:lnTo>
                  <a:lnTo>
                    <a:pt x="3" y="39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4" y="9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68" name=""/>
            <p:cNvSpPr/>
            <p:nvPr/>
          </p:nvSpPr>
          <p:spPr>
            <a:xfrm rot="0">
              <a:off x="4498" y="368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69" name=""/>
            <p:cNvSpPr/>
            <p:nvPr/>
          </p:nvSpPr>
          <p:spPr>
            <a:xfrm rot="0">
              <a:off x="4498" y="3686"/>
              <a:ext cx="17" cy="20"/>
            </a:xfrm>
            <a:custGeom>
              <a:avLst/>
              <a:ahLst/>
              <a:rect l="0" t="0" r="r" b="b"/>
              <a:pathLst>
                <a:path w="50" h="61">
                  <a:moveTo>
                    <a:pt x="34" y="0"/>
                  </a:moveTo>
                  <a:lnTo>
                    <a:pt x="42" y="6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70" name=""/>
            <p:cNvSpPr/>
            <p:nvPr/>
          </p:nvSpPr>
          <p:spPr>
            <a:xfrm rot="0">
              <a:off x="4351" y="3600"/>
              <a:ext cx="159" cy="105"/>
            </a:xfrm>
            <a:custGeom>
              <a:avLst/>
              <a:ahLst/>
              <a:rect l="0" t="0" r="r" b="b"/>
              <a:pathLst>
                <a:path w="477" h="313">
                  <a:moveTo>
                    <a:pt x="443" y="313"/>
                  </a:moveTo>
                  <a:lnTo>
                    <a:pt x="460" y="285"/>
                  </a:lnTo>
                  <a:lnTo>
                    <a:pt x="477" y="256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443" y="3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71" name=""/>
            <p:cNvSpPr/>
            <p:nvPr/>
          </p:nvSpPr>
          <p:spPr>
            <a:xfrm rot="0">
              <a:off x="4351" y="3600"/>
              <a:ext cx="159" cy="105"/>
            </a:xfrm>
            <a:custGeom>
              <a:avLst/>
              <a:ahLst/>
              <a:rect l="0" t="0" r="r" b="b"/>
              <a:pathLst>
                <a:path w="477" h="313">
                  <a:moveTo>
                    <a:pt x="443" y="313"/>
                  </a:moveTo>
                  <a:lnTo>
                    <a:pt x="460" y="285"/>
                  </a:lnTo>
                  <a:lnTo>
                    <a:pt x="477" y="256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443" y="3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72" name=""/>
            <p:cNvSpPr/>
            <p:nvPr/>
          </p:nvSpPr>
          <p:spPr>
            <a:xfrm rot="0">
              <a:off x="4345" y="359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73" name=""/>
            <p:cNvSpPr/>
            <p:nvPr/>
          </p:nvSpPr>
          <p:spPr>
            <a:xfrm rot="0">
              <a:off x="4345" y="3599"/>
              <a:ext cx="17" cy="21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74" name=""/>
            <p:cNvSpPr/>
            <p:nvPr/>
          </p:nvSpPr>
          <p:spPr>
            <a:xfrm rot="0">
              <a:off x="5303" y="3703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75" name=""/>
            <p:cNvSpPr/>
            <p:nvPr/>
          </p:nvSpPr>
          <p:spPr>
            <a:xfrm rot="0">
              <a:off x="5303" y="3703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76" name=""/>
            <p:cNvSpPr/>
            <p:nvPr/>
          </p:nvSpPr>
          <p:spPr>
            <a:xfrm rot="0">
              <a:off x="5303" y="3293"/>
              <a:ext cx="22" cy="410"/>
            </a:xfrm>
            <a:custGeom>
              <a:avLst/>
              <a:ahLst/>
              <a:rect l="0" t="0" r="r" b="b"/>
              <a:pathLst>
                <a:path w="66" h="1231">
                  <a:moveTo>
                    <a:pt x="0" y="1231"/>
                  </a:moveTo>
                  <a:lnTo>
                    <a:pt x="33" y="1231"/>
                  </a:lnTo>
                  <a:lnTo>
                    <a:pt x="66" y="1231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77" name=""/>
            <p:cNvSpPr/>
            <p:nvPr/>
          </p:nvSpPr>
          <p:spPr>
            <a:xfrm rot="0">
              <a:off x="5303" y="3293"/>
              <a:ext cx="22" cy="410"/>
            </a:xfrm>
            <a:custGeom>
              <a:avLst/>
              <a:ahLst/>
              <a:rect l="0" t="0" r="r" b="b"/>
              <a:pathLst>
                <a:path w="66" h="1231">
                  <a:moveTo>
                    <a:pt x="0" y="1231"/>
                  </a:moveTo>
                  <a:lnTo>
                    <a:pt x="33" y="1231"/>
                  </a:lnTo>
                  <a:lnTo>
                    <a:pt x="66" y="1231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78" name=""/>
            <p:cNvSpPr/>
            <p:nvPr/>
          </p:nvSpPr>
          <p:spPr>
            <a:xfrm rot="0">
              <a:off x="5303" y="3281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79" name=""/>
            <p:cNvSpPr/>
            <p:nvPr/>
          </p:nvSpPr>
          <p:spPr>
            <a:xfrm rot="0">
              <a:off x="5303" y="3281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80" name=""/>
            <p:cNvSpPr/>
            <p:nvPr/>
          </p:nvSpPr>
          <p:spPr>
            <a:xfrm rot="0">
              <a:off x="5309" y="3282"/>
              <a:ext cx="16" cy="21"/>
            </a:xfrm>
            <a:custGeom>
              <a:avLst/>
              <a:ahLst/>
              <a:rect l="0" t="0" r="r" b="b"/>
              <a:pathLst>
                <a:path w="47" h="63">
                  <a:moveTo>
                    <a:pt x="15" y="33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20" y="0"/>
                  </a:lnTo>
                  <a:lnTo>
                    <a:pt x="30" y="3"/>
                  </a:lnTo>
                  <a:lnTo>
                    <a:pt x="38" y="9"/>
                  </a:lnTo>
                  <a:lnTo>
                    <a:pt x="45" y="18"/>
                  </a:lnTo>
                  <a:lnTo>
                    <a:pt x="47" y="27"/>
                  </a:lnTo>
                  <a:lnTo>
                    <a:pt x="47" y="38"/>
                  </a:lnTo>
                  <a:lnTo>
                    <a:pt x="45" y="48"/>
                  </a:lnTo>
                  <a:lnTo>
                    <a:pt x="38" y="56"/>
                  </a:lnTo>
                  <a:lnTo>
                    <a:pt x="29" y="63"/>
                  </a:lnTo>
                  <a:lnTo>
                    <a:pt x="1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81" name=""/>
            <p:cNvSpPr/>
            <p:nvPr/>
          </p:nvSpPr>
          <p:spPr>
            <a:xfrm rot="0">
              <a:off x="5309" y="3282"/>
              <a:ext cx="16" cy="21"/>
            </a:xfrm>
            <a:custGeom>
              <a:avLst/>
              <a:ahLst/>
              <a:rect l="0" t="0" r="r" b="b"/>
              <a:pathLst>
                <a:path w="47" h="63">
                  <a:moveTo>
                    <a:pt x="0" y="3"/>
                  </a:moveTo>
                  <a:lnTo>
                    <a:pt x="9" y="0"/>
                  </a:lnTo>
                  <a:lnTo>
                    <a:pt x="20" y="0"/>
                  </a:lnTo>
                  <a:lnTo>
                    <a:pt x="30" y="3"/>
                  </a:lnTo>
                  <a:lnTo>
                    <a:pt x="38" y="9"/>
                  </a:lnTo>
                  <a:lnTo>
                    <a:pt x="45" y="18"/>
                  </a:lnTo>
                  <a:lnTo>
                    <a:pt x="47" y="27"/>
                  </a:lnTo>
                  <a:lnTo>
                    <a:pt x="47" y="38"/>
                  </a:lnTo>
                  <a:lnTo>
                    <a:pt x="45" y="48"/>
                  </a:lnTo>
                  <a:lnTo>
                    <a:pt x="38" y="56"/>
                  </a:lnTo>
                  <a:lnTo>
                    <a:pt x="29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82" name=""/>
            <p:cNvSpPr/>
            <p:nvPr/>
          </p:nvSpPr>
          <p:spPr>
            <a:xfrm rot="0">
              <a:off x="5134" y="3283"/>
              <a:ext cx="185" cy="107"/>
            </a:xfrm>
            <a:custGeom>
              <a:avLst/>
              <a:ahLst/>
              <a:rect l="0" t="0" r="r" b="b"/>
              <a:pathLst>
                <a:path w="554" h="321">
                  <a:moveTo>
                    <a:pt x="554" y="60"/>
                  </a:moveTo>
                  <a:lnTo>
                    <a:pt x="540" y="30"/>
                  </a:lnTo>
                  <a:lnTo>
                    <a:pt x="525" y="0"/>
                  </a:lnTo>
                  <a:lnTo>
                    <a:pt x="0" y="261"/>
                  </a:lnTo>
                  <a:lnTo>
                    <a:pt x="14" y="291"/>
                  </a:lnTo>
                  <a:lnTo>
                    <a:pt x="28" y="321"/>
                  </a:lnTo>
                  <a:lnTo>
                    <a:pt x="55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83" name=""/>
            <p:cNvSpPr/>
            <p:nvPr/>
          </p:nvSpPr>
          <p:spPr>
            <a:xfrm rot="0">
              <a:off x="5134" y="3283"/>
              <a:ext cx="185" cy="107"/>
            </a:xfrm>
            <a:custGeom>
              <a:avLst/>
              <a:ahLst/>
              <a:rect l="0" t="0" r="r" b="b"/>
              <a:pathLst>
                <a:path w="554" h="321">
                  <a:moveTo>
                    <a:pt x="554" y="60"/>
                  </a:moveTo>
                  <a:lnTo>
                    <a:pt x="540" y="30"/>
                  </a:lnTo>
                  <a:lnTo>
                    <a:pt x="525" y="0"/>
                  </a:lnTo>
                  <a:lnTo>
                    <a:pt x="0" y="261"/>
                  </a:lnTo>
                  <a:lnTo>
                    <a:pt x="14" y="291"/>
                  </a:lnTo>
                  <a:lnTo>
                    <a:pt x="28" y="321"/>
                  </a:lnTo>
                  <a:lnTo>
                    <a:pt x="55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84" name=""/>
            <p:cNvSpPr/>
            <p:nvPr/>
          </p:nvSpPr>
          <p:spPr>
            <a:xfrm rot="0">
              <a:off x="5128" y="3370"/>
              <a:ext cx="15" cy="20"/>
            </a:xfrm>
            <a:custGeom>
              <a:avLst/>
              <a:ahLst/>
              <a:rect l="0" t="0" r="r" b="b"/>
              <a:pathLst>
                <a:path w="47" h="62">
                  <a:moveTo>
                    <a:pt x="33" y="30"/>
                  </a:moveTo>
                  <a:lnTo>
                    <a:pt x="47" y="60"/>
                  </a:lnTo>
                  <a:lnTo>
                    <a:pt x="38" y="62"/>
                  </a:lnTo>
                  <a:lnTo>
                    <a:pt x="28" y="62"/>
                  </a:lnTo>
                  <a:lnTo>
                    <a:pt x="17" y="60"/>
                  </a:lnTo>
                  <a:lnTo>
                    <a:pt x="10" y="53"/>
                  </a:lnTo>
                  <a:lnTo>
                    <a:pt x="3" y="44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3" y="14"/>
                  </a:lnTo>
                  <a:lnTo>
                    <a:pt x="10" y="6"/>
                  </a:lnTo>
                  <a:lnTo>
                    <a:pt x="19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85" name=""/>
            <p:cNvSpPr/>
            <p:nvPr/>
          </p:nvSpPr>
          <p:spPr>
            <a:xfrm rot="0">
              <a:off x="5128" y="3370"/>
              <a:ext cx="15" cy="20"/>
            </a:xfrm>
            <a:custGeom>
              <a:avLst/>
              <a:ahLst/>
              <a:rect l="0" t="0" r="r" b="b"/>
              <a:pathLst>
                <a:path w="47" h="62">
                  <a:moveTo>
                    <a:pt x="47" y="60"/>
                  </a:moveTo>
                  <a:lnTo>
                    <a:pt x="38" y="62"/>
                  </a:lnTo>
                  <a:lnTo>
                    <a:pt x="28" y="62"/>
                  </a:lnTo>
                  <a:lnTo>
                    <a:pt x="17" y="60"/>
                  </a:lnTo>
                  <a:lnTo>
                    <a:pt x="10" y="53"/>
                  </a:lnTo>
                  <a:lnTo>
                    <a:pt x="3" y="44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3" y="14"/>
                  </a:lnTo>
                  <a:lnTo>
                    <a:pt x="10" y="6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86" name=""/>
            <p:cNvSpPr/>
            <p:nvPr/>
          </p:nvSpPr>
          <p:spPr>
            <a:xfrm rot="0">
              <a:off x="5129" y="3369"/>
              <a:ext cx="21" cy="16"/>
            </a:xfrm>
            <a:custGeom>
              <a:avLst/>
              <a:ahLst/>
              <a:rect l="0" t="0" r="r" b="b"/>
              <a:pathLst>
                <a:path w="63" h="48">
                  <a:moveTo>
                    <a:pt x="30" y="33"/>
                  </a:moveTo>
                  <a:lnTo>
                    <a:pt x="0" y="17"/>
                  </a:lnTo>
                  <a:lnTo>
                    <a:pt x="7" y="9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6" y="3"/>
                  </a:lnTo>
                  <a:lnTo>
                    <a:pt x="53" y="9"/>
                  </a:lnTo>
                  <a:lnTo>
                    <a:pt x="60" y="18"/>
                  </a:lnTo>
                  <a:lnTo>
                    <a:pt x="63" y="27"/>
                  </a:lnTo>
                  <a:lnTo>
                    <a:pt x="63" y="38"/>
                  </a:lnTo>
                  <a:lnTo>
                    <a:pt x="60" y="48"/>
                  </a:lnTo>
                  <a:lnTo>
                    <a:pt x="3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87" name=""/>
            <p:cNvSpPr/>
            <p:nvPr/>
          </p:nvSpPr>
          <p:spPr>
            <a:xfrm rot="0">
              <a:off x="5129" y="3369"/>
              <a:ext cx="21" cy="16"/>
            </a:xfrm>
            <a:custGeom>
              <a:avLst/>
              <a:ahLst/>
              <a:rect l="0" t="0" r="r" b="b"/>
              <a:pathLst>
                <a:path w="63" h="48">
                  <a:moveTo>
                    <a:pt x="0" y="17"/>
                  </a:moveTo>
                  <a:lnTo>
                    <a:pt x="7" y="9"/>
                  </a:lnTo>
                  <a:lnTo>
                    <a:pt x="16" y="3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6" y="3"/>
                  </a:lnTo>
                  <a:lnTo>
                    <a:pt x="53" y="9"/>
                  </a:lnTo>
                  <a:lnTo>
                    <a:pt x="60" y="18"/>
                  </a:lnTo>
                  <a:lnTo>
                    <a:pt x="63" y="27"/>
                  </a:lnTo>
                  <a:lnTo>
                    <a:pt x="63" y="38"/>
                  </a:lnTo>
                  <a:lnTo>
                    <a:pt x="6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88" name=""/>
            <p:cNvSpPr/>
            <p:nvPr/>
          </p:nvSpPr>
          <p:spPr>
            <a:xfrm rot="0">
              <a:off x="4978" y="3374"/>
              <a:ext cx="171" cy="302"/>
            </a:xfrm>
            <a:custGeom>
              <a:avLst/>
              <a:ahLst/>
              <a:rect l="0" t="0" r="r" b="b"/>
              <a:pathLst>
                <a:path w="511" h="904">
                  <a:moveTo>
                    <a:pt x="511" y="31"/>
                  </a:moveTo>
                  <a:lnTo>
                    <a:pt x="481" y="16"/>
                  </a:lnTo>
                  <a:lnTo>
                    <a:pt x="451" y="0"/>
                  </a:lnTo>
                  <a:lnTo>
                    <a:pt x="0" y="873"/>
                  </a:lnTo>
                  <a:lnTo>
                    <a:pt x="30" y="888"/>
                  </a:lnTo>
                  <a:lnTo>
                    <a:pt x="60" y="904"/>
                  </a:lnTo>
                  <a:lnTo>
                    <a:pt x="5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89" name=""/>
            <p:cNvSpPr/>
            <p:nvPr/>
          </p:nvSpPr>
          <p:spPr>
            <a:xfrm rot="0">
              <a:off x="4978" y="3374"/>
              <a:ext cx="171" cy="302"/>
            </a:xfrm>
            <a:custGeom>
              <a:avLst/>
              <a:ahLst/>
              <a:rect l="0" t="0" r="r" b="b"/>
              <a:pathLst>
                <a:path w="511" h="904">
                  <a:moveTo>
                    <a:pt x="511" y="31"/>
                  </a:moveTo>
                  <a:lnTo>
                    <a:pt x="481" y="16"/>
                  </a:lnTo>
                  <a:lnTo>
                    <a:pt x="451" y="0"/>
                  </a:lnTo>
                  <a:lnTo>
                    <a:pt x="0" y="873"/>
                  </a:lnTo>
                  <a:lnTo>
                    <a:pt x="30" y="888"/>
                  </a:lnTo>
                  <a:lnTo>
                    <a:pt x="60" y="904"/>
                  </a:lnTo>
                  <a:lnTo>
                    <a:pt x="511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90" name=""/>
            <p:cNvSpPr/>
            <p:nvPr/>
          </p:nvSpPr>
          <p:spPr>
            <a:xfrm rot="0">
              <a:off x="4977" y="3665"/>
              <a:ext cx="21" cy="16"/>
            </a:xfrm>
            <a:custGeom>
              <a:avLst/>
              <a:ahLst/>
              <a:rect l="0" t="0" r="r" b="b"/>
              <a:pathLst>
                <a:path w="63" h="48">
                  <a:moveTo>
                    <a:pt x="33" y="15"/>
                  </a:moveTo>
                  <a:lnTo>
                    <a:pt x="63" y="31"/>
                  </a:lnTo>
                  <a:lnTo>
                    <a:pt x="56" y="39"/>
                  </a:lnTo>
                  <a:lnTo>
                    <a:pt x="47" y="45"/>
                  </a:lnTo>
                  <a:lnTo>
                    <a:pt x="38" y="48"/>
                  </a:lnTo>
                  <a:lnTo>
                    <a:pt x="28" y="48"/>
                  </a:lnTo>
                  <a:lnTo>
                    <a:pt x="17" y="45"/>
                  </a:lnTo>
                  <a:lnTo>
                    <a:pt x="9" y="39"/>
                  </a:lnTo>
                  <a:lnTo>
                    <a:pt x="3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3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91" name=""/>
            <p:cNvSpPr/>
            <p:nvPr/>
          </p:nvSpPr>
          <p:spPr>
            <a:xfrm rot="0">
              <a:off x="4977" y="3665"/>
              <a:ext cx="21" cy="16"/>
            </a:xfrm>
            <a:custGeom>
              <a:avLst/>
              <a:ahLst/>
              <a:rect l="0" t="0" r="r" b="b"/>
              <a:pathLst>
                <a:path w="63" h="48">
                  <a:moveTo>
                    <a:pt x="63" y="31"/>
                  </a:moveTo>
                  <a:lnTo>
                    <a:pt x="56" y="39"/>
                  </a:lnTo>
                  <a:lnTo>
                    <a:pt x="47" y="45"/>
                  </a:lnTo>
                  <a:lnTo>
                    <a:pt x="38" y="48"/>
                  </a:lnTo>
                  <a:lnTo>
                    <a:pt x="28" y="48"/>
                  </a:lnTo>
                  <a:lnTo>
                    <a:pt x="17" y="45"/>
                  </a:lnTo>
                  <a:lnTo>
                    <a:pt x="9" y="39"/>
                  </a:lnTo>
                  <a:lnTo>
                    <a:pt x="3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92" name=""/>
            <p:cNvSpPr/>
            <p:nvPr/>
          </p:nvSpPr>
          <p:spPr>
            <a:xfrm rot="0">
              <a:off x="4986" y="3660"/>
              <a:ext cx="13" cy="21"/>
            </a:xfrm>
            <a:custGeom>
              <a:avLst/>
              <a:ahLst/>
              <a:rect l="0" t="0" r="r" b="b"/>
              <a:pathLst>
                <a:path w="40" h="65">
                  <a:moveTo>
                    <a:pt x="8" y="32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1" y="1"/>
                  </a:lnTo>
                  <a:lnTo>
                    <a:pt x="30" y="8"/>
                  </a:lnTo>
                  <a:lnTo>
                    <a:pt x="36" y="15"/>
                  </a:lnTo>
                  <a:lnTo>
                    <a:pt x="40" y="24"/>
                  </a:lnTo>
                  <a:lnTo>
                    <a:pt x="40" y="35"/>
                  </a:lnTo>
                  <a:lnTo>
                    <a:pt x="39" y="45"/>
                  </a:lnTo>
                  <a:lnTo>
                    <a:pt x="33" y="54"/>
                  </a:lnTo>
                  <a:lnTo>
                    <a:pt x="25" y="61"/>
                  </a:lnTo>
                  <a:lnTo>
                    <a:pt x="16" y="65"/>
                  </a:lnTo>
                  <a:lnTo>
                    <a:pt x="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93" name=""/>
            <p:cNvSpPr/>
            <p:nvPr/>
          </p:nvSpPr>
          <p:spPr>
            <a:xfrm rot="0">
              <a:off x="4986" y="3660"/>
              <a:ext cx="13" cy="21"/>
            </a:xfrm>
            <a:custGeom>
              <a:avLst/>
              <a:ahLst/>
              <a:rect l="0" t="0" r="r" b="b"/>
              <a:pathLst>
                <a:path w="40" h="65">
                  <a:moveTo>
                    <a:pt x="0" y="0"/>
                  </a:moveTo>
                  <a:lnTo>
                    <a:pt x="10" y="0"/>
                  </a:lnTo>
                  <a:lnTo>
                    <a:pt x="21" y="1"/>
                  </a:lnTo>
                  <a:lnTo>
                    <a:pt x="30" y="8"/>
                  </a:lnTo>
                  <a:lnTo>
                    <a:pt x="36" y="15"/>
                  </a:lnTo>
                  <a:lnTo>
                    <a:pt x="40" y="24"/>
                  </a:lnTo>
                  <a:lnTo>
                    <a:pt x="40" y="35"/>
                  </a:lnTo>
                  <a:lnTo>
                    <a:pt x="39" y="45"/>
                  </a:lnTo>
                  <a:lnTo>
                    <a:pt x="33" y="54"/>
                  </a:lnTo>
                  <a:lnTo>
                    <a:pt x="25" y="61"/>
                  </a:lnTo>
                  <a:lnTo>
                    <a:pt x="16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94" name=""/>
            <p:cNvSpPr/>
            <p:nvPr/>
          </p:nvSpPr>
          <p:spPr>
            <a:xfrm rot="0">
              <a:off x="4750" y="3660"/>
              <a:ext cx="241" cy="78"/>
            </a:xfrm>
            <a:custGeom>
              <a:avLst/>
              <a:ahLst/>
              <a:rect l="0" t="0" r="r" b="b"/>
              <a:pathLst>
                <a:path w="723" h="234">
                  <a:moveTo>
                    <a:pt x="723" y="65"/>
                  </a:moveTo>
                  <a:lnTo>
                    <a:pt x="715" y="32"/>
                  </a:lnTo>
                  <a:lnTo>
                    <a:pt x="707" y="0"/>
                  </a:lnTo>
                  <a:lnTo>
                    <a:pt x="0" y="169"/>
                  </a:lnTo>
                  <a:lnTo>
                    <a:pt x="8" y="202"/>
                  </a:lnTo>
                  <a:lnTo>
                    <a:pt x="16" y="234"/>
                  </a:lnTo>
                  <a:lnTo>
                    <a:pt x="723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95" name=""/>
            <p:cNvSpPr/>
            <p:nvPr/>
          </p:nvSpPr>
          <p:spPr>
            <a:xfrm rot="0">
              <a:off x="4750" y="3660"/>
              <a:ext cx="241" cy="78"/>
            </a:xfrm>
            <a:custGeom>
              <a:avLst/>
              <a:ahLst/>
              <a:rect l="0" t="0" r="r" b="b"/>
              <a:pathLst>
                <a:path w="723" h="234">
                  <a:moveTo>
                    <a:pt x="723" y="65"/>
                  </a:moveTo>
                  <a:lnTo>
                    <a:pt x="715" y="32"/>
                  </a:lnTo>
                  <a:lnTo>
                    <a:pt x="707" y="0"/>
                  </a:lnTo>
                  <a:lnTo>
                    <a:pt x="0" y="169"/>
                  </a:lnTo>
                  <a:lnTo>
                    <a:pt x="8" y="202"/>
                  </a:lnTo>
                  <a:lnTo>
                    <a:pt x="16" y="234"/>
                  </a:lnTo>
                  <a:lnTo>
                    <a:pt x="723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96" name=""/>
            <p:cNvSpPr/>
            <p:nvPr/>
          </p:nvSpPr>
          <p:spPr>
            <a:xfrm rot="0">
              <a:off x="4742" y="3716"/>
              <a:ext cx="13" cy="22"/>
            </a:xfrm>
            <a:custGeom>
              <a:avLst/>
              <a:ahLst/>
              <a:rect l="0" t="0" r="r" b="b"/>
              <a:pathLst>
                <a:path w="41" h="65">
                  <a:moveTo>
                    <a:pt x="33" y="33"/>
                  </a:moveTo>
                  <a:lnTo>
                    <a:pt x="41" y="65"/>
                  </a:lnTo>
                  <a:lnTo>
                    <a:pt x="30" y="65"/>
                  </a:lnTo>
                  <a:lnTo>
                    <a:pt x="20" y="64"/>
                  </a:lnTo>
                  <a:lnTo>
                    <a:pt x="11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97" name=""/>
            <p:cNvSpPr/>
            <p:nvPr/>
          </p:nvSpPr>
          <p:spPr>
            <a:xfrm rot="0">
              <a:off x="4742" y="3716"/>
              <a:ext cx="13" cy="22"/>
            </a:xfrm>
            <a:custGeom>
              <a:avLst/>
              <a:ahLst/>
              <a:rect l="0" t="0" r="r" b="b"/>
              <a:pathLst>
                <a:path w="41" h="65">
                  <a:moveTo>
                    <a:pt x="41" y="65"/>
                  </a:moveTo>
                  <a:lnTo>
                    <a:pt x="30" y="65"/>
                  </a:lnTo>
                  <a:lnTo>
                    <a:pt x="20" y="64"/>
                  </a:lnTo>
                  <a:lnTo>
                    <a:pt x="11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398" name=""/>
            <p:cNvSpPr/>
            <p:nvPr/>
          </p:nvSpPr>
          <p:spPr>
            <a:xfrm rot="0">
              <a:off x="4746" y="3718"/>
              <a:ext cx="18" cy="20"/>
            </a:xfrm>
            <a:custGeom>
              <a:avLst/>
              <a:ahLst/>
              <a:rect l="0" t="0" r="r" b="b"/>
              <a:pathLst>
                <a:path w="54" h="58">
                  <a:moveTo>
                    <a:pt x="21" y="26"/>
                  </a:moveTo>
                  <a:lnTo>
                    <a:pt x="42" y="0"/>
                  </a:lnTo>
                  <a:lnTo>
                    <a:pt x="48" y="8"/>
                  </a:lnTo>
                  <a:lnTo>
                    <a:pt x="52" y="17"/>
                  </a:lnTo>
                  <a:lnTo>
                    <a:pt x="54" y="27"/>
                  </a:lnTo>
                  <a:lnTo>
                    <a:pt x="52" y="38"/>
                  </a:lnTo>
                  <a:lnTo>
                    <a:pt x="47" y="47"/>
                  </a:lnTo>
                  <a:lnTo>
                    <a:pt x="39" y="53"/>
                  </a:lnTo>
                  <a:lnTo>
                    <a:pt x="30" y="57"/>
                  </a:lnTo>
                  <a:lnTo>
                    <a:pt x="20" y="58"/>
                  </a:lnTo>
                  <a:lnTo>
                    <a:pt x="9" y="57"/>
                  </a:lnTo>
                  <a:lnTo>
                    <a:pt x="0" y="52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399" name=""/>
            <p:cNvSpPr/>
            <p:nvPr/>
          </p:nvSpPr>
          <p:spPr>
            <a:xfrm rot="0">
              <a:off x="4746" y="3718"/>
              <a:ext cx="18" cy="20"/>
            </a:xfrm>
            <a:custGeom>
              <a:avLst/>
              <a:ahLst/>
              <a:rect l="0" t="0" r="r" b="b"/>
              <a:pathLst>
                <a:path w="54" h="58">
                  <a:moveTo>
                    <a:pt x="42" y="0"/>
                  </a:moveTo>
                  <a:lnTo>
                    <a:pt x="48" y="8"/>
                  </a:lnTo>
                  <a:lnTo>
                    <a:pt x="52" y="17"/>
                  </a:lnTo>
                  <a:lnTo>
                    <a:pt x="54" y="27"/>
                  </a:lnTo>
                  <a:lnTo>
                    <a:pt x="52" y="38"/>
                  </a:lnTo>
                  <a:lnTo>
                    <a:pt x="47" y="47"/>
                  </a:lnTo>
                  <a:lnTo>
                    <a:pt x="39" y="53"/>
                  </a:lnTo>
                  <a:lnTo>
                    <a:pt x="30" y="57"/>
                  </a:lnTo>
                  <a:lnTo>
                    <a:pt x="20" y="58"/>
                  </a:lnTo>
                  <a:lnTo>
                    <a:pt x="9" y="57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00" name=""/>
            <p:cNvSpPr/>
            <p:nvPr/>
          </p:nvSpPr>
          <p:spPr>
            <a:xfrm rot="0">
              <a:off x="4624" y="3624"/>
              <a:ext cx="136" cy="112"/>
            </a:xfrm>
            <a:custGeom>
              <a:avLst/>
              <a:ahLst/>
              <a:rect l="0" t="0" r="r" b="b"/>
              <a:pathLst>
                <a:path w="408" h="335">
                  <a:moveTo>
                    <a:pt x="366" y="335"/>
                  </a:moveTo>
                  <a:lnTo>
                    <a:pt x="387" y="309"/>
                  </a:lnTo>
                  <a:lnTo>
                    <a:pt x="408" y="283"/>
                  </a:lnTo>
                  <a:lnTo>
                    <a:pt x="41" y="0"/>
                  </a:lnTo>
                  <a:lnTo>
                    <a:pt x="21" y="26"/>
                  </a:lnTo>
                  <a:lnTo>
                    <a:pt x="0" y="52"/>
                  </a:lnTo>
                  <a:lnTo>
                    <a:pt x="366" y="3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01" name=""/>
            <p:cNvSpPr/>
            <p:nvPr/>
          </p:nvSpPr>
          <p:spPr>
            <a:xfrm rot="0">
              <a:off x="4624" y="3624"/>
              <a:ext cx="136" cy="112"/>
            </a:xfrm>
            <a:custGeom>
              <a:avLst/>
              <a:ahLst/>
              <a:rect l="0" t="0" r="r" b="b"/>
              <a:pathLst>
                <a:path w="408" h="335">
                  <a:moveTo>
                    <a:pt x="366" y="335"/>
                  </a:moveTo>
                  <a:lnTo>
                    <a:pt x="387" y="309"/>
                  </a:lnTo>
                  <a:lnTo>
                    <a:pt x="408" y="283"/>
                  </a:lnTo>
                  <a:lnTo>
                    <a:pt x="41" y="0"/>
                  </a:lnTo>
                  <a:lnTo>
                    <a:pt x="21" y="26"/>
                  </a:lnTo>
                  <a:lnTo>
                    <a:pt x="0" y="52"/>
                  </a:lnTo>
                  <a:lnTo>
                    <a:pt x="366" y="3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02" name=""/>
            <p:cNvSpPr/>
            <p:nvPr/>
          </p:nvSpPr>
          <p:spPr>
            <a:xfrm rot="0">
              <a:off x="4620" y="3622"/>
              <a:ext cx="17" cy="19"/>
            </a:xfrm>
            <a:custGeom>
              <a:avLst/>
              <a:ahLst/>
              <a:rect l="0" t="0" r="r" b="b"/>
              <a:pathLst>
                <a:path w="53" h="59">
                  <a:moveTo>
                    <a:pt x="33" y="33"/>
                  </a:moveTo>
                  <a:lnTo>
                    <a:pt x="12" y="59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4" y="5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3" y="7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03" name=""/>
            <p:cNvSpPr/>
            <p:nvPr/>
          </p:nvSpPr>
          <p:spPr>
            <a:xfrm rot="0">
              <a:off x="4620" y="3622"/>
              <a:ext cx="17" cy="19"/>
            </a:xfrm>
            <a:custGeom>
              <a:avLst/>
              <a:ahLst/>
              <a:rect l="0" t="0" r="r" b="b"/>
              <a:pathLst>
                <a:path w="53" h="59">
                  <a:moveTo>
                    <a:pt x="12" y="59"/>
                  </a:move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4" y="5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3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04" name=""/>
            <p:cNvSpPr/>
            <p:nvPr/>
          </p:nvSpPr>
          <p:spPr>
            <a:xfrm rot="0">
              <a:off x="4626" y="3622"/>
              <a:ext cx="15" cy="21"/>
            </a:xfrm>
            <a:custGeom>
              <a:avLst/>
              <a:ahLst/>
              <a:rect l="0" t="0" r="r" b="b"/>
              <a:pathLst>
                <a:path w="47" h="63">
                  <a:moveTo>
                    <a:pt x="15" y="33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20" y="0"/>
                  </a:lnTo>
                  <a:lnTo>
                    <a:pt x="30" y="3"/>
                  </a:lnTo>
                  <a:lnTo>
                    <a:pt x="38" y="9"/>
                  </a:lnTo>
                  <a:lnTo>
                    <a:pt x="44" y="18"/>
                  </a:lnTo>
                  <a:lnTo>
                    <a:pt x="47" y="28"/>
                  </a:lnTo>
                  <a:lnTo>
                    <a:pt x="47" y="38"/>
                  </a:lnTo>
                  <a:lnTo>
                    <a:pt x="44" y="48"/>
                  </a:lnTo>
                  <a:lnTo>
                    <a:pt x="38" y="56"/>
                  </a:lnTo>
                  <a:lnTo>
                    <a:pt x="29" y="63"/>
                  </a:lnTo>
                  <a:lnTo>
                    <a:pt x="1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05" name=""/>
            <p:cNvSpPr/>
            <p:nvPr/>
          </p:nvSpPr>
          <p:spPr>
            <a:xfrm rot="0">
              <a:off x="4626" y="3622"/>
              <a:ext cx="15" cy="21"/>
            </a:xfrm>
            <a:custGeom>
              <a:avLst/>
              <a:ahLst/>
              <a:rect l="0" t="0" r="r" b="b"/>
              <a:pathLst>
                <a:path w="47" h="63">
                  <a:moveTo>
                    <a:pt x="0" y="3"/>
                  </a:moveTo>
                  <a:lnTo>
                    <a:pt x="9" y="0"/>
                  </a:lnTo>
                  <a:lnTo>
                    <a:pt x="20" y="0"/>
                  </a:lnTo>
                  <a:lnTo>
                    <a:pt x="30" y="3"/>
                  </a:lnTo>
                  <a:lnTo>
                    <a:pt x="38" y="9"/>
                  </a:lnTo>
                  <a:lnTo>
                    <a:pt x="44" y="18"/>
                  </a:lnTo>
                  <a:lnTo>
                    <a:pt x="47" y="28"/>
                  </a:lnTo>
                  <a:lnTo>
                    <a:pt x="47" y="38"/>
                  </a:lnTo>
                  <a:lnTo>
                    <a:pt x="44" y="48"/>
                  </a:lnTo>
                  <a:lnTo>
                    <a:pt x="38" y="56"/>
                  </a:lnTo>
                  <a:lnTo>
                    <a:pt x="29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06" name=""/>
            <p:cNvSpPr/>
            <p:nvPr/>
          </p:nvSpPr>
          <p:spPr>
            <a:xfrm rot="0">
              <a:off x="4499" y="3623"/>
              <a:ext cx="136" cy="82"/>
            </a:xfrm>
            <a:custGeom>
              <a:avLst/>
              <a:ahLst/>
              <a:rect l="0" t="0" r="r" b="b"/>
              <a:pathLst>
                <a:path w="408" h="248">
                  <a:moveTo>
                    <a:pt x="408" y="60"/>
                  </a:moveTo>
                  <a:lnTo>
                    <a:pt x="394" y="30"/>
                  </a:lnTo>
                  <a:lnTo>
                    <a:pt x="379" y="0"/>
                  </a:lnTo>
                  <a:lnTo>
                    <a:pt x="0" y="188"/>
                  </a:lnTo>
                  <a:lnTo>
                    <a:pt x="14" y="218"/>
                  </a:lnTo>
                  <a:lnTo>
                    <a:pt x="28" y="248"/>
                  </a:lnTo>
                  <a:lnTo>
                    <a:pt x="408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07" name=""/>
            <p:cNvSpPr/>
            <p:nvPr/>
          </p:nvSpPr>
          <p:spPr>
            <a:xfrm rot="0">
              <a:off x="4499" y="3623"/>
              <a:ext cx="136" cy="82"/>
            </a:xfrm>
            <a:custGeom>
              <a:avLst/>
              <a:ahLst/>
              <a:rect l="0" t="0" r="r" b="b"/>
              <a:pathLst>
                <a:path w="408" h="248">
                  <a:moveTo>
                    <a:pt x="408" y="60"/>
                  </a:moveTo>
                  <a:lnTo>
                    <a:pt x="394" y="30"/>
                  </a:lnTo>
                  <a:lnTo>
                    <a:pt x="379" y="0"/>
                  </a:lnTo>
                  <a:lnTo>
                    <a:pt x="0" y="188"/>
                  </a:lnTo>
                  <a:lnTo>
                    <a:pt x="14" y="218"/>
                  </a:lnTo>
                  <a:lnTo>
                    <a:pt x="28" y="248"/>
                  </a:lnTo>
                  <a:lnTo>
                    <a:pt x="408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08" name=""/>
            <p:cNvSpPr/>
            <p:nvPr/>
          </p:nvSpPr>
          <p:spPr>
            <a:xfrm rot="0">
              <a:off x="4493" y="3685"/>
              <a:ext cx="16" cy="21"/>
            </a:xfrm>
            <a:custGeom>
              <a:avLst/>
              <a:ahLst/>
              <a:rect l="0" t="0" r="r" b="b"/>
              <a:pathLst>
                <a:path w="47" h="62">
                  <a:moveTo>
                    <a:pt x="33" y="30"/>
                  </a:moveTo>
                  <a:lnTo>
                    <a:pt x="47" y="60"/>
                  </a:lnTo>
                  <a:lnTo>
                    <a:pt x="38" y="62"/>
                  </a:lnTo>
                  <a:lnTo>
                    <a:pt x="28" y="62"/>
                  </a:lnTo>
                  <a:lnTo>
                    <a:pt x="17" y="60"/>
                  </a:lnTo>
                  <a:lnTo>
                    <a:pt x="10" y="53"/>
                  </a:lnTo>
                  <a:lnTo>
                    <a:pt x="3" y="44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3" y="14"/>
                  </a:lnTo>
                  <a:lnTo>
                    <a:pt x="10" y="6"/>
                  </a:lnTo>
                  <a:lnTo>
                    <a:pt x="19" y="0"/>
                  </a:lnTo>
                  <a:lnTo>
                    <a:pt x="3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09" name=""/>
            <p:cNvSpPr/>
            <p:nvPr/>
          </p:nvSpPr>
          <p:spPr>
            <a:xfrm rot="0">
              <a:off x="4493" y="3685"/>
              <a:ext cx="16" cy="21"/>
            </a:xfrm>
            <a:custGeom>
              <a:avLst/>
              <a:ahLst/>
              <a:rect l="0" t="0" r="r" b="b"/>
              <a:pathLst>
                <a:path w="47" h="62">
                  <a:moveTo>
                    <a:pt x="47" y="60"/>
                  </a:moveTo>
                  <a:lnTo>
                    <a:pt x="38" y="62"/>
                  </a:lnTo>
                  <a:lnTo>
                    <a:pt x="28" y="62"/>
                  </a:lnTo>
                  <a:lnTo>
                    <a:pt x="17" y="60"/>
                  </a:lnTo>
                  <a:lnTo>
                    <a:pt x="10" y="53"/>
                  </a:lnTo>
                  <a:lnTo>
                    <a:pt x="3" y="44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3" y="14"/>
                  </a:lnTo>
                  <a:lnTo>
                    <a:pt x="10" y="6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10" name=""/>
            <p:cNvSpPr/>
            <p:nvPr/>
          </p:nvSpPr>
          <p:spPr>
            <a:xfrm rot="0">
              <a:off x="4493" y="368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11" name=""/>
            <p:cNvSpPr/>
            <p:nvPr/>
          </p:nvSpPr>
          <p:spPr>
            <a:xfrm rot="0">
              <a:off x="4493" y="3684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12" name=""/>
            <p:cNvSpPr/>
            <p:nvPr/>
          </p:nvSpPr>
          <p:spPr>
            <a:xfrm rot="0">
              <a:off x="4493" y="3695"/>
              <a:ext cx="22" cy="202"/>
            </a:xfrm>
            <a:custGeom>
              <a:avLst/>
              <a:ahLst/>
              <a:rect l="0" t="0" r="r" b="b"/>
              <a:pathLst>
                <a:path w="67" h="605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605"/>
                  </a:lnTo>
                  <a:lnTo>
                    <a:pt x="33" y="605"/>
                  </a:lnTo>
                  <a:lnTo>
                    <a:pt x="67" y="605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13" name=""/>
            <p:cNvSpPr/>
            <p:nvPr/>
          </p:nvSpPr>
          <p:spPr>
            <a:xfrm rot="0">
              <a:off x="4493" y="3695"/>
              <a:ext cx="22" cy="202"/>
            </a:xfrm>
            <a:custGeom>
              <a:avLst/>
              <a:ahLst/>
              <a:rect l="0" t="0" r="r" b="b"/>
              <a:pathLst>
                <a:path w="67" h="605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605"/>
                  </a:lnTo>
                  <a:lnTo>
                    <a:pt x="33" y="605"/>
                  </a:lnTo>
                  <a:lnTo>
                    <a:pt x="67" y="605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14" name=""/>
            <p:cNvSpPr/>
            <p:nvPr/>
          </p:nvSpPr>
          <p:spPr>
            <a:xfrm rot="0">
              <a:off x="4493" y="389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15" name=""/>
            <p:cNvSpPr/>
            <p:nvPr/>
          </p:nvSpPr>
          <p:spPr>
            <a:xfrm rot="0">
              <a:off x="4493" y="389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16" name=""/>
            <p:cNvSpPr/>
            <p:nvPr/>
          </p:nvSpPr>
          <p:spPr>
            <a:xfrm rot="0">
              <a:off x="4493" y="3886"/>
              <a:ext cx="14" cy="22"/>
            </a:xfrm>
            <a:custGeom>
              <a:avLst/>
              <a:ahLst/>
              <a:rect l="0" t="0" r="r" b="b"/>
              <a:pathLst>
                <a:path w="41" h="66">
                  <a:moveTo>
                    <a:pt x="33" y="33"/>
                  </a:moveTo>
                  <a:lnTo>
                    <a:pt x="41" y="66"/>
                  </a:lnTo>
                  <a:lnTo>
                    <a:pt x="30" y="66"/>
                  </a:lnTo>
                  <a:lnTo>
                    <a:pt x="20" y="64"/>
                  </a:lnTo>
                  <a:lnTo>
                    <a:pt x="11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17" name=""/>
            <p:cNvSpPr/>
            <p:nvPr/>
          </p:nvSpPr>
          <p:spPr>
            <a:xfrm rot="0">
              <a:off x="4493" y="3886"/>
              <a:ext cx="14" cy="22"/>
            </a:xfrm>
            <a:custGeom>
              <a:avLst/>
              <a:ahLst/>
              <a:rect l="0" t="0" r="r" b="b"/>
              <a:pathLst>
                <a:path w="41" h="66">
                  <a:moveTo>
                    <a:pt x="41" y="66"/>
                  </a:moveTo>
                  <a:lnTo>
                    <a:pt x="30" y="66"/>
                  </a:lnTo>
                  <a:lnTo>
                    <a:pt x="20" y="64"/>
                  </a:lnTo>
                  <a:lnTo>
                    <a:pt x="11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18" name=""/>
            <p:cNvSpPr/>
            <p:nvPr/>
          </p:nvSpPr>
          <p:spPr>
            <a:xfrm rot="0">
              <a:off x="4501" y="3692"/>
              <a:ext cx="815" cy="216"/>
            </a:xfrm>
            <a:custGeom>
              <a:avLst/>
              <a:ahLst/>
              <a:rect l="0" t="0" r="r" b="b"/>
              <a:pathLst>
                <a:path w="2445" h="647">
                  <a:moveTo>
                    <a:pt x="0" y="581"/>
                  </a:moveTo>
                  <a:lnTo>
                    <a:pt x="8" y="614"/>
                  </a:lnTo>
                  <a:lnTo>
                    <a:pt x="16" y="647"/>
                  </a:lnTo>
                  <a:lnTo>
                    <a:pt x="2445" y="65"/>
                  </a:lnTo>
                  <a:lnTo>
                    <a:pt x="2438" y="32"/>
                  </a:lnTo>
                  <a:lnTo>
                    <a:pt x="2430" y="0"/>
                  </a:lnTo>
                  <a:lnTo>
                    <a:pt x="0" y="5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19" name=""/>
            <p:cNvSpPr/>
            <p:nvPr/>
          </p:nvSpPr>
          <p:spPr>
            <a:xfrm rot="0">
              <a:off x="4501" y="3692"/>
              <a:ext cx="815" cy="216"/>
            </a:xfrm>
            <a:custGeom>
              <a:avLst/>
              <a:ahLst/>
              <a:rect l="0" t="0" r="r" b="b"/>
              <a:pathLst>
                <a:path w="2445" h="647">
                  <a:moveTo>
                    <a:pt x="0" y="581"/>
                  </a:moveTo>
                  <a:lnTo>
                    <a:pt x="8" y="614"/>
                  </a:lnTo>
                  <a:lnTo>
                    <a:pt x="16" y="647"/>
                  </a:lnTo>
                  <a:lnTo>
                    <a:pt x="2445" y="65"/>
                  </a:lnTo>
                  <a:lnTo>
                    <a:pt x="2438" y="32"/>
                  </a:lnTo>
                  <a:lnTo>
                    <a:pt x="2430" y="0"/>
                  </a:lnTo>
                  <a:lnTo>
                    <a:pt x="0" y="5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20" name=""/>
            <p:cNvSpPr/>
            <p:nvPr/>
          </p:nvSpPr>
          <p:spPr>
            <a:xfrm rot="0">
              <a:off x="5311" y="3692"/>
              <a:ext cx="14" cy="22"/>
            </a:xfrm>
            <a:custGeom>
              <a:avLst/>
              <a:ahLst/>
              <a:rect l="0" t="0" r="r" b="b"/>
              <a:pathLst>
                <a:path w="40" h="65">
                  <a:moveTo>
                    <a:pt x="8" y="32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1" y="1"/>
                  </a:lnTo>
                  <a:lnTo>
                    <a:pt x="30" y="7"/>
                  </a:lnTo>
                  <a:lnTo>
                    <a:pt x="36" y="15"/>
                  </a:lnTo>
                  <a:lnTo>
                    <a:pt x="40" y="24"/>
                  </a:lnTo>
                  <a:lnTo>
                    <a:pt x="40" y="35"/>
                  </a:lnTo>
                  <a:lnTo>
                    <a:pt x="39" y="45"/>
                  </a:lnTo>
                  <a:lnTo>
                    <a:pt x="32" y="54"/>
                  </a:lnTo>
                  <a:lnTo>
                    <a:pt x="25" y="61"/>
                  </a:lnTo>
                  <a:lnTo>
                    <a:pt x="15" y="65"/>
                  </a:lnTo>
                  <a:lnTo>
                    <a:pt x="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21" name=""/>
            <p:cNvSpPr/>
            <p:nvPr/>
          </p:nvSpPr>
          <p:spPr>
            <a:xfrm rot="0">
              <a:off x="5311" y="3692"/>
              <a:ext cx="14" cy="22"/>
            </a:xfrm>
            <a:custGeom>
              <a:avLst/>
              <a:ahLst/>
              <a:rect l="0" t="0" r="r" b="b"/>
              <a:pathLst>
                <a:path w="40" h="65">
                  <a:moveTo>
                    <a:pt x="0" y="0"/>
                  </a:moveTo>
                  <a:lnTo>
                    <a:pt x="10" y="0"/>
                  </a:lnTo>
                  <a:lnTo>
                    <a:pt x="21" y="1"/>
                  </a:lnTo>
                  <a:lnTo>
                    <a:pt x="30" y="7"/>
                  </a:lnTo>
                  <a:lnTo>
                    <a:pt x="36" y="15"/>
                  </a:lnTo>
                  <a:lnTo>
                    <a:pt x="40" y="24"/>
                  </a:lnTo>
                  <a:lnTo>
                    <a:pt x="40" y="35"/>
                  </a:lnTo>
                  <a:lnTo>
                    <a:pt x="39" y="45"/>
                  </a:lnTo>
                  <a:lnTo>
                    <a:pt x="32" y="54"/>
                  </a:lnTo>
                  <a:lnTo>
                    <a:pt x="25" y="61"/>
                  </a:lnTo>
                  <a:lnTo>
                    <a:pt x="1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22" name=""/>
            <p:cNvSpPr/>
            <p:nvPr/>
          </p:nvSpPr>
          <p:spPr>
            <a:xfrm rot="0">
              <a:off x="3592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23" name=""/>
            <p:cNvSpPr/>
            <p:nvPr/>
          </p:nvSpPr>
          <p:spPr>
            <a:xfrm rot="0">
              <a:off x="3592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24" name=""/>
            <p:cNvSpPr/>
            <p:nvPr/>
          </p:nvSpPr>
          <p:spPr>
            <a:xfrm rot="0">
              <a:off x="3357" y="3189"/>
              <a:ext cx="235" cy="22"/>
            </a:xfrm>
            <a:custGeom>
              <a:avLst/>
              <a:ahLst/>
              <a:rect l="0" t="0" r="r" b="b"/>
              <a:pathLst>
                <a:path w="706" h="67">
                  <a:moveTo>
                    <a:pt x="706" y="67"/>
                  </a:moveTo>
                  <a:lnTo>
                    <a:pt x="706" y="34"/>
                  </a:lnTo>
                  <a:lnTo>
                    <a:pt x="70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25" name=""/>
            <p:cNvSpPr/>
            <p:nvPr/>
          </p:nvSpPr>
          <p:spPr>
            <a:xfrm rot="0">
              <a:off x="3357" y="3189"/>
              <a:ext cx="235" cy="22"/>
            </a:xfrm>
            <a:custGeom>
              <a:avLst/>
              <a:ahLst/>
              <a:rect l="0" t="0" r="r" b="b"/>
              <a:pathLst>
                <a:path w="706" h="67">
                  <a:moveTo>
                    <a:pt x="706" y="67"/>
                  </a:moveTo>
                  <a:lnTo>
                    <a:pt x="706" y="34"/>
                  </a:lnTo>
                  <a:lnTo>
                    <a:pt x="70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26" name=""/>
            <p:cNvSpPr/>
            <p:nvPr/>
          </p:nvSpPr>
          <p:spPr>
            <a:xfrm rot="0">
              <a:off x="3346" y="318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27" name=""/>
            <p:cNvSpPr/>
            <p:nvPr/>
          </p:nvSpPr>
          <p:spPr>
            <a:xfrm rot="0">
              <a:off x="3346" y="318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28" name=""/>
            <p:cNvSpPr/>
            <p:nvPr/>
          </p:nvSpPr>
          <p:spPr>
            <a:xfrm rot="0">
              <a:off x="3588" y="3600"/>
              <a:ext cx="15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13" y="31"/>
                  </a:moveTo>
                  <a:lnTo>
                    <a:pt x="26" y="0"/>
                  </a:lnTo>
                  <a:lnTo>
                    <a:pt x="35" y="6"/>
                  </a:lnTo>
                  <a:lnTo>
                    <a:pt x="42" y="14"/>
                  </a:lnTo>
                  <a:lnTo>
                    <a:pt x="46" y="23"/>
                  </a:lnTo>
                  <a:lnTo>
                    <a:pt x="46" y="34"/>
                  </a:lnTo>
                  <a:lnTo>
                    <a:pt x="44" y="44"/>
                  </a:lnTo>
                  <a:lnTo>
                    <a:pt x="38" y="53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3"/>
                  </a:lnTo>
                  <a:lnTo>
                    <a:pt x="1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29" name=""/>
            <p:cNvSpPr/>
            <p:nvPr/>
          </p:nvSpPr>
          <p:spPr>
            <a:xfrm rot="0">
              <a:off x="3588" y="3600"/>
              <a:ext cx="15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26" y="0"/>
                  </a:moveTo>
                  <a:lnTo>
                    <a:pt x="35" y="6"/>
                  </a:lnTo>
                  <a:lnTo>
                    <a:pt x="42" y="14"/>
                  </a:lnTo>
                  <a:lnTo>
                    <a:pt x="46" y="23"/>
                  </a:lnTo>
                  <a:lnTo>
                    <a:pt x="46" y="34"/>
                  </a:lnTo>
                  <a:lnTo>
                    <a:pt x="44" y="44"/>
                  </a:lnTo>
                  <a:lnTo>
                    <a:pt x="38" y="53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30" name=""/>
            <p:cNvSpPr/>
            <p:nvPr/>
          </p:nvSpPr>
          <p:spPr>
            <a:xfrm rot="0">
              <a:off x="3352" y="3502"/>
              <a:ext cx="244" cy="119"/>
            </a:xfrm>
            <a:custGeom>
              <a:avLst/>
              <a:ahLst/>
              <a:rect l="0" t="0" r="r" b="b"/>
              <a:pathLst>
                <a:path w="732" h="357">
                  <a:moveTo>
                    <a:pt x="706" y="357"/>
                  </a:moveTo>
                  <a:lnTo>
                    <a:pt x="719" y="325"/>
                  </a:lnTo>
                  <a:lnTo>
                    <a:pt x="732" y="294"/>
                  </a:lnTo>
                  <a:lnTo>
                    <a:pt x="26" y="0"/>
                  </a:lnTo>
                  <a:lnTo>
                    <a:pt x="13" y="32"/>
                  </a:lnTo>
                  <a:lnTo>
                    <a:pt x="0" y="63"/>
                  </a:lnTo>
                  <a:lnTo>
                    <a:pt x="706" y="3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31" name=""/>
            <p:cNvSpPr/>
            <p:nvPr/>
          </p:nvSpPr>
          <p:spPr>
            <a:xfrm rot="0">
              <a:off x="3352" y="3502"/>
              <a:ext cx="244" cy="119"/>
            </a:xfrm>
            <a:custGeom>
              <a:avLst/>
              <a:ahLst/>
              <a:rect l="0" t="0" r="r" b="b"/>
              <a:pathLst>
                <a:path w="732" h="357">
                  <a:moveTo>
                    <a:pt x="706" y="357"/>
                  </a:moveTo>
                  <a:lnTo>
                    <a:pt x="719" y="325"/>
                  </a:lnTo>
                  <a:lnTo>
                    <a:pt x="732" y="294"/>
                  </a:lnTo>
                  <a:lnTo>
                    <a:pt x="26" y="0"/>
                  </a:lnTo>
                  <a:lnTo>
                    <a:pt x="13" y="32"/>
                  </a:lnTo>
                  <a:lnTo>
                    <a:pt x="0" y="63"/>
                  </a:lnTo>
                  <a:lnTo>
                    <a:pt x="706" y="3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32" name=""/>
            <p:cNvSpPr/>
            <p:nvPr/>
          </p:nvSpPr>
          <p:spPr>
            <a:xfrm rot="0">
              <a:off x="3346" y="3502"/>
              <a:ext cx="15" cy="21"/>
            </a:xfrm>
            <a:custGeom>
              <a:avLst/>
              <a:ahLst/>
              <a:rect l="0" t="0" r="r" b="b"/>
              <a:pathLst>
                <a:path w="45" h="64">
                  <a:moveTo>
                    <a:pt x="32" y="33"/>
                  </a:moveTo>
                  <a:lnTo>
                    <a:pt x="19" y="64"/>
                  </a:lnTo>
                  <a:lnTo>
                    <a:pt x="10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5" y="1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33" name=""/>
            <p:cNvSpPr/>
            <p:nvPr/>
          </p:nvSpPr>
          <p:spPr>
            <a:xfrm rot="0">
              <a:off x="3346" y="3502"/>
              <a:ext cx="15" cy="21"/>
            </a:xfrm>
            <a:custGeom>
              <a:avLst/>
              <a:ahLst/>
              <a:rect l="0" t="0" r="r" b="b"/>
              <a:pathLst>
                <a:path w="45" h="64">
                  <a:moveTo>
                    <a:pt x="19" y="64"/>
                  </a:moveTo>
                  <a:lnTo>
                    <a:pt x="10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8" y="11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5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34" name=""/>
            <p:cNvSpPr/>
            <p:nvPr/>
          </p:nvSpPr>
          <p:spPr>
            <a:xfrm rot="0">
              <a:off x="3357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35" name=""/>
            <p:cNvSpPr/>
            <p:nvPr/>
          </p:nvSpPr>
          <p:spPr>
            <a:xfrm rot="0">
              <a:off x="3357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36" name=""/>
            <p:cNvSpPr/>
            <p:nvPr/>
          </p:nvSpPr>
          <p:spPr>
            <a:xfrm rot="0">
              <a:off x="3235" y="3189"/>
              <a:ext cx="122" cy="22"/>
            </a:xfrm>
            <a:custGeom>
              <a:avLst/>
              <a:ahLst/>
              <a:rect l="0" t="0" r="r" b="b"/>
              <a:pathLst>
                <a:path w="366" h="67">
                  <a:moveTo>
                    <a:pt x="366" y="67"/>
                  </a:moveTo>
                  <a:lnTo>
                    <a:pt x="366" y="34"/>
                  </a:lnTo>
                  <a:lnTo>
                    <a:pt x="3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36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37" name=""/>
            <p:cNvSpPr/>
            <p:nvPr/>
          </p:nvSpPr>
          <p:spPr>
            <a:xfrm rot="0">
              <a:off x="3235" y="3189"/>
              <a:ext cx="122" cy="22"/>
            </a:xfrm>
            <a:custGeom>
              <a:avLst/>
              <a:ahLst/>
              <a:rect l="0" t="0" r="r" b="b"/>
              <a:pathLst>
                <a:path w="366" h="67">
                  <a:moveTo>
                    <a:pt x="366" y="67"/>
                  </a:moveTo>
                  <a:lnTo>
                    <a:pt x="366" y="34"/>
                  </a:lnTo>
                  <a:lnTo>
                    <a:pt x="3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36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38" name=""/>
            <p:cNvSpPr/>
            <p:nvPr/>
          </p:nvSpPr>
          <p:spPr>
            <a:xfrm rot="0">
              <a:off x="3224" y="3189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5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39" name=""/>
            <p:cNvSpPr/>
            <p:nvPr/>
          </p:nvSpPr>
          <p:spPr>
            <a:xfrm rot="0">
              <a:off x="3224" y="3189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5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40" name=""/>
            <p:cNvSpPr/>
            <p:nvPr/>
          </p:nvSpPr>
          <p:spPr>
            <a:xfrm rot="0">
              <a:off x="3352" y="3502"/>
              <a:ext cx="16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13" y="32"/>
                  </a:moveTo>
                  <a:lnTo>
                    <a:pt x="26" y="0"/>
                  </a:lnTo>
                  <a:lnTo>
                    <a:pt x="36" y="7"/>
                  </a:lnTo>
                  <a:lnTo>
                    <a:pt x="42" y="15"/>
                  </a:lnTo>
                  <a:lnTo>
                    <a:pt x="46" y="24"/>
                  </a:lnTo>
                  <a:lnTo>
                    <a:pt x="46" y="34"/>
                  </a:lnTo>
                  <a:lnTo>
                    <a:pt x="45" y="45"/>
                  </a:lnTo>
                  <a:lnTo>
                    <a:pt x="38" y="54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1" y="64"/>
                  </a:lnTo>
                  <a:lnTo>
                    <a:pt x="0" y="63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41" name=""/>
            <p:cNvSpPr/>
            <p:nvPr/>
          </p:nvSpPr>
          <p:spPr>
            <a:xfrm rot="0">
              <a:off x="3352" y="3502"/>
              <a:ext cx="16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26" y="0"/>
                  </a:moveTo>
                  <a:lnTo>
                    <a:pt x="36" y="7"/>
                  </a:lnTo>
                  <a:lnTo>
                    <a:pt x="42" y="15"/>
                  </a:lnTo>
                  <a:lnTo>
                    <a:pt x="46" y="24"/>
                  </a:lnTo>
                  <a:lnTo>
                    <a:pt x="46" y="34"/>
                  </a:lnTo>
                  <a:lnTo>
                    <a:pt x="45" y="45"/>
                  </a:lnTo>
                  <a:lnTo>
                    <a:pt x="38" y="54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1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42" name=""/>
            <p:cNvSpPr/>
            <p:nvPr/>
          </p:nvSpPr>
          <p:spPr>
            <a:xfrm rot="0">
              <a:off x="3230" y="3452"/>
              <a:ext cx="131" cy="71"/>
            </a:xfrm>
            <a:custGeom>
              <a:avLst/>
              <a:ahLst/>
              <a:rect l="0" t="0" r="r" b="b"/>
              <a:pathLst>
                <a:path w="392" h="214">
                  <a:moveTo>
                    <a:pt x="366" y="214"/>
                  </a:moveTo>
                  <a:lnTo>
                    <a:pt x="379" y="183"/>
                  </a:lnTo>
                  <a:lnTo>
                    <a:pt x="392" y="151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3"/>
                  </a:lnTo>
                  <a:lnTo>
                    <a:pt x="366" y="2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43" name=""/>
            <p:cNvSpPr/>
            <p:nvPr/>
          </p:nvSpPr>
          <p:spPr>
            <a:xfrm rot="0">
              <a:off x="3230" y="3452"/>
              <a:ext cx="131" cy="71"/>
            </a:xfrm>
            <a:custGeom>
              <a:avLst/>
              <a:ahLst/>
              <a:rect l="0" t="0" r="r" b="b"/>
              <a:pathLst>
                <a:path w="392" h="214">
                  <a:moveTo>
                    <a:pt x="366" y="214"/>
                  </a:moveTo>
                  <a:lnTo>
                    <a:pt x="379" y="183"/>
                  </a:lnTo>
                  <a:lnTo>
                    <a:pt x="392" y="151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3"/>
                  </a:lnTo>
                  <a:lnTo>
                    <a:pt x="366" y="2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44" name=""/>
            <p:cNvSpPr/>
            <p:nvPr/>
          </p:nvSpPr>
          <p:spPr>
            <a:xfrm rot="0">
              <a:off x="3224" y="3451"/>
              <a:ext cx="15" cy="22"/>
            </a:xfrm>
            <a:custGeom>
              <a:avLst/>
              <a:ahLst/>
              <a:rect l="0" t="0" r="r" b="b"/>
              <a:pathLst>
                <a:path w="46" h="64">
                  <a:moveTo>
                    <a:pt x="33" y="32"/>
                  </a:moveTo>
                  <a:lnTo>
                    <a:pt x="20" y="64"/>
                  </a:lnTo>
                  <a:lnTo>
                    <a:pt x="11" y="57"/>
                  </a:lnTo>
                  <a:lnTo>
                    <a:pt x="4" y="49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2" y="19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1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45" name=""/>
            <p:cNvSpPr/>
            <p:nvPr/>
          </p:nvSpPr>
          <p:spPr>
            <a:xfrm rot="0">
              <a:off x="3224" y="3451"/>
              <a:ext cx="15" cy="22"/>
            </a:xfrm>
            <a:custGeom>
              <a:avLst/>
              <a:ahLst/>
              <a:rect l="0" t="0" r="r" b="b"/>
              <a:pathLst>
                <a:path w="46" h="64">
                  <a:moveTo>
                    <a:pt x="20" y="64"/>
                  </a:moveTo>
                  <a:lnTo>
                    <a:pt x="11" y="57"/>
                  </a:lnTo>
                  <a:lnTo>
                    <a:pt x="4" y="49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2" y="19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46" name=""/>
            <p:cNvSpPr/>
            <p:nvPr/>
          </p:nvSpPr>
          <p:spPr>
            <a:xfrm rot="0">
              <a:off x="3346" y="3513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47" name=""/>
            <p:cNvSpPr/>
            <p:nvPr/>
          </p:nvSpPr>
          <p:spPr>
            <a:xfrm rot="0">
              <a:off x="3346" y="3513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48" name=""/>
            <p:cNvSpPr/>
            <p:nvPr/>
          </p:nvSpPr>
          <p:spPr>
            <a:xfrm rot="0">
              <a:off x="3346" y="3200"/>
              <a:ext cx="22" cy="313"/>
            </a:xfrm>
            <a:custGeom>
              <a:avLst/>
              <a:ahLst/>
              <a:rect l="0" t="0" r="r" b="b"/>
              <a:pathLst>
                <a:path w="66" h="937">
                  <a:moveTo>
                    <a:pt x="0" y="937"/>
                  </a:moveTo>
                  <a:lnTo>
                    <a:pt x="32" y="937"/>
                  </a:lnTo>
                  <a:lnTo>
                    <a:pt x="66" y="937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9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49" name=""/>
            <p:cNvSpPr/>
            <p:nvPr/>
          </p:nvSpPr>
          <p:spPr>
            <a:xfrm rot="0">
              <a:off x="3346" y="3200"/>
              <a:ext cx="22" cy="313"/>
            </a:xfrm>
            <a:custGeom>
              <a:avLst/>
              <a:ahLst/>
              <a:rect l="0" t="0" r="r" b="b"/>
              <a:pathLst>
                <a:path w="66" h="937">
                  <a:moveTo>
                    <a:pt x="0" y="937"/>
                  </a:moveTo>
                  <a:lnTo>
                    <a:pt x="32" y="937"/>
                  </a:lnTo>
                  <a:lnTo>
                    <a:pt x="66" y="937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9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50" name=""/>
            <p:cNvSpPr/>
            <p:nvPr/>
          </p:nvSpPr>
          <p:spPr>
            <a:xfrm rot="0">
              <a:off x="3346" y="3189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51" name=""/>
            <p:cNvSpPr/>
            <p:nvPr/>
          </p:nvSpPr>
          <p:spPr>
            <a:xfrm rot="0">
              <a:off x="3346" y="3189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52" name=""/>
            <p:cNvSpPr/>
            <p:nvPr/>
          </p:nvSpPr>
          <p:spPr>
            <a:xfrm rot="0">
              <a:off x="3235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53" name=""/>
            <p:cNvSpPr/>
            <p:nvPr/>
          </p:nvSpPr>
          <p:spPr>
            <a:xfrm rot="0">
              <a:off x="3235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54" name=""/>
            <p:cNvSpPr/>
            <p:nvPr/>
          </p:nvSpPr>
          <p:spPr>
            <a:xfrm rot="0">
              <a:off x="3108" y="3189"/>
              <a:ext cx="127" cy="22"/>
            </a:xfrm>
            <a:custGeom>
              <a:avLst/>
              <a:ahLst/>
              <a:rect l="0" t="0" r="r" b="b"/>
              <a:pathLst>
                <a:path w="379" h="67">
                  <a:moveTo>
                    <a:pt x="379" y="67"/>
                  </a:moveTo>
                  <a:lnTo>
                    <a:pt x="379" y="34"/>
                  </a:lnTo>
                  <a:lnTo>
                    <a:pt x="37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37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55" name=""/>
            <p:cNvSpPr/>
            <p:nvPr/>
          </p:nvSpPr>
          <p:spPr>
            <a:xfrm rot="0">
              <a:off x="3108" y="3189"/>
              <a:ext cx="127" cy="22"/>
            </a:xfrm>
            <a:custGeom>
              <a:avLst/>
              <a:ahLst/>
              <a:rect l="0" t="0" r="r" b="b"/>
              <a:pathLst>
                <a:path w="379" h="67">
                  <a:moveTo>
                    <a:pt x="379" y="67"/>
                  </a:moveTo>
                  <a:lnTo>
                    <a:pt x="379" y="34"/>
                  </a:lnTo>
                  <a:lnTo>
                    <a:pt x="37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37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56" name=""/>
            <p:cNvSpPr/>
            <p:nvPr/>
          </p:nvSpPr>
          <p:spPr>
            <a:xfrm rot="0">
              <a:off x="3097" y="3189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57" name=""/>
            <p:cNvSpPr/>
            <p:nvPr/>
          </p:nvSpPr>
          <p:spPr>
            <a:xfrm rot="0">
              <a:off x="3097" y="3189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58" name=""/>
            <p:cNvSpPr/>
            <p:nvPr/>
          </p:nvSpPr>
          <p:spPr>
            <a:xfrm rot="0">
              <a:off x="3230" y="3452"/>
              <a:ext cx="16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13" y="31"/>
                  </a:moveTo>
                  <a:lnTo>
                    <a:pt x="26" y="0"/>
                  </a:lnTo>
                  <a:lnTo>
                    <a:pt x="35" y="7"/>
                  </a:lnTo>
                  <a:lnTo>
                    <a:pt x="42" y="14"/>
                  </a:lnTo>
                  <a:lnTo>
                    <a:pt x="46" y="24"/>
                  </a:lnTo>
                  <a:lnTo>
                    <a:pt x="46" y="34"/>
                  </a:lnTo>
                  <a:lnTo>
                    <a:pt x="44" y="45"/>
                  </a:lnTo>
                  <a:lnTo>
                    <a:pt x="38" y="54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3"/>
                  </a:lnTo>
                  <a:lnTo>
                    <a:pt x="1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59" name=""/>
            <p:cNvSpPr/>
            <p:nvPr/>
          </p:nvSpPr>
          <p:spPr>
            <a:xfrm rot="0">
              <a:off x="3230" y="3452"/>
              <a:ext cx="16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26" y="0"/>
                  </a:moveTo>
                  <a:lnTo>
                    <a:pt x="35" y="7"/>
                  </a:lnTo>
                  <a:lnTo>
                    <a:pt x="42" y="14"/>
                  </a:lnTo>
                  <a:lnTo>
                    <a:pt x="46" y="24"/>
                  </a:lnTo>
                  <a:lnTo>
                    <a:pt x="46" y="34"/>
                  </a:lnTo>
                  <a:lnTo>
                    <a:pt x="44" y="45"/>
                  </a:lnTo>
                  <a:lnTo>
                    <a:pt x="38" y="54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60" name=""/>
            <p:cNvSpPr/>
            <p:nvPr/>
          </p:nvSpPr>
          <p:spPr>
            <a:xfrm rot="0">
              <a:off x="3104" y="3399"/>
              <a:ext cx="135" cy="74"/>
            </a:xfrm>
            <a:custGeom>
              <a:avLst/>
              <a:ahLst/>
              <a:rect l="0" t="0" r="r" b="b"/>
              <a:pathLst>
                <a:path w="406" h="221">
                  <a:moveTo>
                    <a:pt x="380" y="221"/>
                  </a:moveTo>
                  <a:lnTo>
                    <a:pt x="393" y="189"/>
                  </a:lnTo>
                  <a:lnTo>
                    <a:pt x="406" y="158"/>
                  </a:lnTo>
                  <a:lnTo>
                    <a:pt x="27" y="0"/>
                  </a:lnTo>
                  <a:lnTo>
                    <a:pt x="14" y="32"/>
                  </a:lnTo>
                  <a:lnTo>
                    <a:pt x="0" y="63"/>
                  </a:lnTo>
                  <a:lnTo>
                    <a:pt x="380" y="2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61" name=""/>
            <p:cNvSpPr/>
            <p:nvPr/>
          </p:nvSpPr>
          <p:spPr>
            <a:xfrm rot="0">
              <a:off x="3104" y="3399"/>
              <a:ext cx="135" cy="74"/>
            </a:xfrm>
            <a:custGeom>
              <a:avLst/>
              <a:ahLst/>
              <a:rect l="0" t="0" r="r" b="b"/>
              <a:pathLst>
                <a:path w="406" h="221">
                  <a:moveTo>
                    <a:pt x="380" y="221"/>
                  </a:moveTo>
                  <a:lnTo>
                    <a:pt x="393" y="189"/>
                  </a:lnTo>
                  <a:lnTo>
                    <a:pt x="406" y="158"/>
                  </a:lnTo>
                  <a:lnTo>
                    <a:pt x="27" y="0"/>
                  </a:lnTo>
                  <a:lnTo>
                    <a:pt x="14" y="32"/>
                  </a:lnTo>
                  <a:lnTo>
                    <a:pt x="0" y="63"/>
                  </a:lnTo>
                  <a:lnTo>
                    <a:pt x="380" y="2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62" name=""/>
            <p:cNvSpPr/>
            <p:nvPr/>
          </p:nvSpPr>
          <p:spPr>
            <a:xfrm rot="0">
              <a:off x="3097" y="3399"/>
              <a:ext cx="16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33" y="33"/>
                  </a:moveTo>
                  <a:lnTo>
                    <a:pt x="19" y="64"/>
                  </a:lnTo>
                  <a:lnTo>
                    <a:pt x="10" y="57"/>
                  </a:lnTo>
                  <a:lnTo>
                    <a:pt x="4" y="50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6" y="1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63" name=""/>
            <p:cNvSpPr/>
            <p:nvPr/>
          </p:nvSpPr>
          <p:spPr>
            <a:xfrm rot="0">
              <a:off x="3097" y="3399"/>
              <a:ext cx="16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19" y="64"/>
                  </a:moveTo>
                  <a:lnTo>
                    <a:pt x="10" y="57"/>
                  </a:lnTo>
                  <a:lnTo>
                    <a:pt x="4" y="50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6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64" name=""/>
            <p:cNvSpPr/>
            <p:nvPr/>
          </p:nvSpPr>
          <p:spPr>
            <a:xfrm rot="0">
              <a:off x="3224" y="3462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65" name=""/>
            <p:cNvSpPr/>
            <p:nvPr/>
          </p:nvSpPr>
          <p:spPr>
            <a:xfrm rot="0">
              <a:off x="3224" y="3462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66" name=""/>
            <p:cNvSpPr/>
            <p:nvPr/>
          </p:nvSpPr>
          <p:spPr>
            <a:xfrm rot="0">
              <a:off x="3224" y="3200"/>
              <a:ext cx="22" cy="262"/>
            </a:xfrm>
            <a:custGeom>
              <a:avLst/>
              <a:ahLst/>
              <a:rect l="0" t="0" r="r" b="b"/>
              <a:pathLst>
                <a:path w="67" h="785">
                  <a:moveTo>
                    <a:pt x="0" y="785"/>
                  </a:moveTo>
                  <a:lnTo>
                    <a:pt x="33" y="785"/>
                  </a:lnTo>
                  <a:lnTo>
                    <a:pt x="67" y="78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67" name=""/>
            <p:cNvSpPr/>
            <p:nvPr/>
          </p:nvSpPr>
          <p:spPr>
            <a:xfrm rot="0">
              <a:off x="3224" y="3200"/>
              <a:ext cx="22" cy="262"/>
            </a:xfrm>
            <a:custGeom>
              <a:avLst/>
              <a:ahLst/>
              <a:rect l="0" t="0" r="r" b="b"/>
              <a:pathLst>
                <a:path w="67" h="785">
                  <a:moveTo>
                    <a:pt x="0" y="785"/>
                  </a:moveTo>
                  <a:lnTo>
                    <a:pt x="33" y="785"/>
                  </a:lnTo>
                  <a:lnTo>
                    <a:pt x="67" y="78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7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68" name=""/>
            <p:cNvSpPr/>
            <p:nvPr/>
          </p:nvSpPr>
          <p:spPr>
            <a:xfrm rot="0">
              <a:off x="3224" y="3189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69" name=""/>
            <p:cNvSpPr/>
            <p:nvPr/>
          </p:nvSpPr>
          <p:spPr>
            <a:xfrm rot="0">
              <a:off x="3224" y="3189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70" name=""/>
            <p:cNvSpPr/>
            <p:nvPr/>
          </p:nvSpPr>
          <p:spPr>
            <a:xfrm rot="0">
              <a:off x="3097" y="3410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3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71" name=""/>
            <p:cNvSpPr/>
            <p:nvPr/>
          </p:nvSpPr>
          <p:spPr>
            <a:xfrm rot="0">
              <a:off x="3097" y="3410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72" name=""/>
            <p:cNvSpPr/>
            <p:nvPr/>
          </p:nvSpPr>
          <p:spPr>
            <a:xfrm rot="0">
              <a:off x="3097" y="3200"/>
              <a:ext cx="22" cy="210"/>
            </a:xfrm>
            <a:custGeom>
              <a:avLst/>
              <a:ahLst/>
              <a:rect l="0" t="0" r="r" b="b"/>
              <a:pathLst>
                <a:path w="66" h="628">
                  <a:moveTo>
                    <a:pt x="0" y="628"/>
                  </a:moveTo>
                  <a:lnTo>
                    <a:pt x="33" y="628"/>
                  </a:lnTo>
                  <a:lnTo>
                    <a:pt x="66" y="628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73" name=""/>
            <p:cNvSpPr/>
            <p:nvPr/>
          </p:nvSpPr>
          <p:spPr>
            <a:xfrm rot="0">
              <a:off x="3097" y="3200"/>
              <a:ext cx="22" cy="210"/>
            </a:xfrm>
            <a:custGeom>
              <a:avLst/>
              <a:ahLst/>
              <a:rect l="0" t="0" r="r" b="b"/>
              <a:pathLst>
                <a:path w="66" h="628">
                  <a:moveTo>
                    <a:pt x="0" y="628"/>
                  </a:moveTo>
                  <a:lnTo>
                    <a:pt x="33" y="628"/>
                  </a:lnTo>
                  <a:lnTo>
                    <a:pt x="66" y="628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74" name=""/>
            <p:cNvSpPr/>
            <p:nvPr/>
          </p:nvSpPr>
          <p:spPr>
            <a:xfrm rot="0">
              <a:off x="3097" y="3189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75" name=""/>
            <p:cNvSpPr/>
            <p:nvPr/>
          </p:nvSpPr>
          <p:spPr>
            <a:xfrm rot="0">
              <a:off x="3097" y="3189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76" name=""/>
            <p:cNvSpPr/>
            <p:nvPr/>
          </p:nvSpPr>
          <p:spPr>
            <a:xfrm rot="0">
              <a:off x="3742" y="3189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77" name=""/>
            <p:cNvSpPr/>
            <p:nvPr/>
          </p:nvSpPr>
          <p:spPr>
            <a:xfrm rot="0">
              <a:off x="3742" y="3189"/>
              <a:ext cx="12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78" name=""/>
            <p:cNvSpPr/>
            <p:nvPr/>
          </p:nvSpPr>
          <p:spPr>
            <a:xfrm rot="0">
              <a:off x="3592" y="3189"/>
              <a:ext cx="150" cy="22"/>
            </a:xfrm>
            <a:custGeom>
              <a:avLst/>
              <a:ahLst/>
              <a:rect l="0" t="0" r="r" b="b"/>
              <a:pathLst>
                <a:path w="451" h="67">
                  <a:moveTo>
                    <a:pt x="451" y="67"/>
                  </a:moveTo>
                  <a:lnTo>
                    <a:pt x="451" y="34"/>
                  </a:lnTo>
                  <a:lnTo>
                    <a:pt x="4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5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79" name=""/>
            <p:cNvSpPr/>
            <p:nvPr/>
          </p:nvSpPr>
          <p:spPr>
            <a:xfrm rot="0">
              <a:off x="3592" y="3189"/>
              <a:ext cx="150" cy="22"/>
            </a:xfrm>
            <a:custGeom>
              <a:avLst/>
              <a:ahLst/>
              <a:rect l="0" t="0" r="r" b="b"/>
              <a:pathLst>
                <a:path w="451" h="67">
                  <a:moveTo>
                    <a:pt x="451" y="67"/>
                  </a:moveTo>
                  <a:lnTo>
                    <a:pt x="451" y="34"/>
                  </a:lnTo>
                  <a:lnTo>
                    <a:pt x="45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5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80" name=""/>
            <p:cNvSpPr/>
            <p:nvPr/>
          </p:nvSpPr>
          <p:spPr>
            <a:xfrm rot="0">
              <a:off x="3581" y="3189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5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81" name=""/>
            <p:cNvSpPr/>
            <p:nvPr/>
          </p:nvSpPr>
          <p:spPr>
            <a:xfrm rot="0">
              <a:off x="3581" y="3189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5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82" name=""/>
            <p:cNvSpPr/>
            <p:nvPr/>
          </p:nvSpPr>
          <p:spPr>
            <a:xfrm rot="0">
              <a:off x="3738" y="3662"/>
              <a:ext cx="15" cy="21"/>
            </a:xfrm>
            <a:custGeom>
              <a:avLst/>
              <a:ahLst/>
              <a:rect l="0" t="0" r="r" b="b"/>
              <a:pathLst>
                <a:path w="46" h="63">
                  <a:moveTo>
                    <a:pt x="13" y="31"/>
                  </a:moveTo>
                  <a:lnTo>
                    <a:pt x="26" y="0"/>
                  </a:lnTo>
                  <a:lnTo>
                    <a:pt x="35" y="6"/>
                  </a:lnTo>
                  <a:lnTo>
                    <a:pt x="42" y="14"/>
                  </a:lnTo>
                  <a:lnTo>
                    <a:pt x="46" y="23"/>
                  </a:lnTo>
                  <a:lnTo>
                    <a:pt x="46" y="33"/>
                  </a:lnTo>
                  <a:lnTo>
                    <a:pt x="45" y="44"/>
                  </a:lnTo>
                  <a:lnTo>
                    <a:pt x="38" y="53"/>
                  </a:lnTo>
                  <a:lnTo>
                    <a:pt x="30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62"/>
                  </a:lnTo>
                  <a:lnTo>
                    <a:pt x="1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83" name=""/>
            <p:cNvSpPr/>
            <p:nvPr/>
          </p:nvSpPr>
          <p:spPr>
            <a:xfrm rot="0">
              <a:off x="3738" y="3662"/>
              <a:ext cx="15" cy="21"/>
            </a:xfrm>
            <a:custGeom>
              <a:avLst/>
              <a:ahLst/>
              <a:rect l="0" t="0" r="r" b="b"/>
              <a:pathLst>
                <a:path w="46" h="63">
                  <a:moveTo>
                    <a:pt x="26" y="0"/>
                  </a:moveTo>
                  <a:lnTo>
                    <a:pt x="35" y="6"/>
                  </a:lnTo>
                  <a:lnTo>
                    <a:pt x="42" y="14"/>
                  </a:lnTo>
                  <a:lnTo>
                    <a:pt x="46" y="23"/>
                  </a:lnTo>
                  <a:lnTo>
                    <a:pt x="46" y="33"/>
                  </a:lnTo>
                  <a:lnTo>
                    <a:pt x="45" y="44"/>
                  </a:lnTo>
                  <a:lnTo>
                    <a:pt x="38" y="53"/>
                  </a:lnTo>
                  <a:lnTo>
                    <a:pt x="30" y="60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84" name=""/>
            <p:cNvSpPr/>
            <p:nvPr/>
          </p:nvSpPr>
          <p:spPr>
            <a:xfrm rot="0">
              <a:off x="3588" y="3600"/>
              <a:ext cx="159" cy="83"/>
            </a:xfrm>
            <a:custGeom>
              <a:avLst/>
              <a:ahLst/>
              <a:rect l="0" t="0" r="r" b="b"/>
              <a:pathLst>
                <a:path w="477" h="249">
                  <a:moveTo>
                    <a:pt x="451" y="249"/>
                  </a:moveTo>
                  <a:lnTo>
                    <a:pt x="464" y="218"/>
                  </a:lnTo>
                  <a:lnTo>
                    <a:pt x="477" y="187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3"/>
                  </a:lnTo>
                  <a:lnTo>
                    <a:pt x="451" y="2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85" name=""/>
            <p:cNvSpPr/>
            <p:nvPr/>
          </p:nvSpPr>
          <p:spPr>
            <a:xfrm rot="0">
              <a:off x="3588" y="3600"/>
              <a:ext cx="159" cy="83"/>
            </a:xfrm>
            <a:custGeom>
              <a:avLst/>
              <a:ahLst/>
              <a:rect l="0" t="0" r="r" b="b"/>
              <a:pathLst>
                <a:path w="477" h="249">
                  <a:moveTo>
                    <a:pt x="451" y="249"/>
                  </a:moveTo>
                  <a:lnTo>
                    <a:pt x="464" y="218"/>
                  </a:lnTo>
                  <a:lnTo>
                    <a:pt x="477" y="187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3"/>
                  </a:lnTo>
                  <a:lnTo>
                    <a:pt x="451" y="2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86" name=""/>
            <p:cNvSpPr/>
            <p:nvPr/>
          </p:nvSpPr>
          <p:spPr>
            <a:xfrm rot="0">
              <a:off x="3581" y="3600"/>
              <a:ext cx="15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33" y="32"/>
                  </a:moveTo>
                  <a:lnTo>
                    <a:pt x="20" y="64"/>
                  </a:lnTo>
                  <a:lnTo>
                    <a:pt x="11" y="57"/>
                  </a:lnTo>
                  <a:lnTo>
                    <a:pt x="4" y="49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2" y="19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1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87" name=""/>
            <p:cNvSpPr/>
            <p:nvPr/>
          </p:nvSpPr>
          <p:spPr>
            <a:xfrm rot="0">
              <a:off x="3581" y="3600"/>
              <a:ext cx="15" cy="21"/>
            </a:xfrm>
            <a:custGeom>
              <a:avLst/>
              <a:ahLst/>
              <a:rect l="0" t="0" r="r" b="b"/>
              <a:pathLst>
                <a:path w="46" h="64">
                  <a:moveTo>
                    <a:pt x="20" y="64"/>
                  </a:moveTo>
                  <a:lnTo>
                    <a:pt x="11" y="57"/>
                  </a:lnTo>
                  <a:lnTo>
                    <a:pt x="4" y="49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2" y="19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88" name=""/>
            <p:cNvSpPr/>
            <p:nvPr/>
          </p:nvSpPr>
          <p:spPr>
            <a:xfrm rot="0">
              <a:off x="3581" y="3610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89" name=""/>
            <p:cNvSpPr/>
            <p:nvPr/>
          </p:nvSpPr>
          <p:spPr>
            <a:xfrm rot="0">
              <a:off x="3581" y="3610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90" name=""/>
            <p:cNvSpPr/>
            <p:nvPr/>
          </p:nvSpPr>
          <p:spPr>
            <a:xfrm rot="0">
              <a:off x="3581" y="3200"/>
              <a:ext cx="22" cy="410"/>
            </a:xfrm>
            <a:custGeom>
              <a:avLst/>
              <a:ahLst/>
              <a:rect l="0" t="0" r="r" b="b"/>
              <a:pathLst>
                <a:path w="67" h="1230">
                  <a:moveTo>
                    <a:pt x="0" y="1230"/>
                  </a:moveTo>
                  <a:lnTo>
                    <a:pt x="33" y="1230"/>
                  </a:lnTo>
                  <a:lnTo>
                    <a:pt x="67" y="123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91" name=""/>
            <p:cNvSpPr/>
            <p:nvPr/>
          </p:nvSpPr>
          <p:spPr>
            <a:xfrm rot="0">
              <a:off x="3581" y="3200"/>
              <a:ext cx="22" cy="410"/>
            </a:xfrm>
            <a:custGeom>
              <a:avLst/>
              <a:ahLst/>
              <a:rect l="0" t="0" r="r" b="b"/>
              <a:pathLst>
                <a:path w="67" h="1230">
                  <a:moveTo>
                    <a:pt x="0" y="1230"/>
                  </a:moveTo>
                  <a:lnTo>
                    <a:pt x="33" y="1230"/>
                  </a:lnTo>
                  <a:lnTo>
                    <a:pt x="67" y="123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92" name=""/>
            <p:cNvSpPr/>
            <p:nvPr/>
          </p:nvSpPr>
          <p:spPr>
            <a:xfrm rot="0">
              <a:off x="3581" y="3189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93" name=""/>
            <p:cNvSpPr/>
            <p:nvPr/>
          </p:nvSpPr>
          <p:spPr>
            <a:xfrm rot="0">
              <a:off x="3581" y="3189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94" name=""/>
            <p:cNvSpPr/>
            <p:nvPr/>
          </p:nvSpPr>
          <p:spPr>
            <a:xfrm rot="0">
              <a:off x="3913" y="3735"/>
              <a:ext cx="15" cy="21"/>
            </a:xfrm>
            <a:custGeom>
              <a:avLst/>
              <a:ahLst/>
              <a:rect l="0" t="0" r="r" b="b"/>
              <a:pathLst>
                <a:path w="45" h="64">
                  <a:moveTo>
                    <a:pt x="13" y="32"/>
                  </a:moveTo>
                  <a:lnTo>
                    <a:pt x="26" y="0"/>
                  </a:lnTo>
                  <a:lnTo>
                    <a:pt x="35" y="7"/>
                  </a:lnTo>
                  <a:lnTo>
                    <a:pt x="41" y="15"/>
                  </a:lnTo>
                  <a:lnTo>
                    <a:pt x="45" y="24"/>
                  </a:lnTo>
                  <a:lnTo>
                    <a:pt x="45" y="34"/>
                  </a:lnTo>
                  <a:lnTo>
                    <a:pt x="44" y="45"/>
                  </a:lnTo>
                  <a:lnTo>
                    <a:pt x="38" y="54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3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95" name=""/>
            <p:cNvSpPr/>
            <p:nvPr/>
          </p:nvSpPr>
          <p:spPr>
            <a:xfrm rot="0">
              <a:off x="3913" y="3735"/>
              <a:ext cx="15" cy="21"/>
            </a:xfrm>
            <a:custGeom>
              <a:avLst/>
              <a:ahLst/>
              <a:rect l="0" t="0" r="r" b="b"/>
              <a:pathLst>
                <a:path w="45" h="64">
                  <a:moveTo>
                    <a:pt x="26" y="0"/>
                  </a:moveTo>
                  <a:lnTo>
                    <a:pt x="35" y="7"/>
                  </a:lnTo>
                  <a:lnTo>
                    <a:pt x="41" y="15"/>
                  </a:lnTo>
                  <a:lnTo>
                    <a:pt x="45" y="24"/>
                  </a:lnTo>
                  <a:lnTo>
                    <a:pt x="45" y="34"/>
                  </a:lnTo>
                  <a:lnTo>
                    <a:pt x="44" y="45"/>
                  </a:lnTo>
                  <a:lnTo>
                    <a:pt x="38" y="54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0" y="64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96" name=""/>
            <p:cNvSpPr/>
            <p:nvPr/>
          </p:nvSpPr>
          <p:spPr>
            <a:xfrm rot="0">
              <a:off x="3738" y="3662"/>
              <a:ext cx="184" cy="94"/>
            </a:xfrm>
            <a:custGeom>
              <a:avLst/>
              <a:ahLst/>
              <a:rect l="0" t="0" r="r" b="b"/>
              <a:pathLst>
                <a:path w="552" h="280">
                  <a:moveTo>
                    <a:pt x="526" y="280"/>
                  </a:moveTo>
                  <a:lnTo>
                    <a:pt x="539" y="249"/>
                  </a:lnTo>
                  <a:lnTo>
                    <a:pt x="552" y="217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2"/>
                  </a:lnTo>
                  <a:lnTo>
                    <a:pt x="526" y="2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97" name=""/>
            <p:cNvSpPr/>
            <p:nvPr/>
          </p:nvSpPr>
          <p:spPr>
            <a:xfrm rot="0">
              <a:off x="3738" y="3662"/>
              <a:ext cx="184" cy="94"/>
            </a:xfrm>
            <a:custGeom>
              <a:avLst/>
              <a:ahLst/>
              <a:rect l="0" t="0" r="r" b="b"/>
              <a:pathLst>
                <a:path w="552" h="280">
                  <a:moveTo>
                    <a:pt x="526" y="280"/>
                  </a:moveTo>
                  <a:lnTo>
                    <a:pt x="539" y="249"/>
                  </a:lnTo>
                  <a:lnTo>
                    <a:pt x="552" y="217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2"/>
                  </a:lnTo>
                  <a:lnTo>
                    <a:pt x="526" y="2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498" name=""/>
            <p:cNvSpPr/>
            <p:nvPr/>
          </p:nvSpPr>
          <p:spPr>
            <a:xfrm rot="0">
              <a:off x="3732" y="3662"/>
              <a:ext cx="15" cy="21"/>
            </a:xfrm>
            <a:custGeom>
              <a:avLst/>
              <a:ahLst/>
              <a:rect l="0" t="0" r="r" b="b"/>
              <a:pathLst>
                <a:path w="45" h="64">
                  <a:moveTo>
                    <a:pt x="32" y="33"/>
                  </a:moveTo>
                  <a:lnTo>
                    <a:pt x="19" y="64"/>
                  </a:lnTo>
                  <a:lnTo>
                    <a:pt x="10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7" y="11"/>
                  </a:lnTo>
                  <a:lnTo>
                    <a:pt x="15" y="4"/>
                  </a:lnTo>
                  <a:lnTo>
                    <a:pt x="24" y="0"/>
                  </a:lnTo>
                  <a:lnTo>
                    <a:pt x="35" y="0"/>
                  </a:lnTo>
                  <a:lnTo>
                    <a:pt x="45" y="2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499" name=""/>
            <p:cNvSpPr/>
            <p:nvPr/>
          </p:nvSpPr>
          <p:spPr>
            <a:xfrm rot="0">
              <a:off x="3732" y="3662"/>
              <a:ext cx="15" cy="21"/>
            </a:xfrm>
            <a:custGeom>
              <a:avLst/>
              <a:ahLst/>
              <a:rect l="0" t="0" r="r" b="b"/>
              <a:pathLst>
                <a:path w="45" h="64">
                  <a:moveTo>
                    <a:pt x="19" y="64"/>
                  </a:moveTo>
                  <a:lnTo>
                    <a:pt x="10" y="58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0"/>
                  </a:lnTo>
                  <a:lnTo>
                    <a:pt x="7" y="11"/>
                  </a:lnTo>
                  <a:lnTo>
                    <a:pt x="15" y="4"/>
                  </a:lnTo>
                  <a:lnTo>
                    <a:pt x="24" y="0"/>
                  </a:lnTo>
                  <a:lnTo>
                    <a:pt x="35" y="0"/>
                  </a:lnTo>
                  <a:lnTo>
                    <a:pt x="4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00" name=""/>
            <p:cNvSpPr/>
            <p:nvPr/>
          </p:nvSpPr>
          <p:spPr>
            <a:xfrm rot="0">
              <a:off x="3907" y="3745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01" name=""/>
            <p:cNvSpPr/>
            <p:nvPr/>
          </p:nvSpPr>
          <p:spPr>
            <a:xfrm rot="0">
              <a:off x="3907" y="3745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02" name=""/>
            <p:cNvSpPr/>
            <p:nvPr/>
          </p:nvSpPr>
          <p:spPr>
            <a:xfrm rot="0">
              <a:off x="3907" y="3200"/>
              <a:ext cx="22" cy="545"/>
            </a:xfrm>
            <a:custGeom>
              <a:avLst/>
              <a:ahLst/>
              <a:rect l="0" t="0" r="r" b="b"/>
              <a:pathLst>
                <a:path w="67" h="1635">
                  <a:moveTo>
                    <a:pt x="0" y="1635"/>
                  </a:moveTo>
                  <a:lnTo>
                    <a:pt x="33" y="1635"/>
                  </a:lnTo>
                  <a:lnTo>
                    <a:pt x="67" y="163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6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03" name=""/>
            <p:cNvSpPr/>
            <p:nvPr/>
          </p:nvSpPr>
          <p:spPr>
            <a:xfrm rot="0">
              <a:off x="3907" y="3200"/>
              <a:ext cx="22" cy="545"/>
            </a:xfrm>
            <a:custGeom>
              <a:avLst/>
              <a:ahLst/>
              <a:rect l="0" t="0" r="r" b="b"/>
              <a:pathLst>
                <a:path w="67" h="1635">
                  <a:moveTo>
                    <a:pt x="0" y="1635"/>
                  </a:moveTo>
                  <a:lnTo>
                    <a:pt x="33" y="1635"/>
                  </a:lnTo>
                  <a:lnTo>
                    <a:pt x="67" y="163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6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04" name=""/>
            <p:cNvSpPr/>
            <p:nvPr/>
          </p:nvSpPr>
          <p:spPr>
            <a:xfrm rot="0">
              <a:off x="3907" y="3189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05" name=""/>
            <p:cNvSpPr/>
            <p:nvPr/>
          </p:nvSpPr>
          <p:spPr>
            <a:xfrm rot="0">
              <a:off x="3907" y="3189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06" name=""/>
            <p:cNvSpPr/>
            <p:nvPr/>
          </p:nvSpPr>
          <p:spPr>
            <a:xfrm rot="0">
              <a:off x="3918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07" name=""/>
            <p:cNvSpPr/>
            <p:nvPr/>
          </p:nvSpPr>
          <p:spPr>
            <a:xfrm rot="0">
              <a:off x="3918" y="318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08" name=""/>
            <p:cNvSpPr/>
            <p:nvPr/>
          </p:nvSpPr>
          <p:spPr>
            <a:xfrm rot="0">
              <a:off x="3742" y="3189"/>
              <a:ext cx="176" cy="22"/>
            </a:xfrm>
            <a:custGeom>
              <a:avLst/>
              <a:ahLst/>
              <a:rect l="0" t="0" r="r" b="b"/>
              <a:pathLst>
                <a:path w="526" h="67">
                  <a:moveTo>
                    <a:pt x="526" y="67"/>
                  </a:moveTo>
                  <a:lnTo>
                    <a:pt x="526" y="34"/>
                  </a:lnTo>
                  <a:lnTo>
                    <a:pt x="52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52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09" name=""/>
            <p:cNvSpPr/>
            <p:nvPr/>
          </p:nvSpPr>
          <p:spPr>
            <a:xfrm rot="0">
              <a:off x="3742" y="3189"/>
              <a:ext cx="176" cy="22"/>
            </a:xfrm>
            <a:custGeom>
              <a:avLst/>
              <a:ahLst/>
              <a:rect l="0" t="0" r="r" b="b"/>
              <a:pathLst>
                <a:path w="526" h="67">
                  <a:moveTo>
                    <a:pt x="526" y="67"/>
                  </a:moveTo>
                  <a:lnTo>
                    <a:pt x="526" y="34"/>
                  </a:lnTo>
                  <a:lnTo>
                    <a:pt x="52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52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10" name=""/>
            <p:cNvSpPr/>
            <p:nvPr/>
          </p:nvSpPr>
          <p:spPr>
            <a:xfrm rot="0">
              <a:off x="3732" y="3189"/>
              <a:ext cx="10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11" name=""/>
            <p:cNvSpPr/>
            <p:nvPr/>
          </p:nvSpPr>
          <p:spPr>
            <a:xfrm rot="0">
              <a:off x="3732" y="3189"/>
              <a:ext cx="10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12" name=""/>
            <p:cNvSpPr/>
            <p:nvPr/>
          </p:nvSpPr>
          <p:spPr>
            <a:xfrm rot="0">
              <a:off x="3732" y="3673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13" name=""/>
            <p:cNvSpPr/>
            <p:nvPr/>
          </p:nvSpPr>
          <p:spPr>
            <a:xfrm rot="0">
              <a:off x="3732" y="3673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14" name=""/>
            <p:cNvSpPr/>
            <p:nvPr/>
          </p:nvSpPr>
          <p:spPr>
            <a:xfrm rot="0">
              <a:off x="3732" y="3200"/>
              <a:ext cx="22" cy="473"/>
            </a:xfrm>
            <a:custGeom>
              <a:avLst/>
              <a:ahLst/>
              <a:rect l="0" t="0" r="r" b="b"/>
              <a:pathLst>
                <a:path w="66" h="1417">
                  <a:moveTo>
                    <a:pt x="0" y="1417"/>
                  </a:moveTo>
                  <a:lnTo>
                    <a:pt x="32" y="1417"/>
                  </a:lnTo>
                  <a:lnTo>
                    <a:pt x="66" y="1417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4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15" name=""/>
            <p:cNvSpPr/>
            <p:nvPr/>
          </p:nvSpPr>
          <p:spPr>
            <a:xfrm rot="0">
              <a:off x="3732" y="3200"/>
              <a:ext cx="22" cy="473"/>
            </a:xfrm>
            <a:custGeom>
              <a:avLst/>
              <a:ahLst/>
              <a:rect l="0" t="0" r="r" b="b"/>
              <a:pathLst>
                <a:path w="66" h="1417">
                  <a:moveTo>
                    <a:pt x="0" y="1417"/>
                  </a:moveTo>
                  <a:lnTo>
                    <a:pt x="32" y="1417"/>
                  </a:lnTo>
                  <a:lnTo>
                    <a:pt x="66" y="1417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4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16" name=""/>
            <p:cNvSpPr/>
            <p:nvPr/>
          </p:nvSpPr>
          <p:spPr>
            <a:xfrm rot="0">
              <a:off x="3732" y="3189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17" name=""/>
            <p:cNvSpPr/>
            <p:nvPr/>
          </p:nvSpPr>
          <p:spPr>
            <a:xfrm rot="0">
              <a:off x="3732" y="3189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18" name=""/>
            <p:cNvSpPr/>
            <p:nvPr/>
          </p:nvSpPr>
          <p:spPr>
            <a:xfrm rot="0">
              <a:off x="3914" y="2472"/>
              <a:ext cx="14" cy="21"/>
            </a:xfrm>
            <a:custGeom>
              <a:avLst/>
              <a:ahLst/>
              <a:rect l="0" t="0" r="r" b="b"/>
              <a:pathLst>
                <a:path w="43" h="64">
                  <a:moveTo>
                    <a:pt x="11" y="32"/>
                  </a:moveTo>
                  <a:lnTo>
                    <a:pt x="0" y="1"/>
                  </a:lnTo>
                  <a:lnTo>
                    <a:pt x="11" y="0"/>
                  </a:lnTo>
                  <a:lnTo>
                    <a:pt x="21" y="1"/>
                  </a:lnTo>
                  <a:lnTo>
                    <a:pt x="30" y="5"/>
                  </a:lnTo>
                  <a:lnTo>
                    <a:pt x="38" y="13"/>
                  </a:lnTo>
                  <a:lnTo>
                    <a:pt x="42" y="22"/>
                  </a:lnTo>
                  <a:lnTo>
                    <a:pt x="43" y="32"/>
                  </a:lnTo>
                  <a:lnTo>
                    <a:pt x="42" y="43"/>
                  </a:lnTo>
                  <a:lnTo>
                    <a:pt x="38" y="52"/>
                  </a:lnTo>
                  <a:lnTo>
                    <a:pt x="30" y="60"/>
                  </a:lnTo>
                  <a:lnTo>
                    <a:pt x="21" y="64"/>
                  </a:lnTo>
                  <a:lnTo>
                    <a:pt x="1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19" name=""/>
            <p:cNvSpPr/>
            <p:nvPr/>
          </p:nvSpPr>
          <p:spPr>
            <a:xfrm rot="0">
              <a:off x="3914" y="2472"/>
              <a:ext cx="14" cy="21"/>
            </a:xfrm>
            <a:custGeom>
              <a:avLst/>
              <a:ahLst/>
              <a:rect l="0" t="0" r="r" b="b"/>
              <a:pathLst>
                <a:path w="43" h="64">
                  <a:moveTo>
                    <a:pt x="0" y="1"/>
                  </a:moveTo>
                  <a:lnTo>
                    <a:pt x="11" y="0"/>
                  </a:lnTo>
                  <a:lnTo>
                    <a:pt x="21" y="1"/>
                  </a:lnTo>
                  <a:lnTo>
                    <a:pt x="30" y="5"/>
                  </a:lnTo>
                  <a:lnTo>
                    <a:pt x="38" y="13"/>
                  </a:lnTo>
                  <a:lnTo>
                    <a:pt x="42" y="22"/>
                  </a:lnTo>
                  <a:lnTo>
                    <a:pt x="43" y="32"/>
                  </a:lnTo>
                  <a:lnTo>
                    <a:pt x="42" y="43"/>
                  </a:lnTo>
                  <a:lnTo>
                    <a:pt x="38" y="52"/>
                  </a:lnTo>
                  <a:lnTo>
                    <a:pt x="30" y="60"/>
                  </a:lnTo>
                  <a:lnTo>
                    <a:pt x="21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20" name=""/>
            <p:cNvSpPr/>
            <p:nvPr/>
          </p:nvSpPr>
          <p:spPr>
            <a:xfrm rot="0">
              <a:off x="3739" y="2472"/>
              <a:ext cx="182" cy="77"/>
            </a:xfrm>
            <a:custGeom>
              <a:avLst/>
              <a:ahLst/>
              <a:rect l="0" t="0" r="r" b="b"/>
              <a:pathLst>
                <a:path w="546" h="230">
                  <a:moveTo>
                    <a:pt x="546" y="63"/>
                  </a:moveTo>
                  <a:lnTo>
                    <a:pt x="536" y="31"/>
                  </a:lnTo>
                  <a:lnTo>
                    <a:pt x="525" y="0"/>
                  </a:lnTo>
                  <a:lnTo>
                    <a:pt x="0" y="167"/>
                  </a:lnTo>
                  <a:lnTo>
                    <a:pt x="10" y="198"/>
                  </a:lnTo>
                  <a:lnTo>
                    <a:pt x="21" y="230"/>
                  </a:lnTo>
                  <a:lnTo>
                    <a:pt x="54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21" name=""/>
            <p:cNvSpPr/>
            <p:nvPr/>
          </p:nvSpPr>
          <p:spPr>
            <a:xfrm rot="0">
              <a:off x="3739" y="2472"/>
              <a:ext cx="182" cy="77"/>
            </a:xfrm>
            <a:custGeom>
              <a:avLst/>
              <a:ahLst/>
              <a:rect l="0" t="0" r="r" b="b"/>
              <a:pathLst>
                <a:path w="546" h="230">
                  <a:moveTo>
                    <a:pt x="546" y="63"/>
                  </a:moveTo>
                  <a:lnTo>
                    <a:pt x="536" y="31"/>
                  </a:lnTo>
                  <a:lnTo>
                    <a:pt x="525" y="0"/>
                  </a:lnTo>
                  <a:lnTo>
                    <a:pt x="0" y="167"/>
                  </a:lnTo>
                  <a:lnTo>
                    <a:pt x="10" y="198"/>
                  </a:lnTo>
                  <a:lnTo>
                    <a:pt x="21" y="230"/>
                  </a:lnTo>
                  <a:lnTo>
                    <a:pt x="54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22" name=""/>
            <p:cNvSpPr/>
            <p:nvPr/>
          </p:nvSpPr>
          <p:spPr>
            <a:xfrm rot="0">
              <a:off x="3732" y="2528"/>
              <a:ext cx="14" cy="21"/>
            </a:xfrm>
            <a:custGeom>
              <a:avLst/>
              <a:ahLst/>
              <a:rect l="0" t="0" r="r" b="b"/>
              <a:pathLst>
                <a:path w="43" h="64">
                  <a:moveTo>
                    <a:pt x="32" y="31"/>
                  </a:moveTo>
                  <a:lnTo>
                    <a:pt x="43" y="63"/>
                  </a:lnTo>
                  <a:lnTo>
                    <a:pt x="32" y="64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3" y="4"/>
                  </a:lnTo>
                  <a:lnTo>
                    <a:pt x="22" y="0"/>
                  </a:lnTo>
                  <a:lnTo>
                    <a:pt x="3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23" name=""/>
            <p:cNvSpPr/>
            <p:nvPr/>
          </p:nvSpPr>
          <p:spPr>
            <a:xfrm rot="0">
              <a:off x="3732" y="2528"/>
              <a:ext cx="14" cy="21"/>
            </a:xfrm>
            <a:custGeom>
              <a:avLst/>
              <a:ahLst/>
              <a:rect l="0" t="0" r="r" b="b"/>
              <a:pathLst>
                <a:path w="43" h="64">
                  <a:moveTo>
                    <a:pt x="43" y="63"/>
                  </a:moveTo>
                  <a:lnTo>
                    <a:pt x="32" y="64"/>
                  </a:lnTo>
                  <a:lnTo>
                    <a:pt x="22" y="63"/>
                  </a:lnTo>
                  <a:lnTo>
                    <a:pt x="13" y="59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3" y="4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24" name=""/>
            <p:cNvSpPr/>
            <p:nvPr/>
          </p:nvSpPr>
          <p:spPr>
            <a:xfrm rot="0">
              <a:off x="3097" y="2974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25" name=""/>
            <p:cNvSpPr/>
            <p:nvPr/>
          </p:nvSpPr>
          <p:spPr>
            <a:xfrm rot="0">
              <a:off x="3097" y="2974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26" name=""/>
            <p:cNvSpPr/>
            <p:nvPr/>
          </p:nvSpPr>
          <p:spPr>
            <a:xfrm rot="0">
              <a:off x="3108" y="2974"/>
              <a:ext cx="810" cy="22"/>
            </a:xfrm>
            <a:custGeom>
              <a:avLst/>
              <a:ahLst/>
              <a:rect l="0" t="0" r="r" b="b"/>
              <a:pathLst>
                <a:path w="2428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2428" y="66"/>
                  </a:lnTo>
                  <a:lnTo>
                    <a:pt x="2428" y="34"/>
                  </a:lnTo>
                  <a:lnTo>
                    <a:pt x="242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27" name=""/>
            <p:cNvSpPr/>
            <p:nvPr/>
          </p:nvSpPr>
          <p:spPr>
            <a:xfrm rot="0">
              <a:off x="3108" y="2974"/>
              <a:ext cx="810" cy="22"/>
            </a:xfrm>
            <a:custGeom>
              <a:avLst/>
              <a:ahLst/>
              <a:rect l="0" t="0" r="r" b="b"/>
              <a:pathLst>
                <a:path w="2428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2428" y="66"/>
                  </a:lnTo>
                  <a:lnTo>
                    <a:pt x="2428" y="34"/>
                  </a:lnTo>
                  <a:lnTo>
                    <a:pt x="242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28" name=""/>
            <p:cNvSpPr/>
            <p:nvPr/>
          </p:nvSpPr>
          <p:spPr>
            <a:xfrm rot="0">
              <a:off x="3918" y="2974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29" name=""/>
            <p:cNvSpPr/>
            <p:nvPr/>
          </p:nvSpPr>
          <p:spPr>
            <a:xfrm rot="0">
              <a:off x="3918" y="2974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30" name=""/>
            <p:cNvSpPr/>
            <p:nvPr/>
          </p:nvSpPr>
          <p:spPr>
            <a:xfrm rot="0">
              <a:off x="3907" y="2986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31" name=""/>
            <p:cNvSpPr/>
            <p:nvPr/>
          </p:nvSpPr>
          <p:spPr>
            <a:xfrm rot="0">
              <a:off x="3907" y="2986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32" name=""/>
            <p:cNvSpPr/>
            <p:nvPr/>
          </p:nvSpPr>
          <p:spPr>
            <a:xfrm rot="0">
              <a:off x="3907" y="2482"/>
              <a:ext cx="22" cy="504"/>
            </a:xfrm>
            <a:custGeom>
              <a:avLst/>
              <a:ahLst/>
              <a:rect l="0" t="0" r="r" b="b"/>
              <a:pathLst>
                <a:path w="67" h="1510">
                  <a:moveTo>
                    <a:pt x="0" y="1510"/>
                  </a:moveTo>
                  <a:lnTo>
                    <a:pt x="33" y="1510"/>
                  </a:lnTo>
                  <a:lnTo>
                    <a:pt x="67" y="151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33" name=""/>
            <p:cNvSpPr/>
            <p:nvPr/>
          </p:nvSpPr>
          <p:spPr>
            <a:xfrm rot="0">
              <a:off x="3907" y="2482"/>
              <a:ext cx="22" cy="504"/>
            </a:xfrm>
            <a:custGeom>
              <a:avLst/>
              <a:ahLst/>
              <a:rect l="0" t="0" r="r" b="b"/>
              <a:pathLst>
                <a:path w="67" h="1510">
                  <a:moveTo>
                    <a:pt x="0" y="1510"/>
                  </a:moveTo>
                  <a:lnTo>
                    <a:pt x="33" y="1510"/>
                  </a:lnTo>
                  <a:lnTo>
                    <a:pt x="67" y="151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34" name=""/>
            <p:cNvSpPr/>
            <p:nvPr/>
          </p:nvSpPr>
          <p:spPr>
            <a:xfrm rot="0">
              <a:off x="3907" y="2471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33"/>
                  </a:move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3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35" name=""/>
            <p:cNvSpPr/>
            <p:nvPr/>
          </p:nvSpPr>
          <p:spPr>
            <a:xfrm rot="0">
              <a:off x="3907" y="2471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0" y="33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36" name=""/>
            <p:cNvSpPr/>
            <p:nvPr/>
          </p:nvSpPr>
          <p:spPr>
            <a:xfrm rot="0">
              <a:off x="3732" y="2527"/>
              <a:ext cx="21" cy="16"/>
            </a:xfrm>
            <a:custGeom>
              <a:avLst/>
              <a:ahLst/>
              <a:rect l="0" t="0" r="r" b="b"/>
              <a:pathLst>
                <a:path w="63" h="47">
                  <a:moveTo>
                    <a:pt x="30" y="32"/>
                  </a:moveTo>
                  <a:lnTo>
                    <a:pt x="0" y="18"/>
                  </a:lnTo>
                  <a:lnTo>
                    <a:pt x="7" y="9"/>
                  </a:lnTo>
                  <a:lnTo>
                    <a:pt x="15" y="4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9"/>
                  </a:lnTo>
                  <a:lnTo>
                    <a:pt x="59" y="17"/>
                  </a:lnTo>
                  <a:lnTo>
                    <a:pt x="63" y="26"/>
                  </a:lnTo>
                  <a:lnTo>
                    <a:pt x="63" y="36"/>
                  </a:lnTo>
                  <a:lnTo>
                    <a:pt x="60" y="47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37" name=""/>
            <p:cNvSpPr/>
            <p:nvPr/>
          </p:nvSpPr>
          <p:spPr>
            <a:xfrm rot="0">
              <a:off x="3732" y="2527"/>
              <a:ext cx="21" cy="16"/>
            </a:xfrm>
            <a:custGeom>
              <a:avLst/>
              <a:ahLst/>
              <a:rect l="0" t="0" r="r" b="b"/>
              <a:pathLst>
                <a:path w="63" h="47">
                  <a:moveTo>
                    <a:pt x="0" y="18"/>
                  </a:moveTo>
                  <a:lnTo>
                    <a:pt x="7" y="9"/>
                  </a:lnTo>
                  <a:lnTo>
                    <a:pt x="15" y="4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5" y="2"/>
                  </a:lnTo>
                  <a:lnTo>
                    <a:pt x="54" y="9"/>
                  </a:lnTo>
                  <a:lnTo>
                    <a:pt x="59" y="17"/>
                  </a:lnTo>
                  <a:lnTo>
                    <a:pt x="63" y="26"/>
                  </a:lnTo>
                  <a:lnTo>
                    <a:pt x="63" y="36"/>
                  </a:lnTo>
                  <a:lnTo>
                    <a:pt x="6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38" name=""/>
            <p:cNvSpPr/>
            <p:nvPr/>
          </p:nvSpPr>
          <p:spPr>
            <a:xfrm rot="0">
              <a:off x="3582" y="2533"/>
              <a:ext cx="170" cy="322"/>
            </a:xfrm>
            <a:custGeom>
              <a:avLst/>
              <a:ahLst/>
              <a:rect l="0" t="0" r="r" b="b"/>
              <a:pathLst>
                <a:path w="511" h="965">
                  <a:moveTo>
                    <a:pt x="511" y="29"/>
                  </a:moveTo>
                  <a:lnTo>
                    <a:pt x="481" y="14"/>
                  </a:lnTo>
                  <a:lnTo>
                    <a:pt x="451" y="0"/>
                  </a:lnTo>
                  <a:lnTo>
                    <a:pt x="0" y="937"/>
                  </a:lnTo>
                  <a:lnTo>
                    <a:pt x="30" y="951"/>
                  </a:lnTo>
                  <a:lnTo>
                    <a:pt x="60" y="965"/>
                  </a:lnTo>
                  <a:lnTo>
                    <a:pt x="51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39" name=""/>
            <p:cNvSpPr/>
            <p:nvPr/>
          </p:nvSpPr>
          <p:spPr>
            <a:xfrm rot="0">
              <a:off x="3582" y="2533"/>
              <a:ext cx="170" cy="322"/>
            </a:xfrm>
            <a:custGeom>
              <a:avLst/>
              <a:ahLst/>
              <a:rect l="0" t="0" r="r" b="b"/>
              <a:pathLst>
                <a:path w="511" h="965">
                  <a:moveTo>
                    <a:pt x="511" y="29"/>
                  </a:moveTo>
                  <a:lnTo>
                    <a:pt x="481" y="14"/>
                  </a:lnTo>
                  <a:lnTo>
                    <a:pt x="451" y="0"/>
                  </a:lnTo>
                  <a:lnTo>
                    <a:pt x="0" y="937"/>
                  </a:lnTo>
                  <a:lnTo>
                    <a:pt x="30" y="951"/>
                  </a:lnTo>
                  <a:lnTo>
                    <a:pt x="60" y="965"/>
                  </a:lnTo>
                  <a:lnTo>
                    <a:pt x="511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40" name=""/>
            <p:cNvSpPr/>
            <p:nvPr/>
          </p:nvSpPr>
          <p:spPr>
            <a:xfrm rot="0">
              <a:off x="3581" y="2846"/>
              <a:ext cx="21" cy="15"/>
            </a:xfrm>
            <a:custGeom>
              <a:avLst/>
              <a:ahLst/>
              <a:rect l="0" t="0" r="r" b="b"/>
              <a:pathLst>
                <a:path w="63" h="47">
                  <a:moveTo>
                    <a:pt x="33" y="14"/>
                  </a:moveTo>
                  <a:lnTo>
                    <a:pt x="63" y="28"/>
                  </a:lnTo>
                  <a:lnTo>
                    <a:pt x="56" y="38"/>
                  </a:lnTo>
                  <a:lnTo>
                    <a:pt x="49" y="43"/>
                  </a:lnTo>
                  <a:lnTo>
                    <a:pt x="40" y="47"/>
                  </a:lnTo>
                  <a:lnTo>
                    <a:pt x="29" y="47"/>
                  </a:lnTo>
                  <a:lnTo>
                    <a:pt x="19" y="44"/>
                  </a:lnTo>
                  <a:lnTo>
                    <a:pt x="10" y="38"/>
                  </a:lnTo>
                  <a:lnTo>
                    <a:pt x="4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3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41" name=""/>
            <p:cNvSpPr/>
            <p:nvPr/>
          </p:nvSpPr>
          <p:spPr>
            <a:xfrm rot="0">
              <a:off x="3581" y="2846"/>
              <a:ext cx="21" cy="15"/>
            </a:xfrm>
            <a:custGeom>
              <a:avLst/>
              <a:ahLst/>
              <a:rect l="0" t="0" r="r" b="b"/>
              <a:pathLst>
                <a:path w="63" h="47">
                  <a:moveTo>
                    <a:pt x="63" y="28"/>
                  </a:moveTo>
                  <a:lnTo>
                    <a:pt x="56" y="38"/>
                  </a:lnTo>
                  <a:lnTo>
                    <a:pt x="49" y="43"/>
                  </a:lnTo>
                  <a:lnTo>
                    <a:pt x="40" y="47"/>
                  </a:lnTo>
                  <a:lnTo>
                    <a:pt x="29" y="47"/>
                  </a:lnTo>
                  <a:lnTo>
                    <a:pt x="19" y="44"/>
                  </a:lnTo>
                  <a:lnTo>
                    <a:pt x="10" y="38"/>
                  </a:lnTo>
                  <a:lnTo>
                    <a:pt x="4" y="30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42" name=""/>
            <p:cNvSpPr/>
            <p:nvPr/>
          </p:nvSpPr>
          <p:spPr>
            <a:xfrm rot="0">
              <a:off x="3592" y="28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43" name=""/>
            <p:cNvSpPr/>
            <p:nvPr/>
          </p:nvSpPr>
          <p:spPr>
            <a:xfrm rot="0">
              <a:off x="3592" y="28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44" name=""/>
            <p:cNvSpPr/>
            <p:nvPr/>
          </p:nvSpPr>
          <p:spPr>
            <a:xfrm rot="0">
              <a:off x="3357" y="2839"/>
              <a:ext cx="235" cy="22"/>
            </a:xfrm>
            <a:custGeom>
              <a:avLst/>
              <a:ahLst/>
              <a:rect l="0" t="0" r="r" b="b"/>
              <a:pathLst>
                <a:path w="706" h="67">
                  <a:moveTo>
                    <a:pt x="706" y="67"/>
                  </a:moveTo>
                  <a:lnTo>
                    <a:pt x="706" y="34"/>
                  </a:lnTo>
                  <a:lnTo>
                    <a:pt x="70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45" name=""/>
            <p:cNvSpPr/>
            <p:nvPr/>
          </p:nvSpPr>
          <p:spPr>
            <a:xfrm rot="0">
              <a:off x="3357" y="2839"/>
              <a:ext cx="235" cy="22"/>
            </a:xfrm>
            <a:custGeom>
              <a:avLst/>
              <a:ahLst/>
              <a:rect l="0" t="0" r="r" b="b"/>
              <a:pathLst>
                <a:path w="706" h="67">
                  <a:moveTo>
                    <a:pt x="706" y="67"/>
                  </a:moveTo>
                  <a:lnTo>
                    <a:pt x="706" y="34"/>
                  </a:lnTo>
                  <a:lnTo>
                    <a:pt x="70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0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46" name=""/>
            <p:cNvSpPr/>
            <p:nvPr/>
          </p:nvSpPr>
          <p:spPr>
            <a:xfrm rot="0">
              <a:off x="3346" y="283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47" name=""/>
            <p:cNvSpPr/>
            <p:nvPr/>
          </p:nvSpPr>
          <p:spPr>
            <a:xfrm rot="0">
              <a:off x="3346" y="283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48" name=""/>
            <p:cNvSpPr/>
            <p:nvPr/>
          </p:nvSpPr>
          <p:spPr>
            <a:xfrm rot="0">
              <a:off x="3348" y="2843"/>
              <a:ext cx="20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26" y="21"/>
                  </a:moveTo>
                  <a:lnTo>
                    <a:pt x="53" y="0"/>
                  </a:lnTo>
                  <a:lnTo>
                    <a:pt x="58" y="9"/>
                  </a:lnTo>
                  <a:lnTo>
                    <a:pt x="59" y="20"/>
                  </a:lnTo>
                  <a:lnTo>
                    <a:pt x="59" y="30"/>
                  </a:lnTo>
                  <a:lnTo>
                    <a:pt x="54" y="39"/>
                  </a:lnTo>
                  <a:lnTo>
                    <a:pt x="47" y="47"/>
                  </a:lnTo>
                  <a:lnTo>
                    <a:pt x="38" y="52"/>
                  </a:lnTo>
                  <a:lnTo>
                    <a:pt x="28" y="54"/>
                  </a:lnTo>
                  <a:lnTo>
                    <a:pt x="17" y="54"/>
                  </a:lnTo>
                  <a:lnTo>
                    <a:pt x="8" y="48"/>
                  </a:lnTo>
                  <a:lnTo>
                    <a:pt x="0" y="42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49" name=""/>
            <p:cNvSpPr/>
            <p:nvPr/>
          </p:nvSpPr>
          <p:spPr>
            <a:xfrm rot="0">
              <a:off x="3348" y="2843"/>
              <a:ext cx="20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53" y="0"/>
                  </a:moveTo>
                  <a:lnTo>
                    <a:pt x="58" y="9"/>
                  </a:lnTo>
                  <a:lnTo>
                    <a:pt x="59" y="20"/>
                  </a:lnTo>
                  <a:lnTo>
                    <a:pt x="59" y="30"/>
                  </a:lnTo>
                  <a:lnTo>
                    <a:pt x="54" y="39"/>
                  </a:lnTo>
                  <a:lnTo>
                    <a:pt x="47" y="47"/>
                  </a:lnTo>
                  <a:lnTo>
                    <a:pt x="38" y="52"/>
                  </a:lnTo>
                  <a:lnTo>
                    <a:pt x="28" y="54"/>
                  </a:lnTo>
                  <a:lnTo>
                    <a:pt x="17" y="54"/>
                  </a:lnTo>
                  <a:lnTo>
                    <a:pt x="8" y="48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50" name=""/>
            <p:cNvSpPr/>
            <p:nvPr/>
          </p:nvSpPr>
          <p:spPr>
            <a:xfrm rot="0">
              <a:off x="3226" y="2692"/>
              <a:ext cx="140" cy="165"/>
            </a:xfrm>
            <a:custGeom>
              <a:avLst/>
              <a:ahLst/>
              <a:rect l="0" t="0" r="r" b="b"/>
              <a:pathLst>
                <a:path w="419" h="497">
                  <a:moveTo>
                    <a:pt x="366" y="497"/>
                  </a:moveTo>
                  <a:lnTo>
                    <a:pt x="392" y="476"/>
                  </a:lnTo>
                  <a:lnTo>
                    <a:pt x="419" y="455"/>
                  </a:lnTo>
                  <a:lnTo>
                    <a:pt x="52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366" y="4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51" name=""/>
            <p:cNvSpPr/>
            <p:nvPr/>
          </p:nvSpPr>
          <p:spPr>
            <a:xfrm rot="0">
              <a:off x="3226" y="2692"/>
              <a:ext cx="140" cy="165"/>
            </a:xfrm>
            <a:custGeom>
              <a:avLst/>
              <a:ahLst/>
              <a:rect l="0" t="0" r="r" b="b"/>
              <a:pathLst>
                <a:path w="419" h="497">
                  <a:moveTo>
                    <a:pt x="366" y="497"/>
                  </a:moveTo>
                  <a:lnTo>
                    <a:pt x="392" y="476"/>
                  </a:lnTo>
                  <a:lnTo>
                    <a:pt x="419" y="455"/>
                  </a:lnTo>
                  <a:lnTo>
                    <a:pt x="52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366" y="4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1" name=""/>
          <p:cNvGrpSpPr/>
          <p:nvPr/>
        </p:nvGrpSpPr>
        <p:grpSpPr>
          <a:xfrm rot="0">
            <a:off x="633412" y="977900"/>
            <a:ext cx="7962900" cy="5624512"/>
            <a:chOff x="399" y="616"/>
            <a:chExt cx="5016" cy="3543"/>
          </a:xfrm>
        </p:grpSpPr>
        <p:sp>
          <p:nvSpPr>
            <p:cNvPr id="1058552" name=""/>
            <p:cNvSpPr/>
            <p:nvPr/>
          </p:nvSpPr>
          <p:spPr>
            <a:xfrm rot="0">
              <a:off x="3224" y="2688"/>
              <a:ext cx="19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33" y="33"/>
                  </a:moveTo>
                  <a:lnTo>
                    <a:pt x="7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6" y="15"/>
                  </a:lnTo>
                  <a:lnTo>
                    <a:pt x="12" y="7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12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53" name=""/>
            <p:cNvSpPr/>
            <p:nvPr/>
          </p:nvSpPr>
          <p:spPr>
            <a:xfrm rot="0">
              <a:off x="3224" y="2688"/>
              <a:ext cx="19" cy="18"/>
            </a:xfrm>
            <a:custGeom>
              <a:avLst/>
              <a:ahLst/>
              <a:rect l="0" t="0" r="r" b="b"/>
              <a:pathLst>
                <a:path w="59" h="54">
                  <a:moveTo>
                    <a:pt x="7" y="54"/>
                  </a:moveTo>
                  <a:lnTo>
                    <a:pt x="2" y="45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6" y="15"/>
                  </a:lnTo>
                  <a:lnTo>
                    <a:pt x="12" y="7"/>
                  </a:lnTo>
                  <a:lnTo>
                    <a:pt x="21" y="2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54" name=""/>
            <p:cNvSpPr/>
            <p:nvPr/>
          </p:nvSpPr>
          <p:spPr>
            <a:xfrm rot="0">
              <a:off x="3231" y="2688"/>
              <a:ext cx="15" cy="21"/>
            </a:xfrm>
            <a:custGeom>
              <a:avLst/>
              <a:ahLst/>
              <a:rect l="0" t="0" r="r" b="b"/>
              <a:pathLst>
                <a:path w="43" h="64">
                  <a:moveTo>
                    <a:pt x="10" y="33"/>
                  </a:moveTo>
                  <a:lnTo>
                    <a:pt x="0" y="2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0" y="5"/>
                  </a:lnTo>
                  <a:lnTo>
                    <a:pt x="37" y="13"/>
                  </a:lnTo>
                  <a:lnTo>
                    <a:pt x="41" y="22"/>
                  </a:lnTo>
                  <a:lnTo>
                    <a:pt x="43" y="33"/>
                  </a:lnTo>
                  <a:lnTo>
                    <a:pt x="41" y="43"/>
                  </a:lnTo>
                  <a:lnTo>
                    <a:pt x="37" y="52"/>
                  </a:lnTo>
                  <a:lnTo>
                    <a:pt x="30" y="60"/>
                  </a:lnTo>
                  <a:lnTo>
                    <a:pt x="20" y="64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55" name=""/>
            <p:cNvSpPr/>
            <p:nvPr/>
          </p:nvSpPr>
          <p:spPr>
            <a:xfrm rot="0">
              <a:off x="3231" y="2688"/>
              <a:ext cx="15" cy="21"/>
            </a:xfrm>
            <a:custGeom>
              <a:avLst/>
              <a:ahLst/>
              <a:rect l="0" t="0" r="r" b="b"/>
              <a:pathLst>
                <a:path w="43" h="64">
                  <a:moveTo>
                    <a:pt x="0" y="2"/>
                  </a:moveTo>
                  <a:lnTo>
                    <a:pt x="10" y="0"/>
                  </a:lnTo>
                  <a:lnTo>
                    <a:pt x="20" y="2"/>
                  </a:lnTo>
                  <a:lnTo>
                    <a:pt x="30" y="5"/>
                  </a:lnTo>
                  <a:lnTo>
                    <a:pt x="37" y="13"/>
                  </a:lnTo>
                  <a:lnTo>
                    <a:pt x="41" y="22"/>
                  </a:lnTo>
                  <a:lnTo>
                    <a:pt x="43" y="33"/>
                  </a:lnTo>
                  <a:lnTo>
                    <a:pt x="41" y="43"/>
                  </a:lnTo>
                  <a:lnTo>
                    <a:pt x="37" y="52"/>
                  </a:lnTo>
                  <a:lnTo>
                    <a:pt x="30" y="60"/>
                  </a:lnTo>
                  <a:lnTo>
                    <a:pt x="2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56" name=""/>
            <p:cNvSpPr/>
            <p:nvPr/>
          </p:nvSpPr>
          <p:spPr>
            <a:xfrm rot="0">
              <a:off x="3105" y="2688"/>
              <a:ext cx="133" cy="61"/>
            </a:xfrm>
            <a:custGeom>
              <a:avLst/>
              <a:ahLst/>
              <a:rect l="0" t="0" r="r" b="b"/>
              <a:pathLst>
                <a:path w="400" h="182">
                  <a:moveTo>
                    <a:pt x="400" y="62"/>
                  </a:moveTo>
                  <a:lnTo>
                    <a:pt x="390" y="31"/>
                  </a:lnTo>
                  <a:lnTo>
                    <a:pt x="380" y="0"/>
                  </a:lnTo>
                  <a:lnTo>
                    <a:pt x="0" y="120"/>
                  </a:lnTo>
                  <a:lnTo>
                    <a:pt x="11" y="151"/>
                  </a:lnTo>
                  <a:lnTo>
                    <a:pt x="21" y="182"/>
                  </a:lnTo>
                  <a:lnTo>
                    <a:pt x="40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57" name=""/>
            <p:cNvSpPr/>
            <p:nvPr/>
          </p:nvSpPr>
          <p:spPr>
            <a:xfrm rot="0">
              <a:off x="3105" y="2688"/>
              <a:ext cx="133" cy="61"/>
            </a:xfrm>
            <a:custGeom>
              <a:avLst/>
              <a:ahLst/>
              <a:rect l="0" t="0" r="r" b="b"/>
              <a:pathLst>
                <a:path w="400" h="182">
                  <a:moveTo>
                    <a:pt x="400" y="62"/>
                  </a:moveTo>
                  <a:lnTo>
                    <a:pt x="390" y="31"/>
                  </a:lnTo>
                  <a:lnTo>
                    <a:pt x="380" y="0"/>
                  </a:lnTo>
                  <a:lnTo>
                    <a:pt x="0" y="120"/>
                  </a:lnTo>
                  <a:lnTo>
                    <a:pt x="11" y="151"/>
                  </a:lnTo>
                  <a:lnTo>
                    <a:pt x="21" y="182"/>
                  </a:lnTo>
                  <a:lnTo>
                    <a:pt x="40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58" name=""/>
            <p:cNvSpPr/>
            <p:nvPr/>
          </p:nvSpPr>
          <p:spPr>
            <a:xfrm rot="0">
              <a:off x="3097" y="2728"/>
              <a:ext cx="15" cy="21"/>
            </a:xfrm>
            <a:custGeom>
              <a:avLst/>
              <a:ahLst/>
              <a:rect l="0" t="0" r="r" b="b"/>
              <a:pathLst>
                <a:path w="43" h="63">
                  <a:moveTo>
                    <a:pt x="33" y="31"/>
                  </a:moveTo>
                  <a:lnTo>
                    <a:pt x="43" y="62"/>
                  </a:lnTo>
                  <a:lnTo>
                    <a:pt x="33" y="63"/>
                  </a:lnTo>
                  <a:lnTo>
                    <a:pt x="22" y="62"/>
                  </a:lnTo>
                  <a:lnTo>
                    <a:pt x="13" y="58"/>
                  </a:lnTo>
                  <a:lnTo>
                    <a:pt x="5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3" y="3"/>
                  </a:lnTo>
                  <a:lnTo>
                    <a:pt x="22" y="0"/>
                  </a:lnTo>
                  <a:lnTo>
                    <a:pt x="3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59" name=""/>
            <p:cNvSpPr/>
            <p:nvPr/>
          </p:nvSpPr>
          <p:spPr>
            <a:xfrm rot="0">
              <a:off x="3097" y="2728"/>
              <a:ext cx="15" cy="21"/>
            </a:xfrm>
            <a:custGeom>
              <a:avLst/>
              <a:ahLst/>
              <a:rect l="0" t="0" r="r" b="b"/>
              <a:pathLst>
                <a:path w="43" h="63">
                  <a:moveTo>
                    <a:pt x="43" y="62"/>
                  </a:moveTo>
                  <a:lnTo>
                    <a:pt x="33" y="63"/>
                  </a:lnTo>
                  <a:lnTo>
                    <a:pt x="22" y="62"/>
                  </a:lnTo>
                  <a:lnTo>
                    <a:pt x="13" y="58"/>
                  </a:lnTo>
                  <a:lnTo>
                    <a:pt x="5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3" y="3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0" name=""/>
            <p:cNvSpPr/>
            <p:nvPr/>
          </p:nvSpPr>
          <p:spPr>
            <a:xfrm rot="0">
              <a:off x="3097" y="272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61" name=""/>
            <p:cNvSpPr/>
            <p:nvPr/>
          </p:nvSpPr>
          <p:spPr>
            <a:xfrm rot="0">
              <a:off x="3097" y="272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2" name=""/>
            <p:cNvSpPr/>
            <p:nvPr/>
          </p:nvSpPr>
          <p:spPr>
            <a:xfrm rot="0">
              <a:off x="3097" y="2739"/>
              <a:ext cx="22" cy="247"/>
            </a:xfrm>
            <a:custGeom>
              <a:avLst/>
              <a:ahLst/>
              <a:rect l="0" t="0" r="r" b="b"/>
              <a:pathLst>
                <a:path w="66" h="741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41"/>
                  </a:lnTo>
                  <a:lnTo>
                    <a:pt x="33" y="741"/>
                  </a:lnTo>
                  <a:lnTo>
                    <a:pt x="66" y="741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63" name=""/>
            <p:cNvSpPr/>
            <p:nvPr/>
          </p:nvSpPr>
          <p:spPr>
            <a:xfrm rot="0">
              <a:off x="3097" y="2739"/>
              <a:ext cx="22" cy="247"/>
            </a:xfrm>
            <a:custGeom>
              <a:avLst/>
              <a:ahLst/>
              <a:rect l="0" t="0" r="r" b="b"/>
              <a:pathLst>
                <a:path w="66" h="741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41"/>
                  </a:lnTo>
                  <a:lnTo>
                    <a:pt x="33" y="741"/>
                  </a:lnTo>
                  <a:lnTo>
                    <a:pt x="66" y="741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4" name=""/>
            <p:cNvSpPr/>
            <p:nvPr/>
          </p:nvSpPr>
          <p:spPr>
            <a:xfrm rot="0">
              <a:off x="3097" y="2986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3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565" name=""/>
            <p:cNvSpPr/>
            <p:nvPr/>
          </p:nvSpPr>
          <p:spPr>
            <a:xfrm rot="0">
              <a:off x="3097" y="2986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6" name=""/>
            <p:cNvSpPr/>
            <p:nvPr/>
          </p:nvSpPr>
          <p:spPr>
            <a:xfrm rot="0">
              <a:off x="5114" y="3630"/>
              <a:ext cx="33" cy="43"/>
            </a:xfrm>
            <a:custGeom>
              <a:avLst/>
              <a:ahLst/>
              <a:rect l="0" t="0" r="r" b="b"/>
              <a:pathLst>
                <a:path w="98" h="130">
                  <a:moveTo>
                    <a:pt x="0" y="130"/>
                  </a:moveTo>
                  <a:lnTo>
                    <a:pt x="33" y="0"/>
                  </a:lnTo>
                  <a:lnTo>
                    <a:pt x="69" y="0"/>
                  </a:lnTo>
                  <a:lnTo>
                    <a:pt x="83" y="4"/>
                  </a:lnTo>
                  <a:lnTo>
                    <a:pt x="90" y="8"/>
                  </a:lnTo>
                  <a:lnTo>
                    <a:pt x="98" y="18"/>
                  </a:lnTo>
                  <a:lnTo>
                    <a:pt x="98" y="30"/>
                  </a:lnTo>
                  <a:lnTo>
                    <a:pt x="94" y="44"/>
                  </a:lnTo>
                  <a:lnTo>
                    <a:pt x="83" y="59"/>
                  </a:lnTo>
                  <a:lnTo>
                    <a:pt x="72" y="65"/>
                  </a:lnTo>
                  <a:lnTo>
                    <a:pt x="57" y="73"/>
                  </a:lnTo>
                  <a:lnTo>
                    <a:pt x="18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7" name=""/>
            <p:cNvSpPr/>
            <p:nvPr/>
          </p:nvSpPr>
          <p:spPr>
            <a:xfrm rot="0">
              <a:off x="3356" y="3667"/>
              <a:ext cx="39" cy="52"/>
            </a:xfrm>
            <a:custGeom>
              <a:avLst/>
              <a:ahLst/>
              <a:rect l="0" t="0" r="r" b="b"/>
              <a:pathLst>
                <a:path w="117" h="156">
                  <a:moveTo>
                    <a:pt x="0" y="156"/>
                  </a:moveTo>
                  <a:lnTo>
                    <a:pt x="39" y="0"/>
                  </a:lnTo>
                  <a:lnTo>
                    <a:pt x="82" y="0"/>
                  </a:lnTo>
                  <a:lnTo>
                    <a:pt x="99" y="3"/>
                  </a:lnTo>
                  <a:lnTo>
                    <a:pt x="108" y="9"/>
                  </a:lnTo>
                  <a:lnTo>
                    <a:pt x="117" y="22"/>
                  </a:lnTo>
                  <a:lnTo>
                    <a:pt x="117" y="35"/>
                  </a:lnTo>
                  <a:lnTo>
                    <a:pt x="112" y="52"/>
                  </a:lnTo>
                  <a:lnTo>
                    <a:pt x="99" y="69"/>
                  </a:lnTo>
                  <a:lnTo>
                    <a:pt x="86" y="78"/>
                  </a:lnTo>
                  <a:lnTo>
                    <a:pt x="69" y="87"/>
                  </a:lnTo>
                  <a:lnTo>
                    <a:pt x="22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8" name=""/>
            <p:cNvSpPr/>
            <p:nvPr/>
          </p:nvSpPr>
          <p:spPr>
            <a:xfrm rot="0" flipH="1">
              <a:off x="3491" y="3640"/>
              <a:ext cx="173" cy="12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69" name=""/>
            <p:cNvSpPr/>
            <p:nvPr/>
          </p:nvSpPr>
          <p:spPr>
            <a:xfrm rot="0" flipH="1">
              <a:off x="3277" y="3764"/>
              <a:ext cx="21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0" name=""/>
            <p:cNvSpPr/>
            <p:nvPr/>
          </p:nvSpPr>
          <p:spPr>
            <a:xfrm rot="0" flipH="1">
              <a:off x="3147" y="2160"/>
              <a:ext cx="16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1" name=""/>
            <p:cNvSpPr/>
            <p:nvPr/>
          </p:nvSpPr>
          <p:spPr>
            <a:xfrm rot="0">
              <a:off x="3147" y="2017"/>
              <a:ext cx="1" cy="14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2" name=""/>
            <p:cNvSpPr/>
            <p:nvPr/>
          </p:nvSpPr>
          <p:spPr>
            <a:xfrm rot="0">
              <a:off x="4237" y="2843"/>
              <a:ext cx="1" cy="14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3" name=""/>
            <p:cNvSpPr/>
            <p:nvPr/>
          </p:nvSpPr>
          <p:spPr>
            <a:xfrm rot="0">
              <a:off x="4401" y="2974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74" name=""/>
            <p:cNvSpPr/>
            <p:nvPr/>
          </p:nvSpPr>
          <p:spPr>
            <a:xfrm rot="0">
              <a:off x="4401" y="2974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5" name=""/>
            <p:cNvSpPr/>
            <p:nvPr/>
          </p:nvSpPr>
          <p:spPr>
            <a:xfrm rot="0">
              <a:off x="4237" y="2974"/>
              <a:ext cx="164" cy="22"/>
            </a:xfrm>
            <a:custGeom>
              <a:avLst/>
              <a:ahLst/>
              <a:rect l="0" t="0" r="r" b="b"/>
              <a:pathLst>
                <a:path w="493" h="66">
                  <a:moveTo>
                    <a:pt x="493" y="66"/>
                  </a:moveTo>
                  <a:lnTo>
                    <a:pt x="493" y="34"/>
                  </a:lnTo>
                  <a:lnTo>
                    <a:pt x="493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493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76" name=""/>
            <p:cNvSpPr/>
            <p:nvPr/>
          </p:nvSpPr>
          <p:spPr>
            <a:xfrm rot="0">
              <a:off x="4237" y="2974"/>
              <a:ext cx="164" cy="22"/>
            </a:xfrm>
            <a:custGeom>
              <a:avLst/>
              <a:ahLst/>
              <a:rect l="0" t="0" r="r" b="b"/>
              <a:pathLst>
                <a:path w="493" h="66">
                  <a:moveTo>
                    <a:pt x="493" y="66"/>
                  </a:moveTo>
                  <a:lnTo>
                    <a:pt x="493" y="34"/>
                  </a:lnTo>
                  <a:lnTo>
                    <a:pt x="493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493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7" name=""/>
            <p:cNvSpPr/>
            <p:nvPr/>
          </p:nvSpPr>
          <p:spPr>
            <a:xfrm rot="0">
              <a:off x="4226" y="2974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78" name=""/>
            <p:cNvSpPr/>
            <p:nvPr/>
          </p:nvSpPr>
          <p:spPr>
            <a:xfrm rot="0">
              <a:off x="4226" y="2974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79" name=""/>
            <p:cNvSpPr/>
            <p:nvPr/>
          </p:nvSpPr>
          <p:spPr>
            <a:xfrm rot="0">
              <a:off x="860" y="2086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3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80" name=""/>
            <p:cNvSpPr/>
            <p:nvPr/>
          </p:nvSpPr>
          <p:spPr>
            <a:xfrm rot="0">
              <a:off x="860" y="2086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3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81" name=""/>
            <p:cNvSpPr/>
            <p:nvPr/>
          </p:nvSpPr>
          <p:spPr>
            <a:xfrm rot="0">
              <a:off x="696" y="2086"/>
              <a:ext cx="164" cy="22"/>
            </a:xfrm>
            <a:custGeom>
              <a:avLst/>
              <a:ahLst/>
              <a:rect l="0" t="0" r="r" b="b"/>
              <a:pathLst>
                <a:path w="493" h="66">
                  <a:moveTo>
                    <a:pt x="493" y="66"/>
                  </a:moveTo>
                  <a:lnTo>
                    <a:pt x="493" y="33"/>
                  </a:lnTo>
                  <a:lnTo>
                    <a:pt x="493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6"/>
                  </a:lnTo>
                  <a:lnTo>
                    <a:pt x="493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82" name=""/>
            <p:cNvSpPr/>
            <p:nvPr/>
          </p:nvSpPr>
          <p:spPr>
            <a:xfrm rot="0">
              <a:off x="696" y="2086"/>
              <a:ext cx="164" cy="22"/>
            </a:xfrm>
            <a:custGeom>
              <a:avLst/>
              <a:ahLst/>
              <a:rect l="0" t="0" r="r" b="b"/>
              <a:pathLst>
                <a:path w="493" h="66">
                  <a:moveTo>
                    <a:pt x="493" y="66"/>
                  </a:moveTo>
                  <a:lnTo>
                    <a:pt x="493" y="33"/>
                  </a:lnTo>
                  <a:lnTo>
                    <a:pt x="493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6"/>
                  </a:lnTo>
                  <a:lnTo>
                    <a:pt x="493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83" name=""/>
            <p:cNvSpPr/>
            <p:nvPr/>
          </p:nvSpPr>
          <p:spPr>
            <a:xfrm rot="0">
              <a:off x="685" y="208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3"/>
                  </a:moveTo>
                  <a:lnTo>
                    <a:pt x="33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84" name=""/>
            <p:cNvSpPr/>
            <p:nvPr/>
          </p:nvSpPr>
          <p:spPr>
            <a:xfrm rot="0">
              <a:off x="685" y="208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85" name=""/>
            <p:cNvSpPr/>
            <p:nvPr/>
          </p:nvSpPr>
          <p:spPr>
            <a:xfrm rot="0">
              <a:off x="685" y="186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86" name=""/>
            <p:cNvSpPr/>
            <p:nvPr/>
          </p:nvSpPr>
          <p:spPr>
            <a:xfrm rot="0">
              <a:off x="685" y="186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87" name=""/>
            <p:cNvSpPr/>
            <p:nvPr/>
          </p:nvSpPr>
          <p:spPr>
            <a:xfrm rot="0">
              <a:off x="685" y="1877"/>
              <a:ext cx="22" cy="220"/>
            </a:xfrm>
            <a:custGeom>
              <a:avLst/>
              <a:ahLst/>
              <a:rect l="0" t="0" r="r" b="b"/>
              <a:pathLst>
                <a:path w="68" h="658">
                  <a:moveTo>
                    <a:pt x="68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658"/>
                  </a:lnTo>
                  <a:lnTo>
                    <a:pt x="33" y="658"/>
                  </a:lnTo>
                  <a:lnTo>
                    <a:pt x="67" y="658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88" name=""/>
            <p:cNvSpPr/>
            <p:nvPr/>
          </p:nvSpPr>
          <p:spPr>
            <a:xfrm rot="0">
              <a:off x="685" y="1877"/>
              <a:ext cx="22" cy="220"/>
            </a:xfrm>
            <a:custGeom>
              <a:avLst/>
              <a:ahLst/>
              <a:rect l="0" t="0" r="r" b="b"/>
              <a:pathLst>
                <a:path w="68" h="658">
                  <a:moveTo>
                    <a:pt x="68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658"/>
                  </a:lnTo>
                  <a:lnTo>
                    <a:pt x="33" y="658"/>
                  </a:lnTo>
                  <a:lnTo>
                    <a:pt x="67" y="658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89" name=""/>
            <p:cNvSpPr/>
            <p:nvPr/>
          </p:nvSpPr>
          <p:spPr>
            <a:xfrm rot="0">
              <a:off x="685" y="209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590" name=""/>
            <p:cNvSpPr/>
            <p:nvPr/>
          </p:nvSpPr>
          <p:spPr>
            <a:xfrm rot="0">
              <a:off x="685" y="209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1" name=""/>
            <p:cNvSpPr/>
            <p:nvPr/>
          </p:nvSpPr>
          <p:spPr>
            <a:xfrm rot="0">
              <a:off x="5328" y="4072"/>
              <a:ext cx="20" cy="87"/>
            </a:xfrm>
            <a:custGeom>
              <a:avLst/>
              <a:ahLst/>
              <a:rect l="0" t="0" r="r" b="b"/>
              <a:pathLst>
                <a:path w="58" h="261">
                  <a:moveTo>
                    <a:pt x="58" y="261"/>
                  </a:moveTo>
                  <a:lnTo>
                    <a:pt x="58" y="0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2" name=""/>
            <p:cNvSpPr/>
            <p:nvPr/>
          </p:nvSpPr>
          <p:spPr>
            <a:xfrm rot="0">
              <a:off x="5376" y="4077"/>
              <a:ext cx="10" cy="77"/>
            </a:xfrm>
            <a:custGeom>
              <a:avLst/>
              <a:ahLst/>
              <a:rect l="0" t="0" r="r" b="b"/>
              <a:pathLst>
                <a:path w="30" h="231">
                  <a:moveTo>
                    <a:pt x="30" y="0"/>
                  </a:moveTo>
                  <a:lnTo>
                    <a:pt x="20" y="19"/>
                  </a:lnTo>
                  <a:lnTo>
                    <a:pt x="12" y="40"/>
                  </a:lnTo>
                  <a:lnTo>
                    <a:pt x="7" y="61"/>
                  </a:lnTo>
                  <a:lnTo>
                    <a:pt x="3" y="83"/>
                  </a:lnTo>
                  <a:lnTo>
                    <a:pt x="0" y="104"/>
                  </a:lnTo>
                  <a:lnTo>
                    <a:pt x="0" y="126"/>
                  </a:lnTo>
                  <a:lnTo>
                    <a:pt x="3" y="148"/>
                  </a:lnTo>
                  <a:lnTo>
                    <a:pt x="7" y="169"/>
                  </a:lnTo>
                  <a:lnTo>
                    <a:pt x="12" y="191"/>
                  </a:lnTo>
                  <a:lnTo>
                    <a:pt x="20" y="211"/>
                  </a:lnTo>
                  <a:lnTo>
                    <a:pt x="30" y="2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3" name=""/>
            <p:cNvSpPr/>
            <p:nvPr/>
          </p:nvSpPr>
          <p:spPr>
            <a:xfrm rot="0">
              <a:off x="5386" y="4072"/>
              <a:ext cx="20" cy="5"/>
            </a:xfrm>
            <a:custGeom>
              <a:avLst/>
              <a:ahLst/>
              <a:rect l="0" t="0" r="r" b="b"/>
              <a:pathLst>
                <a:path w="58" h="15">
                  <a:moveTo>
                    <a:pt x="58" y="15"/>
                  </a:moveTo>
                  <a:lnTo>
                    <a:pt x="51" y="8"/>
                  </a:lnTo>
                  <a:lnTo>
                    <a:pt x="45" y="4"/>
                  </a:lnTo>
                  <a:lnTo>
                    <a:pt x="37" y="0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6" y="8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4" name=""/>
            <p:cNvSpPr/>
            <p:nvPr/>
          </p:nvSpPr>
          <p:spPr>
            <a:xfrm rot="0">
              <a:off x="5406" y="4077"/>
              <a:ext cx="9" cy="77"/>
            </a:xfrm>
            <a:custGeom>
              <a:avLst/>
              <a:ahLst/>
              <a:rect l="0" t="0" r="r" b="b"/>
              <a:pathLst>
                <a:path w="28" h="231">
                  <a:moveTo>
                    <a:pt x="0" y="231"/>
                  </a:moveTo>
                  <a:lnTo>
                    <a:pt x="9" y="211"/>
                  </a:lnTo>
                  <a:lnTo>
                    <a:pt x="17" y="191"/>
                  </a:lnTo>
                  <a:lnTo>
                    <a:pt x="23" y="169"/>
                  </a:lnTo>
                  <a:lnTo>
                    <a:pt x="27" y="148"/>
                  </a:lnTo>
                  <a:lnTo>
                    <a:pt x="28" y="126"/>
                  </a:lnTo>
                  <a:lnTo>
                    <a:pt x="28" y="104"/>
                  </a:lnTo>
                  <a:lnTo>
                    <a:pt x="27" y="83"/>
                  </a:lnTo>
                  <a:lnTo>
                    <a:pt x="23" y="61"/>
                  </a:lnTo>
                  <a:lnTo>
                    <a:pt x="17" y="40"/>
                  </a:lnTo>
                  <a:lnTo>
                    <a:pt x="9" y="1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5" name=""/>
            <p:cNvSpPr/>
            <p:nvPr/>
          </p:nvSpPr>
          <p:spPr>
            <a:xfrm rot="0">
              <a:off x="5386" y="4154"/>
              <a:ext cx="20" cy="5"/>
            </a:xfrm>
            <a:custGeom>
              <a:avLst/>
              <a:ahLst/>
              <a:rect l="0" t="0" r="r" b="b"/>
              <a:pathLst>
                <a:path w="58" h="15">
                  <a:moveTo>
                    <a:pt x="0" y="0"/>
                  </a:moveTo>
                  <a:lnTo>
                    <a:pt x="6" y="6"/>
                  </a:lnTo>
                  <a:lnTo>
                    <a:pt x="12" y="11"/>
                  </a:lnTo>
                  <a:lnTo>
                    <a:pt x="20" y="14"/>
                  </a:lnTo>
                  <a:lnTo>
                    <a:pt x="29" y="15"/>
                  </a:lnTo>
                  <a:lnTo>
                    <a:pt x="37" y="14"/>
                  </a:lnTo>
                  <a:lnTo>
                    <a:pt x="45" y="11"/>
                  </a:lnTo>
                  <a:lnTo>
                    <a:pt x="51" y="6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6" name=""/>
            <p:cNvSpPr/>
            <p:nvPr/>
          </p:nvSpPr>
          <p:spPr>
            <a:xfrm rot="0">
              <a:off x="4880" y="3405"/>
              <a:ext cx="30" cy="43"/>
            </a:xfrm>
            <a:custGeom>
              <a:avLst/>
              <a:ahLst/>
              <a:rect l="0" t="0" r="r" b="b"/>
              <a:pathLst>
                <a:path w="91" h="131">
                  <a:moveTo>
                    <a:pt x="73" y="94"/>
                  </a:moveTo>
                  <a:lnTo>
                    <a:pt x="91" y="33"/>
                  </a:lnTo>
                  <a:lnTo>
                    <a:pt x="91" y="22"/>
                  </a:lnTo>
                  <a:lnTo>
                    <a:pt x="87" y="12"/>
                  </a:lnTo>
                  <a:lnTo>
                    <a:pt x="79" y="4"/>
                  </a:lnTo>
                  <a:lnTo>
                    <a:pt x="69" y="0"/>
                  </a:lnTo>
                  <a:lnTo>
                    <a:pt x="51" y="0"/>
                  </a:lnTo>
                  <a:lnTo>
                    <a:pt x="40" y="4"/>
                  </a:lnTo>
                  <a:lnTo>
                    <a:pt x="30" y="12"/>
                  </a:lnTo>
                  <a:lnTo>
                    <a:pt x="22" y="22"/>
                  </a:lnTo>
                  <a:lnTo>
                    <a:pt x="15" y="41"/>
                  </a:lnTo>
                  <a:lnTo>
                    <a:pt x="0" y="92"/>
                  </a:lnTo>
                  <a:lnTo>
                    <a:pt x="0" y="98"/>
                  </a:lnTo>
                  <a:lnTo>
                    <a:pt x="4" y="116"/>
                  </a:lnTo>
                  <a:lnTo>
                    <a:pt x="11" y="127"/>
                  </a:lnTo>
                  <a:lnTo>
                    <a:pt x="18" y="131"/>
                  </a:lnTo>
                  <a:lnTo>
                    <a:pt x="32" y="131"/>
                  </a:lnTo>
                  <a:lnTo>
                    <a:pt x="51" y="124"/>
                  </a:lnTo>
                  <a:lnTo>
                    <a:pt x="65" y="112"/>
                  </a:lnTo>
                  <a:lnTo>
                    <a:pt x="73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7" name=""/>
            <p:cNvSpPr/>
            <p:nvPr/>
          </p:nvSpPr>
          <p:spPr>
            <a:xfrm rot="0">
              <a:off x="4895" y="3439"/>
              <a:ext cx="11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8" name=""/>
            <p:cNvSpPr/>
            <p:nvPr/>
          </p:nvSpPr>
          <p:spPr>
            <a:xfrm rot="0">
              <a:off x="3407" y="2445"/>
              <a:ext cx="30" cy="43"/>
            </a:xfrm>
            <a:custGeom>
              <a:avLst/>
              <a:ahLst/>
              <a:rect l="0" t="0" r="r" b="b"/>
              <a:pathLst>
                <a:path w="90" h="130">
                  <a:moveTo>
                    <a:pt x="71" y="95"/>
                  </a:moveTo>
                  <a:lnTo>
                    <a:pt x="90" y="33"/>
                  </a:lnTo>
                  <a:lnTo>
                    <a:pt x="90" y="22"/>
                  </a:lnTo>
                  <a:lnTo>
                    <a:pt x="87" y="12"/>
                  </a:lnTo>
                  <a:lnTo>
                    <a:pt x="79" y="4"/>
                  </a:lnTo>
                  <a:lnTo>
                    <a:pt x="69" y="0"/>
                  </a:lnTo>
                  <a:lnTo>
                    <a:pt x="51" y="0"/>
                  </a:lnTo>
                  <a:lnTo>
                    <a:pt x="39" y="4"/>
                  </a:lnTo>
                  <a:lnTo>
                    <a:pt x="28" y="12"/>
                  </a:lnTo>
                  <a:lnTo>
                    <a:pt x="22" y="22"/>
                  </a:lnTo>
                  <a:lnTo>
                    <a:pt x="14" y="40"/>
                  </a:lnTo>
                  <a:lnTo>
                    <a:pt x="0" y="91"/>
                  </a:lnTo>
                  <a:lnTo>
                    <a:pt x="0" y="98"/>
                  </a:lnTo>
                  <a:lnTo>
                    <a:pt x="4" y="116"/>
                  </a:lnTo>
                  <a:lnTo>
                    <a:pt x="10" y="128"/>
                  </a:lnTo>
                  <a:lnTo>
                    <a:pt x="18" y="130"/>
                  </a:lnTo>
                  <a:lnTo>
                    <a:pt x="32" y="130"/>
                  </a:lnTo>
                  <a:lnTo>
                    <a:pt x="51" y="124"/>
                  </a:lnTo>
                  <a:lnTo>
                    <a:pt x="65" y="112"/>
                  </a:lnTo>
                  <a:lnTo>
                    <a:pt x="71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599" name=""/>
            <p:cNvSpPr/>
            <p:nvPr/>
          </p:nvSpPr>
          <p:spPr>
            <a:xfrm rot="0">
              <a:off x="3423" y="2479"/>
              <a:ext cx="11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0" name=""/>
            <p:cNvSpPr/>
            <p:nvPr/>
          </p:nvSpPr>
          <p:spPr>
            <a:xfrm rot="0" flipV="1">
              <a:off x="3457" y="2445"/>
              <a:ext cx="5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1" name=""/>
            <p:cNvSpPr/>
            <p:nvPr/>
          </p:nvSpPr>
          <p:spPr>
            <a:xfrm rot="0" flipH="1">
              <a:off x="3324" y="2516"/>
              <a:ext cx="19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2" name=""/>
            <p:cNvSpPr/>
            <p:nvPr/>
          </p:nvSpPr>
          <p:spPr>
            <a:xfrm rot="0" flipH="1" flipV="1">
              <a:off x="3518" y="2516"/>
              <a:ext cx="125" cy="22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3" name=""/>
            <p:cNvSpPr/>
            <p:nvPr/>
          </p:nvSpPr>
          <p:spPr>
            <a:xfrm rot="0">
              <a:off x="853" y="3484"/>
              <a:ext cx="2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4" name=""/>
            <p:cNvSpPr/>
            <p:nvPr/>
          </p:nvSpPr>
          <p:spPr>
            <a:xfrm rot="0">
              <a:off x="900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5" name=""/>
            <p:cNvSpPr/>
            <p:nvPr/>
          </p:nvSpPr>
          <p:spPr>
            <a:xfrm rot="0">
              <a:off x="966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6" name=""/>
            <p:cNvSpPr/>
            <p:nvPr/>
          </p:nvSpPr>
          <p:spPr>
            <a:xfrm rot="0">
              <a:off x="1032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7" name=""/>
            <p:cNvSpPr/>
            <p:nvPr/>
          </p:nvSpPr>
          <p:spPr>
            <a:xfrm rot="0">
              <a:off x="1099" y="3484"/>
              <a:ext cx="4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8" name=""/>
            <p:cNvSpPr/>
            <p:nvPr/>
          </p:nvSpPr>
          <p:spPr>
            <a:xfrm rot="0">
              <a:off x="1165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09" name=""/>
            <p:cNvSpPr/>
            <p:nvPr/>
          </p:nvSpPr>
          <p:spPr>
            <a:xfrm rot="0">
              <a:off x="1231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0" name=""/>
            <p:cNvSpPr/>
            <p:nvPr/>
          </p:nvSpPr>
          <p:spPr>
            <a:xfrm rot="0">
              <a:off x="1297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1" name=""/>
            <p:cNvSpPr/>
            <p:nvPr/>
          </p:nvSpPr>
          <p:spPr>
            <a:xfrm rot="0">
              <a:off x="1363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2" name=""/>
            <p:cNvSpPr/>
            <p:nvPr/>
          </p:nvSpPr>
          <p:spPr>
            <a:xfrm rot="0">
              <a:off x="1429" y="3484"/>
              <a:ext cx="4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3" name=""/>
            <p:cNvSpPr/>
            <p:nvPr/>
          </p:nvSpPr>
          <p:spPr>
            <a:xfrm rot="0">
              <a:off x="1495" y="3484"/>
              <a:ext cx="2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4" name=""/>
            <p:cNvSpPr/>
            <p:nvPr/>
          </p:nvSpPr>
          <p:spPr>
            <a:xfrm rot="0">
              <a:off x="621" y="3288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15" name=""/>
            <p:cNvSpPr/>
            <p:nvPr/>
          </p:nvSpPr>
          <p:spPr>
            <a:xfrm rot="0">
              <a:off x="621" y="3288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6" name=""/>
            <p:cNvSpPr/>
            <p:nvPr/>
          </p:nvSpPr>
          <p:spPr>
            <a:xfrm rot="0">
              <a:off x="632" y="3288"/>
              <a:ext cx="888" cy="22"/>
            </a:xfrm>
            <a:custGeom>
              <a:avLst/>
              <a:ahLst/>
              <a:rect l="0" t="0" r="r" b="b"/>
              <a:pathLst>
                <a:path w="266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664" y="67"/>
                  </a:lnTo>
                  <a:lnTo>
                    <a:pt x="2664" y="34"/>
                  </a:lnTo>
                  <a:lnTo>
                    <a:pt x="266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17" name=""/>
            <p:cNvSpPr/>
            <p:nvPr/>
          </p:nvSpPr>
          <p:spPr>
            <a:xfrm rot="0">
              <a:off x="632" y="3288"/>
              <a:ext cx="888" cy="22"/>
            </a:xfrm>
            <a:custGeom>
              <a:avLst/>
              <a:ahLst/>
              <a:rect l="0" t="0" r="r" b="b"/>
              <a:pathLst>
                <a:path w="266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664" y="67"/>
                  </a:lnTo>
                  <a:lnTo>
                    <a:pt x="2664" y="34"/>
                  </a:lnTo>
                  <a:lnTo>
                    <a:pt x="266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18" name=""/>
            <p:cNvSpPr/>
            <p:nvPr/>
          </p:nvSpPr>
          <p:spPr>
            <a:xfrm rot="0">
              <a:off x="1520" y="3288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19" name=""/>
            <p:cNvSpPr/>
            <p:nvPr/>
          </p:nvSpPr>
          <p:spPr>
            <a:xfrm rot="0">
              <a:off x="1520" y="3288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20" name=""/>
            <p:cNvSpPr/>
            <p:nvPr/>
          </p:nvSpPr>
          <p:spPr>
            <a:xfrm rot="0">
              <a:off x="621" y="3288"/>
              <a:ext cx="18" cy="20"/>
            </a:xfrm>
            <a:custGeom>
              <a:avLst/>
              <a:ahLst/>
              <a:rect l="0" t="0" r="r" b="b"/>
              <a:pathLst>
                <a:path w="54" h="58">
                  <a:moveTo>
                    <a:pt x="33" y="32"/>
                  </a:moveTo>
                  <a:lnTo>
                    <a:pt x="12" y="58"/>
                  </a:lnTo>
                  <a:lnTo>
                    <a:pt x="4" y="51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7" y="11"/>
                  </a:lnTo>
                  <a:lnTo>
                    <a:pt x="15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5" y="1"/>
                  </a:lnTo>
                  <a:lnTo>
                    <a:pt x="54" y="6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21" name=""/>
            <p:cNvSpPr/>
            <p:nvPr/>
          </p:nvSpPr>
          <p:spPr>
            <a:xfrm rot="0">
              <a:off x="621" y="3288"/>
              <a:ext cx="18" cy="20"/>
            </a:xfrm>
            <a:custGeom>
              <a:avLst/>
              <a:ahLst/>
              <a:rect l="0" t="0" r="r" b="b"/>
              <a:pathLst>
                <a:path w="54" h="58">
                  <a:moveTo>
                    <a:pt x="12" y="58"/>
                  </a:moveTo>
                  <a:lnTo>
                    <a:pt x="4" y="51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7" y="11"/>
                  </a:lnTo>
                  <a:lnTo>
                    <a:pt x="15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5" y="1"/>
                  </a:lnTo>
                  <a:lnTo>
                    <a:pt x="54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22" name=""/>
            <p:cNvSpPr/>
            <p:nvPr/>
          </p:nvSpPr>
          <p:spPr>
            <a:xfrm rot="0">
              <a:off x="625" y="3290"/>
              <a:ext cx="569" cy="481"/>
            </a:xfrm>
            <a:custGeom>
              <a:avLst/>
              <a:ahLst/>
              <a:rect l="0" t="0" r="r" b="b"/>
              <a:pathLst>
                <a:path w="1707" h="1442">
                  <a:moveTo>
                    <a:pt x="42" y="0"/>
                  </a:moveTo>
                  <a:lnTo>
                    <a:pt x="21" y="26"/>
                  </a:lnTo>
                  <a:lnTo>
                    <a:pt x="0" y="52"/>
                  </a:lnTo>
                  <a:lnTo>
                    <a:pt x="1665" y="1442"/>
                  </a:lnTo>
                  <a:lnTo>
                    <a:pt x="1686" y="1416"/>
                  </a:lnTo>
                  <a:lnTo>
                    <a:pt x="1707" y="1389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23" name=""/>
            <p:cNvSpPr/>
            <p:nvPr/>
          </p:nvSpPr>
          <p:spPr>
            <a:xfrm rot="0">
              <a:off x="625" y="3290"/>
              <a:ext cx="569" cy="481"/>
            </a:xfrm>
            <a:custGeom>
              <a:avLst/>
              <a:ahLst/>
              <a:rect l="0" t="0" r="r" b="b"/>
              <a:pathLst>
                <a:path w="1707" h="1442">
                  <a:moveTo>
                    <a:pt x="42" y="0"/>
                  </a:moveTo>
                  <a:lnTo>
                    <a:pt x="21" y="26"/>
                  </a:lnTo>
                  <a:lnTo>
                    <a:pt x="0" y="52"/>
                  </a:lnTo>
                  <a:lnTo>
                    <a:pt x="1665" y="1442"/>
                  </a:lnTo>
                  <a:lnTo>
                    <a:pt x="1686" y="1416"/>
                  </a:lnTo>
                  <a:lnTo>
                    <a:pt x="1707" y="1389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24" name=""/>
            <p:cNvSpPr/>
            <p:nvPr/>
          </p:nvSpPr>
          <p:spPr>
            <a:xfrm rot="0">
              <a:off x="1180" y="3753"/>
              <a:ext cx="18" cy="20"/>
            </a:xfrm>
            <a:custGeom>
              <a:avLst/>
              <a:ahLst/>
              <a:rect l="0" t="0" r="r" b="b"/>
              <a:pathLst>
                <a:path w="54" h="59">
                  <a:moveTo>
                    <a:pt x="21" y="27"/>
                  </a:moveTo>
                  <a:lnTo>
                    <a:pt x="42" y="0"/>
                  </a:lnTo>
                  <a:lnTo>
                    <a:pt x="50" y="8"/>
                  </a:lnTo>
                  <a:lnTo>
                    <a:pt x="54" y="19"/>
                  </a:lnTo>
                  <a:lnTo>
                    <a:pt x="54" y="29"/>
                  </a:lnTo>
                  <a:lnTo>
                    <a:pt x="53" y="38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29" y="59"/>
                  </a:lnTo>
                  <a:lnTo>
                    <a:pt x="19" y="59"/>
                  </a:lnTo>
                  <a:lnTo>
                    <a:pt x="10" y="58"/>
                  </a:lnTo>
                  <a:lnTo>
                    <a:pt x="0" y="53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25" name=""/>
            <p:cNvSpPr/>
            <p:nvPr/>
          </p:nvSpPr>
          <p:spPr>
            <a:xfrm rot="0">
              <a:off x="1180" y="3753"/>
              <a:ext cx="18" cy="20"/>
            </a:xfrm>
            <a:custGeom>
              <a:avLst/>
              <a:ahLst/>
              <a:rect l="0" t="0" r="r" b="b"/>
              <a:pathLst>
                <a:path w="54" h="59">
                  <a:moveTo>
                    <a:pt x="42" y="0"/>
                  </a:moveTo>
                  <a:lnTo>
                    <a:pt x="50" y="8"/>
                  </a:lnTo>
                  <a:lnTo>
                    <a:pt x="54" y="19"/>
                  </a:lnTo>
                  <a:lnTo>
                    <a:pt x="54" y="29"/>
                  </a:lnTo>
                  <a:lnTo>
                    <a:pt x="53" y="38"/>
                  </a:lnTo>
                  <a:lnTo>
                    <a:pt x="47" y="47"/>
                  </a:lnTo>
                  <a:lnTo>
                    <a:pt x="40" y="55"/>
                  </a:lnTo>
                  <a:lnTo>
                    <a:pt x="29" y="59"/>
                  </a:lnTo>
                  <a:lnTo>
                    <a:pt x="19" y="59"/>
                  </a:lnTo>
                  <a:lnTo>
                    <a:pt x="10" y="58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26" name=""/>
            <p:cNvSpPr/>
            <p:nvPr/>
          </p:nvSpPr>
          <p:spPr>
            <a:xfrm rot="0">
              <a:off x="1176" y="3751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27" name=""/>
            <p:cNvSpPr/>
            <p:nvPr/>
          </p:nvSpPr>
          <p:spPr>
            <a:xfrm rot="0">
              <a:off x="1176" y="3751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28" name=""/>
            <p:cNvSpPr/>
            <p:nvPr/>
          </p:nvSpPr>
          <p:spPr>
            <a:xfrm rot="0">
              <a:off x="1187" y="3751"/>
              <a:ext cx="333" cy="22"/>
            </a:xfrm>
            <a:custGeom>
              <a:avLst/>
              <a:ahLst/>
              <a:rect l="0" t="0" r="r" b="b"/>
              <a:pathLst>
                <a:path w="999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999" y="66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29" name=""/>
            <p:cNvSpPr/>
            <p:nvPr/>
          </p:nvSpPr>
          <p:spPr>
            <a:xfrm rot="0">
              <a:off x="1187" y="3751"/>
              <a:ext cx="333" cy="22"/>
            </a:xfrm>
            <a:custGeom>
              <a:avLst/>
              <a:ahLst/>
              <a:rect l="0" t="0" r="r" b="b"/>
              <a:pathLst>
                <a:path w="999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999" y="66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30" name=""/>
            <p:cNvSpPr/>
            <p:nvPr/>
          </p:nvSpPr>
          <p:spPr>
            <a:xfrm rot="0">
              <a:off x="1520" y="3751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31" name=""/>
            <p:cNvSpPr/>
            <p:nvPr/>
          </p:nvSpPr>
          <p:spPr>
            <a:xfrm rot="0">
              <a:off x="1520" y="3751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32" name=""/>
            <p:cNvSpPr/>
            <p:nvPr/>
          </p:nvSpPr>
          <p:spPr>
            <a:xfrm rot="0">
              <a:off x="1509" y="3762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33" name=""/>
            <p:cNvSpPr/>
            <p:nvPr/>
          </p:nvSpPr>
          <p:spPr>
            <a:xfrm rot="0">
              <a:off x="1509" y="3762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34" name=""/>
            <p:cNvSpPr/>
            <p:nvPr/>
          </p:nvSpPr>
          <p:spPr>
            <a:xfrm rot="0">
              <a:off x="1509" y="3299"/>
              <a:ext cx="22" cy="463"/>
            </a:xfrm>
            <a:custGeom>
              <a:avLst/>
              <a:ahLst/>
              <a:rect l="0" t="0" r="r" b="b"/>
              <a:pathLst>
                <a:path w="66" h="1390">
                  <a:moveTo>
                    <a:pt x="0" y="1390"/>
                  </a:moveTo>
                  <a:lnTo>
                    <a:pt x="32" y="1390"/>
                  </a:lnTo>
                  <a:lnTo>
                    <a:pt x="66" y="1390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3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35" name=""/>
            <p:cNvSpPr/>
            <p:nvPr/>
          </p:nvSpPr>
          <p:spPr>
            <a:xfrm rot="0">
              <a:off x="1509" y="3299"/>
              <a:ext cx="22" cy="463"/>
            </a:xfrm>
            <a:custGeom>
              <a:avLst/>
              <a:ahLst/>
              <a:rect l="0" t="0" r="r" b="b"/>
              <a:pathLst>
                <a:path w="66" h="1390">
                  <a:moveTo>
                    <a:pt x="0" y="1390"/>
                  </a:moveTo>
                  <a:lnTo>
                    <a:pt x="32" y="1390"/>
                  </a:lnTo>
                  <a:lnTo>
                    <a:pt x="66" y="1390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3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36" name=""/>
            <p:cNvSpPr/>
            <p:nvPr/>
          </p:nvSpPr>
          <p:spPr>
            <a:xfrm rot="0">
              <a:off x="1509" y="3288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37" name=""/>
            <p:cNvSpPr/>
            <p:nvPr/>
          </p:nvSpPr>
          <p:spPr>
            <a:xfrm rot="0">
              <a:off x="1509" y="3288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38" name=""/>
            <p:cNvSpPr/>
            <p:nvPr/>
          </p:nvSpPr>
          <p:spPr>
            <a:xfrm rot="0">
              <a:off x="1711" y="2557"/>
              <a:ext cx="10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39" name=""/>
            <p:cNvSpPr/>
            <p:nvPr/>
          </p:nvSpPr>
          <p:spPr>
            <a:xfrm rot="0">
              <a:off x="1711" y="2557"/>
              <a:ext cx="10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40" name=""/>
            <p:cNvSpPr/>
            <p:nvPr/>
          </p:nvSpPr>
          <p:spPr>
            <a:xfrm rot="0">
              <a:off x="1721" y="2557"/>
              <a:ext cx="463" cy="22"/>
            </a:xfrm>
            <a:custGeom>
              <a:avLst/>
              <a:ahLst/>
              <a:rect l="0" t="0" r="r" b="b"/>
              <a:pathLst>
                <a:path w="1388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1388" y="66"/>
                  </a:lnTo>
                  <a:lnTo>
                    <a:pt x="1388" y="34"/>
                  </a:lnTo>
                  <a:lnTo>
                    <a:pt x="138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41" name=""/>
            <p:cNvSpPr/>
            <p:nvPr/>
          </p:nvSpPr>
          <p:spPr>
            <a:xfrm rot="0">
              <a:off x="1721" y="2557"/>
              <a:ext cx="463" cy="22"/>
            </a:xfrm>
            <a:custGeom>
              <a:avLst/>
              <a:ahLst/>
              <a:rect l="0" t="0" r="r" b="b"/>
              <a:pathLst>
                <a:path w="1388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1388" y="66"/>
                  </a:lnTo>
                  <a:lnTo>
                    <a:pt x="1388" y="34"/>
                  </a:lnTo>
                  <a:lnTo>
                    <a:pt x="138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42" name=""/>
            <p:cNvSpPr/>
            <p:nvPr/>
          </p:nvSpPr>
          <p:spPr>
            <a:xfrm rot="0">
              <a:off x="2184" y="2557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43" name=""/>
            <p:cNvSpPr/>
            <p:nvPr/>
          </p:nvSpPr>
          <p:spPr>
            <a:xfrm rot="0">
              <a:off x="2184" y="2557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44" name=""/>
            <p:cNvSpPr/>
            <p:nvPr/>
          </p:nvSpPr>
          <p:spPr>
            <a:xfrm rot="0">
              <a:off x="1711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45" name=""/>
            <p:cNvSpPr/>
            <p:nvPr/>
          </p:nvSpPr>
          <p:spPr>
            <a:xfrm rot="0">
              <a:off x="1711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46" name=""/>
            <p:cNvSpPr/>
            <p:nvPr/>
          </p:nvSpPr>
          <p:spPr>
            <a:xfrm rot="0">
              <a:off x="1711" y="2569"/>
              <a:ext cx="22" cy="481"/>
            </a:xfrm>
            <a:custGeom>
              <a:avLst/>
              <a:ahLst/>
              <a:rect l="0" t="0" r="r" b="b"/>
              <a:pathLst>
                <a:path w="66" h="1445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45"/>
                  </a:lnTo>
                  <a:lnTo>
                    <a:pt x="32" y="1445"/>
                  </a:lnTo>
                  <a:lnTo>
                    <a:pt x="66" y="1445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47" name=""/>
            <p:cNvSpPr/>
            <p:nvPr/>
          </p:nvSpPr>
          <p:spPr>
            <a:xfrm rot="0">
              <a:off x="1711" y="2569"/>
              <a:ext cx="22" cy="481"/>
            </a:xfrm>
            <a:custGeom>
              <a:avLst/>
              <a:ahLst/>
              <a:rect l="0" t="0" r="r" b="b"/>
              <a:pathLst>
                <a:path w="66" h="1445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45"/>
                  </a:lnTo>
                  <a:lnTo>
                    <a:pt x="32" y="1445"/>
                  </a:lnTo>
                  <a:lnTo>
                    <a:pt x="66" y="1445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48" name=""/>
            <p:cNvSpPr/>
            <p:nvPr/>
          </p:nvSpPr>
          <p:spPr>
            <a:xfrm rot="0">
              <a:off x="1711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49" name=""/>
            <p:cNvSpPr/>
            <p:nvPr/>
          </p:nvSpPr>
          <p:spPr>
            <a:xfrm rot="0">
              <a:off x="1711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50" name=""/>
            <p:cNvSpPr/>
            <p:nvPr/>
          </p:nvSpPr>
          <p:spPr>
            <a:xfrm rot="0">
              <a:off x="2184" y="30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51" name=""/>
            <p:cNvSpPr/>
            <p:nvPr/>
          </p:nvSpPr>
          <p:spPr>
            <a:xfrm rot="0">
              <a:off x="2184" y="30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52" name=""/>
            <p:cNvSpPr/>
            <p:nvPr/>
          </p:nvSpPr>
          <p:spPr>
            <a:xfrm rot="0">
              <a:off x="1721" y="3039"/>
              <a:ext cx="463" cy="22"/>
            </a:xfrm>
            <a:custGeom>
              <a:avLst/>
              <a:ahLst/>
              <a:rect l="0" t="0" r="r" b="b"/>
              <a:pathLst>
                <a:path w="1388" h="67">
                  <a:moveTo>
                    <a:pt x="1388" y="67"/>
                  </a:moveTo>
                  <a:lnTo>
                    <a:pt x="1388" y="34"/>
                  </a:lnTo>
                  <a:lnTo>
                    <a:pt x="138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388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53" name=""/>
            <p:cNvSpPr/>
            <p:nvPr/>
          </p:nvSpPr>
          <p:spPr>
            <a:xfrm rot="0">
              <a:off x="1721" y="3039"/>
              <a:ext cx="463" cy="22"/>
            </a:xfrm>
            <a:custGeom>
              <a:avLst/>
              <a:ahLst/>
              <a:rect l="0" t="0" r="r" b="b"/>
              <a:pathLst>
                <a:path w="1388" h="67">
                  <a:moveTo>
                    <a:pt x="1388" y="67"/>
                  </a:moveTo>
                  <a:lnTo>
                    <a:pt x="1388" y="34"/>
                  </a:lnTo>
                  <a:lnTo>
                    <a:pt x="138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388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54" name=""/>
            <p:cNvSpPr/>
            <p:nvPr/>
          </p:nvSpPr>
          <p:spPr>
            <a:xfrm rot="0">
              <a:off x="1711" y="3039"/>
              <a:ext cx="10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55" name=""/>
            <p:cNvSpPr/>
            <p:nvPr/>
          </p:nvSpPr>
          <p:spPr>
            <a:xfrm rot="0">
              <a:off x="1711" y="3039"/>
              <a:ext cx="10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56" name=""/>
            <p:cNvSpPr/>
            <p:nvPr/>
          </p:nvSpPr>
          <p:spPr>
            <a:xfrm rot="0">
              <a:off x="1896" y="2891"/>
              <a:ext cx="14" cy="22"/>
            </a:xfrm>
            <a:custGeom>
              <a:avLst/>
              <a:ahLst/>
              <a:rect l="0" t="0" r="r" b="b"/>
              <a:pathLst>
                <a:path w="42" h="65">
                  <a:moveTo>
                    <a:pt x="33" y="32"/>
                  </a:moveTo>
                  <a:lnTo>
                    <a:pt x="24" y="65"/>
                  </a:lnTo>
                  <a:lnTo>
                    <a:pt x="15" y="60"/>
                  </a:lnTo>
                  <a:lnTo>
                    <a:pt x="7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6" y="14"/>
                  </a:lnTo>
                  <a:lnTo>
                    <a:pt x="12" y="6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3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57" name=""/>
            <p:cNvSpPr/>
            <p:nvPr/>
          </p:nvSpPr>
          <p:spPr>
            <a:xfrm rot="0">
              <a:off x="1896" y="2891"/>
              <a:ext cx="14" cy="22"/>
            </a:xfrm>
            <a:custGeom>
              <a:avLst/>
              <a:ahLst/>
              <a:rect l="0" t="0" r="r" b="b"/>
              <a:pathLst>
                <a:path w="42" h="65">
                  <a:moveTo>
                    <a:pt x="24" y="65"/>
                  </a:moveTo>
                  <a:lnTo>
                    <a:pt x="15" y="60"/>
                  </a:lnTo>
                  <a:lnTo>
                    <a:pt x="7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6" y="14"/>
                  </a:lnTo>
                  <a:lnTo>
                    <a:pt x="12" y="6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58" name=""/>
            <p:cNvSpPr/>
            <p:nvPr/>
          </p:nvSpPr>
          <p:spPr>
            <a:xfrm rot="0">
              <a:off x="1904" y="2891"/>
              <a:ext cx="283" cy="96"/>
            </a:xfrm>
            <a:custGeom>
              <a:avLst/>
              <a:ahLst/>
              <a:rect l="0" t="0" r="r" b="b"/>
              <a:pathLst>
                <a:path w="850" h="287">
                  <a:moveTo>
                    <a:pt x="18" y="0"/>
                  </a:moveTo>
                  <a:lnTo>
                    <a:pt x="9" y="32"/>
                  </a:lnTo>
                  <a:lnTo>
                    <a:pt x="0" y="65"/>
                  </a:lnTo>
                  <a:lnTo>
                    <a:pt x="832" y="287"/>
                  </a:lnTo>
                  <a:lnTo>
                    <a:pt x="841" y="254"/>
                  </a:lnTo>
                  <a:lnTo>
                    <a:pt x="850" y="22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59" name=""/>
            <p:cNvSpPr/>
            <p:nvPr/>
          </p:nvSpPr>
          <p:spPr>
            <a:xfrm rot="0">
              <a:off x="1904" y="2891"/>
              <a:ext cx="283" cy="96"/>
            </a:xfrm>
            <a:custGeom>
              <a:avLst/>
              <a:ahLst/>
              <a:rect l="0" t="0" r="r" b="b"/>
              <a:pathLst>
                <a:path w="850" h="287">
                  <a:moveTo>
                    <a:pt x="18" y="0"/>
                  </a:moveTo>
                  <a:lnTo>
                    <a:pt x="9" y="32"/>
                  </a:lnTo>
                  <a:lnTo>
                    <a:pt x="0" y="65"/>
                  </a:lnTo>
                  <a:lnTo>
                    <a:pt x="832" y="287"/>
                  </a:lnTo>
                  <a:lnTo>
                    <a:pt x="841" y="254"/>
                  </a:lnTo>
                  <a:lnTo>
                    <a:pt x="850" y="221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60" name=""/>
            <p:cNvSpPr/>
            <p:nvPr/>
          </p:nvSpPr>
          <p:spPr>
            <a:xfrm rot="0">
              <a:off x="2181" y="2965"/>
              <a:ext cx="14" cy="22"/>
            </a:xfrm>
            <a:custGeom>
              <a:avLst/>
              <a:ahLst/>
              <a:rect l="0" t="0" r="r" b="b"/>
              <a:pathLst>
                <a:path w="42" h="66">
                  <a:moveTo>
                    <a:pt x="9" y="33"/>
                  </a:moveTo>
                  <a:lnTo>
                    <a:pt x="18" y="0"/>
                  </a:lnTo>
                  <a:lnTo>
                    <a:pt x="27" y="6"/>
                  </a:lnTo>
                  <a:lnTo>
                    <a:pt x="35" y="12"/>
                  </a:lnTo>
                  <a:lnTo>
                    <a:pt x="40" y="21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36" y="51"/>
                  </a:lnTo>
                  <a:lnTo>
                    <a:pt x="30" y="59"/>
                  </a:lnTo>
                  <a:lnTo>
                    <a:pt x="21" y="64"/>
                  </a:lnTo>
                  <a:lnTo>
                    <a:pt x="10" y="66"/>
                  </a:lnTo>
                  <a:lnTo>
                    <a:pt x="0" y="66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61" name=""/>
            <p:cNvSpPr/>
            <p:nvPr/>
          </p:nvSpPr>
          <p:spPr>
            <a:xfrm rot="0">
              <a:off x="2181" y="2965"/>
              <a:ext cx="14" cy="22"/>
            </a:xfrm>
            <a:custGeom>
              <a:avLst/>
              <a:ahLst/>
              <a:rect l="0" t="0" r="r" b="b"/>
              <a:pathLst>
                <a:path w="42" h="66">
                  <a:moveTo>
                    <a:pt x="18" y="0"/>
                  </a:moveTo>
                  <a:lnTo>
                    <a:pt x="27" y="6"/>
                  </a:lnTo>
                  <a:lnTo>
                    <a:pt x="35" y="12"/>
                  </a:lnTo>
                  <a:lnTo>
                    <a:pt x="40" y="21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36" y="51"/>
                  </a:lnTo>
                  <a:lnTo>
                    <a:pt x="30" y="59"/>
                  </a:lnTo>
                  <a:lnTo>
                    <a:pt x="21" y="64"/>
                  </a:lnTo>
                  <a:lnTo>
                    <a:pt x="10" y="66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62" name=""/>
            <p:cNvSpPr/>
            <p:nvPr/>
          </p:nvSpPr>
          <p:spPr>
            <a:xfrm rot="0">
              <a:off x="1896" y="270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63" name=""/>
            <p:cNvSpPr/>
            <p:nvPr/>
          </p:nvSpPr>
          <p:spPr>
            <a:xfrm rot="0">
              <a:off x="1896" y="2706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64" name=""/>
            <p:cNvSpPr/>
            <p:nvPr/>
          </p:nvSpPr>
          <p:spPr>
            <a:xfrm rot="0">
              <a:off x="1896" y="2717"/>
              <a:ext cx="22" cy="185"/>
            </a:xfrm>
            <a:custGeom>
              <a:avLst/>
              <a:ahLst/>
              <a:rect l="0" t="0" r="r" b="b"/>
              <a:pathLst>
                <a:path w="67" h="555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55"/>
                  </a:lnTo>
                  <a:lnTo>
                    <a:pt x="33" y="555"/>
                  </a:lnTo>
                  <a:lnTo>
                    <a:pt x="67" y="555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65" name=""/>
            <p:cNvSpPr/>
            <p:nvPr/>
          </p:nvSpPr>
          <p:spPr>
            <a:xfrm rot="0">
              <a:off x="1896" y="2717"/>
              <a:ext cx="22" cy="185"/>
            </a:xfrm>
            <a:custGeom>
              <a:avLst/>
              <a:ahLst/>
              <a:rect l="0" t="0" r="r" b="b"/>
              <a:pathLst>
                <a:path w="67" h="555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555"/>
                  </a:lnTo>
                  <a:lnTo>
                    <a:pt x="33" y="555"/>
                  </a:lnTo>
                  <a:lnTo>
                    <a:pt x="67" y="555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66" name=""/>
            <p:cNvSpPr/>
            <p:nvPr/>
          </p:nvSpPr>
          <p:spPr>
            <a:xfrm rot="0">
              <a:off x="1896" y="2902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67" name=""/>
            <p:cNvSpPr/>
            <p:nvPr/>
          </p:nvSpPr>
          <p:spPr>
            <a:xfrm rot="0">
              <a:off x="1896" y="2902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68" name=""/>
            <p:cNvSpPr/>
            <p:nvPr/>
          </p:nvSpPr>
          <p:spPr>
            <a:xfrm rot="0">
              <a:off x="2181" y="2632"/>
              <a:ext cx="14" cy="21"/>
            </a:xfrm>
            <a:custGeom>
              <a:avLst/>
              <a:ahLst/>
              <a:rect l="0" t="0" r="r" b="b"/>
              <a:pathLst>
                <a:path w="42" h="65">
                  <a:moveTo>
                    <a:pt x="9" y="33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1" y="1"/>
                  </a:lnTo>
                  <a:lnTo>
                    <a:pt x="30" y="6"/>
                  </a:lnTo>
                  <a:lnTo>
                    <a:pt x="36" y="14"/>
                  </a:lnTo>
                  <a:lnTo>
                    <a:pt x="42" y="23"/>
                  </a:lnTo>
                  <a:lnTo>
                    <a:pt x="42" y="34"/>
                  </a:lnTo>
                  <a:lnTo>
                    <a:pt x="40" y="44"/>
                  </a:lnTo>
                  <a:lnTo>
                    <a:pt x="35" y="53"/>
                  </a:lnTo>
                  <a:lnTo>
                    <a:pt x="27" y="60"/>
                  </a:lnTo>
                  <a:lnTo>
                    <a:pt x="18" y="65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69" name=""/>
            <p:cNvSpPr/>
            <p:nvPr/>
          </p:nvSpPr>
          <p:spPr>
            <a:xfrm rot="0">
              <a:off x="2181" y="2632"/>
              <a:ext cx="14" cy="21"/>
            </a:xfrm>
            <a:custGeom>
              <a:avLst/>
              <a:ahLst/>
              <a:rect l="0" t="0" r="r" b="b"/>
              <a:pathLst>
                <a:path w="42" h="65">
                  <a:moveTo>
                    <a:pt x="0" y="0"/>
                  </a:moveTo>
                  <a:lnTo>
                    <a:pt x="10" y="0"/>
                  </a:lnTo>
                  <a:lnTo>
                    <a:pt x="21" y="1"/>
                  </a:lnTo>
                  <a:lnTo>
                    <a:pt x="30" y="6"/>
                  </a:lnTo>
                  <a:lnTo>
                    <a:pt x="36" y="14"/>
                  </a:lnTo>
                  <a:lnTo>
                    <a:pt x="42" y="23"/>
                  </a:lnTo>
                  <a:lnTo>
                    <a:pt x="42" y="34"/>
                  </a:lnTo>
                  <a:lnTo>
                    <a:pt x="40" y="44"/>
                  </a:lnTo>
                  <a:lnTo>
                    <a:pt x="35" y="53"/>
                  </a:lnTo>
                  <a:lnTo>
                    <a:pt x="27" y="60"/>
                  </a:lnTo>
                  <a:lnTo>
                    <a:pt x="18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70" name=""/>
            <p:cNvSpPr/>
            <p:nvPr/>
          </p:nvSpPr>
          <p:spPr>
            <a:xfrm rot="0">
              <a:off x="1904" y="2632"/>
              <a:ext cx="283" cy="96"/>
            </a:xfrm>
            <a:custGeom>
              <a:avLst/>
              <a:ahLst/>
              <a:rect l="0" t="0" r="r" b="b"/>
              <a:pathLst>
                <a:path w="850" h="288">
                  <a:moveTo>
                    <a:pt x="850" y="65"/>
                  </a:moveTo>
                  <a:lnTo>
                    <a:pt x="841" y="33"/>
                  </a:lnTo>
                  <a:lnTo>
                    <a:pt x="832" y="0"/>
                  </a:lnTo>
                  <a:lnTo>
                    <a:pt x="0" y="223"/>
                  </a:lnTo>
                  <a:lnTo>
                    <a:pt x="9" y="256"/>
                  </a:lnTo>
                  <a:lnTo>
                    <a:pt x="18" y="288"/>
                  </a:lnTo>
                  <a:lnTo>
                    <a:pt x="85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71" name=""/>
            <p:cNvSpPr/>
            <p:nvPr/>
          </p:nvSpPr>
          <p:spPr>
            <a:xfrm rot="0">
              <a:off x="1904" y="2632"/>
              <a:ext cx="283" cy="96"/>
            </a:xfrm>
            <a:custGeom>
              <a:avLst/>
              <a:ahLst/>
              <a:rect l="0" t="0" r="r" b="b"/>
              <a:pathLst>
                <a:path w="850" h="288">
                  <a:moveTo>
                    <a:pt x="850" y="65"/>
                  </a:moveTo>
                  <a:lnTo>
                    <a:pt x="841" y="33"/>
                  </a:lnTo>
                  <a:lnTo>
                    <a:pt x="832" y="0"/>
                  </a:lnTo>
                  <a:lnTo>
                    <a:pt x="0" y="223"/>
                  </a:lnTo>
                  <a:lnTo>
                    <a:pt x="9" y="256"/>
                  </a:lnTo>
                  <a:lnTo>
                    <a:pt x="18" y="288"/>
                  </a:lnTo>
                  <a:lnTo>
                    <a:pt x="85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72" name=""/>
            <p:cNvSpPr/>
            <p:nvPr/>
          </p:nvSpPr>
          <p:spPr>
            <a:xfrm rot="0">
              <a:off x="1896" y="2706"/>
              <a:ext cx="14" cy="22"/>
            </a:xfrm>
            <a:custGeom>
              <a:avLst/>
              <a:ahLst/>
              <a:rect l="0" t="0" r="r" b="b"/>
              <a:pathLst>
                <a:path w="42" h="65">
                  <a:moveTo>
                    <a:pt x="33" y="33"/>
                  </a:moveTo>
                  <a:lnTo>
                    <a:pt x="42" y="65"/>
                  </a:lnTo>
                  <a:lnTo>
                    <a:pt x="32" y="65"/>
                  </a:lnTo>
                  <a:lnTo>
                    <a:pt x="21" y="64"/>
                  </a:lnTo>
                  <a:lnTo>
                    <a:pt x="12" y="59"/>
                  </a:lnTo>
                  <a:lnTo>
                    <a:pt x="6" y="51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2" y="21"/>
                  </a:lnTo>
                  <a:lnTo>
                    <a:pt x="7" y="12"/>
                  </a:lnTo>
                  <a:lnTo>
                    <a:pt x="15" y="5"/>
                  </a:lnTo>
                  <a:lnTo>
                    <a:pt x="24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73" name=""/>
            <p:cNvSpPr/>
            <p:nvPr/>
          </p:nvSpPr>
          <p:spPr>
            <a:xfrm rot="0">
              <a:off x="1896" y="2706"/>
              <a:ext cx="14" cy="22"/>
            </a:xfrm>
            <a:custGeom>
              <a:avLst/>
              <a:ahLst/>
              <a:rect l="0" t="0" r="r" b="b"/>
              <a:pathLst>
                <a:path w="42" h="65">
                  <a:moveTo>
                    <a:pt x="42" y="65"/>
                  </a:moveTo>
                  <a:lnTo>
                    <a:pt x="32" y="65"/>
                  </a:lnTo>
                  <a:lnTo>
                    <a:pt x="21" y="64"/>
                  </a:lnTo>
                  <a:lnTo>
                    <a:pt x="12" y="59"/>
                  </a:lnTo>
                  <a:lnTo>
                    <a:pt x="6" y="51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2" y="21"/>
                  </a:lnTo>
                  <a:lnTo>
                    <a:pt x="7" y="12"/>
                  </a:lnTo>
                  <a:lnTo>
                    <a:pt x="15" y="5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74" name=""/>
            <p:cNvSpPr/>
            <p:nvPr/>
          </p:nvSpPr>
          <p:spPr>
            <a:xfrm rot="0">
              <a:off x="2173" y="2557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75" name=""/>
            <p:cNvSpPr/>
            <p:nvPr/>
          </p:nvSpPr>
          <p:spPr>
            <a:xfrm rot="0">
              <a:off x="2173" y="2557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76" name=""/>
            <p:cNvSpPr/>
            <p:nvPr/>
          </p:nvSpPr>
          <p:spPr>
            <a:xfrm rot="0">
              <a:off x="2173" y="2569"/>
              <a:ext cx="22" cy="74"/>
            </a:xfrm>
            <a:custGeom>
              <a:avLst/>
              <a:ahLst/>
              <a:rect l="0" t="0" r="r" b="b"/>
              <a:pathLst>
                <a:path w="67" h="222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22"/>
                  </a:lnTo>
                  <a:lnTo>
                    <a:pt x="33" y="222"/>
                  </a:lnTo>
                  <a:lnTo>
                    <a:pt x="67" y="222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77" name=""/>
            <p:cNvSpPr/>
            <p:nvPr/>
          </p:nvSpPr>
          <p:spPr>
            <a:xfrm rot="0">
              <a:off x="2173" y="2569"/>
              <a:ext cx="22" cy="74"/>
            </a:xfrm>
            <a:custGeom>
              <a:avLst/>
              <a:ahLst/>
              <a:rect l="0" t="0" r="r" b="b"/>
              <a:pathLst>
                <a:path w="67" h="222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22"/>
                  </a:lnTo>
                  <a:lnTo>
                    <a:pt x="33" y="222"/>
                  </a:lnTo>
                  <a:lnTo>
                    <a:pt x="67" y="222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78" name=""/>
            <p:cNvSpPr/>
            <p:nvPr/>
          </p:nvSpPr>
          <p:spPr>
            <a:xfrm rot="0">
              <a:off x="2173" y="2643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79" name=""/>
            <p:cNvSpPr/>
            <p:nvPr/>
          </p:nvSpPr>
          <p:spPr>
            <a:xfrm rot="0">
              <a:off x="2173" y="2643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0" name=""/>
            <p:cNvSpPr/>
            <p:nvPr/>
          </p:nvSpPr>
          <p:spPr>
            <a:xfrm rot="0">
              <a:off x="2173" y="296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4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81" name=""/>
            <p:cNvSpPr/>
            <p:nvPr/>
          </p:nvSpPr>
          <p:spPr>
            <a:xfrm rot="0">
              <a:off x="2173" y="296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4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2" name=""/>
            <p:cNvSpPr/>
            <p:nvPr/>
          </p:nvSpPr>
          <p:spPr>
            <a:xfrm rot="0">
              <a:off x="2173" y="2976"/>
              <a:ext cx="22" cy="74"/>
            </a:xfrm>
            <a:custGeom>
              <a:avLst/>
              <a:ahLst/>
              <a:rect l="0" t="0" r="r" b="b"/>
              <a:pathLst>
                <a:path w="67" h="22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23"/>
                  </a:lnTo>
                  <a:lnTo>
                    <a:pt x="33" y="223"/>
                  </a:lnTo>
                  <a:lnTo>
                    <a:pt x="67" y="223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83" name=""/>
            <p:cNvSpPr/>
            <p:nvPr/>
          </p:nvSpPr>
          <p:spPr>
            <a:xfrm rot="0">
              <a:off x="2173" y="2976"/>
              <a:ext cx="22" cy="74"/>
            </a:xfrm>
            <a:custGeom>
              <a:avLst/>
              <a:ahLst/>
              <a:rect l="0" t="0" r="r" b="b"/>
              <a:pathLst>
                <a:path w="67" h="22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23"/>
                  </a:lnTo>
                  <a:lnTo>
                    <a:pt x="33" y="223"/>
                  </a:lnTo>
                  <a:lnTo>
                    <a:pt x="67" y="223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4" name=""/>
            <p:cNvSpPr/>
            <p:nvPr/>
          </p:nvSpPr>
          <p:spPr>
            <a:xfrm rot="0">
              <a:off x="2173" y="3050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8685" name=""/>
            <p:cNvSpPr/>
            <p:nvPr/>
          </p:nvSpPr>
          <p:spPr>
            <a:xfrm rot="0">
              <a:off x="2173" y="3050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3" y="31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6" name=""/>
            <p:cNvSpPr/>
            <p:nvPr/>
          </p:nvSpPr>
          <p:spPr>
            <a:xfrm rot="0">
              <a:off x="625" y="2907"/>
              <a:ext cx="1" cy="14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7" name=""/>
            <p:cNvSpPr/>
            <p:nvPr/>
          </p:nvSpPr>
          <p:spPr>
            <a:xfrm rot="0" flipH="1">
              <a:off x="625" y="3050"/>
              <a:ext cx="16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8" name=""/>
            <p:cNvSpPr/>
            <p:nvPr/>
          </p:nvSpPr>
          <p:spPr>
            <a:xfrm rot="0">
              <a:off x="1652" y="2809"/>
              <a:ext cx="10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89" name=""/>
            <p:cNvSpPr/>
            <p:nvPr/>
          </p:nvSpPr>
          <p:spPr>
            <a:xfrm rot="0">
              <a:off x="1783" y="2809"/>
              <a:ext cx="3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0" name=""/>
            <p:cNvSpPr/>
            <p:nvPr/>
          </p:nvSpPr>
          <p:spPr>
            <a:xfrm rot="0">
              <a:off x="1842" y="2809"/>
              <a:ext cx="17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1" name=""/>
            <p:cNvSpPr/>
            <p:nvPr/>
          </p:nvSpPr>
          <p:spPr>
            <a:xfrm rot="0">
              <a:off x="2047" y="2809"/>
              <a:ext cx="3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2" name=""/>
            <p:cNvSpPr/>
            <p:nvPr/>
          </p:nvSpPr>
          <p:spPr>
            <a:xfrm rot="0">
              <a:off x="2107" y="2809"/>
              <a:ext cx="10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3" name=""/>
            <p:cNvSpPr/>
            <p:nvPr/>
          </p:nvSpPr>
          <p:spPr>
            <a:xfrm rot="0">
              <a:off x="1809" y="2648"/>
              <a:ext cx="39" cy="52"/>
            </a:xfrm>
            <a:custGeom>
              <a:avLst/>
              <a:ahLst/>
              <a:rect l="0" t="0" r="r" b="b"/>
              <a:pathLst>
                <a:path w="117" h="157">
                  <a:moveTo>
                    <a:pt x="0" y="157"/>
                  </a:moveTo>
                  <a:lnTo>
                    <a:pt x="39" y="0"/>
                  </a:lnTo>
                  <a:lnTo>
                    <a:pt x="82" y="0"/>
                  </a:lnTo>
                  <a:lnTo>
                    <a:pt x="99" y="4"/>
                  </a:lnTo>
                  <a:lnTo>
                    <a:pt x="108" y="8"/>
                  </a:lnTo>
                  <a:lnTo>
                    <a:pt x="117" y="21"/>
                  </a:lnTo>
                  <a:lnTo>
                    <a:pt x="117" y="34"/>
                  </a:lnTo>
                  <a:lnTo>
                    <a:pt x="112" y="53"/>
                  </a:lnTo>
                  <a:lnTo>
                    <a:pt x="99" y="70"/>
                  </a:lnTo>
                  <a:lnTo>
                    <a:pt x="86" y="79"/>
                  </a:lnTo>
                  <a:lnTo>
                    <a:pt x="69" y="87"/>
                  </a:lnTo>
                  <a:lnTo>
                    <a:pt x="21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4" name=""/>
            <p:cNvSpPr/>
            <p:nvPr/>
          </p:nvSpPr>
          <p:spPr>
            <a:xfrm rot="0" flipV="1">
              <a:off x="1865" y="2648"/>
              <a:ext cx="6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5" name=""/>
            <p:cNvSpPr/>
            <p:nvPr/>
          </p:nvSpPr>
          <p:spPr>
            <a:xfrm rot="0" flipH="1">
              <a:off x="1880" y="2648"/>
              <a:ext cx="6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6" name=""/>
            <p:cNvSpPr/>
            <p:nvPr/>
          </p:nvSpPr>
          <p:spPr>
            <a:xfrm rot="0" flipV="1">
              <a:off x="418" y="676"/>
              <a:ext cx="17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7" name=""/>
            <p:cNvSpPr/>
            <p:nvPr/>
          </p:nvSpPr>
          <p:spPr>
            <a:xfrm rot="0">
              <a:off x="426" y="659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8" name=""/>
            <p:cNvSpPr/>
            <p:nvPr/>
          </p:nvSpPr>
          <p:spPr>
            <a:xfrm rot="0" flipV="1">
              <a:off x="420" y="658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699" name=""/>
            <p:cNvSpPr/>
            <p:nvPr/>
          </p:nvSpPr>
          <p:spPr>
            <a:xfrm rot="0">
              <a:off x="441" y="623"/>
              <a:ext cx="5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0" name=""/>
            <p:cNvSpPr/>
            <p:nvPr/>
          </p:nvSpPr>
          <p:spPr>
            <a:xfrm rot="0">
              <a:off x="433" y="618"/>
              <a:ext cx="16" cy="79"/>
            </a:xfrm>
            <a:custGeom>
              <a:avLst/>
              <a:ahLst/>
              <a:rect l="0" t="0" r="r" b="b"/>
              <a:pathLst>
                <a:path w="48" h="238">
                  <a:moveTo>
                    <a:pt x="0" y="0"/>
                  </a:moveTo>
                  <a:lnTo>
                    <a:pt x="10" y="134"/>
                  </a:lnTo>
                  <a:lnTo>
                    <a:pt x="25" y="198"/>
                  </a:lnTo>
                  <a:lnTo>
                    <a:pt x="48" y="238"/>
                  </a:lnTo>
                  <a:lnTo>
                    <a:pt x="43" y="1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1" name=""/>
            <p:cNvSpPr/>
            <p:nvPr/>
          </p:nvSpPr>
          <p:spPr>
            <a:xfrm rot="0" flipV="1">
              <a:off x="420" y="641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2" name=""/>
            <p:cNvSpPr/>
            <p:nvPr/>
          </p:nvSpPr>
          <p:spPr>
            <a:xfrm rot="0">
              <a:off x="406" y="623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3" name=""/>
            <p:cNvSpPr/>
            <p:nvPr/>
          </p:nvSpPr>
          <p:spPr>
            <a:xfrm rot="0" flipH="1">
              <a:off x="407" y="672"/>
              <a:ext cx="13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4" name=""/>
            <p:cNvSpPr/>
            <p:nvPr/>
          </p:nvSpPr>
          <p:spPr>
            <a:xfrm rot="0" flipV="1">
              <a:off x="412" y="646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5" name=""/>
            <p:cNvSpPr/>
            <p:nvPr/>
          </p:nvSpPr>
          <p:spPr>
            <a:xfrm rot="0" flipH="1">
              <a:off x="399" y="649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6" name=""/>
            <p:cNvSpPr/>
            <p:nvPr/>
          </p:nvSpPr>
          <p:spPr>
            <a:xfrm rot="0" flipV="1">
              <a:off x="476" y="654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7" name=""/>
            <p:cNvSpPr/>
            <p:nvPr/>
          </p:nvSpPr>
          <p:spPr>
            <a:xfrm rot="0" flipV="1">
              <a:off x="501" y="651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8" name=""/>
            <p:cNvSpPr/>
            <p:nvPr/>
          </p:nvSpPr>
          <p:spPr>
            <a:xfrm rot="0" flipV="1">
              <a:off x="465" y="686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09" name=""/>
            <p:cNvSpPr/>
            <p:nvPr/>
          </p:nvSpPr>
          <p:spPr>
            <a:xfrm rot="0">
              <a:off x="464" y="653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0" name=""/>
            <p:cNvSpPr/>
            <p:nvPr/>
          </p:nvSpPr>
          <p:spPr>
            <a:xfrm rot="0">
              <a:off x="483" y="641"/>
              <a:ext cx="1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1" name=""/>
            <p:cNvSpPr/>
            <p:nvPr/>
          </p:nvSpPr>
          <p:spPr>
            <a:xfrm rot="0" flipH="1">
              <a:off x="473" y="640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2" name=""/>
            <p:cNvSpPr/>
            <p:nvPr/>
          </p:nvSpPr>
          <p:spPr>
            <a:xfrm rot="0" flipV="1">
              <a:off x="493" y="637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3" name=""/>
            <p:cNvSpPr/>
            <p:nvPr/>
          </p:nvSpPr>
          <p:spPr>
            <a:xfrm rot="0" flipV="1">
              <a:off x="473" y="671"/>
              <a:ext cx="2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4" name=""/>
            <p:cNvSpPr/>
            <p:nvPr/>
          </p:nvSpPr>
          <p:spPr>
            <a:xfrm rot="0">
              <a:off x="473" y="636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5" name=""/>
            <p:cNvSpPr/>
            <p:nvPr/>
          </p:nvSpPr>
          <p:spPr>
            <a:xfrm rot="0" flipH="1">
              <a:off x="462" y="624"/>
              <a:ext cx="4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6" name=""/>
            <p:cNvSpPr/>
            <p:nvPr/>
          </p:nvSpPr>
          <p:spPr>
            <a:xfrm rot="0">
              <a:off x="528" y="632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7" name=""/>
            <p:cNvSpPr/>
            <p:nvPr/>
          </p:nvSpPr>
          <p:spPr>
            <a:xfrm rot="0" flipV="1">
              <a:off x="528" y="657"/>
              <a:ext cx="2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8" name=""/>
            <p:cNvSpPr/>
            <p:nvPr/>
          </p:nvSpPr>
          <p:spPr>
            <a:xfrm rot="0" flipH="1">
              <a:off x="557" y="632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19" name=""/>
            <p:cNvSpPr/>
            <p:nvPr/>
          </p:nvSpPr>
          <p:spPr>
            <a:xfrm rot="0">
              <a:off x="542" y="618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0" name=""/>
            <p:cNvSpPr/>
            <p:nvPr/>
          </p:nvSpPr>
          <p:spPr>
            <a:xfrm rot="0" flipV="1">
              <a:off x="526" y="690"/>
              <a:ext cx="3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1" name=""/>
            <p:cNvSpPr/>
            <p:nvPr/>
          </p:nvSpPr>
          <p:spPr>
            <a:xfrm rot="0" flipH="1">
              <a:off x="558" y="668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2" name=""/>
            <p:cNvSpPr/>
            <p:nvPr/>
          </p:nvSpPr>
          <p:spPr>
            <a:xfrm rot="0" flipV="1">
              <a:off x="526" y="670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3" name=""/>
            <p:cNvSpPr/>
            <p:nvPr/>
          </p:nvSpPr>
          <p:spPr>
            <a:xfrm rot="0" flipV="1">
              <a:off x="577" y="621"/>
              <a:ext cx="4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4" name=""/>
            <p:cNvSpPr/>
            <p:nvPr/>
          </p:nvSpPr>
          <p:spPr>
            <a:xfrm rot="0">
              <a:off x="600" y="624"/>
              <a:ext cx="1" cy="6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5" name=""/>
            <p:cNvSpPr/>
            <p:nvPr/>
          </p:nvSpPr>
          <p:spPr>
            <a:xfrm rot="0">
              <a:off x="606" y="644"/>
              <a:ext cx="16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6" name=""/>
            <p:cNvSpPr/>
            <p:nvPr/>
          </p:nvSpPr>
          <p:spPr>
            <a:xfrm rot="0" flipV="1">
              <a:off x="642" y="628"/>
              <a:ext cx="2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7" name=""/>
            <p:cNvSpPr/>
            <p:nvPr/>
          </p:nvSpPr>
          <p:spPr>
            <a:xfrm rot="0" flipV="1">
              <a:off x="648" y="644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8" name=""/>
            <p:cNvSpPr/>
            <p:nvPr/>
          </p:nvSpPr>
          <p:spPr>
            <a:xfrm rot="0" flipH="1">
              <a:off x="648" y="663"/>
              <a:ext cx="8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29" name=""/>
            <p:cNvSpPr/>
            <p:nvPr/>
          </p:nvSpPr>
          <p:spPr>
            <a:xfrm rot="0" flipV="1">
              <a:off x="639" y="629"/>
              <a:ext cx="16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0" name=""/>
            <p:cNvSpPr/>
            <p:nvPr/>
          </p:nvSpPr>
          <p:spPr>
            <a:xfrm rot="0">
              <a:off x="645" y="655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1" name=""/>
            <p:cNvSpPr/>
            <p:nvPr/>
          </p:nvSpPr>
          <p:spPr>
            <a:xfrm rot="0" flipV="1">
              <a:off x="672" y="636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2" name=""/>
            <p:cNvSpPr/>
            <p:nvPr/>
          </p:nvSpPr>
          <p:spPr>
            <a:xfrm rot="0">
              <a:off x="671" y="618"/>
              <a:ext cx="9" cy="79"/>
            </a:xfrm>
            <a:custGeom>
              <a:avLst/>
              <a:ahLst/>
              <a:rect l="0" t="0" r="r" b="b"/>
              <a:pathLst>
                <a:path w="29" h="238">
                  <a:moveTo>
                    <a:pt x="29" y="0"/>
                  </a:moveTo>
                  <a:lnTo>
                    <a:pt x="26" y="238"/>
                  </a:lnTo>
                  <a:lnTo>
                    <a:pt x="0" y="1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3" name=""/>
            <p:cNvSpPr/>
            <p:nvPr/>
          </p:nvSpPr>
          <p:spPr>
            <a:xfrm rot="0" flipV="1">
              <a:off x="656" y="641"/>
              <a:ext cx="7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4" name=""/>
            <p:cNvSpPr/>
            <p:nvPr/>
          </p:nvSpPr>
          <p:spPr>
            <a:xfrm rot="0" flipV="1">
              <a:off x="639" y="678"/>
              <a:ext cx="9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5" name=""/>
            <p:cNvSpPr/>
            <p:nvPr/>
          </p:nvSpPr>
          <p:spPr>
            <a:xfrm rot="0" flipV="1">
              <a:off x="695" y="651"/>
              <a:ext cx="2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6" name=""/>
            <p:cNvSpPr/>
            <p:nvPr/>
          </p:nvSpPr>
          <p:spPr>
            <a:xfrm rot="0">
              <a:off x="709" y="617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7" name=""/>
            <p:cNvSpPr/>
            <p:nvPr/>
          </p:nvSpPr>
          <p:spPr>
            <a:xfrm rot="0" flipV="1">
              <a:off x="700" y="640"/>
              <a:ext cx="1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8" name=""/>
            <p:cNvSpPr/>
            <p:nvPr/>
          </p:nvSpPr>
          <p:spPr>
            <a:xfrm rot="0">
              <a:off x="694" y="623"/>
              <a:ext cx="9" cy="37"/>
            </a:xfrm>
            <a:custGeom>
              <a:avLst/>
              <a:ahLst/>
              <a:rect l="0" t="0" r="r" b="b"/>
              <a:pathLst>
                <a:path w="28" h="111">
                  <a:moveTo>
                    <a:pt x="28" y="0"/>
                  </a:moveTo>
                  <a:lnTo>
                    <a:pt x="19" y="51"/>
                  </a:lnTo>
                  <a:lnTo>
                    <a:pt x="0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39" name=""/>
            <p:cNvSpPr/>
            <p:nvPr/>
          </p:nvSpPr>
          <p:spPr>
            <a:xfrm rot="0">
              <a:off x="717" y="616"/>
              <a:ext cx="9" cy="42"/>
            </a:xfrm>
            <a:custGeom>
              <a:avLst/>
              <a:ahLst/>
              <a:rect l="0" t="0" r="r" b="b"/>
              <a:pathLst>
                <a:path w="27" h="126">
                  <a:moveTo>
                    <a:pt x="27" y="0"/>
                  </a:moveTo>
                  <a:lnTo>
                    <a:pt x="17" y="72"/>
                  </a:lnTo>
                  <a:lnTo>
                    <a:pt x="0" y="1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0" name=""/>
            <p:cNvSpPr/>
            <p:nvPr/>
          </p:nvSpPr>
          <p:spPr>
            <a:xfrm rot="0" flipV="1">
              <a:off x="723" y="640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1" name=""/>
            <p:cNvSpPr/>
            <p:nvPr/>
          </p:nvSpPr>
          <p:spPr>
            <a:xfrm rot="0">
              <a:off x="729" y="637"/>
              <a:ext cx="13" cy="59"/>
            </a:xfrm>
            <a:custGeom>
              <a:avLst/>
              <a:ahLst/>
              <a:rect l="0" t="0" r="r" b="b"/>
              <a:pathLst>
                <a:path w="38" h="178">
                  <a:moveTo>
                    <a:pt x="38" y="0"/>
                  </a:moveTo>
                  <a:lnTo>
                    <a:pt x="20" y="178"/>
                  </a:lnTo>
                  <a:lnTo>
                    <a:pt x="0" y="1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2" name=""/>
            <p:cNvSpPr/>
            <p:nvPr/>
          </p:nvSpPr>
          <p:spPr>
            <a:xfrm rot="0">
              <a:off x="715" y="644"/>
              <a:ext cx="13" cy="35"/>
            </a:xfrm>
            <a:custGeom>
              <a:avLst/>
              <a:ahLst/>
              <a:rect l="0" t="0" r="r" b="b"/>
              <a:pathLst>
                <a:path w="38" h="105">
                  <a:moveTo>
                    <a:pt x="0" y="105"/>
                  </a:moveTo>
                  <a:lnTo>
                    <a:pt x="25" y="51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3" name=""/>
            <p:cNvSpPr/>
            <p:nvPr/>
          </p:nvSpPr>
          <p:spPr>
            <a:xfrm rot="0">
              <a:off x="715" y="667"/>
              <a:ext cx="14" cy="27"/>
            </a:xfrm>
            <a:custGeom>
              <a:avLst/>
              <a:ahLst/>
              <a:rect l="0" t="0" r="r" b="b"/>
              <a:pathLst>
                <a:path w="43" h="81">
                  <a:moveTo>
                    <a:pt x="43" y="0"/>
                  </a:moveTo>
                  <a:lnTo>
                    <a:pt x="23" y="48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4" name=""/>
            <p:cNvSpPr/>
            <p:nvPr/>
          </p:nvSpPr>
          <p:spPr>
            <a:xfrm rot="0" flipH="1">
              <a:off x="729" y="644"/>
              <a:ext cx="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5" name=""/>
            <p:cNvSpPr/>
            <p:nvPr/>
          </p:nvSpPr>
          <p:spPr>
            <a:xfrm rot="0" flipH="1">
              <a:off x="752" y="619"/>
              <a:ext cx="18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6" name=""/>
            <p:cNvSpPr/>
            <p:nvPr/>
          </p:nvSpPr>
          <p:spPr>
            <a:xfrm rot="0">
              <a:off x="785" y="618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7" name=""/>
            <p:cNvSpPr/>
            <p:nvPr/>
          </p:nvSpPr>
          <p:spPr>
            <a:xfrm rot="0">
              <a:off x="765" y="640"/>
              <a:ext cx="17" cy="42"/>
            </a:xfrm>
            <a:custGeom>
              <a:avLst/>
              <a:ahLst/>
              <a:rect l="0" t="0" r="r" b="b"/>
              <a:pathLst>
                <a:path w="51" h="127">
                  <a:moveTo>
                    <a:pt x="51" y="0"/>
                  </a:moveTo>
                  <a:lnTo>
                    <a:pt x="38" y="43"/>
                  </a:lnTo>
                  <a:lnTo>
                    <a:pt x="23" y="84"/>
                  </a:lnTo>
                  <a:lnTo>
                    <a:pt x="0" y="1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8" name=""/>
            <p:cNvSpPr/>
            <p:nvPr/>
          </p:nvSpPr>
          <p:spPr>
            <a:xfrm rot="0">
              <a:off x="785" y="640"/>
              <a:ext cx="21" cy="37"/>
            </a:xfrm>
            <a:custGeom>
              <a:avLst/>
              <a:ahLst/>
              <a:rect l="0" t="0" r="r" b="b"/>
              <a:pathLst>
                <a:path w="62" h="111">
                  <a:moveTo>
                    <a:pt x="0" y="0"/>
                  </a:moveTo>
                  <a:lnTo>
                    <a:pt x="51" y="111"/>
                  </a:lnTo>
                  <a:lnTo>
                    <a:pt x="62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49" name=""/>
            <p:cNvSpPr/>
            <p:nvPr/>
          </p:nvSpPr>
          <p:spPr>
            <a:xfrm rot="0" flipV="1">
              <a:off x="774" y="673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0" name=""/>
            <p:cNvSpPr/>
            <p:nvPr/>
          </p:nvSpPr>
          <p:spPr>
            <a:xfrm rot="0" flipV="1">
              <a:off x="763" y="635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1" name=""/>
            <p:cNvSpPr/>
            <p:nvPr/>
          </p:nvSpPr>
          <p:spPr>
            <a:xfrm rot="0" flipV="1">
              <a:off x="768" y="637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2" name=""/>
          <p:cNvGrpSpPr/>
          <p:nvPr/>
        </p:nvGrpSpPr>
        <p:grpSpPr>
          <a:xfrm rot="0">
            <a:off x="1087437" y="979487"/>
            <a:ext cx="2008187" cy="2366962"/>
            <a:chOff x="685" y="617"/>
            <a:chExt cx="1265" cy="1491"/>
          </a:xfrm>
        </p:grpSpPr>
        <p:sp>
          <p:nvSpPr>
            <p:cNvPr id="1058752" name=""/>
            <p:cNvSpPr/>
            <p:nvPr/>
          </p:nvSpPr>
          <p:spPr>
            <a:xfrm rot="0" flipH="1">
              <a:off x="821" y="618"/>
              <a:ext cx="15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3" name=""/>
            <p:cNvSpPr/>
            <p:nvPr/>
          </p:nvSpPr>
          <p:spPr>
            <a:xfrm rot="0">
              <a:off x="811" y="623"/>
              <a:ext cx="10" cy="73"/>
            </a:xfrm>
            <a:custGeom>
              <a:avLst/>
              <a:ahLst/>
              <a:rect l="0" t="0" r="r" b="b"/>
              <a:pathLst>
                <a:path w="30" h="221">
                  <a:moveTo>
                    <a:pt x="30" y="0"/>
                  </a:moveTo>
                  <a:lnTo>
                    <a:pt x="25" y="137"/>
                  </a:lnTo>
                  <a:lnTo>
                    <a:pt x="20" y="170"/>
                  </a:lnTo>
                  <a:lnTo>
                    <a:pt x="0" y="2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4" name=""/>
            <p:cNvSpPr/>
            <p:nvPr/>
          </p:nvSpPr>
          <p:spPr>
            <a:xfrm rot="0" flipH="1">
              <a:off x="832" y="640"/>
              <a:ext cx="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5" name=""/>
            <p:cNvSpPr/>
            <p:nvPr/>
          </p:nvSpPr>
          <p:spPr>
            <a:xfrm rot="0" flipV="1">
              <a:off x="819" y="661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6" name=""/>
            <p:cNvSpPr/>
            <p:nvPr/>
          </p:nvSpPr>
          <p:spPr>
            <a:xfrm rot="0" flipV="1">
              <a:off x="820" y="643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7" name=""/>
            <p:cNvSpPr/>
            <p:nvPr/>
          </p:nvSpPr>
          <p:spPr>
            <a:xfrm rot="0" flipH="1">
              <a:off x="843" y="621"/>
              <a:ext cx="17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8" name=""/>
            <p:cNvSpPr/>
            <p:nvPr/>
          </p:nvSpPr>
          <p:spPr>
            <a:xfrm rot="0">
              <a:off x="826" y="624"/>
              <a:ext cx="17" cy="73"/>
            </a:xfrm>
            <a:custGeom>
              <a:avLst/>
              <a:ahLst/>
              <a:rect l="0" t="0" r="r" b="b"/>
              <a:pathLst>
                <a:path w="51" h="218">
                  <a:moveTo>
                    <a:pt x="51" y="0"/>
                  </a:moveTo>
                  <a:lnTo>
                    <a:pt x="43" y="132"/>
                  </a:lnTo>
                  <a:lnTo>
                    <a:pt x="35" y="165"/>
                  </a:lnTo>
                  <a:lnTo>
                    <a:pt x="0" y="2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59" name=""/>
            <p:cNvSpPr/>
            <p:nvPr/>
          </p:nvSpPr>
          <p:spPr>
            <a:xfrm rot="0" flipV="1">
              <a:off x="841" y="648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0" name=""/>
            <p:cNvSpPr/>
            <p:nvPr/>
          </p:nvSpPr>
          <p:spPr>
            <a:xfrm rot="0">
              <a:off x="854" y="65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1" name=""/>
            <p:cNvSpPr/>
            <p:nvPr/>
          </p:nvSpPr>
          <p:spPr>
            <a:xfrm rot="0" flipH="1">
              <a:off x="876" y="618"/>
              <a:ext cx="1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2" name=""/>
            <p:cNvSpPr/>
            <p:nvPr/>
          </p:nvSpPr>
          <p:spPr>
            <a:xfrm rot="0" flipV="1">
              <a:off x="879" y="636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3" name=""/>
            <p:cNvSpPr/>
            <p:nvPr/>
          </p:nvSpPr>
          <p:spPr>
            <a:xfrm rot="0" flipV="1">
              <a:off x="871" y="652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4" name=""/>
            <p:cNvSpPr/>
            <p:nvPr/>
          </p:nvSpPr>
          <p:spPr>
            <a:xfrm rot="0">
              <a:off x="886" y="638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5" name=""/>
            <p:cNvSpPr/>
            <p:nvPr/>
          </p:nvSpPr>
          <p:spPr>
            <a:xfrm rot="0">
              <a:off x="877" y="662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6" name=""/>
            <p:cNvSpPr/>
            <p:nvPr/>
          </p:nvSpPr>
          <p:spPr>
            <a:xfrm rot="0" flipV="1">
              <a:off x="877" y="678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7" name=""/>
            <p:cNvSpPr/>
            <p:nvPr/>
          </p:nvSpPr>
          <p:spPr>
            <a:xfrm rot="0" flipH="1">
              <a:off x="892" y="660"/>
              <a:ext cx="1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8" name=""/>
            <p:cNvSpPr/>
            <p:nvPr/>
          </p:nvSpPr>
          <p:spPr>
            <a:xfrm rot="0" flipV="1">
              <a:off x="896" y="639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69" name=""/>
            <p:cNvSpPr/>
            <p:nvPr/>
          </p:nvSpPr>
          <p:spPr>
            <a:xfrm rot="0" flipH="1">
              <a:off x="912" y="637"/>
              <a:ext cx="4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0" name=""/>
            <p:cNvSpPr/>
            <p:nvPr/>
          </p:nvSpPr>
          <p:spPr>
            <a:xfrm rot="0" flipV="1">
              <a:off x="894" y="661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1" name=""/>
            <p:cNvSpPr/>
            <p:nvPr/>
          </p:nvSpPr>
          <p:spPr>
            <a:xfrm rot="0" flipH="1">
              <a:off x="887" y="679"/>
              <a:ext cx="12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2" name=""/>
            <p:cNvSpPr/>
            <p:nvPr/>
          </p:nvSpPr>
          <p:spPr>
            <a:xfrm rot="0">
              <a:off x="905" y="663"/>
              <a:ext cx="17" cy="32"/>
            </a:xfrm>
            <a:custGeom>
              <a:avLst/>
              <a:ahLst/>
              <a:rect l="0" t="0" r="r" b="b"/>
              <a:pathLst>
                <a:path w="51" h="94">
                  <a:moveTo>
                    <a:pt x="0" y="0"/>
                  </a:moveTo>
                  <a:lnTo>
                    <a:pt x="26" y="94"/>
                  </a:lnTo>
                  <a:lnTo>
                    <a:pt x="51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3" name=""/>
            <p:cNvSpPr/>
            <p:nvPr/>
          </p:nvSpPr>
          <p:spPr>
            <a:xfrm rot="0">
              <a:off x="899" y="618"/>
              <a:ext cx="8" cy="62"/>
            </a:xfrm>
            <a:custGeom>
              <a:avLst/>
              <a:ahLst/>
              <a:rect l="0" t="0" r="r" b="b"/>
              <a:pathLst>
                <a:path w="24" h="185">
                  <a:moveTo>
                    <a:pt x="24" y="0"/>
                  </a:moveTo>
                  <a:lnTo>
                    <a:pt x="16" y="105"/>
                  </a:lnTo>
                  <a:lnTo>
                    <a:pt x="0" y="1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4" name=""/>
            <p:cNvSpPr/>
            <p:nvPr/>
          </p:nvSpPr>
          <p:spPr>
            <a:xfrm rot="0" flipH="1">
              <a:off x="940" y="619"/>
              <a:ext cx="6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5" name=""/>
            <p:cNvSpPr/>
            <p:nvPr/>
          </p:nvSpPr>
          <p:spPr>
            <a:xfrm rot="0" flipV="1">
              <a:off x="937" y="678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6" name=""/>
            <p:cNvSpPr/>
            <p:nvPr/>
          </p:nvSpPr>
          <p:spPr>
            <a:xfrm rot="0" flipV="1">
              <a:off x="951" y="638"/>
              <a:ext cx="2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7" name=""/>
            <p:cNvSpPr/>
            <p:nvPr/>
          </p:nvSpPr>
          <p:spPr>
            <a:xfrm rot="0" flipH="1">
              <a:off x="938" y="641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8" name=""/>
            <p:cNvSpPr/>
            <p:nvPr/>
          </p:nvSpPr>
          <p:spPr>
            <a:xfrm rot="0" flipV="1">
              <a:off x="937" y="659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79" name=""/>
            <p:cNvSpPr/>
            <p:nvPr/>
          </p:nvSpPr>
          <p:spPr>
            <a:xfrm rot="0" flipH="1">
              <a:off x="956" y="618"/>
              <a:ext cx="10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0" name=""/>
            <p:cNvSpPr/>
            <p:nvPr/>
          </p:nvSpPr>
          <p:spPr>
            <a:xfrm rot="0" flipH="1" flipV="1">
              <a:off x="964" y="684"/>
              <a:ext cx="8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1" name=""/>
            <p:cNvSpPr/>
            <p:nvPr/>
          </p:nvSpPr>
          <p:spPr>
            <a:xfrm rot="0">
              <a:off x="962" y="653"/>
              <a:ext cx="6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2" name=""/>
            <p:cNvSpPr/>
            <p:nvPr/>
          </p:nvSpPr>
          <p:spPr>
            <a:xfrm rot="0">
              <a:off x="972" y="636"/>
              <a:ext cx="6" cy="60"/>
            </a:xfrm>
            <a:custGeom>
              <a:avLst/>
              <a:ahLst/>
              <a:rect l="0" t="0" r="r" b="b"/>
              <a:pathLst>
                <a:path w="18" h="180">
                  <a:moveTo>
                    <a:pt x="0" y="180"/>
                  </a:moveTo>
                  <a:lnTo>
                    <a:pt x="10" y="104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3" name=""/>
            <p:cNvSpPr/>
            <p:nvPr/>
          </p:nvSpPr>
          <p:spPr>
            <a:xfrm rot="0" flipV="1">
              <a:off x="960" y="639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4" name=""/>
            <p:cNvSpPr/>
            <p:nvPr/>
          </p:nvSpPr>
          <p:spPr>
            <a:xfrm rot="0">
              <a:off x="937" y="637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5" name=""/>
            <p:cNvSpPr/>
            <p:nvPr/>
          </p:nvSpPr>
          <p:spPr>
            <a:xfrm rot="0" flipV="1">
              <a:off x="989" y="640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6" name=""/>
            <p:cNvSpPr/>
            <p:nvPr/>
          </p:nvSpPr>
          <p:spPr>
            <a:xfrm rot="0">
              <a:off x="1000" y="653"/>
              <a:ext cx="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7" name=""/>
            <p:cNvSpPr/>
            <p:nvPr/>
          </p:nvSpPr>
          <p:spPr>
            <a:xfrm rot="0">
              <a:off x="1000" y="649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8" name=""/>
            <p:cNvSpPr/>
            <p:nvPr/>
          </p:nvSpPr>
          <p:spPr>
            <a:xfrm rot="0">
              <a:off x="988" y="636"/>
              <a:ext cx="17" cy="32"/>
            </a:xfrm>
            <a:custGeom>
              <a:avLst/>
              <a:ahLst/>
              <a:rect l="0" t="0" r="r" b="b"/>
              <a:pathLst>
                <a:path w="51" h="94">
                  <a:moveTo>
                    <a:pt x="51" y="0"/>
                  </a:moveTo>
                  <a:lnTo>
                    <a:pt x="38" y="38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89" name=""/>
            <p:cNvSpPr/>
            <p:nvPr/>
          </p:nvSpPr>
          <p:spPr>
            <a:xfrm rot="0">
              <a:off x="996" y="619"/>
              <a:ext cx="7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0" name=""/>
            <p:cNvSpPr/>
            <p:nvPr/>
          </p:nvSpPr>
          <p:spPr>
            <a:xfrm rot="0">
              <a:off x="1016" y="620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1" name=""/>
            <p:cNvSpPr/>
            <p:nvPr/>
          </p:nvSpPr>
          <p:spPr>
            <a:xfrm rot="0" flipV="1">
              <a:off x="1030" y="622"/>
              <a:ext cx="2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2" name=""/>
            <p:cNvSpPr/>
            <p:nvPr/>
          </p:nvSpPr>
          <p:spPr>
            <a:xfrm rot="0" flipH="1">
              <a:off x="1016" y="624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3" name=""/>
            <p:cNvSpPr/>
            <p:nvPr/>
          </p:nvSpPr>
          <p:spPr>
            <a:xfrm rot="0">
              <a:off x="1016" y="635"/>
              <a:ext cx="7" cy="43"/>
            </a:xfrm>
            <a:custGeom>
              <a:avLst/>
              <a:ahLst/>
              <a:rect l="0" t="0" r="r" b="b"/>
              <a:pathLst>
                <a:path w="21" h="129">
                  <a:moveTo>
                    <a:pt x="21" y="0"/>
                  </a:moveTo>
                  <a:lnTo>
                    <a:pt x="13" y="81"/>
                  </a:lnTo>
                  <a:lnTo>
                    <a:pt x="0" y="1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4" name=""/>
            <p:cNvSpPr/>
            <p:nvPr/>
          </p:nvSpPr>
          <p:spPr>
            <a:xfrm rot="0">
              <a:off x="1003" y="678"/>
              <a:ext cx="13" cy="17"/>
            </a:xfrm>
            <a:custGeom>
              <a:avLst/>
              <a:ahLst/>
              <a:rect l="0" t="0" r="r" b="b"/>
              <a:pathLst>
                <a:path w="40" h="49">
                  <a:moveTo>
                    <a:pt x="0" y="49"/>
                  </a:moveTo>
                  <a:lnTo>
                    <a:pt x="21" y="26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5" name=""/>
            <p:cNvSpPr/>
            <p:nvPr/>
          </p:nvSpPr>
          <p:spPr>
            <a:xfrm rot="0">
              <a:off x="1024" y="660"/>
              <a:ext cx="15" cy="30"/>
            </a:xfrm>
            <a:custGeom>
              <a:avLst/>
              <a:ahLst/>
              <a:rect l="0" t="0" r="r" b="b"/>
              <a:pathLst>
                <a:path w="43" h="90">
                  <a:moveTo>
                    <a:pt x="43" y="42"/>
                  </a:moveTo>
                  <a:lnTo>
                    <a:pt x="43" y="90"/>
                  </a:lnTo>
                  <a:lnTo>
                    <a:pt x="10" y="90"/>
                  </a:lnTo>
                  <a:lnTo>
                    <a:pt x="0" y="8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6" name=""/>
            <p:cNvSpPr/>
            <p:nvPr/>
          </p:nvSpPr>
          <p:spPr>
            <a:xfrm rot="0" flipH="1">
              <a:off x="1054" y="624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7" name=""/>
            <p:cNvSpPr/>
            <p:nvPr/>
          </p:nvSpPr>
          <p:spPr>
            <a:xfrm rot="0" flipV="1">
              <a:off x="1054" y="686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8" name=""/>
            <p:cNvSpPr/>
            <p:nvPr/>
          </p:nvSpPr>
          <p:spPr>
            <a:xfrm rot="0" flipV="1">
              <a:off x="1090" y="621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799" name=""/>
            <p:cNvSpPr/>
            <p:nvPr/>
          </p:nvSpPr>
          <p:spPr>
            <a:xfrm rot="0">
              <a:off x="1089" y="686"/>
              <a:ext cx="1" cy="8"/>
            </a:xfrm>
            <a:custGeom>
              <a:avLst/>
              <a:ahLst/>
              <a:rect l="0" t="0" r="r" b="b"/>
              <a:pathLst>
                <a:path w="5" h="22">
                  <a:moveTo>
                    <a:pt x="5" y="22"/>
                  </a:moveTo>
                  <a:lnTo>
                    <a:pt x="5" y="14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0" name=""/>
            <p:cNvSpPr/>
            <p:nvPr/>
          </p:nvSpPr>
          <p:spPr>
            <a:xfrm rot="0">
              <a:off x="1054" y="621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1" name=""/>
            <p:cNvSpPr/>
            <p:nvPr/>
          </p:nvSpPr>
          <p:spPr>
            <a:xfrm rot="0">
              <a:off x="1054" y="620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2" name=""/>
            <p:cNvSpPr/>
            <p:nvPr/>
          </p:nvSpPr>
          <p:spPr>
            <a:xfrm rot="0" flipH="1">
              <a:off x="1059" y="632"/>
              <a:ext cx="1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3" name=""/>
            <p:cNvSpPr/>
            <p:nvPr/>
          </p:nvSpPr>
          <p:spPr>
            <a:xfrm rot="0">
              <a:off x="1067" y="646"/>
              <a:ext cx="22" cy="19"/>
            </a:xfrm>
            <a:custGeom>
              <a:avLst/>
              <a:ahLst/>
              <a:rect l="0" t="0" r="r" b="b"/>
              <a:pathLst>
                <a:path w="66" h="56">
                  <a:moveTo>
                    <a:pt x="0" y="0"/>
                  </a:moveTo>
                  <a:lnTo>
                    <a:pt x="53" y="56"/>
                  </a:lnTo>
                  <a:lnTo>
                    <a:pt x="66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4" name=""/>
            <p:cNvSpPr/>
            <p:nvPr/>
          </p:nvSpPr>
          <p:spPr>
            <a:xfrm rot="0">
              <a:off x="1070" y="664"/>
              <a:ext cx="6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5" name=""/>
            <p:cNvSpPr/>
            <p:nvPr/>
          </p:nvSpPr>
          <p:spPr>
            <a:xfrm rot="0">
              <a:off x="1067" y="674"/>
              <a:ext cx="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6" name=""/>
            <p:cNvSpPr/>
            <p:nvPr/>
          </p:nvSpPr>
          <p:spPr>
            <a:xfrm rot="0" flipV="1">
              <a:off x="1068" y="639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7" name=""/>
            <p:cNvSpPr/>
            <p:nvPr/>
          </p:nvSpPr>
          <p:spPr>
            <a:xfrm rot="0">
              <a:off x="1068" y="635"/>
              <a:ext cx="14" cy="24"/>
            </a:xfrm>
            <a:custGeom>
              <a:avLst/>
              <a:ahLst/>
              <a:rect l="0" t="0" r="r" b="b"/>
              <a:pathLst>
                <a:path w="43" h="71">
                  <a:moveTo>
                    <a:pt x="0" y="71"/>
                  </a:moveTo>
                  <a:lnTo>
                    <a:pt x="16" y="4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8" name=""/>
            <p:cNvSpPr/>
            <p:nvPr/>
          </p:nvSpPr>
          <p:spPr>
            <a:xfrm rot="0" flipV="1">
              <a:off x="1055" y="659"/>
              <a:ext cx="13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09" name=""/>
            <p:cNvSpPr/>
            <p:nvPr/>
          </p:nvSpPr>
          <p:spPr>
            <a:xfrm rot="0">
              <a:off x="1110" y="669"/>
              <a:ext cx="7" cy="8"/>
            </a:xfrm>
            <a:custGeom>
              <a:avLst/>
              <a:ahLst/>
              <a:rect l="0" t="0" r="r" b="b"/>
              <a:pathLst>
                <a:path w="22" h="22">
                  <a:moveTo>
                    <a:pt x="0" y="10"/>
                  </a:moveTo>
                  <a:lnTo>
                    <a:pt x="1" y="16"/>
                  </a:lnTo>
                  <a:lnTo>
                    <a:pt x="3" y="18"/>
                  </a:lnTo>
                  <a:lnTo>
                    <a:pt x="6" y="21"/>
                  </a:lnTo>
                  <a:lnTo>
                    <a:pt x="11" y="22"/>
                  </a:lnTo>
                  <a:lnTo>
                    <a:pt x="15" y="21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6" y="1"/>
                  </a:lnTo>
                  <a:lnTo>
                    <a:pt x="3" y="4"/>
                  </a:lnTo>
                  <a:lnTo>
                    <a:pt x="1" y="6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0" name=""/>
            <p:cNvSpPr/>
            <p:nvPr/>
          </p:nvSpPr>
          <p:spPr>
            <a:xfrm rot="0">
              <a:off x="1111" y="670"/>
              <a:ext cx="5" cy="6"/>
            </a:xfrm>
            <a:custGeom>
              <a:avLst/>
              <a:ahLst/>
              <a:rect l="0" t="0" r="r" b="b"/>
              <a:pathLst>
                <a:path w="17" h="17">
                  <a:moveTo>
                    <a:pt x="17" y="8"/>
                  </a:moveTo>
                  <a:lnTo>
                    <a:pt x="16" y="4"/>
                  </a:lnTo>
                  <a:lnTo>
                    <a:pt x="13" y="2"/>
                  </a:lnTo>
                  <a:lnTo>
                    <a:pt x="9" y="0"/>
                  </a:lnTo>
                  <a:lnTo>
                    <a:pt x="4" y="2"/>
                  </a:lnTo>
                  <a:lnTo>
                    <a:pt x="1" y="4"/>
                  </a:lnTo>
                  <a:lnTo>
                    <a:pt x="0" y="8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9" y="17"/>
                  </a:lnTo>
                  <a:lnTo>
                    <a:pt x="13" y="16"/>
                  </a:lnTo>
                  <a:lnTo>
                    <a:pt x="16" y="14"/>
                  </a:lnTo>
                  <a:lnTo>
                    <a:pt x="17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1" name=""/>
            <p:cNvSpPr/>
            <p:nvPr/>
          </p:nvSpPr>
          <p:spPr>
            <a:xfrm rot="0">
              <a:off x="1112" y="671"/>
              <a:ext cx="3" cy="4"/>
            </a:xfrm>
            <a:custGeom>
              <a:avLst/>
              <a:ahLst/>
              <a:rect l="0" t="0" r="r" b="b"/>
              <a:pathLst>
                <a:path w="11" h="12">
                  <a:moveTo>
                    <a:pt x="11" y="5"/>
                  </a:moveTo>
                  <a:lnTo>
                    <a:pt x="10" y="3"/>
                  </a:lnTo>
                  <a:lnTo>
                    <a:pt x="9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1" y="8"/>
                  </a:lnTo>
                  <a:lnTo>
                    <a:pt x="2" y="11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0" y="8"/>
                  </a:lnTo>
                  <a:lnTo>
                    <a:pt x="1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2" name=""/>
            <p:cNvSpPr/>
            <p:nvPr/>
          </p:nvSpPr>
          <p:spPr>
            <a:xfrm rot="0">
              <a:off x="1112" y="672"/>
              <a:ext cx="3" cy="2"/>
            </a:xfrm>
            <a:custGeom>
              <a:avLst/>
              <a:ahLst/>
              <a:rect l="0" t="0" r="r" b="b"/>
              <a:pathLst>
                <a:path w="7" h="5">
                  <a:moveTo>
                    <a:pt x="7" y="2"/>
                  </a:move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2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7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3" name=""/>
            <p:cNvSpPr/>
            <p:nvPr/>
          </p:nvSpPr>
          <p:spPr>
            <a:xfrm rot="0">
              <a:off x="1106" y="674"/>
              <a:ext cx="11" cy="13"/>
            </a:xfrm>
            <a:custGeom>
              <a:avLst/>
              <a:ahLst/>
              <a:rect l="0" t="0" r="r" b="b"/>
              <a:pathLst>
                <a:path w="33" h="40">
                  <a:moveTo>
                    <a:pt x="33" y="0"/>
                  </a:moveTo>
                  <a:lnTo>
                    <a:pt x="33" y="14"/>
                  </a:lnTo>
                  <a:lnTo>
                    <a:pt x="27" y="27"/>
                  </a:lnTo>
                  <a:lnTo>
                    <a:pt x="13" y="38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4" name=""/>
            <p:cNvSpPr/>
            <p:nvPr/>
          </p:nvSpPr>
          <p:spPr>
            <a:xfrm rot="0">
              <a:off x="1166" y="640"/>
              <a:ext cx="19" cy="55"/>
            </a:xfrm>
            <a:custGeom>
              <a:avLst/>
              <a:ahLst/>
              <a:rect l="0" t="0" r="r" b="b"/>
              <a:pathLst>
                <a:path w="56" h="165">
                  <a:moveTo>
                    <a:pt x="56" y="0"/>
                  </a:moveTo>
                  <a:lnTo>
                    <a:pt x="54" y="71"/>
                  </a:lnTo>
                  <a:lnTo>
                    <a:pt x="40" y="127"/>
                  </a:lnTo>
                  <a:lnTo>
                    <a:pt x="0" y="1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5" name=""/>
            <p:cNvSpPr/>
            <p:nvPr/>
          </p:nvSpPr>
          <p:spPr>
            <a:xfrm rot="0" flipV="1">
              <a:off x="1172" y="637"/>
              <a:ext cx="3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6" name=""/>
            <p:cNvSpPr/>
            <p:nvPr/>
          </p:nvSpPr>
          <p:spPr>
            <a:xfrm rot="0" flipH="1">
              <a:off x="1195" y="617"/>
              <a:ext cx="6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7" name=""/>
            <p:cNvSpPr/>
            <p:nvPr/>
          </p:nvSpPr>
          <p:spPr>
            <a:xfrm rot="0" flipV="1">
              <a:off x="1166" y="661"/>
              <a:ext cx="4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8" name=""/>
            <p:cNvSpPr/>
            <p:nvPr/>
          </p:nvSpPr>
          <p:spPr>
            <a:xfrm rot="0">
              <a:off x="1179" y="618"/>
              <a:ext cx="7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19" name=""/>
            <p:cNvSpPr/>
            <p:nvPr/>
          </p:nvSpPr>
          <p:spPr>
            <a:xfrm rot="0">
              <a:off x="1198" y="639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0" name=""/>
            <p:cNvSpPr/>
            <p:nvPr/>
          </p:nvSpPr>
          <p:spPr>
            <a:xfrm rot="0">
              <a:off x="1264" y="661"/>
              <a:ext cx="10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1" name=""/>
            <p:cNvSpPr/>
            <p:nvPr/>
          </p:nvSpPr>
          <p:spPr>
            <a:xfrm rot="0" flipH="1">
              <a:off x="1240" y="660"/>
              <a:ext cx="12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2" name=""/>
            <p:cNvSpPr/>
            <p:nvPr/>
          </p:nvSpPr>
          <p:spPr>
            <a:xfrm rot="0" flipH="1" flipV="1">
              <a:off x="1249" y="685"/>
              <a:ext cx="10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3" name=""/>
            <p:cNvSpPr/>
            <p:nvPr/>
          </p:nvSpPr>
          <p:spPr>
            <a:xfrm rot="0" flipV="1">
              <a:off x="1244" y="645"/>
              <a:ext cx="3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4" name=""/>
            <p:cNvSpPr/>
            <p:nvPr/>
          </p:nvSpPr>
          <p:spPr>
            <a:xfrm rot="0" flipV="1">
              <a:off x="1249" y="625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5" name=""/>
            <p:cNvSpPr/>
            <p:nvPr/>
          </p:nvSpPr>
          <p:spPr>
            <a:xfrm rot="0">
              <a:off x="1236" y="645"/>
              <a:ext cx="5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6" name=""/>
            <p:cNvSpPr/>
            <p:nvPr/>
          </p:nvSpPr>
          <p:spPr>
            <a:xfrm rot="0" flipH="1">
              <a:off x="1224" y="645"/>
              <a:ext cx="12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7" name=""/>
            <p:cNvSpPr/>
            <p:nvPr/>
          </p:nvSpPr>
          <p:spPr>
            <a:xfrm rot="0">
              <a:off x="1236" y="618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8" name=""/>
            <p:cNvSpPr/>
            <p:nvPr/>
          </p:nvSpPr>
          <p:spPr>
            <a:xfrm rot="0" flipH="1">
              <a:off x="1225" y="639"/>
              <a:ext cx="1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29" name=""/>
            <p:cNvSpPr/>
            <p:nvPr/>
          </p:nvSpPr>
          <p:spPr>
            <a:xfrm rot="0" flipV="1">
              <a:off x="1259" y="647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0" name=""/>
            <p:cNvSpPr/>
            <p:nvPr/>
          </p:nvSpPr>
          <p:spPr>
            <a:xfrm rot="0">
              <a:off x="1294" y="632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1" name=""/>
            <p:cNvSpPr/>
            <p:nvPr/>
          </p:nvSpPr>
          <p:spPr>
            <a:xfrm rot="0" flipV="1">
              <a:off x="1294" y="657"/>
              <a:ext cx="2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2" name=""/>
            <p:cNvSpPr/>
            <p:nvPr/>
          </p:nvSpPr>
          <p:spPr>
            <a:xfrm rot="0" flipH="1">
              <a:off x="1323" y="632"/>
              <a:ext cx="1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3" name=""/>
            <p:cNvSpPr/>
            <p:nvPr/>
          </p:nvSpPr>
          <p:spPr>
            <a:xfrm rot="0">
              <a:off x="1308" y="618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4" name=""/>
            <p:cNvSpPr/>
            <p:nvPr/>
          </p:nvSpPr>
          <p:spPr>
            <a:xfrm rot="0" flipV="1">
              <a:off x="1292" y="690"/>
              <a:ext cx="3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5" name=""/>
            <p:cNvSpPr/>
            <p:nvPr/>
          </p:nvSpPr>
          <p:spPr>
            <a:xfrm rot="0" flipH="1">
              <a:off x="1324" y="668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6" name=""/>
            <p:cNvSpPr/>
            <p:nvPr/>
          </p:nvSpPr>
          <p:spPr>
            <a:xfrm rot="0" flipV="1">
              <a:off x="1292" y="670"/>
              <a:ext cx="1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7" name=""/>
            <p:cNvSpPr/>
            <p:nvPr/>
          </p:nvSpPr>
          <p:spPr>
            <a:xfrm rot="0" flipV="1">
              <a:off x="1343" y="654"/>
              <a:ext cx="22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8" name=""/>
            <p:cNvSpPr/>
            <p:nvPr/>
          </p:nvSpPr>
          <p:spPr>
            <a:xfrm rot="0" flipV="1">
              <a:off x="1345" y="643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39" name=""/>
            <p:cNvSpPr/>
            <p:nvPr/>
          </p:nvSpPr>
          <p:spPr>
            <a:xfrm rot="0">
              <a:off x="1348" y="617"/>
              <a:ext cx="8" cy="79"/>
            </a:xfrm>
            <a:custGeom>
              <a:avLst/>
              <a:ahLst/>
              <a:rect l="0" t="0" r="r" b="b"/>
              <a:pathLst>
                <a:path w="26" h="239">
                  <a:moveTo>
                    <a:pt x="26" y="0"/>
                  </a:moveTo>
                  <a:lnTo>
                    <a:pt x="26" y="239"/>
                  </a:lnTo>
                  <a:lnTo>
                    <a:pt x="0" y="2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0" name=""/>
            <p:cNvSpPr/>
            <p:nvPr/>
          </p:nvSpPr>
          <p:spPr>
            <a:xfrm rot="0">
              <a:off x="1369" y="617"/>
              <a:ext cx="21" cy="36"/>
            </a:xfrm>
            <a:custGeom>
              <a:avLst/>
              <a:ahLst/>
              <a:rect l="0" t="0" r="r" b="b"/>
              <a:pathLst>
                <a:path w="64" h="110">
                  <a:moveTo>
                    <a:pt x="0" y="0"/>
                  </a:moveTo>
                  <a:lnTo>
                    <a:pt x="0" y="104"/>
                  </a:lnTo>
                  <a:lnTo>
                    <a:pt x="10" y="110"/>
                  </a:lnTo>
                  <a:lnTo>
                    <a:pt x="64" y="107"/>
                  </a:lnTo>
                  <a:lnTo>
                    <a:pt x="61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1" name=""/>
            <p:cNvSpPr/>
            <p:nvPr/>
          </p:nvSpPr>
          <p:spPr>
            <a:xfrm rot="0" flipV="1">
              <a:off x="1369" y="664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2" name=""/>
            <p:cNvSpPr/>
            <p:nvPr/>
          </p:nvSpPr>
          <p:spPr>
            <a:xfrm rot="0" flipH="1">
              <a:off x="1385" y="662"/>
              <a:ext cx="2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3" name=""/>
            <p:cNvSpPr/>
            <p:nvPr/>
          </p:nvSpPr>
          <p:spPr>
            <a:xfrm rot="0" flipV="1">
              <a:off x="1369" y="629"/>
              <a:ext cx="19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4" name=""/>
            <p:cNvSpPr/>
            <p:nvPr/>
          </p:nvSpPr>
          <p:spPr>
            <a:xfrm rot="0">
              <a:off x="1369" y="661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5" name=""/>
            <p:cNvSpPr/>
            <p:nvPr/>
          </p:nvSpPr>
          <p:spPr>
            <a:xfrm rot="0" flipV="1">
              <a:off x="1369" y="689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6" name=""/>
            <p:cNvSpPr/>
            <p:nvPr/>
          </p:nvSpPr>
          <p:spPr>
            <a:xfrm rot="0" flipH="1">
              <a:off x="1369" y="677"/>
              <a:ext cx="1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7" name=""/>
            <p:cNvSpPr/>
            <p:nvPr/>
          </p:nvSpPr>
          <p:spPr>
            <a:xfrm rot="0">
              <a:off x="1424" y="618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8" name=""/>
            <p:cNvSpPr/>
            <p:nvPr/>
          </p:nvSpPr>
          <p:spPr>
            <a:xfrm rot="0" flipH="1">
              <a:off x="1444" y="630"/>
              <a:ext cx="5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49" name=""/>
            <p:cNvSpPr/>
            <p:nvPr/>
          </p:nvSpPr>
          <p:spPr>
            <a:xfrm rot="0" flipH="1">
              <a:off x="1408" y="630"/>
              <a:ext cx="2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0" name=""/>
            <p:cNvSpPr/>
            <p:nvPr/>
          </p:nvSpPr>
          <p:spPr>
            <a:xfrm rot="0" flipV="1">
              <a:off x="1410" y="632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1" name=""/>
            <p:cNvSpPr/>
            <p:nvPr/>
          </p:nvSpPr>
          <p:spPr>
            <a:xfrm rot="0" flipV="1">
              <a:off x="1412" y="648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2" name=""/>
            <p:cNvSpPr/>
            <p:nvPr/>
          </p:nvSpPr>
          <p:spPr>
            <a:xfrm rot="0">
              <a:off x="1401" y="662"/>
              <a:ext cx="16" cy="35"/>
            </a:xfrm>
            <a:custGeom>
              <a:avLst/>
              <a:ahLst/>
              <a:rect l="0" t="0" r="r" b="b"/>
              <a:pathLst>
                <a:path w="49" h="104">
                  <a:moveTo>
                    <a:pt x="49" y="0"/>
                  </a:moveTo>
                  <a:lnTo>
                    <a:pt x="35" y="34"/>
                  </a:lnTo>
                  <a:lnTo>
                    <a:pt x="0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3" name=""/>
            <p:cNvSpPr/>
            <p:nvPr/>
          </p:nvSpPr>
          <p:spPr>
            <a:xfrm rot="0">
              <a:off x="1414" y="672"/>
              <a:ext cx="36" cy="25"/>
            </a:xfrm>
            <a:custGeom>
              <a:avLst/>
              <a:ahLst/>
              <a:rect l="0" t="0" r="r" b="b"/>
              <a:pathLst>
                <a:path w="110" h="75">
                  <a:moveTo>
                    <a:pt x="0" y="0"/>
                  </a:moveTo>
                  <a:lnTo>
                    <a:pt x="91" y="75"/>
                  </a:lnTo>
                  <a:lnTo>
                    <a:pt x="11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4" name=""/>
            <p:cNvSpPr/>
            <p:nvPr/>
          </p:nvSpPr>
          <p:spPr>
            <a:xfrm rot="0">
              <a:off x="1428" y="650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5" name=""/>
            <p:cNvSpPr/>
            <p:nvPr/>
          </p:nvSpPr>
          <p:spPr>
            <a:xfrm rot="0" flipV="1">
              <a:off x="1428" y="664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6" name=""/>
            <p:cNvSpPr/>
            <p:nvPr/>
          </p:nvSpPr>
          <p:spPr>
            <a:xfrm rot="0" flipV="1">
              <a:off x="1467" y="621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7" name=""/>
            <p:cNvSpPr/>
            <p:nvPr/>
          </p:nvSpPr>
          <p:spPr>
            <a:xfrm rot="0" flipH="1">
              <a:off x="1460" y="652"/>
              <a:ext cx="50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8" name=""/>
            <p:cNvSpPr/>
            <p:nvPr/>
          </p:nvSpPr>
          <p:spPr>
            <a:xfrm rot="0">
              <a:off x="1472" y="634"/>
              <a:ext cx="4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59" name=""/>
            <p:cNvSpPr/>
            <p:nvPr/>
          </p:nvSpPr>
          <p:spPr>
            <a:xfrm rot="0" flipV="1">
              <a:off x="1493" y="631"/>
              <a:ext cx="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0" name=""/>
            <p:cNvSpPr/>
            <p:nvPr/>
          </p:nvSpPr>
          <p:spPr>
            <a:xfrm rot="0">
              <a:off x="1486" y="62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1" name=""/>
            <p:cNvSpPr/>
            <p:nvPr/>
          </p:nvSpPr>
          <p:spPr>
            <a:xfrm rot="0" flipV="1">
              <a:off x="1540" y="624"/>
              <a:ext cx="4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2" name=""/>
            <p:cNvSpPr/>
            <p:nvPr/>
          </p:nvSpPr>
          <p:spPr>
            <a:xfrm rot="0" flipH="1">
              <a:off x="1527" y="643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3" name=""/>
            <p:cNvSpPr/>
            <p:nvPr/>
          </p:nvSpPr>
          <p:spPr>
            <a:xfrm rot="0" flipH="1">
              <a:off x="1538" y="655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4" name=""/>
            <p:cNvSpPr/>
            <p:nvPr/>
          </p:nvSpPr>
          <p:spPr>
            <a:xfrm rot="0" flipV="1">
              <a:off x="1538" y="668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5" name=""/>
            <p:cNvSpPr/>
            <p:nvPr/>
          </p:nvSpPr>
          <p:spPr>
            <a:xfrm rot="0" flipH="1">
              <a:off x="1549" y="644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6" name=""/>
            <p:cNvSpPr/>
            <p:nvPr/>
          </p:nvSpPr>
          <p:spPr>
            <a:xfrm rot="0">
              <a:off x="1538" y="645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7" name=""/>
            <p:cNvSpPr/>
            <p:nvPr/>
          </p:nvSpPr>
          <p:spPr>
            <a:xfrm rot="0" flipV="1">
              <a:off x="1559" y="638"/>
              <a:ext cx="3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8" name=""/>
            <p:cNvSpPr/>
            <p:nvPr/>
          </p:nvSpPr>
          <p:spPr>
            <a:xfrm rot="0" flipV="1">
              <a:off x="1528" y="684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69" name=""/>
            <p:cNvSpPr/>
            <p:nvPr/>
          </p:nvSpPr>
          <p:spPr>
            <a:xfrm rot="0">
              <a:off x="1527" y="639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0" name=""/>
            <p:cNvSpPr/>
            <p:nvPr/>
          </p:nvSpPr>
          <p:spPr>
            <a:xfrm rot="0" flipH="1">
              <a:off x="1521" y="623"/>
              <a:ext cx="4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1" name=""/>
            <p:cNvSpPr/>
            <p:nvPr/>
          </p:nvSpPr>
          <p:spPr>
            <a:xfrm rot="0" flipH="1">
              <a:off x="1588" y="619"/>
              <a:ext cx="6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2" name=""/>
            <p:cNvSpPr/>
            <p:nvPr/>
          </p:nvSpPr>
          <p:spPr>
            <a:xfrm rot="0" flipV="1">
              <a:off x="1585" y="678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3" name=""/>
            <p:cNvSpPr/>
            <p:nvPr/>
          </p:nvSpPr>
          <p:spPr>
            <a:xfrm rot="0" flipV="1">
              <a:off x="1599" y="638"/>
              <a:ext cx="2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4" name=""/>
            <p:cNvSpPr/>
            <p:nvPr/>
          </p:nvSpPr>
          <p:spPr>
            <a:xfrm rot="0" flipH="1">
              <a:off x="1586" y="641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5" name=""/>
            <p:cNvSpPr/>
            <p:nvPr/>
          </p:nvSpPr>
          <p:spPr>
            <a:xfrm rot="0" flipV="1">
              <a:off x="1585" y="659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6" name=""/>
            <p:cNvSpPr/>
            <p:nvPr/>
          </p:nvSpPr>
          <p:spPr>
            <a:xfrm rot="0" flipH="1">
              <a:off x="1604" y="618"/>
              <a:ext cx="10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7" name=""/>
            <p:cNvSpPr/>
            <p:nvPr/>
          </p:nvSpPr>
          <p:spPr>
            <a:xfrm rot="0" flipH="1" flipV="1">
              <a:off x="1613" y="684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8" name=""/>
            <p:cNvSpPr/>
            <p:nvPr/>
          </p:nvSpPr>
          <p:spPr>
            <a:xfrm rot="0">
              <a:off x="1610" y="653"/>
              <a:ext cx="6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79" name=""/>
            <p:cNvSpPr/>
            <p:nvPr/>
          </p:nvSpPr>
          <p:spPr>
            <a:xfrm rot="0">
              <a:off x="1620" y="636"/>
              <a:ext cx="6" cy="60"/>
            </a:xfrm>
            <a:custGeom>
              <a:avLst/>
              <a:ahLst/>
              <a:rect l="0" t="0" r="r" b="b"/>
              <a:pathLst>
                <a:path w="20" h="180">
                  <a:moveTo>
                    <a:pt x="0" y="180"/>
                  </a:moveTo>
                  <a:lnTo>
                    <a:pt x="11" y="104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0" name=""/>
            <p:cNvSpPr/>
            <p:nvPr/>
          </p:nvSpPr>
          <p:spPr>
            <a:xfrm rot="0" flipV="1">
              <a:off x="1608" y="639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1" name=""/>
            <p:cNvSpPr/>
            <p:nvPr/>
          </p:nvSpPr>
          <p:spPr>
            <a:xfrm rot="0">
              <a:off x="1585" y="637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2" name=""/>
            <p:cNvSpPr/>
            <p:nvPr/>
          </p:nvSpPr>
          <p:spPr>
            <a:xfrm rot="0" flipH="1">
              <a:off x="1644" y="658"/>
              <a:ext cx="3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3" name=""/>
            <p:cNvSpPr/>
            <p:nvPr/>
          </p:nvSpPr>
          <p:spPr>
            <a:xfrm rot="0">
              <a:off x="1640" y="646"/>
              <a:ext cx="23" cy="52"/>
            </a:xfrm>
            <a:custGeom>
              <a:avLst/>
              <a:ahLst/>
              <a:rect l="0" t="0" r="r" b="b"/>
              <a:pathLst>
                <a:path w="67" h="155">
                  <a:moveTo>
                    <a:pt x="67" y="0"/>
                  </a:moveTo>
                  <a:lnTo>
                    <a:pt x="62" y="40"/>
                  </a:lnTo>
                  <a:lnTo>
                    <a:pt x="45" y="96"/>
                  </a:lnTo>
                  <a:lnTo>
                    <a:pt x="0" y="1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4" name=""/>
            <p:cNvSpPr/>
            <p:nvPr/>
          </p:nvSpPr>
          <p:spPr>
            <a:xfrm rot="0">
              <a:off x="1664" y="653"/>
              <a:ext cx="16" cy="42"/>
            </a:xfrm>
            <a:custGeom>
              <a:avLst/>
              <a:ahLst/>
              <a:rect l="0" t="0" r="r" b="b"/>
              <a:pathLst>
                <a:path w="48" h="126">
                  <a:moveTo>
                    <a:pt x="48" y="0"/>
                  </a:moveTo>
                  <a:lnTo>
                    <a:pt x="23" y="126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5" name=""/>
            <p:cNvSpPr/>
            <p:nvPr/>
          </p:nvSpPr>
          <p:spPr>
            <a:xfrm rot="0" flipH="1">
              <a:off x="1653" y="640"/>
              <a:ext cx="2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6" name=""/>
            <p:cNvSpPr/>
            <p:nvPr/>
          </p:nvSpPr>
          <p:spPr>
            <a:xfrm rot="0" flipH="1">
              <a:off x="1675" y="618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7" name=""/>
            <p:cNvSpPr/>
            <p:nvPr/>
          </p:nvSpPr>
          <p:spPr>
            <a:xfrm rot="0" flipV="1">
              <a:off x="1653" y="622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8" name=""/>
            <p:cNvSpPr/>
            <p:nvPr/>
          </p:nvSpPr>
          <p:spPr>
            <a:xfrm rot="0">
              <a:off x="1653" y="617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89" name=""/>
            <p:cNvSpPr/>
            <p:nvPr/>
          </p:nvSpPr>
          <p:spPr>
            <a:xfrm rot="0" flipV="1">
              <a:off x="1697" y="621"/>
              <a:ext cx="4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0" name=""/>
            <p:cNvSpPr/>
            <p:nvPr/>
          </p:nvSpPr>
          <p:spPr>
            <a:xfrm rot="0">
              <a:off x="1728" y="638"/>
              <a:ext cx="10" cy="57"/>
            </a:xfrm>
            <a:custGeom>
              <a:avLst/>
              <a:ahLst/>
              <a:rect l="0" t="0" r="r" b="b"/>
              <a:pathLst>
                <a:path w="31" h="172">
                  <a:moveTo>
                    <a:pt x="31" y="0"/>
                  </a:moveTo>
                  <a:lnTo>
                    <a:pt x="29" y="172"/>
                  </a:lnTo>
                  <a:lnTo>
                    <a:pt x="0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1" name=""/>
            <p:cNvSpPr/>
            <p:nvPr/>
          </p:nvSpPr>
          <p:spPr>
            <a:xfrm rot="0" flipV="1">
              <a:off x="1703" y="641"/>
              <a:ext cx="1" cy="5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2" name=""/>
            <p:cNvSpPr/>
            <p:nvPr/>
          </p:nvSpPr>
          <p:spPr>
            <a:xfrm rot="0" flipV="1">
              <a:off x="1703" y="643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3" name=""/>
            <p:cNvSpPr/>
            <p:nvPr/>
          </p:nvSpPr>
          <p:spPr>
            <a:xfrm rot="0">
              <a:off x="1705" y="624"/>
              <a:ext cx="10" cy="55"/>
            </a:xfrm>
            <a:custGeom>
              <a:avLst/>
              <a:ahLst/>
              <a:rect l="0" t="0" r="r" b="b"/>
              <a:pathLst>
                <a:path w="32" h="165">
                  <a:moveTo>
                    <a:pt x="32" y="0"/>
                  </a:moveTo>
                  <a:lnTo>
                    <a:pt x="24" y="100"/>
                  </a:lnTo>
                  <a:lnTo>
                    <a:pt x="0" y="1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4" name=""/>
            <p:cNvSpPr/>
            <p:nvPr/>
          </p:nvSpPr>
          <p:spPr>
            <a:xfrm rot="0">
              <a:off x="1715" y="624"/>
              <a:ext cx="12" cy="61"/>
            </a:xfrm>
            <a:custGeom>
              <a:avLst/>
              <a:ahLst/>
              <a:rect l="0" t="0" r="r" b="b"/>
              <a:pathLst>
                <a:path w="35" h="183">
                  <a:moveTo>
                    <a:pt x="0" y="183"/>
                  </a:moveTo>
                  <a:lnTo>
                    <a:pt x="28" y="10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5" name=""/>
            <p:cNvSpPr/>
            <p:nvPr/>
          </p:nvSpPr>
          <p:spPr>
            <a:xfrm rot="0">
              <a:off x="1713" y="658"/>
              <a:ext cx="6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6" name=""/>
            <p:cNvSpPr/>
            <p:nvPr/>
          </p:nvSpPr>
          <p:spPr>
            <a:xfrm rot="0">
              <a:off x="1725" y="657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7" name=""/>
            <p:cNvSpPr/>
            <p:nvPr/>
          </p:nvSpPr>
          <p:spPr>
            <a:xfrm rot="0">
              <a:off x="1780" y="630"/>
              <a:ext cx="24" cy="29"/>
            </a:xfrm>
            <a:custGeom>
              <a:avLst/>
              <a:ahLst/>
              <a:rect l="0" t="0" r="r" b="b"/>
              <a:pathLst>
                <a:path w="74" h="87">
                  <a:moveTo>
                    <a:pt x="0" y="0"/>
                  </a:moveTo>
                  <a:lnTo>
                    <a:pt x="54" y="87"/>
                  </a:lnTo>
                  <a:lnTo>
                    <a:pt x="74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8" name=""/>
            <p:cNvSpPr/>
            <p:nvPr/>
          </p:nvSpPr>
          <p:spPr>
            <a:xfrm rot="0">
              <a:off x="1755" y="620"/>
              <a:ext cx="26" cy="45"/>
            </a:xfrm>
            <a:custGeom>
              <a:avLst/>
              <a:ahLst/>
              <a:rect l="0" t="0" r="r" b="b"/>
              <a:pathLst>
                <a:path w="80" h="135">
                  <a:moveTo>
                    <a:pt x="80" y="0"/>
                  </a:moveTo>
                  <a:lnTo>
                    <a:pt x="70" y="43"/>
                  </a:lnTo>
                  <a:lnTo>
                    <a:pt x="35" y="97"/>
                  </a:lnTo>
                  <a:lnTo>
                    <a:pt x="0" y="1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899" name=""/>
            <p:cNvSpPr/>
            <p:nvPr/>
          </p:nvSpPr>
          <p:spPr>
            <a:xfrm rot="0" flipV="1">
              <a:off x="1780" y="641"/>
              <a:ext cx="1" cy="5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0" name=""/>
            <p:cNvSpPr/>
            <p:nvPr/>
          </p:nvSpPr>
          <p:spPr>
            <a:xfrm rot="0" flipH="1">
              <a:off x="1816" y="640"/>
              <a:ext cx="2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1" name=""/>
            <p:cNvSpPr/>
            <p:nvPr/>
          </p:nvSpPr>
          <p:spPr>
            <a:xfrm rot="0">
              <a:off x="1819" y="617"/>
              <a:ext cx="8" cy="79"/>
            </a:xfrm>
            <a:custGeom>
              <a:avLst/>
              <a:ahLst/>
              <a:rect l="0" t="0" r="r" b="b"/>
              <a:pathLst>
                <a:path w="24" h="239">
                  <a:moveTo>
                    <a:pt x="24" y="0"/>
                  </a:moveTo>
                  <a:lnTo>
                    <a:pt x="24" y="239"/>
                  </a:lnTo>
                  <a:lnTo>
                    <a:pt x="0" y="2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2" name=""/>
            <p:cNvSpPr/>
            <p:nvPr/>
          </p:nvSpPr>
          <p:spPr>
            <a:xfrm rot="0" flipV="1">
              <a:off x="1814" y="651"/>
              <a:ext cx="20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3" name=""/>
            <p:cNvSpPr/>
            <p:nvPr/>
          </p:nvSpPr>
          <p:spPr>
            <a:xfrm rot="0">
              <a:off x="1834" y="618"/>
              <a:ext cx="8" cy="40"/>
            </a:xfrm>
            <a:custGeom>
              <a:avLst/>
              <a:ahLst/>
              <a:rect l="0" t="0" r="r" b="b"/>
              <a:pathLst>
                <a:path w="25" h="118">
                  <a:moveTo>
                    <a:pt x="25" y="0"/>
                  </a:moveTo>
                  <a:lnTo>
                    <a:pt x="20" y="64"/>
                  </a:lnTo>
                  <a:lnTo>
                    <a:pt x="0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4" name=""/>
            <p:cNvSpPr/>
            <p:nvPr/>
          </p:nvSpPr>
          <p:spPr>
            <a:xfrm rot="0" flipV="1">
              <a:off x="1842" y="624"/>
              <a:ext cx="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5" name=""/>
            <p:cNvSpPr/>
            <p:nvPr/>
          </p:nvSpPr>
          <p:spPr>
            <a:xfrm rot="0">
              <a:off x="1851" y="622"/>
              <a:ext cx="12" cy="25"/>
            </a:xfrm>
            <a:custGeom>
              <a:avLst/>
              <a:ahLst/>
              <a:rect l="0" t="0" r="r" b="b"/>
              <a:pathLst>
                <a:path w="35" h="75">
                  <a:moveTo>
                    <a:pt x="0" y="0"/>
                  </a:moveTo>
                  <a:lnTo>
                    <a:pt x="0" y="75"/>
                  </a:lnTo>
                  <a:lnTo>
                    <a:pt x="3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6" name=""/>
            <p:cNvSpPr/>
            <p:nvPr/>
          </p:nvSpPr>
          <p:spPr>
            <a:xfrm rot="0">
              <a:off x="1838" y="664"/>
              <a:ext cx="26" cy="31"/>
            </a:xfrm>
            <a:custGeom>
              <a:avLst/>
              <a:ahLst/>
              <a:rect l="0" t="0" r="r" b="b"/>
              <a:pathLst>
                <a:path w="76" h="92">
                  <a:moveTo>
                    <a:pt x="0" y="0"/>
                  </a:moveTo>
                  <a:lnTo>
                    <a:pt x="51" y="92"/>
                  </a:lnTo>
                  <a:lnTo>
                    <a:pt x="76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7" name=""/>
            <p:cNvSpPr/>
            <p:nvPr/>
          </p:nvSpPr>
          <p:spPr>
            <a:xfrm rot="0" flipV="1">
              <a:off x="1838" y="655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8" name=""/>
            <p:cNvSpPr/>
            <p:nvPr/>
          </p:nvSpPr>
          <p:spPr>
            <a:xfrm rot="0">
              <a:off x="1831" y="652"/>
              <a:ext cx="24" cy="43"/>
            </a:xfrm>
            <a:custGeom>
              <a:avLst/>
              <a:ahLst/>
              <a:rect l="0" t="0" r="r" b="b"/>
              <a:pathLst>
                <a:path w="74" h="129">
                  <a:moveTo>
                    <a:pt x="74" y="0"/>
                  </a:moveTo>
                  <a:lnTo>
                    <a:pt x="45" y="76"/>
                  </a:lnTo>
                  <a:lnTo>
                    <a:pt x="0" y="1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09" name=""/>
            <p:cNvSpPr/>
            <p:nvPr/>
          </p:nvSpPr>
          <p:spPr>
            <a:xfrm rot="0">
              <a:off x="1895" y="661"/>
              <a:ext cx="27" cy="36"/>
            </a:xfrm>
            <a:custGeom>
              <a:avLst/>
              <a:ahLst/>
              <a:rect l="0" t="0" r="r" b="b"/>
              <a:pathLst>
                <a:path w="81" h="107">
                  <a:moveTo>
                    <a:pt x="81" y="0"/>
                  </a:moveTo>
                  <a:lnTo>
                    <a:pt x="40" y="67"/>
                  </a:lnTo>
                  <a:lnTo>
                    <a:pt x="0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0" name=""/>
            <p:cNvSpPr/>
            <p:nvPr/>
          </p:nvSpPr>
          <p:spPr>
            <a:xfrm rot="0" flipH="1">
              <a:off x="1904" y="644"/>
              <a:ext cx="15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1" name=""/>
            <p:cNvSpPr/>
            <p:nvPr/>
          </p:nvSpPr>
          <p:spPr>
            <a:xfrm rot="0" flipH="1">
              <a:off x="1904" y="621"/>
              <a:ext cx="13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2" name=""/>
            <p:cNvSpPr/>
            <p:nvPr/>
          </p:nvSpPr>
          <p:spPr>
            <a:xfrm rot="0">
              <a:off x="1881" y="620"/>
              <a:ext cx="1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3" name=""/>
            <p:cNvSpPr/>
            <p:nvPr/>
          </p:nvSpPr>
          <p:spPr>
            <a:xfrm rot="0" flipV="1">
              <a:off x="1881" y="622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4" name=""/>
            <p:cNvSpPr/>
            <p:nvPr/>
          </p:nvSpPr>
          <p:spPr>
            <a:xfrm rot="0" flipH="1">
              <a:off x="1899" y="620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5" name=""/>
            <p:cNvSpPr/>
            <p:nvPr/>
          </p:nvSpPr>
          <p:spPr>
            <a:xfrm rot="0" flipH="1">
              <a:off x="1881" y="637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6" name=""/>
            <p:cNvSpPr/>
            <p:nvPr/>
          </p:nvSpPr>
          <p:spPr>
            <a:xfrm rot="0" flipV="1">
              <a:off x="1881" y="630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7" name=""/>
            <p:cNvSpPr/>
            <p:nvPr/>
          </p:nvSpPr>
          <p:spPr>
            <a:xfrm rot="0">
              <a:off x="1889" y="639"/>
              <a:ext cx="2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8" name=""/>
            <p:cNvSpPr/>
            <p:nvPr/>
          </p:nvSpPr>
          <p:spPr>
            <a:xfrm rot="0" flipV="1">
              <a:off x="1873" y="648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19" name=""/>
            <p:cNvSpPr/>
            <p:nvPr/>
          </p:nvSpPr>
          <p:spPr>
            <a:xfrm rot="0">
              <a:off x="1881" y="654"/>
              <a:ext cx="1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0" name=""/>
            <p:cNvSpPr/>
            <p:nvPr/>
          </p:nvSpPr>
          <p:spPr>
            <a:xfrm rot="0" flipV="1">
              <a:off x="1881" y="657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1" name=""/>
            <p:cNvSpPr/>
            <p:nvPr/>
          </p:nvSpPr>
          <p:spPr>
            <a:xfrm rot="0" flipH="1">
              <a:off x="1897" y="655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2" name=""/>
            <p:cNvSpPr/>
            <p:nvPr/>
          </p:nvSpPr>
          <p:spPr>
            <a:xfrm rot="0" flipH="1">
              <a:off x="1881" y="667"/>
              <a:ext cx="17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3" name=""/>
            <p:cNvSpPr/>
            <p:nvPr/>
          </p:nvSpPr>
          <p:spPr>
            <a:xfrm rot="0">
              <a:off x="1883" y="668"/>
              <a:ext cx="7" cy="28"/>
            </a:xfrm>
            <a:custGeom>
              <a:avLst/>
              <a:ahLst/>
              <a:rect l="0" t="0" r="r" b="b"/>
              <a:pathLst>
                <a:path w="19" h="86">
                  <a:moveTo>
                    <a:pt x="19" y="0"/>
                  </a:moveTo>
                  <a:lnTo>
                    <a:pt x="19" y="86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4" name=""/>
            <p:cNvSpPr/>
            <p:nvPr/>
          </p:nvSpPr>
          <p:spPr>
            <a:xfrm rot="0" flipH="1">
              <a:off x="1874" y="677"/>
              <a:ext cx="9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5" name=""/>
            <p:cNvSpPr/>
            <p:nvPr/>
          </p:nvSpPr>
          <p:spPr>
            <a:xfrm rot="0">
              <a:off x="1894" y="674"/>
              <a:ext cx="7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6" name=""/>
            <p:cNvSpPr/>
            <p:nvPr/>
          </p:nvSpPr>
          <p:spPr>
            <a:xfrm rot="0">
              <a:off x="1937" y="677"/>
              <a:ext cx="12" cy="12"/>
            </a:xfrm>
            <a:custGeom>
              <a:avLst/>
              <a:ahLst/>
              <a:rect l="0" t="0" r="r" b="b"/>
              <a:pathLst>
                <a:path w="38" h="37">
                  <a:moveTo>
                    <a:pt x="0" y="18"/>
                  </a:moveTo>
                  <a:lnTo>
                    <a:pt x="1" y="24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3" y="37"/>
                  </a:lnTo>
                  <a:lnTo>
                    <a:pt x="19" y="37"/>
                  </a:lnTo>
                  <a:lnTo>
                    <a:pt x="25" y="37"/>
                  </a:lnTo>
                  <a:lnTo>
                    <a:pt x="30" y="34"/>
                  </a:lnTo>
                  <a:lnTo>
                    <a:pt x="34" y="30"/>
                  </a:lnTo>
                  <a:lnTo>
                    <a:pt x="36" y="24"/>
                  </a:lnTo>
                  <a:lnTo>
                    <a:pt x="38" y="18"/>
                  </a:lnTo>
                  <a:lnTo>
                    <a:pt x="36" y="13"/>
                  </a:lnTo>
                  <a:lnTo>
                    <a:pt x="34" y="8"/>
                  </a:lnTo>
                  <a:lnTo>
                    <a:pt x="30" y="3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8" y="3"/>
                  </a:lnTo>
                  <a:lnTo>
                    <a:pt x="4" y="8"/>
                  </a:lnTo>
                  <a:lnTo>
                    <a:pt x="1" y="13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7" name=""/>
            <p:cNvSpPr/>
            <p:nvPr/>
          </p:nvSpPr>
          <p:spPr>
            <a:xfrm rot="0">
              <a:off x="1936" y="676"/>
              <a:ext cx="14" cy="14"/>
            </a:xfrm>
            <a:custGeom>
              <a:avLst/>
              <a:ahLst/>
              <a:rect l="0" t="0" r="r" b="b"/>
              <a:pathLst>
                <a:path w="43" h="42">
                  <a:moveTo>
                    <a:pt x="43" y="21"/>
                  </a:moveTo>
                  <a:lnTo>
                    <a:pt x="42" y="15"/>
                  </a:lnTo>
                  <a:lnTo>
                    <a:pt x="39" y="8"/>
                  </a:lnTo>
                  <a:lnTo>
                    <a:pt x="34" y="4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9" y="4"/>
                  </a:lnTo>
                  <a:lnTo>
                    <a:pt x="6" y="8"/>
                  </a:lnTo>
                  <a:lnTo>
                    <a:pt x="2" y="15"/>
                  </a:lnTo>
                  <a:lnTo>
                    <a:pt x="0" y="21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9" y="38"/>
                  </a:lnTo>
                  <a:lnTo>
                    <a:pt x="16" y="42"/>
                  </a:lnTo>
                  <a:lnTo>
                    <a:pt x="22" y="42"/>
                  </a:lnTo>
                  <a:lnTo>
                    <a:pt x="29" y="42"/>
                  </a:lnTo>
                  <a:lnTo>
                    <a:pt x="34" y="38"/>
                  </a:lnTo>
                  <a:lnTo>
                    <a:pt x="39" y="34"/>
                  </a:lnTo>
                  <a:lnTo>
                    <a:pt x="42" y="28"/>
                  </a:lnTo>
                  <a:lnTo>
                    <a:pt x="43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28" name=""/>
            <p:cNvSpPr/>
            <p:nvPr/>
          </p:nvSpPr>
          <p:spPr>
            <a:xfrm rot="0">
              <a:off x="1389" y="1622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29" name=""/>
            <p:cNvSpPr/>
            <p:nvPr/>
          </p:nvSpPr>
          <p:spPr>
            <a:xfrm rot="0">
              <a:off x="1389" y="1622"/>
              <a:ext cx="12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30" name=""/>
            <p:cNvSpPr/>
            <p:nvPr/>
          </p:nvSpPr>
          <p:spPr>
            <a:xfrm rot="0">
              <a:off x="696" y="1622"/>
              <a:ext cx="693" cy="23"/>
            </a:xfrm>
            <a:custGeom>
              <a:avLst/>
              <a:ahLst/>
              <a:rect l="0" t="0" r="r" b="b"/>
              <a:pathLst>
                <a:path w="2081" h="67">
                  <a:moveTo>
                    <a:pt x="2081" y="67"/>
                  </a:moveTo>
                  <a:lnTo>
                    <a:pt x="2081" y="34"/>
                  </a:lnTo>
                  <a:lnTo>
                    <a:pt x="208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081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31" name=""/>
            <p:cNvSpPr/>
            <p:nvPr/>
          </p:nvSpPr>
          <p:spPr>
            <a:xfrm rot="0">
              <a:off x="696" y="1622"/>
              <a:ext cx="693" cy="23"/>
            </a:xfrm>
            <a:custGeom>
              <a:avLst/>
              <a:ahLst/>
              <a:rect l="0" t="0" r="r" b="b"/>
              <a:pathLst>
                <a:path w="2081" h="67">
                  <a:moveTo>
                    <a:pt x="2081" y="67"/>
                  </a:moveTo>
                  <a:lnTo>
                    <a:pt x="2081" y="34"/>
                  </a:lnTo>
                  <a:lnTo>
                    <a:pt x="208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081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32" name=""/>
            <p:cNvSpPr/>
            <p:nvPr/>
          </p:nvSpPr>
          <p:spPr>
            <a:xfrm rot="0">
              <a:off x="685" y="162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33" name=""/>
            <p:cNvSpPr/>
            <p:nvPr/>
          </p:nvSpPr>
          <p:spPr>
            <a:xfrm rot="0">
              <a:off x="685" y="162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34" name=""/>
            <p:cNvSpPr/>
            <p:nvPr/>
          </p:nvSpPr>
          <p:spPr>
            <a:xfrm rot="0">
              <a:off x="685" y="1622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35" name=""/>
            <p:cNvSpPr/>
            <p:nvPr/>
          </p:nvSpPr>
          <p:spPr>
            <a:xfrm rot="0">
              <a:off x="685" y="1622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36" name=""/>
            <p:cNvSpPr/>
            <p:nvPr/>
          </p:nvSpPr>
          <p:spPr>
            <a:xfrm rot="0">
              <a:off x="685" y="1634"/>
              <a:ext cx="22" cy="463"/>
            </a:xfrm>
            <a:custGeom>
              <a:avLst/>
              <a:ahLst/>
              <a:rect l="0" t="0" r="r" b="b"/>
              <a:pathLst>
                <a:path w="67" h="138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89"/>
                  </a:lnTo>
                  <a:lnTo>
                    <a:pt x="33" y="1389"/>
                  </a:lnTo>
                  <a:lnTo>
                    <a:pt x="67" y="1389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37" name=""/>
            <p:cNvSpPr/>
            <p:nvPr/>
          </p:nvSpPr>
          <p:spPr>
            <a:xfrm rot="0">
              <a:off x="685" y="1634"/>
              <a:ext cx="22" cy="463"/>
            </a:xfrm>
            <a:custGeom>
              <a:avLst/>
              <a:ahLst/>
              <a:rect l="0" t="0" r="r" b="b"/>
              <a:pathLst>
                <a:path w="67" h="138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89"/>
                  </a:lnTo>
                  <a:lnTo>
                    <a:pt x="33" y="1389"/>
                  </a:lnTo>
                  <a:lnTo>
                    <a:pt x="67" y="1389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38" name=""/>
            <p:cNvSpPr/>
            <p:nvPr/>
          </p:nvSpPr>
          <p:spPr>
            <a:xfrm rot="0">
              <a:off x="685" y="209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39" name=""/>
            <p:cNvSpPr/>
            <p:nvPr/>
          </p:nvSpPr>
          <p:spPr>
            <a:xfrm rot="0">
              <a:off x="685" y="2097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40" name=""/>
            <p:cNvSpPr/>
            <p:nvPr/>
          </p:nvSpPr>
          <p:spPr>
            <a:xfrm rot="0">
              <a:off x="685" y="208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3"/>
                  </a:moveTo>
                  <a:lnTo>
                    <a:pt x="33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41" name=""/>
            <p:cNvSpPr/>
            <p:nvPr/>
          </p:nvSpPr>
          <p:spPr>
            <a:xfrm rot="0">
              <a:off x="685" y="208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42" name=""/>
            <p:cNvSpPr/>
            <p:nvPr/>
          </p:nvSpPr>
          <p:spPr>
            <a:xfrm rot="0">
              <a:off x="696" y="2086"/>
              <a:ext cx="693" cy="22"/>
            </a:xfrm>
            <a:custGeom>
              <a:avLst/>
              <a:ahLst/>
              <a:rect l="0" t="0" r="r" b="b"/>
              <a:pathLst>
                <a:path w="2081" h="66">
                  <a:moveTo>
                    <a:pt x="0" y="0"/>
                  </a:moveTo>
                  <a:lnTo>
                    <a:pt x="0" y="33"/>
                  </a:lnTo>
                  <a:lnTo>
                    <a:pt x="0" y="66"/>
                  </a:lnTo>
                  <a:lnTo>
                    <a:pt x="2081" y="66"/>
                  </a:lnTo>
                  <a:lnTo>
                    <a:pt x="2081" y="33"/>
                  </a:lnTo>
                  <a:lnTo>
                    <a:pt x="208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43" name=""/>
            <p:cNvSpPr/>
            <p:nvPr/>
          </p:nvSpPr>
          <p:spPr>
            <a:xfrm rot="0">
              <a:off x="696" y="2086"/>
              <a:ext cx="693" cy="22"/>
            </a:xfrm>
            <a:custGeom>
              <a:avLst/>
              <a:ahLst/>
              <a:rect l="0" t="0" r="r" b="b"/>
              <a:pathLst>
                <a:path w="2081" h="66">
                  <a:moveTo>
                    <a:pt x="0" y="0"/>
                  </a:moveTo>
                  <a:lnTo>
                    <a:pt x="0" y="33"/>
                  </a:lnTo>
                  <a:lnTo>
                    <a:pt x="0" y="66"/>
                  </a:lnTo>
                  <a:lnTo>
                    <a:pt x="2081" y="66"/>
                  </a:lnTo>
                  <a:lnTo>
                    <a:pt x="2081" y="33"/>
                  </a:lnTo>
                  <a:lnTo>
                    <a:pt x="208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44" name=""/>
            <p:cNvSpPr/>
            <p:nvPr/>
          </p:nvSpPr>
          <p:spPr>
            <a:xfrm rot="0">
              <a:off x="1389" y="2086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3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45" name=""/>
            <p:cNvSpPr/>
            <p:nvPr/>
          </p:nvSpPr>
          <p:spPr>
            <a:xfrm rot="0">
              <a:off x="1389" y="2086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3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46" name=""/>
            <p:cNvSpPr/>
            <p:nvPr/>
          </p:nvSpPr>
          <p:spPr>
            <a:xfrm rot="0">
              <a:off x="1378" y="2097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47" name=""/>
            <p:cNvSpPr/>
            <p:nvPr/>
          </p:nvSpPr>
          <p:spPr>
            <a:xfrm rot="0">
              <a:off x="1378" y="2097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48" name=""/>
            <p:cNvSpPr/>
            <p:nvPr/>
          </p:nvSpPr>
          <p:spPr>
            <a:xfrm rot="0">
              <a:off x="1378" y="1877"/>
              <a:ext cx="23" cy="220"/>
            </a:xfrm>
            <a:custGeom>
              <a:avLst/>
              <a:ahLst/>
              <a:rect l="0" t="0" r="r" b="b"/>
              <a:pathLst>
                <a:path w="67" h="658">
                  <a:moveTo>
                    <a:pt x="0" y="658"/>
                  </a:moveTo>
                  <a:lnTo>
                    <a:pt x="33" y="658"/>
                  </a:lnTo>
                  <a:lnTo>
                    <a:pt x="67" y="65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49" name=""/>
            <p:cNvSpPr/>
            <p:nvPr/>
          </p:nvSpPr>
          <p:spPr>
            <a:xfrm rot="0">
              <a:off x="1378" y="1877"/>
              <a:ext cx="23" cy="220"/>
            </a:xfrm>
            <a:custGeom>
              <a:avLst/>
              <a:ahLst/>
              <a:rect l="0" t="0" r="r" b="b"/>
              <a:pathLst>
                <a:path w="67" h="658">
                  <a:moveTo>
                    <a:pt x="0" y="658"/>
                  </a:moveTo>
                  <a:lnTo>
                    <a:pt x="33" y="658"/>
                  </a:lnTo>
                  <a:lnTo>
                    <a:pt x="67" y="65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6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50" name=""/>
            <p:cNvSpPr/>
            <p:nvPr/>
          </p:nvSpPr>
          <p:spPr>
            <a:xfrm rot="0">
              <a:off x="1378" y="1866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51" name=""/>
            <p:cNvSpPr/>
            <p:nvPr/>
          </p:nvSpPr>
          <p:spPr>
            <a:xfrm rot="0">
              <a:off x="1378" y="1866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3" name=""/>
          <p:cNvGrpSpPr/>
          <p:nvPr/>
        </p:nvGrpSpPr>
        <p:grpSpPr>
          <a:xfrm rot="0">
            <a:off x="974725" y="2527300"/>
            <a:ext cx="6634162" cy="2332037"/>
            <a:chOff x="614" y="1592"/>
            <a:chExt cx="4179" cy="1469"/>
          </a:xfrm>
        </p:grpSpPr>
        <p:sp>
          <p:nvSpPr>
            <p:cNvPr id="1058952" name=""/>
            <p:cNvSpPr/>
            <p:nvPr/>
          </p:nvSpPr>
          <p:spPr>
            <a:xfrm rot="0">
              <a:off x="916" y="18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53" name=""/>
            <p:cNvSpPr/>
            <p:nvPr/>
          </p:nvSpPr>
          <p:spPr>
            <a:xfrm rot="0">
              <a:off x="916" y="18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54" name=""/>
            <p:cNvSpPr/>
            <p:nvPr/>
          </p:nvSpPr>
          <p:spPr>
            <a:xfrm rot="0">
              <a:off x="916" y="1877"/>
              <a:ext cx="22" cy="110"/>
            </a:xfrm>
            <a:custGeom>
              <a:avLst/>
              <a:ahLst/>
              <a:rect l="0" t="0" r="r" b="b"/>
              <a:pathLst>
                <a:path w="66" h="328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32" y="328"/>
                  </a:lnTo>
                  <a:lnTo>
                    <a:pt x="66" y="328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55" name=""/>
            <p:cNvSpPr/>
            <p:nvPr/>
          </p:nvSpPr>
          <p:spPr>
            <a:xfrm rot="0">
              <a:off x="916" y="1877"/>
              <a:ext cx="22" cy="110"/>
            </a:xfrm>
            <a:custGeom>
              <a:avLst/>
              <a:ahLst/>
              <a:rect l="0" t="0" r="r" b="b"/>
              <a:pathLst>
                <a:path w="66" h="328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32" y="328"/>
                  </a:lnTo>
                  <a:lnTo>
                    <a:pt x="66" y="328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56" name=""/>
            <p:cNvSpPr/>
            <p:nvPr/>
          </p:nvSpPr>
          <p:spPr>
            <a:xfrm rot="0">
              <a:off x="916" y="1987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57" name=""/>
            <p:cNvSpPr/>
            <p:nvPr/>
          </p:nvSpPr>
          <p:spPr>
            <a:xfrm rot="0">
              <a:off x="916" y="1987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58" name=""/>
            <p:cNvSpPr/>
            <p:nvPr/>
          </p:nvSpPr>
          <p:spPr>
            <a:xfrm rot="0">
              <a:off x="1147" y="18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59" name=""/>
            <p:cNvSpPr/>
            <p:nvPr/>
          </p:nvSpPr>
          <p:spPr>
            <a:xfrm rot="0">
              <a:off x="1147" y="1866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60" name=""/>
            <p:cNvSpPr/>
            <p:nvPr/>
          </p:nvSpPr>
          <p:spPr>
            <a:xfrm rot="0">
              <a:off x="1147" y="1877"/>
              <a:ext cx="22" cy="110"/>
            </a:xfrm>
            <a:custGeom>
              <a:avLst/>
              <a:ahLst/>
              <a:rect l="0" t="0" r="r" b="b"/>
              <a:pathLst>
                <a:path w="66" h="328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32" y="328"/>
                  </a:lnTo>
                  <a:lnTo>
                    <a:pt x="66" y="328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61" name=""/>
            <p:cNvSpPr/>
            <p:nvPr/>
          </p:nvSpPr>
          <p:spPr>
            <a:xfrm rot="0">
              <a:off x="1147" y="1877"/>
              <a:ext cx="22" cy="110"/>
            </a:xfrm>
            <a:custGeom>
              <a:avLst/>
              <a:ahLst/>
              <a:rect l="0" t="0" r="r" b="b"/>
              <a:pathLst>
                <a:path w="66" h="328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32" y="328"/>
                  </a:lnTo>
                  <a:lnTo>
                    <a:pt x="66" y="328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62" name=""/>
            <p:cNvSpPr/>
            <p:nvPr/>
          </p:nvSpPr>
          <p:spPr>
            <a:xfrm rot="0">
              <a:off x="1147" y="1987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63" name=""/>
            <p:cNvSpPr/>
            <p:nvPr/>
          </p:nvSpPr>
          <p:spPr>
            <a:xfrm rot="0">
              <a:off x="1147" y="1987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64" name=""/>
            <p:cNvSpPr/>
            <p:nvPr/>
          </p:nvSpPr>
          <p:spPr>
            <a:xfrm rot="0">
              <a:off x="1158" y="1975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65" name=""/>
            <p:cNvSpPr/>
            <p:nvPr/>
          </p:nvSpPr>
          <p:spPr>
            <a:xfrm rot="0">
              <a:off x="1158" y="1975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66" name=""/>
            <p:cNvSpPr/>
            <p:nvPr/>
          </p:nvSpPr>
          <p:spPr>
            <a:xfrm rot="0">
              <a:off x="927" y="1975"/>
              <a:ext cx="231" cy="23"/>
            </a:xfrm>
            <a:custGeom>
              <a:avLst/>
              <a:ahLst/>
              <a:rect l="0" t="0" r="r" b="b"/>
              <a:pathLst>
                <a:path w="694" h="67">
                  <a:moveTo>
                    <a:pt x="694" y="67"/>
                  </a:move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694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67" name=""/>
            <p:cNvSpPr/>
            <p:nvPr/>
          </p:nvSpPr>
          <p:spPr>
            <a:xfrm rot="0">
              <a:off x="927" y="1975"/>
              <a:ext cx="231" cy="23"/>
            </a:xfrm>
            <a:custGeom>
              <a:avLst/>
              <a:ahLst/>
              <a:rect l="0" t="0" r="r" b="b"/>
              <a:pathLst>
                <a:path w="694" h="67">
                  <a:moveTo>
                    <a:pt x="694" y="67"/>
                  </a:move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694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68" name=""/>
            <p:cNvSpPr/>
            <p:nvPr/>
          </p:nvSpPr>
          <p:spPr>
            <a:xfrm rot="0">
              <a:off x="916" y="1975"/>
              <a:ext cx="11" cy="23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69" name=""/>
            <p:cNvSpPr/>
            <p:nvPr/>
          </p:nvSpPr>
          <p:spPr>
            <a:xfrm rot="0">
              <a:off x="916" y="1975"/>
              <a:ext cx="11" cy="23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70" name=""/>
            <p:cNvSpPr/>
            <p:nvPr/>
          </p:nvSpPr>
          <p:spPr>
            <a:xfrm rot="0">
              <a:off x="1389" y="1866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71" name=""/>
            <p:cNvSpPr/>
            <p:nvPr/>
          </p:nvSpPr>
          <p:spPr>
            <a:xfrm rot="0">
              <a:off x="1389" y="1866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72" name=""/>
            <p:cNvSpPr/>
            <p:nvPr/>
          </p:nvSpPr>
          <p:spPr>
            <a:xfrm rot="0">
              <a:off x="1158" y="1866"/>
              <a:ext cx="231" cy="22"/>
            </a:xfrm>
            <a:custGeom>
              <a:avLst/>
              <a:ahLst/>
              <a:rect l="0" t="0" r="r" b="b"/>
              <a:pathLst>
                <a:path w="694" h="66">
                  <a:moveTo>
                    <a:pt x="694" y="66"/>
                  </a:move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694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73" name=""/>
            <p:cNvSpPr/>
            <p:nvPr/>
          </p:nvSpPr>
          <p:spPr>
            <a:xfrm rot="0">
              <a:off x="1158" y="1866"/>
              <a:ext cx="231" cy="22"/>
            </a:xfrm>
            <a:custGeom>
              <a:avLst/>
              <a:ahLst/>
              <a:rect l="0" t="0" r="r" b="b"/>
              <a:pathLst>
                <a:path w="694" h="66">
                  <a:moveTo>
                    <a:pt x="694" y="66"/>
                  </a:moveTo>
                  <a:lnTo>
                    <a:pt x="694" y="34"/>
                  </a:lnTo>
                  <a:lnTo>
                    <a:pt x="69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694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74" name=""/>
            <p:cNvSpPr/>
            <p:nvPr/>
          </p:nvSpPr>
          <p:spPr>
            <a:xfrm rot="0">
              <a:off x="1147" y="1866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75" name=""/>
            <p:cNvSpPr/>
            <p:nvPr/>
          </p:nvSpPr>
          <p:spPr>
            <a:xfrm rot="0">
              <a:off x="1147" y="1866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76" name=""/>
            <p:cNvSpPr/>
            <p:nvPr/>
          </p:nvSpPr>
          <p:spPr>
            <a:xfrm rot="0">
              <a:off x="927" y="1866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77" name=""/>
            <p:cNvSpPr/>
            <p:nvPr/>
          </p:nvSpPr>
          <p:spPr>
            <a:xfrm rot="0">
              <a:off x="927" y="1866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78" name=""/>
            <p:cNvSpPr/>
            <p:nvPr/>
          </p:nvSpPr>
          <p:spPr>
            <a:xfrm rot="0">
              <a:off x="696" y="1866"/>
              <a:ext cx="231" cy="22"/>
            </a:xfrm>
            <a:custGeom>
              <a:avLst/>
              <a:ahLst/>
              <a:rect l="0" t="0" r="r" b="b"/>
              <a:pathLst>
                <a:path w="692" h="66">
                  <a:moveTo>
                    <a:pt x="692" y="66"/>
                  </a:moveTo>
                  <a:lnTo>
                    <a:pt x="692" y="34"/>
                  </a:lnTo>
                  <a:lnTo>
                    <a:pt x="692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692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79" name=""/>
            <p:cNvSpPr/>
            <p:nvPr/>
          </p:nvSpPr>
          <p:spPr>
            <a:xfrm rot="0">
              <a:off x="696" y="1866"/>
              <a:ext cx="231" cy="22"/>
            </a:xfrm>
            <a:custGeom>
              <a:avLst/>
              <a:ahLst/>
              <a:rect l="0" t="0" r="r" b="b"/>
              <a:pathLst>
                <a:path w="692" h="66">
                  <a:moveTo>
                    <a:pt x="692" y="66"/>
                  </a:moveTo>
                  <a:lnTo>
                    <a:pt x="692" y="34"/>
                  </a:lnTo>
                  <a:lnTo>
                    <a:pt x="692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692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80" name=""/>
            <p:cNvSpPr/>
            <p:nvPr/>
          </p:nvSpPr>
          <p:spPr>
            <a:xfrm rot="0">
              <a:off x="685" y="186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81" name=""/>
            <p:cNvSpPr/>
            <p:nvPr/>
          </p:nvSpPr>
          <p:spPr>
            <a:xfrm rot="0">
              <a:off x="685" y="186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82" name=""/>
            <p:cNvSpPr/>
            <p:nvPr/>
          </p:nvSpPr>
          <p:spPr>
            <a:xfrm rot="0">
              <a:off x="3876" y="1835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83" name=""/>
            <p:cNvSpPr/>
            <p:nvPr/>
          </p:nvSpPr>
          <p:spPr>
            <a:xfrm rot="0">
              <a:off x="3876" y="1835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84" name=""/>
            <p:cNvSpPr/>
            <p:nvPr/>
          </p:nvSpPr>
          <p:spPr>
            <a:xfrm rot="0">
              <a:off x="3876" y="1846"/>
              <a:ext cx="22" cy="314"/>
            </a:xfrm>
            <a:custGeom>
              <a:avLst/>
              <a:ahLst/>
              <a:rect l="0" t="0" r="r" b="b"/>
              <a:pathLst>
                <a:path w="66" h="942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942"/>
                  </a:lnTo>
                  <a:lnTo>
                    <a:pt x="32" y="942"/>
                  </a:lnTo>
                  <a:lnTo>
                    <a:pt x="66" y="942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85" name=""/>
            <p:cNvSpPr/>
            <p:nvPr/>
          </p:nvSpPr>
          <p:spPr>
            <a:xfrm rot="0">
              <a:off x="3876" y="1846"/>
              <a:ext cx="22" cy="314"/>
            </a:xfrm>
            <a:custGeom>
              <a:avLst/>
              <a:ahLst/>
              <a:rect l="0" t="0" r="r" b="b"/>
              <a:pathLst>
                <a:path w="66" h="942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942"/>
                  </a:lnTo>
                  <a:lnTo>
                    <a:pt x="32" y="942"/>
                  </a:lnTo>
                  <a:lnTo>
                    <a:pt x="66" y="942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86" name=""/>
            <p:cNvSpPr/>
            <p:nvPr/>
          </p:nvSpPr>
          <p:spPr>
            <a:xfrm rot="0">
              <a:off x="3876" y="2160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87" name=""/>
            <p:cNvSpPr/>
            <p:nvPr/>
          </p:nvSpPr>
          <p:spPr>
            <a:xfrm rot="0">
              <a:off x="3876" y="2160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88" name=""/>
            <p:cNvSpPr/>
            <p:nvPr/>
          </p:nvSpPr>
          <p:spPr>
            <a:xfrm rot="0">
              <a:off x="3887" y="1592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89" name=""/>
            <p:cNvSpPr/>
            <p:nvPr/>
          </p:nvSpPr>
          <p:spPr>
            <a:xfrm rot="0">
              <a:off x="3887" y="1592"/>
              <a:ext cx="11" cy="23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90" name=""/>
            <p:cNvSpPr/>
            <p:nvPr/>
          </p:nvSpPr>
          <p:spPr>
            <a:xfrm rot="0">
              <a:off x="3147" y="1592"/>
              <a:ext cx="740" cy="23"/>
            </a:xfrm>
            <a:custGeom>
              <a:avLst/>
              <a:ahLst/>
              <a:rect l="0" t="0" r="r" b="b"/>
              <a:pathLst>
                <a:path w="2220" h="67">
                  <a:moveTo>
                    <a:pt x="2220" y="67"/>
                  </a:moveTo>
                  <a:lnTo>
                    <a:pt x="2220" y="34"/>
                  </a:lnTo>
                  <a:lnTo>
                    <a:pt x="222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220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91" name=""/>
            <p:cNvSpPr/>
            <p:nvPr/>
          </p:nvSpPr>
          <p:spPr>
            <a:xfrm rot="0">
              <a:off x="3147" y="1592"/>
              <a:ext cx="740" cy="23"/>
            </a:xfrm>
            <a:custGeom>
              <a:avLst/>
              <a:ahLst/>
              <a:rect l="0" t="0" r="r" b="b"/>
              <a:pathLst>
                <a:path w="2220" h="67">
                  <a:moveTo>
                    <a:pt x="2220" y="67"/>
                  </a:moveTo>
                  <a:lnTo>
                    <a:pt x="2220" y="34"/>
                  </a:lnTo>
                  <a:lnTo>
                    <a:pt x="2220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22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92" name=""/>
            <p:cNvSpPr/>
            <p:nvPr/>
          </p:nvSpPr>
          <p:spPr>
            <a:xfrm rot="0">
              <a:off x="3136" y="159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93" name=""/>
            <p:cNvSpPr/>
            <p:nvPr/>
          </p:nvSpPr>
          <p:spPr>
            <a:xfrm rot="0">
              <a:off x="3136" y="1592"/>
              <a:ext cx="11" cy="23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94" name=""/>
            <p:cNvSpPr/>
            <p:nvPr/>
          </p:nvSpPr>
          <p:spPr>
            <a:xfrm rot="0">
              <a:off x="3136" y="2149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95" name=""/>
            <p:cNvSpPr/>
            <p:nvPr/>
          </p:nvSpPr>
          <p:spPr>
            <a:xfrm rot="0">
              <a:off x="3136" y="2149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96" name=""/>
            <p:cNvSpPr/>
            <p:nvPr/>
          </p:nvSpPr>
          <p:spPr>
            <a:xfrm rot="0">
              <a:off x="3147" y="2149"/>
              <a:ext cx="740" cy="22"/>
            </a:xfrm>
            <a:custGeom>
              <a:avLst/>
              <a:ahLst/>
              <a:rect l="0" t="0" r="r" b="b"/>
              <a:pathLst>
                <a:path w="2220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2220" y="66"/>
                  </a:lnTo>
                  <a:lnTo>
                    <a:pt x="2220" y="34"/>
                  </a:lnTo>
                  <a:lnTo>
                    <a:pt x="222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97" name=""/>
            <p:cNvSpPr/>
            <p:nvPr/>
          </p:nvSpPr>
          <p:spPr>
            <a:xfrm rot="0">
              <a:off x="3147" y="2149"/>
              <a:ext cx="740" cy="22"/>
            </a:xfrm>
            <a:custGeom>
              <a:avLst/>
              <a:ahLst/>
              <a:rect l="0" t="0" r="r" b="b"/>
              <a:pathLst>
                <a:path w="2220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2220" y="66"/>
                  </a:lnTo>
                  <a:lnTo>
                    <a:pt x="2220" y="34"/>
                  </a:lnTo>
                  <a:lnTo>
                    <a:pt x="222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8998" name=""/>
            <p:cNvSpPr/>
            <p:nvPr/>
          </p:nvSpPr>
          <p:spPr>
            <a:xfrm rot="0">
              <a:off x="3887" y="2149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8999" name=""/>
            <p:cNvSpPr/>
            <p:nvPr/>
          </p:nvSpPr>
          <p:spPr>
            <a:xfrm rot="0">
              <a:off x="3887" y="2149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00" name=""/>
            <p:cNvSpPr/>
            <p:nvPr/>
          </p:nvSpPr>
          <p:spPr>
            <a:xfrm rot="0">
              <a:off x="3136" y="2044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01" name=""/>
            <p:cNvSpPr/>
            <p:nvPr/>
          </p:nvSpPr>
          <p:spPr>
            <a:xfrm rot="0">
              <a:off x="3136" y="2044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02" name=""/>
            <p:cNvSpPr/>
            <p:nvPr/>
          </p:nvSpPr>
          <p:spPr>
            <a:xfrm rot="0">
              <a:off x="3136" y="2055"/>
              <a:ext cx="22" cy="105"/>
            </a:xfrm>
            <a:custGeom>
              <a:avLst/>
              <a:ahLst/>
              <a:rect l="0" t="0" r="r" b="b"/>
              <a:pathLst>
                <a:path w="66" h="315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15"/>
                  </a:lnTo>
                  <a:lnTo>
                    <a:pt x="33" y="315"/>
                  </a:lnTo>
                  <a:lnTo>
                    <a:pt x="66" y="315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03" name=""/>
            <p:cNvSpPr/>
            <p:nvPr/>
          </p:nvSpPr>
          <p:spPr>
            <a:xfrm rot="0">
              <a:off x="3136" y="2055"/>
              <a:ext cx="22" cy="105"/>
            </a:xfrm>
            <a:custGeom>
              <a:avLst/>
              <a:ahLst/>
              <a:rect l="0" t="0" r="r" b="b"/>
              <a:pathLst>
                <a:path w="66" h="315">
                  <a:moveTo>
                    <a:pt x="66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15"/>
                  </a:lnTo>
                  <a:lnTo>
                    <a:pt x="33" y="315"/>
                  </a:lnTo>
                  <a:lnTo>
                    <a:pt x="66" y="315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04" name=""/>
            <p:cNvSpPr/>
            <p:nvPr/>
          </p:nvSpPr>
          <p:spPr>
            <a:xfrm rot="0">
              <a:off x="3136" y="2160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33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05" name=""/>
            <p:cNvSpPr/>
            <p:nvPr/>
          </p:nvSpPr>
          <p:spPr>
            <a:xfrm rot="0">
              <a:off x="3136" y="2160"/>
              <a:ext cx="22" cy="11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06" name=""/>
            <p:cNvSpPr/>
            <p:nvPr/>
          </p:nvSpPr>
          <p:spPr>
            <a:xfrm rot="0">
              <a:off x="3654" y="1592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07" name=""/>
            <p:cNvSpPr/>
            <p:nvPr/>
          </p:nvSpPr>
          <p:spPr>
            <a:xfrm rot="0">
              <a:off x="3654" y="1592"/>
              <a:ext cx="22" cy="12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08" name=""/>
            <p:cNvSpPr/>
            <p:nvPr/>
          </p:nvSpPr>
          <p:spPr>
            <a:xfrm rot="0">
              <a:off x="3654" y="1604"/>
              <a:ext cx="22" cy="242"/>
            </a:xfrm>
            <a:custGeom>
              <a:avLst/>
              <a:ahLst/>
              <a:rect l="0" t="0" r="r" b="b"/>
              <a:pathLst>
                <a:path w="67" h="72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27"/>
                  </a:lnTo>
                  <a:lnTo>
                    <a:pt x="33" y="727"/>
                  </a:lnTo>
                  <a:lnTo>
                    <a:pt x="67" y="727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09" name=""/>
            <p:cNvSpPr/>
            <p:nvPr/>
          </p:nvSpPr>
          <p:spPr>
            <a:xfrm rot="0">
              <a:off x="3654" y="1604"/>
              <a:ext cx="22" cy="242"/>
            </a:xfrm>
            <a:custGeom>
              <a:avLst/>
              <a:ahLst/>
              <a:rect l="0" t="0" r="r" b="b"/>
              <a:pathLst>
                <a:path w="67" h="72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727"/>
                  </a:lnTo>
                  <a:lnTo>
                    <a:pt x="33" y="727"/>
                  </a:lnTo>
                  <a:lnTo>
                    <a:pt x="67" y="72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10" name=""/>
            <p:cNvSpPr/>
            <p:nvPr/>
          </p:nvSpPr>
          <p:spPr>
            <a:xfrm rot="0">
              <a:off x="3654" y="1846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4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11" name=""/>
            <p:cNvSpPr/>
            <p:nvPr/>
          </p:nvSpPr>
          <p:spPr>
            <a:xfrm rot="0">
              <a:off x="3654" y="1846"/>
              <a:ext cx="22" cy="11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4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4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12" name=""/>
            <p:cNvSpPr/>
            <p:nvPr/>
          </p:nvSpPr>
          <p:spPr>
            <a:xfrm rot="0">
              <a:off x="3887" y="1835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13" name=""/>
            <p:cNvSpPr/>
            <p:nvPr/>
          </p:nvSpPr>
          <p:spPr>
            <a:xfrm rot="0">
              <a:off x="3887" y="1835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14" name=""/>
            <p:cNvSpPr/>
            <p:nvPr/>
          </p:nvSpPr>
          <p:spPr>
            <a:xfrm rot="0">
              <a:off x="3665" y="1835"/>
              <a:ext cx="222" cy="22"/>
            </a:xfrm>
            <a:custGeom>
              <a:avLst/>
              <a:ahLst/>
              <a:rect l="0" t="0" r="r" b="b"/>
              <a:pathLst>
                <a:path w="666" h="66">
                  <a:moveTo>
                    <a:pt x="666" y="66"/>
                  </a:moveTo>
                  <a:lnTo>
                    <a:pt x="666" y="34"/>
                  </a:lnTo>
                  <a:lnTo>
                    <a:pt x="6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666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15" name=""/>
            <p:cNvSpPr/>
            <p:nvPr/>
          </p:nvSpPr>
          <p:spPr>
            <a:xfrm rot="0">
              <a:off x="3665" y="1835"/>
              <a:ext cx="222" cy="22"/>
            </a:xfrm>
            <a:custGeom>
              <a:avLst/>
              <a:ahLst/>
              <a:rect l="0" t="0" r="r" b="b"/>
              <a:pathLst>
                <a:path w="666" h="66">
                  <a:moveTo>
                    <a:pt x="666" y="66"/>
                  </a:moveTo>
                  <a:lnTo>
                    <a:pt x="666" y="34"/>
                  </a:lnTo>
                  <a:lnTo>
                    <a:pt x="66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666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16" name=""/>
            <p:cNvSpPr/>
            <p:nvPr/>
          </p:nvSpPr>
          <p:spPr>
            <a:xfrm rot="0">
              <a:off x="3654" y="1835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3" y="65"/>
                  </a:lnTo>
                  <a:lnTo>
                    <a:pt x="14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17" name=""/>
            <p:cNvSpPr/>
            <p:nvPr/>
          </p:nvSpPr>
          <p:spPr>
            <a:xfrm rot="0">
              <a:off x="3654" y="1835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3" y="65"/>
                  </a:lnTo>
                  <a:lnTo>
                    <a:pt x="14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18" name=""/>
            <p:cNvSpPr/>
            <p:nvPr/>
          </p:nvSpPr>
          <p:spPr>
            <a:xfrm rot="0">
              <a:off x="3665" y="2044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19" name=""/>
            <p:cNvSpPr/>
            <p:nvPr/>
          </p:nvSpPr>
          <p:spPr>
            <a:xfrm rot="0">
              <a:off x="3665" y="2044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20" name=""/>
            <p:cNvSpPr/>
            <p:nvPr/>
          </p:nvSpPr>
          <p:spPr>
            <a:xfrm rot="0">
              <a:off x="3147" y="2044"/>
              <a:ext cx="518" cy="22"/>
            </a:xfrm>
            <a:custGeom>
              <a:avLst/>
              <a:ahLst/>
              <a:rect l="0" t="0" r="r" b="b"/>
              <a:pathLst>
                <a:path w="1554" h="67">
                  <a:moveTo>
                    <a:pt x="1554" y="67"/>
                  </a:moveTo>
                  <a:lnTo>
                    <a:pt x="1554" y="34"/>
                  </a:lnTo>
                  <a:lnTo>
                    <a:pt x="155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54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21" name=""/>
            <p:cNvSpPr/>
            <p:nvPr/>
          </p:nvSpPr>
          <p:spPr>
            <a:xfrm rot="0">
              <a:off x="3147" y="2044"/>
              <a:ext cx="518" cy="22"/>
            </a:xfrm>
            <a:custGeom>
              <a:avLst/>
              <a:ahLst/>
              <a:rect l="0" t="0" r="r" b="b"/>
              <a:pathLst>
                <a:path w="1554" h="67">
                  <a:moveTo>
                    <a:pt x="1554" y="67"/>
                  </a:moveTo>
                  <a:lnTo>
                    <a:pt x="1554" y="34"/>
                  </a:lnTo>
                  <a:lnTo>
                    <a:pt x="155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554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22" name=""/>
            <p:cNvSpPr/>
            <p:nvPr/>
          </p:nvSpPr>
          <p:spPr>
            <a:xfrm rot="0">
              <a:off x="3136" y="204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23" name=""/>
            <p:cNvSpPr/>
            <p:nvPr/>
          </p:nvSpPr>
          <p:spPr>
            <a:xfrm rot="0">
              <a:off x="3136" y="2044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24" name=""/>
            <p:cNvSpPr/>
            <p:nvPr/>
          </p:nvSpPr>
          <p:spPr>
            <a:xfrm rot="0">
              <a:off x="3654" y="183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25" name=""/>
            <p:cNvSpPr/>
            <p:nvPr/>
          </p:nvSpPr>
          <p:spPr>
            <a:xfrm rot="0">
              <a:off x="3654" y="1835"/>
              <a:ext cx="22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26" name=""/>
            <p:cNvSpPr/>
            <p:nvPr/>
          </p:nvSpPr>
          <p:spPr>
            <a:xfrm rot="0">
              <a:off x="3654" y="1846"/>
              <a:ext cx="22" cy="209"/>
            </a:xfrm>
            <a:custGeom>
              <a:avLst/>
              <a:ahLst/>
              <a:rect l="0" t="0" r="r" b="b"/>
              <a:pathLst>
                <a:path w="67" h="62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3" y="627"/>
                  </a:lnTo>
                  <a:lnTo>
                    <a:pt x="67" y="627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27" name=""/>
            <p:cNvSpPr/>
            <p:nvPr/>
          </p:nvSpPr>
          <p:spPr>
            <a:xfrm rot="0">
              <a:off x="3654" y="1846"/>
              <a:ext cx="22" cy="209"/>
            </a:xfrm>
            <a:custGeom>
              <a:avLst/>
              <a:ahLst/>
              <a:rect l="0" t="0" r="r" b="b"/>
              <a:pathLst>
                <a:path w="67" h="62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3" y="627"/>
                  </a:lnTo>
                  <a:lnTo>
                    <a:pt x="67" y="62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28" name=""/>
            <p:cNvSpPr/>
            <p:nvPr/>
          </p:nvSpPr>
          <p:spPr>
            <a:xfrm rot="0">
              <a:off x="3654" y="2055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29" name=""/>
            <p:cNvSpPr/>
            <p:nvPr/>
          </p:nvSpPr>
          <p:spPr>
            <a:xfrm rot="0">
              <a:off x="3654" y="2055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30" name=""/>
            <p:cNvSpPr/>
            <p:nvPr/>
          </p:nvSpPr>
          <p:spPr>
            <a:xfrm rot="0">
              <a:off x="1509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31" name=""/>
            <p:cNvSpPr/>
            <p:nvPr/>
          </p:nvSpPr>
          <p:spPr>
            <a:xfrm rot="0">
              <a:off x="1509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32" name=""/>
            <p:cNvSpPr/>
            <p:nvPr/>
          </p:nvSpPr>
          <p:spPr>
            <a:xfrm rot="0">
              <a:off x="1509" y="2569"/>
              <a:ext cx="22" cy="481"/>
            </a:xfrm>
            <a:custGeom>
              <a:avLst/>
              <a:ahLst/>
              <a:rect l="0" t="0" r="r" b="b"/>
              <a:pathLst>
                <a:path w="66" h="1445">
                  <a:moveTo>
                    <a:pt x="0" y="1445"/>
                  </a:moveTo>
                  <a:lnTo>
                    <a:pt x="32" y="1445"/>
                  </a:lnTo>
                  <a:lnTo>
                    <a:pt x="66" y="1445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44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33" name=""/>
            <p:cNvSpPr/>
            <p:nvPr/>
          </p:nvSpPr>
          <p:spPr>
            <a:xfrm rot="0">
              <a:off x="1509" y="2569"/>
              <a:ext cx="22" cy="481"/>
            </a:xfrm>
            <a:custGeom>
              <a:avLst/>
              <a:ahLst/>
              <a:rect l="0" t="0" r="r" b="b"/>
              <a:pathLst>
                <a:path w="66" h="1445">
                  <a:moveTo>
                    <a:pt x="0" y="1445"/>
                  </a:moveTo>
                  <a:lnTo>
                    <a:pt x="32" y="1445"/>
                  </a:lnTo>
                  <a:lnTo>
                    <a:pt x="66" y="1445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44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34" name=""/>
            <p:cNvSpPr/>
            <p:nvPr/>
          </p:nvSpPr>
          <p:spPr>
            <a:xfrm rot="0">
              <a:off x="1509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35" name=""/>
            <p:cNvSpPr/>
            <p:nvPr/>
          </p:nvSpPr>
          <p:spPr>
            <a:xfrm rot="0">
              <a:off x="1509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36" name=""/>
            <p:cNvSpPr/>
            <p:nvPr/>
          </p:nvSpPr>
          <p:spPr>
            <a:xfrm rot="0">
              <a:off x="1520" y="2557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37" name=""/>
            <p:cNvSpPr/>
            <p:nvPr/>
          </p:nvSpPr>
          <p:spPr>
            <a:xfrm rot="0">
              <a:off x="1520" y="2557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38" name=""/>
            <p:cNvSpPr/>
            <p:nvPr/>
          </p:nvSpPr>
          <p:spPr>
            <a:xfrm rot="0">
              <a:off x="1187" y="2557"/>
              <a:ext cx="333" cy="22"/>
            </a:xfrm>
            <a:custGeom>
              <a:avLst/>
              <a:ahLst/>
              <a:rect l="0" t="0" r="r" b="b"/>
              <a:pathLst>
                <a:path w="999" h="66">
                  <a:moveTo>
                    <a:pt x="999" y="66"/>
                  </a:move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999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39" name=""/>
            <p:cNvSpPr/>
            <p:nvPr/>
          </p:nvSpPr>
          <p:spPr>
            <a:xfrm rot="0">
              <a:off x="1187" y="2557"/>
              <a:ext cx="333" cy="22"/>
            </a:xfrm>
            <a:custGeom>
              <a:avLst/>
              <a:ahLst/>
              <a:rect l="0" t="0" r="r" b="b"/>
              <a:pathLst>
                <a:path w="999" h="66">
                  <a:moveTo>
                    <a:pt x="999" y="66"/>
                  </a:move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999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40" name=""/>
            <p:cNvSpPr/>
            <p:nvPr/>
          </p:nvSpPr>
          <p:spPr>
            <a:xfrm rot="0">
              <a:off x="1176" y="2557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41" name=""/>
            <p:cNvSpPr/>
            <p:nvPr/>
          </p:nvSpPr>
          <p:spPr>
            <a:xfrm rot="0">
              <a:off x="1176" y="2557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42" name=""/>
            <p:cNvSpPr/>
            <p:nvPr/>
          </p:nvSpPr>
          <p:spPr>
            <a:xfrm rot="0">
              <a:off x="614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43" name=""/>
            <p:cNvSpPr/>
            <p:nvPr/>
          </p:nvSpPr>
          <p:spPr>
            <a:xfrm rot="0">
              <a:off x="614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44" name=""/>
            <p:cNvSpPr/>
            <p:nvPr/>
          </p:nvSpPr>
          <p:spPr>
            <a:xfrm rot="0">
              <a:off x="614" y="2569"/>
              <a:ext cx="22" cy="481"/>
            </a:xfrm>
            <a:custGeom>
              <a:avLst/>
              <a:ahLst/>
              <a:rect l="0" t="0" r="r" b="b"/>
              <a:pathLst>
                <a:path w="66" h="1445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45"/>
                  </a:lnTo>
                  <a:lnTo>
                    <a:pt x="32" y="1445"/>
                  </a:lnTo>
                  <a:lnTo>
                    <a:pt x="66" y="1445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45" name=""/>
            <p:cNvSpPr/>
            <p:nvPr/>
          </p:nvSpPr>
          <p:spPr>
            <a:xfrm rot="0">
              <a:off x="614" y="2569"/>
              <a:ext cx="22" cy="481"/>
            </a:xfrm>
            <a:custGeom>
              <a:avLst/>
              <a:ahLst/>
              <a:rect l="0" t="0" r="r" b="b"/>
              <a:pathLst>
                <a:path w="66" h="1445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45"/>
                  </a:lnTo>
                  <a:lnTo>
                    <a:pt x="32" y="1445"/>
                  </a:lnTo>
                  <a:lnTo>
                    <a:pt x="66" y="1445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46" name=""/>
            <p:cNvSpPr/>
            <p:nvPr/>
          </p:nvSpPr>
          <p:spPr>
            <a:xfrm rot="0">
              <a:off x="614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47" name=""/>
            <p:cNvSpPr/>
            <p:nvPr/>
          </p:nvSpPr>
          <p:spPr>
            <a:xfrm rot="0">
              <a:off x="614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48" name=""/>
            <p:cNvSpPr/>
            <p:nvPr/>
          </p:nvSpPr>
          <p:spPr>
            <a:xfrm rot="0">
              <a:off x="614" y="303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49" name=""/>
            <p:cNvSpPr/>
            <p:nvPr/>
          </p:nvSpPr>
          <p:spPr>
            <a:xfrm rot="0">
              <a:off x="614" y="3039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50" name=""/>
            <p:cNvSpPr/>
            <p:nvPr/>
          </p:nvSpPr>
          <p:spPr>
            <a:xfrm rot="0">
              <a:off x="625" y="3039"/>
              <a:ext cx="562" cy="22"/>
            </a:xfrm>
            <a:custGeom>
              <a:avLst/>
              <a:ahLst/>
              <a:rect l="0" t="0" r="r" b="b"/>
              <a:pathLst>
                <a:path w="168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685" y="67"/>
                  </a:lnTo>
                  <a:lnTo>
                    <a:pt x="1685" y="34"/>
                  </a:lnTo>
                  <a:lnTo>
                    <a:pt x="168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51" name=""/>
            <p:cNvSpPr/>
            <p:nvPr/>
          </p:nvSpPr>
          <p:spPr>
            <a:xfrm rot="0">
              <a:off x="625" y="3039"/>
              <a:ext cx="562" cy="22"/>
            </a:xfrm>
            <a:custGeom>
              <a:avLst/>
              <a:ahLst/>
              <a:rect l="0" t="0" r="r" b="b"/>
              <a:pathLst>
                <a:path w="168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685" y="67"/>
                  </a:lnTo>
                  <a:lnTo>
                    <a:pt x="1685" y="34"/>
                  </a:lnTo>
                  <a:lnTo>
                    <a:pt x="168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52" name=""/>
            <p:cNvSpPr/>
            <p:nvPr/>
          </p:nvSpPr>
          <p:spPr>
            <a:xfrm rot="0">
              <a:off x="1187" y="30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53" name=""/>
            <p:cNvSpPr/>
            <p:nvPr/>
          </p:nvSpPr>
          <p:spPr>
            <a:xfrm rot="0">
              <a:off x="1187" y="3039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54" name=""/>
            <p:cNvSpPr/>
            <p:nvPr/>
          </p:nvSpPr>
          <p:spPr>
            <a:xfrm rot="0">
              <a:off x="1176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32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55" name=""/>
            <p:cNvSpPr/>
            <p:nvPr/>
          </p:nvSpPr>
          <p:spPr>
            <a:xfrm rot="0">
              <a:off x="1176" y="3050"/>
              <a:ext cx="22" cy="11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2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56" name=""/>
            <p:cNvSpPr/>
            <p:nvPr/>
          </p:nvSpPr>
          <p:spPr>
            <a:xfrm rot="0">
              <a:off x="1176" y="2976"/>
              <a:ext cx="22" cy="74"/>
            </a:xfrm>
            <a:custGeom>
              <a:avLst/>
              <a:ahLst/>
              <a:rect l="0" t="0" r="r" b="b"/>
              <a:pathLst>
                <a:path w="66" h="223">
                  <a:moveTo>
                    <a:pt x="0" y="223"/>
                  </a:moveTo>
                  <a:lnTo>
                    <a:pt x="32" y="223"/>
                  </a:lnTo>
                  <a:lnTo>
                    <a:pt x="66" y="223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2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57" name=""/>
            <p:cNvSpPr/>
            <p:nvPr/>
          </p:nvSpPr>
          <p:spPr>
            <a:xfrm rot="0">
              <a:off x="1176" y="2976"/>
              <a:ext cx="22" cy="74"/>
            </a:xfrm>
            <a:custGeom>
              <a:avLst/>
              <a:ahLst/>
              <a:rect l="0" t="0" r="r" b="b"/>
              <a:pathLst>
                <a:path w="66" h="223">
                  <a:moveTo>
                    <a:pt x="0" y="223"/>
                  </a:moveTo>
                  <a:lnTo>
                    <a:pt x="32" y="223"/>
                  </a:lnTo>
                  <a:lnTo>
                    <a:pt x="66" y="223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2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58" name=""/>
            <p:cNvSpPr/>
            <p:nvPr/>
          </p:nvSpPr>
          <p:spPr>
            <a:xfrm rot="0">
              <a:off x="1176" y="2965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59" name=""/>
            <p:cNvSpPr/>
            <p:nvPr/>
          </p:nvSpPr>
          <p:spPr>
            <a:xfrm rot="0">
              <a:off x="1176" y="2965"/>
              <a:ext cx="22" cy="11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60" name=""/>
            <p:cNvSpPr/>
            <p:nvPr/>
          </p:nvSpPr>
          <p:spPr>
            <a:xfrm rot="0">
              <a:off x="842" y="2902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61" name=""/>
            <p:cNvSpPr/>
            <p:nvPr/>
          </p:nvSpPr>
          <p:spPr>
            <a:xfrm rot="0">
              <a:off x="842" y="2902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62" name=""/>
            <p:cNvSpPr/>
            <p:nvPr/>
          </p:nvSpPr>
          <p:spPr>
            <a:xfrm rot="0">
              <a:off x="842" y="2717"/>
              <a:ext cx="23" cy="185"/>
            </a:xfrm>
            <a:custGeom>
              <a:avLst/>
              <a:ahLst/>
              <a:rect l="0" t="0" r="r" b="b"/>
              <a:pathLst>
                <a:path w="67" h="555">
                  <a:moveTo>
                    <a:pt x="0" y="555"/>
                  </a:moveTo>
                  <a:lnTo>
                    <a:pt x="33" y="555"/>
                  </a:lnTo>
                  <a:lnTo>
                    <a:pt x="67" y="55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5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63" name=""/>
            <p:cNvSpPr/>
            <p:nvPr/>
          </p:nvSpPr>
          <p:spPr>
            <a:xfrm rot="0">
              <a:off x="842" y="2717"/>
              <a:ext cx="23" cy="185"/>
            </a:xfrm>
            <a:custGeom>
              <a:avLst/>
              <a:ahLst/>
              <a:rect l="0" t="0" r="r" b="b"/>
              <a:pathLst>
                <a:path w="67" h="555">
                  <a:moveTo>
                    <a:pt x="0" y="555"/>
                  </a:moveTo>
                  <a:lnTo>
                    <a:pt x="33" y="555"/>
                  </a:lnTo>
                  <a:lnTo>
                    <a:pt x="67" y="555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5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64" name=""/>
            <p:cNvSpPr/>
            <p:nvPr/>
          </p:nvSpPr>
          <p:spPr>
            <a:xfrm rot="0">
              <a:off x="842" y="2706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65" name=""/>
            <p:cNvSpPr/>
            <p:nvPr/>
          </p:nvSpPr>
          <p:spPr>
            <a:xfrm rot="0">
              <a:off x="842" y="2706"/>
              <a:ext cx="23" cy="11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66" name=""/>
            <p:cNvSpPr/>
            <p:nvPr/>
          </p:nvSpPr>
          <p:spPr>
            <a:xfrm rot="0">
              <a:off x="1520" y="2891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67" name=""/>
            <p:cNvSpPr/>
            <p:nvPr/>
          </p:nvSpPr>
          <p:spPr>
            <a:xfrm rot="0">
              <a:off x="1520" y="2891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68" name=""/>
            <p:cNvSpPr/>
            <p:nvPr/>
          </p:nvSpPr>
          <p:spPr>
            <a:xfrm rot="0">
              <a:off x="853" y="2891"/>
              <a:ext cx="667" cy="22"/>
            </a:xfrm>
            <a:custGeom>
              <a:avLst/>
              <a:ahLst/>
              <a:rect l="0" t="0" r="r" b="b"/>
              <a:pathLst>
                <a:path w="1999" h="67">
                  <a:moveTo>
                    <a:pt x="1999" y="67"/>
                  </a:moveTo>
                  <a:lnTo>
                    <a:pt x="1999" y="34"/>
                  </a:lnTo>
                  <a:lnTo>
                    <a:pt x="199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999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69" name=""/>
            <p:cNvSpPr/>
            <p:nvPr/>
          </p:nvSpPr>
          <p:spPr>
            <a:xfrm rot="0">
              <a:off x="853" y="2891"/>
              <a:ext cx="667" cy="22"/>
            </a:xfrm>
            <a:custGeom>
              <a:avLst/>
              <a:ahLst/>
              <a:rect l="0" t="0" r="r" b="b"/>
              <a:pathLst>
                <a:path w="1999" h="67">
                  <a:moveTo>
                    <a:pt x="1999" y="67"/>
                  </a:moveTo>
                  <a:lnTo>
                    <a:pt x="1999" y="34"/>
                  </a:lnTo>
                  <a:lnTo>
                    <a:pt x="199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999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70" name=""/>
            <p:cNvSpPr/>
            <p:nvPr/>
          </p:nvSpPr>
          <p:spPr>
            <a:xfrm rot="0">
              <a:off x="842" y="289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71" name=""/>
            <p:cNvSpPr/>
            <p:nvPr/>
          </p:nvSpPr>
          <p:spPr>
            <a:xfrm rot="0">
              <a:off x="842" y="2891"/>
              <a:ext cx="11" cy="22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72" name=""/>
            <p:cNvSpPr/>
            <p:nvPr/>
          </p:nvSpPr>
          <p:spPr>
            <a:xfrm rot="0">
              <a:off x="1184" y="2965"/>
              <a:ext cx="14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7" y="33"/>
                  </a:moveTo>
                  <a:lnTo>
                    <a:pt x="15" y="0"/>
                  </a:lnTo>
                  <a:lnTo>
                    <a:pt x="24" y="4"/>
                  </a:lnTo>
                  <a:lnTo>
                    <a:pt x="32" y="11"/>
                  </a:lnTo>
                  <a:lnTo>
                    <a:pt x="37" y="20"/>
                  </a:lnTo>
                  <a:lnTo>
                    <a:pt x="40" y="30"/>
                  </a:lnTo>
                  <a:lnTo>
                    <a:pt x="40" y="41"/>
                  </a:lnTo>
                  <a:lnTo>
                    <a:pt x="36" y="50"/>
                  </a:lnTo>
                  <a:lnTo>
                    <a:pt x="30" y="58"/>
                  </a:lnTo>
                  <a:lnTo>
                    <a:pt x="20" y="63"/>
                  </a:lnTo>
                  <a:lnTo>
                    <a:pt x="10" y="66"/>
                  </a:lnTo>
                  <a:lnTo>
                    <a:pt x="0" y="66"/>
                  </a:lnTo>
                  <a:lnTo>
                    <a:pt x="7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73" name=""/>
            <p:cNvSpPr/>
            <p:nvPr/>
          </p:nvSpPr>
          <p:spPr>
            <a:xfrm rot="0">
              <a:off x="1184" y="2965"/>
              <a:ext cx="14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15" y="0"/>
                  </a:moveTo>
                  <a:lnTo>
                    <a:pt x="24" y="4"/>
                  </a:lnTo>
                  <a:lnTo>
                    <a:pt x="32" y="11"/>
                  </a:lnTo>
                  <a:lnTo>
                    <a:pt x="37" y="20"/>
                  </a:lnTo>
                  <a:lnTo>
                    <a:pt x="40" y="30"/>
                  </a:lnTo>
                  <a:lnTo>
                    <a:pt x="40" y="41"/>
                  </a:lnTo>
                  <a:lnTo>
                    <a:pt x="36" y="50"/>
                  </a:lnTo>
                  <a:lnTo>
                    <a:pt x="30" y="58"/>
                  </a:lnTo>
                  <a:lnTo>
                    <a:pt x="20" y="63"/>
                  </a:lnTo>
                  <a:lnTo>
                    <a:pt x="10" y="66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74" name=""/>
            <p:cNvSpPr/>
            <p:nvPr/>
          </p:nvSpPr>
          <p:spPr>
            <a:xfrm rot="0">
              <a:off x="851" y="2891"/>
              <a:ext cx="338" cy="96"/>
            </a:xfrm>
            <a:custGeom>
              <a:avLst/>
              <a:ahLst/>
              <a:rect l="0" t="0" r="r" b="b"/>
              <a:pathLst>
                <a:path w="1016" h="287">
                  <a:moveTo>
                    <a:pt x="1001" y="287"/>
                  </a:moveTo>
                  <a:lnTo>
                    <a:pt x="1008" y="254"/>
                  </a:lnTo>
                  <a:lnTo>
                    <a:pt x="1016" y="221"/>
                  </a:lnTo>
                  <a:lnTo>
                    <a:pt x="16" y="0"/>
                  </a:lnTo>
                  <a:lnTo>
                    <a:pt x="8" y="32"/>
                  </a:lnTo>
                  <a:lnTo>
                    <a:pt x="0" y="65"/>
                  </a:lnTo>
                  <a:lnTo>
                    <a:pt x="1001" y="28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75" name=""/>
            <p:cNvSpPr/>
            <p:nvPr/>
          </p:nvSpPr>
          <p:spPr>
            <a:xfrm rot="0">
              <a:off x="851" y="2891"/>
              <a:ext cx="338" cy="96"/>
            </a:xfrm>
            <a:custGeom>
              <a:avLst/>
              <a:ahLst/>
              <a:rect l="0" t="0" r="r" b="b"/>
              <a:pathLst>
                <a:path w="1016" h="287">
                  <a:moveTo>
                    <a:pt x="1001" y="287"/>
                  </a:moveTo>
                  <a:lnTo>
                    <a:pt x="1008" y="254"/>
                  </a:lnTo>
                  <a:lnTo>
                    <a:pt x="1016" y="221"/>
                  </a:lnTo>
                  <a:lnTo>
                    <a:pt x="16" y="0"/>
                  </a:lnTo>
                  <a:lnTo>
                    <a:pt x="8" y="32"/>
                  </a:lnTo>
                  <a:lnTo>
                    <a:pt x="0" y="65"/>
                  </a:lnTo>
                  <a:lnTo>
                    <a:pt x="1001" y="28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76" name=""/>
            <p:cNvSpPr/>
            <p:nvPr/>
          </p:nvSpPr>
          <p:spPr>
            <a:xfrm rot="0">
              <a:off x="842" y="2891"/>
              <a:ext cx="14" cy="22"/>
            </a:xfrm>
            <a:custGeom>
              <a:avLst/>
              <a:ahLst/>
              <a:rect l="0" t="0" r="r" b="b"/>
              <a:pathLst>
                <a:path w="41" h="65">
                  <a:moveTo>
                    <a:pt x="33" y="32"/>
                  </a:moveTo>
                  <a:lnTo>
                    <a:pt x="25" y="65"/>
                  </a:lnTo>
                  <a:lnTo>
                    <a:pt x="16" y="61"/>
                  </a:lnTo>
                  <a:lnTo>
                    <a:pt x="8" y="54"/>
                  </a:lnTo>
                  <a:lnTo>
                    <a:pt x="3" y="45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33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77" name=""/>
            <p:cNvSpPr/>
            <p:nvPr/>
          </p:nvSpPr>
          <p:spPr>
            <a:xfrm rot="0">
              <a:off x="842" y="2891"/>
              <a:ext cx="14" cy="22"/>
            </a:xfrm>
            <a:custGeom>
              <a:avLst/>
              <a:ahLst/>
              <a:rect l="0" t="0" r="r" b="b"/>
              <a:pathLst>
                <a:path w="41" h="65">
                  <a:moveTo>
                    <a:pt x="25" y="65"/>
                  </a:moveTo>
                  <a:lnTo>
                    <a:pt x="16" y="61"/>
                  </a:lnTo>
                  <a:lnTo>
                    <a:pt x="8" y="54"/>
                  </a:lnTo>
                  <a:lnTo>
                    <a:pt x="3" y="45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4" y="15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78" name=""/>
            <p:cNvSpPr/>
            <p:nvPr/>
          </p:nvSpPr>
          <p:spPr>
            <a:xfrm rot="0">
              <a:off x="842" y="2706"/>
              <a:ext cx="14" cy="22"/>
            </a:xfrm>
            <a:custGeom>
              <a:avLst/>
              <a:ahLst/>
              <a:rect l="0" t="0" r="r" b="b"/>
              <a:pathLst>
                <a:path w="41" h="65">
                  <a:moveTo>
                    <a:pt x="33" y="33"/>
                  </a:moveTo>
                  <a:lnTo>
                    <a:pt x="41" y="65"/>
                  </a:lnTo>
                  <a:lnTo>
                    <a:pt x="30" y="65"/>
                  </a:lnTo>
                  <a:lnTo>
                    <a:pt x="20" y="63"/>
                  </a:lnTo>
                  <a:lnTo>
                    <a:pt x="11" y="57"/>
                  </a:lnTo>
                  <a:lnTo>
                    <a:pt x="4" y="50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3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79" name=""/>
            <p:cNvSpPr/>
            <p:nvPr/>
          </p:nvSpPr>
          <p:spPr>
            <a:xfrm rot="0">
              <a:off x="842" y="2706"/>
              <a:ext cx="14" cy="22"/>
            </a:xfrm>
            <a:custGeom>
              <a:avLst/>
              <a:ahLst/>
              <a:rect l="0" t="0" r="r" b="b"/>
              <a:pathLst>
                <a:path w="41" h="65">
                  <a:moveTo>
                    <a:pt x="41" y="65"/>
                  </a:moveTo>
                  <a:lnTo>
                    <a:pt x="30" y="65"/>
                  </a:lnTo>
                  <a:lnTo>
                    <a:pt x="20" y="63"/>
                  </a:lnTo>
                  <a:lnTo>
                    <a:pt x="11" y="57"/>
                  </a:lnTo>
                  <a:lnTo>
                    <a:pt x="4" y="50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3" y="20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80" name=""/>
            <p:cNvSpPr/>
            <p:nvPr/>
          </p:nvSpPr>
          <p:spPr>
            <a:xfrm rot="0">
              <a:off x="851" y="2632"/>
              <a:ext cx="338" cy="96"/>
            </a:xfrm>
            <a:custGeom>
              <a:avLst/>
              <a:ahLst/>
              <a:rect l="0" t="0" r="r" b="b"/>
              <a:pathLst>
                <a:path w="1016" h="288">
                  <a:moveTo>
                    <a:pt x="0" y="223"/>
                  </a:moveTo>
                  <a:lnTo>
                    <a:pt x="8" y="256"/>
                  </a:lnTo>
                  <a:lnTo>
                    <a:pt x="16" y="288"/>
                  </a:lnTo>
                  <a:lnTo>
                    <a:pt x="1016" y="65"/>
                  </a:lnTo>
                  <a:lnTo>
                    <a:pt x="1008" y="33"/>
                  </a:lnTo>
                  <a:lnTo>
                    <a:pt x="1001" y="0"/>
                  </a:lnTo>
                  <a:lnTo>
                    <a:pt x="0" y="2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81" name=""/>
            <p:cNvSpPr/>
            <p:nvPr/>
          </p:nvSpPr>
          <p:spPr>
            <a:xfrm rot="0">
              <a:off x="851" y="2632"/>
              <a:ext cx="338" cy="96"/>
            </a:xfrm>
            <a:custGeom>
              <a:avLst/>
              <a:ahLst/>
              <a:rect l="0" t="0" r="r" b="b"/>
              <a:pathLst>
                <a:path w="1016" h="288">
                  <a:moveTo>
                    <a:pt x="0" y="223"/>
                  </a:moveTo>
                  <a:lnTo>
                    <a:pt x="8" y="256"/>
                  </a:lnTo>
                  <a:lnTo>
                    <a:pt x="16" y="288"/>
                  </a:lnTo>
                  <a:lnTo>
                    <a:pt x="1016" y="65"/>
                  </a:lnTo>
                  <a:lnTo>
                    <a:pt x="1008" y="33"/>
                  </a:lnTo>
                  <a:lnTo>
                    <a:pt x="1001" y="0"/>
                  </a:lnTo>
                  <a:lnTo>
                    <a:pt x="0" y="2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82" name=""/>
            <p:cNvSpPr/>
            <p:nvPr/>
          </p:nvSpPr>
          <p:spPr>
            <a:xfrm rot="0">
              <a:off x="1184" y="2632"/>
              <a:ext cx="14" cy="21"/>
            </a:xfrm>
            <a:custGeom>
              <a:avLst/>
              <a:ahLst/>
              <a:rect l="0" t="0" r="r" b="b"/>
              <a:pathLst>
                <a:path w="40" h="65">
                  <a:moveTo>
                    <a:pt x="7" y="33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0" y="3"/>
                  </a:lnTo>
                  <a:lnTo>
                    <a:pt x="30" y="8"/>
                  </a:lnTo>
                  <a:lnTo>
                    <a:pt x="36" y="16"/>
                  </a:lnTo>
                  <a:lnTo>
                    <a:pt x="40" y="25"/>
                  </a:lnTo>
                  <a:lnTo>
                    <a:pt x="40" y="35"/>
                  </a:lnTo>
                  <a:lnTo>
                    <a:pt x="37" y="46"/>
                  </a:lnTo>
                  <a:lnTo>
                    <a:pt x="32" y="55"/>
                  </a:lnTo>
                  <a:lnTo>
                    <a:pt x="24" y="61"/>
                  </a:lnTo>
                  <a:lnTo>
                    <a:pt x="15" y="65"/>
                  </a:lnTo>
                  <a:lnTo>
                    <a:pt x="7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83" name=""/>
            <p:cNvSpPr/>
            <p:nvPr/>
          </p:nvSpPr>
          <p:spPr>
            <a:xfrm rot="0">
              <a:off x="1184" y="2632"/>
              <a:ext cx="14" cy="21"/>
            </a:xfrm>
            <a:custGeom>
              <a:avLst/>
              <a:ahLst/>
              <a:rect l="0" t="0" r="r" b="b"/>
              <a:pathLst>
                <a:path w="40" h="65">
                  <a:moveTo>
                    <a:pt x="0" y="0"/>
                  </a:moveTo>
                  <a:lnTo>
                    <a:pt x="10" y="0"/>
                  </a:lnTo>
                  <a:lnTo>
                    <a:pt x="20" y="3"/>
                  </a:lnTo>
                  <a:lnTo>
                    <a:pt x="30" y="8"/>
                  </a:lnTo>
                  <a:lnTo>
                    <a:pt x="36" y="16"/>
                  </a:lnTo>
                  <a:lnTo>
                    <a:pt x="40" y="25"/>
                  </a:lnTo>
                  <a:lnTo>
                    <a:pt x="40" y="35"/>
                  </a:lnTo>
                  <a:lnTo>
                    <a:pt x="37" y="46"/>
                  </a:lnTo>
                  <a:lnTo>
                    <a:pt x="32" y="55"/>
                  </a:lnTo>
                  <a:lnTo>
                    <a:pt x="24" y="61"/>
                  </a:lnTo>
                  <a:lnTo>
                    <a:pt x="15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84" name=""/>
            <p:cNvSpPr/>
            <p:nvPr/>
          </p:nvSpPr>
          <p:spPr>
            <a:xfrm rot="0">
              <a:off x="842" y="270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3" y="65"/>
                  </a:lnTo>
                  <a:lnTo>
                    <a:pt x="14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85" name=""/>
            <p:cNvSpPr/>
            <p:nvPr/>
          </p:nvSpPr>
          <p:spPr>
            <a:xfrm rot="0">
              <a:off x="842" y="2706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3" y="65"/>
                  </a:lnTo>
                  <a:lnTo>
                    <a:pt x="14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86" name=""/>
            <p:cNvSpPr/>
            <p:nvPr/>
          </p:nvSpPr>
          <p:spPr>
            <a:xfrm rot="0">
              <a:off x="853" y="2706"/>
              <a:ext cx="667" cy="22"/>
            </a:xfrm>
            <a:custGeom>
              <a:avLst/>
              <a:ahLst/>
              <a:rect l="0" t="0" r="r" b="b"/>
              <a:pathLst>
                <a:path w="1999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1999" y="66"/>
                  </a:lnTo>
                  <a:lnTo>
                    <a:pt x="1999" y="34"/>
                  </a:lnTo>
                  <a:lnTo>
                    <a:pt x="199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87" name=""/>
            <p:cNvSpPr/>
            <p:nvPr/>
          </p:nvSpPr>
          <p:spPr>
            <a:xfrm rot="0">
              <a:off x="853" y="2706"/>
              <a:ext cx="667" cy="22"/>
            </a:xfrm>
            <a:custGeom>
              <a:avLst/>
              <a:ahLst/>
              <a:rect l="0" t="0" r="r" b="b"/>
              <a:pathLst>
                <a:path w="1999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1999" y="66"/>
                  </a:lnTo>
                  <a:lnTo>
                    <a:pt x="1999" y="34"/>
                  </a:lnTo>
                  <a:lnTo>
                    <a:pt x="19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88" name=""/>
            <p:cNvSpPr/>
            <p:nvPr/>
          </p:nvSpPr>
          <p:spPr>
            <a:xfrm rot="0">
              <a:off x="1520" y="2706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89" name=""/>
            <p:cNvSpPr/>
            <p:nvPr/>
          </p:nvSpPr>
          <p:spPr>
            <a:xfrm rot="0">
              <a:off x="1520" y="2706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90" name=""/>
            <p:cNvSpPr/>
            <p:nvPr/>
          </p:nvSpPr>
          <p:spPr>
            <a:xfrm rot="0">
              <a:off x="1176" y="2631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91" name=""/>
            <p:cNvSpPr/>
            <p:nvPr/>
          </p:nvSpPr>
          <p:spPr>
            <a:xfrm rot="0">
              <a:off x="1176" y="2631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92" name=""/>
            <p:cNvSpPr/>
            <p:nvPr/>
          </p:nvSpPr>
          <p:spPr>
            <a:xfrm rot="0">
              <a:off x="1187" y="2631"/>
              <a:ext cx="333" cy="22"/>
            </a:xfrm>
            <a:custGeom>
              <a:avLst/>
              <a:ahLst/>
              <a:rect l="0" t="0" r="r" b="b"/>
              <a:pathLst>
                <a:path w="999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999" y="66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93" name=""/>
            <p:cNvSpPr/>
            <p:nvPr/>
          </p:nvSpPr>
          <p:spPr>
            <a:xfrm rot="0">
              <a:off x="1187" y="2631"/>
              <a:ext cx="333" cy="22"/>
            </a:xfrm>
            <a:custGeom>
              <a:avLst/>
              <a:ahLst/>
              <a:rect l="0" t="0" r="r" b="b"/>
              <a:pathLst>
                <a:path w="999" h="66">
                  <a:moveTo>
                    <a:pt x="0" y="0"/>
                  </a:moveTo>
                  <a:lnTo>
                    <a:pt x="0" y="34"/>
                  </a:lnTo>
                  <a:lnTo>
                    <a:pt x="0" y="66"/>
                  </a:lnTo>
                  <a:lnTo>
                    <a:pt x="999" y="66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94" name=""/>
            <p:cNvSpPr/>
            <p:nvPr/>
          </p:nvSpPr>
          <p:spPr>
            <a:xfrm rot="0">
              <a:off x="1520" y="2631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95" name=""/>
            <p:cNvSpPr/>
            <p:nvPr/>
          </p:nvSpPr>
          <p:spPr>
            <a:xfrm rot="0">
              <a:off x="1520" y="2631"/>
              <a:ext cx="11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96" name=""/>
            <p:cNvSpPr/>
            <p:nvPr/>
          </p:nvSpPr>
          <p:spPr>
            <a:xfrm rot="0">
              <a:off x="1176" y="2965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97" name=""/>
            <p:cNvSpPr/>
            <p:nvPr/>
          </p:nvSpPr>
          <p:spPr>
            <a:xfrm rot="0">
              <a:off x="1176" y="2965"/>
              <a:ext cx="11" cy="22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098" name=""/>
            <p:cNvSpPr/>
            <p:nvPr/>
          </p:nvSpPr>
          <p:spPr>
            <a:xfrm rot="0">
              <a:off x="1187" y="2965"/>
              <a:ext cx="333" cy="22"/>
            </a:xfrm>
            <a:custGeom>
              <a:avLst/>
              <a:ahLst/>
              <a:rect l="0" t="0" r="r" b="b"/>
              <a:pathLst>
                <a:path w="99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999" y="67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099" name=""/>
            <p:cNvSpPr/>
            <p:nvPr/>
          </p:nvSpPr>
          <p:spPr>
            <a:xfrm rot="0">
              <a:off x="1187" y="2965"/>
              <a:ext cx="333" cy="22"/>
            </a:xfrm>
            <a:custGeom>
              <a:avLst/>
              <a:ahLst/>
              <a:rect l="0" t="0" r="r" b="b"/>
              <a:pathLst>
                <a:path w="99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999" y="67"/>
                  </a:lnTo>
                  <a:lnTo>
                    <a:pt x="999" y="34"/>
                  </a:lnTo>
                  <a:lnTo>
                    <a:pt x="9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00" name=""/>
            <p:cNvSpPr/>
            <p:nvPr/>
          </p:nvSpPr>
          <p:spPr>
            <a:xfrm rot="0">
              <a:off x="1520" y="2965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01" name=""/>
            <p:cNvSpPr/>
            <p:nvPr/>
          </p:nvSpPr>
          <p:spPr>
            <a:xfrm rot="0">
              <a:off x="1520" y="2965"/>
              <a:ext cx="11" cy="22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02" name=""/>
            <p:cNvSpPr/>
            <p:nvPr/>
          </p:nvSpPr>
          <p:spPr>
            <a:xfrm rot="0">
              <a:off x="1176" y="2643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03" name=""/>
            <p:cNvSpPr/>
            <p:nvPr/>
          </p:nvSpPr>
          <p:spPr>
            <a:xfrm rot="0">
              <a:off x="1176" y="2643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04" name=""/>
            <p:cNvSpPr/>
            <p:nvPr/>
          </p:nvSpPr>
          <p:spPr>
            <a:xfrm rot="0">
              <a:off x="1176" y="2569"/>
              <a:ext cx="22" cy="74"/>
            </a:xfrm>
            <a:custGeom>
              <a:avLst/>
              <a:ahLst/>
              <a:rect l="0" t="0" r="r" b="b"/>
              <a:pathLst>
                <a:path w="66" h="222">
                  <a:moveTo>
                    <a:pt x="0" y="222"/>
                  </a:moveTo>
                  <a:lnTo>
                    <a:pt x="32" y="222"/>
                  </a:lnTo>
                  <a:lnTo>
                    <a:pt x="66" y="222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2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05" name=""/>
            <p:cNvSpPr/>
            <p:nvPr/>
          </p:nvSpPr>
          <p:spPr>
            <a:xfrm rot="0">
              <a:off x="1176" y="2569"/>
              <a:ext cx="22" cy="74"/>
            </a:xfrm>
            <a:custGeom>
              <a:avLst/>
              <a:ahLst/>
              <a:rect l="0" t="0" r="r" b="b"/>
              <a:pathLst>
                <a:path w="66" h="222">
                  <a:moveTo>
                    <a:pt x="0" y="222"/>
                  </a:moveTo>
                  <a:lnTo>
                    <a:pt x="32" y="222"/>
                  </a:lnTo>
                  <a:lnTo>
                    <a:pt x="66" y="222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2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06" name=""/>
            <p:cNvSpPr/>
            <p:nvPr/>
          </p:nvSpPr>
          <p:spPr>
            <a:xfrm rot="0">
              <a:off x="1176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07" name=""/>
            <p:cNvSpPr/>
            <p:nvPr/>
          </p:nvSpPr>
          <p:spPr>
            <a:xfrm rot="0">
              <a:off x="1176" y="255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08" name=""/>
            <p:cNvSpPr/>
            <p:nvPr/>
          </p:nvSpPr>
          <p:spPr>
            <a:xfrm rot="0">
              <a:off x="4781" y="2974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09" name=""/>
            <p:cNvSpPr/>
            <p:nvPr/>
          </p:nvSpPr>
          <p:spPr>
            <a:xfrm rot="0">
              <a:off x="4781" y="2974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10" name=""/>
            <p:cNvSpPr/>
            <p:nvPr/>
          </p:nvSpPr>
          <p:spPr>
            <a:xfrm rot="0">
              <a:off x="4237" y="2974"/>
              <a:ext cx="544" cy="22"/>
            </a:xfrm>
            <a:custGeom>
              <a:avLst/>
              <a:ahLst/>
              <a:rect l="0" t="0" r="r" b="b"/>
              <a:pathLst>
                <a:path w="1634" h="66">
                  <a:moveTo>
                    <a:pt x="1634" y="66"/>
                  </a:moveTo>
                  <a:lnTo>
                    <a:pt x="1634" y="34"/>
                  </a:lnTo>
                  <a:lnTo>
                    <a:pt x="163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1634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11" name=""/>
            <p:cNvSpPr/>
            <p:nvPr/>
          </p:nvSpPr>
          <p:spPr>
            <a:xfrm rot="0">
              <a:off x="4237" y="2974"/>
              <a:ext cx="544" cy="22"/>
            </a:xfrm>
            <a:custGeom>
              <a:avLst/>
              <a:ahLst/>
              <a:rect l="0" t="0" r="r" b="b"/>
              <a:pathLst>
                <a:path w="1634" h="66">
                  <a:moveTo>
                    <a:pt x="1634" y="66"/>
                  </a:moveTo>
                  <a:lnTo>
                    <a:pt x="1634" y="34"/>
                  </a:lnTo>
                  <a:lnTo>
                    <a:pt x="163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1634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12" name=""/>
            <p:cNvSpPr/>
            <p:nvPr/>
          </p:nvSpPr>
          <p:spPr>
            <a:xfrm rot="0">
              <a:off x="4226" y="2974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4"/>
                  </a:moveTo>
                  <a:lnTo>
                    <a:pt x="33" y="66"/>
                  </a:ln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13" name=""/>
            <p:cNvSpPr/>
            <p:nvPr/>
          </p:nvSpPr>
          <p:spPr>
            <a:xfrm rot="0">
              <a:off x="4226" y="2974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14" name=""/>
            <p:cNvSpPr/>
            <p:nvPr/>
          </p:nvSpPr>
          <p:spPr>
            <a:xfrm rot="0">
              <a:off x="4226" y="2986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15" name=""/>
            <p:cNvSpPr/>
            <p:nvPr/>
          </p:nvSpPr>
          <p:spPr>
            <a:xfrm rot="0">
              <a:off x="4226" y="2986"/>
              <a:ext cx="22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16" name=""/>
            <p:cNvSpPr/>
            <p:nvPr/>
          </p:nvSpPr>
          <p:spPr>
            <a:xfrm rot="0">
              <a:off x="4226" y="2482"/>
              <a:ext cx="22" cy="504"/>
            </a:xfrm>
            <a:custGeom>
              <a:avLst/>
              <a:ahLst/>
              <a:rect l="0" t="0" r="r" b="b"/>
              <a:pathLst>
                <a:path w="67" h="1510">
                  <a:moveTo>
                    <a:pt x="0" y="1510"/>
                  </a:moveTo>
                  <a:lnTo>
                    <a:pt x="33" y="1510"/>
                  </a:lnTo>
                  <a:lnTo>
                    <a:pt x="67" y="151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17" name=""/>
            <p:cNvSpPr/>
            <p:nvPr/>
          </p:nvSpPr>
          <p:spPr>
            <a:xfrm rot="0">
              <a:off x="4226" y="2482"/>
              <a:ext cx="22" cy="504"/>
            </a:xfrm>
            <a:custGeom>
              <a:avLst/>
              <a:ahLst/>
              <a:rect l="0" t="0" r="r" b="b"/>
              <a:pathLst>
                <a:path w="67" h="1510">
                  <a:moveTo>
                    <a:pt x="0" y="1510"/>
                  </a:moveTo>
                  <a:lnTo>
                    <a:pt x="33" y="1510"/>
                  </a:lnTo>
                  <a:lnTo>
                    <a:pt x="67" y="151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18" name=""/>
            <p:cNvSpPr/>
            <p:nvPr/>
          </p:nvSpPr>
          <p:spPr>
            <a:xfrm rot="0">
              <a:off x="4226" y="2471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33"/>
                  </a:move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3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19" name=""/>
            <p:cNvSpPr/>
            <p:nvPr/>
          </p:nvSpPr>
          <p:spPr>
            <a:xfrm rot="0">
              <a:off x="4226" y="2471"/>
              <a:ext cx="22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0" y="33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20" name=""/>
            <p:cNvSpPr/>
            <p:nvPr/>
          </p:nvSpPr>
          <p:spPr>
            <a:xfrm rot="0">
              <a:off x="4226" y="2471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33"/>
                  </a:moveTo>
                  <a:lnTo>
                    <a:pt x="33" y="66"/>
                  </a:ln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21" name=""/>
            <p:cNvSpPr/>
            <p:nvPr/>
          </p:nvSpPr>
          <p:spPr>
            <a:xfrm rot="0">
              <a:off x="4226" y="2471"/>
              <a:ext cx="11" cy="22"/>
            </a:xfrm>
            <a:custGeom>
              <a:avLst/>
              <a:ahLst/>
              <a:rect l="0" t="0" r="r" b="b"/>
              <a:pathLst>
                <a:path w="33" h="66">
                  <a:moveTo>
                    <a:pt x="33" y="66"/>
                  </a:moveTo>
                  <a:lnTo>
                    <a:pt x="23" y="65"/>
                  </a:lnTo>
                  <a:lnTo>
                    <a:pt x="13" y="61"/>
                  </a:lnTo>
                  <a:lnTo>
                    <a:pt x="6" y="53"/>
                  </a:lnTo>
                  <a:lnTo>
                    <a:pt x="2" y="44"/>
                  </a:ln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22" name=""/>
            <p:cNvSpPr/>
            <p:nvPr/>
          </p:nvSpPr>
          <p:spPr>
            <a:xfrm rot="0">
              <a:off x="4237" y="2471"/>
              <a:ext cx="544" cy="22"/>
            </a:xfrm>
            <a:custGeom>
              <a:avLst/>
              <a:ahLst/>
              <a:rect l="0" t="0" r="r" b="b"/>
              <a:pathLst>
                <a:path w="1634" h="66">
                  <a:moveTo>
                    <a:pt x="0" y="0"/>
                  </a:moveTo>
                  <a:lnTo>
                    <a:pt x="0" y="33"/>
                  </a:lnTo>
                  <a:lnTo>
                    <a:pt x="0" y="66"/>
                  </a:lnTo>
                  <a:lnTo>
                    <a:pt x="1634" y="66"/>
                  </a:lnTo>
                  <a:lnTo>
                    <a:pt x="1634" y="33"/>
                  </a:lnTo>
                  <a:lnTo>
                    <a:pt x="163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23" name=""/>
            <p:cNvSpPr/>
            <p:nvPr/>
          </p:nvSpPr>
          <p:spPr>
            <a:xfrm rot="0">
              <a:off x="4237" y="2471"/>
              <a:ext cx="544" cy="22"/>
            </a:xfrm>
            <a:custGeom>
              <a:avLst/>
              <a:ahLst/>
              <a:rect l="0" t="0" r="r" b="b"/>
              <a:pathLst>
                <a:path w="1634" h="66">
                  <a:moveTo>
                    <a:pt x="0" y="0"/>
                  </a:moveTo>
                  <a:lnTo>
                    <a:pt x="0" y="33"/>
                  </a:lnTo>
                  <a:lnTo>
                    <a:pt x="0" y="66"/>
                  </a:lnTo>
                  <a:lnTo>
                    <a:pt x="1634" y="66"/>
                  </a:lnTo>
                  <a:lnTo>
                    <a:pt x="1634" y="33"/>
                  </a:lnTo>
                  <a:lnTo>
                    <a:pt x="163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24" name=""/>
            <p:cNvSpPr/>
            <p:nvPr/>
          </p:nvSpPr>
          <p:spPr>
            <a:xfrm rot="0">
              <a:off x="4781" y="2471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33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3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25" name=""/>
            <p:cNvSpPr/>
            <p:nvPr/>
          </p:nvSpPr>
          <p:spPr>
            <a:xfrm rot="0">
              <a:off x="4781" y="2471"/>
              <a:ext cx="12" cy="22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3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26" name=""/>
            <p:cNvSpPr/>
            <p:nvPr/>
          </p:nvSpPr>
          <p:spPr>
            <a:xfrm rot="0">
              <a:off x="4770" y="2471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33" y="33"/>
                  </a:moveTo>
                  <a:lnTo>
                    <a:pt x="0" y="33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3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27" name=""/>
            <p:cNvSpPr/>
            <p:nvPr/>
          </p:nvSpPr>
          <p:spPr>
            <a:xfrm rot="0">
              <a:off x="4770" y="2471"/>
              <a:ext cx="23" cy="11"/>
            </a:xfrm>
            <a:custGeom>
              <a:avLst/>
              <a:ahLst/>
              <a:rect l="0" t="0" r="r" b="b"/>
              <a:pathLst>
                <a:path w="67" h="33">
                  <a:moveTo>
                    <a:pt x="0" y="33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3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28" name=""/>
            <p:cNvSpPr/>
            <p:nvPr/>
          </p:nvSpPr>
          <p:spPr>
            <a:xfrm rot="0">
              <a:off x="4770" y="2482"/>
              <a:ext cx="23" cy="504"/>
            </a:xfrm>
            <a:custGeom>
              <a:avLst/>
              <a:ahLst/>
              <a:rect l="0" t="0" r="r" b="b"/>
              <a:pathLst>
                <a:path w="67" h="151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510"/>
                  </a:lnTo>
                  <a:lnTo>
                    <a:pt x="33" y="1510"/>
                  </a:lnTo>
                  <a:lnTo>
                    <a:pt x="67" y="1510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29" name=""/>
            <p:cNvSpPr/>
            <p:nvPr/>
          </p:nvSpPr>
          <p:spPr>
            <a:xfrm rot="0">
              <a:off x="4770" y="2482"/>
              <a:ext cx="23" cy="504"/>
            </a:xfrm>
            <a:custGeom>
              <a:avLst/>
              <a:ahLst/>
              <a:rect l="0" t="0" r="r" b="b"/>
              <a:pathLst>
                <a:path w="67" h="151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510"/>
                  </a:lnTo>
                  <a:lnTo>
                    <a:pt x="33" y="1510"/>
                  </a:lnTo>
                  <a:lnTo>
                    <a:pt x="67" y="151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30" name=""/>
            <p:cNvSpPr/>
            <p:nvPr/>
          </p:nvSpPr>
          <p:spPr>
            <a:xfrm rot="0">
              <a:off x="4770" y="2986"/>
              <a:ext cx="23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31" name=""/>
            <p:cNvSpPr/>
            <p:nvPr/>
          </p:nvSpPr>
          <p:spPr>
            <a:xfrm rot="0">
              <a:off x="4770" y="2986"/>
              <a:ext cx="23" cy="10"/>
            </a:xfrm>
            <a:custGeom>
              <a:avLst/>
              <a:ahLst/>
              <a:rect l="0" t="0" r="r" b="b"/>
              <a:pathLst>
                <a:path w="67" h="32">
                  <a:moveTo>
                    <a:pt x="67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3" y="27"/>
                  </a:lnTo>
                  <a:lnTo>
                    <a:pt x="43" y="31"/>
                  </a:lnTo>
                  <a:lnTo>
                    <a:pt x="33" y="32"/>
                  </a:lnTo>
                  <a:lnTo>
                    <a:pt x="23" y="31"/>
                  </a:lnTo>
                  <a:lnTo>
                    <a:pt x="13" y="27"/>
                  </a:lnTo>
                  <a:lnTo>
                    <a:pt x="6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32" name=""/>
            <p:cNvSpPr/>
            <p:nvPr/>
          </p:nvSpPr>
          <p:spPr>
            <a:xfrm rot="0">
              <a:off x="4435" y="2986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33" name=""/>
            <p:cNvSpPr/>
            <p:nvPr/>
          </p:nvSpPr>
          <p:spPr>
            <a:xfrm rot="0">
              <a:off x="4435" y="2986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34" name=""/>
            <p:cNvSpPr/>
            <p:nvPr/>
          </p:nvSpPr>
          <p:spPr>
            <a:xfrm rot="0">
              <a:off x="4435" y="2739"/>
              <a:ext cx="22" cy="247"/>
            </a:xfrm>
            <a:custGeom>
              <a:avLst/>
              <a:ahLst/>
              <a:rect l="0" t="0" r="r" b="b"/>
              <a:pathLst>
                <a:path w="66" h="741">
                  <a:moveTo>
                    <a:pt x="0" y="741"/>
                  </a:moveTo>
                  <a:lnTo>
                    <a:pt x="32" y="741"/>
                  </a:lnTo>
                  <a:lnTo>
                    <a:pt x="66" y="741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4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35" name=""/>
            <p:cNvSpPr/>
            <p:nvPr/>
          </p:nvSpPr>
          <p:spPr>
            <a:xfrm rot="0">
              <a:off x="4435" y="2739"/>
              <a:ext cx="22" cy="247"/>
            </a:xfrm>
            <a:custGeom>
              <a:avLst/>
              <a:ahLst/>
              <a:rect l="0" t="0" r="r" b="b"/>
              <a:pathLst>
                <a:path w="66" h="741">
                  <a:moveTo>
                    <a:pt x="0" y="741"/>
                  </a:moveTo>
                  <a:lnTo>
                    <a:pt x="32" y="741"/>
                  </a:lnTo>
                  <a:lnTo>
                    <a:pt x="66" y="741"/>
                  </a:lnTo>
                  <a:lnTo>
                    <a:pt x="66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4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36" name=""/>
            <p:cNvSpPr/>
            <p:nvPr/>
          </p:nvSpPr>
          <p:spPr>
            <a:xfrm rot="0">
              <a:off x="4435" y="272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37" name=""/>
            <p:cNvSpPr/>
            <p:nvPr/>
          </p:nvSpPr>
          <p:spPr>
            <a:xfrm rot="0">
              <a:off x="4435" y="272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38" name=""/>
            <p:cNvSpPr/>
            <p:nvPr/>
          </p:nvSpPr>
          <p:spPr>
            <a:xfrm rot="0">
              <a:off x="4698" y="2529"/>
              <a:ext cx="18" cy="20"/>
            </a:xfrm>
            <a:custGeom>
              <a:avLst/>
              <a:ahLst/>
              <a:rect l="0" t="0" r="r" b="b"/>
              <a:pathLst>
                <a:path w="53" h="59">
                  <a:moveTo>
                    <a:pt x="32" y="26"/>
                  </a:moveTo>
                  <a:lnTo>
                    <a:pt x="53" y="53"/>
                  </a:lnTo>
                  <a:lnTo>
                    <a:pt x="43" y="58"/>
                  </a:lnTo>
                  <a:lnTo>
                    <a:pt x="34" y="59"/>
                  </a:lnTo>
                  <a:lnTo>
                    <a:pt x="23" y="58"/>
                  </a:lnTo>
                  <a:lnTo>
                    <a:pt x="14" y="54"/>
                  </a:lnTo>
                  <a:lnTo>
                    <a:pt x="6" y="47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7"/>
                  </a:lnTo>
                  <a:lnTo>
                    <a:pt x="5" y="8"/>
                  </a:lnTo>
                  <a:lnTo>
                    <a:pt x="11" y="0"/>
                  </a:lnTo>
                  <a:lnTo>
                    <a:pt x="32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39" name=""/>
            <p:cNvSpPr/>
            <p:nvPr/>
          </p:nvSpPr>
          <p:spPr>
            <a:xfrm rot="0">
              <a:off x="4698" y="2529"/>
              <a:ext cx="18" cy="20"/>
            </a:xfrm>
            <a:custGeom>
              <a:avLst/>
              <a:ahLst/>
              <a:rect l="0" t="0" r="r" b="b"/>
              <a:pathLst>
                <a:path w="53" h="59">
                  <a:moveTo>
                    <a:pt x="53" y="53"/>
                  </a:moveTo>
                  <a:lnTo>
                    <a:pt x="43" y="58"/>
                  </a:lnTo>
                  <a:lnTo>
                    <a:pt x="34" y="59"/>
                  </a:lnTo>
                  <a:lnTo>
                    <a:pt x="23" y="58"/>
                  </a:lnTo>
                  <a:lnTo>
                    <a:pt x="14" y="54"/>
                  </a:lnTo>
                  <a:lnTo>
                    <a:pt x="6" y="47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7"/>
                  </a:lnTo>
                  <a:lnTo>
                    <a:pt x="5" y="8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40" name=""/>
            <p:cNvSpPr/>
            <p:nvPr/>
          </p:nvSpPr>
          <p:spPr>
            <a:xfrm rot="0">
              <a:off x="4702" y="2474"/>
              <a:ext cx="86" cy="73"/>
            </a:xfrm>
            <a:custGeom>
              <a:avLst/>
              <a:ahLst/>
              <a:rect l="0" t="0" r="r" b="b"/>
              <a:pathLst>
                <a:path w="260" h="220">
                  <a:moveTo>
                    <a:pt x="0" y="167"/>
                  </a:moveTo>
                  <a:lnTo>
                    <a:pt x="21" y="193"/>
                  </a:lnTo>
                  <a:lnTo>
                    <a:pt x="42" y="220"/>
                  </a:lnTo>
                  <a:lnTo>
                    <a:pt x="260" y="53"/>
                  </a:lnTo>
                  <a:lnTo>
                    <a:pt x="239" y="26"/>
                  </a:lnTo>
                  <a:lnTo>
                    <a:pt x="218" y="0"/>
                  </a:lnTo>
                  <a:lnTo>
                    <a:pt x="0" y="1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41" name=""/>
            <p:cNvSpPr/>
            <p:nvPr/>
          </p:nvSpPr>
          <p:spPr>
            <a:xfrm rot="0">
              <a:off x="4702" y="2474"/>
              <a:ext cx="86" cy="73"/>
            </a:xfrm>
            <a:custGeom>
              <a:avLst/>
              <a:ahLst/>
              <a:rect l="0" t="0" r="r" b="b"/>
              <a:pathLst>
                <a:path w="260" h="220">
                  <a:moveTo>
                    <a:pt x="0" y="167"/>
                  </a:moveTo>
                  <a:lnTo>
                    <a:pt x="21" y="193"/>
                  </a:lnTo>
                  <a:lnTo>
                    <a:pt x="42" y="220"/>
                  </a:lnTo>
                  <a:lnTo>
                    <a:pt x="260" y="53"/>
                  </a:lnTo>
                  <a:lnTo>
                    <a:pt x="239" y="26"/>
                  </a:lnTo>
                  <a:lnTo>
                    <a:pt x="218" y="0"/>
                  </a:lnTo>
                  <a:lnTo>
                    <a:pt x="0" y="1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42" name=""/>
            <p:cNvSpPr/>
            <p:nvPr/>
          </p:nvSpPr>
          <p:spPr>
            <a:xfrm rot="0">
              <a:off x="4774" y="2472"/>
              <a:ext cx="18" cy="19"/>
            </a:xfrm>
            <a:custGeom>
              <a:avLst/>
              <a:ahLst/>
              <a:rect l="0" t="0" r="r" b="b"/>
              <a:pathLst>
                <a:path w="54" h="59">
                  <a:moveTo>
                    <a:pt x="21" y="32"/>
                  </a:moveTo>
                  <a:lnTo>
                    <a:pt x="0" y="6"/>
                  </a:lnTo>
                  <a:lnTo>
                    <a:pt x="11" y="1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9" y="5"/>
                  </a:lnTo>
                  <a:lnTo>
                    <a:pt x="47" y="12"/>
                  </a:lnTo>
                  <a:lnTo>
                    <a:pt x="52" y="22"/>
                  </a:lnTo>
                  <a:lnTo>
                    <a:pt x="54" y="31"/>
                  </a:lnTo>
                  <a:lnTo>
                    <a:pt x="52" y="42"/>
                  </a:lnTo>
                  <a:lnTo>
                    <a:pt x="48" y="51"/>
                  </a:lnTo>
                  <a:lnTo>
                    <a:pt x="42" y="59"/>
                  </a:lnTo>
                  <a:lnTo>
                    <a:pt x="2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43" name=""/>
            <p:cNvSpPr/>
            <p:nvPr/>
          </p:nvSpPr>
          <p:spPr>
            <a:xfrm rot="0">
              <a:off x="4774" y="2472"/>
              <a:ext cx="18" cy="19"/>
            </a:xfrm>
            <a:custGeom>
              <a:avLst/>
              <a:ahLst/>
              <a:rect l="0" t="0" r="r" b="b"/>
              <a:pathLst>
                <a:path w="54" h="59">
                  <a:moveTo>
                    <a:pt x="0" y="6"/>
                  </a:moveTo>
                  <a:lnTo>
                    <a:pt x="11" y="1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9" y="5"/>
                  </a:lnTo>
                  <a:lnTo>
                    <a:pt x="47" y="12"/>
                  </a:lnTo>
                  <a:lnTo>
                    <a:pt x="52" y="22"/>
                  </a:lnTo>
                  <a:lnTo>
                    <a:pt x="54" y="31"/>
                  </a:lnTo>
                  <a:lnTo>
                    <a:pt x="52" y="42"/>
                  </a:lnTo>
                  <a:lnTo>
                    <a:pt x="48" y="51"/>
                  </a:lnTo>
                  <a:lnTo>
                    <a:pt x="42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44" name=""/>
            <p:cNvSpPr/>
            <p:nvPr/>
          </p:nvSpPr>
          <p:spPr>
            <a:xfrm rot="0">
              <a:off x="4435" y="272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45" name=""/>
            <p:cNvSpPr/>
            <p:nvPr/>
          </p:nvSpPr>
          <p:spPr>
            <a:xfrm rot="0">
              <a:off x="4435" y="2727"/>
              <a:ext cx="22" cy="12"/>
            </a:xfrm>
            <a:custGeom>
              <a:avLst/>
              <a:ahLst/>
              <a:rect l="0" t="0" r="r" b="b"/>
              <a:pathLst>
                <a:path w="66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6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46" name=""/>
            <p:cNvSpPr/>
            <p:nvPr/>
          </p:nvSpPr>
          <p:spPr>
            <a:xfrm rot="0">
              <a:off x="4435" y="2739"/>
              <a:ext cx="22" cy="247"/>
            </a:xfrm>
            <a:custGeom>
              <a:avLst/>
              <a:ahLst/>
              <a:rect l="0" t="0" r="r" b="b"/>
              <a:pathLst>
                <a:path w="66" h="741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741"/>
                  </a:lnTo>
                  <a:lnTo>
                    <a:pt x="32" y="741"/>
                  </a:lnTo>
                  <a:lnTo>
                    <a:pt x="66" y="741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47" name=""/>
            <p:cNvSpPr/>
            <p:nvPr/>
          </p:nvSpPr>
          <p:spPr>
            <a:xfrm rot="0">
              <a:off x="4435" y="2739"/>
              <a:ext cx="22" cy="247"/>
            </a:xfrm>
            <a:custGeom>
              <a:avLst/>
              <a:ahLst/>
              <a:rect l="0" t="0" r="r" b="b"/>
              <a:pathLst>
                <a:path w="66" h="741">
                  <a:moveTo>
                    <a:pt x="66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741"/>
                  </a:lnTo>
                  <a:lnTo>
                    <a:pt x="32" y="741"/>
                  </a:lnTo>
                  <a:lnTo>
                    <a:pt x="66" y="741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48" name=""/>
            <p:cNvSpPr/>
            <p:nvPr/>
          </p:nvSpPr>
          <p:spPr>
            <a:xfrm rot="0">
              <a:off x="4435" y="2986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32" y="0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49" name=""/>
            <p:cNvSpPr/>
            <p:nvPr/>
          </p:nvSpPr>
          <p:spPr>
            <a:xfrm rot="0">
              <a:off x="4435" y="2986"/>
              <a:ext cx="22" cy="10"/>
            </a:xfrm>
            <a:custGeom>
              <a:avLst/>
              <a:ahLst/>
              <a:rect l="0" t="0" r="r" b="b"/>
              <a:pathLst>
                <a:path w="66" h="32">
                  <a:moveTo>
                    <a:pt x="66" y="0"/>
                  </a:moveTo>
                  <a:lnTo>
                    <a:pt x="64" y="10"/>
                  </a:lnTo>
                  <a:lnTo>
                    <a:pt x="60" y="19"/>
                  </a:lnTo>
                  <a:lnTo>
                    <a:pt x="52" y="27"/>
                  </a:lnTo>
                  <a:lnTo>
                    <a:pt x="43" y="31"/>
                  </a:lnTo>
                  <a:lnTo>
                    <a:pt x="32" y="32"/>
                  </a:lnTo>
                  <a:lnTo>
                    <a:pt x="22" y="31"/>
                  </a:lnTo>
                  <a:lnTo>
                    <a:pt x="13" y="27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150" name=""/>
            <p:cNvSpPr/>
            <p:nvPr/>
          </p:nvSpPr>
          <p:spPr>
            <a:xfrm rot="0">
              <a:off x="4435" y="2974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34"/>
                  </a:moveTo>
                  <a:lnTo>
                    <a:pt x="32" y="66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151" name=""/>
            <p:cNvSpPr/>
            <p:nvPr/>
          </p:nvSpPr>
          <p:spPr>
            <a:xfrm rot="0">
              <a:off x="4435" y="2974"/>
              <a:ext cx="11" cy="22"/>
            </a:xfrm>
            <a:custGeom>
              <a:avLst/>
              <a:ahLst/>
              <a:rect l="0" t="0" r="r" b="b"/>
              <a:pathLst>
                <a:path w="32" h="66">
                  <a:moveTo>
                    <a:pt x="32" y="66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59152" name=""/>
          <p:cNvSpPr/>
          <p:nvPr/>
        </p:nvSpPr>
        <p:spPr>
          <a:xfrm rot="0">
            <a:off x="7058025" y="4721225"/>
            <a:ext cx="531812" cy="34925"/>
          </a:xfrm>
          <a:custGeom>
            <a:avLst/>
            <a:ahLst/>
            <a:rect l="0" t="0" r="r" b="b"/>
            <a:pathLst>
              <a:path w="1007" h="66">
                <a:moveTo>
                  <a:pt x="0" y="0"/>
                </a:moveTo>
                <a:lnTo>
                  <a:pt x="0" y="34"/>
                </a:lnTo>
                <a:lnTo>
                  <a:pt x="0" y="66"/>
                </a:lnTo>
                <a:lnTo>
                  <a:pt x="1007" y="66"/>
                </a:lnTo>
                <a:lnTo>
                  <a:pt x="1007" y="34"/>
                </a:lnTo>
                <a:lnTo>
                  <a:pt x="1007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53" name=""/>
          <p:cNvSpPr/>
          <p:nvPr/>
        </p:nvSpPr>
        <p:spPr>
          <a:xfrm rot="0">
            <a:off x="7058025" y="4721225"/>
            <a:ext cx="531812" cy="34925"/>
          </a:xfrm>
          <a:custGeom>
            <a:avLst/>
            <a:ahLst/>
            <a:rect l="0" t="0" r="r" b="b"/>
            <a:pathLst>
              <a:path w="1007" h="66">
                <a:moveTo>
                  <a:pt x="0" y="0"/>
                </a:moveTo>
                <a:lnTo>
                  <a:pt x="0" y="34"/>
                </a:lnTo>
                <a:lnTo>
                  <a:pt x="0" y="66"/>
                </a:lnTo>
                <a:lnTo>
                  <a:pt x="1007" y="66"/>
                </a:lnTo>
                <a:lnTo>
                  <a:pt x="1007" y="34"/>
                </a:lnTo>
                <a:lnTo>
                  <a:pt x="1007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54" name=""/>
          <p:cNvSpPr/>
          <p:nvPr/>
        </p:nvSpPr>
        <p:spPr>
          <a:xfrm rot="0">
            <a:off x="7589837" y="4721225"/>
            <a:ext cx="19050" cy="34925"/>
          </a:xfrm>
          <a:custGeom>
            <a:avLst/>
            <a:ahLst/>
            <a:rect l="0" t="0" r="r" b="b"/>
            <a:pathLst>
              <a:path w="34" h="66">
                <a:moveTo>
                  <a:pt x="0" y="34"/>
                </a:moveTo>
                <a:lnTo>
                  <a:pt x="0" y="0"/>
                </a:lnTo>
                <a:lnTo>
                  <a:pt x="10" y="2"/>
                </a:lnTo>
                <a:lnTo>
                  <a:pt x="20" y="6"/>
                </a:lnTo>
                <a:lnTo>
                  <a:pt x="27" y="14"/>
                </a:lnTo>
                <a:lnTo>
                  <a:pt x="31" y="23"/>
                </a:lnTo>
                <a:lnTo>
                  <a:pt x="34" y="34"/>
                </a:lnTo>
                <a:lnTo>
                  <a:pt x="31" y="44"/>
                </a:lnTo>
                <a:lnTo>
                  <a:pt x="27" y="53"/>
                </a:lnTo>
                <a:lnTo>
                  <a:pt x="20" y="61"/>
                </a:lnTo>
                <a:lnTo>
                  <a:pt x="10" y="65"/>
                </a:lnTo>
                <a:lnTo>
                  <a:pt x="0" y="66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55" name=""/>
          <p:cNvSpPr/>
          <p:nvPr/>
        </p:nvSpPr>
        <p:spPr>
          <a:xfrm rot="0">
            <a:off x="7589837" y="4721225"/>
            <a:ext cx="19050" cy="34925"/>
          </a:xfrm>
          <a:custGeom>
            <a:avLst/>
            <a:ahLst/>
            <a:rect l="0" t="0" r="r" b="b"/>
            <a:pathLst>
              <a:path w="34" h="66">
                <a:moveTo>
                  <a:pt x="0" y="0"/>
                </a:moveTo>
                <a:lnTo>
                  <a:pt x="10" y="2"/>
                </a:lnTo>
                <a:lnTo>
                  <a:pt x="20" y="6"/>
                </a:lnTo>
                <a:lnTo>
                  <a:pt x="27" y="14"/>
                </a:lnTo>
                <a:lnTo>
                  <a:pt x="31" y="23"/>
                </a:lnTo>
                <a:lnTo>
                  <a:pt x="34" y="34"/>
                </a:lnTo>
                <a:lnTo>
                  <a:pt x="31" y="44"/>
                </a:lnTo>
                <a:lnTo>
                  <a:pt x="27" y="53"/>
                </a:lnTo>
                <a:lnTo>
                  <a:pt x="20" y="61"/>
                </a:lnTo>
                <a:lnTo>
                  <a:pt x="10" y="65"/>
                </a:lnTo>
                <a:lnTo>
                  <a:pt x="0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56" name=""/>
          <p:cNvSpPr/>
          <p:nvPr/>
        </p:nvSpPr>
        <p:spPr>
          <a:xfrm rot="0">
            <a:off x="7572375" y="4740275"/>
            <a:ext cx="36512" cy="15875"/>
          </a:xfrm>
          <a:custGeom>
            <a:avLst/>
            <a:ahLst/>
            <a:rect l="0" t="0" r="r" b="b"/>
            <a:pathLst>
              <a:path w="67" h="32">
                <a:moveTo>
                  <a:pt x="33" y="0"/>
                </a:moveTo>
                <a:lnTo>
                  <a:pt x="67" y="0"/>
                </a:lnTo>
                <a:lnTo>
                  <a:pt x="64" y="10"/>
                </a:lnTo>
                <a:lnTo>
                  <a:pt x="60" y="19"/>
                </a:lnTo>
                <a:lnTo>
                  <a:pt x="53" y="27"/>
                </a:lnTo>
                <a:lnTo>
                  <a:pt x="43" y="31"/>
                </a:lnTo>
                <a:lnTo>
                  <a:pt x="33" y="32"/>
                </a:lnTo>
                <a:lnTo>
                  <a:pt x="23" y="31"/>
                </a:lnTo>
                <a:lnTo>
                  <a:pt x="13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57" name=""/>
          <p:cNvSpPr/>
          <p:nvPr/>
        </p:nvSpPr>
        <p:spPr>
          <a:xfrm rot="0">
            <a:off x="7572375" y="4740275"/>
            <a:ext cx="36512" cy="15875"/>
          </a:xfrm>
          <a:custGeom>
            <a:avLst/>
            <a:ahLst/>
            <a:rect l="0" t="0" r="r" b="b"/>
            <a:pathLst>
              <a:path w="67" h="32">
                <a:moveTo>
                  <a:pt x="67" y="0"/>
                </a:moveTo>
                <a:lnTo>
                  <a:pt x="64" y="10"/>
                </a:lnTo>
                <a:lnTo>
                  <a:pt x="60" y="19"/>
                </a:lnTo>
                <a:lnTo>
                  <a:pt x="53" y="27"/>
                </a:lnTo>
                <a:lnTo>
                  <a:pt x="43" y="31"/>
                </a:lnTo>
                <a:lnTo>
                  <a:pt x="33" y="32"/>
                </a:lnTo>
                <a:lnTo>
                  <a:pt x="23" y="31"/>
                </a:lnTo>
                <a:lnTo>
                  <a:pt x="13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58" name=""/>
          <p:cNvSpPr/>
          <p:nvPr/>
        </p:nvSpPr>
        <p:spPr>
          <a:xfrm rot="0">
            <a:off x="7572375" y="3940175"/>
            <a:ext cx="36512" cy="800100"/>
          </a:xfrm>
          <a:custGeom>
            <a:avLst/>
            <a:ahLst/>
            <a:rect l="0" t="0" r="r" b="b"/>
            <a:pathLst>
              <a:path w="67" h="1510">
                <a:moveTo>
                  <a:pt x="0" y="1510"/>
                </a:moveTo>
                <a:lnTo>
                  <a:pt x="33" y="1510"/>
                </a:lnTo>
                <a:lnTo>
                  <a:pt x="67" y="1510"/>
                </a:lnTo>
                <a:lnTo>
                  <a:pt x="67" y="0"/>
                </a:lnTo>
                <a:lnTo>
                  <a:pt x="33" y="0"/>
                </a:lnTo>
                <a:lnTo>
                  <a:pt x="0" y="0"/>
                </a:lnTo>
                <a:lnTo>
                  <a:pt x="0" y="151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59" name=""/>
          <p:cNvSpPr/>
          <p:nvPr/>
        </p:nvSpPr>
        <p:spPr>
          <a:xfrm rot="0">
            <a:off x="7572375" y="3940175"/>
            <a:ext cx="36512" cy="800100"/>
          </a:xfrm>
          <a:custGeom>
            <a:avLst/>
            <a:ahLst/>
            <a:rect l="0" t="0" r="r" b="b"/>
            <a:pathLst>
              <a:path w="67" h="1510">
                <a:moveTo>
                  <a:pt x="0" y="1510"/>
                </a:moveTo>
                <a:lnTo>
                  <a:pt x="33" y="1510"/>
                </a:lnTo>
                <a:lnTo>
                  <a:pt x="67" y="1510"/>
                </a:lnTo>
                <a:lnTo>
                  <a:pt x="67" y="0"/>
                </a:lnTo>
                <a:lnTo>
                  <a:pt x="33" y="0"/>
                </a:lnTo>
                <a:lnTo>
                  <a:pt x="0" y="0"/>
                </a:lnTo>
                <a:lnTo>
                  <a:pt x="0" y="151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60" name=""/>
          <p:cNvSpPr/>
          <p:nvPr/>
        </p:nvSpPr>
        <p:spPr>
          <a:xfrm rot="0">
            <a:off x="7572375" y="3922712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33" y="33"/>
                </a:moveTo>
                <a:lnTo>
                  <a:pt x="0" y="33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43" y="2"/>
                </a:lnTo>
                <a:lnTo>
                  <a:pt x="53" y="6"/>
                </a:lnTo>
                <a:lnTo>
                  <a:pt x="60" y="14"/>
                </a:lnTo>
                <a:lnTo>
                  <a:pt x="64" y="23"/>
                </a:lnTo>
                <a:lnTo>
                  <a:pt x="67" y="33"/>
                </a:lnTo>
                <a:lnTo>
                  <a:pt x="33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61" name=""/>
          <p:cNvSpPr/>
          <p:nvPr/>
        </p:nvSpPr>
        <p:spPr>
          <a:xfrm rot="0">
            <a:off x="7572375" y="3922712"/>
            <a:ext cx="36512" cy="17462"/>
          </a:xfrm>
          <a:custGeom>
            <a:avLst/>
            <a:ahLst/>
            <a:rect l="0" t="0" r="r" b="b"/>
            <a:pathLst>
              <a:path w="67" h="33">
                <a:moveTo>
                  <a:pt x="0" y="33"/>
                </a:move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43" y="2"/>
                </a:lnTo>
                <a:lnTo>
                  <a:pt x="53" y="6"/>
                </a:lnTo>
                <a:lnTo>
                  <a:pt x="60" y="14"/>
                </a:lnTo>
                <a:lnTo>
                  <a:pt x="64" y="23"/>
                </a:lnTo>
                <a:lnTo>
                  <a:pt x="67" y="3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62" name=""/>
          <p:cNvSpPr/>
          <p:nvPr/>
        </p:nvSpPr>
        <p:spPr>
          <a:xfrm rot="0">
            <a:off x="7578725" y="3924300"/>
            <a:ext cx="28575" cy="30162"/>
          </a:xfrm>
          <a:custGeom>
            <a:avLst/>
            <a:ahLst/>
            <a:rect l="0" t="0" r="r" b="b"/>
            <a:pathLst>
              <a:path w="54" h="59">
                <a:moveTo>
                  <a:pt x="21" y="32"/>
                </a:moveTo>
                <a:lnTo>
                  <a:pt x="0" y="6"/>
                </a:lnTo>
                <a:lnTo>
                  <a:pt x="11" y="1"/>
                </a:lnTo>
                <a:lnTo>
                  <a:pt x="20" y="0"/>
                </a:lnTo>
                <a:lnTo>
                  <a:pt x="30" y="1"/>
                </a:lnTo>
                <a:lnTo>
                  <a:pt x="39" y="5"/>
                </a:lnTo>
                <a:lnTo>
                  <a:pt x="47" y="12"/>
                </a:lnTo>
                <a:lnTo>
                  <a:pt x="52" y="22"/>
                </a:lnTo>
                <a:lnTo>
                  <a:pt x="54" y="31"/>
                </a:lnTo>
                <a:lnTo>
                  <a:pt x="52" y="42"/>
                </a:lnTo>
                <a:lnTo>
                  <a:pt x="48" y="51"/>
                </a:lnTo>
                <a:lnTo>
                  <a:pt x="42" y="59"/>
                </a:lnTo>
                <a:lnTo>
                  <a:pt x="21" y="3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63" name=""/>
          <p:cNvSpPr/>
          <p:nvPr/>
        </p:nvSpPr>
        <p:spPr>
          <a:xfrm rot="0">
            <a:off x="7578725" y="3924300"/>
            <a:ext cx="28575" cy="30162"/>
          </a:xfrm>
          <a:custGeom>
            <a:avLst/>
            <a:ahLst/>
            <a:rect l="0" t="0" r="r" b="b"/>
            <a:pathLst>
              <a:path w="54" h="59">
                <a:moveTo>
                  <a:pt x="0" y="6"/>
                </a:moveTo>
                <a:lnTo>
                  <a:pt x="11" y="1"/>
                </a:lnTo>
                <a:lnTo>
                  <a:pt x="20" y="0"/>
                </a:lnTo>
                <a:lnTo>
                  <a:pt x="30" y="1"/>
                </a:lnTo>
                <a:lnTo>
                  <a:pt x="39" y="5"/>
                </a:lnTo>
                <a:lnTo>
                  <a:pt x="47" y="12"/>
                </a:lnTo>
                <a:lnTo>
                  <a:pt x="52" y="22"/>
                </a:lnTo>
                <a:lnTo>
                  <a:pt x="54" y="31"/>
                </a:lnTo>
                <a:lnTo>
                  <a:pt x="52" y="42"/>
                </a:lnTo>
                <a:lnTo>
                  <a:pt x="48" y="51"/>
                </a:lnTo>
                <a:lnTo>
                  <a:pt x="42" y="5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64" name=""/>
          <p:cNvSpPr/>
          <p:nvPr/>
        </p:nvSpPr>
        <p:spPr>
          <a:xfrm rot="0">
            <a:off x="7464425" y="3927475"/>
            <a:ext cx="136525" cy="115887"/>
          </a:xfrm>
          <a:custGeom>
            <a:avLst/>
            <a:ahLst/>
            <a:rect l="0" t="0" r="r" b="b"/>
            <a:pathLst>
              <a:path w="260" h="220">
                <a:moveTo>
                  <a:pt x="260" y="53"/>
                </a:moveTo>
                <a:lnTo>
                  <a:pt x="239" y="26"/>
                </a:lnTo>
                <a:lnTo>
                  <a:pt x="218" y="0"/>
                </a:lnTo>
                <a:lnTo>
                  <a:pt x="0" y="167"/>
                </a:lnTo>
                <a:lnTo>
                  <a:pt x="21" y="193"/>
                </a:lnTo>
                <a:lnTo>
                  <a:pt x="42" y="220"/>
                </a:lnTo>
                <a:lnTo>
                  <a:pt x="260" y="5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65" name=""/>
          <p:cNvSpPr/>
          <p:nvPr/>
        </p:nvSpPr>
        <p:spPr>
          <a:xfrm rot="0">
            <a:off x="7464425" y="3927475"/>
            <a:ext cx="136525" cy="115887"/>
          </a:xfrm>
          <a:custGeom>
            <a:avLst/>
            <a:ahLst/>
            <a:rect l="0" t="0" r="r" b="b"/>
            <a:pathLst>
              <a:path w="260" h="220">
                <a:moveTo>
                  <a:pt x="260" y="53"/>
                </a:moveTo>
                <a:lnTo>
                  <a:pt x="239" y="26"/>
                </a:lnTo>
                <a:lnTo>
                  <a:pt x="218" y="0"/>
                </a:lnTo>
                <a:lnTo>
                  <a:pt x="0" y="167"/>
                </a:lnTo>
                <a:lnTo>
                  <a:pt x="21" y="193"/>
                </a:lnTo>
                <a:lnTo>
                  <a:pt x="42" y="220"/>
                </a:lnTo>
                <a:lnTo>
                  <a:pt x="260" y="5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66" name=""/>
          <p:cNvSpPr/>
          <p:nvPr/>
        </p:nvSpPr>
        <p:spPr>
          <a:xfrm rot="0">
            <a:off x="7458075" y="4014787"/>
            <a:ext cx="28575" cy="31750"/>
          </a:xfrm>
          <a:custGeom>
            <a:avLst/>
            <a:ahLst/>
            <a:rect l="0" t="0" r="r" b="b"/>
            <a:pathLst>
              <a:path w="53" h="59">
                <a:moveTo>
                  <a:pt x="32" y="26"/>
                </a:moveTo>
                <a:lnTo>
                  <a:pt x="53" y="53"/>
                </a:lnTo>
                <a:lnTo>
                  <a:pt x="43" y="58"/>
                </a:lnTo>
                <a:lnTo>
                  <a:pt x="34" y="59"/>
                </a:lnTo>
                <a:lnTo>
                  <a:pt x="23" y="58"/>
                </a:lnTo>
                <a:lnTo>
                  <a:pt x="14" y="54"/>
                </a:lnTo>
                <a:lnTo>
                  <a:pt x="6" y="47"/>
                </a:lnTo>
                <a:lnTo>
                  <a:pt x="1" y="37"/>
                </a:lnTo>
                <a:lnTo>
                  <a:pt x="0" y="28"/>
                </a:lnTo>
                <a:lnTo>
                  <a:pt x="1" y="17"/>
                </a:lnTo>
                <a:lnTo>
                  <a:pt x="5" y="8"/>
                </a:lnTo>
                <a:lnTo>
                  <a:pt x="11" y="0"/>
                </a:lnTo>
                <a:lnTo>
                  <a:pt x="32" y="2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67" name=""/>
          <p:cNvSpPr/>
          <p:nvPr/>
        </p:nvSpPr>
        <p:spPr>
          <a:xfrm rot="0">
            <a:off x="7458075" y="4014787"/>
            <a:ext cx="28575" cy="31750"/>
          </a:xfrm>
          <a:custGeom>
            <a:avLst/>
            <a:ahLst/>
            <a:rect l="0" t="0" r="r" b="b"/>
            <a:pathLst>
              <a:path w="53" h="59">
                <a:moveTo>
                  <a:pt x="53" y="53"/>
                </a:moveTo>
                <a:lnTo>
                  <a:pt x="43" y="58"/>
                </a:lnTo>
                <a:lnTo>
                  <a:pt x="34" y="59"/>
                </a:lnTo>
                <a:lnTo>
                  <a:pt x="23" y="58"/>
                </a:lnTo>
                <a:lnTo>
                  <a:pt x="14" y="54"/>
                </a:lnTo>
                <a:lnTo>
                  <a:pt x="6" y="47"/>
                </a:lnTo>
                <a:lnTo>
                  <a:pt x="1" y="37"/>
                </a:lnTo>
                <a:lnTo>
                  <a:pt x="0" y="28"/>
                </a:lnTo>
                <a:lnTo>
                  <a:pt x="1" y="17"/>
                </a:lnTo>
                <a:lnTo>
                  <a:pt x="5" y="8"/>
                </a:lnTo>
                <a:lnTo>
                  <a:pt x="11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68" name=""/>
          <p:cNvSpPr/>
          <p:nvPr/>
        </p:nvSpPr>
        <p:spPr>
          <a:xfrm rot="0">
            <a:off x="7458075" y="4011612"/>
            <a:ext cx="34925" cy="20637"/>
          </a:xfrm>
          <a:custGeom>
            <a:avLst/>
            <a:ahLst/>
            <a:rect l="0" t="0" r="r" b="b"/>
            <a:pathLst>
              <a:path w="65" h="39">
                <a:moveTo>
                  <a:pt x="32" y="32"/>
                </a:moveTo>
                <a:lnTo>
                  <a:pt x="0" y="26"/>
                </a:lnTo>
                <a:lnTo>
                  <a:pt x="4" y="17"/>
                </a:lnTo>
                <a:lnTo>
                  <a:pt x="10" y="8"/>
                </a:lnTo>
                <a:lnTo>
                  <a:pt x="18" y="2"/>
                </a:lnTo>
                <a:lnTo>
                  <a:pt x="28" y="0"/>
                </a:lnTo>
                <a:lnTo>
                  <a:pt x="39" y="0"/>
                </a:lnTo>
                <a:lnTo>
                  <a:pt x="48" y="4"/>
                </a:lnTo>
                <a:lnTo>
                  <a:pt x="57" y="10"/>
                </a:lnTo>
                <a:lnTo>
                  <a:pt x="62" y="18"/>
                </a:lnTo>
                <a:lnTo>
                  <a:pt x="65" y="29"/>
                </a:lnTo>
                <a:lnTo>
                  <a:pt x="65" y="39"/>
                </a:lnTo>
                <a:lnTo>
                  <a:pt x="32" y="3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69" name=""/>
          <p:cNvSpPr/>
          <p:nvPr/>
        </p:nvSpPr>
        <p:spPr>
          <a:xfrm rot="0">
            <a:off x="7458075" y="4011612"/>
            <a:ext cx="34925" cy="20637"/>
          </a:xfrm>
          <a:custGeom>
            <a:avLst/>
            <a:ahLst/>
            <a:rect l="0" t="0" r="r" b="b"/>
            <a:pathLst>
              <a:path w="65" h="39">
                <a:moveTo>
                  <a:pt x="0" y="26"/>
                </a:moveTo>
                <a:lnTo>
                  <a:pt x="4" y="17"/>
                </a:lnTo>
                <a:lnTo>
                  <a:pt x="10" y="8"/>
                </a:lnTo>
                <a:lnTo>
                  <a:pt x="18" y="2"/>
                </a:lnTo>
                <a:lnTo>
                  <a:pt x="28" y="0"/>
                </a:lnTo>
                <a:lnTo>
                  <a:pt x="39" y="0"/>
                </a:lnTo>
                <a:lnTo>
                  <a:pt x="48" y="4"/>
                </a:lnTo>
                <a:lnTo>
                  <a:pt x="57" y="10"/>
                </a:lnTo>
                <a:lnTo>
                  <a:pt x="62" y="18"/>
                </a:lnTo>
                <a:lnTo>
                  <a:pt x="65" y="29"/>
                </a:lnTo>
                <a:lnTo>
                  <a:pt x="65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70" name=""/>
          <p:cNvSpPr/>
          <p:nvPr/>
        </p:nvSpPr>
        <p:spPr>
          <a:xfrm rot="0">
            <a:off x="7358062" y="4025900"/>
            <a:ext cx="134937" cy="503237"/>
          </a:xfrm>
          <a:custGeom>
            <a:avLst/>
            <a:ahLst/>
            <a:rect l="0" t="0" r="r" b="b"/>
            <a:pathLst>
              <a:path w="253" h="950">
                <a:moveTo>
                  <a:pt x="253" y="13"/>
                </a:moveTo>
                <a:lnTo>
                  <a:pt x="220" y="6"/>
                </a:lnTo>
                <a:lnTo>
                  <a:pt x="188" y="0"/>
                </a:lnTo>
                <a:lnTo>
                  <a:pt x="0" y="937"/>
                </a:lnTo>
                <a:lnTo>
                  <a:pt x="32" y="943"/>
                </a:lnTo>
                <a:lnTo>
                  <a:pt x="65" y="950"/>
                </a:lnTo>
                <a:lnTo>
                  <a:pt x="253" y="1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71" name=""/>
          <p:cNvSpPr/>
          <p:nvPr/>
        </p:nvSpPr>
        <p:spPr>
          <a:xfrm rot="0">
            <a:off x="7358062" y="4025900"/>
            <a:ext cx="134937" cy="503237"/>
          </a:xfrm>
          <a:custGeom>
            <a:avLst/>
            <a:ahLst/>
            <a:rect l="0" t="0" r="r" b="b"/>
            <a:pathLst>
              <a:path w="253" h="950">
                <a:moveTo>
                  <a:pt x="253" y="13"/>
                </a:moveTo>
                <a:lnTo>
                  <a:pt x="220" y="6"/>
                </a:lnTo>
                <a:lnTo>
                  <a:pt x="188" y="0"/>
                </a:lnTo>
                <a:lnTo>
                  <a:pt x="0" y="937"/>
                </a:lnTo>
                <a:lnTo>
                  <a:pt x="32" y="943"/>
                </a:lnTo>
                <a:lnTo>
                  <a:pt x="65" y="950"/>
                </a:lnTo>
                <a:lnTo>
                  <a:pt x="253" y="1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72" name=""/>
          <p:cNvSpPr/>
          <p:nvPr/>
        </p:nvSpPr>
        <p:spPr>
          <a:xfrm rot="0">
            <a:off x="7358062" y="4521200"/>
            <a:ext cx="34925" cy="20637"/>
          </a:xfrm>
          <a:custGeom>
            <a:avLst/>
            <a:ahLst/>
            <a:rect l="0" t="0" r="r" b="b"/>
            <a:pathLst>
              <a:path w="65" h="39">
                <a:moveTo>
                  <a:pt x="32" y="6"/>
                </a:moveTo>
                <a:lnTo>
                  <a:pt x="65" y="13"/>
                </a:lnTo>
                <a:lnTo>
                  <a:pt x="61" y="22"/>
                </a:lnTo>
                <a:lnTo>
                  <a:pt x="55" y="31"/>
                </a:lnTo>
                <a:lnTo>
                  <a:pt x="47" y="36"/>
                </a:lnTo>
                <a:lnTo>
                  <a:pt x="36" y="39"/>
                </a:lnTo>
                <a:lnTo>
                  <a:pt x="26" y="39"/>
                </a:lnTo>
                <a:lnTo>
                  <a:pt x="17" y="35"/>
                </a:lnTo>
                <a:lnTo>
                  <a:pt x="8" y="28"/>
                </a:lnTo>
                <a:lnTo>
                  <a:pt x="2" y="20"/>
                </a:lnTo>
                <a:lnTo>
                  <a:pt x="0" y="10"/>
                </a:lnTo>
                <a:lnTo>
                  <a:pt x="0" y="0"/>
                </a:lnTo>
                <a:lnTo>
                  <a:pt x="32" y="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73" name=""/>
          <p:cNvSpPr/>
          <p:nvPr/>
        </p:nvSpPr>
        <p:spPr>
          <a:xfrm rot="0">
            <a:off x="7358062" y="4521200"/>
            <a:ext cx="34925" cy="20637"/>
          </a:xfrm>
          <a:custGeom>
            <a:avLst/>
            <a:ahLst/>
            <a:rect l="0" t="0" r="r" b="b"/>
            <a:pathLst>
              <a:path w="65" h="39">
                <a:moveTo>
                  <a:pt x="65" y="13"/>
                </a:moveTo>
                <a:lnTo>
                  <a:pt x="61" y="22"/>
                </a:lnTo>
                <a:lnTo>
                  <a:pt x="55" y="31"/>
                </a:lnTo>
                <a:lnTo>
                  <a:pt x="47" y="36"/>
                </a:lnTo>
                <a:lnTo>
                  <a:pt x="36" y="39"/>
                </a:lnTo>
                <a:lnTo>
                  <a:pt x="26" y="39"/>
                </a:lnTo>
                <a:lnTo>
                  <a:pt x="17" y="35"/>
                </a:lnTo>
                <a:lnTo>
                  <a:pt x="8" y="28"/>
                </a:lnTo>
                <a:lnTo>
                  <a:pt x="2" y="20"/>
                </a:lnTo>
                <a:lnTo>
                  <a:pt x="0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74" name=""/>
          <p:cNvSpPr/>
          <p:nvPr/>
        </p:nvSpPr>
        <p:spPr>
          <a:xfrm rot="0">
            <a:off x="7375525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75" name=""/>
          <p:cNvSpPr/>
          <p:nvPr/>
        </p:nvSpPr>
        <p:spPr>
          <a:xfrm rot="0">
            <a:off x="7375525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76" name=""/>
          <p:cNvSpPr/>
          <p:nvPr/>
        </p:nvSpPr>
        <p:spPr>
          <a:xfrm rot="0">
            <a:off x="7221537" y="4506912"/>
            <a:ext cx="153987" cy="34925"/>
          </a:xfrm>
          <a:custGeom>
            <a:avLst/>
            <a:ahLst/>
            <a:rect l="0" t="0" r="r" b="b"/>
            <a:pathLst>
              <a:path w="292" h="67">
                <a:moveTo>
                  <a:pt x="292" y="67"/>
                </a:moveTo>
                <a:lnTo>
                  <a:pt x="292" y="34"/>
                </a:lnTo>
                <a:lnTo>
                  <a:pt x="292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292" y="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77" name=""/>
          <p:cNvSpPr/>
          <p:nvPr/>
        </p:nvSpPr>
        <p:spPr>
          <a:xfrm rot="0">
            <a:off x="7221537" y="4506912"/>
            <a:ext cx="153987" cy="34925"/>
          </a:xfrm>
          <a:custGeom>
            <a:avLst/>
            <a:ahLst/>
            <a:rect l="0" t="0" r="r" b="b"/>
            <a:pathLst>
              <a:path w="292" h="67">
                <a:moveTo>
                  <a:pt x="292" y="67"/>
                </a:moveTo>
                <a:lnTo>
                  <a:pt x="292" y="34"/>
                </a:lnTo>
                <a:lnTo>
                  <a:pt x="292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292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78" name=""/>
          <p:cNvSpPr/>
          <p:nvPr/>
        </p:nvSpPr>
        <p:spPr>
          <a:xfrm rot="0">
            <a:off x="7204075" y="4506912"/>
            <a:ext cx="17462" cy="34925"/>
          </a:xfrm>
          <a:custGeom>
            <a:avLst/>
            <a:ahLst/>
            <a:rect l="0" t="0" r="r" b="b"/>
            <a:pathLst>
              <a:path w="32" h="67">
                <a:moveTo>
                  <a:pt x="32" y="34"/>
                </a:moveTo>
                <a:lnTo>
                  <a:pt x="32" y="67"/>
                </a:ln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2" y="0"/>
                </a:lnTo>
                <a:lnTo>
                  <a:pt x="32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79" name=""/>
          <p:cNvSpPr/>
          <p:nvPr/>
        </p:nvSpPr>
        <p:spPr>
          <a:xfrm rot="0">
            <a:off x="7204075" y="4506912"/>
            <a:ext cx="17462" cy="34925"/>
          </a:xfrm>
          <a:custGeom>
            <a:avLst/>
            <a:ahLst/>
            <a:rect l="0" t="0" r="r" b="b"/>
            <a:pathLst>
              <a:path w="32" h="67">
                <a:moveTo>
                  <a:pt x="32" y="67"/>
                </a:move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2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80" name=""/>
          <p:cNvSpPr/>
          <p:nvPr/>
        </p:nvSpPr>
        <p:spPr>
          <a:xfrm rot="0">
            <a:off x="7204075" y="4519612"/>
            <a:ext cx="34925" cy="22225"/>
          </a:xfrm>
          <a:custGeom>
            <a:avLst/>
            <a:ahLst/>
            <a:rect l="0" t="0" r="r" b="b"/>
            <a:pathLst>
              <a:path w="64" h="43">
                <a:moveTo>
                  <a:pt x="31" y="10"/>
                </a:moveTo>
                <a:lnTo>
                  <a:pt x="63" y="0"/>
                </a:lnTo>
                <a:lnTo>
                  <a:pt x="64" y="10"/>
                </a:lnTo>
                <a:lnTo>
                  <a:pt x="63" y="21"/>
                </a:lnTo>
                <a:lnTo>
                  <a:pt x="59" y="30"/>
                </a:lnTo>
                <a:lnTo>
                  <a:pt x="51" y="37"/>
                </a:lnTo>
                <a:lnTo>
                  <a:pt x="42" y="41"/>
                </a:lnTo>
                <a:lnTo>
                  <a:pt x="31" y="43"/>
                </a:lnTo>
                <a:lnTo>
                  <a:pt x="21" y="41"/>
                </a:lnTo>
                <a:lnTo>
                  <a:pt x="12" y="37"/>
                </a:lnTo>
                <a:lnTo>
                  <a:pt x="4" y="30"/>
                </a:lnTo>
                <a:lnTo>
                  <a:pt x="0" y="21"/>
                </a:lnTo>
                <a:lnTo>
                  <a:pt x="31" y="1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81" name=""/>
          <p:cNvSpPr/>
          <p:nvPr/>
        </p:nvSpPr>
        <p:spPr>
          <a:xfrm rot="0">
            <a:off x="7204075" y="4519612"/>
            <a:ext cx="34925" cy="22225"/>
          </a:xfrm>
          <a:custGeom>
            <a:avLst/>
            <a:ahLst/>
            <a:rect l="0" t="0" r="r" b="b"/>
            <a:pathLst>
              <a:path w="64" h="43">
                <a:moveTo>
                  <a:pt x="63" y="0"/>
                </a:moveTo>
                <a:lnTo>
                  <a:pt x="64" y="10"/>
                </a:lnTo>
                <a:lnTo>
                  <a:pt x="63" y="21"/>
                </a:lnTo>
                <a:lnTo>
                  <a:pt x="59" y="30"/>
                </a:lnTo>
                <a:lnTo>
                  <a:pt x="51" y="37"/>
                </a:lnTo>
                <a:lnTo>
                  <a:pt x="42" y="41"/>
                </a:lnTo>
                <a:lnTo>
                  <a:pt x="31" y="43"/>
                </a:lnTo>
                <a:lnTo>
                  <a:pt x="21" y="41"/>
                </a:lnTo>
                <a:lnTo>
                  <a:pt x="12" y="37"/>
                </a:lnTo>
                <a:lnTo>
                  <a:pt x="4" y="30"/>
                </a:lnTo>
                <a:lnTo>
                  <a:pt x="0" y="2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82" name=""/>
          <p:cNvSpPr/>
          <p:nvPr/>
        </p:nvSpPr>
        <p:spPr>
          <a:xfrm rot="0">
            <a:off x="7124700" y="4278312"/>
            <a:ext cx="112712" cy="252412"/>
          </a:xfrm>
          <a:custGeom>
            <a:avLst/>
            <a:ahLst/>
            <a:rect l="0" t="0" r="r" b="b"/>
            <a:pathLst>
              <a:path w="214" h="477">
                <a:moveTo>
                  <a:pt x="151" y="477"/>
                </a:moveTo>
                <a:lnTo>
                  <a:pt x="182" y="466"/>
                </a:lnTo>
                <a:lnTo>
                  <a:pt x="214" y="456"/>
                </a:lnTo>
                <a:lnTo>
                  <a:pt x="62" y="0"/>
                </a:lnTo>
                <a:lnTo>
                  <a:pt x="31" y="11"/>
                </a:lnTo>
                <a:lnTo>
                  <a:pt x="0" y="21"/>
                </a:lnTo>
                <a:lnTo>
                  <a:pt x="151" y="47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83" name=""/>
          <p:cNvSpPr/>
          <p:nvPr/>
        </p:nvSpPr>
        <p:spPr>
          <a:xfrm rot="0">
            <a:off x="7124700" y="4278312"/>
            <a:ext cx="112712" cy="252412"/>
          </a:xfrm>
          <a:custGeom>
            <a:avLst/>
            <a:ahLst/>
            <a:rect l="0" t="0" r="r" b="b"/>
            <a:pathLst>
              <a:path w="214" h="477">
                <a:moveTo>
                  <a:pt x="151" y="477"/>
                </a:moveTo>
                <a:lnTo>
                  <a:pt x="182" y="466"/>
                </a:lnTo>
                <a:lnTo>
                  <a:pt x="214" y="456"/>
                </a:lnTo>
                <a:lnTo>
                  <a:pt x="62" y="0"/>
                </a:lnTo>
                <a:lnTo>
                  <a:pt x="31" y="11"/>
                </a:lnTo>
                <a:lnTo>
                  <a:pt x="0" y="21"/>
                </a:lnTo>
                <a:lnTo>
                  <a:pt x="151" y="47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84" name=""/>
          <p:cNvSpPr/>
          <p:nvPr/>
        </p:nvSpPr>
        <p:spPr>
          <a:xfrm rot="0">
            <a:off x="7123112" y="4267200"/>
            <a:ext cx="34925" cy="22225"/>
          </a:xfrm>
          <a:custGeom>
            <a:avLst/>
            <a:ahLst/>
            <a:rect l="0" t="0" r="r" b="b"/>
            <a:pathLst>
              <a:path w="64" h="43">
                <a:moveTo>
                  <a:pt x="33" y="33"/>
                </a:moveTo>
                <a:lnTo>
                  <a:pt x="2" y="43"/>
                </a:lnTo>
                <a:lnTo>
                  <a:pt x="0" y="33"/>
                </a:lnTo>
                <a:lnTo>
                  <a:pt x="2" y="22"/>
                </a:lnTo>
                <a:lnTo>
                  <a:pt x="6" y="13"/>
                </a:lnTo>
                <a:lnTo>
                  <a:pt x="13" y="5"/>
                </a:lnTo>
                <a:lnTo>
                  <a:pt x="23" y="2"/>
                </a:lnTo>
                <a:lnTo>
                  <a:pt x="33" y="0"/>
                </a:lnTo>
                <a:lnTo>
                  <a:pt x="43" y="2"/>
                </a:lnTo>
                <a:lnTo>
                  <a:pt x="53" y="5"/>
                </a:lnTo>
                <a:lnTo>
                  <a:pt x="60" y="13"/>
                </a:lnTo>
                <a:lnTo>
                  <a:pt x="64" y="22"/>
                </a:lnTo>
                <a:lnTo>
                  <a:pt x="33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85" name=""/>
          <p:cNvSpPr/>
          <p:nvPr/>
        </p:nvSpPr>
        <p:spPr>
          <a:xfrm rot="0">
            <a:off x="7123112" y="4267200"/>
            <a:ext cx="34925" cy="22225"/>
          </a:xfrm>
          <a:custGeom>
            <a:avLst/>
            <a:ahLst/>
            <a:rect l="0" t="0" r="r" b="b"/>
            <a:pathLst>
              <a:path w="64" h="43">
                <a:moveTo>
                  <a:pt x="2" y="43"/>
                </a:moveTo>
                <a:lnTo>
                  <a:pt x="0" y="33"/>
                </a:lnTo>
                <a:lnTo>
                  <a:pt x="2" y="22"/>
                </a:lnTo>
                <a:lnTo>
                  <a:pt x="6" y="13"/>
                </a:lnTo>
                <a:lnTo>
                  <a:pt x="13" y="5"/>
                </a:lnTo>
                <a:lnTo>
                  <a:pt x="23" y="2"/>
                </a:lnTo>
                <a:lnTo>
                  <a:pt x="33" y="0"/>
                </a:lnTo>
                <a:lnTo>
                  <a:pt x="43" y="2"/>
                </a:lnTo>
                <a:lnTo>
                  <a:pt x="53" y="5"/>
                </a:lnTo>
                <a:lnTo>
                  <a:pt x="60" y="13"/>
                </a:lnTo>
                <a:lnTo>
                  <a:pt x="64" y="2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86" name=""/>
          <p:cNvSpPr/>
          <p:nvPr/>
        </p:nvSpPr>
        <p:spPr>
          <a:xfrm rot="0">
            <a:off x="7131050" y="4267200"/>
            <a:ext cx="26987" cy="30162"/>
          </a:xfrm>
          <a:custGeom>
            <a:avLst/>
            <a:ahLst/>
            <a:rect l="0" t="0" r="r" b="b"/>
            <a:pathLst>
              <a:path w="53" h="59">
                <a:moveTo>
                  <a:pt x="20" y="33"/>
                </a:moveTo>
                <a:lnTo>
                  <a:pt x="0" y="7"/>
                </a:lnTo>
                <a:lnTo>
                  <a:pt x="10" y="2"/>
                </a:lnTo>
                <a:lnTo>
                  <a:pt x="19" y="0"/>
                </a:lnTo>
                <a:lnTo>
                  <a:pt x="29" y="2"/>
                </a:lnTo>
                <a:lnTo>
                  <a:pt x="40" y="5"/>
                </a:lnTo>
                <a:lnTo>
                  <a:pt x="46" y="13"/>
                </a:lnTo>
                <a:lnTo>
                  <a:pt x="51" y="22"/>
                </a:lnTo>
                <a:lnTo>
                  <a:pt x="53" y="32"/>
                </a:lnTo>
                <a:lnTo>
                  <a:pt x="51" y="42"/>
                </a:lnTo>
                <a:lnTo>
                  <a:pt x="47" y="52"/>
                </a:lnTo>
                <a:lnTo>
                  <a:pt x="40" y="59"/>
                </a:lnTo>
                <a:lnTo>
                  <a:pt x="20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87" name=""/>
          <p:cNvSpPr/>
          <p:nvPr/>
        </p:nvSpPr>
        <p:spPr>
          <a:xfrm rot="0">
            <a:off x="7131050" y="4267200"/>
            <a:ext cx="26987" cy="30162"/>
          </a:xfrm>
          <a:custGeom>
            <a:avLst/>
            <a:ahLst/>
            <a:rect l="0" t="0" r="r" b="b"/>
            <a:pathLst>
              <a:path w="53" h="59">
                <a:moveTo>
                  <a:pt x="0" y="7"/>
                </a:moveTo>
                <a:lnTo>
                  <a:pt x="10" y="2"/>
                </a:lnTo>
                <a:lnTo>
                  <a:pt x="19" y="0"/>
                </a:lnTo>
                <a:lnTo>
                  <a:pt x="29" y="2"/>
                </a:lnTo>
                <a:lnTo>
                  <a:pt x="40" y="5"/>
                </a:lnTo>
                <a:lnTo>
                  <a:pt x="46" y="13"/>
                </a:lnTo>
                <a:lnTo>
                  <a:pt x="51" y="22"/>
                </a:lnTo>
                <a:lnTo>
                  <a:pt x="53" y="32"/>
                </a:lnTo>
                <a:lnTo>
                  <a:pt x="51" y="42"/>
                </a:lnTo>
                <a:lnTo>
                  <a:pt x="47" y="52"/>
                </a:lnTo>
                <a:lnTo>
                  <a:pt x="40" y="5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88" name=""/>
          <p:cNvSpPr/>
          <p:nvPr/>
        </p:nvSpPr>
        <p:spPr>
          <a:xfrm rot="0">
            <a:off x="7046912" y="4270375"/>
            <a:ext cx="104775" cy="90487"/>
          </a:xfrm>
          <a:custGeom>
            <a:avLst/>
            <a:ahLst/>
            <a:rect l="0" t="0" r="r" b="b"/>
            <a:pathLst>
              <a:path w="197" h="172">
                <a:moveTo>
                  <a:pt x="197" y="52"/>
                </a:moveTo>
                <a:lnTo>
                  <a:pt x="177" y="26"/>
                </a:lnTo>
                <a:lnTo>
                  <a:pt x="157" y="0"/>
                </a:lnTo>
                <a:lnTo>
                  <a:pt x="0" y="120"/>
                </a:lnTo>
                <a:lnTo>
                  <a:pt x="19" y="146"/>
                </a:lnTo>
                <a:lnTo>
                  <a:pt x="39" y="172"/>
                </a:lnTo>
                <a:lnTo>
                  <a:pt x="197" y="5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89" name=""/>
          <p:cNvSpPr/>
          <p:nvPr/>
        </p:nvSpPr>
        <p:spPr>
          <a:xfrm rot="0">
            <a:off x="7046912" y="4270375"/>
            <a:ext cx="104775" cy="90487"/>
          </a:xfrm>
          <a:custGeom>
            <a:avLst/>
            <a:ahLst/>
            <a:rect l="0" t="0" r="r" b="b"/>
            <a:pathLst>
              <a:path w="197" h="172">
                <a:moveTo>
                  <a:pt x="197" y="52"/>
                </a:moveTo>
                <a:lnTo>
                  <a:pt x="177" y="26"/>
                </a:lnTo>
                <a:lnTo>
                  <a:pt x="157" y="0"/>
                </a:lnTo>
                <a:lnTo>
                  <a:pt x="0" y="120"/>
                </a:lnTo>
                <a:lnTo>
                  <a:pt x="19" y="146"/>
                </a:lnTo>
                <a:lnTo>
                  <a:pt x="39" y="172"/>
                </a:lnTo>
                <a:lnTo>
                  <a:pt x="197" y="5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90" name=""/>
          <p:cNvSpPr/>
          <p:nvPr/>
        </p:nvSpPr>
        <p:spPr>
          <a:xfrm rot="0">
            <a:off x="7040562" y="4333875"/>
            <a:ext cx="26987" cy="30162"/>
          </a:xfrm>
          <a:custGeom>
            <a:avLst/>
            <a:ahLst/>
            <a:rect l="0" t="0" r="r" b="b"/>
            <a:pathLst>
              <a:path w="52" h="58">
                <a:moveTo>
                  <a:pt x="32" y="26"/>
                </a:moveTo>
                <a:lnTo>
                  <a:pt x="52" y="52"/>
                </a:lnTo>
                <a:lnTo>
                  <a:pt x="43" y="57"/>
                </a:lnTo>
                <a:lnTo>
                  <a:pt x="34" y="58"/>
                </a:lnTo>
                <a:lnTo>
                  <a:pt x="23" y="57"/>
                </a:lnTo>
                <a:lnTo>
                  <a:pt x="13" y="53"/>
                </a:lnTo>
                <a:lnTo>
                  <a:pt x="6" y="45"/>
                </a:lnTo>
                <a:lnTo>
                  <a:pt x="1" y="36"/>
                </a:lnTo>
                <a:lnTo>
                  <a:pt x="0" y="27"/>
                </a:lnTo>
                <a:lnTo>
                  <a:pt x="1" y="17"/>
                </a:lnTo>
                <a:lnTo>
                  <a:pt x="5" y="6"/>
                </a:lnTo>
                <a:lnTo>
                  <a:pt x="13" y="0"/>
                </a:lnTo>
                <a:lnTo>
                  <a:pt x="32" y="2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91" name=""/>
          <p:cNvSpPr/>
          <p:nvPr/>
        </p:nvSpPr>
        <p:spPr>
          <a:xfrm rot="0">
            <a:off x="7040562" y="4333875"/>
            <a:ext cx="26987" cy="30162"/>
          </a:xfrm>
          <a:custGeom>
            <a:avLst/>
            <a:ahLst/>
            <a:rect l="0" t="0" r="r" b="b"/>
            <a:pathLst>
              <a:path w="52" h="58">
                <a:moveTo>
                  <a:pt x="52" y="52"/>
                </a:moveTo>
                <a:lnTo>
                  <a:pt x="43" y="57"/>
                </a:lnTo>
                <a:lnTo>
                  <a:pt x="34" y="58"/>
                </a:lnTo>
                <a:lnTo>
                  <a:pt x="23" y="57"/>
                </a:lnTo>
                <a:lnTo>
                  <a:pt x="13" y="53"/>
                </a:lnTo>
                <a:lnTo>
                  <a:pt x="6" y="45"/>
                </a:lnTo>
                <a:lnTo>
                  <a:pt x="1" y="36"/>
                </a:lnTo>
                <a:lnTo>
                  <a:pt x="0" y="27"/>
                </a:lnTo>
                <a:lnTo>
                  <a:pt x="1" y="17"/>
                </a:lnTo>
                <a:lnTo>
                  <a:pt x="5" y="6"/>
                </a:lnTo>
                <a:lnTo>
                  <a:pt x="1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92" name=""/>
          <p:cNvSpPr/>
          <p:nvPr/>
        </p:nvSpPr>
        <p:spPr>
          <a:xfrm rot="0">
            <a:off x="7058025" y="4329112"/>
            <a:ext cx="17462" cy="34925"/>
          </a:xfrm>
          <a:custGeom>
            <a:avLst/>
            <a:ahLst/>
            <a:rect l="0" t="0" r="r" b="b"/>
            <a:pathLst>
              <a:path w="34" h="66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4" y="34"/>
                </a:lnTo>
                <a:lnTo>
                  <a:pt x="32" y="44"/>
                </a:lnTo>
                <a:lnTo>
                  <a:pt x="28" y="53"/>
                </a:lnTo>
                <a:lnTo>
                  <a:pt x="20" y="61"/>
                </a:lnTo>
                <a:lnTo>
                  <a:pt x="11" y="65"/>
                </a:lnTo>
                <a:lnTo>
                  <a:pt x="0" y="66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93" name=""/>
          <p:cNvSpPr/>
          <p:nvPr/>
        </p:nvSpPr>
        <p:spPr>
          <a:xfrm rot="0">
            <a:off x="7058025" y="4329112"/>
            <a:ext cx="17462" cy="34925"/>
          </a:xfrm>
          <a:custGeom>
            <a:avLst/>
            <a:ahLst/>
            <a:rect l="0" t="0" r="r" b="b"/>
            <a:pathLst>
              <a:path w="34" h="66">
                <a:moveTo>
                  <a:pt x="0" y="0"/>
                </a:moveTo>
                <a:lnTo>
                  <a:pt x="11" y="3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4" y="34"/>
                </a:lnTo>
                <a:lnTo>
                  <a:pt x="32" y="44"/>
                </a:lnTo>
                <a:lnTo>
                  <a:pt x="28" y="53"/>
                </a:lnTo>
                <a:lnTo>
                  <a:pt x="20" y="61"/>
                </a:lnTo>
                <a:lnTo>
                  <a:pt x="11" y="65"/>
                </a:lnTo>
                <a:lnTo>
                  <a:pt x="0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94" name=""/>
          <p:cNvSpPr/>
          <p:nvPr/>
        </p:nvSpPr>
        <p:spPr>
          <a:xfrm rot="0">
            <a:off x="6726237" y="4329112"/>
            <a:ext cx="331787" cy="34925"/>
          </a:xfrm>
          <a:custGeom>
            <a:avLst/>
            <a:ahLst/>
            <a:rect l="0" t="0" r="r" b="b"/>
            <a:pathLst>
              <a:path w="627" h="66">
                <a:moveTo>
                  <a:pt x="627" y="66"/>
                </a:moveTo>
                <a:lnTo>
                  <a:pt x="627" y="34"/>
                </a:lnTo>
                <a:lnTo>
                  <a:pt x="627" y="0"/>
                </a:lnTo>
                <a:lnTo>
                  <a:pt x="0" y="0"/>
                </a:lnTo>
                <a:lnTo>
                  <a:pt x="0" y="34"/>
                </a:lnTo>
                <a:lnTo>
                  <a:pt x="0" y="66"/>
                </a:lnTo>
                <a:lnTo>
                  <a:pt x="627" y="6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95" name=""/>
          <p:cNvSpPr/>
          <p:nvPr/>
        </p:nvSpPr>
        <p:spPr>
          <a:xfrm rot="0">
            <a:off x="6726237" y="4329112"/>
            <a:ext cx="331787" cy="34925"/>
          </a:xfrm>
          <a:custGeom>
            <a:avLst/>
            <a:ahLst/>
            <a:rect l="0" t="0" r="r" b="b"/>
            <a:pathLst>
              <a:path w="627" h="66">
                <a:moveTo>
                  <a:pt x="627" y="66"/>
                </a:moveTo>
                <a:lnTo>
                  <a:pt x="627" y="34"/>
                </a:lnTo>
                <a:lnTo>
                  <a:pt x="627" y="0"/>
                </a:lnTo>
                <a:lnTo>
                  <a:pt x="0" y="0"/>
                </a:lnTo>
                <a:lnTo>
                  <a:pt x="0" y="34"/>
                </a:lnTo>
                <a:lnTo>
                  <a:pt x="0" y="66"/>
                </a:lnTo>
                <a:lnTo>
                  <a:pt x="627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96" name=""/>
          <p:cNvSpPr/>
          <p:nvPr/>
        </p:nvSpPr>
        <p:spPr>
          <a:xfrm rot="0">
            <a:off x="6708775" y="4329112"/>
            <a:ext cx="17462" cy="34925"/>
          </a:xfrm>
          <a:custGeom>
            <a:avLst/>
            <a:ahLst/>
            <a:rect l="0" t="0" r="r" b="b"/>
            <a:pathLst>
              <a:path w="33" h="66">
                <a:moveTo>
                  <a:pt x="33" y="34"/>
                </a:moveTo>
                <a:lnTo>
                  <a:pt x="33" y="66"/>
                </a:ln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97" name=""/>
          <p:cNvSpPr/>
          <p:nvPr/>
        </p:nvSpPr>
        <p:spPr>
          <a:xfrm rot="0">
            <a:off x="6708775" y="4329112"/>
            <a:ext cx="17462" cy="34925"/>
          </a:xfrm>
          <a:custGeom>
            <a:avLst/>
            <a:ahLst/>
            <a:rect l="0" t="0" r="r" b="b"/>
            <a:pathLst>
              <a:path w="33" h="66">
                <a:moveTo>
                  <a:pt x="33" y="66"/>
                </a:move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198" name=""/>
          <p:cNvSpPr/>
          <p:nvPr/>
        </p:nvSpPr>
        <p:spPr>
          <a:xfrm rot="0">
            <a:off x="7475537" y="4011612"/>
            <a:ext cx="17462" cy="34925"/>
          </a:xfrm>
          <a:custGeom>
            <a:avLst/>
            <a:ahLst/>
            <a:rect l="0" t="0" r="r" b="b"/>
            <a:pathLst>
              <a:path w="34" h="66">
                <a:moveTo>
                  <a:pt x="0" y="33"/>
                </a:moveTo>
                <a:lnTo>
                  <a:pt x="0" y="0"/>
                </a:ln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4" y="33"/>
                </a:lnTo>
                <a:lnTo>
                  <a:pt x="32" y="44"/>
                </a:lnTo>
                <a:lnTo>
                  <a:pt x="28" y="53"/>
                </a:lnTo>
                <a:lnTo>
                  <a:pt x="20" y="61"/>
                </a:lnTo>
                <a:lnTo>
                  <a:pt x="11" y="65"/>
                </a:lnTo>
                <a:lnTo>
                  <a:pt x="0" y="66"/>
                </a:lnTo>
                <a:lnTo>
                  <a:pt x="0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199" name=""/>
          <p:cNvSpPr/>
          <p:nvPr/>
        </p:nvSpPr>
        <p:spPr>
          <a:xfrm rot="0">
            <a:off x="7475537" y="4011612"/>
            <a:ext cx="17462" cy="34925"/>
          </a:xfrm>
          <a:custGeom>
            <a:avLst/>
            <a:ahLst/>
            <a:rect l="0" t="0" r="r" b="b"/>
            <a:pathLst>
              <a:path w="34" h="66">
                <a:moveTo>
                  <a:pt x="0" y="0"/>
                </a:moveTo>
                <a:lnTo>
                  <a:pt x="11" y="2"/>
                </a:lnTo>
                <a:lnTo>
                  <a:pt x="20" y="6"/>
                </a:lnTo>
                <a:lnTo>
                  <a:pt x="28" y="14"/>
                </a:lnTo>
                <a:lnTo>
                  <a:pt x="32" y="23"/>
                </a:lnTo>
                <a:lnTo>
                  <a:pt x="34" y="33"/>
                </a:lnTo>
                <a:lnTo>
                  <a:pt x="32" y="44"/>
                </a:lnTo>
                <a:lnTo>
                  <a:pt x="28" y="53"/>
                </a:lnTo>
                <a:lnTo>
                  <a:pt x="20" y="61"/>
                </a:lnTo>
                <a:lnTo>
                  <a:pt x="11" y="65"/>
                </a:lnTo>
                <a:lnTo>
                  <a:pt x="0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00" name=""/>
          <p:cNvSpPr/>
          <p:nvPr/>
        </p:nvSpPr>
        <p:spPr>
          <a:xfrm rot="0">
            <a:off x="6726237" y="4011612"/>
            <a:ext cx="749300" cy="34925"/>
          </a:xfrm>
          <a:custGeom>
            <a:avLst/>
            <a:ahLst/>
            <a:rect l="0" t="0" r="r" b="b"/>
            <a:pathLst>
              <a:path w="1416" h="66">
                <a:moveTo>
                  <a:pt x="1416" y="66"/>
                </a:moveTo>
                <a:lnTo>
                  <a:pt x="1416" y="33"/>
                </a:lnTo>
                <a:lnTo>
                  <a:pt x="1416" y="0"/>
                </a:lnTo>
                <a:lnTo>
                  <a:pt x="0" y="0"/>
                </a:lnTo>
                <a:lnTo>
                  <a:pt x="0" y="33"/>
                </a:lnTo>
                <a:lnTo>
                  <a:pt x="0" y="66"/>
                </a:lnTo>
                <a:lnTo>
                  <a:pt x="1416" y="6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201" name=""/>
          <p:cNvSpPr/>
          <p:nvPr/>
        </p:nvSpPr>
        <p:spPr>
          <a:xfrm rot="0">
            <a:off x="6726237" y="4011612"/>
            <a:ext cx="749300" cy="34925"/>
          </a:xfrm>
          <a:custGeom>
            <a:avLst/>
            <a:ahLst/>
            <a:rect l="0" t="0" r="r" b="b"/>
            <a:pathLst>
              <a:path w="1416" h="66">
                <a:moveTo>
                  <a:pt x="1416" y="66"/>
                </a:moveTo>
                <a:lnTo>
                  <a:pt x="1416" y="33"/>
                </a:lnTo>
                <a:lnTo>
                  <a:pt x="1416" y="0"/>
                </a:lnTo>
                <a:lnTo>
                  <a:pt x="0" y="0"/>
                </a:lnTo>
                <a:lnTo>
                  <a:pt x="0" y="33"/>
                </a:lnTo>
                <a:lnTo>
                  <a:pt x="0" y="66"/>
                </a:lnTo>
                <a:lnTo>
                  <a:pt x="1416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02" name=""/>
          <p:cNvSpPr/>
          <p:nvPr/>
        </p:nvSpPr>
        <p:spPr>
          <a:xfrm rot="0">
            <a:off x="6708775" y="4011612"/>
            <a:ext cx="17462" cy="34925"/>
          </a:xfrm>
          <a:custGeom>
            <a:avLst/>
            <a:ahLst/>
            <a:rect l="0" t="0" r="r" b="b"/>
            <a:pathLst>
              <a:path w="33" h="66">
                <a:moveTo>
                  <a:pt x="33" y="33"/>
                </a:moveTo>
                <a:lnTo>
                  <a:pt x="33" y="66"/>
                </a:ln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3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  <a:lnTo>
                  <a:pt x="33" y="3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203" name=""/>
          <p:cNvSpPr/>
          <p:nvPr/>
        </p:nvSpPr>
        <p:spPr>
          <a:xfrm rot="0">
            <a:off x="6708775" y="4011612"/>
            <a:ext cx="17462" cy="34925"/>
          </a:xfrm>
          <a:custGeom>
            <a:avLst/>
            <a:ahLst/>
            <a:rect l="0" t="0" r="r" b="b"/>
            <a:pathLst>
              <a:path w="33" h="66">
                <a:moveTo>
                  <a:pt x="33" y="66"/>
                </a:move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3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2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04" name=""/>
          <p:cNvSpPr/>
          <p:nvPr/>
        </p:nvSpPr>
        <p:spPr>
          <a:xfrm rot="0">
            <a:off x="7140575" y="4265612"/>
            <a:ext cx="19050" cy="34925"/>
          </a:xfrm>
          <a:custGeom>
            <a:avLst/>
            <a:ahLst/>
            <a:rect l="0" t="0" r="r" b="b"/>
            <a:pathLst>
              <a:path w="34" h="66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20" y="6"/>
                </a:lnTo>
                <a:lnTo>
                  <a:pt x="27" y="14"/>
                </a:lnTo>
                <a:lnTo>
                  <a:pt x="31" y="23"/>
                </a:lnTo>
                <a:lnTo>
                  <a:pt x="34" y="34"/>
                </a:lnTo>
                <a:lnTo>
                  <a:pt x="31" y="44"/>
                </a:lnTo>
                <a:lnTo>
                  <a:pt x="27" y="53"/>
                </a:lnTo>
                <a:lnTo>
                  <a:pt x="20" y="61"/>
                </a:lnTo>
                <a:lnTo>
                  <a:pt x="10" y="65"/>
                </a:lnTo>
                <a:lnTo>
                  <a:pt x="0" y="66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205" name=""/>
          <p:cNvSpPr/>
          <p:nvPr/>
        </p:nvSpPr>
        <p:spPr>
          <a:xfrm rot="0">
            <a:off x="7140575" y="4265612"/>
            <a:ext cx="19050" cy="34925"/>
          </a:xfrm>
          <a:custGeom>
            <a:avLst/>
            <a:ahLst/>
            <a:rect l="0" t="0" r="r" b="b"/>
            <a:pathLst>
              <a:path w="34" h="66">
                <a:moveTo>
                  <a:pt x="0" y="0"/>
                </a:moveTo>
                <a:lnTo>
                  <a:pt x="10" y="3"/>
                </a:lnTo>
                <a:lnTo>
                  <a:pt x="20" y="6"/>
                </a:lnTo>
                <a:lnTo>
                  <a:pt x="27" y="14"/>
                </a:lnTo>
                <a:lnTo>
                  <a:pt x="31" y="23"/>
                </a:lnTo>
                <a:lnTo>
                  <a:pt x="34" y="34"/>
                </a:lnTo>
                <a:lnTo>
                  <a:pt x="31" y="44"/>
                </a:lnTo>
                <a:lnTo>
                  <a:pt x="27" y="53"/>
                </a:lnTo>
                <a:lnTo>
                  <a:pt x="20" y="61"/>
                </a:lnTo>
                <a:lnTo>
                  <a:pt x="10" y="65"/>
                </a:lnTo>
                <a:lnTo>
                  <a:pt x="0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06" name=""/>
          <p:cNvSpPr/>
          <p:nvPr/>
        </p:nvSpPr>
        <p:spPr>
          <a:xfrm rot="0">
            <a:off x="6726237" y="4265612"/>
            <a:ext cx="414337" cy="34925"/>
          </a:xfrm>
          <a:custGeom>
            <a:avLst/>
            <a:ahLst/>
            <a:rect l="0" t="0" r="r" b="b"/>
            <a:pathLst>
              <a:path w="785" h="66">
                <a:moveTo>
                  <a:pt x="785" y="66"/>
                </a:moveTo>
                <a:lnTo>
                  <a:pt x="785" y="34"/>
                </a:lnTo>
                <a:lnTo>
                  <a:pt x="785" y="0"/>
                </a:lnTo>
                <a:lnTo>
                  <a:pt x="0" y="0"/>
                </a:lnTo>
                <a:lnTo>
                  <a:pt x="0" y="34"/>
                </a:lnTo>
                <a:lnTo>
                  <a:pt x="0" y="66"/>
                </a:lnTo>
                <a:lnTo>
                  <a:pt x="785" y="6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207" name=""/>
          <p:cNvSpPr/>
          <p:nvPr/>
        </p:nvSpPr>
        <p:spPr>
          <a:xfrm rot="0">
            <a:off x="6726237" y="4265612"/>
            <a:ext cx="414337" cy="34925"/>
          </a:xfrm>
          <a:custGeom>
            <a:avLst/>
            <a:ahLst/>
            <a:rect l="0" t="0" r="r" b="b"/>
            <a:pathLst>
              <a:path w="785" h="66">
                <a:moveTo>
                  <a:pt x="785" y="66"/>
                </a:moveTo>
                <a:lnTo>
                  <a:pt x="785" y="34"/>
                </a:lnTo>
                <a:lnTo>
                  <a:pt x="785" y="0"/>
                </a:lnTo>
                <a:lnTo>
                  <a:pt x="0" y="0"/>
                </a:lnTo>
                <a:lnTo>
                  <a:pt x="0" y="34"/>
                </a:lnTo>
                <a:lnTo>
                  <a:pt x="0" y="66"/>
                </a:lnTo>
                <a:lnTo>
                  <a:pt x="785" y="6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08" name=""/>
          <p:cNvSpPr/>
          <p:nvPr/>
        </p:nvSpPr>
        <p:spPr>
          <a:xfrm rot="0">
            <a:off x="6708775" y="4265612"/>
            <a:ext cx="17462" cy="34925"/>
          </a:xfrm>
          <a:custGeom>
            <a:avLst/>
            <a:ahLst/>
            <a:rect l="0" t="0" r="r" b="b"/>
            <a:pathLst>
              <a:path w="33" h="66">
                <a:moveTo>
                  <a:pt x="33" y="34"/>
                </a:moveTo>
                <a:lnTo>
                  <a:pt x="33" y="66"/>
                </a:ln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59209" name=""/>
          <p:cNvSpPr/>
          <p:nvPr/>
        </p:nvSpPr>
        <p:spPr>
          <a:xfrm rot="0">
            <a:off x="6708775" y="4265612"/>
            <a:ext cx="17462" cy="34925"/>
          </a:xfrm>
          <a:custGeom>
            <a:avLst/>
            <a:ahLst/>
            <a:rect l="0" t="0" r="r" b="b"/>
            <a:pathLst>
              <a:path w="33" h="66">
                <a:moveTo>
                  <a:pt x="33" y="66"/>
                </a:moveTo>
                <a:lnTo>
                  <a:pt x="23" y="65"/>
                </a:lnTo>
                <a:lnTo>
                  <a:pt x="13" y="61"/>
                </a:lnTo>
                <a:lnTo>
                  <a:pt x="6" y="53"/>
                </a:lnTo>
                <a:lnTo>
                  <a:pt x="2" y="44"/>
                </a:lnTo>
                <a:lnTo>
                  <a:pt x="0" y="34"/>
                </a:lnTo>
                <a:lnTo>
                  <a:pt x="2" y="23"/>
                </a:lnTo>
                <a:lnTo>
                  <a:pt x="6" y="14"/>
                </a:lnTo>
                <a:lnTo>
                  <a:pt x="13" y="6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10" name=""/>
          <p:cNvSpPr/>
          <p:nvPr/>
        </p:nvSpPr>
        <p:spPr>
          <a:xfrm rot="0">
            <a:off x="7221537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11" name=""/>
          <p:cNvSpPr/>
          <p:nvPr/>
        </p:nvSpPr>
        <p:spPr>
          <a:xfrm rot="0">
            <a:off x="7221537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12" name=""/>
          <p:cNvSpPr/>
          <p:nvPr/>
        </p:nvSpPr>
        <p:spPr>
          <a:xfrm rot="0">
            <a:off x="7148512" y="4506912"/>
            <a:ext cx="73025" cy="34925"/>
          </a:xfrm>
          <a:custGeom>
            <a:avLst/>
            <a:ahLst/>
            <a:rect l="0" t="0" r="r" b="b"/>
            <a:pathLst>
              <a:path w="138" h="67">
                <a:moveTo>
                  <a:pt x="138" y="67"/>
                </a:moveTo>
                <a:lnTo>
                  <a:pt x="138" y="34"/>
                </a:lnTo>
                <a:lnTo>
                  <a:pt x="138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8" y="67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13" name=""/>
          <p:cNvSpPr/>
          <p:nvPr/>
        </p:nvSpPr>
        <p:spPr>
          <a:xfrm rot="0">
            <a:off x="7148512" y="4506912"/>
            <a:ext cx="73025" cy="34925"/>
          </a:xfrm>
          <a:custGeom>
            <a:avLst/>
            <a:ahLst/>
            <a:rect l="0" t="0" r="r" b="b"/>
            <a:pathLst>
              <a:path w="138" h="67">
                <a:moveTo>
                  <a:pt x="138" y="67"/>
                </a:moveTo>
                <a:lnTo>
                  <a:pt x="138" y="34"/>
                </a:lnTo>
                <a:lnTo>
                  <a:pt x="138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8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14" name=""/>
          <p:cNvSpPr/>
          <p:nvPr/>
        </p:nvSpPr>
        <p:spPr>
          <a:xfrm rot="0">
            <a:off x="7131050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3" y="65"/>
                </a:lnTo>
                <a:lnTo>
                  <a:pt x="14" y="61"/>
                </a:lnTo>
                <a:lnTo>
                  <a:pt x="6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15" name=""/>
          <p:cNvSpPr/>
          <p:nvPr/>
        </p:nvSpPr>
        <p:spPr>
          <a:xfrm rot="0">
            <a:off x="7131050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3" y="65"/>
                </a:lnTo>
                <a:lnTo>
                  <a:pt x="14" y="61"/>
                </a:lnTo>
                <a:lnTo>
                  <a:pt x="6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4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16" name=""/>
          <p:cNvSpPr/>
          <p:nvPr/>
        </p:nvSpPr>
        <p:spPr>
          <a:xfrm rot="0">
            <a:off x="7113587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1"/>
                </a:lnTo>
                <a:lnTo>
                  <a:pt x="10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17" name=""/>
          <p:cNvSpPr/>
          <p:nvPr/>
        </p:nvSpPr>
        <p:spPr>
          <a:xfrm rot="0">
            <a:off x="7113587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1"/>
                </a:lnTo>
                <a:lnTo>
                  <a:pt x="10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18" name=""/>
          <p:cNvSpPr/>
          <p:nvPr/>
        </p:nvSpPr>
        <p:spPr>
          <a:xfrm rot="0">
            <a:off x="7043737" y="4506912"/>
            <a:ext cx="69850" cy="34925"/>
          </a:xfrm>
          <a:custGeom>
            <a:avLst/>
            <a:ahLst/>
            <a:rect l="0" t="0" r="r" b="b"/>
            <a:pathLst>
              <a:path w="133" h="67">
                <a:moveTo>
                  <a:pt x="133" y="67"/>
                </a:moveTo>
                <a:lnTo>
                  <a:pt x="133" y="34"/>
                </a:lnTo>
                <a:lnTo>
                  <a:pt x="133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3" y="67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19" name=""/>
          <p:cNvSpPr/>
          <p:nvPr/>
        </p:nvSpPr>
        <p:spPr>
          <a:xfrm rot="0">
            <a:off x="7043737" y="4506912"/>
            <a:ext cx="69850" cy="34925"/>
          </a:xfrm>
          <a:custGeom>
            <a:avLst/>
            <a:ahLst/>
            <a:rect l="0" t="0" r="r" b="b"/>
            <a:pathLst>
              <a:path w="133" h="67">
                <a:moveTo>
                  <a:pt x="133" y="67"/>
                </a:moveTo>
                <a:lnTo>
                  <a:pt x="133" y="34"/>
                </a:lnTo>
                <a:lnTo>
                  <a:pt x="133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3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20" name=""/>
          <p:cNvSpPr/>
          <p:nvPr/>
        </p:nvSpPr>
        <p:spPr>
          <a:xfrm rot="0">
            <a:off x="7026275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21" name=""/>
          <p:cNvSpPr/>
          <p:nvPr/>
        </p:nvSpPr>
        <p:spPr>
          <a:xfrm rot="0">
            <a:off x="7026275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22" name=""/>
          <p:cNvSpPr/>
          <p:nvPr/>
        </p:nvSpPr>
        <p:spPr>
          <a:xfrm rot="0">
            <a:off x="7008812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1"/>
                </a:lnTo>
                <a:lnTo>
                  <a:pt x="10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23" name=""/>
          <p:cNvSpPr/>
          <p:nvPr/>
        </p:nvSpPr>
        <p:spPr>
          <a:xfrm rot="0">
            <a:off x="7008812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1"/>
                </a:lnTo>
                <a:lnTo>
                  <a:pt x="10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24" name=""/>
          <p:cNvSpPr/>
          <p:nvPr/>
        </p:nvSpPr>
        <p:spPr>
          <a:xfrm rot="0">
            <a:off x="6938962" y="4506912"/>
            <a:ext cx="69850" cy="34925"/>
          </a:xfrm>
          <a:custGeom>
            <a:avLst/>
            <a:ahLst/>
            <a:rect l="0" t="0" r="r" b="b"/>
            <a:pathLst>
              <a:path w="133" h="67">
                <a:moveTo>
                  <a:pt x="133" y="67"/>
                </a:moveTo>
                <a:lnTo>
                  <a:pt x="133" y="34"/>
                </a:lnTo>
                <a:lnTo>
                  <a:pt x="133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3" y="67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25" name=""/>
          <p:cNvSpPr/>
          <p:nvPr/>
        </p:nvSpPr>
        <p:spPr>
          <a:xfrm rot="0">
            <a:off x="6938962" y="4506912"/>
            <a:ext cx="69850" cy="34925"/>
          </a:xfrm>
          <a:custGeom>
            <a:avLst/>
            <a:ahLst/>
            <a:rect l="0" t="0" r="r" b="b"/>
            <a:pathLst>
              <a:path w="133" h="67">
                <a:moveTo>
                  <a:pt x="133" y="67"/>
                </a:moveTo>
                <a:lnTo>
                  <a:pt x="133" y="34"/>
                </a:lnTo>
                <a:lnTo>
                  <a:pt x="133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3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26" name=""/>
          <p:cNvSpPr/>
          <p:nvPr/>
        </p:nvSpPr>
        <p:spPr>
          <a:xfrm rot="0">
            <a:off x="6921500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27" name=""/>
          <p:cNvSpPr/>
          <p:nvPr/>
        </p:nvSpPr>
        <p:spPr>
          <a:xfrm rot="0">
            <a:off x="6921500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28" name=""/>
          <p:cNvSpPr/>
          <p:nvPr/>
        </p:nvSpPr>
        <p:spPr>
          <a:xfrm rot="0">
            <a:off x="6904037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29" name=""/>
          <p:cNvSpPr/>
          <p:nvPr/>
        </p:nvSpPr>
        <p:spPr>
          <a:xfrm rot="0">
            <a:off x="6904037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30" name=""/>
          <p:cNvSpPr/>
          <p:nvPr/>
        </p:nvSpPr>
        <p:spPr>
          <a:xfrm rot="0">
            <a:off x="6832600" y="4506912"/>
            <a:ext cx="71437" cy="34925"/>
          </a:xfrm>
          <a:custGeom>
            <a:avLst/>
            <a:ahLst/>
            <a:rect l="0" t="0" r="r" b="b"/>
            <a:pathLst>
              <a:path w="133" h="67">
                <a:moveTo>
                  <a:pt x="133" y="67"/>
                </a:moveTo>
                <a:lnTo>
                  <a:pt x="133" y="34"/>
                </a:lnTo>
                <a:lnTo>
                  <a:pt x="133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3" y="67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31" name=""/>
          <p:cNvSpPr/>
          <p:nvPr/>
        </p:nvSpPr>
        <p:spPr>
          <a:xfrm rot="0">
            <a:off x="6832600" y="4506912"/>
            <a:ext cx="71437" cy="34925"/>
          </a:xfrm>
          <a:custGeom>
            <a:avLst/>
            <a:ahLst/>
            <a:rect l="0" t="0" r="r" b="b"/>
            <a:pathLst>
              <a:path w="133" h="67">
                <a:moveTo>
                  <a:pt x="133" y="67"/>
                </a:moveTo>
                <a:lnTo>
                  <a:pt x="133" y="34"/>
                </a:lnTo>
                <a:lnTo>
                  <a:pt x="133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3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32" name=""/>
          <p:cNvSpPr/>
          <p:nvPr/>
        </p:nvSpPr>
        <p:spPr>
          <a:xfrm rot="0">
            <a:off x="6816725" y="4506912"/>
            <a:ext cx="15875" cy="34925"/>
          </a:xfrm>
          <a:custGeom>
            <a:avLst/>
            <a:ahLst/>
            <a:rect l="0" t="0" r="r" b="b"/>
            <a:pathLst>
              <a:path w="32" h="67">
                <a:moveTo>
                  <a:pt x="32" y="34"/>
                </a:moveTo>
                <a:lnTo>
                  <a:pt x="32" y="67"/>
                </a:ln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2" y="0"/>
                </a:lnTo>
                <a:lnTo>
                  <a:pt x="32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33" name=""/>
          <p:cNvSpPr/>
          <p:nvPr/>
        </p:nvSpPr>
        <p:spPr>
          <a:xfrm rot="0">
            <a:off x="6816725" y="4506912"/>
            <a:ext cx="15875" cy="34925"/>
          </a:xfrm>
          <a:custGeom>
            <a:avLst/>
            <a:ahLst/>
            <a:rect l="0" t="0" r="r" b="b"/>
            <a:pathLst>
              <a:path w="32" h="67">
                <a:moveTo>
                  <a:pt x="32" y="67"/>
                </a:moveTo>
                <a:lnTo>
                  <a:pt x="22" y="65"/>
                </a:lnTo>
                <a:lnTo>
                  <a:pt x="13" y="61"/>
                </a:lnTo>
                <a:lnTo>
                  <a:pt x="5" y="54"/>
                </a:lnTo>
                <a:lnTo>
                  <a:pt x="1" y="45"/>
                </a:lnTo>
                <a:lnTo>
                  <a:pt x="0" y="34"/>
                </a:lnTo>
                <a:lnTo>
                  <a:pt x="1" y="24"/>
                </a:lnTo>
                <a:lnTo>
                  <a:pt x="5" y="15"/>
                </a:lnTo>
                <a:lnTo>
                  <a:pt x="13" y="7"/>
                </a:lnTo>
                <a:lnTo>
                  <a:pt x="22" y="3"/>
                </a:lnTo>
                <a:lnTo>
                  <a:pt x="32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34" name=""/>
          <p:cNvSpPr/>
          <p:nvPr/>
        </p:nvSpPr>
        <p:spPr>
          <a:xfrm rot="0">
            <a:off x="6799262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35" name=""/>
          <p:cNvSpPr/>
          <p:nvPr/>
        </p:nvSpPr>
        <p:spPr>
          <a:xfrm rot="0">
            <a:off x="6799262" y="4506912"/>
            <a:ext cx="17462" cy="34925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1" y="3"/>
                </a:lnTo>
                <a:lnTo>
                  <a:pt x="20" y="7"/>
                </a:lnTo>
                <a:lnTo>
                  <a:pt x="28" y="15"/>
                </a:lnTo>
                <a:lnTo>
                  <a:pt x="32" y="24"/>
                </a:lnTo>
                <a:lnTo>
                  <a:pt x="34" y="34"/>
                </a:lnTo>
                <a:lnTo>
                  <a:pt x="32" y="45"/>
                </a:lnTo>
                <a:lnTo>
                  <a:pt x="28" y="54"/>
                </a:lnTo>
                <a:lnTo>
                  <a:pt x="20" y="61"/>
                </a:lnTo>
                <a:lnTo>
                  <a:pt x="11" y="65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36" name=""/>
          <p:cNvSpPr/>
          <p:nvPr/>
        </p:nvSpPr>
        <p:spPr>
          <a:xfrm rot="0">
            <a:off x="6726237" y="4506912"/>
            <a:ext cx="73025" cy="34925"/>
          </a:xfrm>
          <a:custGeom>
            <a:avLst/>
            <a:ahLst/>
            <a:rect l="0" t="0" r="r" b="b"/>
            <a:pathLst>
              <a:path w="138" h="67">
                <a:moveTo>
                  <a:pt x="138" y="67"/>
                </a:moveTo>
                <a:lnTo>
                  <a:pt x="138" y="34"/>
                </a:lnTo>
                <a:lnTo>
                  <a:pt x="138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8" y="67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37" name=""/>
          <p:cNvSpPr/>
          <p:nvPr/>
        </p:nvSpPr>
        <p:spPr>
          <a:xfrm rot="0">
            <a:off x="6726237" y="4506912"/>
            <a:ext cx="73025" cy="34925"/>
          </a:xfrm>
          <a:custGeom>
            <a:avLst/>
            <a:ahLst/>
            <a:rect l="0" t="0" r="r" b="b"/>
            <a:pathLst>
              <a:path w="138" h="67">
                <a:moveTo>
                  <a:pt x="138" y="67"/>
                </a:moveTo>
                <a:lnTo>
                  <a:pt x="138" y="34"/>
                </a:lnTo>
                <a:lnTo>
                  <a:pt x="138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138" y="67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38" name=""/>
          <p:cNvSpPr/>
          <p:nvPr/>
        </p:nvSpPr>
        <p:spPr>
          <a:xfrm rot="0">
            <a:off x="6708775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3" y="65"/>
                </a:lnTo>
                <a:lnTo>
                  <a:pt x="13" y="61"/>
                </a:lnTo>
                <a:lnTo>
                  <a:pt x="6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0000FF"/>
          </a:solidFill>
          <a:ln>
            <a:noFill/>
          </a:ln>
        </p:spPr>
      </p:sp>
      <p:sp>
        <p:nvSpPr>
          <p:cNvPr id="1059239" name=""/>
          <p:cNvSpPr/>
          <p:nvPr/>
        </p:nvSpPr>
        <p:spPr>
          <a:xfrm rot="0">
            <a:off x="6708775" y="4506912"/>
            <a:ext cx="17462" cy="34925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3" y="65"/>
                </a:lnTo>
                <a:lnTo>
                  <a:pt x="13" y="61"/>
                </a:lnTo>
                <a:lnTo>
                  <a:pt x="6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6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40" name=""/>
          <p:cNvSpPr/>
          <p:nvPr/>
        </p:nvSpPr>
        <p:spPr>
          <a:xfrm rot="0">
            <a:off x="1635125" y="2125662"/>
            <a:ext cx="55562" cy="82550"/>
          </a:xfrm>
          <a:custGeom>
            <a:avLst/>
            <a:ahLst/>
            <a:rect l="0" t="0" r="r" b="b"/>
            <a:pathLst>
              <a:path w="104" h="155">
                <a:moveTo>
                  <a:pt x="0" y="155"/>
                </a:moveTo>
                <a:lnTo>
                  <a:pt x="43" y="0"/>
                </a:lnTo>
                <a:lnTo>
                  <a:pt x="82" y="0"/>
                </a:lnTo>
                <a:lnTo>
                  <a:pt x="95" y="4"/>
                </a:lnTo>
                <a:lnTo>
                  <a:pt x="104" y="13"/>
                </a:lnTo>
                <a:lnTo>
                  <a:pt x="104" y="26"/>
                </a:lnTo>
                <a:lnTo>
                  <a:pt x="91" y="78"/>
                </a:lnTo>
                <a:lnTo>
                  <a:pt x="82" y="91"/>
                </a:lnTo>
                <a:lnTo>
                  <a:pt x="73" y="99"/>
                </a:lnTo>
                <a:lnTo>
                  <a:pt x="61" y="104"/>
                </a:lnTo>
                <a:lnTo>
                  <a:pt x="17" y="1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1" name=""/>
          <p:cNvSpPr/>
          <p:nvPr/>
        </p:nvSpPr>
        <p:spPr>
          <a:xfrm rot="0" flipV="1">
            <a:off x="1725612" y="2098675"/>
            <a:ext cx="7937" cy="17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2" name=""/>
          <p:cNvSpPr/>
          <p:nvPr/>
        </p:nvSpPr>
        <p:spPr>
          <a:xfrm rot="0">
            <a:off x="2000250" y="3171825"/>
            <a:ext cx="55562" cy="82550"/>
          </a:xfrm>
          <a:custGeom>
            <a:avLst/>
            <a:ahLst/>
            <a:rect l="0" t="0" r="r" b="b"/>
            <a:pathLst>
              <a:path w="104" h="157">
                <a:moveTo>
                  <a:pt x="0" y="157"/>
                </a:moveTo>
                <a:lnTo>
                  <a:pt x="43" y="0"/>
                </a:lnTo>
                <a:lnTo>
                  <a:pt x="82" y="0"/>
                </a:lnTo>
                <a:lnTo>
                  <a:pt x="95" y="4"/>
                </a:lnTo>
                <a:lnTo>
                  <a:pt x="104" y="13"/>
                </a:lnTo>
                <a:lnTo>
                  <a:pt x="104" y="26"/>
                </a:lnTo>
                <a:lnTo>
                  <a:pt x="91" y="78"/>
                </a:lnTo>
                <a:lnTo>
                  <a:pt x="82" y="91"/>
                </a:lnTo>
                <a:lnTo>
                  <a:pt x="74" y="100"/>
                </a:lnTo>
                <a:lnTo>
                  <a:pt x="61" y="104"/>
                </a:lnTo>
                <a:lnTo>
                  <a:pt x="17" y="1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3" name=""/>
          <p:cNvSpPr/>
          <p:nvPr/>
        </p:nvSpPr>
        <p:spPr>
          <a:xfrm rot="0">
            <a:off x="1614487" y="2859087"/>
            <a:ext cx="61912" cy="82550"/>
          </a:xfrm>
          <a:custGeom>
            <a:avLst/>
            <a:ahLst/>
            <a:rect l="0" t="0" r="r" b="b"/>
            <a:pathLst>
              <a:path w="118" h="157">
                <a:moveTo>
                  <a:pt x="0" y="157"/>
                </a:moveTo>
                <a:lnTo>
                  <a:pt x="40" y="0"/>
                </a:lnTo>
                <a:lnTo>
                  <a:pt x="88" y="0"/>
                </a:lnTo>
                <a:lnTo>
                  <a:pt x="105" y="6"/>
                </a:lnTo>
                <a:lnTo>
                  <a:pt x="114" y="19"/>
                </a:lnTo>
                <a:lnTo>
                  <a:pt x="118" y="36"/>
                </a:lnTo>
                <a:lnTo>
                  <a:pt x="118" y="45"/>
                </a:lnTo>
                <a:lnTo>
                  <a:pt x="114" y="58"/>
                </a:lnTo>
                <a:lnTo>
                  <a:pt x="105" y="71"/>
                </a:lnTo>
                <a:lnTo>
                  <a:pt x="92" y="79"/>
                </a:lnTo>
                <a:lnTo>
                  <a:pt x="70" y="88"/>
                </a:lnTo>
                <a:lnTo>
                  <a:pt x="23" y="8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4" name=""/>
          <p:cNvSpPr/>
          <p:nvPr/>
        </p:nvSpPr>
        <p:spPr>
          <a:xfrm rot="0">
            <a:off x="1651000" y="2908300"/>
            <a:ext cx="9525" cy="333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5" name=""/>
          <p:cNvSpPr/>
          <p:nvPr/>
        </p:nvSpPr>
        <p:spPr>
          <a:xfrm rot="0">
            <a:off x="2771775" y="1658937"/>
            <a:ext cx="61912" cy="84137"/>
          </a:xfrm>
          <a:custGeom>
            <a:avLst/>
            <a:ahLst/>
            <a:rect l="0" t="0" r="r" b="b"/>
            <a:pathLst>
              <a:path w="117" h="157">
                <a:moveTo>
                  <a:pt x="0" y="157"/>
                </a:moveTo>
                <a:lnTo>
                  <a:pt x="39" y="0"/>
                </a:lnTo>
                <a:lnTo>
                  <a:pt x="87" y="0"/>
                </a:lnTo>
                <a:lnTo>
                  <a:pt x="104" y="4"/>
                </a:lnTo>
                <a:lnTo>
                  <a:pt x="112" y="17"/>
                </a:lnTo>
                <a:lnTo>
                  <a:pt x="117" y="34"/>
                </a:lnTo>
                <a:lnTo>
                  <a:pt x="117" y="43"/>
                </a:lnTo>
                <a:lnTo>
                  <a:pt x="112" y="56"/>
                </a:lnTo>
                <a:lnTo>
                  <a:pt x="104" y="69"/>
                </a:lnTo>
                <a:lnTo>
                  <a:pt x="91" y="78"/>
                </a:lnTo>
                <a:lnTo>
                  <a:pt x="69" y="86"/>
                </a:lnTo>
                <a:lnTo>
                  <a:pt x="22" y="8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6" name=""/>
          <p:cNvSpPr/>
          <p:nvPr/>
        </p:nvSpPr>
        <p:spPr>
          <a:xfrm rot="0">
            <a:off x="2808287" y="1708150"/>
            <a:ext cx="9525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7" name=""/>
          <p:cNvSpPr/>
          <p:nvPr/>
        </p:nvSpPr>
        <p:spPr>
          <a:xfrm rot="0" flipV="1">
            <a:off x="2862262" y="1658937"/>
            <a:ext cx="7937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8" name=""/>
          <p:cNvSpPr/>
          <p:nvPr/>
        </p:nvSpPr>
        <p:spPr>
          <a:xfrm rot="0" flipH="1">
            <a:off x="2884487" y="1658937"/>
            <a:ext cx="9525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49" name=""/>
          <p:cNvSpPr/>
          <p:nvPr/>
        </p:nvSpPr>
        <p:spPr>
          <a:xfrm rot="0">
            <a:off x="1168400" y="4481512"/>
            <a:ext cx="55562" cy="82550"/>
          </a:xfrm>
          <a:custGeom>
            <a:avLst/>
            <a:ahLst/>
            <a:rect l="0" t="0" r="r" b="b"/>
            <a:pathLst>
              <a:path w="105" h="156">
                <a:moveTo>
                  <a:pt x="0" y="156"/>
                </a:moveTo>
                <a:lnTo>
                  <a:pt x="43" y="0"/>
                </a:lnTo>
                <a:lnTo>
                  <a:pt x="82" y="0"/>
                </a:lnTo>
                <a:lnTo>
                  <a:pt x="95" y="3"/>
                </a:lnTo>
                <a:lnTo>
                  <a:pt x="105" y="13"/>
                </a:lnTo>
                <a:lnTo>
                  <a:pt x="105" y="26"/>
                </a:lnTo>
                <a:lnTo>
                  <a:pt x="92" y="78"/>
                </a:lnTo>
                <a:lnTo>
                  <a:pt x="82" y="91"/>
                </a:lnTo>
                <a:lnTo>
                  <a:pt x="73" y="99"/>
                </a:lnTo>
                <a:lnTo>
                  <a:pt x="60" y="104"/>
                </a:lnTo>
                <a:lnTo>
                  <a:pt x="17" y="1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0" name=""/>
          <p:cNvSpPr/>
          <p:nvPr/>
        </p:nvSpPr>
        <p:spPr>
          <a:xfrm rot="0" flipV="1">
            <a:off x="1258887" y="4452937"/>
            <a:ext cx="9525" cy="17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1" name=""/>
          <p:cNvSpPr/>
          <p:nvPr/>
        </p:nvSpPr>
        <p:spPr>
          <a:xfrm rot="0">
            <a:off x="1168400" y="5699125"/>
            <a:ext cx="55562" cy="82550"/>
          </a:xfrm>
          <a:custGeom>
            <a:avLst/>
            <a:ahLst/>
            <a:rect l="0" t="0" r="r" b="b"/>
            <a:pathLst>
              <a:path w="105" h="156">
                <a:moveTo>
                  <a:pt x="0" y="156"/>
                </a:moveTo>
                <a:lnTo>
                  <a:pt x="43" y="0"/>
                </a:lnTo>
                <a:lnTo>
                  <a:pt x="82" y="0"/>
                </a:lnTo>
                <a:lnTo>
                  <a:pt x="95" y="4"/>
                </a:lnTo>
                <a:lnTo>
                  <a:pt x="105" y="13"/>
                </a:lnTo>
                <a:lnTo>
                  <a:pt x="105" y="26"/>
                </a:lnTo>
                <a:lnTo>
                  <a:pt x="92" y="78"/>
                </a:lnTo>
                <a:lnTo>
                  <a:pt x="82" y="91"/>
                </a:lnTo>
                <a:lnTo>
                  <a:pt x="73" y="100"/>
                </a:lnTo>
                <a:lnTo>
                  <a:pt x="60" y="104"/>
                </a:lnTo>
                <a:lnTo>
                  <a:pt x="17" y="1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2" name=""/>
          <p:cNvSpPr/>
          <p:nvPr/>
        </p:nvSpPr>
        <p:spPr>
          <a:xfrm rot="0">
            <a:off x="7070725" y="4075112"/>
            <a:ext cx="58737" cy="82550"/>
          </a:xfrm>
          <a:custGeom>
            <a:avLst/>
            <a:ahLst/>
            <a:rect l="0" t="0" r="r" b="b"/>
            <a:pathLst>
              <a:path w="110" h="156">
                <a:moveTo>
                  <a:pt x="87" y="113"/>
                </a:moveTo>
                <a:lnTo>
                  <a:pt x="110" y="39"/>
                </a:lnTo>
                <a:lnTo>
                  <a:pt x="110" y="26"/>
                </a:lnTo>
                <a:lnTo>
                  <a:pt x="104" y="13"/>
                </a:lnTo>
                <a:lnTo>
                  <a:pt x="97" y="5"/>
                </a:lnTo>
                <a:lnTo>
                  <a:pt x="83" y="0"/>
                </a:lnTo>
                <a:lnTo>
                  <a:pt x="61" y="0"/>
                </a:lnTo>
                <a:lnTo>
                  <a:pt x="48" y="5"/>
                </a:lnTo>
                <a:lnTo>
                  <a:pt x="35" y="13"/>
                </a:lnTo>
                <a:lnTo>
                  <a:pt x="26" y="26"/>
                </a:lnTo>
                <a:lnTo>
                  <a:pt x="18" y="48"/>
                </a:lnTo>
                <a:lnTo>
                  <a:pt x="0" y="109"/>
                </a:lnTo>
                <a:lnTo>
                  <a:pt x="0" y="117"/>
                </a:lnTo>
                <a:lnTo>
                  <a:pt x="5" y="139"/>
                </a:lnTo>
                <a:lnTo>
                  <a:pt x="13" y="152"/>
                </a:lnTo>
                <a:lnTo>
                  <a:pt x="22" y="156"/>
                </a:lnTo>
                <a:lnTo>
                  <a:pt x="39" y="156"/>
                </a:lnTo>
                <a:lnTo>
                  <a:pt x="61" y="148"/>
                </a:lnTo>
                <a:lnTo>
                  <a:pt x="78" y="135"/>
                </a:lnTo>
                <a:lnTo>
                  <a:pt x="87" y="11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3" name=""/>
          <p:cNvSpPr/>
          <p:nvPr/>
        </p:nvSpPr>
        <p:spPr>
          <a:xfrm rot="0">
            <a:off x="7100887" y="4140200"/>
            <a:ext cx="20637" cy="17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4" name=""/>
          <p:cNvSpPr/>
          <p:nvPr/>
        </p:nvSpPr>
        <p:spPr>
          <a:xfrm rot="0" flipV="1">
            <a:off x="7165975" y="4075112"/>
            <a:ext cx="7937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5" name=""/>
          <p:cNvSpPr/>
          <p:nvPr/>
        </p:nvSpPr>
        <p:spPr>
          <a:xfrm rot="0" flipH="1">
            <a:off x="7188200" y="4075112"/>
            <a:ext cx="9525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6" name=""/>
          <p:cNvSpPr/>
          <p:nvPr/>
        </p:nvSpPr>
        <p:spPr>
          <a:xfrm rot="0">
            <a:off x="7439025" y="4541837"/>
            <a:ext cx="53975" cy="82550"/>
          </a:xfrm>
          <a:custGeom>
            <a:avLst/>
            <a:ahLst/>
            <a:rect l="0" t="0" r="r" b="b"/>
            <a:pathLst>
              <a:path w="104" h="157">
                <a:moveTo>
                  <a:pt x="0" y="157"/>
                </a:moveTo>
                <a:lnTo>
                  <a:pt x="43" y="0"/>
                </a:lnTo>
                <a:lnTo>
                  <a:pt x="82" y="0"/>
                </a:lnTo>
                <a:lnTo>
                  <a:pt x="95" y="4"/>
                </a:lnTo>
                <a:lnTo>
                  <a:pt x="104" y="13"/>
                </a:lnTo>
                <a:lnTo>
                  <a:pt x="104" y="26"/>
                </a:lnTo>
                <a:lnTo>
                  <a:pt x="91" y="79"/>
                </a:lnTo>
                <a:lnTo>
                  <a:pt x="82" y="92"/>
                </a:lnTo>
                <a:lnTo>
                  <a:pt x="73" y="101"/>
                </a:lnTo>
                <a:lnTo>
                  <a:pt x="60" y="105"/>
                </a:lnTo>
                <a:lnTo>
                  <a:pt x="17" y="10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7" name=""/>
          <p:cNvSpPr/>
          <p:nvPr/>
        </p:nvSpPr>
        <p:spPr>
          <a:xfrm rot="0" flipV="1">
            <a:off x="7527925" y="4513262"/>
            <a:ext cx="9525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8" name=""/>
          <p:cNvSpPr/>
          <p:nvPr/>
        </p:nvSpPr>
        <p:spPr>
          <a:xfrm rot="0" flipH="1">
            <a:off x="7551737" y="4513262"/>
            <a:ext cx="7937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59" name=""/>
          <p:cNvSpPr/>
          <p:nvPr/>
        </p:nvSpPr>
        <p:spPr>
          <a:xfrm rot="0">
            <a:off x="5876925" y="4551362"/>
            <a:ext cx="53975" cy="82550"/>
          </a:xfrm>
          <a:custGeom>
            <a:avLst/>
            <a:ahLst/>
            <a:rect l="0" t="0" r="r" b="b"/>
            <a:pathLst>
              <a:path w="104" h="156">
                <a:moveTo>
                  <a:pt x="0" y="156"/>
                </a:moveTo>
                <a:lnTo>
                  <a:pt x="43" y="0"/>
                </a:lnTo>
                <a:lnTo>
                  <a:pt x="82" y="0"/>
                </a:lnTo>
                <a:lnTo>
                  <a:pt x="95" y="4"/>
                </a:lnTo>
                <a:lnTo>
                  <a:pt x="104" y="13"/>
                </a:lnTo>
                <a:lnTo>
                  <a:pt x="104" y="26"/>
                </a:lnTo>
                <a:lnTo>
                  <a:pt x="91" y="78"/>
                </a:lnTo>
                <a:lnTo>
                  <a:pt x="82" y="91"/>
                </a:lnTo>
                <a:lnTo>
                  <a:pt x="73" y="99"/>
                </a:lnTo>
                <a:lnTo>
                  <a:pt x="60" y="104"/>
                </a:lnTo>
                <a:lnTo>
                  <a:pt x="17" y="1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0" name=""/>
          <p:cNvSpPr/>
          <p:nvPr/>
        </p:nvSpPr>
        <p:spPr>
          <a:xfrm rot="0" flipV="1">
            <a:off x="5965825" y="4524375"/>
            <a:ext cx="9525" cy="17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1" name=""/>
          <p:cNvSpPr/>
          <p:nvPr/>
        </p:nvSpPr>
        <p:spPr>
          <a:xfrm rot="0">
            <a:off x="5799137" y="5327650"/>
            <a:ext cx="57150" cy="82550"/>
          </a:xfrm>
          <a:custGeom>
            <a:avLst/>
            <a:ahLst/>
            <a:rect l="0" t="0" r="r" b="b"/>
            <a:pathLst>
              <a:path w="109" h="157">
                <a:moveTo>
                  <a:pt x="87" y="112"/>
                </a:moveTo>
                <a:lnTo>
                  <a:pt x="109" y="39"/>
                </a:lnTo>
                <a:lnTo>
                  <a:pt x="109" y="26"/>
                </a:lnTo>
                <a:lnTo>
                  <a:pt x="104" y="13"/>
                </a:lnTo>
                <a:lnTo>
                  <a:pt x="96" y="4"/>
                </a:lnTo>
                <a:lnTo>
                  <a:pt x="83" y="0"/>
                </a:lnTo>
                <a:lnTo>
                  <a:pt x="61" y="0"/>
                </a:lnTo>
                <a:lnTo>
                  <a:pt x="48" y="4"/>
                </a:lnTo>
                <a:lnTo>
                  <a:pt x="35" y="13"/>
                </a:lnTo>
                <a:lnTo>
                  <a:pt x="26" y="26"/>
                </a:lnTo>
                <a:lnTo>
                  <a:pt x="18" y="48"/>
                </a:lnTo>
                <a:lnTo>
                  <a:pt x="0" y="108"/>
                </a:lnTo>
                <a:lnTo>
                  <a:pt x="0" y="118"/>
                </a:lnTo>
                <a:lnTo>
                  <a:pt x="5" y="138"/>
                </a:lnTo>
                <a:lnTo>
                  <a:pt x="13" y="151"/>
                </a:lnTo>
                <a:lnTo>
                  <a:pt x="22" y="157"/>
                </a:lnTo>
                <a:lnTo>
                  <a:pt x="39" y="157"/>
                </a:lnTo>
                <a:lnTo>
                  <a:pt x="61" y="148"/>
                </a:lnTo>
                <a:lnTo>
                  <a:pt x="78" y="135"/>
                </a:lnTo>
                <a:lnTo>
                  <a:pt x="87" y="11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2" name=""/>
          <p:cNvSpPr/>
          <p:nvPr/>
        </p:nvSpPr>
        <p:spPr>
          <a:xfrm rot="0">
            <a:off x="5829300" y="5391150"/>
            <a:ext cx="20637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3" name=""/>
          <p:cNvSpPr/>
          <p:nvPr/>
        </p:nvSpPr>
        <p:spPr>
          <a:xfrm rot="0">
            <a:off x="5957887" y="3222625"/>
            <a:ext cx="53975" cy="82550"/>
          </a:xfrm>
          <a:custGeom>
            <a:avLst/>
            <a:ahLst/>
            <a:rect l="0" t="0" r="r" b="b"/>
            <a:pathLst>
              <a:path w="103" h="155">
                <a:moveTo>
                  <a:pt x="0" y="155"/>
                </a:moveTo>
                <a:lnTo>
                  <a:pt x="43" y="0"/>
                </a:lnTo>
                <a:lnTo>
                  <a:pt x="82" y="0"/>
                </a:lnTo>
                <a:lnTo>
                  <a:pt x="95" y="3"/>
                </a:lnTo>
                <a:lnTo>
                  <a:pt x="103" y="13"/>
                </a:lnTo>
                <a:lnTo>
                  <a:pt x="103" y="26"/>
                </a:lnTo>
                <a:lnTo>
                  <a:pt x="89" y="76"/>
                </a:lnTo>
                <a:lnTo>
                  <a:pt x="82" y="90"/>
                </a:lnTo>
                <a:lnTo>
                  <a:pt x="73" y="99"/>
                </a:lnTo>
                <a:lnTo>
                  <a:pt x="59" y="103"/>
                </a:lnTo>
                <a:lnTo>
                  <a:pt x="16" y="10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4" name=""/>
          <p:cNvSpPr/>
          <p:nvPr/>
        </p:nvSpPr>
        <p:spPr>
          <a:xfrm rot="0">
            <a:off x="5575300" y="2836862"/>
            <a:ext cx="63500" cy="82550"/>
          </a:xfrm>
          <a:custGeom>
            <a:avLst/>
            <a:ahLst/>
            <a:rect l="0" t="0" r="r" b="b"/>
            <a:pathLst>
              <a:path w="118" h="156">
                <a:moveTo>
                  <a:pt x="0" y="156"/>
                </a:moveTo>
                <a:lnTo>
                  <a:pt x="39" y="0"/>
                </a:lnTo>
                <a:lnTo>
                  <a:pt x="88" y="0"/>
                </a:lnTo>
                <a:lnTo>
                  <a:pt x="105" y="5"/>
                </a:lnTo>
                <a:lnTo>
                  <a:pt x="114" y="18"/>
                </a:lnTo>
                <a:lnTo>
                  <a:pt x="118" y="35"/>
                </a:lnTo>
                <a:lnTo>
                  <a:pt x="118" y="43"/>
                </a:lnTo>
                <a:lnTo>
                  <a:pt x="114" y="56"/>
                </a:lnTo>
                <a:lnTo>
                  <a:pt x="105" y="69"/>
                </a:lnTo>
                <a:lnTo>
                  <a:pt x="92" y="78"/>
                </a:lnTo>
                <a:lnTo>
                  <a:pt x="69" y="87"/>
                </a:lnTo>
                <a:lnTo>
                  <a:pt x="22" y="8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5" name=""/>
          <p:cNvSpPr/>
          <p:nvPr/>
        </p:nvSpPr>
        <p:spPr>
          <a:xfrm rot="0">
            <a:off x="5611812" y="2886075"/>
            <a:ext cx="11112" cy="333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6" name=""/>
          <p:cNvSpPr/>
          <p:nvPr/>
        </p:nvSpPr>
        <p:spPr>
          <a:xfrm rot="0">
            <a:off x="7265987" y="1628775"/>
            <a:ext cx="55562" cy="82550"/>
          </a:xfrm>
          <a:custGeom>
            <a:avLst/>
            <a:ahLst/>
            <a:rect l="0" t="0" r="r" b="b"/>
            <a:pathLst>
              <a:path w="103" h="156">
                <a:moveTo>
                  <a:pt x="0" y="156"/>
                </a:moveTo>
                <a:lnTo>
                  <a:pt x="43" y="0"/>
                </a:lnTo>
                <a:lnTo>
                  <a:pt x="83" y="0"/>
                </a:lnTo>
                <a:lnTo>
                  <a:pt x="96" y="3"/>
                </a:lnTo>
                <a:lnTo>
                  <a:pt x="103" y="13"/>
                </a:lnTo>
                <a:lnTo>
                  <a:pt x="103" y="26"/>
                </a:lnTo>
                <a:lnTo>
                  <a:pt x="90" y="78"/>
                </a:lnTo>
                <a:lnTo>
                  <a:pt x="83" y="91"/>
                </a:lnTo>
                <a:lnTo>
                  <a:pt x="73" y="100"/>
                </a:lnTo>
                <a:lnTo>
                  <a:pt x="60" y="104"/>
                </a:lnTo>
                <a:lnTo>
                  <a:pt x="17" y="1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7" name=""/>
          <p:cNvSpPr/>
          <p:nvPr/>
        </p:nvSpPr>
        <p:spPr>
          <a:xfrm rot="0" flipV="1">
            <a:off x="7356475" y="1600200"/>
            <a:ext cx="9525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8" name=""/>
          <p:cNvSpPr/>
          <p:nvPr/>
        </p:nvSpPr>
        <p:spPr>
          <a:xfrm rot="0" flipH="1">
            <a:off x="7378700" y="1600200"/>
            <a:ext cx="9525" cy="190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69" name=""/>
          <p:cNvSpPr/>
          <p:nvPr/>
        </p:nvSpPr>
        <p:spPr>
          <a:xfrm rot="0">
            <a:off x="5307012" y="1631950"/>
            <a:ext cx="61912" cy="82550"/>
          </a:xfrm>
          <a:custGeom>
            <a:avLst/>
            <a:ahLst/>
            <a:rect l="0" t="0" r="r" b="b"/>
            <a:pathLst>
              <a:path w="117" h="156">
                <a:moveTo>
                  <a:pt x="0" y="156"/>
                </a:moveTo>
                <a:lnTo>
                  <a:pt x="39" y="0"/>
                </a:lnTo>
                <a:lnTo>
                  <a:pt x="87" y="0"/>
                </a:lnTo>
                <a:lnTo>
                  <a:pt x="104" y="5"/>
                </a:lnTo>
                <a:lnTo>
                  <a:pt x="113" y="18"/>
                </a:lnTo>
                <a:lnTo>
                  <a:pt x="117" y="35"/>
                </a:lnTo>
                <a:lnTo>
                  <a:pt x="117" y="44"/>
                </a:lnTo>
                <a:lnTo>
                  <a:pt x="113" y="57"/>
                </a:lnTo>
                <a:lnTo>
                  <a:pt x="104" y="70"/>
                </a:lnTo>
                <a:lnTo>
                  <a:pt x="91" y="78"/>
                </a:lnTo>
                <a:lnTo>
                  <a:pt x="69" y="87"/>
                </a:lnTo>
                <a:lnTo>
                  <a:pt x="22" y="8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70" name=""/>
          <p:cNvSpPr/>
          <p:nvPr/>
        </p:nvSpPr>
        <p:spPr>
          <a:xfrm rot="0">
            <a:off x="5343525" y="1679575"/>
            <a:ext cx="9525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71" name=""/>
          <p:cNvSpPr/>
          <p:nvPr/>
        </p:nvSpPr>
        <p:spPr>
          <a:xfrm rot="0" flipV="1">
            <a:off x="5395912" y="1631950"/>
            <a:ext cx="9525" cy="17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59272" name=""/>
          <p:cNvSpPr/>
          <p:nvPr/>
        </p:nvSpPr>
        <p:spPr>
          <a:xfrm rot="0">
            <a:off x="5221287" y="1751012"/>
            <a:ext cx="2000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73" name=""/>
          <p:cNvSpPr/>
          <p:nvPr/>
        </p:nvSpPr>
        <p:spPr>
          <a:xfrm rot="0">
            <a:off x="5421312" y="1751012"/>
            <a:ext cx="127000" cy="150812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74" name=""/>
          <p:cNvSpPr/>
          <p:nvPr/>
        </p:nvSpPr>
        <p:spPr>
          <a:xfrm rot="0" flipV="1">
            <a:off x="1289050" y="5732462"/>
            <a:ext cx="307975" cy="666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75" name=""/>
          <p:cNvSpPr/>
          <p:nvPr/>
        </p:nvSpPr>
        <p:spPr>
          <a:xfrm rot="0">
            <a:off x="1089025" y="5799137"/>
            <a:ext cx="2000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76" name=""/>
          <p:cNvSpPr/>
          <p:nvPr/>
        </p:nvSpPr>
        <p:spPr>
          <a:xfrm rot="0">
            <a:off x="2895600" y="1751012"/>
            <a:ext cx="127000" cy="1682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59277" name=""/>
          <p:cNvSpPr/>
          <p:nvPr/>
        </p:nvSpPr>
        <p:spPr>
          <a:xfrm rot="0">
            <a:off x="2695575" y="1751012"/>
            <a:ext cx="2000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18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185" name=""/>
          <p:cNvGrpSpPr/>
          <p:nvPr/>
        </p:nvGrpSpPr>
        <p:grpSpPr>
          <a:xfrm rot="0">
            <a:off x="1085850" y="936625"/>
            <a:ext cx="7485062" cy="5667375"/>
            <a:chOff x="684" y="590"/>
            <a:chExt cx="4715" cy="3570"/>
          </a:xfrm>
        </p:grpSpPr>
        <p:sp>
          <p:nvSpPr>
            <p:cNvPr id="1059278" name=""/>
            <p:cNvSpPr/>
            <p:nvPr/>
          </p:nvSpPr>
          <p:spPr>
            <a:xfrm rot="0">
              <a:off x="3761" y="1630"/>
              <a:ext cx="33" cy="57"/>
            </a:xfrm>
            <a:custGeom>
              <a:avLst/>
              <a:ahLst/>
              <a:rect l="0" t="0" r="r" b="b"/>
              <a:pathLst>
                <a:path w="67" h="113">
                  <a:moveTo>
                    <a:pt x="32" y="0"/>
                  </a:moveTo>
                  <a:lnTo>
                    <a:pt x="0" y="113"/>
                  </a:lnTo>
                  <a:lnTo>
                    <a:pt x="29" y="113"/>
                  </a:lnTo>
                  <a:lnTo>
                    <a:pt x="42" y="110"/>
                  </a:lnTo>
                  <a:lnTo>
                    <a:pt x="51" y="104"/>
                  </a:lnTo>
                  <a:lnTo>
                    <a:pt x="57" y="95"/>
                  </a:lnTo>
                  <a:lnTo>
                    <a:pt x="67" y="60"/>
                  </a:lnTo>
                  <a:lnTo>
                    <a:pt x="67" y="50"/>
                  </a:lnTo>
                  <a:lnTo>
                    <a:pt x="63" y="41"/>
                  </a:lnTo>
                  <a:lnTo>
                    <a:pt x="54" y="38"/>
                  </a:lnTo>
                  <a:lnTo>
                    <a:pt x="23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79" name=""/>
            <p:cNvSpPr/>
            <p:nvPr/>
          </p:nvSpPr>
          <p:spPr>
            <a:xfrm rot="0">
              <a:off x="3717" y="1689"/>
              <a:ext cx="25" cy="25"/>
            </a:xfrm>
            <a:custGeom>
              <a:avLst/>
              <a:ahLst/>
              <a:rect l="0" t="0" r="r" b="b"/>
              <a:pathLst>
                <a:path w="50" h="52">
                  <a:moveTo>
                    <a:pt x="50" y="26"/>
                  </a:moveTo>
                  <a:lnTo>
                    <a:pt x="49" y="20"/>
                  </a:lnTo>
                  <a:lnTo>
                    <a:pt x="47" y="14"/>
                  </a:lnTo>
                  <a:lnTo>
                    <a:pt x="43" y="9"/>
                  </a:lnTo>
                  <a:lnTo>
                    <a:pt x="38" y="5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5"/>
                  </a:lnTo>
                  <a:lnTo>
                    <a:pt x="7" y="9"/>
                  </a:lnTo>
                  <a:lnTo>
                    <a:pt x="3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3" y="39"/>
                  </a:lnTo>
                  <a:lnTo>
                    <a:pt x="7" y="44"/>
                  </a:lnTo>
                  <a:lnTo>
                    <a:pt x="12" y="49"/>
                  </a:lnTo>
                  <a:lnTo>
                    <a:pt x="18" y="51"/>
                  </a:lnTo>
                  <a:lnTo>
                    <a:pt x="25" y="52"/>
                  </a:lnTo>
                  <a:lnTo>
                    <a:pt x="32" y="51"/>
                  </a:lnTo>
                  <a:lnTo>
                    <a:pt x="38" y="49"/>
                  </a:lnTo>
                  <a:lnTo>
                    <a:pt x="43" y="44"/>
                  </a:lnTo>
                  <a:lnTo>
                    <a:pt x="47" y="39"/>
                  </a:lnTo>
                  <a:lnTo>
                    <a:pt x="49" y="33"/>
                  </a:lnTo>
                  <a:lnTo>
                    <a:pt x="50" y="2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0" name=""/>
            <p:cNvSpPr/>
            <p:nvPr/>
          </p:nvSpPr>
          <p:spPr>
            <a:xfrm rot="0">
              <a:off x="1142" y="1208"/>
              <a:ext cx="910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1" name=""/>
            <p:cNvSpPr/>
            <p:nvPr/>
          </p:nvSpPr>
          <p:spPr>
            <a:xfrm rot="0">
              <a:off x="1142" y="1208"/>
              <a:ext cx="1" cy="60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2" name=""/>
            <p:cNvSpPr/>
            <p:nvPr/>
          </p:nvSpPr>
          <p:spPr>
            <a:xfrm rot="0">
              <a:off x="1339" y="1697"/>
              <a:ext cx="597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3" name=""/>
            <p:cNvSpPr/>
            <p:nvPr/>
          </p:nvSpPr>
          <p:spPr>
            <a:xfrm rot="0" flipV="1">
              <a:off x="1936" y="1351"/>
              <a:ext cx="1" cy="34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4" name=""/>
            <p:cNvSpPr/>
            <p:nvPr/>
          </p:nvSpPr>
          <p:spPr>
            <a:xfrm rot="0">
              <a:off x="1670" y="1431"/>
              <a:ext cx="623" cy="624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5" name=""/>
            <p:cNvSpPr/>
            <p:nvPr/>
          </p:nvSpPr>
          <p:spPr>
            <a:xfrm rot="0">
              <a:off x="2052" y="1208"/>
              <a:ext cx="1" cy="60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6" name=""/>
            <p:cNvSpPr/>
            <p:nvPr/>
          </p:nvSpPr>
          <p:spPr>
            <a:xfrm rot="0" flipH="1">
              <a:off x="1142" y="1814"/>
              <a:ext cx="910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7" name=""/>
            <p:cNvSpPr/>
            <p:nvPr/>
          </p:nvSpPr>
          <p:spPr>
            <a:xfrm rot="0" flipH="1">
              <a:off x="1339" y="903"/>
              <a:ext cx="492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8" name=""/>
            <p:cNvSpPr/>
            <p:nvPr/>
          </p:nvSpPr>
          <p:spPr>
            <a:xfrm rot="0">
              <a:off x="1831" y="903"/>
              <a:ext cx="1" cy="690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89" name=""/>
            <p:cNvSpPr/>
            <p:nvPr/>
          </p:nvSpPr>
          <p:spPr>
            <a:xfrm rot="0" flipH="1">
              <a:off x="1339" y="1593"/>
              <a:ext cx="492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0" name=""/>
            <p:cNvSpPr/>
            <p:nvPr/>
          </p:nvSpPr>
          <p:spPr>
            <a:xfrm rot="0">
              <a:off x="815" y="1512"/>
              <a:ext cx="93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1" name=""/>
            <p:cNvSpPr/>
            <p:nvPr/>
          </p:nvSpPr>
          <p:spPr>
            <a:xfrm rot="0" flipV="1">
              <a:off x="1751" y="798"/>
              <a:ext cx="1" cy="714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2" name=""/>
            <p:cNvSpPr/>
            <p:nvPr/>
          </p:nvSpPr>
          <p:spPr>
            <a:xfrm rot="0" flipV="1">
              <a:off x="815" y="798"/>
              <a:ext cx="1" cy="714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3" name=""/>
            <p:cNvSpPr/>
            <p:nvPr/>
          </p:nvSpPr>
          <p:spPr>
            <a:xfrm rot="0">
              <a:off x="815" y="798"/>
              <a:ext cx="93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4" name=""/>
            <p:cNvSpPr/>
            <p:nvPr/>
          </p:nvSpPr>
          <p:spPr>
            <a:xfrm rot="0">
              <a:off x="684" y="736"/>
              <a:ext cx="18" cy="67"/>
            </a:xfrm>
            <a:custGeom>
              <a:avLst/>
              <a:ahLst/>
              <a:rect l="0" t="0" r="r" b="b"/>
              <a:pathLst>
                <a:path w="35" h="134">
                  <a:moveTo>
                    <a:pt x="4" y="134"/>
                  </a:moveTo>
                  <a:lnTo>
                    <a:pt x="0" y="120"/>
                  </a:lnTo>
                  <a:lnTo>
                    <a:pt x="0" y="105"/>
                  </a:lnTo>
                  <a:lnTo>
                    <a:pt x="4" y="76"/>
                  </a:lnTo>
                  <a:lnTo>
                    <a:pt x="13" y="44"/>
                  </a:lnTo>
                  <a:lnTo>
                    <a:pt x="26" y="16"/>
                  </a:lnTo>
                  <a:lnTo>
                    <a:pt x="35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5" name=""/>
            <p:cNvSpPr/>
            <p:nvPr/>
          </p:nvSpPr>
          <p:spPr>
            <a:xfrm rot="0">
              <a:off x="714" y="758"/>
              <a:ext cx="29" cy="38"/>
            </a:xfrm>
            <a:custGeom>
              <a:avLst/>
              <a:ahLst/>
              <a:rect l="0" t="0" r="r" b="b"/>
              <a:pathLst>
                <a:path w="56" h="76">
                  <a:moveTo>
                    <a:pt x="50" y="76"/>
                  </a:moveTo>
                  <a:lnTo>
                    <a:pt x="41" y="61"/>
                  </a:lnTo>
                  <a:lnTo>
                    <a:pt x="56" y="0"/>
                  </a:lnTo>
                  <a:lnTo>
                    <a:pt x="32" y="0"/>
                  </a:lnTo>
                  <a:lnTo>
                    <a:pt x="18" y="4"/>
                  </a:lnTo>
                  <a:lnTo>
                    <a:pt x="12" y="11"/>
                  </a:lnTo>
                  <a:lnTo>
                    <a:pt x="9" y="17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18" y="76"/>
                  </a:lnTo>
                  <a:lnTo>
                    <a:pt x="29" y="73"/>
                  </a:lnTo>
                  <a:lnTo>
                    <a:pt x="35" y="70"/>
                  </a:lnTo>
                  <a:lnTo>
                    <a:pt x="41" y="61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6" name=""/>
            <p:cNvSpPr/>
            <p:nvPr/>
          </p:nvSpPr>
          <p:spPr>
            <a:xfrm rot="0" flipV="1">
              <a:off x="768" y="739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7" name=""/>
            <p:cNvSpPr/>
            <p:nvPr/>
          </p:nvSpPr>
          <p:spPr>
            <a:xfrm rot="0">
              <a:off x="779" y="736"/>
              <a:ext cx="20" cy="67"/>
            </a:xfrm>
            <a:custGeom>
              <a:avLst/>
              <a:ahLst/>
              <a:rect l="0" t="0" r="r" b="b"/>
              <a:pathLst>
                <a:path w="41" h="134">
                  <a:moveTo>
                    <a:pt x="0" y="134"/>
                  </a:moveTo>
                  <a:lnTo>
                    <a:pt x="10" y="120"/>
                  </a:lnTo>
                  <a:lnTo>
                    <a:pt x="25" y="90"/>
                  </a:lnTo>
                  <a:lnTo>
                    <a:pt x="35" y="61"/>
                  </a:lnTo>
                  <a:lnTo>
                    <a:pt x="41" y="29"/>
                  </a:lnTo>
                  <a:lnTo>
                    <a:pt x="41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8" name=""/>
            <p:cNvSpPr/>
            <p:nvPr/>
          </p:nvSpPr>
          <p:spPr>
            <a:xfrm rot="0">
              <a:off x="1397" y="812"/>
              <a:ext cx="33" cy="57"/>
            </a:xfrm>
            <a:custGeom>
              <a:avLst/>
              <a:ahLst/>
              <a:rect l="0" t="0" r="r" b="b"/>
              <a:pathLst>
                <a:path w="67" h="114">
                  <a:moveTo>
                    <a:pt x="32" y="0"/>
                  </a:moveTo>
                  <a:lnTo>
                    <a:pt x="0" y="114"/>
                  </a:lnTo>
                  <a:lnTo>
                    <a:pt x="29" y="114"/>
                  </a:lnTo>
                  <a:lnTo>
                    <a:pt x="42" y="111"/>
                  </a:lnTo>
                  <a:lnTo>
                    <a:pt x="51" y="104"/>
                  </a:lnTo>
                  <a:lnTo>
                    <a:pt x="57" y="95"/>
                  </a:lnTo>
                  <a:lnTo>
                    <a:pt x="67" y="60"/>
                  </a:lnTo>
                  <a:lnTo>
                    <a:pt x="67" y="50"/>
                  </a:lnTo>
                  <a:lnTo>
                    <a:pt x="63" y="41"/>
                  </a:lnTo>
                  <a:lnTo>
                    <a:pt x="54" y="38"/>
                  </a:lnTo>
                  <a:lnTo>
                    <a:pt x="23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299" name=""/>
            <p:cNvSpPr/>
            <p:nvPr/>
          </p:nvSpPr>
          <p:spPr>
            <a:xfrm rot="0" flipV="1">
              <a:off x="1454" y="812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0" name=""/>
            <p:cNvSpPr/>
            <p:nvPr/>
          </p:nvSpPr>
          <p:spPr>
            <a:xfrm rot="0">
              <a:off x="1103" y="1834"/>
              <a:ext cx="18" cy="67"/>
            </a:xfrm>
            <a:custGeom>
              <a:avLst/>
              <a:ahLst/>
              <a:rect l="0" t="0" r="r" b="b"/>
              <a:pathLst>
                <a:path w="34" h="133">
                  <a:moveTo>
                    <a:pt x="3" y="133"/>
                  </a:moveTo>
                  <a:lnTo>
                    <a:pt x="0" y="120"/>
                  </a:lnTo>
                  <a:lnTo>
                    <a:pt x="0" y="105"/>
                  </a:lnTo>
                  <a:lnTo>
                    <a:pt x="3" y="76"/>
                  </a:lnTo>
                  <a:lnTo>
                    <a:pt x="13" y="44"/>
                  </a:lnTo>
                  <a:lnTo>
                    <a:pt x="25" y="16"/>
                  </a:lnTo>
                  <a:lnTo>
                    <a:pt x="34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1" name=""/>
            <p:cNvSpPr/>
            <p:nvPr/>
          </p:nvSpPr>
          <p:spPr>
            <a:xfrm rot="0">
              <a:off x="1133" y="1856"/>
              <a:ext cx="28" cy="38"/>
            </a:xfrm>
            <a:custGeom>
              <a:avLst/>
              <a:ahLst/>
              <a:rect l="0" t="0" r="r" b="b"/>
              <a:pathLst>
                <a:path w="54" h="76">
                  <a:moveTo>
                    <a:pt x="54" y="0"/>
                  </a:moveTo>
                  <a:lnTo>
                    <a:pt x="35" y="0"/>
                  </a:lnTo>
                  <a:lnTo>
                    <a:pt x="26" y="3"/>
                  </a:lnTo>
                  <a:lnTo>
                    <a:pt x="15" y="9"/>
                  </a:lnTo>
                  <a:lnTo>
                    <a:pt x="9" y="20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3" y="70"/>
                  </a:lnTo>
                  <a:lnTo>
                    <a:pt x="9" y="76"/>
                  </a:lnTo>
                  <a:lnTo>
                    <a:pt x="32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2" name=""/>
            <p:cNvSpPr/>
            <p:nvPr/>
          </p:nvSpPr>
          <p:spPr>
            <a:xfrm rot="0">
              <a:off x="1167" y="1834"/>
              <a:ext cx="20" cy="67"/>
            </a:xfrm>
            <a:custGeom>
              <a:avLst/>
              <a:ahLst/>
              <a:rect l="0" t="0" r="r" b="b"/>
              <a:pathLst>
                <a:path w="40" h="133">
                  <a:moveTo>
                    <a:pt x="0" y="133"/>
                  </a:moveTo>
                  <a:lnTo>
                    <a:pt x="9" y="120"/>
                  </a:lnTo>
                  <a:lnTo>
                    <a:pt x="25" y="88"/>
                  </a:lnTo>
                  <a:lnTo>
                    <a:pt x="34" y="60"/>
                  </a:lnTo>
                  <a:lnTo>
                    <a:pt x="40" y="29"/>
                  </a:lnTo>
                  <a:lnTo>
                    <a:pt x="40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3" name=""/>
            <p:cNvSpPr/>
            <p:nvPr/>
          </p:nvSpPr>
          <p:spPr>
            <a:xfrm rot="0">
              <a:off x="1261" y="1580"/>
              <a:ext cx="34" cy="57"/>
            </a:xfrm>
            <a:custGeom>
              <a:avLst/>
              <a:ahLst/>
              <a:rect l="0" t="0" r="r" b="b"/>
              <a:pathLst>
                <a:path w="66" h="114">
                  <a:moveTo>
                    <a:pt x="32" y="0"/>
                  </a:moveTo>
                  <a:lnTo>
                    <a:pt x="0" y="114"/>
                  </a:lnTo>
                  <a:lnTo>
                    <a:pt x="28" y="114"/>
                  </a:lnTo>
                  <a:lnTo>
                    <a:pt x="41" y="111"/>
                  </a:lnTo>
                  <a:lnTo>
                    <a:pt x="50" y="105"/>
                  </a:lnTo>
                  <a:lnTo>
                    <a:pt x="56" y="96"/>
                  </a:lnTo>
                  <a:lnTo>
                    <a:pt x="66" y="61"/>
                  </a:lnTo>
                  <a:lnTo>
                    <a:pt x="66" y="51"/>
                  </a:lnTo>
                  <a:lnTo>
                    <a:pt x="62" y="41"/>
                  </a:lnTo>
                  <a:lnTo>
                    <a:pt x="53" y="38"/>
                  </a:lnTo>
                  <a:lnTo>
                    <a:pt x="21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4" name=""/>
            <p:cNvSpPr/>
            <p:nvPr/>
          </p:nvSpPr>
          <p:spPr>
            <a:xfrm rot="0">
              <a:off x="2113" y="1296"/>
              <a:ext cx="27" cy="38"/>
            </a:xfrm>
            <a:custGeom>
              <a:avLst/>
              <a:ahLst/>
              <a:rect l="0" t="0" r="r" b="b"/>
              <a:pathLst>
                <a:path w="54" h="76">
                  <a:moveTo>
                    <a:pt x="54" y="0"/>
                  </a:moveTo>
                  <a:lnTo>
                    <a:pt x="35" y="0"/>
                  </a:lnTo>
                  <a:lnTo>
                    <a:pt x="25" y="3"/>
                  </a:lnTo>
                  <a:lnTo>
                    <a:pt x="16" y="10"/>
                  </a:lnTo>
                  <a:lnTo>
                    <a:pt x="10" y="19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4" y="70"/>
                  </a:lnTo>
                  <a:lnTo>
                    <a:pt x="10" y="76"/>
                  </a:lnTo>
                  <a:lnTo>
                    <a:pt x="31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5" name=""/>
            <p:cNvSpPr/>
            <p:nvPr/>
          </p:nvSpPr>
          <p:spPr>
            <a:xfrm rot="0" flipV="1">
              <a:off x="2160" y="1277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6" name=""/>
            <p:cNvSpPr/>
            <p:nvPr/>
          </p:nvSpPr>
          <p:spPr>
            <a:xfrm rot="0" flipH="1">
              <a:off x="2176" y="1277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7" name=""/>
            <p:cNvSpPr/>
            <p:nvPr/>
          </p:nvSpPr>
          <p:spPr>
            <a:xfrm rot="0">
              <a:off x="1630" y="673"/>
              <a:ext cx="28" cy="38"/>
            </a:xfrm>
            <a:custGeom>
              <a:avLst/>
              <a:ahLst/>
              <a:rect l="0" t="0" r="r" b="b"/>
              <a:pathLst>
                <a:path w="57" h="75">
                  <a:moveTo>
                    <a:pt x="51" y="75"/>
                  </a:moveTo>
                  <a:lnTo>
                    <a:pt x="42" y="60"/>
                  </a:lnTo>
                  <a:lnTo>
                    <a:pt x="57" y="0"/>
                  </a:lnTo>
                  <a:lnTo>
                    <a:pt x="31" y="0"/>
                  </a:lnTo>
                  <a:lnTo>
                    <a:pt x="19" y="3"/>
                  </a:lnTo>
                  <a:lnTo>
                    <a:pt x="13" y="10"/>
                  </a:lnTo>
                  <a:lnTo>
                    <a:pt x="10" y="16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4" y="72"/>
                  </a:lnTo>
                  <a:lnTo>
                    <a:pt x="10" y="75"/>
                  </a:lnTo>
                  <a:lnTo>
                    <a:pt x="19" y="75"/>
                  </a:lnTo>
                  <a:lnTo>
                    <a:pt x="28" y="72"/>
                  </a:lnTo>
                  <a:lnTo>
                    <a:pt x="34" y="69"/>
                  </a:lnTo>
                  <a:lnTo>
                    <a:pt x="42" y="6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8" name=""/>
            <p:cNvSpPr/>
            <p:nvPr/>
          </p:nvSpPr>
          <p:spPr>
            <a:xfrm rot="0" flipV="1">
              <a:off x="1684" y="654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09" name=""/>
            <p:cNvSpPr/>
            <p:nvPr/>
          </p:nvSpPr>
          <p:spPr>
            <a:xfrm rot="0" flipH="1">
              <a:off x="1699" y="654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0" name=""/>
            <p:cNvSpPr/>
            <p:nvPr/>
          </p:nvSpPr>
          <p:spPr>
            <a:xfrm rot="0">
              <a:off x="800" y="785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50" y="18"/>
                  </a:lnTo>
                  <a:lnTo>
                    <a:pt x="48" y="12"/>
                  </a:lnTo>
                  <a:lnTo>
                    <a:pt x="44" y="7"/>
                  </a:lnTo>
                  <a:lnTo>
                    <a:pt x="39" y="3"/>
                  </a:lnTo>
                  <a:lnTo>
                    <a:pt x="33" y="1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4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5" y="50"/>
                  </a:lnTo>
                  <a:lnTo>
                    <a:pt x="33" y="49"/>
                  </a:lnTo>
                  <a:lnTo>
                    <a:pt x="39" y="47"/>
                  </a:lnTo>
                  <a:lnTo>
                    <a:pt x="44" y="43"/>
                  </a:lnTo>
                  <a:lnTo>
                    <a:pt x="48" y="38"/>
                  </a:lnTo>
                  <a:lnTo>
                    <a:pt x="50" y="31"/>
                  </a:lnTo>
                  <a:lnTo>
                    <a:pt x="51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1" name=""/>
            <p:cNvSpPr/>
            <p:nvPr/>
          </p:nvSpPr>
          <p:spPr>
            <a:xfrm rot="0">
              <a:off x="1326" y="891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4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7" y="43"/>
                  </a:lnTo>
                  <a:lnTo>
                    <a:pt x="13" y="47"/>
                  </a:lnTo>
                  <a:lnTo>
                    <a:pt x="18" y="49"/>
                  </a:lnTo>
                  <a:lnTo>
                    <a:pt x="25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7"/>
                  </a:lnTo>
                  <a:lnTo>
                    <a:pt x="50" y="31"/>
                  </a:lnTo>
                  <a:lnTo>
                    <a:pt x="51" y="24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2" name=""/>
            <p:cNvSpPr/>
            <p:nvPr/>
          </p:nvSpPr>
          <p:spPr>
            <a:xfrm rot="0">
              <a:off x="1738" y="785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4" y="7"/>
                  </a:lnTo>
                  <a:lnTo>
                    <a:pt x="37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4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5" y="50"/>
                  </a:lnTo>
                  <a:lnTo>
                    <a:pt x="31" y="49"/>
                  </a:lnTo>
                  <a:lnTo>
                    <a:pt x="37" y="47"/>
                  </a:lnTo>
                  <a:lnTo>
                    <a:pt x="44" y="43"/>
                  </a:lnTo>
                  <a:lnTo>
                    <a:pt x="47" y="38"/>
                  </a:lnTo>
                  <a:lnTo>
                    <a:pt x="50" y="31"/>
                  </a:lnTo>
                  <a:lnTo>
                    <a:pt x="51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3" name=""/>
            <p:cNvSpPr/>
            <p:nvPr/>
          </p:nvSpPr>
          <p:spPr>
            <a:xfrm rot="0">
              <a:off x="2040" y="1195"/>
              <a:ext cx="25" cy="25"/>
            </a:xfrm>
            <a:custGeom>
              <a:avLst/>
              <a:ahLst/>
              <a:rect l="0" t="0" r="r" b="b"/>
              <a:pathLst>
                <a:path w="51" h="51">
                  <a:moveTo>
                    <a:pt x="51" y="25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50"/>
                  </a:lnTo>
                  <a:lnTo>
                    <a:pt x="26" y="51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1"/>
                  </a:lnTo>
                  <a:lnTo>
                    <a:pt x="51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4" name=""/>
            <p:cNvSpPr/>
            <p:nvPr/>
          </p:nvSpPr>
          <p:spPr>
            <a:xfrm rot="0">
              <a:off x="1326" y="1580"/>
              <a:ext cx="25" cy="25"/>
            </a:xfrm>
            <a:custGeom>
              <a:avLst/>
              <a:ahLst/>
              <a:rect l="0" t="0" r="r" b="b"/>
              <a:pathLst>
                <a:path w="51" h="52">
                  <a:moveTo>
                    <a:pt x="51" y="26"/>
                  </a:moveTo>
                  <a:lnTo>
                    <a:pt x="50" y="20"/>
                  </a:lnTo>
                  <a:lnTo>
                    <a:pt x="47" y="14"/>
                  </a:lnTo>
                  <a:lnTo>
                    <a:pt x="43" y="9"/>
                  </a:lnTo>
                  <a:lnTo>
                    <a:pt x="38" y="5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3" y="5"/>
                  </a:lnTo>
                  <a:lnTo>
                    <a:pt x="7" y="9"/>
                  </a:lnTo>
                  <a:lnTo>
                    <a:pt x="3" y="14"/>
                  </a:lnTo>
                  <a:lnTo>
                    <a:pt x="1" y="20"/>
                  </a:lnTo>
                  <a:lnTo>
                    <a:pt x="0" y="26"/>
                  </a:lnTo>
                  <a:lnTo>
                    <a:pt x="1" y="33"/>
                  </a:lnTo>
                  <a:lnTo>
                    <a:pt x="3" y="39"/>
                  </a:lnTo>
                  <a:lnTo>
                    <a:pt x="7" y="44"/>
                  </a:lnTo>
                  <a:lnTo>
                    <a:pt x="13" y="49"/>
                  </a:lnTo>
                  <a:lnTo>
                    <a:pt x="18" y="51"/>
                  </a:lnTo>
                  <a:lnTo>
                    <a:pt x="25" y="52"/>
                  </a:lnTo>
                  <a:lnTo>
                    <a:pt x="32" y="51"/>
                  </a:lnTo>
                  <a:lnTo>
                    <a:pt x="38" y="49"/>
                  </a:lnTo>
                  <a:lnTo>
                    <a:pt x="43" y="44"/>
                  </a:lnTo>
                  <a:lnTo>
                    <a:pt x="47" y="39"/>
                  </a:lnTo>
                  <a:lnTo>
                    <a:pt x="50" y="33"/>
                  </a:lnTo>
                  <a:lnTo>
                    <a:pt x="51" y="2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5" name=""/>
            <p:cNvSpPr/>
            <p:nvPr/>
          </p:nvSpPr>
          <p:spPr>
            <a:xfrm rot="0">
              <a:off x="1130" y="1801"/>
              <a:ext cx="25" cy="26"/>
            </a:xfrm>
            <a:custGeom>
              <a:avLst/>
              <a:ahLst/>
              <a:rect l="0" t="0" r="r" b="b"/>
              <a:pathLst>
                <a:path w="50" h="51">
                  <a:moveTo>
                    <a:pt x="50" y="25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4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50"/>
                  </a:lnTo>
                  <a:lnTo>
                    <a:pt x="24" y="51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1"/>
                  </a:lnTo>
                  <a:lnTo>
                    <a:pt x="50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6" name=""/>
            <p:cNvSpPr/>
            <p:nvPr/>
          </p:nvSpPr>
          <p:spPr>
            <a:xfrm rot="0">
              <a:off x="3480" y="688"/>
              <a:ext cx="1" cy="1148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7" name=""/>
            <p:cNvSpPr/>
            <p:nvPr/>
          </p:nvSpPr>
          <p:spPr>
            <a:xfrm rot="0">
              <a:off x="3492" y="688"/>
              <a:ext cx="1449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8" name=""/>
            <p:cNvSpPr/>
            <p:nvPr/>
          </p:nvSpPr>
          <p:spPr>
            <a:xfrm rot="0">
              <a:off x="4343" y="1836"/>
              <a:ext cx="598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19" name=""/>
            <p:cNvSpPr/>
            <p:nvPr/>
          </p:nvSpPr>
          <p:spPr>
            <a:xfrm rot="0" flipV="1">
              <a:off x="4941" y="1422"/>
              <a:ext cx="1" cy="414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0" name=""/>
            <p:cNvSpPr/>
            <p:nvPr/>
          </p:nvSpPr>
          <p:spPr>
            <a:xfrm rot="0">
              <a:off x="4808" y="1702"/>
              <a:ext cx="491" cy="49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1" name=""/>
            <p:cNvSpPr/>
            <p:nvPr/>
          </p:nvSpPr>
          <p:spPr>
            <a:xfrm rot="0">
              <a:off x="3729" y="1702"/>
              <a:ext cx="1079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2" name=""/>
            <p:cNvSpPr/>
            <p:nvPr/>
          </p:nvSpPr>
          <p:spPr>
            <a:xfrm rot="0" flipV="1">
              <a:off x="4808" y="716"/>
              <a:ext cx="1" cy="98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3" name=""/>
            <p:cNvSpPr/>
            <p:nvPr/>
          </p:nvSpPr>
          <p:spPr>
            <a:xfrm rot="0" flipH="1">
              <a:off x="3729" y="716"/>
              <a:ext cx="1079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4" name=""/>
            <p:cNvSpPr/>
            <p:nvPr/>
          </p:nvSpPr>
          <p:spPr>
            <a:xfrm rot="0" flipV="1">
              <a:off x="3729" y="716"/>
              <a:ext cx="1" cy="98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5" name=""/>
            <p:cNvSpPr/>
            <p:nvPr/>
          </p:nvSpPr>
          <p:spPr>
            <a:xfrm rot="0">
              <a:off x="5095" y="1161"/>
              <a:ext cx="1" cy="828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6" name=""/>
            <p:cNvSpPr/>
            <p:nvPr/>
          </p:nvSpPr>
          <p:spPr>
            <a:xfrm rot="0" flipH="1">
              <a:off x="3249" y="1989"/>
              <a:ext cx="184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7" name=""/>
            <p:cNvSpPr/>
            <p:nvPr/>
          </p:nvSpPr>
          <p:spPr>
            <a:xfrm rot="0" flipH="1">
              <a:off x="3249" y="1161"/>
              <a:ext cx="184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8" name=""/>
            <p:cNvSpPr/>
            <p:nvPr/>
          </p:nvSpPr>
          <p:spPr>
            <a:xfrm rot="0" flipV="1">
              <a:off x="3896" y="1017"/>
              <a:ext cx="1" cy="1147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29" name=""/>
            <p:cNvSpPr/>
            <p:nvPr/>
          </p:nvSpPr>
          <p:spPr>
            <a:xfrm rot="0">
              <a:off x="3237" y="1976"/>
              <a:ext cx="25" cy="26"/>
            </a:xfrm>
            <a:custGeom>
              <a:avLst/>
              <a:ahLst/>
              <a:rect l="0" t="0" r="r" b="b"/>
              <a:pathLst>
                <a:path w="50" h="51">
                  <a:moveTo>
                    <a:pt x="50" y="25"/>
                  </a:moveTo>
                  <a:lnTo>
                    <a:pt x="50" y="19"/>
                  </a:lnTo>
                  <a:lnTo>
                    <a:pt x="47" y="13"/>
                  </a:lnTo>
                  <a:lnTo>
                    <a:pt x="43" y="7"/>
                  </a:lnTo>
                  <a:lnTo>
                    <a:pt x="38" y="4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2" y="4"/>
                  </a:lnTo>
                  <a:lnTo>
                    <a:pt x="7" y="7"/>
                  </a:lnTo>
                  <a:lnTo>
                    <a:pt x="3" y="13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9" y="50"/>
                  </a:lnTo>
                  <a:lnTo>
                    <a:pt x="26" y="51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1"/>
                  </a:lnTo>
                  <a:lnTo>
                    <a:pt x="50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0" name=""/>
            <p:cNvSpPr/>
            <p:nvPr/>
          </p:nvSpPr>
          <p:spPr>
            <a:xfrm rot="0">
              <a:off x="4796" y="703"/>
              <a:ext cx="25" cy="26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5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3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0" y="32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5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2"/>
                  </a:lnTo>
                  <a:lnTo>
                    <a:pt x="50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1" name=""/>
            <p:cNvSpPr/>
            <p:nvPr/>
          </p:nvSpPr>
          <p:spPr>
            <a:xfrm rot="0">
              <a:off x="4929" y="675"/>
              <a:ext cx="25" cy="25"/>
            </a:xfrm>
            <a:custGeom>
              <a:avLst/>
              <a:ahLst/>
              <a:rect l="0" t="0" r="r" b="b"/>
              <a:pathLst>
                <a:path w="51" h="51">
                  <a:moveTo>
                    <a:pt x="51" y="25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50"/>
                  </a:lnTo>
                  <a:lnTo>
                    <a:pt x="25" y="51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7"/>
                  </a:lnTo>
                  <a:lnTo>
                    <a:pt x="50" y="31"/>
                  </a:lnTo>
                  <a:lnTo>
                    <a:pt x="51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2" name=""/>
            <p:cNvSpPr/>
            <p:nvPr/>
          </p:nvSpPr>
          <p:spPr>
            <a:xfrm rot="0">
              <a:off x="3237" y="1149"/>
              <a:ext cx="25" cy="25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4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9" y="49"/>
                  </a:lnTo>
                  <a:lnTo>
                    <a:pt x="26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7"/>
                  </a:lnTo>
                  <a:lnTo>
                    <a:pt x="50" y="31"/>
                  </a:lnTo>
                  <a:lnTo>
                    <a:pt x="50" y="24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3" name=""/>
            <p:cNvSpPr/>
            <p:nvPr/>
          </p:nvSpPr>
          <p:spPr>
            <a:xfrm rot="0">
              <a:off x="3883" y="1004"/>
              <a:ext cx="25" cy="25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5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7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49"/>
                  </a:lnTo>
                  <a:lnTo>
                    <a:pt x="25" y="50"/>
                  </a:lnTo>
                  <a:lnTo>
                    <a:pt x="31" y="49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2"/>
                  </a:lnTo>
                  <a:lnTo>
                    <a:pt x="50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4" name=""/>
            <p:cNvSpPr/>
            <p:nvPr/>
          </p:nvSpPr>
          <p:spPr>
            <a:xfrm rot="0">
              <a:off x="3717" y="703"/>
              <a:ext cx="25" cy="26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5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0" y="32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49"/>
                  </a:lnTo>
                  <a:lnTo>
                    <a:pt x="25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2"/>
                  </a:lnTo>
                  <a:lnTo>
                    <a:pt x="50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5" name=""/>
            <p:cNvSpPr/>
            <p:nvPr/>
          </p:nvSpPr>
          <p:spPr>
            <a:xfrm rot="0">
              <a:off x="3467" y="1823"/>
              <a:ext cx="25" cy="25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5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7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50"/>
                  </a:lnTo>
                  <a:lnTo>
                    <a:pt x="25" y="50"/>
                  </a:lnTo>
                  <a:lnTo>
                    <a:pt x="31" y="50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1"/>
                  </a:lnTo>
                  <a:lnTo>
                    <a:pt x="50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6" name=""/>
            <p:cNvSpPr/>
            <p:nvPr/>
          </p:nvSpPr>
          <p:spPr>
            <a:xfrm rot="0">
              <a:off x="5258" y="1004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51" y="18"/>
                  </a:lnTo>
                  <a:lnTo>
                    <a:pt x="48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6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8" y="38"/>
                  </a:lnTo>
                  <a:lnTo>
                    <a:pt x="51" y="32"/>
                  </a:lnTo>
                  <a:lnTo>
                    <a:pt x="51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7" name=""/>
            <p:cNvSpPr/>
            <p:nvPr/>
          </p:nvSpPr>
          <p:spPr>
            <a:xfrm rot="0">
              <a:off x="4267" y="2164"/>
              <a:ext cx="1004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8" name=""/>
            <p:cNvSpPr/>
            <p:nvPr/>
          </p:nvSpPr>
          <p:spPr>
            <a:xfrm rot="0" flipV="1">
              <a:off x="5271" y="1029"/>
              <a:ext cx="1" cy="1135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39" name=""/>
            <p:cNvSpPr/>
            <p:nvPr/>
          </p:nvSpPr>
          <p:spPr>
            <a:xfrm rot="0">
              <a:off x="3108" y="1137"/>
              <a:ext cx="38" cy="57"/>
            </a:xfrm>
            <a:custGeom>
              <a:avLst/>
              <a:ahLst/>
              <a:rect l="0" t="0" r="r" b="b"/>
              <a:pathLst>
                <a:path w="76" h="114">
                  <a:moveTo>
                    <a:pt x="76" y="0"/>
                  </a:moveTo>
                  <a:lnTo>
                    <a:pt x="47" y="114"/>
                  </a:lnTo>
                  <a:lnTo>
                    <a:pt x="16" y="114"/>
                  </a:lnTo>
                  <a:lnTo>
                    <a:pt x="6" y="111"/>
                  </a:lnTo>
                  <a:lnTo>
                    <a:pt x="3" y="107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9" y="57"/>
                  </a:lnTo>
                  <a:lnTo>
                    <a:pt x="16" y="47"/>
                  </a:lnTo>
                  <a:lnTo>
                    <a:pt x="22" y="41"/>
                  </a:lnTo>
                  <a:lnTo>
                    <a:pt x="31" y="38"/>
                  </a:lnTo>
                  <a:lnTo>
                    <a:pt x="66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0" name=""/>
            <p:cNvSpPr/>
            <p:nvPr/>
          </p:nvSpPr>
          <p:spPr>
            <a:xfrm rot="0" flipV="1">
              <a:off x="3162" y="1137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1" name=""/>
            <p:cNvSpPr/>
            <p:nvPr/>
          </p:nvSpPr>
          <p:spPr>
            <a:xfrm rot="0">
              <a:off x="3155" y="1965"/>
              <a:ext cx="38" cy="56"/>
            </a:xfrm>
            <a:custGeom>
              <a:avLst/>
              <a:ahLst/>
              <a:rect l="0" t="0" r="r" b="b"/>
              <a:pathLst>
                <a:path w="76" h="114">
                  <a:moveTo>
                    <a:pt x="76" y="0"/>
                  </a:moveTo>
                  <a:lnTo>
                    <a:pt x="47" y="114"/>
                  </a:lnTo>
                  <a:lnTo>
                    <a:pt x="17" y="114"/>
                  </a:lnTo>
                  <a:lnTo>
                    <a:pt x="6" y="111"/>
                  </a:lnTo>
                  <a:lnTo>
                    <a:pt x="3" y="108"/>
                  </a:lnTo>
                  <a:lnTo>
                    <a:pt x="0" y="102"/>
                  </a:lnTo>
                  <a:lnTo>
                    <a:pt x="0" y="95"/>
                  </a:lnTo>
                  <a:lnTo>
                    <a:pt x="10" y="58"/>
                  </a:lnTo>
                  <a:lnTo>
                    <a:pt x="17" y="47"/>
                  </a:lnTo>
                  <a:lnTo>
                    <a:pt x="23" y="41"/>
                  </a:lnTo>
                  <a:lnTo>
                    <a:pt x="32" y="38"/>
                  </a:lnTo>
                  <a:lnTo>
                    <a:pt x="67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2" name=""/>
            <p:cNvSpPr/>
            <p:nvPr/>
          </p:nvSpPr>
          <p:spPr>
            <a:xfrm rot="0">
              <a:off x="3614" y="785"/>
              <a:ext cx="18" cy="66"/>
            </a:xfrm>
            <a:custGeom>
              <a:avLst/>
              <a:ahLst/>
              <a:rect l="0" t="0" r="r" b="b"/>
              <a:pathLst>
                <a:path w="35" h="132">
                  <a:moveTo>
                    <a:pt x="3" y="132"/>
                  </a:moveTo>
                  <a:lnTo>
                    <a:pt x="0" y="119"/>
                  </a:lnTo>
                  <a:lnTo>
                    <a:pt x="0" y="104"/>
                  </a:lnTo>
                  <a:lnTo>
                    <a:pt x="3" y="75"/>
                  </a:lnTo>
                  <a:lnTo>
                    <a:pt x="13" y="44"/>
                  </a:lnTo>
                  <a:lnTo>
                    <a:pt x="26" y="15"/>
                  </a:lnTo>
                  <a:lnTo>
                    <a:pt x="35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3" name=""/>
            <p:cNvSpPr/>
            <p:nvPr/>
          </p:nvSpPr>
          <p:spPr>
            <a:xfrm rot="0">
              <a:off x="3641" y="788"/>
              <a:ext cx="33" cy="57"/>
            </a:xfrm>
            <a:custGeom>
              <a:avLst/>
              <a:ahLst/>
              <a:rect l="0" t="0" r="r" b="b"/>
              <a:pathLst>
                <a:path w="66" h="113">
                  <a:moveTo>
                    <a:pt x="31" y="0"/>
                  </a:moveTo>
                  <a:lnTo>
                    <a:pt x="0" y="113"/>
                  </a:lnTo>
                  <a:lnTo>
                    <a:pt x="28" y="113"/>
                  </a:lnTo>
                  <a:lnTo>
                    <a:pt x="42" y="110"/>
                  </a:lnTo>
                  <a:lnTo>
                    <a:pt x="51" y="104"/>
                  </a:lnTo>
                  <a:lnTo>
                    <a:pt x="57" y="94"/>
                  </a:lnTo>
                  <a:lnTo>
                    <a:pt x="66" y="59"/>
                  </a:lnTo>
                  <a:lnTo>
                    <a:pt x="66" y="50"/>
                  </a:lnTo>
                  <a:lnTo>
                    <a:pt x="63" y="41"/>
                  </a:lnTo>
                  <a:lnTo>
                    <a:pt x="54" y="38"/>
                  </a:lnTo>
                  <a:lnTo>
                    <a:pt x="22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4" name=""/>
            <p:cNvSpPr/>
            <p:nvPr/>
          </p:nvSpPr>
          <p:spPr>
            <a:xfrm rot="0" flipV="1">
              <a:off x="3698" y="788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5" name=""/>
            <p:cNvSpPr/>
            <p:nvPr/>
          </p:nvSpPr>
          <p:spPr>
            <a:xfrm rot="0">
              <a:off x="3709" y="785"/>
              <a:ext cx="20" cy="66"/>
            </a:xfrm>
            <a:custGeom>
              <a:avLst/>
              <a:ahLst/>
              <a:rect l="0" t="0" r="r" b="b"/>
              <a:pathLst>
                <a:path w="41" h="132">
                  <a:moveTo>
                    <a:pt x="0" y="132"/>
                  </a:moveTo>
                  <a:lnTo>
                    <a:pt x="9" y="119"/>
                  </a:lnTo>
                  <a:lnTo>
                    <a:pt x="25" y="88"/>
                  </a:lnTo>
                  <a:lnTo>
                    <a:pt x="34" y="59"/>
                  </a:lnTo>
                  <a:lnTo>
                    <a:pt x="41" y="27"/>
                  </a:lnTo>
                  <a:lnTo>
                    <a:pt x="41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6" name=""/>
            <p:cNvSpPr/>
            <p:nvPr/>
          </p:nvSpPr>
          <p:spPr>
            <a:xfrm rot="0">
              <a:off x="4712" y="590"/>
              <a:ext cx="34" cy="58"/>
            </a:xfrm>
            <a:custGeom>
              <a:avLst/>
              <a:ahLst/>
              <a:rect l="0" t="0" r="r" b="b"/>
              <a:pathLst>
                <a:path w="66" h="114">
                  <a:moveTo>
                    <a:pt x="31" y="0"/>
                  </a:moveTo>
                  <a:lnTo>
                    <a:pt x="0" y="114"/>
                  </a:lnTo>
                  <a:lnTo>
                    <a:pt x="28" y="114"/>
                  </a:lnTo>
                  <a:lnTo>
                    <a:pt x="40" y="110"/>
                  </a:lnTo>
                  <a:lnTo>
                    <a:pt x="51" y="104"/>
                  </a:lnTo>
                  <a:lnTo>
                    <a:pt x="57" y="95"/>
                  </a:lnTo>
                  <a:lnTo>
                    <a:pt x="66" y="60"/>
                  </a:lnTo>
                  <a:lnTo>
                    <a:pt x="66" y="51"/>
                  </a:lnTo>
                  <a:lnTo>
                    <a:pt x="63" y="41"/>
                  </a:lnTo>
                  <a:lnTo>
                    <a:pt x="54" y="38"/>
                  </a:lnTo>
                  <a:lnTo>
                    <a:pt x="22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7" name=""/>
            <p:cNvSpPr/>
            <p:nvPr/>
          </p:nvSpPr>
          <p:spPr>
            <a:xfrm rot="0" flipV="1">
              <a:off x="4769" y="590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8" name=""/>
            <p:cNvSpPr/>
            <p:nvPr/>
          </p:nvSpPr>
          <p:spPr>
            <a:xfrm rot="0" flipH="1">
              <a:off x="4785" y="590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49" name=""/>
            <p:cNvSpPr/>
            <p:nvPr/>
          </p:nvSpPr>
          <p:spPr>
            <a:xfrm rot="0">
              <a:off x="4991" y="615"/>
              <a:ext cx="29" cy="38"/>
            </a:xfrm>
            <a:custGeom>
              <a:avLst/>
              <a:ahLst/>
              <a:rect l="0" t="0" r="r" b="b"/>
              <a:pathLst>
                <a:path w="58" h="76">
                  <a:moveTo>
                    <a:pt x="51" y="76"/>
                  </a:moveTo>
                  <a:lnTo>
                    <a:pt x="41" y="59"/>
                  </a:lnTo>
                  <a:lnTo>
                    <a:pt x="58" y="0"/>
                  </a:lnTo>
                  <a:lnTo>
                    <a:pt x="32" y="0"/>
                  </a:lnTo>
                  <a:lnTo>
                    <a:pt x="20" y="3"/>
                  </a:lnTo>
                  <a:lnTo>
                    <a:pt x="14" y="9"/>
                  </a:lnTo>
                  <a:lnTo>
                    <a:pt x="9" y="15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20" y="76"/>
                  </a:lnTo>
                  <a:lnTo>
                    <a:pt x="29" y="73"/>
                  </a:lnTo>
                  <a:lnTo>
                    <a:pt x="35" y="69"/>
                  </a:lnTo>
                  <a:lnTo>
                    <a:pt x="41" y="59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0" name=""/>
            <p:cNvSpPr/>
            <p:nvPr/>
          </p:nvSpPr>
          <p:spPr>
            <a:xfrm rot="0" flipV="1">
              <a:off x="5045" y="595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1" name=""/>
            <p:cNvSpPr/>
            <p:nvPr/>
          </p:nvSpPr>
          <p:spPr>
            <a:xfrm rot="0" flipH="1">
              <a:off x="5061" y="595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2" name=""/>
            <p:cNvSpPr/>
            <p:nvPr/>
          </p:nvSpPr>
          <p:spPr>
            <a:xfrm rot="0">
              <a:off x="5329" y="922"/>
              <a:ext cx="27" cy="38"/>
            </a:xfrm>
            <a:custGeom>
              <a:avLst/>
              <a:ahLst/>
              <a:rect l="0" t="0" r="r" b="b"/>
              <a:pathLst>
                <a:path w="54" h="76">
                  <a:moveTo>
                    <a:pt x="54" y="0"/>
                  </a:moveTo>
                  <a:lnTo>
                    <a:pt x="34" y="0"/>
                  </a:lnTo>
                  <a:lnTo>
                    <a:pt x="25" y="3"/>
                  </a:lnTo>
                  <a:lnTo>
                    <a:pt x="16" y="9"/>
                  </a:lnTo>
                  <a:lnTo>
                    <a:pt x="9" y="18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3" y="69"/>
                  </a:lnTo>
                  <a:lnTo>
                    <a:pt x="9" y="76"/>
                  </a:lnTo>
                  <a:lnTo>
                    <a:pt x="31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3" name=""/>
            <p:cNvSpPr/>
            <p:nvPr/>
          </p:nvSpPr>
          <p:spPr>
            <a:xfrm rot="0" flipV="1">
              <a:off x="5377" y="903"/>
              <a:ext cx="6" cy="12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4" name=""/>
            <p:cNvSpPr/>
            <p:nvPr/>
          </p:nvSpPr>
          <p:spPr>
            <a:xfrm rot="0" flipH="1">
              <a:off x="5393" y="903"/>
              <a:ext cx="6" cy="12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5" name=""/>
            <p:cNvSpPr/>
            <p:nvPr/>
          </p:nvSpPr>
          <p:spPr>
            <a:xfrm rot="0">
              <a:off x="3462" y="1916"/>
              <a:ext cx="28" cy="38"/>
            </a:xfrm>
            <a:custGeom>
              <a:avLst/>
              <a:ahLst/>
              <a:rect l="0" t="0" r="r" b="b"/>
              <a:pathLst>
                <a:path w="58" h="76">
                  <a:moveTo>
                    <a:pt x="51" y="76"/>
                  </a:moveTo>
                  <a:lnTo>
                    <a:pt x="41" y="60"/>
                  </a:lnTo>
                  <a:lnTo>
                    <a:pt x="58" y="0"/>
                  </a:lnTo>
                  <a:lnTo>
                    <a:pt x="32" y="0"/>
                  </a:lnTo>
                  <a:lnTo>
                    <a:pt x="20" y="3"/>
                  </a:lnTo>
                  <a:lnTo>
                    <a:pt x="13" y="9"/>
                  </a:lnTo>
                  <a:lnTo>
                    <a:pt x="10" y="15"/>
                  </a:lnTo>
                  <a:lnTo>
                    <a:pt x="0" y="56"/>
                  </a:lnTo>
                  <a:lnTo>
                    <a:pt x="0" y="63"/>
                  </a:lnTo>
                  <a:lnTo>
                    <a:pt x="3" y="73"/>
                  </a:lnTo>
                  <a:lnTo>
                    <a:pt x="10" y="76"/>
                  </a:lnTo>
                  <a:lnTo>
                    <a:pt x="20" y="76"/>
                  </a:lnTo>
                  <a:lnTo>
                    <a:pt x="29" y="73"/>
                  </a:lnTo>
                  <a:lnTo>
                    <a:pt x="35" y="70"/>
                  </a:lnTo>
                  <a:lnTo>
                    <a:pt x="41" y="6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6" name=""/>
            <p:cNvSpPr/>
            <p:nvPr/>
          </p:nvSpPr>
          <p:spPr>
            <a:xfrm rot="0">
              <a:off x="3862" y="922"/>
              <a:ext cx="27" cy="38"/>
            </a:xfrm>
            <a:custGeom>
              <a:avLst/>
              <a:ahLst/>
              <a:rect l="0" t="0" r="r" b="b"/>
              <a:pathLst>
                <a:path w="53" h="76">
                  <a:moveTo>
                    <a:pt x="53" y="0"/>
                  </a:moveTo>
                  <a:lnTo>
                    <a:pt x="34" y="0"/>
                  </a:lnTo>
                  <a:lnTo>
                    <a:pt x="25" y="3"/>
                  </a:lnTo>
                  <a:lnTo>
                    <a:pt x="15" y="9"/>
                  </a:lnTo>
                  <a:lnTo>
                    <a:pt x="9" y="18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3" y="69"/>
                  </a:lnTo>
                  <a:lnTo>
                    <a:pt x="9" y="76"/>
                  </a:lnTo>
                  <a:lnTo>
                    <a:pt x="31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7" name=""/>
            <p:cNvSpPr/>
            <p:nvPr/>
          </p:nvSpPr>
          <p:spPr>
            <a:xfrm rot="0" flipV="1">
              <a:off x="3910" y="903"/>
              <a:ext cx="6" cy="12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8" name=""/>
            <p:cNvSpPr/>
            <p:nvPr/>
          </p:nvSpPr>
          <p:spPr>
            <a:xfrm rot="0">
              <a:off x="1366" y="3336"/>
              <a:ext cx="395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59" name=""/>
            <p:cNvSpPr/>
            <p:nvPr/>
          </p:nvSpPr>
          <p:spPr>
            <a:xfrm rot="0" flipV="1">
              <a:off x="1761" y="3027"/>
              <a:ext cx="1" cy="309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0" name=""/>
            <p:cNvSpPr/>
            <p:nvPr/>
          </p:nvSpPr>
          <p:spPr>
            <a:xfrm rot="0">
              <a:off x="1761" y="3336"/>
              <a:ext cx="486" cy="487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1" name=""/>
            <p:cNvSpPr/>
            <p:nvPr/>
          </p:nvSpPr>
          <p:spPr>
            <a:xfrm rot="0">
              <a:off x="1132" y="2866"/>
              <a:ext cx="11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2" name=""/>
            <p:cNvSpPr/>
            <p:nvPr/>
          </p:nvSpPr>
          <p:spPr>
            <a:xfrm rot="0">
              <a:off x="1248" y="2866"/>
              <a:ext cx="1" cy="539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3" name=""/>
            <p:cNvSpPr/>
            <p:nvPr/>
          </p:nvSpPr>
          <p:spPr>
            <a:xfrm rot="0" flipH="1">
              <a:off x="962" y="3405"/>
              <a:ext cx="286" cy="49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4" name=""/>
            <p:cNvSpPr/>
            <p:nvPr/>
          </p:nvSpPr>
          <p:spPr>
            <a:xfrm rot="0">
              <a:off x="1132" y="2866"/>
              <a:ext cx="1" cy="739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5" name=""/>
            <p:cNvSpPr/>
            <p:nvPr/>
          </p:nvSpPr>
          <p:spPr>
            <a:xfrm rot="0">
              <a:off x="1132" y="3605"/>
              <a:ext cx="898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6" name=""/>
            <p:cNvSpPr/>
            <p:nvPr/>
          </p:nvSpPr>
          <p:spPr>
            <a:xfrm rot="0" flipV="1">
              <a:off x="2030" y="2866"/>
              <a:ext cx="1" cy="739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7" name=""/>
            <p:cNvSpPr/>
            <p:nvPr/>
          </p:nvSpPr>
          <p:spPr>
            <a:xfrm rot="0" flipH="1">
              <a:off x="1248" y="2866"/>
              <a:ext cx="782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8" name=""/>
            <p:cNvSpPr/>
            <p:nvPr/>
          </p:nvSpPr>
          <p:spPr>
            <a:xfrm rot="0">
              <a:off x="800" y="2690"/>
              <a:ext cx="1" cy="787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69" name=""/>
            <p:cNvSpPr/>
            <p:nvPr/>
          </p:nvSpPr>
          <p:spPr>
            <a:xfrm rot="0">
              <a:off x="800" y="2690"/>
              <a:ext cx="1104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0" name=""/>
            <p:cNvSpPr/>
            <p:nvPr/>
          </p:nvSpPr>
          <p:spPr>
            <a:xfrm rot="0">
              <a:off x="962" y="2727"/>
              <a:ext cx="1245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1" name=""/>
            <p:cNvSpPr/>
            <p:nvPr/>
          </p:nvSpPr>
          <p:spPr>
            <a:xfrm rot="0">
              <a:off x="2207" y="2727"/>
              <a:ext cx="1" cy="105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2" name=""/>
            <p:cNvSpPr/>
            <p:nvPr/>
          </p:nvSpPr>
          <p:spPr>
            <a:xfrm rot="0" flipH="1">
              <a:off x="962" y="3783"/>
              <a:ext cx="1245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3" name=""/>
            <p:cNvSpPr/>
            <p:nvPr/>
          </p:nvSpPr>
          <p:spPr>
            <a:xfrm rot="0">
              <a:off x="788" y="3464"/>
              <a:ext cx="24" cy="19"/>
            </a:xfrm>
            <a:custGeom>
              <a:avLst/>
              <a:ahLst/>
              <a:rect l="0" t="0" r="r" b="b"/>
              <a:pathLst>
                <a:path w="49" h="38">
                  <a:moveTo>
                    <a:pt x="26" y="26"/>
                  </a:move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8"/>
                  </a:lnTo>
                  <a:lnTo>
                    <a:pt x="13" y="2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7" y="2"/>
                  </a:lnTo>
                  <a:lnTo>
                    <a:pt x="44" y="8"/>
                  </a:lnTo>
                  <a:lnTo>
                    <a:pt x="49" y="14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374" name=""/>
            <p:cNvSpPr/>
            <p:nvPr/>
          </p:nvSpPr>
          <p:spPr>
            <a:xfrm rot="0">
              <a:off x="788" y="3464"/>
              <a:ext cx="24" cy="19"/>
            </a:xfrm>
            <a:custGeom>
              <a:avLst/>
              <a:ahLst/>
              <a:rect l="0" t="0" r="r" b="b"/>
              <a:pathLst>
                <a:path w="49" h="38">
                  <a:moveTo>
                    <a:pt x="2" y="38"/>
                  </a:moveTo>
                  <a:lnTo>
                    <a:pt x="0" y="30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8"/>
                  </a:lnTo>
                  <a:lnTo>
                    <a:pt x="13" y="2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7" y="2"/>
                  </a:lnTo>
                  <a:lnTo>
                    <a:pt x="44" y="8"/>
                  </a:lnTo>
                  <a:lnTo>
                    <a:pt x="49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5" name=""/>
            <p:cNvSpPr/>
            <p:nvPr/>
          </p:nvSpPr>
          <p:spPr>
            <a:xfrm rot="0">
              <a:off x="789" y="3471"/>
              <a:ext cx="184" cy="318"/>
            </a:xfrm>
            <a:custGeom>
              <a:avLst/>
              <a:ahLst/>
              <a:rect l="0" t="0" r="r" b="b"/>
              <a:pathLst>
                <a:path w="370" h="636">
                  <a:moveTo>
                    <a:pt x="47" y="0"/>
                  </a:moveTo>
                  <a:lnTo>
                    <a:pt x="24" y="12"/>
                  </a:lnTo>
                  <a:lnTo>
                    <a:pt x="0" y="24"/>
                  </a:lnTo>
                  <a:lnTo>
                    <a:pt x="323" y="636"/>
                  </a:lnTo>
                  <a:lnTo>
                    <a:pt x="346" y="624"/>
                  </a:lnTo>
                  <a:lnTo>
                    <a:pt x="370" y="612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376" name=""/>
            <p:cNvSpPr/>
            <p:nvPr/>
          </p:nvSpPr>
          <p:spPr>
            <a:xfrm rot="0">
              <a:off x="789" y="3471"/>
              <a:ext cx="184" cy="318"/>
            </a:xfrm>
            <a:custGeom>
              <a:avLst/>
              <a:ahLst/>
              <a:rect l="0" t="0" r="r" b="b"/>
              <a:pathLst>
                <a:path w="370" h="636">
                  <a:moveTo>
                    <a:pt x="47" y="0"/>
                  </a:moveTo>
                  <a:lnTo>
                    <a:pt x="24" y="12"/>
                  </a:lnTo>
                  <a:lnTo>
                    <a:pt x="0" y="24"/>
                  </a:lnTo>
                  <a:lnTo>
                    <a:pt x="323" y="636"/>
                  </a:lnTo>
                  <a:lnTo>
                    <a:pt x="346" y="624"/>
                  </a:lnTo>
                  <a:lnTo>
                    <a:pt x="370" y="612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7" name=""/>
            <p:cNvSpPr/>
            <p:nvPr/>
          </p:nvSpPr>
          <p:spPr>
            <a:xfrm rot="0">
              <a:off x="950" y="3777"/>
              <a:ext cx="24" cy="19"/>
            </a:xfrm>
            <a:custGeom>
              <a:avLst/>
              <a:ahLst/>
              <a:rect l="0" t="0" r="r" b="b"/>
              <a:pathLst>
                <a:path w="49" h="38">
                  <a:moveTo>
                    <a:pt x="23" y="12"/>
                  </a:moveTo>
                  <a:lnTo>
                    <a:pt x="47" y="0"/>
                  </a:lnTo>
                  <a:lnTo>
                    <a:pt x="49" y="8"/>
                  </a:lnTo>
                  <a:lnTo>
                    <a:pt x="49" y="16"/>
                  </a:lnTo>
                  <a:lnTo>
                    <a:pt x="47" y="23"/>
                  </a:lnTo>
                  <a:lnTo>
                    <a:pt x="42" y="31"/>
                  </a:lnTo>
                  <a:lnTo>
                    <a:pt x="35" y="36"/>
                  </a:lnTo>
                  <a:lnTo>
                    <a:pt x="27" y="38"/>
                  </a:lnTo>
                  <a:lnTo>
                    <a:pt x="19" y="38"/>
                  </a:lnTo>
                  <a:lnTo>
                    <a:pt x="12" y="36"/>
                  </a:lnTo>
                  <a:lnTo>
                    <a:pt x="5" y="31"/>
                  </a:lnTo>
                  <a:lnTo>
                    <a:pt x="0" y="24"/>
                  </a:lnTo>
                  <a:lnTo>
                    <a:pt x="23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378" name=""/>
            <p:cNvSpPr/>
            <p:nvPr/>
          </p:nvSpPr>
          <p:spPr>
            <a:xfrm rot="0">
              <a:off x="950" y="3777"/>
              <a:ext cx="24" cy="19"/>
            </a:xfrm>
            <a:custGeom>
              <a:avLst/>
              <a:ahLst/>
              <a:rect l="0" t="0" r="r" b="b"/>
              <a:pathLst>
                <a:path w="49" h="38">
                  <a:moveTo>
                    <a:pt x="47" y="0"/>
                  </a:moveTo>
                  <a:lnTo>
                    <a:pt x="49" y="8"/>
                  </a:lnTo>
                  <a:lnTo>
                    <a:pt x="49" y="16"/>
                  </a:lnTo>
                  <a:lnTo>
                    <a:pt x="47" y="23"/>
                  </a:lnTo>
                  <a:lnTo>
                    <a:pt x="42" y="31"/>
                  </a:lnTo>
                  <a:lnTo>
                    <a:pt x="35" y="36"/>
                  </a:lnTo>
                  <a:lnTo>
                    <a:pt x="27" y="38"/>
                  </a:lnTo>
                  <a:lnTo>
                    <a:pt x="19" y="38"/>
                  </a:lnTo>
                  <a:lnTo>
                    <a:pt x="12" y="36"/>
                  </a:lnTo>
                  <a:lnTo>
                    <a:pt x="5" y="31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79" name=""/>
            <p:cNvSpPr/>
            <p:nvPr/>
          </p:nvSpPr>
          <p:spPr>
            <a:xfrm rot="0">
              <a:off x="1891" y="2677"/>
              <a:ext cx="14" cy="26"/>
            </a:xfrm>
            <a:custGeom>
              <a:avLst/>
              <a:ahLst/>
              <a:rect l="0" t="0" r="r" b="b"/>
              <a:pathLst>
                <a:path w="28" h="51">
                  <a:moveTo>
                    <a:pt x="25" y="26"/>
                  </a:moveTo>
                  <a:lnTo>
                    <a:pt x="22" y="51"/>
                  </a:lnTo>
                  <a:lnTo>
                    <a:pt x="14" y="49"/>
                  </a:lnTo>
                  <a:lnTo>
                    <a:pt x="8" y="45"/>
                  </a:lnTo>
                  <a:lnTo>
                    <a:pt x="3" y="38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380" name=""/>
            <p:cNvSpPr/>
            <p:nvPr/>
          </p:nvSpPr>
          <p:spPr>
            <a:xfrm rot="0">
              <a:off x="1891" y="2677"/>
              <a:ext cx="14" cy="26"/>
            </a:xfrm>
            <a:custGeom>
              <a:avLst/>
              <a:ahLst/>
              <a:rect l="0" t="0" r="r" b="b"/>
              <a:pathLst>
                <a:path w="28" h="51">
                  <a:moveTo>
                    <a:pt x="22" y="51"/>
                  </a:moveTo>
                  <a:lnTo>
                    <a:pt x="14" y="49"/>
                  </a:lnTo>
                  <a:lnTo>
                    <a:pt x="8" y="45"/>
                  </a:lnTo>
                  <a:lnTo>
                    <a:pt x="3" y="38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1" name=""/>
            <p:cNvSpPr/>
            <p:nvPr/>
          </p:nvSpPr>
          <p:spPr>
            <a:xfrm rot="0">
              <a:off x="1902" y="2677"/>
              <a:ext cx="307" cy="62"/>
            </a:xfrm>
            <a:custGeom>
              <a:avLst/>
              <a:ahLst/>
              <a:rect l="0" t="0" r="r" b="b"/>
              <a:pathLst>
                <a:path w="613" h="125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607" y="125"/>
                  </a:lnTo>
                  <a:lnTo>
                    <a:pt x="610" y="99"/>
                  </a:lnTo>
                  <a:lnTo>
                    <a:pt x="613" y="74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382" name=""/>
            <p:cNvSpPr/>
            <p:nvPr/>
          </p:nvSpPr>
          <p:spPr>
            <a:xfrm rot="0">
              <a:off x="1902" y="2677"/>
              <a:ext cx="307" cy="62"/>
            </a:xfrm>
            <a:custGeom>
              <a:avLst/>
              <a:ahLst/>
              <a:rect l="0" t="0" r="r" b="b"/>
              <a:pathLst>
                <a:path w="613" h="125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607" y="125"/>
                  </a:lnTo>
                  <a:lnTo>
                    <a:pt x="610" y="99"/>
                  </a:lnTo>
                  <a:lnTo>
                    <a:pt x="613" y="74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3" name=""/>
            <p:cNvSpPr/>
            <p:nvPr/>
          </p:nvSpPr>
          <p:spPr>
            <a:xfrm rot="0">
              <a:off x="2205" y="2714"/>
              <a:ext cx="15" cy="25"/>
            </a:xfrm>
            <a:custGeom>
              <a:avLst/>
              <a:ahLst/>
              <a:rect l="0" t="0" r="r" b="b"/>
              <a:pathLst>
                <a:path w="29" h="51">
                  <a:moveTo>
                    <a:pt x="3" y="25"/>
                  </a:moveTo>
                  <a:lnTo>
                    <a:pt x="6" y="0"/>
                  </a:lnTo>
                  <a:lnTo>
                    <a:pt x="14" y="2"/>
                  </a:lnTo>
                  <a:lnTo>
                    <a:pt x="20" y="6"/>
                  </a:lnTo>
                  <a:lnTo>
                    <a:pt x="26" y="13"/>
                  </a:lnTo>
                  <a:lnTo>
                    <a:pt x="29" y="20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2" y="43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1"/>
                  </a:lnTo>
                  <a:lnTo>
                    <a:pt x="3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384" name=""/>
            <p:cNvSpPr/>
            <p:nvPr/>
          </p:nvSpPr>
          <p:spPr>
            <a:xfrm rot="0">
              <a:off x="2205" y="2714"/>
              <a:ext cx="15" cy="25"/>
            </a:xfrm>
            <a:custGeom>
              <a:avLst/>
              <a:ahLst/>
              <a:rect l="0" t="0" r="r" b="b"/>
              <a:pathLst>
                <a:path w="29" h="51">
                  <a:moveTo>
                    <a:pt x="6" y="0"/>
                  </a:moveTo>
                  <a:lnTo>
                    <a:pt x="14" y="2"/>
                  </a:lnTo>
                  <a:lnTo>
                    <a:pt x="20" y="6"/>
                  </a:lnTo>
                  <a:lnTo>
                    <a:pt x="26" y="13"/>
                  </a:lnTo>
                  <a:lnTo>
                    <a:pt x="29" y="20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2" y="43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5" name=""/>
            <p:cNvSpPr/>
            <p:nvPr/>
          </p:nvSpPr>
          <p:spPr>
            <a:xfrm rot="0">
              <a:off x="755" y="3358"/>
              <a:ext cx="33" cy="57"/>
            </a:xfrm>
            <a:custGeom>
              <a:avLst/>
              <a:ahLst/>
              <a:rect l="0" t="0" r="r" b="b"/>
              <a:pathLst>
                <a:path w="66" h="113">
                  <a:moveTo>
                    <a:pt x="31" y="0"/>
                  </a:moveTo>
                  <a:lnTo>
                    <a:pt x="0" y="113"/>
                  </a:lnTo>
                  <a:lnTo>
                    <a:pt x="28" y="113"/>
                  </a:lnTo>
                  <a:lnTo>
                    <a:pt x="42" y="110"/>
                  </a:lnTo>
                  <a:lnTo>
                    <a:pt x="51" y="104"/>
                  </a:lnTo>
                  <a:lnTo>
                    <a:pt x="57" y="95"/>
                  </a:lnTo>
                  <a:lnTo>
                    <a:pt x="66" y="60"/>
                  </a:lnTo>
                  <a:lnTo>
                    <a:pt x="66" y="51"/>
                  </a:lnTo>
                  <a:lnTo>
                    <a:pt x="63" y="40"/>
                  </a:lnTo>
                  <a:lnTo>
                    <a:pt x="54" y="37"/>
                  </a:lnTo>
                  <a:lnTo>
                    <a:pt x="22" y="37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6" name=""/>
            <p:cNvSpPr/>
            <p:nvPr/>
          </p:nvSpPr>
          <p:spPr>
            <a:xfrm rot="0">
              <a:off x="905" y="3771"/>
              <a:ext cx="29" cy="38"/>
            </a:xfrm>
            <a:custGeom>
              <a:avLst/>
              <a:ahLst/>
              <a:rect l="0" t="0" r="r" b="b"/>
              <a:pathLst>
                <a:path w="57" h="76">
                  <a:moveTo>
                    <a:pt x="51" y="76"/>
                  </a:moveTo>
                  <a:lnTo>
                    <a:pt x="41" y="60"/>
                  </a:lnTo>
                  <a:lnTo>
                    <a:pt x="57" y="0"/>
                  </a:lnTo>
                  <a:lnTo>
                    <a:pt x="31" y="0"/>
                  </a:lnTo>
                  <a:lnTo>
                    <a:pt x="19" y="4"/>
                  </a:lnTo>
                  <a:lnTo>
                    <a:pt x="13" y="10"/>
                  </a:lnTo>
                  <a:lnTo>
                    <a:pt x="9" y="16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19" y="76"/>
                  </a:lnTo>
                  <a:lnTo>
                    <a:pt x="28" y="73"/>
                  </a:lnTo>
                  <a:lnTo>
                    <a:pt x="34" y="69"/>
                  </a:lnTo>
                  <a:lnTo>
                    <a:pt x="41" y="6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7" name=""/>
            <p:cNvSpPr/>
            <p:nvPr/>
          </p:nvSpPr>
          <p:spPr>
            <a:xfrm rot="0">
              <a:off x="1087" y="3599"/>
              <a:ext cx="27" cy="38"/>
            </a:xfrm>
            <a:custGeom>
              <a:avLst/>
              <a:ahLst/>
              <a:rect l="0" t="0" r="r" b="b"/>
              <a:pathLst>
                <a:path w="53" h="75">
                  <a:moveTo>
                    <a:pt x="53" y="0"/>
                  </a:moveTo>
                  <a:lnTo>
                    <a:pt x="35" y="0"/>
                  </a:lnTo>
                  <a:lnTo>
                    <a:pt x="24" y="3"/>
                  </a:lnTo>
                  <a:lnTo>
                    <a:pt x="15" y="9"/>
                  </a:lnTo>
                  <a:lnTo>
                    <a:pt x="9" y="18"/>
                  </a:lnTo>
                  <a:lnTo>
                    <a:pt x="0" y="56"/>
                  </a:lnTo>
                  <a:lnTo>
                    <a:pt x="0" y="63"/>
                  </a:lnTo>
                  <a:lnTo>
                    <a:pt x="3" y="69"/>
                  </a:lnTo>
                  <a:lnTo>
                    <a:pt x="9" y="75"/>
                  </a:lnTo>
                  <a:lnTo>
                    <a:pt x="32" y="7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8" name=""/>
            <p:cNvSpPr/>
            <p:nvPr/>
          </p:nvSpPr>
          <p:spPr>
            <a:xfrm rot="0">
              <a:off x="1777" y="2602"/>
              <a:ext cx="33" cy="58"/>
            </a:xfrm>
            <a:custGeom>
              <a:avLst/>
              <a:ahLst/>
              <a:rect l="0" t="0" r="r" b="b"/>
              <a:pathLst>
                <a:path w="67" h="114">
                  <a:moveTo>
                    <a:pt x="32" y="0"/>
                  </a:moveTo>
                  <a:lnTo>
                    <a:pt x="0" y="114"/>
                  </a:lnTo>
                  <a:lnTo>
                    <a:pt x="29" y="114"/>
                  </a:lnTo>
                  <a:lnTo>
                    <a:pt x="41" y="110"/>
                  </a:lnTo>
                  <a:lnTo>
                    <a:pt x="52" y="104"/>
                  </a:lnTo>
                  <a:lnTo>
                    <a:pt x="58" y="95"/>
                  </a:lnTo>
                  <a:lnTo>
                    <a:pt x="67" y="60"/>
                  </a:lnTo>
                  <a:lnTo>
                    <a:pt x="67" y="51"/>
                  </a:lnTo>
                  <a:lnTo>
                    <a:pt x="64" y="41"/>
                  </a:lnTo>
                  <a:lnTo>
                    <a:pt x="55" y="38"/>
                  </a:lnTo>
                  <a:lnTo>
                    <a:pt x="23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89" name=""/>
            <p:cNvSpPr/>
            <p:nvPr/>
          </p:nvSpPr>
          <p:spPr>
            <a:xfrm rot="0" flipV="1">
              <a:off x="1833" y="2602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0" name=""/>
            <p:cNvSpPr/>
            <p:nvPr/>
          </p:nvSpPr>
          <p:spPr>
            <a:xfrm rot="0" flipH="1">
              <a:off x="1849" y="2602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1" name=""/>
            <p:cNvSpPr/>
            <p:nvPr/>
          </p:nvSpPr>
          <p:spPr>
            <a:xfrm rot="0">
              <a:off x="2287" y="2684"/>
              <a:ext cx="29" cy="38"/>
            </a:xfrm>
            <a:custGeom>
              <a:avLst/>
              <a:ahLst/>
              <a:rect l="0" t="0" r="r" b="b"/>
              <a:pathLst>
                <a:path w="57" h="76">
                  <a:moveTo>
                    <a:pt x="50" y="76"/>
                  </a:moveTo>
                  <a:lnTo>
                    <a:pt x="41" y="61"/>
                  </a:lnTo>
                  <a:lnTo>
                    <a:pt x="57" y="0"/>
                  </a:lnTo>
                  <a:lnTo>
                    <a:pt x="31" y="0"/>
                  </a:lnTo>
                  <a:lnTo>
                    <a:pt x="19" y="3"/>
                  </a:lnTo>
                  <a:lnTo>
                    <a:pt x="12" y="11"/>
                  </a:lnTo>
                  <a:lnTo>
                    <a:pt x="9" y="17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19" y="76"/>
                  </a:lnTo>
                  <a:lnTo>
                    <a:pt x="28" y="73"/>
                  </a:lnTo>
                  <a:lnTo>
                    <a:pt x="34" y="70"/>
                  </a:lnTo>
                  <a:lnTo>
                    <a:pt x="41" y="61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2" name=""/>
            <p:cNvSpPr/>
            <p:nvPr/>
          </p:nvSpPr>
          <p:spPr>
            <a:xfrm rot="0" flipV="1">
              <a:off x="2341" y="2665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3" name=""/>
            <p:cNvSpPr/>
            <p:nvPr/>
          </p:nvSpPr>
          <p:spPr>
            <a:xfrm rot="0" flipH="1">
              <a:off x="2356" y="2665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4" name=""/>
            <p:cNvSpPr/>
            <p:nvPr/>
          </p:nvSpPr>
          <p:spPr>
            <a:xfrm rot="0">
              <a:off x="1934" y="2892"/>
              <a:ext cx="17" cy="66"/>
            </a:xfrm>
            <a:custGeom>
              <a:avLst/>
              <a:ahLst/>
              <a:rect l="0" t="0" r="r" b="b"/>
              <a:pathLst>
                <a:path w="34" h="132">
                  <a:moveTo>
                    <a:pt x="3" y="132"/>
                  </a:moveTo>
                  <a:lnTo>
                    <a:pt x="0" y="120"/>
                  </a:lnTo>
                  <a:lnTo>
                    <a:pt x="0" y="104"/>
                  </a:lnTo>
                  <a:lnTo>
                    <a:pt x="3" y="76"/>
                  </a:lnTo>
                  <a:lnTo>
                    <a:pt x="12" y="44"/>
                  </a:lnTo>
                  <a:lnTo>
                    <a:pt x="24" y="15"/>
                  </a:lnTo>
                  <a:lnTo>
                    <a:pt x="34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5" name=""/>
            <p:cNvSpPr/>
            <p:nvPr/>
          </p:nvSpPr>
          <p:spPr>
            <a:xfrm rot="0">
              <a:off x="1963" y="2914"/>
              <a:ext cx="28" cy="38"/>
            </a:xfrm>
            <a:custGeom>
              <a:avLst/>
              <a:ahLst/>
              <a:rect l="0" t="0" r="r" b="b"/>
              <a:pathLst>
                <a:path w="54" h="76">
                  <a:moveTo>
                    <a:pt x="54" y="0"/>
                  </a:moveTo>
                  <a:lnTo>
                    <a:pt x="35" y="0"/>
                  </a:lnTo>
                  <a:lnTo>
                    <a:pt x="26" y="3"/>
                  </a:lnTo>
                  <a:lnTo>
                    <a:pt x="16" y="9"/>
                  </a:lnTo>
                  <a:lnTo>
                    <a:pt x="10" y="18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70"/>
                  </a:lnTo>
                  <a:lnTo>
                    <a:pt x="10" y="76"/>
                  </a:lnTo>
                  <a:lnTo>
                    <a:pt x="32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6" name=""/>
            <p:cNvSpPr/>
            <p:nvPr/>
          </p:nvSpPr>
          <p:spPr>
            <a:xfrm rot="0" flipV="1">
              <a:off x="2011" y="2895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7" name=""/>
            <p:cNvSpPr/>
            <p:nvPr/>
          </p:nvSpPr>
          <p:spPr>
            <a:xfrm rot="0" flipH="1">
              <a:off x="2027" y="2895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8" name=""/>
            <p:cNvSpPr/>
            <p:nvPr/>
          </p:nvSpPr>
          <p:spPr>
            <a:xfrm rot="0">
              <a:off x="2040" y="2892"/>
              <a:ext cx="20" cy="66"/>
            </a:xfrm>
            <a:custGeom>
              <a:avLst/>
              <a:ahLst/>
              <a:rect l="0" t="0" r="r" b="b"/>
              <a:pathLst>
                <a:path w="41" h="132">
                  <a:moveTo>
                    <a:pt x="0" y="132"/>
                  </a:moveTo>
                  <a:lnTo>
                    <a:pt x="10" y="120"/>
                  </a:lnTo>
                  <a:lnTo>
                    <a:pt x="25" y="88"/>
                  </a:lnTo>
                  <a:lnTo>
                    <a:pt x="35" y="59"/>
                  </a:lnTo>
                  <a:lnTo>
                    <a:pt x="41" y="28"/>
                  </a:lnTo>
                  <a:lnTo>
                    <a:pt x="41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399" name=""/>
            <p:cNvSpPr/>
            <p:nvPr/>
          </p:nvSpPr>
          <p:spPr>
            <a:xfrm rot="0">
              <a:off x="2017" y="2854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49" y="19"/>
                  </a:lnTo>
                  <a:lnTo>
                    <a:pt x="47" y="13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3" y="13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6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2"/>
                  </a:lnTo>
                  <a:lnTo>
                    <a:pt x="51" y="25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0" name=""/>
            <p:cNvSpPr/>
            <p:nvPr/>
          </p:nvSpPr>
          <p:spPr>
            <a:xfrm rot="0">
              <a:off x="1120" y="3593"/>
              <a:ext cx="25" cy="25"/>
            </a:xfrm>
            <a:custGeom>
              <a:avLst/>
              <a:ahLst/>
              <a:rect l="0" t="0" r="r" b="b"/>
              <a:pathLst>
                <a:path w="51" h="52">
                  <a:moveTo>
                    <a:pt x="51" y="26"/>
                  </a:moveTo>
                  <a:lnTo>
                    <a:pt x="49" y="20"/>
                  </a:lnTo>
                  <a:lnTo>
                    <a:pt x="47" y="14"/>
                  </a:lnTo>
                  <a:lnTo>
                    <a:pt x="43" y="9"/>
                  </a:lnTo>
                  <a:lnTo>
                    <a:pt x="38" y="4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4"/>
                  </a:lnTo>
                  <a:lnTo>
                    <a:pt x="8" y="9"/>
                  </a:lnTo>
                  <a:lnTo>
                    <a:pt x="3" y="14"/>
                  </a:lnTo>
                  <a:lnTo>
                    <a:pt x="1" y="20"/>
                  </a:lnTo>
                  <a:lnTo>
                    <a:pt x="0" y="26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8" y="44"/>
                  </a:lnTo>
                  <a:lnTo>
                    <a:pt x="13" y="48"/>
                  </a:lnTo>
                  <a:lnTo>
                    <a:pt x="19" y="51"/>
                  </a:lnTo>
                  <a:lnTo>
                    <a:pt x="26" y="52"/>
                  </a:lnTo>
                  <a:lnTo>
                    <a:pt x="32" y="51"/>
                  </a:lnTo>
                  <a:lnTo>
                    <a:pt x="38" y="48"/>
                  </a:lnTo>
                  <a:lnTo>
                    <a:pt x="43" y="44"/>
                  </a:lnTo>
                  <a:lnTo>
                    <a:pt x="47" y="38"/>
                  </a:lnTo>
                  <a:lnTo>
                    <a:pt x="49" y="32"/>
                  </a:lnTo>
                  <a:lnTo>
                    <a:pt x="51" y="2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1" name=""/>
            <p:cNvSpPr/>
            <p:nvPr/>
          </p:nvSpPr>
          <p:spPr>
            <a:xfrm rot="0" flipH="1">
              <a:off x="3435" y="2909"/>
              <a:ext cx="82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2" name=""/>
            <p:cNvSpPr/>
            <p:nvPr/>
          </p:nvSpPr>
          <p:spPr>
            <a:xfrm rot="0">
              <a:off x="3435" y="2909"/>
              <a:ext cx="305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3" name=""/>
            <p:cNvSpPr/>
            <p:nvPr/>
          </p:nvSpPr>
          <p:spPr>
            <a:xfrm rot="0">
              <a:off x="3435" y="3369"/>
              <a:ext cx="609" cy="609"/>
            </a:xfrm>
            <a:custGeom>
              <a:avLst/>
              <a:ahLst/>
              <a:rect l="0" t="0" r="r" b="b"/>
              <a:pathLst>
                <a:path w="1218" h="1219">
                  <a:moveTo>
                    <a:pt x="1218" y="610"/>
                  </a:moveTo>
                  <a:lnTo>
                    <a:pt x="1217" y="577"/>
                  </a:lnTo>
                  <a:lnTo>
                    <a:pt x="1215" y="546"/>
                  </a:lnTo>
                  <a:lnTo>
                    <a:pt x="1211" y="514"/>
                  </a:lnTo>
                  <a:lnTo>
                    <a:pt x="1205" y="483"/>
                  </a:lnTo>
                  <a:lnTo>
                    <a:pt x="1198" y="451"/>
                  </a:lnTo>
                  <a:lnTo>
                    <a:pt x="1188" y="422"/>
                  </a:lnTo>
                  <a:lnTo>
                    <a:pt x="1178" y="391"/>
                  </a:lnTo>
                  <a:lnTo>
                    <a:pt x="1166" y="361"/>
                  </a:lnTo>
                  <a:lnTo>
                    <a:pt x="1151" y="333"/>
                  </a:lnTo>
                  <a:lnTo>
                    <a:pt x="1136" y="305"/>
                  </a:lnTo>
                  <a:lnTo>
                    <a:pt x="1120" y="277"/>
                  </a:lnTo>
                  <a:lnTo>
                    <a:pt x="1101" y="252"/>
                  </a:lnTo>
                  <a:lnTo>
                    <a:pt x="1082" y="226"/>
                  </a:lnTo>
                  <a:lnTo>
                    <a:pt x="1061" y="202"/>
                  </a:lnTo>
                  <a:lnTo>
                    <a:pt x="1040" y="178"/>
                  </a:lnTo>
                  <a:lnTo>
                    <a:pt x="1016" y="157"/>
                  </a:lnTo>
                  <a:lnTo>
                    <a:pt x="993" y="136"/>
                  </a:lnTo>
                  <a:lnTo>
                    <a:pt x="967" y="117"/>
                  </a:lnTo>
                  <a:lnTo>
                    <a:pt x="941" y="98"/>
                  </a:lnTo>
                  <a:lnTo>
                    <a:pt x="914" y="82"/>
                  </a:lnTo>
                  <a:lnTo>
                    <a:pt x="885" y="67"/>
                  </a:lnTo>
                  <a:lnTo>
                    <a:pt x="857" y="53"/>
                  </a:lnTo>
                  <a:lnTo>
                    <a:pt x="827" y="41"/>
                  </a:lnTo>
                  <a:lnTo>
                    <a:pt x="797" y="30"/>
                  </a:lnTo>
                  <a:lnTo>
                    <a:pt x="767" y="20"/>
                  </a:lnTo>
                  <a:lnTo>
                    <a:pt x="736" y="13"/>
                  </a:lnTo>
                  <a:lnTo>
                    <a:pt x="704" y="7"/>
                  </a:lnTo>
                  <a:lnTo>
                    <a:pt x="673" y="3"/>
                  </a:lnTo>
                  <a:lnTo>
                    <a:pt x="641" y="1"/>
                  </a:lnTo>
                  <a:lnTo>
                    <a:pt x="609" y="0"/>
                  </a:lnTo>
                  <a:lnTo>
                    <a:pt x="577" y="1"/>
                  </a:lnTo>
                  <a:lnTo>
                    <a:pt x="546" y="3"/>
                  </a:lnTo>
                  <a:lnTo>
                    <a:pt x="514" y="7"/>
                  </a:lnTo>
                  <a:lnTo>
                    <a:pt x="482" y="13"/>
                  </a:lnTo>
                  <a:lnTo>
                    <a:pt x="451" y="20"/>
                  </a:lnTo>
                  <a:lnTo>
                    <a:pt x="421" y="30"/>
                  </a:lnTo>
                  <a:lnTo>
                    <a:pt x="391" y="41"/>
                  </a:lnTo>
                  <a:lnTo>
                    <a:pt x="361" y="53"/>
                  </a:lnTo>
                  <a:lnTo>
                    <a:pt x="333" y="67"/>
                  </a:lnTo>
                  <a:lnTo>
                    <a:pt x="305" y="82"/>
                  </a:lnTo>
                  <a:lnTo>
                    <a:pt x="277" y="98"/>
                  </a:lnTo>
                  <a:lnTo>
                    <a:pt x="252" y="117"/>
                  </a:lnTo>
                  <a:lnTo>
                    <a:pt x="226" y="136"/>
                  </a:lnTo>
                  <a:lnTo>
                    <a:pt x="202" y="157"/>
                  </a:lnTo>
                  <a:lnTo>
                    <a:pt x="179" y="178"/>
                  </a:lnTo>
                  <a:lnTo>
                    <a:pt x="157" y="202"/>
                  </a:lnTo>
                  <a:lnTo>
                    <a:pt x="136" y="226"/>
                  </a:lnTo>
                  <a:lnTo>
                    <a:pt x="117" y="252"/>
                  </a:lnTo>
                  <a:lnTo>
                    <a:pt x="98" y="277"/>
                  </a:lnTo>
                  <a:lnTo>
                    <a:pt x="82" y="305"/>
                  </a:lnTo>
                  <a:lnTo>
                    <a:pt x="67" y="333"/>
                  </a:lnTo>
                  <a:lnTo>
                    <a:pt x="53" y="361"/>
                  </a:lnTo>
                  <a:lnTo>
                    <a:pt x="41" y="391"/>
                  </a:lnTo>
                  <a:lnTo>
                    <a:pt x="30" y="422"/>
                  </a:lnTo>
                  <a:lnTo>
                    <a:pt x="22" y="451"/>
                  </a:lnTo>
                  <a:lnTo>
                    <a:pt x="13" y="483"/>
                  </a:lnTo>
                  <a:lnTo>
                    <a:pt x="8" y="514"/>
                  </a:lnTo>
                  <a:lnTo>
                    <a:pt x="4" y="546"/>
                  </a:lnTo>
                  <a:lnTo>
                    <a:pt x="1" y="577"/>
                  </a:lnTo>
                  <a:lnTo>
                    <a:pt x="0" y="610"/>
                  </a:lnTo>
                  <a:lnTo>
                    <a:pt x="1" y="642"/>
                  </a:lnTo>
                  <a:lnTo>
                    <a:pt x="4" y="674"/>
                  </a:lnTo>
                  <a:lnTo>
                    <a:pt x="8" y="705"/>
                  </a:lnTo>
                  <a:lnTo>
                    <a:pt x="13" y="736"/>
                  </a:lnTo>
                  <a:lnTo>
                    <a:pt x="22" y="768"/>
                  </a:lnTo>
                  <a:lnTo>
                    <a:pt x="30" y="798"/>
                  </a:lnTo>
                  <a:lnTo>
                    <a:pt x="41" y="828"/>
                  </a:lnTo>
                  <a:lnTo>
                    <a:pt x="53" y="858"/>
                  </a:lnTo>
                  <a:lnTo>
                    <a:pt x="67" y="886"/>
                  </a:lnTo>
                  <a:lnTo>
                    <a:pt x="82" y="914"/>
                  </a:lnTo>
                  <a:lnTo>
                    <a:pt x="98" y="942"/>
                  </a:lnTo>
                  <a:lnTo>
                    <a:pt x="117" y="968"/>
                  </a:lnTo>
                  <a:lnTo>
                    <a:pt x="136" y="993"/>
                  </a:lnTo>
                  <a:lnTo>
                    <a:pt x="157" y="1018"/>
                  </a:lnTo>
                  <a:lnTo>
                    <a:pt x="179" y="1041"/>
                  </a:lnTo>
                  <a:lnTo>
                    <a:pt x="202" y="1063"/>
                  </a:lnTo>
                  <a:lnTo>
                    <a:pt x="226" y="1083"/>
                  </a:lnTo>
                  <a:lnTo>
                    <a:pt x="252" y="1102"/>
                  </a:lnTo>
                  <a:lnTo>
                    <a:pt x="277" y="1121"/>
                  </a:lnTo>
                  <a:lnTo>
                    <a:pt x="305" y="1137"/>
                  </a:lnTo>
                  <a:lnTo>
                    <a:pt x="333" y="1153"/>
                  </a:lnTo>
                  <a:lnTo>
                    <a:pt x="361" y="1167"/>
                  </a:lnTo>
                  <a:lnTo>
                    <a:pt x="391" y="1178"/>
                  </a:lnTo>
                  <a:lnTo>
                    <a:pt x="421" y="1189"/>
                  </a:lnTo>
                  <a:lnTo>
                    <a:pt x="451" y="1199"/>
                  </a:lnTo>
                  <a:lnTo>
                    <a:pt x="482" y="1206"/>
                  </a:lnTo>
                  <a:lnTo>
                    <a:pt x="514" y="1212"/>
                  </a:lnTo>
                  <a:lnTo>
                    <a:pt x="546" y="1216"/>
                  </a:lnTo>
                  <a:lnTo>
                    <a:pt x="577" y="1218"/>
                  </a:lnTo>
                  <a:lnTo>
                    <a:pt x="609" y="1219"/>
                  </a:lnTo>
                  <a:lnTo>
                    <a:pt x="641" y="1218"/>
                  </a:lnTo>
                  <a:lnTo>
                    <a:pt x="673" y="1216"/>
                  </a:lnTo>
                  <a:lnTo>
                    <a:pt x="704" y="1212"/>
                  </a:lnTo>
                  <a:lnTo>
                    <a:pt x="736" y="1206"/>
                  </a:lnTo>
                  <a:lnTo>
                    <a:pt x="767" y="1199"/>
                  </a:lnTo>
                  <a:lnTo>
                    <a:pt x="797" y="1189"/>
                  </a:lnTo>
                  <a:lnTo>
                    <a:pt x="827" y="1178"/>
                  </a:lnTo>
                  <a:lnTo>
                    <a:pt x="857" y="1167"/>
                  </a:lnTo>
                  <a:lnTo>
                    <a:pt x="885" y="1153"/>
                  </a:lnTo>
                  <a:lnTo>
                    <a:pt x="914" y="1137"/>
                  </a:lnTo>
                  <a:lnTo>
                    <a:pt x="941" y="1121"/>
                  </a:lnTo>
                  <a:lnTo>
                    <a:pt x="967" y="1102"/>
                  </a:lnTo>
                  <a:lnTo>
                    <a:pt x="993" y="1083"/>
                  </a:lnTo>
                  <a:lnTo>
                    <a:pt x="1016" y="1063"/>
                  </a:lnTo>
                  <a:lnTo>
                    <a:pt x="1040" y="1041"/>
                  </a:lnTo>
                  <a:lnTo>
                    <a:pt x="1061" y="1018"/>
                  </a:lnTo>
                  <a:lnTo>
                    <a:pt x="1082" y="993"/>
                  </a:lnTo>
                  <a:lnTo>
                    <a:pt x="1101" y="968"/>
                  </a:lnTo>
                  <a:lnTo>
                    <a:pt x="1120" y="942"/>
                  </a:lnTo>
                  <a:lnTo>
                    <a:pt x="1136" y="914"/>
                  </a:lnTo>
                  <a:lnTo>
                    <a:pt x="1151" y="886"/>
                  </a:lnTo>
                  <a:lnTo>
                    <a:pt x="1166" y="858"/>
                  </a:lnTo>
                  <a:lnTo>
                    <a:pt x="1178" y="828"/>
                  </a:lnTo>
                  <a:lnTo>
                    <a:pt x="1188" y="798"/>
                  </a:lnTo>
                  <a:lnTo>
                    <a:pt x="1198" y="768"/>
                  </a:lnTo>
                  <a:lnTo>
                    <a:pt x="1205" y="736"/>
                  </a:lnTo>
                  <a:lnTo>
                    <a:pt x="1211" y="705"/>
                  </a:lnTo>
                  <a:lnTo>
                    <a:pt x="1215" y="674"/>
                  </a:lnTo>
                  <a:lnTo>
                    <a:pt x="1217" y="642"/>
                  </a:lnTo>
                  <a:lnTo>
                    <a:pt x="1218" y="61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4" name=""/>
            <p:cNvSpPr/>
            <p:nvPr/>
          </p:nvSpPr>
          <p:spPr>
            <a:xfrm rot="0">
              <a:off x="3435" y="2909"/>
              <a:ext cx="1" cy="765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5" name=""/>
            <p:cNvSpPr/>
            <p:nvPr/>
          </p:nvSpPr>
          <p:spPr>
            <a:xfrm rot="0">
              <a:off x="3517" y="2909"/>
              <a:ext cx="1" cy="97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6" name=""/>
            <p:cNvSpPr/>
            <p:nvPr/>
          </p:nvSpPr>
          <p:spPr>
            <a:xfrm rot="0">
              <a:off x="3505" y="3869"/>
              <a:ext cx="25" cy="25"/>
            </a:xfrm>
            <a:custGeom>
              <a:avLst/>
              <a:ahLst/>
              <a:rect l="0" t="0" r="r" b="b"/>
              <a:pathLst>
                <a:path w="52" h="50">
                  <a:moveTo>
                    <a:pt x="52" y="26"/>
                  </a:moveTo>
                  <a:lnTo>
                    <a:pt x="50" y="19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20" y="1"/>
                  </a:lnTo>
                  <a:lnTo>
                    <a:pt x="14" y="3"/>
                  </a:lnTo>
                  <a:lnTo>
                    <a:pt x="9" y="7"/>
                  </a:lnTo>
                  <a:lnTo>
                    <a:pt x="4" y="12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32"/>
                  </a:lnTo>
                  <a:lnTo>
                    <a:pt x="4" y="38"/>
                  </a:lnTo>
                  <a:lnTo>
                    <a:pt x="9" y="43"/>
                  </a:lnTo>
                  <a:lnTo>
                    <a:pt x="14" y="47"/>
                  </a:lnTo>
                  <a:lnTo>
                    <a:pt x="20" y="49"/>
                  </a:lnTo>
                  <a:lnTo>
                    <a:pt x="26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2"/>
                  </a:lnTo>
                  <a:lnTo>
                    <a:pt x="52" y="2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7" name=""/>
            <p:cNvSpPr/>
            <p:nvPr/>
          </p:nvSpPr>
          <p:spPr>
            <a:xfrm rot="0">
              <a:off x="3540" y="2523"/>
              <a:ext cx="1" cy="115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8" name=""/>
            <p:cNvSpPr/>
            <p:nvPr/>
          </p:nvSpPr>
          <p:spPr>
            <a:xfrm rot="0">
              <a:off x="3943" y="2785"/>
              <a:ext cx="1" cy="1147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09" name=""/>
            <p:cNvSpPr/>
            <p:nvPr/>
          </p:nvSpPr>
          <p:spPr>
            <a:xfrm rot="0">
              <a:off x="4160" y="3674"/>
              <a:ext cx="553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0" name=""/>
            <p:cNvSpPr/>
            <p:nvPr/>
          </p:nvSpPr>
          <p:spPr>
            <a:xfrm rot="0" flipV="1">
              <a:off x="4713" y="3192"/>
              <a:ext cx="1" cy="482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1" name=""/>
            <p:cNvSpPr/>
            <p:nvPr/>
          </p:nvSpPr>
          <p:spPr>
            <a:xfrm rot="0">
              <a:off x="4713" y="3674"/>
              <a:ext cx="486" cy="486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2" name=""/>
            <p:cNvSpPr/>
            <p:nvPr/>
          </p:nvSpPr>
          <p:spPr>
            <a:xfrm rot="0">
              <a:off x="3943" y="3932"/>
              <a:ext cx="1028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3" name=""/>
            <p:cNvSpPr/>
            <p:nvPr/>
          </p:nvSpPr>
          <p:spPr>
            <a:xfrm rot="0" flipV="1">
              <a:off x="4971" y="2790"/>
              <a:ext cx="1" cy="1142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4" name=""/>
            <p:cNvSpPr/>
            <p:nvPr/>
          </p:nvSpPr>
          <p:spPr>
            <a:xfrm rot="0">
              <a:off x="3517" y="3882"/>
              <a:ext cx="1405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5" name=""/>
            <p:cNvSpPr/>
            <p:nvPr/>
          </p:nvSpPr>
          <p:spPr>
            <a:xfrm rot="0" flipV="1">
              <a:off x="4922" y="2909"/>
              <a:ext cx="1" cy="97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6" name=""/>
            <p:cNvSpPr/>
            <p:nvPr/>
          </p:nvSpPr>
          <p:spPr>
            <a:xfrm rot="0" flipH="1">
              <a:off x="3740" y="2909"/>
              <a:ext cx="1182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7" name=""/>
            <p:cNvSpPr/>
            <p:nvPr/>
          </p:nvSpPr>
          <p:spPr>
            <a:xfrm rot="0">
              <a:off x="3540" y="2523"/>
              <a:ext cx="1173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8" name=""/>
            <p:cNvSpPr/>
            <p:nvPr/>
          </p:nvSpPr>
          <p:spPr>
            <a:xfrm rot="0">
              <a:off x="3740" y="2657"/>
              <a:ext cx="127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19" name=""/>
            <p:cNvSpPr/>
            <p:nvPr/>
          </p:nvSpPr>
          <p:spPr>
            <a:xfrm rot="0">
              <a:off x="5016" y="2657"/>
              <a:ext cx="1" cy="1320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20" name=""/>
            <p:cNvSpPr/>
            <p:nvPr/>
          </p:nvSpPr>
          <p:spPr>
            <a:xfrm rot="0" flipH="1">
              <a:off x="3740" y="3977"/>
              <a:ext cx="1276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21" name=""/>
            <p:cNvSpPr/>
            <p:nvPr/>
          </p:nvSpPr>
          <p:spPr>
            <a:xfrm rot="0">
              <a:off x="4909" y="2896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6"/>
                  </a:moveTo>
                  <a:lnTo>
                    <a:pt x="51" y="19"/>
                  </a:lnTo>
                  <a:lnTo>
                    <a:pt x="48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4" y="12"/>
                  </a:lnTo>
                  <a:lnTo>
                    <a:pt x="2" y="19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50"/>
                  </a:lnTo>
                  <a:lnTo>
                    <a:pt x="26" y="50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8" y="38"/>
                  </a:lnTo>
                  <a:lnTo>
                    <a:pt x="51" y="32"/>
                  </a:lnTo>
                  <a:lnTo>
                    <a:pt x="51" y="2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22" name=""/>
            <p:cNvSpPr/>
            <p:nvPr/>
          </p:nvSpPr>
          <p:spPr>
            <a:xfrm rot="0">
              <a:off x="4700" y="2521"/>
              <a:ext cx="14" cy="26"/>
            </a:xfrm>
            <a:custGeom>
              <a:avLst/>
              <a:ahLst/>
              <a:rect l="0" t="0" r="r" b="b"/>
              <a:pathLst>
                <a:path w="27" h="51">
                  <a:moveTo>
                    <a:pt x="26" y="25"/>
                  </a:moveTo>
                  <a:lnTo>
                    <a:pt x="27" y="51"/>
                  </a:lnTo>
                  <a:lnTo>
                    <a:pt x="18" y="50"/>
                  </a:lnTo>
                  <a:lnTo>
                    <a:pt x="11" y="47"/>
                  </a:lnTo>
                  <a:lnTo>
                    <a:pt x="5" y="41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26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23" name=""/>
            <p:cNvSpPr/>
            <p:nvPr/>
          </p:nvSpPr>
          <p:spPr>
            <a:xfrm rot="0">
              <a:off x="4700" y="2521"/>
              <a:ext cx="14" cy="26"/>
            </a:xfrm>
            <a:custGeom>
              <a:avLst/>
              <a:ahLst/>
              <a:rect l="0" t="0" r="r" b="b"/>
              <a:pathLst>
                <a:path w="27" h="51">
                  <a:moveTo>
                    <a:pt x="27" y="51"/>
                  </a:moveTo>
                  <a:lnTo>
                    <a:pt x="18" y="50"/>
                  </a:lnTo>
                  <a:lnTo>
                    <a:pt x="11" y="47"/>
                  </a:lnTo>
                  <a:lnTo>
                    <a:pt x="5" y="41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24" name=""/>
            <p:cNvSpPr/>
            <p:nvPr/>
          </p:nvSpPr>
          <p:spPr>
            <a:xfrm rot="0">
              <a:off x="4713" y="2520"/>
              <a:ext cx="22" cy="27"/>
            </a:xfrm>
            <a:custGeom>
              <a:avLst/>
              <a:ahLst/>
              <a:rect l="0" t="0" r="r" b="b"/>
              <a:pathLst>
                <a:path w="45" h="52">
                  <a:moveTo>
                    <a:pt x="0" y="1"/>
                  </a:moveTo>
                  <a:lnTo>
                    <a:pt x="1" y="26"/>
                  </a:lnTo>
                  <a:lnTo>
                    <a:pt x="2" y="52"/>
                  </a:lnTo>
                  <a:lnTo>
                    <a:pt x="45" y="51"/>
                  </a:lnTo>
                  <a:lnTo>
                    <a:pt x="44" y="25"/>
                  </a:lnTo>
                  <a:lnTo>
                    <a:pt x="43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25" name=""/>
            <p:cNvSpPr/>
            <p:nvPr/>
          </p:nvSpPr>
          <p:spPr>
            <a:xfrm rot="0">
              <a:off x="4713" y="2520"/>
              <a:ext cx="22" cy="27"/>
            </a:xfrm>
            <a:custGeom>
              <a:avLst/>
              <a:ahLst/>
              <a:rect l="0" t="0" r="r" b="b"/>
              <a:pathLst>
                <a:path w="45" h="52">
                  <a:moveTo>
                    <a:pt x="0" y="1"/>
                  </a:moveTo>
                  <a:lnTo>
                    <a:pt x="1" y="26"/>
                  </a:lnTo>
                  <a:lnTo>
                    <a:pt x="2" y="52"/>
                  </a:lnTo>
                  <a:lnTo>
                    <a:pt x="45" y="51"/>
                  </a:lnTo>
                  <a:lnTo>
                    <a:pt x="44" y="25"/>
                  </a:lnTo>
                  <a:lnTo>
                    <a:pt x="43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26" name=""/>
            <p:cNvSpPr/>
            <p:nvPr/>
          </p:nvSpPr>
          <p:spPr>
            <a:xfrm rot="0">
              <a:off x="4734" y="2520"/>
              <a:ext cx="1" cy="13"/>
            </a:xfrm>
            <a:custGeom>
              <a:avLst/>
              <a:ahLst/>
              <a:rect l="0" t="0" r="r" b="b"/>
              <a:pathLst>
                <a:path w="2" h="25">
                  <a:moveTo>
                    <a:pt x="1" y="25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1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27" name=""/>
            <p:cNvSpPr/>
            <p:nvPr/>
          </p:nvSpPr>
          <p:spPr>
            <a:xfrm rot="0">
              <a:off x="4734" y="25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28" name=""/>
            <p:cNvSpPr/>
            <p:nvPr/>
          </p:nvSpPr>
          <p:spPr>
            <a:xfrm rot="0">
              <a:off x="4734" y="2520"/>
              <a:ext cx="23" cy="27"/>
            </a:xfrm>
            <a:custGeom>
              <a:avLst/>
              <a:ahLst/>
              <a:rect l="0" t="0" r="r" b="b"/>
              <a:pathLst>
                <a:path w="45" h="52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42" y="52"/>
                  </a:lnTo>
                  <a:lnTo>
                    <a:pt x="44" y="26"/>
                  </a:lnTo>
                  <a:lnTo>
                    <a:pt x="45" y="1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29" name=""/>
            <p:cNvSpPr/>
            <p:nvPr/>
          </p:nvSpPr>
          <p:spPr>
            <a:xfrm rot="0">
              <a:off x="4734" y="2520"/>
              <a:ext cx="23" cy="27"/>
            </a:xfrm>
            <a:custGeom>
              <a:avLst/>
              <a:ahLst/>
              <a:rect l="0" t="0" r="r" b="b"/>
              <a:pathLst>
                <a:path w="45" h="52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42" y="52"/>
                  </a:lnTo>
                  <a:lnTo>
                    <a:pt x="44" y="26"/>
                  </a:lnTo>
                  <a:lnTo>
                    <a:pt x="45" y="1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30" name=""/>
            <p:cNvSpPr/>
            <p:nvPr/>
          </p:nvSpPr>
          <p:spPr>
            <a:xfrm rot="0">
              <a:off x="4756" y="2521"/>
              <a:ext cx="1" cy="13"/>
            </a:xfrm>
            <a:custGeom>
              <a:avLst/>
              <a:ahLst/>
              <a:rect l="0" t="0" r="r" b="b"/>
              <a:pathLst>
                <a:path w="1" h="25">
                  <a:moveTo>
                    <a:pt x="0" y="2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31" name=""/>
            <p:cNvSpPr/>
            <p:nvPr/>
          </p:nvSpPr>
          <p:spPr>
            <a:xfrm rot="0">
              <a:off x="4757" y="2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32" name=""/>
            <p:cNvSpPr/>
            <p:nvPr/>
          </p:nvSpPr>
          <p:spPr>
            <a:xfrm rot="0">
              <a:off x="4756" y="2521"/>
              <a:ext cx="22" cy="26"/>
            </a:xfrm>
            <a:custGeom>
              <a:avLst/>
              <a:ahLst/>
              <a:rect l="0" t="0" r="r" b="b"/>
              <a:pathLst>
                <a:path w="44" h="52">
                  <a:moveTo>
                    <a:pt x="3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42" y="52"/>
                  </a:lnTo>
                  <a:lnTo>
                    <a:pt x="43" y="26"/>
                  </a:lnTo>
                  <a:lnTo>
                    <a:pt x="44" y="1"/>
                  </a:lnTo>
                  <a:lnTo>
                    <a:pt x="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33" name=""/>
            <p:cNvSpPr/>
            <p:nvPr/>
          </p:nvSpPr>
          <p:spPr>
            <a:xfrm rot="0">
              <a:off x="4756" y="2521"/>
              <a:ext cx="22" cy="26"/>
            </a:xfrm>
            <a:custGeom>
              <a:avLst/>
              <a:ahLst/>
              <a:rect l="0" t="0" r="r" b="b"/>
              <a:pathLst>
                <a:path w="44" h="52">
                  <a:moveTo>
                    <a:pt x="3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42" y="52"/>
                  </a:lnTo>
                  <a:lnTo>
                    <a:pt x="43" y="26"/>
                  </a:lnTo>
                  <a:lnTo>
                    <a:pt x="44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34" name=""/>
            <p:cNvSpPr/>
            <p:nvPr/>
          </p:nvSpPr>
          <p:spPr>
            <a:xfrm rot="0">
              <a:off x="4777" y="2521"/>
              <a:ext cx="1" cy="13"/>
            </a:xfrm>
            <a:custGeom>
              <a:avLst/>
              <a:ahLst/>
              <a:rect l="0" t="0" r="r" b="b"/>
              <a:pathLst>
                <a:path w="1" h="25">
                  <a:moveTo>
                    <a:pt x="0" y="2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35" name=""/>
            <p:cNvSpPr/>
            <p:nvPr/>
          </p:nvSpPr>
          <p:spPr>
            <a:xfrm rot="0">
              <a:off x="4778" y="2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36" name=""/>
            <p:cNvSpPr/>
            <p:nvPr/>
          </p:nvSpPr>
          <p:spPr>
            <a:xfrm rot="0">
              <a:off x="4777" y="2521"/>
              <a:ext cx="11" cy="27"/>
            </a:xfrm>
            <a:custGeom>
              <a:avLst/>
              <a:ahLst/>
              <a:rect l="0" t="0" r="r" b="b"/>
              <a:pathLst>
                <a:path w="24" h="52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22" y="52"/>
                  </a:lnTo>
                  <a:lnTo>
                    <a:pt x="23" y="27"/>
                  </a:lnTo>
                  <a:lnTo>
                    <a:pt x="24" y="1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37" name=""/>
            <p:cNvSpPr/>
            <p:nvPr/>
          </p:nvSpPr>
          <p:spPr>
            <a:xfrm rot="0">
              <a:off x="4777" y="2521"/>
              <a:ext cx="11" cy="27"/>
            </a:xfrm>
            <a:custGeom>
              <a:avLst/>
              <a:ahLst/>
              <a:rect l="0" t="0" r="r" b="b"/>
              <a:pathLst>
                <a:path w="24" h="52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22" y="52"/>
                  </a:lnTo>
                  <a:lnTo>
                    <a:pt x="23" y="27"/>
                  </a:lnTo>
                  <a:lnTo>
                    <a:pt x="24" y="1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38" name=""/>
            <p:cNvSpPr/>
            <p:nvPr/>
          </p:nvSpPr>
          <p:spPr>
            <a:xfrm rot="0">
              <a:off x="4788" y="2522"/>
              <a:ext cx="1" cy="13"/>
            </a:xfrm>
            <a:custGeom>
              <a:avLst/>
              <a:ahLst/>
              <a:rect l="0" t="0" r="r" b="b"/>
              <a:pathLst>
                <a:path w="2" h="26">
                  <a:moveTo>
                    <a:pt x="0" y="26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39" name=""/>
            <p:cNvSpPr/>
            <p:nvPr/>
          </p:nvSpPr>
          <p:spPr>
            <a:xfrm rot="0">
              <a:off x="4788" y="2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40" name=""/>
            <p:cNvSpPr/>
            <p:nvPr/>
          </p:nvSpPr>
          <p:spPr>
            <a:xfrm rot="0">
              <a:off x="4787" y="2522"/>
              <a:ext cx="13" cy="27"/>
            </a:xfrm>
            <a:custGeom>
              <a:avLst/>
              <a:ahLst/>
              <a:rect l="0" t="0" r="r" b="b"/>
              <a:pathLst>
                <a:path w="26" h="53">
                  <a:moveTo>
                    <a:pt x="4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21" y="53"/>
                  </a:lnTo>
                  <a:lnTo>
                    <a:pt x="23" y="28"/>
                  </a:lnTo>
                  <a:lnTo>
                    <a:pt x="26" y="2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41" name=""/>
            <p:cNvSpPr/>
            <p:nvPr/>
          </p:nvSpPr>
          <p:spPr>
            <a:xfrm rot="0">
              <a:off x="4787" y="2522"/>
              <a:ext cx="13" cy="27"/>
            </a:xfrm>
            <a:custGeom>
              <a:avLst/>
              <a:ahLst/>
              <a:rect l="0" t="0" r="r" b="b"/>
              <a:pathLst>
                <a:path w="26" h="53">
                  <a:moveTo>
                    <a:pt x="4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21" y="53"/>
                  </a:lnTo>
                  <a:lnTo>
                    <a:pt x="23" y="28"/>
                  </a:lnTo>
                  <a:lnTo>
                    <a:pt x="26" y="2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42" name=""/>
            <p:cNvSpPr/>
            <p:nvPr/>
          </p:nvSpPr>
          <p:spPr>
            <a:xfrm rot="0">
              <a:off x="4798" y="2523"/>
              <a:ext cx="12" cy="27"/>
            </a:xfrm>
            <a:custGeom>
              <a:avLst/>
              <a:ahLst/>
              <a:rect l="0" t="0" r="r" b="b"/>
              <a:pathLst>
                <a:path w="26" h="53">
                  <a:moveTo>
                    <a:pt x="5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22" y="53"/>
                  </a:lnTo>
                  <a:lnTo>
                    <a:pt x="24" y="28"/>
                  </a:lnTo>
                  <a:lnTo>
                    <a:pt x="26" y="2"/>
                  </a:lnTo>
                  <a:lnTo>
                    <a:pt x="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43" name=""/>
            <p:cNvSpPr/>
            <p:nvPr/>
          </p:nvSpPr>
          <p:spPr>
            <a:xfrm rot="0">
              <a:off x="4798" y="2523"/>
              <a:ext cx="12" cy="27"/>
            </a:xfrm>
            <a:custGeom>
              <a:avLst/>
              <a:ahLst/>
              <a:rect l="0" t="0" r="r" b="b"/>
              <a:pathLst>
                <a:path w="26" h="53">
                  <a:moveTo>
                    <a:pt x="5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22" y="53"/>
                  </a:lnTo>
                  <a:lnTo>
                    <a:pt x="24" y="28"/>
                  </a:lnTo>
                  <a:lnTo>
                    <a:pt x="26" y="2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44" name=""/>
            <p:cNvSpPr/>
            <p:nvPr/>
          </p:nvSpPr>
          <p:spPr>
            <a:xfrm rot="0">
              <a:off x="4808" y="2524"/>
              <a:ext cx="13" cy="27"/>
            </a:xfrm>
            <a:custGeom>
              <a:avLst/>
              <a:ahLst/>
              <a:rect l="0" t="0" r="r" b="b"/>
              <a:pathLst>
                <a:path w="25" h="53">
                  <a:moveTo>
                    <a:pt x="4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21" y="53"/>
                  </a:lnTo>
                  <a:lnTo>
                    <a:pt x="23" y="28"/>
                  </a:lnTo>
                  <a:lnTo>
                    <a:pt x="25" y="2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45" name=""/>
            <p:cNvSpPr/>
            <p:nvPr/>
          </p:nvSpPr>
          <p:spPr>
            <a:xfrm rot="0">
              <a:off x="4808" y="2524"/>
              <a:ext cx="13" cy="27"/>
            </a:xfrm>
            <a:custGeom>
              <a:avLst/>
              <a:ahLst/>
              <a:rect l="0" t="0" r="r" b="b"/>
              <a:pathLst>
                <a:path w="25" h="53">
                  <a:moveTo>
                    <a:pt x="4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21" y="53"/>
                  </a:lnTo>
                  <a:lnTo>
                    <a:pt x="23" y="28"/>
                  </a:lnTo>
                  <a:lnTo>
                    <a:pt x="25" y="2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46" name=""/>
            <p:cNvSpPr/>
            <p:nvPr/>
          </p:nvSpPr>
          <p:spPr>
            <a:xfrm rot="0">
              <a:off x="4820" y="2525"/>
              <a:ext cx="2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2" y="0"/>
                  </a:lnTo>
                  <a:lnTo>
                    <a:pt x="5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47" name=""/>
            <p:cNvSpPr/>
            <p:nvPr/>
          </p:nvSpPr>
          <p:spPr>
            <a:xfrm rot="0">
              <a:off x="4821" y="2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48" name=""/>
            <p:cNvSpPr/>
            <p:nvPr/>
          </p:nvSpPr>
          <p:spPr>
            <a:xfrm rot="0">
              <a:off x="4818" y="2525"/>
              <a:ext cx="15" cy="27"/>
            </a:xfrm>
            <a:custGeom>
              <a:avLst/>
              <a:ahLst/>
              <a:rect l="0" t="0" r="r" b="b"/>
              <a:pathLst>
                <a:path w="29" h="54">
                  <a:moveTo>
                    <a:pt x="9" y="0"/>
                  </a:moveTo>
                  <a:lnTo>
                    <a:pt x="4" y="26"/>
                  </a:lnTo>
                  <a:lnTo>
                    <a:pt x="0" y="51"/>
                  </a:lnTo>
                  <a:lnTo>
                    <a:pt x="21" y="54"/>
                  </a:lnTo>
                  <a:lnTo>
                    <a:pt x="25" y="29"/>
                  </a:lnTo>
                  <a:lnTo>
                    <a:pt x="29" y="3"/>
                  </a:lnTo>
                  <a:lnTo>
                    <a:pt x="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49" name=""/>
            <p:cNvSpPr/>
            <p:nvPr/>
          </p:nvSpPr>
          <p:spPr>
            <a:xfrm rot="0">
              <a:off x="4818" y="2525"/>
              <a:ext cx="15" cy="27"/>
            </a:xfrm>
            <a:custGeom>
              <a:avLst/>
              <a:ahLst/>
              <a:rect l="0" t="0" r="r" b="b"/>
              <a:pathLst>
                <a:path w="29" h="54">
                  <a:moveTo>
                    <a:pt x="9" y="0"/>
                  </a:moveTo>
                  <a:lnTo>
                    <a:pt x="4" y="26"/>
                  </a:lnTo>
                  <a:lnTo>
                    <a:pt x="0" y="51"/>
                  </a:lnTo>
                  <a:lnTo>
                    <a:pt x="21" y="54"/>
                  </a:lnTo>
                  <a:lnTo>
                    <a:pt x="25" y="29"/>
                  </a:lnTo>
                  <a:lnTo>
                    <a:pt x="29" y="3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50" name=""/>
            <p:cNvSpPr/>
            <p:nvPr/>
          </p:nvSpPr>
          <p:spPr>
            <a:xfrm rot="0">
              <a:off x="4830" y="2527"/>
              <a:ext cx="3" cy="12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4" y="0"/>
                  </a:lnTo>
                  <a:lnTo>
                    <a:pt x="5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51" name=""/>
            <p:cNvSpPr/>
            <p:nvPr/>
          </p:nvSpPr>
          <p:spPr>
            <a:xfrm rot="0">
              <a:off x="4833" y="25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52" name=""/>
            <p:cNvSpPr/>
            <p:nvPr/>
          </p:nvSpPr>
          <p:spPr>
            <a:xfrm rot="0">
              <a:off x="4828" y="2527"/>
              <a:ext cx="16" cy="27"/>
            </a:xfrm>
            <a:custGeom>
              <a:avLst/>
              <a:ahLst/>
              <a:rect l="0" t="0" r="r" b="b"/>
              <a:pathLst>
                <a:path w="32" h="55">
                  <a:moveTo>
                    <a:pt x="10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21" y="55"/>
                  </a:lnTo>
                  <a:lnTo>
                    <a:pt x="26" y="30"/>
                  </a:lnTo>
                  <a:lnTo>
                    <a:pt x="32" y="4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53" name=""/>
            <p:cNvSpPr/>
            <p:nvPr/>
          </p:nvSpPr>
          <p:spPr>
            <a:xfrm rot="0">
              <a:off x="4828" y="2527"/>
              <a:ext cx="16" cy="27"/>
            </a:xfrm>
            <a:custGeom>
              <a:avLst/>
              <a:ahLst/>
              <a:rect l="0" t="0" r="r" b="b"/>
              <a:pathLst>
                <a:path w="32" h="55">
                  <a:moveTo>
                    <a:pt x="10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21" y="55"/>
                  </a:lnTo>
                  <a:lnTo>
                    <a:pt x="26" y="30"/>
                  </a:lnTo>
                  <a:lnTo>
                    <a:pt x="32" y="4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54" name=""/>
            <p:cNvSpPr/>
            <p:nvPr/>
          </p:nvSpPr>
          <p:spPr>
            <a:xfrm rot="0">
              <a:off x="4839" y="2541"/>
              <a:ext cx="2" cy="13"/>
            </a:xfrm>
            <a:custGeom>
              <a:avLst/>
              <a:ahLst/>
              <a:rect l="0" t="0" r="r" b="b"/>
              <a:pathLst>
                <a:path w="5" h="25">
                  <a:moveTo>
                    <a:pt x="5" y="0"/>
                  </a:moveTo>
                  <a:lnTo>
                    <a:pt x="0" y="25"/>
                  </a:lnTo>
                  <a:lnTo>
                    <a:pt x="0" y="25"/>
                  </a:lnTo>
                  <a:lnTo>
                    <a:pt x="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55" name=""/>
            <p:cNvSpPr/>
            <p:nvPr/>
          </p:nvSpPr>
          <p:spPr>
            <a:xfrm rot="0">
              <a:off x="4839" y="2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56" name=""/>
            <p:cNvSpPr/>
            <p:nvPr/>
          </p:nvSpPr>
          <p:spPr>
            <a:xfrm rot="0">
              <a:off x="4839" y="2529"/>
              <a:ext cx="16" cy="27"/>
            </a:xfrm>
            <a:custGeom>
              <a:avLst/>
              <a:ahLst/>
              <a:rect l="0" t="0" r="r" b="b"/>
              <a:pathLst>
                <a:path w="32" h="56">
                  <a:moveTo>
                    <a:pt x="11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22" y="56"/>
                  </a:lnTo>
                  <a:lnTo>
                    <a:pt x="27" y="30"/>
                  </a:lnTo>
                  <a:lnTo>
                    <a:pt x="32" y="4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57" name=""/>
            <p:cNvSpPr/>
            <p:nvPr/>
          </p:nvSpPr>
          <p:spPr>
            <a:xfrm rot="0">
              <a:off x="4839" y="2529"/>
              <a:ext cx="16" cy="27"/>
            </a:xfrm>
            <a:custGeom>
              <a:avLst/>
              <a:ahLst/>
              <a:rect l="0" t="0" r="r" b="b"/>
              <a:pathLst>
                <a:path w="32" h="56">
                  <a:moveTo>
                    <a:pt x="11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22" y="56"/>
                  </a:lnTo>
                  <a:lnTo>
                    <a:pt x="27" y="30"/>
                  </a:lnTo>
                  <a:lnTo>
                    <a:pt x="32" y="4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58" name=""/>
            <p:cNvSpPr/>
            <p:nvPr/>
          </p:nvSpPr>
          <p:spPr>
            <a:xfrm rot="0">
              <a:off x="4852" y="2531"/>
              <a:ext cx="3" cy="12"/>
            </a:xfrm>
            <a:custGeom>
              <a:avLst/>
              <a:ahLst/>
              <a:rect l="0" t="0" r="r" b="b"/>
              <a:pathLst>
                <a:path w="6" h="26">
                  <a:moveTo>
                    <a:pt x="0" y="26"/>
                  </a:moveTo>
                  <a:lnTo>
                    <a:pt x="5" y="0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59" name=""/>
            <p:cNvSpPr/>
            <p:nvPr/>
          </p:nvSpPr>
          <p:spPr>
            <a:xfrm rot="0">
              <a:off x="4855" y="25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60" name=""/>
            <p:cNvSpPr/>
            <p:nvPr/>
          </p:nvSpPr>
          <p:spPr>
            <a:xfrm rot="0">
              <a:off x="4849" y="2531"/>
              <a:ext cx="16" cy="28"/>
            </a:xfrm>
            <a:custGeom>
              <a:avLst/>
              <a:ahLst/>
              <a:rect l="0" t="0" r="r" b="b"/>
              <a:pathLst>
                <a:path w="32" h="57">
                  <a:moveTo>
                    <a:pt x="12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20" y="57"/>
                  </a:lnTo>
                  <a:lnTo>
                    <a:pt x="26" y="31"/>
                  </a:lnTo>
                  <a:lnTo>
                    <a:pt x="32" y="5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61" name=""/>
            <p:cNvSpPr/>
            <p:nvPr/>
          </p:nvSpPr>
          <p:spPr>
            <a:xfrm rot="0">
              <a:off x="4849" y="2531"/>
              <a:ext cx="16" cy="28"/>
            </a:xfrm>
            <a:custGeom>
              <a:avLst/>
              <a:ahLst/>
              <a:rect l="0" t="0" r="r" b="b"/>
              <a:pathLst>
                <a:path w="32" h="57">
                  <a:moveTo>
                    <a:pt x="12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20" y="57"/>
                  </a:lnTo>
                  <a:lnTo>
                    <a:pt x="26" y="31"/>
                  </a:lnTo>
                  <a:lnTo>
                    <a:pt x="32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62" name=""/>
            <p:cNvSpPr/>
            <p:nvPr/>
          </p:nvSpPr>
          <p:spPr>
            <a:xfrm rot="0">
              <a:off x="4862" y="2533"/>
              <a:ext cx="4" cy="13"/>
            </a:xfrm>
            <a:custGeom>
              <a:avLst/>
              <a:ahLst/>
              <a:rect l="0" t="0" r="r" b="b"/>
              <a:pathLst>
                <a:path w="8" h="26">
                  <a:moveTo>
                    <a:pt x="0" y="26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63" name=""/>
            <p:cNvSpPr/>
            <p:nvPr/>
          </p:nvSpPr>
          <p:spPr>
            <a:xfrm rot="0">
              <a:off x="4865" y="25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64" name=""/>
            <p:cNvSpPr/>
            <p:nvPr/>
          </p:nvSpPr>
          <p:spPr>
            <a:xfrm rot="0">
              <a:off x="4859" y="2533"/>
              <a:ext cx="18" cy="29"/>
            </a:xfrm>
            <a:custGeom>
              <a:avLst/>
              <a:ahLst/>
              <a:rect l="0" t="0" r="r" b="b"/>
              <a:pathLst>
                <a:path w="36" h="58">
                  <a:moveTo>
                    <a:pt x="15" y="0"/>
                  </a:moveTo>
                  <a:lnTo>
                    <a:pt x="7" y="26"/>
                  </a:lnTo>
                  <a:lnTo>
                    <a:pt x="0" y="52"/>
                  </a:lnTo>
                  <a:lnTo>
                    <a:pt x="22" y="58"/>
                  </a:lnTo>
                  <a:lnTo>
                    <a:pt x="29" y="32"/>
                  </a:lnTo>
                  <a:lnTo>
                    <a:pt x="36" y="7"/>
                  </a:lnTo>
                  <a:lnTo>
                    <a:pt x="1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65" name=""/>
            <p:cNvSpPr/>
            <p:nvPr/>
          </p:nvSpPr>
          <p:spPr>
            <a:xfrm rot="0">
              <a:off x="4859" y="2533"/>
              <a:ext cx="18" cy="29"/>
            </a:xfrm>
            <a:custGeom>
              <a:avLst/>
              <a:ahLst/>
              <a:rect l="0" t="0" r="r" b="b"/>
              <a:pathLst>
                <a:path w="36" h="58">
                  <a:moveTo>
                    <a:pt x="15" y="0"/>
                  </a:moveTo>
                  <a:lnTo>
                    <a:pt x="7" y="26"/>
                  </a:lnTo>
                  <a:lnTo>
                    <a:pt x="0" y="52"/>
                  </a:lnTo>
                  <a:lnTo>
                    <a:pt x="22" y="58"/>
                  </a:lnTo>
                  <a:lnTo>
                    <a:pt x="29" y="32"/>
                  </a:lnTo>
                  <a:lnTo>
                    <a:pt x="36" y="7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66" name=""/>
            <p:cNvSpPr/>
            <p:nvPr/>
          </p:nvSpPr>
          <p:spPr>
            <a:xfrm rot="0">
              <a:off x="4873" y="2536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25"/>
                  </a:moveTo>
                  <a:lnTo>
                    <a:pt x="7" y="0"/>
                  </a:lnTo>
                  <a:lnTo>
                    <a:pt x="7" y="1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67" name=""/>
            <p:cNvSpPr/>
            <p:nvPr/>
          </p:nvSpPr>
          <p:spPr>
            <a:xfrm rot="0">
              <a:off x="4877" y="25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68" name=""/>
            <p:cNvSpPr/>
            <p:nvPr/>
          </p:nvSpPr>
          <p:spPr>
            <a:xfrm rot="0">
              <a:off x="4869" y="2537"/>
              <a:ext cx="18" cy="27"/>
            </a:xfrm>
            <a:custGeom>
              <a:avLst/>
              <a:ahLst/>
              <a:rect l="0" t="0" r="r" b="b"/>
              <a:pathLst>
                <a:path w="34" h="55">
                  <a:moveTo>
                    <a:pt x="14" y="0"/>
                  </a:moveTo>
                  <a:lnTo>
                    <a:pt x="7" y="24"/>
                  </a:lnTo>
                  <a:lnTo>
                    <a:pt x="0" y="49"/>
                  </a:lnTo>
                  <a:lnTo>
                    <a:pt x="20" y="55"/>
                  </a:lnTo>
                  <a:lnTo>
                    <a:pt x="27" y="30"/>
                  </a:lnTo>
                  <a:lnTo>
                    <a:pt x="34" y="6"/>
                  </a:lnTo>
                  <a:lnTo>
                    <a:pt x="1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69" name=""/>
            <p:cNvSpPr/>
            <p:nvPr/>
          </p:nvSpPr>
          <p:spPr>
            <a:xfrm rot="0">
              <a:off x="4869" y="2537"/>
              <a:ext cx="18" cy="27"/>
            </a:xfrm>
            <a:custGeom>
              <a:avLst/>
              <a:ahLst/>
              <a:rect l="0" t="0" r="r" b="b"/>
              <a:pathLst>
                <a:path w="34" h="55">
                  <a:moveTo>
                    <a:pt x="14" y="0"/>
                  </a:moveTo>
                  <a:lnTo>
                    <a:pt x="7" y="24"/>
                  </a:lnTo>
                  <a:lnTo>
                    <a:pt x="0" y="49"/>
                  </a:lnTo>
                  <a:lnTo>
                    <a:pt x="20" y="55"/>
                  </a:lnTo>
                  <a:lnTo>
                    <a:pt x="27" y="30"/>
                  </a:lnTo>
                  <a:lnTo>
                    <a:pt x="34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70" name=""/>
            <p:cNvSpPr/>
            <p:nvPr/>
          </p:nvSpPr>
          <p:spPr>
            <a:xfrm rot="0">
              <a:off x="4883" y="2540"/>
              <a:ext cx="5" cy="12"/>
            </a:xfrm>
            <a:custGeom>
              <a:avLst/>
              <a:ahLst/>
              <a:rect l="0" t="0" r="r" b="b"/>
              <a:pathLst>
                <a:path w="10" h="24">
                  <a:moveTo>
                    <a:pt x="0" y="24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71" name=""/>
            <p:cNvSpPr/>
            <p:nvPr/>
          </p:nvSpPr>
          <p:spPr>
            <a:xfrm rot="0">
              <a:off x="4887" y="25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72" name=""/>
            <p:cNvSpPr/>
            <p:nvPr/>
          </p:nvSpPr>
          <p:spPr>
            <a:xfrm rot="0">
              <a:off x="4879" y="2540"/>
              <a:ext cx="18" cy="28"/>
            </a:xfrm>
            <a:custGeom>
              <a:avLst/>
              <a:ahLst/>
              <a:rect l="0" t="0" r="r" b="b"/>
              <a:pathLst>
                <a:path w="38" h="56">
                  <a:moveTo>
                    <a:pt x="19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20" y="56"/>
                  </a:lnTo>
                  <a:lnTo>
                    <a:pt x="29" y="31"/>
                  </a:lnTo>
                  <a:lnTo>
                    <a:pt x="38" y="7"/>
                  </a:lnTo>
                  <a:lnTo>
                    <a:pt x="1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73" name=""/>
            <p:cNvSpPr/>
            <p:nvPr/>
          </p:nvSpPr>
          <p:spPr>
            <a:xfrm rot="0">
              <a:off x="4879" y="2540"/>
              <a:ext cx="18" cy="28"/>
            </a:xfrm>
            <a:custGeom>
              <a:avLst/>
              <a:ahLst/>
              <a:rect l="0" t="0" r="r" b="b"/>
              <a:pathLst>
                <a:path w="38" h="56">
                  <a:moveTo>
                    <a:pt x="19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20" y="56"/>
                  </a:lnTo>
                  <a:lnTo>
                    <a:pt x="29" y="31"/>
                  </a:lnTo>
                  <a:lnTo>
                    <a:pt x="38" y="7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74" name=""/>
            <p:cNvSpPr/>
            <p:nvPr/>
          </p:nvSpPr>
          <p:spPr>
            <a:xfrm rot="0">
              <a:off x="4893" y="2543"/>
              <a:ext cx="4" cy="13"/>
            </a:xfrm>
            <a:custGeom>
              <a:avLst/>
              <a:ahLst/>
              <a:rect l="0" t="0" r="r" b="b"/>
              <a:pathLst>
                <a:path w="9" h="24">
                  <a:moveTo>
                    <a:pt x="0" y="24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75" name=""/>
            <p:cNvSpPr/>
            <p:nvPr/>
          </p:nvSpPr>
          <p:spPr>
            <a:xfrm rot="0">
              <a:off x="4897" y="25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76" name=""/>
            <p:cNvSpPr/>
            <p:nvPr/>
          </p:nvSpPr>
          <p:spPr>
            <a:xfrm rot="0">
              <a:off x="4888" y="2543"/>
              <a:ext cx="20" cy="29"/>
            </a:xfrm>
            <a:custGeom>
              <a:avLst/>
              <a:ahLst/>
              <a:rect l="0" t="0" r="r" b="b"/>
              <a:pathLst>
                <a:path w="38" h="57">
                  <a:moveTo>
                    <a:pt x="18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20" y="57"/>
                  </a:lnTo>
                  <a:lnTo>
                    <a:pt x="29" y="33"/>
                  </a:lnTo>
                  <a:lnTo>
                    <a:pt x="38" y="8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77" name=""/>
            <p:cNvSpPr/>
            <p:nvPr/>
          </p:nvSpPr>
          <p:spPr>
            <a:xfrm rot="0">
              <a:off x="4888" y="2543"/>
              <a:ext cx="20" cy="29"/>
            </a:xfrm>
            <a:custGeom>
              <a:avLst/>
              <a:ahLst/>
              <a:rect l="0" t="0" r="r" b="b"/>
              <a:pathLst>
                <a:path w="38" h="57">
                  <a:moveTo>
                    <a:pt x="18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20" y="57"/>
                  </a:lnTo>
                  <a:lnTo>
                    <a:pt x="29" y="33"/>
                  </a:lnTo>
                  <a:lnTo>
                    <a:pt x="38" y="8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6" name=""/>
          <p:cNvGrpSpPr/>
          <p:nvPr/>
        </p:nvGrpSpPr>
        <p:grpSpPr>
          <a:xfrm rot="0">
            <a:off x="5599112" y="4044950"/>
            <a:ext cx="2379662" cy="2268537"/>
            <a:chOff x="3527" y="2548"/>
            <a:chExt cx="1499" cy="1429"/>
          </a:xfrm>
        </p:grpSpPr>
        <p:sp>
          <p:nvSpPr>
            <p:cNvPr id="1059478" name=""/>
            <p:cNvSpPr/>
            <p:nvPr/>
          </p:nvSpPr>
          <p:spPr>
            <a:xfrm rot="0">
              <a:off x="4903" y="2548"/>
              <a:ext cx="6" cy="12"/>
            </a:xfrm>
            <a:custGeom>
              <a:avLst/>
              <a:ahLst/>
              <a:rect l="0" t="0" r="r" b="b"/>
              <a:pathLst>
                <a:path w="11" h="25">
                  <a:moveTo>
                    <a:pt x="0" y="25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79" name=""/>
            <p:cNvSpPr/>
            <p:nvPr/>
          </p:nvSpPr>
          <p:spPr>
            <a:xfrm rot="0">
              <a:off x="4908" y="25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80" name=""/>
            <p:cNvSpPr/>
            <p:nvPr/>
          </p:nvSpPr>
          <p:spPr>
            <a:xfrm rot="0">
              <a:off x="4897" y="2548"/>
              <a:ext cx="21" cy="28"/>
            </a:xfrm>
            <a:custGeom>
              <a:avLst/>
              <a:ahLst/>
              <a:rect l="0" t="0" r="r" b="b"/>
              <a:pathLst>
                <a:path w="42" h="56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19" y="56"/>
                  </a:lnTo>
                  <a:lnTo>
                    <a:pt x="31" y="33"/>
                  </a:lnTo>
                  <a:lnTo>
                    <a:pt x="42" y="9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81" name=""/>
            <p:cNvSpPr/>
            <p:nvPr/>
          </p:nvSpPr>
          <p:spPr>
            <a:xfrm rot="0">
              <a:off x="4897" y="2548"/>
              <a:ext cx="21" cy="28"/>
            </a:xfrm>
            <a:custGeom>
              <a:avLst/>
              <a:ahLst/>
              <a:rect l="0" t="0" r="r" b="b"/>
              <a:pathLst>
                <a:path w="42" h="56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19" y="56"/>
                  </a:lnTo>
                  <a:lnTo>
                    <a:pt x="31" y="33"/>
                  </a:lnTo>
                  <a:lnTo>
                    <a:pt x="42" y="9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82" name=""/>
            <p:cNvSpPr/>
            <p:nvPr/>
          </p:nvSpPr>
          <p:spPr>
            <a:xfrm rot="0">
              <a:off x="4913" y="2553"/>
              <a:ext cx="5" cy="11"/>
            </a:xfrm>
            <a:custGeom>
              <a:avLst/>
              <a:ahLst/>
              <a:rect l="0" t="0" r="r" b="b"/>
              <a:pathLst>
                <a:path w="11" h="24">
                  <a:moveTo>
                    <a:pt x="0" y="24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83" name=""/>
            <p:cNvSpPr/>
            <p:nvPr/>
          </p:nvSpPr>
          <p:spPr>
            <a:xfrm rot="0">
              <a:off x="4918" y="25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84" name=""/>
            <p:cNvSpPr/>
            <p:nvPr/>
          </p:nvSpPr>
          <p:spPr>
            <a:xfrm rot="0">
              <a:off x="4907" y="2553"/>
              <a:ext cx="21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23" y="0"/>
                  </a:moveTo>
                  <a:lnTo>
                    <a:pt x="12" y="24"/>
                  </a:lnTo>
                  <a:lnTo>
                    <a:pt x="0" y="47"/>
                  </a:lnTo>
                  <a:lnTo>
                    <a:pt x="19" y="57"/>
                  </a:lnTo>
                  <a:lnTo>
                    <a:pt x="30" y="33"/>
                  </a:lnTo>
                  <a:lnTo>
                    <a:pt x="41" y="10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85" name=""/>
            <p:cNvSpPr/>
            <p:nvPr/>
          </p:nvSpPr>
          <p:spPr>
            <a:xfrm rot="0">
              <a:off x="4907" y="2553"/>
              <a:ext cx="21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23" y="0"/>
                  </a:moveTo>
                  <a:lnTo>
                    <a:pt x="12" y="24"/>
                  </a:lnTo>
                  <a:lnTo>
                    <a:pt x="0" y="47"/>
                  </a:lnTo>
                  <a:lnTo>
                    <a:pt x="19" y="57"/>
                  </a:lnTo>
                  <a:lnTo>
                    <a:pt x="30" y="33"/>
                  </a:lnTo>
                  <a:lnTo>
                    <a:pt x="41" y="10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86" name=""/>
            <p:cNvSpPr/>
            <p:nvPr/>
          </p:nvSpPr>
          <p:spPr>
            <a:xfrm rot="0">
              <a:off x="4922" y="2557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23"/>
                  </a:moveTo>
                  <a:lnTo>
                    <a:pt x="11" y="0"/>
                  </a:lnTo>
                  <a:lnTo>
                    <a:pt x="12" y="1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87" name=""/>
            <p:cNvSpPr/>
            <p:nvPr/>
          </p:nvSpPr>
          <p:spPr>
            <a:xfrm rot="0">
              <a:off x="4928" y="2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88" name=""/>
            <p:cNvSpPr/>
            <p:nvPr/>
          </p:nvSpPr>
          <p:spPr>
            <a:xfrm rot="0">
              <a:off x="4916" y="2558"/>
              <a:ext cx="21" cy="27"/>
            </a:xfrm>
            <a:custGeom>
              <a:avLst/>
              <a:ahLst/>
              <a:rect l="0" t="0" r="r" b="b"/>
              <a:pathLst>
                <a:path w="43" h="55">
                  <a:moveTo>
                    <a:pt x="24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18" y="55"/>
                  </a:lnTo>
                  <a:lnTo>
                    <a:pt x="31" y="32"/>
                  </a:lnTo>
                  <a:lnTo>
                    <a:pt x="43" y="10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89" name=""/>
            <p:cNvSpPr/>
            <p:nvPr/>
          </p:nvSpPr>
          <p:spPr>
            <a:xfrm rot="0">
              <a:off x="4916" y="2558"/>
              <a:ext cx="21" cy="27"/>
            </a:xfrm>
            <a:custGeom>
              <a:avLst/>
              <a:ahLst/>
              <a:rect l="0" t="0" r="r" b="b"/>
              <a:pathLst>
                <a:path w="43" h="55">
                  <a:moveTo>
                    <a:pt x="24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18" y="55"/>
                  </a:lnTo>
                  <a:lnTo>
                    <a:pt x="31" y="32"/>
                  </a:lnTo>
                  <a:lnTo>
                    <a:pt x="43" y="10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90" name=""/>
            <p:cNvSpPr/>
            <p:nvPr/>
          </p:nvSpPr>
          <p:spPr>
            <a:xfrm rot="0">
              <a:off x="4931" y="2563"/>
              <a:ext cx="7" cy="11"/>
            </a:xfrm>
            <a:custGeom>
              <a:avLst/>
              <a:ahLst/>
              <a:rect l="0" t="0" r="r" b="b"/>
              <a:pathLst>
                <a:path w="13" h="22">
                  <a:moveTo>
                    <a:pt x="0" y="22"/>
                  </a:moveTo>
                  <a:lnTo>
                    <a:pt x="12" y="0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91" name=""/>
            <p:cNvSpPr/>
            <p:nvPr/>
          </p:nvSpPr>
          <p:spPr>
            <a:xfrm rot="0">
              <a:off x="4937" y="2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92" name=""/>
            <p:cNvSpPr/>
            <p:nvPr/>
          </p:nvSpPr>
          <p:spPr>
            <a:xfrm rot="0">
              <a:off x="4925" y="2563"/>
              <a:ext cx="22" cy="28"/>
            </a:xfrm>
            <a:custGeom>
              <a:avLst/>
              <a:ahLst/>
              <a:rect l="0" t="0" r="r" b="b"/>
              <a:pathLst>
                <a:path w="45" h="56">
                  <a:moveTo>
                    <a:pt x="27" y="0"/>
                  </a:moveTo>
                  <a:lnTo>
                    <a:pt x="14" y="22"/>
                  </a:lnTo>
                  <a:lnTo>
                    <a:pt x="0" y="45"/>
                  </a:lnTo>
                  <a:lnTo>
                    <a:pt x="19" y="56"/>
                  </a:lnTo>
                  <a:lnTo>
                    <a:pt x="32" y="34"/>
                  </a:lnTo>
                  <a:lnTo>
                    <a:pt x="45" y="11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93" name=""/>
            <p:cNvSpPr/>
            <p:nvPr/>
          </p:nvSpPr>
          <p:spPr>
            <a:xfrm rot="0">
              <a:off x="4925" y="2563"/>
              <a:ext cx="22" cy="28"/>
            </a:xfrm>
            <a:custGeom>
              <a:avLst/>
              <a:ahLst/>
              <a:rect l="0" t="0" r="r" b="b"/>
              <a:pathLst>
                <a:path w="45" h="56">
                  <a:moveTo>
                    <a:pt x="27" y="0"/>
                  </a:moveTo>
                  <a:lnTo>
                    <a:pt x="14" y="22"/>
                  </a:lnTo>
                  <a:lnTo>
                    <a:pt x="0" y="45"/>
                  </a:lnTo>
                  <a:lnTo>
                    <a:pt x="19" y="56"/>
                  </a:lnTo>
                  <a:lnTo>
                    <a:pt x="32" y="34"/>
                  </a:lnTo>
                  <a:lnTo>
                    <a:pt x="45" y="11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94" name=""/>
            <p:cNvSpPr/>
            <p:nvPr/>
          </p:nvSpPr>
          <p:spPr>
            <a:xfrm rot="0">
              <a:off x="4940" y="2569"/>
              <a:ext cx="8" cy="11"/>
            </a:xfrm>
            <a:custGeom>
              <a:avLst/>
              <a:ahLst/>
              <a:rect l="0" t="0" r="r" b="b"/>
              <a:pathLst>
                <a:path w="15" h="23">
                  <a:moveTo>
                    <a:pt x="0" y="23"/>
                  </a:moveTo>
                  <a:lnTo>
                    <a:pt x="13" y="0"/>
                  </a:lnTo>
                  <a:lnTo>
                    <a:pt x="15" y="1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95" name=""/>
            <p:cNvSpPr/>
            <p:nvPr/>
          </p:nvSpPr>
          <p:spPr>
            <a:xfrm rot="0">
              <a:off x="4947" y="25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96" name=""/>
            <p:cNvSpPr/>
            <p:nvPr/>
          </p:nvSpPr>
          <p:spPr>
            <a:xfrm rot="0">
              <a:off x="4933" y="2569"/>
              <a:ext cx="24" cy="28"/>
            </a:xfrm>
            <a:custGeom>
              <a:avLst/>
              <a:ahLst/>
              <a:rect l="0" t="0" r="r" b="b"/>
              <a:pathLst>
                <a:path w="48" h="55">
                  <a:moveTo>
                    <a:pt x="30" y="0"/>
                  </a:moveTo>
                  <a:lnTo>
                    <a:pt x="15" y="22"/>
                  </a:lnTo>
                  <a:lnTo>
                    <a:pt x="0" y="43"/>
                  </a:lnTo>
                  <a:lnTo>
                    <a:pt x="17" y="55"/>
                  </a:lnTo>
                  <a:lnTo>
                    <a:pt x="32" y="34"/>
                  </a:lnTo>
                  <a:lnTo>
                    <a:pt x="48" y="12"/>
                  </a:lnTo>
                  <a:lnTo>
                    <a:pt x="3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97" name=""/>
            <p:cNvSpPr/>
            <p:nvPr/>
          </p:nvSpPr>
          <p:spPr>
            <a:xfrm rot="0">
              <a:off x="4933" y="2569"/>
              <a:ext cx="24" cy="28"/>
            </a:xfrm>
            <a:custGeom>
              <a:avLst/>
              <a:ahLst/>
              <a:rect l="0" t="0" r="r" b="b"/>
              <a:pathLst>
                <a:path w="48" h="55">
                  <a:moveTo>
                    <a:pt x="30" y="0"/>
                  </a:moveTo>
                  <a:lnTo>
                    <a:pt x="15" y="22"/>
                  </a:lnTo>
                  <a:lnTo>
                    <a:pt x="0" y="43"/>
                  </a:lnTo>
                  <a:lnTo>
                    <a:pt x="17" y="55"/>
                  </a:lnTo>
                  <a:lnTo>
                    <a:pt x="32" y="34"/>
                  </a:lnTo>
                  <a:lnTo>
                    <a:pt x="48" y="1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498" name=""/>
            <p:cNvSpPr/>
            <p:nvPr/>
          </p:nvSpPr>
          <p:spPr>
            <a:xfrm rot="0">
              <a:off x="4949" y="2575"/>
              <a:ext cx="8" cy="11"/>
            </a:xfrm>
            <a:custGeom>
              <a:avLst/>
              <a:ahLst/>
              <a:rect l="0" t="0" r="r" b="b"/>
              <a:pathLst>
                <a:path w="16" h="22">
                  <a:moveTo>
                    <a:pt x="0" y="22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499" name=""/>
            <p:cNvSpPr/>
            <p:nvPr/>
          </p:nvSpPr>
          <p:spPr>
            <a:xfrm rot="0">
              <a:off x="4957" y="2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00" name=""/>
            <p:cNvSpPr/>
            <p:nvPr/>
          </p:nvSpPr>
          <p:spPr>
            <a:xfrm rot="0">
              <a:off x="4941" y="2576"/>
              <a:ext cx="25" cy="27"/>
            </a:xfrm>
            <a:custGeom>
              <a:avLst/>
              <a:ahLst/>
              <a:rect l="0" t="0" r="r" b="b"/>
              <a:pathLst>
                <a:path w="48" h="55">
                  <a:moveTo>
                    <a:pt x="31" y="0"/>
                  </a:moveTo>
                  <a:lnTo>
                    <a:pt x="15" y="21"/>
                  </a:lnTo>
                  <a:lnTo>
                    <a:pt x="0" y="41"/>
                  </a:lnTo>
                  <a:lnTo>
                    <a:pt x="17" y="55"/>
                  </a:lnTo>
                  <a:lnTo>
                    <a:pt x="33" y="34"/>
                  </a:lnTo>
                  <a:lnTo>
                    <a:pt x="48" y="14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01" name=""/>
            <p:cNvSpPr/>
            <p:nvPr/>
          </p:nvSpPr>
          <p:spPr>
            <a:xfrm rot="0">
              <a:off x="4941" y="2576"/>
              <a:ext cx="25" cy="27"/>
            </a:xfrm>
            <a:custGeom>
              <a:avLst/>
              <a:ahLst/>
              <a:rect l="0" t="0" r="r" b="b"/>
              <a:pathLst>
                <a:path w="48" h="55">
                  <a:moveTo>
                    <a:pt x="31" y="0"/>
                  </a:moveTo>
                  <a:lnTo>
                    <a:pt x="15" y="21"/>
                  </a:lnTo>
                  <a:lnTo>
                    <a:pt x="0" y="41"/>
                  </a:lnTo>
                  <a:lnTo>
                    <a:pt x="17" y="55"/>
                  </a:lnTo>
                  <a:lnTo>
                    <a:pt x="33" y="34"/>
                  </a:lnTo>
                  <a:lnTo>
                    <a:pt x="48" y="14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02" name=""/>
            <p:cNvSpPr/>
            <p:nvPr/>
          </p:nvSpPr>
          <p:spPr>
            <a:xfrm rot="0">
              <a:off x="4958" y="2582"/>
              <a:ext cx="8" cy="11"/>
            </a:xfrm>
            <a:custGeom>
              <a:avLst/>
              <a:ahLst/>
              <a:rect l="0" t="0" r="r" b="b"/>
              <a:pathLst>
                <a:path w="16" h="20">
                  <a:moveTo>
                    <a:pt x="0" y="20"/>
                  </a:moveTo>
                  <a:lnTo>
                    <a:pt x="15" y="0"/>
                  </a:lnTo>
                  <a:lnTo>
                    <a:pt x="16" y="0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03" name=""/>
            <p:cNvSpPr/>
            <p:nvPr/>
          </p:nvSpPr>
          <p:spPr>
            <a:xfrm rot="0">
              <a:off x="4966" y="25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04" name=""/>
            <p:cNvSpPr/>
            <p:nvPr/>
          </p:nvSpPr>
          <p:spPr>
            <a:xfrm rot="0">
              <a:off x="4950" y="2582"/>
              <a:ext cx="24" cy="27"/>
            </a:xfrm>
            <a:custGeom>
              <a:avLst/>
              <a:ahLst/>
              <a:rect l="0" t="0" r="r" b="b"/>
              <a:pathLst>
                <a:path w="49" h="54">
                  <a:moveTo>
                    <a:pt x="33" y="0"/>
                  </a:moveTo>
                  <a:lnTo>
                    <a:pt x="17" y="20"/>
                  </a:lnTo>
                  <a:lnTo>
                    <a:pt x="0" y="41"/>
                  </a:lnTo>
                  <a:lnTo>
                    <a:pt x="17" y="54"/>
                  </a:lnTo>
                  <a:lnTo>
                    <a:pt x="33" y="33"/>
                  </a:lnTo>
                  <a:lnTo>
                    <a:pt x="49" y="13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05" name=""/>
            <p:cNvSpPr/>
            <p:nvPr/>
          </p:nvSpPr>
          <p:spPr>
            <a:xfrm rot="0">
              <a:off x="4950" y="2582"/>
              <a:ext cx="24" cy="27"/>
            </a:xfrm>
            <a:custGeom>
              <a:avLst/>
              <a:ahLst/>
              <a:rect l="0" t="0" r="r" b="b"/>
              <a:pathLst>
                <a:path w="49" h="54">
                  <a:moveTo>
                    <a:pt x="33" y="0"/>
                  </a:moveTo>
                  <a:lnTo>
                    <a:pt x="17" y="20"/>
                  </a:lnTo>
                  <a:lnTo>
                    <a:pt x="0" y="41"/>
                  </a:lnTo>
                  <a:lnTo>
                    <a:pt x="17" y="54"/>
                  </a:lnTo>
                  <a:lnTo>
                    <a:pt x="33" y="33"/>
                  </a:lnTo>
                  <a:lnTo>
                    <a:pt x="49" y="1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06" name=""/>
            <p:cNvSpPr/>
            <p:nvPr/>
          </p:nvSpPr>
          <p:spPr>
            <a:xfrm rot="0">
              <a:off x="4966" y="2589"/>
              <a:ext cx="9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0" y="20"/>
                  </a:moveTo>
                  <a:lnTo>
                    <a:pt x="16" y="0"/>
                  </a:lnTo>
                  <a:lnTo>
                    <a:pt x="17" y="1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07" name=""/>
            <p:cNvSpPr/>
            <p:nvPr/>
          </p:nvSpPr>
          <p:spPr>
            <a:xfrm rot="0">
              <a:off x="4974" y="2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08" name=""/>
            <p:cNvSpPr/>
            <p:nvPr/>
          </p:nvSpPr>
          <p:spPr>
            <a:xfrm rot="0">
              <a:off x="4957" y="2590"/>
              <a:ext cx="26" cy="26"/>
            </a:xfrm>
            <a:custGeom>
              <a:avLst/>
              <a:ahLst/>
              <a:rect l="0" t="0" r="r" b="b"/>
              <a:pathLst>
                <a:path w="51" h="53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16" y="53"/>
                  </a:lnTo>
                  <a:lnTo>
                    <a:pt x="33" y="34"/>
                  </a:lnTo>
                  <a:lnTo>
                    <a:pt x="51" y="14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09" name=""/>
            <p:cNvSpPr/>
            <p:nvPr/>
          </p:nvSpPr>
          <p:spPr>
            <a:xfrm rot="0">
              <a:off x="4957" y="2590"/>
              <a:ext cx="26" cy="26"/>
            </a:xfrm>
            <a:custGeom>
              <a:avLst/>
              <a:ahLst/>
              <a:rect l="0" t="0" r="r" b="b"/>
              <a:pathLst>
                <a:path w="51" h="53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16" y="53"/>
                  </a:lnTo>
                  <a:lnTo>
                    <a:pt x="33" y="34"/>
                  </a:lnTo>
                  <a:lnTo>
                    <a:pt x="51" y="14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10" name=""/>
            <p:cNvSpPr/>
            <p:nvPr/>
          </p:nvSpPr>
          <p:spPr>
            <a:xfrm rot="0">
              <a:off x="4966" y="2597"/>
              <a:ext cx="25" cy="26"/>
            </a:xfrm>
            <a:custGeom>
              <a:avLst/>
              <a:ahLst/>
              <a:rect l="0" t="0" r="r" b="b"/>
              <a:pathLst>
                <a:path w="51" h="54">
                  <a:moveTo>
                    <a:pt x="35" y="0"/>
                  </a:moveTo>
                  <a:lnTo>
                    <a:pt x="17" y="20"/>
                  </a:lnTo>
                  <a:lnTo>
                    <a:pt x="0" y="39"/>
                  </a:lnTo>
                  <a:lnTo>
                    <a:pt x="16" y="54"/>
                  </a:lnTo>
                  <a:lnTo>
                    <a:pt x="34" y="34"/>
                  </a:lnTo>
                  <a:lnTo>
                    <a:pt x="51" y="15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11" name=""/>
            <p:cNvSpPr/>
            <p:nvPr/>
          </p:nvSpPr>
          <p:spPr>
            <a:xfrm rot="0">
              <a:off x="4966" y="2597"/>
              <a:ext cx="25" cy="26"/>
            </a:xfrm>
            <a:custGeom>
              <a:avLst/>
              <a:ahLst/>
              <a:rect l="0" t="0" r="r" b="b"/>
              <a:pathLst>
                <a:path w="51" h="54">
                  <a:moveTo>
                    <a:pt x="35" y="0"/>
                  </a:moveTo>
                  <a:lnTo>
                    <a:pt x="17" y="20"/>
                  </a:lnTo>
                  <a:lnTo>
                    <a:pt x="0" y="39"/>
                  </a:lnTo>
                  <a:lnTo>
                    <a:pt x="16" y="54"/>
                  </a:lnTo>
                  <a:lnTo>
                    <a:pt x="34" y="34"/>
                  </a:lnTo>
                  <a:lnTo>
                    <a:pt x="51" y="1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12" name=""/>
            <p:cNvSpPr/>
            <p:nvPr/>
          </p:nvSpPr>
          <p:spPr>
            <a:xfrm rot="0">
              <a:off x="4982" y="2604"/>
              <a:ext cx="10" cy="10"/>
            </a:xfrm>
            <a:custGeom>
              <a:avLst/>
              <a:ahLst/>
              <a:rect l="0" t="0" r="r" b="b"/>
              <a:pathLst>
                <a:path w="18" h="19">
                  <a:moveTo>
                    <a:pt x="0" y="19"/>
                  </a:moveTo>
                  <a:lnTo>
                    <a:pt x="17" y="0"/>
                  </a:lnTo>
                  <a:lnTo>
                    <a:pt x="18" y="1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13" name=""/>
            <p:cNvSpPr/>
            <p:nvPr/>
          </p:nvSpPr>
          <p:spPr>
            <a:xfrm rot="0">
              <a:off x="4991" y="2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14" name=""/>
            <p:cNvSpPr/>
            <p:nvPr/>
          </p:nvSpPr>
          <p:spPr>
            <a:xfrm rot="0">
              <a:off x="4973" y="2604"/>
              <a:ext cx="26" cy="26"/>
            </a:xfrm>
            <a:custGeom>
              <a:avLst/>
              <a:ahLst/>
              <a:rect l="0" t="0" r="r" b="b"/>
              <a:pathLst>
                <a:path w="53" h="52">
                  <a:moveTo>
                    <a:pt x="37" y="0"/>
                  </a:moveTo>
                  <a:lnTo>
                    <a:pt x="19" y="18"/>
                  </a:lnTo>
                  <a:lnTo>
                    <a:pt x="0" y="37"/>
                  </a:lnTo>
                  <a:lnTo>
                    <a:pt x="16" y="52"/>
                  </a:lnTo>
                  <a:lnTo>
                    <a:pt x="34" y="34"/>
                  </a:lnTo>
                  <a:lnTo>
                    <a:pt x="53" y="15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15" name=""/>
            <p:cNvSpPr/>
            <p:nvPr/>
          </p:nvSpPr>
          <p:spPr>
            <a:xfrm rot="0">
              <a:off x="4973" y="2604"/>
              <a:ext cx="26" cy="26"/>
            </a:xfrm>
            <a:custGeom>
              <a:avLst/>
              <a:ahLst/>
              <a:rect l="0" t="0" r="r" b="b"/>
              <a:pathLst>
                <a:path w="53" h="52">
                  <a:moveTo>
                    <a:pt x="37" y="0"/>
                  </a:moveTo>
                  <a:lnTo>
                    <a:pt x="19" y="18"/>
                  </a:lnTo>
                  <a:lnTo>
                    <a:pt x="0" y="37"/>
                  </a:lnTo>
                  <a:lnTo>
                    <a:pt x="16" y="52"/>
                  </a:lnTo>
                  <a:lnTo>
                    <a:pt x="34" y="34"/>
                  </a:lnTo>
                  <a:lnTo>
                    <a:pt x="53" y="15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16" name=""/>
            <p:cNvSpPr/>
            <p:nvPr/>
          </p:nvSpPr>
          <p:spPr>
            <a:xfrm rot="0">
              <a:off x="4990" y="2612"/>
              <a:ext cx="10" cy="9"/>
            </a:xfrm>
            <a:custGeom>
              <a:avLst/>
              <a:ahLst/>
              <a:rect l="0" t="0" r="r" b="b"/>
              <a:pathLst>
                <a:path w="20" h="19">
                  <a:moveTo>
                    <a:pt x="0" y="19"/>
                  </a:moveTo>
                  <a:lnTo>
                    <a:pt x="19" y="0"/>
                  </a:lnTo>
                  <a:lnTo>
                    <a:pt x="20" y="1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17" name=""/>
            <p:cNvSpPr/>
            <p:nvPr/>
          </p:nvSpPr>
          <p:spPr>
            <a:xfrm rot="0">
              <a:off x="4999" y="26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18" name=""/>
            <p:cNvSpPr/>
            <p:nvPr/>
          </p:nvSpPr>
          <p:spPr>
            <a:xfrm rot="0">
              <a:off x="4980" y="2613"/>
              <a:ext cx="27" cy="25"/>
            </a:xfrm>
            <a:custGeom>
              <a:avLst/>
              <a:ahLst/>
              <a:rect l="0" t="0" r="r" b="b"/>
              <a:pathLst>
                <a:path w="54" h="51">
                  <a:moveTo>
                    <a:pt x="39" y="0"/>
                  </a:moveTo>
                  <a:lnTo>
                    <a:pt x="19" y="18"/>
                  </a:lnTo>
                  <a:lnTo>
                    <a:pt x="0" y="35"/>
                  </a:lnTo>
                  <a:lnTo>
                    <a:pt x="15" y="51"/>
                  </a:lnTo>
                  <a:lnTo>
                    <a:pt x="35" y="34"/>
                  </a:lnTo>
                  <a:lnTo>
                    <a:pt x="54" y="16"/>
                  </a:lnTo>
                  <a:lnTo>
                    <a:pt x="3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19" name=""/>
            <p:cNvSpPr/>
            <p:nvPr/>
          </p:nvSpPr>
          <p:spPr>
            <a:xfrm rot="0">
              <a:off x="4980" y="2613"/>
              <a:ext cx="27" cy="25"/>
            </a:xfrm>
            <a:custGeom>
              <a:avLst/>
              <a:ahLst/>
              <a:rect l="0" t="0" r="r" b="b"/>
              <a:pathLst>
                <a:path w="54" h="51">
                  <a:moveTo>
                    <a:pt x="39" y="0"/>
                  </a:moveTo>
                  <a:lnTo>
                    <a:pt x="19" y="18"/>
                  </a:lnTo>
                  <a:lnTo>
                    <a:pt x="0" y="35"/>
                  </a:lnTo>
                  <a:lnTo>
                    <a:pt x="15" y="51"/>
                  </a:lnTo>
                  <a:lnTo>
                    <a:pt x="35" y="34"/>
                  </a:lnTo>
                  <a:lnTo>
                    <a:pt x="54" y="16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20" name=""/>
            <p:cNvSpPr/>
            <p:nvPr/>
          </p:nvSpPr>
          <p:spPr>
            <a:xfrm rot="0">
              <a:off x="4998" y="2621"/>
              <a:ext cx="11" cy="8"/>
            </a:xfrm>
            <a:custGeom>
              <a:avLst/>
              <a:ahLst/>
              <a:rect l="0" t="0" r="r" b="b"/>
              <a:pathLst>
                <a:path w="21" h="18">
                  <a:moveTo>
                    <a:pt x="0" y="18"/>
                  </a:moveTo>
                  <a:lnTo>
                    <a:pt x="19" y="0"/>
                  </a:lnTo>
                  <a:lnTo>
                    <a:pt x="21" y="4"/>
                  </a:lnTo>
                  <a:lnTo>
                    <a:pt x="0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21" name=""/>
            <p:cNvSpPr/>
            <p:nvPr/>
          </p:nvSpPr>
          <p:spPr>
            <a:xfrm rot="0">
              <a:off x="5007" y="2621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22" name=""/>
            <p:cNvSpPr/>
            <p:nvPr/>
          </p:nvSpPr>
          <p:spPr>
            <a:xfrm rot="0">
              <a:off x="4987" y="2622"/>
              <a:ext cx="25" cy="19"/>
            </a:xfrm>
            <a:custGeom>
              <a:avLst/>
              <a:ahLst/>
              <a:rect l="0" t="0" r="r" b="b"/>
              <a:pathLst>
                <a:path w="49" h="37">
                  <a:moveTo>
                    <a:pt x="43" y="0"/>
                  </a:moveTo>
                  <a:lnTo>
                    <a:pt x="22" y="14"/>
                  </a:lnTo>
                  <a:lnTo>
                    <a:pt x="0" y="28"/>
                  </a:lnTo>
                  <a:lnTo>
                    <a:pt x="6" y="37"/>
                  </a:lnTo>
                  <a:lnTo>
                    <a:pt x="28" y="23"/>
                  </a:lnTo>
                  <a:lnTo>
                    <a:pt x="49" y="9"/>
                  </a:lnTo>
                  <a:lnTo>
                    <a:pt x="4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23" name=""/>
            <p:cNvSpPr/>
            <p:nvPr/>
          </p:nvSpPr>
          <p:spPr>
            <a:xfrm rot="0">
              <a:off x="4987" y="2622"/>
              <a:ext cx="25" cy="19"/>
            </a:xfrm>
            <a:custGeom>
              <a:avLst/>
              <a:ahLst/>
              <a:rect l="0" t="0" r="r" b="b"/>
              <a:pathLst>
                <a:path w="49" h="37">
                  <a:moveTo>
                    <a:pt x="43" y="0"/>
                  </a:moveTo>
                  <a:lnTo>
                    <a:pt x="22" y="14"/>
                  </a:lnTo>
                  <a:lnTo>
                    <a:pt x="0" y="28"/>
                  </a:lnTo>
                  <a:lnTo>
                    <a:pt x="6" y="37"/>
                  </a:lnTo>
                  <a:lnTo>
                    <a:pt x="28" y="23"/>
                  </a:lnTo>
                  <a:lnTo>
                    <a:pt x="49" y="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24" name=""/>
            <p:cNvSpPr/>
            <p:nvPr/>
          </p:nvSpPr>
          <p:spPr>
            <a:xfrm rot="0">
              <a:off x="4990" y="2634"/>
              <a:ext cx="11" cy="8"/>
            </a:xfrm>
            <a:custGeom>
              <a:avLst/>
              <a:ahLst/>
              <a:rect l="0" t="0" r="r" b="b"/>
              <a:pathLst>
                <a:path w="22" h="15">
                  <a:moveTo>
                    <a:pt x="22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25" name=""/>
            <p:cNvSpPr/>
            <p:nvPr/>
          </p:nvSpPr>
          <p:spPr>
            <a:xfrm rot="0">
              <a:off x="4990" y="26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26" name=""/>
            <p:cNvSpPr/>
            <p:nvPr/>
          </p:nvSpPr>
          <p:spPr>
            <a:xfrm rot="0">
              <a:off x="4991" y="2626"/>
              <a:ext cx="23" cy="20"/>
            </a:xfrm>
            <a:custGeom>
              <a:avLst/>
              <a:ahLst/>
              <a:rect l="0" t="0" r="r" b="b"/>
              <a:pathLst>
                <a:path w="47" h="39">
                  <a:moveTo>
                    <a:pt x="41" y="0"/>
                  </a:moveTo>
                  <a:lnTo>
                    <a:pt x="21" y="15"/>
                  </a:lnTo>
                  <a:lnTo>
                    <a:pt x="0" y="30"/>
                  </a:lnTo>
                  <a:lnTo>
                    <a:pt x="6" y="39"/>
                  </a:lnTo>
                  <a:lnTo>
                    <a:pt x="27" y="23"/>
                  </a:lnTo>
                  <a:lnTo>
                    <a:pt x="47" y="8"/>
                  </a:lnTo>
                  <a:lnTo>
                    <a:pt x="4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27" name=""/>
            <p:cNvSpPr/>
            <p:nvPr/>
          </p:nvSpPr>
          <p:spPr>
            <a:xfrm rot="0">
              <a:off x="4991" y="2626"/>
              <a:ext cx="23" cy="20"/>
            </a:xfrm>
            <a:custGeom>
              <a:avLst/>
              <a:ahLst/>
              <a:rect l="0" t="0" r="r" b="b"/>
              <a:pathLst>
                <a:path w="47" h="39">
                  <a:moveTo>
                    <a:pt x="41" y="0"/>
                  </a:moveTo>
                  <a:lnTo>
                    <a:pt x="21" y="15"/>
                  </a:lnTo>
                  <a:lnTo>
                    <a:pt x="0" y="30"/>
                  </a:lnTo>
                  <a:lnTo>
                    <a:pt x="6" y="39"/>
                  </a:lnTo>
                  <a:lnTo>
                    <a:pt x="27" y="23"/>
                  </a:lnTo>
                  <a:lnTo>
                    <a:pt x="47" y="8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28" name=""/>
            <p:cNvSpPr/>
            <p:nvPr/>
          </p:nvSpPr>
          <p:spPr>
            <a:xfrm rot="0">
              <a:off x="5004" y="2630"/>
              <a:ext cx="11" cy="8"/>
            </a:xfrm>
            <a:custGeom>
              <a:avLst/>
              <a:ahLst/>
              <a:rect l="0" t="0" r="r" b="b"/>
              <a:pathLst>
                <a:path w="21" h="15">
                  <a:moveTo>
                    <a:pt x="0" y="15"/>
                  </a:moveTo>
                  <a:lnTo>
                    <a:pt x="20" y="0"/>
                  </a:lnTo>
                  <a:lnTo>
                    <a:pt x="21" y="1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29" name=""/>
            <p:cNvSpPr/>
            <p:nvPr/>
          </p:nvSpPr>
          <p:spPr>
            <a:xfrm rot="0">
              <a:off x="5014" y="26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30" name=""/>
            <p:cNvSpPr/>
            <p:nvPr/>
          </p:nvSpPr>
          <p:spPr>
            <a:xfrm rot="0">
              <a:off x="4993" y="2631"/>
              <a:ext cx="25" cy="19"/>
            </a:xfrm>
            <a:custGeom>
              <a:avLst/>
              <a:ahLst/>
              <a:rect l="0" t="0" r="r" b="b"/>
              <a:pathLst>
                <a:path w="49" h="38">
                  <a:moveTo>
                    <a:pt x="43" y="0"/>
                  </a:moveTo>
                  <a:lnTo>
                    <a:pt x="22" y="14"/>
                  </a:lnTo>
                  <a:lnTo>
                    <a:pt x="0" y="29"/>
                  </a:lnTo>
                  <a:lnTo>
                    <a:pt x="6" y="38"/>
                  </a:lnTo>
                  <a:lnTo>
                    <a:pt x="28" y="24"/>
                  </a:lnTo>
                  <a:lnTo>
                    <a:pt x="49" y="9"/>
                  </a:lnTo>
                  <a:lnTo>
                    <a:pt x="4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31" name=""/>
            <p:cNvSpPr/>
            <p:nvPr/>
          </p:nvSpPr>
          <p:spPr>
            <a:xfrm rot="0">
              <a:off x="4993" y="2631"/>
              <a:ext cx="25" cy="19"/>
            </a:xfrm>
            <a:custGeom>
              <a:avLst/>
              <a:ahLst/>
              <a:rect l="0" t="0" r="r" b="b"/>
              <a:pathLst>
                <a:path w="49" h="38">
                  <a:moveTo>
                    <a:pt x="43" y="0"/>
                  </a:moveTo>
                  <a:lnTo>
                    <a:pt x="22" y="14"/>
                  </a:lnTo>
                  <a:lnTo>
                    <a:pt x="0" y="29"/>
                  </a:lnTo>
                  <a:lnTo>
                    <a:pt x="6" y="38"/>
                  </a:lnTo>
                  <a:lnTo>
                    <a:pt x="28" y="24"/>
                  </a:lnTo>
                  <a:lnTo>
                    <a:pt x="49" y="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32" name=""/>
            <p:cNvSpPr/>
            <p:nvPr/>
          </p:nvSpPr>
          <p:spPr>
            <a:xfrm rot="0">
              <a:off x="5007" y="2636"/>
              <a:ext cx="11" cy="7"/>
            </a:xfrm>
            <a:custGeom>
              <a:avLst/>
              <a:ahLst/>
              <a:rect l="0" t="0" r="r" b="b"/>
              <a:pathLst>
                <a:path w="22" h="15">
                  <a:moveTo>
                    <a:pt x="0" y="15"/>
                  </a:moveTo>
                  <a:lnTo>
                    <a:pt x="21" y="0"/>
                  </a:lnTo>
                  <a:lnTo>
                    <a:pt x="22" y="2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33" name=""/>
            <p:cNvSpPr/>
            <p:nvPr/>
          </p:nvSpPr>
          <p:spPr>
            <a:xfrm rot="0">
              <a:off x="5018" y="2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34" name=""/>
            <p:cNvSpPr/>
            <p:nvPr/>
          </p:nvSpPr>
          <p:spPr>
            <a:xfrm rot="0">
              <a:off x="4996" y="2637"/>
              <a:ext cx="25" cy="16"/>
            </a:xfrm>
            <a:custGeom>
              <a:avLst/>
              <a:ahLst/>
              <a:rect l="0" t="0" r="r" b="b"/>
              <a:pathLst>
                <a:path w="51" h="34">
                  <a:moveTo>
                    <a:pt x="45" y="0"/>
                  </a:moveTo>
                  <a:lnTo>
                    <a:pt x="23" y="13"/>
                  </a:lnTo>
                  <a:lnTo>
                    <a:pt x="0" y="25"/>
                  </a:lnTo>
                  <a:lnTo>
                    <a:pt x="6" y="34"/>
                  </a:lnTo>
                  <a:lnTo>
                    <a:pt x="28" y="22"/>
                  </a:lnTo>
                  <a:lnTo>
                    <a:pt x="51" y="9"/>
                  </a:lnTo>
                  <a:lnTo>
                    <a:pt x="4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35" name=""/>
            <p:cNvSpPr/>
            <p:nvPr/>
          </p:nvSpPr>
          <p:spPr>
            <a:xfrm rot="0">
              <a:off x="4996" y="2637"/>
              <a:ext cx="25" cy="16"/>
            </a:xfrm>
            <a:custGeom>
              <a:avLst/>
              <a:ahLst/>
              <a:rect l="0" t="0" r="r" b="b"/>
              <a:pathLst>
                <a:path w="51" h="34">
                  <a:moveTo>
                    <a:pt x="45" y="0"/>
                  </a:moveTo>
                  <a:lnTo>
                    <a:pt x="23" y="13"/>
                  </a:lnTo>
                  <a:lnTo>
                    <a:pt x="0" y="25"/>
                  </a:lnTo>
                  <a:lnTo>
                    <a:pt x="6" y="34"/>
                  </a:lnTo>
                  <a:lnTo>
                    <a:pt x="28" y="22"/>
                  </a:lnTo>
                  <a:lnTo>
                    <a:pt x="51" y="9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36" name=""/>
            <p:cNvSpPr/>
            <p:nvPr/>
          </p:nvSpPr>
          <p:spPr>
            <a:xfrm rot="0">
              <a:off x="5010" y="2641"/>
              <a:ext cx="11" cy="6"/>
            </a:xfrm>
            <a:custGeom>
              <a:avLst/>
              <a:ahLst/>
              <a:rect l="0" t="0" r="r" b="b"/>
              <a:pathLst>
                <a:path w="24" h="13">
                  <a:moveTo>
                    <a:pt x="0" y="13"/>
                  </a:moveTo>
                  <a:lnTo>
                    <a:pt x="23" y="0"/>
                  </a:lnTo>
                  <a:lnTo>
                    <a:pt x="24" y="2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37" name=""/>
            <p:cNvSpPr/>
            <p:nvPr/>
          </p:nvSpPr>
          <p:spPr>
            <a:xfrm rot="0">
              <a:off x="5021" y="26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38" name=""/>
            <p:cNvSpPr/>
            <p:nvPr/>
          </p:nvSpPr>
          <p:spPr>
            <a:xfrm rot="0">
              <a:off x="4998" y="2642"/>
              <a:ext cx="25" cy="15"/>
            </a:xfrm>
            <a:custGeom>
              <a:avLst/>
              <a:ahLst/>
              <a:rect l="0" t="0" r="r" b="b"/>
              <a:pathLst>
                <a:path w="51" h="30">
                  <a:moveTo>
                    <a:pt x="47" y="0"/>
                  </a:moveTo>
                  <a:lnTo>
                    <a:pt x="23" y="11"/>
                  </a:lnTo>
                  <a:lnTo>
                    <a:pt x="0" y="21"/>
                  </a:lnTo>
                  <a:lnTo>
                    <a:pt x="4" y="30"/>
                  </a:lnTo>
                  <a:lnTo>
                    <a:pt x="27" y="20"/>
                  </a:lnTo>
                  <a:lnTo>
                    <a:pt x="51" y="10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39" name=""/>
            <p:cNvSpPr/>
            <p:nvPr/>
          </p:nvSpPr>
          <p:spPr>
            <a:xfrm rot="0">
              <a:off x="4998" y="2642"/>
              <a:ext cx="25" cy="15"/>
            </a:xfrm>
            <a:custGeom>
              <a:avLst/>
              <a:ahLst/>
              <a:rect l="0" t="0" r="r" b="b"/>
              <a:pathLst>
                <a:path w="51" h="30">
                  <a:moveTo>
                    <a:pt x="47" y="0"/>
                  </a:moveTo>
                  <a:lnTo>
                    <a:pt x="23" y="11"/>
                  </a:lnTo>
                  <a:lnTo>
                    <a:pt x="0" y="21"/>
                  </a:lnTo>
                  <a:lnTo>
                    <a:pt x="4" y="30"/>
                  </a:lnTo>
                  <a:lnTo>
                    <a:pt x="27" y="20"/>
                  </a:lnTo>
                  <a:lnTo>
                    <a:pt x="51" y="10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40" name=""/>
            <p:cNvSpPr/>
            <p:nvPr/>
          </p:nvSpPr>
          <p:spPr>
            <a:xfrm rot="0">
              <a:off x="5012" y="2647"/>
              <a:ext cx="12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4" y="0"/>
                  </a:lnTo>
                  <a:lnTo>
                    <a:pt x="25" y="1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41" name=""/>
            <p:cNvSpPr/>
            <p:nvPr/>
          </p:nvSpPr>
          <p:spPr>
            <a:xfrm rot="0">
              <a:off x="5023" y="26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42" name=""/>
            <p:cNvSpPr/>
            <p:nvPr/>
          </p:nvSpPr>
          <p:spPr>
            <a:xfrm rot="0">
              <a:off x="4999" y="2647"/>
              <a:ext cx="27" cy="15"/>
            </a:xfrm>
            <a:custGeom>
              <a:avLst/>
              <a:ahLst/>
              <a:rect l="0" t="0" r="r" b="b"/>
              <a:pathLst>
                <a:path w="53" h="28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4" y="28"/>
                  </a:lnTo>
                  <a:lnTo>
                    <a:pt x="28" y="19"/>
                  </a:lnTo>
                  <a:lnTo>
                    <a:pt x="53" y="10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43" name=""/>
            <p:cNvSpPr/>
            <p:nvPr/>
          </p:nvSpPr>
          <p:spPr>
            <a:xfrm rot="0">
              <a:off x="4999" y="2647"/>
              <a:ext cx="27" cy="15"/>
            </a:xfrm>
            <a:custGeom>
              <a:avLst/>
              <a:ahLst/>
              <a:rect l="0" t="0" r="r" b="b"/>
              <a:pathLst>
                <a:path w="53" h="28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4" y="28"/>
                  </a:lnTo>
                  <a:lnTo>
                    <a:pt x="28" y="19"/>
                  </a:lnTo>
                  <a:lnTo>
                    <a:pt x="53" y="10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44" name=""/>
            <p:cNvSpPr/>
            <p:nvPr/>
          </p:nvSpPr>
          <p:spPr>
            <a:xfrm rot="0">
              <a:off x="5001" y="2652"/>
              <a:ext cx="25" cy="18"/>
            </a:xfrm>
            <a:custGeom>
              <a:avLst/>
              <a:ahLst/>
              <a:rect l="0" t="0" r="r" b="b"/>
              <a:pathLst>
                <a:path w="50" h="35">
                  <a:moveTo>
                    <a:pt x="24" y="9"/>
                  </a:moveTo>
                  <a:lnTo>
                    <a:pt x="49" y="0"/>
                  </a:lnTo>
                  <a:lnTo>
                    <a:pt x="50" y="7"/>
                  </a:lnTo>
                  <a:lnTo>
                    <a:pt x="50" y="15"/>
                  </a:lnTo>
                  <a:lnTo>
                    <a:pt x="47" y="23"/>
                  </a:lnTo>
                  <a:lnTo>
                    <a:pt x="41" y="30"/>
                  </a:lnTo>
                  <a:lnTo>
                    <a:pt x="33" y="34"/>
                  </a:lnTo>
                  <a:lnTo>
                    <a:pt x="26" y="35"/>
                  </a:lnTo>
                  <a:lnTo>
                    <a:pt x="18" y="35"/>
                  </a:lnTo>
                  <a:lnTo>
                    <a:pt x="10" y="32"/>
                  </a:lnTo>
                  <a:lnTo>
                    <a:pt x="4" y="26"/>
                  </a:lnTo>
                  <a:lnTo>
                    <a:pt x="0" y="18"/>
                  </a:lnTo>
                  <a:lnTo>
                    <a:pt x="24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45" name=""/>
            <p:cNvSpPr/>
            <p:nvPr/>
          </p:nvSpPr>
          <p:spPr>
            <a:xfrm rot="0">
              <a:off x="5001" y="2652"/>
              <a:ext cx="25" cy="18"/>
            </a:xfrm>
            <a:custGeom>
              <a:avLst/>
              <a:ahLst/>
              <a:rect l="0" t="0" r="r" b="b"/>
              <a:pathLst>
                <a:path w="50" h="35">
                  <a:moveTo>
                    <a:pt x="49" y="0"/>
                  </a:moveTo>
                  <a:lnTo>
                    <a:pt x="50" y="7"/>
                  </a:lnTo>
                  <a:lnTo>
                    <a:pt x="50" y="15"/>
                  </a:lnTo>
                  <a:lnTo>
                    <a:pt x="47" y="23"/>
                  </a:lnTo>
                  <a:lnTo>
                    <a:pt x="41" y="30"/>
                  </a:lnTo>
                  <a:lnTo>
                    <a:pt x="33" y="34"/>
                  </a:lnTo>
                  <a:lnTo>
                    <a:pt x="26" y="35"/>
                  </a:lnTo>
                  <a:lnTo>
                    <a:pt x="18" y="35"/>
                  </a:lnTo>
                  <a:lnTo>
                    <a:pt x="10" y="32"/>
                  </a:lnTo>
                  <a:lnTo>
                    <a:pt x="4" y="26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46" name=""/>
            <p:cNvSpPr/>
            <p:nvPr/>
          </p:nvSpPr>
          <p:spPr>
            <a:xfrm rot="0">
              <a:off x="3527" y="3657"/>
              <a:ext cx="26" cy="15"/>
            </a:xfrm>
            <a:custGeom>
              <a:avLst/>
              <a:ahLst/>
              <a:rect l="0" t="0" r="r" b="b"/>
              <a:pathLst>
                <a:path w="52" h="29">
                  <a:moveTo>
                    <a:pt x="26" y="26"/>
                  </a:moveTo>
                  <a:lnTo>
                    <a:pt x="0" y="29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49" y="15"/>
                  </a:lnTo>
                  <a:lnTo>
                    <a:pt x="52" y="23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47" name=""/>
            <p:cNvSpPr/>
            <p:nvPr/>
          </p:nvSpPr>
          <p:spPr>
            <a:xfrm rot="0">
              <a:off x="3527" y="3657"/>
              <a:ext cx="26" cy="15"/>
            </a:xfrm>
            <a:custGeom>
              <a:avLst/>
              <a:ahLst/>
              <a:rect l="0" t="0" r="r" b="b"/>
              <a:pathLst>
                <a:path w="52" h="29">
                  <a:moveTo>
                    <a:pt x="0" y="29"/>
                  </a:moveTo>
                  <a:lnTo>
                    <a:pt x="0" y="22"/>
                  </a:lnTo>
                  <a:lnTo>
                    <a:pt x="3" y="14"/>
                  </a:lnTo>
                  <a:lnTo>
                    <a:pt x="8" y="8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49" y="15"/>
                  </a:lnTo>
                  <a:lnTo>
                    <a:pt x="52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48" name=""/>
            <p:cNvSpPr/>
            <p:nvPr/>
          </p:nvSpPr>
          <p:spPr>
            <a:xfrm rot="0">
              <a:off x="3527" y="3668"/>
              <a:ext cx="28" cy="18"/>
            </a:xfrm>
            <a:custGeom>
              <a:avLst/>
              <a:ahLst/>
              <a:rect l="0" t="0" r="r" b="b"/>
              <a:pathLst>
                <a:path w="56" h="36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4" y="36"/>
                  </a:lnTo>
                  <a:lnTo>
                    <a:pt x="30" y="33"/>
                  </a:lnTo>
                  <a:lnTo>
                    <a:pt x="56" y="30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49" name=""/>
            <p:cNvSpPr/>
            <p:nvPr/>
          </p:nvSpPr>
          <p:spPr>
            <a:xfrm rot="0">
              <a:off x="3527" y="3668"/>
              <a:ext cx="28" cy="18"/>
            </a:xfrm>
            <a:custGeom>
              <a:avLst/>
              <a:ahLst/>
              <a:rect l="0" t="0" r="r" b="b"/>
              <a:pathLst>
                <a:path w="56" h="36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4" y="36"/>
                  </a:lnTo>
                  <a:lnTo>
                    <a:pt x="30" y="33"/>
                  </a:lnTo>
                  <a:lnTo>
                    <a:pt x="56" y="30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50" name=""/>
            <p:cNvSpPr/>
            <p:nvPr/>
          </p:nvSpPr>
          <p:spPr>
            <a:xfrm rot="0">
              <a:off x="3529" y="3685"/>
              <a:ext cx="13" cy="2"/>
            </a:xfrm>
            <a:custGeom>
              <a:avLst/>
              <a:ahLst/>
              <a:rect l="0" t="0" r="r" b="b"/>
              <a:pathLst>
                <a:path w="26" h="4">
                  <a:moveTo>
                    <a:pt x="26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51" name=""/>
            <p:cNvSpPr/>
            <p:nvPr/>
          </p:nvSpPr>
          <p:spPr>
            <a:xfrm rot="0">
              <a:off x="3529" y="36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52" name=""/>
            <p:cNvSpPr/>
            <p:nvPr/>
          </p:nvSpPr>
          <p:spPr>
            <a:xfrm rot="0">
              <a:off x="3529" y="3683"/>
              <a:ext cx="28" cy="18"/>
            </a:xfrm>
            <a:custGeom>
              <a:avLst/>
              <a:ahLst/>
              <a:rect l="0" t="0" r="r" b="b"/>
              <a:pathLst>
                <a:path w="57" h="36">
                  <a:moveTo>
                    <a:pt x="52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6" y="36"/>
                  </a:lnTo>
                  <a:lnTo>
                    <a:pt x="31" y="32"/>
                  </a:lnTo>
                  <a:lnTo>
                    <a:pt x="57" y="28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53" name=""/>
            <p:cNvSpPr/>
            <p:nvPr/>
          </p:nvSpPr>
          <p:spPr>
            <a:xfrm rot="0">
              <a:off x="3529" y="3683"/>
              <a:ext cx="28" cy="18"/>
            </a:xfrm>
            <a:custGeom>
              <a:avLst/>
              <a:ahLst/>
              <a:rect l="0" t="0" r="r" b="b"/>
              <a:pathLst>
                <a:path w="57" h="36">
                  <a:moveTo>
                    <a:pt x="52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6" y="36"/>
                  </a:lnTo>
                  <a:lnTo>
                    <a:pt x="31" y="32"/>
                  </a:lnTo>
                  <a:lnTo>
                    <a:pt x="57" y="28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54" name=""/>
            <p:cNvSpPr/>
            <p:nvPr/>
          </p:nvSpPr>
          <p:spPr>
            <a:xfrm rot="0">
              <a:off x="3532" y="3699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25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55" name=""/>
            <p:cNvSpPr/>
            <p:nvPr/>
          </p:nvSpPr>
          <p:spPr>
            <a:xfrm rot="0">
              <a:off x="3532" y="3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56" name=""/>
            <p:cNvSpPr/>
            <p:nvPr/>
          </p:nvSpPr>
          <p:spPr>
            <a:xfrm rot="0">
              <a:off x="3532" y="3696"/>
              <a:ext cx="29" cy="21"/>
            </a:xfrm>
            <a:custGeom>
              <a:avLst/>
              <a:ahLst/>
              <a:rect l="0" t="0" r="r" b="b"/>
              <a:pathLst>
                <a:path w="58" h="42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7" y="42"/>
                  </a:lnTo>
                  <a:lnTo>
                    <a:pt x="32" y="36"/>
                  </a:lnTo>
                  <a:lnTo>
                    <a:pt x="58" y="30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57" name=""/>
            <p:cNvSpPr/>
            <p:nvPr/>
          </p:nvSpPr>
          <p:spPr>
            <a:xfrm rot="0">
              <a:off x="3532" y="3696"/>
              <a:ext cx="29" cy="21"/>
            </a:xfrm>
            <a:custGeom>
              <a:avLst/>
              <a:ahLst/>
              <a:rect l="0" t="0" r="r" b="b"/>
              <a:pathLst>
                <a:path w="58" h="42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7" y="42"/>
                  </a:lnTo>
                  <a:lnTo>
                    <a:pt x="32" y="36"/>
                  </a:lnTo>
                  <a:lnTo>
                    <a:pt x="58" y="30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58" name=""/>
            <p:cNvSpPr/>
            <p:nvPr/>
          </p:nvSpPr>
          <p:spPr>
            <a:xfrm rot="0">
              <a:off x="3535" y="3714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25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59" name=""/>
            <p:cNvSpPr/>
            <p:nvPr/>
          </p:nvSpPr>
          <p:spPr>
            <a:xfrm rot="0">
              <a:off x="3535" y="37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60" name=""/>
            <p:cNvSpPr/>
            <p:nvPr/>
          </p:nvSpPr>
          <p:spPr>
            <a:xfrm rot="0">
              <a:off x="3535" y="3711"/>
              <a:ext cx="30" cy="20"/>
            </a:xfrm>
            <a:custGeom>
              <a:avLst/>
              <a:ahLst/>
              <a:rect l="0" t="0" r="r" b="b"/>
              <a:pathLst>
                <a:path w="58" h="41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7" y="41"/>
                  </a:lnTo>
                  <a:lnTo>
                    <a:pt x="32" y="35"/>
                  </a:lnTo>
                  <a:lnTo>
                    <a:pt x="58" y="28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61" name=""/>
            <p:cNvSpPr/>
            <p:nvPr/>
          </p:nvSpPr>
          <p:spPr>
            <a:xfrm rot="0">
              <a:off x="3535" y="3711"/>
              <a:ext cx="30" cy="20"/>
            </a:xfrm>
            <a:custGeom>
              <a:avLst/>
              <a:ahLst/>
              <a:rect l="0" t="0" r="r" b="b"/>
              <a:pathLst>
                <a:path w="58" h="41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7" y="41"/>
                  </a:lnTo>
                  <a:lnTo>
                    <a:pt x="32" y="35"/>
                  </a:lnTo>
                  <a:lnTo>
                    <a:pt x="58" y="28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62" name=""/>
            <p:cNvSpPr/>
            <p:nvPr/>
          </p:nvSpPr>
          <p:spPr>
            <a:xfrm rot="0">
              <a:off x="3539" y="3728"/>
              <a:ext cx="13" cy="4"/>
            </a:xfrm>
            <a:custGeom>
              <a:avLst/>
              <a:ahLst/>
              <a:rect l="0" t="0" r="r" b="b"/>
              <a:pathLst>
                <a:path w="25" h="7">
                  <a:moveTo>
                    <a:pt x="25" y="0"/>
                  </a:moveTo>
                  <a:lnTo>
                    <a:pt x="0" y="6"/>
                  </a:lnTo>
                  <a:lnTo>
                    <a:pt x="1" y="7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63" name=""/>
            <p:cNvSpPr/>
            <p:nvPr/>
          </p:nvSpPr>
          <p:spPr>
            <a:xfrm rot="0">
              <a:off x="3539" y="37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64" name=""/>
            <p:cNvSpPr/>
            <p:nvPr/>
          </p:nvSpPr>
          <p:spPr>
            <a:xfrm rot="0">
              <a:off x="3539" y="3725"/>
              <a:ext cx="29" cy="21"/>
            </a:xfrm>
            <a:custGeom>
              <a:avLst/>
              <a:ahLst/>
              <a:rect l="0" t="0" r="r" b="b"/>
              <a:pathLst>
                <a:path w="57" h="42">
                  <a:moveTo>
                    <a:pt x="49" y="0"/>
                  </a:moveTo>
                  <a:lnTo>
                    <a:pt x="24" y="8"/>
                  </a:lnTo>
                  <a:lnTo>
                    <a:pt x="0" y="15"/>
                  </a:lnTo>
                  <a:lnTo>
                    <a:pt x="8" y="42"/>
                  </a:lnTo>
                  <a:lnTo>
                    <a:pt x="33" y="35"/>
                  </a:lnTo>
                  <a:lnTo>
                    <a:pt x="57" y="28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65" name=""/>
            <p:cNvSpPr/>
            <p:nvPr/>
          </p:nvSpPr>
          <p:spPr>
            <a:xfrm rot="0">
              <a:off x="3539" y="3725"/>
              <a:ext cx="29" cy="21"/>
            </a:xfrm>
            <a:custGeom>
              <a:avLst/>
              <a:ahLst/>
              <a:rect l="0" t="0" r="r" b="b"/>
              <a:pathLst>
                <a:path w="57" h="42">
                  <a:moveTo>
                    <a:pt x="49" y="0"/>
                  </a:moveTo>
                  <a:lnTo>
                    <a:pt x="24" y="8"/>
                  </a:lnTo>
                  <a:lnTo>
                    <a:pt x="0" y="15"/>
                  </a:lnTo>
                  <a:lnTo>
                    <a:pt x="8" y="42"/>
                  </a:lnTo>
                  <a:lnTo>
                    <a:pt x="33" y="35"/>
                  </a:lnTo>
                  <a:lnTo>
                    <a:pt x="57" y="28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66" name=""/>
            <p:cNvSpPr/>
            <p:nvPr/>
          </p:nvSpPr>
          <p:spPr>
            <a:xfrm rot="0">
              <a:off x="3544" y="3742"/>
              <a:ext cx="12" cy="4"/>
            </a:xfrm>
            <a:custGeom>
              <a:avLst/>
              <a:ahLst/>
              <a:rect l="0" t="0" r="r" b="b"/>
              <a:pathLst>
                <a:path w="25" h="8">
                  <a:moveTo>
                    <a:pt x="25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67" name=""/>
            <p:cNvSpPr/>
            <p:nvPr/>
          </p:nvSpPr>
          <p:spPr>
            <a:xfrm rot="0">
              <a:off x="3544" y="37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68" name=""/>
            <p:cNvSpPr/>
            <p:nvPr/>
          </p:nvSpPr>
          <p:spPr>
            <a:xfrm rot="0">
              <a:off x="3544" y="3738"/>
              <a:ext cx="29" cy="22"/>
            </a:xfrm>
            <a:custGeom>
              <a:avLst/>
              <a:ahLst/>
              <a:rect l="0" t="0" r="r" b="b"/>
              <a:pathLst>
                <a:path w="58" h="43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9" y="43"/>
                  </a:lnTo>
                  <a:lnTo>
                    <a:pt x="34" y="35"/>
                  </a:lnTo>
                  <a:lnTo>
                    <a:pt x="58" y="27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69" name=""/>
            <p:cNvSpPr/>
            <p:nvPr/>
          </p:nvSpPr>
          <p:spPr>
            <a:xfrm rot="0">
              <a:off x="3544" y="3738"/>
              <a:ext cx="29" cy="22"/>
            </a:xfrm>
            <a:custGeom>
              <a:avLst/>
              <a:ahLst/>
              <a:rect l="0" t="0" r="r" b="b"/>
              <a:pathLst>
                <a:path w="58" h="43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9" y="43"/>
                  </a:lnTo>
                  <a:lnTo>
                    <a:pt x="34" y="35"/>
                  </a:lnTo>
                  <a:lnTo>
                    <a:pt x="58" y="27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70" name=""/>
            <p:cNvSpPr/>
            <p:nvPr/>
          </p:nvSpPr>
          <p:spPr>
            <a:xfrm rot="0">
              <a:off x="3560" y="3751"/>
              <a:ext cx="13" cy="4"/>
            </a:xfrm>
            <a:custGeom>
              <a:avLst/>
              <a:ahLst/>
              <a:rect l="0" t="0" r="r" b="b"/>
              <a:pathLst>
                <a:path w="24" h="8">
                  <a:moveTo>
                    <a:pt x="0" y="8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71" name=""/>
            <p:cNvSpPr/>
            <p:nvPr/>
          </p:nvSpPr>
          <p:spPr>
            <a:xfrm rot="0">
              <a:off x="3573" y="3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72" name=""/>
            <p:cNvSpPr/>
            <p:nvPr/>
          </p:nvSpPr>
          <p:spPr>
            <a:xfrm rot="0">
              <a:off x="3548" y="3751"/>
              <a:ext cx="29" cy="21"/>
            </a:xfrm>
            <a:custGeom>
              <a:avLst/>
              <a:ahLst/>
              <a:rect l="0" t="0" r="r" b="b"/>
              <a:pathLst>
                <a:path w="58" h="41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9" y="41"/>
                  </a:lnTo>
                  <a:lnTo>
                    <a:pt x="33" y="32"/>
                  </a:lnTo>
                  <a:lnTo>
                    <a:pt x="58" y="24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73" name=""/>
            <p:cNvSpPr/>
            <p:nvPr/>
          </p:nvSpPr>
          <p:spPr>
            <a:xfrm rot="0">
              <a:off x="3548" y="3751"/>
              <a:ext cx="29" cy="21"/>
            </a:xfrm>
            <a:custGeom>
              <a:avLst/>
              <a:ahLst/>
              <a:rect l="0" t="0" r="r" b="b"/>
              <a:pathLst>
                <a:path w="58" h="41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9" y="41"/>
                  </a:lnTo>
                  <a:lnTo>
                    <a:pt x="33" y="32"/>
                  </a:lnTo>
                  <a:lnTo>
                    <a:pt x="58" y="24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74" name=""/>
            <p:cNvSpPr/>
            <p:nvPr/>
          </p:nvSpPr>
          <p:spPr>
            <a:xfrm rot="0">
              <a:off x="3552" y="3768"/>
              <a:ext cx="13" cy="5"/>
            </a:xfrm>
            <a:custGeom>
              <a:avLst/>
              <a:ahLst/>
              <a:rect l="0" t="0" r="r" b="b"/>
              <a:pathLst>
                <a:path w="24" h="11">
                  <a:moveTo>
                    <a:pt x="24" y="0"/>
                  </a:moveTo>
                  <a:lnTo>
                    <a:pt x="0" y="9"/>
                  </a:lnTo>
                  <a:lnTo>
                    <a:pt x="0" y="11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75" name=""/>
            <p:cNvSpPr/>
            <p:nvPr/>
          </p:nvSpPr>
          <p:spPr>
            <a:xfrm rot="0">
              <a:off x="3552" y="37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76" name=""/>
            <p:cNvSpPr/>
            <p:nvPr/>
          </p:nvSpPr>
          <p:spPr>
            <a:xfrm rot="0">
              <a:off x="3552" y="3763"/>
              <a:ext cx="27" cy="16"/>
            </a:xfrm>
            <a:custGeom>
              <a:avLst/>
              <a:ahLst/>
              <a:rect l="0" t="0" r="r" b="b"/>
              <a:pathLst>
                <a:path w="54" h="33">
                  <a:moveTo>
                    <a:pt x="49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29" y="23"/>
                  </a:lnTo>
                  <a:lnTo>
                    <a:pt x="54" y="13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77" name=""/>
            <p:cNvSpPr/>
            <p:nvPr/>
          </p:nvSpPr>
          <p:spPr>
            <a:xfrm rot="0">
              <a:off x="3552" y="3763"/>
              <a:ext cx="27" cy="16"/>
            </a:xfrm>
            <a:custGeom>
              <a:avLst/>
              <a:ahLst/>
              <a:rect l="0" t="0" r="r" b="b"/>
              <a:pathLst>
                <a:path w="54" h="33">
                  <a:moveTo>
                    <a:pt x="49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29" y="23"/>
                  </a:lnTo>
                  <a:lnTo>
                    <a:pt x="54" y="1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78" name=""/>
            <p:cNvSpPr/>
            <p:nvPr/>
          </p:nvSpPr>
          <p:spPr>
            <a:xfrm rot="0">
              <a:off x="3567" y="3769"/>
              <a:ext cx="12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0"/>
                  </a:lnTo>
                  <a:lnTo>
                    <a:pt x="25" y="2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79" name=""/>
            <p:cNvSpPr/>
            <p:nvPr/>
          </p:nvSpPr>
          <p:spPr>
            <a:xfrm rot="0">
              <a:off x="3579" y="37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80" name=""/>
            <p:cNvSpPr/>
            <p:nvPr/>
          </p:nvSpPr>
          <p:spPr>
            <a:xfrm rot="0">
              <a:off x="3555" y="3770"/>
              <a:ext cx="26" cy="14"/>
            </a:xfrm>
            <a:custGeom>
              <a:avLst/>
              <a:ahLst/>
              <a:rect l="0" t="0" r="r" b="b"/>
              <a:pathLst>
                <a:path w="53" h="28">
                  <a:moveTo>
                    <a:pt x="49" y="0"/>
                  </a:moveTo>
                  <a:lnTo>
                    <a:pt x="24" y="8"/>
                  </a:lnTo>
                  <a:lnTo>
                    <a:pt x="0" y="16"/>
                  </a:lnTo>
                  <a:lnTo>
                    <a:pt x="4" y="28"/>
                  </a:lnTo>
                  <a:lnTo>
                    <a:pt x="28" y="20"/>
                  </a:lnTo>
                  <a:lnTo>
                    <a:pt x="53" y="12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81" name=""/>
            <p:cNvSpPr/>
            <p:nvPr/>
          </p:nvSpPr>
          <p:spPr>
            <a:xfrm rot="0">
              <a:off x="3555" y="3770"/>
              <a:ext cx="26" cy="14"/>
            </a:xfrm>
            <a:custGeom>
              <a:avLst/>
              <a:ahLst/>
              <a:rect l="0" t="0" r="r" b="b"/>
              <a:pathLst>
                <a:path w="53" h="28">
                  <a:moveTo>
                    <a:pt x="49" y="0"/>
                  </a:moveTo>
                  <a:lnTo>
                    <a:pt x="24" y="8"/>
                  </a:lnTo>
                  <a:lnTo>
                    <a:pt x="0" y="16"/>
                  </a:lnTo>
                  <a:lnTo>
                    <a:pt x="4" y="28"/>
                  </a:lnTo>
                  <a:lnTo>
                    <a:pt x="28" y="20"/>
                  </a:lnTo>
                  <a:lnTo>
                    <a:pt x="53" y="1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82" name=""/>
            <p:cNvSpPr/>
            <p:nvPr/>
          </p:nvSpPr>
          <p:spPr>
            <a:xfrm rot="0">
              <a:off x="3557" y="3780"/>
              <a:ext cx="12" cy="5"/>
            </a:xfrm>
            <a:custGeom>
              <a:avLst/>
              <a:ahLst/>
              <a:rect l="0" t="0" r="r" b="b"/>
              <a:pathLst>
                <a:path w="24" h="9">
                  <a:moveTo>
                    <a:pt x="24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83" name=""/>
            <p:cNvSpPr/>
            <p:nvPr/>
          </p:nvSpPr>
          <p:spPr>
            <a:xfrm rot="0">
              <a:off x="3557" y="3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84" name=""/>
            <p:cNvSpPr/>
            <p:nvPr/>
          </p:nvSpPr>
          <p:spPr>
            <a:xfrm rot="0">
              <a:off x="3557" y="3775"/>
              <a:ext cx="26" cy="15"/>
            </a:xfrm>
            <a:custGeom>
              <a:avLst/>
              <a:ahLst/>
              <a:rect l="0" t="0" r="r" b="b"/>
              <a:pathLst>
                <a:path w="53" h="29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4" y="29"/>
                  </a:lnTo>
                  <a:lnTo>
                    <a:pt x="28" y="20"/>
                  </a:lnTo>
                  <a:lnTo>
                    <a:pt x="53" y="11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85" name=""/>
            <p:cNvSpPr/>
            <p:nvPr/>
          </p:nvSpPr>
          <p:spPr>
            <a:xfrm rot="0">
              <a:off x="3557" y="3775"/>
              <a:ext cx="26" cy="15"/>
            </a:xfrm>
            <a:custGeom>
              <a:avLst/>
              <a:ahLst/>
              <a:rect l="0" t="0" r="r" b="b"/>
              <a:pathLst>
                <a:path w="53" h="29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4" y="29"/>
                  </a:lnTo>
                  <a:lnTo>
                    <a:pt x="28" y="20"/>
                  </a:lnTo>
                  <a:lnTo>
                    <a:pt x="53" y="1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86" name=""/>
            <p:cNvSpPr/>
            <p:nvPr/>
          </p:nvSpPr>
          <p:spPr>
            <a:xfrm rot="0">
              <a:off x="3559" y="3786"/>
              <a:ext cx="12" cy="4"/>
            </a:xfrm>
            <a:custGeom>
              <a:avLst/>
              <a:ahLst/>
              <a:rect l="0" t="0" r="r" b="b"/>
              <a:pathLst>
                <a:path w="24" h="9">
                  <a:moveTo>
                    <a:pt x="24" y="0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87" name=""/>
            <p:cNvSpPr/>
            <p:nvPr/>
          </p:nvSpPr>
          <p:spPr>
            <a:xfrm rot="0">
              <a:off x="3559" y="37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88" name=""/>
            <p:cNvSpPr/>
            <p:nvPr/>
          </p:nvSpPr>
          <p:spPr>
            <a:xfrm rot="0">
              <a:off x="3559" y="3781"/>
              <a:ext cx="27" cy="14"/>
            </a:xfrm>
            <a:custGeom>
              <a:avLst/>
              <a:ahLst/>
              <a:rect l="0" t="0" r="r" b="b"/>
              <a:pathLst>
                <a:path w="53" h="29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4" y="29"/>
                  </a:lnTo>
                  <a:lnTo>
                    <a:pt x="28" y="20"/>
                  </a:lnTo>
                  <a:lnTo>
                    <a:pt x="53" y="10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89" name=""/>
            <p:cNvSpPr/>
            <p:nvPr/>
          </p:nvSpPr>
          <p:spPr>
            <a:xfrm rot="0">
              <a:off x="3559" y="3781"/>
              <a:ext cx="27" cy="14"/>
            </a:xfrm>
            <a:custGeom>
              <a:avLst/>
              <a:ahLst/>
              <a:rect l="0" t="0" r="r" b="b"/>
              <a:pathLst>
                <a:path w="53" h="29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4" y="29"/>
                  </a:lnTo>
                  <a:lnTo>
                    <a:pt x="28" y="20"/>
                  </a:lnTo>
                  <a:lnTo>
                    <a:pt x="53" y="10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90" name=""/>
            <p:cNvSpPr/>
            <p:nvPr/>
          </p:nvSpPr>
          <p:spPr>
            <a:xfrm rot="0">
              <a:off x="3573" y="3786"/>
              <a:ext cx="13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91" name=""/>
            <p:cNvSpPr/>
            <p:nvPr/>
          </p:nvSpPr>
          <p:spPr>
            <a:xfrm rot="0">
              <a:off x="3586" y="3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92" name=""/>
            <p:cNvSpPr/>
            <p:nvPr/>
          </p:nvSpPr>
          <p:spPr>
            <a:xfrm rot="0">
              <a:off x="3561" y="3787"/>
              <a:ext cx="28" cy="18"/>
            </a:xfrm>
            <a:custGeom>
              <a:avLst/>
              <a:ahLst/>
              <a:rect l="0" t="0" r="r" b="b"/>
              <a:pathLst>
                <a:path w="56" h="37">
                  <a:moveTo>
                    <a:pt x="49" y="0"/>
                  </a:moveTo>
                  <a:lnTo>
                    <a:pt x="24" y="9"/>
                  </a:lnTo>
                  <a:lnTo>
                    <a:pt x="0" y="17"/>
                  </a:lnTo>
                  <a:lnTo>
                    <a:pt x="7" y="37"/>
                  </a:lnTo>
                  <a:lnTo>
                    <a:pt x="32" y="29"/>
                  </a:lnTo>
                  <a:lnTo>
                    <a:pt x="56" y="21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93" name=""/>
            <p:cNvSpPr/>
            <p:nvPr/>
          </p:nvSpPr>
          <p:spPr>
            <a:xfrm rot="0">
              <a:off x="3561" y="3787"/>
              <a:ext cx="28" cy="18"/>
            </a:xfrm>
            <a:custGeom>
              <a:avLst/>
              <a:ahLst/>
              <a:rect l="0" t="0" r="r" b="b"/>
              <a:pathLst>
                <a:path w="56" h="37">
                  <a:moveTo>
                    <a:pt x="49" y="0"/>
                  </a:moveTo>
                  <a:lnTo>
                    <a:pt x="24" y="9"/>
                  </a:lnTo>
                  <a:lnTo>
                    <a:pt x="0" y="17"/>
                  </a:lnTo>
                  <a:lnTo>
                    <a:pt x="7" y="37"/>
                  </a:lnTo>
                  <a:lnTo>
                    <a:pt x="32" y="29"/>
                  </a:lnTo>
                  <a:lnTo>
                    <a:pt x="56" y="2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94" name=""/>
            <p:cNvSpPr/>
            <p:nvPr/>
          </p:nvSpPr>
          <p:spPr>
            <a:xfrm rot="0">
              <a:off x="3565" y="3801"/>
              <a:ext cx="12" cy="5"/>
            </a:xfrm>
            <a:custGeom>
              <a:avLst/>
              <a:ahLst/>
              <a:rect l="0" t="0" r="r" b="b"/>
              <a:pathLst>
                <a:path w="25" h="10">
                  <a:moveTo>
                    <a:pt x="25" y="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95" name=""/>
            <p:cNvSpPr/>
            <p:nvPr/>
          </p:nvSpPr>
          <p:spPr>
            <a:xfrm rot="0">
              <a:off x="3565" y="38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96" name=""/>
            <p:cNvSpPr/>
            <p:nvPr/>
          </p:nvSpPr>
          <p:spPr>
            <a:xfrm rot="0">
              <a:off x="3565" y="3796"/>
              <a:ext cx="28" cy="20"/>
            </a:xfrm>
            <a:custGeom>
              <a:avLst/>
              <a:ahLst/>
              <a:rect l="0" t="0" r="r" b="b"/>
              <a:pathLst>
                <a:path w="57" h="40">
                  <a:moveTo>
                    <a:pt x="49" y="0"/>
                  </a:moveTo>
                  <a:lnTo>
                    <a:pt x="25" y="10"/>
                  </a:lnTo>
                  <a:lnTo>
                    <a:pt x="0" y="20"/>
                  </a:lnTo>
                  <a:lnTo>
                    <a:pt x="8" y="40"/>
                  </a:lnTo>
                  <a:lnTo>
                    <a:pt x="33" y="29"/>
                  </a:lnTo>
                  <a:lnTo>
                    <a:pt x="57" y="19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97" name=""/>
            <p:cNvSpPr/>
            <p:nvPr/>
          </p:nvSpPr>
          <p:spPr>
            <a:xfrm rot="0">
              <a:off x="3565" y="3796"/>
              <a:ext cx="28" cy="20"/>
            </a:xfrm>
            <a:custGeom>
              <a:avLst/>
              <a:ahLst/>
              <a:rect l="0" t="0" r="r" b="b"/>
              <a:pathLst>
                <a:path w="57" h="40">
                  <a:moveTo>
                    <a:pt x="49" y="0"/>
                  </a:moveTo>
                  <a:lnTo>
                    <a:pt x="25" y="10"/>
                  </a:lnTo>
                  <a:lnTo>
                    <a:pt x="0" y="20"/>
                  </a:lnTo>
                  <a:lnTo>
                    <a:pt x="8" y="40"/>
                  </a:lnTo>
                  <a:lnTo>
                    <a:pt x="33" y="29"/>
                  </a:lnTo>
                  <a:lnTo>
                    <a:pt x="57" y="19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598" name=""/>
            <p:cNvSpPr/>
            <p:nvPr/>
          </p:nvSpPr>
          <p:spPr>
            <a:xfrm rot="0">
              <a:off x="3581" y="3806"/>
              <a:ext cx="12" cy="5"/>
            </a:xfrm>
            <a:custGeom>
              <a:avLst/>
              <a:ahLst/>
              <a:rect l="0" t="0" r="r" b="b"/>
              <a:pathLst>
                <a:path w="24" h="10">
                  <a:moveTo>
                    <a:pt x="0" y="1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599" name=""/>
            <p:cNvSpPr/>
            <p:nvPr/>
          </p:nvSpPr>
          <p:spPr>
            <a:xfrm rot="0">
              <a:off x="3593" y="3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00" name=""/>
            <p:cNvSpPr/>
            <p:nvPr/>
          </p:nvSpPr>
          <p:spPr>
            <a:xfrm rot="0">
              <a:off x="3569" y="3806"/>
              <a:ext cx="28" cy="19"/>
            </a:xfrm>
            <a:custGeom>
              <a:avLst/>
              <a:ahLst/>
              <a:rect l="0" t="0" r="r" b="b"/>
              <a:pathLst>
                <a:path w="57" h="38">
                  <a:moveTo>
                    <a:pt x="49" y="0"/>
                  </a:moveTo>
                  <a:lnTo>
                    <a:pt x="25" y="10"/>
                  </a:lnTo>
                  <a:lnTo>
                    <a:pt x="0" y="21"/>
                  </a:lnTo>
                  <a:lnTo>
                    <a:pt x="7" y="38"/>
                  </a:lnTo>
                  <a:lnTo>
                    <a:pt x="32" y="28"/>
                  </a:lnTo>
                  <a:lnTo>
                    <a:pt x="57" y="18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01" name=""/>
            <p:cNvSpPr/>
            <p:nvPr/>
          </p:nvSpPr>
          <p:spPr>
            <a:xfrm rot="0">
              <a:off x="3569" y="3806"/>
              <a:ext cx="28" cy="19"/>
            </a:xfrm>
            <a:custGeom>
              <a:avLst/>
              <a:ahLst/>
              <a:rect l="0" t="0" r="r" b="b"/>
              <a:pathLst>
                <a:path w="57" h="38">
                  <a:moveTo>
                    <a:pt x="49" y="0"/>
                  </a:moveTo>
                  <a:lnTo>
                    <a:pt x="25" y="10"/>
                  </a:lnTo>
                  <a:lnTo>
                    <a:pt x="0" y="21"/>
                  </a:lnTo>
                  <a:lnTo>
                    <a:pt x="7" y="38"/>
                  </a:lnTo>
                  <a:lnTo>
                    <a:pt x="32" y="28"/>
                  </a:lnTo>
                  <a:lnTo>
                    <a:pt x="57" y="18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02" name=""/>
            <p:cNvSpPr/>
            <p:nvPr/>
          </p:nvSpPr>
          <p:spPr>
            <a:xfrm rot="0">
              <a:off x="3572" y="3819"/>
              <a:ext cx="12" cy="6"/>
            </a:xfrm>
            <a:custGeom>
              <a:avLst/>
              <a:ahLst/>
              <a:rect l="0" t="0" r="r" b="b"/>
              <a:pathLst>
                <a:path w="25" h="10">
                  <a:moveTo>
                    <a:pt x="25" y="0"/>
                  </a:moveTo>
                  <a:lnTo>
                    <a:pt x="0" y="10"/>
                  </a:lnTo>
                  <a:lnTo>
                    <a:pt x="1" y="1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03" name=""/>
            <p:cNvSpPr/>
            <p:nvPr/>
          </p:nvSpPr>
          <p:spPr>
            <a:xfrm rot="0">
              <a:off x="3572" y="38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04" name=""/>
            <p:cNvSpPr/>
            <p:nvPr/>
          </p:nvSpPr>
          <p:spPr>
            <a:xfrm rot="0">
              <a:off x="3573" y="3814"/>
              <a:ext cx="27" cy="19"/>
            </a:xfrm>
            <a:custGeom>
              <a:avLst/>
              <a:ahLst/>
              <a:rect l="0" t="0" r="r" b="b"/>
              <a:pathLst>
                <a:path w="55" h="36">
                  <a:moveTo>
                    <a:pt x="48" y="0"/>
                  </a:moveTo>
                  <a:lnTo>
                    <a:pt x="24" y="10"/>
                  </a:lnTo>
                  <a:lnTo>
                    <a:pt x="0" y="20"/>
                  </a:lnTo>
                  <a:lnTo>
                    <a:pt x="8" y="36"/>
                  </a:lnTo>
                  <a:lnTo>
                    <a:pt x="31" y="26"/>
                  </a:lnTo>
                  <a:lnTo>
                    <a:pt x="55" y="16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05" name=""/>
            <p:cNvSpPr/>
            <p:nvPr/>
          </p:nvSpPr>
          <p:spPr>
            <a:xfrm rot="0">
              <a:off x="3573" y="3814"/>
              <a:ext cx="27" cy="19"/>
            </a:xfrm>
            <a:custGeom>
              <a:avLst/>
              <a:ahLst/>
              <a:rect l="0" t="0" r="r" b="b"/>
              <a:pathLst>
                <a:path w="55" h="36">
                  <a:moveTo>
                    <a:pt x="48" y="0"/>
                  </a:moveTo>
                  <a:lnTo>
                    <a:pt x="24" y="10"/>
                  </a:lnTo>
                  <a:lnTo>
                    <a:pt x="0" y="20"/>
                  </a:lnTo>
                  <a:lnTo>
                    <a:pt x="8" y="36"/>
                  </a:lnTo>
                  <a:lnTo>
                    <a:pt x="31" y="26"/>
                  </a:lnTo>
                  <a:lnTo>
                    <a:pt x="55" y="16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06" name=""/>
            <p:cNvSpPr/>
            <p:nvPr/>
          </p:nvSpPr>
          <p:spPr>
            <a:xfrm rot="0">
              <a:off x="3588" y="3822"/>
              <a:ext cx="12" cy="6"/>
            </a:xfrm>
            <a:custGeom>
              <a:avLst/>
              <a:ahLst/>
              <a:rect l="0" t="0" r="r" b="b"/>
              <a:pathLst>
                <a:path w="24" h="10">
                  <a:moveTo>
                    <a:pt x="0" y="1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07" name=""/>
            <p:cNvSpPr/>
            <p:nvPr/>
          </p:nvSpPr>
          <p:spPr>
            <a:xfrm rot="0">
              <a:off x="3600" y="38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08" name=""/>
            <p:cNvSpPr/>
            <p:nvPr/>
          </p:nvSpPr>
          <p:spPr>
            <a:xfrm rot="0">
              <a:off x="3576" y="3822"/>
              <a:ext cx="27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47" y="0"/>
                  </a:moveTo>
                  <a:lnTo>
                    <a:pt x="23" y="10"/>
                  </a:lnTo>
                  <a:lnTo>
                    <a:pt x="0" y="20"/>
                  </a:lnTo>
                  <a:lnTo>
                    <a:pt x="6" y="35"/>
                  </a:lnTo>
                  <a:lnTo>
                    <a:pt x="29" y="25"/>
                  </a:lnTo>
                  <a:lnTo>
                    <a:pt x="53" y="14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09" name=""/>
            <p:cNvSpPr/>
            <p:nvPr/>
          </p:nvSpPr>
          <p:spPr>
            <a:xfrm rot="0">
              <a:off x="3576" y="3822"/>
              <a:ext cx="27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47" y="0"/>
                  </a:moveTo>
                  <a:lnTo>
                    <a:pt x="23" y="10"/>
                  </a:lnTo>
                  <a:lnTo>
                    <a:pt x="0" y="20"/>
                  </a:lnTo>
                  <a:lnTo>
                    <a:pt x="6" y="35"/>
                  </a:lnTo>
                  <a:lnTo>
                    <a:pt x="29" y="25"/>
                  </a:lnTo>
                  <a:lnTo>
                    <a:pt x="53" y="14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10" name=""/>
            <p:cNvSpPr/>
            <p:nvPr/>
          </p:nvSpPr>
          <p:spPr>
            <a:xfrm rot="0">
              <a:off x="3579" y="3835"/>
              <a:ext cx="12" cy="5"/>
            </a:xfrm>
            <a:custGeom>
              <a:avLst/>
              <a:ahLst/>
              <a:rect l="0" t="0" r="r" b="b"/>
              <a:pathLst>
                <a:path w="23" h="11">
                  <a:moveTo>
                    <a:pt x="23" y="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11" name=""/>
            <p:cNvSpPr/>
            <p:nvPr/>
          </p:nvSpPr>
          <p:spPr>
            <a:xfrm rot="0">
              <a:off x="3579" y="3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12" name=""/>
            <p:cNvSpPr/>
            <p:nvPr/>
          </p:nvSpPr>
          <p:spPr>
            <a:xfrm rot="0">
              <a:off x="3579" y="3829"/>
              <a:ext cx="27" cy="19"/>
            </a:xfrm>
            <a:custGeom>
              <a:avLst/>
              <a:ahLst/>
              <a:rect l="0" t="0" r="r" b="b"/>
              <a:pathLst>
                <a:path w="54" h="37">
                  <a:moveTo>
                    <a:pt x="47" y="0"/>
                  </a:moveTo>
                  <a:lnTo>
                    <a:pt x="23" y="12"/>
                  </a:lnTo>
                  <a:lnTo>
                    <a:pt x="0" y="23"/>
                  </a:lnTo>
                  <a:lnTo>
                    <a:pt x="7" y="37"/>
                  </a:lnTo>
                  <a:lnTo>
                    <a:pt x="30" y="26"/>
                  </a:lnTo>
                  <a:lnTo>
                    <a:pt x="54" y="15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13" name=""/>
            <p:cNvSpPr/>
            <p:nvPr/>
          </p:nvSpPr>
          <p:spPr>
            <a:xfrm rot="0">
              <a:off x="3579" y="3829"/>
              <a:ext cx="27" cy="19"/>
            </a:xfrm>
            <a:custGeom>
              <a:avLst/>
              <a:ahLst/>
              <a:rect l="0" t="0" r="r" b="b"/>
              <a:pathLst>
                <a:path w="54" h="37">
                  <a:moveTo>
                    <a:pt x="47" y="0"/>
                  </a:moveTo>
                  <a:lnTo>
                    <a:pt x="23" y="12"/>
                  </a:lnTo>
                  <a:lnTo>
                    <a:pt x="0" y="23"/>
                  </a:lnTo>
                  <a:lnTo>
                    <a:pt x="7" y="37"/>
                  </a:lnTo>
                  <a:lnTo>
                    <a:pt x="30" y="26"/>
                  </a:lnTo>
                  <a:lnTo>
                    <a:pt x="54" y="15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14" name=""/>
            <p:cNvSpPr/>
            <p:nvPr/>
          </p:nvSpPr>
          <p:spPr>
            <a:xfrm rot="0">
              <a:off x="3583" y="3842"/>
              <a:ext cx="12" cy="6"/>
            </a:xfrm>
            <a:custGeom>
              <a:avLst/>
              <a:ahLst/>
              <a:rect l="0" t="0" r="r" b="b"/>
              <a:pathLst>
                <a:path w="23" h="12">
                  <a:moveTo>
                    <a:pt x="23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15" name=""/>
            <p:cNvSpPr/>
            <p:nvPr/>
          </p:nvSpPr>
          <p:spPr>
            <a:xfrm rot="0">
              <a:off x="3583" y="3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16" name=""/>
            <p:cNvSpPr/>
            <p:nvPr/>
          </p:nvSpPr>
          <p:spPr>
            <a:xfrm rot="0">
              <a:off x="3583" y="3836"/>
              <a:ext cx="27" cy="19"/>
            </a:xfrm>
            <a:custGeom>
              <a:avLst/>
              <a:ahLst/>
              <a:rect l="0" t="0" r="r" b="b"/>
              <a:pathLst>
                <a:path w="52" h="37">
                  <a:moveTo>
                    <a:pt x="45" y="0"/>
                  </a:moveTo>
                  <a:lnTo>
                    <a:pt x="22" y="12"/>
                  </a:lnTo>
                  <a:lnTo>
                    <a:pt x="0" y="24"/>
                  </a:lnTo>
                  <a:lnTo>
                    <a:pt x="7" y="37"/>
                  </a:lnTo>
                  <a:lnTo>
                    <a:pt x="30" y="25"/>
                  </a:lnTo>
                  <a:lnTo>
                    <a:pt x="52" y="13"/>
                  </a:lnTo>
                  <a:lnTo>
                    <a:pt x="4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17" name=""/>
            <p:cNvSpPr/>
            <p:nvPr/>
          </p:nvSpPr>
          <p:spPr>
            <a:xfrm rot="0">
              <a:off x="3583" y="3836"/>
              <a:ext cx="27" cy="19"/>
            </a:xfrm>
            <a:custGeom>
              <a:avLst/>
              <a:ahLst/>
              <a:rect l="0" t="0" r="r" b="b"/>
              <a:pathLst>
                <a:path w="52" h="37">
                  <a:moveTo>
                    <a:pt x="45" y="0"/>
                  </a:moveTo>
                  <a:lnTo>
                    <a:pt x="22" y="12"/>
                  </a:lnTo>
                  <a:lnTo>
                    <a:pt x="0" y="24"/>
                  </a:lnTo>
                  <a:lnTo>
                    <a:pt x="7" y="37"/>
                  </a:lnTo>
                  <a:lnTo>
                    <a:pt x="30" y="25"/>
                  </a:lnTo>
                  <a:lnTo>
                    <a:pt x="52" y="13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18" name=""/>
            <p:cNvSpPr/>
            <p:nvPr/>
          </p:nvSpPr>
          <p:spPr>
            <a:xfrm rot="0">
              <a:off x="3598" y="3842"/>
              <a:ext cx="12" cy="7"/>
            </a:xfrm>
            <a:custGeom>
              <a:avLst/>
              <a:ahLst/>
              <a:rect l="0" t="0" r="r" b="b"/>
              <a:pathLst>
                <a:path w="23" h="12">
                  <a:moveTo>
                    <a:pt x="0" y="12"/>
                  </a:moveTo>
                  <a:lnTo>
                    <a:pt x="22" y="0"/>
                  </a:lnTo>
                  <a:lnTo>
                    <a:pt x="23" y="1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19" name=""/>
            <p:cNvSpPr/>
            <p:nvPr/>
          </p:nvSpPr>
          <p:spPr>
            <a:xfrm rot="0">
              <a:off x="3610" y="38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20" name=""/>
            <p:cNvSpPr/>
            <p:nvPr/>
          </p:nvSpPr>
          <p:spPr>
            <a:xfrm rot="0">
              <a:off x="3587" y="3843"/>
              <a:ext cx="26" cy="17"/>
            </a:xfrm>
            <a:custGeom>
              <a:avLst/>
              <a:ahLst/>
              <a:rect l="0" t="0" r="r" b="b"/>
              <a:pathLst>
                <a:path w="53" h="35">
                  <a:moveTo>
                    <a:pt x="47" y="0"/>
                  </a:moveTo>
                  <a:lnTo>
                    <a:pt x="24" y="11"/>
                  </a:lnTo>
                  <a:lnTo>
                    <a:pt x="0" y="22"/>
                  </a:lnTo>
                  <a:lnTo>
                    <a:pt x="6" y="35"/>
                  </a:lnTo>
                  <a:lnTo>
                    <a:pt x="30" y="23"/>
                  </a:lnTo>
                  <a:lnTo>
                    <a:pt x="53" y="12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21" name=""/>
            <p:cNvSpPr/>
            <p:nvPr/>
          </p:nvSpPr>
          <p:spPr>
            <a:xfrm rot="0">
              <a:off x="3587" y="3843"/>
              <a:ext cx="26" cy="17"/>
            </a:xfrm>
            <a:custGeom>
              <a:avLst/>
              <a:ahLst/>
              <a:rect l="0" t="0" r="r" b="b"/>
              <a:pathLst>
                <a:path w="53" h="35">
                  <a:moveTo>
                    <a:pt x="47" y="0"/>
                  </a:moveTo>
                  <a:lnTo>
                    <a:pt x="24" y="11"/>
                  </a:lnTo>
                  <a:lnTo>
                    <a:pt x="0" y="22"/>
                  </a:lnTo>
                  <a:lnTo>
                    <a:pt x="6" y="35"/>
                  </a:lnTo>
                  <a:lnTo>
                    <a:pt x="30" y="23"/>
                  </a:lnTo>
                  <a:lnTo>
                    <a:pt x="53" y="12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22" name=""/>
            <p:cNvSpPr/>
            <p:nvPr/>
          </p:nvSpPr>
          <p:spPr>
            <a:xfrm rot="0">
              <a:off x="3590" y="3855"/>
              <a:ext cx="11" cy="6"/>
            </a:xfrm>
            <a:custGeom>
              <a:avLst/>
              <a:ahLst/>
              <a:rect l="0" t="0" r="r" b="b"/>
              <a:pathLst>
                <a:path w="24" h="13">
                  <a:moveTo>
                    <a:pt x="24" y="0"/>
                  </a:moveTo>
                  <a:lnTo>
                    <a:pt x="0" y="12"/>
                  </a:lnTo>
                  <a:lnTo>
                    <a:pt x="1" y="13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23" name=""/>
            <p:cNvSpPr/>
            <p:nvPr/>
          </p:nvSpPr>
          <p:spPr>
            <a:xfrm rot="0">
              <a:off x="3590" y="38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24" name=""/>
            <p:cNvSpPr/>
            <p:nvPr/>
          </p:nvSpPr>
          <p:spPr>
            <a:xfrm rot="0">
              <a:off x="3590" y="3849"/>
              <a:ext cx="26" cy="18"/>
            </a:xfrm>
            <a:custGeom>
              <a:avLst/>
              <a:ahLst/>
              <a:rect l="0" t="0" r="r" b="b"/>
              <a:pathLst>
                <a:path w="51" h="36">
                  <a:moveTo>
                    <a:pt x="45" y="0"/>
                  </a:moveTo>
                  <a:lnTo>
                    <a:pt x="23" y="12"/>
                  </a:lnTo>
                  <a:lnTo>
                    <a:pt x="0" y="25"/>
                  </a:lnTo>
                  <a:lnTo>
                    <a:pt x="6" y="36"/>
                  </a:lnTo>
                  <a:lnTo>
                    <a:pt x="29" y="24"/>
                  </a:lnTo>
                  <a:lnTo>
                    <a:pt x="51" y="11"/>
                  </a:lnTo>
                  <a:lnTo>
                    <a:pt x="4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25" name=""/>
            <p:cNvSpPr/>
            <p:nvPr/>
          </p:nvSpPr>
          <p:spPr>
            <a:xfrm rot="0">
              <a:off x="3590" y="3849"/>
              <a:ext cx="26" cy="18"/>
            </a:xfrm>
            <a:custGeom>
              <a:avLst/>
              <a:ahLst/>
              <a:rect l="0" t="0" r="r" b="b"/>
              <a:pathLst>
                <a:path w="51" h="36">
                  <a:moveTo>
                    <a:pt x="45" y="0"/>
                  </a:moveTo>
                  <a:lnTo>
                    <a:pt x="23" y="12"/>
                  </a:lnTo>
                  <a:lnTo>
                    <a:pt x="0" y="25"/>
                  </a:lnTo>
                  <a:lnTo>
                    <a:pt x="6" y="36"/>
                  </a:lnTo>
                  <a:lnTo>
                    <a:pt x="29" y="24"/>
                  </a:lnTo>
                  <a:lnTo>
                    <a:pt x="51" y="11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26" name=""/>
            <p:cNvSpPr/>
            <p:nvPr/>
          </p:nvSpPr>
          <p:spPr>
            <a:xfrm rot="0">
              <a:off x="3593" y="3860"/>
              <a:ext cx="11" cy="8"/>
            </a:xfrm>
            <a:custGeom>
              <a:avLst/>
              <a:ahLst/>
              <a:rect l="0" t="0" r="r" b="b"/>
              <a:pathLst>
                <a:path w="23" h="15">
                  <a:moveTo>
                    <a:pt x="23" y="0"/>
                  </a:moveTo>
                  <a:lnTo>
                    <a:pt x="0" y="12"/>
                  </a:lnTo>
                  <a:lnTo>
                    <a:pt x="1" y="15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27" name=""/>
            <p:cNvSpPr/>
            <p:nvPr/>
          </p:nvSpPr>
          <p:spPr>
            <a:xfrm rot="0">
              <a:off x="3593" y="3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28" name=""/>
            <p:cNvSpPr/>
            <p:nvPr/>
          </p:nvSpPr>
          <p:spPr>
            <a:xfrm rot="0">
              <a:off x="3594" y="3853"/>
              <a:ext cx="25" cy="20"/>
            </a:xfrm>
            <a:custGeom>
              <a:avLst/>
              <a:ahLst/>
              <a:rect l="0" t="0" r="r" b="b"/>
              <a:pathLst>
                <a:path w="51" h="41">
                  <a:moveTo>
                    <a:pt x="43" y="0"/>
                  </a:moveTo>
                  <a:lnTo>
                    <a:pt x="22" y="16"/>
                  </a:lnTo>
                  <a:lnTo>
                    <a:pt x="0" y="31"/>
                  </a:lnTo>
                  <a:lnTo>
                    <a:pt x="8" y="41"/>
                  </a:lnTo>
                  <a:lnTo>
                    <a:pt x="29" y="26"/>
                  </a:lnTo>
                  <a:lnTo>
                    <a:pt x="51" y="11"/>
                  </a:lnTo>
                  <a:lnTo>
                    <a:pt x="4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29" name=""/>
            <p:cNvSpPr/>
            <p:nvPr/>
          </p:nvSpPr>
          <p:spPr>
            <a:xfrm rot="0">
              <a:off x="3594" y="3853"/>
              <a:ext cx="25" cy="20"/>
            </a:xfrm>
            <a:custGeom>
              <a:avLst/>
              <a:ahLst/>
              <a:rect l="0" t="0" r="r" b="b"/>
              <a:pathLst>
                <a:path w="51" h="41">
                  <a:moveTo>
                    <a:pt x="43" y="0"/>
                  </a:moveTo>
                  <a:lnTo>
                    <a:pt x="22" y="16"/>
                  </a:lnTo>
                  <a:lnTo>
                    <a:pt x="0" y="31"/>
                  </a:lnTo>
                  <a:lnTo>
                    <a:pt x="8" y="41"/>
                  </a:lnTo>
                  <a:lnTo>
                    <a:pt x="29" y="26"/>
                  </a:lnTo>
                  <a:lnTo>
                    <a:pt x="51" y="11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30" name=""/>
            <p:cNvSpPr/>
            <p:nvPr/>
          </p:nvSpPr>
          <p:spPr>
            <a:xfrm rot="0">
              <a:off x="3597" y="3858"/>
              <a:ext cx="25" cy="20"/>
            </a:xfrm>
            <a:custGeom>
              <a:avLst/>
              <a:ahLst/>
              <a:rect l="0" t="0" r="r" b="b"/>
              <a:pathLst>
                <a:path w="50" h="41">
                  <a:moveTo>
                    <a:pt x="43" y="0"/>
                  </a:moveTo>
                  <a:lnTo>
                    <a:pt x="21" y="15"/>
                  </a:lnTo>
                  <a:lnTo>
                    <a:pt x="0" y="30"/>
                  </a:lnTo>
                  <a:lnTo>
                    <a:pt x="7" y="41"/>
                  </a:lnTo>
                  <a:lnTo>
                    <a:pt x="28" y="25"/>
                  </a:lnTo>
                  <a:lnTo>
                    <a:pt x="50" y="10"/>
                  </a:lnTo>
                  <a:lnTo>
                    <a:pt x="4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31" name=""/>
            <p:cNvSpPr/>
            <p:nvPr/>
          </p:nvSpPr>
          <p:spPr>
            <a:xfrm rot="0">
              <a:off x="3597" y="3858"/>
              <a:ext cx="25" cy="20"/>
            </a:xfrm>
            <a:custGeom>
              <a:avLst/>
              <a:ahLst/>
              <a:rect l="0" t="0" r="r" b="b"/>
              <a:pathLst>
                <a:path w="50" h="41">
                  <a:moveTo>
                    <a:pt x="43" y="0"/>
                  </a:moveTo>
                  <a:lnTo>
                    <a:pt x="21" y="15"/>
                  </a:lnTo>
                  <a:lnTo>
                    <a:pt x="0" y="30"/>
                  </a:lnTo>
                  <a:lnTo>
                    <a:pt x="7" y="41"/>
                  </a:lnTo>
                  <a:lnTo>
                    <a:pt x="28" y="25"/>
                  </a:lnTo>
                  <a:lnTo>
                    <a:pt x="50" y="10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32" name=""/>
            <p:cNvSpPr/>
            <p:nvPr/>
          </p:nvSpPr>
          <p:spPr>
            <a:xfrm rot="0">
              <a:off x="3612" y="3863"/>
              <a:ext cx="10" cy="8"/>
            </a:xfrm>
            <a:custGeom>
              <a:avLst/>
              <a:ahLst/>
              <a:rect l="0" t="0" r="r" b="b"/>
              <a:pathLst>
                <a:path w="22" h="15">
                  <a:moveTo>
                    <a:pt x="0" y="15"/>
                  </a:moveTo>
                  <a:lnTo>
                    <a:pt x="22" y="0"/>
                  </a:lnTo>
                  <a:lnTo>
                    <a:pt x="22" y="1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33" name=""/>
            <p:cNvSpPr/>
            <p:nvPr/>
          </p:nvSpPr>
          <p:spPr>
            <a:xfrm rot="0">
              <a:off x="3622" y="38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34" name=""/>
            <p:cNvSpPr/>
            <p:nvPr/>
          </p:nvSpPr>
          <p:spPr>
            <a:xfrm rot="0">
              <a:off x="3601" y="3863"/>
              <a:ext cx="28" cy="24"/>
            </a:xfrm>
            <a:custGeom>
              <a:avLst/>
              <a:ahLst/>
              <a:rect l="0" t="0" r="r" b="b"/>
              <a:pathLst>
                <a:path w="56" h="48">
                  <a:moveTo>
                    <a:pt x="43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13" y="48"/>
                  </a:lnTo>
                  <a:lnTo>
                    <a:pt x="35" y="34"/>
                  </a:lnTo>
                  <a:lnTo>
                    <a:pt x="56" y="19"/>
                  </a:lnTo>
                  <a:lnTo>
                    <a:pt x="4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35" name=""/>
            <p:cNvSpPr/>
            <p:nvPr/>
          </p:nvSpPr>
          <p:spPr>
            <a:xfrm rot="0">
              <a:off x="3601" y="3863"/>
              <a:ext cx="28" cy="24"/>
            </a:xfrm>
            <a:custGeom>
              <a:avLst/>
              <a:ahLst/>
              <a:rect l="0" t="0" r="r" b="b"/>
              <a:pathLst>
                <a:path w="56" h="48">
                  <a:moveTo>
                    <a:pt x="43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13" y="48"/>
                  </a:lnTo>
                  <a:lnTo>
                    <a:pt x="35" y="34"/>
                  </a:lnTo>
                  <a:lnTo>
                    <a:pt x="56" y="1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36" name=""/>
            <p:cNvSpPr/>
            <p:nvPr/>
          </p:nvSpPr>
          <p:spPr>
            <a:xfrm rot="0">
              <a:off x="3608" y="3880"/>
              <a:ext cx="10" cy="9"/>
            </a:xfrm>
            <a:custGeom>
              <a:avLst/>
              <a:ahLst/>
              <a:rect l="0" t="0" r="r" b="b"/>
              <a:pathLst>
                <a:path w="22" h="16">
                  <a:moveTo>
                    <a:pt x="22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37" name=""/>
            <p:cNvSpPr/>
            <p:nvPr/>
          </p:nvSpPr>
          <p:spPr>
            <a:xfrm rot="0">
              <a:off x="3608" y="388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38" name=""/>
            <p:cNvSpPr/>
            <p:nvPr/>
          </p:nvSpPr>
          <p:spPr>
            <a:xfrm rot="0">
              <a:off x="3608" y="3872"/>
              <a:ext cx="28" cy="26"/>
            </a:xfrm>
            <a:custGeom>
              <a:avLst/>
              <a:ahLst/>
              <a:rect l="0" t="0" r="r" b="b"/>
              <a:pathLst>
                <a:path w="56" h="51">
                  <a:moveTo>
                    <a:pt x="41" y="0"/>
                  </a:moveTo>
                  <a:lnTo>
                    <a:pt x="21" y="17"/>
                  </a:lnTo>
                  <a:lnTo>
                    <a:pt x="0" y="33"/>
                  </a:lnTo>
                  <a:lnTo>
                    <a:pt x="15" y="51"/>
                  </a:lnTo>
                  <a:lnTo>
                    <a:pt x="36" y="35"/>
                  </a:lnTo>
                  <a:lnTo>
                    <a:pt x="56" y="19"/>
                  </a:lnTo>
                  <a:lnTo>
                    <a:pt x="4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39" name=""/>
            <p:cNvSpPr/>
            <p:nvPr/>
          </p:nvSpPr>
          <p:spPr>
            <a:xfrm rot="0">
              <a:off x="3608" y="3872"/>
              <a:ext cx="28" cy="26"/>
            </a:xfrm>
            <a:custGeom>
              <a:avLst/>
              <a:ahLst/>
              <a:rect l="0" t="0" r="r" b="b"/>
              <a:pathLst>
                <a:path w="56" h="51">
                  <a:moveTo>
                    <a:pt x="41" y="0"/>
                  </a:moveTo>
                  <a:lnTo>
                    <a:pt x="21" y="17"/>
                  </a:lnTo>
                  <a:lnTo>
                    <a:pt x="0" y="33"/>
                  </a:lnTo>
                  <a:lnTo>
                    <a:pt x="15" y="51"/>
                  </a:lnTo>
                  <a:lnTo>
                    <a:pt x="36" y="35"/>
                  </a:lnTo>
                  <a:lnTo>
                    <a:pt x="56" y="19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40" name=""/>
            <p:cNvSpPr/>
            <p:nvPr/>
          </p:nvSpPr>
          <p:spPr>
            <a:xfrm rot="0">
              <a:off x="3616" y="3881"/>
              <a:ext cx="28" cy="26"/>
            </a:xfrm>
            <a:custGeom>
              <a:avLst/>
              <a:ahLst/>
              <a:rect l="0" t="0" r="r" b="b"/>
              <a:pathLst>
                <a:path w="57" h="51">
                  <a:moveTo>
                    <a:pt x="41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16" y="51"/>
                  </a:lnTo>
                  <a:lnTo>
                    <a:pt x="36" y="35"/>
                  </a:lnTo>
                  <a:lnTo>
                    <a:pt x="57" y="18"/>
                  </a:lnTo>
                  <a:lnTo>
                    <a:pt x="4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41" name=""/>
            <p:cNvSpPr/>
            <p:nvPr/>
          </p:nvSpPr>
          <p:spPr>
            <a:xfrm rot="0">
              <a:off x="3616" y="3881"/>
              <a:ext cx="28" cy="26"/>
            </a:xfrm>
            <a:custGeom>
              <a:avLst/>
              <a:ahLst/>
              <a:rect l="0" t="0" r="r" b="b"/>
              <a:pathLst>
                <a:path w="57" h="51">
                  <a:moveTo>
                    <a:pt x="41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16" y="51"/>
                  </a:lnTo>
                  <a:lnTo>
                    <a:pt x="36" y="35"/>
                  </a:lnTo>
                  <a:lnTo>
                    <a:pt x="57" y="18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42" name=""/>
            <p:cNvSpPr/>
            <p:nvPr/>
          </p:nvSpPr>
          <p:spPr>
            <a:xfrm rot="0">
              <a:off x="3623" y="3899"/>
              <a:ext cx="11" cy="9"/>
            </a:xfrm>
            <a:custGeom>
              <a:avLst/>
              <a:ahLst/>
              <a:rect l="0" t="0" r="r" b="b"/>
              <a:pathLst>
                <a:path w="20" h="18">
                  <a:moveTo>
                    <a:pt x="20" y="0"/>
                  </a:moveTo>
                  <a:lnTo>
                    <a:pt x="0" y="16"/>
                  </a:lnTo>
                  <a:lnTo>
                    <a:pt x="1" y="18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43" name=""/>
            <p:cNvSpPr/>
            <p:nvPr/>
          </p:nvSpPr>
          <p:spPr>
            <a:xfrm rot="0">
              <a:off x="3623" y="39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44" name=""/>
            <p:cNvSpPr/>
            <p:nvPr/>
          </p:nvSpPr>
          <p:spPr>
            <a:xfrm rot="0">
              <a:off x="3624" y="3890"/>
              <a:ext cx="28" cy="27"/>
            </a:xfrm>
            <a:custGeom>
              <a:avLst/>
              <a:ahLst/>
              <a:rect l="0" t="0" r="r" b="b"/>
              <a:pathLst>
                <a:path w="56" h="55">
                  <a:moveTo>
                    <a:pt x="39" y="0"/>
                  </a:moveTo>
                  <a:lnTo>
                    <a:pt x="19" y="19"/>
                  </a:lnTo>
                  <a:lnTo>
                    <a:pt x="0" y="37"/>
                  </a:lnTo>
                  <a:lnTo>
                    <a:pt x="17" y="55"/>
                  </a:lnTo>
                  <a:lnTo>
                    <a:pt x="37" y="37"/>
                  </a:lnTo>
                  <a:lnTo>
                    <a:pt x="56" y="19"/>
                  </a:lnTo>
                  <a:lnTo>
                    <a:pt x="3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45" name=""/>
            <p:cNvSpPr/>
            <p:nvPr/>
          </p:nvSpPr>
          <p:spPr>
            <a:xfrm rot="0">
              <a:off x="3624" y="3890"/>
              <a:ext cx="28" cy="27"/>
            </a:xfrm>
            <a:custGeom>
              <a:avLst/>
              <a:ahLst/>
              <a:rect l="0" t="0" r="r" b="b"/>
              <a:pathLst>
                <a:path w="56" h="55">
                  <a:moveTo>
                    <a:pt x="39" y="0"/>
                  </a:moveTo>
                  <a:lnTo>
                    <a:pt x="19" y="19"/>
                  </a:lnTo>
                  <a:lnTo>
                    <a:pt x="0" y="37"/>
                  </a:lnTo>
                  <a:lnTo>
                    <a:pt x="17" y="55"/>
                  </a:lnTo>
                  <a:lnTo>
                    <a:pt x="37" y="37"/>
                  </a:lnTo>
                  <a:lnTo>
                    <a:pt x="56" y="19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46" name=""/>
            <p:cNvSpPr/>
            <p:nvPr/>
          </p:nvSpPr>
          <p:spPr>
            <a:xfrm rot="0">
              <a:off x="3633" y="3908"/>
              <a:ext cx="9" cy="9"/>
            </a:xfrm>
            <a:custGeom>
              <a:avLst/>
              <a:ahLst/>
              <a:rect l="0" t="0" r="r" b="b"/>
              <a:pathLst>
                <a:path w="20" h="18">
                  <a:moveTo>
                    <a:pt x="20" y="0"/>
                  </a:moveTo>
                  <a:lnTo>
                    <a:pt x="0" y="18"/>
                  </a:lnTo>
                  <a:lnTo>
                    <a:pt x="1" y="18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47" name=""/>
            <p:cNvSpPr/>
            <p:nvPr/>
          </p:nvSpPr>
          <p:spPr>
            <a:xfrm rot="0">
              <a:off x="3633" y="3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48" name=""/>
            <p:cNvSpPr/>
            <p:nvPr/>
          </p:nvSpPr>
          <p:spPr>
            <a:xfrm rot="0">
              <a:off x="3633" y="3899"/>
              <a:ext cx="27" cy="27"/>
            </a:xfrm>
            <a:custGeom>
              <a:avLst/>
              <a:ahLst/>
              <a:rect l="0" t="0" r="r" b="b"/>
              <a:pathLst>
                <a:path w="54" h="54">
                  <a:moveTo>
                    <a:pt x="37" y="0"/>
                  </a:moveTo>
                  <a:lnTo>
                    <a:pt x="19" y="18"/>
                  </a:lnTo>
                  <a:lnTo>
                    <a:pt x="0" y="36"/>
                  </a:lnTo>
                  <a:lnTo>
                    <a:pt x="18" y="54"/>
                  </a:lnTo>
                  <a:lnTo>
                    <a:pt x="36" y="35"/>
                  </a:lnTo>
                  <a:lnTo>
                    <a:pt x="54" y="17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49" name=""/>
            <p:cNvSpPr/>
            <p:nvPr/>
          </p:nvSpPr>
          <p:spPr>
            <a:xfrm rot="0">
              <a:off x="3633" y="3899"/>
              <a:ext cx="27" cy="27"/>
            </a:xfrm>
            <a:custGeom>
              <a:avLst/>
              <a:ahLst/>
              <a:rect l="0" t="0" r="r" b="b"/>
              <a:pathLst>
                <a:path w="54" h="54">
                  <a:moveTo>
                    <a:pt x="37" y="0"/>
                  </a:moveTo>
                  <a:lnTo>
                    <a:pt x="19" y="18"/>
                  </a:lnTo>
                  <a:lnTo>
                    <a:pt x="0" y="36"/>
                  </a:lnTo>
                  <a:lnTo>
                    <a:pt x="18" y="54"/>
                  </a:lnTo>
                  <a:lnTo>
                    <a:pt x="36" y="35"/>
                  </a:lnTo>
                  <a:lnTo>
                    <a:pt x="54" y="17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50" name=""/>
            <p:cNvSpPr/>
            <p:nvPr/>
          </p:nvSpPr>
          <p:spPr>
            <a:xfrm rot="0">
              <a:off x="3642" y="3917"/>
              <a:ext cx="9" cy="9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0" y="20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51" name=""/>
            <p:cNvSpPr/>
            <p:nvPr/>
          </p:nvSpPr>
          <p:spPr>
            <a:xfrm rot="0">
              <a:off x="3642" y="39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52" name=""/>
            <p:cNvSpPr/>
            <p:nvPr/>
          </p:nvSpPr>
          <p:spPr>
            <a:xfrm rot="0">
              <a:off x="3642" y="3907"/>
              <a:ext cx="27" cy="28"/>
            </a:xfrm>
            <a:custGeom>
              <a:avLst/>
              <a:ahLst/>
              <a:rect l="0" t="0" r="r" b="b"/>
              <a:pathLst>
                <a:path w="55" h="56">
                  <a:moveTo>
                    <a:pt x="36" y="0"/>
                  </a:moveTo>
                  <a:lnTo>
                    <a:pt x="18" y="19"/>
                  </a:lnTo>
                  <a:lnTo>
                    <a:pt x="0" y="39"/>
                  </a:lnTo>
                  <a:lnTo>
                    <a:pt x="18" y="56"/>
                  </a:lnTo>
                  <a:lnTo>
                    <a:pt x="36" y="37"/>
                  </a:lnTo>
                  <a:lnTo>
                    <a:pt x="55" y="17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53" name=""/>
            <p:cNvSpPr/>
            <p:nvPr/>
          </p:nvSpPr>
          <p:spPr>
            <a:xfrm rot="0">
              <a:off x="3642" y="3907"/>
              <a:ext cx="27" cy="28"/>
            </a:xfrm>
            <a:custGeom>
              <a:avLst/>
              <a:ahLst/>
              <a:rect l="0" t="0" r="r" b="b"/>
              <a:pathLst>
                <a:path w="55" h="56">
                  <a:moveTo>
                    <a:pt x="36" y="0"/>
                  </a:moveTo>
                  <a:lnTo>
                    <a:pt x="18" y="19"/>
                  </a:lnTo>
                  <a:lnTo>
                    <a:pt x="0" y="39"/>
                  </a:lnTo>
                  <a:lnTo>
                    <a:pt x="18" y="56"/>
                  </a:lnTo>
                  <a:lnTo>
                    <a:pt x="36" y="37"/>
                  </a:lnTo>
                  <a:lnTo>
                    <a:pt x="55" y="17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54" name=""/>
            <p:cNvSpPr/>
            <p:nvPr/>
          </p:nvSpPr>
          <p:spPr>
            <a:xfrm rot="0">
              <a:off x="3651" y="3925"/>
              <a:ext cx="9" cy="11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2" y="20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55" name=""/>
            <p:cNvSpPr/>
            <p:nvPr/>
          </p:nvSpPr>
          <p:spPr>
            <a:xfrm rot="0">
              <a:off x="3651" y="3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56" name=""/>
            <p:cNvSpPr/>
            <p:nvPr/>
          </p:nvSpPr>
          <p:spPr>
            <a:xfrm rot="0">
              <a:off x="3652" y="3915"/>
              <a:ext cx="26" cy="29"/>
            </a:xfrm>
            <a:custGeom>
              <a:avLst/>
              <a:ahLst/>
              <a:rect l="0" t="0" r="r" b="b"/>
              <a:pathLst>
                <a:path w="52" h="58">
                  <a:moveTo>
                    <a:pt x="33" y="0"/>
                  </a:moveTo>
                  <a:lnTo>
                    <a:pt x="16" y="21"/>
                  </a:lnTo>
                  <a:lnTo>
                    <a:pt x="0" y="41"/>
                  </a:lnTo>
                  <a:lnTo>
                    <a:pt x="20" y="58"/>
                  </a:lnTo>
                  <a:lnTo>
                    <a:pt x="36" y="37"/>
                  </a:lnTo>
                  <a:lnTo>
                    <a:pt x="52" y="17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57" name=""/>
            <p:cNvSpPr/>
            <p:nvPr/>
          </p:nvSpPr>
          <p:spPr>
            <a:xfrm rot="0">
              <a:off x="3652" y="3915"/>
              <a:ext cx="26" cy="29"/>
            </a:xfrm>
            <a:custGeom>
              <a:avLst/>
              <a:ahLst/>
              <a:rect l="0" t="0" r="r" b="b"/>
              <a:pathLst>
                <a:path w="52" h="58">
                  <a:moveTo>
                    <a:pt x="33" y="0"/>
                  </a:moveTo>
                  <a:lnTo>
                    <a:pt x="16" y="21"/>
                  </a:lnTo>
                  <a:lnTo>
                    <a:pt x="0" y="41"/>
                  </a:lnTo>
                  <a:lnTo>
                    <a:pt x="20" y="58"/>
                  </a:lnTo>
                  <a:lnTo>
                    <a:pt x="36" y="37"/>
                  </a:lnTo>
                  <a:lnTo>
                    <a:pt x="52" y="17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58" name=""/>
            <p:cNvSpPr/>
            <p:nvPr/>
          </p:nvSpPr>
          <p:spPr>
            <a:xfrm rot="0">
              <a:off x="3662" y="3934"/>
              <a:ext cx="8" cy="10"/>
            </a:xfrm>
            <a:custGeom>
              <a:avLst/>
              <a:ahLst/>
              <a:rect l="0" t="0" r="r" b="b"/>
              <a:pathLst>
                <a:path w="16" h="21">
                  <a:moveTo>
                    <a:pt x="16" y="0"/>
                  </a:moveTo>
                  <a:lnTo>
                    <a:pt x="0" y="21"/>
                  </a:lnTo>
                  <a:lnTo>
                    <a:pt x="0" y="21"/>
                  </a:lnTo>
                  <a:lnTo>
                    <a:pt x="1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59" name=""/>
            <p:cNvSpPr/>
            <p:nvPr/>
          </p:nvSpPr>
          <p:spPr>
            <a:xfrm rot="0">
              <a:off x="3662" y="39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60" name=""/>
            <p:cNvSpPr/>
            <p:nvPr/>
          </p:nvSpPr>
          <p:spPr>
            <a:xfrm rot="0">
              <a:off x="3662" y="3923"/>
              <a:ext cx="25" cy="28"/>
            </a:xfrm>
            <a:custGeom>
              <a:avLst/>
              <a:ahLst/>
              <a:rect l="0" t="0" r="r" b="b"/>
              <a:pathLst>
                <a:path w="51" h="56">
                  <a:moveTo>
                    <a:pt x="32" y="0"/>
                  </a:moveTo>
                  <a:lnTo>
                    <a:pt x="16" y="20"/>
                  </a:lnTo>
                  <a:lnTo>
                    <a:pt x="0" y="41"/>
                  </a:lnTo>
                  <a:lnTo>
                    <a:pt x="18" y="56"/>
                  </a:lnTo>
                  <a:lnTo>
                    <a:pt x="34" y="35"/>
                  </a:lnTo>
                  <a:lnTo>
                    <a:pt x="51" y="15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61" name=""/>
            <p:cNvSpPr/>
            <p:nvPr/>
          </p:nvSpPr>
          <p:spPr>
            <a:xfrm rot="0">
              <a:off x="3662" y="3923"/>
              <a:ext cx="25" cy="28"/>
            </a:xfrm>
            <a:custGeom>
              <a:avLst/>
              <a:ahLst/>
              <a:rect l="0" t="0" r="r" b="b"/>
              <a:pathLst>
                <a:path w="51" h="56">
                  <a:moveTo>
                    <a:pt x="32" y="0"/>
                  </a:moveTo>
                  <a:lnTo>
                    <a:pt x="16" y="20"/>
                  </a:lnTo>
                  <a:lnTo>
                    <a:pt x="0" y="41"/>
                  </a:lnTo>
                  <a:lnTo>
                    <a:pt x="18" y="56"/>
                  </a:lnTo>
                  <a:lnTo>
                    <a:pt x="34" y="35"/>
                  </a:lnTo>
                  <a:lnTo>
                    <a:pt x="51" y="15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62" name=""/>
            <p:cNvSpPr/>
            <p:nvPr/>
          </p:nvSpPr>
          <p:spPr>
            <a:xfrm rot="0">
              <a:off x="3671" y="3941"/>
              <a:ext cx="8" cy="10"/>
            </a:xfrm>
            <a:custGeom>
              <a:avLst/>
              <a:ahLst/>
              <a:rect l="0" t="0" r="r" b="b"/>
              <a:pathLst>
                <a:path w="16" h="21">
                  <a:moveTo>
                    <a:pt x="16" y="0"/>
                  </a:moveTo>
                  <a:lnTo>
                    <a:pt x="0" y="21"/>
                  </a:lnTo>
                  <a:lnTo>
                    <a:pt x="0" y="21"/>
                  </a:lnTo>
                  <a:lnTo>
                    <a:pt x="1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63" name=""/>
            <p:cNvSpPr/>
            <p:nvPr/>
          </p:nvSpPr>
          <p:spPr>
            <a:xfrm rot="0">
              <a:off x="3671" y="39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64" name=""/>
            <p:cNvSpPr/>
            <p:nvPr/>
          </p:nvSpPr>
          <p:spPr>
            <a:xfrm rot="0">
              <a:off x="3671" y="3931"/>
              <a:ext cx="26" cy="28"/>
            </a:xfrm>
            <a:custGeom>
              <a:avLst/>
              <a:ahLst/>
              <a:rect l="0" t="0" r="r" b="b"/>
              <a:pathLst>
                <a:path w="52" h="56">
                  <a:moveTo>
                    <a:pt x="33" y="0"/>
                  </a:moveTo>
                  <a:lnTo>
                    <a:pt x="16" y="20"/>
                  </a:lnTo>
                  <a:lnTo>
                    <a:pt x="0" y="41"/>
                  </a:lnTo>
                  <a:lnTo>
                    <a:pt x="19" y="56"/>
                  </a:lnTo>
                  <a:lnTo>
                    <a:pt x="36" y="36"/>
                  </a:lnTo>
                  <a:lnTo>
                    <a:pt x="52" y="15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65" name=""/>
            <p:cNvSpPr/>
            <p:nvPr/>
          </p:nvSpPr>
          <p:spPr>
            <a:xfrm rot="0">
              <a:off x="3671" y="3931"/>
              <a:ext cx="26" cy="28"/>
            </a:xfrm>
            <a:custGeom>
              <a:avLst/>
              <a:ahLst/>
              <a:rect l="0" t="0" r="r" b="b"/>
              <a:pathLst>
                <a:path w="52" h="56">
                  <a:moveTo>
                    <a:pt x="33" y="0"/>
                  </a:moveTo>
                  <a:lnTo>
                    <a:pt x="16" y="20"/>
                  </a:lnTo>
                  <a:lnTo>
                    <a:pt x="0" y="41"/>
                  </a:lnTo>
                  <a:lnTo>
                    <a:pt x="19" y="56"/>
                  </a:lnTo>
                  <a:lnTo>
                    <a:pt x="36" y="36"/>
                  </a:lnTo>
                  <a:lnTo>
                    <a:pt x="52" y="15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66" name=""/>
            <p:cNvSpPr/>
            <p:nvPr/>
          </p:nvSpPr>
          <p:spPr>
            <a:xfrm rot="0">
              <a:off x="3681" y="3949"/>
              <a:ext cx="8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17" y="0"/>
                  </a:moveTo>
                  <a:lnTo>
                    <a:pt x="0" y="20"/>
                  </a:lnTo>
                  <a:lnTo>
                    <a:pt x="0" y="20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67" name=""/>
            <p:cNvSpPr/>
            <p:nvPr/>
          </p:nvSpPr>
          <p:spPr>
            <a:xfrm rot="0">
              <a:off x="3681" y="3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68" name=""/>
            <p:cNvSpPr/>
            <p:nvPr/>
          </p:nvSpPr>
          <p:spPr>
            <a:xfrm rot="0">
              <a:off x="3681" y="3939"/>
              <a:ext cx="25" cy="27"/>
            </a:xfrm>
            <a:custGeom>
              <a:avLst/>
              <a:ahLst/>
              <a:rect l="0" t="0" r="r" b="b"/>
              <a:pathLst>
                <a:path w="52" h="56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19" y="56"/>
                  </a:lnTo>
                  <a:lnTo>
                    <a:pt x="35" y="35"/>
                  </a:lnTo>
                  <a:lnTo>
                    <a:pt x="52" y="15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69" name=""/>
            <p:cNvSpPr/>
            <p:nvPr/>
          </p:nvSpPr>
          <p:spPr>
            <a:xfrm rot="0">
              <a:off x="3681" y="3939"/>
              <a:ext cx="25" cy="27"/>
            </a:xfrm>
            <a:custGeom>
              <a:avLst/>
              <a:ahLst/>
              <a:rect l="0" t="0" r="r" b="b"/>
              <a:pathLst>
                <a:path w="52" h="56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19" y="56"/>
                  </a:lnTo>
                  <a:lnTo>
                    <a:pt x="35" y="35"/>
                  </a:lnTo>
                  <a:lnTo>
                    <a:pt x="52" y="15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70" name=""/>
            <p:cNvSpPr/>
            <p:nvPr/>
          </p:nvSpPr>
          <p:spPr>
            <a:xfrm rot="0">
              <a:off x="3690" y="3956"/>
              <a:ext cx="8" cy="11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2" y="22"/>
                  </a:lnTo>
                  <a:lnTo>
                    <a:pt x="1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71" name=""/>
            <p:cNvSpPr/>
            <p:nvPr/>
          </p:nvSpPr>
          <p:spPr>
            <a:xfrm rot="0">
              <a:off x="3690" y="39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72" name=""/>
            <p:cNvSpPr/>
            <p:nvPr/>
          </p:nvSpPr>
          <p:spPr>
            <a:xfrm rot="0">
              <a:off x="3691" y="3945"/>
              <a:ext cx="23" cy="28"/>
            </a:xfrm>
            <a:custGeom>
              <a:avLst/>
              <a:ahLst/>
              <a:rect l="0" t="0" r="r" b="b"/>
              <a:pathLst>
                <a:path w="47" h="55">
                  <a:moveTo>
                    <a:pt x="28" y="0"/>
                  </a:moveTo>
                  <a:lnTo>
                    <a:pt x="14" y="21"/>
                  </a:lnTo>
                  <a:lnTo>
                    <a:pt x="0" y="43"/>
                  </a:lnTo>
                  <a:lnTo>
                    <a:pt x="18" y="55"/>
                  </a:lnTo>
                  <a:lnTo>
                    <a:pt x="33" y="33"/>
                  </a:lnTo>
                  <a:lnTo>
                    <a:pt x="47" y="12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73" name=""/>
            <p:cNvSpPr/>
            <p:nvPr/>
          </p:nvSpPr>
          <p:spPr>
            <a:xfrm rot="0">
              <a:off x="3691" y="3945"/>
              <a:ext cx="23" cy="28"/>
            </a:xfrm>
            <a:custGeom>
              <a:avLst/>
              <a:ahLst/>
              <a:rect l="0" t="0" r="r" b="b"/>
              <a:pathLst>
                <a:path w="47" h="55">
                  <a:moveTo>
                    <a:pt x="28" y="0"/>
                  </a:moveTo>
                  <a:lnTo>
                    <a:pt x="14" y="21"/>
                  </a:lnTo>
                  <a:lnTo>
                    <a:pt x="0" y="43"/>
                  </a:lnTo>
                  <a:lnTo>
                    <a:pt x="18" y="55"/>
                  </a:lnTo>
                  <a:lnTo>
                    <a:pt x="33" y="33"/>
                  </a:lnTo>
                  <a:lnTo>
                    <a:pt x="47" y="1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74" name=""/>
            <p:cNvSpPr/>
            <p:nvPr/>
          </p:nvSpPr>
          <p:spPr>
            <a:xfrm rot="0">
              <a:off x="3700" y="3962"/>
              <a:ext cx="7" cy="11"/>
            </a:xfrm>
            <a:custGeom>
              <a:avLst/>
              <a:ahLst/>
              <a:rect l="0" t="0" r="r" b="b"/>
              <a:pathLst>
                <a:path w="15" h="23">
                  <a:moveTo>
                    <a:pt x="15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75" name=""/>
            <p:cNvSpPr/>
            <p:nvPr/>
          </p:nvSpPr>
          <p:spPr>
            <a:xfrm rot="0">
              <a:off x="3700" y="39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76" name=""/>
            <p:cNvSpPr/>
            <p:nvPr/>
          </p:nvSpPr>
          <p:spPr>
            <a:xfrm rot="0">
              <a:off x="3701" y="3951"/>
              <a:ext cx="18" cy="26"/>
            </a:xfrm>
            <a:custGeom>
              <a:avLst/>
              <a:ahLst/>
              <a:rect l="0" t="0" r="r" b="b"/>
              <a:pathLst>
                <a:path w="37" h="51">
                  <a:moveTo>
                    <a:pt x="27" y="0"/>
                  </a:moveTo>
                  <a:lnTo>
                    <a:pt x="14" y="22"/>
                  </a:lnTo>
                  <a:lnTo>
                    <a:pt x="0" y="45"/>
                  </a:lnTo>
                  <a:lnTo>
                    <a:pt x="11" y="51"/>
                  </a:lnTo>
                  <a:lnTo>
                    <a:pt x="24" y="29"/>
                  </a:lnTo>
                  <a:lnTo>
                    <a:pt x="37" y="6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77" name=""/>
            <p:cNvSpPr/>
            <p:nvPr/>
          </p:nvSpPr>
          <p:spPr>
            <a:xfrm rot="0">
              <a:off x="3701" y="3951"/>
              <a:ext cx="18" cy="26"/>
            </a:xfrm>
            <a:custGeom>
              <a:avLst/>
              <a:ahLst/>
              <a:rect l="0" t="0" r="r" b="b"/>
              <a:pathLst>
                <a:path w="37" h="51">
                  <a:moveTo>
                    <a:pt x="27" y="0"/>
                  </a:moveTo>
                  <a:lnTo>
                    <a:pt x="14" y="22"/>
                  </a:lnTo>
                  <a:lnTo>
                    <a:pt x="0" y="45"/>
                  </a:lnTo>
                  <a:lnTo>
                    <a:pt x="11" y="51"/>
                  </a:lnTo>
                  <a:lnTo>
                    <a:pt x="24" y="29"/>
                  </a:lnTo>
                  <a:lnTo>
                    <a:pt x="37" y="6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7" name=""/>
          <p:cNvGrpSpPr/>
          <p:nvPr/>
        </p:nvGrpSpPr>
        <p:grpSpPr>
          <a:xfrm rot="0">
            <a:off x="5413375" y="4030662"/>
            <a:ext cx="2754312" cy="2339975"/>
            <a:chOff x="3410" y="2539"/>
            <a:chExt cx="1735" cy="1474"/>
          </a:xfrm>
        </p:grpSpPr>
        <p:sp>
          <p:nvSpPr>
            <p:cNvPr id="1059678" name=""/>
            <p:cNvSpPr/>
            <p:nvPr/>
          </p:nvSpPr>
          <p:spPr>
            <a:xfrm rot="0">
              <a:off x="3706" y="3965"/>
              <a:ext cx="6" cy="12"/>
            </a:xfrm>
            <a:custGeom>
              <a:avLst/>
              <a:ahLst/>
              <a:rect l="0" t="0" r="r" b="b"/>
              <a:pathLst>
                <a:path w="13" h="23">
                  <a:moveTo>
                    <a:pt x="13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1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79" name=""/>
            <p:cNvSpPr/>
            <p:nvPr/>
          </p:nvSpPr>
          <p:spPr>
            <a:xfrm rot="0">
              <a:off x="3706" y="3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80" name=""/>
            <p:cNvSpPr/>
            <p:nvPr/>
          </p:nvSpPr>
          <p:spPr>
            <a:xfrm rot="0">
              <a:off x="3707" y="3954"/>
              <a:ext cx="16" cy="26"/>
            </a:xfrm>
            <a:custGeom>
              <a:avLst/>
              <a:ahLst/>
              <a:rect l="0" t="0" r="r" b="b"/>
              <a:pathLst>
                <a:path w="32" h="52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10" y="52"/>
                  </a:lnTo>
                  <a:lnTo>
                    <a:pt x="21" y="29"/>
                  </a:lnTo>
                  <a:lnTo>
                    <a:pt x="32" y="5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81" name=""/>
            <p:cNvSpPr/>
            <p:nvPr/>
          </p:nvSpPr>
          <p:spPr>
            <a:xfrm rot="0">
              <a:off x="3707" y="3954"/>
              <a:ext cx="16" cy="26"/>
            </a:xfrm>
            <a:custGeom>
              <a:avLst/>
              <a:ahLst/>
              <a:rect l="0" t="0" r="r" b="b"/>
              <a:pathLst>
                <a:path w="32" h="52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10" y="52"/>
                  </a:lnTo>
                  <a:lnTo>
                    <a:pt x="21" y="29"/>
                  </a:lnTo>
                  <a:lnTo>
                    <a:pt x="32" y="5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82" name=""/>
            <p:cNvSpPr/>
            <p:nvPr/>
          </p:nvSpPr>
          <p:spPr>
            <a:xfrm rot="0">
              <a:off x="3712" y="3968"/>
              <a:ext cx="6" cy="12"/>
            </a:xfrm>
            <a:custGeom>
              <a:avLst/>
              <a:ahLst/>
              <a:rect l="0" t="0" r="r" b="b"/>
              <a:pathLst>
                <a:path w="11" h="23">
                  <a:moveTo>
                    <a:pt x="11" y="0"/>
                  </a:moveTo>
                  <a:lnTo>
                    <a:pt x="0" y="23"/>
                  </a:lnTo>
                  <a:lnTo>
                    <a:pt x="0" y="23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83" name=""/>
            <p:cNvSpPr/>
            <p:nvPr/>
          </p:nvSpPr>
          <p:spPr>
            <a:xfrm rot="0">
              <a:off x="3712" y="39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84" name=""/>
            <p:cNvSpPr/>
            <p:nvPr/>
          </p:nvSpPr>
          <p:spPr>
            <a:xfrm rot="0">
              <a:off x="3712" y="3956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11" y="52"/>
                  </a:lnTo>
                  <a:lnTo>
                    <a:pt x="22" y="29"/>
                  </a:lnTo>
                  <a:lnTo>
                    <a:pt x="34" y="5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85" name=""/>
            <p:cNvSpPr/>
            <p:nvPr/>
          </p:nvSpPr>
          <p:spPr>
            <a:xfrm rot="0">
              <a:off x="3712" y="3956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11" y="52"/>
                  </a:lnTo>
                  <a:lnTo>
                    <a:pt x="22" y="29"/>
                  </a:lnTo>
                  <a:lnTo>
                    <a:pt x="34" y="5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86" name=""/>
            <p:cNvSpPr/>
            <p:nvPr/>
          </p:nvSpPr>
          <p:spPr>
            <a:xfrm rot="0">
              <a:off x="3718" y="3970"/>
              <a:ext cx="5" cy="13"/>
            </a:xfrm>
            <a:custGeom>
              <a:avLst/>
              <a:ahLst/>
              <a:rect l="0" t="0" r="r" b="b"/>
              <a:pathLst>
                <a:path w="11" h="24">
                  <a:moveTo>
                    <a:pt x="11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87" name=""/>
            <p:cNvSpPr/>
            <p:nvPr/>
          </p:nvSpPr>
          <p:spPr>
            <a:xfrm rot="0">
              <a:off x="3718" y="3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88" name=""/>
            <p:cNvSpPr/>
            <p:nvPr/>
          </p:nvSpPr>
          <p:spPr>
            <a:xfrm rot="0">
              <a:off x="3719" y="3958"/>
              <a:ext cx="14" cy="27"/>
            </a:xfrm>
            <a:custGeom>
              <a:avLst/>
              <a:ahLst/>
              <a:rect l="0" t="0" r="r" b="b"/>
              <a:pathLst>
                <a:path w="30" h="53">
                  <a:moveTo>
                    <a:pt x="19" y="0"/>
                  </a:moveTo>
                  <a:lnTo>
                    <a:pt x="9" y="25"/>
                  </a:lnTo>
                  <a:lnTo>
                    <a:pt x="0" y="49"/>
                  </a:lnTo>
                  <a:lnTo>
                    <a:pt x="11" y="53"/>
                  </a:lnTo>
                  <a:lnTo>
                    <a:pt x="21" y="29"/>
                  </a:lnTo>
                  <a:lnTo>
                    <a:pt x="30" y="4"/>
                  </a:lnTo>
                  <a:lnTo>
                    <a:pt x="1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89" name=""/>
            <p:cNvSpPr/>
            <p:nvPr/>
          </p:nvSpPr>
          <p:spPr>
            <a:xfrm rot="0">
              <a:off x="3719" y="3958"/>
              <a:ext cx="14" cy="27"/>
            </a:xfrm>
            <a:custGeom>
              <a:avLst/>
              <a:ahLst/>
              <a:rect l="0" t="0" r="r" b="b"/>
              <a:pathLst>
                <a:path w="30" h="53">
                  <a:moveTo>
                    <a:pt x="19" y="0"/>
                  </a:moveTo>
                  <a:lnTo>
                    <a:pt x="9" y="25"/>
                  </a:lnTo>
                  <a:lnTo>
                    <a:pt x="0" y="49"/>
                  </a:lnTo>
                  <a:lnTo>
                    <a:pt x="11" y="53"/>
                  </a:lnTo>
                  <a:lnTo>
                    <a:pt x="21" y="29"/>
                  </a:lnTo>
                  <a:lnTo>
                    <a:pt x="30" y="4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90" name=""/>
            <p:cNvSpPr/>
            <p:nvPr/>
          </p:nvSpPr>
          <p:spPr>
            <a:xfrm rot="0">
              <a:off x="3724" y="3972"/>
              <a:ext cx="5" cy="13"/>
            </a:xfrm>
            <a:custGeom>
              <a:avLst/>
              <a:ahLst/>
              <a:rect l="0" t="0" r="r" b="b"/>
              <a:pathLst>
                <a:path w="10" h="25">
                  <a:moveTo>
                    <a:pt x="10" y="0"/>
                  </a:moveTo>
                  <a:lnTo>
                    <a:pt x="0" y="24"/>
                  </a:lnTo>
                  <a:lnTo>
                    <a:pt x="3" y="25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91" name=""/>
            <p:cNvSpPr/>
            <p:nvPr/>
          </p:nvSpPr>
          <p:spPr>
            <a:xfrm rot="0">
              <a:off x="3724" y="3985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92" name=""/>
            <p:cNvSpPr/>
            <p:nvPr/>
          </p:nvSpPr>
          <p:spPr>
            <a:xfrm rot="0">
              <a:off x="3726" y="3960"/>
              <a:ext cx="12" cy="27"/>
            </a:xfrm>
            <a:custGeom>
              <a:avLst/>
              <a:ahLst/>
              <a:rect l="0" t="0" r="r" b="b"/>
              <a:pathLst>
                <a:path w="25" h="55">
                  <a:moveTo>
                    <a:pt x="13" y="0"/>
                  </a:moveTo>
                  <a:lnTo>
                    <a:pt x="7" y="26"/>
                  </a:lnTo>
                  <a:lnTo>
                    <a:pt x="0" y="51"/>
                  </a:lnTo>
                  <a:lnTo>
                    <a:pt x="13" y="55"/>
                  </a:lnTo>
                  <a:lnTo>
                    <a:pt x="19" y="29"/>
                  </a:lnTo>
                  <a:lnTo>
                    <a:pt x="25" y="3"/>
                  </a:lnTo>
                  <a:lnTo>
                    <a:pt x="1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93" name=""/>
            <p:cNvSpPr/>
            <p:nvPr/>
          </p:nvSpPr>
          <p:spPr>
            <a:xfrm rot="0">
              <a:off x="3726" y="3960"/>
              <a:ext cx="12" cy="27"/>
            </a:xfrm>
            <a:custGeom>
              <a:avLst/>
              <a:ahLst/>
              <a:rect l="0" t="0" r="r" b="b"/>
              <a:pathLst>
                <a:path w="25" h="55">
                  <a:moveTo>
                    <a:pt x="13" y="0"/>
                  </a:moveTo>
                  <a:lnTo>
                    <a:pt x="7" y="26"/>
                  </a:lnTo>
                  <a:lnTo>
                    <a:pt x="0" y="51"/>
                  </a:lnTo>
                  <a:lnTo>
                    <a:pt x="13" y="55"/>
                  </a:lnTo>
                  <a:lnTo>
                    <a:pt x="19" y="29"/>
                  </a:lnTo>
                  <a:lnTo>
                    <a:pt x="25" y="3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94" name=""/>
            <p:cNvSpPr/>
            <p:nvPr/>
          </p:nvSpPr>
          <p:spPr>
            <a:xfrm rot="0">
              <a:off x="3732" y="3974"/>
              <a:ext cx="3" cy="13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95" name=""/>
            <p:cNvSpPr/>
            <p:nvPr/>
          </p:nvSpPr>
          <p:spPr>
            <a:xfrm rot="0">
              <a:off x="3732" y="3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96" name=""/>
            <p:cNvSpPr/>
            <p:nvPr/>
          </p:nvSpPr>
          <p:spPr>
            <a:xfrm rot="0">
              <a:off x="3732" y="3961"/>
              <a:ext cx="12" cy="27"/>
            </a:xfrm>
            <a:custGeom>
              <a:avLst/>
              <a:ahLst/>
              <a:rect l="0" t="0" r="r" b="b"/>
              <a:pathLst>
                <a:path w="24" h="55">
                  <a:moveTo>
                    <a:pt x="12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12" y="55"/>
                  </a:lnTo>
                  <a:lnTo>
                    <a:pt x="18" y="29"/>
                  </a:lnTo>
                  <a:lnTo>
                    <a:pt x="24" y="3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97" name=""/>
            <p:cNvSpPr/>
            <p:nvPr/>
          </p:nvSpPr>
          <p:spPr>
            <a:xfrm rot="0">
              <a:off x="3732" y="3961"/>
              <a:ext cx="12" cy="27"/>
            </a:xfrm>
            <a:custGeom>
              <a:avLst/>
              <a:ahLst/>
              <a:rect l="0" t="0" r="r" b="b"/>
              <a:pathLst>
                <a:path w="24" h="55">
                  <a:moveTo>
                    <a:pt x="12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12" y="55"/>
                  </a:lnTo>
                  <a:lnTo>
                    <a:pt x="18" y="29"/>
                  </a:lnTo>
                  <a:lnTo>
                    <a:pt x="24" y="3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698" name=""/>
            <p:cNvSpPr/>
            <p:nvPr/>
          </p:nvSpPr>
          <p:spPr>
            <a:xfrm rot="0">
              <a:off x="3738" y="3976"/>
              <a:ext cx="3" cy="12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699" name=""/>
            <p:cNvSpPr/>
            <p:nvPr/>
          </p:nvSpPr>
          <p:spPr>
            <a:xfrm rot="0">
              <a:off x="3738" y="39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00" name=""/>
            <p:cNvSpPr/>
            <p:nvPr/>
          </p:nvSpPr>
          <p:spPr>
            <a:xfrm rot="0">
              <a:off x="3739" y="3963"/>
              <a:ext cx="11" cy="26"/>
            </a:xfrm>
            <a:custGeom>
              <a:avLst/>
              <a:ahLst/>
              <a:rect l="0" t="0" r="r" b="b"/>
              <a:pathLst>
                <a:path w="23" h="54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14" y="54"/>
                  </a:lnTo>
                  <a:lnTo>
                    <a:pt x="18" y="28"/>
                  </a:lnTo>
                  <a:lnTo>
                    <a:pt x="23" y="3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01" name=""/>
            <p:cNvSpPr/>
            <p:nvPr/>
          </p:nvSpPr>
          <p:spPr>
            <a:xfrm rot="0">
              <a:off x="3739" y="3963"/>
              <a:ext cx="11" cy="26"/>
            </a:xfrm>
            <a:custGeom>
              <a:avLst/>
              <a:ahLst/>
              <a:rect l="0" t="0" r="r" b="b"/>
              <a:pathLst>
                <a:path w="23" h="54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14" y="54"/>
                  </a:lnTo>
                  <a:lnTo>
                    <a:pt x="18" y="28"/>
                  </a:lnTo>
                  <a:lnTo>
                    <a:pt x="23" y="3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02" name=""/>
            <p:cNvSpPr/>
            <p:nvPr/>
          </p:nvSpPr>
          <p:spPr>
            <a:xfrm rot="0">
              <a:off x="3746" y="3977"/>
              <a:ext cx="2" cy="12"/>
            </a:xfrm>
            <a:custGeom>
              <a:avLst/>
              <a:ahLst/>
              <a:rect l="0" t="0" r="r" b="b"/>
              <a:pathLst>
                <a:path w="4" h="26">
                  <a:moveTo>
                    <a:pt x="4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03" name=""/>
            <p:cNvSpPr/>
            <p:nvPr/>
          </p:nvSpPr>
          <p:spPr>
            <a:xfrm rot="0">
              <a:off x="3746" y="39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04" name=""/>
            <p:cNvSpPr/>
            <p:nvPr/>
          </p:nvSpPr>
          <p:spPr>
            <a:xfrm rot="0">
              <a:off x="3747" y="3964"/>
              <a:ext cx="10" cy="26"/>
            </a:xfrm>
            <a:custGeom>
              <a:avLst/>
              <a:ahLst/>
              <a:rect l="0" t="0" r="r" b="b"/>
              <a:pathLst>
                <a:path w="22" h="53">
                  <a:moveTo>
                    <a:pt x="7" y="0"/>
                  </a:moveTo>
                  <a:lnTo>
                    <a:pt x="3" y="25"/>
                  </a:lnTo>
                  <a:lnTo>
                    <a:pt x="0" y="51"/>
                  </a:lnTo>
                  <a:lnTo>
                    <a:pt x="16" y="53"/>
                  </a:lnTo>
                  <a:lnTo>
                    <a:pt x="19" y="27"/>
                  </a:lnTo>
                  <a:lnTo>
                    <a:pt x="22" y="2"/>
                  </a:lnTo>
                  <a:lnTo>
                    <a:pt x="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05" name=""/>
            <p:cNvSpPr/>
            <p:nvPr/>
          </p:nvSpPr>
          <p:spPr>
            <a:xfrm rot="0">
              <a:off x="3747" y="3964"/>
              <a:ext cx="10" cy="26"/>
            </a:xfrm>
            <a:custGeom>
              <a:avLst/>
              <a:ahLst/>
              <a:rect l="0" t="0" r="r" b="b"/>
              <a:pathLst>
                <a:path w="22" h="53">
                  <a:moveTo>
                    <a:pt x="7" y="0"/>
                  </a:moveTo>
                  <a:lnTo>
                    <a:pt x="3" y="25"/>
                  </a:lnTo>
                  <a:lnTo>
                    <a:pt x="0" y="51"/>
                  </a:lnTo>
                  <a:lnTo>
                    <a:pt x="16" y="53"/>
                  </a:lnTo>
                  <a:lnTo>
                    <a:pt x="19" y="27"/>
                  </a:lnTo>
                  <a:lnTo>
                    <a:pt x="22" y="2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06" name=""/>
            <p:cNvSpPr/>
            <p:nvPr/>
          </p:nvSpPr>
          <p:spPr>
            <a:xfrm rot="0">
              <a:off x="3754" y="3978"/>
              <a:ext cx="2" cy="12"/>
            </a:xfrm>
            <a:custGeom>
              <a:avLst/>
              <a:ahLst/>
              <a:rect l="0" t="0" r="r" b="b"/>
              <a:pathLst>
                <a:path w="3" h="26">
                  <a:moveTo>
                    <a:pt x="3" y="0"/>
                  </a:moveTo>
                  <a:lnTo>
                    <a:pt x="0" y="26"/>
                  </a:lnTo>
                  <a:lnTo>
                    <a:pt x="3" y="26"/>
                  </a:lnTo>
                  <a:lnTo>
                    <a:pt x="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07" name=""/>
            <p:cNvSpPr/>
            <p:nvPr/>
          </p:nvSpPr>
          <p:spPr>
            <a:xfrm rot="0">
              <a:off x="3754" y="3990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08" name=""/>
            <p:cNvSpPr/>
            <p:nvPr/>
          </p:nvSpPr>
          <p:spPr>
            <a:xfrm rot="0">
              <a:off x="3756" y="3964"/>
              <a:ext cx="8" cy="26"/>
            </a:xfrm>
            <a:custGeom>
              <a:avLst/>
              <a:ahLst/>
              <a:rect l="0" t="0" r="r" b="b"/>
              <a:pathLst>
                <a:path w="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6" y="52"/>
                  </a:lnTo>
                  <a:lnTo>
                    <a:pt x="16" y="26"/>
                  </a:lnTo>
                  <a:lnTo>
                    <a:pt x="16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09" name=""/>
            <p:cNvSpPr/>
            <p:nvPr/>
          </p:nvSpPr>
          <p:spPr>
            <a:xfrm rot="0">
              <a:off x="3756" y="3964"/>
              <a:ext cx="8" cy="26"/>
            </a:xfrm>
            <a:custGeom>
              <a:avLst/>
              <a:ahLst/>
              <a:rect l="0" t="0" r="r" b="b"/>
              <a:pathLst>
                <a:path w="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6" y="52"/>
                  </a:lnTo>
                  <a:lnTo>
                    <a:pt x="16" y="26"/>
                  </a:lnTo>
                  <a:lnTo>
                    <a:pt x="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10" name=""/>
            <p:cNvSpPr/>
            <p:nvPr/>
          </p:nvSpPr>
          <p:spPr>
            <a:xfrm rot="0">
              <a:off x="3764" y="3964"/>
              <a:ext cx="5" cy="26"/>
            </a:xfrm>
            <a:custGeom>
              <a:avLst/>
              <a:ahLst/>
              <a:rect l="0" t="0" r="r" b="b"/>
              <a:pathLst>
                <a:path w="9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26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11" name=""/>
            <p:cNvSpPr/>
            <p:nvPr/>
          </p:nvSpPr>
          <p:spPr>
            <a:xfrm rot="0">
              <a:off x="3764" y="3964"/>
              <a:ext cx="5" cy="26"/>
            </a:xfrm>
            <a:custGeom>
              <a:avLst/>
              <a:ahLst/>
              <a:rect l="0" t="0" r="r" b="b"/>
              <a:pathLst>
                <a:path w="9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26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12" name=""/>
            <p:cNvSpPr/>
            <p:nvPr/>
          </p:nvSpPr>
          <p:spPr>
            <a:xfrm rot="0">
              <a:off x="3769" y="3978"/>
              <a:ext cx="1" cy="12"/>
            </a:xfrm>
            <a:custGeom>
              <a:avLst/>
              <a:ahLst/>
              <a:rect l="0" t="0" r="r" b="b"/>
              <a:pathLst>
                <a:path w="3" h="26">
                  <a:moveTo>
                    <a:pt x="0" y="0"/>
                  </a:moveTo>
                  <a:lnTo>
                    <a:pt x="0" y="26"/>
                  </a:lnTo>
                  <a:lnTo>
                    <a:pt x="3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13" name=""/>
            <p:cNvSpPr/>
            <p:nvPr/>
          </p:nvSpPr>
          <p:spPr>
            <a:xfrm rot="0">
              <a:off x="3769" y="3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14" name=""/>
            <p:cNvSpPr/>
            <p:nvPr/>
          </p:nvSpPr>
          <p:spPr>
            <a:xfrm rot="0">
              <a:off x="3767" y="3964"/>
              <a:ext cx="8" cy="26"/>
            </a:xfrm>
            <a:custGeom>
              <a:avLst/>
              <a:ahLst/>
              <a:rect l="0" t="0" r="r" b="b"/>
              <a:pathLst>
                <a:path w="16" h="52">
                  <a:moveTo>
                    <a:pt x="0" y="1"/>
                  </a:moveTo>
                  <a:lnTo>
                    <a:pt x="3" y="26"/>
                  </a:lnTo>
                  <a:lnTo>
                    <a:pt x="6" y="52"/>
                  </a:lnTo>
                  <a:lnTo>
                    <a:pt x="16" y="51"/>
                  </a:lnTo>
                  <a:lnTo>
                    <a:pt x="13" y="25"/>
                  </a:lnTo>
                  <a:lnTo>
                    <a:pt x="10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15" name=""/>
            <p:cNvSpPr/>
            <p:nvPr/>
          </p:nvSpPr>
          <p:spPr>
            <a:xfrm rot="0">
              <a:off x="3767" y="3964"/>
              <a:ext cx="8" cy="26"/>
            </a:xfrm>
            <a:custGeom>
              <a:avLst/>
              <a:ahLst/>
              <a:rect l="0" t="0" r="r" b="b"/>
              <a:pathLst>
                <a:path w="16" h="52">
                  <a:moveTo>
                    <a:pt x="0" y="1"/>
                  </a:moveTo>
                  <a:lnTo>
                    <a:pt x="3" y="26"/>
                  </a:lnTo>
                  <a:lnTo>
                    <a:pt x="6" y="52"/>
                  </a:lnTo>
                  <a:lnTo>
                    <a:pt x="16" y="51"/>
                  </a:lnTo>
                  <a:lnTo>
                    <a:pt x="13" y="25"/>
                  </a:lnTo>
                  <a:lnTo>
                    <a:pt x="10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16" name=""/>
            <p:cNvSpPr/>
            <p:nvPr/>
          </p:nvSpPr>
          <p:spPr>
            <a:xfrm rot="0">
              <a:off x="3772" y="3964"/>
              <a:ext cx="1" cy="13"/>
            </a:xfrm>
            <a:custGeom>
              <a:avLst/>
              <a:ahLst/>
              <a:rect l="0" t="0" r="r" b="b"/>
              <a:pathLst>
                <a:path w="3" h="25">
                  <a:moveTo>
                    <a:pt x="3" y="25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17" name=""/>
            <p:cNvSpPr/>
            <p:nvPr/>
          </p:nvSpPr>
          <p:spPr>
            <a:xfrm rot="0">
              <a:off x="3772" y="39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18" name=""/>
            <p:cNvSpPr/>
            <p:nvPr/>
          </p:nvSpPr>
          <p:spPr>
            <a:xfrm rot="0">
              <a:off x="3773" y="3964"/>
              <a:ext cx="11" cy="26"/>
            </a:xfrm>
            <a:custGeom>
              <a:avLst/>
              <a:ahLst/>
              <a:rect l="0" t="0" r="r" b="b"/>
              <a:pathLst>
                <a:path w="21" h="52">
                  <a:moveTo>
                    <a:pt x="0" y="1"/>
                  </a:moveTo>
                  <a:lnTo>
                    <a:pt x="1" y="26"/>
                  </a:lnTo>
                  <a:lnTo>
                    <a:pt x="2" y="52"/>
                  </a:lnTo>
                  <a:lnTo>
                    <a:pt x="21" y="51"/>
                  </a:lnTo>
                  <a:lnTo>
                    <a:pt x="20" y="25"/>
                  </a:lnTo>
                  <a:lnTo>
                    <a:pt x="19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19" name=""/>
            <p:cNvSpPr/>
            <p:nvPr/>
          </p:nvSpPr>
          <p:spPr>
            <a:xfrm rot="0">
              <a:off x="3773" y="3964"/>
              <a:ext cx="11" cy="26"/>
            </a:xfrm>
            <a:custGeom>
              <a:avLst/>
              <a:ahLst/>
              <a:rect l="0" t="0" r="r" b="b"/>
              <a:pathLst>
                <a:path w="21" h="52">
                  <a:moveTo>
                    <a:pt x="0" y="1"/>
                  </a:moveTo>
                  <a:lnTo>
                    <a:pt x="1" y="26"/>
                  </a:lnTo>
                  <a:lnTo>
                    <a:pt x="2" y="52"/>
                  </a:lnTo>
                  <a:lnTo>
                    <a:pt x="21" y="51"/>
                  </a:lnTo>
                  <a:lnTo>
                    <a:pt x="20" y="25"/>
                  </a:lnTo>
                  <a:lnTo>
                    <a:pt x="19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20" name=""/>
            <p:cNvSpPr/>
            <p:nvPr/>
          </p:nvSpPr>
          <p:spPr>
            <a:xfrm rot="0">
              <a:off x="3783" y="3977"/>
              <a:ext cx="2" cy="12"/>
            </a:xfrm>
            <a:custGeom>
              <a:avLst/>
              <a:ahLst/>
              <a:rect l="0" t="0" r="r" b="b"/>
              <a:pathLst>
                <a:path w="3" h="26">
                  <a:moveTo>
                    <a:pt x="0" y="0"/>
                  </a:moveTo>
                  <a:lnTo>
                    <a:pt x="1" y="26"/>
                  </a:lnTo>
                  <a:lnTo>
                    <a:pt x="3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21" name=""/>
            <p:cNvSpPr/>
            <p:nvPr/>
          </p:nvSpPr>
          <p:spPr>
            <a:xfrm rot="0">
              <a:off x="3784" y="39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22" name=""/>
            <p:cNvSpPr/>
            <p:nvPr/>
          </p:nvSpPr>
          <p:spPr>
            <a:xfrm rot="0">
              <a:off x="3781" y="3963"/>
              <a:ext cx="14" cy="26"/>
            </a:xfrm>
            <a:custGeom>
              <a:avLst/>
              <a:ahLst/>
              <a:rect l="0" t="0" r="r" b="b"/>
              <a:pathLst>
                <a:path w="27" h="54">
                  <a:moveTo>
                    <a:pt x="0" y="3"/>
                  </a:moveTo>
                  <a:lnTo>
                    <a:pt x="3" y="28"/>
                  </a:lnTo>
                  <a:lnTo>
                    <a:pt x="6" y="54"/>
                  </a:lnTo>
                  <a:lnTo>
                    <a:pt x="27" y="52"/>
                  </a:lnTo>
                  <a:lnTo>
                    <a:pt x="24" y="26"/>
                  </a:lnTo>
                  <a:lnTo>
                    <a:pt x="20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23" name=""/>
            <p:cNvSpPr/>
            <p:nvPr/>
          </p:nvSpPr>
          <p:spPr>
            <a:xfrm rot="0">
              <a:off x="3781" y="3963"/>
              <a:ext cx="14" cy="26"/>
            </a:xfrm>
            <a:custGeom>
              <a:avLst/>
              <a:ahLst/>
              <a:rect l="0" t="0" r="r" b="b"/>
              <a:pathLst>
                <a:path w="27" h="54">
                  <a:moveTo>
                    <a:pt x="0" y="3"/>
                  </a:moveTo>
                  <a:lnTo>
                    <a:pt x="3" y="28"/>
                  </a:lnTo>
                  <a:lnTo>
                    <a:pt x="6" y="54"/>
                  </a:lnTo>
                  <a:lnTo>
                    <a:pt x="27" y="52"/>
                  </a:lnTo>
                  <a:lnTo>
                    <a:pt x="24" y="26"/>
                  </a:lnTo>
                  <a:lnTo>
                    <a:pt x="20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24" name=""/>
            <p:cNvSpPr/>
            <p:nvPr/>
          </p:nvSpPr>
          <p:spPr>
            <a:xfrm rot="0">
              <a:off x="3793" y="3976"/>
              <a:ext cx="2" cy="12"/>
            </a:xfrm>
            <a:custGeom>
              <a:avLst/>
              <a:ahLst/>
              <a:rect l="0" t="0" r="r" b="b"/>
              <a:pathLst>
                <a:path w="4" h="26">
                  <a:moveTo>
                    <a:pt x="0" y="0"/>
                  </a:moveTo>
                  <a:lnTo>
                    <a:pt x="3" y="26"/>
                  </a:lnTo>
                  <a:lnTo>
                    <a:pt x="4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25" name=""/>
            <p:cNvSpPr/>
            <p:nvPr/>
          </p:nvSpPr>
          <p:spPr>
            <a:xfrm rot="0">
              <a:off x="3795" y="39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26" name=""/>
            <p:cNvSpPr/>
            <p:nvPr/>
          </p:nvSpPr>
          <p:spPr>
            <a:xfrm rot="0">
              <a:off x="3791" y="3961"/>
              <a:ext cx="15" cy="27"/>
            </a:xfrm>
            <a:custGeom>
              <a:avLst/>
              <a:ahLst/>
              <a:rect l="0" t="0" r="r" b="b"/>
              <a:pathLst>
                <a:path w="30" h="55">
                  <a:moveTo>
                    <a:pt x="0" y="3"/>
                  </a:moveTo>
                  <a:lnTo>
                    <a:pt x="5" y="29"/>
                  </a:lnTo>
                  <a:lnTo>
                    <a:pt x="9" y="55"/>
                  </a:lnTo>
                  <a:lnTo>
                    <a:pt x="30" y="52"/>
                  </a:lnTo>
                  <a:lnTo>
                    <a:pt x="26" y="26"/>
                  </a:lnTo>
                  <a:lnTo>
                    <a:pt x="22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27" name=""/>
            <p:cNvSpPr/>
            <p:nvPr/>
          </p:nvSpPr>
          <p:spPr>
            <a:xfrm rot="0">
              <a:off x="3791" y="3961"/>
              <a:ext cx="15" cy="27"/>
            </a:xfrm>
            <a:custGeom>
              <a:avLst/>
              <a:ahLst/>
              <a:rect l="0" t="0" r="r" b="b"/>
              <a:pathLst>
                <a:path w="30" h="55">
                  <a:moveTo>
                    <a:pt x="0" y="3"/>
                  </a:moveTo>
                  <a:lnTo>
                    <a:pt x="5" y="29"/>
                  </a:lnTo>
                  <a:lnTo>
                    <a:pt x="9" y="55"/>
                  </a:lnTo>
                  <a:lnTo>
                    <a:pt x="30" y="52"/>
                  </a:lnTo>
                  <a:lnTo>
                    <a:pt x="26" y="26"/>
                  </a:lnTo>
                  <a:lnTo>
                    <a:pt x="22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28" name=""/>
            <p:cNvSpPr/>
            <p:nvPr/>
          </p:nvSpPr>
          <p:spPr>
            <a:xfrm rot="0">
              <a:off x="3802" y="3960"/>
              <a:ext cx="15" cy="27"/>
            </a:xfrm>
            <a:custGeom>
              <a:avLst/>
              <a:ahLst/>
              <a:rect l="0" t="0" r="r" b="b"/>
              <a:pathLst>
                <a:path w="30" h="55">
                  <a:moveTo>
                    <a:pt x="0" y="3"/>
                  </a:moveTo>
                  <a:lnTo>
                    <a:pt x="4" y="29"/>
                  </a:lnTo>
                  <a:lnTo>
                    <a:pt x="8" y="55"/>
                  </a:lnTo>
                  <a:lnTo>
                    <a:pt x="30" y="51"/>
                  </a:lnTo>
                  <a:lnTo>
                    <a:pt x="26" y="26"/>
                  </a:lnTo>
                  <a:lnTo>
                    <a:pt x="21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29" name=""/>
            <p:cNvSpPr/>
            <p:nvPr/>
          </p:nvSpPr>
          <p:spPr>
            <a:xfrm rot="0">
              <a:off x="3802" y="3960"/>
              <a:ext cx="15" cy="27"/>
            </a:xfrm>
            <a:custGeom>
              <a:avLst/>
              <a:ahLst/>
              <a:rect l="0" t="0" r="r" b="b"/>
              <a:pathLst>
                <a:path w="30" h="55">
                  <a:moveTo>
                    <a:pt x="0" y="3"/>
                  </a:moveTo>
                  <a:lnTo>
                    <a:pt x="4" y="29"/>
                  </a:lnTo>
                  <a:lnTo>
                    <a:pt x="8" y="55"/>
                  </a:lnTo>
                  <a:lnTo>
                    <a:pt x="30" y="51"/>
                  </a:lnTo>
                  <a:lnTo>
                    <a:pt x="26" y="26"/>
                  </a:lnTo>
                  <a:lnTo>
                    <a:pt x="21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30" name=""/>
            <p:cNvSpPr/>
            <p:nvPr/>
          </p:nvSpPr>
          <p:spPr>
            <a:xfrm rot="0">
              <a:off x="3815" y="3972"/>
              <a:ext cx="2" cy="13"/>
            </a:xfrm>
            <a:custGeom>
              <a:avLst/>
              <a:ahLst/>
              <a:rect l="0" t="0" r="r" b="b"/>
              <a:pathLst>
                <a:path w="5" h="25">
                  <a:moveTo>
                    <a:pt x="0" y="0"/>
                  </a:moveTo>
                  <a:lnTo>
                    <a:pt x="4" y="25"/>
                  </a:lnTo>
                  <a:lnTo>
                    <a:pt x="5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31" name=""/>
            <p:cNvSpPr/>
            <p:nvPr/>
          </p:nvSpPr>
          <p:spPr>
            <a:xfrm rot="0">
              <a:off x="3817" y="3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32" name=""/>
            <p:cNvSpPr/>
            <p:nvPr/>
          </p:nvSpPr>
          <p:spPr>
            <a:xfrm rot="0">
              <a:off x="3812" y="3958"/>
              <a:ext cx="17" cy="27"/>
            </a:xfrm>
            <a:custGeom>
              <a:avLst/>
              <a:ahLst/>
              <a:rect l="0" t="0" r="r" b="b"/>
              <a:pathLst>
                <a:path w="33" h="55">
                  <a:moveTo>
                    <a:pt x="0" y="4"/>
                  </a:moveTo>
                  <a:lnTo>
                    <a:pt x="6" y="30"/>
                  </a:lnTo>
                  <a:lnTo>
                    <a:pt x="11" y="55"/>
                  </a:lnTo>
                  <a:lnTo>
                    <a:pt x="33" y="51"/>
                  </a:lnTo>
                  <a:lnTo>
                    <a:pt x="28" y="26"/>
                  </a:lnTo>
                  <a:lnTo>
                    <a:pt x="23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33" name=""/>
            <p:cNvSpPr/>
            <p:nvPr/>
          </p:nvSpPr>
          <p:spPr>
            <a:xfrm rot="0">
              <a:off x="3812" y="3958"/>
              <a:ext cx="17" cy="27"/>
            </a:xfrm>
            <a:custGeom>
              <a:avLst/>
              <a:ahLst/>
              <a:rect l="0" t="0" r="r" b="b"/>
              <a:pathLst>
                <a:path w="33" h="55">
                  <a:moveTo>
                    <a:pt x="0" y="4"/>
                  </a:moveTo>
                  <a:lnTo>
                    <a:pt x="6" y="30"/>
                  </a:lnTo>
                  <a:lnTo>
                    <a:pt x="11" y="55"/>
                  </a:lnTo>
                  <a:lnTo>
                    <a:pt x="33" y="51"/>
                  </a:lnTo>
                  <a:lnTo>
                    <a:pt x="28" y="26"/>
                  </a:lnTo>
                  <a:lnTo>
                    <a:pt x="23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34" name=""/>
            <p:cNvSpPr/>
            <p:nvPr/>
          </p:nvSpPr>
          <p:spPr>
            <a:xfrm rot="0">
              <a:off x="3823" y="3958"/>
              <a:ext cx="3" cy="12"/>
            </a:xfrm>
            <a:custGeom>
              <a:avLst/>
              <a:ahLst/>
              <a:rect l="0" t="0" r="r" b="b"/>
              <a:pathLst>
                <a:path w="5" h="26">
                  <a:moveTo>
                    <a:pt x="5" y="26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35" name=""/>
            <p:cNvSpPr/>
            <p:nvPr/>
          </p:nvSpPr>
          <p:spPr>
            <a:xfrm rot="0">
              <a:off x="3823" y="39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36" name=""/>
            <p:cNvSpPr/>
            <p:nvPr/>
          </p:nvSpPr>
          <p:spPr>
            <a:xfrm rot="0">
              <a:off x="3824" y="3957"/>
              <a:ext cx="10" cy="26"/>
            </a:xfrm>
            <a:custGeom>
              <a:avLst/>
              <a:ahLst/>
              <a:rect l="0" t="0" r="r" b="b"/>
              <a:pathLst>
                <a:path w="20" h="53">
                  <a:moveTo>
                    <a:pt x="0" y="2"/>
                  </a:moveTo>
                  <a:lnTo>
                    <a:pt x="4" y="28"/>
                  </a:lnTo>
                  <a:lnTo>
                    <a:pt x="8" y="53"/>
                  </a:lnTo>
                  <a:lnTo>
                    <a:pt x="20" y="51"/>
                  </a:lnTo>
                  <a:lnTo>
                    <a:pt x="16" y="26"/>
                  </a:lnTo>
                  <a:lnTo>
                    <a:pt x="12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37" name=""/>
            <p:cNvSpPr/>
            <p:nvPr/>
          </p:nvSpPr>
          <p:spPr>
            <a:xfrm rot="0">
              <a:off x="3824" y="3957"/>
              <a:ext cx="10" cy="26"/>
            </a:xfrm>
            <a:custGeom>
              <a:avLst/>
              <a:ahLst/>
              <a:rect l="0" t="0" r="r" b="b"/>
              <a:pathLst>
                <a:path w="20" h="53">
                  <a:moveTo>
                    <a:pt x="0" y="2"/>
                  </a:moveTo>
                  <a:lnTo>
                    <a:pt x="4" y="28"/>
                  </a:lnTo>
                  <a:lnTo>
                    <a:pt x="8" y="53"/>
                  </a:lnTo>
                  <a:lnTo>
                    <a:pt x="20" y="51"/>
                  </a:lnTo>
                  <a:lnTo>
                    <a:pt x="16" y="26"/>
                  </a:lnTo>
                  <a:lnTo>
                    <a:pt x="12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38" name=""/>
            <p:cNvSpPr/>
            <p:nvPr/>
          </p:nvSpPr>
          <p:spPr>
            <a:xfrm rot="0">
              <a:off x="3832" y="3969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4" y="25"/>
                  </a:lnTo>
                  <a:lnTo>
                    <a:pt x="7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39" name=""/>
            <p:cNvSpPr/>
            <p:nvPr/>
          </p:nvSpPr>
          <p:spPr>
            <a:xfrm rot="0">
              <a:off x="3834" y="3982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40" name=""/>
            <p:cNvSpPr/>
            <p:nvPr/>
          </p:nvSpPr>
          <p:spPr>
            <a:xfrm rot="0">
              <a:off x="3829" y="3955"/>
              <a:ext cx="12" cy="27"/>
            </a:xfrm>
            <a:custGeom>
              <a:avLst/>
              <a:ahLst/>
              <a:rect l="0" t="0" r="r" b="b"/>
              <a:pathLst>
                <a:path w="26" h="54">
                  <a:moveTo>
                    <a:pt x="0" y="3"/>
                  </a:moveTo>
                  <a:lnTo>
                    <a:pt x="7" y="29"/>
                  </a:lnTo>
                  <a:lnTo>
                    <a:pt x="14" y="54"/>
                  </a:lnTo>
                  <a:lnTo>
                    <a:pt x="26" y="51"/>
                  </a:lnTo>
                  <a:lnTo>
                    <a:pt x="19" y="26"/>
                  </a:lnTo>
                  <a:lnTo>
                    <a:pt x="11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41" name=""/>
            <p:cNvSpPr/>
            <p:nvPr/>
          </p:nvSpPr>
          <p:spPr>
            <a:xfrm rot="0">
              <a:off x="3829" y="3955"/>
              <a:ext cx="12" cy="27"/>
            </a:xfrm>
            <a:custGeom>
              <a:avLst/>
              <a:ahLst/>
              <a:rect l="0" t="0" r="r" b="b"/>
              <a:pathLst>
                <a:path w="26" h="54">
                  <a:moveTo>
                    <a:pt x="0" y="3"/>
                  </a:moveTo>
                  <a:lnTo>
                    <a:pt x="7" y="29"/>
                  </a:lnTo>
                  <a:lnTo>
                    <a:pt x="14" y="54"/>
                  </a:lnTo>
                  <a:lnTo>
                    <a:pt x="26" y="51"/>
                  </a:lnTo>
                  <a:lnTo>
                    <a:pt x="19" y="26"/>
                  </a:lnTo>
                  <a:lnTo>
                    <a:pt x="11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42" name=""/>
            <p:cNvSpPr/>
            <p:nvPr/>
          </p:nvSpPr>
          <p:spPr>
            <a:xfrm rot="0">
              <a:off x="3834" y="3955"/>
              <a:ext cx="4" cy="13"/>
            </a:xfrm>
            <a:custGeom>
              <a:avLst/>
              <a:ahLst/>
              <a:rect l="0" t="0" r="r" b="b"/>
              <a:pathLst>
                <a:path w="8" h="26">
                  <a:moveTo>
                    <a:pt x="8" y="26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8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43" name=""/>
            <p:cNvSpPr/>
            <p:nvPr/>
          </p:nvSpPr>
          <p:spPr>
            <a:xfrm rot="0">
              <a:off x="3834" y="39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44" name=""/>
            <p:cNvSpPr/>
            <p:nvPr/>
          </p:nvSpPr>
          <p:spPr>
            <a:xfrm rot="0">
              <a:off x="3835" y="3954"/>
              <a:ext cx="12" cy="27"/>
            </a:xfrm>
            <a:custGeom>
              <a:avLst/>
              <a:ahLst/>
              <a:rect l="0" t="0" r="r" b="b"/>
              <a:pathLst>
                <a:path w="26" h="54">
                  <a:moveTo>
                    <a:pt x="0" y="3"/>
                  </a:moveTo>
                  <a:lnTo>
                    <a:pt x="7" y="29"/>
                  </a:lnTo>
                  <a:lnTo>
                    <a:pt x="13" y="54"/>
                  </a:lnTo>
                  <a:lnTo>
                    <a:pt x="26" y="51"/>
                  </a:lnTo>
                  <a:lnTo>
                    <a:pt x="20" y="26"/>
                  </a:lnTo>
                  <a:lnTo>
                    <a:pt x="14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45" name=""/>
            <p:cNvSpPr/>
            <p:nvPr/>
          </p:nvSpPr>
          <p:spPr>
            <a:xfrm rot="0">
              <a:off x="3835" y="3954"/>
              <a:ext cx="12" cy="27"/>
            </a:xfrm>
            <a:custGeom>
              <a:avLst/>
              <a:ahLst/>
              <a:rect l="0" t="0" r="r" b="b"/>
              <a:pathLst>
                <a:path w="26" h="54">
                  <a:moveTo>
                    <a:pt x="0" y="3"/>
                  </a:moveTo>
                  <a:lnTo>
                    <a:pt x="7" y="29"/>
                  </a:lnTo>
                  <a:lnTo>
                    <a:pt x="13" y="54"/>
                  </a:lnTo>
                  <a:lnTo>
                    <a:pt x="26" y="51"/>
                  </a:lnTo>
                  <a:lnTo>
                    <a:pt x="20" y="26"/>
                  </a:lnTo>
                  <a:lnTo>
                    <a:pt x="14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46" name=""/>
            <p:cNvSpPr/>
            <p:nvPr/>
          </p:nvSpPr>
          <p:spPr>
            <a:xfrm rot="0">
              <a:off x="3844" y="3966"/>
              <a:ext cx="3" cy="13"/>
            </a:xfrm>
            <a:custGeom>
              <a:avLst/>
              <a:ahLst/>
              <a:rect l="0" t="0" r="r" b="b"/>
              <a:pathLst>
                <a:path w="6" h="25">
                  <a:moveTo>
                    <a:pt x="0" y="0"/>
                  </a:moveTo>
                  <a:lnTo>
                    <a:pt x="6" y="25"/>
                  </a:lnTo>
                  <a:lnTo>
                    <a:pt x="6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47" name=""/>
            <p:cNvSpPr/>
            <p:nvPr/>
          </p:nvSpPr>
          <p:spPr>
            <a:xfrm rot="0">
              <a:off x="3847" y="39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48" name=""/>
            <p:cNvSpPr/>
            <p:nvPr/>
          </p:nvSpPr>
          <p:spPr>
            <a:xfrm rot="0">
              <a:off x="3841" y="3952"/>
              <a:ext cx="13" cy="27"/>
            </a:xfrm>
            <a:custGeom>
              <a:avLst/>
              <a:ahLst/>
              <a:rect l="0" t="0" r="r" b="b"/>
              <a:pathLst>
                <a:path w="24" h="54">
                  <a:moveTo>
                    <a:pt x="0" y="3"/>
                  </a:moveTo>
                  <a:lnTo>
                    <a:pt x="6" y="29"/>
                  </a:lnTo>
                  <a:lnTo>
                    <a:pt x="12" y="54"/>
                  </a:lnTo>
                  <a:lnTo>
                    <a:pt x="24" y="51"/>
                  </a:lnTo>
                  <a:lnTo>
                    <a:pt x="18" y="26"/>
                  </a:lnTo>
                  <a:lnTo>
                    <a:pt x="12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49" name=""/>
            <p:cNvSpPr/>
            <p:nvPr/>
          </p:nvSpPr>
          <p:spPr>
            <a:xfrm rot="0">
              <a:off x="3841" y="3952"/>
              <a:ext cx="13" cy="27"/>
            </a:xfrm>
            <a:custGeom>
              <a:avLst/>
              <a:ahLst/>
              <a:rect l="0" t="0" r="r" b="b"/>
              <a:pathLst>
                <a:path w="24" h="54">
                  <a:moveTo>
                    <a:pt x="0" y="3"/>
                  </a:moveTo>
                  <a:lnTo>
                    <a:pt x="6" y="29"/>
                  </a:lnTo>
                  <a:lnTo>
                    <a:pt x="12" y="54"/>
                  </a:lnTo>
                  <a:lnTo>
                    <a:pt x="24" y="51"/>
                  </a:lnTo>
                  <a:lnTo>
                    <a:pt x="18" y="26"/>
                  </a:lnTo>
                  <a:lnTo>
                    <a:pt x="12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50" name=""/>
            <p:cNvSpPr/>
            <p:nvPr/>
          </p:nvSpPr>
          <p:spPr>
            <a:xfrm rot="0">
              <a:off x="3851" y="3965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6" y="25"/>
                  </a:lnTo>
                  <a:lnTo>
                    <a:pt x="7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51" name=""/>
            <p:cNvSpPr/>
            <p:nvPr/>
          </p:nvSpPr>
          <p:spPr>
            <a:xfrm rot="0">
              <a:off x="3854" y="3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52" name=""/>
            <p:cNvSpPr/>
            <p:nvPr/>
          </p:nvSpPr>
          <p:spPr>
            <a:xfrm rot="0">
              <a:off x="3847" y="3950"/>
              <a:ext cx="14" cy="28"/>
            </a:xfrm>
            <a:custGeom>
              <a:avLst/>
              <a:ahLst/>
              <a:rect l="0" t="0" r="r" b="b"/>
              <a:pathLst>
                <a:path w="29" h="55">
                  <a:moveTo>
                    <a:pt x="0" y="4"/>
                  </a:moveTo>
                  <a:lnTo>
                    <a:pt x="7" y="30"/>
                  </a:lnTo>
                  <a:lnTo>
                    <a:pt x="14" y="55"/>
                  </a:lnTo>
                  <a:lnTo>
                    <a:pt x="29" y="51"/>
                  </a:lnTo>
                  <a:lnTo>
                    <a:pt x="21" y="25"/>
                  </a:lnTo>
                  <a:lnTo>
                    <a:pt x="14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53" name=""/>
            <p:cNvSpPr/>
            <p:nvPr/>
          </p:nvSpPr>
          <p:spPr>
            <a:xfrm rot="0">
              <a:off x="3847" y="3950"/>
              <a:ext cx="14" cy="28"/>
            </a:xfrm>
            <a:custGeom>
              <a:avLst/>
              <a:ahLst/>
              <a:rect l="0" t="0" r="r" b="b"/>
              <a:pathLst>
                <a:path w="29" h="55">
                  <a:moveTo>
                    <a:pt x="0" y="4"/>
                  </a:moveTo>
                  <a:lnTo>
                    <a:pt x="7" y="30"/>
                  </a:lnTo>
                  <a:lnTo>
                    <a:pt x="14" y="55"/>
                  </a:lnTo>
                  <a:lnTo>
                    <a:pt x="29" y="51"/>
                  </a:lnTo>
                  <a:lnTo>
                    <a:pt x="21" y="25"/>
                  </a:lnTo>
                  <a:lnTo>
                    <a:pt x="14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54" name=""/>
            <p:cNvSpPr/>
            <p:nvPr/>
          </p:nvSpPr>
          <p:spPr>
            <a:xfrm rot="0">
              <a:off x="3858" y="3963"/>
              <a:ext cx="3" cy="13"/>
            </a:xfrm>
            <a:custGeom>
              <a:avLst/>
              <a:ahLst/>
              <a:rect l="0" t="0" r="r" b="b"/>
              <a:pathLst>
                <a:path w="8" h="26">
                  <a:moveTo>
                    <a:pt x="0" y="0"/>
                  </a:moveTo>
                  <a:lnTo>
                    <a:pt x="8" y="26"/>
                  </a:lnTo>
                  <a:lnTo>
                    <a:pt x="8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55" name=""/>
            <p:cNvSpPr/>
            <p:nvPr/>
          </p:nvSpPr>
          <p:spPr>
            <a:xfrm rot="0">
              <a:off x="3861" y="3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56" name=""/>
            <p:cNvSpPr/>
            <p:nvPr/>
          </p:nvSpPr>
          <p:spPr>
            <a:xfrm rot="0">
              <a:off x="3854" y="3948"/>
              <a:ext cx="14" cy="28"/>
            </a:xfrm>
            <a:custGeom>
              <a:avLst/>
              <a:ahLst/>
              <a:rect l="0" t="0" r="r" b="b"/>
              <a:pathLst>
                <a:path w="29" h="55">
                  <a:moveTo>
                    <a:pt x="0" y="4"/>
                  </a:moveTo>
                  <a:lnTo>
                    <a:pt x="7" y="29"/>
                  </a:lnTo>
                  <a:lnTo>
                    <a:pt x="15" y="55"/>
                  </a:lnTo>
                  <a:lnTo>
                    <a:pt x="29" y="51"/>
                  </a:lnTo>
                  <a:lnTo>
                    <a:pt x="22" y="25"/>
                  </a:lnTo>
                  <a:lnTo>
                    <a:pt x="15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57" name=""/>
            <p:cNvSpPr/>
            <p:nvPr/>
          </p:nvSpPr>
          <p:spPr>
            <a:xfrm rot="0">
              <a:off x="3854" y="3948"/>
              <a:ext cx="14" cy="28"/>
            </a:xfrm>
            <a:custGeom>
              <a:avLst/>
              <a:ahLst/>
              <a:rect l="0" t="0" r="r" b="b"/>
              <a:pathLst>
                <a:path w="29" h="55">
                  <a:moveTo>
                    <a:pt x="0" y="4"/>
                  </a:moveTo>
                  <a:lnTo>
                    <a:pt x="7" y="29"/>
                  </a:lnTo>
                  <a:lnTo>
                    <a:pt x="15" y="55"/>
                  </a:lnTo>
                  <a:lnTo>
                    <a:pt x="29" y="51"/>
                  </a:lnTo>
                  <a:lnTo>
                    <a:pt x="22" y="25"/>
                  </a:lnTo>
                  <a:lnTo>
                    <a:pt x="15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58" name=""/>
            <p:cNvSpPr/>
            <p:nvPr/>
          </p:nvSpPr>
          <p:spPr>
            <a:xfrm rot="0">
              <a:off x="3861" y="3948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7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59" name=""/>
            <p:cNvSpPr/>
            <p:nvPr/>
          </p:nvSpPr>
          <p:spPr>
            <a:xfrm rot="0">
              <a:off x="3861" y="39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60" name=""/>
            <p:cNvSpPr/>
            <p:nvPr/>
          </p:nvSpPr>
          <p:spPr>
            <a:xfrm rot="0">
              <a:off x="3861" y="3946"/>
              <a:ext cx="15" cy="27"/>
            </a:xfrm>
            <a:custGeom>
              <a:avLst/>
              <a:ahLst/>
              <a:rect l="0" t="0" r="r" b="b"/>
              <a:pathLst>
                <a:path w="29" h="55">
                  <a:moveTo>
                    <a:pt x="0" y="4"/>
                  </a:moveTo>
                  <a:lnTo>
                    <a:pt x="7" y="29"/>
                  </a:lnTo>
                  <a:lnTo>
                    <a:pt x="14" y="55"/>
                  </a:lnTo>
                  <a:lnTo>
                    <a:pt x="29" y="51"/>
                  </a:lnTo>
                  <a:lnTo>
                    <a:pt x="22" y="25"/>
                  </a:lnTo>
                  <a:lnTo>
                    <a:pt x="15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61" name=""/>
            <p:cNvSpPr/>
            <p:nvPr/>
          </p:nvSpPr>
          <p:spPr>
            <a:xfrm rot="0">
              <a:off x="3861" y="3946"/>
              <a:ext cx="15" cy="27"/>
            </a:xfrm>
            <a:custGeom>
              <a:avLst/>
              <a:ahLst/>
              <a:rect l="0" t="0" r="r" b="b"/>
              <a:pathLst>
                <a:path w="29" h="55">
                  <a:moveTo>
                    <a:pt x="0" y="4"/>
                  </a:moveTo>
                  <a:lnTo>
                    <a:pt x="7" y="29"/>
                  </a:lnTo>
                  <a:lnTo>
                    <a:pt x="14" y="55"/>
                  </a:lnTo>
                  <a:lnTo>
                    <a:pt x="29" y="51"/>
                  </a:lnTo>
                  <a:lnTo>
                    <a:pt x="22" y="25"/>
                  </a:lnTo>
                  <a:lnTo>
                    <a:pt x="15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62" name=""/>
            <p:cNvSpPr/>
            <p:nvPr/>
          </p:nvSpPr>
          <p:spPr>
            <a:xfrm rot="0">
              <a:off x="3873" y="3959"/>
              <a:ext cx="4" cy="12"/>
            </a:xfrm>
            <a:custGeom>
              <a:avLst/>
              <a:ahLst/>
              <a:rect l="0" t="0" r="r" b="b"/>
              <a:pathLst>
                <a:path w="9" h="26">
                  <a:moveTo>
                    <a:pt x="0" y="0"/>
                  </a:moveTo>
                  <a:lnTo>
                    <a:pt x="7" y="26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63" name=""/>
            <p:cNvSpPr/>
            <p:nvPr/>
          </p:nvSpPr>
          <p:spPr>
            <a:xfrm rot="0" flipV="1">
              <a:off x="3876" y="3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64" name=""/>
            <p:cNvSpPr/>
            <p:nvPr/>
          </p:nvSpPr>
          <p:spPr>
            <a:xfrm rot="0">
              <a:off x="3868" y="3943"/>
              <a:ext cx="17" cy="28"/>
            </a:xfrm>
            <a:custGeom>
              <a:avLst/>
              <a:ahLst/>
              <a:rect l="0" t="0" r="r" b="b"/>
              <a:pathLst>
                <a:path w="35" h="55">
                  <a:moveTo>
                    <a:pt x="0" y="6"/>
                  </a:moveTo>
                  <a:lnTo>
                    <a:pt x="9" y="30"/>
                  </a:lnTo>
                  <a:lnTo>
                    <a:pt x="18" y="55"/>
                  </a:lnTo>
                  <a:lnTo>
                    <a:pt x="35" y="49"/>
                  </a:lnTo>
                  <a:lnTo>
                    <a:pt x="26" y="24"/>
                  </a:lnTo>
                  <a:lnTo>
                    <a:pt x="16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65" name=""/>
            <p:cNvSpPr/>
            <p:nvPr/>
          </p:nvSpPr>
          <p:spPr>
            <a:xfrm rot="0">
              <a:off x="3868" y="3943"/>
              <a:ext cx="17" cy="28"/>
            </a:xfrm>
            <a:custGeom>
              <a:avLst/>
              <a:ahLst/>
              <a:rect l="0" t="0" r="r" b="b"/>
              <a:pathLst>
                <a:path w="35" h="55">
                  <a:moveTo>
                    <a:pt x="0" y="6"/>
                  </a:moveTo>
                  <a:lnTo>
                    <a:pt x="9" y="30"/>
                  </a:lnTo>
                  <a:lnTo>
                    <a:pt x="18" y="55"/>
                  </a:lnTo>
                  <a:lnTo>
                    <a:pt x="35" y="49"/>
                  </a:lnTo>
                  <a:lnTo>
                    <a:pt x="26" y="24"/>
                  </a:lnTo>
                  <a:lnTo>
                    <a:pt x="16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66" name=""/>
            <p:cNvSpPr/>
            <p:nvPr/>
          </p:nvSpPr>
          <p:spPr>
            <a:xfrm rot="0">
              <a:off x="3876" y="3943"/>
              <a:ext cx="5" cy="13"/>
            </a:xfrm>
            <a:custGeom>
              <a:avLst/>
              <a:ahLst/>
              <a:rect l="0" t="0" r="r" b="b"/>
              <a:pathLst>
                <a:path w="10" h="24">
                  <a:moveTo>
                    <a:pt x="10" y="24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67" name=""/>
            <p:cNvSpPr/>
            <p:nvPr/>
          </p:nvSpPr>
          <p:spPr>
            <a:xfrm rot="0">
              <a:off x="3876" y="39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68" name=""/>
            <p:cNvSpPr/>
            <p:nvPr/>
          </p:nvSpPr>
          <p:spPr>
            <a:xfrm rot="0">
              <a:off x="3877" y="3940"/>
              <a:ext cx="17" cy="28"/>
            </a:xfrm>
            <a:custGeom>
              <a:avLst/>
              <a:ahLst/>
              <a:rect l="0" t="0" r="r" b="b"/>
              <a:pathLst>
                <a:path w="34" h="56">
                  <a:moveTo>
                    <a:pt x="0" y="7"/>
                  </a:moveTo>
                  <a:lnTo>
                    <a:pt x="9" y="31"/>
                  </a:lnTo>
                  <a:lnTo>
                    <a:pt x="17" y="56"/>
                  </a:lnTo>
                  <a:lnTo>
                    <a:pt x="34" y="50"/>
                  </a:lnTo>
                  <a:lnTo>
                    <a:pt x="26" y="25"/>
                  </a:lnTo>
                  <a:lnTo>
                    <a:pt x="18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69" name=""/>
            <p:cNvSpPr/>
            <p:nvPr/>
          </p:nvSpPr>
          <p:spPr>
            <a:xfrm rot="0">
              <a:off x="3877" y="3940"/>
              <a:ext cx="17" cy="28"/>
            </a:xfrm>
            <a:custGeom>
              <a:avLst/>
              <a:ahLst/>
              <a:rect l="0" t="0" r="r" b="b"/>
              <a:pathLst>
                <a:path w="34" h="56">
                  <a:moveTo>
                    <a:pt x="0" y="7"/>
                  </a:moveTo>
                  <a:lnTo>
                    <a:pt x="9" y="31"/>
                  </a:lnTo>
                  <a:lnTo>
                    <a:pt x="17" y="56"/>
                  </a:lnTo>
                  <a:lnTo>
                    <a:pt x="34" y="50"/>
                  </a:lnTo>
                  <a:lnTo>
                    <a:pt x="26" y="25"/>
                  </a:lnTo>
                  <a:lnTo>
                    <a:pt x="18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70" name=""/>
            <p:cNvSpPr/>
            <p:nvPr/>
          </p:nvSpPr>
          <p:spPr>
            <a:xfrm rot="0">
              <a:off x="3885" y="3940"/>
              <a:ext cx="4" cy="12"/>
            </a:xfrm>
            <a:custGeom>
              <a:avLst/>
              <a:ahLst/>
              <a:rect l="0" t="0" r="r" b="b"/>
              <a:pathLst>
                <a:path w="8" h="25">
                  <a:moveTo>
                    <a:pt x="8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71" name=""/>
            <p:cNvSpPr/>
            <p:nvPr/>
          </p:nvSpPr>
          <p:spPr>
            <a:xfrm rot="0">
              <a:off x="3885" y="3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72" name=""/>
            <p:cNvSpPr/>
            <p:nvPr/>
          </p:nvSpPr>
          <p:spPr>
            <a:xfrm rot="0">
              <a:off x="3885" y="3937"/>
              <a:ext cx="18" cy="28"/>
            </a:xfrm>
            <a:custGeom>
              <a:avLst/>
              <a:ahLst/>
              <a:rect l="0" t="0" r="r" b="b"/>
              <a:pathLst>
                <a:path w="35" h="56">
                  <a:moveTo>
                    <a:pt x="0" y="6"/>
                  </a:moveTo>
                  <a:lnTo>
                    <a:pt x="8" y="31"/>
                  </a:lnTo>
                  <a:lnTo>
                    <a:pt x="16" y="56"/>
                  </a:lnTo>
                  <a:lnTo>
                    <a:pt x="35" y="49"/>
                  </a:lnTo>
                  <a:lnTo>
                    <a:pt x="26" y="25"/>
                  </a:lnTo>
                  <a:lnTo>
                    <a:pt x="18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73" name=""/>
            <p:cNvSpPr/>
            <p:nvPr/>
          </p:nvSpPr>
          <p:spPr>
            <a:xfrm rot="0">
              <a:off x="3885" y="3937"/>
              <a:ext cx="18" cy="28"/>
            </a:xfrm>
            <a:custGeom>
              <a:avLst/>
              <a:ahLst/>
              <a:rect l="0" t="0" r="r" b="b"/>
              <a:pathLst>
                <a:path w="35" h="56">
                  <a:moveTo>
                    <a:pt x="0" y="6"/>
                  </a:moveTo>
                  <a:lnTo>
                    <a:pt x="8" y="31"/>
                  </a:lnTo>
                  <a:lnTo>
                    <a:pt x="16" y="56"/>
                  </a:lnTo>
                  <a:lnTo>
                    <a:pt x="35" y="49"/>
                  </a:lnTo>
                  <a:lnTo>
                    <a:pt x="26" y="25"/>
                  </a:lnTo>
                  <a:lnTo>
                    <a:pt x="18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74" name=""/>
            <p:cNvSpPr/>
            <p:nvPr/>
          </p:nvSpPr>
          <p:spPr>
            <a:xfrm rot="0">
              <a:off x="3899" y="3949"/>
              <a:ext cx="4" cy="13"/>
            </a:xfrm>
            <a:custGeom>
              <a:avLst/>
              <a:ahLst/>
              <a:rect l="0" t="0" r="r" b="b"/>
              <a:pathLst>
                <a:path w="10" h="24">
                  <a:moveTo>
                    <a:pt x="0" y="0"/>
                  </a:moveTo>
                  <a:lnTo>
                    <a:pt x="9" y="24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75" name=""/>
            <p:cNvSpPr/>
            <p:nvPr/>
          </p:nvSpPr>
          <p:spPr>
            <a:xfrm rot="0">
              <a:off x="3903" y="39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76" name=""/>
            <p:cNvSpPr/>
            <p:nvPr/>
          </p:nvSpPr>
          <p:spPr>
            <a:xfrm rot="0">
              <a:off x="3894" y="3933"/>
              <a:ext cx="20" cy="29"/>
            </a:xfrm>
            <a:custGeom>
              <a:avLst/>
              <a:ahLst/>
              <a:rect l="0" t="0" r="r" b="b"/>
              <a:pathLst>
                <a:path w="39" h="57">
                  <a:moveTo>
                    <a:pt x="0" y="8"/>
                  </a:moveTo>
                  <a:lnTo>
                    <a:pt x="9" y="33"/>
                  </a:lnTo>
                  <a:lnTo>
                    <a:pt x="19" y="57"/>
                  </a:lnTo>
                  <a:lnTo>
                    <a:pt x="39" y="49"/>
                  </a:lnTo>
                  <a:lnTo>
                    <a:pt x="30" y="25"/>
                  </a:lnTo>
                  <a:lnTo>
                    <a:pt x="21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77" name=""/>
            <p:cNvSpPr/>
            <p:nvPr/>
          </p:nvSpPr>
          <p:spPr>
            <a:xfrm rot="0">
              <a:off x="3894" y="3933"/>
              <a:ext cx="20" cy="29"/>
            </a:xfrm>
            <a:custGeom>
              <a:avLst/>
              <a:ahLst/>
              <a:rect l="0" t="0" r="r" b="b"/>
              <a:pathLst>
                <a:path w="39" h="57">
                  <a:moveTo>
                    <a:pt x="0" y="8"/>
                  </a:moveTo>
                  <a:lnTo>
                    <a:pt x="9" y="33"/>
                  </a:lnTo>
                  <a:lnTo>
                    <a:pt x="19" y="57"/>
                  </a:lnTo>
                  <a:lnTo>
                    <a:pt x="39" y="49"/>
                  </a:lnTo>
                  <a:lnTo>
                    <a:pt x="30" y="25"/>
                  </a:lnTo>
                  <a:lnTo>
                    <a:pt x="21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78" name=""/>
            <p:cNvSpPr/>
            <p:nvPr/>
          </p:nvSpPr>
          <p:spPr>
            <a:xfrm rot="0">
              <a:off x="3904" y="3931"/>
              <a:ext cx="15" cy="27"/>
            </a:xfrm>
            <a:custGeom>
              <a:avLst/>
              <a:ahLst/>
              <a:rect l="0" t="0" r="r" b="b"/>
              <a:pathLst>
                <a:path w="28" h="53">
                  <a:moveTo>
                    <a:pt x="0" y="4"/>
                  </a:moveTo>
                  <a:lnTo>
                    <a:pt x="9" y="29"/>
                  </a:lnTo>
                  <a:lnTo>
                    <a:pt x="18" y="53"/>
                  </a:lnTo>
                  <a:lnTo>
                    <a:pt x="28" y="49"/>
                  </a:lnTo>
                  <a:lnTo>
                    <a:pt x="19" y="25"/>
                  </a:lnTo>
                  <a:lnTo>
                    <a:pt x="10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79" name=""/>
            <p:cNvSpPr/>
            <p:nvPr/>
          </p:nvSpPr>
          <p:spPr>
            <a:xfrm rot="0">
              <a:off x="3904" y="3931"/>
              <a:ext cx="15" cy="27"/>
            </a:xfrm>
            <a:custGeom>
              <a:avLst/>
              <a:ahLst/>
              <a:rect l="0" t="0" r="r" b="b"/>
              <a:pathLst>
                <a:path w="28" h="53">
                  <a:moveTo>
                    <a:pt x="0" y="4"/>
                  </a:moveTo>
                  <a:lnTo>
                    <a:pt x="9" y="29"/>
                  </a:lnTo>
                  <a:lnTo>
                    <a:pt x="18" y="53"/>
                  </a:lnTo>
                  <a:lnTo>
                    <a:pt x="28" y="49"/>
                  </a:lnTo>
                  <a:lnTo>
                    <a:pt x="19" y="25"/>
                  </a:lnTo>
                  <a:lnTo>
                    <a:pt x="10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80" name=""/>
            <p:cNvSpPr/>
            <p:nvPr/>
          </p:nvSpPr>
          <p:spPr>
            <a:xfrm rot="0">
              <a:off x="3909" y="3931"/>
              <a:ext cx="5" cy="12"/>
            </a:xfrm>
            <a:custGeom>
              <a:avLst/>
              <a:ahLst/>
              <a:rect l="0" t="0" r="r" b="b"/>
              <a:pathLst>
                <a:path w="9" h="25">
                  <a:moveTo>
                    <a:pt x="9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81" name=""/>
            <p:cNvSpPr/>
            <p:nvPr/>
          </p:nvSpPr>
          <p:spPr>
            <a:xfrm rot="0">
              <a:off x="3909" y="3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82" name=""/>
            <p:cNvSpPr/>
            <p:nvPr/>
          </p:nvSpPr>
          <p:spPr>
            <a:xfrm rot="0">
              <a:off x="3909" y="3929"/>
              <a:ext cx="15" cy="27"/>
            </a:xfrm>
            <a:custGeom>
              <a:avLst/>
              <a:ahLst/>
              <a:rect l="0" t="0" r="r" b="b"/>
              <a:pathLst>
                <a:path w="30" h="53">
                  <a:moveTo>
                    <a:pt x="0" y="4"/>
                  </a:moveTo>
                  <a:lnTo>
                    <a:pt x="9" y="29"/>
                  </a:lnTo>
                  <a:lnTo>
                    <a:pt x="18" y="53"/>
                  </a:lnTo>
                  <a:lnTo>
                    <a:pt x="30" y="49"/>
                  </a:lnTo>
                  <a:lnTo>
                    <a:pt x="20" y="24"/>
                  </a:lnTo>
                  <a:lnTo>
                    <a:pt x="11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83" name=""/>
            <p:cNvSpPr/>
            <p:nvPr/>
          </p:nvSpPr>
          <p:spPr>
            <a:xfrm rot="0">
              <a:off x="3909" y="3929"/>
              <a:ext cx="15" cy="27"/>
            </a:xfrm>
            <a:custGeom>
              <a:avLst/>
              <a:ahLst/>
              <a:rect l="0" t="0" r="r" b="b"/>
              <a:pathLst>
                <a:path w="30" h="53">
                  <a:moveTo>
                    <a:pt x="0" y="4"/>
                  </a:moveTo>
                  <a:lnTo>
                    <a:pt x="9" y="29"/>
                  </a:lnTo>
                  <a:lnTo>
                    <a:pt x="18" y="53"/>
                  </a:lnTo>
                  <a:lnTo>
                    <a:pt x="30" y="49"/>
                  </a:lnTo>
                  <a:lnTo>
                    <a:pt x="20" y="24"/>
                  </a:lnTo>
                  <a:lnTo>
                    <a:pt x="11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84" name=""/>
            <p:cNvSpPr/>
            <p:nvPr/>
          </p:nvSpPr>
          <p:spPr>
            <a:xfrm rot="0">
              <a:off x="3915" y="3927"/>
              <a:ext cx="15" cy="27"/>
            </a:xfrm>
            <a:custGeom>
              <a:avLst/>
              <a:ahLst/>
              <a:rect l="0" t="0" r="r" b="b"/>
              <a:pathLst>
                <a:path w="30" h="53">
                  <a:moveTo>
                    <a:pt x="0" y="4"/>
                  </a:moveTo>
                  <a:lnTo>
                    <a:pt x="9" y="28"/>
                  </a:lnTo>
                  <a:lnTo>
                    <a:pt x="19" y="53"/>
                  </a:lnTo>
                  <a:lnTo>
                    <a:pt x="30" y="49"/>
                  </a:lnTo>
                  <a:lnTo>
                    <a:pt x="21" y="24"/>
                  </a:lnTo>
                  <a:lnTo>
                    <a:pt x="11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85" name=""/>
            <p:cNvSpPr/>
            <p:nvPr/>
          </p:nvSpPr>
          <p:spPr>
            <a:xfrm rot="0">
              <a:off x="3915" y="3927"/>
              <a:ext cx="15" cy="27"/>
            </a:xfrm>
            <a:custGeom>
              <a:avLst/>
              <a:ahLst/>
              <a:rect l="0" t="0" r="r" b="b"/>
              <a:pathLst>
                <a:path w="30" h="53">
                  <a:moveTo>
                    <a:pt x="0" y="4"/>
                  </a:moveTo>
                  <a:lnTo>
                    <a:pt x="9" y="28"/>
                  </a:lnTo>
                  <a:lnTo>
                    <a:pt x="19" y="53"/>
                  </a:lnTo>
                  <a:lnTo>
                    <a:pt x="30" y="49"/>
                  </a:lnTo>
                  <a:lnTo>
                    <a:pt x="21" y="24"/>
                  </a:lnTo>
                  <a:lnTo>
                    <a:pt x="11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86" name=""/>
            <p:cNvSpPr/>
            <p:nvPr/>
          </p:nvSpPr>
          <p:spPr>
            <a:xfrm rot="0">
              <a:off x="3925" y="3939"/>
              <a:ext cx="6" cy="12"/>
            </a:xfrm>
            <a:custGeom>
              <a:avLst/>
              <a:ahLst/>
              <a:rect l="0" t="0" r="r" b="b"/>
              <a:pathLst>
                <a:path w="11" h="25">
                  <a:moveTo>
                    <a:pt x="0" y="0"/>
                  </a:moveTo>
                  <a:lnTo>
                    <a:pt x="9" y="25"/>
                  </a:lnTo>
                  <a:lnTo>
                    <a:pt x="11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87" name=""/>
            <p:cNvSpPr/>
            <p:nvPr/>
          </p:nvSpPr>
          <p:spPr>
            <a:xfrm rot="0" flipV="1">
              <a:off x="3930" y="39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88" name=""/>
            <p:cNvSpPr/>
            <p:nvPr/>
          </p:nvSpPr>
          <p:spPr>
            <a:xfrm rot="0">
              <a:off x="3920" y="3925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0" y="5"/>
                  </a:moveTo>
                  <a:lnTo>
                    <a:pt x="12" y="28"/>
                  </a:lnTo>
                  <a:lnTo>
                    <a:pt x="23" y="52"/>
                  </a:lnTo>
                  <a:lnTo>
                    <a:pt x="34" y="47"/>
                  </a:lnTo>
                  <a:lnTo>
                    <a:pt x="23" y="23"/>
                  </a:lnTo>
                  <a:lnTo>
                    <a:pt x="12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89" name=""/>
            <p:cNvSpPr/>
            <p:nvPr/>
          </p:nvSpPr>
          <p:spPr>
            <a:xfrm rot="0">
              <a:off x="3920" y="3925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0" y="5"/>
                  </a:moveTo>
                  <a:lnTo>
                    <a:pt x="12" y="28"/>
                  </a:lnTo>
                  <a:lnTo>
                    <a:pt x="23" y="52"/>
                  </a:lnTo>
                  <a:lnTo>
                    <a:pt x="34" y="47"/>
                  </a:lnTo>
                  <a:lnTo>
                    <a:pt x="23" y="23"/>
                  </a:lnTo>
                  <a:lnTo>
                    <a:pt x="12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90" name=""/>
            <p:cNvSpPr/>
            <p:nvPr/>
          </p:nvSpPr>
          <p:spPr>
            <a:xfrm rot="0">
              <a:off x="3925" y="3924"/>
              <a:ext cx="6" cy="13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1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91" name=""/>
            <p:cNvSpPr/>
            <p:nvPr/>
          </p:nvSpPr>
          <p:spPr>
            <a:xfrm rot="0" flipV="1">
              <a:off x="3925" y="39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92" name=""/>
            <p:cNvSpPr/>
            <p:nvPr/>
          </p:nvSpPr>
          <p:spPr>
            <a:xfrm rot="0">
              <a:off x="3926" y="3922"/>
              <a:ext cx="16" cy="27"/>
            </a:xfrm>
            <a:custGeom>
              <a:avLst/>
              <a:ahLst/>
              <a:rect l="0" t="0" r="r" b="b"/>
              <a:pathLst>
                <a:path w="32" h="54">
                  <a:moveTo>
                    <a:pt x="0" y="5"/>
                  </a:moveTo>
                  <a:lnTo>
                    <a:pt x="10" y="29"/>
                  </a:lnTo>
                  <a:lnTo>
                    <a:pt x="20" y="54"/>
                  </a:lnTo>
                  <a:lnTo>
                    <a:pt x="32" y="49"/>
                  </a:lnTo>
                  <a:lnTo>
                    <a:pt x="22" y="24"/>
                  </a:lnTo>
                  <a:lnTo>
                    <a:pt x="12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93" name=""/>
            <p:cNvSpPr/>
            <p:nvPr/>
          </p:nvSpPr>
          <p:spPr>
            <a:xfrm rot="0">
              <a:off x="3926" y="3922"/>
              <a:ext cx="16" cy="27"/>
            </a:xfrm>
            <a:custGeom>
              <a:avLst/>
              <a:ahLst/>
              <a:rect l="0" t="0" r="r" b="b"/>
              <a:pathLst>
                <a:path w="32" h="54">
                  <a:moveTo>
                    <a:pt x="0" y="5"/>
                  </a:moveTo>
                  <a:lnTo>
                    <a:pt x="10" y="29"/>
                  </a:lnTo>
                  <a:lnTo>
                    <a:pt x="20" y="54"/>
                  </a:lnTo>
                  <a:lnTo>
                    <a:pt x="32" y="49"/>
                  </a:lnTo>
                  <a:lnTo>
                    <a:pt x="22" y="24"/>
                  </a:lnTo>
                  <a:lnTo>
                    <a:pt x="12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94" name=""/>
            <p:cNvSpPr/>
            <p:nvPr/>
          </p:nvSpPr>
          <p:spPr>
            <a:xfrm rot="0">
              <a:off x="3932" y="3919"/>
              <a:ext cx="16" cy="27"/>
            </a:xfrm>
            <a:custGeom>
              <a:avLst/>
              <a:ahLst/>
              <a:rect l="0" t="0" r="r" b="b"/>
              <a:pathLst>
                <a:path w="33" h="55">
                  <a:moveTo>
                    <a:pt x="0" y="6"/>
                  </a:moveTo>
                  <a:lnTo>
                    <a:pt x="10" y="30"/>
                  </a:lnTo>
                  <a:lnTo>
                    <a:pt x="20" y="55"/>
                  </a:lnTo>
                  <a:lnTo>
                    <a:pt x="33" y="50"/>
                  </a:lnTo>
                  <a:lnTo>
                    <a:pt x="22" y="25"/>
                  </a:lnTo>
                  <a:lnTo>
                    <a:pt x="12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95" name=""/>
            <p:cNvSpPr/>
            <p:nvPr/>
          </p:nvSpPr>
          <p:spPr>
            <a:xfrm rot="0">
              <a:off x="3932" y="3919"/>
              <a:ext cx="16" cy="27"/>
            </a:xfrm>
            <a:custGeom>
              <a:avLst/>
              <a:ahLst/>
              <a:rect l="0" t="0" r="r" b="b"/>
              <a:pathLst>
                <a:path w="33" h="55">
                  <a:moveTo>
                    <a:pt x="0" y="6"/>
                  </a:moveTo>
                  <a:lnTo>
                    <a:pt x="10" y="30"/>
                  </a:lnTo>
                  <a:lnTo>
                    <a:pt x="20" y="55"/>
                  </a:lnTo>
                  <a:lnTo>
                    <a:pt x="33" y="50"/>
                  </a:lnTo>
                  <a:lnTo>
                    <a:pt x="22" y="25"/>
                  </a:lnTo>
                  <a:lnTo>
                    <a:pt x="12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96" name=""/>
            <p:cNvSpPr/>
            <p:nvPr/>
          </p:nvSpPr>
          <p:spPr>
            <a:xfrm rot="0">
              <a:off x="3938" y="3919"/>
              <a:ext cx="18" cy="25"/>
            </a:xfrm>
            <a:custGeom>
              <a:avLst/>
              <a:ahLst/>
              <a:rect l="0" t="0" r="r" b="b"/>
              <a:pathLst>
                <a:path w="36" h="51">
                  <a:moveTo>
                    <a:pt x="10" y="26"/>
                  </a:moveTo>
                  <a:lnTo>
                    <a:pt x="0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0" y="9"/>
                  </a:lnTo>
                  <a:lnTo>
                    <a:pt x="35" y="16"/>
                  </a:lnTo>
                  <a:lnTo>
                    <a:pt x="36" y="24"/>
                  </a:lnTo>
                  <a:lnTo>
                    <a:pt x="36" y="32"/>
                  </a:lnTo>
                  <a:lnTo>
                    <a:pt x="33" y="39"/>
                  </a:lnTo>
                  <a:lnTo>
                    <a:pt x="28" y="45"/>
                  </a:lnTo>
                  <a:lnTo>
                    <a:pt x="21" y="51"/>
                  </a:lnTo>
                  <a:lnTo>
                    <a:pt x="1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797" name=""/>
            <p:cNvSpPr/>
            <p:nvPr/>
          </p:nvSpPr>
          <p:spPr>
            <a:xfrm rot="0">
              <a:off x="3938" y="3919"/>
              <a:ext cx="18" cy="25"/>
            </a:xfrm>
            <a:custGeom>
              <a:avLst/>
              <a:ahLst/>
              <a:rect l="0" t="0" r="r" b="b"/>
              <a:pathLst>
                <a:path w="36" h="51">
                  <a:moveTo>
                    <a:pt x="0" y="1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0" y="9"/>
                  </a:lnTo>
                  <a:lnTo>
                    <a:pt x="35" y="16"/>
                  </a:lnTo>
                  <a:lnTo>
                    <a:pt x="36" y="24"/>
                  </a:lnTo>
                  <a:lnTo>
                    <a:pt x="36" y="32"/>
                  </a:lnTo>
                  <a:lnTo>
                    <a:pt x="33" y="39"/>
                  </a:lnTo>
                  <a:lnTo>
                    <a:pt x="28" y="45"/>
                  </a:lnTo>
                  <a:lnTo>
                    <a:pt x="21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98" name=""/>
            <p:cNvSpPr/>
            <p:nvPr/>
          </p:nvSpPr>
          <p:spPr>
            <a:xfrm rot="0">
              <a:off x="3410" y="3913"/>
              <a:ext cx="17" cy="66"/>
            </a:xfrm>
            <a:custGeom>
              <a:avLst/>
              <a:ahLst/>
              <a:rect l="0" t="0" r="r" b="b"/>
              <a:pathLst>
                <a:path w="35" h="133">
                  <a:moveTo>
                    <a:pt x="3" y="133"/>
                  </a:moveTo>
                  <a:lnTo>
                    <a:pt x="0" y="120"/>
                  </a:lnTo>
                  <a:lnTo>
                    <a:pt x="0" y="105"/>
                  </a:lnTo>
                  <a:lnTo>
                    <a:pt x="3" y="76"/>
                  </a:lnTo>
                  <a:lnTo>
                    <a:pt x="12" y="44"/>
                  </a:lnTo>
                  <a:lnTo>
                    <a:pt x="25" y="15"/>
                  </a:lnTo>
                  <a:lnTo>
                    <a:pt x="35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799" name=""/>
            <p:cNvSpPr/>
            <p:nvPr/>
          </p:nvSpPr>
          <p:spPr>
            <a:xfrm rot="0">
              <a:off x="3440" y="3935"/>
              <a:ext cx="27" cy="37"/>
            </a:xfrm>
            <a:custGeom>
              <a:avLst/>
              <a:ahLst/>
              <a:rect l="0" t="0" r="r" b="b"/>
              <a:pathLst>
                <a:path w="55" h="76">
                  <a:moveTo>
                    <a:pt x="55" y="0"/>
                  </a:moveTo>
                  <a:lnTo>
                    <a:pt x="35" y="0"/>
                  </a:lnTo>
                  <a:lnTo>
                    <a:pt x="26" y="3"/>
                  </a:lnTo>
                  <a:lnTo>
                    <a:pt x="17" y="10"/>
                  </a:lnTo>
                  <a:lnTo>
                    <a:pt x="11" y="20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4" y="70"/>
                  </a:lnTo>
                  <a:lnTo>
                    <a:pt x="11" y="76"/>
                  </a:lnTo>
                  <a:lnTo>
                    <a:pt x="32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0" name=""/>
            <p:cNvSpPr/>
            <p:nvPr/>
          </p:nvSpPr>
          <p:spPr>
            <a:xfrm rot="0">
              <a:off x="3473" y="3913"/>
              <a:ext cx="20" cy="66"/>
            </a:xfrm>
            <a:custGeom>
              <a:avLst/>
              <a:ahLst/>
              <a:rect l="0" t="0" r="r" b="b"/>
              <a:pathLst>
                <a:path w="41" h="133">
                  <a:moveTo>
                    <a:pt x="0" y="133"/>
                  </a:moveTo>
                  <a:lnTo>
                    <a:pt x="10" y="120"/>
                  </a:lnTo>
                  <a:lnTo>
                    <a:pt x="25" y="89"/>
                  </a:lnTo>
                  <a:lnTo>
                    <a:pt x="35" y="61"/>
                  </a:lnTo>
                  <a:lnTo>
                    <a:pt x="41" y="29"/>
                  </a:lnTo>
                  <a:lnTo>
                    <a:pt x="41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1" name=""/>
            <p:cNvSpPr/>
            <p:nvPr/>
          </p:nvSpPr>
          <p:spPr>
            <a:xfrm rot="0">
              <a:off x="3561" y="3600"/>
              <a:ext cx="29" cy="38"/>
            </a:xfrm>
            <a:custGeom>
              <a:avLst/>
              <a:ahLst/>
              <a:rect l="0" t="0" r="r" b="b"/>
              <a:pathLst>
                <a:path w="57" h="75">
                  <a:moveTo>
                    <a:pt x="51" y="75"/>
                  </a:moveTo>
                  <a:lnTo>
                    <a:pt x="42" y="59"/>
                  </a:lnTo>
                  <a:lnTo>
                    <a:pt x="57" y="0"/>
                  </a:lnTo>
                  <a:lnTo>
                    <a:pt x="32" y="0"/>
                  </a:lnTo>
                  <a:lnTo>
                    <a:pt x="19" y="3"/>
                  </a:lnTo>
                  <a:lnTo>
                    <a:pt x="13" y="9"/>
                  </a:lnTo>
                  <a:lnTo>
                    <a:pt x="10" y="15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3" y="72"/>
                  </a:lnTo>
                  <a:lnTo>
                    <a:pt x="10" y="75"/>
                  </a:lnTo>
                  <a:lnTo>
                    <a:pt x="19" y="75"/>
                  </a:lnTo>
                  <a:lnTo>
                    <a:pt x="29" y="72"/>
                  </a:lnTo>
                  <a:lnTo>
                    <a:pt x="35" y="69"/>
                  </a:lnTo>
                  <a:lnTo>
                    <a:pt x="42" y="59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2" name=""/>
            <p:cNvSpPr/>
            <p:nvPr/>
          </p:nvSpPr>
          <p:spPr>
            <a:xfrm rot="0">
              <a:off x="3958" y="3956"/>
              <a:ext cx="33" cy="57"/>
            </a:xfrm>
            <a:custGeom>
              <a:avLst/>
              <a:ahLst/>
              <a:rect l="0" t="0" r="r" b="b"/>
              <a:pathLst>
                <a:path w="67" h="114">
                  <a:moveTo>
                    <a:pt x="32" y="0"/>
                  </a:moveTo>
                  <a:lnTo>
                    <a:pt x="0" y="114"/>
                  </a:lnTo>
                  <a:lnTo>
                    <a:pt x="29" y="114"/>
                  </a:lnTo>
                  <a:lnTo>
                    <a:pt x="41" y="111"/>
                  </a:lnTo>
                  <a:lnTo>
                    <a:pt x="50" y="105"/>
                  </a:lnTo>
                  <a:lnTo>
                    <a:pt x="57" y="95"/>
                  </a:lnTo>
                  <a:lnTo>
                    <a:pt x="67" y="61"/>
                  </a:lnTo>
                  <a:lnTo>
                    <a:pt x="67" y="50"/>
                  </a:lnTo>
                  <a:lnTo>
                    <a:pt x="63" y="41"/>
                  </a:lnTo>
                  <a:lnTo>
                    <a:pt x="54" y="38"/>
                  </a:lnTo>
                  <a:lnTo>
                    <a:pt x="23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3" name=""/>
            <p:cNvSpPr/>
            <p:nvPr/>
          </p:nvSpPr>
          <p:spPr>
            <a:xfrm rot="0">
              <a:off x="4623" y="2558"/>
              <a:ext cx="28" cy="38"/>
            </a:xfrm>
            <a:custGeom>
              <a:avLst/>
              <a:ahLst/>
              <a:rect l="0" t="0" r="r" b="b"/>
              <a:pathLst>
                <a:path w="57" h="76">
                  <a:moveTo>
                    <a:pt x="51" y="76"/>
                  </a:moveTo>
                  <a:lnTo>
                    <a:pt x="41" y="60"/>
                  </a:lnTo>
                  <a:lnTo>
                    <a:pt x="57" y="0"/>
                  </a:lnTo>
                  <a:lnTo>
                    <a:pt x="32" y="0"/>
                  </a:lnTo>
                  <a:lnTo>
                    <a:pt x="19" y="4"/>
                  </a:lnTo>
                  <a:lnTo>
                    <a:pt x="13" y="10"/>
                  </a:lnTo>
                  <a:lnTo>
                    <a:pt x="10" y="16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4" y="72"/>
                  </a:lnTo>
                  <a:lnTo>
                    <a:pt x="10" y="76"/>
                  </a:lnTo>
                  <a:lnTo>
                    <a:pt x="19" y="76"/>
                  </a:lnTo>
                  <a:lnTo>
                    <a:pt x="28" y="72"/>
                  </a:lnTo>
                  <a:lnTo>
                    <a:pt x="35" y="69"/>
                  </a:lnTo>
                  <a:lnTo>
                    <a:pt x="41" y="6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4" name=""/>
            <p:cNvSpPr/>
            <p:nvPr/>
          </p:nvSpPr>
          <p:spPr>
            <a:xfrm rot="0" flipV="1">
              <a:off x="4677" y="2539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5" name=""/>
            <p:cNvSpPr/>
            <p:nvPr/>
          </p:nvSpPr>
          <p:spPr>
            <a:xfrm rot="0" flipH="1">
              <a:off x="4692" y="2539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6" name=""/>
            <p:cNvSpPr/>
            <p:nvPr/>
          </p:nvSpPr>
          <p:spPr>
            <a:xfrm rot="0">
              <a:off x="5069" y="2606"/>
              <a:ext cx="38" cy="58"/>
            </a:xfrm>
            <a:custGeom>
              <a:avLst/>
              <a:ahLst/>
              <a:rect l="0" t="0" r="r" b="b"/>
              <a:pathLst>
                <a:path w="76" h="114">
                  <a:moveTo>
                    <a:pt x="76" y="0"/>
                  </a:moveTo>
                  <a:lnTo>
                    <a:pt x="47" y="114"/>
                  </a:lnTo>
                  <a:lnTo>
                    <a:pt x="15" y="114"/>
                  </a:lnTo>
                  <a:lnTo>
                    <a:pt x="6" y="111"/>
                  </a:lnTo>
                  <a:lnTo>
                    <a:pt x="3" y="108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9" y="57"/>
                  </a:lnTo>
                  <a:lnTo>
                    <a:pt x="15" y="48"/>
                  </a:lnTo>
                  <a:lnTo>
                    <a:pt x="22" y="42"/>
                  </a:lnTo>
                  <a:lnTo>
                    <a:pt x="32" y="39"/>
                  </a:lnTo>
                  <a:lnTo>
                    <a:pt x="66" y="39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7" name=""/>
            <p:cNvSpPr/>
            <p:nvPr/>
          </p:nvSpPr>
          <p:spPr>
            <a:xfrm rot="0" flipV="1">
              <a:off x="5123" y="2606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8" name=""/>
            <p:cNvSpPr/>
            <p:nvPr/>
          </p:nvSpPr>
          <p:spPr>
            <a:xfrm rot="0" flipH="1">
              <a:off x="5138" y="2606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09" name=""/>
            <p:cNvSpPr/>
            <p:nvPr/>
          </p:nvSpPr>
          <p:spPr>
            <a:xfrm rot="0">
              <a:off x="3772" y="2584"/>
              <a:ext cx="38" cy="57"/>
            </a:xfrm>
            <a:custGeom>
              <a:avLst/>
              <a:ahLst/>
              <a:rect l="0" t="0" r="r" b="b"/>
              <a:pathLst>
                <a:path w="75" h="113">
                  <a:moveTo>
                    <a:pt x="75" y="0"/>
                  </a:moveTo>
                  <a:lnTo>
                    <a:pt x="47" y="113"/>
                  </a:lnTo>
                  <a:lnTo>
                    <a:pt x="15" y="113"/>
                  </a:lnTo>
                  <a:lnTo>
                    <a:pt x="6" y="110"/>
                  </a:lnTo>
                  <a:lnTo>
                    <a:pt x="3" y="107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9" y="57"/>
                  </a:lnTo>
                  <a:lnTo>
                    <a:pt x="15" y="48"/>
                  </a:lnTo>
                  <a:lnTo>
                    <a:pt x="22" y="41"/>
                  </a:lnTo>
                  <a:lnTo>
                    <a:pt x="31" y="38"/>
                  </a:lnTo>
                  <a:lnTo>
                    <a:pt x="66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0" name=""/>
            <p:cNvSpPr/>
            <p:nvPr/>
          </p:nvSpPr>
          <p:spPr>
            <a:xfrm rot="0" flipV="1">
              <a:off x="3826" y="2584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1" name=""/>
            <p:cNvSpPr/>
            <p:nvPr/>
          </p:nvSpPr>
          <p:spPr>
            <a:xfrm rot="0">
              <a:off x="3744" y="3889"/>
              <a:ext cx="38" cy="57"/>
            </a:xfrm>
            <a:custGeom>
              <a:avLst/>
              <a:ahLst/>
              <a:rect l="0" t="0" r="r" b="b"/>
              <a:pathLst>
                <a:path w="76" h="115">
                  <a:moveTo>
                    <a:pt x="76" y="0"/>
                  </a:moveTo>
                  <a:lnTo>
                    <a:pt x="47" y="115"/>
                  </a:lnTo>
                  <a:lnTo>
                    <a:pt x="16" y="115"/>
                  </a:lnTo>
                  <a:lnTo>
                    <a:pt x="6" y="111"/>
                  </a:lnTo>
                  <a:lnTo>
                    <a:pt x="3" y="108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9" y="57"/>
                  </a:lnTo>
                  <a:lnTo>
                    <a:pt x="16" y="48"/>
                  </a:lnTo>
                  <a:lnTo>
                    <a:pt x="22" y="41"/>
                  </a:lnTo>
                  <a:lnTo>
                    <a:pt x="31" y="38"/>
                  </a:lnTo>
                  <a:lnTo>
                    <a:pt x="66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2" name=""/>
            <p:cNvSpPr/>
            <p:nvPr/>
          </p:nvSpPr>
          <p:spPr>
            <a:xfrm rot="0">
              <a:off x="4847" y="2963"/>
              <a:ext cx="26" cy="38"/>
            </a:xfrm>
            <a:custGeom>
              <a:avLst/>
              <a:ahLst/>
              <a:rect l="0" t="0" r="r" b="b"/>
              <a:pathLst>
                <a:path w="53" h="76">
                  <a:moveTo>
                    <a:pt x="53" y="0"/>
                  </a:moveTo>
                  <a:lnTo>
                    <a:pt x="34" y="0"/>
                  </a:lnTo>
                  <a:lnTo>
                    <a:pt x="24" y="3"/>
                  </a:lnTo>
                  <a:lnTo>
                    <a:pt x="15" y="10"/>
                  </a:lnTo>
                  <a:lnTo>
                    <a:pt x="9" y="19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3" y="70"/>
                  </a:lnTo>
                  <a:lnTo>
                    <a:pt x="9" y="76"/>
                  </a:lnTo>
                  <a:lnTo>
                    <a:pt x="31" y="76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3" name=""/>
            <p:cNvSpPr/>
            <p:nvPr/>
          </p:nvSpPr>
          <p:spPr>
            <a:xfrm rot="0" flipV="1">
              <a:off x="4894" y="2944"/>
              <a:ext cx="7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4" name=""/>
            <p:cNvSpPr/>
            <p:nvPr/>
          </p:nvSpPr>
          <p:spPr>
            <a:xfrm rot="0" flipH="1">
              <a:off x="4910" y="2944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5" name=""/>
            <p:cNvSpPr/>
            <p:nvPr/>
          </p:nvSpPr>
          <p:spPr>
            <a:xfrm rot="0">
              <a:off x="4845" y="2710"/>
              <a:ext cx="17" cy="66"/>
            </a:xfrm>
            <a:custGeom>
              <a:avLst/>
              <a:ahLst/>
              <a:rect l="0" t="0" r="r" b="b"/>
              <a:pathLst>
                <a:path w="34" h="132">
                  <a:moveTo>
                    <a:pt x="3" y="132"/>
                  </a:moveTo>
                  <a:lnTo>
                    <a:pt x="0" y="119"/>
                  </a:lnTo>
                  <a:lnTo>
                    <a:pt x="0" y="104"/>
                  </a:lnTo>
                  <a:lnTo>
                    <a:pt x="3" y="75"/>
                  </a:lnTo>
                  <a:lnTo>
                    <a:pt x="13" y="44"/>
                  </a:lnTo>
                  <a:lnTo>
                    <a:pt x="25" y="15"/>
                  </a:lnTo>
                  <a:lnTo>
                    <a:pt x="34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6" name=""/>
            <p:cNvSpPr/>
            <p:nvPr/>
          </p:nvSpPr>
          <p:spPr>
            <a:xfrm rot="0">
              <a:off x="4872" y="2713"/>
              <a:ext cx="33" cy="57"/>
            </a:xfrm>
            <a:custGeom>
              <a:avLst/>
              <a:ahLst/>
              <a:rect l="0" t="0" r="r" b="b"/>
              <a:pathLst>
                <a:path w="66" h="113">
                  <a:moveTo>
                    <a:pt x="32" y="0"/>
                  </a:moveTo>
                  <a:lnTo>
                    <a:pt x="0" y="113"/>
                  </a:lnTo>
                  <a:lnTo>
                    <a:pt x="28" y="113"/>
                  </a:lnTo>
                  <a:lnTo>
                    <a:pt x="41" y="110"/>
                  </a:lnTo>
                  <a:lnTo>
                    <a:pt x="50" y="104"/>
                  </a:lnTo>
                  <a:lnTo>
                    <a:pt x="56" y="94"/>
                  </a:lnTo>
                  <a:lnTo>
                    <a:pt x="66" y="59"/>
                  </a:lnTo>
                  <a:lnTo>
                    <a:pt x="66" y="50"/>
                  </a:lnTo>
                  <a:lnTo>
                    <a:pt x="63" y="41"/>
                  </a:lnTo>
                  <a:lnTo>
                    <a:pt x="53" y="38"/>
                  </a:lnTo>
                  <a:lnTo>
                    <a:pt x="22" y="38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7" name=""/>
            <p:cNvSpPr/>
            <p:nvPr/>
          </p:nvSpPr>
          <p:spPr>
            <a:xfrm rot="0" flipV="1">
              <a:off x="4929" y="2713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8" name=""/>
            <p:cNvSpPr/>
            <p:nvPr/>
          </p:nvSpPr>
          <p:spPr>
            <a:xfrm rot="0" flipH="1">
              <a:off x="4945" y="2713"/>
              <a:ext cx="6" cy="13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19" name=""/>
            <p:cNvSpPr/>
            <p:nvPr/>
          </p:nvSpPr>
          <p:spPr>
            <a:xfrm rot="0">
              <a:off x="4957" y="2710"/>
              <a:ext cx="21" cy="66"/>
            </a:xfrm>
            <a:custGeom>
              <a:avLst/>
              <a:ahLst/>
              <a:rect l="0" t="0" r="r" b="b"/>
              <a:pathLst>
                <a:path w="41" h="132">
                  <a:moveTo>
                    <a:pt x="0" y="132"/>
                  </a:moveTo>
                  <a:lnTo>
                    <a:pt x="9" y="119"/>
                  </a:lnTo>
                  <a:lnTo>
                    <a:pt x="24" y="88"/>
                  </a:lnTo>
                  <a:lnTo>
                    <a:pt x="34" y="59"/>
                  </a:lnTo>
                  <a:lnTo>
                    <a:pt x="41" y="27"/>
                  </a:lnTo>
                  <a:lnTo>
                    <a:pt x="41" y="0"/>
                  </a:lnTo>
                </a:path>
              </a:pathLst>
            </a:custGeom>
            <a:noFill/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20" name=""/>
            <p:cNvSpPr/>
            <p:nvPr/>
          </p:nvSpPr>
          <p:spPr>
            <a:xfrm rot="0">
              <a:off x="5001" y="2644"/>
              <a:ext cx="25" cy="17"/>
            </a:xfrm>
            <a:custGeom>
              <a:avLst/>
              <a:ahLst/>
              <a:rect l="0" t="0" r="r" b="b"/>
              <a:pathLst>
                <a:path w="51" h="32">
                  <a:moveTo>
                    <a:pt x="25" y="25"/>
                  </a:moveTo>
                  <a:lnTo>
                    <a:pt x="0" y="32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5" y="9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4" y="1"/>
                  </a:lnTo>
                  <a:lnTo>
                    <a:pt x="42" y="5"/>
                  </a:lnTo>
                  <a:lnTo>
                    <a:pt x="47" y="11"/>
                  </a:lnTo>
                  <a:lnTo>
                    <a:pt x="51" y="18"/>
                  </a:lnTo>
                  <a:lnTo>
                    <a:pt x="25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21" name=""/>
            <p:cNvSpPr/>
            <p:nvPr/>
          </p:nvSpPr>
          <p:spPr>
            <a:xfrm rot="0">
              <a:off x="5001" y="2644"/>
              <a:ext cx="25" cy="17"/>
            </a:xfrm>
            <a:custGeom>
              <a:avLst/>
              <a:ahLst/>
              <a:rect l="0" t="0" r="r" b="b"/>
              <a:pathLst>
                <a:path w="51" h="32">
                  <a:moveTo>
                    <a:pt x="0" y="32"/>
                  </a:moveTo>
                  <a:lnTo>
                    <a:pt x="0" y="24"/>
                  </a:lnTo>
                  <a:lnTo>
                    <a:pt x="1" y="16"/>
                  </a:lnTo>
                  <a:lnTo>
                    <a:pt x="5" y="9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4" y="1"/>
                  </a:lnTo>
                  <a:lnTo>
                    <a:pt x="42" y="5"/>
                  </a:lnTo>
                  <a:lnTo>
                    <a:pt x="47" y="11"/>
                  </a:lnTo>
                  <a:lnTo>
                    <a:pt x="51" y="1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22" name=""/>
            <p:cNvSpPr/>
            <p:nvPr/>
          </p:nvSpPr>
          <p:spPr>
            <a:xfrm rot="0">
              <a:off x="5001" y="2653"/>
              <a:ext cx="26" cy="11"/>
            </a:xfrm>
            <a:custGeom>
              <a:avLst/>
              <a:ahLst/>
              <a:rect l="0" t="0" r="r" b="b"/>
              <a:pathLst>
                <a:path w="53" h="21">
                  <a:moveTo>
                    <a:pt x="51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2" y="21"/>
                  </a:lnTo>
                  <a:lnTo>
                    <a:pt x="27" y="14"/>
                  </a:lnTo>
                  <a:lnTo>
                    <a:pt x="53" y="7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23" name=""/>
            <p:cNvSpPr/>
            <p:nvPr/>
          </p:nvSpPr>
          <p:spPr>
            <a:xfrm rot="0">
              <a:off x="5001" y="2653"/>
              <a:ext cx="26" cy="11"/>
            </a:xfrm>
            <a:custGeom>
              <a:avLst/>
              <a:ahLst/>
              <a:rect l="0" t="0" r="r" b="b"/>
              <a:pathLst>
                <a:path w="53" h="21">
                  <a:moveTo>
                    <a:pt x="51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2" y="21"/>
                  </a:lnTo>
                  <a:lnTo>
                    <a:pt x="27" y="14"/>
                  </a:lnTo>
                  <a:lnTo>
                    <a:pt x="53" y="7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24" name=""/>
            <p:cNvSpPr/>
            <p:nvPr/>
          </p:nvSpPr>
          <p:spPr>
            <a:xfrm rot="0">
              <a:off x="5015" y="2657"/>
              <a:ext cx="12" cy="4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0"/>
                  </a:lnTo>
                  <a:lnTo>
                    <a:pt x="26" y="1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25" name=""/>
            <p:cNvSpPr/>
            <p:nvPr/>
          </p:nvSpPr>
          <p:spPr>
            <a:xfrm rot="0">
              <a:off x="5027" y="2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26" name=""/>
            <p:cNvSpPr/>
            <p:nvPr/>
          </p:nvSpPr>
          <p:spPr>
            <a:xfrm rot="0">
              <a:off x="5002" y="2658"/>
              <a:ext cx="26" cy="10"/>
            </a:xfrm>
            <a:custGeom>
              <a:avLst/>
              <a:ahLst/>
              <a:rect l="0" t="0" r="r" b="b"/>
              <a:pathLst>
                <a:path w="53" h="21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2" y="21"/>
                  </a:lnTo>
                  <a:lnTo>
                    <a:pt x="27" y="15"/>
                  </a:lnTo>
                  <a:lnTo>
                    <a:pt x="53" y="8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27" name=""/>
            <p:cNvSpPr/>
            <p:nvPr/>
          </p:nvSpPr>
          <p:spPr>
            <a:xfrm rot="0">
              <a:off x="5002" y="2658"/>
              <a:ext cx="26" cy="10"/>
            </a:xfrm>
            <a:custGeom>
              <a:avLst/>
              <a:ahLst/>
              <a:rect l="0" t="0" r="r" b="b"/>
              <a:pathLst>
                <a:path w="53" h="21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2" y="21"/>
                  </a:lnTo>
                  <a:lnTo>
                    <a:pt x="27" y="15"/>
                  </a:lnTo>
                  <a:lnTo>
                    <a:pt x="53" y="8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28" name=""/>
            <p:cNvSpPr/>
            <p:nvPr/>
          </p:nvSpPr>
          <p:spPr>
            <a:xfrm rot="0">
              <a:off x="5016" y="2662"/>
              <a:ext cx="12" cy="3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0"/>
                  </a:lnTo>
                  <a:lnTo>
                    <a:pt x="26" y="3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29" name=""/>
            <p:cNvSpPr/>
            <p:nvPr/>
          </p:nvSpPr>
          <p:spPr>
            <a:xfrm rot="0">
              <a:off x="5028" y="26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30" name=""/>
            <p:cNvSpPr/>
            <p:nvPr/>
          </p:nvSpPr>
          <p:spPr>
            <a:xfrm rot="0">
              <a:off x="5003" y="2663"/>
              <a:ext cx="26" cy="7"/>
            </a:xfrm>
            <a:custGeom>
              <a:avLst/>
              <a:ahLst/>
              <a:rect l="0" t="0" r="r" b="b"/>
              <a:pathLst>
                <a:path w="52" h="15">
                  <a:moveTo>
                    <a:pt x="51" y="0"/>
                  </a:moveTo>
                  <a:lnTo>
                    <a:pt x="25" y="4"/>
                  </a:lnTo>
                  <a:lnTo>
                    <a:pt x="0" y="7"/>
                  </a:lnTo>
                  <a:lnTo>
                    <a:pt x="1" y="15"/>
                  </a:lnTo>
                  <a:lnTo>
                    <a:pt x="26" y="12"/>
                  </a:lnTo>
                  <a:lnTo>
                    <a:pt x="52" y="9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31" name=""/>
            <p:cNvSpPr/>
            <p:nvPr/>
          </p:nvSpPr>
          <p:spPr>
            <a:xfrm rot="0">
              <a:off x="5003" y="2663"/>
              <a:ext cx="26" cy="7"/>
            </a:xfrm>
            <a:custGeom>
              <a:avLst/>
              <a:ahLst/>
              <a:rect l="0" t="0" r="r" b="b"/>
              <a:pathLst>
                <a:path w="52" h="15">
                  <a:moveTo>
                    <a:pt x="51" y="0"/>
                  </a:moveTo>
                  <a:lnTo>
                    <a:pt x="25" y="4"/>
                  </a:lnTo>
                  <a:lnTo>
                    <a:pt x="0" y="7"/>
                  </a:lnTo>
                  <a:lnTo>
                    <a:pt x="1" y="15"/>
                  </a:lnTo>
                  <a:lnTo>
                    <a:pt x="26" y="12"/>
                  </a:lnTo>
                  <a:lnTo>
                    <a:pt x="52" y="9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32" name=""/>
            <p:cNvSpPr/>
            <p:nvPr/>
          </p:nvSpPr>
          <p:spPr>
            <a:xfrm rot="0">
              <a:off x="5003" y="2669"/>
              <a:ext cx="13" cy="1"/>
            </a:xfrm>
            <a:custGeom>
              <a:avLst/>
              <a:ahLst/>
              <a:rect l="0" t="0" r="r" b="b"/>
              <a:pathLst>
                <a:path w="25" h="3">
                  <a:moveTo>
                    <a:pt x="25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33" name=""/>
            <p:cNvSpPr/>
            <p:nvPr/>
          </p:nvSpPr>
          <p:spPr>
            <a:xfrm rot="0">
              <a:off x="5003" y="26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34" name=""/>
            <p:cNvSpPr/>
            <p:nvPr/>
          </p:nvSpPr>
          <p:spPr>
            <a:xfrm rot="0">
              <a:off x="5003" y="2667"/>
              <a:ext cx="27" cy="7"/>
            </a:xfrm>
            <a:custGeom>
              <a:avLst/>
              <a:ahLst/>
              <a:rect l="0" t="0" r="r" b="b"/>
              <a:pathLst>
                <a:path w="52" h="14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1" y="14"/>
                  </a:lnTo>
                  <a:lnTo>
                    <a:pt x="26" y="11"/>
                  </a:lnTo>
                  <a:lnTo>
                    <a:pt x="52" y="8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35" name=""/>
            <p:cNvSpPr/>
            <p:nvPr/>
          </p:nvSpPr>
          <p:spPr>
            <a:xfrm rot="0">
              <a:off x="5003" y="2667"/>
              <a:ext cx="27" cy="7"/>
            </a:xfrm>
            <a:custGeom>
              <a:avLst/>
              <a:ahLst/>
              <a:rect l="0" t="0" r="r" b="b"/>
              <a:pathLst>
                <a:path w="52" h="14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1" y="14"/>
                  </a:lnTo>
                  <a:lnTo>
                    <a:pt x="26" y="11"/>
                  </a:lnTo>
                  <a:lnTo>
                    <a:pt x="52" y="8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36" name=""/>
            <p:cNvSpPr/>
            <p:nvPr/>
          </p:nvSpPr>
          <p:spPr>
            <a:xfrm rot="0">
              <a:off x="5017" y="2671"/>
              <a:ext cx="13" cy="2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0"/>
                  </a:lnTo>
                  <a:lnTo>
                    <a:pt x="26" y="2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37" name=""/>
            <p:cNvSpPr/>
            <p:nvPr/>
          </p:nvSpPr>
          <p:spPr>
            <a:xfrm rot="0">
              <a:off x="5030" y="26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38" name=""/>
            <p:cNvSpPr/>
            <p:nvPr/>
          </p:nvSpPr>
          <p:spPr>
            <a:xfrm rot="0">
              <a:off x="5004" y="2672"/>
              <a:ext cx="26" cy="10"/>
            </a:xfrm>
            <a:custGeom>
              <a:avLst/>
              <a:ahLst/>
              <a:rect l="0" t="0" r="r" b="b"/>
              <a:pathLst>
                <a:path w="52" h="19">
                  <a:moveTo>
                    <a:pt x="51" y="0"/>
                  </a:moveTo>
                  <a:lnTo>
                    <a:pt x="25" y="1"/>
                  </a:lnTo>
                  <a:lnTo>
                    <a:pt x="0" y="2"/>
                  </a:lnTo>
                  <a:lnTo>
                    <a:pt x="1" y="19"/>
                  </a:lnTo>
                  <a:lnTo>
                    <a:pt x="26" y="18"/>
                  </a:lnTo>
                  <a:lnTo>
                    <a:pt x="52" y="17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39" name=""/>
            <p:cNvSpPr/>
            <p:nvPr/>
          </p:nvSpPr>
          <p:spPr>
            <a:xfrm rot="0">
              <a:off x="5004" y="2672"/>
              <a:ext cx="26" cy="10"/>
            </a:xfrm>
            <a:custGeom>
              <a:avLst/>
              <a:ahLst/>
              <a:rect l="0" t="0" r="r" b="b"/>
              <a:pathLst>
                <a:path w="52" h="19">
                  <a:moveTo>
                    <a:pt x="51" y="0"/>
                  </a:moveTo>
                  <a:lnTo>
                    <a:pt x="25" y="1"/>
                  </a:lnTo>
                  <a:lnTo>
                    <a:pt x="0" y="2"/>
                  </a:lnTo>
                  <a:lnTo>
                    <a:pt x="1" y="19"/>
                  </a:lnTo>
                  <a:lnTo>
                    <a:pt x="26" y="18"/>
                  </a:lnTo>
                  <a:lnTo>
                    <a:pt x="52" y="17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40" name=""/>
            <p:cNvSpPr/>
            <p:nvPr/>
          </p:nvSpPr>
          <p:spPr>
            <a:xfrm rot="0">
              <a:off x="5017" y="2681"/>
              <a:ext cx="14" cy="1"/>
            </a:xfrm>
            <a:custGeom>
              <a:avLst/>
              <a:ahLst/>
              <a:rect l="0" t="0" r="r" b="b"/>
              <a:pathLst>
                <a:path w="27" h="1">
                  <a:moveTo>
                    <a:pt x="0" y="1"/>
                  </a:moveTo>
                  <a:lnTo>
                    <a:pt x="26" y="0"/>
                  </a:lnTo>
                  <a:lnTo>
                    <a:pt x="27" y="1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41" name=""/>
            <p:cNvSpPr/>
            <p:nvPr/>
          </p:nvSpPr>
          <p:spPr>
            <a:xfrm rot="0">
              <a:off x="5030" y="2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42" name=""/>
            <p:cNvSpPr/>
            <p:nvPr/>
          </p:nvSpPr>
          <p:spPr>
            <a:xfrm rot="0">
              <a:off x="5004" y="2682"/>
              <a:ext cx="27" cy="1"/>
            </a:xfrm>
            <a:custGeom>
              <a:avLst/>
              <a:ahLst/>
              <a:rect l="0" t="0" r="r" b="b"/>
              <a:pathLst>
                <a:path w="52" h="3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5" y="3"/>
                  </a:lnTo>
                  <a:lnTo>
                    <a:pt x="52" y="3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43" name=""/>
            <p:cNvSpPr/>
            <p:nvPr/>
          </p:nvSpPr>
          <p:spPr>
            <a:xfrm rot="0">
              <a:off x="5004" y="2682"/>
              <a:ext cx="27" cy="1"/>
            </a:xfrm>
            <a:custGeom>
              <a:avLst/>
              <a:ahLst/>
              <a:rect l="0" t="0" r="r" b="b"/>
              <a:pathLst>
                <a:path w="52" h="3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5" y="3"/>
                  </a:lnTo>
                  <a:lnTo>
                    <a:pt x="52" y="3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44" name=""/>
            <p:cNvSpPr/>
            <p:nvPr/>
          </p:nvSpPr>
          <p:spPr>
            <a:xfrm rot="0">
              <a:off x="5004" y="2683"/>
              <a:ext cx="27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45" name=""/>
            <p:cNvSpPr/>
            <p:nvPr/>
          </p:nvSpPr>
          <p:spPr>
            <a:xfrm rot="0">
              <a:off x="5004" y="2683"/>
              <a:ext cx="27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46" name=""/>
            <p:cNvSpPr/>
            <p:nvPr/>
          </p:nvSpPr>
          <p:spPr>
            <a:xfrm rot="0">
              <a:off x="5003" y="2682"/>
              <a:ext cx="26" cy="14"/>
            </a:xfrm>
            <a:custGeom>
              <a:avLst/>
              <a:ahLst/>
              <a:rect l="0" t="0" r="r" b="b"/>
              <a:pathLst>
                <a:path w="51" h="29">
                  <a:moveTo>
                    <a:pt x="25" y="26"/>
                  </a:moveTo>
                  <a:lnTo>
                    <a:pt x="0" y="23"/>
                  </a:lnTo>
                  <a:lnTo>
                    <a:pt x="2" y="15"/>
                  </a:lnTo>
                  <a:lnTo>
                    <a:pt x="6" y="9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3" y="6"/>
                  </a:lnTo>
                  <a:lnTo>
                    <a:pt x="48" y="14"/>
                  </a:lnTo>
                  <a:lnTo>
                    <a:pt x="51" y="21"/>
                  </a:lnTo>
                  <a:lnTo>
                    <a:pt x="51" y="29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47" name=""/>
            <p:cNvSpPr/>
            <p:nvPr/>
          </p:nvSpPr>
          <p:spPr>
            <a:xfrm rot="0">
              <a:off x="5003" y="2682"/>
              <a:ext cx="26" cy="14"/>
            </a:xfrm>
            <a:custGeom>
              <a:avLst/>
              <a:ahLst/>
              <a:rect l="0" t="0" r="r" b="b"/>
              <a:pathLst>
                <a:path w="51" h="29">
                  <a:moveTo>
                    <a:pt x="0" y="23"/>
                  </a:moveTo>
                  <a:lnTo>
                    <a:pt x="2" y="15"/>
                  </a:lnTo>
                  <a:lnTo>
                    <a:pt x="6" y="9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3" y="6"/>
                  </a:lnTo>
                  <a:lnTo>
                    <a:pt x="48" y="14"/>
                  </a:lnTo>
                  <a:lnTo>
                    <a:pt x="51" y="21"/>
                  </a:lnTo>
                  <a:lnTo>
                    <a:pt x="51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48" name=""/>
            <p:cNvSpPr/>
            <p:nvPr/>
          </p:nvSpPr>
          <p:spPr>
            <a:xfrm rot="0">
              <a:off x="5003" y="2693"/>
              <a:ext cx="26" cy="8"/>
            </a:xfrm>
            <a:custGeom>
              <a:avLst/>
              <a:ahLst/>
              <a:rect l="0" t="0" r="r" b="b"/>
              <a:pathLst>
                <a:path w="52" h="14">
                  <a:moveTo>
                    <a:pt x="52" y="6"/>
                  </a:moveTo>
                  <a:lnTo>
                    <a:pt x="26" y="3"/>
                  </a:lnTo>
                  <a:lnTo>
                    <a:pt x="1" y="0"/>
                  </a:lnTo>
                  <a:lnTo>
                    <a:pt x="0" y="8"/>
                  </a:lnTo>
                  <a:lnTo>
                    <a:pt x="25" y="11"/>
                  </a:lnTo>
                  <a:lnTo>
                    <a:pt x="51" y="14"/>
                  </a:lnTo>
                  <a:lnTo>
                    <a:pt x="52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49" name=""/>
            <p:cNvSpPr/>
            <p:nvPr/>
          </p:nvSpPr>
          <p:spPr>
            <a:xfrm rot="0">
              <a:off x="5003" y="2693"/>
              <a:ext cx="26" cy="8"/>
            </a:xfrm>
            <a:custGeom>
              <a:avLst/>
              <a:ahLst/>
              <a:rect l="0" t="0" r="r" b="b"/>
              <a:pathLst>
                <a:path w="52" h="14">
                  <a:moveTo>
                    <a:pt x="52" y="6"/>
                  </a:moveTo>
                  <a:lnTo>
                    <a:pt x="26" y="3"/>
                  </a:lnTo>
                  <a:lnTo>
                    <a:pt x="1" y="0"/>
                  </a:lnTo>
                  <a:lnTo>
                    <a:pt x="0" y="8"/>
                  </a:lnTo>
                  <a:lnTo>
                    <a:pt x="25" y="11"/>
                  </a:lnTo>
                  <a:lnTo>
                    <a:pt x="51" y="14"/>
                  </a:lnTo>
                  <a:lnTo>
                    <a:pt x="52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50" name=""/>
            <p:cNvSpPr/>
            <p:nvPr/>
          </p:nvSpPr>
          <p:spPr>
            <a:xfrm rot="0">
              <a:off x="5016" y="2699"/>
              <a:ext cx="12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0"/>
                  </a:moveTo>
                  <a:lnTo>
                    <a:pt x="26" y="3"/>
                  </a:lnTo>
                  <a:lnTo>
                    <a:pt x="26" y="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51" name=""/>
            <p:cNvSpPr/>
            <p:nvPr/>
          </p:nvSpPr>
          <p:spPr>
            <a:xfrm rot="0">
              <a:off x="5028" y="2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52" name=""/>
            <p:cNvSpPr/>
            <p:nvPr/>
          </p:nvSpPr>
          <p:spPr>
            <a:xfrm rot="0">
              <a:off x="5001" y="2697"/>
              <a:ext cx="27" cy="13"/>
            </a:xfrm>
            <a:custGeom>
              <a:avLst/>
              <a:ahLst/>
              <a:rect l="0" t="0" r="r" b="b"/>
              <a:pathLst>
                <a:path w="54" h="26">
                  <a:moveTo>
                    <a:pt x="54" y="8"/>
                  </a:moveTo>
                  <a:lnTo>
                    <a:pt x="28" y="4"/>
                  </a:lnTo>
                  <a:lnTo>
                    <a:pt x="3" y="0"/>
                  </a:lnTo>
                  <a:lnTo>
                    <a:pt x="0" y="17"/>
                  </a:lnTo>
                  <a:lnTo>
                    <a:pt x="25" y="22"/>
                  </a:lnTo>
                  <a:lnTo>
                    <a:pt x="51" y="26"/>
                  </a:lnTo>
                  <a:lnTo>
                    <a:pt x="54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53" name=""/>
            <p:cNvSpPr/>
            <p:nvPr/>
          </p:nvSpPr>
          <p:spPr>
            <a:xfrm rot="0">
              <a:off x="5001" y="2697"/>
              <a:ext cx="27" cy="13"/>
            </a:xfrm>
            <a:custGeom>
              <a:avLst/>
              <a:ahLst/>
              <a:rect l="0" t="0" r="r" b="b"/>
              <a:pathLst>
                <a:path w="54" h="26">
                  <a:moveTo>
                    <a:pt x="54" y="8"/>
                  </a:moveTo>
                  <a:lnTo>
                    <a:pt x="28" y="4"/>
                  </a:lnTo>
                  <a:lnTo>
                    <a:pt x="3" y="0"/>
                  </a:lnTo>
                  <a:lnTo>
                    <a:pt x="0" y="17"/>
                  </a:lnTo>
                  <a:lnTo>
                    <a:pt x="25" y="22"/>
                  </a:lnTo>
                  <a:lnTo>
                    <a:pt x="51" y="26"/>
                  </a:lnTo>
                  <a:lnTo>
                    <a:pt x="54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54" name=""/>
            <p:cNvSpPr/>
            <p:nvPr/>
          </p:nvSpPr>
          <p:spPr>
            <a:xfrm rot="0">
              <a:off x="5014" y="2708"/>
              <a:ext cx="13" cy="3"/>
            </a:xfrm>
            <a:custGeom>
              <a:avLst/>
              <a:ahLst/>
              <a:rect l="0" t="0" r="r" b="b"/>
              <a:pathLst>
                <a:path w="26" h="7">
                  <a:moveTo>
                    <a:pt x="0" y="0"/>
                  </a:moveTo>
                  <a:lnTo>
                    <a:pt x="26" y="4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55" name=""/>
            <p:cNvSpPr/>
            <p:nvPr/>
          </p:nvSpPr>
          <p:spPr>
            <a:xfrm rot="0" flipH="1">
              <a:off x="5026" y="2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56" name=""/>
            <p:cNvSpPr/>
            <p:nvPr/>
          </p:nvSpPr>
          <p:spPr>
            <a:xfrm rot="0">
              <a:off x="4999" y="2704"/>
              <a:ext cx="27" cy="16"/>
            </a:xfrm>
            <a:custGeom>
              <a:avLst/>
              <a:ahLst/>
              <a:rect l="0" t="0" r="r" b="b"/>
              <a:pathLst>
                <a:path w="54" h="32">
                  <a:moveTo>
                    <a:pt x="54" y="15"/>
                  </a:moveTo>
                  <a:lnTo>
                    <a:pt x="29" y="8"/>
                  </a:lnTo>
                  <a:lnTo>
                    <a:pt x="5" y="0"/>
                  </a:lnTo>
                  <a:lnTo>
                    <a:pt x="0" y="18"/>
                  </a:lnTo>
                  <a:lnTo>
                    <a:pt x="24" y="25"/>
                  </a:lnTo>
                  <a:lnTo>
                    <a:pt x="49" y="32"/>
                  </a:lnTo>
                  <a:lnTo>
                    <a:pt x="54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57" name=""/>
            <p:cNvSpPr/>
            <p:nvPr/>
          </p:nvSpPr>
          <p:spPr>
            <a:xfrm rot="0">
              <a:off x="4999" y="2704"/>
              <a:ext cx="27" cy="16"/>
            </a:xfrm>
            <a:custGeom>
              <a:avLst/>
              <a:ahLst/>
              <a:rect l="0" t="0" r="r" b="b"/>
              <a:pathLst>
                <a:path w="54" h="32">
                  <a:moveTo>
                    <a:pt x="54" y="15"/>
                  </a:moveTo>
                  <a:lnTo>
                    <a:pt x="29" y="8"/>
                  </a:lnTo>
                  <a:lnTo>
                    <a:pt x="5" y="0"/>
                  </a:lnTo>
                  <a:lnTo>
                    <a:pt x="0" y="18"/>
                  </a:lnTo>
                  <a:lnTo>
                    <a:pt x="24" y="25"/>
                  </a:lnTo>
                  <a:lnTo>
                    <a:pt x="49" y="32"/>
                  </a:lnTo>
                  <a:lnTo>
                    <a:pt x="54" y="1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58" name=""/>
            <p:cNvSpPr/>
            <p:nvPr/>
          </p:nvSpPr>
          <p:spPr>
            <a:xfrm rot="0">
              <a:off x="4999" y="2713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25" y="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59" name=""/>
            <p:cNvSpPr/>
            <p:nvPr/>
          </p:nvSpPr>
          <p:spPr>
            <a:xfrm rot="0" flipH="1">
              <a:off x="4999" y="27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60" name=""/>
            <p:cNvSpPr/>
            <p:nvPr/>
          </p:nvSpPr>
          <p:spPr>
            <a:xfrm rot="0">
              <a:off x="4998" y="2713"/>
              <a:ext cx="26" cy="9"/>
            </a:xfrm>
            <a:custGeom>
              <a:avLst/>
              <a:ahLst/>
              <a:rect l="0" t="0" r="r" b="b"/>
              <a:pathLst>
                <a:path w="52" h="16">
                  <a:moveTo>
                    <a:pt x="52" y="12"/>
                  </a:moveTo>
                  <a:lnTo>
                    <a:pt x="26" y="6"/>
                  </a:lnTo>
                  <a:lnTo>
                    <a:pt x="1" y="0"/>
                  </a:lnTo>
                  <a:lnTo>
                    <a:pt x="0" y="4"/>
                  </a:lnTo>
                  <a:lnTo>
                    <a:pt x="25" y="10"/>
                  </a:lnTo>
                  <a:lnTo>
                    <a:pt x="51" y="16"/>
                  </a:lnTo>
                  <a:lnTo>
                    <a:pt x="52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61" name=""/>
            <p:cNvSpPr/>
            <p:nvPr/>
          </p:nvSpPr>
          <p:spPr>
            <a:xfrm rot="0">
              <a:off x="4998" y="2713"/>
              <a:ext cx="26" cy="9"/>
            </a:xfrm>
            <a:custGeom>
              <a:avLst/>
              <a:ahLst/>
              <a:rect l="0" t="0" r="r" b="b"/>
              <a:pathLst>
                <a:path w="52" h="16">
                  <a:moveTo>
                    <a:pt x="52" y="12"/>
                  </a:moveTo>
                  <a:lnTo>
                    <a:pt x="26" y="6"/>
                  </a:lnTo>
                  <a:lnTo>
                    <a:pt x="1" y="0"/>
                  </a:lnTo>
                  <a:lnTo>
                    <a:pt x="0" y="4"/>
                  </a:lnTo>
                  <a:lnTo>
                    <a:pt x="25" y="10"/>
                  </a:lnTo>
                  <a:lnTo>
                    <a:pt x="51" y="16"/>
                  </a:lnTo>
                  <a:lnTo>
                    <a:pt x="52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62" name=""/>
            <p:cNvSpPr/>
            <p:nvPr/>
          </p:nvSpPr>
          <p:spPr>
            <a:xfrm rot="0">
              <a:off x="4998" y="2715"/>
              <a:ext cx="26" cy="16"/>
            </a:xfrm>
            <a:custGeom>
              <a:avLst/>
              <a:ahLst/>
              <a:rect l="0" t="0" r="r" b="b"/>
              <a:pathLst>
                <a:path w="51" h="32">
                  <a:moveTo>
                    <a:pt x="25" y="6"/>
                  </a:moveTo>
                  <a:lnTo>
                    <a:pt x="51" y="12"/>
                  </a:lnTo>
                  <a:lnTo>
                    <a:pt x="48" y="20"/>
                  </a:lnTo>
                  <a:lnTo>
                    <a:pt x="42" y="26"/>
                  </a:lnTo>
                  <a:lnTo>
                    <a:pt x="35" y="31"/>
                  </a:lnTo>
                  <a:lnTo>
                    <a:pt x="27" y="32"/>
                  </a:lnTo>
                  <a:lnTo>
                    <a:pt x="19" y="32"/>
                  </a:lnTo>
                  <a:lnTo>
                    <a:pt x="11" y="29"/>
                  </a:lnTo>
                  <a:lnTo>
                    <a:pt x="5" y="22"/>
                  </a:lnTo>
                  <a:lnTo>
                    <a:pt x="1" y="16"/>
                  </a:lnTo>
                  <a:lnTo>
                    <a:pt x="0" y="8"/>
                  </a:lnTo>
                  <a:lnTo>
                    <a:pt x="0" y="0"/>
                  </a:lnTo>
                  <a:lnTo>
                    <a:pt x="25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63" name=""/>
            <p:cNvSpPr/>
            <p:nvPr/>
          </p:nvSpPr>
          <p:spPr>
            <a:xfrm rot="0">
              <a:off x="4998" y="2715"/>
              <a:ext cx="26" cy="16"/>
            </a:xfrm>
            <a:custGeom>
              <a:avLst/>
              <a:ahLst/>
              <a:rect l="0" t="0" r="r" b="b"/>
              <a:pathLst>
                <a:path w="51" h="32">
                  <a:moveTo>
                    <a:pt x="51" y="12"/>
                  </a:moveTo>
                  <a:lnTo>
                    <a:pt x="48" y="20"/>
                  </a:lnTo>
                  <a:lnTo>
                    <a:pt x="42" y="26"/>
                  </a:lnTo>
                  <a:lnTo>
                    <a:pt x="35" y="31"/>
                  </a:lnTo>
                  <a:lnTo>
                    <a:pt x="27" y="32"/>
                  </a:lnTo>
                  <a:lnTo>
                    <a:pt x="19" y="32"/>
                  </a:lnTo>
                  <a:lnTo>
                    <a:pt x="11" y="29"/>
                  </a:lnTo>
                  <a:lnTo>
                    <a:pt x="5" y="22"/>
                  </a:lnTo>
                  <a:lnTo>
                    <a:pt x="1" y="16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64" name=""/>
            <p:cNvSpPr/>
            <p:nvPr/>
          </p:nvSpPr>
          <p:spPr>
            <a:xfrm rot="0">
              <a:off x="4995" y="2717"/>
              <a:ext cx="25" cy="18"/>
            </a:xfrm>
            <a:custGeom>
              <a:avLst/>
              <a:ahLst/>
              <a:rect l="0" t="0" r="r" b="b"/>
              <a:pathLst>
                <a:path w="51" h="35">
                  <a:moveTo>
                    <a:pt x="25" y="26"/>
                  </a:moveTo>
                  <a:lnTo>
                    <a:pt x="0" y="16"/>
                  </a:lnTo>
                  <a:lnTo>
                    <a:pt x="5" y="9"/>
                  </a:lnTo>
                  <a:lnTo>
                    <a:pt x="11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4" y="1"/>
                  </a:lnTo>
                  <a:lnTo>
                    <a:pt x="41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1" y="28"/>
                  </a:lnTo>
                  <a:lnTo>
                    <a:pt x="50" y="35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65" name=""/>
            <p:cNvSpPr/>
            <p:nvPr/>
          </p:nvSpPr>
          <p:spPr>
            <a:xfrm rot="0">
              <a:off x="4995" y="2717"/>
              <a:ext cx="25" cy="18"/>
            </a:xfrm>
            <a:custGeom>
              <a:avLst/>
              <a:ahLst/>
              <a:rect l="0" t="0" r="r" b="b"/>
              <a:pathLst>
                <a:path w="51" h="35">
                  <a:moveTo>
                    <a:pt x="0" y="16"/>
                  </a:moveTo>
                  <a:lnTo>
                    <a:pt x="5" y="9"/>
                  </a:lnTo>
                  <a:lnTo>
                    <a:pt x="11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4" y="1"/>
                  </a:lnTo>
                  <a:lnTo>
                    <a:pt x="41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1" y="28"/>
                  </a:lnTo>
                  <a:lnTo>
                    <a:pt x="50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66" name=""/>
            <p:cNvSpPr/>
            <p:nvPr/>
          </p:nvSpPr>
          <p:spPr>
            <a:xfrm rot="0">
              <a:off x="4994" y="2726"/>
              <a:ext cx="26" cy="11"/>
            </a:xfrm>
            <a:custGeom>
              <a:avLst/>
              <a:ahLst/>
              <a:rect l="0" t="0" r="r" b="b"/>
              <a:pathLst>
                <a:path w="52" h="24">
                  <a:moveTo>
                    <a:pt x="52" y="19"/>
                  </a:moveTo>
                  <a:lnTo>
                    <a:pt x="27" y="10"/>
                  </a:lnTo>
                  <a:lnTo>
                    <a:pt x="2" y="0"/>
                  </a:lnTo>
                  <a:lnTo>
                    <a:pt x="0" y="5"/>
                  </a:lnTo>
                  <a:lnTo>
                    <a:pt x="25" y="15"/>
                  </a:lnTo>
                  <a:lnTo>
                    <a:pt x="50" y="24"/>
                  </a:lnTo>
                  <a:lnTo>
                    <a:pt x="52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67" name=""/>
            <p:cNvSpPr/>
            <p:nvPr/>
          </p:nvSpPr>
          <p:spPr>
            <a:xfrm rot="0">
              <a:off x="4994" y="2726"/>
              <a:ext cx="26" cy="11"/>
            </a:xfrm>
            <a:custGeom>
              <a:avLst/>
              <a:ahLst/>
              <a:rect l="0" t="0" r="r" b="b"/>
              <a:pathLst>
                <a:path w="52" h="24">
                  <a:moveTo>
                    <a:pt x="52" y="19"/>
                  </a:moveTo>
                  <a:lnTo>
                    <a:pt x="27" y="10"/>
                  </a:lnTo>
                  <a:lnTo>
                    <a:pt x="2" y="0"/>
                  </a:lnTo>
                  <a:lnTo>
                    <a:pt x="0" y="5"/>
                  </a:lnTo>
                  <a:lnTo>
                    <a:pt x="25" y="15"/>
                  </a:lnTo>
                  <a:lnTo>
                    <a:pt x="50" y="24"/>
                  </a:lnTo>
                  <a:lnTo>
                    <a:pt x="52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68" name=""/>
            <p:cNvSpPr/>
            <p:nvPr/>
          </p:nvSpPr>
          <p:spPr>
            <a:xfrm rot="0">
              <a:off x="5006" y="2733"/>
              <a:ext cx="13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5" y="9"/>
                  </a:lnTo>
                  <a:lnTo>
                    <a:pt x="23" y="1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69" name=""/>
            <p:cNvSpPr/>
            <p:nvPr/>
          </p:nvSpPr>
          <p:spPr>
            <a:xfrm rot="0" flipH="1">
              <a:off x="5018" y="27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70" name=""/>
            <p:cNvSpPr/>
            <p:nvPr/>
          </p:nvSpPr>
          <p:spPr>
            <a:xfrm rot="0">
              <a:off x="4991" y="2728"/>
              <a:ext cx="27" cy="18"/>
            </a:xfrm>
            <a:custGeom>
              <a:avLst/>
              <a:ahLst/>
              <a:rect l="0" t="0" r="r" b="b"/>
              <a:pathLst>
                <a:path w="54" h="37">
                  <a:moveTo>
                    <a:pt x="54" y="21"/>
                  </a:moveTo>
                  <a:lnTo>
                    <a:pt x="31" y="11"/>
                  </a:lnTo>
                  <a:lnTo>
                    <a:pt x="7" y="0"/>
                  </a:lnTo>
                  <a:lnTo>
                    <a:pt x="0" y="17"/>
                  </a:lnTo>
                  <a:lnTo>
                    <a:pt x="24" y="27"/>
                  </a:lnTo>
                  <a:lnTo>
                    <a:pt x="47" y="37"/>
                  </a:lnTo>
                  <a:lnTo>
                    <a:pt x="54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71" name=""/>
            <p:cNvSpPr/>
            <p:nvPr/>
          </p:nvSpPr>
          <p:spPr>
            <a:xfrm rot="0">
              <a:off x="4991" y="2728"/>
              <a:ext cx="27" cy="18"/>
            </a:xfrm>
            <a:custGeom>
              <a:avLst/>
              <a:ahLst/>
              <a:rect l="0" t="0" r="r" b="b"/>
              <a:pathLst>
                <a:path w="54" h="37">
                  <a:moveTo>
                    <a:pt x="54" y="21"/>
                  </a:moveTo>
                  <a:lnTo>
                    <a:pt x="31" y="11"/>
                  </a:lnTo>
                  <a:lnTo>
                    <a:pt x="7" y="0"/>
                  </a:lnTo>
                  <a:lnTo>
                    <a:pt x="0" y="17"/>
                  </a:lnTo>
                  <a:lnTo>
                    <a:pt x="24" y="27"/>
                  </a:lnTo>
                  <a:lnTo>
                    <a:pt x="47" y="37"/>
                  </a:lnTo>
                  <a:lnTo>
                    <a:pt x="54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72" name=""/>
            <p:cNvSpPr/>
            <p:nvPr/>
          </p:nvSpPr>
          <p:spPr>
            <a:xfrm rot="0">
              <a:off x="5003" y="2741"/>
              <a:ext cx="12" cy="6"/>
            </a:xfrm>
            <a:custGeom>
              <a:avLst/>
              <a:ahLst/>
              <a:rect l="0" t="0" r="r" b="b"/>
              <a:pathLst>
                <a:path w="23" h="11">
                  <a:moveTo>
                    <a:pt x="0" y="0"/>
                  </a:moveTo>
                  <a:lnTo>
                    <a:pt x="23" y="10"/>
                  </a:lnTo>
                  <a:lnTo>
                    <a:pt x="23" y="1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73" name=""/>
            <p:cNvSpPr/>
            <p:nvPr/>
          </p:nvSpPr>
          <p:spPr>
            <a:xfrm rot="0">
              <a:off x="5015" y="27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74" name=""/>
            <p:cNvSpPr/>
            <p:nvPr/>
          </p:nvSpPr>
          <p:spPr>
            <a:xfrm rot="0">
              <a:off x="4988" y="2735"/>
              <a:ext cx="27" cy="19"/>
            </a:xfrm>
            <a:custGeom>
              <a:avLst/>
              <a:ahLst/>
              <a:rect l="0" t="0" r="r" b="b"/>
              <a:pathLst>
                <a:path w="54" h="38">
                  <a:moveTo>
                    <a:pt x="54" y="22"/>
                  </a:moveTo>
                  <a:lnTo>
                    <a:pt x="31" y="11"/>
                  </a:lnTo>
                  <a:lnTo>
                    <a:pt x="7" y="0"/>
                  </a:lnTo>
                  <a:lnTo>
                    <a:pt x="0" y="15"/>
                  </a:lnTo>
                  <a:lnTo>
                    <a:pt x="24" y="26"/>
                  </a:lnTo>
                  <a:lnTo>
                    <a:pt x="47" y="38"/>
                  </a:lnTo>
                  <a:lnTo>
                    <a:pt x="54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75" name=""/>
            <p:cNvSpPr/>
            <p:nvPr/>
          </p:nvSpPr>
          <p:spPr>
            <a:xfrm rot="0">
              <a:off x="4988" y="2735"/>
              <a:ext cx="27" cy="19"/>
            </a:xfrm>
            <a:custGeom>
              <a:avLst/>
              <a:ahLst/>
              <a:rect l="0" t="0" r="r" b="b"/>
              <a:pathLst>
                <a:path w="54" h="38">
                  <a:moveTo>
                    <a:pt x="54" y="22"/>
                  </a:moveTo>
                  <a:lnTo>
                    <a:pt x="31" y="11"/>
                  </a:lnTo>
                  <a:lnTo>
                    <a:pt x="7" y="0"/>
                  </a:lnTo>
                  <a:lnTo>
                    <a:pt x="0" y="15"/>
                  </a:lnTo>
                  <a:lnTo>
                    <a:pt x="24" y="26"/>
                  </a:lnTo>
                  <a:lnTo>
                    <a:pt x="47" y="38"/>
                  </a:lnTo>
                  <a:lnTo>
                    <a:pt x="54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76" name=""/>
            <p:cNvSpPr/>
            <p:nvPr/>
          </p:nvSpPr>
          <p:spPr>
            <a:xfrm rot="0">
              <a:off x="4988" y="2743"/>
              <a:ext cx="11" cy="6"/>
            </a:xfrm>
            <a:custGeom>
              <a:avLst/>
              <a:ahLst/>
              <a:rect l="0" t="0" r="r" b="b"/>
              <a:pathLst>
                <a:path w="24" h="11">
                  <a:moveTo>
                    <a:pt x="24" y="1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77" name=""/>
            <p:cNvSpPr/>
            <p:nvPr/>
          </p:nvSpPr>
          <p:spPr>
            <a:xfrm rot="0">
              <a:off x="4988" y="27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8" name=""/>
          <p:cNvGrpSpPr/>
          <p:nvPr/>
        </p:nvGrpSpPr>
        <p:grpSpPr>
          <a:xfrm rot="0">
            <a:off x="147637" y="303212"/>
            <a:ext cx="8869362" cy="6276975"/>
            <a:chOff x="93" y="191"/>
            <a:chExt cx="5587" cy="3954"/>
          </a:xfrm>
        </p:grpSpPr>
        <p:sp>
          <p:nvSpPr>
            <p:cNvPr id="1059878" name=""/>
            <p:cNvSpPr/>
            <p:nvPr/>
          </p:nvSpPr>
          <p:spPr>
            <a:xfrm rot="0">
              <a:off x="4986" y="2744"/>
              <a:ext cx="25" cy="13"/>
            </a:xfrm>
            <a:custGeom>
              <a:avLst/>
              <a:ahLst/>
              <a:rect l="0" t="0" r="r" b="b"/>
              <a:pathLst>
                <a:path w="50" h="28">
                  <a:moveTo>
                    <a:pt x="50" y="21"/>
                  </a:moveTo>
                  <a:lnTo>
                    <a:pt x="27" y="10"/>
                  </a:lnTo>
                  <a:lnTo>
                    <a:pt x="3" y="0"/>
                  </a:lnTo>
                  <a:lnTo>
                    <a:pt x="0" y="7"/>
                  </a:lnTo>
                  <a:lnTo>
                    <a:pt x="24" y="18"/>
                  </a:lnTo>
                  <a:lnTo>
                    <a:pt x="47" y="28"/>
                  </a:lnTo>
                  <a:lnTo>
                    <a:pt x="5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79" name=""/>
            <p:cNvSpPr/>
            <p:nvPr/>
          </p:nvSpPr>
          <p:spPr>
            <a:xfrm rot="0">
              <a:off x="4986" y="2744"/>
              <a:ext cx="25" cy="13"/>
            </a:xfrm>
            <a:custGeom>
              <a:avLst/>
              <a:ahLst/>
              <a:rect l="0" t="0" r="r" b="b"/>
              <a:pathLst>
                <a:path w="50" h="28">
                  <a:moveTo>
                    <a:pt x="50" y="21"/>
                  </a:moveTo>
                  <a:lnTo>
                    <a:pt x="27" y="10"/>
                  </a:lnTo>
                  <a:lnTo>
                    <a:pt x="3" y="0"/>
                  </a:lnTo>
                  <a:lnTo>
                    <a:pt x="0" y="7"/>
                  </a:lnTo>
                  <a:lnTo>
                    <a:pt x="24" y="18"/>
                  </a:lnTo>
                  <a:lnTo>
                    <a:pt x="47" y="28"/>
                  </a:lnTo>
                  <a:lnTo>
                    <a:pt x="50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80" name=""/>
            <p:cNvSpPr/>
            <p:nvPr/>
          </p:nvSpPr>
          <p:spPr>
            <a:xfrm rot="0">
              <a:off x="4985" y="2747"/>
              <a:ext cx="25" cy="18"/>
            </a:xfrm>
            <a:custGeom>
              <a:avLst/>
              <a:ahLst/>
              <a:rect l="0" t="0" r="r" b="b"/>
              <a:pathLst>
                <a:path w="49" h="36">
                  <a:moveTo>
                    <a:pt x="26" y="11"/>
                  </a:moveTo>
                  <a:lnTo>
                    <a:pt x="49" y="21"/>
                  </a:lnTo>
                  <a:lnTo>
                    <a:pt x="45" y="28"/>
                  </a:lnTo>
                  <a:lnTo>
                    <a:pt x="39" y="33"/>
                  </a:lnTo>
                  <a:lnTo>
                    <a:pt x="32" y="36"/>
                  </a:lnTo>
                  <a:lnTo>
                    <a:pt x="24" y="36"/>
                  </a:lnTo>
                  <a:lnTo>
                    <a:pt x="15" y="34"/>
                  </a:lnTo>
                  <a:lnTo>
                    <a:pt x="8" y="30"/>
                  </a:lnTo>
                  <a:lnTo>
                    <a:pt x="3" y="24"/>
                  </a:lnTo>
                  <a:lnTo>
                    <a:pt x="0" y="17"/>
                  </a:lnTo>
                  <a:lnTo>
                    <a:pt x="0" y="9"/>
                  </a:lnTo>
                  <a:lnTo>
                    <a:pt x="2" y="0"/>
                  </a:lnTo>
                  <a:lnTo>
                    <a:pt x="26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81" name=""/>
            <p:cNvSpPr/>
            <p:nvPr/>
          </p:nvSpPr>
          <p:spPr>
            <a:xfrm rot="0">
              <a:off x="4985" y="2747"/>
              <a:ext cx="25" cy="18"/>
            </a:xfrm>
            <a:custGeom>
              <a:avLst/>
              <a:ahLst/>
              <a:rect l="0" t="0" r="r" b="b"/>
              <a:pathLst>
                <a:path w="49" h="36">
                  <a:moveTo>
                    <a:pt x="49" y="21"/>
                  </a:moveTo>
                  <a:lnTo>
                    <a:pt x="45" y="28"/>
                  </a:lnTo>
                  <a:lnTo>
                    <a:pt x="39" y="33"/>
                  </a:lnTo>
                  <a:lnTo>
                    <a:pt x="32" y="36"/>
                  </a:lnTo>
                  <a:lnTo>
                    <a:pt x="24" y="36"/>
                  </a:lnTo>
                  <a:lnTo>
                    <a:pt x="15" y="34"/>
                  </a:lnTo>
                  <a:lnTo>
                    <a:pt x="8" y="30"/>
                  </a:lnTo>
                  <a:lnTo>
                    <a:pt x="3" y="24"/>
                  </a:lnTo>
                  <a:lnTo>
                    <a:pt x="0" y="17"/>
                  </a:lnTo>
                  <a:lnTo>
                    <a:pt x="0" y="9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82" name=""/>
            <p:cNvSpPr/>
            <p:nvPr/>
          </p:nvSpPr>
          <p:spPr>
            <a:xfrm rot="0">
              <a:off x="4980" y="2750"/>
              <a:ext cx="25" cy="19"/>
            </a:xfrm>
            <a:custGeom>
              <a:avLst/>
              <a:ahLst/>
              <a:rect l="0" t="0" r="r" b="b"/>
              <a:pathLst>
                <a:path w="49" h="37">
                  <a:moveTo>
                    <a:pt x="23" y="26"/>
                  </a:moveTo>
                  <a:lnTo>
                    <a:pt x="0" y="15"/>
                  </a:lnTo>
                  <a:lnTo>
                    <a:pt x="5" y="8"/>
                  </a:lnTo>
                  <a:lnTo>
                    <a:pt x="11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2" y="8"/>
                  </a:lnTo>
                  <a:lnTo>
                    <a:pt x="47" y="14"/>
                  </a:lnTo>
                  <a:lnTo>
                    <a:pt x="49" y="22"/>
                  </a:lnTo>
                  <a:lnTo>
                    <a:pt x="49" y="30"/>
                  </a:lnTo>
                  <a:lnTo>
                    <a:pt x="47" y="37"/>
                  </a:lnTo>
                  <a:lnTo>
                    <a:pt x="23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83" name=""/>
            <p:cNvSpPr/>
            <p:nvPr/>
          </p:nvSpPr>
          <p:spPr>
            <a:xfrm rot="0">
              <a:off x="4980" y="2750"/>
              <a:ext cx="25" cy="19"/>
            </a:xfrm>
            <a:custGeom>
              <a:avLst/>
              <a:ahLst/>
              <a:rect l="0" t="0" r="r" b="b"/>
              <a:pathLst>
                <a:path w="49" h="37">
                  <a:moveTo>
                    <a:pt x="0" y="15"/>
                  </a:moveTo>
                  <a:lnTo>
                    <a:pt x="5" y="8"/>
                  </a:lnTo>
                  <a:lnTo>
                    <a:pt x="11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3"/>
                  </a:lnTo>
                  <a:lnTo>
                    <a:pt x="42" y="8"/>
                  </a:lnTo>
                  <a:lnTo>
                    <a:pt x="47" y="14"/>
                  </a:lnTo>
                  <a:lnTo>
                    <a:pt x="49" y="22"/>
                  </a:lnTo>
                  <a:lnTo>
                    <a:pt x="49" y="30"/>
                  </a:lnTo>
                  <a:lnTo>
                    <a:pt x="47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84" name=""/>
            <p:cNvSpPr/>
            <p:nvPr/>
          </p:nvSpPr>
          <p:spPr>
            <a:xfrm rot="0">
              <a:off x="4980" y="2757"/>
              <a:ext cx="24" cy="13"/>
            </a:xfrm>
            <a:custGeom>
              <a:avLst/>
              <a:ahLst/>
              <a:rect l="0" t="0" r="r" b="b"/>
              <a:pathLst>
                <a:path w="48" h="24">
                  <a:moveTo>
                    <a:pt x="48" y="22"/>
                  </a:moveTo>
                  <a:lnTo>
                    <a:pt x="24" y="11"/>
                  </a:lnTo>
                  <a:lnTo>
                    <a:pt x="1" y="0"/>
                  </a:lnTo>
                  <a:lnTo>
                    <a:pt x="0" y="2"/>
                  </a:lnTo>
                  <a:lnTo>
                    <a:pt x="23" y="13"/>
                  </a:lnTo>
                  <a:lnTo>
                    <a:pt x="47" y="24"/>
                  </a:lnTo>
                  <a:lnTo>
                    <a:pt x="48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85" name=""/>
            <p:cNvSpPr/>
            <p:nvPr/>
          </p:nvSpPr>
          <p:spPr>
            <a:xfrm rot="0">
              <a:off x="4980" y="2757"/>
              <a:ext cx="24" cy="13"/>
            </a:xfrm>
            <a:custGeom>
              <a:avLst/>
              <a:ahLst/>
              <a:rect l="0" t="0" r="r" b="b"/>
              <a:pathLst>
                <a:path w="48" h="24">
                  <a:moveTo>
                    <a:pt x="48" y="22"/>
                  </a:moveTo>
                  <a:lnTo>
                    <a:pt x="24" y="11"/>
                  </a:lnTo>
                  <a:lnTo>
                    <a:pt x="1" y="0"/>
                  </a:lnTo>
                  <a:lnTo>
                    <a:pt x="0" y="2"/>
                  </a:lnTo>
                  <a:lnTo>
                    <a:pt x="23" y="13"/>
                  </a:lnTo>
                  <a:lnTo>
                    <a:pt x="47" y="24"/>
                  </a:lnTo>
                  <a:lnTo>
                    <a:pt x="48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86" name=""/>
            <p:cNvSpPr/>
            <p:nvPr/>
          </p:nvSpPr>
          <p:spPr>
            <a:xfrm rot="0">
              <a:off x="4992" y="2764"/>
              <a:ext cx="11" cy="7"/>
            </a:xfrm>
            <a:custGeom>
              <a:avLst/>
              <a:ahLst/>
              <a:rect l="0" t="0" r="r" b="b"/>
              <a:pathLst>
                <a:path w="24" h="14">
                  <a:moveTo>
                    <a:pt x="0" y="0"/>
                  </a:moveTo>
                  <a:lnTo>
                    <a:pt x="24" y="11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87" name=""/>
            <p:cNvSpPr/>
            <p:nvPr/>
          </p:nvSpPr>
          <p:spPr>
            <a:xfrm rot="0" flipH="1">
              <a:off x="5002" y="2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88" name=""/>
            <p:cNvSpPr/>
            <p:nvPr/>
          </p:nvSpPr>
          <p:spPr>
            <a:xfrm rot="0">
              <a:off x="4976" y="2757"/>
              <a:ext cx="26" cy="21"/>
            </a:xfrm>
            <a:custGeom>
              <a:avLst/>
              <a:ahLst/>
              <a:rect l="0" t="0" r="r" b="b"/>
              <a:pathLst>
                <a:path w="52" h="43">
                  <a:moveTo>
                    <a:pt x="52" y="28"/>
                  </a:moveTo>
                  <a:lnTo>
                    <a:pt x="30" y="14"/>
                  </a:lnTo>
                  <a:lnTo>
                    <a:pt x="9" y="0"/>
                  </a:lnTo>
                  <a:lnTo>
                    <a:pt x="0" y="14"/>
                  </a:lnTo>
                  <a:lnTo>
                    <a:pt x="21" y="28"/>
                  </a:lnTo>
                  <a:lnTo>
                    <a:pt x="43" y="43"/>
                  </a:lnTo>
                  <a:lnTo>
                    <a:pt x="52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89" name=""/>
            <p:cNvSpPr/>
            <p:nvPr/>
          </p:nvSpPr>
          <p:spPr>
            <a:xfrm rot="0">
              <a:off x="4976" y="2757"/>
              <a:ext cx="26" cy="21"/>
            </a:xfrm>
            <a:custGeom>
              <a:avLst/>
              <a:ahLst/>
              <a:rect l="0" t="0" r="r" b="b"/>
              <a:pathLst>
                <a:path w="52" h="43">
                  <a:moveTo>
                    <a:pt x="52" y="28"/>
                  </a:moveTo>
                  <a:lnTo>
                    <a:pt x="30" y="14"/>
                  </a:lnTo>
                  <a:lnTo>
                    <a:pt x="9" y="0"/>
                  </a:lnTo>
                  <a:lnTo>
                    <a:pt x="0" y="14"/>
                  </a:lnTo>
                  <a:lnTo>
                    <a:pt x="21" y="28"/>
                  </a:lnTo>
                  <a:lnTo>
                    <a:pt x="43" y="43"/>
                  </a:lnTo>
                  <a:lnTo>
                    <a:pt x="52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90" name=""/>
            <p:cNvSpPr/>
            <p:nvPr/>
          </p:nvSpPr>
          <p:spPr>
            <a:xfrm rot="0">
              <a:off x="4987" y="2771"/>
              <a:ext cx="11" cy="8"/>
            </a:xfrm>
            <a:custGeom>
              <a:avLst/>
              <a:ahLst/>
              <a:rect l="0" t="0" r="r" b="b"/>
              <a:pathLst>
                <a:path w="22" h="16">
                  <a:moveTo>
                    <a:pt x="0" y="0"/>
                  </a:moveTo>
                  <a:lnTo>
                    <a:pt x="22" y="15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91" name=""/>
            <p:cNvSpPr/>
            <p:nvPr/>
          </p:nvSpPr>
          <p:spPr>
            <a:xfrm rot="0">
              <a:off x="4998" y="27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92" name=""/>
            <p:cNvSpPr/>
            <p:nvPr/>
          </p:nvSpPr>
          <p:spPr>
            <a:xfrm rot="0">
              <a:off x="4972" y="2764"/>
              <a:ext cx="26" cy="22"/>
            </a:xfrm>
            <a:custGeom>
              <a:avLst/>
              <a:ahLst/>
              <a:rect l="0" t="0" r="r" b="b"/>
              <a:pathLst>
                <a:path w="53" h="44">
                  <a:moveTo>
                    <a:pt x="53" y="31"/>
                  </a:moveTo>
                  <a:lnTo>
                    <a:pt x="31" y="15"/>
                  </a:lnTo>
                  <a:lnTo>
                    <a:pt x="10" y="0"/>
                  </a:lnTo>
                  <a:lnTo>
                    <a:pt x="0" y="13"/>
                  </a:lnTo>
                  <a:lnTo>
                    <a:pt x="22" y="29"/>
                  </a:lnTo>
                  <a:lnTo>
                    <a:pt x="43" y="44"/>
                  </a:lnTo>
                  <a:lnTo>
                    <a:pt x="53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93" name=""/>
            <p:cNvSpPr/>
            <p:nvPr/>
          </p:nvSpPr>
          <p:spPr>
            <a:xfrm rot="0">
              <a:off x="4972" y="2764"/>
              <a:ext cx="26" cy="22"/>
            </a:xfrm>
            <a:custGeom>
              <a:avLst/>
              <a:ahLst/>
              <a:rect l="0" t="0" r="r" b="b"/>
              <a:pathLst>
                <a:path w="53" h="44">
                  <a:moveTo>
                    <a:pt x="53" y="31"/>
                  </a:moveTo>
                  <a:lnTo>
                    <a:pt x="31" y="15"/>
                  </a:lnTo>
                  <a:lnTo>
                    <a:pt x="10" y="0"/>
                  </a:lnTo>
                  <a:lnTo>
                    <a:pt x="0" y="13"/>
                  </a:lnTo>
                  <a:lnTo>
                    <a:pt x="22" y="29"/>
                  </a:lnTo>
                  <a:lnTo>
                    <a:pt x="43" y="44"/>
                  </a:lnTo>
                  <a:lnTo>
                    <a:pt x="53" y="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94" name=""/>
            <p:cNvSpPr/>
            <p:nvPr/>
          </p:nvSpPr>
          <p:spPr>
            <a:xfrm rot="0">
              <a:off x="4982" y="2778"/>
              <a:ext cx="11" cy="8"/>
            </a:xfrm>
            <a:custGeom>
              <a:avLst/>
              <a:ahLst/>
              <a:rect l="0" t="0" r="r" b="b"/>
              <a:pathLst>
                <a:path w="21" h="15">
                  <a:moveTo>
                    <a:pt x="0" y="0"/>
                  </a:moveTo>
                  <a:lnTo>
                    <a:pt x="21" y="15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95" name=""/>
            <p:cNvSpPr/>
            <p:nvPr/>
          </p:nvSpPr>
          <p:spPr>
            <a:xfrm rot="0">
              <a:off x="4993" y="2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96" name=""/>
            <p:cNvSpPr/>
            <p:nvPr/>
          </p:nvSpPr>
          <p:spPr>
            <a:xfrm rot="0">
              <a:off x="4967" y="2770"/>
              <a:ext cx="26" cy="23"/>
            </a:xfrm>
            <a:custGeom>
              <a:avLst/>
              <a:ahLst/>
              <a:rect l="0" t="0" r="r" b="b"/>
              <a:pathLst>
                <a:path w="53" h="45">
                  <a:moveTo>
                    <a:pt x="53" y="31"/>
                  </a:moveTo>
                  <a:lnTo>
                    <a:pt x="32" y="16"/>
                  </a:lnTo>
                  <a:lnTo>
                    <a:pt x="10" y="0"/>
                  </a:lnTo>
                  <a:lnTo>
                    <a:pt x="0" y="15"/>
                  </a:lnTo>
                  <a:lnTo>
                    <a:pt x="22" y="30"/>
                  </a:lnTo>
                  <a:lnTo>
                    <a:pt x="43" y="45"/>
                  </a:lnTo>
                  <a:lnTo>
                    <a:pt x="53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97" name=""/>
            <p:cNvSpPr/>
            <p:nvPr/>
          </p:nvSpPr>
          <p:spPr>
            <a:xfrm rot="0">
              <a:off x="4967" y="2770"/>
              <a:ext cx="26" cy="23"/>
            </a:xfrm>
            <a:custGeom>
              <a:avLst/>
              <a:ahLst/>
              <a:rect l="0" t="0" r="r" b="b"/>
              <a:pathLst>
                <a:path w="53" h="45">
                  <a:moveTo>
                    <a:pt x="53" y="31"/>
                  </a:moveTo>
                  <a:lnTo>
                    <a:pt x="32" y="16"/>
                  </a:lnTo>
                  <a:lnTo>
                    <a:pt x="10" y="0"/>
                  </a:lnTo>
                  <a:lnTo>
                    <a:pt x="0" y="15"/>
                  </a:lnTo>
                  <a:lnTo>
                    <a:pt x="22" y="30"/>
                  </a:lnTo>
                  <a:lnTo>
                    <a:pt x="43" y="45"/>
                  </a:lnTo>
                  <a:lnTo>
                    <a:pt x="53" y="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898" name=""/>
            <p:cNvSpPr/>
            <p:nvPr/>
          </p:nvSpPr>
          <p:spPr>
            <a:xfrm rot="0">
              <a:off x="4965" y="2777"/>
              <a:ext cx="23" cy="21"/>
            </a:xfrm>
            <a:custGeom>
              <a:avLst/>
              <a:ahLst/>
              <a:rect l="0" t="0" r="r" b="b"/>
              <a:pathLst>
                <a:path w="47" h="41">
                  <a:moveTo>
                    <a:pt x="26" y="15"/>
                  </a:moveTo>
                  <a:lnTo>
                    <a:pt x="47" y="30"/>
                  </a:lnTo>
                  <a:lnTo>
                    <a:pt x="41" y="37"/>
                  </a:lnTo>
                  <a:lnTo>
                    <a:pt x="34" y="40"/>
                  </a:lnTo>
                  <a:lnTo>
                    <a:pt x="26" y="41"/>
                  </a:lnTo>
                  <a:lnTo>
                    <a:pt x="17" y="40"/>
                  </a:lnTo>
                  <a:lnTo>
                    <a:pt x="10" y="37"/>
                  </a:lnTo>
                  <a:lnTo>
                    <a:pt x="4" y="30"/>
                  </a:lnTo>
                  <a:lnTo>
                    <a:pt x="1" y="23"/>
                  </a:lnTo>
                  <a:lnTo>
                    <a:pt x="0" y="15"/>
                  </a:lnTo>
                  <a:lnTo>
                    <a:pt x="1" y="7"/>
                  </a:lnTo>
                  <a:lnTo>
                    <a:pt x="4" y="0"/>
                  </a:lnTo>
                  <a:lnTo>
                    <a:pt x="26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59899" name=""/>
            <p:cNvSpPr/>
            <p:nvPr/>
          </p:nvSpPr>
          <p:spPr>
            <a:xfrm rot="0">
              <a:off x="4965" y="2777"/>
              <a:ext cx="23" cy="21"/>
            </a:xfrm>
            <a:custGeom>
              <a:avLst/>
              <a:ahLst/>
              <a:rect l="0" t="0" r="r" b="b"/>
              <a:pathLst>
                <a:path w="47" h="41">
                  <a:moveTo>
                    <a:pt x="47" y="30"/>
                  </a:moveTo>
                  <a:lnTo>
                    <a:pt x="41" y="37"/>
                  </a:lnTo>
                  <a:lnTo>
                    <a:pt x="34" y="40"/>
                  </a:lnTo>
                  <a:lnTo>
                    <a:pt x="26" y="41"/>
                  </a:lnTo>
                  <a:lnTo>
                    <a:pt x="17" y="40"/>
                  </a:lnTo>
                  <a:lnTo>
                    <a:pt x="10" y="37"/>
                  </a:lnTo>
                  <a:lnTo>
                    <a:pt x="4" y="30"/>
                  </a:lnTo>
                  <a:lnTo>
                    <a:pt x="1" y="23"/>
                  </a:lnTo>
                  <a:lnTo>
                    <a:pt x="0" y="15"/>
                  </a:lnTo>
                  <a:lnTo>
                    <a:pt x="1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0" name=""/>
            <p:cNvSpPr/>
            <p:nvPr/>
          </p:nvSpPr>
          <p:spPr>
            <a:xfrm rot="0">
              <a:off x="4160" y="3674"/>
              <a:ext cx="553" cy="1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1" name=""/>
            <p:cNvSpPr/>
            <p:nvPr/>
          </p:nvSpPr>
          <p:spPr>
            <a:xfrm rot="0" flipV="1">
              <a:off x="4713" y="3192"/>
              <a:ext cx="1" cy="482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2" name=""/>
            <p:cNvSpPr/>
            <p:nvPr/>
          </p:nvSpPr>
          <p:spPr>
            <a:xfrm rot="0" flipH="1" flipV="1">
              <a:off x="4216" y="3176"/>
              <a:ext cx="843" cy="844"/>
            </a:xfrm>
            <a:prstGeom prst="line"/>
            <a:solidFill>
              <a:srgbClr val="FFFFFF"/>
            </a:solidFill>
            <a:ln w="1588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3" name=""/>
            <p:cNvSpPr/>
            <p:nvPr/>
          </p:nvSpPr>
          <p:spPr>
            <a:xfrm rot="0">
              <a:off x="106" y="4119"/>
              <a:ext cx="5561" cy="26"/>
            </a:xfrm>
            <a:custGeom>
              <a:avLst/>
              <a:ahLst/>
              <a:rect l="0" t="0" r="r" b="b"/>
              <a:pathLst>
                <a:path w="11121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1121" y="52"/>
                  </a:lnTo>
                  <a:lnTo>
                    <a:pt x="11121" y="26"/>
                  </a:lnTo>
                  <a:lnTo>
                    <a:pt x="1112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04" name=""/>
            <p:cNvSpPr/>
            <p:nvPr/>
          </p:nvSpPr>
          <p:spPr>
            <a:xfrm rot="0">
              <a:off x="106" y="4119"/>
              <a:ext cx="5561" cy="26"/>
            </a:xfrm>
            <a:custGeom>
              <a:avLst/>
              <a:ahLst/>
              <a:rect l="0" t="0" r="r" b="b"/>
              <a:pathLst>
                <a:path w="11121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1121" y="52"/>
                  </a:lnTo>
                  <a:lnTo>
                    <a:pt x="11121" y="26"/>
                  </a:lnTo>
                  <a:lnTo>
                    <a:pt x="1112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5" name=""/>
            <p:cNvSpPr/>
            <p:nvPr/>
          </p:nvSpPr>
          <p:spPr>
            <a:xfrm rot="0">
              <a:off x="5667" y="4132"/>
              <a:ext cx="13" cy="13"/>
            </a:xfrm>
            <a:custGeom>
              <a:avLst/>
              <a:ahLst/>
              <a:rect l="0" t="0" r="r" b="b"/>
              <a:pathLst>
                <a:path w="27" h="26">
                  <a:moveTo>
                    <a:pt x="0" y="0"/>
                  </a:moveTo>
                  <a:lnTo>
                    <a:pt x="0" y="26"/>
                  </a:lnTo>
                  <a:lnTo>
                    <a:pt x="4" y="26"/>
                  </a:lnTo>
                  <a:lnTo>
                    <a:pt x="8" y="25"/>
                  </a:lnTo>
                  <a:lnTo>
                    <a:pt x="12" y="24"/>
                  </a:lnTo>
                  <a:lnTo>
                    <a:pt x="15" y="22"/>
                  </a:lnTo>
                  <a:lnTo>
                    <a:pt x="19" y="19"/>
                  </a:lnTo>
                  <a:lnTo>
                    <a:pt x="22" y="16"/>
                  </a:lnTo>
                  <a:lnTo>
                    <a:pt x="24" y="13"/>
                  </a:lnTo>
                  <a:lnTo>
                    <a:pt x="25" y="8"/>
                  </a:lnTo>
                  <a:lnTo>
                    <a:pt x="26" y="4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06" name=""/>
            <p:cNvSpPr/>
            <p:nvPr/>
          </p:nvSpPr>
          <p:spPr>
            <a:xfrm rot="0">
              <a:off x="5667" y="4132"/>
              <a:ext cx="13" cy="13"/>
            </a:xfrm>
            <a:custGeom>
              <a:avLst/>
              <a:ahLst/>
              <a:rect l="0" t="0" r="r" b="b"/>
              <a:pathLst>
                <a:path w="27" h="26">
                  <a:moveTo>
                    <a:pt x="0" y="26"/>
                  </a:moveTo>
                  <a:lnTo>
                    <a:pt x="4" y="26"/>
                  </a:lnTo>
                  <a:lnTo>
                    <a:pt x="8" y="25"/>
                  </a:lnTo>
                  <a:lnTo>
                    <a:pt x="12" y="24"/>
                  </a:lnTo>
                  <a:lnTo>
                    <a:pt x="15" y="22"/>
                  </a:lnTo>
                  <a:lnTo>
                    <a:pt x="19" y="19"/>
                  </a:lnTo>
                  <a:lnTo>
                    <a:pt x="22" y="16"/>
                  </a:lnTo>
                  <a:lnTo>
                    <a:pt x="24" y="13"/>
                  </a:lnTo>
                  <a:lnTo>
                    <a:pt x="25" y="8"/>
                  </a:lnTo>
                  <a:lnTo>
                    <a:pt x="26" y="4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7" name=""/>
            <p:cNvSpPr/>
            <p:nvPr/>
          </p:nvSpPr>
          <p:spPr>
            <a:xfrm rot="0">
              <a:off x="5654" y="336"/>
              <a:ext cx="26" cy="3796"/>
            </a:xfrm>
            <a:custGeom>
              <a:avLst/>
              <a:ahLst/>
              <a:rect l="0" t="0" r="r" b="b"/>
              <a:pathLst>
                <a:path w="52" h="7592">
                  <a:moveTo>
                    <a:pt x="0" y="7592"/>
                  </a:moveTo>
                  <a:lnTo>
                    <a:pt x="25" y="7592"/>
                  </a:lnTo>
                  <a:lnTo>
                    <a:pt x="52" y="7592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75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08" name=""/>
            <p:cNvSpPr/>
            <p:nvPr/>
          </p:nvSpPr>
          <p:spPr>
            <a:xfrm rot="0">
              <a:off x="5654" y="336"/>
              <a:ext cx="26" cy="3796"/>
            </a:xfrm>
            <a:custGeom>
              <a:avLst/>
              <a:ahLst/>
              <a:rect l="0" t="0" r="r" b="b"/>
              <a:pathLst>
                <a:path w="52" h="7592">
                  <a:moveTo>
                    <a:pt x="0" y="7592"/>
                  </a:moveTo>
                  <a:lnTo>
                    <a:pt x="25" y="7592"/>
                  </a:lnTo>
                  <a:lnTo>
                    <a:pt x="52" y="7592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75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09" name=""/>
            <p:cNvSpPr/>
            <p:nvPr/>
          </p:nvSpPr>
          <p:spPr>
            <a:xfrm rot="0">
              <a:off x="5667" y="323"/>
              <a:ext cx="13" cy="13"/>
            </a:xfrm>
            <a:custGeom>
              <a:avLst/>
              <a:ahLst/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6" y="23"/>
                  </a:lnTo>
                  <a:lnTo>
                    <a:pt x="25" y="19"/>
                  </a:lnTo>
                  <a:lnTo>
                    <a:pt x="24" y="15"/>
                  </a:lnTo>
                  <a:lnTo>
                    <a:pt x="22" y="12"/>
                  </a:lnTo>
                  <a:lnTo>
                    <a:pt x="19" y="9"/>
                  </a:lnTo>
                  <a:lnTo>
                    <a:pt x="15" y="5"/>
                  </a:lnTo>
                  <a:lnTo>
                    <a:pt x="12" y="3"/>
                  </a:lnTo>
                  <a:lnTo>
                    <a:pt x="8" y="2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10" name=""/>
            <p:cNvSpPr/>
            <p:nvPr/>
          </p:nvSpPr>
          <p:spPr>
            <a:xfrm rot="0">
              <a:off x="5667" y="323"/>
              <a:ext cx="13" cy="13"/>
            </a:xfrm>
            <a:custGeom>
              <a:avLst/>
              <a:ahLst/>
              <a:rect l="0" t="0" r="r" b="b"/>
              <a:pathLst>
                <a:path w="27" h="27">
                  <a:moveTo>
                    <a:pt x="27" y="27"/>
                  </a:moveTo>
                  <a:lnTo>
                    <a:pt x="26" y="23"/>
                  </a:lnTo>
                  <a:lnTo>
                    <a:pt x="25" y="19"/>
                  </a:lnTo>
                  <a:lnTo>
                    <a:pt x="24" y="15"/>
                  </a:lnTo>
                  <a:lnTo>
                    <a:pt x="22" y="12"/>
                  </a:lnTo>
                  <a:lnTo>
                    <a:pt x="19" y="9"/>
                  </a:lnTo>
                  <a:lnTo>
                    <a:pt x="15" y="5"/>
                  </a:lnTo>
                  <a:lnTo>
                    <a:pt x="12" y="3"/>
                  </a:lnTo>
                  <a:lnTo>
                    <a:pt x="8" y="2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11" name=""/>
            <p:cNvSpPr/>
            <p:nvPr/>
          </p:nvSpPr>
          <p:spPr>
            <a:xfrm rot="0">
              <a:off x="106" y="323"/>
              <a:ext cx="5561" cy="26"/>
            </a:xfrm>
            <a:custGeom>
              <a:avLst/>
              <a:ahLst/>
              <a:rect l="0" t="0" r="r" b="b"/>
              <a:pathLst>
                <a:path w="11121" h="53">
                  <a:moveTo>
                    <a:pt x="11121" y="53"/>
                  </a:moveTo>
                  <a:lnTo>
                    <a:pt x="11121" y="27"/>
                  </a:lnTo>
                  <a:lnTo>
                    <a:pt x="1112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1121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12" name=""/>
            <p:cNvSpPr/>
            <p:nvPr/>
          </p:nvSpPr>
          <p:spPr>
            <a:xfrm rot="0">
              <a:off x="106" y="323"/>
              <a:ext cx="5561" cy="26"/>
            </a:xfrm>
            <a:custGeom>
              <a:avLst/>
              <a:ahLst/>
              <a:rect l="0" t="0" r="r" b="b"/>
              <a:pathLst>
                <a:path w="11121" h="53">
                  <a:moveTo>
                    <a:pt x="11121" y="53"/>
                  </a:moveTo>
                  <a:lnTo>
                    <a:pt x="11121" y="27"/>
                  </a:lnTo>
                  <a:lnTo>
                    <a:pt x="1112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1121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13" name=""/>
            <p:cNvSpPr/>
            <p:nvPr/>
          </p:nvSpPr>
          <p:spPr>
            <a:xfrm rot="0">
              <a:off x="93" y="323"/>
              <a:ext cx="13" cy="13"/>
            </a:xfrm>
            <a:custGeom>
              <a:avLst/>
              <a:ahLst/>
              <a:rect l="0" t="0" r="r" b="b"/>
              <a:pathLst>
                <a:path w="26" h="27">
                  <a:moveTo>
                    <a:pt x="26" y="27"/>
                  </a:moveTo>
                  <a:lnTo>
                    <a:pt x="26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4" y="3"/>
                  </a:lnTo>
                  <a:lnTo>
                    <a:pt x="11" y="5"/>
                  </a:lnTo>
                  <a:lnTo>
                    <a:pt x="8" y="9"/>
                  </a:lnTo>
                  <a:lnTo>
                    <a:pt x="5" y="12"/>
                  </a:lnTo>
                  <a:lnTo>
                    <a:pt x="3" y="15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14" name=""/>
            <p:cNvSpPr/>
            <p:nvPr/>
          </p:nvSpPr>
          <p:spPr>
            <a:xfrm rot="0">
              <a:off x="93" y="323"/>
              <a:ext cx="13" cy="13"/>
            </a:xfrm>
            <a:custGeom>
              <a:avLst/>
              <a:ahLst/>
              <a:rect l="0" t="0" r="r" b="b"/>
              <a:pathLst>
                <a:path w="26" h="27">
                  <a:moveTo>
                    <a:pt x="26" y="0"/>
                  </a:moveTo>
                  <a:lnTo>
                    <a:pt x="22" y="1"/>
                  </a:lnTo>
                  <a:lnTo>
                    <a:pt x="18" y="2"/>
                  </a:lnTo>
                  <a:lnTo>
                    <a:pt x="14" y="3"/>
                  </a:lnTo>
                  <a:lnTo>
                    <a:pt x="11" y="5"/>
                  </a:lnTo>
                  <a:lnTo>
                    <a:pt x="8" y="9"/>
                  </a:lnTo>
                  <a:lnTo>
                    <a:pt x="5" y="12"/>
                  </a:lnTo>
                  <a:lnTo>
                    <a:pt x="3" y="15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15" name=""/>
            <p:cNvSpPr/>
            <p:nvPr/>
          </p:nvSpPr>
          <p:spPr>
            <a:xfrm rot="0">
              <a:off x="93" y="336"/>
              <a:ext cx="26" cy="3796"/>
            </a:xfrm>
            <a:custGeom>
              <a:avLst/>
              <a:ahLst/>
              <a:rect l="0" t="0" r="r" b="b"/>
              <a:pathLst>
                <a:path w="53" h="7592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92"/>
                  </a:lnTo>
                  <a:lnTo>
                    <a:pt x="26" y="7592"/>
                  </a:lnTo>
                  <a:lnTo>
                    <a:pt x="53" y="7592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16" name=""/>
            <p:cNvSpPr/>
            <p:nvPr/>
          </p:nvSpPr>
          <p:spPr>
            <a:xfrm rot="0">
              <a:off x="93" y="336"/>
              <a:ext cx="26" cy="3796"/>
            </a:xfrm>
            <a:custGeom>
              <a:avLst/>
              <a:ahLst/>
              <a:rect l="0" t="0" r="r" b="b"/>
              <a:pathLst>
                <a:path w="53" h="7592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7592"/>
                  </a:lnTo>
                  <a:lnTo>
                    <a:pt x="26" y="7592"/>
                  </a:lnTo>
                  <a:lnTo>
                    <a:pt x="53" y="7592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17" name=""/>
            <p:cNvSpPr/>
            <p:nvPr/>
          </p:nvSpPr>
          <p:spPr>
            <a:xfrm rot="0">
              <a:off x="93" y="4132"/>
              <a:ext cx="13" cy="13"/>
            </a:xfrm>
            <a:custGeom>
              <a:avLst/>
              <a:ahLst/>
              <a:rect l="0" t="0" r="r" b="b"/>
              <a:pathLst>
                <a:path w="26" h="26">
                  <a:moveTo>
                    <a:pt x="26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" y="8"/>
                  </a:lnTo>
                  <a:lnTo>
                    <a:pt x="3" y="13"/>
                  </a:lnTo>
                  <a:lnTo>
                    <a:pt x="5" y="16"/>
                  </a:lnTo>
                  <a:lnTo>
                    <a:pt x="8" y="19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8" y="25"/>
                  </a:lnTo>
                  <a:lnTo>
                    <a:pt x="22" y="26"/>
                  </a:lnTo>
                  <a:lnTo>
                    <a:pt x="26" y="2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59918" name=""/>
            <p:cNvSpPr/>
            <p:nvPr/>
          </p:nvSpPr>
          <p:spPr>
            <a:xfrm rot="0">
              <a:off x="93" y="4132"/>
              <a:ext cx="13" cy="13"/>
            </a:xfrm>
            <a:custGeom>
              <a:avLst/>
              <a:ahLst/>
              <a:rect l="0" t="0" r="r" b="b"/>
              <a:pathLst>
                <a:path w="26" h="26">
                  <a:moveTo>
                    <a:pt x="0" y="0"/>
                  </a:moveTo>
                  <a:lnTo>
                    <a:pt x="0" y="4"/>
                  </a:lnTo>
                  <a:lnTo>
                    <a:pt x="1" y="8"/>
                  </a:lnTo>
                  <a:lnTo>
                    <a:pt x="3" y="13"/>
                  </a:lnTo>
                  <a:lnTo>
                    <a:pt x="5" y="16"/>
                  </a:lnTo>
                  <a:lnTo>
                    <a:pt x="8" y="19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8" y="25"/>
                  </a:lnTo>
                  <a:lnTo>
                    <a:pt x="22" y="26"/>
                  </a:lnTo>
                  <a:lnTo>
                    <a:pt x="26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19" name=""/>
            <p:cNvSpPr/>
            <p:nvPr/>
          </p:nvSpPr>
          <p:spPr>
            <a:xfrm rot="0" flipV="1">
              <a:off x="2605" y="218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0" name=""/>
            <p:cNvSpPr/>
            <p:nvPr/>
          </p:nvSpPr>
          <p:spPr>
            <a:xfrm rot="0" flipH="1">
              <a:off x="2605" y="248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1" name=""/>
            <p:cNvSpPr/>
            <p:nvPr/>
          </p:nvSpPr>
          <p:spPr>
            <a:xfrm rot="0" flipV="1">
              <a:off x="2602" y="276"/>
              <a:ext cx="3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2" name=""/>
            <p:cNvSpPr/>
            <p:nvPr/>
          </p:nvSpPr>
          <p:spPr>
            <a:xfrm rot="0" flipV="1">
              <a:off x="2619" y="221"/>
              <a:ext cx="1" cy="6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3" name=""/>
            <p:cNvSpPr/>
            <p:nvPr/>
          </p:nvSpPr>
          <p:spPr>
            <a:xfrm rot="0" flipV="1">
              <a:off x="2652" y="217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4" name=""/>
            <p:cNvSpPr/>
            <p:nvPr/>
          </p:nvSpPr>
          <p:spPr>
            <a:xfrm rot="0">
              <a:off x="2662" y="220"/>
              <a:ext cx="1" cy="8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5" name=""/>
            <p:cNvSpPr/>
            <p:nvPr/>
          </p:nvSpPr>
          <p:spPr>
            <a:xfrm rot="0" flipH="1">
              <a:off x="2640" y="299"/>
              <a:ext cx="39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6" name=""/>
            <p:cNvSpPr/>
            <p:nvPr/>
          </p:nvSpPr>
          <p:spPr>
            <a:xfrm rot="0" flipV="1">
              <a:off x="2651" y="255"/>
              <a:ext cx="2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7" name=""/>
            <p:cNvSpPr/>
            <p:nvPr/>
          </p:nvSpPr>
          <p:spPr>
            <a:xfrm rot="0" flipH="1">
              <a:off x="2631" y="234"/>
              <a:ext cx="4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8" name=""/>
            <p:cNvSpPr/>
            <p:nvPr/>
          </p:nvSpPr>
          <p:spPr>
            <a:xfrm rot="0">
              <a:off x="2621" y="195"/>
              <a:ext cx="24" cy="121"/>
            </a:xfrm>
            <a:custGeom>
              <a:avLst/>
              <a:ahLst/>
              <a:rect l="0" t="0" r="r" b="b"/>
              <a:pathLst>
                <a:path w="47" h="243">
                  <a:moveTo>
                    <a:pt x="47" y="0"/>
                  </a:moveTo>
                  <a:lnTo>
                    <a:pt x="42" y="120"/>
                  </a:lnTo>
                  <a:lnTo>
                    <a:pt x="28" y="196"/>
                  </a:lnTo>
                  <a:lnTo>
                    <a:pt x="0" y="2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29" name=""/>
            <p:cNvSpPr/>
            <p:nvPr/>
          </p:nvSpPr>
          <p:spPr>
            <a:xfrm rot="0" flipV="1">
              <a:off x="2696" y="268"/>
              <a:ext cx="1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0" name=""/>
            <p:cNvSpPr/>
            <p:nvPr/>
          </p:nvSpPr>
          <p:spPr>
            <a:xfrm rot="0" flipV="1">
              <a:off x="2691" y="288"/>
              <a:ext cx="24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1" name=""/>
            <p:cNvSpPr/>
            <p:nvPr/>
          </p:nvSpPr>
          <p:spPr>
            <a:xfrm rot="0" flipH="1">
              <a:off x="2694" y="200"/>
              <a:ext cx="17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2" name=""/>
            <p:cNvSpPr/>
            <p:nvPr/>
          </p:nvSpPr>
          <p:spPr>
            <a:xfrm rot="0" flipH="1">
              <a:off x="2698" y="230"/>
              <a:ext cx="23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3" name=""/>
            <p:cNvSpPr/>
            <p:nvPr/>
          </p:nvSpPr>
          <p:spPr>
            <a:xfrm rot="0" flipV="1">
              <a:off x="2691" y="238"/>
              <a:ext cx="24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4" name=""/>
            <p:cNvSpPr/>
            <p:nvPr/>
          </p:nvSpPr>
          <p:spPr>
            <a:xfrm rot="0" flipV="1">
              <a:off x="2725" y="209"/>
              <a:ext cx="2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5" name=""/>
            <p:cNvSpPr/>
            <p:nvPr/>
          </p:nvSpPr>
          <p:spPr>
            <a:xfrm rot="0" flipH="1">
              <a:off x="2744" y="206"/>
              <a:ext cx="12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6" name=""/>
            <p:cNvSpPr/>
            <p:nvPr/>
          </p:nvSpPr>
          <p:spPr>
            <a:xfrm rot="0" flipV="1">
              <a:off x="2741" y="245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7" name=""/>
            <p:cNvSpPr/>
            <p:nvPr/>
          </p:nvSpPr>
          <p:spPr>
            <a:xfrm rot="0">
              <a:off x="2722" y="242"/>
              <a:ext cx="36" cy="76"/>
            </a:xfrm>
            <a:custGeom>
              <a:avLst/>
              <a:ahLst/>
              <a:rect l="0" t="0" r="r" b="b"/>
              <a:pathLst>
                <a:path w="72" h="150">
                  <a:moveTo>
                    <a:pt x="72" y="0"/>
                  </a:moveTo>
                  <a:lnTo>
                    <a:pt x="48" y="86"/>
                  </a:lnTo>
                  <a:lnTo>
                    <a:pt x="0" y="1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8" name=""/>
            <p:cNvSpPr/>
            <p:nvPr/>
          </p:nvSpPr>
          <p:spPr>
            <a:xfrm rot="0">
              <a:off x="2708" y="214"/>
              <a:ext cx="28" cy="102"/>
            </a:xfrm>
            <a:custGeom>
              <a:avLst/>
              <a:ahLst/>
              <a:rect l="0" t="0" r="r" b="b"/>
              <a:pathLst>
                <a:path w="56" h="204">
                  <a:moveTo>
                    <a:pt x="56" y="0"/>
                  </a:moveTo>
                  <a:lnTo>
                    <a:pt x="39" y="118"/>
                  </a:lnTo>
                  <a:lnTo>
                    <a:pt x="22" y="168"/>
                  </a:lnTo>
                  <a:lnTo>
                    <a:pt x="0" y="2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39" name=""/>
            <p:cNvSpPr/>
            <p:nvPr/>
          </p:nvSpPr>
          <p:spPr>
            <a:xfrm rot="0">
              <a:off x="2733" y="255"/>
              <a:ext cx="35" cy="59"/>
            </a:xfrm>
            <a:custGeom>
              <a:avLst/>
              <a:ahLst/>
              <a:rect l="0" t="0" r="r" b="b"/>
              <a:pathLst>
                <a:path w="70" h="120">
                  <a:moveTo>
                    <a:pt x="0" y="0"/>
                  </a:moveTo>
                  <a:lnTo>
                    <a:pt x="50" y="120"/>
                  </a:lnTo>
                  <a:lnTo>
                    <a:pt x="70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0" name=""/>
            <p:cNvSpPr/>
            <p:nvPr/>
          </p:nvSpPr>
          <p:spPr>
            <a:xfrm rot="0" flipV="1">
              <a:off x="3343" y="270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1" name=""/>
            <p:cNvSpPr/>
            <p:nvPr/>
          </p:nvSpPr>
          <p:spPr>
            <a:xfrm rot="0" flipV="1">
              <a:off x="3359" y="196"/>
              <a:ext cx="1" cy="1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2" name=""/>
            <p:cNvSpPr/>
            <p:nvPr/>
          </p:nvSpPr>
          <p:spPr>
            <a:xfrm rot="0" flipV="1">
              <a:off x="3331" y="305"/>
              <a:ext cx="5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3" name=""/>
            <p:cNvSpPr/>
            <p:nvPr/>
          </p:nvSpPr>
          <p:spPr>
            <a:xfrm rot="0" flipV="1">
              <a:off x="3343" y="241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4" name=""/>
            <p:cNvSpPr/>
            <p:nvPr/>
          </p:nvSpPr>
          <p:spPr>
            <a:xfrm rot="0">
              <a:off x="3337" y="216"/>
              <a:ext cx="11" cy="51"/>
            </a:xfrm>
            <a:custGeom>
              <a:avLst/>
              <a:ahLst/>
              <a:rect l="0" t="0" r="r" b="b"/>
              <a:pathLst>
                <a:path w="21" h="104">
                  <a:moveTo>
                    <a:pt x="21" y="0"/>
                  </a:moveTo>
                  <a:lnTo>
                    <a:pt x="13" y="59"/>
                  </a:lnTo>
                  <a:lnTo>
                    <a:pt x="0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5" name=""/>
            <p:cNvSpPr/>
            <p:nvPr/>
          </p:nvSpPr>
          <p:spPr>
            <a:xfrm rot="0" flipH="1" flipV="1">
              <a:off x="3313" y="268"/>
              <a:ext cx="22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6" name=""/>
            <p:cNvSpPr/>
            <p:nvPr/>
          </p:nvSpPr>
          <p:spPr>
            <a:xfrm rot="0" flipV="1">
              <a:off x="3305" y="238"/>
              <a:ext cx="29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7" name=""/>
            <p:cNvSpPr/>
            <p:nvPr/>
          </p:nvSpPr>
          <p:spPr>
            <a:xfrm rot="0">
              <a:off x="3307" y="230"/>
              <a:ext cx="30" cy="83"/>
            </a:xfrm>
            <a:custGeom>
              <a:avLst/>
              <a:ahLst/>
              <a:rect l="0" t="0" r="r" b="b"/>
              <a:pathLst>
                <a:path w="60" h="168">
                  <a:moveTo>
                    <a:pt x="60" y="0"/>
                  </a:moveTo>
                  <a:lnTo>
                    <a:pt x="37" y="100"/>
                  </a:lnTo>
                  <a:lnTo>
                    <a:pt x="0" y="1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8" name=""/>
            <p:cNvSpPr/>
            <p:nvPr/>
          </p:nvSpPr>
          <p:spPr>
            <a:xfrm rot="0" flipH="1">
              <a:off x="3314" y="196"/>
              <a:ext cx="13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49" name=""/>
            <p:cNvSpPr/>
            <p:nvPr/>
          </p:nvSpPr>
          <p:spPr>
            <a:xfrm rot="0" flipH="1">
              <a:off x="3408" y="197"/>
              <a:ext cx="39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0" name=""/>
            <p:cNvSpPr/>
            <p:nvPr/>
          </p:nvSpPr>
          <p:spPr>
            <a:xfrm rot="0" flipV="1">
              <a:off x="3430" y="220"/>
              <a:ext cx="3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1" name=""/>
            <p:cNvSpPr/>
            <p:nvPr/>
          </p:nvSpPr>
          <p:spPr>
            <a:xfrm rot="0" flipH="1">
              <a:off x="3397" y="268"/>
              <a:ext cx="2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2" name=""/>
            <p:cNvSpPr/>
            <p:nvPr/>
          </p:nvSpPr>
          <p:spPr>
            <a:xfrm rot="0">
              <a:off x="3427" y="266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3" name=""/>
            <p:cNvSpPr/>
            <p:nvPr/>
          </p:nvSpPr>
          <p:spPr>
            <a:xfrm rot="0" flipV="1">
              <a:off x="3427" y="304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4" name=""/>
            <p:cNvSpPr/>
            <p:nvPr/>
          </p:nvSpPr>
          <p:spPr>
            <a:xfrm rot="0" flipV="1">
              <a:off x="3461" y="267"/>
              <a:ext cx="3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5" name=""/>
            <p:cNvSpPr/>
            <p:nvPr/>
          </p:nvSpPr>
          <p:spPr>
            <a:xfrm rot="0">
              <a:off x="3423" y="231"/>
              <a:ext cx="1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6" name=""/>
            <p:cNvSpPr/>
            <p:nvPr/>
          </p:nvSpPr>
          <p:spPr>
            <a:xfrm rot="0">
              <a:off x="3424" y="216"/>
              <a:ext cx="42" cy="52"/>
            </a:xfrm>
            <a:custGeom>
              <a:avLst/>
              <a:ahLst/>
              <a:rect l="0" t="0" r="r" b="b"/>
              <a:pathLst>
                <a:path w="84" h="106">
                  <a:moveTo>
                    <a:pt x="84" y="0"/>
                  </a:moveTo>
                  <a:lnTo>
                    <a:pt x="39" y="67"/>
                  </a:lnTo>
                  <a:lnTo>
                    <a:pt x="0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7" name=""/>
            <p:cNvSpPr/>
            <p:nvPr/>
          </p:nvSpPr>
          <p:spPr>
            <a:xfrm rot="0" flipV="1">
              <a:off x="3427" y="270"/>
              <a:ext cx="35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8" name=""/>
            <p:cNvSpPr/>
            <p:nvPr/>
          </p:nvSpPr>
          <p:spPr>
            <a:xfrm rot="0">
              <a:off x="4104" y="191"/>
              <a:ext cx="4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59" name=""/>
            <p:cNvSpPr/>
            <p:nvPr/>
          </p:nvSpPr>
          <p:spPr>
            <a:xfrm rot="0" flipH="1">
              <a:off x="4075" y="221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0" name=""/>
            <p:cNvSpPr/>
            <p:nvPr/>
          </p:nvSpPr>
          <p:spPr>
            <a:xfrm rot="0" flipV="1">
              <a:off x="4078" y="228"/>
              <a:ext cx="6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1" name=""/>
            <p:cNvSpPr/>
            <p:nvPr/>
          </p:nvSpPr>
          <p:spPr>
            <a:xfrm rot="0" flipH="1">
              <a:off x="4134" y="222"/>
              <a:ext cx="6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2" name=""/>
            <p:cNvSpPr/>
            <p:nvPr/>
          </p:nvSpPr>
          <p:spPr>
            <a:xfrm rot="0" flipH="1" flipV="1">
              <a:off x="4096" y="299"/>
              <a:ext cx="1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3" name=""/>
            <p:cNvSpPr/>
            <p:nvPr/>
          </p:nvSpPr>
          <p:spPr>
            <a:xfrm rot="0" flipH="1">
              <a:off x="4108" y="239"/>
              <a:ext cx="1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4" name=""/>
            <p:cNvSpPr/>
            <p:nvPr/>
          </p:nvSpPr>
          <p:spPr>
            <a:xfrm rot="0">
              <a:off x="4108" y="259"/>
              <a:ext cx="3" cy="61"/>
            </a:xfrm>
            <a:custGeom>
              <a:avLst/>
              <a:ahLst/>
              <a:rect l="0" t="0" r="r" b="b"/>
              <a:pathLst>
                <a:path w="5" h="123">
                  <a:moveTo>
                    <a:pt x="0" y="0"/>
                  </a:moveTo>
                  <a:lnTo>
                    <a:pt x="5" y="34"/>
                  </a:lnTo>
                  <a:lnTo>
                    <a:pt x="5" y="104"/>
                  </a:lnTo>
                  <a:lnTo>
                    <a:pt x="0" y="1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5" name=""/>
            <p:cNvSpPr/>
            <p:nvPr/>
          </p:nvSpPr>
          <p:spPr>
            <a:xfrm rot="0" flipV="1">
              <a:off x="4075" y="268"/>
              <a:ext cx="6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6" name=""/>
            <p:cNvSpPr/>
            <p:nvPr/>
          </p:nvSpPr>
          <p:spPr>
            <a:xfrm rot="0">
              <a:off x="4086" y="196"/>
              <a:ext cx="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7" name=""/>
            <p:cNvSpPr/>
            <p:nvPr/>
          </p:nvSpPr>
          <p:spPr>
            <a:xfrm rot="0" flipH="1">
              <a:off x="4119" y="191"/>
              <a:ext cx="10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8" name=""/>
            <p:cNvSpPr/>
            <p:nvPr/>
          </p:nvSpPr>
          <p:spPr>
            <a:xfrm rot="0" flipH="1">
              <a:off x="4090" y="245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69" name=""/>
            <p:cNvSpPr/>
            <p:nvPr/>
          </p:nvSpPr>
          <p:spPr>
            <a:xfrm rot="0">
              <a:off x="4182" y="193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0" name=""/>
            <p:cNvSpPr/>
            <p:nvPr/>
          </p:nvSpPr>
          <p:spPr>
            <a:xfrm rot="0" flipV="1">
              <a:off x="4182" y="202"/>
              <a:ext cx="3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1" name=""/>
            <p:cNvSpPr/>
            <p:nvPr/>
          </p:nvSpPr>
          <p:spPr>
            <a:xfrm rot="0" flipH="1">
              <a:off x="4215" y="196"/>
              <a:ext cx="3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2" name=""/>
            <p:cNvSpPr/>
            <p:nvPr/>
          </p:nvSpPr>
          <p:spPr>
            <a:xfrm rot="0" flipH="1">
              <a:off x="4182" y="230"/>
              <a:ext cx="3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3" name=""/>
            <p:cNvSpPr/>
            <p:nvPr/>
          </p:nvSpPr>
          <p:spPr>
            <a:xfrm rot="0" flipV="1">
              <a:off x="4161" y="245"/>
              <a:ext cx="73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4" name=""/>
            <p:cNvSpPr/>
            <p:nvPr/>
          </p:nvSpPr>
          <p:spPr>
            <a:xfrm rot="0" flipH="1">
              <a:off x="4182" y="249"/>
              <a:ext cx="6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5" name=""/>
            <p:cNvSpPr/>
            <p:nvPr/>
          </p:nvSpPr>
          <p:spPr>
            <a:xfrm rot="0">
              <a:off x="4190" y="264"/>
              <a:ext cx="30" cy="58"/>
            </a:xfrm>
            <a:custGeom>
              <a:avLst/>
              <a:ahLst/>
              <a:rect l="0" t="0" r="r" b="b"/>
              <a:pathLst>
                <a:path w="59" h="114">
                  <a:moveTo>
                    <a:pt x="59" y="0"/>
                  </a:moveTo>
                  <a:lnTo>
                    <a:pt x="25" y="114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6" name=""/>
            <p:cNvSpPr/>
            <p:nvPr/>
          </p:nvSpPr>
          <p:spPr>
            <a:xfrm rot="0" flipH="1">
              <a:off x="4180" y="268"/>
              <a:ext cx="3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7" name=""/>
            <p:cNvSpPr/>
            <p:nvPr/>
          </p:nvSpPr>
          <p:spPr>
            <a:xfrm rot="0">
              <a:off x="4846" y="220"/>
              <a:ext cx="1" cy="9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8" name=""/>
            <p:cNvSpPr/>
            <p:nvPr/>
          </p:nvSpPr>
          <p:spPr>
            <a:xfrm rot="0" flipH="1">
              <a:off x="4830" y="196"/>
              <a:ext cx="29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79" name=""/>
            <p:cNvSpPr/>
            <p:nvPr/>
          </p:nvSpPr>
          <p:spPr>
            <a:xfrm rot="0" flipV="1">
              <a:off x="4855" y="253"/>
              <a:ext cx="54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0" name=""/>
            <p:cNvSpPr/>
            <p:nvPr/>
          </p:nvSpPr>
          <p:spPr>
            <a:xfrm rot="0" flipV="1">
              <a:off x="4858" y="298"/>
              <a:ext cx="4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1" name=""/>
            <p:cNvSpPr/>
            <p:nvPr/>
          </p:nvSpPr>
          <p:spPr>
            <a:xfrm rot="0" flipV="1">
              <a:off x="4881" y="220"/>
              <a:ext cx="1" cy="8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2" name=""/>
            <p:cNvSpPr/>
            <p:nvPr/>
          </p:nvSpPr>
          <p:spPr>
            <a:xfrm rot="0" flipH="1">
              <a:off x="4859" y="208"/>
              <a:ext cx="39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3" name=""/>
            <p:cNvSpPr/>
            <p:nvPr/>
          </p:nvSpPr>
          <p:spPr>
            <a:xfrm rot="0">
              <a:off x="4976" y="260"/>
              <a:ext cx="14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4" name=""/>
            <p:cNvSpPr/>
            <p:nvPr/>
          </p:nvSpPr>
          <p:spPr>
            <a:xfrm rot="0">
              <a:off x="4972" y="208"/>
              <a:ext cx="1" cy="1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5" name=""/>
            <p:cNvSpPr/>
            <p:nvPr/>
          </p:nvSpPr>
          <p:spPr>
            <a:xfrm rot="0">
              <a:off x="4990" y="299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6" name=""/>
            <p:cNvSpPr/>
            <p:nvPr/>
          </p:nvSpPr>
          <p:spPr>
            <a:xfrm rot="0">
              <a:off x="4938" y="259"/>
              <a:ext cx="31" cy="51"/>
            </a:xfrm>
            <a:custGeom>
              <a:avLst/>
              <a:ahLst/>
              <a:rect l="0" t="0" r="r" b="b"/>
              <a:pathLst>
                <a:path w="61" h="104">
                  <a:moveTo>
                    <a:pt x="61" y="0"/>
                  </a:moveTo>
                  <a:lnTo>
                    <a:pt x="42" y="49"/>
                  </a:lnTo>
                  <a:lnTo>
                    <a:pt x="0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7" name=""/>
            <p:cNvSpPr/>
            <p:nvPr/>
          </p:nvSpPr>
          <p:spPr>
            <a:xfrm rot="0" flipV="1">
              <a:off x="4962" y="221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8" name=""/>
            <p:cNvSpPr/>
            <p:nvPr/>
          </p:nvSpPr>
          <p:spPr>
            <a:xfrm rot="0" flipV="1">
              <a:off x="4956" y="239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89" name=""/>
            <p:cNvSpPr/>
            <p:nvPr/>
          </p:nvSpPr>
          <p:spPr>
            <a:xfrm rot="0" flipH="1">
              <a:off x="4986" y="200"/>
              <a:ext cx="4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0" name=""/>
            <p:cNvSpPr/>
            <p:nvPr/>
          </p:nvSpPr>
          <p:spPr>
            <a:xfrm rot="0">
              <a:off x="4956" y="199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1" name=""/>
            <p:cNvSpPr/>
            <p:nvPr/>
          </p:nvSpPr>
          <p:spPr>
            <a:xfrm rot="0" flipV="1">
              <a:off x="4922" y="239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2" name=""/>
            <p:cNvSpPr/>
            <p:nvPr/>
          </p:nvSpPr>
          <p:spPr>
            <a:xfrm rot="0" flipH="1">
              <a:off x="4937" y="235"/>
              <a:ext cx="3" cy="6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3" name=""/>
            <p:cNvSpPr/>
            <p:nvPr/>
          </p:nvSpPr>
          <p:spPr>
            <a:xfrm rot="0">
              <a:off x="4933" y="200"/>
              <a:ext cx="1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4" name=""/>
            <p:cNvSpPr/>
            <p:nvPr/>
          </p:nvSpPr>
          <p:spPr>
            <a:xfrm rot="0" flipV="1">
              <a:off x="4936" y="279"/>
              <a:ext cx="15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5" name=""/>
            <p:cNvSpPr/>
            <p:nvPr/>
          </p:nvSpPr>
          <p:spPr>
            <a:xfrm rot="0" flipV="1">
              <a:off x="4956" y="203"/>
              <a:ext cx="3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6" name=""/>
            <p:cNvSpPr/>
            <p:nvPr/>
          </p:nvSpPr>
          <p:spPr>
            <a:xfrm rot="0" flipH="1">
              <a:off x="4948" y="258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7" name=""/>
            <p:cNvSpPr/>
            <p:nvPr/>
          </p:nvSpPr>
          <p:spPr>
            <a:xfrm rot="0" flipV="1">
              <a:off x="5035" y="218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8" name=""/>
            <p:cNvSpPr/>
            <p:nvPr/>
          </p:nvSpPr>
          <p:spPr>
            <a:xfrm rot="0" flipV="1">
              <a:off x="5017" y="245"/>
              <a:ext cx="76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59999" name=""/>
            <p:cNvSpPr/>
            <p:nvPr/>
          </p:nvSpPr>
          <p:spPr>
            <a:xfrm rot="0" flipV="1">
              <a:off x="5054" y="192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0" name=""/>
            <p:cNvSpPr/>
            <p:nvPr/>
          </p:nvSpPr>
          <p:spPr>
            <a:xfrm rot="0" flipH="1">
              <a:off x="5062" y="206"/>
              <a:ext cx="20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1" name=""/>
            <p:cNvSpPr/>
            <p:nvPr/>
          </p:nvSpPr>
          <p:spPr>
            <a:xfrm rot="0">
              <a:off x="5050" y="266"/>
              <a:ext cx="33" cy="52"/>
            </a:xfrm>
            <a:custGeom>
              <a:avLst/>
              <a:ahLst/>
              <a:rect l="0" t="0" r="r" b="b"/>
              <a:pathLst>
                <a:path w="66" h="103">
                  <a:moveTo>
                    <a:pt x="0" y="0"/>
                  </a:moveTo>
                  <a:lnTo>
                    <a:pt x="0" y="97"/>
                  </a:lnTo>
                  <a:lnTo>
                    <a:pt x="19" y="103"/>
                  </a:lnTo>
                  <a:lnTo>
                    <a:pt x="66" y="100"/>
                  </a:lnTo>
                  <a:lnTo>
                    <a:pt x="64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2" name=""/>
            <p:cNvSpPr/>
            <p:nvPr/>
          </p:nvSpPr>
          <p:spPr>
            <a:xfrm rot="0" flipH="1">
              <a:off x="5050" y="273"/>
              <a:ext cx="28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3" name=""/>
            <p:cNvSpPr/>
            <p:nvPr/>
          </p:nvSpPr>
          <p:spPr>
            <a:xfrm rot="0">
              <a:off x="5014" y="248"/>
              <a:ext cx="48" cy="50"/>
            </a:xfrm>
            <a:custGeom>
              <a:avLst/>
              <a:ahLst/>
              <a:rect l="0" t="0" r="r" b="b"/>
              <a:pathLst>
                <a:path w="97" h="100">
                  <a:moveTo>
                    <a:pt x="97" y="0"/>
                  </a:moveTo>
                  <a:lnTo>
                    <a:pt x="70" y="36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4" name=""/>
            <p:cNvSpPr/>
            <p:nvPr/>
          </p:nvSpPr>
          <p:spPr>
            <a:xfrm rot="0" flipH="1">
              <a:off x="5113" y="280"/>
              <a:ext cx="12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5" name=""/>
            <p:cNvSpPr/>
            <p:nvPr/>
          </p:nvSpPr>
          <p:spPr>
            <a:xfrm rot="0">
              <a:off x="5115" y="210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6" name=""/>
            <p:cNvSpPr/>
            <p:nvPr/>
          </p:nvSpPr>
          <p:spPr>
            <a:xfrm rot="0">
              <a:off x="5125" y="192"/>
              <a:ext cx="6" cy="89"/>
            </a:xfrm>
            <a:custGeom>
              <a:avLst/>
              <a:ahLst/>
              <a:rect l="0" t="0" r="r" b="b"/>
              <a:pathLst>
                <a:path w="12" h="178">
                  <a:moveTo>
                    <a:pt x="12" y="0"/>
                  </a:moveTo>
                  <a:lnTo>
                    <a:pt x="9" y="128"/>
                  </a:lnTo>
                  <a:lnTo>
                    <a:pt x="0" y="1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7" name=""/>
            <p:cNvSpPr/>
            <p:nvPr/>
          </p:nvSpPr>
          <p:spPr>
            <a:xfrm rot="0" flipV="1">
              <a:off x="5138" y="206"/>
              <a:ext cx="4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8" name=""/>
            <p:cNvSpPr/>
            <p:nvPr/>
          </p:nvSpPr>
          <p:spPr>
            <a:xfrm rot="0">
              <a:off x="5141" y="23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09" name=""/>
            <p:cNvSpPr/>
            <p:nvPr/>
          </p:nvSpPr>
          <p:spPr>
            <a:xfrm rot="0" flipV="1">
              <a:off x="5141" y="234"/>
              <a:ext cx="3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0" name=""/>
            <p:cNvSpPr/>
            <p:nvPr/>
          </p:nvSpPr>
          <p:spPr>
            <a:xfrm rot="0" flipH="1" flipV="1">
              <a:off x="5163" y="276"/>
              <a:ext cx="10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1" name=""/>
            <p:cNvSpPr/>
            <p:nvPr/>
          </p:nvSpPr>
          <p:spPr>
            <a:xfrm rot="0">
              <a:off x="5157" y="209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2" name=""/>
            <p:cNvSpPr/>
            <p:nvPr/>
          </p:nvSpPr>
          <p:spPr>
            <a:xfrm rot="0" flipH="1">
              <a:off x="5173" y="228"/>
              <a:ext cx="2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3" name=""/>
            <p:cNvSpPr/>
            <p:nvPr/>
          </p:nvSpPr>
          <p:spPr>
            <a:xfrm rot="0" flipV="1">
              <a:off x="164" y="416"/>
              <a:ext cx="4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4" name=""/>
            <p:cNvSpPr/>
            <p:nvPr/>
          </p:nvSpPr>
          <p:spPr>
            <a:xfrm rot="0">
              <a:off x="198" y="396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5" name=""/>
            <p:cNvSpPr/>
            <p:nvPr/>
          </p:nvSpPr>
          <p:spPr>
            <a:xfrm rot="0">
              <a:off x="177" y="395"/>
              <a:ext cx="12" cy="86"/>
            </a:xfrm>
            <a:custGeom>
              <a:avLst/>
              <a:ahLst/>
              <a:rect l="0" t="0" r="r" b="b"/>
              <a:pathLst>
                <a:path w="24" h="173">
                  <a:moveTo>
                    <a:pt x="24" y="0"/>
                  </a:moveTo>
                  <a:lnTo>
                    <a:pt x="24" y="173"/>
                  </a:lnTo>
                  <a:lnTo>
                    <a:pt x="0" y="1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6" name=""/>
            <p:cNvSpPr/>
            <p:nvPr/>
          </p:nvSpPr>
          <p:spPr>
            <a:xfrm rot="0" flipV="1">
              <a:off x="163" y="447"/>
              <a:ext cx="22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7" name=""/>
            <p:cNvSpPr/>
            <p:nvPr/>
          </p:nvSpPr>
          <p:spPr>
            <a:xfrm rot="0" flipH="1" flipV="1">
              <a:off x="169" y="428"/>
              <a:ext cx="9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8" name=""/>
            <p:cNvSpPr/>
            <p:nvPr/>
          </p:nvSpPr>
          <p:spPr>
            <a:xfrm rot="0">
              <a:off x="189" y="433"/>
              <a:ext cx="28" cy="34"/>
            </a:xfrm>
            <a:custGeom>
              <a:avLst/>
              <a:ahLst/>
              <a:rect l="0" t="0" r="r" b="b"/>
              <a:pathLst>
                <a:path w="56" h="69">
                  <a:moveTo>
                    <a:pt x="0" y="0"/>
                  </a:moveTo>
                  <a:lnTo>
                    <a:pt x="39" y="69"/>
                  </a:lnTo>
                  <a:lnTo>
                    <a:pt x="56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19" name=""/>
            <p:cNvSpPr/>
            <p:nvPr/>
          </p:nvSpPr>
          <p:spPr>
            <a:xfrm rot="0" flipH="1">
              <a:off x="194" y="428"/>
              <a:ext cx="13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0" name=""/>
            <p:cNvSpPr/>
            <p:nvPr/>
          </p:nvSpPr>
          <p:spPr>
            <a:xfrm rot="0">
              <a:off x="240" y="414"/>
              <a:ext cx="1" cy="6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1" name=""/>
            <p:cNvSpPr/>
            <p:nvPr/>
          </p:nvSpPr>
          <p:spPr>
            <a:xfrm rot="0">
              <a:off x="248" y="396"/>
              <a:ext cx="13" cy="46"/>
            </a:xfrm>
            <a:custGeom>
              <a:avLst/>
              <a:ahLst/>
              <a:rect l="0" t="0" r="r" b="b"/>
              <a:pathLst>
                <a:path w="25" h="92">
                  <a:moveTo>
                    <a:pt x="25" y="0"/>
                  </a:moveTo>
                  <a:lnTo>
                    <a:pt x="16" y="51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2" name=""/>
            <p:cNvSpPr/>
            <p:nvPr/>
          </p:nvSpPr>
          <p:spPr>
            <a:xfrm rot="0" flipV="1">
              <a:off x="257" y="418"/>
              <a:ext cx="2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3" name=""/>
            <p:cNvSpPr/>
            <p:nvPr/>
          </p:nvSpPr>
          <p:spPr>
            <a:xfrm rot="0" flipV="1">
              <a:off x="260" y="438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4" name=""/>
            <p:cNvSpPr/>
            <p:nvPr/>
          </p:nvSpPr>
          <p:spPr>
            <a:xfrm rot="0" flipH="1">
              <a:off x="260" y="454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5" name=""/>
            <p:cNvSpPr/>
            <p:nvPr/>
          </p:nvSpPr>
          <p:spPr>
            <a:xfrm rot="0" flipH="1">
              <a:off x="227" y="419"/>
              <a:ext cx="10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6" name=""/>
            <p:cNvSpPr/>
            <p:nvPr/>
          </p:nvSpPr>
          <p:spPr>
            <a:xfrm rot="0">
              <a:off x="260" y="422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7" name=""/>
            <p:cNvSpPr/>
            <p:nvPr/>
          </p:nvSpPr>
          <p:spPr>
            <a:xfrm rot="0" flipH="1">
              <a:off x="237" y="397"/>
              <a:ext cx="7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8" name=""/>
            <p:cNvSpPr/>
            <p:nvPr/>
          </p:nvSpPr>
          <p:spPr>
            <a:xfrm rot="0" flipV="1">
              <a:off x="293" y="470"/>
              <a:ext cx="52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29" name=""/>
            <p:cNvSpPr/>
            <p:nvPr/>
          </p:nvSpPr>
          <p:spPr>
            <a:xfrm rot="0">
              <a:off x="312" y="431"/>
              <a:ext cx="5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0" name=""/>
            <p:cNvSpPr/>
            <p:nvPr/>
          </p:nvSpPr>
          <p:spPr>
            <a:xfrm rot="0" flipV="1">
              <a:off x="301" y="418"/>
              <a:ext cx="4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1" name=""/>
            <p:cNvSpPr/>
            <p:nvPr/>
          </p:nvSpPr>
          <p:spPr>
            <a:xfrm rot="0">
              <a:off x="320" y="400"/>
              <a:ext cx="5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2" name=""/>
            <p:cNvSpPr/>
            <p:nvPr/>
          </p:nvSpPr>
          <p:spPr>
            <a:xfrm rot="0" flipH="1">
              <a:off x="321" y="420"/>
              <a:ext cx="10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3" name=""/>
            <p:cNvSpPr/>
            <p:nvPr/>
          </p:nvSpPr>
          <p:spPr>
            <a:xfrm rot="0" flipH="1">
              <a:off x="355" y="397"/>
              <a:ext cx="19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4" name=""/>
            <p:cNvSpPr/>
            <p:nvPr/>
          </p:nvSpPr>
          <p:spPr>
            <a:xfrm rot="0">
              <a:off x="391" y="396"/>
              <a:ext cx="1" cy="8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5" name=""/>
            <p:cNvSpPr/>
            <p:nvPr/>
          </p:nvSpPr>
          <p:spPr>
            <a:xfrm rot="0">
              <a:off x="370" y="420"/>
              <a:ext cx="18" cy="46"/>
            </a:xfrm>
            <a:custGeom>
              <a:avLst/>
              <a:ahLst/>
              <a:rect l="0" t="0" r="r" b="b"/>
              <a:pathLst>
                <a:path w="37" h="92">
                  <a:moveTo>
                    <a:pt x="37" y="0"/>
                  </a:moveTo>
                  <a:lnTo>
                    <a:pt x="27" y="32"/>
                  </a:lnTo>
                  <a:lnTo>
                    <a:pt x="15" y="6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6" name=""/>
            <p:cNvSpPr/>
            <p:nvPr/>
          </p:nvSpPr>
          <p:spPr>
            <a:xfrm rot="0">
              <a:off x="391" y="420"/>
              <a:ext cx="23" cy="40"/>
            </a:xfrm>
            <a:custGeom>
              <a:avLst/>
              <a:ahLst/>
              <a:rect l="0" t="0" r="r" b="b"/>
              <a:pathLst>
                <a:path w="45" h="80">
                  <a:moveTo>
                    <a:pt x="0" y="0"/>
                  </a:moveTo>
                  <a:lnTo>
                    <a:pt x="37" y="80"/>
                  </a:lnTo>
                  <a:lnTo>
                    <a:pt x="45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7" name=""/>
            <p:cNvSpPr/>
            <p:nvPr/>
          </p:nvSpPr>
          <p:spPr>
            <a:xfrm rot="0" flipV="1">
              <a:off x="379" y="456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8" name=""/>
            <p:cNvSpPr/>
            <p:nvPr/>
          </p:nvSpPr>
          <p:spPr>
            <a:xfrm rot="0" flipV="1">
              <a:off x="366" y="415"/>
              <a:ext cx="1" cy="6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39" name=""/>
            <p:cNvSpPr/>
            <p:nvPr/>
          </p:nvSpPr>
          <p:spPr>
            <a:xfrm rot="0" flipV="1">
              <a:off x="372" y="417"/>
              <a:ext cx="3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0" name=""/>
            <p:cNvSpPr/>
            <p:nvPr/>
          </p:nvSpPr>
          <p:spPr>
            <a:xfrm rot="0">
              <a:off x="446" y="396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1" name=""/>
            <p:cNvSpPr/>
            <p:nvPr/>
          </p:nvSpPr>
          <p:spPr>
            <a:xfrm rot="0" flipV="1">
              <a:off x="433" y="422"/>
              <a:ext cx="2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2" name=""/>
            <p:cNvSpPr/>
            <p:nvPr/>
          </p:nvSpPr>
          <p:spPr>
            <a:xfrm rot="0">
              <a:off x="418" y="437"/>
              <a:ext cx="27" cy="33"/>
            </a:xfrm>
            <a:custGeom>
              <a:avLst/>
              <a:ahLst/>
              <a:rect l="0" t="0" r="r" b="b"/>
              <a:pathLst>
                <a:path w="55" h="66">
                  <a:moveTo>
                    <a:pt x="55" y="0"/>
                  </a:moveTo>
                  <a:lnTo>
                    <a:pt x="34" y="28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3" name=""/>
            <p:cNvSpPr/>
            <p:nvPr/>
          </p:nvSpPr>
          <p:spPr>
            <a:xfrm rot="0">
              <a:off x="439" y="449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4" name=""/>
            <p:cNvSpPr/>
            <p:nvPr/>
          </p:nvSpPr>
          <p:spPr>
            <a:xfrm rot="0" flipV="1">
              <a:off x="437" y="467"/>
              <a:ext cx="13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5" name=""/>
            <p:cNvSpPr/>
            <p:nvPr/>
          </p:nvSpPr>
          <p:spPr>
            <a:xfrm rot="0">
              <a:off x="445" y="438"/>
              <a:ext cx="30" cy="37"/>
            </a:xfrm>
            <a:custGeom>
              <a:avLst/>
              <a:ahLst/>
              <a:rect l="0" t="0" r="r" b="b"/>
              <a:pathLst>
                <a:path w="59" h="72">
                  <a:moveTo>
                    <a:pt x="0" y="0"/>
                  </a:moveTo>
                  <a:lnTo>
                    <a:pt x="35" y="72"/>
                  </a:lnTo>
                  <a:lnTo>
                    <a:pt x="59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6" name=""/>
            <p:cNvSpPr/>
            <p:nvPr/>
          </p:nvSpPr>
          <p:spPr>
            <a:xfrm rot="0" flipH="1">
              <a:off x="454" y="441"/>
              <a:ext cx="10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7" name=""/>
            <p:cNvSpPr/>
            <p:nvPr/>
          </p:nvSpPr>
          <p:spPr>
            <a:xfrm rot="0" flipH="1">
              <a:off x="421" y="434"/>
              <a:ext cx="5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8" name=""/>
            <p:cNvSpPr/>
            <p:nvPr/>
          </p:nvSpPr>
          <p:spPr>
            <a:xfrm rot="0" flipV="1">
              <a:off x="428" y="408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49" name=""/>
            <p:cNvSpPr/>
            <p:nvPr/>
          </p:nvSpPr>
          <p:spPr>
            <a:xfrm rot="0" flipV="1">
              <a:off x="508" y="404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0" name=""/>
            <p:cNvSpPr/>
            <p:nvPr/>
          </p:nvSpPr>
          <p:spPr>
            <a:xfrm rot="0" flipH="1">
              <a:off x="493" y="423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1" name=""/>
            <p:cNvSpPr/>
            <p:nvPr/>
          </p:nvSpPr>
          <p:spPr>
            <a:xfrm rot="0" flipH="1">
              <a:off x="505" y="437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2" name=""/>
            <p:cNvSpPr/>
            <p:nvPr/>
          </p:nvSpPr>
          <p:spPr>
            <a:xfrm rot="0" flipV="1">
              <a:off x="505" y="450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3" name=""/>
            <p:cNvSpPr/>
            <p:nvPr/>
          </p:nvSpPr>
          <p:spPr>
            <a:xfrm rot="0" flipH="1">
              <a:off x="518" y="425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4" name=""/>
            <p:cNvSpPr/>
            <p:nvPr/>
          </p:nvSpPr>
          <p:spPr>
            <a:xfrm rot="0">
              <a:off x="505" y="426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5" name=""/>
            <p:cNvSpPr/>
            <p:nvPr/>
          </p:nvSpPr>
          <p:spPr>
            <a:xfrm rot="0" flipV="1">
              <a:off x="529" y="418"/>
              <a:ext cx="2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6" name=""/>
            <p:cNvSpPr/>
            <p:nvPr/>
          </p:nvSpPr>
          <p:spPr>
            <a:xfrm rot="0" flipV="1">
              <a:off x="494" y="468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7" name=""/>
            <p:cNvSpPr/>
            <p:nvPr/>
          </p:nvSpPr>
          <p:spPr>
            <a:xfrm rot="0">
              <a:off x="493" y="419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8" name=""/>
            <p:cNvSpPr/>
            <p:nvPr/>
          </p:nvSpPr>
          <p:spPr>
            <a:xfrm rot="0" flipH="1">
              <a:off x="487" y="402"/>
              <a:ext cx="5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59" name=""/>
            <p:cNvSpPr/>
            <p:nvPr/>
          </p:nvSpPr>
          <p:spPr>
            <a:xfrm rot="0" flipV="1">
              <a:off x="549" y="471"/>
              <a:ext cx="5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0" name=""/>
            <p:cNvSpPr/>
            <p:nvPr/>
          </p:nvSpPr>
          <p:spPr>
            <a:xfrm rot="0">
              <a:off x="576" y="397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1" name=""/>
            <p:cNvSpPr/>
            <p:nvPr/>
          </p:nvSpPr>
          <p:spPr>
            <a:xfrm rot="0" flipH="1">
              <a:off x="576" y="428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2" name=""/>
            <p:cNvSpPr/>
            <p:nvPr/>
          </p:nvSpPr>
          <p:spPr>
            <a:xfrm rot="0">
              <a:off x="629" y="423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3" name=""/>
            <p:cNvSpPr/>
            <p:nvPr/>
          </p:nvSpPr>
          <p:spPr>
            <a:xfrm rot="0" flipV="1">
              <a:off x="629" y="450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4" name=""/>
            <p:cNvSpPr/>
            <p:nvPr/>
          </p:nvSpPr>
          <p:spPr>
            <a:xfrm rot="0" flipV="1">
              <a:off x="653" y="426"/>
              <a:ext cx="1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5" name=""/>
            <p:cNvSpPr/>
            <p:nvPr/>
          </p:nvSpPr>
          <p:spPr>
            <a:xfrm rot="0" flipH="1">
              <a:off x="629" y="428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6" name=""/>
            <p:cNvSpPr/>
            <p:nvPr/>
          </p:nvSpPr>
          <p:spPr>
            <a:xfrm rot="0" flipV="1">
              <a:off x="641" y="395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7" name=""/>
            <p:cNvSpPr/>
            <p:nvPr/>
          </p:nvSpPr>
          <p:spPr>
            <a:xfrm rot="0" flipV="1">
              <a:off x="641" y="411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8" name=""/>
            <p:cNvSpPr/>
            <p:nvPr/>
          </p:nvSpPr>
          <p:spPr>
            <a:xfrm rot="0" flipH="1">
              <a:off x="617" y="457"/>
              <a:ext cx="4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69" name=""/>
            <p:cNvSpPr/>
            <p:nvPr/>
          </p:nvSpPr>
          <p:spPr>
            <a:xfrm rot="0">
              <a:off x="632" y="461"/>
              <a:ext cx="4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0" name=""/>
            <p:cNvSpPr/>
            <p:nvPr/>
          </p:nvSpPr>
          <p:spPr>
            <a:xfrm rot="0">
              <a:off x="645" y="461"/>
              <a:ext cx="3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1" name=""/>
            <p:cNvSpPr/>
            <p:nvPr/>
          </p:nvSpPr>
          <p:spPr>
            <a:xfrm rot="0">
              <a:off x="654" y="458"/>
              <a:ext cx="8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2" name=""/>
            <p:cNvSpPr/>
            <p:nvPr/>
          </p:nvSpPr>
          <p:spPr>
            <a:xfrm rot="0" flipH="1">
              <a:off x="691" y="476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3" name=""/>
            <p:cNvSpPr/>
            <p:nvPr/>
          </p:nvSpPr>
          <p:spPr>
            <a:xfrm rot="0">
              <a:off x="693" y="472"/>
              <a:ext cx="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4" name=""/>
            <p:cNvSpPr/>
            <p:nvPr/>
          </p:nvSpPr>
          <p:spPr>
            <a:xfrm rot="0">
              <a:off x="692" y="468"/>
              <a:ext cx="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5" name=""/>
            <p:cNvSpPr/>
            <p:nvPr/>
          </p:nvSpPr>
          <p:spPr>
            <a:xfrm rot="0" flipH="1" flipV="1">
              <a:off x="688" y="464"/>
              <a:ext cx="2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6" name=""/>
            <p:cNvSpPr/>
            <p:nvPr/>
          </p:nvSpPr>
          <p:spPr>
            <a:xfrm rot="0" flipV="1">
              <a:off x="690" y="473"/>
              <a:ext cx="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7" name=""/>
            <p:cNvSpPr/>
            <p:nvPr/>
          </p:nvSpPr>
          <p:spPr>
            <a:xfrm rot="0">
              <a:off x="680" y="457"/>
              <a:ext cx="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89" name=""/>
          <p:cNvGrpSpPr/>
          <p:nvPr/>
        </p:nvGrpSpPr>
        <p:grpSpPr>
          <a:xfrm rot="0">
            <a:off x="168275" y="627062"/>
            <a:ext cx="8828088" cy="5932487"/>
            <a:chOff x="106" y="395"/>
            <a:chExt cx="5561" cy="3737"/>
          </a:xfrm>
        </p:grpSpPr>
        <p:sp>
          <p:nvSpPr>
            <p:cNvPr id="1060078" name=""/>
            <p:cNvSpPr/>
            <p:nvPr/>
          </p:nvSpPr>
          <p:spPr>
            <a:xfrm rot="0" flipH="1" flipV="1">
              <a:off x="690" y="4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79" name=""/>
            <p:cNvSpPr/>
            <p:nvPr/>
          </p:nvSpPr>
          <p:spPr>
            <a:xfrm rot="0">
              <a:off x="687" y="462"/>
              <a:ext cx="5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0" name=""/>
            <p:cNvSpPr/>
            <p:nvPr/>
          </p:nvSpPr>
          <p:spPr>
            <a:xfrm rot="0" flipH="1">
              <a:off x="743" y="444"/>
              <a:ext cx="19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1" name=""/>
            <p:cNvSpPr/>
            <p:nvPr/>
          </p:nvSpPr>
          <p:spPr>
            <a:xfrm rot="0" flipH="1">
              <a:off x="745" y="417"/>
              <a:ext cx="15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2" name=""/>
            <p:cNvSpPr/>
            <p:nvPr/>
          </p:nvSpPr>
          <p:spPr>
            <a:xfrm rot="0" flipV="1">
              <a:off x="741" y="425"/>
              <a:ext cx="15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3" name=""/>
            <p:cNvSpPr/>
            <p:nvPr/>
          </p:nvSpPr>
          <p:spPr>
            <a:xfrm rot="0" flipV="1">
              <a:off x="743" y="458"/>
              <a:ext cx="20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4" name=""/>
            <p:cNvSpPr/>
            <p:nvPr/>
          </p:nvSpPr>
          <p:spPr>
            <a:xfrm rot="0" flipH="1">
              <a:off x="743" y="400"/>
              <a:ext cx="12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5" name=""/>
            <p:cNvSpPr/>
            <p:nvPr/>
          </p:nvSpPr>
          <p:spPr>
            <a:xfrm rot="0" flipV="1">
              <a:off x="766" y="416"/>
              <a:ext cx="21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6" name=""/>
            <p:cNvSpPr/>
            <p:nvPr/>
          </p:nvSpPr>
          <p:spPr>
            <a:xfrm rot="0" flipV="1">
              <a:off x="765" y="433"/>
              <a:ext cx="24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7" name=""/>
            <p:cNvSpPr/>
            <p:nvPr/>
          </p:nvSpPr>
          <p:spPr>
            <a:xfrm rot="0">
              <a:off x="781" y="461"/>
              <a:ext cx="14" cy="20"/>
            </a:xfrm>
            <a:custGeom>
              <a:avLst/>
              <a:ahLst/>
              <a:rect l="0" t="0" r="r" b="b"/>
              <a:pathLst>
                <a:path w="28" h="40">
                  <a:moveTo>
                    <a:pt x="0" y="2"/>
                  </a:moveTo>
                  <a:lnTo>
                    <a:pt x="28" y="40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8" name=""/>
            <p:cNvSpPr/>
            <p:nvPr/>
          </p:nvSpPr>
          <p:spPr>
            <a:xfrm rot="0">
              <a:off x="780" y="402"/>
              <a:ext cx="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89" name=""/>
            <p:cNvSpPr/>
            <p:nvPr/>
          </p:nvSpPr>
          <p:spPr>
            <a:xfrm rot="0">
              <a:off x="771" y="396"/>
              <a:ext cx="10" cy="66"/>
            </a:xfrm>
            <a:custGeom>
              <a:avLst/>
              <a:ahLst/>
              <a:rect l="0" t="0" r="r" b="b"/>
              <a:pathLst>
                <a:path w="20" h="131">
                  <a:moveTo>
                    <a:pt x="0" y="0"/>
                  </a:moveTo>
                  <a:lnTo>
                    <a:pt x="7" y="90"/>
                  </a:lnTo>
                  <a:lnTo>
                    <a:pt x="20" y="1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0" name=""/>
            <p:cNvSpPr/>
            <p:nvPr/>
          </p:nvSpPr>
          <p:spPr>
            <a:xfrm rot="0">
              <a:off x="760" y="441"/>
              <a:ext cx="28" cy="35"/>
            </a:xfrm>
            <a:custGeom>
              <a:avLst/>
              <a:ahLst/>
              <a:rect l="0" t="0" r="r" b="b"/>
              <a:pathLst>
                <a:path w="55" h="68">
                  <a:moveTo>
                    <a:pt x="55" y="0"/>
                  </a:moveTo>
                  <a:lnTo>
                    <a:pt x="38" y="3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1" name=""/>
            <p:cNvSpPr/>
            <p:nvPr/>
          </p:nvSpPr>
          <p:spPr>
            <a:xfrm rot="0" flipH="1">
              <a:off x="818" y="397"/>
              <a:ext cx="6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2" name=""/>
            <p:cNvSpPr/>
            <p:nvPr/>
          </p:nvSpPr>
          <p:spPr>
            <a:xfrm rot="0" flipV="1">
              <a:off x="814" y="461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3" name=""/>
            <p:cNvSpPr/>
            <p:nvPr/>
          </p:nvSpPr>
          <p:spPr>
            <a:xfrm rot="0" flipV="1">
              <a:off x="830" y="418"/>
              <a:ext cx="2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4" name=""/>
            <p:cNvSpPr/>
            <p:nvPr/>
          </p:nvSpPr>
          <p:spPr>
            <a:xfrm rot="0" flipH="1">
              <a:off x="815" y="421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5" name=""/>
            <p:cNvSpPr/>
            <p:nvPr/>
          </p:nvSpPr>
          <p:spPr>
            <a:xfrm rot="0" flipV="1">
              <a:off x="814" y="440"/>
              <a:ext cx="1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6" name=""/>
            <p:cNvSpPr/>
            <p:nvPr/>
          </p:nvSpPr>
          <p:spPr>
            <a:xfrm rot="0" flipH="1">
              <a:off x="835" y="396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7" name=""/>
            <p:cNvSpPr/>
            <p:nvPr/>
          </p:nvSpPr>
          <p:spPr>
            <a:xfrm rot="0" flipH="1" flipV="1">
              <a:off x="844" y="468"/>
              <a:ext cx="9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8" name=""/>
            <p:cNvSpPr/>
            <p:nvPr/>
          </p:nvSpPr>
          <p:spPr>
            <a:xfrm rot="0">
              <a:off x="842" y="435"/>
              <a:ext cx="6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099" name=""/>
            <p:cNvSpPr/>
            <p:nvPr/>
          </p:nvSpPr>
          <p:spPr>
            <a:xfrm rot="0">
              <a:off x="853" y="416"/>
              <a:ext cx="6" cy="65"/>
            </a:xfrm>
            <a:custGeom>
              <a:avLst/>
              <a:ahLst/>
              <a:rect l="0" t="0" r="r" b="b"/>
              <a:pathLst>
                <a:path w="13" h="130">
                  <a:moveTo>
                    <a:pt x="0" y="130"/>
                  </a:moveTo>
                  <a:lnTo>
                    <a:pt x="7" y="7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0" name=""/>
            <p:cNvSpPr/>
            <p:nvPr/>
          </p:nvSpPr>
          <p:spPr>
            <a:xfrm rot="0" flipV="1">
              <a:off x="840" y="419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1" name=""/>
            <p:cNvSpPr/>
            <p:nvPr/>
          </p:nvSpPr>
          <p:spPr>
            <a:xfrm rot="0">
              <a:off x="814" y="417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2" name=""/>
            <p:cNvSpPr/>
            <p:nvPr/>
          </p:nvSpPr>
          <p:spPr>
            <a:xfrm rot="0">
              <a:off x="904" y="463"/>
              <a:ext cx="15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3" name=""/>
            <p:cNvSpPr/>
            <p:nvPr/>
          </p:nvSpPr>
          <p:spPr>
            <a:xfrm rot="0" flipV="1">
              <a:off x="874" y="462"/>
              <a:ext cx="18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4" name=""/>
            <p:cNvSpPr/>
            <p:nvPr/>
          </p:nvSpPr>
          <p:spPr>
            <a:xfrm rot="0" flipV="1">
              <a:off x="888" y="426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5" name=""/>
            <p:cNvSpPr/>
            <p:nvPr/>
          </p:nvSpPr>
          <p:spPr>
            <a:xfrm rot="0" flipV="1">
              <a:off x="888" y="439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6" name=""/>
            <p:cNvSpPr/>
            <p:nvPr/>
          </p:nvSpPr>
          <p:spPr>
            <a:xfrm rot="0" flipV="1">
              <a:off x="878" y="412"/>
              <a:ext cx="4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7" name=""/>
            <p:cNvSpPr/>
            <p:nvPr/>
          </p:nvSpPr>
          <p:spPr>
            <a:xfrm rot="0" flipH="1">
              <a:off x="906" y="395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8" name=""/>
            <p:cNvSpPr/>
            <p:nvPr/>
          </p:nvSpPr>
          <p:spPr>
            <a:xfrm rot="0" flipV="1">
              <a:off x="872" y="454"/>
              <a:ext cx="5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09" name=""/>
            <p:cNvSpPr/>
            <p:nvPr/>
          </p:nvSpPr>
          <p:spPr>
            <a:xfrm rot="0">
              <a:off x="888" y="397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0" name=""/>
            <p:cNvSpPr/>
            <p:nvPr/>
          </p:nvSpPr>
          <p:spPr>
            <a:xfrm rot="0" flipV="1">
              <a:off x="947" y="449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1" name=""/>
            <p:cNvSpPr/>
            <p:nvPr/>
          </p:nvSpPr>
          <p:spPr>
            <a:xfrm rot="0" flipV="1">
              <a:off x="952" y="431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2" name=""/>
            <p:cNvSpPr/>
            <p:nvPr/>
          </p:nvSpPr>
          <p:spPr>
            <a:xfrm rot="0">
              <a:off x="982" y="438"/>
              <a:ext cx="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3" name=""/>
            <p:cNvSpPr/>
            <p:nvPr/>
          </p:nvSpPr>
          <p:spPr>
            <a:xfrm rot="0">
              <a:off x="934" y="396"/>
              <a:ext cx="29" cy="51"/>
            </a:xfrm>
            <a:custGeom>
              <a:avLst/>
              <a:ahLst/>
              <a:rect l="0" t="0" r="r" b="b"/>
              <a:pathLst>
                <a:path w="56" h="100">
                  <a:moveTo>
                    <a:pt x="56" y="0"/>
                  </a:moveTo>
                  <a:lnTo>
                    <a:pt x="33" y="61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4" name=""/>
            <p:cNvSpPr/>
            <p:nvPr/>
          </p:nvSpPr>
          <p:spPr>
            <a:xfrm rot="0">
              <a:off x="960" y="405"/>
              <a:ext cx="22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5" name=""/>
            <p:cNvSpPr/>
            <p:nvPr/>
          </p:nvSpPr>
          <p:spPr>
            <a:xfrm rot="0">
              <a:off x="952" y="432"/>
              <a:ext cx="11" cy="49"/>
            </a:xfrm>
            <a:custGeom>
              <a:avLst/>
              <a:ahLst/>
              <a:rect l="0" t="0" r="r" b="b"/>
              <a:pathLst>
                <a:path w="21" h="100">
                  <a:moveTo>
                    <a:pt x="21" y="0"/>
                  </a:moveTo>
                  <a:lnTo>
                    <a:pt x="21" y="100"/>
                  </a:lnTo>
                  <a:lnTo>
                    <a:pt x="0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6" name=""/>
            <p:cNvSpPr/>
            <p:nvPr/>
          </p:nvSpPr>
          <p:spPr>
            <a:xfrm rot="0" flipH="1">
              <a:off x="939" y="456"/>
              <a:ext cx="1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7" name=""/>
            <p:cNvSpPr/>
            <p:nvPr/>
          </p:nvSpPr>
          <p:spPr>
            <a:xfrm rot="0">
              <a:off x="969" y="455"/>
              <a:ext cx="15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8" name=""/>
            <p:cNvSpPr/>
            <p:nvPr/>
          </p:nvSpPr>
          <p:spPr>
            <a:xfrm rot="0" flipV="1">
              <a:off x="1001" y="399"/>
              <a:ext cx="53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19" name=""/>
            <p:cNvSpPr/>
            <p:nvPr/>
          </p:nvSpPr>
          <p:spPr>
            <a:xfrm rot="0">
              <a:off x="1035" y="418"/>
              <a:ext cx="12" cy="63"/>
            </a:xfrm>
            <a:custGeom>
              <a:avLst/>
              <a:ahLst/>
              <a:rect l="0" t="0" r="r" b="b"/>
              <a:pathLst>
                <a:path w="24" h="126">
                  <a:moveTo>
                    <a:pt x="24" y="0"/>
                  </a:moveTo>
                  <a:lnTo>
                    <a:pt x="22" y="126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0" name=""/>
            <p:cNvSpPr/>
            <p:nvPr/>
          </p:nvSpPr>
          <p:spPr>
            <a:xfrm rot="0" flipV="1">
              <a:off x="1008" y="421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1" name=""/>
            <p:cNvSpPr/>
            <p:nvPr/>
          </p:nvSpPr>
          <p:spPr>
            <a:xfrm rot="0" flipV="1">
              <a:off x="1008" y="423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2" name=""/>
            <p:cNvSpPr/>
            <p:nvPr/>
          </p:nvSpPr>
          <p:spPr>
            <a:xfrm rot="0">
              <a:off x="1010" y="404"/>
              <a:ext cx="11" cy="59"/>
            </a:xfrm>
            <a:custGeom>
              <a:avLst/>
              <a:ahLst/>
              <a:rect l="0" t="0" r="r" b="b"/>
              <a:pathLst>
                <a:path w="24" h="119">
                  <a:moveTo>
                    <a:pt x="24" y="0"/>
                  </a:moveTo>
                  <a:lnTo>
                    <a:pt x="18" y="72"/>
                  </a:lnTo>
                  <a:lnTo>
                    <a:pt x="0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3" name=""/>
            <p:cNvSpPr/>
            <p:nvPr/>
          </p:nvSpPr>
          <p:spPr>
            <a:xfrm rot="0">
              <a:off x="1021" y="403"/>
              <a:ext cx="13" cy="66"/>
            </a:xfrm>
            <a:custGeom>
              <a:avLst/>
              <a:ahLst/>
              <a:rect l="0" t="0" r="r" b="b"/>
              <a:pathLst>
                <a:path w="24" h="133">
                  <a:moveTo>
                    <a:pt x="0" y="133"/>
                  </a:moveTo>
                  <a:lnTo>
                    <a:pt x="19" y="74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4" name=""/>
            <p:cNvSpPr/>
            <p:nvPr/>
          </p:nvSpPr>
          <p:spPr>
            <a:xfrm rot="0">
              <a:off x="1018" y="439"/>
              <a:ext cx="7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5" name=""/>
            <p:cNvSpPr/>
            <p:nvPr/>
          </p:nvSpPr>
          <p:spPr>
            <a:xfrm rot="0">
              <a:off x="1032" y="438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6" name=""/>
            <p:cNvSpPr/>
            <p:nvPr/>
          </p:nvSpPr>
          <p:spPr>
            <a:xfrm rot="0">
              <a:off x="1092" y="409"/>
              <a:ext cx="27" cy="31"/>
            </a:xfrm>
            <a:custGeom>
              <a:avLst/>
              <a:ahLst/>
              <a:rect l="0" t="0" r="r" b="b"/>
              <a:pathLst>
                <a:path w="54" h="63">
                  <a:moveTo>
                    <a:pt x="0" y="0"/>
                  </a:moveTo>
                  <a:lnTo>
                    <a:pt x="39" y="63"/>
                  </a:lnTo>
                  <a:lnTo>
                    <a:pt x="5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7" name=""/>
            <p:cNvSpPr/>
            <p:nvPr/>
          </p:nvSpPr>
          <p:spPr>
            <a:xfrm rot="0">
              <a:off x="1064" y="398"/>
              <a:ext cx="30" cy="50"/>
            </a:xfrm>
            <a:custGeom>
              <a:avLst/>
              <a:ahLst/>
              <a:rect l="0" t="0" r="r" b="b"/>
              <a:pathLst>
                <a:path w="59" h="98">
                  <a:moveTo>
                    <a:pt x="59" y="0"/>
                  </a:moveTo>
                  <a:lnTo>
                    <a:pt x="51" y="32"/>
                  </a:lnTo>
                  <a:lnTo>
                    <a:pt x="25" y="70"/>
                  </a:lnTo>
                  <a:lnTo>
                    <a:pt x="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8" name=""/>
            <p:cNvSpPr/>
            <p:nvPr/>
          </p:nvSpPr>
          <p:spPr>
            <a:xfrm rot="0" flipV="1">
              <a:off x="1092" y="422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29" name=""/>
            <p:cNvSpPr/>
            <p:nvPr/>
          </p:nvSpPr>
          <p:spPr>
            <a:xfrm rot="0" flipH="1">
              <a:off x="1131" y="420"/>
              <a:ext cx="2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0" name=""/>
            <p:cNvSpPr/>
            <p:nvPr/>
          </p:nvSpPr>
          <p:spPr>
            <a:xfrm rot="0">
              <a:off x="1135" y="395"/>
              <a:ext cx="8" cy="86"/>
            </a:xfrm>
            <a:custGeom>
              <a:avLst/>
              <a:ahLst/>
              <a:rect l="0" t="0" r="r" b="b"/>
              <a:pathLst>
                <a:path w="17" h="173">
                  <a:moveTo>
                    <a:pt x="17" y="0"/>
                  </a:moveTo>
                  <a:lnTo>
                    <a:pt x="17" y="173"/>
                  </a:lnTo>
                  <a:lnTo>
                    <a:pt x="0" y="1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1" name=""/>
            <p:cNvSpPr/>
            <p:nvPr/>
          </p:nvSpPr>
          <p:spPr>
            <a:xfrm rot="0" flipV="1">
              <a:off x="1129" y="433"/>
              <a:ext cx="22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2" name=""/>
            <p:cNvSpPr/>
            <p:nvPr/>
          </p:nvSpPr>
          <p:spPr>
            <a:xfrm rot="0">
              <a:off x="1151" y="396"/>
              <a:ext cx="9" cy="43"/>
            </a:xfrm>
            <a:custGeom>
              <a:avLst/>
              <a:ahLst/>
              <a:rect l="0" t="0" r="r" b="b"/>
              <a:pathLst>
                <a:path w="17" h="86">
                  <a:moveTo>
                    <a:pt x="17" y="0"/>
                  </a:moveTo>
                  <a:lnTo>
                    <a:pt x="14" y="47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3" name=""/>
            <p:cNvSpPr/>
            <p:nvPr/>
          </p:nvSpPr>
          <p:spPr>
            <a:xfrm rot="0" flipV="1">
              <a:off x="1160" y="403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4" name=""/>
            <p:cNvSpPr/>
            <p:nvPr/>
          </p:nvSpPr>
          <p:spPr>
            <a:xfrm rot="0">
              <a:off x="1169" y="400"/>
              <a:ext cx="13" cy="28"/>
            </a:xfrm>
            <a:custGeom>
              <a:avLst/>
              <a:ahLst/>
              <a:rect l="0" t="0" r="r" b="b"/>
              <a:pathLst>
                <a:path w="25" h="54">
                  <a:moveTo>
                    <a:pt x="0" y="0"/>
                  </a:moveTo>
                  <a:lnTo>
                    <a:pt x="0" y="54"/>
                  </a:lnTo>
                  <a:lnTo>
                    <a:pt x="2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5" name=""/>
            <p:cNvSpPr/>
            <p:nvPr/>
          </p:nvSpPr>
          <p:spPr>
            <a:xfrm rot="0">
              <a:off x="1156" y="447"/>
              <a:ext cx="27" cy="33"/>
            </a:xfrm>
            <a:custGeom>
              <a:avLst/>
              <a:ahLst/>
              <a:rect l="0" t="0" r="r" b="b"/>
              <a:pathLst>
                <a:path w="54" h="67">
                  <a:moveTo>
                    <a:pt x="0" y="0"/>
                  </a:moveTo>
                  <a:lnTo>
                    <a:pt x="37" y="67"/>
                  </a:lnTo>
                  <a:lnTo>
                    <a:pt x="54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6" name=""/>
            <p:cNvSpPr/>
            <p:nvPr/>
          </p:nvSpPr>
          <p:spPr>
            <a:xfrm rot="0" flipV="1">
              <a:off x="1155" y="437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7" name=""/>
            <p:cNvSpPr/>
            <p:nvPr/>
          </p:nvSpPr>
          <p:spPr>
            <a:xfrm rot="0">
              <a:off x="1147" y="434"/>
              <a:ext cx="27" cy="47"/>
            </a:xfrm>
            <a:custGeom>
              <a:avLst/>
              <a:ahLst/>
              <a:rect l="0" t="0" r="r" b="b"/>
              <a:pathLst>
                <a:path w="54" h="95">
                  <a:moveTo>
                    <a:pt x="54" y="0"/>
                  </a:moveTo>
                  <a:lnTo>
                    <a:pt x="32" y="55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8" name=""/>
            <p:cNvSpPr/>
            <p:nvPr/>
          </p:nvSpPr>
          <p:spPr>
            <a:xfrm rot="0">
              <a:off x="1217" y="443"/>
              <a:ext cx="30" cy="39"/>
            </a:xfrm>
            <a:custGeom>
              <a:avLst/>
              <a:ahLst/>
              <a:rect l="0" t="0" r="r" b="b"/>
              <a:pathLst>
                <a:path w="58" h="78">
                  <a:moveTo>
                    <a:pt x="58" y="0"/>
                  </a:moveTo>
                  <a:lnTo>
                    <a:pt x="28" y="49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39" name=""/>
            <p:cNvSpPr/>
            <p:nvPr/>
          </p:nvSpPr>
          <p:spPr>
            <a:xfrm rot="0" flipH="1">
              <a:off x="1228" y="425"/>
              <a:ext cx="16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0" name=""/>
            <p:cNvSpPr/>
            <p:nvPr/>
          </p:nvSpPr>
          <p:spPr>
            <a:xfrm rot="0" flipH="1">
              <a:off x="1228" y="399"/>
              <a:ext cx="14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1" name=""/>
            <p:cNvSpPr/>
            <p:nvPr/>
          </p:nvSpPr>
          <p:spPr>
            <a:xfrm rot="0">
              <a:off x="1202" y="398"/>
              <a:ext cx="1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2" name=""/>
            <p:cNvSpPr/>
            <p:nvPr/>
          </p:nvSpPr>
          <p:spPr>
            <a:xfrm rot="0" flipV="1">
              <a:off x="1202" y="400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3" name=""/>
            <p:cNvSpPr/>
            <p:nvPr/>
          </p:nvSpPr>
          <p:spPr>
            <a:xfrm rot="0" flipH="1">
              <a:off x="1222" y="398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4" name=""/>
            <p:cNvSpPr/>
            <p:nvPr/>
          </p:nvSpPr>
          <p:spPr>
            <a:xfrm rot="0" flipH="1">
              <a:off x="1202" y="417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5" name=""/>
            <p:cNvSpPr/>
            <p:nvPr/>
          </p:nvSpPr>
          <p:spPr>
            <a:xfrm rot="0" flipV="1">
              <a:off x="1202" y="409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6" name=""/>
            <p:cNvSpPr/>
            <p:nvPr/>
          </p:nvSpPr>
          <p:spPr>
            <a:xfrm rot="0">
              <a:off x="1211" y="419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7" name=""/>
            <p:cNvSpPr/>
            <p:nvPr/>
          </p:nvSpPr>
          <p:spPr>
            <a:xfrm rot="0" flipV="1">
              <a:off x="1193" y="429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8" name=""/>
            <p:cNvSpPr/>
            <p:nvPr/>
          </p:nvSpPr>
          <p:spPr>
            <a:xfrm rot="0">
              <a:off x="1202" y="436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49" name=""/>
            <p:cNvSpPr/>
            <p:nvPr/>
          </p:nvSpPr>
          <p:spPr>
            <a:xfrm rot="0" flipV="1">
              <a:off x="1202" y="438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0" name=""/>
            <p:cNvSpPr/>
            <p:nvPr/>
          </p:nvSpPr>
          <p:spPr>
            <a:xfrm rot="0" flipH="1">
              <a:off x="1219" y="437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1" name=""/>
            <p:cNvSpPr/>
            <p:nvPr/>
          </p:nvSpPr>
          <p:spPr>
            <a:xfrm rot="0" flipH="1">
              <a:off x="1202" y="449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2" name=""/>
            <p:cNvSpPr/>
            <p:nvPr/>
          </p:nvSpPr>
          <p:spPr>
            <a:xfrm rot="0">
              <a:off x="1205" y="450"/>
              <a:ext cx="6" cy="31"/>
            </a:xfrm>
            <a:custGeom>
              <a:avLst/>
              <a:ahLst/>
              <a:rect l="0" t="0" r="r" b="b"/>
              <a:pathLst>
                <a:path w="14" h="63">
                  <a:moveTo>
                    <a:pt x="14" y="0"/>
                  </a:moveTo>
                  <a:lnTo>
                    <a:pt x="14" y="63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3" name=""/>
            <p:cNvSpPr/>
            <p:nvPr/>
          </p:nvSpPr>
          <p:spPr>
            <a:xfrm rot="0" flipH="1">
              <a:off x="1194" y="460"/>
              <a:ext cx="11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4" name=""/>
            <p:cNvSpPr/>
            <p:nvPr/>
          </p:nvSpPr>
          <p:spPr>
            <a:xfrm rot="0">
              <a:off x="1216" y="457"/>
              <a:ext cx="8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5" name=""/>
            <p:cNvSpPr/>
            <p:nvPr/>
          </p:nvSpPr>
          <p:spPr>
            <a:xfrm rot="0">
              <a:off x="1263" y="460"/>
              <a:ext cx="14" cy="14"/>
            </a:xfrm>
            <a:custGeom>
              <a:avLst/>
              <a:ahLst/>
              <a:rect l="0" t="0" r="r" b="b"/>
              <a:pathLst>
                <a:path w="28" h="27">
                  <a:moveTo>
                    <a:pt x="0" y="14"/>
                  </a:moveTo>
                  <a:lnTo>
                    <a:pt x="1" y="18"/>
                  </a:lnTo>
                  <a:lnTo>
                    <a:pt x="3" y="22"/>
                  </a:lnTo>
                  <a:lnTo>
                    <a:pt x="6" y="25"/>
                  </a:lnTo>
                  <a:lnTo>
                    <a:pt x="10" y="27"/>
                  </a:lnTo>
                  <a:lnTo>
                    <a:pt x="14" y="27"/>
                  </a:lnTo>
                  <a:lnTo>
                    <a:pt x="18" y="27"/>
                  </a:lnTo>
                  <a:lnTo>
                    <a:pt x="22" y="25"/>
                  </a:lnTo>
                  <a:lnTo>
                    <a:pt x="25" y="22"/>
                  </a:lnTo>
                  <a:lnTo>
                    <a:pt x="28" y="18"/>
                  </a:lnTo>
                  <a:lnTo>
                    <a:pt x="28" y="14"/>
                  </a:lnTo>
                  <a:lnTo>
                    <a:pt x="28" y="10"/>
                  </a:lnTo>
                  <a:lnTo>
                    <a:pt x="25" y="6"/>
                  </a:lnTo>
                  <a:lnTo>
                    <a:pt x="22" y="3"/>
                  </a:lnTo>
                  <a:lnTo>
                    <a:pt x="18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6" y="3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6" name=""/>
            <p:cNvSpPr/>
            <p:nvPr/>
          </p:nvSpPr>
          <p:spPr>
            <a:xfrm rot="0">
              <a:off x="1262" y="459"/>
              <a:ext cx="16" cy="16"/>
            </a:xfrm>
            <a:custGeom>
              <a:avLst/>
              <a:ahLst/>
              <a:rect l="0" t="0" r="r" b="b"/>
              <a:pathLst>
                <a:path w="31" h="30">
                  <a:moveTo>
                    <a:pt x="31" y="15"/>
                  </a:moveTo>
                  <a:lnTo>
                    <a:pt x="30" y="10"/>
                  </a:lnTo>
                  <a:lnTo>
                    <a:pt x="28" y="6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2" y="24"/>
                  </a:lnTo>
                  <a:lnTo>
                    <a:pt x="6" y="27"/>
                  </a:lnTo>
                  <a:lnTo>
                    <a:pt x="10" y="29"/>
                  </a:lnTo>
                  <a:lnTo>
                    <a:pt x="15" y="30"/>
                  </a:lnTo>
                  <a:lnTo>
                    <a:pt x="20" y="29"/>
                  </a:lnTo>
                  <a:lnTo>
                    <a:pt x="24" y="27"/>
                  </a:lnTo>
                  <a:lnTo>
                    <a:pt x="28" y="24"/>
                  </a:lnTo>
                  <a:lnTo>
                    <a:pt x="30" y="20"/>
                  </a:lnTo>
                  <a:lnTo>
                    <a:pt x="31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7" name=""/>
            <p:cNvSpPr/>
            <p:nvPr/>
          </p:nvSpPr>
          <p:spPr>
            <a:xfrm rot="0" flipH="1">
              <a:off x="106" y="513"/>
              <a:ext cx="556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8" name=""/>
            <p:cNvSpPr/>
            <p:nvPr/>
          </p:nvSpPr>
          <p:spPr>
            <a:xfrm rot="0">
              <a:off x="2886" y="513"/>
              <a:ext cx="1" cy="361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59" name=""/>
            <p:cNvSpPr/>
            <p:nvPr/>
          </p:nvSpPr>
          <p:spPr>
            <a:xfrm rot="0" flipH="1">
              <a:off x="106" y="2322"/>
              <a:ext cx="556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0" name=""/>
            <p:cNvSpPr/>
            <p:nvPr/>
          </p:nvSpPr>
          <p:spPr>
            <a:xfrm rot="0">
              <a:off x="2633" y="3955"/>
              <a:ext cx="253" cy="177"/>
            </a:xfrm>
            <a:custGeom>
              <a:avLst/>
              <a:ahLst/>
              <a:rect l="0" t="0" r="r" b="b"/>
              <a:pathLst>
                <a:path w="505" h="354">
                  <a:moveTo>
                    <a:pt x="0" y="354"/>
                  </a:moveTo>
                  <a:lnTo>
                    <a:pt x="0" y="0"/>
                  </a:lnTo>
                  <a:lnTo>
                    <a:pt x="5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1" name=""/>
            <p:cNvSpPr/>
            <p:nvPr/>
          </p:nvSpPr>
          <p:spPr>
            <a:xfrm rot="0">
              <a:off x="2705" y="4012"/>
              <a:ext cx="22" cy="16"/>
            </a:xfrm>
            <a:custGeom>
              <a:avLst/>
              <a:ahLst/>
              <a:rect l="0" t="0" r="r" b="b"/>
              <a:pathLst>
                <a:path w="43" h="31">
                  <a:moveTo>
                    <a:pt x="43" y="0"/>
                  </a:moveTo>
                  <a:lnTo>
                    <a:pt x="35" y="0"/>
                  </a:lnTo>
                  <a:lnTo>
                    <a:pt x="26" y="2"/>
                  </a:lnTo>
                  <a:lnTo>
                    <a:pt x="19" y="6"/>
                  </a:lnTo>
                  <a:lnTo>
                    <a:pt x="13" y="11"/>
                  </a:lnTo>
                  <a:lnTo>
                    <a:pt x="7" y="17"/>
                  </a:lnTo>
                  <a:lnTo>
                    <a:pt x="3" y="23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2" name=""/>
            <p:cNvSpPr/>
            <p:nvPr/>
          </p:nvSpPr>
          <p:spPr>
            <a:xfrm rot="0">
              <a:off x="2727" y="4012"/>
              <a:ext cx="21" cy="32"/>
            </a:xfrm>
            <a:custGeom>
              <a:avLst/>
              <a:ahLst/>
              <a:rect l="0" t="0" r="r" b="b"/>
              <a:pathLst>
                <a:path w="42" h="64">
                  <a:moveTo>
                    <a:pt x="36" y="64"/>
                  </a:moveTo>
                  <a:lnTo>
                    <a:pt x="39" y="56"/>
                  </a:lnTo>
                  <a:lnTo>
                    <a:pt x="41" y="49"/>
                  </a:lnTo>
                  <a:lnTo>
                    <a:pt x="42" y="41"/>
                  </a:lnTo>
                  <a:lnTo>
                    <a:pt x="41" y="32"/>
                  </a:lnTo>
                  <a:lnTo>
                    <a:pt x="38" y="24"/>
                  </a:lnTo>
                  <a:lnTo>
                    <a:pt x="34" y="17"/>
                  </a:lnTo>
                  <a:lnTo>
                    <a:pt x="28" y="11"/>
                  </a:lnTo>
                  <a:lnTo>
                    <a:pt x="22" y="6"/>
                  </a:lnTo>
                  <a:lnTo>
                    <a:pt x="15" y="3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3" name=""/>
            <p:cNvSpPr/>
            <p:nvPr/>
          </p:nvSpPr>
          <p:spPr>
            <a:xfrm rot="0">
              <a:off x="2705" y="4044"/>
              <a:ext cx="43" cy="63"/>
            </a:xfrm>
            <a:custGeom>
              <a:avLst/>
              <a:ahLst/>
              <a:rect l="0" t="0" r="r" b="b"/>
              <a:pathLst>
                <a:path w="85" h="125">
                  <a:moveTo>
                    <a:pt x="79" y="0"/>
                  </a:moveTo>
                  <a:lnTo>
                    <a:pt x="0" y="125"/>
                  </a:lnTo>
                  <a:lnTo>
                    <a:pt x="85" y="1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4" name=""/>
            <p:cNvSpPr/>
            <p:nvPr/>
          </p:nvSpPr>
          <p:spPr>
            <a:xfrm rot="0">
              <a:off x="2780" y="4012"/>
              <a:ext cx="42" cy="95"/>
            </a:xfrm>
            <a:custGeom>
              <a:avLst/>
              <a:ahLst/>
              <a:rect l="0" t="0" r="r" b="b"/>
              <a:pathLst>
                <a:path w="85" h="189">
                  <a:moveTo>
                    <a:pt x="21" y="189"/>
                  </a:moveTo>
                  <a:lnTo>
                    <a:pt x="33" y="184"/>
                  </a:lnTo>
                  <a:lnTo>
                    <a:pt x="44" y="178"/>
                  </a:lnTo>
                  <a:lnTo>
                    <a:pt x="54" y="170"/>
                  </a:lnTo>
                  <a:lnTo>
                    <a:pt x="63" y="159"/>
                  </a:lnTo>
                  <a:lnTo>
                    <a:pt x="71" y="149"/>
                  </a:lnTo>
                  <a:lnTo>
                    <a:pt x="77" y="138"/>
                  </a:lnTo>
                  <a:lnTo>
                    <a:pt x="81" y="126"/>
                  </a:lnTo>
                  <a:lnTo>
                    <a:pt x="84" y="112"/>
                  </a:lnTo>
                  <a:lnTo>
                    <a:pt x="85" y="99"/>
                  </a:lnTo>
                  <a:lnTo>
                    <a:pt x="85" y="42"/>
                  </a:lnTo>
                  <a:lnTo>
                    <a:pt x="84" y="34"/>
                  </a:lnTo>
                  <a:lnTo>
                    <a:pt x="81" y="25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6" y="7"/>
                  </a:lnTo>
                  <a:lnTo>
                    <a:pt x="59" y="3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7" y="3"/>
                  </a:lnTo>
                  <a:lnTo>
                    <a:pt x="19" y="7"/>
                  </a:lnTo>
                  <a:lnTo>
                    <a:pt x="12" y="12"/>
                  </a:lnTo>
                  <a:lnTo>
                    <a:pt x="7" y="18"/>
                  </a:lnTo>
                  <a:lnTo>
                    <a:pt x="3" y="25"/>
                  </a:lnTo>
                  <a:lnTo>
                    <a:pt x="1" y="34"/>
                  </a:lnTo>
                  <a:lnTo>
                    <a:pt x="0" y="42"/>
                  </a:lnTo>
                  <a:lnTo>
                    <a:pt x="0" y="62"/>
                  </a:lnTo>
                  <a:lnTo>
                    <a:pt x="1" y="70"/>
                  </a:lnTo>
                  <a:lnTo>
                    <a:pt x="3" y="79"/>
                  </a:lnTo>
                  <a:lnTo>
                    <a:pt x="7" y="86"/>
                  </a:lnTo>
                  <a:lnTo>
                    <a:pt x="12" y="93"/>
                  </a:lnTo>
                  <a:lnTo>
                    <a:pt x="19" y="98"/>
                  </a:lnTo>
                  <a:lnTo>
                    <a:pt x="27" y="101"/>
                  </a:lnTo>
                  <a:lnTo>
                    <a:pt x="34" y="104"/>
                  </a:lnTo>
                  <a:lnTo>
                    <a:pt x="42" y="105"/>
                  </a:lnTo>
                  <a:lnTo>
                    <a:pt x="85" y="10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5" name=""/>
            <p:cNvSpPr/>
            <p:nvPr/>
          </p:nvSpPr>
          <p:spPr>
            <a:xfrm rot="0">
              <a:off x="2633" y="2145"/>
              <a:ext cx="253" cy="177"/>
            </a:xfrm>
            <a:custGeom>
              <a:avLst/>
              <a:ahLst/>
              <a:rect l="0" t="0" r="r" b="b"/>
              <a:pathLst>
                <a:path w="505" h="354">
                  <a:moveTo>
                    <a:pt x="0" y="354"/>
                  </a:moveTo>
                  <a:lnTo>
                    <a:pt x="0" y="0"/>
                  </a:lnTo>
                  <a:lnTo>
                    <a:pt x="5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6" name=""/>
            <p:cNvSpPr/>
            <p:nvPr/>
          </p:nvSpPr>
          <p:spPr>
            <a:xfrm rot="0">
              <a:off x="2710" y="2205"/>
              <a:ext cx="20" cy="16"/>
            </a:xfrm>
            <a:custGeom>
              <a:avLst/>
              <a:ahLst/>
              <a:rect l="0" t="0" r="r" b="b"/>
              <a:pathLst>
                <a:path w="42" h="32">
                  <a:moveTo>
                    <a:pt x="42" y="0"/>
                  </a:moveTo>
                  <a:lnTo>
                    <a:pt x="34" y="1"/>
                  </a:lnTo>
                  <a:lnTo>
                    <a:pt x="26" y="3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7" y="18"/>
                  </a:lnTo>
                  <a:lnTo>
                    <a:pt x="3" y="25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7" name=""/>
            <p:cNvSpPr/>
            <p:nvPr/>
          </p:nvSpPr>
          <p:spPr>
            <a:xfrm rot="0">
              <a:off x="2730" y="2205"/>
              <a:ext cx="21" cy="32"/>
            </a:xfrm>
            <a:custGeom>
              <a:avLst/>
              <a:ahLst/>
              <a:rect l="0" t="0" r="r" b="b"/>
              <a:pathLst>
                <a:path w="42" h="65">
                  <a:moveTo>
                    <a:pt x="36" y="65"/>
                  </a:moveTo>
                  <a:lnTo>
                    <a:pt x="39" y="58"/>
                  </a:lnTo>
                  <a:lnTo>
                    <a:pt x="42" y="49"/>
                  </a:lnTo>
                  <a:lnTo>
                    <a:pt x="42" y="41"/>
                  </a:lnTo>
                  <a:lnTo>
                    <a:pt x="41" y="33"/>
                  </a:lnTo>
                  <a:lnTo>
                    <a:pt x="39" y="26"/>
                  </a:lnTo>
                  <a:lnTo>
                    <a:pt x="35" y="19"/>
                  </a:lnTo>
                  <a:lnTo>
                    <a:pt x="30" y="13"/>
                  </a:lnTo>
                  <a:lnTo>
                    <a:pt x="22" y="7"/>
                  </a:lnTo>
                  <a:lnTo>
                    <a:pt x="15" y="3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8" name=""/>
            <p:cNvSpPr/>
            <p:nvPr/>
          </p:nvSpPr>
          <p:spPr>
            <a:xfrm rot="0">
              <a:off x="2710" y="2237"/>
              <a:ext cx="41" cy="63"/>
            </a:xfrm>
            <a:custGeom>
              <a:avLst/>
              <a:ahLst/>
              <a:rect l="0" t="0" r="r" b="b"/>
              <a:pathLst>
                <a:path w="84" h="126">
                  <a:moveTo>
                    <a:pt x="78" y="0"/>
                  </a:moveTo>
                  <a:lnTo>
                    <a:pt x="0" y="126"/>
                  </a:lnTo>
                  <a:lnTo>
                    <a:pt x="84" y="12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69" name=""/>
            <p:cNvSpPr/>
            <p:nvPr/>
          </p:nvSpPr>
          <p:spPr>
            <a:xfrm rot="0">
              <a:off x="2783" y="2205"/>
              <a:ext cx="42" cy="95"/>
            </a:xfrm>
            <a:custGeom>
              <a:avLst/>
              <a:ahLst/>
              <a:rect l="0" t="0" r="r" b="b"/>
              <a:pathLst>
                <a:path w="84" h="191">
                  <a:moveTo>
                    <a:pt x="42" y="191"/>
                  </a:moveTo>
                  <a:lnTo>
                    <a:pt x="84" y="0"/>
                  </a:lnTo>
                  <a:lnTo>
                    <a:pt x="0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0" name=""/>
            <p:cNvSpPr/>
            <p:nvPr/>
          </p:nvSpPr>
          <p:spPr>
            <a:xfrm rot="0">
              <a:off x="5414" y="3955"/>
              <a:ext cx="253" cy="177"/>
            </a:xfrm>
            <a:custGeom>
              <a:avLst/>
              <a:ahLst/>
              <a:rect l="0" t="0" r="r" b="b"/>
              <a:pathLst>
                <a:path w="505" h="354">
                  <a:moveTo>
                    <a:pt x="0" y="354"/>
                  </a:moveTo>
                  <a:lnTo>
                    <a:pt x="0" y="0"/>
                  </a:lnTo>
                  <a:lnTo>
                    <a:pt x="5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1" name=""/>
            <p:cNvSpPr/>
            <p:nvPr/>
          </p:nvSpPr>
          <p:spPr>
            <a:xfrm rot="0">
              <a:off x="5488" y="4009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2" name=""/>
            <p:cNvSpPr/>
            <p:nvPr/>
          </p:nvSpPr>
          <p:spPr>
            <a:xfrm rot="0">
              <a:off x="5509" y="4009"/>
              <a:ext cx="21" cy="43"/>
            </a:xfrm>
            <a:custGeom>
              <a:avLst/>
              <a:ahLst/>
              <a:rect l="0" t="0" r="r" b="b"/>
              <a:pathLst>
                <a:path w="42" h="85">
                  <a:moveTo>
                    <a:pt x="0" y="85"/>
                  </a:moveTo>
                  <a:lnTo>
                    <a:pt x="8" y="84"/>
                  </a:lnTo>
                  <a:lnTo>
                    <a:pt x="16" y="82"/>
                  </a:lnTo>
                  <a:lnTo>
                    <a:pt x="23" y="77"/>
                  </a:lnTo>
                  <a:lnTo>
                    <a:pt x="30" y="72"/>
                  </a:lnTo>
                  <a:lnTo>
                    <a:pt x="35" y="65"/>
                  </a:lnTo>
                  <a:lnTo>
                    <a:pt x="39" y="58"/>
                  </a:lnTo>
                  <a:lnTo>
                    <a:pt x="41" y="51"/>
                  </a:lnTo>
                  <a:lnTo>
                    <a:pt x="42" y="43"/>
                  </a:lnTo>
                  <a:lnTo>
                    <a:pt x="41" y="33"/>
                  </a:lnTo>
                  <a:lnTo>
                    <a:pt x="39" y="26"/>
                  </a:lnTo>
                  <a:lnTo>
                    <a:pt x="35" y="19"/>
                  </a:lnTo>
                  <a:lnTo>
                    <a:pt x="30" y="12"/>
                  </a:lnTo>
                  <a:lnTo>
                    <a:pt x="23" y="7"/>
                  </a:lnTo>
                  <a:lnTo>
                    <a:pt x="16" y="3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3" name=""/>
            <p:cNvSpPr/>
            <p:nvPr/>
          </p:nvSpPr>
          <p:spPr>
            <a:xfrm rot="0" flipH="1">
              <a:off x="5499" y="4052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4" name=""/>
            <p:cNvSpPr/>
            <p:nvPr/>
          </p:nvSpPr>
          <p:spPr>
            <a:xfrm rot="0">
              <a:off x="5509" y="4052"/>
              <a:ext cx="21" cy="21"/>
            </a:xfrm>
            <a:custGeom>
              <a:avLst/>
              <a:ahLst/>
              <a:rect l="0" t="0" r="r" b="b"/>
              <a:pathLst>
                <a:path w="42" h="42">
                  <a:moveTo>
                    <a:pt x="42" y="42"/>
                  </a:moveTo>
                  <a:lnTo>
                    <a:pt x="41" y="33"/>
                  </a:lnTo>
                  <a:lnTo>
                    <a:pt x="39" y="25"/>
                  </a:lnTo>
                  <a:lnTo>
                    <a:pt x="35" y="18"/>
                  </a:lnTo>
                  <a:lnTo>
                    <a:pt x="30" y="12"/>
                  </a:lnTo>
                  <a:lnTo>
                    <a:pt x="23" y="7"/>
                  </a:lnTo>
                  <a:lnTo>
                    <a:pt x="16" y="3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5" name=""/>
            <p:cNvSpPr/>
            <p:nvPr/>
          </p:nvSpPr>
          <p:spPr>
            <a:xfrm rot="0">
              <a:off x="5530" y="4073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6" name=""/>
            <p:cNvSpPr/>
            <p:nvPr/>
          </p:nvSpPr>
          <p:spPr>
            <a:xfrm rot="0">
              <a:off x="5509" y="4084"/>
              <a:ext cx="21" cy="21"/>
            </a:xfrm>
            <a:custGeom>
              <a:avLst/>
              <a:ahLst/>
              <a:rect l="0" t="0" r="r" b="b"/>
              <a:pathLst>
                <a:path w="42" h="42">
                  <a:moveTo>
                    <a:pt x="0" y="42"/>
                  </a:moveTo>
                  <a:lnTo>
                    <a:pt x="8" y="41"/>
                  </a:lnTo>
                  <a:lnTo>
                    <a:pt x="16" y="39"/>
                  </a:lnTo>
                  <a:lnTo>
                    <a:pt x="23" y="35"/>
                  </a:lnTo>
                  <a:lnTo>
                    <a:pt x="30" y="30"/>
                  </a:lnTo>
                  <a:lnTo>
                    <a:pt x="35" y="23"/>
                  </a:lnTo>
                  <a:lnTo>
                    <a:pt x="39" y="15"/>
                  </a:lnTo>
                  <a:lnTo>
                    <a:pt x="41" y="8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7" name=""/>
            <p:cNvSpPr/>
            <p:nvPr/>
          </p:nvSpPr>
          <p:spPr>
            <a:xfrm rot="0" flipH="1">
              <a:off x="5488" y="4105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8" name=""/>
            <p:cNvSpPr/>
            <p:nvPr/>
          </p:nvSpPr>
          <p:spPr>
            <a:xfrm rot="0">
              <a:off x="5562" y="4015"/>
              <a:ext cx="11" cy="84"/>
            </a:xfrm>
            <a:custGeom>
              <a:avLst/>
              <a:ahLst/>
              <a:rect l="0" t="0" r="r" b="b"/>
              <a:pathLst>
                <a:path w="22" h="168">
                  <a:moveTo>
                    <a:pt x="22" y="0"/>
                  </a:moveTo>
                  <a:lnTo>
                    <a:pt x="14" y="15"/>
                  </a:lnTo>
                  <a:lnTo>
                    <a:pt x="8" y="32"/>
                  </a:lnTo>
                  <a:lnTo>
                    <a:pt x="3" y="49"/>
                  </a:lnTo>
                  <a:lnTo>
                    <a:pt x="1" y="66"/>
                  </a:lnTo>
                  <a:lnTo>
                    <a:pt x="0" y="84"/>
                  </a:lnTo>
                  <a:lnTo>
                    <a:pt x="1" y="101"/>
                  </a:lnTo>
                  <a:lnTo>
                    <a:pt x="3" y="119"/>
                  </a:lnTo>
                  <a:lnTo>
                    <a:pt x="8" y="136"/>
                  </a:lnTo>
                  <a:lnTo>
                    <a:pt x="14" y="152"/>
                  </a:lnTo>
                  <a:lnTo>
                    <a:pt x="22" y="16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79" name=""/>
            <p:cNvSpPr/>
            <p:nvPr/>
          </p:nvSpPr>
          <p:spPr>
            <a:xfrm rot="0">
              <a:off x="5573" y="4009"/>
              <a:ext cx="21" cy="6"/>
            </a:xfrm>
            <a:custGeom>
              <a:avLst/>
              <a:ahLst/>
              <a:rect l="0" t="0" r="r" b="b"/>
              <a:pathLst>
                <a:path w="42" h="11">
                  <a:moveTo>
                    <a:pt x="42" y="11"/>
                  </a:moveTo>
                  <a:lnTo>
                    <a:pt x="37" y="6"/>
                  </a:lnTo>
                  <a:lnTo>
                    <a:pt x="31" y="2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0" name=""/>
            <p:cNvSpPr/>
            <p:nvPr/>
          </p:nvSpPr>
          <p:spPr>
            <a:xfrm rot="0">
              <a:off x="5594" y="4015"/>
              <a:ext cx="10" cy="84"/>
            </a:xfrm>
            <a:custGeom>
              <a:avLst/>
              <a:ahLst/>
              <a:rect l="0" t="0" r="r" b="b"/>
              <a:pathLst>
                <a:path w="20" h="168">
                  <a:moveTo>
                    <a:pt x="0" y="168"/>
                  </a:moveTo>
                  <a:lnTo>
                    <a:pt x="7" y="152"/>
                  </a:lnTo>
                  <a:lnTo>
                    <a:pt x="13" y="136"/>
                  </a:lnTo>
                  <a:lnTo>
                    <a:pt x="17" y="119"/>
                  </a:lnTo>
                  <a:lnTo>
                    <a:pt x="20" y="101"/>
                  </a:lnTo>
                  <a:lnTo>
                    <a:pt x="20" y="84"/>
                  </a:lnTo>
                  <a:lnTo>
                    <a:pt x="20" y="66"/>
                  </a:lnTo>
                  <a:lnTo>
                    <a:pt x="17" y="49"/>
                  </a:lnTo>
                  <a:lnTo>
                    <a:pt x="13" y="32"/>
                  </a:lnTo>
                  <a:lnTo>
                    <a:pt x="7" y="15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1" name=""/>
            <p:cNvSpPr/>
            <p:nvPr/>
          </p:nvSpPr>
          <p:spPr>
            <a:xfrm rot="0">
              <a:off x="5573" y="4099"/>
              <a:ext cx="21" cy="6"/>
            </a:xfrm>
            <a:custGeom>
              <a:avLst/>
              <a:ahLst/>
              <a:rect l="0" t="0" r="r" b="b"/>
              <a:pathLst>
                <a:path w="42" h="11">
                  <a:moveTo>
                    <a:pt x="0" y="0"/>
                  </a:moveTo>
                  <a:lnTo>
                    <a:pt x="4" y="5"/>
                  </a:lnTo>
                  <a:lnTo>
                    <a:pt x="10" y="9"/>
                  </a:lnTo>
                  <a:lnTo>
                    <a:pt x="17" y="11"/>
                  </a:lnTo>
                  <a:lnTo>
                    <a:pt x="24" y="11"/>
                  </a:lnTo>
                  <a:lnTo>
                    <a:pt x="31" y="9"/>
                  </a:lnTo>
                  <a:lnTo>
                    <a:pt x="37" y="5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2" name=""/>
            <p:cNvSpPr/>
            <p:nvPr/>
          </p:nvSpPr>
          <p:spPr>
            <a:xfrm rot="0">
              <a:off x="5414" y="2145"/>
              <a:ext cx="253" cy="177"/>
            </a:xfrm>
            <a:custGeom>
              <a:avLst/>
              <a:ahLst/>
              <a:rect l="0" t="0" r="r" b="b"/>
              <a:pathLst>
                <a:path w="505" h="354">
                  <a:moveTo>
                    <a:pt x="0" y="354"/>
                  </a:moveTo>
                  <a:lnTo>
                    <a:pt x="0" y="0"/>
                  </a:lnTo>
                  <a:lnTo>
                    <a:pt x="50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3" name=""/>
            <p:cNvSpPr/>
            <p:nvPr/>
          </p:nvSpPr>
          <p:spPr>
            <a:xfrm rot="0">
              <a:off x="5490" y="2205"/>
              <a:ext cx="21" cy="16"/>
            </a:xfrm>
            <a:custGeom>
              <a:avLst/>
              <a:ahLst/>
              <a:rect l="0" t="0" r="r" b="b"/>
              <a:pathLst>
                <a:path w="42" h="32">
                  <a:moveTo>
                    <a:pt x="42" y="0"/>
                  </a:moveTo>
                  <a:lnTo>
                    <a:pt x="34" y="1"/>
                  </a:lnTo>
                  <a:lnTo>
                    <a:pt x="26" y="3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7" y="18"/>
                  </a:lnTo>
                  <a:lnTo>
                    <a:pt x="2" y="25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4" name=""/>
            <p:cNvSpPr/>
            <p:nvPr/>
          </p:nvSpPr>
          <p:spPr>
            <a:xfrm rot="0">
              <a:off x="5511" y="2205"/>
              <a:ext cx="21" cy="32"/>
            </a:xfrm>
            <a:custGeom>
              <a:avLst/>
              <a:ahLst/>
              <a:rect l="0" t="0" r="r" b="b"/>
              <a:pathLst>
                <a:path w="42" h="65">
                  <a:moveTo>
                    <a:pt x="36" y="65"/>
                  </a:moveTo>
                  <a:lnTo>
                    <a:pt x="39" y="58"/>
                  </a:lnTo>
                  <a:lnTo>
                    <a:pt x="41" y="49"/>
                  </a:lnTo>
                  <a:lnTo>
                    <a:pt x="42" y="41"/>
                  </a:lnTo>
                  <a:lnTo>
                    <a:pt x="41" y="33"/>
                  </a:lnTo>
                  <a:lnTo>
                    <a:pt x="39" y="26"/>
                  </a:lnTo>
                  <a:lnTo>
                    <a:pt x="35" y="19"/>
                  </a:lnTo>
                  <a:lnTo>
                    <a:pt x="30" y="13"/>
                  </a:lnTo>
                  <a:lnTo>
                    <a:pt x="23" y="7"/>
                  </a:lnTo>
                  <a:lnTo>
                    <a:pt x="15" y="3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5" name=""/>
            <p:cNvSpPr/>
            <p:nvPr/>
          </p:nvSpPr>
          <p:spPr>
            <a:xfrm rot="0">
              <a:off x="5490" y="2237"/>
              <a:ext cx="42" cy="63"/>
            </a:xfrm>
            <a:custGeom>
              <a:avLst/>
              <a:ahLst/>
              <a:rect l="0" t="0" r="r" b="b"/>
              <a:pathLst>
                <a:path w="84" h="126">
                  <a:moveTo>
                    <a:pt x="78" y="0"/>
                  </a:moveTo>
                  <a:lnTo>
                    <a:pt x="0" y="126"/>
                  </a:lnTo>
                  <a:lnTo>
                    <a:pt x="84" y="12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6" name=""/>
            <p:cNvSpPr/>
            <p:nvPr/>
          </p:nvSpPr>
          <p:spPr>
            <a:xfrm rot="0">
              <a:off x="5564" y="2205"/>
              <a:ext cx="42" cy="42"/>
            </a:xfrm>
            <a:custGeom>
              <a:avLst/>
              <a:ahLst/>
              <a:rect l="0" t="0" r="r" b="b"/>
              <a:pathLst>
                <a:path w="84" h="85">
                  <a:moveTo>
                    <a:pt x="84" y="42"/>
                  </a:moveTo>
                  <a:lnTo>
                    <a:pt x="83" y="34"/>
                  </a:lnTo>
                  <a:lnTo>
                    <a:pt x="81" y="27"/>
                  </a:lnTo>
                  <a:lnTo>
                    <a:pt x="77" y="19"/>
                  </a:lnTo>
                  <a:lnTo>
                    <a:pt x="72" y="13"/>
                  </a:lnTo>
                  <a:lnTo>
                    <a:pt x="66" y="7"/>
                  </a:lnTo>
                  <a:lnTo>
                    <a:pt x="59" y="3"/>
                  </a:lnTo>
                  <a:lnTo>
                    <a:pt x="51" y="1"/>
                  </a:lnTo>
                  <a:lnTo>
                    <a:pt x="42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9" y="7"/>
                  </a:lnTo>
                  <a:lnTo>
                    <a:pt x="13" y="13"/>
                  </a:lnTo>
                  <a:lnTo>
                    <a:pt x="8" y="19"/>
                  </a:lnTo>
                  <a:lnTo>
                    <a:pt x="3" y="27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3" y="59"/>
                  </a:lnTo>
                  <a:lnTo>
                    <a:pt x="8" y="66"/>
                  </a:lnTo>
                  <a:lnTo>
                    <a:pt x="13" y="73"/>
                  </a:lnTo>
                  <a:lnTo>
                    <a:pt x="19" y="78"/>
                  </a:lnTo>
                  <a:lnTo>
                    <a:pt x="26" y="81"/>
                  </a:lnTo>
                  <a:lnTo>
                    <a:pt x="34" y="84"/>
                  </a:lnTo>
                  <a:lnTo>
                    <a:pt x="42" y="85"/>
                  </a:lnTo>
                  <a:lnTo>
                    <a:pt x="51" y="84"/>
                  </a:lnTo>
                  <a:lnTo>
                    <a:pt x="59" y="81"/>
                  </a:lnTo>
                  <a:lnTo>
                    <a:pt x="66" y="78"/>
                  </a:lnTo>
                  <a:lnTo>
                    <a:pt x="72" y="73"/>
                  </a:lnTo>
                  <a:lnTo>
                    <a:pt x="77" y="66"/>
                  </a:lnTo>
                  <a:lnTo>
                    <a:pt x="81" y="59"/>
                  </a:lnTo>
                  <a:lnTo>
                    <a:pt x="83" y="50"/>
                  </a:lnTo>
                  <a:lnTo>
                    <a:pt x="84" y="4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7" name=""/>
            <p:cNvSpPr/>
            <p:nvPr/>
          </p:nvSpPr>
          <p:spPr>
            <a:xfrm rot="0">
              <a:off x="5564" y="2247"/>
              <a:ext cx="42" cy="21"/>
            </a:xfrm>
            <a:custGeom>
              <a:avLst/>
              <a:ahLst/>
              <a:rect l="0" t="0" r="r" b="b"/>
              <a:pathLst>
                <a:path w="84" h="42">
                  <a:moveTo>
                    <a:pt x="84" y="42"/>
                  </a:moveTo>
                  <a:lnTo>
                    <a:pt x="83" y="34"/>
                  </a:lnTo>
                  <a:lnTo>
                    <a:pt x="81" y="26"/>
                  </a:lnTo>
                  <a:lnTo>
                    <a:pt x="77" y="19"/>
                  </a:lnTo>
                  <a:lnTo>
                    <a:pt x="72" y="13"/>
                  </a:lnTo>
                  <a:lnTo>
                    <a:pt x="66" y="7"/>
                  </a:lnTo>
                  <a:lnTo>
                    <a:pt x="59" y="3"/>
                  </a:lnTo>
                  <a:lnTo>
                    <a:pt x="51" y="0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6" y="3"/>
                  </a:lnTo>
                  <a:lnTo>
                    <a:pt x="19" y="7"/>
                  </a:lnTo>
                  <a:lnTo>
                    <a:pt x="13" y="13"/>
                  </a:lnTo>
                  <a:lnTo>
                    <a:pt x="8" y="19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8" name=""/>
            <p:cNvSpPr/>
            <p:nvPr/>
          </p:nvSpPr>
          <p:spPr>
            <a:xfrm rot="0">
              <a:off x="5606" y="2268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89" name=""/>
            <p:cNvSpPr/>
            <p:nvPr/>
          </p:nvSpPr>
          <p:spPr>
            <a:xfrm rot="0">
              <a:off x="5564" y="2278"/>
              <a:ext cx="42" cy="22"/>
            </a:xfrm>
            <a:custGeom>
              <a:avLst/>
              <a:ahLst/>
              <a:rect l="0" t="0" r="r" b="b"/>
              <a:pathLst>
                <a:path w="84" h="43">
                  <a:moveTo>
                    <a:pt x="0" y="0"/>
                  </a:moveTo>
                  <a:lnTo>
                    <a:pt x="0" y="8"/>
                  </a:lnTo>
                  <a:lnTo>
                    <a:pt x="3" y="16"/>
                  </a:lnTo>
                  <a:lnTo>
                    <a:pt x="8" y="23"/>
                  </a:lnTo>
                  <a:lnTo>
                    <a:pt x="13" y="30"/>
                  </a:lnTo>
                  <a:lnTo>
                    <a:pt x="19" y="36"/>
                  </a:lnTo>
                  <a:lnTo>
                    <a:pt x="26" y="39"/>
                  </a:lnTo>
                  <a:lnTo>
                    <a:pt x="34" y="42"/>
                  </a:lnTo>
                  <a:lnTo>
                    <a:pt x="42" y="43"/>
                  </a:lnTo>
                  <a:lnTo>
                    <a:pt x="51" y="42"/>
                  </a:lnTo>
                  <a:lnTo>
                    <a:pt x="59" y="39"/>
                  </a:lnTo>
                  <a:lnTo>
                    <a:pt x="66" y="36"/>
                  </a:lnTo>
                  <a:lnTo>
                    <a:pt x="72" y="30"/>
                  </a:lnTo>
                  <a:lnTo>
                    <a:pt x="77" y="23"/>
                  </a:lnTo>
                  <a:lnTo>
                    <a:pt x="81" y="16"/>
                  </a:lnTo>
                  <a:lnTo>
                    <a:pt x="83" y="8"/>
                  </a:lnTo>
                  <a:lnTo>
                    <a:pt x="8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90" name=""/>
            <p:cNvSpPr/>
            <p:nvPr/>
          </p:nvSpPr>
          <p:spPr>
            <a:xfrm rot="0" flipV="1">
              <a:off x="5564" y="2268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91" name=""/>
            <p:cNvSpPr/>
            <p:nvPr/>
          </p:nvSpPr>
          <p:spPr>
            <a:xfrm rot="0">
              <a:off x="2439" y="1435"/>
              <a:ext cx="14" cy="26"/>
            </a:xfrm>
            <a:custGeom>
              <a:avLst/>
              <a:ahLst/>
              <a:rect l="0" t="0" r="r" b="b"/>
              <a:pathLst>
                <a:path w="27" h="51">
                  <a:moveTo>
                    <a:pt x="2" y="2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5" y="3"/>
                  </a:lnTo>
                  <a:lnTo>
                    <a:pt x="21" y="8"/>
                  </a:lnTo>
                  <a:lnTo>
                    <a:pt x="25" y="15"/>
                  </a:lnTo>
                  <a:lnTo>
                    <a:pt x="27" y="23"/>
                  </a:lnTo>
                  <a:lnTo>
                    <a:pt x="27" y="31"/>
                  </a:lnTo>
                  <a:lnTo>
                    <a:pt x="24" y="39"/>
                  </a:lnTo>
                  <a:lnTo>
                    <a:pt x="19" y="45"/>
                  </a:lnTo>
                  <a:lnTo>
                    <a:pt x="12" y="49"/>
                  </a:lnTo>
                  <a:lnTo>
                    <a:pt x="4" y="51"/>
                  </a:lnTo>
                  <a:lnTo>
                    <a:pt x="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192" name=""/>
            <p:cNvSpPr/>
            <p:nvPr/>
          </p:nvSpPr>
          <p:spPr>
            <a:xfrm rot="0">
              <a:off x="2439" y="1435"/>
              <a:ext cx="14" cy="26"/>
            </a:xfrm>
            <a:custGeom>
              <a:avLst/>
              <a:ahLst/>
              <a:rect l="0" t="0" r="r" b="b"/>
              <a:pathLst>
                <a:path w="27" h="51">
                  <a:moveTo>
                    <a:pt x="0" y="0"/>
                  </a:moveTo>
                  <a:lnTo>
                    <a:pt x="8" y="0"/>
                  </a:lnTo>
                  <a:lnTo>
                    <a:pt x="15" y="3"/>
                  </a:lnTo>
                  <a:lnTo>
                    <a:pt x="21" y="8"/>
                  </a:lnTo>
                  <a:lnTo>
                    <a:pt x="25" y="15"/>
                  </a:lnTo>
                  <a:lnTo>
                    <a:pt x="27" y="23"/>
                  </a:lnTo>
                  <a:lnTo>
                    <a:pt x="27" y="31"/>
                  </a:lnTo>
                  <a:lnTo>
                    <a:pt x="24" y="39"/>
                  </a:lnTo>
                  <a:lnTo>
                    <a:pt x="19" y="45"/>
                  </a:lnTo>
                  <a:lnTo>
                    <a:pt x="12" y="49"/>
                  </a:lnTo>
                  <a:lnTo>
                    <a:pt x="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93" name=""/>
            <p:cNvSpPr/>
            <p:nvPr/>
          </p:nvSpPr>
          <p:spPr>
            <a:xfrm rot="0">
              <a:off x="2261" y="1435"/>
              <a:ext cx="180" cy="42"/>
            </a:xfrm>
            <a:custGeom>
              <a:avLst/>
              <a:ahLst/>
              <a:rect l="0" t="0" r="r" b="b"/>
              <a:pathLst>
                <a:path w="362" h="83">
                  <a:moveTo>
                    <a:pt x="362" y="51"/>
                  </a:moveTo>
                  <a:lnTo>
                    <a:pt x="360" y="25"/>
                  </a:lnTo>
                  <a:lnTo>
                    <a:pt x="358" y="0"/>
                  </a:lnTo>
                  <a:lnTo>
                    <a:pt x="0" y="31"/>
                  </a:lnTo>
                  <a:lnTo>
                    <a:pt x="3" y="57"/>
                  </a:lnTo>
                  <a:lnTo>
                    <a:pt x="5" y="83"/>
                  </a:lnTo>
                  <a:lnTo>
                    <a:pt x="362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194" name=""/>
            <p:cNvSpPr/>
            <p:nvPr/>
          </p:nvSpPr>
          <p:spPr>
            <a:xfrm rot="0">
              <a:off x="2261" y="1435"/>
              <a:ext cx="180" cy="42"/>
            </a:xfrm>
            <a:custGeom>
              <a:avLst/>
              <a:ahLst/>
              <a:rect l="0" t="0" r="r" b="b"/>
              <a:pathLst>
                <a:path w="362" h="83">
                  <a:moveTo>
                    <a:pt x="362" y="51"/>
                  </a:moveTo>
                  <a:lnTo>
                    <a:pt x="360" y="25"/>
                  </a:lnTo>
                  <a:lnTo>
                    <a:pt x="358" y="0"/>
                  </a:lnTo>
                  <a:lnTo>
                    <a:pt x="0" y="31"/>
                  </a:lnTo>
                  <a:lnTo>
                    <a:pt x="3" y="57"/>
                  </a:lnTo>
                  <a:lnTo>
                    <a:pt x="5" y="83"/>
                  </a:lnTo>
                  <a:lnTo>
                    <a:pt x="362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95" name=""/>
            <p:cNvSpPr/>
            <p:nvPr/>
          </p:nvSpPr>
          <p:spPr>
            <a:xfrm rot="0">
              <a:off x="2249" y="1451"/>
              <a:ext cx="14" cy="26"/>
            </a:xfrm>
            <a:custGeom>
              <a:avLst/>
              <a:ahLst/>
              <a:rect l="0" t="0" r="r" b="b"/>
              <a:pathLst>
                <a:path w="28" h="52">
                  <a:moveTo>
                    <a:pt x="26" y="26"/>
                  </a:moveTo>
                  <a:lnTo>
                    <a:pt x="28" y="52"/>
                  </a:lnTo>
                  <a:lnTo>
                    <a:pt x="19" y="52"/>
                  </a:lnTo>
                  <a:lnTo>
                    <a:pt x="12" y="49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5" y="3"/>
                  </a:lnTo>
                  <a:lnTo>
                    <a:pt x="23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196" name=""/>
            <p:cNvSpPr/>
            <p:nvPr/>
          </p:nvSpPr>
          <p:spPr>
            <a:xfrm rot="0">
              <a:off x="2249" y="1451"/>
              <a:ext cx="14" cy="26"/>
            </a:xfrm>
            <a:custGeom>
              <a:avLst/>
              <a:ahLst/>
              <a:rect l="0" t="0" r="r" b="b"/>
              <a:pathLst>
                <a:path w="28" h="52">
                  <a:moveTo>
                    <a:pt x="28" y="52"/>
                  </a:moveTo>
                  <a:lnTo>
                    <a:pt x="19" y="52"/>
                  </a:lnTo>
                  <a:lnTo>
                    <a:pt x="12" y="49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8" y="7"/>
                  </a:lnTo>
                  <a:lnTo>
                    <a:pt x="15" y="3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97" name=""/>
            <p:cNvSpPr/>
            <p:nvPr/>
          </p:nvSpPr>
          <p:spPr>
            <a:xfrm rot="0">
              <a:off x="1713" y="1762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6" y="22"/>
                  </a:moveTo>
                  <a:lnTo>
                    <a:pt x="39" y="45"/>
                  </a:lnTo>
                  <a:lnTo>
                    <a:pt x="31" y="48"/>
                  </a:lnTo>
                  <a:lnTo>
                    <a:pt x="23" y="48"/>
                  </a:lnTo>
                  <a:lnTo>
                    <a:pt x="16" y="46"/>
                  </a:lnTo>
                  <a:lnTo>
                    <a:pt x="9" y="42"/>
                  </a:lnTo>
                  <a:lnTo>
                    <a:pt x="4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3" y="0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198" name=""/>
            <p:cNvSpPr/>
            <p:nvPr/>
          </p:nvSpPr>
          <p:spPr>
            <a:xfrm rot="0">
              <a:off x="1713" y="1762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39" y="45"/>
                  </a:moveTo>
                  <a:lnTo>
                    <a:pt x="31" y="48"/>
                  </a:lnTo>
                  <a:lnTo>
                    <a:pt x="23" y="48"/>
                  </a:lnTo>
                  <a:lnTo>
                    <a:pt x="16" y="46"/>
                  </a:lnTo>
                  <a:lnTo>
                    <a:pt x="9" y="42"/>
                  </a:lnTo>
                  <a:lnTo>
                    <a:pt x="4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199" name=""/>
            <p:cNvSpPr/>
            <p:nvPr/>
          </p:nvSpPr>
          <p:spPr>
            <a:xfrm rot="0">
              <a:off x="1719" y="1453"/>
              <a:ext cx="549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1"/>
                  </a:lnTo>
                  <a:lnTo>
                    <a:pt x="26" y="664"/>
                  </a:lnTo>
                  <a:lnTo>
                    <a:pt x="1099" y="45"/>
                  </a:lnTo>
                  <a:lnTo>
                    <a:pt x="1086" y="22"/>
                  </a:lnTo>
                  <a:lnTo>
                    <a:pt x="1072" y="0"/>
                  </a:lnTo>
                  <a:lnTo>
                    <a:pt x="0" y="6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00" name=""/>
            <p:cNvSpPr/>
            <p:nvPr/>
          </p:nvSpPr>
          <p:spPr>
            <a:xfrm rot="0">
              <a:off x="1719" y="1453"/>
              <a:ext cx="549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1"/>
                  </a:lnTo>
                  <a:lnTo>
                    <a:pt x="26" y="664"/>
                  </a:lnTo>
                  <a:lnTo>
                    <a:pt x="1099" y="45"/>
                  </a:lnTo>
                  <a:lnTo>
                    <a:pt x="1086" y="22"/>
                  </a:lnTo>
                  <a:lnTo>
                    <a:pt x="1072" y="0"/>
                  </a:lnTo>
                  <a:lnTo>
                    <a:pt x="0" y="6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01" name=""/>
            <p:cNvSpPr/>
            <p:nvPr/>
          </p:nvSpPr>
          <p:spPr>
            <a:xfrm rot="0">
              <a:off x="2255" y="1451"/>
              <a:ext cx="20" cy="24"/>
            </a:xfrm>
            <a:custGeom>
              <a:avLst/>
              <a:ahLst/>
              <a:rect l="0" t="0" r="r" b="b"/>
              <a:pathLst>
                <a:path w="39" h="49">
                  <a:moveTo>
                    <a:pt x="14" y="26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1" y="7"/>
                  </a:lnTo>
                  <a:lnTo>
                    <a:pt x="36" y="13"/>
                  </a:lnTo>
                  <a:lnTo>
                    <a:pt x="39" y="21"/>
                  </a:lnTo>
                  <a:lnTo>
                    <a:pt x="39" y="29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9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02" name=""/>
            <p:cNvSpPr/>
            <p:nvPr/>
          </p:nvSpPr>
          <p:spPr>
            <a:xfrm rot="0">
              <a:off x="2255" y="1451"/>
              <a:ext cx="20" cy="24"/>
            </a:xfrm>
            <a:custGeom>
              <a:avLst/>
              <a:ahLst/>
              <a:rect l="0" t="0" r="r" b="b"/>
              <a:pathLst>
                <a:path w="39" h="49">
                  <a:moveTo>
                    <a:pt x="0" y="4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31" y="7"/>
                  </a:lnTo>
                  <a:lnTo>
                    <a:pt x="36" y="13"/>
                  </a:lnTo>
                  <a:lnTo>
                    <a:pt x="39" y="21"/>
                  </a:lnTo>
                  <a:lnTo>
                    <a:pt x="39" y="29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03" name=""/>
            <p:cNvSpPr/>
            <p:nvPr/>
          </p:nvSpPr>
          <p:spPr>
            <a:xfrm rot="0">
              <a:off x="2606" y="190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1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04" name=""/>
            <p:cNvSpPr/>
            <p:nvPr/>
          </p:nvSpPr>
          <p:spPr>
            <a:xfrm rot="0">
              <a:off x="2606" y="190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1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05" name=""/>
            <p:cNvSpPr/>
            <p:nvPr/>
          </p:nvSpPr>
          <p:spPr>
            <a:xfrm rot="0">
              <a:off x="2606" y="1671"/>
              <a:ext cx="26" cy="238"/>
            </a:xfrm>
            <a:custGeom>
              <a:avLst/>
              <a:ahLst/>
              <a:rect l="0" t="0" r="r" b="b"/>
              <a:pathLst>
                <a:path w="52" h="477">
                  <a:moveTo>
                    <a:pt x="0" y="477"/>
                  </a:moveTo>
                  <a:lnTo>
                    <a:pt x="26" y="477"/>
                  </a:lnTo>
                  <a:lnTo>
                    <a:pt x="52" y="477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06" name=""/>
            <p:cNvSpPr/>
            <p:nvPr/>
          </p:nvSpPr>
          <p:spPr>
            <a:xfrm rot="0">
              <a:off x="2606" y="1671"/>
              <a:ext cx="26" cy="238"/>
            </a:xfrm>
            <a:custGeom>
              <a:avLst/>
              <a:ahLst/>
              <a:rect l="0" t="0" r="r" b="b"/>
              <a:pathLst>
                <a:path w="52" h="477">
                  <a:moveTo>
                    <a:pt x="0" y="477"/>
                  </a:moveTo>
                  <a:lnTo>
                    <a:pt x="26" y="477"/>
                  </a:lnTo>
                  <a:lnTo>
                    <a:pt x="52" y="477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4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07" name=""/>
            <p:cNvSpPr/>
            <p:nvPr/>
          </p:nvSpPr>
          <p:spPr>
            <a:xfrm rot="0">
              <a:off x="2606" y="1658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26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08" name=""/>
            <p:cNvSpPr/>
            <p:nvPr/>
          </p:nvSpPr>
          <p:spPr>
            <a:xfrm rot="0">
              <a:off x="2606" y="1658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09" name=""/>
            <p:cNvSpPr/>
            <p:nvPr/>
          </p:nvSpPr>
          <p:spPr>
            <a:xfrm rot="0">
              <a:off x="2070" y="2208"/>
              <a:ext cx="19" cy="24"/>
            </a:xfrm>
            <a:custGeom>
              <a:avLst/>
              <a:ahLst/>
              <a:rect l="0" t="0" r="r" b="b"/>
              <a:pathLst>
                <a:path w="39" h="49">
                  <a:moveTo>
                    <a:pt x="25" y="23"/>
                  </a:moveTo>
                  <a:lnTo>
                    <a:pt x="39" y="45"/>
                  </a:lnTo>
                  <a:lnTo>
                    <a:pt x="30" y="49"/>
                  </a:lnTo>
                  <a:lnTo>
                    <a:pt x="22" y="49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10" name=""/>
            <p:cNvSpPr/>
            <p:nvPr/>
          </p:nvSpPr>
          <p:spPr>
            <a:xfrm rot="0">
              <a:off x="2070" y="2208"/>
              <a:ext cx="19" cy="24"/>
            </a:xfrm>
            <a:custGeom>
              <a:avLst/>
              <a:ahLst/>
              <a:rect l="0" t="0" r="r" b="b"/>
              <a:pathLst>
                <a:path w="39" h="49">
                  <a:moveTo>
                    <a:pt x="39" y="45"/>
                  </a:moveTo>
                  <a:lnTo>
                    <a:pt x="30" y="49"/>
                  </a:lnTo>
                  <a:lnTo>
                    <a:pt x="22" y="49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11" name=""/>
            <p:cNvSpPr/>
            <p:nvPr/>
          </p:nvSpPr>
          <p:spPr>
            <a:xfrm rot="0">
              <a:off x="2076" y="1898"/>
              <a:ext cx="550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2"/>
                  </a:lnTo>
                  <a:lnTo>
                    <a:pt x="27" y="664"/>
                  </a:lnTo>
                  <a:lnTo>
                    <a:pt x="1099" y="45"/>
                  </a:lnTo>
                  <a:lnTo>
                    <a:pt x="1086" y="23"/>
                  </a:lnTo>
                  <a:lnTo>
                    <a:pt x="1073" y="0"/>
                  </a:lnTo>
                  <a:lnTo>
                    <a:pt x="0" y="6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12" name=""/>
            <p:cNvSpPr/>
            <p:nvPr/>
          </p:nvSpPr>
          <p:spPr>
            <a:xfrm rot="0">
              <a:off x="2076" y="1898"/>
              <a:ext cx="550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2"/>
                  </a:lnTo>
                  <a:lnTo>
                    <a:pt x="27" y="664"/>
                  </a:lnTo>
                  <a:lnTo>
                    <a:pt x="1099" y="45"/>
                  </a:lnTo>
                  <a:lnTo>
                    <a:pt x="1086" y="23"/>
                  </a:lnTo>
                  <a:lnTo>
                    <a:pt x="1073" y="0"/>
                  </a:lnTo>
                  <a:lnTo>
                    <a:pt x="0" y="6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13" name=""/>
            <p:cNvSpPr/>
            <p:nvPr/>
          </p:nvSpPr>
          <p:spPr>
            <a:xfrm rot="0">
              <a:off x="2612" y="1897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30" y="6"/>
                  </a:lnTo>
                  <a:lnTo>
                    <a:pt x="35" y="12"/>
                  </a:lnTo>
                  <a:lnTo>
                    <a:pt x="38" y="21"/>
                  </a:lnTo>
                  <a:lnTo>
                    <a:pt x="38" y="29"/>
                  </a:lnTo>
                  <a:lnTo>
                    <a:pt x="36" y="36"/>
                  </a:lnTo>
                  <a:lnTo>
                    <a:pt x="32" y="43"/>
                  </a:lnTo>
                  <a:lnTo>
                    <a:pt x="26" y="48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14" name=""/>
            <p:cNvSpPr/>
            <p:nvPr/>
          </p:nvSpPr>
          <p:spPr>
            <a:xfrm rot="0">
              <a:off x="2612" y="1897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0" y="3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30" y="6"/>
                  </a:lnTo>
                  <a:lnTo>
                    <a:pt x="35" y="12"/>
                  </a:lnTo>
                  <a:lnTo>
                    <a:pt x="38" y="21"/>
                  </a:lnTo>
                  <a:lnTo>
                    <a:pt x="38" y="29"/>
                  </a:lnTo>
                  <a:lnTo>
                    <a:pt x="36" y="36"/>
                  </a:lnTo>
                  <a:lnTo>
                    <a:pt x="32" y="43"/>
                  </a:lnTo>
                  <a:lnTo>
                    <a:pt x="26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15" name=""/>
            <p:cNvSpPr/>
            <p:nvPr/>
          </p:nvSpPr>
          <p:spPr>
            <a:xfrm rot="0">
              <a:off x="1903" y="1745"/>
              <a:ext cx="14" cy="26"/>
            </a:xfrm>
            <a:custGeom>
              <a:avLst/>
              <a:ahLst/>
              <a:rect l="0" t="0" r="r" b="b"/>
              <a:pathLst>
                <a:path w="28" h="51">
                  <a:moveTo>
                    <a:pt x="2" y="26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6" y="3"/>
                  </a:lnTo>
                  <a:lnTo>
                    <a:pt x="22" y="8"/>
                  </a:lnTo>
                  <a:lnTo>
                    <a:pt x="26" y="15"/>
                  </a:lnTo>
                  <a:lnTo>
                    <a:pt x="28" y="24"/>
                  </a:lnTo>
                  <a:lnTo>
                    <a:pt x="28" y="32"/>
                  </a:lnTo>
                  <a:lnTo>
                    <a:pt x="25" y="39"/>
                  </a:lnTo>
                  <a:lnTo>
                    <a:pt x="20" y="45"/>
                  </a:lnTo>
                  <a:lnTo>
                    <a:pt x="12" y="49"/>
                  </a:lnTo>
                  <a:lnTo>
                    <a:pt x="4" y="51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16" name=""/>
            <p:cNvSpPr/>
            <p:nvPr/>
          </p:nvSpPr>
          <p:spPr>
            <a:xfrm rot="0">
              <a:off x="1903" y="1745"/>
              <a:ext cx="14" cy="26"/>
            </a:xfrm>
            <a:custGeom>
              <a:avLst/>
              <a:ahLst/>
              <a:rect l="0" t="0" r="r" b="b"/>
              <a:pathLst>
                <a:path w="28" h="51">
                  <a:moveTo>
                    <a:pt x="0" y="0"/>
                  </a:moveTo>
                  <a:lnTo>
                    <a:pt x="8" y="0"/>
                  </a:lnTo>
                  <a:lnTo>
                    <a:pt x="16" y="3"/>
                  </a:lnTo>
                  <a:lnTo>
                    <a:pt x="22" y="8"/>
                  </a:lnTo>
                  <a:lnTo>
                    <a:pt x="26" y="15"/>
                  </a:lnTo>
                  <a:lnTo>
                    <a:pt x="28" y="24"/>
                  </a:lnTo>
                  <a:lnTo>
                    <a:pt x="28" y="32"/>
                  </a:lnTo>
                  <a:lnTo>
                    <a:pt x="25" y="39"/>
                  </a:lnTo>
                  <a:lnTo>
                    <a:pt x="20" y="45"/>
                  </a:lnTo>
                  <a:lnTo>
                    <a:pt x="12" y="49"/>
                  </a:lnTo>
                  <a:lnTo>
                    <a:pt x="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17" name=""/>
            <p:cNvSpPr/>
            <p:nvPr/>
          </p:nvSpPr>
          <p:spPr>
            <a:xfrm rot="0">
              <a:off x="1724" y="1745"/>
              <a:ext cx="181" cy="41"/>
            </a:xfrm>
            <a:custGeom>
              <a:avLst/>
              <a:ahLst/>
              <a:rect l="0" t="0" r="r" b="b"/>
              <a:pathLst>
                <a:path w="361" h="83">
                  <a:moveTo>
                    <a:pt x="361" y="51"/>
                  </a:moveTo>
                  <a:lnTo>
                    <a:pt x="359" y="26"/>
                  </a:lnTo>
                  <a:lnTo>
                    <a:pt x="357" y="0"/>
                  </a:lnTo>
                  <a:lnTo>
                    <a:pt x="0" y="32"/>
                  </a:lnTo>
                  <a:lnTo>
                    <a:pt x="2" y="57"/>
                  </a:lnTo>
                  <a:lnTo>
                    <a:pt x="4" y="83"/>
                  </a:lnTo>
                  <a:lnTo>
                    <a:pt x="361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18" name=""/>
            <p:cNvSpPr/>
            <p:nvPr/>
          </p:nvSpPr>
          <p:spPr>
            <a:xfrm rot="0">
              <a:off x="1724" y="1745"/>
              <a:ext cx="181" cy="41"/>
            </a:xfrm>
            <a:custGeom>
              <a:avLst/>
              <a:ahLst/>
              <a:rect l="0" t="0" r="r" b="b"/>
              <a:pathLst>
                <a:path w="361" h="83">
                  <a:moveTo>
                    <a:pt x="361" y="51"/>
                  </a:moveTo>
                  <a:lnTo>
                    <a:pt x="359" y="26"/>
                  </a:lnTo>
                  <a:lnTo>
                    <a:pt x="357" y="0"/>
                  </a:lnTo>
                  <a:lnTo>
                    <a:pt x="0" y="32"/>
                  </a:lnTo>
                  <a:lnTo>
                    <a:pt x="2" y="57"/>
                  </a:lnTo>
                  <a:lnTo>
                    <a:pt x="4" y="83"/>
                  </a:lnTo>
                  <a:lnTo>
                    <a:pt x="361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19" name=""/>
            <p:cNvSpPr/>
            <p:nvPr/>
          </p:nvSpPr>
          <p:spPr>
            <a:xfrm rot="0">
              <a:off x="1713" y="1761"/>
              <a:ext cx="14" cy="25"/>
            </a:xfrm>
            <a:custGeom>
              <a:avLst/>
              <a:ahLst/>
              <a:rect l="0" t="0" r="r" b="b"/>
              <a:pathLst>
                <a:path w="28" h="51">
                  <a:moveTo>
                    <a:pt x="26" y="25"/>
                  </a:moveTo>
                  <a:lnTo>
                    <a:pt x="28" y="51"/>
                  </a:lnTo>
                  <a:lnTo>
                    <a:pt x="20" y="51"/>
                  </a:lnTo>
                  <a:lnTo>
                    <a:pt x="13" y="48"/>
                  </a:lnTo>
                  <a:lnTo>
                    <a:pt x="7" y="43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20" name=""/>
            <p:cNvSpPr/>
            <p:nvPr/>
          </p:nvSpPr>
          <p:spPr>
            <a:xfrm rot="0">
              <a:off x="1713" y="1761"/>
              <a:ext cx="14" cy="25"/>
            </a:xfrm>
            <a:custGeom>
              <a:avLst/>
              <a:ahLst/>
              <a:rect l="0" t="0" r="r" b="b"/>
              <a:pathLst>
                <a:path w="28" h="51">
                  <a:moveTo>
                    <a:pt x="28" y="51"/>
                  </a:moveTo>
                  <a:lnTo>
                    <a:pt x="20" y="51"/>
                  </a:lnTo>
                  <a:lnTo>
                    <a:pt x="13" y="48"/>
                  </a:lnTo>
                  <a:lnTo>
                    <a:pt x="7" y="43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2"/>
                  </a:lnTo>
                  <a:lnTo>
                    <a:pt x="9" y="6"/>
                  </a:lnTo>
                  <a:lnTo>
                    <a:pt x="16" y="2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21" name=""/>
            <p:cNvSpPr/>
            <p:nvPr/>
          </p:nvSpPr>
          <p:spPr>
            <a:xfrm rot="0">
              <a:off x="1713" y="1760"/>
              <a:ext cx="26" cy="14"/>
            </a:xfrm>
            <a:custGeom>
              <a:avLst/>
              <a:ahLst/>
              <a:rect l="0" t="0" r="r" b="b"/>
              <a:pathLst>
                <a:path w="53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3" y="26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22" name=""/>
            <p:cNvSpPr/>
            <p:nvPr/>
          </p:nvSpPr>
          <p:spPr>
            <a:xfrm rot="0">
              <a:off x="1713" y="1760"/>
              <a:ext cx="26" cy="14"/>
            </a:xfrm>
            <a:custGeom>
              <a:avLst/>
              <a:ahLst/>
              <a:rect l="0" t="0" r="r" b="b"/>
              <a:pathLst>
                <a:path w="53" h="26">
                  <a:moveTo>
                    <a:pt x="0" y="26"/>
                  </a:move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3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23" name=""/>
            <p:cNvSpPr/>
            <p:nvPr/>
          </p:nvSpPr>
          <p:spPr>
            <a:xfrm rot="0">
              <a:off x="1713" y="1774"/>
              <a:ext cx="26" cy="239"/>
            </a:xfrm>
            <a:custGeom>
              <a:avLst/>
              <a:ahLst/>
              <a:rect l="0" t="0" r="r" b="b"/>
              <a:pathLst>
                <a:path w="53" h="478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26" y="478"/>
                  </a:lnTo>
                  <a:lnTo>
                    <a:pt x="53" y="478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24" name=""/>
            <p:cNvSpPr/>
            <p:nvPr/>
          </p:nvSpPr>
          <p:spPr>
            <a:xfrm rot="0">
              <a:off x="1713" y="1774"/>
              <a:ext cx="26" cy="239"/>
            </a:xfrm>
            <a:custGeom>
              <a:avLst/>
              <a:ahLst/>
              <a:rect l="0" t="0" r="r" b="b"/>
              <a:pathLst>
                <a:path w="53" h="478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478"/>
                  </a:lnTo>
                  <a:lnTo>
                    <a:pt x="26" y="478"/>
                  </a:lnTo>
                  <a:lnTo>
                    <a:pt x="53" y="478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25" name=""/>
            <p:cNvSpPr/>
            <p:nvPr/>
          </p:nvSpPr>
          <p:spPr>
            <a:xfrm rot="0">
              <a:off x="1713" y="2013"/>
              <a:ext cx="26" cy="12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9"/>
                  </a:lnTo>
                  <a:lnTo>
                    <a:pt x="48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26" name=""/>
            <p:cNvSpPr/>
            <p:nvPr/>
          </p:nvSpPr>
          <p:spPr>
            <a:xfrm rot="0">
              <a:off x="1713" y="2013"/>
              <a:ext cx="26" cy="12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9"/>
                  </a:lnTo>
                  <a:lnTo>
                    <a:pt x="48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27" name=""/>
            <p:cNvSpPr/>
            <p:nvPr/>
          </p:nvSpPr>
          <p:spPr>
            <a:xfrm rot="0">
              <a:off x="1713" y="2000"/>
              <a:ext cx="23" cy="21"/>
            </a:xfrm>
            <a:custGeom>
              <a:avLst/>
              <a:ahLst/>
              <a:rect l="0" t="0" r="r" b="b"/>
              <a:pathLst>
                <a:path w="47" h="42">
                  <a:moveTo>
                    <a:pt x="26" y="25"/>
                  </a:moveTo>
                  <a:lnTo>
                    <a:pt x="6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5" y="11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7" y="9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28" name=""/>
            <p:cNvSpPr/>
            <p:nvPr/>
          </p:nvSpPr>
          <p:spPr>
            <a:xfrm rot="0">
              <a:off x="1713" y="2000"/>
              <a:ext cx="23" cy="21"/>
            </a:xfrm>
            <a:custGeom>
              <a:avLst/>
              <a:ahLst/>
              <a:rect l="0" t="0" r="r" b="b"/>
              <a:pathLst>
                <a:path w="47" h="42">
                  <a:moveTo>
                    <a:pt x="6" y="42"/>
                  </a:moveTo>
                  <a:lnTo>
                    <a:pt x="1" y="35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5" y="11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7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29" name=""/>
            <p:cNvSpPr/>
            <p:nvPr/>
          </p:nvSpPr>
          <p:spPr>
            <a:xfrm rot="0">
              <a:off x="1715" y="2005"/>
              <a:ext cx="199" cy="239"/>
            </a:xfrm>
            <a:custGeom>
              <a:avLst/>
              <a:ahLst/>
              <a:rect l="0" t="0" r="r" b="b"/>
              <a:pathLst>
                <a:path w="398" h="478">
                  <a:moveTo>
                    <a:pt x="41" y="0"/>
                  </a:moveTo>
                  <a:lnTo>
                    <a:pt x="20" y="16"/>
                  </a:lnTo>
                  <a:lnTo>
                    <a:pt x="0" y="33"/>
                  </a:lnTo>
                  <a:lnTo>
                    <a:pt x="357" y="478"/>
                  </a:lnTo>
                  <a:lnTo>
                    <a:pt x="377" y="462"/>
                  </a:lnTo>
                  <a:lnTo>
                    <a:pt x="398" y="445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30" name=""/>
            <p:cNvSpPr/>
            <p:nvPr/>
          </p:nvSpPr>
          <p:spPr>
            <a:xfrm rot="0">
              <a:off x="1715" y="2005"/>
              <a:ext cx="199" cy="239"/>
            </a:xfrm>
            <a:custGeom>
              <a:avLst/>
              <a:ahLst/>
              <a:rect l="0" t="0" r="r" b="b"/>
              <a:pathLst>
                <a:path w="398" h="478">
                  <a:moveTo>
                    <a:pt x="41" y="0"/>
                  </a:moveTo>
                  <a:lnTo>
                    <a:pt x="20" y="16"/>
                  </a:lnTo>
                  <a:lnTo>
                    <a:pt x="0" y="33"/>
                  </a:lnTo>
                  <a:lnTo>
                    <a:pt x="357" y="478"/>
                  </a:lnTo>
                  <a:lnTo>
                    <a:pt x="377" y="462"/>
                  </a:lnTo>
                  <a:lnTo>
                    <a:pt x="398" y="445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31" name=""/>
            <p:cNvSpPr/>
            <p:nvPr/>
          </p:nvSpPr>
          <p:spPr>
            <a:xfrm rot="0">
              <a:off x="1894" y="2227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0" y="17"/>
                  </a:moveTo>
                  <a:lnTo>
                    <a:pt x="41" y="0"/>
                  </a:lnTo>
                  <a:lnTo>
                    <a:pt x="45" y="7"/>
                  </a:lnTo>
                  <a:lnTo>
                    <a:pt x="46" y="16"/>
                  </a:lnTo>
                  <a:lnTo>
                    <a:pt x="46" y="24"/>
                  </a:lnTo>
                  <a:lnTo>
                    <a:pt x="42" y="31"/>
                  </a:lnTo>
                  <a:lnTo>
                    <a:pt x="37" y="37"/>
                  </a:lnTo>
                  <a:lnTo>
                    <a:pt x="29" y="41"/>
                  </a:lnTo>
                  <a:lnTo>
                    <a:pt x="21" y="42"/>
                  </a:lnTo>
                  <a:lnTo>
                    <a:pt x="13" y="42"/>
                  </a:lnTo>
                  <a:lnTo>
                    <a:pt x="6" y="38"/>
                  </a:lnTo>
                  <a:lnTo>
                    <a:pt x="0" y="33"/>
                  </a:lnTo>
                  <a:lnTo>
                    <a:pt x="2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32" name=""/>
            <p:cNvSpPr/>
            <p:nvPr/>
          </p:nvSpPr>
          <p:spPr>
            <a:xfrm rot="0">
              <a:off x="1894" y="2227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41" y="0"/>
                  </a:moveTo>
                  <a:lnTo>
                    <a:pt x="45" y="7"/>
                  </a:lnTo>
                  <a:lnTo>
                    <a:pt x="46" y="16"/>
                  </a:lnTo>
                  <a:lnTo>
                    <a:pt x="46" y="24"/>
                  </a:lnTo>
                  <a:lnTo>
                    <a:pt x="42" y="31"/>
                  </a:lnTo>
                  <a:lnTo>
                    <a:pt x="37" y="37"/>
                  </a:lnTo>
                  <a:lnTo>
                    <a:pt x="29" y="41"/>
                  </a:lnTo>
                  <a:lnTo>
                    <a:pt x="21" y="42"/>
                  </a:lnTo>
                  <a:lnTo>
                    <a:pt x="13" y="42"/>
                  </a:lnTo>
                  <a:lnTo>
                    <a:pt x="6" y="38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33" name=""/>
            <p:cNvSpPr/>
            <p:nvPr/>
          </p:nvSpPr>
          <p:spPr>
            <a:xfrm rot="0">
              <a:off x="1891" y="2223"/>
              <a:ext cx="14" cy="25"/>
            </a:xfrm>
            <a:custGeom>
              <a:avLst/>
              <a:ahLst/>
              <a:rect l="0" t="0" r="r" b="b"/>
              <a:pathLst>
                <a:path w="27" h="51">
                  <a:moveTo>
                    <a:pt x="25" y="26"/>
                  </a:moveTo>
                  <a:lnTo>
                    <a:pt x="27" y="51"/>
                  </a:lnTo>
                  <a:lnTo>
                    <a:pt x="19" y="51"/>
                  </a:lnTo>
                  <a:lnTo>
                    <a:pt x="12" y="48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34" name=""/>
            <p:cNvSpPr/>
            <p:nvPr/>
          </p:nvSpPr>
          <p:spPr>
            <a:xfrm rot="0">
              <a:off x="1891" y="2223"/>
              <a:ext cx="14" cy="25"/>
            </a:xfrm>
            <a:custGeom>
              <a:avLst/>
              <a:ahLst/>
              <a:rect l="0" t="0" r="r" b="b"/>
              <a:pathLst>
                <a:path w="27" h="51">
                  <a:moveTo>
                    <a:pt x="27" y="51"/>
                  </a:moveTo>
                  <a:lnTo>
                    <a:pt x="19" y="51"/>
                  </a:lnTo>
                  <a:lnTo>
                    <a:pt x="12" y="48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35" name=""/>
            <p:cNvSpPr/>
            <p:nvPr/>
          </p:nvSpPr>
          <p:spPr>
            <a:xfrm rot="0">
              <a:off x="1903" y="2206"/>
              <a:ext cx="181" cy="42"/>
            </a:xfrm>
            <a:custGeom>
              <a:avLst/>
              <a:ahLst/>
              <a:rect l="0" t="0" r="r" b="b"/>
              <a:pathLst>
                <a:path w="361" h="84">
                  <a:moveTo>
                    <a:pt x="0" y="33"/>
                  </a:moveTo>
                  <a:lnTo>
                    <a:pt x="2" y="59"/>
                  </a:lnTo>
                  <a:lnTo>
                    <a:pt x="4" y="84"/>
                  </a:lnTo>
                  <a:lnTo>
                    <a:pt x="361" y="52"/>
                  </a:lnTo>
                  <a:lnTo>
                    <a:pt x="359" y="26"/>
                  </a:lnTo>
                  <a:lnTo>
                    <a:pt x="35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36" name=""/>
            <p:cNvSpPr/>
            <p:nvPr/>
          </p:nvSpPr>
          <p:spPr>
            <a:xfrm rot="0">
              <a:off x="1903" y="2206"/>
              <a:ext cx="181" cy="42"/>
            </a:xfrm>
            <a:custGeom>
              <a:avLst/>
              <a:ahLst/>
              <a:rect l="0" t="0" r="r" b="b"/>
              <a:pathLst>
                <a:path w="361" h="84">
                  <a:moveTo>
                    <a:pt x="0" y="33"/>
                  </a:moveTo>
                  <a:lnTo>
                    <a:pt x="2" y="59"/>
                  </a:lnTo>
                  <a:lnTo>
                    <a:pt x="4" y="84"/>
                  </a:lnTo>
                  <a:lnTo>
                    <a:pt x="361" y="52"/>
                  </a:lnTo>
                  <a:lnTo>
                    <a:pt x="359" y="26"/>
                  </a:lnTo>
                  <a:lnTo>
                    <a:pt x="357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37" name=""/>
            <p:cNvSpPr/>
            <p:nvPr/>
          </p:nvSpPr>
          <p:spPr>
            <a:xfrm rot="0">
              <a:off x="2082" y="2206"/>
              <a:ext cx="13" cy="26"/>
            </a:xfrm>
            <a:custGeom>
              <a:avLst/>
              <a:ahLst/>
              <a:rect l="0" t="0" r="r" b="b"/>
              <a:pathLst>
                <a:path w="28" h="52">
                  <a:moveTo>
                    <a:pt x="2" y="26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6" y="3"/>
                  </a:lnTo>
                  <a:lnTo>
                    <a:pt x="22" y="9"/>
                  </a:lnTo>
                  <a:lnTo>
                    <a:pt x="26" y="16"/>
                  </a:lnTo>
                  <a:lnTo>
                    <a:pt x="28" y="24"/>
                  </a:lnTo>
                  <a:lnTo>
                    <a:pt x="28" y="32"/>
                  </a:lnTo>
                  <a:lnTo>
                    <a:pt x="25" y="39"/>
                  </a:lnTo>
                  <a:lnTo>
                    <a:pt x="20" y="45"/>
                  </a:lnTo>
                  <a:lnTo>
                    <a:pt x="13" y="49"/>
                  </a:lnTo>
                  <a:lnTo>
                    <a:pt x="4" y="52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38" name=""/>
            <p:cNvSpPr/>
            <p:nvPr/>
          </p:nvSpPr>
          <p:spPr>
            <a:xfrm rot="0">
              <a:off x="2082" y="2206"/>
              <a:ext cx="13" cy="26"/>
            </a:xfrm>
            <a:custGeom>
              <a:avLst/>
              <a:ahLst/>
              <a:rect l="0" t="0" r="r" b="b"/>
              <a:pathLst>
                <a:path w="28" h="52">
                  <a:moveTo>
                    <a:pt x="0" y="0"/>
                  </a:moveTo>
                  <a:lnTo>
                    <a:pt x="9" y="0"/>
                  </a:lnTo>
                  <a:lnTo>
                    <a:pt x="16" y="3"/>
                  </a:lnTo>
                  <a:lnTo>
                    <a:pt x="22" y="9"/>
                  </a:lnTo>
                  <a:lnTo>
                    <a:pt x="26" y="16"/>
                  </a:lnTo>
                  <a:lnTo>
                    <a:pt x="28" y="24"/>
                  </a:lnTo>
                  <a:lnTo>
                    <a:pt x="28" y="32"/>
                  </a:lnTo>
                  <a:lnTo>
                    <a:pt x="25" y="39"/>
                  </a:lnTo>
                  <a:lnTo>
                    <a:pt x="20" y="45"/>
                  </a:lnTo>
                  <a:lnTo>
                    <a:pt x="13" y="49"/>
                  </a:lnTo>
                  <a:lnTo>
                    <a:pt x="4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39" name=""/>
            <p:cNvSpPr/>
            <p:nvPr/>
          </p:nvSpPr>
          <p:spPr>
            <a:xfrm rot="0">
              <a:off x="2070" y="2219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6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40" name=""/>
            <p:cNvSpPr/>
            <p:nvPr/>
          </p:nvSpPr>
          <p:spPr>
            <a:xfrm rot="0">
              <a:off x="2070" y="2219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6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41" name=""/>
            <p:cNvSpPr/>
            <p:nvPr/>
          </p:nvSpPr>
          <p:spPr>
            <a:xfrm rot="0">
              <a:off x="2070" y="1980"/>
              <a:ext cx="26" cy="239"/>
            </a:xfrm>
            <a:custGeom>
              <a:avLst/>
              <a:ahLst/>
              <a:rect l="0" t="0" r="r" b="b"/>
              <a:pathLst>
                <a:path w="52" h="477">
                  <a:moveTo>
                    <a:pt x="0" y="477"/>
                  </a:moveTo>
                  <a:lnTo>
                    <a:pt x="25" y="477"/>
                  </a:lnTo>
                  <a:lnTo>
                    <a:pt x="52" y="477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4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42" name=""/>
            <p:cNvSpPr/>
            <p:nvPr/>
          </p:nvSpPr>
          <p:spPr>
            <a:xfrm rot="0">
              <a:off x="2070" y="1980"/>
              <a:ext cx="26" cy="239"/>
            </a:xfrm>
            <a:custGeom>
              <a:avLst/>
              <a:ahLst/>
              <a:rect l="0" t="0" r="r" b="b"/>
              <a:pathLst>
                <a:path w="52" h="477">
                  <a:moveTo>
                    <a:pt x="0" y="477"/>
                  </a:moveTo>
                  <a:lnTo>
                    <a:pt x="25" y="477"/>
                  </a:lnTo>
                  <a:lnTo>
                    <a:pt x="52" y="477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4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43" name=""/>
            <p:cNvSpPr/>
            <p:nvPr/>
          </p:nvSpPr>
          <p:spPr>
            <a:xfrm rot="0">
              <a:off x="2070" y="1967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44" name=""/>
            <p:cNvSpPr/>
            <p:nvPr/>
          </p:nvSpPr>
          <p:spPr>
            <a:xfrm rot="0">
              <a:off x="2070" y="1967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45" name=""/>
            <p:cNvSpPr/>
            <p:nvPr/>
          </p:nvSpPr>
          <p:spPr>
            <a:xfrm rot="0">
              <a:off x="2609" y="1663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1" y="17"/>
                  </a:moveTo>
                  <a:lnTo>
                    <a:pt x="41" y="0"/>
                  </a:lnTo>
                  <a:lnTo>
                    <a:pt x="45" y="7"/>
                  </a:lnTo>
                  <a:lnTo>
                    <a:pt x="46" y="16"/>
                  </a:lnTo>
                  <a:lnTo>
                    <a:pt x="46" y="24"/>
                  </a:lnTo>
                  <a:lnTo>
                    <a:pt x="42" y="31"/>
                  </a:lnTo>
                  <a:lnTo>
                    <a:pt x="37" y="37"/>
                  </a:lnTo>
                  <a:lnTo>
                    <a:pt x="30" y="41"/>
                  </a:lnTo>
                  <a:lnTo>
                    <a:pt x="22" y="42"/>
                  </a:lnTo>
                  <a:lnTo>
                    <a:pt x="14" y="42"/>
                  </a:lnTo>
                  <a:lnTo>
                    <a:pt x="7" y="38"/>
                  </a:lnTo>
                  <a:lnTo>
                    <a:pt x="0" y="33"/>
                  </a:lnTo>
                  <a:lnTo>
                    <a:pt x="2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46" name=""/>
            <p:cNvSpPr/>
            <p:nvPr/>
          </p:nvSpPr>
          <p:spPr>
            <a:xfrm rot="0">
              <a:off x="2609" y="1663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41" y="0"/>
                  </a:moveTo>
                  <a:lnTo>
                    <a:pt x="45" y="7"/>
                  </a:lnTo>
                  <a:lnTo>
                    <a:pt x="46" y="16"/>
                  </a:lnTo>
                  <a:lnTo>
                    <a:pt x="46" y="24"/>
                  </a:lnTo>
                  <a:lnTo>
                    <a:pt x="42" y="31"/>
                  </a:lnTo>
                  <a:lnTo>
                    <a:pt x="37" y="37"/>
                  </a:lnTo>
                  <a:lnTo>
                    <a:pt x="30" y="41"/>
                  </a:lnTo>
                  <a:lnTo>
                    <a:pt x="22" y="42"/>
                  </a:lnTo>
                  <a:lnTo>
                    <a:pt x="14" y="42"/>
                  </a:lnTo>
                  <a:lnTo>
                    <a:pt x="7" y="38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47" name=""/>
            <p:cNvSpPr/>
            <p:nvPr/>
          </p:nvSpPr>
          <p:spPr>
            <a:xfrm rot="0">
              <a:off x="2430" y="1440"/>
              <a:ext cx="199" cy="239"/>
            </a:xfrm>
            <a:custGeom>
              <a:avLst/>
              <a:ahLst/>
              <a:rect l="0" t="0" r="r" b="b"/>
              <a:pathLst>
                <a:path w="398" h="478">
                  <a:moveTo>
                    <a:pt x="357" y="478"/>
                  </a:moveTo>
                  <a:lnTo>
                    <a:pt x="378" y="462"/>
                  </a:lnTo>
                  <a:lnTo>
                    <a:pt x="398" y="445"/>
                  </a:lnTo>
                  <a:lnTo>
                    <a:pt x="41" y="0"/>
                  </a:lnTo>
                  <a:lnTo>
                    <a:pt x="21" y="16"/>
                  </a:lnTo>
                  <a:lnTo>
                    <a:pt x="0" y="33"/>
                  </a:lnTo>
                  <a:lnTo>
                    <a:pt x="357" y="4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48" name=""/>
            <p:cNvSpPr/>
            <p:nvPr/>
          </p:nvSpPr>
          <p:spPr>
            <a:xfrm rot="0">
              <a:off x="2430" y="1440"/>
              <a:ext cx="199" cy="239"/>
            </a:xfrm>
            <a:custGeom>
              <a:avLst/>
              <a:ahLst/>
              <a:rect l="0" t="0" r="r" b="b"/>
              <a:pathLst>
                <a:path w="398" h="478">
                  <a:moveTo>
                    <a:pt x="357" y="478"/>
                  </a:moveTo>
                  <a:lnTo>
                    <a:pt x="378" y="462"/>
                  </a:lnTo>
                  <a:lnTo>
                    <a:pt x="398" y="445"/>
                  </a:lnTo>
                  <a:lnTo>
                    <a:pt x="41" y="0"/>
                  </a:lnTo>
                  <a:lnTo>
                    <a:pt x="21" y="16"/>
                  </a:lnTo>
                  <a:lnTo>
                    <a:pt x="0" y="33"/>
                  </a:lnTo>
                  <a:lnTo>
                    <a:pt x="357" y="4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49" name=""/>
            <p:cNvSpPr/>
            <p:nvPr/>
          </p:nvSpPr>
          <p:spPr>
            <a:xfrm rot="0">
              <a:off x="2428" y="1435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6" y="25"/>
                  </a:moveTo>
                  <a:lnTo>
                    <a:pt x="5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6" y="9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50" name=""/>
            <p:cNvSpPr/>
            <p:nvPr/>
          </p:nvSpPr>
          <p:spPr>
            <a:xfrm rot="0">
              <a:off x="2428" y="1435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5" y="42"/>
                  </a:moveTo>
                  <a:lnTo>
                    <a:pt x="1" y="35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6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51" name=""/>
            <p:cNvSpPr/>
            <p:nvPr/>
          </p:nvSpPr>
          <p:spPr>
            <a:xfrm rot="0">
              <a:off x="1891" y="1747"/>
              <a:ext cx="20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5" y="23"/>
                  </a:moveTo>
                  <a:lnTo>
                    <a:pt x="39" y="45"/>
                  </a:lnTo>
                  <a:lnTo>
                    <a:pt x="30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52" name=""/>
            <p:cNvSpPr/>
            <p:nvPr/>
          </p:nvSpPr>
          <p:spPr>
            <a:xfrm rot="0">
              <a:off x="1891" y="1747"/>
              <a:ext cx="20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39" y="45"/>
                  </a:moveTo>
                  <a:lnTo>
                    <a:pt x="30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53" name=""/>
            <p:cNvSpPr/>
            <p:nvPr/>
          </p:nvSpPr>
          <p:spPr>
            <a:xfrm rot="0">
              <a:off x="1897" y="1437"/>
              <a:ext cx="550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2"/>
                  </a:lnTo>
                  <a:lnTo>
                    <a:pt x="27" y="664"/>
                  </a:lnTo>
                  <a:lnTo>
                    <a:pt x="1099" y="45"/>
                  </a:lnTo>
                  <a:lnTo>
                    <a:pt x="1086" y="22"/>
                  </a:lnTo>
                  <a:lnTo>
                    <a:pt x="1072" y="0"/>
                  </a:lnTo>
                  <a:lnTo>
                    <a:pt x="0" y="6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54" name=""/>
            <p:cNvSpPr/>
            <p:nvPr/>
          </p:nvSpPr>
          <p:spPr>
            <a:xfrm rot="0">
              <a:off x="1897" y="1437"/>
              <a:ext cx="550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2"/>
                  </a:lnTo>
                  <a:lnTo>
                    <a:pt x="27" y="664"/>
                  </a:lnTo>
                  <a:lnTo>
                    <a:pt x="1099" y="45"/>
                  </a:lnTo>
                  <a:lnTo>
                    <a:pt x="1086" y="22"/>
                  </a:lnTo>
                  <a:lnTo>
                    <a:pt x="1072" y="0"/>
                  </a:lnTo>
                  <a:lnTo>
                    <a:pt x="0" y="6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55" name=""/>
            <p:cNvSpPr/>
            <p:nvPr/>
          </p:nvSpPr>
          <p:spPr>
            <a:xfrm rot="0">
              <a:off x="2434" y="1435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4" y="25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8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  <a:lnTo>
                    <a:pt x="1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56" name=""/>
            <p:cNvSpPr/>
            <p:nvPr/>
          </p:nvSpPr>
          <p:spPr>
            <a:xfrm rot="0">
              <a:off x="2434" y="1435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8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57" name=""/>
            <p:cNvSpPr/>
            <p:nvPr/>
          </p:nvSpPr>
          <p:spPr>
            <a:xfrm rot="0">
              <a:off x="2072" y="1972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0" y="16"/>
                  </a:moveTo>
                  <a:lnTo>
                    <a:pt x="41" y="0"/>
                  </a:lnTo>
                  <a:lnTo>
                    <a:pt x="45" y="7"/>
                  </a:lnTo>
                  <a:lnTo>
                    <a:pt x="46" y="15"/>
                  </a:lnTo>
                  <a:lnTo>
                    <a:pt x="46" y="23"/>
                  </a:lnTo>
                  <a:lnTo>
                    <a:pt x="42" y="30"/>
                  </a:lnTo>
                  <a:lnTo>
                    <a:pt x="37" y="36"/>
                  </a:lnTo>
                  <a:lnTo>
                    <a:pt x="30" y="40"/>
                  </a:lnTo>
                  <a:lnTo>
                    <a:pt x="21" y="42"/>
                  </a:lnTo>
                  <a:lnTo>
                    <a:pt x="13" y="42"/>
                  </a:lnTo>
                  <a:lnTo>
                    <a:pt x="6" y="37"/>
                  </a:lnTo>
                  <a:lnTo>
                    <a:pt x="0" y="32"/>
                  </a:lnTo>
                  <a:lnTo>
                    <a:pt x="2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58" name=""/>
            <p:cNvSpPr/>
            <p:nvPr/>
          </p:nvSpPr>
          <p:spPr>
            <a:xfrm rot="0">
              <a:off x="2072" y="1972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41" y="0"/>
                  </a:moveTo>
                  <a:lnTo>
                    <a:pt x="45" y="7"/>
                  </a:lnTo>
                  <a:lnTo>
                    <a:pt x="46" y="15"/>
                  </a:lnTo>
                  <a:lnTo>
                    <a:pt x="46" y="23"/>
                  </a:lnTo>
                  <a:lnTo>
                    <a:pt x="42" y="30"/>
                  </a:lnTo>
                  <a:lnTo>
                    <a:pt x="37" y="36"/>
                  </a:lnTo>
                  <a:lnTo>
                    <a:pt x="30" y="40"/>
                  </a:lnTo>
                  <a:lnTo>
                    <a:pt x="21" y="42"/>
                  </a:lnTo>
                  <a:lnTo>
                    <a:pt x="13" y="42"/>
                  </a:lnTo>
                  <a:lnTo>
                    <a:pt x="6" y="37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59" name=""/>
            <p:cNvSpPr/>
            <p:nvPr/>
          </p:nvSpPr>
          <p:spPr>
            <a:xfrm rot="0">
              <a:off x="1894" y="1750"/>
              <a:ext cx="199" cy="239"/>
            </a:xfrm>
            <a:custGeom>
              <a:avLst/>
              <a:ahLst/>
              <a:rect l="0" t="0" r="r" b="b"/>
              <a:pathLst>
                <a:path w="398" h="478">
                  <a:moveTo>
                    <a:pt x="357" y="478"/>
                  </a:moveTo>
                  <a:lnTo>
                    <a:pt x="377" y="462"/>
                  </a:lnTo>
                  <a:lnTo>
                    <a:pt x="398" y="446"/>
                  </a:lnTo>
                  <a:lnTo>
                    <a:pt x="41" y="0"/>
                  </a:lnTo>
                  <a:lnTo>
                    <a:pt x="20" y="17"/>
                  </a:lnTo>
                  <a:lnTo>
                    <a:pt x="0" y="33"/>
                  </a:lnTo>
                  <a:lnTo>
                    <a:pt x="357" y="4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60" name=""/>
            <p:cNvSpPr/>
            <p:nvPr/>
          </p:nvSpPr>
          <p:spPr>
            <a:xfrm rot="0">
              <a:off x="1894" y="1750"/>
              <a:ext cx="199" cy="239"/>
            </a:xfrm>
            <a:custGeom>
              <a:avLst/>
              <a:ahLst/>
              <a:rect l="0" t="0" r="r" b="b"/>
              <a:pathLst>
                <a:path w="398" h="478">
                  <a:moveTo>
                    <a:pt x="357" y="478"/>
                  </a:moveTo>
                  <a:lnTo>
                    <a:pt x="377" y="462"/>
                  </a:lnTo>
                  <a:lnTo>
                    <a:pt x="398" y="446"/>
                  </a:lnTo>
                  <a:lnTo>
                    <a:pt x="41" y="0"/>
                  </a:lnTo>
                  <a:lnTo>
                    <a:pt x="20" y="17"/>
                  </a:lnTo>
                  <a:lnTo>
                    <a:pt x="0" y="33"/>
                  </a:lnTo>
                  <a:lnTo>
                    <a:pt x="357" y="4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61" name=""/>
            <p:cNvSpPr/>
            <p:nvPr/>
          </p:nvSpPr>
          <p:spPr>
            <a:xfrm rot="0">
              <a:off x="1891" y="1745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5" y="26"/>
                  </a:moveTo>
                  <a:lnTo>
                    <a:pt x="5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46" y="9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62" name=""/>
            <p:cNvSpPr/>
            <p:nvPr/>
          </p:nvSpPr>
          <p:spPr>
            <a:xfrm rot="0">
              <a:off x="1891" y="1745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5" y="42"/>
                  </a:moveTo>
                  <a:lnTo>
                    <a:pt x="1" y="35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46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63" name=""/>
            <p:cNvSpPr/>
            <p:nvPr/>
          </p:nvSpPr>
          <p:spPr>
            <a:xfrm rot="0">
              <a:off x="2070" y="1969"/>
              <a:ext cx="19" cy="24"/>
            </a:xfrm>
            <a:custGeom>
              <a:avLst/>
              <a:ahLst/>
              <a:rect l="0" t="0" r="r" b="b"/>
              <a:pathLst>
                <a:path w="39" h="49">
                  <a:moveTo>
                    <a:pt x="25" y="23"/>
                  </a:moveTo>
                  <a:lnTo>
                    <a:pt x="39" y="45"/>
                  </a:lnTo>
                  <a:lnTo>
                    <a:pt x="30" y="49"/>
                  </a:lnTo>
                  <a:lnTo>
                    <a:pt x="22" y="49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64" name=""/>
            <p:cNvSpPr/>
            <p:nvPr/>
          </p:nvSpPr>
          <p:spPr>
            <a:xfrm rot="0">
              <a:off x="2070" y="1969"/>
              <a:ext cx="19" cy="24"/>
            </a:xfrm>
            <a:custGeom>
              <a:avLst/>
              <a:ahLst/>
              <a:rect l="0" t="0" r="r" b="b"/>
              <a:pathLst>
                <a:path w="39" h="49">
                  <a:moveTo>
                    <a:pt x="39" y="45"/>
                  </a:moveTo>
                  <a:lnTo>
                    <a:pt x="30" y="49"/>
                  </a:lnTo>
                  <a:lnTo>
                    <a:pt x="22" y="49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65" name=""/>
            <p:cNvSpPr/>
            <p:nvPr/>
          </p:nvSpPr>
          <p:spPr>
            <a:xfrm rot="0">
              <a:off x="2076" y="1660"/>
              <a:ext cx="550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2"/>
                  </a:lnTo>
                  <a:lnTo>
                    <a:pt x="27" y="664"/>
                  </a:lnTo>
                  <a:lnTo>
                    <a:pt x="1099" y="45"/>
                  </a:lnTo>
                  <a:lnTo>
                    <a:pt x="1086" y="23"/>
                  </a:lnTo>
                  <a:lnTo>
                    <a:pt x="1073" y="0"/>
                  </a:lnTo>
                  <a:lnTo>
                    <a:pt x="0" y="6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66" name=""/>
            <p:cNvSpPr/>
            <p:nvPr/>
          </p:nvSpPr>
          <p:spPr>
            <a:xfrm rot="0">
              <a:off x="2076" y="1660"/>
              <a:ext cx="550" cy="332"/>
            </a:xfrm>
            <a:custGeom>
              <a:avLst/>
              <a:ahLst/>
              <a:rect l="0" t="0" r="r" b="b"/>
              <a:pathLst>
                <a:path w="1099" h="664">
                  <a:moveTo>
                    <a:pt x="0" y="619"/>
                  </a:moveTo>
                  <a:lnTo>
                    <a:pt x="13" y="642"/>
                  </a:lnTo>
                  <a:lnTo>
                    <a:pt x="27" y="664"/>
                  </a:lnTo>
                  <a:lnTo>
                    <a:pt x="1099" y="45"/>
                  </a:lnTo>
                  <a:lnTo>
                    <a:pt x="1086" y="23"/>
                  </a:lnTo>
                  <a:lnTo>
                    <a:pt x="1073" y="0"/>
                  </a:lnTo>
                  <a:lnTo>
                    <a:pt x="0" y="6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67" name=""/>
            <p:cNvSpPr/>
            <p:nvPr/>
          </p:nvSpPr>
          <p:spPr>
            <a:xfrm rot="0">
              <a:off x="2612" y="1658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30" y="6"/>
                  </a:lnTo>
                  <a:lnTo>
                    <a:pt x="35" y="12"/>
                  </a:lnTo>
                  <a:lnTo>
                    <a:pt x="38" y="21"/>
                  </a:lnTo>
                  <a:lnTo>
                    <a:pt x="38" y="29"/>
                  </a:lnTo>
                  <a:lnTo>
                    <a:pt x="36" y="36"/>
                  </a:lnTo>
                  <a:lnTo>
                    <a:pt x="32" y="43"/>
                  </a:lnTo>
                  <a:lnTo>
                    <a:pt x="26" y="48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68" name=""/>
            <p:cNvSpPr/>
            <p:nvPr/>
          </p:nvSpPr>
          <p:spPr>
            <a:xfrm rot="0">
              <a:off x="2612" y="1658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0" y="3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30" y="6"/>
                  </a:lnTo>
                  <a:lnTo>
                    <a:pt x="35" y="12"/>
                  </a:lnTo>
                  <a:lnTo>
                    <a:pt x="38" y="21"/>
                  </a:lnTo>
                  <a:lnTo>
                    <a:pt x="38" y="29"/>
                  </a:lnTo>
                  <a:lnTo>
                    <a:pt x="36" y="36"/>
                  </a:lnTo>
                  <a:lnTo>
                    <a:pt x="32" y="43"/>
                  </a:lnTo>
                  <a:lnTo>
                    <a:pt x="26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69" name=""/>
            <p:cNvSpPr/>
            <p:nvPr/>
          </p:nvSpPr>
          <p:spPr>
            <a:xfrm rot="0">
              <a:off x="2182" y="825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3" y="22"/>
                  </a:moveTo>
                  <a:lnTo>
                    <a:pt x="27" y="0"/>
                  </a:lnTo>
                  <a:lnTo>
                    <a:pt x="33" y="5"/>
                  </a:lnTo>
                  <a:lnTo>
                    <a:pt x="37" y="12"/>
                  </a:lnTo>
                  <a:lnTo>
                    <a:pt x="39" y="19"/>
                  </a:lnTo>
                  <a:lnTo>
                    <a:pt x="39" y="27"/>
                  </a:lnTo>
                  <a:lnTo>
                    <a:pt x="36" y="35"/>
                  </a:lnTo>
                  <a:lnTo>
                    <a:pt x="31" y="42"/>
                  </a:lnTo>
                  <a:lnTo>
                    <a:pt x="23" y="46"/>
                  </a:lnTo>
                  <a:lnTo>
                    <a:pt x="16" y="48"/>
                  </a:lnTo>
                  <a:lnTo>
                    <a:pt x="8" y="48"/>
                  </a:lnTo>
                  <a:lnTo>
                    <a:pt x="0" y="45"/>
                  </a:lnTo>
                  <a:lnTo>
                    <a:pt x="1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70" name=""/>
            <p:cNvSpPr/>
            <p:nvPr/>
          </p:nvSpPr>
          <p:spPr>
            <a:xfrm rot="0">
              <a:off x="2182" y="825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7" y="0"/>
                  </a:moveTo>
                  <a:lnTo>
                    <a:pt x="33" y="5"/>
                  </a:lnTo>
                  <a:lnTo>
                    <a:pt x="37" y="12"/>
                  </a:lnTo>
                  <a:lnTo>
                    <a:pt x="39" y="19"/>
                  </a:lnTo>
                  <a:lnTo>
                    <a:pt x="39" y="27"/>
                  </a:lnTo>
                  <a:lnTo>
                    <a:pt x="36" y="35"/>
                  </a:lnTo>
                  <a:lnTo>
                    <a:pt x="31" y="42"/>
                  </a:lnTo>
                  <a:lnTo>
                    <a:pt x="23" y="46"/>
                  </a:lnTo>
                  <a:lnTo>
                    <a:pt x="16" y="48"/>
                  </a:lnTo>
                  <a:lnTo>
                    <a:pt x="8" y="48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71" name=""/>
            <p:cNvSpPr/>
            <p:nvPr/>
          </p:nvSpPr>
          <p:spPr>
            <a:xfrm rot="0">
              <a:off x="1929" y="679"/>
              <a:ext cx="266" cy="169"/>
            </a:xfrm>
            <a:custGeom>
              <a:avLst/>
              <a:ahLst/>
              <a:rect l="0" t="0" r="r" b="b"/>
              <a:pathLst>
                <a:path w="533" h="338">
                  <a:moveTo>
                    <a:pt x="506" y="338"/>
                  </a:moveTo>
                  <a:lnTo>
                    <a:pt x="519" y="315"/>
                  </a:lnTo>
                  <a:lnTo>
                    <a:pt x="533" y="293"/>
                  </a:lnTo>
                  <a:lnTo>
                    <a:pt x="27" y="0"/>
                  </a:lnTo>
                  <a:lnTo>
                    <a:pt x="14" y="22"/>
                  </a:lnTo>
                  <a:lnTo>
                    <a:pt x="0" y="45"/>
                  </a:lnTo>
                  <a:lnTo>
                    <a:pt x="506" y="3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72" name=""/>
            <p:cNvSpPr/>
            <p:nvPr/>
          </p:nvSpPr>
          <p:spPr>
            <a:xfrm rot="0">
              <a:off x="1929" y="679"/>
              <a:ext cx="266" cy="169"/>
            </a:xfrm>
            <a:custGeom>
              <a:avLst/>
              <a:ahLst/>
              <a:rect l="0" t="0" r="r" b="b"/>
              <a:pathLst>
                <a:path w="533" h="338">
                  <a:moveTo>
                    <a:pt x="506" y="338"/>
                  </a:moveTo>
                  <a:lnTo>
                    <a:pt x="519" y="315"/>
                  </a:lnTo>
                  <a:lnTo>
                    <a:pt x="533" y="293"/>
                  </a:lnTo>
                  <a:lnTo>
                    <a:pt x="27" y="0"/>
                  </a:lnTo>
                  <a:lnTo>
                    <a:pt x="14" y="22"/>
                  </a:lnTo>
                  <a:lnTo>
                    <a:pt x="0" y="45"/>
                  </a:lnTo>
                  <a:lnTo>
                    <a:pt x="506" y="3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73" name=""/>
            <p:cNvSpPr/>
            <p:nvPr/>
          </p:nvSpPr>
          <p:spPr>
            <a:xfrm rot="0">
              <a:off x="1923" y="677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6" y="25"/>
                  </a:moveTo>
                  <a:lnTo>
                    <a:pt x="12" y="48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74" name=""/>
            <p:cNvSpPr/>
            <p:nvPr/>
          </p:nvSpPr>
          <p:spPr>
            <a:xfrm rot="0">
              <a:off x="1923" y="677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2" y="48"/>
                  </a:moveTo>
                  <a:lnTo>
                    <a:pt x="6" y="43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75" name=""/>
            <p:cNvSpPr/>
            <p:nvPr/>
          </p:nvSpPr>
          <p:spPr>
            <a:xfrm rot="0">
              <a:off x="1929" y="677"/>
              <a:ext cx="20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4" y="25"/>
                  </a:moveTo>
                  <a:lnTo>
                    <a:pt x="0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8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  <a:lnTo>
                    <a:pt x="1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76" name=""/>
            <p:cNvSpPr/>
            <p:nvPr/>
          </p:nvSpPr>
          <p:spPr>
            <a:xfrm rot="0">
              <a:off x="1929" y="677"/>
              <a:ext cx="20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0" y="3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8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77" name=""/>
            <p:cNvSpPr/>
            <p:nvPr/>
          </p:nvSpPr>
          <p:spPr>
            <a:xfrm rot="0">
              <a:off x="1676" y="679"/>
              <a:ext cx="266" cy="169"/>
            </a:xfrm>
            <a:custGeom>
              <a:avLst/>
              <a:ahLst/>
              <a:rect l="0" t="0" r="r" b="b"/>
              <a:pathLst>
                <a:path w="532" h="338">
                  <a:moveTo>
                    <a:pt x="532" y="45"/>
                  </a:moveTo>
                  <a:lnTo>
                    <a:pt x="519" y="22"/>
                  </a:lnTo>
                  <a:lnTo>
                    <a:pt x="505" y="0"/>
                  </a:lnTo>
                  <a:lnTo>
                    <a:pt x="0" y="293"/>
                  </a:lnTo>
                  <a:lnTo>
                    <a:pt x="13" y="315"/>
                  </a:lnTo>
                  <a:lnTo>
                    <a:pt x="26" y="338"/>
                  </a:lnTo>
                  <a:lnTo>
                    <a:pt x="532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90" name=""/>
          <p:cNvGrpSpPr/>
          <p:nvPr/>
        </p:nvGrpSpPr>
        <p:grpSpPr>
          <a:xfrm rot="0">
            <a:off x="801687" y="974725"/>
            <a:ext cx="7346950" cy="4859337"/>
            <a:chOff x="505" y="614"/>
            <a:chExt cx="4628" cy="3061"/>
          </a:xfrm>
        </p:grpSpPr>
        <p:sp>
          <p:nvSpPr>
            <p:cNvPr id="1060278" name=""/>
            <p:cNvSpPr/>
            <p:nvPr/>
          </p:nvSpPr>
          <p:spPr>
            <a:xfrm rot="0">
              <a:off x="1676" y="679"/>
              <a:ext cx="266" cy="169"/>
            </a:xfrm>
            <a:custGeom>
              <a:avLst/>
              <a:ahLst/>
              <a:rect l="0" t="0" r="r" b="b"/>
              <a:pathLst>
                <a:path w="532" h="338">
                  <a:moveTo>
                    <a:pt x="532" y="45"/>
                  </a:moveTo>
                  <a:lnTo>
                    <a:pt x="519" y="22"/>
                  </a:lnTo>
                  <a:lnTo>
                    <a:pt x="505" y="0"/>
                  </a:lnTo>
                  <a:lnTo>
                    <a:pt x="0" y="293"/>
                  </a:lnTo>
                  <a:lnTo>
                    <a:pt x="13" y="315"/>
                  </a:lnTo>
                  <a:lnTo>
                    <a:pt x="26" y="338"/>
                  </a:lnTo>
                  <a:lnTo>
                    <a:pt x="532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79" name=""/>
            <p:cNvSpPr/>
            <p:nvPr/>
          </p:nvSpPr>
          <p:spPr>
            <a:xfrm rot="0">
              <a:off x="1670" y="825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25" y="22"/>
                  </a:moveTo>
                  <a:lnTo>
                    <a:pt x="38" y="45"/>
                  </a:lnTo>
                  <a:lnTo>
                    <a:pt x="30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80" name=""/>
            <p:cNvSpPr/>
            <p:nvPr/>
          </p:nvSpPr>
          <p:spPr>
            <a:xfrm rot="0">
              <a:off x="1670" y="825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38" y="45"/>
                  </a:moveTo>
                  <a:lnTo>
                    <a:pt x="30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81" name=""/>
            <p:cNvSpPr/>
            <p:nvPr/>
          </p:nvSpPr>
          <p:spPr>
            <a:xfrm rot="0">
              <a:off x="1670" y="82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3" y="3"/>
                  </a:lnTo>
                  <a:lnTo>
                    <a:pt x="40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82" name=""/>
            <p:cNvSpPr/>
            <p:nvPr/>
          </p:nvSpPr>
          <p:spPr>
            <a:xfrm rot="0">
              <a:off x="1670" y="82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3" y="3"/>
                  </a:lnTo>
                  <a:lnTo>
                    <a:pt x="40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83" name=""/>
            <p:cNvSpPr/>
            <p:nvPr/>
          </p:nvSpPr>
          <p:spPr>
            <a:xfrm rot="0">
              <a:off x="1670" y="837"/>
              <a:ext cx="26" cy="292"/>
            </a:xfrm>
            <a:custGeom>
              <a:avLst/>
              <a:ahLst/>
              <a:rect l="0" t="0" r="r" b="b"/>
              <a:pathLst>
                <a:path w="52" h="585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585"/>
                  </a:lnTo>
                  <a:lnTo>
                    <a:pt x="25" y="585"/>
                  </a:lnTo>
                  <a:lnTo>
                    <a:pt x="52" y="585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84" name=""/>
            <p:cNvSpPr/>
            <p:nvPr/>
          </p:nvSpPr>
          <p:spPr>
            <a:xfrm rot="0">
              <a:off x="1670" y="837"/>
              <a:ext cx="26" cy="292"/>
            </a:xfrm>
            <a:custGeom>
              <a:avLst/>
              <a:ahLst/>
              <a:rect l="0" t="0" r="r" b="b"/>
              <a:pathLst>
                <a:path w="52" h="585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585"/>
                  </a:lnTo>
                  <a:lnTo>
                    <a:pt x="25" y="585"/>
                  </a:lnTo>
                  <a:lnTo>
                    <a:pt x="52" y="585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85" name=""/>
            <p:cNvSpPr/>
            <p:nvPr/>
          </p:nvSpPr>
          <p:spPr>
            <a:xfrm rot="0">
              <a:off x="1670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0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86" name=""/>
            <p:cNvSpPr/>
            <p:nvPr/>
          </p:nvSpPr>
          <p:spPr>
            <a:xfrm rot="0">
              <a:off x="1670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0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87" name=""/>
            <p:cNvSpPr/>
            <p:nvPr/>
          </p:nvSpPr>
          <p:spPr>
            <a:xfrm rot="0">
              <a:off x="1670" y="1116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25" y="26"/>
                  </a:moveTo>
                  <a:lnTo>
                    <a:pt x="12" y="48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88" name=""/>
            <p:cNvSpPr/>
            <p:nvPr/>
          </p:nvSpPr>
          <p:spPr>
            <a:xfrm rot="0">
              <a:off x="1670" y="1116"/>
              <a:ext cx="20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12" y="48"/>
                  </a:moveTo>
                  <a:lnTo>
                    <a:pt x="6" y="43"/>
                  </a:lnTo>
                  <a:lnTo>
                    <a:pt x="2" y="36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8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89" name=""/>
            <p:cNvSpPr/>
            <p:nvPr/>
          </p:nvSpPr>
          <p:spPr>
            <a:xfrm rot="0">
              <a:off x="1676" y="1118"/>
              <a:ext cx="266" cy="168"/>
            </a:xfrm>
            <a:custGeom>
              <a:avLst/>
              <a:ahLst/>
              <a:rect l="0" t="0" r="r" b="b"/>
              <a:pathLst>
                <a:path w="532" h="337">
                  <a:moveTo>
                    <a:pt x="26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505" y="337"/>
                  </a:lnTo>
                  <a:lnTo>
                    <a:pt x="519" y="314"/>
                  </a:lnTo>
                  <a:lnTo>
                    <a:pt x="532" y="29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90" name=""/>
            <p:cNvSpPr/>
            <p:nvPr/>
          </p:nvSpPr>
          <p:spPr>
            <a:xfrm rot="0">
              <a:off x="1676" y="1118"/>
              <a:ext cx="266" cy="168"/>
            </a:xfrm>
            <a:custGeom>
              <a:avLst/>
              <a:ahLst/>
              <a:rect l="0" t="0" r="r" b="b"/>
              <a:pathLst>
                <a:path w="532" h="337">
                  <a:moveTo>
                    <a:pt x="26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505" y="337"/>
                  </a:lnTo>
                  <a:lnTo>
                    <a:pt x="519" y="314"/>
                  </a:lnTo>
                  <a:lnTo>
                    <a:pt x="532" y="29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91" name=""/>
            <p:cNvSpPr/>
            <p:nvPr/>
          </p:nvSpPr>
          <p:spPr>
            <a:xfrm rot="0">
              <a:off x="1929" y="1263"/>
              <a:ext cx="20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4" y="22"/>
                  </a:moveTo>
                  <a:lnTo>
                    <a:pt x="27" y="0"/>
                  </a:lnTo>
                  <a:lnTo>
                    <a:pt x="33" y="5"/>
                  </a:lnTo>
                  <a:lnTo>
                    <a:pt x="37" y="12"/>
                  </a:lnTo>
                  <a:lnTo>
                    <a:pt x="39" y="19"/>
                  </a:lnTo>
                  <a:lnTo>
                    <a:pt x="39" y="27"/>
                  </a:lnTo>
                  <a:lnTo>
                    <a:pt x="36" y="36"/>
                  </a:lnTo>
                  <a:lnTo>
                    <a:pt x="31" y="42"/>
                  </a:lnTo>
                  <a:lnTo>
                    <a:pt x="24" y="46"/>
                  </a:lnTo>
                  <a:lnTo>
                    <a:pt x="17" y="48"/>
                  </a:lnTo>
                  <a:lnTo>
                    <a:pt x="9" y="48"/>
                  </a:lnTo>
                  <a:lnTo>
                    <a:pt x="0" y="45"/>
                  </a:lnTo>
                  <a:lnTo>
                    <a:pt x="1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92" name=""/>
            <p:cNvSpPr/>
            <p:nvPr/>
          </p:nvSpPr>
          <p:spPr>
            <a:xfrm rot="0">
              <a:off x="1929" y="1263"/>
              <a:ext cx="20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7" y="0"/>
                  </a:moveTo>
                  <a:lnTo>
                    <a:pt x="33" y="5"/>
                  </a:lnTo>
                  <a:lnTo>
                    <a:pt x="37" y="12"/>
                  </a:lnTo>
                  <a:lnTo>
                    <a:pt x="39" y="19"/>
                  </a:lnTo>
                  <a:lnTo>
                    <a:pt x="39" y="27"/>
                  </a:lnTo>
                  <a:lnTo>
                    <a:pt x="36" y="36"/>
                  </a:lnTo>
                  <a:lnTo>
                    <a:pt x="31" y="42"/>
                  </a:lnTo>
                  <a:lnTo>
                    <a:pt x="24" y="46"/>
                  </a:lnTo>
                  <a:lnTo>
                    <a:pt x="17" y="48"/>
                  </a:lnTo>
                  <a:lnTo>
                    <a:pt x="9" y="48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93" name=""/>
            <p:cNvSpPr/>
            <p:nvPr/>
          </p:nvSpPr>
          <p:spPr>
            <a:xfrm rot="0">
              <a:off x="1923" y="1263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6" y="22"/>
                  </a:moveTo>
                  <a:lnTo>
                    <a:pt x="39" y="45"/>
                  </a:lnTo>
                  <a:lnTo>
                    <a:pt x="31" y="48"/>
                  </a:lnTo>
                  <a:lnTo>
                    <a:pt x="23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94" name=""/>
            <p:cNvSpPr/>
            <p:nvPr/>
          </p:nvSpPr>
          <p:spPr>
            <a:xfrm rot="0">
              <a:off x="1923" y="1263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39" y="45"/>
                  </a:moveTo>
                  <a:lnTo>
                    <a:pt x="31" y="48"/>
                  </a:lnTo>
                  <a:lnTo>
                    <a:pt x="23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95" name=""/>
            <p:cNvSpPr/>
            <p:nvPr/>
          </p:nvSpPr>
          <p:spPr>
            <a:xfrm rot="0">
              <a:off x="1929" y="1118"/>
              <a:ext cx="266" cy="168"/>
            </a:xfrm>
            <a:custGeom>
              <a:avLst/>
              <a:ahLst/>
              <a:rect l="0" t="0" r="r" b="b"/>
              <a:pathLst>
                <a:path w="533" h="337">
                  <a:moveTo>
                    <a:pt x="0" y="292"/>
                  </a:moveTo>
                  <a:lnTo>
                    <a:pt x="14" y="314"/>
                  </a:lnTo>
                  <a:lnTo>
                    <a:pt x="27" y="337"/>
                  </a:lnTo>
                  <a:lnTo>
                    <a:pt x="533" y="45"/>
                  </a:lnTo>
                  <a:lnTo>
                    <a:pt x="519" y="23"/>
                  </a:lnTo>
                  <a:lnTo>
                    <a:pt x="506" y="0"/>
                  </a:lnTo>
                  <a:lnTo>
                    <a:pt x="0" y="2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96" name=""/>
            <p:cNvSpPr/>
            <p:nvPr/>
          </p:nvSpPr>
          <p:spPr>
            <a:xfrm rot="0">
              <a:off x="1929" y="1118"/>
              <a:ext cx="266" cy="168"/>
            </a:xfrm>
            <a:custGeom>
              <a:avLst/>
              <a:ahLst/>
              <a:rect l="0" t="0" r="r" b="b"/>
              <a:pathLst>
                <a:path w="533" h="337">
                  <a:moveTo>
                    <a:pt x="0" y="292"/>
                  </a:moveTo>
                  <a:lnTo>
                    <a:pt x="14" y="314"/>
                  </a:lnTo>
                  <a:lnTo>
                    <a:pt x="27" y="337"/>
                  </a:lnTo>
                  <a:lnTo>
                    <a:pt x="533" y="45"/>
                  </a:lnTo>
                  <a:lnTo>
                    <a:pt x="519" y="23"/>
                  </a:lnTo>
                  <a:lnTo>
                    <a:pt x="506" y="0"/>
                  </a:lnTo>
                  <a:lnTo>
                    <a:pt x="0" y="2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97" name=""/>
            <p:cNvSpPr/>
            <p:nvPr/>
          </p:nvSpPr>
          <p:spPr>
            <a:xfrm rot="0">
              <a:off x="2182" y="1116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3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9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298" name=""/>
            <p:cNvSpPr/>
            <p:nvPr/>
          </p:nvSpPr>
          <p:spPr>
            <a:xfrm rot="0">
              <a:off x="2182" y="1116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0" y="3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9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299" name=""/>
            <p:cNvSpPr/>
            <p:nvPr/>
          </p:nvSpPr>
          <p:spPr>
            <a:xfrm rot="0">
              <a:off x="2176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00" name=""/>
            <p:cNvSpPr/>
            <p:nvPr/>
          </p:nvSpPr>
          <p:spPr>
            <a:xfrm rot="0">
              <a:off x="2176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01" name=""/>
            <p:cNvSpPr/>
            <p:nvPr/>
          </p:nvSpPr>
          <p:spPr>
            <a:xfrm rot="0">
              <a:off x="2176" y="837"/>
              <a:ext cx="26" cy="292"/>
            </a:xfrm>
            <a:custGeom>
              <a:avLst/>
              <a:ahLst/>
              <a:rect l="0" t="0" r="r" b="b"/>
              <a:pathLst>
                <a:path w="52" h="585">
                  <a:moveTo>
                    <a:pt x="0" y="585"/>
                  </a:moveTo>
                  <a:lnTo>
                    <a:pt x="25" y="585"/>
                  </a:lnTo>
                  <a:lnTo>
                    <a:pt x="52" y="58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02" name=""/>
            <p:cNvSpPr/>
            <p:nvPr/>
          </p:nvSpPr>
          <p:spPr>
            <a:xfrm rot="0">
              <a:off x="2176" y="837"/>
              <a:ext cx="26" cy="292"/>
            </a:xfrm>
            <a:custGeom>
              <a:avLst/>
              <a:ahLst/>
              <a:rect l="0" t="0" r="r" b="b"/>
              <a:pathLst>
                <a:path w="52" h="585">
                  <a:moveTo>
                    <a:pt x="0" y="585"/>
                  </a:moveTo>
                  <a:lnTo>
                    <a:pt x="25" y="585"/>
                  </a:lnTo>
                  <a:lnTo>
                    <a:pt x="52" y="58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03" name=""/>
            <p:cNvSpPr/>
            <p:nvPr/>
          </p:nvSpPr>
          <p:spPr>
            <a:xfrm rot="0">
              <a:off x="2176" y="82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3" y="3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04" name=""/>
            <p:cNvSpPr/>
            <p:nvPr/>
          </p:nvSpPr>
          <p:spPr>
            <a:xfrm rot="0">
              <a:off x="2176" y="82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3" y="3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05" name=""/>
            <p:cNvSpPr/>
            <p:nvPr/>
          </p:nvSpPr>
          <p:spPr>
            <a:xfrm rot="0">
              <a:off x="568" y="1951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06" name=""/>
            <p:cNvSpPr/>
            <p:nvPr/>
          </p:nvSpPr>
          <p:spPr>
            <a:xfrm rot="0">
              <a:off x="568" y="1951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07" name=""/>
            <p:cNvSpPr/>
            <p:nvPr/>
          </p:nvSpPr>
          <p:spPr>
            <a:xfrm rot="0">
              <a:off x="568" y="1697"/>
              <a:ext cx="26" cy="254"/>
            </a:xfrm>
            <a:custGeom>
              <a:avLst/>
              <a:ahLst/>
              <a:rect l="0" t="0" r="r" b="b"/>
              <a:pathLst>
                <a:path w="52" h="507">
                  <a:moveTo>
                    <a:pt x="0" y="507"/>
                  </a:moveTo>
                  <a:lnTo>
                    <a:pt x="26" y="507"/>
                  </a:lnTo>
                  <a:lnTo>
                    <a:pt x="52" y="507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08" name=""/>
            <p:cNvSpPr/>
            <p:nvPr/>
          </p:nvSpPr>
          <p:spPr>
            <a:xfrm rot="0">
              <a:off x="568" y="1697"/>
              <a:ext cx="26" cy="254"/>
            </a:xfrm>
            <a:custGeom>
              <a:avLst/>
              <a:ahLst/>
              <a:rect l="0" t="0" r="r" b="b"/>
              <a:pathLst>
                <a:path w="52" h="507">
                  <a:moveTo>
                    <a:pt x="0" y="507"/>
                  </a:moveTo>
                  <a:lnTo>
                    <a:pt x="26" y="507"/>
                  </a:lnTo>
                  <a:lnTo>
                    <a:pt x="52" y="507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09" name=""/>
            <p:cNvSpPr/>
            <p:nvPr/>
          </p:nvSpPr>
          <p:spPr>
            <a:xfrm rot="0">
              <a:off x="568" y="1684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10" name=""/>
            <p:cNvSpPr/>
            <p:nvPr/>
          </p:nvSpPr>
          <p:spPr>
            <a:xfrm rot="0">
              <a:off x="568" y="1684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11" name=""/>
            <p:cNvSpPr/>
            <p:nvPr/>
          </p:nvSpPr>
          <p:spPr>
            <a:xfrm rot="0">
              <a:off x="1326" y="1951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12" name=""/>
            <p:cNvSpPr/>
            <p:nvPr/>
          </p:nvSpPr>
          <p:spPr>
            <a:xfrm rot="0">
              <a:off x="1326" y="1951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13" name=""/>
            <p:cNvSpPr/>
            <p:nvPr/>
          </p:nvSpPr>
          <p:spPr>
            <a:xfrm rot="0">
              <a:off x="1326" y="1697"/>
              <a:ext cx="26" cy="254"/>
            </a:xfrm>
            <a:custGeom>
              <a:avLst/>
              <a:ahLst/>
              <a:rect l="0" t="0" r="r" b="b"/>
              <a:pathLst>
                <a:path w="52" h="507">
                  <a:moveTo>
                    <a:pt x="0" y="507"/>
                  </a:moveTo>
                  <a:lnTo>
                    <a:pt x="25" y="507"/>
                  </a:lnTo>
                  <a:lnTo>
                    <a:pt x="52" y="507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14" name=""/>
            <p:cNvSpPr/>
            <p:nvPr/>
          </p:nvSpPr>
          <p:spPr>
            <a:xfrm rot="0">
              <a:off x="1326" y="1697"/>
              <a:ext cx="26" cy="254"/>
            </a:xfrm>
            <a:custGeom>
              <a:avLst/>
              <a:ahLst/>
              <a:rect l="0" t="0" r="r" b="b"/>
              <a:pathLst>
                <a:path w="52" h="507">
                  <a:moveTo>
                    <a:pt x="0" y="507"/>
                  </a:moveTo>
                  <a:lnTo>
                    <a:pt x="25" y="507"/>
                  </a:lnTo>
                  <a:lnTo>
                    <a:pt x="52" y="507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15" name=""/>
            <p:cNvSpPr/>
            <p:nvPr/>
          </p:nvSpPr>
          <p:spPr>
            <a:xfrm rot="0">
              <a:off x="1326" y="1684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16" name=""/>
            <p:cNvSpPr/>
            <p:nvPr/>
          </p:nvSpPr>
          <p:spPr>
            <a:xfrm rot="0">
              <a:off x="1326" y="1684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17" name=""/>
            <p:cNvSpPr/>
            <p:nvPr/>
          </p:nvSpPr>
          <p:spPr>
            <a:xfrm rot="0">
              <a:off x="568" y="1937"/>
              <a:ext cx="12" cy="2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18" name=""/>
            <p:cNvSpPr/>
            <p:nvPr/>
          </p:nvSpPr>
          <p:spPr>
            <a:xfrm rot="0">
              <a:off x="568" y="1937"/>
              <a:ext cx="12" cy="2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19" name=""/>
            <p:cNvSpPr/>
            <p:nvPr/>
          </p:nvSpPr>
          <p:spPr>
            <a:xfrm rot="0">
              <a:off x="580" y="1937"/>
              <a:ext cx="759" cy="27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20" name=""/>
            <p:cNvSpPr/>
            <p:nvPr/>
          </p:nvSpPr>
          <p:spPr>
            <a:xfrm rot="0">
              <a:off x="580" y="1937"/>
              <a:ext cx="759" cy="27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21" name=""/>
            <p:cNvSpPr/>
            <p:nvPr/>
          </p:nvSpPr>
          <p:spPr>
            <a:xfrm rot="0">
              <a:off x="1339" y="1937"/>
              <a:ext cx="13" cy="2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22" name=""/>
            <p:cNvSpPr/>
            <p:nvPr/>
          </p:nvSpPr>
          <p:spPr>
            <a:xfrm rot="0">
              <a:off x="1339" y="1937"/>
              <a:ext cx="13" cy="2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23" name=""/>
            <p:cNvSpPr/>
            <p:nvPr/>
          </p:nvSpPr>
          <p:spPr>
            <a:xfrm rot="0">
              <a:off x="568" y="1697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24" name=""/>
            <p:cNvSpPr/>
            <p:nvPr/>
          </p:nvSpPr>
          <p:spPr>
            <a:xfrm rot="0">
              <a:off x="568" y="1697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25" name=""/>
            <p:cNvSpPr/>
            <p:nvPr/>
          </p:nvSpPr>
          <p:spPr>
            <a:xfrm rot="0">
              <a:off x="568" y="1445"/>
              <a:ext cx="26" cy="252"/>
            </a:xfrm>
            <a:custGeom>
              <a:avLst/>
              <a:ahLst/>
              <a:rect l="0" t="0" r="r" b="b"/>
              <a:pathLst>
                <a:path w="52" h="506">
                  <a:moveTo>
                    <a:pt x="0" y="506"/>
                  </a:moveTo>
                  <a:lnTo>
                    <a:pt x="26" y="506"/>
                  </a:lnTo>
                  <a:lnTo>
                    <a:pt x="52" y="506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26" name=""/>
            <p:cNvSpPr/>
            <p:nvPr/>
          </p:nvSpPr>
          <p:spPr>
            <a:xfrm rot="0">
              <a:off x="568" y="1445"/>
              <a:ext cx="26" cy="252"/>
            </a:xfrm>
            <a:custGeom>
              <a:avLst/>
              <a:ahLst/>
              <a:rect l="0" t="0" r="r" b="b"/>
              <a:pathLst>
                <a:path w="52" h="506">
                  <a:moveTo>
                    <a:pt x="0" y="506"/>
                  </a:moveTo>
                  <a:lnTo>
                    <a:pt x="26" y="506"/>
                  </a:lnTo>
                  <a:lnTo>
                    <a:pt x="52" y="506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27" name=""/>
            <p:cNvSpPr/>
            <p:nvPr/>
          </p:nvSpPr>
          <p:spPr>
            <a:xfrm rot="0">
              <a:off x="568" y="1431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28" name=""/>
            <p:cNvSpPr/>
            <p:nvPr/>
          </p:nvSpPr>
          <p:spPr>
            <a:xfrm rot="0">
              <a:off x="568" y="1431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29" name=""/>
            <p:cNvSpPr/>
            <p:nvPr/>
          </p:nvSpPr>
          <p:spPr>
            <a:xfrm rot="0">
              <a:off x="1326" y="1697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30" name=""/>
            <p:cNvSpPr/>
            <p:nvPr/>
          </p:nvSpPr>
          <p:spPr>
            <a:xfrm rot="0">
              <a:off x="1326" y="1697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31" name=""/>
            <p:cNvSpPr/>
            <p:nvPr/>
          </p:nvSpPr>
          <p:spPr>
            <a:xfrm rot="0">
              <a:off x="1326" y="1445"/>
              <a:ext cx="26" cy="252"/>
            </a:xfrm>
            <a:custGeom>
              <a:avLst/>
              <a:ahLst/>
              <a:rect l="0" t="0" r="r" b="b"/>
              <a:pathLst>
                <a:path w="52" h="506">
                  <a:moveTo>
                    <a:pt x="0" y="506"/>
                  </a:moveTo>
                  <a:lnTo>
                    <a:pt x="25" y="506"/>
                  </a:lnTo>
                  <a:lnTo>
                    <a:pt x="52" y="506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32" name=""/>
            <p:cNvSpPr/>
            <p:nvPr/>
          </p:nvSpPr>
          <p:spPr>
            <a:xfrm rot="0">
              <a:off x="1326" y="1445"/>
              <a:ext cx="26" cy="252"/>
            </a:xfrm>
            <a:custGeom>
              <a:avLst/>
              <a:ahLst/>
              <a:rect l="0" t="0" r="r" b="b"/>
              <a:pathLst>
                <a:path w="52" h="506">
                  <a:moveTo>
                    <a:pt x="0" y="506"/>
                  </a:moveTo>
                  <a:lnTo>
                    <a:pt x="25" y="506"/>
                  </a:lnTo>
                  <a:lnTo>
                    <a:pt x="52" y="506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33" name=""/>
            <p:cNvSpPr/>
            <p:nvPr/>
          </p:nvSpPr>
          <p:spPr>
            <a:xfrm rot="0">
              <a:off x="1326" y="1431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34" name=""/>
            <p:cNvSpPr/>
            <p:nvPr/>
          </p:nvSpPr>
          <p:spPr>
            <a:xfrm rot="0">
              <a:off x="1326" y="1431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35" name=""/>
            <p:cNvSpPr/>
            <p:nvPr/>
          </p:nvSpPr>
          <p:spPr>
            <a:xfrm rot="0">
              <a:off x="568" y="1431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36" name=""/>
            <p:cNvSpPr/>
            <p:nvPr/>
          </p:nvSpPr>
          <p:spPr>
            <a:xfrm rot="0">
              <a:off x="568" y="1431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37" name=""/>
            <p:cNvSpPr/>
            <p:nvPr/>
          </p:nvSpPr>
          <p:spPr>
            <a:xfrm rot="0">
              <a:off x="580" y="1431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6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38" name=""/>
            <p:cNvSpPr/>
            <p:nvPr/>
          </p:nvSpPr>
          <p:spPr>
            <a:xfrm rot="0">
              <a:off x="580" y="1431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6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39" name=""/>
            <p:cNvSpPr/>
            <p:nvPr/>
          </p:nvSpPr>
          <p:spPr>
            <a:xfrm rot="0">
              <a:off x="1339" y="1431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40" name=""/>
            <p:cNvSpPr/>
            <p:nvPr/>
          </p:nvSpPr>
          <p:spPr>
            <a:xfrm rot="0">
              <a:off x="1339" y="1431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41" name=""/>
            <p:cNvSpPr/>
            <p:nvPr/>
          </p:nvSpPr>
          <p:spPr>
            <a:xfrm rot="0">
              <a:off x="568" y="1684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42" name=""/>
            <p:cNvSpPr/>
            <p:nvPr/>
          </p:nvSpPr>
          <p:spPr>
            <a:xfrm rot="0">
              <a:off x="568" y="1684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43" name=""/>
            <p:cNvSpPr/>
            <p:nvPr/>
          </p:nvSpPr>
          <p:spPr>
            <a:xfrm rot="0">
              <a:off x="580" y="1684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44" name=""/>
            <p:cNvSpPr/>
            <p:nvPr/>
          </p:nvSpPr>
          <p:spPr>
            <a:xfrm rot="0">
              <a:off x="580" y="1684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45" name=""/>
            <p:cNvSpPr/>
            <p:nvPr/>
          </p:nvSpPr>
          <p:spPr>
            <a:xfrm rot="0">
              <a:off x="1339" y="1684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46" name=""/>
            <p:cNvSpPr/>
            <p:nvPr/>
          </p:nvSpPr>
          <p:spPr>
            <a:xfrm rot="0">
              <a:off x="1339" y="1684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47" name=""/>
            <p:cNvSpPr/>
            <p:nvPr/>
          </p:nvSpPr>
          <p:spPr>
            <a:xfrm rot="0">
              <a:off x="1326" y="837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48" name=""/>
            <p:cNvSpPr/>
            <p:nvPr/>
          </p:nvSpPr>
          <p:spPr>
            <a:xfrm rot="0">
              <a:off x="1326" y="837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49" name=""/>
            <p:cNvSpPr/>
            <p:nvPr/>
          </p:nvSpPr>
          <p:spPr>
            <a:xfrm rot="0">
              <a:off x="1326" y="690"/>
              <a:ext cx="26" cy="147"/>
            </a:xfrm>
            <a:custGeom>
              <a:avLst/>
              <a:ahLst/>
              <a:rect l="0" t="0" r="r" b="b"/>
              <a:pathLst>
                <a:path w="52" h="293">
                  <a:moveTo>
                    <a:pt x="0" y="293"/>
                  </a:moveTo>
                  <a:lnTo>
                    <a:pt x="25" y="293"/>
                  </a:lnTo>
                  <a:lnTo>
                    <a:pt x="52" y="293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2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50" name=""/>
            <p:cNvSpPr/>
            <p:nvPr/>
          </p:nvSpPr>
          <p:spPr>
            <a:xfrm rot="0">
              <a:off x="1326" y="690"/>
              <a:ext cx="26" cy="147"/>
            </a:xfrm>
            <a:custGeom>
              <a:avLst/>
              <a:ahLst/>
              <a:rect l="0" t="0" r="r" b="b"/>
              <a:pathLst>
                <a:path w="52" h="293">
                  <a:moveTo>
                    <a:pt x="0" y="293"/>
                  </a:moveTo>
                  <a:lnTo>
                    <a:pt x="25" y="293"/>
                  </a:lnTo>
                  <a:lnTo>
                    <a:pt x="52" y="293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2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51" name=""/>
            <p:cNvSpPr/>
            <p:nvPr/>
          </p:nvSpPr>
          <p:spPr>
            <a:xfrm rot="0">
              <a:off x="1326" y="677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52" name=""/>
            <p:cNvSpPr/>
            <p:nvPr/>
          </p:nvSpPr>
          <p:spPr>
            <a:xfrm rot="0">
              <a:off x="1326" y="677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53" name=""/>
            <p:cNvSpPr/>
            <p:nvPr/>
          </p:nvSpPr>
          <p:spPr>
            <a:xfrm rot="0">
              <a:off x="568" y="677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54" name=""/>
            <p:cNvSpPr/>
            <p:nvPr/>
          </p:nvSpPr>
          <p:spPr>
            <a:xfrm rot="0">
              <a:off x="568" y="677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55" name=""/>
            <p:cNvSpPr/>
            <p:nvPr/>
          </p:nvSpPr>
          <p:spPr>
            <a:xfrm rot="0">
              <a:off x="580" y="677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6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56" name=""/>
            <p:cNvSpPr/>
            <p:nvPr/>
          </p:nvSpPr>
          <p:spPr>
            <a:xfrm rot="0">
              <a:off x="580" y="677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6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57" name=""/>
            <p:cNvSpPr/>
            <p:nvPr/>
          </p:nvSpPr>
          <p:spPr>
            <a:xfrm rot="0">
              <a:off x="1339" y="677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58" name=""/>
            <p:cNvSpPr/>
            <p:nvPr/>
          </p:nvSpPr>
          <p:spPr>
            <a:xfrm rot="0">
              <a:off x="1339" y="677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59" name=""/>
            <p:cNvSpPr/>
            <p:nvPr/>
          </p:nvSpPr>
          <p:spPr>
            <a:xfrm rot="0">
              <a:off x="1326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60" name=""/>
            <p:cNvSpPr/>
            <p:nvPr/>
          </p:nvSpPr>
          <p:spPr>
            <a:xfrm rot="0">
              <a:off x="1326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61" name=""/>
            <p:cNvSpPr/>
            <p:nvPr/>
          </p:nvSpPr>
          <p:spPr>
            <a:xfrm rot="0">
              <a:off x="1326" y="837"/>
              <a:ext cx="26" cy="292"/>
            </a:xfrm>
            <a:custGeom>
              <a:avLst/>
              <a:ahLst/>
              <a:rect l="0" t="0" r="r" b="b"/>
              <a:pathLst>
                <a:path w="52" h="585">
                  <a:moveTo>
                    <a:pt x="0" y="585"/>
                  </a:moveTo>
                  <a:lnTo>
                    <a:pt x="25" y="585"/>
                  </a:lnTo>
                  <a:lnTo>
                    <a:pt x="52" y="58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62" name=""/>
            <p:cNvSpPr/>
            <p:nvPr/>
          </p:nvSpPr>
          <p:spPr>
            <a:xfrm rot="0">
              <a:off x="1326" y="837"/>
              <a:ext cx="26" cy="292"/>
            </a:xfrm>
            <a:custGeom>
              <a:avLst/>
              <a:ahLst/>
              <a:rect l="0" t="0" r="r" b="b"/>
              <a:pathLst>
                <a:path w="52" h="585">
                  <a:moveTo>
                    <a:pt x="0" y="585"/>
                  </a:moveTo>
                  <a:lnTo>
                    <a:pt x="25" y="585"/>
                  </a:lnTo>
                  <a:lnTo>
                    <a:pt x="52" y="58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63" name=""/>
            <p:cNvSpPr/>
            <p:nvPr/>
          </p:nvSpPr>
          <p:spPr>
            <a:xfrm rot="0">
              <a:off x="1326" y="82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64" name=""/>
            <p:cNvSpPr/>
            <p:nvPr/>
          </p:nvSpPr>
          <p:spPr>
            <a:xfrm rot="0">
              <a:off x="1326" y="82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65" name=""/>
            <p:cNvSpPr/>
            <p:nvPr/>
          </p:nvSpPr>
          <p:spPr>
            <a:xfrm rot="0">
              <a:off x="568" y="823"/>
              <a:ext cx="12" cy="26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0" y="49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66" name=""/>
            <p:cNvSpPr/>
            <p:nvPr/>
          </p:nvSpPr>
          <p:spPr>
            <a:xfrm rot="0">
              <a:off x="568" y="823"/>
              <a:ext cx="12" cy="26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0" y="49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67" name=""/>
            <p:cNvSpPr/>
            <p:nvPr/>
          </p:nvSpPr>
          <p:spPr>
            <a:xfrm rot="0">
              <a:off x="580" y="823"/>
              <a:ext cx="759" cy="26"/>
            </a:xfrm>
            <a:custGeom>
              <a:avLst/>
              <a:ahLst/>
              <a:rect l="0" t="0" r="r" b="b"/>
              <a:pathLst>
                <a:path w="1516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1516" y="53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68" name=""/>
            <p:cNvSpPr/>
            <p:nvPr/>
          </p:nvSpPr>
          <p:spPr>
            <a:xfrm rot="0">
              <a:off x="580" y="823"/>
              <a:ext cx="759" cy="26"/>
            </a:xfrm>
            <a:custGeom>
              <a:avLst/>
              <a:ahLst/>
              <a:rect l="0" t="0" r="r" b="b"/>
              <a:pathLst>
                <a:path w="1516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1516" y="53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69" name=""/>
            <p:cNvSpPr/>
            <p:nvPr/>
          </p:nvSpPr>
          <p:spPr>
            <a:xfrm rot="0">
              <a:off x="1339" y="823"/>
              <a:ext cx="13" cy="26"/>
            </a:xfrm>
            <a:custGeom>
              <a:avLst/>
              <a:ahLst/>
              <a:rect l="0" t="0" r="r" b="b"/>
              <a:pathLst>
                <a:path w="27" h="53">
                  <a:moveTo>
                    <a:pt x="0" y="27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70" name=""/>
            <p:cNvSpPr/>
            <p:nvPr/>
          </p:nvSpPr>
          <p:spPr>
            <a:xfrm rot="0">
              <a:off x="1339" y="823"/>
              <a:ext cx="13" cy="26"/>
            </a:xfrm>
            <a:custGeom>
              <a:avLst/>
              <a:ahLst/>
              <a:rect l="0" t="0" r="r" b="b"/>
              <a:pathLst>
                <a:path w="27" h="53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71" name=""/>
            <p:cNvSpPr/>
            <p:nvPr/>
          </p:nvSpPr>
          <p:spPr>
            <a:xfrm rot="0">
              <a:off x="568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72" name=""/>
            <p:cNvSpPr/>
            <p:nvPr/>
          </p:nvSpPr>
          <p:spPr>
            <a:xfrm rot="0">
              <a:off x="568" y="1129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73" name=""/>
            <p:cNvSpPr/>
            <p:nvPr/>
          </p:nvSpPr>
          <p:spPr>
            <a:xfrm rot="0">
              <a:off x="568" y="690"/>
              <a:ext cx="26" cy="439"/>
            </a:xfrm>
            <a:custGeom>
              <a:avLst/>
              <a:ahLst/>
              <a:rect l="0" t="0" r="r" b="b"/>
              <a:pathLst>
                <a:path w="52" h="878">
                  <a:moveTo>
                    <a:pt x="0" y="878"/>
                  </a:moveTo>
                  <a:lnTo>
                    <a:pt x="26" y="878"/>
                  </a:lnTo>
                  <a:lnTo>
                    <a:pt x="52" y="878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8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74" name=""/>
            <p:cNvSpPr/>
            <p:nvPr/>
          </p:nvSpPr>
          <p:spPr>
            <a:xfrm rot="0">
              <a:off x="568" y="690"/>
              <a:ext cx="26" cy="439"/>
            </a:xfrm>
            <a:custGeom>
              <a:avLst/>
              <a:ahLst/>
              <a:rect l="0" t="0" r="r" b="b"/>
              <a:pathLst>
                <a:path w="52" h="878">
                  <a:moveTo>
                    <a:pt x="0" y="878"/>
                  </a:moveTo>
                  <a:lnTo>
                    <a:pt x="26" y="878"/>
                  </a:lnTo>
                  <a:lnTo>
                    <a:pt x="52" y="878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8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75" name=""/>
            <p:cNvSpPr/>
            <p:nvPr/>
          </p:nvSpPr>
          <p:spPr>
            <a:xfrm rot="0">
              <a:off x="568" y="677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76" name=""/>
            <p:cNvSpPr/>
            <p:nvPr/>
          </p:nvSpPr>
          <p:spPr>
            <a:xfrm rot="0">
              <a:off x="568" y="677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77" name=""/>
            <p:cNvSpPr/>
            <p:nvPr/>
          </p:nvSpPr>
          <p:spPr>
            <a:xfrm rot="0">
              <a:off x="1326" y="1275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78" name=""/>
            <p:cNvSpPr/>
            <p:nvPr/>
          </p:nvSpPr>
          <p:spPr>
            <a:xfrm rot="0">
              <a:off x="1326" y="1275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79" name=""/>
            <p:cNvSpPr/>
            <p:nvPr/>
          </p:nvSpPr>
          <p:spPr>
            <a:xfrm rot="0">
              <a:off x="1326" y="1129"/>
              <a:ext cx="26" cy="146"/>
            </a:xfrm>
            <a:custGeom>
              <a:avLst/>
              <a:ahLst/>
              <a:rect l="0" t="0" r="r" b="b"/>
              <a:pathLst>
                <a:path w="52" h="291">
                  <a:moveTo>
                    <a:pt x="0" y="291"/>
                  </a:moveTo>
                  <a:lnTo>
                    <a:pt x="25" y="291"/>
                  </a:lnTo>
                  <a:lnTo>
                    <a:pt x="52" y="291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2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80" name=""/>
            <p:cNvSpPr/>
            <p:nvPr/>
          </p:nvSpPr>
          <p:spPr>
            <a:xfrm rot="0">
              <a:off x="1326" y="1129"/>
              <a:ext cx="26" cy="146"/>
            </a:xfrm>
            <a:custGeom>
              <a:avLst/>
              <a:ahLst/>
              <a:rect l="0" t="0" r="r" b="b"/>
              <a:pathLst>
                <a:path w="52" h="291">
                  <a:moveTo>
                    <a:pt x="0" y="291"/>
                  </a:moveTo>
                  <a:lnTo>
                    <a:pt x="25" y="291"/>
                  </a:lnTo>
                  <a:lnTo>
                    <a:pt x="52" y="291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2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81" name=""/>
            <p:cNvSpPr/>
            <p:nvPr/>
          </p:nvSpPr>
          <p:spPr>
            <a:xfrm rot="0">
              <a:off x="1326" y="1115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82" name=""/>
            <p:cNvSpPr/>
            <p:nvPr/>
          </p:nvSpPr>
          <p:spPr>
            <a:xfrm rot="0">
              <a:off x="1326" y="1115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83" name=""/>
            <p:cNvSpPr/>
            <p:nvPr/>
          </p:nvSpPr>
          <p:spPr>
            <a:xfrm rot="0">
              <a:off x="568" y="1115"/>
              <a:ext cx="12" cy="2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84" name=""/>
            <p:cNvSpPr/>
            <p:nvPr/>
          </p:nvSpPr>
          <p:spPr>
            <a:xfrm rot="0">
              <a:off x="568" y="1115"/>
              <a:ext cx="12" cy="2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85" name=""/>
            <p:cNvSpPr/>
            <p:nvPr/>
          </p:nvSpPr>
          <p:spPr>
            <a:xfrm rot="0">
              <a:off x="580" y="1115"/>
              <a:ext cx="759" cy="27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86" name=""/>
            <p:cNvSpPr/>
            <p:nvPr/>
          </p:nvSpPr>
          <p:spPr>
            <a:xfrm rot="0">
              <a:off x="580" y="1115"/>
              <a:ext cx="759" cy="27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7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87" name=""/>
            <p:cNvSpPr/>
            <p:nvPr/>
          </p:nvSpPr>
          <p:spPr>
            <a:xfrm rot="0">
              <a:off x="1339" y="1115"/>
              <a:ext cx="13" cy="2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88" name=""/>
            <p:cNvSpPr/>
            <p:nvPr/>
          </p:nvSpPr>
          <p:spPr>
            <a:xfrm rot="0">
              <a:off x="1339" y="1115"/>
              <a:ext cx="13" cy="2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89" name=""/>
            <p:cNvSpPr/>
            <p:nvPr/>
          </p:nvSpPr>
          <p:spPr>
            <a:xfrm rot="0">
              <a:off x="568" y="1275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26" y="0"/>
                  </a:moveTo>
                  <a:lnTo>
                    <a:pt x="52" y="0"/>
                  </a:ln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90" name=""/>
            <p:cNvSpPr/>
            <p:nvPr/>
          </p:nvSpPr>
          <p:spPr>
            <a:xfrm rot="0">
              <a:off x="568" y="1275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91" name=""/>
            <p:cNvSpPr/>
            <p:nvPr/>
          </p:nvSpPr>
          <p:spPr>
            <a:xfrm rot="0">
              <a:off x="568" y="1129"/>
              <a:ext cx="26" cy="146"/>
            </a:xfrm>
            <a:custGeom>
              <a:avLst/>
              <a:ahLst/>
              <a:rect l="0" t="0" r="r" b="b"/>
              <a:pathLst>
                <a:path w="52" h="291">
                  <a:moveTo>
                    <a:pt x="0" y="291"/>
                  </a:moveTo>
                  <a:lnTo>
                    <a:pt x="26" y="291"/>
                  </a:lnTo>
                  <a:lnTo>
                    <a:pt x="52" y="291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92" name=""/>
            <p:cNvSpPr/>
            <p:nvPr/>
          </p:nvSpPr>
          <p:spPr>
            <a:xfrm rot="0">
              <a:off x="568" y="1129"/>
              <a:ext cx="26" cy="146"/>
            </a:xfrm>
            <a:custGeom>
              <a:avLst/>
              <a:ahLst/>
              <a:rect l="0" t="0" r="r" b="b"/>
              <a:pathLst>
                <a:path w="52" h="291">
                  <a:moveTo>
                    <a:pt x="0" y="291"/>
                  </a:moveTo>
                  <a:lnTo>
                    <a:pt x="26" y="291"/>
                  </a:lnTo>
                  <a:lnTo>
                    <a:pt x="52" y="291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93" name=""/>
            <p:cNvSpPr/>
            <p:nvPr/>
          </p:nvSpPr>
          <p:spPr>
            <a:xfrm rot="0">
              <a:off x="568" y="1115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6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94" name=""/>
            <p:cNvSpPr/>
            <p:nvPr/>
          </p:nvSpPr>
          <p:spPr>
            <a:xfrm rot="0">
              <a:off x="568" y="1115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95" name=""/>
            <p:cNvSpPr/>
            <p:nvPr/>
          </p:nvSpPr>
          <p:spPr>
            <a:xfrm rot="0">
              <a:off x="568" y="1261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96" name=""/>
            <p:cNvSpPr/>
            <p:nvPr/>
          </p:nvSpPr>
          <p:spPr>
            <a:xfrm rot="0">
              <a:off x="568" y="1261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97" name=""/>
            <p:cNvSpPr/>
            <p:nvPr/>
          </p:nvSpPr>
          <p:spPr>
            <a:xfrm rot="0">
              <a:off x="580" y="1261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6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398" name=""/>
            <p:cNvSpPr/>
            <p:nvPr/>
          </p:nvSpPr>
          <p:spPr>
            <a:xfrm rot="0">
              <a:off x="580" y="1261"/>
              <a:ext cx="759" cy="26"/>
            </a:xfrm>
            <a:custGeom>
              <a:avLst/>
              <a:ahLst/>
              <a:rect l="0" t="0" r="r" b="b"/>
              <a:pathLst>
                <a:path w="151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516" y="52"/>
                  </a:lnTo>
                  <a:lnTo>
                    <a:pt x="1516" y="26"/>
                  </a:lnTo>
                  <a:lnTo>
                    <a:pt x="151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399" name=""/>
            <p:cNvSpPr/>
            <p:nvPr/>
          </p:nvSpPr>
          <p:spPr>
            <a:xfrm rot="0">
              <a:off x="1339" y="1261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00" name=""/>
            <p:cNvSpPr/>
            <p:nvPr/>
          </p:nvSpPr>
          <p:spPr>
            <a:xfrm rot="0">
              <a:off x="1339" y="1261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1" name=""/>
            <p:cNvSpPr/>
            <p:nvPr/>
          </p:nvSpPr>
          <p:spPr>
            <a:xfrm rot="0">
              <a:off x="505" y="982"/>
              <a:ext cx="11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2" name=""/>
            <p:cNvSpPr/>
            <p:nvPr/>
          </p:nvSpPr>
          <p:spPr>
            <a:xfrm rot="0">
              <a:off x="655" y="982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3" name=""/>
            <p:cNvSpPr/>
            <p:nvPr/>
          </p:nvSpPr>
          <p:spPr>
            <a:xfrm rot="0">
              <a:off x="719" y="982"/>
              <a:ext cx="1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4" name=""/>
            <p:cNvSpPr/>
            <p:nvPr/>
          </p:nvSpPr>
          <p:spPr>
            <a:xfrm rot="0">
              <a:off x="944" y="982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5" name=""/>
            <p:cNvSpPr/>
            <p:nvPr/>
          </p:nvSpPr>
          <p:spPr>
            <a:xfrm rot="0">
              <a:off x="1008" y="982"/>
              <a:ext cx="1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6" name=""/>
            <p:cNvSpPr/>
            <p:nvPr/>
          </p:nvSpPr>
          <p:spPr>
            <a:xfrm rot="0">
              <a:off x="1232" y="982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7" name=""/>
            <p:cNvSpPr/>
            <p:nvPr/>
          </p:nvSpPr>
          <p:spPr>
            <a:xfrm rot="0">
              <a:off x="1297" y="982"/>
              <a:ext cx="11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8" name=""/>
            <p:cNvSpPr/>
            <p:nvPr/>
          </p:nvSpPr>
          <p:spPr>
            <a:xfrm rot="0">
              <a:off x="1936" y="614"/>
              <a:ext cx="1" cy="17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09" name=""/>
            <p:cNvSpPr/>
            <p:nvPr/>
          </p:nvSpPr>
          <p:spPr>
            <a:xfrm rot="0">
              <a:off x="1936" y="82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0" name=""/>
            <p:cNvSpPr/>
            <p:nvPr/>
          </p:nvSpPr>
          <p:spPr>
            <a:xfrm rot="0">
              <a:off x="1936" y="886"/>
              <a:ext cx="1" cy="19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1" name=""/>
            <p:cNvSpPr/>
            <p:nvPr/>
          </p:nvSpPr>
          <p:spPr>
            <a:xfrm rot="0">
              <a:off x="1936" y="1111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2" name=""/>
            <p:cNvSpPr/>
            <p:nvPr/>
          </p:nvSpPr>
          <p:spPr>
            <a:xfrm rot="0">
              <a:off x="1936" y="1175"/>
              <a:ext cx="1" cy="17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3" name=""/>
            <p:cNvSpPr/>
            <p:nvPr/>
          </p:nvSpPr>
          <p:spPr>
            <a:xfrm rot="0">
              <a:off x="1607" y="982"/>
              <a:ext cx="1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4" name=""/>
            <p:cNvSpPr/>
            <p:nvPr/>
          </p:nvSpPr>
          <p:spPr>
            <a:xfrm rot="0">
              <a:off x="1775" y="982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5" name=""/>
            <p:cNvSpPr/>
            <p:nvPr/>
          </p:nvSpPr>
          <p:spPr>
            <a:xfrm rot="0">
              <a:off x="1840" y="982"/>
              <a:ext cx="1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6" name=""/>
            <p:cNvSpPr/>
            <p:nvPr/>
          </p:nvSpPr>
          <p:spPr>
            <a:xfrm rot="0">
              <a:off x="2064" y="982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7" name=""/>
            <p:cNvSpPr/>
            <p:nvPr/>
          </p:nvSpPr>
          <p:spPr>
            <a:xfrm rot="0">
              <a:off x="2129" y="982"/>
              <a:ext cx="13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8" name=""/>
            <p:cNvSpPr/>
            <p:nvPr/>
          </p:nvSpPr>
          <p:spPr>
            <a:xfrm rot="0" flipH="1">
              <a:off x="505" y="1697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19" name=""/>
            <p:cNvSpPr/>
            <p:nvPr/>
          </p:nvSpPr>
          <p:spPr>
            <a:xfrm rot="0">
              <a:off x="4977" y="2785"/>
              <a:ext cx="15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0" name=""/>
            <p:cNvSpPr/>
            <p:nvPr/>
          </p:nvSpPr>
          <p:spPr>
            <a:xfrm rot="0">
              <a:off x="3458" y="2874"/>
              <a:ext cx="26" cy="38"/>
            </a:xfrm>
            <a:custGeom>
              <a:avLst/>
              <a:ahLst/>
              <a:rect l="0" t="0" r="r" b="b"/>
              <a:pathLst>
                <a:path w="53" h="77">
                  <a:moveTo>
                    <a:pt x="53" y="0"/>
                  </a:moveTo>
                  <a:lnTo>
                    <a:pt x="34" y="0"/>
                  </a:lnTo>
                  <a:lnTo>
                    <a:pt x="25" y="3"/>
                  </a:lnTo>
                  <a:lnTo>
                    <a:pt x="16" y="10"/>
                  </a:lnTo>
                  <a:lnTo>
                    <a:pt x="9" y="20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3" y="70"/>
                  </a:lnTo>
                  <a:lnTo>
                    <a:pt x="9" y="77"/>
                  </a:lnTo>
                  <a:lnTo>
                    <a:pt x="31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1" name=""/>
            <p:cNvSpPr/>
            <p:nvPr/>
          </p:nvSpPr>
          <p:spPr>
            <a:xfrm rot="0" flipV="1">
              <a:off x="3505" y="2855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2" name=""/>
            <p:cNvSpPr/>
            <p:nvPr/>
          </p:nvSpPr>
          <p:spPr>
            <a:xfrm rot="0">
              <a:off x="3932" y="2702"/>
              <a:ext cx="33" cy="57"/>
            </a:xfrm>
            <a:custGeom>
              <a:avLst/>
              <a:ahLst/>
              <a:rect l="0" t="0" r="r" b="b"/>
              <a:pathLst>
                <a:path w="65" h="114">
                  <a:moveTo>
                    <a:pt x="32" y="0"/>
                  </a:moveTo>
                  <a:lnTo>
                    <a:pt x="0" y="114"/>
                  </a:lnTo>
                  <a:lnTo>
                    <a:pt x="28" y="114"/>
                  </a:lnTo>
                  <a:lnTo>
                    <a:pt x="41" y="111"/>
                  </a:lnTo>
                  <a:lnTo>
                    <a:pt x="50" y="105"/>
                  </a:lnTo>
                  <a:lnTo>
                    <a:pt x="56" y="94"/>
                  </a:lnTo>
                  <a:lnTo>
                    <a:pt x="65" y="60"/>
                  </a:lnTo>
                  <a:lnTo>
                    <a:pt x="65" y="50"/>
                  </a:lnTo>
                  <a:lnTo>
                    <a:pt x="62" y="41"/>
                  </a:lnTo>
                  <a:lnTo>
                    <a:pt x="53" y="38"/>
                  </a:lnTo>
                  <a:lnTo>
                    <a:pt x="21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3" name=""/>
            <p:cNvSpPr/>
            <p:nvPr/>
          </p:nvSpPr>
          <p:spPr>
            <a:xfrm rot="0" flipV="1">
              <a:off x="3989" y="2702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4" name=""/>
            <p:cNvSpPr/>
            <p:nvPr/>
          </p:nvSpPr>
          <p:spPr>
            <a:xfrm rot="0">
              <a:off x="3554" y="3674"/>
              <a:ext cx="24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5" name=""/>
            <p:cNvSpPr/>
            <p:nvPr/>
          </p:nvSpPr>
          <p:spPr>
            <a:xfrm rot="0">
              <a:off x="3839" y="3674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6" name=""/>
            <p:cNvSpPr/>
            <p:nvPr/>
          </p:nvSpPr>
          <p:spPr>
            <a:xfrm rot="0">
              <a:off x="3911" y="3674"/>
              <a:ext cx="24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7" name=""/>
            <p:cNvSpPr/>
            <p:nvPr/>
          </p:nvSpPr>
          <p:spPr>
            <a:xfrm rot="0">
              <a:off x="4713" y="2534"/>
              <a:ext cx="1" cy="1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8" name=""/>
            <p:cNvSpPr/>
            <p:nvPr/>
          </p:nvSpPr>
          <p:spPr>
            <a:xfrm rot="0">
              <a:off x="4713" y="2682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29" name=""/>
            <p:cNvSpPr/>
            <p:nvPr/>
          </p:nvSpPr>
          <p:spPr>
            <a:xfrm rot="0">
              <a:off x="4713" y="2754"/>
              <a:ext cx="1" cy="21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0" name=""/>
            <p:cNvSpPr/>
            <p:nvPr/>
          </p:nvSpPr>
          <p:spPr>
            <a:xfrm rot="0">
              <a:off x="4713" y="3008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1" name=""/>
            <p:cNvSpPr/>
            <p:nvPr/>
          </p:nvSpPr>
          <p:spPr>
            <a:xfrm rot="0">
              <a:off x="4713" y="3080"/>
              <a:ext cx="1" cy="1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2" name=""/>
            <p:cNvSpPr/>
            <p:nvPr/>
          </p:nvSpPr>
          <p:spPr>
            <a:xfrm rot="0">
              <a:off x="3943" y="2785"/>
              <a:ext cx="21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3" name=""/>
            <p:cNvSpPr/>
            <p:nvPr/>
          </p:nvSpPr>
          <p:spPr>
            <a:xfrm rot="0">
              <a:off x="3505" y="2896"/>
              <a:ext cx="25" cy="25"/>
            </a:xfrm>
            <a:custGeom>
              <a:avLst/>
              <a:ahLst/>
              <a:rect l="0" t="0" r="r" b="b"/>
              <a:pathLst>
                <a:path w="52" h="50">
                  <a:moveTo>
                    <a:pt x="52" y="26"/>
                  </a:moveTo>
                  <a:lnTo>
                    <a:pt x="50" y="19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20" y="1"/>
                  </a:lnTo>
                  <a:lnTo>
                    <a:pt x="14" y="3"/>
                  </a:lnTo>
                  <a:lnTo>
                    <a:pt x="9" y="7"/>
                  </a:lnTo>
                  <a:lnTo>
                    <a:pt x="4" y="12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32"/>
                  </a:lnTo>
                  <a:lnTo>
                    <a:pt x="4" y="38"/>
                  </a:lnTo>
                  <a:lnTo>
                    <a:pt x="9" y="43"/>
                  </a:lnTo>
                  <a:lnTo>
                    <a:pt x="14" y="47"/>
                  </a:lnTo>
                  <a:lnTo>
                    <a:pt x="20" y="50"/>
                  </a:lnTo>
                  <a:lnTo>
                    <a:pt x="26" y="50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2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4" name=""/>
            <p:cNvSpPr/>
            <p:nvPr/>
          </p:nvSpPr>
          <p:spPr>
            <a:xfrm rot="0">
              <a:off x="3918" y="2772"/>
              <a:ext cx="25" cy="25"/>
            </a:xfrm>
            <a:custGeom>
              <a:avLst/>
              <a:ahLst/>
              <a:rect l="0" t="0" r="r" b="b"/>
              <a:pathLst>
                <a:path w="50" h="51">
                  <a:moveTo>
                    <a:pt x="50" y="26"/>
                  </a:moveTo>
                  <a:lnTo>
                    <a:pt x="49" y="19"/>
                  </a:lnTo>
                  <a:lnTo>
                    <a:pt x="47" y="13"/>
                  </a:lnTo>
                  <a:lnTo>
                    <a:pt x="43" y="8"/>
                  </a:lnTo>
                  <a:lnTo>
                    <a:pt x="38" y="4"/>
                  </a:lnTo>
                  <a:lnTo>
                    <a:pt x="32" y="2"/>
                  </a:lnTo>
                  <a:lnTo>
                    <a:pt x="26" y="0"/>
                  </a:lnTo>
                  <a:lnTo>
                    <a:pt x="19" y="2"/>
                  </a:lnTo>
                  <a:lnTo>
                    <a:pt x="13" y="4"/>
                  </a:lnTo>
                  <a:lnTo>
                    <a:pt x="7" y="8"/>
                  </a:lnTo>
                  <a:lnTo>
                    <a:pt x="3" y="13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3" y="48"/>
                  </a:lnTo>
                  <a:lnTo>
                    <a:pt x="19" y="50"/>
                  </a:lnTo>
                  <a:lnTo>
                    <a:pt x="26" y="51"/>
                  </a:lnTo>
                  <a:lnTo>
                    <a:pt x="32" y="50"/>
                  </a:lnTo>
                  <a:lnTo>
                    <a:pt x="38" y="48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2"/>
                  </a:lnTo>
                  <a:lnTo>
                    <a:pt x="50" y="2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5" name=""/>
            <p:cNvSpPr/>
            <p:nvPr/>
          </p:nvSpPr>
          <p:spPr>
            <a:xfrm rot="0">
              <a:off x="3472" y="2466"/>
              <a:ext cx="29" cy="38"/>
            </a:xfrm>
            <a:custGeom>
              <a:avLst/>
              <a:ahLst/>
              <a:rect l="0" t="0" r="r" b="b"/>
              <a:pathLst>
                <a:path w="56" h="76">
                  <a:moveTo>
                    <a:pt x="50" y="76"/>
                  </a:moveTo>
                  <a:lnTo>
                    <a:pt x="41" y="60"/>
                  </a:lnTo>
                  <a:lnTo>
                    <a:pt x="56" y="0"/>
                  </a:lnTo>
                  <a:lnTo>
                    <a:pt x="32" y="0"/>
                  </a:lnTo>
                  <a:lnTo>
                    <a:pt x="18" y="3"/>
                  </a:lnTo>
                  <a:lnTo>
                    <a:pt x="12" y="10"/>
                  </a:lnTo>
                  <a:lnTo>
                    <a:pt x="9" y="16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18" y="76"/>
                  </a:lnTo>
                  <a:lnTo>
                    <a:pt x="29" y="73"/>
                  </a:lnTo>
                  <a:lnTo>
                    <a:pt x="35" y="70"/>
                  </a:lnTo>
                  <a:lnTo>
                    <a:pt x="4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6" name=""/>
            <p:cNvSpPr/>
            <p:nvPr/>
          </p:nvSpPr>
          <p:spPr>
            <a:xfrm rot="0" flipV="1">
              <a:off x="3526" y="2447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7" name=""/>
            <p:cNvSpPr/>
            <p:nvPr/>
          </p:nvSpPr>
          <p:spPr>
            <a:xfrm rot="0">
              <a:off x="3527" y="2511"/>
              <a:ext cx="26" cy="25"/>
            </a:xfrm>
            <a:custGeom>
              <a:avLst/>
              <a:ahLst/>
              <a:rect l="0" t="0" r="r" b="b"/>
              <a:pathLst>
                <a:path w="52" h="52">
                  <a:moveTo>
                    <a:pt x="52" y="26"/>
                  </a:moveTo>
                  <a:lnTo>
                    <a:pt x="51" y="20"/>
                  </a:lnTo>
                  <a:lnTo>
                    <a:pt x="47" y="14"/>
                  </a:lnTo>
                  <a:lnTo>
                    <a:pt x="44" y="8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20" y="1"/>
                  </a:lnTo>
                  <a:lnTo>
                    <a:pt x="14" y="3"/>
                  </a:lnTo>
                  <a:lnTo>
                    <a:pt x="9" y="8"/>
                  </a:lnTo>
                  <a:lnTo>
                    <a:pt x="4" y="14"/>
                  </a:lnTo>
                  <a:lnTo>
                    <a:pt x="1" y="20"/>
                  </a:lnTo>
                  <a:lnTo>
                    <a:pt x="0" y="26"/>
                  </a:lnTo>
                  <a:lnTo>
                    <a:pt x="1" y="32"/>
                  </a:lnTo>
                  <a:lnTo>
                    <a:pt x="4" y="38"/>
                  </a:lnTo>
                  <a:lnTo>
                    <a:pt x="9" y="43"/>
                  </a:lnTo>
                  <a:lnTo>
                    <a:pt x="14" y="47"/>
                  </a:lnTo>
                  <a:lnTo>
                    <a:pt x="20" y="51"/>
                  </a:lnTo>
                  <a:lnTo>
                    <a:pt x="26" y="52"/>
                  </a:lnTo>
                  <a:lnTo>
                    <a:pt x="32" y="51"/>
                  </a:lnTo>
                  <a:lnTo>
                    <a:pt x="38" y="47"/>
                  </a:lnTo>
                  <a:lnTo>
                    <a:pt x="44" y="43"/>
                  </a:lnTo>
                  <a:lnTo>
                    <a:pt x="47" y="38"/>
                  </a:lnTo>
                  <a:lnTo>
                    <a:pt x="51" y="32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8" name=""/>
            <p:cNvSpPr/>
            <p:nvPr/>
          </p:nvSpPr>
          <p:spPr>
            <a:xfrm rot="0">
              <a:off x="4713" y="2416"/>
              <a:ext cx="1" cy="9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39" name=""/>
            <p:cNvSpPr/>
            <p:nvPr/>
          </p:nvSpPr>
          <p:spPr>
            <a:xfrm rot="0">
              <a:off x="5028" y="2768"/>
              <a:ext cx="27" cy="18"/>
            </a:xfrm>
            <a:custGeom>
              <a:avLst/>
              <a:ahLst/>
              <a:rect l="0" t="0" r="r" b="b"/>
              <a:pathLst>
                <a:path w="52" h="36">
                  <a:moveTo>
                    <a:pt x="1" y="36"/>
                  </a:moveTo>
                  <a:lnTo>
                    <a:pt x="27" y="35"/>
                  </a:lnTo>
                  <a:lnTo>
                    <a:pt x="52" y="34"/>
                  </a:lnTo>
                  <a:lnTo>
                    <a:pt x="51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40" name=""/>
            <p:cNvSpPr/>
            <p:nvPr/>
          </p:nvSpPr>
          <p:spPr>
            <a:xfrm rot="0">
              <a:off x="5028" y="2768"/>
              <a:ext cx="27" cy="18"/>
            </a:xfrm>
            <a:custGeom>
              <a:avLst/>
              <a:ahLst/>
              <a:rect l="0" t="0" r="r" b="b"/>
              <a:pathLst>
                <a:path w="52" h="36">
                  <a:moveTo>
                    <a:pt x="1" y="36"/>
                  </a:moveTo>
                  <a:lnTo>
                    <a:pt x="27" y="35"/>
                  </a:lnTo>
                  <a:lnTo>
                    <a:pt x="52" y="34"/>
                  </a:lnTo>
                  <a:lnTo>
                    <a:pt x="51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1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41" name=""/>
            <p:cNvSpPr/>
            <p:nvPr/>
          </p:nvSpPr>
          <p:spPr>
            <a:xfrm rot="0">
              <a:off x="5041" y="2767"/>
              <a:ext cx="13" cy="1"/>
            </a:xfrm>
            <a:custGeom>
              <a:avLst/>
              <a:ahLst/>
              <a:rect l="0" t="0" r="r" b="b"/>
              <a:pathLst>
                <a:path w="25" h="2">
                  <a:moveTo>
                    <a:pt x="0" y="2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42" name=""/>
            <p:cNvSpPr/>
            <p:nvPr/>
          </p:nvSpPr>
          <p:spPr>
            <a:xfrm rot="0" flipV="1">
              <a:off x="5054" y="27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43" name=""/>
            <p:cNvSpPr/>
            <p:nvPr/>
          </p:nvSpPr>
          <p:spPr>
            <a:xfrm rot="0">
              <a:off x="5027" y="275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2" y="38"/>
                  </a:moveTo>
                  <a:lnTo>
                    <a:pt x="28" y="36"/>
                  </a:lnTo>
                  <a:lnTo>
                    <a:pt x="53" y="34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5"/>
                  </a:lnTo>
                  <a:lnTo>
                    <a:pt x="2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44" name=""/>
            <p:cNvSpPr/>
            <p:nvPr/>
          </p:nvSpPr>
          <p:spPr>
            <a:xfrm rot="0">
              <a:off x="5027" y="275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2" y="38"/>
                  </a:moveTo>
                  <a:lnTo>
                    <a:pt x="28" y="36"/>
                  </a:lnTo>
                  <a:lnTo>
                    <a:pt x="53" y="34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5"/>
                  </a:lnTo>
                  <a:lnTo>
                    <a:pt x="2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45" name=""/>
            <p:cNvSpPr/>
            <p:nvPr/>
          </p:nvSpPr>
          <p:spPr>
            <a:xfrm rot="0">
              <a:off x="5040" y="2750"/>
              <a:ext cx="13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46" name=""/>
            <p:cNvSpPr/>
            <p:nvPr/>
          </p:nvSpPr>
          <p:spPr>
            <a:xfrm rot="0" flipV="1">
              <a:off x="5053" y="27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47" name=""/>
            <p:cNvSpPr/>
            <p:nvPr/>
          </p:nvSpPr>
          <p:spPr>
            <a:xfrm rot="0">
              <a:off x="5025" y="2733"/>
              <a:ext cx="28" cy="20"/>
            </a:xfrm>
            <a:custGeom>
              <a:avLst/>
              <a:ahLst/>
              <a:rect l="0" t="0" r="r" b="b"/>
              <a:pathLst>
                <a:path w="55" h="39">
                  <a:moveTo>
                    <a:pt x="4" y="39"/>
                  </a:moveTo>
                  <a:lnTo>
                    <a:pt x="29" y="36"/>
                  </a:lnTo>
                  <a:lnTo>
                    <a:pt x="55" y="32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6"/>
                  </a:lnTo>
                  <a:lnTo>
                    <a:pt x="4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48" name=""/>
            <p:cNvSpPr/>
            <p:nvPr/>
          </p:nvSpPr>
          <p:spPr>
            <a:xfrm rot="0">
              <a:off x="5025" y="2733"/>
              <a:ext cx="28" cy="20"/>
            </a:xfrm>
            <a:custGeom>
              <a:avLst/>
              <a:ahLst/>
              <a:rect l="0" t="0" r="r" b="b"/>
              <a:pathLst>
                <a:path w="55" h="39">
                  <a:moveTo>
                    <a:pt x="4" y="39"/>
                  </a:moveTo>
                  <a:lnTo>
                    <a:pt x="29" y="36"/>
                  </a:lnTo>
                  <a:lnTo>
                    <a:pt x="55" y="32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6"/>
                  </a:lnTo>
                  <a:lnTo>
                    <a:pt x="4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49" name=""/>
            <p:cNvSpPr/>
            <p:nvPr/>
          </p:nvSpPr>
          <p:spPr>
            <a:xfrm rot="0">
              <a:off x="5038" y="2732"/>
              <a:ext cx="13" cy="3"/>
            </a:xfrm>
            <a:custGeom>
              <a:avLst/>
              <a:ahLst/>
              <a:rect l="0" t="0" r="r" b="b"/>
              <a:pathLst>
                <a:path w="26" h="5">
                  <a:moveTo>
                    <a:pt x="0" y="5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50" name=""/>
            <p:cNvSpPr/>
            <p:nvPr/>
          </p:nvSpPr>
          <p:spPr>
            <a:xfrm rot="0" flipV="1">
              <a:off x="5051" y="2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51" name=""/>
            <p:cNvSpPr/>
            <p:nvPr/>
          </p:nvSpPr>
          <p:spPr>
            <a:xfrm rot="0">
              <a:off x="5022" y="2716"/>
              <a:ext cx="29" cy="21"/>
            </a:xfrm>
            <a:custGeom>
              <a:avLst/>
              <a:ahLst/>
              <a:rect l="0" t="0" r="r" b="b"/>
              <a:pathLst>
                <a:path w="57" h="43">
                  <a:moveTo>
                    <a:pt x="6" y="43"/>
                  </a:moveTo>
                  <a:lnTo>
                    <a:pt x="31" y="38"/>
                  </a:lnTo>
                  <a:lnTo>
                    <a:pt x="57" y="33"/>
                  </a:lnTo>
                  <a:lnTo>
                    <a:pt x="51" y="0"/>
                  </a:lnTo>
                  <a:lnTo>
                    <a:pt x="25" y="5"/>
                  </a:lnTo>
                  <a:lnTo>
                    <a:pt x="0" y="10"/>
                  </a:lnTo>
                  <a:lnTo>
                    <a:pt x="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52" name=""/>
            <p:cNvSpPr/>
            <p:nvPr/>
          </p:nvSpPr>
          <p:spPr>
            <a:xfrm rot="0">
              <a:off x="5022" y="2716"/>
              <a:ext cx="29" cy="21"/>
            </a:xfrm>
            <a:custGeom>
              <a:avLst/>
              <a:ahLst/>
              <a:rect l="0" t="0" r="r" b="b"/>
              <a:pathLst>
                <a:path w="57" h="43">
                  <a:moveTo>
                    <a:pt x="6" y="43"/>
                  </a:moveTo>
                  <a:lnTo>
                    <a:pt x="31" y="38"/>
                  </a:lnTo>
                  <a:lnTo>
                    <a:pt x="57" y="33"/>
                  </a:lnTo>
                  <a:lnTo>
                    <a:pt x="51" y="0"/>
                  </a:lnTo>
                  <a:lnTo>
                    <a:pt x="25" y="5"/>
                  </a:lnTo>
                  <a:lnTo>
                    <a:pt x="0" y="10"/>
                  </a:lnTo>
                  <a:lnTo>
                    <a:pt x="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53" name=""/>
            <p:cNvSpPr/>
            <p:nvPr/>
          </p:nvSpPr>
          <p:spPr>
            <a:xfrm rot="0">
              <a:off x="5035" y="2716"/>
              <a:ext cx="13" cy="3"/>
            </a:xfrm>
            <a:custGeom>
              <a:avLst/>
              <a:ahLst/>
              <a:rect l="0" t="0" r="r" b="b"/>
              <a:pathLst>
                <a:path w="26" h="5">
                  <a:moveTo>
                    <a:pt x="0" y="5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54" name=""/>
            <p:cNvSpPr/>
            <p:nvPr/>
          </p:nvSpPr>
          <p:spPr>
            <a:xfrm rot="0">
              <a:off x="5048" y="27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55" name=""/>
            <p:cNvSpPr/>
            <p:nvPr/>
          </p:nvSpPr>
          <p:spPr>
            <a:xfrm rot="0">
              <a:off x="5019" y="2700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7" y="43"/>
                  </a:moveTo>
                  <a:lnTo>
                    <a:pt x="32" y="38"/>
                  </a:lnTo>
                  <a:lnTo>
                    <a:pt x="58" y="33"/>
                  </a:lnTo>
                  <a:lnTo>
                    <a:pt x="51" y="0"/>
                  </a:lnTo>
                  <a:lnTo>
                    <a:pt x="25" y="5"/>
                  </a:lnTo>
                  <a:lnTo>
                    <a:pt x="0" y="10"/>
                  </a:lnTo>
                  <a:lnTo>
                    <a:pt x="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56" name=""/>
            <p:cNvSpPr/>
            <p:nvPr/>
          </p:nvSpPr>
          <p:spPr>
            <a:xfrm rot="0">
              <a:off x="5019" y="2700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7" y="43"/>
                  </a:moveTo>
                  <a:lnTo>
                    <a:pt x="32" y="38"/>
                  </a:lnTo>
                  <a:lnTo>
                    <a:pt x="58" y="33"/>
                  </a:lnTo>
                  <a:lnTo>
                    <a:pt x="51" y="0"/>
                  </a:lnTo>
                  <a:lnTo>
                    <a:pt x="25" y="5"/>
                  </a:lnTo>
                  <a:lnTo>
                    <a:pt x="0" y="10"/>
                  </a:lnTo>
                  <a:lnTo>
                    <a:pt x="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57" name=""/>
            <p:cNvSpPr/>
            <p:nvPr/>
          </p:nvSpPr>
          <p:spPr>
            <a:xfrm rot="0">
              <a:off x="5032" y="2699"/>
              <a:ext cx="12" cy="3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2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58" name=""/>
            <p:cNvSpPr/>
            <p:nvPr/>
          </p:nvSpPr>
          <p:spPr>
            <a:xfrm rot="0" flipH="1" flipV="1">
              <a:off x="5044" y="2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59" name=""/>
            <p:cNvSpPr/>
            <p:nvPr/>
          </p:nvSpPr>
          <p:spPr>
            <a:xfrm rot="0">
              <a:off x="5015" y="2683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10" y="46"/>
                  </a:moveTo>
                  <a:lnTo>
                    <a:pt x="34" y="39"/>
                  </a:lnTo>
                  <a:lnTo>
                    <a:pt x="59" y="32"/>
                  </a:lnTo>
                  <a:lnTo>
                    <a:pt x="49" y="0"/>
                  </a:lnTo>
                  <a:lnTo>
                    <a:pt x="25" y="8"/>
                  </a:lnTo>
                  <a:lnTo>
                    <a:pt x="0" y="15"/>
                  </a:lnTo>
                  <a:lnTo>
                    <a:pt x="1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60" name=""/>
            <p:cNvSpPr/>
            <p:nvPr/>
          </p:nvSpPr>
          <p:spPr>
            <a:xfrm rot="0">
              <a:off x="5015" y="2683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10" y="46"/>
                  </a:moveTo>
                  <a:lnTo>
                    <a:pt x="34" y="39"/>
                  </a:lnTo>
                  <a:lnTo>
                    <a:pt x="59" y="32"/>
                  </a:lnTo>
                  <a:lnTo>
                    <a:pt x="49" y="0"/>
                  </a:lnTo>
                  <a:lnTo>
                    <a:pt x="25" y="8"/>
                  </a:lnTo>
                  <a:lnTo>
                    <a:pt x="0" y="15"/>
                  </a:lnTo>
                  <a:lnTo>
                    <a:pt x="1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61" name=""/>
            <p:cNvSpPr/>
            <p:nvPr/>
          </p:nvSpPr>
          <p:spPr>
            <a:xfrm rot="0">
              <a:off x="5027" y="2682"/>
              <a:ext cx="12" cy="4"/>
            </a:xfrm>
            <a:custGeom>
              <a:avLst/>
              <a:ahLst/>
              <a:rect l="0" t="0" r="r" b="b"/>
              <a:pathLst>
                <a:path w="24" h="10">
                  <a:moveTo>
                    <a:pt x="0" y="10"/>
                  </a:moveTo>
                  <a:lnTo>
                    <a:pt x="24" y="2"/>
                  </a:lnTo>
                  <a:lnTo>
                    <a:pt x="24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62" name=""/>
            <p:cNvSpPr/>
            <p:nvPr/>
          </p:nvSpPr>
          <p:spPr>
            <a:xfrm rot="0" flipV="1">
              <a:off x="5039" y="2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63" name=""/>
            <p:cNvSpPr/>
            <p:nvPr/>
          </p:nvSpPr>
          <p:spPr>
            <a:xfrm rot="0">
              <a:off x="5009" y="2666"/>
              <a:ext cx="30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11" y="50"/>
                  </a:moveTo>
                  <a:lnTo>
                    <a:pt x="36" y="41"/>
                  </a:lnTo>
                  <a:lnTo>
                    <a:pt x="60" y="31"/>
                  </a:lnTo>
                  <a:lnTo>
                    <a:pt x="49" y="0"/>
                  </a:lnTo>
                  <a:lnTo>
                    <a:pt x="25" y="9"/>
                  </a:lnTo>
                  <a:lnTo>
                    <a:pt x="0" y="18"/>
                  </a:lnTo>
                  <a:lnTo>
                    <a:pt x="1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64" name=""/>
            <p:cNvSpPr/>
            <p:nvPr/>
          </p:nvSpPr>
          <p:spPr>
            <a:xfrm rot="0">
              <a:off x="5009" y="2666"/>
              <a:ext cx="30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11" y="50"/>
                  </a:moveTo>
                  <a:lnTo>
                    <a:pt x="36" y="41"/>
                  </a:lnTo>
                  <a:lnTo>
                    <a:pt x="60" y="31"/>
                  </a:lnTo>
                  <a:lnTo>
                    <a:pt x="49" y="0"/>
                  </a:lnTo>
                  <a:lnTo>
                    <a:pt x="25" y="9"/>
                  </a:lnTo>
                  <a:lnTo>
                    <a:pt x="0" y="18"/>
                  </a:lnTo>
                  <a:lnTo>
                    <a:pt x="1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65" name=""/>
            <p:cNvSpPr/>
            <p:nvPr/>
          </p:nvSpPr>
          <p:spPr>
            <a:xfrm rot="0">
              <a:off x="5021" y="2666"/>
              <a:ext cx="13" cy="4"/>
            </a:xfrm>
            <a:custGeom>
              <a:avLst/>
              <a:ahLst/>
              <a:rect l="0" t="0" r="r" b="b"/>
              <a:pathLst>
                <a:path w="24" h="9">
                  <a:moveTo>
                    <a:pt x="0" y="9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66" name=""/>
            <p:cNvSpPr/>
            <p:nvPr/>
          </p:nvSpPr>
          <p:spPr>
            <a:xfrm rot="0">
              <a:off x="5034" y="2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67" name=""/>
            <p:cNvSpPr/>
            <p:nvPr/>
          </p:nvSpPr>
          <p:spPr>
            <a:xfrm rot="0">
              <a:off x="5003" y="2650"/>
              <a:ext cx="31" cy="25"/>
            </a:xfrm>
            <a:custGeom>
              <a:avLst/>
              <a:ahLst/>
              <a:rect l="0" t="0" r="r" b="b"/>
              <a:pathLst>
                <a:path w="61" h="49">
                  <a:moveTo>
                    <a:pt x="12" y="49"/>
                  </a:moveTo>
                  <a:lnTo>
                    <a:pt x="37" y="40"/>
                  </a:lnTo>
                  <a:lnTo>
                    <a:pt x="61" y="31"/>
                  </a:lnTo>
                  <a:lnTo>
                    <a:pt x="49" y="0"/>
                  </a:lnTo>
                  <a:lnTo>
                    <a:pt x="24" y="9"/>
                  </a:lnTo>
                  <a:lnTo>
                    <a:pt x="0" y="18"/>
                  </a:lnTo>
                  <a:lnTo>
                    <a:pt x="12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68" name=""/>
            <p:cNvSpPr/>
            <p:nvPr/>
          </p:nvSpPr>
          <p:spPr>
            <a:xfrm rot="0">
              <a:off x="5003" y="2650"/>
              <a:ext cx="31" cy="25"/>
            </a:xfrm>
            <a:custGeom>
              <a:avLst/>
              <a:ahLst/>
              <a:rect l="0" t="0" r="r" b="b"/>
              <a:pathLst>
                <a:path w="61" h="49">
                  <a:moveTo>
                    <a:pt x="12" y="49"/>
                  </a:moveTo>
                  <a:lnTo>
                    <a:pt x="37" y="40"/>
                  </a:lnTo>
                  <a:lnTo>
                    <a:pt x="61" y="31"/>
                  </a:lnTo>
                  <a:lnTo>
                    <a:pt x="49" y="0"/>
                  </a:lnTo>
                  <a:lnTo>
                    <a:pt x="24" y="9"/>
                  </a:lnTo>
                  <a:lnTo>
                    <a:pt x="0" y="18"/>
                  </a:lnTo>
                  <a:lnTo>
                    <a:pt x="12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69" name=""/>
            <p:cNvSpPr/>
            <p:nvPr/>
          </p:nvSpPr>
          <p:spPr>
            <a:xfrm rot="0">
              <a:off x="5015" y="2650"/>
              <a:ext cx="12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70" name=""/>
            <p:cNvSpPr/>
            <p:nvPr/>
          </p:nvSpPr>
          <p:spPr>
            <a:xfrm rot="0" flipH="1" flipV="1">
              <a:off x="5027" y="26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71" name=""/>
            <p:cNvSpPr/>
            <p:nvPr/>
          </p:nvSpPr>
          <p:spPr>
            <a:xfrm rot="0">
              <a:off x="4997" y="2635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13" y="51"/>
                  </a:moveTo>
                  <a:lnTo>
                    <a:pt x="36" y="41"/>
                  </a:lnTo>
                  <a:lnTo>
                    <a:pt x="60" y="31"/>
                  </a:lnTo>
                  <a:lnTo>
                    <a:pt x="47" y="0"/>
                  </a:lnTo>
                  <a:lnTo>
                    <a:pt x="23" y="10"/>
                  </a:lnTo>
                  <a:lnTo>
                    <a:pt x="0" y="21"/>
                  </a:lnTo>
                  <a:lnTo>
                    <a:pt x="1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72" name=""/>
            <p:cNvSpPr/>
            <p:nvPr/>
          </p:nvSpPr>
          <p:spPr>
            <a:xfrm rot="0">
              <a:off x="4997" y="2635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13" y="51"/>
                  </a:moveTo>
                  <a:lnTo>
                    <a:pt x="36" y="41"/>
                  </a:lnTo>
                  <a:lnTo>
                    <a:pt x="60" y="31"/>
                  </a:lnTo>
                  <a:lnTo>
                    <a:pt x="47" y="0"/>
                  </a:lnTo>
                  <a:lnTo>
                    <a:pt x="23" y="10"/>
                  </a:lnTo>
                  <a:lnTo>
                    <a:pt x="0" y="21"/>
                  </a:lnTo>
                  <a:lnTo>
                    <a:pt x="1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73" name=""/>
            <p:cNvSpPr/>
            <p:nvPr/>
          </p:nvSpPr>
          <p:spPr>
            <a:xfrm rot="0">
              <a:off x="5009" y="2634"/>
              <a:ext cx="11" cy="6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74" name=""/>
            <p:cNvSpPr/>
            <p:nvPr/>
          </p:nvSpPr>
          <p:spPr>
            <a:xfrm rot="0" flipH="1" flipV="1">
              <a:off x="5020" y="26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75" name=""/>
            <p:cNvSpPr/>
            <p:nvPr/>
          </p:nvSpPr>
          <p:spPr>
            <a:xfrm rot="0">
              <a:off x="4990" y="2619"/>
              <a:ext cx="30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16" y="54"/>
                  </a:moveTo>
                  <a:lnTo>
                    <a:pt x="38" y="41"/>
                  </a:lnTo>
                  <a:lnTo>
                    <a:pt x="61" y="29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16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76" name=""/>
            <p:cNvSpPr/>
            <p:nvPr/>
          </p:nvSpPr>
          <p:spPr>
            <a:xfrm rot="0">
              <a:off x="4990" y="2619"/>
              <a:ext cx="30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16" y="54"/>
                  </a:moveTo>
                  <a:lnTo>
                    <a:pt x="38" y="41"/>
                  </a:lnTo>
                  <a:lnTo>
                    <a:pt x="61" y="29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16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77" name=""/>
            <p:cNvSpPr/>
            <p:nvPr/>
          </p:nvSpPr>
          <p:spPr>
            <a:xfrm rot="0">
              <a:off x="5001" y="2619"/>
              <a:ext cx="11" cy="6"/>
            </a:xfrm>
            <a:custGeom>
              <a:avLst/>
              <a:ahLst/>
              <a:rect l="0" t="0" r="r" b="b"/>
              <a:pathLst>
                <a:path w="22" h="14">
                  <a:moveTo>
                    <a:pt x="0" y="14"/>
                  </a:moveTo>
                  <a:lnTo>
                    <a:pt x="22" y="1"/>
                  </a:lnTo>
                  <a:lnTo>
                    <a:pt x="22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91" name=""/>
          <p:cNvGrpSpPr/>
          <p:nvPr/>
        </p:nvGrpSpPr>
        <p:grpSpPr>
          <a:xfrm rot="0">
            <a:off x="6943725" y="3878262"/>
            <a:ext cx="1014412" cy="492125"/>
            <a:chOff x="4374" y="2443"/>
            <a:chExt cx="639" cy="310"/>
          </a:xfrm>
        </p:grpSpPr>
        <p:sp>
          <p:nvSpPr>
            <p:cNvPr id="1060478" name=""/>
            <p:cNvSpPr/>
            <p:nvPr/>
          </p:nvSpPr>
          <p:spPr>
            <a:xfrm rot="0" flipV="1">
              <a:off x="5012" y="2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79" name=""/>
            <p:cNvSpPr/>
            <p:nvPr/>
          </p:nvSpPr>
          <p:spPr>
            <a:xfrm rot="0">
              <a:off x="4981" y="2604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17" y="56"/>
                  </a:moveTo>
                  <a:lnTo>
                    <a:pt x="40" y="43"/>
                  </a:lnTo>
                  <a:lnTo>
                    <a:pt x="62" y="29"/>
                  </a:lnTo>
                  <a:lnTo>
                    <a:pt x="45" y="0"/>
                  </a:lnTo>
                  <a:lnTo>
                    <a:pt x="22" y="13"/>
                  </a:lnTo>
                  <a:lnTo>
                    <a:pt x="0" y="26"/>
                  </a:lnTo>
                  <a:lnTo>
                    <a:pt x="17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80" name=""/>
            <p:cNvSpPr/>
            <p:nvPr/>
          </p:nvSpPr>
          <p:spPr>
            <a:xfrm rot="0">
              <a:off x="4981" y="2604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17" y="56"/>
                  </a:moveTo>
                  <a:lnTo>
                    <a:pt x="40" y="43"/>
                  </a:lnTo>
                  <a:lnTo>
                    <a:pt x="62" y="29"/>
                  </a:lnTo>
                  <a:lnTo>
                    <a:pt x="45" y="0"/>
                  </a:lnTo>
                  <a:lnTo>
                    <a:pt x="22" y="13"/>
                  </a:lnTo>
                  <a:lnTo>
                    <a:pt x="0" y="26"/>
                  </a:lnTo>
                  <a:lnTo>
                    <a:pt x="17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81" name=""/>
            <p:cNvSpPr/>
            <p:nvPr/>
          </p:nvSpPr>
          <p:spPr>
            <a:xfrm rot="0">
              <a:off x="4992" y="2603"/>
              <a:ext cx="11" cy="8"/>
            </a:xfrm>
            <a:custGeom>
              <a:avLst/>
              <a:ahLst/>
              <a:rect l="0" t="0" r="r" b="b"/>
              <a:pathLst>
                <a:path w="23" h="14">
                  <a:moveTo>
                    <a:pt x="0" y="14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82" name=""/>
            <p:cNvSpPr/>
            <p:nvPr/>
          </p:nvSpPr>
          <p:spPr>
            <a:xfrm rot="0" flipH="1" flipV="1">
              <a:off x="5003" y="2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83" name=""/>
            <p:cNvSpPr/>
            <p:nvPr/>
          </p:nvSpPr>
          <p:spPr>
            <a:xfrm rot="0">
              <a:off x="4972" y="2590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19" y="56"/>
                  </a:moveTo>
                  <a:lnTo>
                    <a:pt x="40" y="42"/>
                  </a:lnTo>
                  <a:lnTo>
                    <a:pt x="62" y="28"/>
                  </a:lnTo>
                  <a:lnTo>
                    <a:pt x="43" y="0"/>
                  </a:lnTo>
                  <a:lnTo>
                    <a:pt x="22" y="14"/>
                  </a:lnTo>
                  <a:lnTo>
                    <a:pt x="0" y="29"/>
                  </a:lnTo>
                  <a:lnTo>
                    <a:pt x="19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84" name=""/>
            <p:cNvSpPr/>
            <p:nvPr/>
          </p:nvSpPr>
          <p:spPr>
            <a:xfrm rot="0">
              <a:off x="4972" y="2590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19" y="56"/>
                  </a:moveTo>
                  <a:lnTo>
                    <a:pt x="40" y="42"/>
                  </a:lnTo>
                  <a:lnTo>
                    <a:pt x="62" y="28"/>
                  </a:lnTo>
                  <a:lnTo>
                    <a:pt x="43" y="0"/>
                  </a:lnTo>
                  <a:lnTo>
                    <a:pt x="22" y="14"/>
                  </a:lnTo>
                  <a:lnTo>
                    <a:pt x="0" y="29"/>
                  </a:lnTo>
                  <a:lnTo>
                    <a:pt x="19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85" name=""/>
            <p:cNvSpPr/>
            <p:nvPr/>
          </p:nvSpPr>
          <p:spPr>
            <a:xfrm rot="0">
              <a:off x="4983" y="2589"/>
              <a:ext cx="11" cy="8"/>
            </a:xfrm>
            <a:custGeom>
              <a:avLst/>
              <a:ahLst/>
              <a:rect l="0" t="0" r="r" b="b"/>
              <a:pathLst>
                <a:path w="21" h="15">
                  <a:moveTo>
                    <a:pt x="0" y="15"/>
                  </a:moveTo>
                  <a:lnTo>
                    <a:pt x="21" y="1"/>
                  </a:lnTo>
                  <a:lnTo>
                    <a:pt x="2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86" name=""/>
            <p:cNvSpPr/>
            <p:nvPr/>
          </p:nvSpPr>
          <p:spPr>
            <a:xfrm rot="0" flipV="1">
              <a:off x="4994" y="2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87" name=""/>
            <p:cNvSpPr/>
            <p:nvPr/>
          </p:nvSpPr>
          <p:spPr>
            <a:xfrm rot="0">
              <a:off x="4962" y="2576"/>
              <a:ext cx="32" cy="28"/>
            </a:xfrm>
            <a:custGeom>
              <a:avLst/>
              <a:ahLst/>
              <a:rect l="0" t="0" r="r" b="b"/>
              <a:pathLst>
                <a:path w="62" h="58">
                  <a:moveTo>
                    <a:pt x="19" y="58"/>
                  </a:moveTo>
                  <a:lnTo>
                    <a:pt x="41" y="42"/>
                  </a:lnTo>
                  <a:lnTo>
                    <a:pt x="62" y="27"/>
                  </a:lnTo>
                  <a:lnTo>
                    <a:pt x="43" y="0"/>
                  </a:lnTo>
                  <a:lnTo>
                    <a:pt x="21" y="16"/>
                  </a:lnTo>
                  <a:lnTo>
                    <a:pt x="0" y="31"/>
                  </a:lnTo>
                  <a:lnTo>
                    <a:pt x="19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88" name=""/>
            <p:cNvSpPr/>
            <p:nvPr/>
          </p:nvSpPr>
          <p:spPr>
            <a:xfrm rot="0">
              <a:off x="4962" y="2576"/>
              <a:ext cx="32" cy="28"/>
            </a:xfrm>
            <a:custGeom>
              <a:avLst/>
              <a:ahLst/>
              <a:rect l="0" t="0" r="r" b="b"/>
              <a:pathLst>
                <a:path w="62" h="58">
                  <a:moveTo>
                    <a:pt x="19" y="58"/>
                  </a:moveTo>
                  <a:lnTo>
                    <a:pt x="41" y="42"/>
                  </a:lnTo>
                  <a:lnTo>
                    <a:pt x="62" y="27"/>
                  </a:lnTo>
                  <a:lnTo>
                    <a:pt x="43" y="0"/>
                  </a:lnTo>
                  <a:lnTo>
                    <a:pt x="21" y="16"/>
                  </a:lnTo>
                  <a:lnTo>
                    <a:pt x="0" y="31"/>
                  </a:lnTo>
                  <a:lnTo>
                    <a:pt x="19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89" name=""/>
            <p:cNvSpPr/>
            <p:nvPr/>
          </p:nvSpPr>
          <p:spPr>
            <a:xfrm rot="0">
              <a:off x="4973" y="2575"/>
              <a:ext cx="11" cy="8"/>
            </a:xfrm>
            <a:custGeom>
              <a:avLst/>
              <a:ahLst/>
              <a:rect l="0" t="0" r="r" b="b"/>
              <a:pathLst>
                <a:path w="22" h="17">
                  <a:moveTo>
                    <a:pt x="0" y="17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90" name=""/>
            <p:cNvSpPr/>
            <p:nvPr/>
          </p:nvSpPr>
          <p:spPr>
            <a:xfrm rot="0" flipH="1" flipV="1">
              <a:off x="4983" y="2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91" name=""/>
            <p:cNvSpPr/>
            <p:nvPr/>
          </p:nvSpPr>
          <p:spPr>
            <a:xfrm rot="0">
              <a:off x="4952" y="2562"/>
              <a:ext cx="31" cy="30"/>
            </a:xfrm>
            <a:custGeom>
              <a:avLst/>
              <a:ahLst/>
              <a:rect l="0" t="0" r="r" b="b"/>
              <a:pathLst>
                <a:path w="63" h="58">
                  <a:moveTo>
                    <a:pt x="22" y="58"/>
                  </a:moveTo>
                  <a:lnTo>
                    <a:pt x="42" y="42"/>
                  </a:lnTo>
                  <a:lnTo>
                    <a:pt x="63" y="25"/>
                  </a:lnTo>
                  <a:lnTo>
                    <a:pt x="41" y="0"/>
                  </a:lnTo>
                  <a:lnTo>
                    <a:pt x="21" y="16"/>
                  </a:lnTo>
                  <a:lnTo>
                    <a:pt x="0" y="33"/>
                  </a:lnTo>
                  <a:lnTo>
                    <a:pt x="2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92" name=""/>
            <p:cNvSpPr/>
            <p:nvPr/>
          </p:nvSpPr>
          <p:spPr>
            <a:xfrm rot="0">
              <a:off x="4952" y="2562"/>
              <a:ext cx="31" cy="30"/>
            </a:xfrm>
            <a:custGeom>
              <a:avLst/>
              <a:ahLst/>
              <a:rect l="0" t="0" r="r" b="b"/>
              <a:pathLst>
                <a:path w="63" h="58">
                  <a:moveTo>
                    <a:pt x="22" y="58"/>
                  </a:moveTo>
                  <a:lnTo>
                    <a:pt x="42" y="42"/>
                  </a:lnTo>
                  <a:lnTo>
                    <a:pt x="63" y="25"/>
                  </a:lnTo>
                  <a:lnTo>
                    <a:pt x="41" y="0"/>
                  </a:lnTo>
                  <a:lnTo>
                    <a:pt x="21" y="16"/>
                  </a:lnTo>
                  <a:lnTo>
                    <a:pt x="0" y="33"/>
                  </a:lnTo>
                  <a:lnTo>
                    <a:pt x="2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93" name=""/>
            <p:cNvSpPr/>
            <p:nvPr/>
          </p:nvSpPr>
          <p:spPr>
            <a:xfrm rot="0">
              <a:off x="4962" y="2562"/>
              <a:ext cx="11" cy="9"/>
            </a:xfrm>
            <a:custGeom>
              <a:avLst/>
              <a:ahLst/>
              <a:rect l="0" t="0" r="r" b="b"/>
              <a:pathLst>
                <a:path w="20" h="17">
                  <a:moveTo>
                    <a:pt x="0" y="17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94" name=""/>
            <p:cNvSpPr/>
            <p:nvPr/>
          </p:nvSpPr>
          <p:spPr>
            <a:xfrm rot="0" flipH="1" flipV="1">
              <a:off x="4972" y="2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95" name=""/>
            <p:cNvSpPr/>
            <p:nvPr/>
          </p:nvSpPr>
          <p:spPr>
            <a:xfrm rot="0">
              <a:off x="4942" y="2550"/>
              <a:ext cx="30" cy="29"/>
            </a:xfrm>
            <a:custGeom>
              <a:avLst/>
              <a:ahLst/>
              <a:rect l="0" t="0" r="r" b="b"/>
              <a:pathLst>
                <a:path w="60" h="60">
                  <a:moveTo>
                    <a:pt x="21" y="60"/>
                  </a:moveTo>
                  <a:lnTo>
                    <a:pt x="41" y="42"/>
                  </a:lnTo>
                  <a:lnTo>
                    <a:pt x="60" y="25"/>
                  </a:lnTo>
                  <a:lnTo>
                    <a:pt x="39" y="0"/>
                  </a:lnTo>
                  <a:lnTo>
                    <a:pt x="19" y="18"/>
                  </a:lnTo>
                  <a:lnTo>
                    <a:pt x="0" y="35"/>
                  </a:lnTo>
                  <a:lnTo>
                    <a:pt x="21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96" name=""/>
            <p:cNvSpPr/>
            <p:nvPr/>
          </p:nvSpPr>
          <p:spPr>
            <a:xfrm rot="0">
              <a:off x="4942" y="2550"/>
              <a:ext cx="30" cy="29"/>
            </a:xfrm>
            <a:custGeom>
              <a:avLst/>
              <a:ahLst/>
              <a:rect l="0" t="0" r="r" b="b"/>
              <a:pathLst>
                <a:path w="60" h="60">
                  <a:moveTo>
                    <a:pt x="21" y="60"/>
                  </a:moveTo>
                  <a:lnTo>
                    <a:pt x="41" y="42"/>
                  </a:lnTo>
                  <a:lnTo>
                    <a:pt x="60" y="25"/>
                  </a:lnTo>
                  <a:lnTo>
                    <a:pt x="39" y="0"/>
                  </a:lnTo>
                  <a:lnTo>
                    <a:pt x="19" y="18"/>
                  </a:lnTo>
                  <a:lnTo>
                    <a:pt x="0" y="35"/>
                  </a:lnTo>
                  <a:lnTo>
                    <a:pt x="2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97" name=""/>
            <p:cNvSpPr/>
            <p:nvPr/>
          </p:nvSpPr>
          <p:spPr>
            <a:xfrm rot="0">
              <a:off x="4952" y="2549"/>
              <a:ext cx="9" cy="9"/>
            </a:xfrm>
            <a:custGeom>
              <a:avLst/>
              <a:ahLst/>
              <a:rect l="0" t="0" r="r" b="b"/>
              <a:pathLst>
                <a:path w="20" h="19">
                  <a:moveTo>
                    <a:pt x="0" y="19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498" name=""/>
            <p:cNvSpPr/>
            <p:nvPr/>
          </p:nvSpPr>
          <p:spPr>
            <a:xfrm rot="0" flipH="1" flipV="1">
              <a:off x="4961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499" name=""/>
            <p:cNvSpPr/>
            <p:nvPr/>
          </p:nvSpPr>
          <p:spPr>
            <a:xfrm rot="0">
              <a:off x="4931" y="2537"/>
              <a:ext cx="30" cy="31"/>
            </a:xfrm>
            <a:custGeom>
              <a:avLst/>
              <a:ahLst/>
              <a:rect l="0" t="0" r="r" b="b"/>
              <a:pathLst>
                <a:path w="61" h="60">
                  <a:moveTo>
                    <a:pt x="24" y="60"/>
                  </a:moveTo>
                  <a:lnTo>
                    <a:pt x="42" y="42"/>
                  </a:lnTo>
                  <a:lnTo>
                    <a:pt x="61" y="23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6"/>
                  </a:lnTo>
                  <a:lnTo>
                    <a:pt x="2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00" name=""/>
            <p:cNvSpPr/>
            <p:nvPr/>
          </p:nvSpPr>
          <p:spPr>
            <a:xfrm rot="0">
              <a:off x="4931" y="2537"/>
              <a:ext cx="30" cy="31"/>
            </a:xfrm>
            <a:custGeom>
              <a:avLst/>
              <a:ahLst/>
              <a:rect l="0" t="0" r="r" b="b"/>
              <a:pathLst>
                <a:path w="61" h="60">
                  <a:moveTo>
                    <a:pt x="24" y="60"/>
                  </a:moveTo>
                  <a:lnTo>
                    <a:pt x="42" y="42"/>
                  </a:lnTo>
                  <a:lnTo>
                    <a:pt x="61" y="23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6"/>
                  </a:lnTo>
                  <a:lnTo>
                    <a:pt x="2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01" name=""/>
            <p:cNvSpPr/>
            <p:nvPr/>
          </p:nvSpPr>
          <p:spPr>
            <a:xfrm rot="0">
              <a:off x="4940" y="2537"/>
              <a:ext cx="9" cy="10"/>
            </a:xfrm>
            <a:custGeom>
              <a:avLst/>
              <a:ahLst/>
              <a:rect l="0" t="0" r="r" b="b"/>
              <a:pathLst>
                <a:path w="18" h="19">
                  <a:moveTo>
                    <a:pt x="0" y="19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02" name=""/>
            <p:cNvSpPr/>
            <p:nvPr/>
          </p:nvSpPr>
          <p:spPr>
            <a:xfrm rot="0" flipH="1" flipV="1">
              <a:off x="4949" y="2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03" name=""/>
            <p:cNvSpPr/>
            <p:nvPr/>
          </p:nvSpPr>
          <p:spPr>
            <a:xfrm rot="0">
              <a:off x="4918" y="2526"/>
              <a:ext cx="31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26" y="62"/>
                  </a:moveTo>
                  <a:lnTo>
                    <a:pt x="43" y="42"/>
                  </a:lnTo>
                  <a:lnTo>
                    <a:pt x="60" y="23"/>
                  </a:lnTo>
                  <a:lnTo>
                    <a:pt x="35" y="0"/>
                  </a:lnTo>
                  <a:lnTo>
                    <a:pt x="17" y="20"/>
                  </a:lnTo>
                  <a:lnTo>
                    <a:pt x="0" y="39"/>
                  </a:lnTo>
                  <a:lnTo>
                    <a:pt x="26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04" name=""/>
            <p:cNvSpPr/>
            <p:nvPr/>
          </p:nvSpPr>
          <p:spPr>
            <a:xfrm rot="0">
              <a:off x="4918" y="2526"/>
              <a:ext cx="31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26" y="62"/>
                  </a:moveTo>
                  <a:lnTo>
                    <a:pt x="43" y="42"/>
                  </a:lnTo>
                  <a:lnTo>
                    <a:pt x="60" y="23"/>
                  </a:lnTo>
                  <a:lnTo>
                    <a:pt x="35" y="0"/>
                  </a:lnTo>
                  <a:lnTo>
                    <a:pt x="17" y="20"/>
                  </a:lnTo>
                  <a:lnTo>
                    <a:pt x="0" y="39"/>
                  </a:lnTo>
                  <a:lnTo>
                    <a:pt x="26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05" name=""/>
            <p:cNvSpPr/>
            <p:nvPr/>
          </p:nvSpPr>
          <p:spPr>
            <a:xfrm rot="0">
              <a:off x="4927" y="2525"/>
              <a:ext cx="9" cy="10"/>
            </a:xfrm>
            <a:custGeom>
              <a:avLst/>
              <a:ahLst/>
              <a:rect l="0" t="0" r="r" b="b"/>
              <a:pathLst>
                <a:path w="18" h="21">
                  <a:moveTo>
                    <a:pt x="0" y="21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06" name=""/>
            <p:cNvSpPr/>
            <p:nvPr/>
          </p:nvSpPr>
          <p:spPr>
            <a:xfrm rot="0" flipH="1" flipV="1">
              <a:off x="4935" y="2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07" name=""/>
            <p:cNvSpPr/>
            <p:nvPr/>
          </p:nvSpPr>
          <p:spPr>
            <a:xfrm rot="0">
              <a:off x="4906" y="2514"/>
              <a:ext cx="29" cy="32"/>
            </a:xfrm>
            <a:custGeom>
              <a:avLst/>
              <a:ahLst/>
              <a:rect l="0" t="0" r="r" b="b"/>
              <a:pathLst>
                <a:path w="59" h="62">
                  <a:moveTo>
                    <a:pt x="26" y="62"/>
                  </a:moveTo>
                  <a:lnTo>
                    <a:pt x="42" y="42"/>
                  </a:lnTo>
                  <a:lnTo>
                    <a:pt x="59" y="21"/>
                  </a:lnTo>
                  <a:lnTo>
                    <a:pt x="33" y="0"/>
                  </a:lnTo>
                  <a:lnTo>
                    <a:pt x="17" y="20"/>
                  </a:lnTo>
                  <a:lnTo>
                    <a:pt x="0" y="41"/>
                  </a:lnTo>
                  <a:lnTo>
                    <a:pt x="26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08" name=""/>
            <p:cNvSpPr/>
            <p:nvPr/>
          </p:nvSpPr>
          <p:spPr>
            <a:xfrm rot="0">
              <a:off x="4906" y="2514"/>
              <a:ext cx="29" cy="32"/>
            </a:xfrm>
            <a:custGeom>
              <a:avLst/>
              <a:ahLst/>
              <a:rect l="0" t="0" r="r" b="b"/>
              <a:pathLst>
                <a:path w="59" h="62">
                  <a:moveTo>
                    <a:pt x="26" y="62"/>
                  </a:moveTo>
                  <a:lnTo>
                    <a:pt x="42" y="42"/>
                  </a:lnTo>
                  <a:lnTo>
                    <a:pt x="59" y="21"/>
                  </a:lnTo>
                  <a:lnTo>
                    <a:pt x="33" y="0"/>
                  </a:lnTo>
                  <a:lnTo>
                    <a:pt x="17" y="20"/>
                  </a:lnTo>
                  <a:lnTo>
                    <a:pt x="0" y="41"/>
                  </a:lnTo>
                  <a:lnTo>
                    <a:pt x="26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09" name=""/>
            <p:cNvSpPr/>
            <p:nvPr/>
          </p:nvSpPr>
          <p:spPr>
            <a:xfrm rot="0">
              <a:off x="4914" y="2514"/>
              <a:ext cx="9" cy="11"/>
            </a:xfrm>
            <a:custGeom>
              <a:avLst/>
              <a:ahLst/>
              <a:rect l="0" t="0" r="r" b="b"/>
              <a:pathLst>
                <a:path w="16" h="21">
                  <a:moveTo>
                    <a:pt x="0" y="21"/>
                  </a:moveTo>
                  <a:lnTo>
                    <a:pt x="16" y="1"/>
                  </a:lnTo>
                  <a:lnTo>
                    <a:pt x="15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10" name=""/>
            <p:cNvSpPr/>
            <p:nvPr/>
          </p:nvSpPr>
          <p:spPr>
            <a:xfrm rot="0" flipH="1" flipV="1">
              <a:off x="4922" y="25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11" name=""/>
            <p:cNvSpPr/>
            <p:nvPr/>
          </p:nvSpPr>
          <p:spPr>
            <a:xfrm rot="0">
              <a:off x="4893" y="2504"/>
              <a:ext cx="29" cy="31"/>
            </a:xfrm>
            <a:custGeom>
              <a:avLst/>
              <a:ahLst/>
              <a:rect l="0" t="0" r="r" b="b"/>
              <a:pathLst>
                <a:path w="57" h="63">
                  <a:moveTo>
                    <a:pt x="26" y="63"/>
                  </a:moveTo>
                  <a:lnTo>
                    <a:pt x="42" y="41"/>
                  </a:lnTo>
                  <a:lnTo>
                    <a:pt x="57" y="20"/>
                  </a:lnTo>
                  <a:lnTo>
                    <a:pt x="30" y="0"/>
                  </a:lnTo>
                  <a:lnTo>
                    <a:pt x="15" y="22"/>
                  </a:lnTo>
                  <a:lnTo>
                    <a:pt x="0" y="43"/>
                  </a:lnTo>
                  <a:lnTo>
                    <a:pt x="2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12" name=""/>
            <p:cNvSpPr/>
            <p:nvPr/>
          </p:nvSpPr>
          <p:spPr>
            <a:xfrm rot="0">
              <a:off x="4893" y="2504"/>
              <a:ext cx="29" cy="31"/>
            </a:xfrm>
            <a:custGeom>
              <a:avLst/>
              <a:ahLst/>
              <a:rect l="0" t="0" r="r" b="b"/>
              <a:pathLst>
                <a:path w="57" h="63">
                  <a:moveTo>
                    <a:pt x="26" y="63"/>
                  </a:moveTo>
                  <a:lnTo>
                    <a:pt x="42" y="41"/>
                  </a:lnTo>
                  <a:lnTo>
                    <a:pt x="57" y="20"/>
                  </a:lnTo>
                  <a:lnTo>
                    <a:pt x="30" y="0"/>
                  </a:lnTo>
                  <a:lnTo>
                    <a:pt x="15" y="22"/>
                  </a:lnTo>
                  <a:lnTo>
                    <a:pt x="0" y="43"/>
                  </a:lnTo>
                  <a:lnTo>
                    <a:pt x="2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13" name=""/>
            <p:cNvSpPr/>
            <p:nvPr/>
          </p:nvSpPr>
          <p:spPr>
            <a:xfrm rot="0">
              <a:off x="4901" y="2504"/>
              <a:ext cx="8" cy="11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14" name=""/>
            <p:cNvSpPr/>
            <p:nvPr/>
          </p:nvSpPr>
          <p:spPr>
            <a:xfrm rot="0" flipH="1">
              <a:off x="4908" y="2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15" name=""/>
            <p:cNvSpPr/>
            <p:nvPr/>
          </p:nvSpPr>
          <p:spPr>
            <a:xfrm rot="0">
              <a:off x="4880" y="2495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8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9" y="0"/>
                  </a:lnTo>
                  <a:lnTo>
                    <a:pt x="15" y="21"/>
                  </a:lnTo>
                  <a:lnTo>
                    <a:pt x="0" y="43"/>
                  </a:lnTo>
                  <a:lnTo>
                    <a:pt x="28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16" name=""/>
            <p:cNvSpPr/>
            <p:nvPr/>
          </p:nvSpPr>
          <p:spPr>
            <a:xfrm rot="0">
              <a:off x="4880" y="2495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8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9" y="0"/>
                  </a:lnTo>
                  <a:lnTo>
                    <a:pt x="15" y="21"/>
                  </a:lnTo>
                  <a:lnTo>
                    <a:pt x="0" y="43"/>
                  </a:lnTo>
                  <a:lnTo>
                    <a:pt x="28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17" name=""/>
            <p:cNvSpPr/>
            <p:nvPr/>
          </p:nvSpPr>
          <p:spPr>
            <a:xfrm rot="0">
              <a:off x="4887" y="2494"/>
              <a:ext cx="7" cy="12"/>
            </a:xfrm>
            <a:custGeom>
              <a:avLst/>
              <a:ahLst/>
              <a:rect l="0" t="0" r="r" b="b"/>
              <a:pathLst>
                <a:path w="14" h="22">
                  <a:moveTo>
                    <a:pt x="0" y="22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18" name=""/>
            <p:cNvSpPr/>
            <p:nvPr/>
          </p:nvSpPr>
          <p:spPr>
            <a:xfrm rot="0" flipH="1" flipV="1">
              <a:off x="4894" y="2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19" name=""/>
            <p:cNvSpPr/>
            <p:nvPr/>
          </p:nvSpPr>
          <p:spPr>
            <a:xfrm rot="0">
              <a:off x="4866" y="2486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28" y="63"/>
                  </a:moveTo>
                  <a:lnTo>
                    <a:pt x="42" y="40"/>
                  </a:lnTo>
                  <a:lnTo>
                    <a:pt x="55" y="18"/>
                  </a:lnTo>
                  <a:lnTo>
                    <a:pt x="26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2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20" name=""/>
            <p:cNvSpPr/>
            <p:nvPr/>
          </p:nvSpPr>
          <p:spPr>
            <a:xfrm rot="0">
              <a:off x="4866" y="2486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28" y="63"/>
                  </a:moveTo>
                  <a:lnTo>
                    <a:pt x="42" y="40"/>
                  </a:lnTo>
                  <a:lnTo>
                    <a:pt x="55" y="18"/>
                  </a:lnTo>
                  <a:lnTo>
                    <a:pt x="26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28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21" name=""/>
            <p:cNvSpPr/>
            <p:nvPr/>
          </p:nvSpPr>
          <p:spPr>
            <a:xfrm rot="0">
              <a:off x="4873" y="2485"/>
              <a:ext cx="7" cy="12"/>
            </a:xfrm>
            <a:custGeom>
              <a:avLst/>
              <a:ahLst/>
              <a:rect l="0" t="0" r="r" b="b"/>
              <a:pathLst>
                <a:path w="13" h="24">
                  <a:moveTo>
                    <a:pt x="0" y="24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22" name=""/>
            <p:cNvSpPr/>
            <p:nvPr/>
          </p:nvSpPr>
          <p:spPr>
            <a:xfrm rot="0" flipH="1" flipV="1">
              <a:off x="4879" y="24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23" name=""/>
            <p:cNvSpPr/>
            <p:nvPr/>
          </p:nvSpPr>
          <p:spPr>
            <a:xfrm rot="0">
              <a:off x="4852" y="2477"/>
              <a:ext cx="27" cy="32"/>
            </a:xfrm>
            <a:custGeom>
              <a:avLst/>
              <a:ahLst/>
              <a:rect l="0" t="0" r="r" b="b"/>
              <a:pathLst>
                <a:path w="54" h="62">
                  <a:moveTo>
                    <a:pt x="30" y="62"/>
                  </a:moveTo>
                  <a:lnTo>
                    <a:pt x="42" y="39"/>
                  </a:lnTo>
                  <a:lnTo>
                    <a:pt x="54" y="15"/>
                  </a:lnTo>
                  <a:lnTo>
                    <a:pt x="24" y="0"/>
                  </a:lnTo>
                  <a:lnTo>
                    <a:pt x="12" y="23"/>
                  </a:lnTo>
                  <a:lnTo>
                    <a:pt x="0" y="47"/>
                  </a:lnTo>
                  <a:lnTo>
                    <a:pt x="3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24" name=""/>
            <p:cNvSpPr/>
            <p:nvPr/>
          </p:nvSpPr>
          <p:spPr>
            <a:xfrm rot="0">
              <a:off x="4852" y="2477"/>
              <a:ext cx="27" cy="32"/>
            </a:xfrm>
            <a:custGeom>
              <a:avLst/>
              <a:ahLst/>
              <a:rect l="0" t="0" r="r" b="b"/>
              <a:pathLst>
                <a:path w="54" h="62">
                  <a:moveTo>
                    <a:pt x="30" y="62"/>
                  </a:moveTo>
                  <a:lnTo>
                    <a:pt x="42" y="39"/>
                  </a:lnTo>
                  <a:lnTo>
                    <a:pt x="54" y="15"/>
                  </a:lnTo>
                  <a:lnTo>
                    <a:pt x="24" y="0"/>
                  </a:lnTo>
                  <a:lnTo>
                    <a:pt x="12" y="23"/>
                  </a:lnTo>
                  <a:lnTo>
                    <a:pt x="0" y="47"/>
                  </a:lnTo>
                  <a:lnTo>
                    <a:pt x="3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25" name=""/>
            <p:cNvSpPr/>
            <p:nvPr/>
          </p:nvSpPr>
          <p:spPr>
            <a:xfrm rot="0">
              <a:off x="4858" y="2477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23"/>
                  </a:moveTo>
                  <a:lnTo>
                    <a:pt x="12" y="0"/>
                  </a:lnTo>
                  <a:lnTo>
                    <a:pt x="10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26" name=""/>
            <p:cNvSpPr/>
            <p:nvPr/>
          </p:nvSpPr>
          <p:spPr>
            <a:xfrm rot="0" flipH="1">
              <a:off x="4863" y="24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27" name=""/>
            <p:cNvSpPr/>
            <p:nvPr/>
          </p:nvSpPr>
          <p:spPr>
            <a:xfrm rot="0">
              <a:off x="4838" y="2471"/>
              <a:ext cx="25" cy="30"/>
            </a:xfrm>
            <a:custGeom>
              <a:avLst/>
              <a:ahLst/>
              <a:rect l="0" t="0" r="r" b="b"/>
              <a:pathLst>
                <a:path w="51" h="60">
                  <a:moveTo>
                    <a:pt x="31" y="60"/>
                  </a:moveTo>
                  <a:lnTo>
                    <a:pt x="41" y="36"/>
                  </a:lnTo>
                  <a:lnTo>
                    <a:pt x="51" y="13"/>
                  </a:lnTo>
                  <a:lnTo>
                    <a:pt x="21" y="0"/>
                  </a:lnTo>
                  <a:lnTo>
                    <a:pt x="10" y="23"/>
                  </a:lnTo>
                  <a:lnTo>
                    <a:pt x="0" y="47"/>
                  </a:lnTo>
                  <a:lnTo>
                    <a:pt x="31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28" name=""/>
            <p:cNvSpPr/>
            <p:nvPr/>
          </p:nvSpPr>
          <p:spPr>
            <a:xfrm rot="0">
              <a:off x="4838" y="2471"/>
              <a:ext cx="25" cy="30"/>
            </a:xfrm>
            <a:custGeom>
              <a:avLst/>
              <a:ahLst/>
              <a:rect l="0" t="0" r="r" b="b"/>
              <a:pathLst>
                <a:path w="51" h="60">
                  <a:moveTo>
                    <a:pt x="31" y="60"/>
                  </a:moveTo>
                  <a:lnTo>
                    <a:pt x="41" y="36"/>
                  </a:lnTo>
                  <a:lnTo>
                    <a:pt x="51" y="13"/>
                  </a:lnTo>
                  <a:lnTo>
                    <a:pt x="21" y="0"/>
                  </a:lnTo>
                  <a:lnTo>
                    <a:pt x="10" y="23"/>
                  </a:lnTo>
                  <a:lnTo>
                    <a:pt x="0" y="47"/>
                  </a:lnTo>
                  <a:lnTo>
                    <a:pt x="3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29" name=""/>
            <p:cNvSpPr/>
            <p:nvPr/>
          </p:nvSpPr>
          <p:spPr>
            <a:xfrm rot="0">
              <a:off x="4843" y="2470"/>
              <a:ext cx="5" cy="13"/>
            </a:xfrm>
            <a:custGeom>
              <a:avLst/>
              <a:ahLst/>
              <a:rect l="0" t="0" r="r" b="b"/>
              <a:pathLst>
                <a:path w="11" h="24">
                  <a:moveTo>
                    <a:pt x="0" y="24"/>
                  </a:moveTo>
                  <a:lnTo>
                    <a:pt x="11" y="1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30" name=""/>
            <p:cNvSpPr/>
            <p:nvPr/>
          </p:nvSpPr>
          <p:spPr>
            <a:xfrm rot="0" flipH="1" flipV="1">
              <a:off x="4847" y="24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31" name=""/>
            <p:cNvSpPr/>
            <p:nvPr/>
          </p:nvSpPr>
          <p:spPr>
            <a:xfrm rot="0">
              <a:off x="4823" y="2464"/>
              <a:ext cx="24" cy="31"/>
            </a:xfrm>
            <a:custGeom>
              <a:avLst/>
              <a:ahLst/>
              <a:rect l="0" t="0" r="r" b="b"/>
              <a:pathLst>
                <a:path w="49" h="62">
                  <a:moveTo>
                    <a:pt x="30" y="62"/>
                  </a:moveTo>
                  <a:lnTo>
                    <a:pt x="39" y="37"/>
                  </a:lnTo>
                  <a:lnTo>
                    <a:pt x="49" y="13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32" name=""/>
            <p:cNvSpPr/>
            <p:nvPr/>
          </p:nvSpPr>
          <p:spPr>
            <a:xfrm rot="0">
              <a:off x="4823" y="2464"/>
              <a:ext cx="24" cy="31"/>
            </a:xfrm>
            <a:custGeom>
              <a:avLst/>
              <a:ahLst/>
              <a:rect l="0" t="0" r="r" b="b"/>
              <a:pathLst>
                <a:path w="49" h="62">
                  <a:moveTo>
                    <a:pt x="30" y="62"/>
                  </a:moveTo>
                  <a:lnTo>
                    <a:pt x="39" y="37"/>
                  </a:lnTo>
                  <a:lnTo>
                    <a:pt x="49" y="13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33" name=""/>
            <p:cNvSpPr/>
            <p:nvPr/>
          </p:nvSpPr>
          <p:spPr>
            <a:xfrm rot="0">
              <a:off x="4827" y="2464"/>
              <a:ext cx="5" cy="12"/>
            </a:xfrm>
            <a:custGeom>
              <a:avLst/>
              <a:ahLst/>
              <a:rect l="0" t="0" r="r" b="b"/>
              <a:pathLst>
                <a:path w="9" h="25">
                  <a:moveTo>
                    <a:pt x="0" y="25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34" name=""/>
            <p:cNvSpPr/>
            <p:nvPr/>
          </p:nvSpPr>
          <p:spPr>
            <a:xfrm rot="0">
              <a:off x="4832" y="2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35" name=""/>
            <p:cNvSpPr/>
            <p:nvPr/>
          </p:nvSpPr>
          <p:spPr>
            <a:xfrm rot="0">
              <a:off x="4807" y="2458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32" y="60"/>
                  </a:moveTo>
                  <a:lnTo>
                    <a:pt x="41" y="36"/>
                  </a:lnTo>
                  <a:lnTo>
                    <a:pt x="50" y="11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36" name=""/>
            <p:cNvSpPr/>
            <p:nvPr/>
          </p:nvSpPr>
          <p:spPr>
            <a:xfrm rot="0">
              <a:off x="4807" y="2458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32" y="60"/>
                  </a:moveTo>
                  <a:lnTo>
                    <a:pt x="41" y="36"/>
                  </a:lnTo>
                  <a:lnTo>
                    <a:pt x="50" y="11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37" name=""/>
            <p:cNvSpPr/>
            <p:nvPr/>
          </p:nvSpPr>
          <p:spPr>
            <a:xfrm rot="0">
              <a:off x="4812" y="2458"/>
              <a:ext cx="4" cy="13"/>
            </a:xfrm>
            <a:custGeom>
              <a:avLst/>
              <a:ahLst/>
              <a:rect l="0" t="0" r="r" b="b"/>
              <a:pathLst>
                <a:path w="9" h="25">
                  <a:moveTo>
                    <a:pt x="0" y="25"/>
                  </a:moveTo>
                  <a:lnTo>
                    <a:pt x="9" y="0"/>
                  </a:lnTo>
                  <a:lnTo>
                    <a:pt x="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38" name=""/>
            <p:cNvSpPr/>
            <p:nvPr/>
          </p:nvSpPr>
          <p:spPr>
            <a:xfrm rot="0" flipH="1">
              <a:off x="4815" y="24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39" name=""/>
            <p:cNvSpPr/>
            <p:nvPr/>
          </p:nvSpPr>
          <p:spPr>
            <a:xfrm rot="0">
              <a:off x="4792" y="2454"/>
              <a:ext cx="23" cy="29"/>
            </a:xfrm>
            <a:custGeom>
              <a:avLst/>
              <a:ahLst/>
              <a:rect l="0" t="0" r="r" b="b"/>
              <a:pathLst>
                <a:path w="46" h="58">
                  <a:moveTo>
                    <a:pt x="32" y="58"/>
                  </a:moveTo>
                  <a:lnTo>
                    <a:pt x="39" y="34"/>
                  </a:lnTo>
                  <a:lnTo>
                    <a:pt x="46" y="9"/>
                  </a:lnTo>
                  <a:lnTo>
                    <a:pt x="14" y="0"/>
                  </a:lnTo>
                  <a:lnTo>
                    <a:pt x="7" y="24"/>
                  </a:lnTo>
                  <a:lnTo>
                    <a:pt x="0" y="49"/>
                  </a:lnTo>
                  <a:lnTo>
                    <a:pt x="3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40" name=""/>
            <p:cNvSpPr/>
            <p:nvPr/>
          </p:nvSpPr>
          <p:spPr>
            <a:xfrm rot="0">
              <a:off x="4792" y="2454"/>
              <a:ext cx="23" cy="29"/>
            </a:xfrm>
            <a:custGeom>
              <a:avLst/>
              <a:ahLst/>
              <a:rect l="0" t="0" r="r" b="b"/>
              <a:pathLst>
                <a:path w="46" h="58">
                  <a:moveTo>
                    <a:pt x="32" y="58"/>
                  </a:moveTo>
                  <a:lnTo>
                    <a:pt x="39" y="34"/>
                  </a:lnTo>
                  <a:lnTo>
                    <a:pt x="46" y="9"/>
                  </a:lnTo>
                  <a:lnTo>
                    <a:pt x="14" y="0"/>
                  </a:lnTo>
                  <a:lnTo>
                    <a:pt x="7" y="24"/>
                  </a:lnTo>
                  <a:lnTo>
                    <a:pt x="0" y="49"/>
                  </a:lnTo>
                  <a:lnTo>
                    <a:pt x="3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41" name=""/>
            <p:cNvSpPr/>
            <p:nvPr/>
          </p:nvSpPr>
          <p:spPr>
            <a:xfrm rot="0">
              <a:off x="4796" y="2453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25"/>
                  </a:moveTo>
                  <a:lnTo>
                    <a:pt x="7" y="1"/>
                  </a:lnTo>
                  <a:lnTo>
                    <a:pt x="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42" name=""/>
            <p:cNvSpPr/>
            <p:nvPr/>
          </p:nvSpPr>
          <p:spPr>
            <a:xfrm rot="0" flipH="1" flipV="1">
              <a:off x="4798" y="24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43" name=""/>
            <p:cNvSpPr/>
            <p:nvPr/>
          </p:nvSpPr>
          <p:spPr>
            <a:xfrm rot="0">
              <a:off x="4777" y="2450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33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1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33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44" name=""/>
            <p:cNvSpPr/>
            <p:nvPr/>
          </p:nvSpPr>
          <p:spPr>
            <a:xfrm rot="0">
              <a:off x="4777" y="2450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33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1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33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45" name=""/>
            <p:cNvSpPr/>
            <p:nvPr/>
          </p:nvSpPr>
          <p:spPr>
            <a:xfrm rot="0">
              <a:off x="4779" y="2450"/>
              <a:ext cx="3" cy="13"/>
            </a:xfrm>
            <a:custGeom>
              <a:avLst/>
              <a:ahLst/>
              <a:rect l="0" t="0" r="r" b="b"/>
              <a:pathLst>
                <a:path w="5" h="25">
                  <a:moveTo>
                    <a:pt x="0" y="25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46" name=""/>
            <p:cNvSpPr/>
            <p:nvPr/>
          </p:nvSpPr>
          <p:spPr>
            <a:xfrm rot="0">
              <a:off x="4782" y="24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47" name=""/>
            <p:cNvSpPr/>
            <p:nvPr/>
          </p:nvSpPr>
          <p:spPr>
            <a:xfrm rot="0">
              <a:off x="4760" y="2447"/>
              <a:ext cx="22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32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0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3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48" name=""/>
            <p:cNvSpPr/>
            <p:nvPr/>
          </p:nvSpPr>
          <p:spPr>
            <a:xfrm rot="0">
              <a:off x="4760" y="2447"/>
              <a:ext cx="22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32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0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3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49" name=""/>
            <p:cNvSpPr/>
            <p:nvPr/>
          </p:nvSpPr>
          <p:spPr>
            <a:xfrm rot="0">
              <a:off x="4763" y="2447"/>
              <a:ext cx="2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50" name=""/>
            <p:cNvSpPr/>
            <p:nvPr/>
          </p:nvSpPr>
          <p:spPr>
            <a:xfrm rot="0" flipH="1">
              <a:off x="4764" y="2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51" name=""/>
            <p:cNvSpPr/>
            <p:nvPr/>
          </p:nvSpPr>
          <p:spPr>
            <a:xfrm rot="0">
              <a:off x="4745" y="2445"/>
              <a:ext cx="19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3" y="56"/>
                  </a:moveTo>
                  <a:lnTo>
                    <a:pt x="36" y="30"/>
                  </a:lnTo>
                  <a:lnTo>
                    <a:pt x="39" y="4"/>
                  </a:lnTo>
                  <a:lnTo>
                    <a:pt x="6" y="0"/>
                  </a:lnTo>
                  <a:lnTo>
                    <a:pt x="3" y="26"/>
                  </a:lnTo>
                  <a:lnTo>
                    <a:pt x="0" y="52"/>
                  </a:lnTo>
                  <a:lnTo>
                    <a:pt x="33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52" name=""/>
            <p:cNvSpPr/>
            <p:nvPr/>
          </p:nvSpPr>
          <p:spPr>
            <a:xfrm rot="0">
              <a:off x="4745" y="2445"/>
              <a:ext cx="19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3" y="56"/>
                  </a:moveTo>
                  <a:lnTo>
                    <a:pt x="36" y="30"/>
                  </a:lnTo>
                  <a:lnTo>
                    <a:pt x="39" y="4"/>
                  </a:lnTo>
                  <a:lnTo>
                    <a:pt x="6" y="0"/>
                  </a:lnTo>
                  <a:lnTo>
                    <a:pt x="3" y="26"/>
                  </a:lnTo>
                  <a:lnTo>
                    <a:pt x="0" y="52"/>
                  </a:lnTo>
                  <a:lnTo>
                    <a:pt x="33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53" name=""/>
            <p:cNvSpPr/>
            <p:nvPr/>
          </p:nvSpPr>
          <p:spPr>
            <a:xfrm rot="0">
              <a:off x="4747" y="2445"/>
              <a:ext cx="1" cy="12"/>
            </a:xfrm>
            <a:custGeom>
              <a:avLst/>
              <a:ahLst/>
              <a:rect l="0" t="0" r="r" b="b"/>
              <a:pathLst>
                <a:path w="3" h="26">
                  <a:moveTo>
                    <a:pt x="0" y="2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54" name=""/>
            <p:cNvSpPr/>
            <p:nvPr/>
          </p:nvSpPr>
          <p:spPr>
            <a:xfrm rot="0" flipH="1">
              <a:off x="4748" y="2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55" name=""/>
            <p:cNvSpPr/>
            <p:nvPr/>
          </p:nvSpPr>
          <p:spPr>
            <a:xfrm rot="0">
              <a:off x="4729" y="2444"/>
              <a:ext cx="19" cy="26"/>
            </a:xfrm>
            <a:custGeom>
              <a:avLst/>
              <a:ahLst/>
              <a:rect l="0" t="0" r="r" b="b"/>
              <a:pathLst>
                <a:path w="37" h="54">
                  <a:moveTo>
                    <a:pt x="33" y="54"/>
                  </a:moveTo>
                  <a:lnTo>
                    <a:pt x="35" y="28"/>
                  </a:lnTo>
                  <a:lnTo>
                    <a:pt x="37" y="2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1"/>
                  </a:lnTo>
                  <a:lnTo>
                    <a:pt x="3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56" name=""/>
            <p:cNvSpPr/>
            <p:nvPr/>
          </p:nvSpPr>
          <p:spPr>
            <a:xfrm rot="0">
              <a:off x="4729" y="2444"/>
              <a:ext cx="19" cy="26"/>
            </a:xfrm>
            <a:custGeom>
              <a:avLst/>
              <a:ahLst/>
              <a:rect l="0" t="0" r="r" b="b"/>
              <a:pathLst>
                <a:path w="37" h="54">
                  <a:moveTo>
                    <a:pt x="33" y="54"/>
                  </a:moveTo>
                  <a:lnTo>
                    <a:pt x="35" y="28"/>
                  </a:lnTo>
                  <a:lnTo>
                    <a:pt x="37" y="2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1"/>
                  </a:lnTo>
                  <a:lnTo>
                    <a:pt x="3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57" name=""/>
            <p:cNvSpPr/>
            <p:nvPr/>
          </p:nvSpPr>
          <p:spPr>
            <a:xfrm rot="0">
              <a:off x="4730" y="2444"/>
              <a:ext cx="1" cy="12"/>
            </a:xfrm>
            <a:custGeom>
              <a:avLst/>
              <a:ahLst/>
              <a:rect l="0" t="0" r="r" b="b"/>
              <a:pathLst>
                <a:path w="2" h="26">
                  <a:moveTo>
                    <a:pt x="0" y="26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58" name=""/>
            <p:cNvSpPr/>
            <p:nvPr/>
          </p:nvSpPr>
          <p:spPr>
            <a:xfrm rot="0" flipH="1">
              <a:off x="4731" y="24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59" name=""/>
            <p:cNvSpPr/>
            <p:nvPr/>
          </p:nvSpPr>
          <p:spPr>
            <a:xfrm rot="0">
              <a:off x="4713" y="2443"/>
              <a:ext cx="18" cy="26"/>
            </a:xfrm>
            <a:custGeom>
              <a:avLst/>
              <a:ahLst/>
              <a:rect l="0" t="0" r="r" b="b"/>
              <a:pathLst>
                <a:path w="35" h="52">
                  <a:moveTo>
                    <a:pt x="33" y="52"/>
                  </a:moveTo>
                  <a:lnTo>
                    <a:pt x="34" y="27"/>
                  </a:lnTo>
                  <a:lnTo>
                    <a:pt x="35" y="1"/>
                  </a:lnTo>
                  <a:lnTo>
                    <a:pt x="2" y="0"/>
                  </a:lnTo>
                  <a:lnTo>
                    <a:pt x="1" y="26"/>
                  </a:lnTo>
                  <a:lnTo>
                    <a:pt x="0" y="51"/>
                  </a:lnTo>
                  <a:lnTo>
                    <a:pt x="33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60" name=""/>
            <p:cNvSpPr/>
            <p:nvPr/>
          </p:nvSpPr>
          <p:spPr>
            <a:xfrm rot="0">
              <a:off x="4713" y="2443"/>
              <a:ext cx="18" cy="26"/>
            </a:xfrm>
            <a:custGeom>
              <a:avLst/>
              <a:ahLst/>
              <a:rect l="0" t="0" r="r" b="b"/>
              <a:pathLst>
                <a:path w="35" h="52">
                  <a:moveTo>
                    <a:pt x="33" y="52"/>
                  </a:moveTo>
                  <a:lnTo>
                    <a:pt x="34" y="27"/>
                  </a:lnTo>
                  <a:lnTo>
                    <a:pt x="35" y="1"/>
                  </a:lnTo>
                  <a:lnTo>
                    <a:pt x="2" y="0"/>
                  </a:lnTo>
                  <a:lnTo>
                    <a:pt x="1" y="26"/>
                  </a:lnTo>
                  <a:lnTo>
                    <a:pt x="0" y="51"/>
                  </a:lnTo>
                  <a:lnTo>
                    <a:pt x="33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61" name=""/>
            <p:cNvSpPr/>
            <p:nvPr/>
          </p:nvSpPr>
          <p:spPr>
            <a:xfrm rot="0">
              <a:off x="4713" y="2443"/>
              <a:ext cx="1" cy="13"/>
            </a:xfrm>
            <a:custGeom>
              <a:avLst/>
              <a:ahLst/>
              <a:rect l="0" t="0" r="r" b="b"/>
              <a:pathLst>
                <a:path w="2" h="26">
                  <a:moveTo>
                    <a:pt x="1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62" name=""/>
            <p:cNvSpPr/>
            <p:nvPr/>
          </p:nvSpPr>
          <p:spPr>
            <a:xfrm rot="0" flipH="1">
              <a:off x="4713" y="2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63" name=""/>
            <p:cNvSpPr/>
            <p:nvPr/>
          </p:nvSpPr>
          <p:spPr>
            <a:xfrm rot="0">
              <a:off x="4696" y="2443"/>
              <a:ext cx="18" cy="26"/>
            </a:xfrm>
            <a:custGeom>
              <a:avLst/>
              <a:ahLst/>
              <a:rect l="0" t="0" r="r" b="b"/>
              <a:pathLst>
                <a:path w="35" h="52">
                  <a:moveTo>
                    <a:pt x="35" y="51"/>
                  </a:moveTo>
                  <a:lnTo>
                    <a:pt x="34" y="26"/>
                  </a:lnTo>
                  <a:lnTo>
                    <a:pt x="33" y="0"/>
                  </a:lnTo>
                  <a:lnTo>
                    <a:pt x="0" y="1"/>
                  </a:lnTo>
                  <a:lnTo>
                    <a:pt x="1" y="27"/>
                  </a:lnTo>
                  <a:lnTo>
                    <a:pt x="2" y="52"/>
                  </a:lnTo>
                  <a:lnTo>
                    <a:pt x="3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64" name=""/>
            <p:cNvSpPr/>
            <p:nvPr/>
          </p:nvSpPr>
          <p:spPr>
            <a:xfrm rot="0">
              <a:off x="4696" y="2443"/>
              <a:ext cx="18" cy="26"/>
            </a:xfrm>
            <a:custGeom>
              <a:avLst/>
              <a:ahLst/>
              <a:rect l="0" t="0" r="r" b="b"/>
              <a:pathLst>
                <a:path w="35" h="52">
                  <a:moveTo>
                    <a:pt x="35" y="51"/>
                  </a:moveTo>
                  <a:lnTo>
                    <a:pt x="34" y="26"/>
                  </a:lnTo>
                  <a:lnTo>
                    <a:pt x="33" y="0"/>
                  </a:lnTo>
                  <a:lnTo>
                    <a:pt x="0" y="1"/>
                  </a:lnTo>
                  <a:lnTo>
                    <a:pt x="1" y="27"/>
                  </a:lnTo>
                  <a:lnTo>
                    <a:pt x="2" y="52"/>
                  </a:lnTo>
                  <a:lnTo>
                    <a:pt x="3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65" name=""/>
            <p:cNvSpPr/>
            <p:nvPr/>
          </p:nvSpPr>
          <p:spPr>
            <a:xfrm rot="0">
              <a:off x="4696" y="2444"/>
              <a:ext cx="1" cy="12"/>
            </a:xfrm>
            <a:custGeom>
              <a:avLst/>
              <a:ahLst/>
              <a:rect l="0" t="0" r="r" b="b"/>
              <a:pathLst>
                <a:path w="2" h="26">
                  <a:moveTo>
                    <a:pt x="2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66" name=""/>
            <p:cNvSpPr/>
            <p:nvPr/>
          </p:nvSpPr>
          <p:spPr>
            <a:xfrm rot="0" flipH="1">
              <a:off x="4696" y="24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67" name=""/>
            <p:cNvSpPr/>
            <p:nvPr/>
          </p:nvSpPr>
          <p:spPr>
            <a:xfrm rot="0">
              <a:off x="4679" y="2444"/>
              <a:ext cx="19" cy="26"/>
            </a:xfrm>
            <a:custGeom>
              <a:avLst/>
              <a:ahLst/>
              <a:rect l="0" t="0" r="r" b="b"/>
              <a:pathLst>
                <a:path w="38" h="54">
                  <a:moveTo>
                    <a:pt x="38" y="51"/>
                  </a:moveTo>
                  <a:lnTo>
                    <a:pt x="36" y="26"/>
                  </a:lnTo>
                  <a:lnTo>
                    <a:pt x="34" y="0"/>
                  </a:lnTo>
                  <a:lnTo>
                    <a:pt x="0" y="2"/>
                  </a:lnTo>
                  <a:lnTo>
                    <a:pt x="2" y="28"/>
                  </a:lnTo>
                  <a:lnTo>
                    <a:pt x="4" y="54"/>
                  </a:lnTo>
                  <a:lnTo>
                    <a:pt x="38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68" name=""/>
            <p:cNvSpPr/>
            <p:nvPr/>
          </p:nvSpPr>
          <p:spPr>
            <a:xfrm rot="0">
              <a:off x="4679" y="2444"/>
              <a:ext cx="19" cy="26"/>
            </a:xfrm>
            <a:custGeom>
              <a:avLst/>
              <a:ahLst/>
              <a:rect l="0" t="0" r="r" b="b"/>
              <a:pathLst>
                <a:path w="38" h="54">
                  <a:moveTo>
                    <a:pt x="38" y="51"/>
                  </a:moveTo>
                  <a:lnTo>
                    <a:pt x="36" y="26"/>
                  </a:lnTo>
                  <a:lnTo>
                    <a:pt x="34" y="0"/>
                  </a:lnTo>
                  <a:lnTo>
                    <a:pt x="0" y="2"/>
                  </a:lnTo>
                  <a:lnTo>
                    <a:pt x="2" y="28"/>
                  </a:lnTo>
                  <a:lnTo>
                    <a:pt x="4" y="54"/>
                  </a:lnTo>
                  <a:lnTo>
                    <a:pt x="38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69" name=""/>
            <p:cNvSpPr/>
            <p:nvPr/>
          </p:nvSpPr>
          <p:spPr>
            <a:xfrm rot="0">
              <a:off x="4678" y="2445"/>
              <a:ext cx="2" cy="12"/>
            </a:xfrm>
            <a:custGeom>
              <a:avLst/>
              <a:ahLst/>
              <a:rect l="0" t="0" r="r" b="b"/>
              <a:pathLst>
                <a:path w="3" h="26">
                  <a:moveTo>
                    <a:pt x="3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70" name=""/>
            <p:cNvSpPr/>
            <p:nvPr/>
          </p:nvSpPr>
          <p:spPr>
            <a:xfrm rot="0" flipH="1">
              <a:off x="4678" y="2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71" name=""/>
            <p:cNvSpPr/>
            <p:nvPr/>
          </p:nvSpPr>
          <p:spPr>
            <a:xfrm rot="0">
              <a:off x="4662" y="2445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9" y="52"/>
                  </a:moveTo>
                  <a:lnTo>
                    <a:pt x="36" y="26"/>
                  </a:lnTo>
                  <a:lnTo>
                    <a:pt x="33" y="0"/>
                  </a:lnTo>
                  <a:lnTo>
                    <a:pt x="0" y="4"/>
                  </a:lnTo>
                  <a:lnTo>
                    <a:pt x="3" y="30"/>
                  </a:lnTo>
                  <a:lnTo>
                    <a:pt x="6" y="56"/>
                  </a:lnTo>
                  <a:lnTo>
                    <a:pt x="3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72" name=""/>
            <p:cNvSpPr/>
            <p:nvPr/>
          </p:nvSpPr>
          <p:spPr>
            <a:xfrm rot="0">
              <a:off x="4662" y="2445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9" y="52"/>
                  </a:moveTo>
                  <a:lnTo>
                    <a:pt x="36" y="26"/>
                  </a:lnTo>
                  <a:lnTo>
                    <a:pt x="33" y="0"/>
                  </a:lnTo>
                  <a:lnTo>
                    <a:pt x="0" y="4"/>
                  </a:lnTo>
                  <a:lnTo>
                    <a:pt x="3" y="30"/>
                  </a:lnTo>
                  <a:lnTo>
                    <a:pt x="6" y="56"/>
                  </a:lnTo>
                  <a:lnTo>
                    <a:pt x="3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73" name=""/>
            <p:cNvSpPr/>
            <p:nvPr/>
          </p:nvSpPr>
          <p:spPr>
            <a:xfrm rot="0">
              <a:off x="4661" y="2447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5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74" name=""/>
            <p:cNvSpPr/>
            <p:nvPr/>
          </p:nvSpPr>
          <p:spPr>
            <a:xfrm rot="0" flipH="1">
              <a:off x="4661" y="2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75" name=""/>
            <p:cNvSpPr/>
            <p:nvPr/>
          </p:nvSpPr>
          <p:spPr>
            <a:xfrm rot="0">
              <a:off x="4645" y="2447"/>
              <a:ext cx="21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43" y="52"/>
                  </a:moveTo>
                  <a:lnTo>
                    <a:pt x="38" y="26"/>
                  </a:lnTo>
                  <a:lnTo>
                    <a:pt x="33" y="0"/>
                  </a:lnTo>
                  <a:lnTo>
                    <a:pt x="0" y="7"/>
                  </a:lnTo>
                  <a:lnTo>
                    <a:pt x="6" y="32"/>
                  </a:lnTo>
                  <a:lnTo>
                    <a:pt x="11" y="58"/>
                  </a:lnTo>
                  <a:lnTo>
                    <a:pt x="43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76" name=""/>
            <p:cNvSpPr/>
            <p:nvPr/>
          </p:nvSpPr>
          <p:spPr>
            <a:xfrm rot="0">
              <a:off x="4645" y="2447"/>
              <a:ext cx="21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43" y="52"/>
                  </a:moveTo>
                  <a:lnTo>
                    <a:pt x="38" y="26"/>
                  </a:lnTo>
                  <a:lnTo>
                    <a:pt x="33" y="0"/>
                  </a:lnTo>
                  <a:lnTo>
                    <a:pt x="0" y="7"/>
                  </a:lnTo>
                  <a:lnTo>
                    <a:pt x="6" y="32"/>
                  </a:lnTo>
                  <a:lnTo>
                    <a:pt x="11" y="58"/>
                  </a:lnTo>
                  <a:lnTo>
                    <a:pt x="43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77" name=""/>
            <p:cNvSpPr/>
            <p:nvPr/>
          </p:nvSpPr>
          <p:spPr>
            <a:xfrm rot="0">
              <a:off x="4645" y="2450"/>
              <a:ext cx="2" cy="13"/>
            </a:xfrm>
            <a:custGeom>
              <a:avLst/>
              <a:ahLst/>
              <a:rect l="0" t="0" r="r" b="b"/>
              <a:pathLst>
                <a:path w="6" h="25">
                  <a:moveTo>
                    <a:pt x="6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78" name=""/>
            <p:cNvSpPr/>
            <p:nvPr/>
          </p:nvSpPr>
          <p:spPr>
            <a:xfrm rot="0">
              <a:off x="4645" y="24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79" name=""/>
            <p:cNvSpPr/>
            <p:nvPr/>
          </p:nvSpPr>
          <p:spPr>
            <a:xfrm rot="0">
              <a:off x="4628" y="2450"/>
              <a:ext cx="22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43" y="51"/>
                  </a:moveTo>
                  <a:lnTo>
                    <a:pt x="38" y="25"/>
                  </a:lnTo>
                  <a:lnTo>
                    <a:pt x="32" y="0"/>
                  </a:lnTo>
                  <a:lnTo>
                    <a:pt x="0" y="7"/>
                  </a:lnTo>
                  <a:lnTo>
                    <a:pt x="5" y="32"/>
                  </a:lnTo>
                  <a:lnTo>
                    <a:pt x="10" y="58"/>
                  </a:lnTo>
                  <a:lnTo>
                    <a:pt x="4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80" name=""/>
            <p:cNvSpPr/>
            <p:nvPr/>
          </p:nvSpPr>
          <p:spPr>
            <a:xfrm rot="0">
              <a:off x="4628" y="2450"/>
              <a:ext cx="22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43" y="51"/>
                  </a:moveTo>
                  <a:lnTo>
                    <a:pt x="38" y="25"/>
                  </a:lnTo>
                  <a:lnTo>
                    <a:pt x="32" y="0"/>
                  </a:lnTo>
                  <a:lnTo>
                    <a:pt x="0" y="7"/>
                  </a:lnTo>
                  <a:lnTo>
                    <a:pt x="5" y="32"/>
                  </a:lnTo>
                  <a:lnTo>
                    <a:pt x="10" y="58"/>
                  </a:lnTo>
                  <a:lnTo>
                    <a:pt x="4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81" name=""/>
            <p:cNvSpPr/>
            <p:nvPr/>
          </p:nvSpPr>
          <p:spPr>
            <a:xfrm rot="0">
              <a:off x="4627" y="2453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7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82" name=""/>
            <p:cNvSpPr/>
            <p:nvPr/>
          </p:nvSpPr>
          <p:spPr>
            <a:xfrm rot="0" flipH="1">
              <a:off x="4627" y="24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83" name=""/>
            <p:cNvSpPr/>
            <p:nvPr/>
          </p:nvSpPr>
          <p:spPr>
            <a:xfrm rot="0">
              <a:off x="4611" y="2454"/>
              <a:ext cx="23" cy="29"/>
            </a:xfrm>
            <a:custGeom>
              <a:avLst/>
              <a:ahLst/>
              <a:rect l="0" t="0" r="r" b="b"/>
              <a:pathLst>
                <a:path w="46" h="58">
                  <a:moveTo>
                    <a:pt x="46" y="49"/>
                  </a:moveTo>
                  <a:lnTo>
                    <a:pt x="39" y="24"/>
                  </a:lnTo>
                  <a:lnTo>
                    <a:pt x="32" y="0"/>
                  </a:lnTo>
                  <a:lnTo>
                    <a:pt x="0" y="9"/>
                  </a:lnTo>
                  <a:lnTo>
                    <a:pt x="7" y="34"/>
                  </a:lnTo>
                  <a:lnTo>
                    <a:pt x="14" y="58"/>
                  </a:lnTo>
                  <a:lnTo>
                    <a:pt x="4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84" name=""/>
            <p:cNvSpPr/>
            <p:nvPr/>
          </p:nvSpPr>
          <p:spPr>
            <a:xfrm rot="0">
              <a:off x="4611" y="2454"/>
              <a:ext cx="23" cy="29"/>
            </a:xfrm>
            <a:custGeom>
              <a:avLst/>
              <a:ahLst/>
              <a:rect l="0" t="0" r="r" b="b"/>
              <a:pathLst>
                <a:path w="46" h="58">
                  <a:moveTo>
                    <a:pt x="46" y="49"/>
                  </a:moveTo>
                  <a:lnTo>
                    <a:pt x="39" y="24"/>
                  </a:lnTo>
                  <a:lnTo>
                    <a:pt x="32" y="0"/>
                  </a:lnTo>
                  <a:lnTo>
                    <a:pt x="0" y="9"/>
                  </a:lnTo>
                  <a:lnTo>
                    <a:pt x="7" y="34"/>
                  </a:lnTo>
                  <a:lnTo>
                    <a:pt x="14" y="58"/>
                  </a:lnTo>
                  <a:lnTo>
                    <a:pt x="46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85" name=""/>
            <p:cNvSpPr/>
            <p:nvPr/>
          </p:nvSpPr>
          <p:spPr>
            <a:xfrm rot="0">
              <a:off x="4610" y="2458"/>
              <a:ext cx="5" cy="13"/>
            </a:xfrm>
            <a:custGeom>
              <a:avLst/>
              <a:ahLst/>
              <a:rect l="0" t="0" r="r" b="b"/>
              <a:pathLst>
                <a:path w="9" h="25">
                  <a:moveTo>
                    <a:pt x="9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86" name=""/>
            <p:cNvSpPr/>
            <p:nvPr/>
          </p:nvSpPr>
          <p:spPr>
            <a:xfrm rot="0" flipH="1">
              <a:off x="4610" y="24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87" name=""/>
            <p:cNvSpPr/>
            <p:nvPr/>
          </p:nvSpPr>
          <p:spPr>
            <a:xfrm rot="0">
              <a:off x="4595" y="2458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9"/>
                  </a:moveTo>
                  <a:lnTo>
                    <a:pt x="41" y="25"/>
                  </a:lnTo>
                  <a:lnTo>
                    <a:pt x="32" y="0"/>
                  </a:lnTo>
                  <a:lnTo>
                    <a:pt x="0" y="11"/>
                  </a:lnTo>
                  <a:lnTo>
                    <a:pt x="9" y="36"/>
                  </a:lnTo>
                  <a:lnTo>
                    <a:pt x="19" y="60"/>
                  </a:lnTo>
                  <a:lnTo>
                    <a:pt x="5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88" name=""/>
            <p:cNvSpPr/>
            <p:nvPr/>
          </p:nvSpPr>
          <p:spPr>
            <a:xfrm rot="0">
              <a:off x="4595" y="2458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9"/>
                  </a:moveTo>
                  <a:lnTo>
                    <a:pt x="41" y="25"/>
                  </a:lnTo>
                  <a:lnTo>
                    <a:pt x="32" y="0"/>
                  </a:lnTo>
                  <a:lnTo>
                    <a:pt x="0" y="11"/>
                  </a:lnTo>
                  <a:lnTo>
                    <a:pt x="9" y="36"/>
                  </a:lnTo>
                  <a:lnTo>
                    <a:pt x="19" y="60"/>
                  </a:lnTo>
                  <a:lnTo>
                    <a:pt x="5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89" name=""/>
            <p:cNvSpPr/>
            <p:nvPr/>
          </p:nvSpPr>
          <p:spPr>
            <a:xfrm rot="0">
              <a:off x="4595" y="2464"/>
              <a:ext cx="4" cy="12"/>
            </a:xfrm>
            <a:custGeom>
              <a:avLst/>
              <a:ahLst/>
              <a:rect l="0" t="0" r="r" b="b"/>
              <a:pathLst>
                <a:path w="9" h="25">
                  <a:moveTo>
                    <a:pt x="9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90" name=""/>
            <p:cNvSpPr/>
            <p:nvPr/>
          </p:nvSpPr>
          <p:spPr>
            <a:xfrm rot="0">
              <a:off x="4595" y="2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91" name=""/>
            <p:cNvSpPr/>
            <p:nvPr/>
          </p:nvSpPr>
          <p:spPr>
            <a:xfrm rot="0">
              <a:off x="4579" y="2464"/>
              <a:ext cx="25" cy="3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3"/>
                  </a:lnTo>
                  <a:lnTo>
                    <a:pt x="10" y="37"/>
                  </a:lnTo>
                  <a:lnTo>
                    <a:pt x="19" y="62"/>
                  </a:lnTo>
                  <a:lnTo>
                    <a:pt x="5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92" name=""/>
            <p:cNvSpPr/>
            <p:nvPr/>
          </p:nvSpPr>
          <p:spPr>
            <a:xfrm rot="0">
              <a:off x="4579" y="2464"/>
              <a:ext cx="25" cy="3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3"/>
                  </a:lnTo>
                  <a:lnTo>
                    <a:pt x="10" y="37"/>
                  </a:lnTo>
                  <a:lnTo>
                    <a:pt x="19" y="62"/>
                  </a:lnTo>
                  <a:lnTo>
                    <a:pt x="5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93" name=""/>
            <p:cNvSpPr/>
            <p:nvPr/>
          </p:nvSpPr>
          <p:spPr>
            <a:xfrm rot="0">
              <a:off x="4579" y="2470"/>
              <a:ext cx="5" cy="13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94" name=""/>
            <p:cNvSpPr/>
            <p:nvPr/>
          </p:nvSpPr>
          <p:spPr>
            <a:xfrm rot="0" flipH="1">
              <a:off x="4579" y="24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95" name=""/>
            <p:cNvSpPr/>
            <p:nvPr/>
          </p:nvSpPr>
          <p:spPr>
            <a:xfrm rot="0">
              <a:off x="4563" y="2471"/>
              <a:ext cx="26" cy="30"/>
            </a:xfrm>
            <a:custGeom>
              <a:avLst/>
              <a:ahLst/>
              <a:rect l="0" t="0" r="r" b="b"/>
              <a:pathLst>
                <a:path w="51" h="60">
                  <a:moveTo>
                    <a:pt x="51" y="47"/>
                  </a:moveTo>
                  <a:lnTo>
                    <a:pt x="41" y="23"/>
                  </a:lnTo>
                  <a:lnTo>
                    <a:pt x="30" y="0"/>
                  </a:lnTo>
                  <a:lnTo>
                    <a:pt x="0" y="13"/>
                  </a:lnTo>
                  <a:lnTo>
                    <a:pt x="10" y="36"/>
                  </a:lnTo>
                  <a:lnTo>
                    <a:pt x="20" y="60"/>
                  </a:lnTo>
                  <a:lnTo>
                    <a:pt x="51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96" name=""/>
            <p:cNvSpPr/>
            <p:nvPr/>
          </p:nvSpPr>
          <p:spPr>
            <a:xfrm rot="0">
              <a:off x="4563" y="2471"/>
              <a:ext cx="26" cy="30"/>
            </a:xfrm>
            <a:custGeom>
              <a:avLst/>
              <a:ahLst/>
              <a:rect l="0" t="0" r="r" b="b"/>
              <a:pathLst>
                <a:path w="51" h="60">
                  <a:moveTo>
                    <a:pt x="51" y="47"/>
                  </a:moveTo>
                  <a:lnTo>
                    <a:pt x="41" y="23"/>
                  </a:lnTo>
                  <a:lnTo>
                    <a:pt x="30" y="0"/>
                  </a:lnTo>
                  <a:lnTo>
                    <a:pt x="0" y="13"/>
                  </a:lnTo>
                  <a:lnTo>
                    <a:pt x="10" y="36"/>
                  </a:lnTo>
                  <a:lnTo>
                    <a:pt x="20" y="60"/>
                  </a:lnTo>
                  <a:lnTo>
                    <a:pt x="51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97" name=""/>
            <p:cNvSpPr/>
            <p:nvPr/>
          </p:nvSpPr>
          <p:spPr>
            <a:xfrm rot="0">
              <a:off x="4562" y="2477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12" y="2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598" name=""/>
            <p:cNvSpPr/>
            <p:nvPr/>
          </p:nvSpPr>
          <p:spPr>
            <a:xfrm rot="0" flipH="1">
              <a:off x="4562" y="24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599" name=""/>
            <p:cNvSpPr/>
            <p:nvPr/>
          </p:nvSpPr>
          <p:spPr>
            <a:xfrm rot="0">
              <a:off x="4547" y="2477"/>
              <a:ext cx="28" cy="32"/>
            </a:xfrm>
            <a:custGeom>
              <a:avLst/>
              <a:ahLst/>
              <a:rect l="0" t="0" r="r" b="b"/>
              <a:pathLst>
                <a:path w="54" h="62">
                  <a:moveTo>
                    <a:pt x="54" y="47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  <a:lnTo>
                    <a:pt x="12" y="39"/>
                  </a:lnTo>
                  <a:lnTo>
                    <a:pt x="25" y="62"/>
                  </a:lnTo>
                  <a:lnTo>
                    <a:pt x="5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00" name=""/>
            <p:cNvSpPr/>
            <p:nvPr/>
          </p:nvSpPr>
          <p:spPr>
            <a:xfrm rot="0">
              <a:off x="4547" y="2477"/>
              <a:ext cx="28" cy="32"/>
            </a:xfrm>
            <a:custGeom>
              <a:avLst/>
              <a:ahLst/>
              <a:rect l="0" t="0" r="r" b="b"/>
              <a:pathLst>
                <a:path w="54" h="62">
                  <a:moveTo>
                    <a:pt x="54" y="47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  <a:lnTo>
                    <a:pt x="12" y="39"/>
                  </a:lnTo>
                  <a:lnTo>
                    <a:pt x="25" y="62"/>
                  </a:lnTo>
                  <a:lnTo>
                    <a:pt x="54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01" name=""/>
            <p:cNvSpPr/>
            <p:nvPr/>
          </p:nvSpPr>
          <p:spPr>
            <a:xfrm rot="0">
              <a:off x="4547" y="2485"/>
              <a:ext cx="7" cy="12"/>
            </a:xfrm>
            <a:custGeom>
              <a:avLst/>
              <a:ahLst/>
              <a:rect l="0" t="0" r="r" b="b"/>
              <a:pathLst>
                <a:path w="13" h="24">
                  <a:moveTo>
                    <a:pt x="13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02" name=""/>
            <p:cNvSpPr/>
            <p:nvPr/>
          </p:nvSpPr>
          <p:spPr>
            <a:xfrm rot="0" flipH="1">
              <a:off x="4547" y="24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03" name=""/>
            <p:cNvSpPr/>
            <p:nvPr/>
          </p:nvSpPr>
          <p:spPr>
            <a:xfrm rot="0">
              <a:off x="4533" y="2486"/>
              <a:ext cx="27" cy="31"/>
            </a:xfrm>
            <a:custGeom>
              <a:avLst/>
              <a:ahLst/>
              <a:rect l="0" t="0" r="r" b="b"/>
              <a:pathLst>
                <a:path w="56" h="63">
                  <a:moveTo>
                    <a:pt x="56" y="45"/>
                  </a:moveTo>
                  <a:lnTo>
                    <a:pt x="42" y="23"/>
                  </a:lnTo>
                  <a:lnTo>
                    <a:pt x="29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7" y="63"/>
                  </a:lnTo>
                  <a:lnTo>
                    <a:pt x="56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04" name=""/>
            <p:cNvSpPr/>
            <p:nvPr/>
          </p:nvSpPr>
          <p:spPr>
            <a:xfrm rot="0">
              <a:off x="4533" y="2486"/>
              <a:ext cx="27" cy="31"/>
            </a:xfrm>
            <a:custGeom>
              <a:avLst/>
              <a:ahLst/>
              <a:rect l="0" t="0" r="r" b="b"/>
              <a:pathLst>
                <a:path w="56" h="63">
                  <a:moveTo>
                    <a:pt x="56" y="45"/>
                  </a:moveTo>
                  <a:lnTo>
                    <a:pt x="42" y="23"/>
                  </a:lnTo>
                  <a:lnTo>
                    <a:pt x="29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7" y="63"/>
                  </a:lnTo>
                  <a:lnTo>
                    <a:pt x="56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05" name=""/>
            <p:cNvSpPr/>
            <p:nvPr/>
          </p:nvSpPr>
          <p:spPr>
            <a:xfrm rot="0">
              <a:off x="4532" y="2494"/>
              <a:ext cx="7" cy="12"/>
            </a:xfrm>
            <a:custGeom>
              <a:avLst/>
              <a:ahLst/>
              <a:rect l="0" t="0" r="r" b="b"/>
              <a:pathLst>
                <a:path w="15" h="22">
                  <a:moveTo>
                    <a:pt x="15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06" name=""/>
            <p:cNvSpPr/>
            <p:nvPr/>
          </p:nvSpPr>
          <p:spPr>
            <a:xfrm rot="0" flipH="1">
              <a:off x="4532" y="2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07" name=""/>
            <p:cNvSpPr/>
            <p:nvPr/>
          </p:nvSpPr>
          <p:spPr>
            <a:xfrm rot="0">
              <a:off x="4518" y="2495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1"/>
                  </a:lnTo>
                  <a:lnTo>
                    <a:pt x="27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8" y="61"/>
                  </a:lnTo>
                  <a:lnTo>
                    <a:pt x="5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08" name=""/>
            <p:cNvSpPr/>
            <p:nvPr/>
          </p:nvSpPr>
          <p:spPr>
            <a:xfrm rot="0">
              <a:off x="4518" y="2495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1"/>
                  </a:lnTo>
                  <a:lnTo>
                    <a:pt x="27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8" y="61"/>
                  </a:lnTo>
                  <a:lnTo>
                    <a:pt x="5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09" name=""/>
            <p:cNvSpPr/>
            <p:nvPr/>
          </p:nvSpPr>
          <p:spPr>
            <a:xfrm rot="0">
              <a:off x="4518" y="2504"/>
              <a:ext cx="7" cy="11"/>
            </a:xfrm>
            <a:custGeom>
              <a:avLst/>
              <a:ahLst/>
              <a:rect l="0" t="0" r="r" b="b"/>
              <a:pathLst>
                <a:path w="15" h="22">
                  <a:moveTo>
                    <a:pt x="15" y="2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10" name=""/>
            <p:cNvSpPr/>
            <p:nvPr/>
          </p:nvSpPr>
          <p:spPr>
            <a:xfrm rot="0" flipH="1">
              <a:off x="4518" y="2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11" name=""/>
            <p:cNvSpPr/>
            <p:nvPr/>
          </p:nvSpPr>
          <p:spPr>
            <a:xfrm rot="0">
              <a:off x="4505" y="2504"/>
              <a:ext cx="28" cy="31"/>
            </a:xfrm>
            <a:custGeom>
              <a:avLst/>
              <a:ahLst/>
              <a:rect l="0" t="0" r="r" b="b"/>
              <a:pathLst>
                <a:path w="57" h="63">
                  <a:moveTo>
                    <a:pt x="57" y="43"/>
                  </a:moveTo>
                  <a:lnTo>
                    <a:pt x="42" y="22"/>
                  </a:lnTo>
                  <a:lnTo>
                    <a:pt x="27" y="0"/>
                  </a:lnTo>
                  <a:lnTo>
                    <a:pt x="0" y="20"/>
                  </a:lnTo>
                  <a:lnTo>
                    <a:pt x="15" y="41"/>
                  </a:lnTo>
                  <a:lnTo>
                    <a:pt x="31" y="63"/>
                  </a:lnTo>
                  <a:lnTo>
                    <a:pt x="5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12" name=""/>
            <p:cNvSpPr/>
            <p:nvPr/>
          </p:nvSpPr>
          <p:spPr>
            <a:xfrm rot="0">
              <a:off x="4505" y="2504"/>
              <a:ext cx="28" cy="31"/>
            </a:xfrm>
            <a:custGeom>
              <a:avLst/>
              <a:ahLst/>
              <a:rect l="0" t="0" r="r" b="b"/>
              <a:pathLst>
                <a:path w="57" h="63">
                  <a:moveTo>
                    <a:pt x="57" y="43"/>
                  </a:moveTo>
                  <a:lnTo>
                    <a:pt x="42" y="22"/>
                  </a:lnTo>
                  <a:lnTo>
                    <a:pt x="27" y="0"/>
                  </a:lnTo>
                  <a:lnTo>
                    <a:pt x="0" y="20"/>
                  </a:lnTo>
                  <a:lnTo>
                    <a:pt x="15" y="41"/>
                  </a:lnTo>
                  <a:lnTo>
                    <a:pt x="31" y="63"/>
                  </a:lnTo>
                  <a:lnTo>
                    <a:pt x="5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13" name=""/>
            <p:cNvSpPr/>
            <p:nvPr/>
          </p:nvSpPr>
          <p:spPr>
            <a:xfrm rot="0">
              <a:off x="4504" y="2514"/>
              <a:ext cx="8" cy="11"/>
            </a:xfrm>
            <a:custGeom>
              <a:avLst/>
              <a:ahLst/>
              <a:rect l="0" t="0" r="r" b="b"/>
              <a:pathLst>
                <a:path w="16" h="21">
                  <a:moveTo>
                    <a:pt x="16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14" name=""/>
            <p:cNvSpPr/>
            <p:nvPr/>
          </p:nvSpPr>
          <p:spPr>
            <a:xfrm rot="0" flipH="1">
              <a:off x="4504" y="25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15" name=""/>
            <p:cNvSpPr/>
            <p:nvPr/>
          </p:nvSpPr>
          <p:spPr>
            <a:xfrm rot="0">
              <a:off x="4491" y="2514"/>
              <a:ext cx="29" cy="32"/>
            </a:xfrm>
            <a:custGeom>
              <a:avLst/>
              <a:ahLst/>
              <a:rect l="0" t="0" r="r" b="b"/>
              <a:pathLst>
                <a:path w="59" h="62">
                  <a:moveTo>
                    <a:pt x="59" y="41"/>
                  </a:moveTo>
                  <a:lnTo>
                    <a:pt x="42" y="20"/>
                  </a:lnTo>
                  <a:lnTo>
                    <a:pt x="26" y="0"/>
                  </a:lnTo>
                  <a:lnTo>
                    <a:pt x="0" y="21"/>
                  </a:lnTo>
                  <a:lnTo>
                    <a:pt x="17" y="42"/>
                  </a:lnTo>
                  <a:lnTo>
                    <a:pt x="33" y="62"/>
                  </a:lnTo>
                  <a:lnTo>
                    <a:pt x="59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16" name=""/>
            <p:cNvSpPr/>
            <p:nvPr/>
          </p:nvSpPr>
          <p:spPr>
            <a:xfrm rot="0">
              <a:off x="4491" y="2514"/>
              <a:ext cx="29" cy="32"/>
            </a:xfrm>
            <a:custGeom>
              <a:avLst/>
              <a:ahLst/>
              <a:rect l="0" t="0" r="r" b="b"/>
              <a:pathLst>
                <a:path w="59" h="62">
                  <a:moveTo>
                    <a:pt x="59" y="41"/>
                  </a:moveTo>
                  <a:lnTo>
                    <a:pt x="42" y="20"/>
                  </a:lnTo>
                  <a:lnTo>
                    <a:pt x="26" y="0"/>
                  </a:lnTo>
                  <a:lnTo>
                    <a:pt x="0" y="21"/>
                  </a:lnTo>
                  <a:lnTo>
                    <a:pt x="17" y="42"/>
                  </a:lnTo>
                  <a:lnTo>
                    <a:pt x="33" y="62"/>
                  </a:lnTo>
                  <a:lnTo>
                    <a:pt x="59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17" name=""/>
            <p:cNvSpPr/>
            <p:nvPr/>
          </p:nvSpPr>
          <p:spPr>
            <a:xfrm rot="0">
              <a:off x="4491" y="2525"/>
              <a:ext cx="8" cy="10"/>
            </a:xfrm>
            <a:custGeom>
              <a:avLst/>
              <a:ahLst/>
              <a:rect l="0" t="0" r="r" b="b"/>
              <a:pathLst>
                <a:path w="18" h="21">
                  <a:moveTo>
                    <a:pt x="18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18" name=""/>
            <p:cNvSpPr/>
            <p:nvPr/>
          </p:nvSpPr>
          <p:spPr>
            <a:xfrm rot="0" flipH="1">
              <a:off x="4491" y="2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19" name=""/>
            <p:cNvSpPr/>
            <p:nvPr/>
          </p:nvSpPr>
          <p:spPr>
            <a:xfrm rot="0">
              <a:off x="4478" y="2526"/>
              <a:ext cx="30" cy="30"/>
            </a:xfrm>
            <a:custGeom>
              <a:avLst/>
              <a:ahLst/>
              <a:rect l="0" t="0" r="r" b="b"/>
              <a:pathLst>
                <a:path w="59" h="62">
                  <a:moveTo>
                    <a:pt x="59" y="39"/>
                  </a:moveTo>
                  <a:lnTo>
                    <a:pt x="42" y="20"/>
                  </a:lnTo>
                  <a:lnTo>
                    <a:pt x="24" y="0"/>
                  </a:lnTo>
                  <a:lnTo>
                    <a:pt x="0" y="23"/>
                  </a:lnTo>
                  <a:lnTo>
                    <a:pt x="17" y="42"/>
                  </a:lnTo>
                  <a:lnTo>
                    <a:pt x="35" y="62"/>
                  </a:lnTo>
                  <a:lnTo>
                    <a:pt x="59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20" name=""/>
            <p:cNvSpPr/>
            <p:nvPr/>
          </p:nvSpPr>
          <p:spPr>
            <a:xfrm rot="0">
              <a:off x="4478" y="2526"/>
              <a:ext cx="30" cy="30"/>
            </a:xfrm>
            <a:custGeom>
              <a:avLst/>
              <a:ahLst/>
              <a:rect l="0" t="0" r="r" b="b"/>
              <a:pathLst>
                <a:path w="59" h="62">
                  <a:moveTo>
                    <a:pt x="59" y="39"/>
                  </a:moveTo>
                  <a:lnTo>
                    <a:pt x="42" y="20"/>
                  </a:lnTo>
                  <a:lnTo>
                    <a:pt x="24" y="0"/>
                  </a:lnTo>
                  <a:lnTo>
                    <a:pt x="0" y="23"/>
                  </a:lnTo>
                  <a:lnTo>
                    <a:pt x="17" y="42"/>
                  </a:lnTo>
                  <a:lnTo>
                    <a:pt x="35" y="62"/>
                  </a:lnTo>
                  <a:lnTo>
                    <a:pt x="59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21" name=""/>
            <p:cNvSpPr/>
            <p:nvPr/>
          </p:nvSpPr>
          <p:spPr>
            <a:xfrm rot="0">
              <a:off x="4478" y="2537"/>
              <a:ext cx="9" cy="10"/>
            </a:xfrm>
            <a:custGeom>
              <a:avLst/>
              <a:ahLst/>
              <a:rect l="0" t="0" r="r" b="b"/>
              <a:pathLst>
                <a:path w="18" h="19">
                  <a:moveTo>
                    <a:pt x="18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22" name=""/>
            <p:cNvSpPr/>
            <p:nvPr/>
          </p:nvSpPr>
          <p:spPr>
            <a:xfrm rot="0" flipH="1">
              <a:off x="4478" y="2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23" name=""/>
            <p:cNvSpPr/>
            <p:nvPr/>
          </p:nvSpPr>
          <p:spPr>
            <a:xfrm rot="0">
              <a:off x="4466" y="2537"/>
              <a:ext cx="30" cy="31"/>
            </a:xfrm>
            <a:custGeom>
              <a:avLst/>
              <a:ahLst/>
              <a:rect l="0" t="0" r="r" b="b"/>
              <a:pathLst>
                <a:path w="61" h="60">
                  <a:moveTo>
                    <a:pt x="61" y="36"/>
                  </a:moveTo>
                  <a:lnTo>
                    <a:pt x="42" y="18"/>
                  </a:lnTo>
                  <a:lnTo>
                    <a:pt x="24" y="0"/>
                  </a:lnTo>
                  <a:lnTo>
                    <a:pt x="0" y="23"/>
                  </a:lnTo>
                  <a:lnTo>
                    <a:pt x="19" y="42"/>
                  </a:lnTo>
                  <a:lnTo>
                    <a:pt x="37" y="60"/>
                  </a:lnTo>
                  <a:lnTo>
                    <a:pt x="6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24" name=""/>
            <p:cNvSpPr/>
            <p:nvPr/>
          </p:nvSpPr>
          <p:spPr>
            <a:xfrm rot="0">
              <a:off x="4466" y="2537"/>
              <a:ext cx="30" cy="31"/>
            </a:xfrm>
            <a:custGeom>
              <a:avLst/>
              <a:ahLst/>
              <a:rect l="0" t="0" r="r" b="b"/>
              <a:pathLst>
                <a:path w="61" h="60">
                  <a:moveTo>
                    <a:pt x="61" y="36"/>
                  </a:moveTo>
                  <a:lnTo>
                    <a:pt x="42" y="18"/>
                  </a:lnTo>
                  <a:lnTo>
                    <a:pt x="24" y="0"/>
                  </a:lnTo>
                  <a:lnTo>
                    <a:pt x="0" y="23"/>
                  </a:lnTo>
                  <a:lnTo>
                    <a:pt x="19" y="42"/>
                  </a:lnTo>
                  <a:lnTo>
                    <a:pt x="37" y="60"/>
                  </a:lnTo>
                  <a:lnTo>
                    <a:pt x="61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25" name=""/>
            <p:cNvSpPr/>
            <p:nvPr/>
          </p:nvSpPr>
          <p:spPr>
            <a:xfrm rot="0">
              <a:off x="4466" y="2549"/>
              <a:ext cx="9" cy="9"/>
            </a:xfrm>
            <a:custGeom>
              <a:avLst/>
              <a:ahLst/>
              <a:rect l="0" t="0" r="r" b="b"/>
              <a:pathLst>
                <a:path w="20" h="19">
                  <a:moveTo>
                    <a:pt x="20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26" name=""/>
            <p:cNvSpPr/>
            <p:nvPr/>
          </p:nvSpPr>
          <p:spPr>
            <a:xfrm rot="0" flipH="1">
              <a:off x="4466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27" name=""/>
            <p:cNvSpPr/>
            <p:nvPr/>
          </p:nvSpPr>
          <p:spPr>
            <a:xfrm rot="0">
              <a:off x="4454" y="2550"/>
              <a:ext cx="31" cy="29"/>
            </a:xfrm>
            <a:custGeom>
              <a:avLst/>
              <a:ahLst/>
              <a:rect l="0" t="0" r="r" b="b"/>
              <a:pathLst>
                <a:path w="61" h="60">
                  <a:moveTo>
                    <a:pt x="61" y="35"/>
                  </a:moveTo>
                  <a:lnTo>
                    <a:pt x="42" y="18"/>
                  </a:lnTo>
                  <a:lnTo>
                    <a:pt x="22" y="0"/>
                  </a:lnTo>
                  <a:lnTo>
                    <a:pt x="0" y="25"/>
                  </a:lnTo>
                  <a:lnTo>
                    <a:pt x="19" y="42"/>
                  </a:lnTo>
                  <a:lnTo>
                    <a:pt x="39" y="60"/>
                  </a:lnTo>
                  <a:lnTo>
                    <a:pt x="6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28" name=""/>
            <p:cNvSpPr/>
            <p:nvPr/>
          </p:nvSpPr>
          <p:spPr>
            <a:xfrm rot="0">
              <a:off x="4454" y="2550"/>
              <a:ext cx="31" cy="29"/>
            </a:xfrm>
            <a:custGeom>
              <a:avLst/>
              <a:ahLst/>
              <a:rect l="0" t="0" r="r" b="b"/>
              <a:pathLst>
                <a:path w="61" h="60">
                  <a:moveTo>
                    <a:pt x="61" y="35"/>
                  </a:moveTo>
                  <a:lnTo>
                    <a:pt x="42" y="18"/>
                  </a:lnTo>
                  <a:lnTo>
                    <a:pt x="22" y="0"/>
                  </a:lnTo>
                  <a:lnTo>
                    <a:pt x="0" y="25"/>
                  </a:lnTo>
                  <a:lnTo>
                    <a:pt x="19" y="42"/>
                  </a:lnTo>
                  <a:lnTo>
                    <a:pt x="39" y="60"/>
                  </a:lnTo>
                  <a:lnTo>
                    <a:pt x="61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29" name=""/>
            <p:cNvSpPr/>
            <p:nvPr/>
          </p:nvSpPr>
          <p:spPr>
            <a:xfrm rot="0">
              <a:off x="4454" y="2562"/>
              <a:ext cx="10" cy="9"/>
            </a:xfrm>
            <a:custGeom>
              <a:avLst/>
              <a:ahLst/>
              <a:rect l="0" t="0" r="r" b="b"/>
              <a:pathLst>
                <a:path w="20" h="17">
                  <a:moveTo>
                    <a:pt x="20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30" name=""/>
            <p:cNvSpPr/>
            <p:nvPr/>
          </p:nvSpPr>
          <p:spPr>
            <a:xfrm rot="0" flipH="1">
              <a:off x="4454" y="2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31" name=""/>
            <p:cNvSpPr/>
            <p:nvPr/>
          </p:nvSpPr>
          <p:spPr>
            <a:xfrm rot="0">
              <a:off x="4443" y="2562"/>
              <a:ext cx="31" cy="30"/>
            </a:xfrm>
            <a:custGeom>
              <a:avLst/>
              <a:ahLst/>
              <a:rect l="0" t="0" r="r" b="b"/>
              <a:pathLst>
                <a:path w="63" h="58">
                  <a:moveTo>
                    <a:pt x="63" y="33"/>
                  </a:moveTo>
                  <a:lnTo>
                    <a:pt x="42" y="16"/>
                  </a:lnTo>
                  <a:lnTo>
                    <a:pt x="22" y="0"/>
                  </a:lnTo>
                  <a:lnTo>
                    <a:pt x="0" y="25"/>
                  </a:lnTo>
                  <a:lnTo>
                    <a:pt x="21" y="42"/>
                  </a:lnTo>
                  <a:lnTo>
                    <a:pt x="41" y="58"/>
                  </a:lnTo>
                  <a:lnTo>
                    <a:pt x="6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32" name=""/>
            <p:cNvSpPr/>
            <p:nvPr/>
          </p:nvSpPr>
          <p:spPr>
            <a:xfrm rot="0">
              <a:off x="4443" y="2562"/>
              <a:ext cx="31" cy="30"/>
            </a:xfrm>
            <a:custGeom>
              <a:avLst/>
              <a:ahLst/>
              <a:rect l="0" t="0" r="r" b="b"/>
              <a:pathLst>
                <a:path w="63" h="58">
                  <a:moveTo>
                    <a:pt x="63" y="33"/>
                  </a:moveTo>
                  <a:lnTo>
                    <a:pt x="42" y="16"/>
                  </a:lnTo>
                  <a:lnTo>
                    <a:pt x="22" y="0"/>
                  </a:lnTo>
                  <a:lnTo>
                    <a:pt x="0" y="25"/>
                  </a:lnTo>
                  <a:lnTo>
                    <a:pt x="21" y="42"/>
                  </a:lnTo>
                  <a:lnTo>
                    <a:pt x="41" y="58"/>
                  </a:lnTo>
                  <a:lnTo>
                    <a:pt x="63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33" name=""/>
            <p:cNvSpPr/>
            <p:nvPr/>
          </p:nvSpPr>
          <p:spPr>
            <a:xfrm rot="0">
              <a:off x="4443" y="2575"/>
              <a:ext cx="10" cy="8"/>
            </a:xfrm>
            <a:custGeom>
              <a:avLst/>
              <a:ahLst/>
              <a:rect l="0" t="0" r="r" b="b"/>
              <a:pathLst>
                <a:path w="22" h="17">
                  <a:moveTo>
                    <a:pt x="22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34" name=""/>
            <p:cNvSpPr/>
            <p:nvPr/>
          </p:nvSpPr>
          <p:spPr>
            <a:xfrm rot="0" flipH="1">
              <a:off x="4443" y="2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35" name=""/>
            <p:cNvSpPr/>
            <p:nvPr/>
          </p:nvSpPr>
          <p:spPr>
            <a:xfrm rot="0">
              <a:off x="4433" y="2576"/>
              <a:ext cx="31" cy="28"/>
            </a:xfrm>
            <a:custGeom>
              <a:avLst/>
              <a:ahLst/>
              <a:rect l="0" t="0" r="r" b="b"/>
              <a:pathLst>
                <a:path w="62" h="58">
                  <a:moveTo>
                    <a:pt x="62" y="31"/>
                  </a:moveTo>
                  <a:lnTo>
                    <a:pt x="41" y="16"/>
                  </a:lnTo>
                  <a:lnTo>
                    <a:pt x="19" y="0"/>
                  </a:lnTo>
                  <a:lnTo>
                    <a:pt x="0" y="27"/>
                  </a:lnTo>
                  <a:lnTo>
                    <a:pt x="21" y="42"/>
                  </a:lnTo>
                  <a:lnTo>
                    <a:pt x="43" y="58"/>
                  </a:lnTo>
                  <a:lnTo>
                    <a:pt x="6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36" name=""/>
            <p:cNvSpPr/>
            <p:nvPr/>
          </p:nvSpPr>
          <p:spPr>
            <a:xfrm rot="0">
              <a:off x="4433" y="2576"/>
              <a:ext cx="31" cy="28"/>
            </a:xfrm>
            <a:custGeom>
              <a:avLst/>
              <a:ahLst/>
              <a:rect l="0" t="0" r="r" b="b"/>
              <a:pathLst>
                <a:path w="62" h="58">
                  <a:moveTo>
                    <a:pt x="62" y="31"/>
                  </a:moveTo>
                  <a:lnTo>
                    <a:pt x="41" y="16"/>
                  </a:lnTo>
                  <a:lnTo>
                    <a:pt x="19" y="0"/>
                  </a:lnTo>
                  <a:lnTo>
                    <a:pt x="0" y="27"/>
                  </a:lnTo>
                  <a:lnTo>
                    <a:pt x="21" y="42"/>
                  </a:lnTo>
                  <a:lnTo>
                    <a:pt x="43" y="58"/>
                  </a:lnTo>
                  <a:lnTo>
                    <a:pt x="62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37" name=""/>
            <p:cNvSpPr/>
            <p:nvPr/>
          </p:nvSpPr>
          <p:spPr>
            <a:xfrm rot="0">
              <a:off x="4433" y="2589"/>
              <a:ext cx="11" cy="8"/>
            </a:xfrm>
            <a:custGeom>
              <a:avLst/>
              <a:ahLst/>
              <a:rect l="0" t="0" r="r" b="b"/>
              <a:pathLst>
                <a:path w="21" h="15">
                  <a:moveTo>
                    <a:pt x="21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38" name=""/>
            <p:cNvSpPr/>
            <p:nvPr/>
          </p:nvSpPr>
          <p:spPr>
            <a:xfrm rot="0">
              <a:off x="4433" y="2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39" name=""/>
            <p:cNvSpPr/>
            <p:nvPr/>
          </p:nvSpPr>
          <p:spPr>
            <a:xfrm rot="0">
              <a:off x="4424" y="2590"/>
              <a:ext cx="30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62" y="29"/>
                  </a:moveTo>
                  <a:lnTo>
                    <a:pt x="40" y="14"/>
                  </a:lnTo>
                  <a:lnTo>
                    <a:pt x="19" y="0"/>
                  </a:lnTo>
                  <a:lnTo>
                    <a:pt x="0" y="28"/>
                  </a:lnTo>
                  <a:lnTo>
                    <a:pt x="22" y="42"/>
                  </a:lnTo>
                  <a:lnTo>
                    <a:pt x="43" y="56"/>
                  </a:lnTo>
                  <a:lnTo>
                    <a:pt x="6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40" name=""/>
            <p:cNvSpPr/>
            <p:nvPr/>
          </p:nvSpPr>
          <p:spPr>
            <a:xfrm rot="0">
              <a:off x="4424" y="2590"/>
              <a:ext cx="30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62" y="29"/>
                  </a:moveTo>
                  <a:lnTo>
                    <a:pt x="40" y="14"/>
                  </a:lnTo>
                  <a:lnTo>
                    <a:pt x="19" y="0"/>
                  </a:lnTo>
                  <a:lnTo>
                    <a:pt x="0" y="28"/>
                  </a:lnTo>
                  <a:lnTo>
                    <a:pt x="22" y="42"/>
                  </a:lnTo>
                  <a:lnTo>
                    <a:pt x="43" y="56"/>
                  </a:lnTo>
                  <a:lnTo>
                    <a:pt x="6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41" name=""/>
            <p:cNvSpPr/>
            <p:nvPr/>
          </p:nvSpPr>
          <p:spPr>
            <a:xfrm rot="0">
              <a:off x="4423" y="2603"/>
              <a:ext cx="11" cy="8"/>
            </a:xfrm>
            <a:custGeom>
              <a:avLst/>
              <a:ahLst/>
              <a:rect l="0" t="0" r="r" b="b"/>
              <a:pathLst>
                <a:path w="23" h="14">
                  <a:moveTo>
                    <a:pt x="23" y="1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42" name=""/>
            <p:cNvSpPr/>
            <p:nvPr/>
          </p:nvSpPr>
          <p:spPr>
            <a:xfrm rot="0" flipH="1">
              <a:off x="4423" y="2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43" name=""/>
            <p:cNvSpPr/>
            <p:nvPr/>
          </p:nvSpPr>
          <p:spPr>
            <a:xfrm rot="0">
              <a:off x="4415" y="2604"/>
              <a:ext cx="31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61" y="24"/>
                  </a:moveTo>
                  <a:lnTo>
                    <a:pt x="39" y="12"/>
                  </a:lnTo>
                  <a:lnTo>
                    <a:pt x="16" y="0"/>
                  </a:lnTo>
                  <a:lnTo>
                    <a:pt x="0" y="29"/>
                  </a:lnTo>
                  <a:lnTo>
                    <a:pt x="22" y="42"/>
                  </a:lnTo>
                  <a:lnTo>
                    <a:pt x="45" y="54"/>
                  </a:lnTo>
                  <a:lnTo>
                    <a:pt x="6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44" name=""/>
            <p:cNvSpPr/>
            <p:nvPr/>
          </p:nvSpPr>
          <p:spPr>
            <a:xfrm rot="0">
              <a:off x="4415" y="2604"/>
              <a:ext cx="31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61" y="24"/>
                  </a:moveTo>
                  <a:lnTo>
                    <a:pt x="39" y="12"/>
                  </a:lnTo>
                  <a:lnTo>
                    <a:pt x="16" y="0"/>
                  </a:lnTo>
                  <a:lnTo>
                    <a:pt x="0" y="29"/>
                  </a:lnTo>
                  <a:lnTo>
                    <a:pt x="22" y="42"/>
                  </a:lnTo>
                  <a:lnTo>
                    <a:pt x="45" y="54"/>
                  </a:lnTo>
                  <a:lnTo>
                    <a:pt x="61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45" name=""/>
            <p:cNvSpPr/>
            <p:nvPr/>
          </p:nvSpPr>
          <p:spPr>
            <a:xfrm rot="0">
              <a:off x="4415" y="2619"/>
              <a:ext cx="11" cy="6"/>
            </a:xfrm>
            <a:custGeom>
              <a:avLst/>
              <a:ahLst/>
              <a:rect l="0" t="0" r="r" b="b"/>
              <a:pathLst>
                <a:path w="22" h="13">
                  <a:moveTo>
                    <a:pt x="22" y="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46" name=""/>
            <p:cNvSpPr/>
            <p:nvPr/>
          </p:nvSpPr>
          <p:spPr>
            <a:xfrm rot="0">
              <a:off x="4415" y="2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47" name=""/>
            <p:cNvSpPr/>
            <p:nvPr/>
          </p:nvSpPr>
          <p:spPr>
            <a:xfrm rot="0">
              <a:off x="4407" y="2619"/>
              <a:ext cx="30" cy="27"/>
            </a:xfrm>
            <a:custGeom>
              <a:avLst/>
              <a:ahLst/>
              <a:rect l="0" t="0" r="r" b="b"/>
              <a:pathLst>
                <a:path w="60" h="54">
                  <a:moveTo>
                    <a:pt x="60" y="25"/>
                  </a:moveTo>
                  <a:lnTo>
                    <a:pt x="37" y="13"/>
                  </a:lnTo>
                  <a:lnTo>
                    <a:pt x="15" y="0"/>
                  </a:lnTo>
                  <a:lnTo>
                    <a:pt x="0" y="29"/>
                  </a:lnTo>
                  <a:lnTo>
                    <a:pt x="22" y="41"/>
                  </a:lnTo>
                  <a:lnTo>
                    <a:pt x="45" y="54"/>
                  </a:lnTo>
                  <a:lnTo>
                    <a:pt x="6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48" name=""/>
            <p:cNvSpPr/>
            <p:nvPr/>
          </p:nvSpPr>
          <p:spPr>
            <a:xfrm rot="0">
              <a:off x="4407" y="2619"/>
              <a:ext cx="30" cy="27"/>
            </a:xfrm>
            <a:custGeom>
              <a:avLst/>
              <a:ahLst/>
              <a:rect l="0" t="0" r="r" b="b"/>
              <a:pathLst>
                <a:path w="60" h="54">
                  <a:moveTo>
                    <a:pt x="60" y="25"/>
                  </a:moveTo>
                  <a:lnTo>
                    <a:pt x="37" y="13"/>
                  </a:lnTo>
                  <a:lnTo>
                    <a:pt x="15" y="0"/>
                  </a:lnTo>
                  <a:lnTo>
                    <a:pt x="0" y="29"/>
                  </a:lnTo>
                  <a:lnTo>
                    <a:pt x="22" y="41"/>
                  </a:lnTo>
                  <a:lnTo>
                    <a:pt x="45" y="54"/>
                  </a:lnTo>
                  <a:lnTo>
                    <a:pt x="6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49" name=""/>
            <p:cNvSpPr/>
            <p:nvPr/>
          </p:nvSpPr>
          <p:spPr>
            <a:xfrm rot="0">
              <a:off x="4407" y="2634"/>
              <a:ext cx="12" cy="6"/>
            </a:xfrm>
            <a:custGeom>
              <a:avLst/>
              <a:ahLst/>
              <a:rect l="0" t="0" r="r" b="b"/>
              <a:pathLst>
                <a:path w="23" h="12">
                  <a:moveTo>
                    <a:pt x="23" y="1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50" name=""/>
            <p:cNvSpPr/>
            <p:nvPr/>
          </p:nvSpPr>
          <p:spPr>
            <a:xfrm rot="0" flipH="1">
              <a:off x="4407" y="26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51" name=""/>
            <p:cNvSpPr/>
            <p:nvPr/>
          </p:nvSpPr>
          <p:spPr>
            <a:xfrm rot="0">
              <a:off x="4400" y="2634"/>
              <a:ext cx="30" cy="27"/>
            </a:xfrm>
            <a:custGeom>
              <a:avLst/>
              <a:ahLst/>
              <a:rect l="0" t="0" r="r" b="b"/>
              <a:pathLst>
                <a:path w="62" h="53">
                  <a:moveTo>
                    <a:pt x="62" y="23"/>
                  </a:moveTo>
                  <a:lnTo>
                    <a:pt x="38" y="11"/>
                  </a:lnTo>
                  <a:lnTo>
                    <a:pt x="15" y="0"/>
                  </a:lnTo>
                  <a:lnTo>
                    <a:pt x="0" y="31"/>
                  </a:lnTo>
                  <a:lnTo>
                    <a:pt x="24" y="42"/>
                  </a:lnTo>
                  <a:lnTo>
                    <a:pt x="47" y="53"/>
                  </a:lnTo>
                  <a:lnTo>
                    <a:pt x="6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52" name=""/>
            <p:cNvSpPr/>
            <p:nvPr/>
          </p:nvSpPr>
          <p:spPr>
            <a:xfrm rot="0">
              <a:off x="4400" y="2634"/>
              <a:ext cx="30" cy="27"/>
            </a:xfrm>
            <a:custGeom>
              <a:avLst/>
              <a:ahLst/>
              <a:rect l="0" t="0" r="r" b="b"/>
              <a:pathLst>
                <a:path w="62" h="53">
                  <a:moveTo>
                    <a:pt x="62" y="23"/>
                  </a:moveTo>
                  <a:lnTo>
                    <a:pt x="38" y="11"/>
                  </a:lnTo>
                  <a:lnTo>
                    <a:pt x="15" y="0"/>
                  </a:lnTo>
                  <a:lnTo>
                    <a:pt x="0" y="31"/>
                  </a:lnTo>
                  <a:lnTo>
                    <a:pt x="24" y="42"/>
                  </a:lnTo>
                  <a:lnTo>
                    <a:pt x="47" y="53"/>
                  </a:lnTo>
                  <a:lnTo>
                    <a:pt x="62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53" name=""/>
            <p:cNvSpPr/>
            <p:nvPr/>
          </p:nvSpPr>
          <p:spPr>
            <a:xfrm rot="0">
              <a:off x="4399" y="2649"/>
              <a:ext cx="12" cy="6"/>
            </a:xfrm>
            <a:custGeom>
              <a:avLst/>
              <a:ahLst/>
              <a:rect l="0" t="0" r="r" b="b"/>
              <a:pathLst>
                <a:path w="25" h="11">
                  <a:moveTo>
                    <a:pt x="25" y="1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54" name=""/>
            <p:cNvSpPr/>
            <p:nvPr/>
          </p:nvSpPr>
          <p:spPr>
            <a:xfrm rot="0" flipH="1">
              <a:off x="4399" y="26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55" name=""/>
            <p:cNvSpPr/>
            <p:nvPr/>
          </p:nvSpPr>
          <p:spPr>
            <a:xfrm rot="0">
              <a:off x="4393" y="2650"/>
              <a:ext cx="31" cy="25"/>
            </a:xfrm>
            <a:custGeom>
              <a:avLst/>
              <a:ahLst/>
              <a:rect l="0" t="0" r="r" b="b"/>
              <a:pathLst>
                <a:path w="61" h="49">
                  <a:moveTo>
                    <a:pt x="61" y="18"/>
                  </a:moveTo>
                  <a:lnTo>
                    <a:pt x="37" y="9"/>
                  </a:lnTo>
                  <a:lnTo>
                    <a:pt x="12" y="0"/>
                  </a:lnTo>
                  <a:lnTo>
                    <a:pt x="0" y="31"/>
                  </a:lnTo>
                  <a:lnTo>
                    <a:pt x="24" y="40"/>
                  </a:lnTo>
                  <a:lnTo>
                    <a:pt x="49" y="49"/>
                  </a:lnTo>
                  <a:lnTo>
                    <a:pt x="6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56" name=""/>
            <p:cNvSpPr/>
            <p:nvPr/>
          </p:nvSpPr>
          <p:spPr>
            <a:xfrm rot="0">
              <a:off x="4393" y="2650"/>
              <a:ext cx="31" cy="25"/>
            </a:xfrm>
            <a:custGeom>
              <a:avLst/>
              <a:ahLst/>
              <a:rect l="0" t="0" r="r" b="b"/>
              <a:pathLst>
                <a:path w="61" h="49">
                  <a:moveTo>
                    <a:pt x="61" y="18"/>
                  </a:moveTo>
                  <a:lnTo>
                    <a:pt x="37" y="9"/>
                  </a:lnTo>
                  <a:lnTo>
                    <a:pt x="12" y="0"/>
                  </a:lnTo>
                  <a:lnTo>
                    <a:pt x="0" y="31"/>
                  </a:lnTo>
                  <a:lnTo>
                    <a:pt x="24" y="40"/>
                  </a:lnTo>
                  <a:lnTo>
                    <a:pt x="49" y="49"/>
                  </a:lnTo>
                  <a:lnTo>
                    <a:pt x="61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57" name=""/>
            <p:cNvSpPr/>
            <p:nvPr/>
          </p:nvSpPr>
          <p:spPr>
            <a:xfrm rot="0">
              <a:off x="4393" y="2666"/>
              <a:ext cx="12" cy="4"/>
            </a:xfrm>
            <a:custGeom>
              <a:avLst/>
              <a:ahLst/>
              <a:rect l="0" t="0" r="r" b="b"/>
              <a:pathLst>
                <a:path w="24" h="9">
                  <a:moveTo>
                    <a:pt x="24" y="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58" name=""/>
            <p:cNvSpPr/>
            <p:nvPr/>
          </p:nvSpPr>
          <p:spPr>
            <a:xfrm rot="0">
              <a:off x="4393" y="2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59" name=""/>
            <p:cNvSpPr/>
            <p:nvPr/>
          </p:nvSpPr>
          <p:spPr>
            <a:xfrm rot="0">
              <a:off x="4387" y="2666"/>
              <a:ext cx="31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60" y="18"/>
                  </a:moveTo>
                  <a:lnTo>
                    <a:pt x="35" y="9"/>
                  </a:lnTo>
                  <a:lnTo>
                    <a:pt x="11" y="0"/>
                  </a:lnTo>
                  <a:lnTo>
                    <a:pt x="0" y="31"/>
                  </a:lnTo>
                  <a:lnTo>
                    <a:pt x="24" y="41"/>
                  </a:lnTo>
                  <a:lnTo>
                    <a:pt x="49" y="50"/>
                  </a:lnTo>
                  <a:lnTo>
                    <a:pt x="6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60" name=""/>
            <p:cNvSpPr/>
            <p:nvPr/>
          </p:nvSpPr>
          <p:spPr>
            <a:xfrm rot="0">
              <a:off x="4387" y="2666"/>
              <a:ext cx="31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60" y="18"/>
                  </a:moveTo>
                  <a:lnTo>
                    <a:pt x="35" y="9"/>
                  </a:lnTo>
                  <a:lnTo>
                    <a:pt x="11" y="0"/>
                  </a:lnTo>
                  <a:lnTo>
                    <a:pt x="0" y="31"/>
                  </a:lnTo>
                  <a:lnTo>
                    <a:pt x="24" y="41"/>
                  </a:lnTo>
                  <a:lnTo>
                    <a:pt x="49" y="50"/>
                  </a:lnTo>
                  <a:lnTo>
                    <a:pt x="6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61" name=""/>
            <p:cNvSpPr/>
            <p:nvPr/>
          </p:nvSpPr>
          <p:spPr>
            <a:xfrm rot="0">
              <a:off x="4387" y="2682"/>
              <a:ext cx="13" cy="4"/>
            </a:xfrm>
            <a:custGeom>
              <a:avLst/>
              <a:ahLst/>
              <a:rect l="0" t="0" r="r" b="b"/>
              <a:pathLst>
                <a:path w="24" h="10">
                  <a:moveTo>
                    <a:pt x="24" y="1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62" name=""/>
            <p:cNvSpPr/>
            <p:nvPr/>
          </p:nvSpPr>
          <p:spPr>
            <a:xfrm rot="0">
              <a:off x="4387" y="2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63" name=""/>
            <p:cNvSpPr/>
            <p:nvPr/>
          </p:nvSpPr>
          <p:spPr>
            <a:xfrm rot="0">
              <a:off x="4383" y="2683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59" y="15"/>
                  </a:moveTo>
                  <a:lnTo>
                    <a:pt x="34" y="8"/>
                  </a:lnTo>
                  <a:lnTo>
                    <a:pt x="10" y="0"/>
                  </a:lnTo>
                  <a:lnTo>
                    <a:pt x="0" y="32"/>
                  </a:lnTo>
                  <a:lnTo>
                    <a:pt x="25" y="39"/>
                  </a:lnTo>
                  <a:lnTo>
                    <a:pt x="50" y="46"/>
                  </a:lnTo>
                  <a:lnTo>
                    <a:pt x="59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64" name=""/>
            <p:cNvSpPr/>
            <p:nvPr/>
          </p:nvSpPr>
          <p:spPr>
            <a:xfrm rot="0">
              <a:off x="4383" y="2683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59" y="15"/>
                  </a:moveTo>
                  <a:lnTo>
                    <a:pt x="34" y="8"/>
                  </a:lnTo>
                  <a:lnTo>
                    <a:pt x="10" y="0"/>
                  </a:lnTo>
                  <a:lnTo>
                    <a:pt x="0" y="32"/>
                  </a:lnTo>
                  <a:lnTo>
                    <a:pt x="25" y="39"/>
                  </a:lnTo>
                  <a:lnTo>
                    <a:pt x="50" y="46"/>
                  </a:lnTo>
                  <a:lnTo>
                    <a:pt x="59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65" name=""/>
            <p:cNvSpPr/>
            <p:nvPr/>
          </p:nvSpPr>
          <p:spPr>
            <a:xfrm rot="0">
              <a:off x="4382" y="2699"/>
              <a:ext cx="13" cy="3"/>
            </a:xfrm>
            <a:custGeom>
              <a:avLst/>
              <a:ahLst/>
              <a:rect l="0" t="0" r="r" b="b"/>
              <a:pathLst>
                <a:path w="26" h="7">
                  <a:moveTo>
                    <a:pt x="26" y="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66" name=""/>
            <p:cNvSpPr/>
            <p:nvPr/>
          </p:nvSpPr>
          <p:spPr>
            <a:xfrm rot="0" flipH="1">
              <a:off x="4382" y="2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67" name=""/>
            <p:cNvSpPr/>
            <p:nvPr/>
          </p:nvSpPr>
          <p:spPr>
            <a:xfrm rot="0">
              <a:off x="4379" y="2700"/>
              <a:ext cx="29" cy="21"/>
            </a:xfrm>
            <a:custGeom>
              <a:avLst/>
              <a:ahLst/>
              <a:rect l="0" t="0" r="r" b="b"/>
              <a:pathLst>
                <a:path w="59" h="43">
                  <a:moveTo>
                    <a:pt x="59" y="10"/>
                  </a:moveTo>
                  <a:lnTo>
                    <a:pt x="33" y="5"/>
                  </a:lnTo>
                  <a:lnTo>
                    <a:pt x="7" y="0"/>
                  </a:lnTo>
                  <a:lnTo>
                    <a:pt x="0" y="33"/>
                  </a:lnTo>
                  <a:lnTo>
                    <a:pt x="26" y="38"/>
                  </a:lnTo>
                  <a:lnTo>
                    <a:pt x="51" y="43"/>
                  </a:lnTo>
                  <a:lnTo>
                    <a:pt x="5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68" name=""/>
            <p:cNvSpPr/>
            <p:nvPr/>
          </p:nvSpPr>
          <p:spPr>
            <a:xfrm rot="0">
              <a:off x="4379" y="2700"/>
              <a:ext cx="29" cy="21"/>
            </a:xfrm>
            <a:custGeom>
              <a:avLst/>
              <a:ahLst/>
              <a:rect l="0" t="0" r="r" b="b"/>
              <a:pathLst>
                <a:path w="59" h="43">
                  <a:moveTo>
                    <a:pt x="59" y="10"/>
                  </a:moveTo>
                  <a:lnTo>
                    <a:pt x="33" y="5"/>
                  </a:lnTo>
                  <a:lnTo>
                    <a:pt x="7" y="0"/>
                  </a:lnTo>
                  <a:lnTo>
                    <a:pt x="0" y="33"/>
                  </a:lnTo>
                  <a:lnTo>
                    <a:pt x="26" y="38"/>
                  </a:lnTo>
                  <a:lnTo>
                    <a:pt x="51" y="43"/>
                  </a:lnTo>
                  <a:lnTo>
                    <a:pt x="59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69" name=""/>
            <p:cNvSpPr/>
            <p:nvPr/>
          </p:nvSpPr>
          <p:spPr>
            <a:xfrm rot="0">
              <a:off x="4379" y="2716"/>
              <a:ext cx="12" cy="3"/>
            </a:xfrm>
            <a:custGeom>
              <a:avLst/>
              <a:ahLst/>
              <a:rect l="0" t="0" r="r" b="b"/>
              <a:pathLst>
                <a:path w="26" h="5">
                  <a:moveTo>
                    <a:pt x="26" y="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70" name=""/>
            <p:cNvSpPr/>
            <p:nvPr/>
          </p:nvSpPr>
          <p:spPr>
            <a:xfrm rot="0">
              <a:off x="4379" y="27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71" name=""/>
            <p:cNvSpPr/>
            <p:nvPr/>
          </p:nvSpPr>
          <p:spPr>
            <a:xfrm rot="0">
              <a:off x="4376" y="2716"/>
              <a:ext cx="28" cy="21"/>
            </a:xfrm>
            <a:custGeom>
              <a:avLst/>
              <a:ahLst/>
              <a:rect l="0" t="0" r="r" b="b"/>
              <a:pathLst>
                <a:path w="57" h="43">
                  <a:moveTo>
                    <a:pt x="57" y="10"/>
                  </a:moveTo>
                  <a:lnTo>
                    <a:pt x="32" y="5"/>
                  </a:lnTo>
                  <a:lnTo>
                    <a:pt x="6" y="0"/>
                  </a:lnTo>
                  <a:lnTo>
                    <a:pt x="0" y="33"/>
                  </a:lnTo>
                  <a:lnTo>
                    <a:pt x="26" y="38"/>
                  </a:lnTo>
                  <a:lnTo>
                    <a:pt x="51" y="43"/>
                  </a:lnTo>
                  <a:lnTo>
                    <a:pt x="5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72" name=""/>
            <p:cNvSpPr/>
            <p:nvPr/>
          </p:nvSpPr>
          <p:spPr>
            <a:xfrm rot="0">
              <a:off x="4376" y="2716"/>
              <a:ext cx="28" cy="21"/>
            </a:xfrm>
            <a:custGeom>
              <a:avLst/>
              <a:ahLst/>
              <a:rect l="0" t="0" r="r" b="b"/>
              <a:pathLst>
                <a:path w="57" h="43">
                  <a:moveTo>
                    <a:pt x="57" y="10"/>
                  </a:moveTo>
                  <a:lnTo>
                    <a:pt x="32" y="5"/>
                  </a:lnTo>
                  <a:lnTo>
                    <a:pt x="6" y="0"/>
                  </a:lnTo>
                  <a:lnTo>
                    <a:pt x="0" y="33"/>
                  </a:lnTo>
                  <a:lnTo>
                    <a:pt x="26" y="38"/>
                  </a:lnTo>
                  <a:lnTo>
                    <a:pt x="51" y="43"/>
                  </a:lnTo>
                  <a:lnTo>
                    <a:pt x="57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73" name=""/>
            <p:cNvSpPr/>
            <p:nvPr/>
          </p:nvSpPr>
          <p:spPr>
            <a:xfrm rot="0">
              <a:off x="4376" y="2732"/>
              <a:ext cx="12" cy="3"/>
            </a:xfrm>
            <a:custGeom>
              <a:avLst/>
              <a:ahLst/>
              <a:rect l="0" t="0" r="r" b="b"/>
              <a:pathLst>
                <a:path w="26" h="5">
                  <a:moveTo>
                    <a:pt x="26" y="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74" name=""/>
            <p:cNvSpPr/>
            <p:nvPr/>
          </p:nvSpPr>
          <p:spPr>
            <a:xfrm rot="0">
              <a:off x="4376" y="2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75" name=""/>
            <p:cNvSpPr/>
            <p:nvPr/>
          </p:nvSpPr>
          <p:spPr>
            <a:xfrm rot="0">
              <a:off x="4374" y="2733"/>
              <a:ext cx="27" cy="20"/>
            </a:xfrm>
            <a:custGeom>
              <a:avLst/>
              <a:ahLst/>
              <a:rect l="0" t="0" r="r" b="b"/>
              <a:pathLst>
                <a:path w="55" h="39">
                  <a:moveTo>
                    <a:pt x="55" y="6"/>
                  </a:moveTo>
                  <a:lnTo>
                    <a:pt x="30" y="3"/>
                  </a:lnTo>
                  <a:lnTo>
                    <a:pt x="4" y="0"/>
                  </a:lnTo>
                  <a:lnTo>
                    <a:pt x="0" y="32"/>
                  </a:lnTo>
                  <a:lnTo>
                    <a:pt x="26" y="36"/>
                  </a:lnTo>
                  <a:lnTo>
                    <a:pt x="51" y="39"/>
                  </a:lnTo>
                  <a:lnTo>
                    <a:pt x="5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76" name=""/>
            <p:cNvSpPr/>
            <p:nvPr/>
          </p:nvSpPr>
          <p:spPr>
            <a:xfrm rot="0">
              <a:off x="4374" y="2733"/>
              <a:ext cx="27" cy="20"/>
            </a:xfrm>
            <a:custGeom>
              <a:avLst/>
              <a:ahLst/>
              <a:rect l="0" t="0" r="r" b="b"/>
              <a:pathLst>
                <a:path w="55" h="39">
                  <a:moveTo>
                    <a:pt x="55" y="6"/>
                  </a:moveTo>
                  <a:lnTo>
                    <a:pt x="30" y="3"/>
                  </a:lnTo>
                  <a:lnTo>
                    <a:pt x="4" y="0"/>
                  </a:lnTo>
                  <a:lnTo>
                    <a:pt x="0" y="32"/>
                  </a:lnTo>
                  <a:lnTo>
                    <a:pt x="26" y="36"/>
                  </a:lnTo>
                  <a:lnTo>
                    <a:pt x="51" y="39"/>
                  </a:lnTo>
                  <a:lnTo>
                    <a:pt x="55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77" name=""/>
            <p:cNvSpPr/>
            <p:nvPr/>
          </p:nvSpPr>
          <p:spPr>
            <a:xfrm rot="0">
              <a:off x="4374" y="2750"/>
              <a:ext cx="12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92" name=""/>
          <p:cNvGrpSpPr/>
          <p:nvPr/>
        </p:nvGrpSpPr>
        <p:grpSpPr>
          <a:xfrm rot="0">
            <a:off x="6940550" y="4365625"/>
            <a:ext cx="969962" cy="598487"/>
            <a:chOff x="4372" y="2750"/>
            <a:chExt cx="611" cy="377"/>
          </a:xfrm>
        </p:grpSpPr>
        <p:sp>
          <p:nvSpPr>
            <p:cNvPr id="1060678" name=""/>
            <p:cNvSpPr/>
            <p:nvPr/>
          </p:nvSpPr>
          <p:spPr>
            <a:xfrm rot="0">
              <a:off x="4374" y="27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79" name=""/>
            <p:cNvSpPr/>
            <p:nvPr/>
          </p:nvSpPr>
          <p:spPr>
            <a:xfrm rot="0">
              <a:off x="4372" y="275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53" y="5"/>
                  </a:moveTo>
                  <a:lnTo>
                    <a:pt x="28" y="3"/>
                  </a:lnTo>
                  <a:lnTo>
                    <a:pt x="2" y="0"/>
                  </a:lnTo>
                  <a:lnTo>
                    <a:pt x="0" y="34"/>
                  </a:lnTo>
                  <a:lnTo>
                    <a:pt x="26" y="36"/>
                  </a:lnTo>
                  <a:lnTo>
                    <a:pt x="51" y="38"/>
                  </a:lnTo>
                  <a:lnTo>
                    <a:pt x="5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80" name=""/>
            <p:cNvSpPr/>
            <p:nvPr/>
          </p:nvSpPr>
          <p:spPr>
            <a:xfrm rot="0">
              <a:off x="4372" y="275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53" y="5"/>
                  </a:moveTo>
                  <a:lnTo>
                    <a:pt x="28" y="3"/>
                  </a:lnTo>
                  <a:lnTo>
                    <a:pt x="2" y="0"/>
                  </a:lnTo>
                  <a:lnTo>
                    <a:pt x="0" y="34"/>
                  </a:lnTo>
                  <a:lnTo>
                    <a:pt x="26" y="36"/>
                  </a:lnTo>
                  <a:lnTo>
                    <a:pt x="51" y="38"/>
                  </a:lnTo>
                  <a:lnTo>
                    <a:pt x="53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81" name=""/>
            <p:cNvSpPr/>
            <p:nvPr/>
          </p:nvSpPr>
          <p:spPr>
            <a:xfrm rot="0">
              <a:off x="4372" y="2767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82" name=""/>
            <p:cNvSpPr/>
            <p:nvPr/>
          </p:nvSpPr>
          <p:spPr>
            <a:xfrm rot="0">
              <a:off x="4372" y="27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83" name=""/>
            <p:cNvSpPr/>
            <p:nvPr/>
          </p:nvSpPr>
          <p:spPr>
            <a:xfrm rot="0">
              <a:off x="4372" y="2768"/>
              <a:ext cx="26" cy="18"/>
            </a:xfrm>
            <a:custGeom>
              <a:avLst/>
              <a:ahLst/>
              <a:rect l="0" t="0" r="r" b="b"/>
              <a:pathLst>
                <a:path w="52" h="36">
                  <a:moveTo>
                    <a:pt x="52" y="2"/>
                  </a:moveTo>
                  <a:lnTo>
                    <a:pt x="27" y="1"/>
                  </a:lnTo>
                  <a:lnTo>
                    <a:pt x="1" y="0"/>
                  </a:lnTo>
                  <a:lnTo>
                    <a:pt x="0" y="34"/>
                  </a:lnTo>
                  <a:lnTo>
                    <a:pt x="26" y="35"/>
                  </a:lnTo>
                  <a:lnTo>
                    <a:pt x="51" y="36"/>
                  </a:lnTo>
                  <a:lnTo>
                    <a:pt x="5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84" name=""/>
            <p:cNvSpPr/>
            <p:nvPr/>
          </p:nvSpPr>
          <p:spPr>
            <a:xfrm rot="0">
              <a:off x="4372" y="2768"/>
              <a:ext cx="26" cy="18"/>
            </a:xfrm>
            <a:custGeom>
              <a:avLst/>
              <a:ahLst/>
              <a:rect l="0" t="0" r="r" b="b"/>
              <a:pathLst>
                <a:path w="52" h="36">
                  <a:moveTo>
                    <a:pt x="52" y="2"/>
                  </a:moveTo>
                  <a:lnTo>
                    <a:pt x="27" y="1"/>
                  </a:lnTo>
                  <a:lnTo>
                    <a:pt x="1" y="0"/>
                  </a:lnTo>
                  <a:lnTo>
                    <a:pt x="0" y="34"/>
                  </a:lnTo>
                  <a:lnTo>
                    <a:pt x="26" y="35"/>
                  </a:lnTo>
                  <a:lnTo>
                    <a:pt x="51" y="36"/>
                  </a:lnTo>
                  <a:lnTo>
                    <a:pt x="52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85" name=""/>
            <p:cNvSpPr/>
            <p:nvPr/>
          </p:nvSpPr>
          <p:spPr>
            <a:xfrm rot="0">
              <a:off x="4372" y="2785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86" name=""/>
            <p:cNvSpPr/>
            <p:nvPr/>
          </p:nvSpPr>
          <p:spPr>
            <a:xfrm rot="0">
              <a:off x="4372" y="27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87" name=""/>
            <p:cNvSpPr/>
            <p:nvPr/>
          </p:nvSpPr>
          <p:spPr>
            <a:xfrm rot="0">
              <a:off x="4372" y="2785"/>
              <a:ext cx="26" cy="17"/>
            </a:xfrm>
            <a:custGeom>
              <a:avLst/>
              <a:ahLst/>
              <a:rect l="0" t="0" r="r" b="b"/>
              <a:pathLst>
                <a:path w="52" h="35">
                  <a:moveTo>
                    <a:pt x="51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  <a:lnTo>
                    <a:pt x="27" y="34"/>
                  </a:lnTo>
                  <a:lnTo>
                    <a:pt x="52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88" name=""/>
            <p:cNvSpPr/>
            <p:nvPr/>
          </p:nvSpPr>
          <p:spPr>
            <a:xfrm rot="0">
              <a:off x="4372" y="2785"/>
              <a:ext cx="26" cy="17"/>
            </a:xfrm>
            <a:custGeom>
              <a:avLst/>
              <a:ahLst/>
              <a:rect l="0" t="0" r="r" b="b"/>
              <a:pathLst>
                <a:path w="52" h="35">
                  <a:moveTo>
                    <a:pt x="51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  <a:lnTo>
                    <a:pt x="27" y="34"/>
                  </a:lnTo>
                  <a:lnTo>
                    <a:pt x="52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89" name=""/>
            <p:cNvSpPr/>
            <p:nvPr/>
          </p:nvSpPr>
          <p:spPr>
            <a:xfrm rot="0">
              <a:off x="4372" y="2801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0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90" name=""/>
            <p:cNvSpPr/>
            <p:nvPr/>
          </p:nvSpPr>
          <p:spPr>
            <a:xfrm rot="0">
              <a:off x="4372" y="2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91" name=""/>
            <p:cNvSpPr/>
            <p:nvPr/>
          </p:nvSpPr>
          <p:spPr>
            <a:xfrm rot="0">
              <a:off x="4372" y="280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51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2" y="38"/>
                  </a:lnTo>
                  <a:lnTo>
                    <a:pt x="28" y="36"/>
                  </a:lnTo>
                  <a:lnTo>
                    <a:pt x="53" y="34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92" name=""/>
            <p:cNvSpPr/>
            <p:nvPr/>
          </p:nvSpPr>
          <p:spPr>
            <a:xfrm rot="0">
              <a:off x="4372" y="280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51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2" y="38"/>
                  </a:lnTo>
                  <a:lnTo>
                    <a:pt x="28" y="36"/>
                  </a:lnTo>
                  <a:lnTo>
                    <a:pt x="53" y="3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93" name=""/>
            <p:cNvSpPr/>
            <p:nvPr/>
          </p:nvSpPr>
          <p:spPr>
            <a:xfrm rot="0">
              <a:off x="4374" y="2818"/>
              <a:ext cx="12" cy="2"/>
            </a:xfrm>
            <a:custGeom>
              <a:avLst/>
              <a:ahLst/>
              <a:rect l="0" t="0" r="r" b="b"/>
              <a:pathLst>
                <a:path w="26" h="3">
                  <a:moveTo>
                    <a:pt x="26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94" name=""/>
            <p:cNvSpPr/>
            <p:nvPr/>
          </p:nvSpPr>
          <p:spPr>
            <a:xfrm rot="0">
              <a:off x="4374" y="28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95" name=""/>
            <p:cNvSpPr/>
            <p:nvPr/>
          </p:nvSpPr>
          <p:spPr>
            <a:xfrm rot="0">
              <a:off x="4374" y="2817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51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4" y="38"/>
                  </a:lnTo>
                  <a:lnTo>
                    <a:pt x="30" y="35"/>
                  </a:lnTo>
                  <a:lnTo>
                    <a:pt x="55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96" name=""/>
            <p:cNvSpPr/>
            <p:nvPr/>
          </p:nvSpPr>
          <p:spPr>
            <a:xfrm rot="0">
              <a:off x="4374" y="2817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51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4" y="38"/>
                  </a:lnTo>
                  <a:lnTo>
                    <a:pt x="30" y="35"/>
                  </a:lnTo>
                  <a:lnTo>
                    <a:pt x="55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97" name=""/>
            <p:cNvSpPr/>
            <p:nvPr/>
          </p:nvSpPr>
          <p:spPr>
            <a:xfrm rot="0">
              <a:off x="4376" y="2835"/>
              <a:ext cx="12" cy="2"/>
            </a:xfrm>
            <a:custGeom>
              <a:avLst/>
              <a:ahLst/>
              <a:rect l="0" t="0" r="r" b="b"/>
              <a:pathLst>
                <a:path w="26" h="5">
                  <a:moveTo>
                    <a:pt x="26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698" name=""/>
            <p:cNvSpPr/>
            <p:nvPr/>
          </p:nvSpPr>
          <p:spPr>
            <a:xfrm rot="0">
              <a:off x="4376" y="2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699" name=""/>
            <p:cNvSpPr/>
            <p:nvPr/>
          </p:nvSpPr>
          <p:spPr>
            <a:xfrm rot="0">
              <a:off x="4376" y="2832"/>
              <a:ext cx="28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51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6" y="43"/>
                  </a:lnTo>
                  <a:lnTo>
                    <a:pt x="32" y="38"/>
                  </a:lnTo>
                  <a:lnTo>
                    <a:pt x="57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00" name=""/>
            <p:cNvSpPr/>
            <p:nvPr/>
          </p:nvSpPr>
          <p:spPr>
            <a:xfrm rot="0">
              <a:off x="4376" y="2832"/>
              <a:ext cx="28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51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6" y="43"/>
                  </a:lnTo>
                  <a:lnTo>
                    <a:pt x="32" y="38"/>
                  </a:lnTo>
                  <a:lnTo>
                    <a:pt x="57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01" name=""/>
            <p:cNvSpPr/>
            <p:nvPr/>
          </p:nvSpPr>
          <p:spPr>
            <a:xfrm rot="0">
              <a:off x="4379" y="2851"/>
              <a:ext cx="12" cy="3"/>
            </a:xfrm>
            <a:custGeom>
              <a:avLst/>
              <a:ahLst/>
              <a:rect l="0" t="0" r="r" b="b"/>
              <a:pathLst>
                <a:path w="26" h="5">
                  <a:moveTo>
                    <a:pt x="26" y="0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02" name=""/>
            <p:cNvSpPr/>
            <p:nvPr/>
          </p:nvSpPr>
          <p:spPr>
            <a:xfrm rot="0">
              <a:off x="4379" y="2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03" name=""/>
            <p:cNvSpPr/>
            <p:nvPr/>
          </p:nvSpPr>
          <p:spPr>
            <a:xfrm rot="0">
              <a:off x="4379" y="2849"/>
              <a:ext cx="29" cy="21"/>
            </a:xfrm>
            <a:custGeom>
              <a:avLst/>
              <a:ahLst/>
              <a:rect l="0" t="0" r="r" b="b"/>
              <a:pathLst>
                <a:path w="59" h="43">
                  <a:moveTo>
                    <a:pt x="51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7" y="43"/>
                  </a:lnTo>
                  <a:lnTo>
                    <a:pt x="33" y="38"/>
                  </a:lnTo>
                  <a:lnTo>
                    <a:pt x="59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04" name=""/>
            <p:cNvSpPr/>
            <p:nvPr/>
          </p:nvSpPr>
          <p:spPr>
            <a:xfrm rot="0">
              <a:off x="4379" y="2849"/>
              <a:ext cx="29" cy="21"/>
            </a:xfrm>
            <a:custGeom>
              <a:avLst/>
              <a:ahLst/>
              <a:rect l="0" t="0" r="r" b="b"/>
              <a:pathLst>
                <a:path w="59" h="43">
                  <a:moveTo>
                    <a:pt x="51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7" y="43"/>
                  </a:lnTo>
                  <a:lnTo>
                    <a:pt x="33" y="38"/>
                  </a:lnTo>
                  <a:lnTo>
                    <a:pt x="59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05" name=""/>
            <p:cNvSpPr/>
            <p:nvPr/>
          </p:nvSpPr>
          <p:spPr>
            <a:xfrm rot="0">
              <a:off x="4382" y="2867"/>
              <a:ext cx="13" cy="4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5"/>
                  </a:lnTo>
                  <a:lnTo>
                    <a:pt x="1" y="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06" name=""/>
            <p:cNvSpPr/>
            <p:nvPr/>
          </p:nvSpPr>
          <p:spPr>
            <a:xfrm rot="0">
              <a:off x="4382" y="2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07" name=""/>
            <p:cNvSpPr/>
            <p:nvPr/>
          </p:nvSpPr>
          <p:spPr>
            <a:xfrm rot="0">
              <a:off x="4383" y="2864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50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10" y="46"/>
                  </a:lnTo>
                  <a:lnTo>
                    <a:pt x="34" y="39"/>
                  </a:lnTo>
                  <a:lnTo>
                    <a:pt x="59" y="31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08" name=""/>
            <p:cNvSpPr/>
            <p:nvPr/>
          </p:nvSpPr>
          <p:spPr>
            <a:xfrm rot="0">
              <a:off x="4383" y="2864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50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10" y="46"/>
                  </a:lnTo>
                  <a:lnTo>
                    <a:pt x="34" y="39"/>
                  </a:lnTo>
                  <a:lnTo>
                    <a:pt x="59" y="31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09" name=""/>
            <p:cNvSpPr/>
            <p:nvPr/>
          </p:nvSpPr>
          <p:spPr>
            <a:xfrm rot="0">
              <a:off x="4387" y="2883"/>
              <a:ext cx="13" cy="5"/>
            </a:xfrm>
            <a:custGeom>
              <a:avLst/>
              <a:ahLst/>
              <a:rect l="0" t="0" r="r" b="b"/>
              <a:pathLst>
                <a:path w="24" h="9">
                  <a:moveTo>
                    <a:pt x="24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10" name=""/>
            <p:cNvSpPr/>
            <p:nvPr/>
          </p:nvSpPr>
          <p:spPr>
            <a:xfrm rot="0">
              <a:off x="4387" y="2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11" name=""/>
            <p:cNvSpPr/>
            <p:nvPr/>
          </p:nvSpPr>
          <p:spPr>
            <a:xfrm rot="0">
              <a:off x="4387" y="2879"/>
              <a:ext cx="31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49" y="0"/>
                  </a:moveTo>
                  <a:lnTo>
                    <a:pt x="24" y="10"/>
                  </a:lnTo>
                  <a:lnTo>
                    <a:pt x="0" y="19"/>
                  </a:lnTo>
                  <a:lnTo>
                    <a:pt x="11" y="51"/>
                  </a:lnTo>
                  <a:lnTo>
                    <a:pt x="35" y="41"/>
                  </a:lnTo>
                  <a:lnTo>
                    <a:pt x="60" y="32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12" name=""/>
            <p:cNvSpPr/>
            <p:nvPr/>
          </p:nvSpPr>
          <p:spPr>
            <a:xfrm rot="0">
              <a:off x="4387" y="2879"/>
              <a:ext cx="31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49" y="0"/>
                  </a:moveTo>
                  <a:lnTo>
                    <a:pt x="24" y="10"/>
                  </a:lnTo>
                  <a:lnTo>
                    <a:pt x="0" y="19"/>
                  </a:lnTo>
                  <a:lnTo>
                    <a:pt x="11" y="51"/>
                  </a:lnTo>
                  <a:lnTo>
                    <a:pt x="35" y="41"/>
                  </a:lnTo>
                  <a:lnTo>
                    <a:pt x="60" y="3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13" name=""/>
            <p:cNvSpPr/>
            <p:nvPr/>
          </p:nvSpPr>
          <p:spPr>
            <a:xfrm rot="0">
              <a:off x="4393" y="2899"/>
              <a:ext cx="12" cy="5"/>
            </a:xfrm>
            <a:custGeom>
              <a:avLst/>
              <a:ahLst/>
              <a:rect l="0" t="0" r="r" b="b"/>
              <a:pathLst>
                <a:path w="24" h="10">
                  <a:moveTo>
                    <a:pt x="24" y="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14" name=""/>
            <p:cNvSpPr/>
            <p:nvPr/>
          </p:nvSpPr>
          <p:spPr>
            <a:xfrm rot="0">
              <a:off x="4393" y="29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15" name=""/>
            <p:cNvSpPr/>
            <p:nvPr/>
          </p:nvSpPr>
          <p:spPr>
            <a:xfrm rot="0">
              <a:off x="4393" y="2895"/>
              <a:ext cx="31" cy="24"/>
            </a:xfrm>
            <a:custGeom>
              <a:avLst/>
              <a:ahLst/>
              <a:rect l="0" t="0" r="r" b="b"/>
              <a:pathLst>
                <a:path w="61" h="49">
                  <a:moveTo>
                    <a:pt x="49" y="0"/>
                  </a:moveTo>
                  <a:lnTo>
                    <a:pt x="24" y="9"/>
                  </a:lnTo>
                  <a:lnTo>
                    <a:pt x="0" y="19"/>
                  </a:lnTo>
                  <a:lnTo>
                    <a:pt x="12" y="49"/>
                  </a:lnTo>
                  <a:lnTo>
                    <a:pt x="37" y="40"/>
                  </a:lnTo>
                  <a:lnTo>
                    <a:pt x="61" y="3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16" name=""/>
            <p:cNvSpPr/>
            <p:nvPr/>
          </p:nvSpPr>
          <p:spPr>
            <a:xfrm rot="0">
              <a:off x="4393" y="2895"/>
              <a:ext cx="31" cy="24"/>
            </a:xfrm>
            <a:custGeom>
              <a:avLst/>
              <a:ahLst/>
              <a:rect l="0" t="0" r="r" b="b"/>
              <a:pathLst>
                <a:path w="61" h="49">
                  <a:moveTo>
                    <a:pt x="49" y="0"/>
                  </a:moveTo>
                  <a:lnTo>
                    <a:pt x="24" y="9"/>
                  </a:lnTo>
                  <a:lnTo>
                    <a:pt x="0" y="19"/>
                  </a:lnTo>
                  <a:lnTo>
                    <a:pt x="12" y="49"/>
                  </a:lnTo>
                  <a:lnTo>
                    <a:pt x="37" y="40"/>
                  </a:lnTo>
                  <a:lnTo>
                    <a:pt x="61" y="3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17" name=""/>
            <p:cNvSpPr/>
            <p:nvPr/>
          </p:nvSpPr>
          <p:spPr>
            <a:xfrm rot="0">
              <a:off x="4399" y="2915"/>
              <a:ext cx="12" cy="5"/>
            </a:xfrm>
            <a:custGeom>
              <a:avLst/>
              <a:ahLst/>
              <a:rect l="0" t="0" r="r" b="b"/>
              <a:pathLst>
                <a:path w="25" h="11">
                  <a:moveTo>
                    <a:pt x="25" y="0"/>
                  </a:moveTo>
                  <a:lnTo>
                    <a:pt x="0" y="9"/>
                  </a:lnTo>
                  <a:lnTo>
                    <a:pt x="1" y="11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18" name=""/>
            <p:cNvSpPr/>
            <p:nvPr/>
          </p:nvSpPr>
          <p:spPr>
            <a:xfrm rot="0">
              <a:off x="4399" y="2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19" name=""/>
            <p:cNvSpPr/>
            <p:nvPr/>
          </p:nvSpPr>
          <p:spPr>
            <a:xfrm rot="0">
              <a:off x="4400" y="2909"/>
              <a:ext cx="30" cy="27"/>
            </a:xfrm>
            <a:custGeom>
              <a:avLst/>
              <a:ahLst/>
              <a:rect l="0" t="0" r="r" b="b"/>
              <a:pathLst>
                <a:path w="62" h="53">
                  <a:moveTo>
                    <a:pt x="47" y="0"/>
                  </a:moveTo>
                  <a:lnTo>
                    <a:pt x="24" y="11"/>
                  </a:lnTo>
                  <a:lnTo>
                    <a:pt x="0" y="22"/>
                  </a:lnTo>
                  <a:lnTo>
                    <a:pt x="15" y="53"/>
                  </a:lnTo>
                  <a:lnTo>
                    <a:pt x="38" y="42"/>
                  </a:lnTo>
                  <a:lnTo>
                    <a:pt x="62" y="31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20" name=""/>
            <p:cNvSpPr/>
            <p:nvPr/>
          </p:nvSpPr>
          <p:spPr>
            <a:xfrm rot="0">
              <a:off x="4400" y="2909"/>
              <a:ext cx="30" cy="27"/>
            </a:xfrm>
            <a:custGeom>
              <a:avLst/>
              <a:ahLst/>
              <a:rect l="0" t="0" r="r" b="b"/>
              <a:pathLst>
                <a:path w="62" h="53">
                  <a:moveTo>
                    <a:pt x="47" y="0"/>
                  </a:moveTo>
                  <a:lnTo>
                    <a:pt x="24" y="11"/>
                  </a:lnTo>
                  <a:lnTo>
                    <a:pt x="0" y="22"/>
                  </a:lnTo>
                  <a:lnTo>
                    <a:pt x="15" y="53"/>
                  </a:lnTo>
                  <a:lnTo>
                    <a:pt x="38" y="42"/>
                  </a:lnTo>
                  <a:lnTo>
                    <a:pt x="62" y="31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21" name=""/>
            <p:cNvSpPr/>
            <p:nvPr/>
          </p:nvSpPr>
          <p:spPr>
            <a:xfrm rot="0">
              <a:off x="4407" y="2930"/>
              <a:ext cx="12" cy="6"/>
            </a:xfrm>
            <a:custGeom>
              <a:avLst/>
              <a:ahLst/>
              <a:rect l="0" t="0" r="r" b="b"/>
              <a:pathLst>
                <a:path w="23" h="12">
                  <a:moveTo>
                    <a:pt x="23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22" name=""/>
            <p:cNvSpPr/>
            <p:nvPr/>
          </p:nvSpPr>
          <p:spPr>
            <a:xfrm rot="0">
              <a:off x="4407" y="29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23" name=""/>
            <p:cNvSpPr/>
            <p:nvPr/>
          </p:nvSpPr>
          <p:spPr>
            <a:xfrm rot="0">
              <a:off x="4407" y="2924"/>
              <a:ext cx="30" cy="26"/>
            </a:xfrm>
            <a:custGeom>
              <a:avLst/>
              <a:ahLst/>
              <a:rect l="0" t="0" r="r" b="b"/>
              <a:pathLst>
                <a:path w="60" h="54">
                  <a:moveTo>
                    <a:pt x="45" y="0"/>
                  </a:moveTo>
                  <a:lnTo>
                    <a:pt x="22" y="13"/>
                  </a:lnTo>
                  <a:lnTo>
                    <a:pt x="0" y="25"/>
                  </a:lnTo>
                  <a:lnTo>
                    <a:pt x="15" y="54"/>
                  </a:lnTo>
                  <a:lnTo>
                    <a:pt x="37" y="41"/>
                  </a:lnTo>
                  <a:lnTo>
                    <a:pt x="60" y="29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24" name=""/>
            <p:cNvSpPr/>
            <p:nvPr/>
          </p:nvSpPr>
          <p:spPr>
            <a:xfrm rot="0">
              <a:off x="4407" y="2924"/>
              <a:ext cx="30" cy="26"/>
            </a:xfrm>
            <a:custGeom>
              <a:avLst/>
              <a:ahLst/>
              <a:rect l="0" t="0" r="r" b="b"/>
              <a:pathLst>
                <a:path w="60" h="54">
                  <a:moveTo>
                    <a:pt x="45" y="0"/>
                  </a:moveTo>
                  <a:lnTo>
                    <a:pt x="22" y="13"/>
                  </a:lnTo>
                  <a:lnTo>
                    <a:pt x="0" y="25"/>
                  </a:lnTo>
                  <a:lnTo>
                    <a:pt x="15" y="54"/>
                  </a:lnTo>
                  <a:lnTo>
                    <a:pt x="37" y="41"/>
                  </a:lnTo>
                  <a:lnTo>
                    <a:pt x="60" y="29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25" name=""/>
            <p:cNvSpPr/>
            <p:nvPr/>
          </p:nvSpPr>
          <p:spPr>
            <a:xfrm rot="0">
              <a:off x="4415" y="2944"/>
              <a:ext cx="11" cy="6"/>
            </a:xfrm>
            <a:custGeom>
              <a:avLst/>
              <a:ahLst/>
              <a:rect l="0" t="0" r="r" b="b"/>
              <a:pathLst>
                <a:path w="22" h="13">
                  <a:moveTo>
                    <a:pt x="22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26" name=""/>
            <p:cNvSpPr/>
            <p:nvPr/>
          </p:nvSpPr>
          <p:spPr>
            <a:xfrm rot="0">
              <a:off x="4415" y="2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27" name=""/>
            <p:cNvSpPr/>
            <p:nvPr/>
          </p:nvSpPr>
          <p:spPr>
            <a:xfrm rot="0">
              <a:off x="4415" y="2938"/>
              <a:ext cx="31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45" y="0"/>
                  </a:moveTo>
                  <a:lnTo>
                    <a:pt x="22" y="12"/>
                  </a:lnTo>
                  <a:lnTo>
                    <a:pt x="0" y="25"/>
                  </a:lnTo>
                  <a:lnTo>
                    <a:pt x="16" y="54"/>
                  </a:lnTo>
                  <a:lnTo>
                    <a:pt x="39" y="42"/>
                  </a:lnTo>
                  <a:lnTo>
                    <a:pt x="61" y="30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28" name=""/>
            <p:cNvSpPr/>
            <p:nvPr/>
          </p:nvSpPr>
          <p:spPr>
            <a:xfrm rot="0">
              <a:off x="4415" y="2938"/>
              <a:ext cx="31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45" y="0"/>
                  </a:moveTo>
                  <a:lnTo>
                    <a:pt x="22" y="12"/>
                  </a:lnTo>
                  <a:lnTo>
                    <a:pt x="0" y="25"/>
                  </a:lnTo>
                  <a:lnTo>
                    <a:pt x="16" y="54"/>
                  </a:lnTo>
                  <a:lnTo>
                    <a:pt x="39" y="42"/>
                  </a:lnTo>
                  <a:lnTo>
                    <a:pt x="61" y="3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29" name=""/>
            <p:cNvSpPr/>
            <p:nvPr/>
          </p:nvSpPr>
          <p:spPr>
            <a:xfrm rot="0">
              <a:off x="4423" y="2959"/>
              <a:ext cx="11" cy="7"/>
            </a:xfrm>
            <a:custGeom>
              <a:avLst/>
              <a:ahLst/>
              <a:rect l="0" t="0" r="r" b="b"/>
              <a:pathLst>
                <a:path w="23" h="14">
                  <a:moveTo>
                    <a:pt x="23" y="0"/>
                  </a:moveTo>
                  <a:lnTo>
                    <a:pt x="0" y="12"/>
                  </a:lnTo>
                  <a:lnTo>
                    <a:pt x="1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30" name=""/>
            <p:cNvSpPr/>
            <p:nvPr/>
          </p:nvSpPr>
          <p:spPr>
            <a:xfrm rot="0">
              <a:off x="4423" y="2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31" name=""/>
            <p:cNvSpPr/>
            <p:nvPr/>
          </p:nvSpPr>
          <p:spPr>
            <a:xfrm rot="0">
              <a:off x="4424" y="2952"/>
              <a:ext cx="30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43" y="0"/>
                  </a:moveTo>
                  <a:lnTo>
                    <a:pt x="22" y="14"/>
                  </a:lnTo>
                  <a:lnTo>
                    <a:pt x="0" y="28"/>
                  </a:lnTo>
                  <a:lnTo>
                    <a:pt x="19" y="56"/>
                  </a:lnTo>
                  <a:lnTo>
                    <a:pt x="40" y="42"/>
                  </a:lnTo>
                  <a:lnTo>
                    <a:pt x="62" y="27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32" name=""/>
            <p:cNvSpPr/>
            <p:nvPr/>
          </p:nvSpPr>
          <p:spPr>
            <a:xfrm rot="0">
              <a:off x="4424" y="2952"/>
              <a:ext cx="30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43" y="0"/>
                  </a:moveTo>
                  <a:lnTo>
                    <a:pt x="22" y="14"/>
                  </a:lnTo>
                  <a:lnTo>
                    <a:pt x="0" y="28"/>
                  </a:lnTo>
                  <a:lnTo>
                    <a:pt x="19" y="56"/>
                  </a:lnTo>
                  <a:lnTo>
                    <a:pt x="40" y="42"/>
                  </a:lnTo>
                  <a:lnTo>
                    <a:pt x="62" y="27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33" name=""/>
            <p:cNvSpPr/>
            <p:nvPr/>
          </p:nvSpPr>
          <p:spPr>
            <a:xfrm rot="0">
              <a:off x="4433" y="2973"/>
              <a:ext cx="11" cy="8"/>
            </a:xfrm>
            <a:custGeom>
              <a:avLst/>
              <a:ahLst/>
              <a:rect l="0" t="0" r="r" b="b"/>
              <a:pathLst>
                <a:path w="21" h="15">
                  <a:moveTo>
                    <a:pt x="21" y="0"/>
                  </a:moveTo>
                  <a:lnTo>
                    <a:pt x="0" y="14"/>
                  </a:lnTo>
                  <a:lnTo>
                    <a:pt x="0" y="15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34" name=""/>
            <p:cNvSpPr/>
            <p:nvPr/>
          </p:nvSpPr>
          <p:spPr>
            <a:xfrm rot="0">
              <a:off x="4433" y="29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35" name=""/>
            <p:cNvSpPr/>
            <p:nvPr/>
          </p:nvSpPr>
          <p:spPr>
            <a:xfrm rot="0">
              <a:off x="4433" y="2965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43" y="0"/>
                  </a:moveTo>
                  <a:lnTo>
                    <a:pt x="21" y="16"/>
                  </a:lnTo>
                  <a:lnTo>
                    <a:pt x="0" y="31"/>
                  </a:lnTo>
                  <a:lnTo>
                    <a:pt x="19" y="58"/>
                  </a:lnTo>
                  <a:lnTo>
                    <a:pt x="41" y="42"/>
                  </a:lnTo>
                  <a:lnTo>
                    <a:pt x="62" y="27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36" name=""/>
            <p:cNvSpPr/>
            <p:nvPr/>
          </p:nvSpPr>
          <p:spPr>
            <a:xfrm rot="0">
              <a:off x="4433" y="2965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43" y="0"/>
                  </a:moveTo>
                  <a:lnTo>
                    <a:pt x="21" y="16"/>
                  </a:lnTo>
                  <a:lnTo>
                    <a:pt x="0" y="31"/>
                  </a:lnTo>
                  <a:lnTo>
                    <a:pt x="19" y="58"/>
                  </a:lnTo>
                  <a:lnTo>
                    <a:pt x="41" y="42"/>
                  </a:lnTo>
                  <a:lnTo>
                    <a:pt x="62" y="27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37" name=""/>
            <p:cNvSpPr/>
            <p:nvPr/>
          </p:nvSpPr>
          <p:spPr>
            <a:xfrm rot="0">
              <a:off x="4443" y="2986"/>
              <a:ext cx="10" cy="8"/>
            </a:xfrm>
            <a:custGeom>
              <a:avLst/>
              <a:ahLst/>
              <a:rect l="0" t="0" r="r" b="b"/>
              <a:pathLst>
                <a:path w="22" h="17">
                  <a:moveTo>
                    <a:pt x="22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38" name=""/>
            <p:cNvSpPr/>
            <p:nvPr/>
          </p:nvSpPr>
          <p:spPr>
            <a:xfrm rot="0">
              <a:off x="4443" y="29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39" name=""/>
            <p:cNvSpPr/>
            <p:nvPr/>
          </p:nvSpPr>
          <p:spPr>
            <a:xfrm rot="0">
              <a:off x="4443" y="2978"/>
              <a:ext cx="31" cy="29"/>
            </a:xfrm>
            <a:custGeom>
              <a:avLst/>
              <a:ahLst/>
              <a:rect l="0" t="0" r="r" b="b"/>
              <a:pathLst>
                <a:path w="63" h="58">
                  <a:moveTo>
                    <a:pt x="41" y="0"/>
                  </a:moveTo>
                  <a:lnTo>
                    <a:pt x="21" y="16"/>
                  </a:lnTo>
                  <a:lnTo>
                    <a:pt x="0" y="33"/>
                  </a:lnTo>
                  <a:lnTo>
                    <a:pt x="22" y="58"/>
                  </a:lnTo>
                  <a:lnTo>
                    <a:pt x="42" y="42"/>
                  </a:lnTo>
                  <a:lnTo>
                    <a:pt x="63" y="26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40" name=""/>
            <p:cNvSpPr/>
            <p:nvPr/>
          </p:nvSpPr>
          <p:spPr>
            <a:xfrm rot="0">
              <a:off x="4443" y="2978"/>
              <a:ext cx="31" cy="29"/>
            </a:xfrm>
            <a:custGeom>
              <a:avLst/>
              <a:ahLst/>
              <a:rect l="0" t="0" r="r" b="b"/>
              <a:pathLst>
                <a:path w="63" h="58">
                  <a:moveTo>
                    <a:pt x="41" y="0"/>
                  </a:moveTo>
                  <a:lnTo>
                    <a:pt x="21" y="16"/>
                  </a:lnTo>
                  <a:lnTo>
                    <a:pt x="0" y="33"/>
                  </a:lnTo>
                  <a:lnTo>
                    <a:pt x="22" y="58"/>
                  </a:lnTo>
                  <a:lnTo>
                    <a:pt x="42" y="42"/>
                  </a:lnTo>
                  <a:lnTo>
                    <a:pt x="63" y="2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41" name=""/>
            <p:cNvSpPr/>
            <p:nvPr/>
          </p:nvSpPr>
          <p:spPr>
            <a:xfrm rot="0">
              <a:off x="4454" y="2999"/>
              <a:ext cx="10" cy="9"/>
            </a:xfrm>
            <a:custGeom>
              <a:avLst/>
              <a:ahLst/>
              <a:rect l="0" t="0" r="r" b="b"/>
              <a:pathLst>
                <a:path w="20" h="17">
                  <a:moveTo>
                    <a:pt x="20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42" name=""/>
            <p:cNvSpPr/>
            <p:nvPr/>
          </p:nvSpPr>
          <p:spPr>
            <a:xfrm rot="0">
              <a:off x="4454" y="3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43" name=""/>
            <p:cNvSpPr/>
            <p:nvPr/>
          </p:nvSpPr>
          <p:spPr>
            <a:xfrm rot="0">
              <a:off x="4454" y="2990"/>
              <a:ext cx="31" cy="30"/>
            </a:xfrm>
            <a:custGeom>
              <a:avLst/>
              <a:ahLst/>
              <a:rect l="0" t="0" r="r" b="b"/>
              <a:pathLst>
                <a:path w="61" h="59">
                  <a:moveTo>
                    <a:pt x="39" y="0"/>
                  </a:moveTo>
                  <a:lnTo>
                    <a:pt x="19" y="17"/>
                  </a:lnTo>
                  <a:lnTo>
                    <a:pt x="0" y="34"/>
                  </a:lnTo>
                  <a:lnTo>
                    <a:pt x="22" y="59"/>
                  </a:lnTo>
                  <a:lnTo>
                    <a:pt x="42" y="42"/>
                  </a:lnTo>
                  <a:lnTo>
                    <a:pt x="61" y="24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44" name=""/>
            <p:cNvSpPr/>
            <p:nvPr/>
          </p:nvSpPr>
          <p:spPr>
            <a:xfrm rot="0">
              <a:off x="4454" y="2990"/>
              <a:ext cx="31" cy="30"/>
            </a:xfrm>
            <a:custGeom>
              <a:avLst/>
              <a:ahLst/>
              <a:rect l="0" t="0" r="r" b="b"/>
              <a:pathLst>
                <a:path w="61" h="59">
                  <a:moveTo>
                    <a:pt x="39" y="0"/>
                  </a:moveTo>
                  <a:lnTo>
                    <a:pt x="19" y="17"/>
                  </a:lnTo>
                  <a:lnTo>
                    <a:pt x="0" y="34"/>
                  </a:lnTo>
                  <a:lnTo>
                    <a:pt x="22" y="59"/>
                  </a:lnTo>
                  <a:lnTo>
                    <a:pt x="42" y="42"/>
                  </a:lnTo>
                  <a:lnTo>
                    <a:pt x="61" y="24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45" name=""/>
            <p:cNvSpPr/>
            <p:nvPr/>
          </p:nvSpPr>
          <p:spPr>
            <a:xfrm rot="0">
              <a:off x="4466" y="3011"/>
              <a:ext cx="9" cy="9"/>
            </a:xfrm>
            <a:custGeom>
              <a:avLst/>
              <a:ahLst/>
              <a:rect l="0" t="0" r="r" b="b"/>
              <a:pathLst>
                <a:path w="20" h="18">
                  <a:moveTo>
                    <a:pt x="20" y="0"/>
                  </a:moveTo>
                  <a:lnTo>
                    <a:pt x="0" y="17"/>
                  </a:lnTo>
                  <a:lnTo>
                    <a:pt x="1" y="18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46" name=""/>
            <p:cNvSpPr/>
            <p:nvPr/>
          </p:nvSpPr>
          <p:spPr>
            <a:xfrm rot="0">
              <a:off x="4466" y="30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47" name=""/>
            <p:cNvSpPr/>
            <p:nvPr/>
          </p:nvSpPr>
          <p:spPr>
            <a:xfrm rot="0">
              <a:off x="4466" y="3002"/>
              <a:ext cx="30" cy="30"/>
            </a:xfrm>
            <a:custGeom>
              <a:avLst/>
              <a:ahLst/>
              <a:rect l="0" t="0" r="r" b="b"/>
              <a:pathLst>
                <a:path w="61" h="60">
                  <a:moveTo>
                    <a:pt x="37" y="0"/>
                  </a:moveTo>
                  <a:lnTo>
                    <a:pt x="19" y="19"/>
                  </a:lnTo>
                  <a:lnTo>
                    <a:pt x="0" y="37"/>
                  </a:lnTo>
                  <a:lnTo>
                    <a:pt x="24" y="60"/>
                  </a:lnTo>
                  <a:lnTo>
                    <a:pt x="42" y="42"/>
                  </a:lnTo>
                  <a:lnTo>
                    <a:pt x="61" y="24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48" name=""/>
            <p:cNvSpPr/>
            <p:nvPr/>
          </p:nvSpPr>
          <p:spPr>
            <a:xfrm rot="0">
              <a:off x="4466" y="3002"/>
              <a:ext cx="30" cy="30"/>
            </a:xfrm>
            <a:custGeom>
              <a:avLst/>
              <a:ahLst/>
              <a:rect l="0" t="0" r="r" b="b"/>
              <a:pathLst>
                <a:path w="61" h="60">
                  <a:moveTo>
                    <a:pt x="37" y="0"/>
                  </a:moveTo>
                  <a:lnTo>
                    <a:pt x="19" y="19"/>
                  </a:lnTo>
                  <a:lnTo>
                    <a:pt x="0" y="37"/>
                  </a:lnTo>
                  <a:lnTo>
                    <a:pt x="24" y="60"/>
                  </a:lnTo>
                  <a:lnTo>
                    <a:pt x="42" y="42"/>
                  </a:lnTo>
                  <a:lnTo>
                    <a:pt x="61" y="24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49" name=""/>
            <p:cNvSpPr/>
            <p:nvPr/>
          </p:nvSpPr>
          <p:spPr>
            <a:xfrm rot="0">
              <a:off x="4478" y="3023"/>
              <a:ext cx="9" cy="10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8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50" name=""/>
            <p:cNvSpPr/>
            <p:nvPr/>
          </p:nvSpPr>
          <p:spPr>
            <a:xfrm rot="0">
              <a:off x="4478" y="3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51" name=""/>
            <p:cNvSpPr/>
            <p:nvPr/>
          </p:nvSpPr>
          <p:spPr>
            <a:xfrm rot="0">
              <a:off x="4478" y="3013"/>
              <a:ext cx="30" cy="31"/>
            </a:xfrm>
            <a:custGeom>
              <a:avLst/>
              <a:ahLst/>
              <a:rect l="0" t="0" r="r" b="b"/>
              <a:pathLst>
                <a:path w="59" h="61">
                  <a:moveTo>
                    <a:pt x="35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24" y="61"/>
                  </a:lnTo>
                  <a:lnTo>
                    <a:pt x="42" y="42"/>
                  </a:lnTo>
                  <a:lnTo>
                    <a:pt x="59" y="22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52" name=""/>
            <p:cNvSpPr/>
            <p:nvPr/>
          </p:nvSpPr>
          <p:spPr>
            <a:xfrm rot="0">
              <a:off x="4478" y="3013"/>
              <a:ext cx="30" cy="31"/>
            </a:xfrm>
            <a:custGeom>
              <a:avLst/>
              <a:ahLst/>
              <a:rect l="0" t="0" r="r" b="b"/>
              <a:pathLst>
                <a:path w="59" h="61">
                  <a:moveTo>
                    <a:pt x="35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24" y="61"/>
                  </a:lnTo>
                  <a:lnTo>
                    <a:pt x="42" y="42"/>
                  </a:lnTo>
                  <a:lnTo>
                    <a:pt x="59" y="2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53" name=""/>
            <p:cNvSpPr/>
            <p:nvPr/>
          </p:nvSpPr>
          <p:spPr>
            <a:xfrm rot="0">
              <a:off x="4491" y="3034"/>
              <a:ext cx="8" cy="11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54" name=""/>
            <p:cNvSpPr/>
            <p:nvPr/>
          </p:nvSpPr>
          <p:spPr>
            <a:xfrm rot="0">
              <a:off x="4491" y="30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55" name=""/>
            <p:cNvSpPr/>
            <p:nvPr/>
          </p:nvSpPr>
          <p:spPr>
            <a:xfrm rot="0">
              <a:off x="4491" y="3024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26" y="63"/>
                  </a:lnTo>
                  <a:lnTo>
                    <a:pt x="42" y="42"/>
                  </a:lnTo>
                  <a:lnTo>
                    <a:pt x="59" y="22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56" name=""/>
            <p:cNvSpPr/>
            <p:nvPr/>
          </p:nvSpPr>
          <p:spPr>
            <a:xfrm rot="0">
              <a:off x="4491" y="3024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26" y="63"/>
                  </a:lnTo>
                  <a:lnTo>
                    <a:pt x="42" y="42"/>
                  </a:lnTo>
                  <a:lnTo>
                    <a:pt x="59" y="2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57" name=""/>
            <p:cNvSpPr/>
            <p:nvPr/>
          </p:nvSpPr>
          <p:spPr>
            <a:xfrm rot="0">
              <a:off x="4504" y="3045"/>
              <a:ext cx="8" cy="11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58" name=""/>
            <p:cNvSpPr/>
            <p:nvPr/>
          </p:nvSpPr>
          <p:spPr>
            <a:xfrm rot="0">
              <a:off x="4504" y="30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59" name=""/>
            <p:cNvSpPr/>
            <p:nvPr/>
          </p:nvSpPr>
          <p:spPr>
            <a:xfrm rot="0">
              <a:off x="4505" y="3034"/>
              <a:ext cx="28" cy="32"/>
            </a:xfrm>
            <a:custGeom>
              <a:avLst/>
              <a:ahLst/>
              <a:rect l="0" t="0" r="r" b="b"/>
              <a:pathLst>
                <a:path w="57" h="62">
                  <a:moveTo>
                    <a:pt x="31" y="0"/>
                  </a:moveTo>
                  <a:lnTo>
                    <a:pt x="15" y="21"/>
                  </a:lnTo>
                  <a:lnTo>
                    <a:pt x="0" y="43"/>
                  </a:lnTo>
                  <a:lnTo>
                    <a:pt x="27" y="62"/>
                  </a:lnTo>
                  <a:lnTo>
                    <a:pt x="42" y="41"/>
                  </a:lnTo>
                  <a:lnTo>
                    <a:pt x="57" y="19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60" name=""/>
            <p:cNvSpPr/>
            <p:nvPr/>
          </p:nvSpPr>
          <p:spPr>
            <a:xfrm rot="0">
              <a:off x="4505" y="3034"/>
              <a:ext cx="28" cy="32"/>
            </a:xfrm>
            <a:custGeom>
              <a:avLst/>
              <a:ahLst/>
              <a:rect l="0" t="0" r="r" b="b"/>
              <a:pathLst>
                <a:path w="57" h="62">
                  <a:moveTo>
                    <a:pt x="31" y="0"/>
                  </a:moveTo>
                  <a:lnTo>
                    <a:pt x="15" y="21"/>
                  </a:lnTo>
                  <a:lnTo>
                    <a:pt x="0" y="43"/>
                  </a:lnTo>
                  <a:lnTo>
                    <a:pt x="27" y="62"/>
                  </a:lnTo>
                  <a:lnTo>
                    <a:pt x="42" y="41"/>
                  </a:lnTo>
                  <a:lnTo>
                    <a:pt x="57" y="19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61" name=""/>
            <p:cNvSpPr/>
            <p:nvPr/>
          </p:nvSpPr>
          <p:spPr>
            <a:xfrm rot="0">
              <a:off x="4518" y="3055"/>
              <a:ext cx="7" cy="11"/>
            </a:xfrm>
            <a:custGeom>
              <a:avLst/>
              <a:ahLst/>
              <a:rect l="0" t="0" r="r" b="b"/>
              <a:pathLst>
                <a:path w="15" h="21">
                  <a:moveTo>
                    <a:pt x="15" y="0"/>
                  </a:moveTo>
                  <a:lnTo>
                    <a:pt x="0" y="21"/>
                  </a:lnTo>
                  <a:lnTo>
                    <a:pt x="1" y="21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62" name=""/>
            <p:cNvSpPr/>
            <p:nvPr/>
          </p:nvSpPr>
          <p:spPr>
            <a:xfrm rot="0">
              <a:off x="4518" y="30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63" name=""/>
            <p:cNvSpPr/>
            <p:nvPr/>
          </p:nvSpPr>
          <p:spPr>
            <a:xfrm rot="0">
              <a:off x="4518" y="3044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8" y="0"/>
                  </a:moveTo>
                  <a:lnTo>
                    <a:pt x="14" y="22"/>
                  </a:lnTo>
                  <a:lnTo>
                    <a:pt x="0" y="43"/>
                  </a:lnTo>
                  <a:lnTo>
                    <a:pt x="27" y="61"/>
                  </a:ln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64" name=""/>
            <p:cNvSpPr/>
            <p:nvPr/>
          </p:nvSpPr>
          <p:spPr>
            <a:xfrm rot="0">
              <a:off x="4518" y="3044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8" y="0"/>
                  </a:moveTo>
                  <a:lnTo>
                    <a:pt x="14" y="22"/>
                  </a:lnTo>
                  <a:lnTo>
                    <a:pt x="0" y="43"/>
                  </a:lnTo>
                  <a:lnTo>
                    <a:pt x="27" y="61"/>
                  </a:ln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65" name=""/>
            <p:cNvSpPr/>
            <p:nvPr/>
          </p:nvSpPr>
          <p:spPr>
            <a:xfrm rot="0">
              <a:off x="4532" y="3064"/>
              <a:ext cx="7" cy="11"/>
            </a:xfrm>
            <a:custGeom>
              <a:avLst/>
              <a:ahLst/>
              <a:rect l="0" t="0" r="r" b="b"/>
              <a:pathLst>
                <a:path w="15" h="22">
                  <a:moveTo>
                    <a:pt x="15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66" name=""/>
            <p:cNvSpPr/>
            <p:nvPr/>
          </p:nvSpPr>
          <p:spPr>
            <a:xfrm rot="0">
              <a:off x="4532" y="3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67" name=""/>
            <p:cNvSpPr/>
            <p:nvPr/>
          </p:nvSpPr>
          <p:spPr>
            <a:xfrm rot="0">
              <a:off x="4533" y="3053"/>
              <a:ext cx="27" cy="31"/>
            </a:xfrm>
            <a:custGeom>
              <a:avLst/>
              <a:ahLst/>
              <a:rect l="0" t="0" r="r" b="b"/>
              <a:pathLst>
                <a:path w="56" h="63">
                  <a:moveTo>
                    <a:pt x="27" y="0"/>
                  </a:moveTo>
                  <a:lnTo>
                    <a:pt x="14" y="23"/>
                  </a:lnTo>
                  <a:lnTo>
                    <a:pt x="0" y="45"/>
                  </a:lnTo>
                  <a:lnTo>
                    <a:pt x="29" y="63"/>
                  </a:lnTo>
                  <a:lnTo>
                    <a:pt x="42" y="40"/>
                  </a:lnTo>
                  <a:lnTo>
                    <a:pt x="56" y="18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68" name=""/>
            <p:cNvSpPr/>
            <p:nvPr/>
          </p:nvSpPr>
          <p:spPr>
            <a:xfrm rot="0">
              <a:off x="4533" y="3053"/>
              <a:ext cx="27" cy="31"/>
            </a:xfrm>
            <a:custGeom>
              <a:avLst/>
              <a:ahLst/>
              <a:rect l="0" t="0" r="r" b="b"/>
              <a:pathLst>
                <a:path w="56" h="63">
                  <a:moveTo>
                    <a:pt x="27" y="0"/>
                  </a:moveTo>
                  <a:lnTo>
                    <a:pt x="14" y="23"/>
                  </a:lnTo>
                  <a:lnTo>
                    <a:pt x="0" y="45"/>
                  </a:lnTo>
                  <a:lnTo>
                    <a:pt x="29" y="63"/>
                  </a:lnTo>
                  <a:lnTo>
                    <a:pt x="42" y="40"/>
                  </a:lnTo>
                  <a:lnTo>
                    <a:pt x="56" y="18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69" name=""/>
            <p:cNvSpPr/>
            <p:nvPr/>
          </p:nvSpPr>
          <p:spPr>
            <a:xfrm rot="0">
              <a:off x="4547" y="3073"/>
              <a:ext cx="7" cy="11"/>
            </a:xfrm>
            <a:custGeom>
              <a:avLst/>
              <a:ahLst/>
              <a:rect l="0" t="0" r="r" b="b"/>
              <a:pathLst>
                <a:path w="13" h="24">
                  <a:moveTo>
                    <a:pt x="13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70" name=""/>
            <p:cNvSpPr/>
            <p:nvPr/>
          </p:nvSpPr>
          <p:spPr>
            <a:xfrm rot="0">
              <a:off x="4547" y="3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71" name=""/>
            <p:cNvSpPr/>
            <p:nvPr/>
          </p:nvSpPr>
          <p:spPr>
            <a:xfrm rot="0">
              <a:off x="4547" y="3061"/>
              <a:ext cx="28" cy="31"/>
            </a:xfrm>
            <a:custGeom>
              <a:avLst/>
              <a:ahLst/>
              <a:rect l="0" t="0" r="r" b="b"/>
              <a:pathLst>
                <a:path w="54" h="62">
                  <a:moveTo>
                    <a:pt x="25" y="0"/>
                  </a:moveTo>
                  <a:lnTo>
                    <a:pt x="12" y="23"/>
                  </a:lnTo>
                  <a:lnTo>
                    <a:pt x="0" y="47"/>
                  </a:lnTo>
                  <a:lnTo>
                    <a:pt x="30" y="62"/>
                  </a:lnTo>
                  <a:lnTo>
                    <a:pt x="42" y="39"/>
                  </a:lnTo>
                  <a:lnTo>
                    <a:pt x="54" y="15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72" name=""/>
            <p:cNvSpPr/>
            <p:nvPr/>
          </p:nvSpPr>
          <p:spPr>
            <a:xfrm rot="0">
              <a:off x="4547" y="3061"/>
              <a:ext cx="28" cy="31"/>
            </a:xfrm>
            <a:custGeom>
              <a:avLst/>
              <a:ahLst/>
              <a:rect l="0" t="0" r="r" b="b"/>
              <a:pathLst>
                <a:path w="54" h="62">
                  <a:moveTo>
                    <a:pt x="25" y="0"/>
                  </a:moveTo>
                  <a:lnTo>
                    <a:pt x="12" y="23"/>
                  </a:lnTo>
                  <a:lnTo>
                    <a:pt x="0" y="47"/>
                  </a:lnTo>
                  <a:lnTo>
                    <a:pt x="30" y="62"/>
                  </a:lnTo>
                  <a:lnTo>
                    <a:pt x="42" y="39"/>
                  </a:lnTo>
                  <a:lnTo>
                    <a:pt x="54" y="15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73" name=""/>
            <p:cNvSpPr/>
            <p:nvPr/>
          </p:nvSpPr>
          <p:spPr>
            <a:xfrm rot="0">
              <a:off x="4562" y="3080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12" y="0"/>
                  </a:moveTo>
                  <a:lnTo>
                    <a:pt x="0" y="23"/>
                  </a:lnTo>
                  <a:lnTo>
                    <a:pt x="2" y="23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74" name=""/>
            <p:cNvSpPr/>
            <p:nvPr/>
          </p:nvSpPr>
          <p:spPr>
            <a:xfrm rot="0">
              <a:off x="4562" y="3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75" name=""/>
            <p:cNvSpPr/>
            <p:nvPr/>
          </p:nvSpPr>
          <p:spPr>
            <a:xfrm rot="0">
              <a:off x="4563" y="3069"/>
              <a:ext cx="26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20" y="0"/>
                  </a:moveTo>
                  <a:lnTo>
                    <a:pt x="10" y="24"/>
                  </a:lnTo>
                  <a:lnTo>
                    <a:pt x="0" y="47"/>
                  </a:lnTo>
                  <a:lnTo>
                    <a:pt x="30" y="61"/>
                  </a:lnTo>
                  <a:lnTo>
                    <a:pt x="41" y="37"/>
                  </a:lnTo>
                  <a:lnTo>
                    <a:pt x="51" y="13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76" name=""/>
            <p:cNvSpPr/>
            <p:nvPr/>
          </p:nvSpPr>
          <p:spPr>
            <a:xfrm rot="0">
              <a:off x="4563" y="3069"/>
              <a:ext cx="26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20" y="0"/>
                  </a:moveTo>
                  <a:lnTo>
                    <a:pt x="10" y="24"/>
                  </a:lnTo>
                  <a:lnTo>
                    <a:pt x="0" y="47"/>
                  </a:lnTo>
                  <a:lnTo>
                    <a:pt x="30" y="61"/>
                  </a:lnTo>
                  <a:lnTo>
                    <a:pt x="41" y="37"/>
                  </a:lnTo>
                  <a:lnTo>
                    <a:pt x="51" y="13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77" name=""/>
            <p:cNvSpPr/>
            <p:nvPr/>
          </p:nvSpPr>
          <p:spPr>
            <a:xfrm rot="0">
              <a:off x="4579" y="3087"/>
              <a:ext cx="5" cy="12"/>
            </a:xfrm>
            <a:custGeom>
              <a:avLst/>
              <a:ahLst/>
              <a:rect l="0" t="0" r="r" b="b"/>
              <a:pathLst>
                <a:path w="11" h="25">
                  <a:moveTo>
                    <a:pt x="11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78" name=""/>
            <p:cNvSpPr/>
            <p:nvPr/>
          </p:nvSpPr>
          <p:spPr>
            <a:xfrm rot="0">
              <a:off x="4579" y="3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79" name=""/>
            <p:cNvSpPr/>
            <p:nvPr/>
          </p:nvSpPr>
          <p:spPr>
            <a:xfrm rot="0">
              <a:off x="4579" y="3075"/>
              <a:ext cx="25" cy="30"/>
            </a:xfrm>
            <a:custGeom>
              <a:avLst/>
              <a:ahLst/>
              <a:rect l="0" t="0" r="r" b="b"/>
              <a:pathLst>
                <a:path w="50" h="62">
                  <a:moveTo>
                    <a:pt x="19" y="0"/>
                  </a:moveTo>
                  <a:lnTo>
                    <a:pt x="10" y="25"/>
                  </a:lnTo>
                  <a:lnTo>
                    <a:pt x="0" y="50"/>
                  </a:lnTo>
                  <a:lnTo>
                    <a:pt x="31" y="62"/>
                  </a:lnTo>
                  <a:lnTo>
                    <a:pt x="40" y="37"/>
                  </a:lnTo>
                  <a:lnTo>
                    <a:pt x="50" y="13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80" name=""/>
            <p:cNvSpPr/>
            <p:nvPr/>
          </p:nvSpPr>
          <p:spPr>
            <a:xfrm rot="0">
              <a:off x="4579" y="3075"/>
              <a:ext cx="25" cy="30"/>
            </a:xfrm>
            <a:custGeom>
              <a:avLst/>
              <a:ahLst/>
              <a:rect l="0" t="0" r="r" b="b"/>
              <a:pathLst>
                <a:path w="50" h="62">
                  <a:moveTo>
                    <a:pt x="19" y="0"/>
                  </a:moveTo>
                  <a:lnTo>
                    <a:pt x="10" y="25"/>
                  </a:lnTo>
                  <a:lnTo>
                    <a:pt x="0" y="50"/>
                  </a:lnTo>
                  <a:lnTo>
                    <a:pt x="31" y="62"/>
                  </a:lnTo>
                  <a:lnTo>
                    <a:pt x="40" y="37"/>
                  </a:lnTo>
                  <a:lnTo>
                    <a:pt x="50" y="13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81" name=""/>
            <p:cNvSpPr/>
            <p:nvPr/>
          </p:nvSpPr>
          <p:spPr>
            <a:xfrm rot="0">
              <a:off x="4595" y="3093"/>
              <a:ext cx="4" cy="12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5"/>
                  </a:lnTo>
                  <a:lnTo>
                    <a:pt x="0" y="2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82" name=""/>
            <p:cNvSpPr/>
            <p:nvPr/>
          </p:nvSpPr>
          <p:spPr>
            <a:xfrm rot="0">
              <a:off x="4595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83" name=""/>
            <p:cNvSpPr/>
            <p:nvPr/>
          </p:nvSpPr>
          <p:spPr>
            <a:xfrm rot="0">
              <a:off x="4595" y="3081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19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2" y="60"/>
                  </a:lnTo>
                  <a:lnTo>
                    <a:pt x="41" y="36"/>
                  </a:lnTo>
                  <a:lnTo>
                    <a:pt x="50" y="1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84" name=""/>
            <p:cNvSpPr/>
            <p:nvPr/>
          </p:nvSpPr>
          <p:spPr>
            <a:xfrm rot="0">
              <a:off x="4595" y="3081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19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2" y="60"/>
                  </a:lnTo>
                  <a:lnTo>
                    <a:pt x="41" y="36"/>
                  </a:lnTo>
                  <a:lnTo>
                    <a:pt x="50" y="11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85" name=""/>
            <p:cNvSpPr/>
            <p:nvPr/>
          </p:nvSpPr>
          <p:spPr>
            <a:xfrm rot="0">
              <a:off x="4610" y="3099"/>
              <a:ext cx="5" cy="12"/>
            </a:xfrm>
            <a:custGeom>
              <a:avLst/>
              <a:ahLst/>
              <a:rect l="0" t="0" r="r" b="b"/>
              <a:pathLst>
                <a:path w="9" h="24">
                  <a:moveTo>
                    <a:pt x="9" y="0"/>
                  </a:moveTo>
                  <a:lnTo>
                    <a:pt x="0" y="24"/>
                  </a:lnTo>
                  <a:lnTo>
                    <a:pt x="2" y="24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86" name=""/>
            <p:cNvSpPr/>
            <p:nvPr/>
          </p:nvSpPr>
          <p:spPr>
            <a:xfrm rot="0">
              <a:off x="4610" y="31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87" name=""/>
            <p:cNvSpPr/>
            <p:nvPr/>
          </p:nvSpPr>
          <p:spPr>
            <a:xfrm rot="0">
              <a:off x="4611" y="3086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14" y="0"/>
                  </a:moveTo>
                  <a:lnTo>
                    <a:pt x="7" y="25"/>
                  </a:lnTo>
                  <a:lnTo>
                    <a:pt x="0" y="49"/>
                  </a:lnTo>
                  <a:lnTo>
                    <a:pt x="32" y="58"/>
                  </a:lnTo>
                  <a:lnTo>
                    <a:pt x="39" y="34"/>
                  </a:lnTo>
                  <a:lnTo>
                    <a:pt x="46" y="9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88" name=""/>
            <p:cNvSpPr/>
            <p:nvPr/>
          </p:nvSpPr>
          <p:spPr>
            <a:xfrm rot="0">
              <a:off x="4611" y="3086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14" y="0"/>
                  </a:moveTo>
                  <a:lnTo>
                    <a:pt x="7" y="25"/>
                  </a:lnTo>
                  <a:lnTo>
                    <a:pt x="0" y="49"/>
                  </a:lnTo>
                  <a:lnTo>
                    <a:pt x="32" y="58"/>
                  </a:lnTo>
                  <a:lnTo>
                    <a:pt x="39" y="34"/>
                  </a:lnTo>
                  <a:lnTo>
                    <a:pt x="46" y="9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89" name=""/>
            <p:cNvSpPr/>
            <p:nvPr/>
          </p:nvSpPr>
          <p:spPr>
            <a:xfrm rot="0">
              <a:off x="4627" y="3103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7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90" name=""/>
            <p:cNvSpPr/>
            <p:nvPr/>
          </p:nvSpPr>
          <p:spPr>
            <a:xfrm rot="0">
              <a:off x="4627" y="3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91" name=""/>
            <p:cNvSpPr/>
            <p:nvPr/>
          </p:nvSpPr>
          <p:spPr>
            <a:xfrm rot="0">
              <a:off x="4628" y="3091"/>
              <a:ext cx="22" cy="29"/>
            </a:xfrm>
            <a:custGeom>
              <a:avLst/>
              <a:ahLst/>
              <a:rect l="0" t="0" r="r" b="b"/>
              <a:pathLst>
                <a:path w="43" h="59">
                  <a:moveTo>
                    <a:pt x="10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32" y="59"/>
                  </a:lnTo>
                  <a:lnTo>
                    <a:pt x="38" y="33"/>
                  </a:lnTo>
                  <a:lnTo>
                    <a:pt x="43" y="7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92" name=""/>
            <p:cNvSpPr/>
            <p:nvPr/>
          </p:nvSpPr>
          <p:spPr>
            <a:xfrm rot="0">
              <a:off x="4628" y="3091"/>
              <a:ext cx="22" cy="29"/>
            </a:xfrm>
            <a:custGeom>
              <a:avLst/>
              <a:ahLst/>
              <a:rect l="0" t="0" r="r" b="b"/>
              <a:pathLst>
                <a:path w="43" h="59">
                  <a:moveTo>
                    <a:pt x="10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32" y="59"/>
                  </a:lnTo>
                  <a:lnTo>
                    <a:pt x="38" y="33"/>
                  </a:lnTo>
                  <a:lnTo>
                    <a:pt x="43" y="7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93" name=""/>
            <p:cNvSpPr/>
            <p:nvPr/>
          </p:nvSpPr>
          <p:spPr>
            <a:xfrm rot="0">
              <a:off x="4645" y="3107"/>
              <a:ext cx="2" cy="13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94" name=""/>
            <p:cNvSpPr/>
            <p:nvPr/>
          </p:nvSpPr>
          <p:spPr>
            <a:xfrm rot="0">
              <a:off x="4645" y="3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95" name=""/>
            <p:cNvSpPr/>
            <p:nvPr/>
          </p:nvSpPr>
          <p:spPr>
            <a:xfrm rot="0">
              <a:off x="4645" y="3094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11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33" y="58"/>
                  </a:lnTo>
                  <a:lnTo>
                    <a:pt x="38" y="32"/>
                  </a:lnTo>
                  <a:lnTo>
                    <a:pt x="43" y="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96" name=""/>
            <p:cNvSpPr/>
            <p:nvPr/>
          </p:nvSpPr>
          <p:spPr>
            <a:xfrm rot="0">
              <a:off x="4645" y="3094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11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33" y="58"/>
                  </a:lnTo>
                  <a:lnTo>
                    <a:pt x="38" y="32"/>
                  </a:lnTo>
                  <a:lnTo>
                    <a:pt x="43" y="6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97" name=""/>
            <p:cNvSpPr/>
            <p:nvPr/>
          </p:nvSpPr>
          <p:spPr>
            <a:xfrm rot="0">
              <a:off x="4661" y="3110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798" name=""/>
            <p:cNvSpPr/>
            <p:nvPr/>
          </p:nvSpPr>
          <p:spPr>
            <a:xfrm rot="0">
              <a:off x="4661" y="31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799" name=""/>
            <p:cNvSpPr/>
            <p:nvPr/>
          </p:nvSpPr>
          <p:spPr>
            <a:xfrm rot="0">
              <a:off x="4662" y="3097"/>
              <a:ext cx="20" cy="28"/>
            </a:xfrm>
            <a:custGeom>
              <a:avLst/>
              <a:ahLst/>
              <a:rect l="0" t="0" r="r" b="b"/>
              <a:pathLst>
                <a:path w="39" h="56">
                  <a:moveTo>
                    <a:pt x="6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33" y="56"/>
                  </a:lnTo>
                  <a:lnTo>
                    <a:pt x="36" y="30"/>
                  </a:lnTo>
                  <a:lnTo>
                    <a:pt x="39" y="5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00" name=""/>
            <p:cNvSpPr/>
            <p:nvPr/>
          </p:nvSpPr>
          <p:spPr>
            <a:xfrm rot="0">
              <a:off x="4662" y="3097"/>
              <a:ext cx="20" cy="28"/>
            </a:xfrm>
            <a:custGeom>
              <a:avLst/>
              <a:ahLst/>
              <a:rect l="0" t="0" r="r" b="b"/>
              <a:pathLst>
                <a:path w="39" h="56">
                  <a:moveTo>
                    <a:pt x="6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33" y="56"/>
                  </a:lnTo>
                  <a:lnTo>
                    <a:pt x="36" y="30"/>
                  </a:lnTo>
                  <a:lnTo>
                    <a:pt x="39" y="5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01" name=""/>
            <p:cNvSpPr/>
            <p:nvPr/>
          </p:nvSpPr>
          <p:spPr>
            <a:xfrm rot="0">
              <a:off x="4678" y="3112"/>
              <a:ext cx="2" cy="13"/>
            </a:xfrm>
            <a:custGeom>
              <a:avLst/>
              <a:ahLst/>
              <a:rect l="0" t="0" r="r" b="b"/>
              <a:pathLst>
                <a:path w="3" h="26">
                  <a:moveTo>
                    <a:pt x="3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02" name=""/>
            <p:cNvSpPr/>
            <p:nvPr/>
          </p:nvSpPr>
          <p:spPr>
            <a:xfrm rot="0">
              <a:off x="4678" y="3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03" name=""/>
            <p:cNvSpPr/>
            <p:nvPr/>
          </p:nvSpPr>
          <p:spPr>
            <a:xfrm rot="0">
              <a:off x="4679" y="3099"/>
              <a:ext cx="19" cy="27"/>
            </a:xfrm>
            <a:custGeom>
              <a:avLst/>
              <a:ahLst/>
              <a:rect l="0" t="0" r="r" b="b"/>
              <a:pathLst>
                <a:path w="38" h="54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4" y="54"/>
                  </a:lnTo>
                  <a:lnTo>
                    <a:pt x="36" y="28"/>
                  </a:lnTo>
                  <a:lnTo>
                    <a:pt x="38" y="3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04" name=""/>
            <p:cNvSpPr/>
            <p:nvPr/>
          </p:nvSpPr>
          <p:spPr>
            <a:xfrm rot="0">
              <a:off x="4679" y="3099"/>
              <a:ext cx="19" cy="27"/>
            </a:xfrm>
            <a:custGeom>
              <a:avLst/>
              <a:ahLst/>
              <a:rect l="0" t="0" r="r" b="b"/>
              <a:pathLst>
                <a:path w="38" h="54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4" y="54"/>
                  </a:lnTo>
                  <a:lnTo>
                    <a:pt x="36" y="28"/>
                  </a:lnTo>
                  <a:lnTo>
                    <a:pt x="38" y="3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05" name=""/>
            <p:cNvSpPr/>
            <p:nvPr/>
          </p:nvSpPr>
          <p:spPr>
            <a:xfrm rot="0">
              <a:off x="4696" y="3114"/>
              <a:ext cx="1" cy="12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06" name=""/>
            <p:cNvSpPr/>
            <p:nvPr/>
          </p:nvSpPr>
          <p:spPr>
            <a:xfrm rot="0">
              <a:off x="4696" y="31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07" name=""/>
            <p:cNvSpPr/>
            <p:nvPr/>
          </p:nvSpPr>
          <p:spPr>
            <a:xfrm rot="0">
              <a:off x="4697" y="3100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6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08" name=""/>
            <p:cNvSpPr/>
            <p:nvPr/>
          </p:nvSpPr>
          <p:spPr>
            <a:xfrm rot="0">
              <a:off x="4697" y="3100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6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09" name=""/>
            <p:cNvSpPr/>
            <p:nvPr/>
          </p:nvSpPr>
          <p:spPr>
            <a:xfrm rot="0">
              <a:off x="4713" y="3100"/>
              <a:ext cx="17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6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10" name=""/>
            <p:cNvSpPr/>
            <p:nvPr/>
          </p:nvSpPr>
          <p:spPr>
            <a:xfrm rot="0">
              <a:off x="4713" y="3100"/>
              <a:ext cx="17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6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11" name=""/>
            <p:cNvSpPr/>
            <p:nvPr/>
          </p:nvSpPr>
          <p:spPr>
            <a:xfrm rot="0">
              <a:off x="4730" y="3114"/>
              <a:ext cx="1" cy="12"/>
            </a:xfrm>
            <a:custGeom>
              <a:avLst/>
              <a:ahLst/>
              <a:rect l="0" t="0" r="r" b="b"/>
              <a:pathLst>
                <a:path w="2" h="26">
                  <a:moveTo>
                    <a:pt x="0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12" name=""/>
            <p:cNvSpPr/>
            <p:nvPr/>
          </p:nvSpPr>
          <p:spPr>
            <a:xfrm rot="0">
              <a:off x="4730" y="31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13" name=""/>
            <p:cNvSpPr/>
            <p:nvPr/>
          </p:nvSpPr>
          <p:spPr>
            <a:xfrm rot="0">
              <a:off x="4729" y="3099"/>
              <a:ext cx="19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0" y="3"/>
                  </a:moveTo>
                  <a:lnTo>
                    <a:pt x="2" y="28"/>
                  </a:lnTo>
                  <a:lnTo>
                    <a:pt x="4" y="54"/>
                  </a:lnTo>
                  <a:lnTo>
                    <a:pt x="37" y="51"/>
                  </a:lnTo>
                  <a:lnTo>
                    <a:pt x="35" y="25"/>
                  </a:lnTo>
                  <a:lnTo>
                    <a:pt x="3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14" name=""/>
            <p:cNvSpPr/>
            <p:nvPr/>
          </p:nvSpPr>
          <p:spPr>
            <a:xfrm rot="0">
              <a:off x="4729" y="3099"/>
              <a:ext cx="19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0" y="3"/>
                  </a:moveTo>
                  <a:lnTo>
                    <a:pt x="2" y="28"/>
                  </a:lnTo>
                  <a:lnTo>
                    <a:pt x="4" y="54"/>
                  </a:lnTo>
                  <a:lnTo>
                    <a:pt x="37" y="51"/>
                  </a:lnTo>
                  <a:lnTo>
                    <a:pt x="35" y="25"/>
                  </a:lnTo>
                  <a:lnTo>
                    <a:pt x="33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15" name=""/>
            <p:cNvSpPr/>
            <p:nvPr/>
          </p:nvSpPr>
          <p:spPr>
            <a:xfrm rot="0">
              <a:off x="4747" y="3112"/>
              <a:ext cx="1" cy="13"/>
            </a:xfrm>
            <a:custGeom>
              <a:avLst/>
              <a:ahLst/>
              <a:rect l="0" t="0" r="r" b="b"/>
              <a:pathLst>
                <a:path w="3" h="26">
                  <a:moveTo>
                    <a:pt x="0" y="0"/>
                  </a:moveTo>
                  <a:lnTo>
                    <a:pt x="2" y="26"/>
                  </a:lnTo>
                  <a:lnTo>
                    <a:pt x="3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16" name=""/>
            <p:cNvSpPr/>
            <p:nvPr/>
          </p:nvSpPr>
          <p:spPr>
            <a:xfrm rot="0">
              <a:off x="4748" y="3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17" name=""/>
            <p:cNvSpPr/>
            <p:nvPr/>
          </p:nvSpPr>
          <p:spPr>
            <a:xfrm rot="0">
              <a:off x="4745" y="3097"/>
              <a:ext cx="19" cy="28"/>
            </a:xfrm>
            <a:custGeom>
              <a:avLst/>
              <a:ahLst/>
              <a:rect l="0" t="0" r="r" b="b"/>
              <a:pathLst>
                <a:path w="39" h="56">
                  <a:moveTo>
                    <a:pt x="0" y="5"/>
                  </a:moveTo>
                  <a:lnTo>
                    <a:pt x="3" y="30"/>
                  </a:lnTo>
                  <a:lnTo>
                    <a:pt x="6" y="56"/>
                  </a:lnTo>
                  <a:lnTo>
                    <a:pt x="39" y="52"/>
                  </a:lnTo>
                  <a:lnTo>
                    <a:pt x="36" y="26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18" name=""/>
            <p:cNvSpPr/>
            <p:nvPr/>
          </p:nvSpPr>
          <p:spPr>
            <a:xfrm rot="0">
              <a:off x="4745" y="3097"/>
              <a:ext cx="19" cy="28"/>
            </a:xfrm>
            <a:custGeom>
              <a:avLst/>
              <a:ahLst/>
              <a:rect l="0" t="0" r="r" b="b"/>
              <a:pathLst>
                <a:path w="39" h="56">
                  <a:moveTo>
                    <a:pt x="0" y="5"/>
                  </a:moveTo>
                  <a:lnTo>
                    <a:pt x="3" y="30"/>
                  </a:lnTo>
                  <a:lnTo>
                    <a:pt x="6" y="56"/>
                  </a:lnTo>
                  <a:lnTo>
                    <a:pt x="39" y="52"/>
                  </a:lnTo>
                  <a:lnTo>
                    <a:pt x="36" y="26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19" name=""/>
            <p:cNvSpPr/>
            <p:nvPr/>
          </p:nvSpPr>
          <p:spPr>
            <a:xfrm rot="0">
              <a:off x="4763" y="3110"/>
              <a:ext cx="2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3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20" name=""/>
            <p:cNvSpPr/>
            <p:nvPr/>
          </p:nvSpPr>
          <p:spPr>
            <a:xfrm rot="0">
              <a:off x="4764" y="31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21" name=""/>
            <p:cNvSpPr/>
            <p:nvPr/>
          </p:nvSpPr>
          <p:spPr>
            <a:xfrm rot="0">
              <a:off x="4760" y="3094"/>
              <a:ext cx="22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0" y="6"/>
                  </a:moveTo>
                  <a:lnTo>
                    <a:pt x="5" y="32"/>
                  </a:lnTo>
                  <a:lnTo>
                    <a:pt x="10" y="58"/>
                  </a:lnTo>
                  <a:lnTo>
                    <a:pt x="43" y="52"/>
                  </a:lnTo>
                  <a:lnTo>
                    <a:pt x="38" y="26"/>
                  </a:lnTo>
                  <a:lnTo>
                    <a:pt x="32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22" name=""/>
            <p:cNvSpPr/>
            <p:nvPr/>
          </p:nvSpPr>
          <p:spPr>
            <a:xfrm rot="0">
              <a:off x="4760" y="3094"/>
              <a:ext cx="22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0" y="6"/>
                  </a:moveTo>
                  <a:lnTo>
                    <a:pt x="5" y="32"/>
                  </a:lnTo>
                  <a:lnTo>
                    <a:pt x="10" y="58"/>
                  </a:lnTo>
                  <a:lnTo>
                    <a:pt x="43" y="52"/>
                  </a:lnTo>
                  <a:lnTo>
                    <a:pt x="38" y="26"/>
                  </a:lnTo>
                  <a:lnTo>
                    <a:pt x="32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23" name=""/>
            <p:cNvSpPr/>
            <p:nvPr/>
          </p:nvSpPr>
          <p:spPr>
            <a:xfrm rot="0">
              <a:off x="4779" y="3107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5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24" name=""/>
            <p:cNvSpPr/>
            <p:nvPr/>
          </p:nvSpPr>
          <p:spPr>
            <a:xfrm rot="0">
              <a:off x="4782" y="3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25" name=""/>
            <p:cNvSpPr/>
            <p:nvPr/>
          </p:nvSpPr>
          <p:spPr>
            <a:xfrm rot="0">
              <a:off x="4777" y="3091"/>
              <a:ext cx="21" cy="29"/>
            </a:xfrm>
            <a:custGeom>
              <a:avLst/>
              <a:ahLst/>
              <a:rect l="0" t="0" r="r" b="b"/>
              <a:pathLst>
                <a:path w="43" h="59">
                  <a:moveTo>
                    <a:pt x="0" y="7"/>
                  </a:moveTo>
                  <a:lnTo>
                    <a:pt x="6" y="33"/>
                  </a:lnTo>
                  <a:lnTo>
                    <a:pt x="11" y="59"/>
                  </a:lnTo>
                  <a:lnTo>
                    <a:pt x="43" y="51"/>
                  </a:lnTo>
                  <a:lnTo>
                    <a:pt x="38" y="26"/>
                  </a:lnTo>
                  <a:lnTo>
                    <a:pt x="3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26" name=""/>
            <p:cNvSpPr/>
            <p:nvPr/>
          </p:nvSpPr>
          <p:spPr>
            <a:xfrm rot="0">
              <a:off x="4777" y="3091"/>
              <a:ext cx="21" cy="29"/>
            </a:xfrm>
            <a:custGeom>
              <a:avLst/>
              <a:ahLst/>
              <a:rect l="0" t="0" r="r" b="b"/>
              <a:pathLst>
                <a:path w="43" h="59">
                  <a:moveTo>
                    <a:pt x="0" y="7"/>
                  </a:moveTo>
                  <a:lnTo>
                    <a:pt x="6" y="33"/>
                  </a:lnTo>
                  <a:lnTo>
                    <a:pt x="11" y="59"/>
                  </a:lnTo>
                  <a:lnTo>
                    <a:pt x="43" y="51"/>
                  </a:lnTo>
                  <a:lnTo>
                    <a:pt x="38" y="26"/>
                  </a:lnTo>
                  <a:lnTo>
                    <a:pt x="33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27" name=""/>
            <p:cNvSpPr/>
            <p:nvPr/>
          </p:nvSpPr>
          <p:spPr>
            <a:xfrm rot="0">
              <a:off x="4796" y="3103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5" y="25"/>
                  </a:lnTo>
                  <a:lnTo>
                    <a:pt x="7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28" name=""/>
            <p:cNvSpPr/>
            <p:nvPr/>
          </p:nvSpPr>
          <p:spPr>
            <a:xfrm rot="0" flipV="1">
              <a:off x="4798" y="3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29" name=""/>
            <p:cNvSpPr/>
            <p:nvPr/>
          </p:nvSpPr>
          <p:spPr>
            <a:xfrm rot="0">
              <a:off x="4792" y="3086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0" y="9"/>
                  </a:moveTo>
                  <a:lnTo>
                    <a:pt x="7" y="34"/>
                  </a:lnTo>
                  <a:lnTo>
                    <a:pt x="14" y="58"/>
                  </a:lnTo>
                  <a:lnTo>
                    <a:pt x="46" y="49"/>
                  </a:lnTo>
                  <a:lnTo>
                    <a:pt x="39" y="25"/>
                  </a:lnTo>
                  <a:lnTo>
                    <a:pt x="32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30" name=""/>
            <p:cNvSpPr/>
            <p:nvPr/>
          </p:nvSpPr>
          <p:spPr>
            <a:xfrm rot="0">
              <a:off x="4792" y="3086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0" y="9"/>
                  </a:moveTo>
                  <a:lnTo>
                    <a:pt x="7" y="34"/>
                  </a:lnTo>
                  <a:lnTo>
                    <a:pt x="14" y="58"/>
                  </a:lnTo>
                  <a:lnTo>
                    <a:pt x="46" y="49"/>
                  </a:lnTo>
                  <a:lnTo>
                    <a:pt x="39" y="25"/>
                  </a:lnTo>
                  <a:lnTo>
                    <a:pt x="32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31" name=""/>
            <p:cNvSpPr/>
            <p:nvPr/>
          </p:nvSpPr>
          <p:spPr>
            <a:xfrm rot="0">
              <a:off x="4812" y="3099"/>
              <a:ext cx="4" cy="12"/>
            </a:xfrm>
            <a:custGeom>
              <a:avLst/>
              <a:ahLst/>
              <a:rect l="0" t="0" r="r" b="b"/>
              <a:pathLst>
                <a:path w="9" h="24">
                  <a:moveTo>
                    <a:pt x="0" y="0"/>
                  </a:moveTo>
                  <a:lnTo>
                    <a:pt x="7" y="24"/>
                  </a:lnTo>
                  <a:lnTo>
                    <a:pt x="9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32" name=""/>
            <p:cNvSpPr/>
            <p:nvPr/>
          </p:nvSpPr>
          <p:spPr>
            <a:xfrm rot="0">
              <a:off x="4815" y="31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33" name=""/>
            <p:cNvSpPr/>
            <p:nvPr/>
          </p:nvSpPr>
          <p:spPr>
            <a:xfrm rot="0">
              <a:off x="4807" y="3081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0" y="11"/>
                  </a:moveTo>
                  <a:lnTo>
                    <a:pt x="9" y="36"/>
                  </a:lnTo>
                  <a:lnTo>
                    <a:pt x="18" y="60"/>
                  </a:lnTo>
                  <a:lnTo>
                    <a:pt x="50" y="49"/>
                  </a:lnTo>
                  <a:lnTo>
                    <a:pt x="41" y="24"/>
                  </a:lnTo>
                  <a:lnTo>
                    <a:pt x="32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34" name=""/>
            <p:cNvSpPr/>
            <p:nvPr/>
          </p:nvSpPr>
          <p:spPr>
            <a:xfrm rot="0">
              <a:off x="4807" y="3081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0" y="11"/>
                  </a:moveTo>
                  <a:lnTo>
                    <a:pt x="9" y="36"/>
                  </a:lnTo>
                  <a:lnTo>
                    <a:pt x="18" y="60"/>
                  </a:lnTo>
                  <a:lnTo>
                    <a:pt x="50" y="49"/>
                  </a:lnTo>
                  <a:lnTo>
                    <a:pt x="41" y="24"/>
                  </a:lnTo>
                  <a:lnTo>
                    <a:pt x="32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35" name=""/>
            <p:cNvSpPr/>
            <p:nvPr/>
          </p:nvSpPr>
          <p:spPr>
            <a:xfrm rot="0">
              <a:off x="4827" y="3093"/>
              <a:ext cx="5" cy="12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9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36" name=""/>
            <p:cNvSpPr/>
            <p:nvPr/>
          </p:nvSpPr>
          <p:spPr>
            <a:xfrm rot="0">
              <a:off x="4832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37" name=""/>
            <p:cNvSpPr/>
            <p:nvPr/>
          </p:nvSpPr>
          <p:spPr>
            <a:xfrm rot="0">
              <a:off x="4823" y="3075"/>
              <a:ext cx="24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0" y="13"/>
                  </a:moveTo>
                  <a:lnTo>
                    <a:pt x="9" y="37"/>
                  </a:lnTo>
                  <a:lnTo>
                    <a:pt x="18" y="62"/>
                  </a:lnTo>
                  <a:lnTo>
                    <a:pt x="49" y="50"/>
                  </a:lnTo>
                  <a:lnTo>
                    <a:pt x="39" y="25"/>
                  </a:lnTo>
                  <a:lnTo>
                    <a:pt x="30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38" name=""/>
            <p:cNvSpPr/>
            <p:nvPr/>
          </p:nvSpPr>
          <p:spPr>
            <a:xfrm rot="0">
              <a:off x="4823" y="3075"/>
              <a:ext cx="24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0" y="13"/>
                  </a:moveTo>
                  <a:lnTo>
                    <a:pt x="9" y="37"/>
                  </a:lnTo>
                  <a:lnTo>
                    <a:pt x="18" y="62"/>
                  </a:lnTo>
                  <a:lnTo>
                    <a:pt x="49" y="50"/>
                  </a:lnTo>
                  <a:lnTo>
                    <a:pt x="39" y="25"/>
                  </a:lnTo>
                  <a:lnTo>
                    <a:pt x="30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39" name=""/>
            <p:cNvSpPr/>
            <p:nvPr/>
          </p:nvSpPr>
          <p:spPr>
            <a:xfrm rot="0">
              <a:off x="4843" y="3087"/>
              <a:ext cx="5" cy="12"/>
            </a:xfrm>
            <a:custGeom>
              <a:avLst/>
              <a:ahLst/>
              <a:rect l="0" t="0" r="r" b="b"/>
              <a:pathLst>
                <a:path w="11" h="25">
                  <a:moveTo>
                    <a:pt x="0" y="0"/>
                  </a:moveTo>
                  <a:lnTo>
                    <a:pt x="10" y="25"/>
                  </a:lnTo>
                  <a:lnTo>
                    <a:pt x="11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40" name=""/>
            <p:cNvSpPr/>
            <p:nvPr/>
          </p:nvSpPr>
          <p:spPr>
            <a:xfrm rot="0" flipV="1">
              <a:off x="4847" y="3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41" name=""/>
            <p:cNvSpPr/>
            <p:nvPr/>
          </p:nvSpPr>
          <p:spPr>
            <a:xfrm rot="0">
              <a:off x="4838" y="3069"/>
              <a:ext cx="25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0" y="13"/>
                  </a:moveTo>
                  <a:lnTo>
                    <a:pt x="10" y="37"/>
                  </a:lnTo>
                  <a:lnTo>
                    <a:pt x="21" y="61"/>
                  </a:lnTo>
                  <a:lnTo>
                    <a:pt x="51" y="47"/>
                  </a:lnTo>
                  <a:lnTo>
                    <a:pt x="41" y="24"/>
                  </a:lnTo>
                  <a:lnTo>
                    <a:pt x="31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42" name=""/>
            <p:cNvSpPr/>
            <p:nvPr/>
          </p:nvSpPr>
          <p:spPr>
            <a:xfrm rot="0">
              <a:off x="4838" y="3069"/>
              <a:ext cx="25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0" y="13"/>
                  </a:moveTo>
                  <a:lnTo>
                    <a:pt x="10" y="37"/>
                  </a:lnTo>
                  <a:lnTo>
                    <a:pt x="21" y="61"/>
                  </a:lnTo>
                  <a:lnTo>
                    <a:pt x="51" y="47"/>
                  </a:lnTo>
                  <a:lnTo>
                    <a:pt x="41" y="24"/>
                  </a:lnTo>
                  <a:lnTo>
                    <a:pt x="31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43" name=""/>
            <p:cNvSpPr/>
            <p:nvPr/>
          </p:nvSpPr>
          <p:spPr>
            <a:xfrm rot="0">
              <a:off x="4858" y="3080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0"/>
                  </a:moveTo>
                  <a:lnTo>
                    <a:pt x="10" y="23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44" name=""/>
            <p:cNvSpPr/>
            <p:nvPr/>
          </p:nvSpPr>
          <p:spPr>
            <a:xfrm rot="0">
              <a:off x="4863" y="3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45" name=""/>
            <p:cNvSpPr/>
            <p:nvPr/>
          </p:nvSpPr>
          <p:spPr>
            <a:xfrm rot="0">
              <a:off x="4852" y="3061"/>
              <a:ext cx="27" cy="31"/>
            </a:xfrm>
            <a:custGeom>
              <a:avLst/>
              <a:ahLst/>
              <a:rect l="0" t="0" r="r" b="b"/>
              <a:pathLst>
                <a:path w="54" h="62">
                  <a:moveTo>
                    <a:pt x="0" y="15"/>
                  </a:moveTo>
                  <a:lnTo>
                    <a:pt x="12" y="39"/>
                  </a:lnTo>
                  <a:lnTo>
                    <a:pt x="24" y="62"/>
                  </a:lnTo>
                  <a:lnTo>
                    <a:pt x="54" y="47"/>
                  </a:ln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46" name=""/>
            <p:cNvSpPr/>
            <p:nvPr/>
          </p:nvSpPr>
          <p:spPr>
            <a:xfrm rot="0">
              <a:off x="4852" y="3061"/>
              <a:ext cx="27" cy="31"/>
            </a:xfrm>
            <a:custGeom>
              <a:avLst/>
              <a:ahLst/>
              <a:rect l="0" t="0" r="r" b="b"/>
              <a:pathLst>
                <a:path w="54" h="62">
                  <a:moveTo>
                    <a:pt x="0" y="15"/>
                  </a:moveTo>
                  <a:lnTo>
                    <a:pt x="12" y="39"/>
                  </a:lnTo>
                  <a:lnTo>
                    <a:pt x="24" y="62"/>
                  </a:lnTo>
                  <a:lnTo>
                    <a:pt x="54" y="47"/>
                  </a:ln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47" name=""/>
            <p:cNvSpPr/>
            <p:nvPr/>
          </p:nvSpPr>
          <p:spPr>
            <a:xfrm rot="0">
              <a:off x="4873" y="3073"/>
              <a:ext cx="7" cy="11"/>
            </a:xfrm>
            <a:custGeom>
              <a:avLst/>
              <a:ahLst/>
              <a:rect l="0" t="0" r="r" b="b"/>
              <a:pathLst>
                <a:path w="13" h="24">
                  <a:moveTo>
                    <a:pt x="0" y="0"/>
                  </a:moveTo>
                  <a:lnTo>
                    <a:pt x="12" y="24"/>
                  </a:lnTo>
                  <a:lnTo>
                    <a:pt x="13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48" name=""/>
            <p:cNvSpPr/>
            <p:nvPr/>
          </p:nvSpPr>
          <p:spPr>
            <a:xfrm rot="0" flipV="1">
              <a:off x="4879" y="3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49" name=""/>
            <p:cNvSpPr/>
            <p:nvPr/>
          </p:nvSpPr>
          <p:spPr>
            <a:xfrm rot="0">
              <a:off x="4866" y="3053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0" y="18"/>
                  </a:moveTo>
                  <a:lnTo>
                    <a:pt x="13" y="40"/>
                  </a:lnTo>
                  <a:lnTo>
                    <a:pt x="26" y="63"/>
                  </a:lnTo>
                  <a:lnTo>
                    <a:pt x="55" y="45"/>
                  </a:lnTo>
                  <a:lnTo>
                    <a:pt x="42" y="23"/>
                  </a:lnTo>
                  <a:lnTo>
                    <a:pt x="2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50" name=""/>
            <p:cNvSpPr/>
            <p:nvPr/>
          </p:nvSpPr>
          <p:spPr>
            <a:xfrm rot="0">
              <a:off x="4866" y="3053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0" y="18"/>
                  </a:moveTo>
                  <a:lnTo>
                    <a:pt x="13" y="40"/>
                  </a:lnTo>
                  <a:lnTo>
                    <a:pt x="26" y="63"/>
                  </a:lnTo>
                  <a:lnTo>
                    <a:pt x="55" y="45"/>
                  </a:lnTo>
                  <a:lnTo>
                    <a:pt x="42" y="23"/>
                  </a:lnTo>
                  <a:lnTo>
                    <a:pt x="28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51" name=""/>
            <p:cNvSpPr/>
            <p:nvPr/>
          </p:nvSpPr>
          <p:spPr>
            <a:xfrm rot="0">
              <a:off x="4887" y="3064"/>
              <a:ext cx="7" cy="11"/>
            </a:xfrm>
            <a:custGeom>
              <a:avLst/>
              <a:ahLst/>
              <a:rect l="0" t="0" r="r" b="b"/>
              <a:pathLst>
                <a:path w="14" h="22">
                  <a:moveTo>
                    <a:pt x="0" y="0"/>
                  </a:moveTo>
                  <a:lnTo>
                    <a:pt x="13" y="22"/>
                  </a:lnTo>
                  <a:lnTo>
                    <a:pt x="14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52" name=""/>
            <p:cNvSpPr/>
            <p:nvPr/>
          </p:nvSpPr>
          <p:spPr>
            <a:xfrm rot="0" flipV="1">
              <a:off x="4894" y="3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53" name=""/>
            <p:cNvSpPr/>
            <p:nvPr/>
          </p:nvSpPr>
          <p:spPr>
            <a:xfrm rot="0">
              <a:off x="4880" y="3044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0" y="18"/>
                  </a:moveTo>
                  <a:lnTo>
                    <a:pt x="15" y="40"/>
                  </a:lnTo>
                  <a:lnTo>
                    <a:pt x="29" y="61"/>
                  </a:lnTo>
                  <a:lnTo>
                    <a:pt x="56" y="43"/>
                  </a:lnTo>
                  <a:lnTo>
                    <a:pt x="42" y="22"/>
                  </a:lnTo>
                  <a:lnTo>
                    <a:pt x="2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54" name=""/>
            <p:cNvSpPr/>
            <p:nvPr/>
          </p:nvSpPr>
          <p:spPr>
            <a:xfrm rot="0">
              <a:off x="4880" y="3044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0" y="18"/>
                  </a:moveTo>
                  <a:lnTo>
                    <a:pt x="15" y="40"/>
                  </a:lnTo>
                  <a:lnTo>
                    <a:pt x="29" y="61"/>
                  </a:lnTo>
                  <a:lnTo>
                    <a:pt x="56" y="43"/>
                  </a:lnTo>
                  <a:lnTo>
                    <a:pt x="42" y="22"/>
                  </a:lnTo>
                  <a:lnTo>
                    <a:pt x="28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55" name=""/>
            <p:cNvSpPr/>
            <p:nvPr/>
          </p:nvSpPr>
          <p:spPr>
            <a:xfrm rot="0">
              <a:off x="4901" y="3055"/>
              <a:ext cx="8" cy="11"/>
            </a:xfrm>
            <a:custGeom>
              <a:avLst/>
              <a:ahLst/>
              <a:rect l="0" t="0" r="r" b="b"/>
              <a:pathLst>
                <a:path w="15" h="21">
                  <a:moveTo>
                    <a:pt x="0" y="0"/>
                  </a:moveTo>
                  <a:lnTo>
                    <a:pt x="14" y="21"/>
                  </a:lnTo>
                  <a:lnTo>
                    <a:pt x="1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56" name=""/>
            <p:cNvSpPr/>
            <p:nvPr/>
          </p:nvSpPr>
          <p:spPr>
            <a:xfrm rot="0">
              <a:off x="4908" y="30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57" name=""/>
            <p:cNvSpPr/>
            <p:nvPr/>
          </p:nvSpPr>
          <p:spPr>
            <a:xfrm rot="0">
              <a:off x="4893" y="3034"/>
              <a:ext cx="29" cy="32"/>
            </a:xfrm>
            <a:custGeom>
              <a:avLst/>
              <a:ahLst/>
              <a:rect l="0" t="0" r="r" b="b"/>
              <a:pathLst>
                <a:path w="57" h="62">
                  <a:moveTo>
                    <a:pt x="0" y="19"/>
                  </a:moveTo>
                  <a:lnTo>
                    <a:pt x="15" y="41"/>
                  </a:lnTo>
                  <a:lnTo>
                    <a:pt x="30" y="62"/>
                  </a:lnTo>
                  <a:lnTo>
                    <a:pt x="57" y="43"/>
                  </a:lnTo>
                  <a:lnTo>
                    <a:pt x="42" y="21"/>
                  </a:lnTo>
                  <a:lnTo>
                    <a:pt x="26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58" name=""/>
            <p:cNvSpPr/>
            <p:nvPr/>
          </p:nvSpPr>
          <p:spPr>
            <a:xfrm rot="0">
              <a:off x="4893" y="3034"/>
              <a:ext cx="29" cy="32"/>
            </a:xfrm>
            <a:custGeom>
              <a:avLst/>
              <a:ahLst/>
              <a:rect l="0" t="0" r="r" b="b"/>
              <a:pathLst>
                <a:path w="57" h="62">
                  <a:moveTo>
                    <a:pt x="0" y="19"/>
                  </a:moveTo>
                  <a:lnTo>
                    <a:pt x="15" y="41"/>
                  </a:lnTo>
                  <a:lnTo>
                    <a:pt x="30" y="62"/>
                  </a:lnTo>
                  <a:lnTo>
                    <a:pt x="57" y="43"/>
                  </a:lnTo>
                  <a:lnTo>
                    <a:pt x="42" y="21"/>
                  </a:lnTo>
                  <a:lnTo>
                    <a:pt x="26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59" name=""/>
            <p:cNvSpPr/>
            <p:nvPr/>
          </p:nvSpPr>
          <p:spPr>
            <a:xfrm rot="0">
              <a:off x="4914" y="3045"/>
              <a:ext cx="9" cy="11"/>
            </a:xfrm>
            <a:custGeom>
              <a:avLst/>
              <a:ahLst/>
              <a:rect l="0" t="0" r="r" b="b"/>
              <a:pathLst>
                <a:path w="16" h="22">
                  <a:moveTo>
                    <a:pt x="0" y="0"/>
                  </a:moveTo>
                  <a:lnTo>
                    <a:pt x="15" y="22"/>
                  </a:lnTo>
                  <a:lnTo>
                    <a:pt x="16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60" name=""/>
            <p:cNvSpPr/>
            <p:nvPr/>
          </p:nvSpPr>
          <p:spPr>
            <a:xfrm rot="0" flipV="1">
              <a:off x="4922" y="30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61" name=""/>
            <p:cNvSpPr/>
            <p:nvPr/>
          </p:nvSpPr>
          <p:spPr>
            <a:xfrm rot="0">
              <a:off x="4906" y="3024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0" y="22"/>
                  </a:moveTo>
                  <a:lnTo>
                    <a:pt x="17" y="42"/>
                  </a:lnTo>
                  <a:lnTo>
                    <a:pt x="33" y="63"/>
                  </a:lnTo>
                  <a:lnTo>
                    <a:pt x="59" y="41"/>
                  </a:lnTo>
                  <a:lnTo>
                    <a:pt x="42" y="21"/>
                  </a:lnTo>
                  <a:lnTo>
                    <a:pt x="26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62" name=""/>
            <p:cNvSpPr/>
            <p:nvPr/>
          </p:nvSpPr>
          <p:spPr>
            <a:xfrm rot="0">
              <a:off x="4906" y="3024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0" y="22"/>
                  </a:moveTo>
                  <a:lnTo>
                    <a:pt x="17" y="42"/>
                  </a:lnTo>
                  <a:lnTo>
                    <a:pt x="33" y="63"/>
                  </a:lnTo>
                  <a:lnTo>
                    <a:pt x="59" y="41"/>
                  </a:lnTo>
                  <a:lnTo>
                    <a:pt x="42" y="21"/>
                  </a:lnTo>
                  <a:lnTo>
                    <a:pt x="26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63" name=""/>
            <p:cNvSpPr/>
            <p:nvPr/>
          </p:nvSpPr>
          <p:spPr>
            <a:xfrm rot="0">
              <a:off x="4927" y="3034"/>
              <a:ext cx="9" cy="11"/>
            </a:xfrm>
            <a:custGeom>
              <a:avLst/>
              <a:ahLst/>
              <a:rect l="0" t="0" r="r" b="b"/>
              <a:pathLst>
                <a:path w="18" h="20">
                  <a:moveTo>
                    <a:pt x="0" y="0"/>
                  </a:moveTo>
                  <a:lnTo>
                    <a:pt x="17" y="20"/>
                  </a:lnTo>
                  <a:lnTo>
                    <a:pt x="18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64" name=""/>
            <p:cNvSpPr/>
            <p:nvPr/>
          </p:nvSpPr>
          <p:spPr>
            <a:xfrm rot="0" flipV="1">
              <a:off x="4935" y="30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65" name=""/>
            <p:cNvSpPr/>
            <p:nvPr/>
          </p:nvSpPr>
          <p:spPr>
            <a:xfrm rot="0">
              <a:off x="4918" y="3013"/>
              <a:ext cx="31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0" y="22"/>
                  </a:moveTo>
                  <a:lnTo>
                    <a:pt x="17" y="42"/>
                  </a:lnTo>
                  <a:lnTo>
                    <a:pt x="35" y="61"/>
                  </a:lnTo>
                  <a:lnTo>
                    <a:pt x="60" y="39"/>
                  </a:lnTo>
                  <a:lnTo>
                    <a:pt x="43" y="19"/>
                  </a:lnTo>
                  <a:lnTo>
                    <a:pt x="26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66" name=""/>
            <p:cNvSpPr/>
            <p:nvPr/>
          </p:nvSpPr>
          <p:spPr>
            <a:xfrm rot="0">
              <a:off x="4918" y="3013"/>
              <a:ext cx="31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0" y="22"/>
                  </a:moveTo>
                  <a:lnTo>
                    <a:pt x="17" y="42"/>
                  </a:lnTo>
                  <a:lnTo>
                    <a:pt x="35" y="61"/>
                  </a:lnTo>
                  <a:lnTo>
                    <a:pt x="60" y="39"/>
                  </a:lnTo>
                  <a:lnTo>
                    <a:pt x="43" y="19"/>
                  </a:lnTo>
                  <a:lnTo>
                    <a:pt x="26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67" name=""/>
            <p:cNvSpPr/>
            <p:nvPr/>
          </p:nvSpPr>
          <p:spPr>
            <a:xfrm rot="0">
              <a:off x="4940" y="3023"/>
              <a:ext cx="9" cy="10"/>
            </a:xfrm>
            <a:custGeom>
              <a:avLst/>
              <a:ahLst/>
              <a:rect l="0" t="0" r="r" b="b"/>
              <a:pathLst>
                <a:path w="18" h="20">
                  <a:moveTo>
                    <a:pt x="0" y="0"/>
                  </a:moveTo>
                  <a:lnTo>
                    <a:pt x="17" y="20"/>
                  </a:lnTo>
                  <a:lnTo>
                    <a:pt x="18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68" name=""/>
            <p:cNvSpPr/>
            <p:nvPr/>
          </p:nvSpPr>
          <p:spPr>
            <a:xfrm rot="0" flipV="1">
              <a:off x="4949" y="3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69" name=""/>
            <p:cNvSpPr/>
            <p:nvPr/>
          </p:nvSpPr>
          <p:spPr>
            <a:xfrm rot="0">
              <a:off x="4931" y="3002"/>
              <a:ext cx="30" cy="30"/>
            </a:xfrm>
            <a:custGeom>
              <a:avLst/>
              <a:ahLst/>
              <a:rect l="0" t="0" r="r" b="b"/>
              <a:pathLst>
                <a:path w="61" h="60">
                  <a:moveTo>
                    <a:pt x="0" y="24"/>
                  </a:moveTo>
                  <a:lnTo>
                    <a:pt x="19" y="42"/>
                  </a:lnTo>
                  <a:lnTo>
                    <a:pt x="37" y="60"/>
                  </a:lnTo>
                  <a:lnTo>
                    <a:pt x="61" y="37"/>
                  </a:lnTo>
                  <a:lnTo>
                    <a:pt x="42" y="19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70" name=""/>
            <p:cNvSpPr/>
            <p:nvPr/>
          </p:nvSpPr>
          <p:spPr>
            <a:xfrm rot="0">
              <a:off x="4931" y="3002"/>
              <a:ext cx="30" cy="30"/>
            </a:xfrm>
            <a:custGeom>
              <a:avLst/>
              <a:ahLst/>
              <a:rect l="0" t="0" r="r" b="b"/>
              <a:pathLst>
                <a:path w="61" h="60">
                  <a:moveTo>
                    <a:pt x="0" y="24"/>
                  </a:moveTo>
                  <a:lnTo>
                    <a:pt x="19" y="42"/>
                  </a:lnTo>
                  <a:lnTo>
                    <a:pt x="37" y="60"/>
                  </a:lnTo>
                  <a:lnTo>
                    <a:pt x="61" y="37"/>
                  </a:lnTo>
                  <a:lnTo>
                    <a:pt x="42" y="19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71" name=""/>
            <p:cNvSpPr/>
            <p:nvPr/>
          </p:nvSpPr>
          <p:spPr>
            <a:xfrm rot="0">
              <a:off x="4952" y="3011"/>
              <a:ext cx="9" cy="9"/>
            </a:xfrm>
            <a:custGeom>
              <a:avLst/>
              <a:ahLst/>
              <a:rect l="0" t="0" r="r" b="b"/>
              <a:pathLst>
                <a:path w="20" h="18">
                  <a:moveTo>
                    <a:pt x="0" y="0"/>
                  </a:moveTo>
                  <a:lnTo>
                    <a:pt x="19" y="18"/>
                  </a:lnTo>
                  <a:lnTo>
                    <a:pt x="20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72" name=""/>
            <p:cNvSpPr/>
            <p:nvPr/>
          </p:nvSpPr>
          <p:spPr>
            <a:xfrm rot="0" flipV="1">
              <a:off x="4961" y="30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73" name=""/>
            <p:cNvSpPr/>
            <p:nvPr/>
          </p:nvSpPr>
          <p:spPr>
            <a:xfrm rot="0">
              <a:off x="4942" y="2990"/>
              <a:ext cx="30" cy="30"/>
            </a:xfrm>
            <a:custGeom>
              <a:avLst/>
              <a:ahLst/>
              <a:rect l="0" t="0" r="r" b="b"/>
              <a:pathLst>
                <a:path w="60" h="59">
                  <a:moveTo>
                    <a:pt x="0" y="24"/>
                  </a:moveTo>
                  <a:lnTo>
                    <a:pt x="19" y="42"/>
                  </a:lnTo>
                  <a:lnTo>
                    <a:pt x="39" y="59"/>
                  </a:lnTo>
                  <a:lnTo>
                    <a:pt x="60" y="34"/>
                  </a:lnTo>
                  <a:lnTo>
                    <a:pt x="41" y="17"/>
                  </a:lnTo>
                  <a:lnTo>
                    <a:pt x="21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74" name=""/>
            <p:cNvSpPr/>
            <p:nvPr/>
          </p:nvSpPr>
          <p:spPr>
            <a:xfrm rot="0">
              <a:off x="4942" y="2990"/>
              <a:ext cx="30" cy="30"/>
            </a:xfrm>
            <a:custGeom>
              <a:avLst/>
              <a:ahLst/>
              <a:rect l="0" t="0" r="r" b="b"/>
              <a:pathLst>
                <a:path w="60" h="59">
                  <a:moveTo>
                    <a:pt x="0" y="24"/>
                  </a:moveTo>
                  <a:lnTo>
                    <a:pt x="19" y="42"/>
                  </a:lnTo>
                  <a:lnTo>
                    <a:pt x="39" y="59"/>
                  </a:lnTo>
                  <a:lnTo>
                    <a:pt x="60" y="34"/>
                  </a:lnTo>
                  <a:lnTo>
                    <a:pt x="41" y="17"/>
                  </a:lnTo>
                  <a:lnTo>
                    <a:pt x="21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75" name=""/>
            <p:cNvSpPr/>
            <p:nvPr/>
          </p:nvSpPr>
          <p:spPr>
            <a:xfrm rot="0">
              <a:off x="4962" y="2999"/>
              <a:ext cx="11" cy="9"/>
            </a:xfrm>
            <a:custGeom>
              <a:avLst/>
              <a:ahLst/>
              <a:rect l="0" t="0" r="r" b="b"/>
              <a:pathLst>
                <a:path w="20" h="17">
                  <a:moveTo>
                    <a:pt x="0" y="0"/>
                  </a:moveTo>
                  <a:lnTo>
                    <a:pt x="19" y="17"/>
                  </a:lnTo>
                  <a:lnTo>
                    <a:pt x="20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76" name=""/>
            <p:cNvSpPr/>
            <p:nvPr/>
          </p:nvSpPr>
          <p:spPr>
            <a:xfrm rot="0" flipV="1">
              <a:off x="4972" y="3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77" name=""/>
            <p:cNvSpPr/>
            <p:nvPr/>
          </p:nvSpPr>
          <p:spPr>
            <a:xfrm rot="0">
              <a:off x="4952" y="2978"/>
              <a:ext cx="31" cy="29"/>
            </a:xfrm>
            <a:custGeom>
              <a:avLst/>
              <a:ahLst/>
              <a:rect l="0" t="0" r="r" b="b"/>
              <a:pathLst>
                <a:path w="63" h="58">
                  <a:moveTo>
                    <a:pt x="0" y="26"/>
                  </a:moveTo>
                  <a:lnTo>
                    <a:pt x="21" y="42"/>
                  </a:lnTo>
                  <a:lnTo>
                    <a:pt x="41" y="58"/>
                  </a:lnTo>
                  <a:lnTo>
                    <a:pt x="63" y="33"/>
                  </a:lnTo>
                  <a:lnTo>
                    <a:pt x="42" y="16"/>
                  </a:lnTo>
                  <a:lnTo>
                    <a:pt x="2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93" name=""/>
          <p:cNvGrpSpPr/>
          <p:nvPr/>
        </p:nvGrpSpPr>
        <p:grpSpPr>
          <a:xfrm rot="0">
            <a:off x="5937250" y="4421187"/>
            <a:ext cx="2089150" cy="2057400"/>
            <a:chOff x="3740" y="2785"/>
            <a:chExt cx="1316" cy="1296"/>
          </a:xfrm>
        </p:grpSpPr>
        <p:sp>
          <p:nvSpPr>
            <p:cNvPr id="1060878" name=""/>
            <p:cNvSpPr/>
            <p:nvPr/>
          </p:nvSpPr>
          <p:spPr>
            <a:xfrm rot="0">
              <a:off x="4952" y="2978"/>
              <a:ext cx="31" cy="29"/>
            </a:xfrm>
            <a:custGeom>
              <a:avLst/>
              <a:ahLst/>
              <a:rect l="0" t="0" r="r" b="b"/>
              <a:pathLst>
                <a:path w="63" h="58">
                  <a:moveTo>
                    <a:pt x="0" y="26"/>
                  </a:moveTo>
                  <a:lnTo>
                    <a:pt x="21" y="42"/>
                  </a:lnTo>
                  <a:lnTo>
                    <a:pt x="41" y="58"/>
                  </a:lnTo>
                  <a:lnTo>
                    <a:pt x="63" y="33"/>
                  </a:lnTo>
                  <a:lnTo>
                    <a:pt x="42" y="16"/>
                  </a:lnTo>
                  <a:lnTo>
                    <a:pt x="22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79" name=""/>
            <p:cNvSpPr/>
            <p:nvPr/>
          </p:nvSpPr>
          <p:spPr>
            <a:xfrm rot="0">
              <a:off x="4973" y="2986"/>
              <a:ext cx="11" cy="8"/>
            </a:xfrm>
            <a:custGeom>
              <a:avLst/>
              <a:ahLst/>
              <a:rect l="0" t="0" r="r" b="b"/>
              <a:pathLst>
                <a:path w="22" h="17">
                  <a:moveTo>
                    <a:pt x="0" y="0"/>
                  </a:moveTo>
                  <a:lnTo>
                    <a:pt x="21" y="17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80" name=""/>
            <p:cNvSpPr/>
            <p:nvPr/>
          </p:nvSpPr>
          <p:spPr>
            <a:xfrm rot="0" flipV="1">
              <a:off x="4983" y="29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81" name=""/>
            <p:cNvSpPr/>
            <p:nvPr/>
          </p:nvSpPr>
          <p:spPr>
            <a:xfrm rot="0">
              <a:off x="4962" y="2965"/>
              <a:ext cx="32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0" y="27"/>
                  </a:moveTo>
                  <a:lnTo>
                    <a:pt x="21" y="42"/>
                  </a:lnTo>
                  <a:lnTo>
                    <a:pt x="43" y="58"/>
                  </a:lnTo>
                  <a:lnTo>
                    <a:pt x="62" y="31"/>
                  </a:lnTo>
                  <a:lnTo>
                    <a:pt x="41" y="16"/>
                  </a:lnTo>
                  <a:lnTo>
                    <a:pt x="19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82" name=""/>
            <p:cNvSpPr/>
            <p:nvPr/>
          </p:nvSpPr>
          <p:spPr>
            <a:xfrm rot="0">
              <a:off x="4962" y="2965"/>
              <a:ext cx="32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0" y="27"/>
                  </a:moveTo>
                  <a:lnTo>
                    <a:pt x="21" y="42"/>
                  </a:lnTo>
                  <a:lnTo>
                    <a:pt x="43" y="58"/>
                  </a:lnTo>
                  <a:lnTo>
                    <a:pt x="62" y="31"/>
                  </a:lnTo>
                  <a:lnTo>
                    <a:pt x="41" y="16"/>
                  </a:lnTo>
                  <a:lnTo>
                    <a:pt x="19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83" name=""/>
            <p:cNvSpPr/>
            <p:nvPr/>
          </p:nvSpPr>
          <p:spPr>
            <a:xfrm rot="0">
              <a:off x="4983" y="2973"/>
              <a:ext cx="11" cy="8"/>
            </a:xfrm>
            <a:custGeom>
              <a:avLst/>
              <a:ahLst/>
              <a:rect l="0" t="0" r="r" b="b"/>
              <a:pathLst>
                <a:path w="21" h="15">
                  <a:moveTo>
                    <a:pt x="0" y="0"/>
                  </a:moveTo>
                  <a:lnTo>
                    <a:pt x="21" y="15"/>
                  </a:lnTo>
                  <a:lnTo>
                    <a:pt x="21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84" name=""/>
            <p:cNvSpPr/>
            <p:nvPr/>
          </p:nvSpPr>
          <p:spPr>
            <a:xfrm rot="0" flipV="1">
              <a:off x="4994" y="29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85" name=""/>
            <p:cNvSpPr/>
            <p:nvPr/>
          </p:nvSpPr>
          <p:spPr>
            <a:xfrm rot="0">
              <a:off x="4972" y="2952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0" y="27"/>
                  </a:moveTo>
                  <a:lnTo>
                    <a:pt x="22" y="42"/>
                  </a:lnTo>
                  <a:lnTo>
                    <a:pt x="43" y="56"/>
                  </a:lnTo>
                  <a:lnTo>
                    <a:pt x="62" y="28"/>
                  </a:lnTo>
                  <a:lnTo>
                    <a:pt x="40" y="14"/>
                  </a:lnTo>
                  <a:lnTo>
                    <a:pt x="19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86" name=""/>
            <p:cNvSpPr/>
            <p:nvPr/>
          </p:nvSpPr>
          <p:spPr>
            <a:xfrm rot="0">
              <a:off x="4972" y="2952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0" y="27"/>
                  </a:moveTo>
                  <a:lnTo>
                    <a:pt x="22" y="42"/>
                  </a:lnTo>
                  <a:lnTo>
                    <a:pt x="43" y="56"/>
                  </a:lnTo>
                  <a:lnTo>
                    <a:pt x="62" y="28"/>
                  </a:lnTo>
                  <a:lnTo>
                    <a:pt x="40" y="14"/>
                  </a:lnTo>
                  <a:lnTo>
                    <a:pt x="19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87" name=""/>
            <p:cNvSpPr/>
            <p:nvPr/>
          </p:nvSpPr>
          <p:spPr>
            <a:xfrm rot="0">
              <a:off x="4992" y="2959"/>
              <a:ext cx="11" cy="7"/>
            </a:xfrm>
            <a:custGeom>
              <a:avLst/>
              <a:ahLst/>
              <a:rect l="0" t="0" r="r" b="b"/>
              <a:pathLst>
                <a:path w="23" h="14">
                  <a:moveTo>
                    <a:pt x="0" y="0"/>
                  </a:moveTo>
                  <a:lnTo>
                    <a:pt x="22" y="14"/>
                  </a:lnTo>
                  <a:lnTo>
                    <a:pt x="2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88" name=""/>
            <p:cNvSpPr/>
            <p:nvPr/>
          </p:nvSpPr>
          <p:spPr>
            <a:xfrm rot="0" flipV="1">
              <a:off x="5003" y="29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89" name=""/>
            <p:cNvSpPr/>
            <p:nvPr/>
          </p:nvSpPr>
          <p:spPr>
            <a:xfrm rot="0">
              <a:off x="4981" y="2938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0" y="30"/>
                  </a:moveTo>
                  <a:lnTo>
                    <a:pt x="22" y="43"/>
                  </a:lnTo>
                  <a:lnTo>
                    <a:pt x="45" y="56"/>
                  </a:lnTo>
                  <a:lnTo>
                    <a:pt x="62" y="27"/>
                  </a:lnTo>
                  <a:lnTo>
                    <a:pt x="40" y="13"/>
                  </a:lnTo>
                  <a:lnTo>
                    <a:pt x="17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90" name=""/>
            <p:cNvSpPr/>
            <p:nvPr/>
          </p:nvSpPr>
          <p:spPr>
            <a:xfrm rot="0">
              <a:off x="4981" y="2938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0" y="30"/>
                  </a:moveTo>
                  <a:lnTo>
                    <a:pt x="22" y="43"/>
                  </a:lnTo>
                  <a:lnTo>
                    <a:pt x="45" y="56"/>
                  </a:lnTo>
                  <a:lnTo>
                    <a:pt x="62" y="27"/>
                  </a:lnTo>
                  <a:lnTo>
                    <a:pt x="40" y="13"/>
                  </a:lnTo>
                  <a:lnTo>
                    <a:pt x="17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91" name=""/>
            <p:cNvSpPr/>
            <p:nvPr/>
          </p:nvSpPr>
          <p:spPr>
            <a:xfrm rot="0">
              <a:off x="5001" y="2944"/>
              <a:ext cx="11" cy="7"/>
            </a:xfrm>
            <a:custGeom>
              <a:avLst/>
              <a:ahLst/>
              <a:rect l="0" t="0" r="r" b="b"/>
              <a:pathLst>
                <a:path w="22" h="14">
                  <a:moveTo>
                    <a:pt x="0" y="0"/>
                  </a:moveTo>
                  <a:lnTo>
                    <a:pt x="22" y="14"/>
                  </a:lnTo>
                  <a:lnTo>
                    <a:pt x="22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92" name=""/>
            <p:cNvSpPr/>
            <p:nvPr/>
          </p:nvSpPr>
          <p:spPr>
            <a:xfrm rot="0" flipV="1">
              <a:off x="5012" y="2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93" name=""/>
            <p:cNvSpPr/>
            <p:nvPr/>
          </p:nvSpPr>
          <p:spPr>
            <a:xfrm rot="0">
              <a:off x="4990" y="2924"/>
              <a:ext cx="30" cy="26"/>
            </a:xfrm>
            <a:custGeom>
              <a:avLst/>
              <a:ahLst/>
              <a:rect l="0" t="0" r="r" b="b"/>
              <a:pathLst>
                <a:path w="61" h="54">
                  <a:moveTo>
                    <a:pt x="0" y="29"/>
                  </a:moveTo>
                  <a:lnTo>
                    <a:pt x="23" y="41"/>
                  </a:lnTo>
                  <a:lnTo>
                    <a:pt x="45" y="54"/>
                  </a:lnTo>
                  <a:lnTo>
                    <a:pt x="61" y="25"/>
                  </a:lnTo>
                  <a:lnTo>
                    <a:pt x="38" y="13"/>
                  </a:lnTo>
                  <a:lnTo>
                    <a:pt x="16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94" name=""/>
            <p:cNvSpPr/>
            <p:nvPr/>
          </p:nvSpPr>
          <p:spPr>
            <a:xfrm rot="0">
              <a:off x="4990" y="2924"/>
              <a:ext cx="30" cy="26"/>
            </a:xfrm>
            <a:custGeom>
              <a:avLst/>
              <a:ahLst/>
              <a:rect l="0" t="0" r="r" b="b"/>
              <a:pathLst>
                <a:path w="61" h="54">
                  <a:moveTo>
                    <a:pt x="0" y="29"/>
                  </a:moveTo>
                  <a:lnTo>
                    <a:pt x="23" y="41"/>
                  </a:lnTo>
                  <a:lnTo>
                    <a:pt x="45" y="54"/>
                  </a:lnTo>
                  <a:lnTo>
                    <a:pt x="61" y="25"/>
                  </a:lnTo>
                  <a:lnTo>
                    <a:pt x="38" y="13"/>
                  </a:lnTo>
                  <a:lnTo>
                    <a:pt x="16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95" name=""/>
            <p:cNvSpPr/>
            <p:nvPr/>
          </p:nvSpPr>
          <p:spPr>
            <a:xfrm rot="0">
              <a:off x="5009" y="2930"/>
              <a:ext cx="11" cy="6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3" y="12"/>
                  </a:lnTo>
                  <a:lnTo>
                    <a:pt x="24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96" name=""/>
            <p:cNvSpPr/>
            <p:nvPr/>
          </p:nvSpPr>
          <p:spPr>
            <a:xfrm rot="0" flipV="1">
              <a:off x="5020" y="2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97" name=""/>
            <p:cNvSpPr/>
            <p:nvPr/>
          </p:nvSpPr>
          <p:spPr>
            <a:xfrm rot="0">
              <a:off x="4997" y="2909"/>
              <a:ext cx="30" cy="26"/>
            </a:xfrm>
            <a:custGeom>
              <a:avLst/>
              <a:ahLst/>
              <a:rect l="0" t="0" r="r" b="b"/>
              <a:pathLst>
                <a:path w="60" h="51">
                  <a:moveTo>
                    <a:pt x="0" y="31"/>
                  </a:moveTo>
                  <a:lnTo>
                    <a:pt x="23" y="41"/>
                  </a:lnTo>
                  <a:lnTo>
                    <a:pt x="47" y="51"/>
                  </a:lnTo>
                  <a:lnTo>
                    <a:pt x="60" y="20"/>
                  </a:lnTo>
                  <a:lnTo>
                    <a:pt x="36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898" name=""/>
            <p:cNvSpPr/>
            <p:nvPr/>
          </p:nvSpPr>
          <p:spPr>
            <a:xfrm rot="0">
              <a:off x="4997" y="2909"/>
              <a:ext cx="30" cy="26"/>
            </a:xfrm>
            <a:custGeom>
              <a:avLst/>
              <a:ahLst/>
              <a:rect l="0" t="0" r="r" b="b"/>
              <a:pathLst>
                <a:path w="60" h="51">
                  <a:moveTo>
                    <a:pt x="0" y="31"/>
                  </a:moveTo>
                  <a:lnTo>
                    <a:pt x="23" y="41"/>
                  </a:lnTo>
                  <a:lnTo>
                    <a:pt x="47" y="51"/>
                  </a:lnTo>
                  <a:lnTo>
                    <a:pt x="60" y="20"/>
                  </a:lnTo>
                  <a:lnTo>
                    <a:pt x="36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899" name=""/>
            <p:cNvSpPr/>
            <p:nvPr/>
          </p:nvSpPr>
          <p:spPr>
            <a:xfrm rot="0">
              <a:off x="5015" y="2915"/>
              <a:ext cx="12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4" y="10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00" name=""/>
            <p:cNvSpPr/>
            <p:nvPr/>
          </p:nvSpPr>
          <p:spPr>
            <a:xfrm rot="0" flipV="1">
              <a:off x="5027" y="2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01" name=""/>
            <p:cNvSpPr/>
            <p:nvPr/>
          </p:nvSpPr>
          <p:spPr>
            <a:xfrm rot="0">
              <a:off x="5003" y="2895"/>
              <a:ext cx="31" cy="24"/>
            </a:xfrm>
            <a:custGeom>
              <a:avLst/>
              <a:ahLst/>
              <a:rect l="0" t="0" r="r" b="b"/>
              <a:pathLst>
                <a:path w="61" h="49">
                  <a:moveTo>
                    <a:pt x="0" y="31"/>
                  </a:moveTo>
                  <a:lnTo>
                    <a:pt x="24" y="40"/>
                  </a:lnTo>
                  <a:lnTo>
                    <a:pt x="49" y="49"/>
                  </a:lnTo>
                  <a:lnTo>
                    <a:pt x="61" y="19"/>
                  </a:lnTo>
                  <a:lnTo>
                    <a:pt x="37" y="9"/>
                  </a:lnTo>
                  <a:lnTo>
                    <a:pt x="12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02" name=""/>
            <p:cNvSpPr/>
            <p:nvPr/>
          </p:nvSpPr>
          <p:spPr>
            <a:xfrm rot="0">
              <a:off x="5003" y="2895"/>
              <a:ext cx="31" cy="24"/>
            </a:xfrm>
            <a:custGeom>
              <a:avLst/>
              <a:ahLst/>
              <a:rect l="0" t="0" r="r" b="b"/>
              <a:pathLst>
                <a:path w="61" h="49">
                  <a:moveTo>
                    <a:pt x="0" y="31"/>
                  </a:moveTo>
                  <a:lnTo>
                    <a:pt x="24" y="40"/>
                  </a:lnTo>
                  <a:lnTo>
                    <a:pt x="49" y="49"/>
                  </a:lnTo>
                  <a:lnTo>
                    <a:pt x="61" y="19"/>
                  </a:lnTo>
                  <a:lnTo>
                    <a:pt x="37" y="9"/>
                  </a:lnTo>
                  <a:lnTo>
                    <a:pt x="12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03" name=""/>
            <p:cNvSpPr/>
            <p:nvPr/>
          </p:nvSpPr>
          <p:spPr>
            <a:xfrm rot="0">
              <a:off x="5021" y="2899"/>
              <a:ext cx="13" cy="5"/>
            </a:xfrm>
            <a:custGeom>
              <a:avLst/>
              <a:ahLst/>
              <a:rect l="0" t="0" r="r" b="b"/>
              <a:pathLst>
                <a:path w="24" h="10">
                  <a:moveTo>
                    <a:pt x="0" y="0"/>
                  </a:moveTo>
                  <a:lnTo>
                    <a:pt x="24" y="10"/>
                  </a:lnTo>
                  <a:lnTo>
                    <a:pt x="24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04" name=""/>
            <p:cNvSpPr/>
            <p:nvPr/>
          </p:nvSpPr>
          <p:spPr>
            <a:xfrm rot="0">
              <a:off x="5034" y="29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05" name=""/>
            <p:cNvSpPr/>
            <p:nvPr/>
          </p:nvSpPr>
          <p:spPr>
            <a:xfrm rot="0">
              <a:off x="5009" y="2879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0" y="32"/>
                  </a:moveTo>
                  <a:lnTo>
                    <a:pt x="25" y="41"/>
                  </a:lnTo>
                  <a:lnTo>
                    <a:pt x="49" y="51"/>
                  </a:lnTo>
                  <a:lnTo>
                    <a:pt x="60" y="19"/>
                  </a:lnTo>
                  <a:lnTo>
                    <a:pt x="36" y="1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06" name=""/>
            <p:cNvSpPr/>
            <p:nvPr/>
          </p:nvSpPr>
          <p:spPr>
            <a:xfrm rot="0">
              <a:off x="5009" y="2879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0" y="32"/>
                  </a:moveTo>
                  <a:lnTo>
                    <a:pt x="25" y="41"/>
                  </a:lnTo>
                  <a:lnTo>
                    <a:pt x="49" y="51"/>
                  </a:lnTo>
                  <a:lnTo>
                    <a:pt x="60" y="19"/>
                  </a:lnTo>
                  <a:lnTo>
                    <a:pt x="36" y="1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07" name=""/>
            <p:cNvSpPr/>
            <p:nvPr/>
          </p:nvSpPr>
          <p:spPr>
            <a:xfrm rot="0">
              <a:off x="5027" y="2883"/>
              <a:ext cx="12" cy="5"/>
            </a:xfrm>
            <a:custGeom>
              <a:avLst/>
              <a:ahLst/>
              <a:rect l="0" t="0" r="r" b="b"/>
              <a:pathLst>
                <a:path w="24" h="9">
                  <a:moveTo>
                    <a:pt x="0" y="0"/>
                  </a:moveTo>
                  <a:lnTo>
                    <a:pt x="24" y="9"/>
                  </a:lnTo>
                  <a:lnTo>
                    <a:pt x="24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08" name=""/>
            <p:cNvSpPr/>
            <p:nvPr/>
          </p:nvSpPr>
          <p:spPr>
            <a:xfrm rot="0" flipV="1">
              <a:off x="5039" y="2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09" name=""/>
            <p:cNvSpPr/>
            <p:nvPr/>
          </p:nvSpPr>
          <p:spPr>
            <a:xfrm rot="0">
              <a:off x="5015" y="2864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0" y="31"/>
                  </a:moveTo>
                  <a:lnTo>
                    <a:pt x="25" y="39"/>
                  </a:lnTo>
                  <a:lnTo>
                    <a:pt x="49" y="46"/>
                  </a:lnTo>
                  <a:lnTo>
                    <a:pt x="59" y="14"/>
                  </a:lnTo>
                  <a:lnTo>
                    <a:pt x="34" y="7"/>
                  </a:lnTo>
                  <a:lnTo>
                    <a:pt x="1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10" name=""/>
            <p:cNvSpPr/>
            <p:nvPr/>
          </p:nvSpPr>
          <p:spPr>
            <a:xfrm rot="0">
              <a:off x="5015" y="2864"/>
              <a:ext cx="29" cy="23"/>
            </a:xfrm>
            <a:custGeom>
              <a:avLst/>
              <a:ahLst/>
              <a:rect l="0" t="0" r="r" b="b"/>
              <a:pathLst>
                <a:path w="59" h="46">
                  <a:moveTo>
                    <a:pt x="0" y="31"/>
                  </a:moveTo>
                  <a:lnTo>
                    <a:pt x="25" y="39"/>
                  </a:lnTo>
                  <a:lnTo>
                    <a:pt x="49" y="46"/>
                  </a:lnTo>
                  <a:lnTo>
                    <a:pt x="59" y="14"/>
                  </a:lnTo>
                  <a:lnTo>
                    <a:pt x="34" y="7"/>
                  </a:lnTo>
                  <a:lnTo>
                    <a:pt x="10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11" name=""/>
            <p:cNvSpPr/>
            <p:nvPr/>
          </p:nvSpPr>
          <p:spPr>
            <a:xfrm rot="0">
              <a:off x="5032" y="2867"/>
              <a:ext cx="12" cy="4"/>
            </a:xfrm>
            <a:custGeom>
              <a:avLst/>
              <a:ahLst/>
              <a:rect l="0" t="0" r="r" b="b"/>
              <a:pathLst>
                <a:path w="26" h="7">
                  <a:moveTo>
                    <a:pt x="0" y="0"/>
                  </a:moveTo>
                  <a:lnTo>
                    <a:pt x="25" y="7"/>
                  </a:lnTo>
                  <a:lnTo>
                    <a:pt x="26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12" name=""/>
            <p:cNvSpPr/>
            <p:nvPr/>
          </p:nvSpPr>
          <p:spPr>
            <a:xfrm rot="0" flipV="1">
              <a:off x="5044" y="2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13" name=""/>
            <p:cNvSpPr/>
            <p:nvPr/>
          </p:nvSpPr>
          <p:spPr>
            <a:xfrm rot="0">
              <a:off x="5019" y="2849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0" y="33"/>
                  </a:moveTo>
                  <a:lnTo>
                    <a:pt x="25" y="38"/>
                  </a:lnTo>
                  <a:lnTo>
                    <a:pt x="51" y="43"/>
                  </a:lnTo>
                  <a:lnTo>
                    <a:pt x="58" y="10"/>
                  </a:lnTo>
                  <a:lnTo>
                    <a:pt x="32" y="5"/>
                  </a:lnTo>
                  <a:lnTo>
                    <a:pt x="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14" name=""/>
            <p:cNvSpPr/>
            <p:nvPr/>
          </p:nvSpPr>
          <p:spPr>
            <a:xfrm rot="0">
              <a:off x="5019" y="2849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0" y="33"/>
                  </a:moveTo>
                  <a:lnTo>
                    <a:pt x="25" y="38"/>
                  </a:lnTo>
                  <a:lnTo>
                    <a:pt x="51" y="43"/>
                  </a:lnTo>
                  <a:lnTo>
                    <a:pt x="58" y="10"/>
                  </a:lnTo>
                  <a:lnTo>
                    <a:pt x="32" y="5"/>
                  </a:lnTo>
                  <a:lnTo>
                    <a:pt x="7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15" name=""/>
            <p:cNvSpPr/>
            <p:nvPr/>
          </p:nvSpPr>
          <p:spPr>
            <a:xfrm rot="0">
              <a:off x="5035" y="2851"/>
              <a:ext cx="13" cy="3"/>
            </a:xfrm>
            <a:custGeom>
              <a:avLst/>
              <a:ahLst/>
              <a:rect l="0" t="0" r="r" b="b"/>
              <a:pathLst>
                <a:path w="26" h="5">
                  <a:moveTo>
                    <a:pt x="0" y="0"/>
                  </a:moveTo>
                  <a:lnTo>
                    <a:pt x="26" y="5"/>
                  </a:lnTo>
                  <a:lnTo>
                    <a:pt x="26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16" name=""/>
            <p:cNvSpPr/>
            <p:nvPr/>
          </p:nvSpPr>
          <p:spPr>
            <a:xfrm rot="0">
              <a:off x="5048" y="2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17" name=""/>
            <p:cNvSpPr/>
            <p:nvPr/>
          </p:nvSpPr>
          <p:spPr>
            <a:xfrm rot="0">
              <a:off x="5022" y="2832"/>
              <a:ext cx="29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0" y="33"/>
                  </a:moveTo>
                  <a:lnTo>
                    <a:pt x="25" y="38"/>
                  </a:lnTo>
                  <a:lnTo>
                    <a:pt x="51" y="43"/>
                  </a:lnTo>
                  <a:lnTo>
                    <a:pt x="57" y="10"/>
                  </a:lnTo>
                  <a:lnTo>
                    <a:pt x="31" y="5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18" name=""/>
            <p:cNvSpPr/>
            <p:nvPr/>
          </p:nvSpPr>
          <p:spPr>
            <a:xfrm rot="0">
              <a:off x="5022" y="2832"/>
              <a:ext cx="29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0" y="33"/>
                  </a:moveTo>
                  <a:lnTo>
                    <a:pt x="25" y="38"/>
                  </a:lnTo>
                  <a:lnTo>
                    <a:pt x="51" y="43"/>
                  </a:lnTo>
                  <a:lnTo>
                    <a:pt x="57" y="10"/>
                  </a:lnTo>
                  <a:lnTo>
                    <a:pt x="31" y="5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19" name=""/>
            <p:cNvSpPr/>
            <p:nvPr/>
          </p:nvSpPr>
          <p:spPr>
            <a:xfrm rot="0">
              <a:off x="5038" y="2835"/>
              <a:ext cx="13" cy="2"/>
            </a:xfrm>
            <a:custGeom>
              <a:avLst/>
              <a:ahLst/>
              <a:rect l="0" t="0" r="r" b="b"/>
              <a:pathLst>
                <a:path w="26" h="5">
                  <a:moveTo>
                    <a:pt x="0" y="0"/>
                  </a:moveTo>
                  <a:lnTo>
                    <a:pt x="26" y="5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20" name=""/>
            <p:cNvSpPr/>
            <p:nvPr/>
          </p:nvSpPr>
          <p:spPr>
            <a:xfrm rot="0" flipV="1">
              <a:off x="5051" y="2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21" name=""/>
            <p:cNvSpPr/>
            <p:nvPr/>
          </p:nvSpPr>
          <p:spPr>
            <a:xfrm rot="0">
              <a:off x="5025" y="2817"/>
              <a:ext cx="28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0" y="32"/>
                  </a:moveTo>
                  <a:lnTo>
                    <a:pt x="25" y="35"/>
                  </a:lnTo>
                  <a:lnTo>
                    <a:pt x="51" y="38"/>
                  </a:lnTo>
                  <a:lnTo>
                    <a:pt x="55" y="6"/>
                  </a:lnTo>
                  <a:lnTo>
                    <a:pt x="29" y="3"/>
                  </a:lnTo>
                  <a:lnTo>
                    <a:pt x="4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22" name=""/>
            <p:cNvSpPr/>
            <p:nvPr/>
          </p:nvSpPr>
          <p:spPr>
            <a:xfrm rot="0">
              <a:off x="5025" y="2817"/>
              <a:ext cx="28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0" y="32"/>
                  </a:moveTo>
                  <a:lnTo>
                    <a:pt x="25" y="35"/>
                  </a:lnTo>
                  <a:lnTo>
                    <a:pt x="51" y="38"/>
                  </a:lnTo>
                  <a:lnTo>
                    <a:pt x="55" y="6"/>
                  </a:lnTo>
                  <a:lnTo>
                    <a:pt x="29" y="3"/>
                  </a:lnTo>
                  <a:lnTo>
                    <a:pt x="4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23" name=""/>
            <p:cNvSpPr/>
            <p:nvPr/>
          </p:nvSpPr>
          <p:spPr>
            <a:xfrm rot="0">
              <a:off x="5040" y="2818"/>
              <a:ext cx="13" cy="2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24" name=""/>
            <p:cNvSpPr/>
            <p:nvPr/>
          </p:nvSpPr>
          <p:spPr>
            <a:xfrm rot="0" flipV="1">
              <a:off x="5053" y="28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25" name=""/>
            <p:cNvSpPr/>
            <p:nvPr/>
          </p:nvSpPr>
          <p:spPr>
            <a:xfrm rot="0">
              <a:off x="5027" y="280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0" y="34"/>
                  </a:moveTo>
                  <a:lnTo>
                    <a:pt x="25" y="36"/>
                  </a:lnTo>
                  <a:lnTo>
                    <a:pt x="51" y="38"/>
                  </a:lnTo>
                  <a:lnTo>
                    <a:pt x="53" y="4"/>
                  </a:lnTo>
                  <a:lnTo>
                    <a:pt x="28" y="2"/>
                  </a:lnTo>
                  <a:lnTo>
                    <a:pt x="2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26" name=""/>
            <p:cNvSpPr/>
            <p:nvPr/>
          </p:nvSpPr>
          <p:spPr>
            <a:xfrm rot="0">
              <a:off x="5027" y="2800"/>
              <a:ext cx="27" cy="19"/>
            </a:xfrm>
            <a:custGeom>
              <a:avLst/>
              <a:ahLst/>
              <a:rect l="0" t="0" r="r" b="b"/>
              <a:pathLst>
                <a:path w="53" h="38">
                  <a:moveTo>
                    <a:pt x="0" y="34"/>
                  </a:moveTo>
                  <a:lnTo>
                    <a:pt x="25" y="36"/>
                  </a:lnTo>
                  <a:lnTo>
                    <a:pt x="51" y="38"/>
                  </a:lnTo>
                  <a:lnTo>
                    <a:pt x="53" y="4"/>
                  </a:lnTo>
                  <a:lnTo>
                    <a:pt x="28" y="2"/>
                  </a:lnTo>
                  <a:lnTo>
                    <a:pt x="2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27" name=""/>
            <p:cNvSpPr/>
            <p:nvPr/>
          </p:nvSpPr>
          <p:spPr>
            <a:xfrm rot="0">
              <a:off x="5041" y="2801"/>
              <a:ext cx="13" cy="1"/>
            </a:xfrm>
            <a:custGeom>
              <a:avLst/>
              <a:ahLst/>
              <a:rect l="0" t="0" r="r" b="b"/>
              <a:pathLst>
                <a:path w="25" h="2">
                  <a:moveTo>
                    <a:pt x="0" y="0"/>
                  </a:moveTo>
                  <a:lnTo>
                    <a:pt x="25" y="2"/>
                  </a:lnTo>
                  <a:lnTo>
                    <a:pt x="25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28" name=""/>
            <p:cNvSpPr/>
            <p:nvPr/>
          </p:nvSpPr>
          <p:spPr>
            <a:xfrm rot="0" flipV="1">
              <a:off x="5054" y="2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29" name=""/>
            <p:cNvSpPr/>
            <p:nvPr/>
          </p:nvSpPr>
          <p:spPr>
            <a:xfrm rot="0">
              <a:off x="5028" y="2785"/>
              <a:ext cx="27" cy="17"/>
            </a:xfrm>
            <a:custGeom>
              <a:avLst/>
              <a:ahLst/>
              <a:rect l="0" t="0" r="r" b="b"/>
              <a:pathLst>
                <a:path w="52" h="35">
                  <a:moveTo>
                    <a:pt x="0" y="33"/>
                  </a:moveTo>
                  <a:lnTo>
                    <a:pt x="26" y="34"/>
                  </a:lnTo>
                  <a:lnTo>
                    <a:pt x="51" y="35"/>
                  </a:lnTo>
                  <a:lnTo>
                    <a:pt x="52" y="2"/>
                  </a:lnTo>
                  <a:lnTo>
                    <a:pt x="27" y="1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30" name=""/>
            <p:cNvSpPr/>
            <p:nvPr/>
          </p:nvSpPr>
          <p:spPr>
            <a:xfrm rot="0">
              <a:off x="5028" y="2785"/>
              <a:ext cx="27" cy="17"/>
            </a:xfrm>
            <a:custGeom>
              <a:avLst/>
              <a:ahLst/>
              <a:rect l="0" t="0" r="r" b="b"/>
              <a:pathLst>
                <a:path w="52" h="35">
                  <a:moveTo>
                    <a:pt x="0" y="33"/>
                  </a:moveTo>
                  <a:lnTo>
                    <a:pt x="26" y="34"/>
                  </a:lnTo>
                  <a:lnTo>
                    <a:pt x="51" y="35"/>
                  </a:lnTo>
                  <a:lnTo>
                    <a:pt x="52" y="2"/>
                  </a:lnTo>
                  <a:lnTo>
                    <a:pt x="27" y="1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1" name=""/>
            <p:cNvSpPr/>
            <p:nvPr/>
          </p:nvSpPr>
          <p:spPr>
            <a:xfrm rot="0">
              <a:off x="5042" y="2785"/>
              <a:ext cx="13" cy="1"/>
            </a:xfrm>
            <a:custGeom>
              <a:avLst/>
              <a:ahLst/>
              <a:rect l="0" t="0" r="r" b="b"/>
              <a:pathLst>
                <a:path w="25" h="2">
                  <a:moveTo>
                    <a:pt x="0" y="1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32" name=""/>
            <p:cNvSpPr/>
            <p:nvPr/>
          </p:nvSpPr>
          <p:spPr>
            <a:xfrm rot="0" flipV="1">
              <a:off x="5055" y="27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3" name=""/>
            <p:cNvSpPr/>
            <p:nvPr/>
          </p:nvSpPr>
          <p:spPr>
            <a:xfrm rot="0">
              <a:off x="4313" y="2785"/>
              <a:ext cx="26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4" name=""/>
            <p:cNvSpPr/>
            <p:nvPr/>
          </p:nvSpPr>
          <p:spPr>
            <a:xfrm rot="0">
              <a:off x="4614" y="2785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5" name=""/>
            <p:cNvSpPr/>
            <p:nvPr/>
          </p:nvSpPr>
          <p:spPr>
            <a:xfrm rot="0">
              <a:off x="4686" y="2785"/>
              <a:ext cx="26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6" name=""/>
            <p:cNvSpPr/>
            <p:nvPr/>
          </p:nvSpPr>
          <p:spPr>
            <a:xfrm rot="0">
              <a:off x="3740" y="3304"/>
              <a:ext cx="1" cy="17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7" name=""/>
            <p:cNvSpPr/>
            <p:nvPr/>
          </p:nvSpPr>
          <p:spPr>
            <a:xfrm rot="0">
              <a:off x="3740" y="3512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8" name=""/>
            <p:cNvSpPr/>
            <p:nvPr/>
          </p:nvSpPr>
          <p:spPr>
            <a:xfrm rot="0">
              <a:off x="3740" y="3584"/>
              <a:ext cx="1" cy="21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39" name=""/>
            <p:cNvSpPr/>
            <p:nvPr/>
          </p:nvSpPr>
          <p:spPr>
            <a:xfrm rot="0">
              <a:off x="3740" y="3837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40" name=""/>
            <p:cNvSpPr/>
            <p:nvPr/>
          </p:nvSpPr>
          <p:spPr>
            <a:xfrm rot="0">
              <a:off x="3740" y="3910"/>
              <a:ext cx="1" cy="17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41" name=""/>
            <p:cNvSpPr/>
            <p:nvPr/>
          </p:nvSpPr>
          <p:spPr>
            <a:xfrm rot="0">
              <a:off x="3928" y="3923"/>
              <a:ext cx="21" cy="23"/>
            </a:xfrm>
            <a:custGeom>
              <a:avLst/>
              <a:ahLst/>
              <a:rect l="0" t="0" r="r" b="b"/>
              <a:pathLst>
                <a:path w="42" h="46">
                  <a:moveTo>
                    <a:pt x="25" y="20"/>
                  </a:moveTo>
                  <a:lnTo>
                    <a:pt x="42" y="41"/>
                  </a:lnTo>
                  <a:lnTo>
                    <a:pt x="34" y="45"/>
                  </a:lnTo>
                  <a:lnTo>
                    <a:pt x="26" y="46"/>
                  </a:lnTo>
                  <a:lnTo>
                    <a:pt x="18" y="46"/>
                  </a:lnTo>
                  <a:lnTo>
                    <a:pt x="11" y="42"/>
                  </a:lnTo>
                  <a:lnTo>
                    <a:pt x="5" y="36"/>
                  </a:lnTo>
                  <a:lnTo>
                    <a:pt x="1" y="29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4" y="6"/>
                  </a:lnTo>
                  <a:lnTo>
                    <a:pt x="9" y="0"/>
                  </a:lnTo>
                  <a:lnTo>
                    <a:pt x="25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42" name=""/>
            <p:cNvSpPr/>
            <p:nvPr/>
          </p:nvSpPr>
          <p:spPr>
            <a:xfrm rot="0">
              <a:off x="3928" y="3923"/>
              <a:ext cx="21" cy="23"/>
            </a:xfrm>
            <a:custGeom>
              <a:avLst/>
              <a:ahLst/>
              <a:rect l="0" t="0" r="r" b="b"/>
              <a:pathLst>
                <a:path w="42" h="46">
                  <a:moveTo>
                    <a:pt x="42" y="41"/>
                  </a:moveTo>
                  <a:lnTo>
                    <a:pt x="34" y="45"/>
                  </a:lnTo>
                  <a:lnTo>
                    <a:pt x="26" y="46"/>
                  </a:lnTo>
                  <a:lnTo>
                    <a:pt x="18" y="46"/>
                  </a:lnTo>
                  <a:lnTo>
                    <a:pt x="11" y="42"/>
                  </a:lnTo>
                  <a:lnTo>
                    <a:pt x="5" y="36"/>
                  </a:lnTo>
                  <a:lnTo>
                    <a:pt x="1" y="29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4" y="6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43" name=""/>
            <p:cNvSpPr/>
            <p:nvPr/>
          </p:nvSpPr>
          <p:spPr>
            <a:xfrm rot="0">
              <a:off x="3933" y="3913"/>
              <a:ext cx="29" cy="30"/>
            </a:xfrm>
            <a:custGeom>
              <a:avLst/>
              <a:ahLst/>
              <a:rect l="0" t="0" r="r" b="b"/>
              <a:pathLst>
                <a:path w="58" h="62">
                  <a:moveTo>
                    <a:pt x="0" y="21"/>
                  </a:moveTo>
                  <a:lnTo>
                    <a:pt x="16" y="41"/>
                  </a:lnTo>
                  <a:lnTo>
                    <a:pt x="33" y="62"/>
                  </a:lnTo>
                  <a:lnTo>
                    <a:pt x="58" y="41"/>
                  </a:lnTo>
                  <a:lnTo>
                    <a:pt x="42" y="21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44" name=""/>
            <p:cNvSpPr/>
            <p:nvPr/>
          </p:nvSpPr>
          <p:spPr>
            <a:xfrm rot="0">
              <a:off x="3933" y="3913"/>
              <a:ext cx="29" cy="30"/>
            </a:xfrm>
            <a:custGeom>
              <a:avLst/>
              <a:ahLst/>
              <a:rect l="0" t="0" r="r" b="b"/>
              <a:pathLst>
                <a:path w="58" h="62">
                  <a:moveTo>
                    <a:pt x="0" y="21"/>
                  </a:moveTo>
                  <a:lnTo>
                    <a:pt x="16" y="41"/>
                  </a:lnTo>
                  <a:lnTo>
                    <a:pt x="33" y="62"/>
                  </a:lnTo>
                  <a:lnTo>
                    <a:pt x="58" y="41"/>
                  </a:lnTo>
                  <a:lnTo>
                    <a:pt x="42" y="21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45" name=""/>
            <p:cNvSpPr/>
            <p:nvPr/>
          </p:nvSpPr>
          <p:spPr>
            <a:xfrm rot="0">
              <a:off x="3954" y="3923"/>
              <a:ext cx="9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0" y="0"/>
                  </a:moveTo>
                  <a:lnTo>
                    <a:pt x="16" y="20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46" name=""/>
            <p:cNvSpPr/>
            <p:nvPr/>
          </p:nvSpPr>
          <p:spPr>
            <a:xfrm rot="0" flipV="1">
              <a:off x="3962" y="39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47" name=""/>
            <p:cNvSpPr/>
            <p:nvPr/>
          </p:nvSpPr>
          <p:spPr>
            <a:xfrm rot="0">
              <a:off x="3945" y="3902"/>
              <a:ext cx="30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0" y="22"/>
                  </a:moveTo>
                  <a:lnTo>
                    <a:pt x="18" y="42"/>
                  </a:lnTo>
                  <a:lnTo>
                    <a:pt x="35" y="61"/>
                  </a:lnTo>
                  <a:lnTo>
                    <a:pt x="60" y="39"/>
                  </a:lnTo>
                  <a:lnTo>
                    <a:pt x="42" y="19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48" name=""/>
            <p:cNvSpPr/>
            <p:nvPr/>
          </p:nvSpPr>
          <p:spPr>
            <a:xfrm rot="0">
              <a:off x="3945" y="3902"/>
              <a:ext cx="30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0" y="22"/>
                  </a:moveTo>
                  <a:lnTo>
                    <a:pt x="18" y="42"/>
                  </a:lnTo>
                  <a:lnTo>
                    <a:pt x="35" y="61"/>
                  </a:lnTo>
                  <a:lnTo>
                    <a:pt x="60" y="39"/>
                  </a:lnTo>
                  <a:lnTo>
                    <a:pt x="42" y="19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49" name=""/>
            <p:cNvSpPr/>
            <p:nvPr/>
          </p:nvSpPr>
          <p:spPr>
            <a:xfrm rot="0">
              <a:off x="3966" y="3912"/>
              <a:ext cx="9" cy="9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8" y="20"/>
                  </a:lnTo>
                  <a:lnTo>
                    <a:pt x="19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50" name=""/>
            <p:cNvSpPr/>
            <p:nvPr/>
          </p:nvSpPr>
          <p:spPr>
            <a:xfrm rot="0" flipV="1">
              <a:off x="3975" y="3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51" name=""/>
            <p:cNvSpPr/>
            <p:nvPr/>
          </p:nvSpPr>
          <p:spPr>
            <a:xfrm rot="0">
              <a:off x="3957" y="3891"/>
              <a:ext cx="30" cy="30"/>
            </a:xfrm>
            <a:custGeom>
              <a:avLst/>
              <a:ahLst/>
              <a:rect l="0" t="0" r="r" b="b"/>
              <a:pathLst>
                <a:path w="60" h="61">
                  <a:moveTo>
                    <a:pt x="0" y="24"/>
                  </a:moveTo>
                  <a:lnTo>
                    <a:pt x="18" y="42"/>
                  </a:lnTo>
                  <a:lnTo>
                    <a:pt x="37" y="61"/>
                  </a:lnTo>
                  <a:lnTo>
                    <a:pt x="60" y="37"/>
                  </a:lnTo>
                  <a:lnTo>
                    <a:pt x="42" y="19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52" name=""/>
            <p:cNvSpPr/>
            <p:nvPr/>
          </p:nvSpPr>
          <p:spPr>
            <a:xfrm rot="0">
              <a:off x="3957" y="3891"/>
              <a:ext cx="30" cy="30"/>
            </a:xfrm>
            <a:custGeom>
              <a:avLst/>
              <a:ahLst/>
              <a:rect l="0" t="0" r="r" b="b"/>
              <a:pathLst>
                <a:path w="60" h="61">
                  <a:moveTo>
                    <a:pt x="0" y="24"/>
                  </a:moveTo>
                  <a:lnTo>
                    <a:pt x="18" y="42"/>
                  </a:lnTo>
                  <a:lnTo>
                    <a:pt x="37" y="61"/>
                  </a:lnTo>
                  <a:lnTo>
                    <a:pt x="60" y="37"/>
                  </a:lnTo>
                  <a:lnTo>
                    <a:pt x="42" y="19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53" name=""/>
            <p:cNvSpPr/>
            <p:nvPr/>
          </p:nvSpPr>
          <p:spPr>
            <a:xfrm rot="0">
              <a:off x="3978" y="3900"/>
              <a:ext cx="10" cy="9"/>
            </a:xfrm>
            <a:custGeom>
              <a:avLst/>
              <a:ahLst/>
              <a:rect l="0" t="0" r="r" b="b"/>
              <a:pathLst>
                <a:path w="19" h="18">
                  <a:moveTo>
                    <a:pt x="0" y="0"/>
                  </a:moveTo>
                  <a:lnTo>
                    <a:pt x="18" y="18"/>
                  </a:lnTo>
                  <a:lnTo>
                    <a:pt x="19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54" name=""/>
            <p:cNvSpPr/>
            <p:nvPr/>
          </p:nvSpPr>
          <p:spPr>
            <a:xfrm rot="0" flipV="1">
              <a:off x="3987" y="39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55" name=""/>
            <p:cNvSpPr/>
            <p:nvPr/>
          </p:nvSpPr>
          <p:spPr>
            <a:xfrm rot="0">
              <a:off x="3968" y="3878"/>
              <a:ext cx="31" cy="30"/>
            </a:xfrm>
            <a:custGeom>
              <a:avLst/>
              <a:ahLst/>
              <a:rect l="0" t="0" r="r" b="b"/>
              <a:pathLst>
                <a:path w="61" h="60">
                  <a:moveTo>
                    <a:pt x="0" y="25"/>
                  </a:moveTo>
                  <a:lnTo>
                    <a:pt x="19" y="43"/>
                  </a:lnTo>
                  <a:lnTo>
                    <a:pt x="38" y="60"/>
                  </a:lnTo>
                  <a:lnTo>
                    <a:pt x="61" y="34"/>
                  </a:lnTo>
                  <a:lnTo>
                    <a:pt x="41" y="17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56" name=""/>
            <p:cNvSpPr/>
            <p:nvPr/>
          </p:nvSpPr>
          <p:spPr>
            <a:xfrm rot="0">
              <a:off x="3968" y="3878"/>
              <a:ext cx="31" cy="30"/>
            </a:xfrm>
            <a:custGeom>
              <a:avLst/>
              <a:ahLst/>
              <a:rect l="0" t="0" r="r" b="b"/>
              <a:pathLst>
                <a:path w="61" h="60">
                  <a:moveTo>
                    <a:pt x="0" y="25"/>
                  </a:moveTo>
                  <a:lnTo>
                    <a:pt x="19" y="43"/>
                  </a:lnTo>
                  <a:lnTo>
                    <a:pt x="38" y="60"/>
                  </a:lnTo>
                  <a:lnTo>
                    <a:pt x="61" y="34"/>
                  </a:lnTo>
                  <a:lnTo>
                    <a:pt x="41" y="17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57" name=""/>
            <p:cNvSpPr/>
            <p:nvPr/>
          </p:nvSpPr>
          <p:spPr>
            <a:xfrm rot="0">
              <a:off x="3989" y="3887"/>
              <a:ext cx="10" cy="9"/>
            </a:xfrm>
            <a:custGeom>
              <a:avLst/>
              <a:ahLst/>
              <a:rect l="0" t="0" r="r" b="b"/>
              <a:pathLst>
                <a:path w="21" h="17">
                  <a:moveTo>
                    <a:pt x="0" y="0"/>
                  </a:moveTo>
                  <a:lnTo>
                    <a:pt x="20" y="17"/>
                  </a:lnTo>
                  <a:lnTo>
                    <a:pt x="21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58" name=""/>
            <p:cNvSpPr/>
            <p:nvPr/>
          </p:nvSpPr>
          <p:spPr>
            <a:xfrm rot="0" flipV="1">
              <a:off x="3999" y="38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59" name=""/>
            <p:cNvSpPr/>
            <p:nvPr/>
          </p:nvSpPr>
          <p:spPr>
            <a:xfrm rot="0">
              <a:off x="3979" y="3866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0" y="26"/>
                  </a:moveTo>
                  <a:lnTo>
                    <a:pt x="20" y="42"/>
                  </a:lnTo>
                  <a:lnTo>
                    <a:pt x="41" y="58"/>
                  </a:lnTo>
                  <a:lnTo>
                    <a:pt x="62" y="33"/>
                  </a:lnTo>
                  <a:lnTo>
                    <a:pt x="42" y="16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60" name=""/>
            <p:cNvSpPr/>
            <p:nvPr/>
          </p:nvSpPr>
          <p:spPr>
            <a:xfrm rot="0">
              <a:off x="3979" y="3866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0" y="26"/>
                  </a:moveTo>
                  <a:lnTo>
                    <a:pt x="20" y="42"/>
                  </a:lnTo>
                  <a:lnTo>
                    <a:pt x="41" y="58"/>
                  </a:lnTo>
                  <a:lnTo>
                    <a:pt x="62" y="33"/>
                  </a:lnTo>
                  <a:lnTo>
                    <a:pt x="42" y="16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61" name=""/>
            <p:cNvSpPr/>
            <p:nvPr/>
          </p:nvSpPr>
          <p:spPr>
            <a:xfrm rot="0">
              <a:off x="4000" y="3874"/>
              <a:ext cx="11" cy="8"/>
            </a:xfrm>
            <a:custGeom>
              <a:avLst/>
              <a:ahLst/>
              <a:rect l="0" t="0" r="r" b="b"/>
              <a:pathLst>
                <a:path w="21" h="17">
                  <a:moveTo>
                    <a:pt x="0" y="0"/>
                  </a:moveTo>
                  <a:lnTo>
                    <a:pt x="20" y="17"/>
                  </a:lnTo>
                  <a:lnTo>
                    <a:pt x="21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62" name=""/>
            <p:cNvSpPr/>
            <p:nvPr/>
          </p:nvSpPr>
          <p:spPr>
            <a:xfrm rot="0" flipV="1">
              <a:off x="4010" y="38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63" name=""/>
            <p:cNvSpPr/>
            <p:nvPr/>
          </p:nvSpPr>
          <p:spPr>
            <a:xfrm rot="0">
              <a:off x="3989" y="3853"/>
              <a:ext cx="31" cy="29"/>
            </a:xfrm>
            <a:custGeom>
              <a:avLst/>
              <a:ahLst/>
              <a:rect l="0" t="0" r="r" b="b"/>
              <a:pathLst>
                <a:path w="63" h="59">
                  <a:moveTo>
                    <a:pt x="0" y="28"/>
                  </a:moveTo>
                  <a:lnTo>
                    <a:pt x="22" y="43"/>
                  </a:lnTo>
                  <a:lnTo>
                    <a:pt x="43" y="59"/>
                  </a:lnTo>
                  <a:lnTo>
                    <a:pt x="63" y="31"/>
                  </a:lnTo>
                  <a:lnTo>
                    <a:pt x="41" y="16"/>
                  </a:lnTo>
                  <a:lnTo>
                    <a:pt x="20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64" name=""/>
            <p:cNvSpPr/>
            <p:nvPr/>
          </p:nvSpPr>
          <p:spPr>
            <a:xfrm rot="0">
              <a:off x="3989" y="3853"/>
              <a:ext cx="31" cy="29"/>
            </a:xfrm>
            <a:custGeom>
              <a:avLst/>
              <a:ahLst/>
              <a:rect l="0" t="0" r="r" b="b"/>
              <a:pathLst>
                <a:path w="63" h="59">
                  <a:moveTo>
                    <a:pt x="0" y="28"/>
                  </a:moveTo>
                  <a:lnTo>
                    <a:pt x="22" y="43"/>
                  </a:lnTo>
                  <a:lnTo>
                    <a:pt x="43" y="59"/>
                  </a:lnTo>
                  <a:lnTo>
                    <a:pt x="63" y="31"/>
                  </a:lnTo>
                  <a:lnTo>
                    <a:pt x="41" y="16"/>
                  </a:lnTo>
                  <a:lnTo>
                    <a:pt x="20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65" name=""/>
            <p:cNvSpPr/>
            <p:nvPr/>
          </p:nvSpPr>
          <p:spPr>
            <a:xfrm rot="0">
              <a:off x="4010" y="3860"/>
              <a:ext cx="10" cy="8"/>
            </a:xfrm>
            <a:custGeom>
              <a:avLst/>
              <a:ahLst/>
              <a:rect l="0" t="0" r="r" b="b"/>
              <a:pathLst>
                <a:path w="22" h="15">
                  <a:moveTo>
                    <a:pt x="0" y="0"/>
                  </a:moveTo>
                  <a:lnTo>
                    <a:pt x="22" y="15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66" name=""/>
            <p:cNvSpPr/>
            <p:nvPr/>
          </p:nvSpPr>
          <p:spPr>
            <a:xfrm rot="0" flipV="1">
              <a:off x="4020" y="3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67" name=""/>
            <p:cNvSpPr/>
            <p:nvPr/>
          </p:nvSpPr>
          <p:spPr>
            <a:xfrm rot="0">
              <a:off x="3999" y="3839"/>
              <a:ext cx="31" cy="29"/>
            </a:xfrm>
            <a:custGeom>
              <a:avLst/>
              <a:ahLst/>
              <a:rect l="0" t="0" r="r" b="b"/>
              <a:pathLst>
                <a:path w="61" h="56">
                  <a:moveTo>
                    <a:pt x="0" y="27"/>
                  </a:moveTo>
                  <a:lnTo>
                    <a:pt x="21" y="42"/>
                  </a:lnTo>
                  <a:lnTo>
                    <a:pt x="43" y="56"/>
                  </a:lnTo>
                  <a:lnTo>
                    <a:pt x="61" y="28"/>
                  </a:lnTo>
                  <a:lnTo>
                    <a:pt x="40" y="14"/>
                  </a:lnTo>
                  <a:lnTo>
                    <a:pt x="18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68" name=""/>
            <p:cNvSpPr/>
            <p:nvPr/>
          </p:nvSpPr>
          <p:spPr>
            <a:xfrm rot="0">
              <a:off x="3999" y="3839"/>
              <a:ext cx="31" cy="29"/>
            </a:xfrm>
            <a:custGeom>
              <a:avLst/>
              <a:ahLst/>
              <a:rect l="0" t="0" r="r" b="b"/>
              <a:pathLst>
                <a:path w="61" h="56">
                  <a:moveTo>
                    <a:pt x="0" y="27"/>
                  </a:moveTo>
                  <a:lnTo>
                    <a:pt x="21" y="42"/>
                  </a:lnTo>
                  <a:lnTo>
                    <a:pt x="43" y="56"/>
                  </a:lnTo>
                  <a:lnTo>
                    <a:pt x="61" y="28"/>
                  </a:lnTo>
                  <a:lnTo>
                    <a:pt x="40" y="14"/>
                  </a:lnTo>
                  <a:lnTo>
                    <a:pt x="18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69" name=""/>
            <p:cNvSpPr/>
            <p:nvPr/>
          </p:nvSpPr>
          <p:spPr>
            <a:xfrm rot="0">
              <a:off x="4019" y="3847"/>
              <a:ext cx="11" cy="7"/>
            </a:xfrm>
            <a:custGeom>
              <a:avLst/>
              <a:ahLst/>
              <a:rect l="0" t="0" r="r" b="b"/>
              <a:pathLst>
                <a:path w="22" h="14">
                  <a:moveTo>
                    <a:pt x="0" y="0"/>
                  </a:moveTo>
                  <a:lnTo>
                    <a:pt x="21" y="14"/>
                  </a:lnTo>
                  <a:lnTo>
                    <a:pt x="22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70" name=""/>
            <p:cNvSpPr/>
            <p:nvPr/>
          </p:nvSpPr>
          <p:spPr>
            <a:xfrm rot="0" flipV="1">
              <a:off x="4030" y="3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71" name=""/>
            <p:cNvSpPr/>
            <p:nvPr/>
          </p:nvSpPr>
          <p:spPr>
            <a:xfrm rot="0">
              <a:off x="4008" y="3826"/>
              <a:ext cx="31" cy="27"/>
            </a:xfrm>
            <a:custGeom>
              <a:avLst/>
              <a:ahLst/>
              <a:rect l="0" t="0" r="r" b="b"/>
              <a:pathLst>
                <a:path w="63" h="55">
                  <a:moveTo>
                    <a:pt x="0" y="29"/>
                  </a:moveTo>
                  <a:lnTo>
                    <a:pt x="23" y="42"/>
                  </a:lnTo>
                  <a:lnTo>
                    <a:pt x="45" y="55"/>
                  </a:lnTo>
                  <a:lnTo>
                    <a:pt x="63" y="27"/>
                  </a:lnTo>
                  <a:lnTo>
                    <a:pt x="40" y="13"/>
                  </a:lnTo>
                  <a:lnTo>
                    <a:pt x="18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72" name=""/>
            <p:cNvSpPr/>
            <p:nvPr/>
          </p:nvSpPr>
          <p:spPr>
            <a:xfrm rot="0">
              <a:off x="4008" y="3826"/>
              <a:ext cx="31" cy="27"/>
            </a:xfrm>
            <a:custGeom>
              <a:avLst/>
              <a:ahLst/>
              <a:rect l="0" t="0" r="r" b="b"/>
              <a:pathLst>
                <a:path w="63" h="55">
                  <a:moveTo>
                    <a:pt x="0" y="29"/>
                  </a:moveTo>
                  <a:lnTo>
                    <a:pt x="23" y="42"/>
                  </a:lnTo>
                  <a:lnTo>
                    <a:pt x="45" y="55"/>
                  </a:lnTo>
                  <a:lnTo>
                    <a:pt x="63" y="27"/>
                  </a:lnTo>
                  <a:lnTo>
                    <a:pt x="40" y="13"/>
                  </a:lnTo>
                  <a:lnTo>
                    <a:pt x="18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73" name=""/>
            <p:cNvSpPr/>
            <p:nvPr/>
          </p:nvSpPr>
          <p:spPr>
            <a:xfrm rot="0">
              <a:off x="4028" y="3832"/>
              <a:ext cx="11" cy="7"/>
            </a:xfrm>
            <a:custGeom>
              <a:avLst/>
              <a:ahLst/>
              <a:rect l="0" t="0" r="r" b="b"/>
              <a:pathLst>
                <a:path w="24" h="14">
                  <a:moveTo>
                    <a:pt x="0" y="0"/>
                  </a:moveTo>
                  <a:lnTo>
                    <a:pt x="23" y="14"/>
                  </a:lnTo>
                  <a:lnTo>
                    <a:pt x="24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74" name=""/>
            <p:cNvSpPr/>
            <p:nvPr/>
          </p:nvSpPr>
          <p:spPr>
            <a:xfrm rot="0" flipV="1">
              <a:off x="4039" y="38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75" name=""/>
            <p:cNvSpPr/>
            <p:nvPr/>
          </p:nvSpPr>
          <p:spPr>
            <a:xfrm rot="0">
              <a:off x="4016" y="3811"/>
              <a:ext cx="31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0" y="30"/>
                  </a:moveTo>
                  <a:lnTo>
                    <a:pt x="23" y="42"/>
                  </a:lnTo>
                  <a:lnTo>
                    <a:pt x="47" y="55"/>
                  </a:lnTo>
                  <a:lnTo>
                    <a:pt x="62" y="25"/>
                  </a:lnTo>
                  <a:lnTo>
                    <a:pt x="39" y="13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76" name=""/>
            <p:cNvSpPr/>
            <p:nvPr/>
          </p:nvSpPr>
          <p:spPr>
            <a:xfrm rot="0">
              <a:off x="4016" y="3811"/>
              <a:ext cx="31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0" y="30"/>
                  </a:moveTo>
                  <a:lnTo>
                    <a:pt x="23" y="42"/>
                  </a:lnTo>
                  <a:lnTo>
                    <a:pt x="47" y="55"/>
                  </a:lnTo>
                  <a:lnTo>
                    <a:pt x="62" y="25"/>
                  </a:lnTo>
                  <a:lnTo>
                    <a:pt x="39" y="13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77" name=""/>
            <p:cNvSpPr/>
            <p:nvPr/>
          </p:nvSpPr>
          <p:spPr>
            <a:xfrm rot="0">
              <a:off x="4035" y="3817"/>
              <a:ext cx="12" cy="7"/>
            </a:xfrm>
            <a:custGeom>
              <a:avLst/>
              <a:ahLst/>
              <a:rect l="0" t="0" r="r" b="b"/>
              <a:pathLst>
                <a:path w="23" h="12">
                  <a:moveTo>
                    <a:pt x="0" y="0"/>
                  </a:moveTo>
                  <a:lnTo>
                    <a:pt x="23" y="12"/>
                  </a:lnTo>
                  <a:lnTo>
                    <a:pt x="23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78" name=""/>
            <p:cNvSpPr/>
            <p:nvPr/>
          </p:nvSpPr>
          <p:spPr>
            <a:xfrm rot="0" flipV="1">
              <a:off x="4047" y="382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79" name=""/>
            <p:cNvSpPr/>
            <p:nvPr/>
          </p:nvSpPr>
          <p:spPr>
            <a:xfrm rot="0">
              <a:off x="4024" y="3797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0" y="31"/>
                  </a:moveTo>
                  <a:lnTo>
                    <a:pt x="24" y="41"/>
                  </a:lnTo>
                  <a:lnTo>
                    <a:pt x="47" y="51"/>
                  </a:lnTo>
                  <a:lnTo>
                    <a:pt x="60" y="20"/>
                  </a:lnTo>
                  <a:lnTo>
                    <a:pt x="37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80" name=""/>
            <p:cNvSpPr/>
            <p:nvPr/>
          </p:nvSpPr>
          <p:spPr>
            <a:xfrm rot="0">
              <a:off x="4024" y="3797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0" y="31"/>
                  </a:moveTo>
                  <a:lnTo>
                    <a:pt x="24" y="41"/>
                  </a:lnTo>
                  <a:lnTo>
                    <a:pt x="47" y="51"/>
                  </a:lnTo>
                  <a:lnTo>
                    <a:pt x="60" y="20"/>
                  </a:lnTo>
                  <a:lnTo>
                    <a:pt x="37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81" name=""/>
            <p:cNvSpPr/>
            <p:nvPr/>
          </p:nvSpPr>
          <p:spPr>
            <a:xfrm rot="0">
              <a:off x="4042" y="3802"/>
              <a:ext cx="12" cy="5"/>
            </a:xfrm>
            <a:custGeom>
              <a:avLst/>
              <a:ahLst/>
              <a:rect l="0" t="0" r="r" b="b"/>
              <a:pathLst>
                <a:path w="24" h="10">
                  <a:moveTo>
                    <a:pt x="0" y="0"/>
                  </a:moveTo>
                  <a:lnTo>
                    <a:pt x="23" y="10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82" name=""/>
            <p:cNvSpPr/>
            <p:nvPr/>
          </p:nvSpPr>
          <p:spPr>
            <a:xfrm rot="0" flipV="1">
              <a:off x="4054" y="3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83" name=""/>
            <p:cNvSpPr/>
            <p:nvPr/>
          </p:nvSpPr>
          <p:spPr>
            <a:xfrm rot="0">
              <a:off x="4030" y="3782"/>
              <a:ext cx="30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0" y="31"/>
                  </a:moveTo>
                  <a:lnTo>
                    <a:pt x="25" y="40"/>
                  </a:lnTo>
                  <a:lnTo>
                    <a:pt x="49" y="49"/>
                  </a:lnTo>
                  <a:lnTo>
                    <a:pt x="62" y="19"/>
                  </a:lnTo>
                  <a:lnTo>
                    <a:pt x="37" y="9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84" name=""/>
            <p:cNvSpPr/>
            <p:nvPr/>
          </p:nvSpPr>
          <p:spPr>
            <a:xfrm rot="0">
              <a:off x="4030" y="3782"/>
              <a:ext cx="30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0" y="31"/>
                  </a:moveTo>
                  <a:lnTo>
                    <a:pt x="25" y="40"/>
                  </a:lnTo>
                  <a:lnTo>
                    <a:pt x="49" y="49"/>
                  </a:lnTo>
                  <a:lnTo>
                    <a:pt x="62" y="19"/>
                  </a:lnTo>
                  <a:lnTo>
                    <a:pt x="37" y="9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85" name=""/>
            <p:cNvSpPr/>
            <p:nvPr/>
          </p:nvSpPr>
          <p:spPr>
            <a:xfrm rot="0">
              <a:off x="4048" y="3787"/>
              <a:ext cx="12" cy="4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5" y="10"/>
                  </a:lnTo>
                  <a:lnTo>
                    <a:pt x="25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86" name=""/>
            <p:cNvSpPr/>
            <p:nvPr/>
          </p:nvSpPr>
          <p:spPr>
            <a:xfrm rot="0">
              <a:off x="4060" y="3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87" name=""/>
            <p:cNvSpPr/>
            <p:nvPr/>
          </p:nvSpPr>
          <p:spPr>
            <a:xfrm rot="0">
              <a:off x="4036" y="3766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0" y="32"/>
                  </a:moveTo>
                  <a:lnTo>
                    <a:pt x="24" y="41"/>
                  </a:lnTo>
                  <a:lnTo>
                    <a:pt x="49" y="51"/>
                  </a:lnTo>
                  <a:lnTo>
                    <a:pt x="60" y="19"/>
                  </a:lnTo>
                  <a:lnTo>
                    <a:pt x="35" y="1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88" name=""/>
            <p:cNvSpPr/>
            <p:nvPr/>
          </p:nvSpPr>
          <p:spPr>
            <a:xfrm rot="0">
              <a:off x="4036" y="3766"/>
              <a:ext cx="30" cy="25"/>
            </a:xfrm>
            <a:custGeom>
              <a:avLst/>
              <a:ahLst/>
              <a:rect l="0" t="0" r="r" b="b"/>
              <a:pathLst>
                <a:path w="60" h="51">
                  <a:moveTo>
                    <a:pt x="0" y="32"/>
                  </a:moveTo>
                  <a:lnTo>
                    <a:pt x="24" y="41"/>
                  </a:lnTo>
                  <a:lnTo>
                    <a:pt x="49" y="51"/>
                  </a:lnTo>
                  <a:lnTo>
                    <a:pt x="60" y="19"/>
                  </a:lnTo>
                  <a:lnTo>
                    <a:pt x="35" y="1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89" name=""/>
            <p:cNvSpPr/>
            <p:nvPr/>
          </p:nvSpPr>
          <p:spPr>
            <a:xfrm rot="0">
              <a:off x="4054" y="3771"/>
              <a:ext cx="13" cy="4"/>
            </a:xfrm>
            <a:custGeom>
              <a:avLst/>
              <a:ahLst/>
              <a:rect l="0" t="0" r="r" b="b"/>
              <a:pathLst>
                <a:path w="26" h="9">
                  <a:moveTo>
                    <a:pt x="0" y="0"/>
                  </a:moveTo>
                  <a:lnTo>
                    <a:pt x="25" y="9"/>
                  </a:lnTo>
                  <a:lnTo>
                    <a:pt x="26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90" name=""/>
            <p:cNvSpPr/>
            <p:nvPr/>
          </p:nvSpPr>
          <p:spPr>
            <a:xfrm rot="0" flipV="1">
              <a:off x="4066" y="37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91" name=""/>
            <p:cNvSpPr/>
            <p:nvPr/>
          </p:nvSpPr>
          <p:spPr>
            <a:xfrm rot="0">
              <a:off x="4041" y="3751"/>
              <a:ext cx="30" cy="23"/>
            </a:xfrm>
            <a:custGeom>
              <a:avLst/>
              <a:ahLst/>
              <a:rect l="0" t="0" r="r" b="b"/>
              <a:pathLst>
                <a:path w="59" h="45">
                  <a:moveTo>
                    <a:pt x="0" y="32"/>
                  </a:moveTo>
                  <a:lnTo>
                    <a:pt x="25" y="39"/>
                  </a:lnTo>
                  <a:lnTo>
                    <a:pt x="51" y="45"/>
                  </a:lnTo>
                  <a:lnTo>
                    <a:pt x="59" y="12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92" name=""/>
            <p:cNvSpPr/>
            <p:nvPr/>
          </p:nvSpPr>
          <p:spPr>
            <a:xfrm rot="0">
              <a:off x="4041" y="3751"/>
              <a:ext cx="30" cy="23"/>
            </a:xfrm>
            <a:custGeom>
              <a:avLst/>
              <a:ahLst/>
              <a:rect l="0" t="0" r="r" b="b"/>
              <a:pathLst>
                <a:path w="59" h="45">
                  <a:moveTo>
                    <a:pt x="0" y="32"/>
                  </a:moveTo>
                  <a:lnTo>
                    <a:pt x="25" y="39"/>
                  </a:lnTo>
                  <a:lnTo>
                    <a:pt x="51" y="45"/>
                  </a:lnTo>
                  <a:lnTo>
                    <a:pt x="59" y="12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93" name=""/>
            <p:cNvSpPr/>
            <p:nvPr/>
          </p:nvSpPr>
          <p:spPr>
            <a:xfrm rot="0">
              <a:off x="4045" y="3735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0" y="33"/>
                  </a:moveTo>
                  <a:lnTo>
                    <a:pt x="26" y="39"/>
                  </a:lnTo>
                  <a:lnTo>
                    <a:pt x="51" y="45"/>
                  </a:lnTo>
                  <a:lnTo>
                    <a:pt x="59" y="12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94" name=""/>
            <p:cNvSpPr/>
            <p:nvPr/>
          </p:nvSpPr>
          <p:spPr>
            <a:xfrm rot="0">
              <a:off x="4045" y="3735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0" y="33"/>
                  </a:moveTo>
                  <a:lnTo>
                    <a:pt x="26" y="39"/>
                  </a:lnTo>
                  <a:lnTo>
                    <a:pt x="51" y="45"/>
                  </a:lnTo>
                  <a:lnTo>
                    <a:pt x="59" y="12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95" name=""/>
            <p:cNvSpPr/>
            <p:nvPr/>
          </p:nvSpPr>
          <p:spPr>
            <a:xfrm rot="0">
              <a:off x="4062" y="3738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0" y="0"/>
                  </a:moveTo>
                  <a:lnTo>
                    <a:pt x="25" y="6"/>
                  </a:lnTo>
                  <a:lnTo>
                    <a:pt x="25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96" name=""/>
            <p:cNvSpPr/>
            <p:nvPr/>
          </p:nvSpPr>
          <p:spPr>
            <a:xfrm rot="0" flipV="1">
              <a:off x="4075" y="37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97" name=""/>
            <p:cNvSpPr/>
            <p:nvPr/>
          </p:nvSpPr>
          <p:spPr>
            <a:xfrm rot="0">
              <a:off x="4049" y="3720"/>
              <a:ext cx="28" cy="20"/>
            </a:xfrm>
            <a:custGeom>
              <a:avLst/>
              <a:ahLst/>
              <a:rect l="0" t="0" r="r" b="b"/>
              <a:pathLst>
                <a:path w="56" h="41">
                  <a:moveTo>
                    <a:pt x="0" y="33"/>
                  </a:moveTo>
                  <a:lnTo>
                    <a:pt x="26" y="37"/>
                  </a:lnTo>
                  <a:lnTo>
                    <a:pt x="51" y="41"/>
                  </a:lnTo>
                  <a:lnTo>
                    <a:pt x="56" y="8"/>
                  </a:lnTo>
                  <a:lnTo>
                    <a:pt x="31" y="4"/>
                  </a:lnTo>
                  <a:lnTo>
                    <a:pt x="5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0998" name=""/>
            <p:cNvSpPr/>
            <p:nvPr/>
          </p:nvSpPr>
          <p:spPr>
            <a:xfrm rot="0">
              <a:off x="4049" y="3720"/>
              <a:ext cx="28" cy="20"/>
            </a:xfrm>
            <a:custGeom>
              <a:avLst/>
              <a:ahLst/>
              <a:rect l="0" t="0" r="r" b="b"/>
              <a:pathLst>
                <a:path w="56" h="41">
                  <a:moveTo>
                    <a:pt x="0" y="33"/>
                  </a:moveTo>
                  <a:lnTo>
                    <a:pt x="26" y="37"/>
                  </a:lnTo>
                  <a:lnTo>
                    <a:pt x="51" y="41"/>
                  </a:lnTo>
                  <a:lnTo>
                    <a:pt x="56" y="8"/>
                  </a:lnTo>
                  <a:lnTo>
                    <a:pt x="31" y="4"/>
                  </a:lnTo>
                  <a:lnTo>
                    <a:pt x="5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0999" name=""/>
            <p:cNvSpPr/>
            <p:nvPr/>
          </p:nvSpPr>
          <p:spPr>
            <a:xfrm rot="0">
              <a:off x="4064" y="3722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0" y="0"/>
                  </a:moveTo>
                  <a:lnTo>
                    <a:pt x="25" y="4"/>
                  </a:lnTo>
                  <a:lnTo>
                    <a:pt x="25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00" name=""/>
            <p:cNvSpPr/>
            <p:nvPr/>
          </p:nvSpPr>
          <p:spPr>
            <a:xfrm rot="0" flipV="1">
              <a:off x="4077" y="37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01" name=""/>
            <p:cNvSpPr/>
            <p:nvPr/>
          </p:nvSpPr>
          <p:spPr>
            <a:xfrm rot="0">
              <a:off x="4052" y="3704"/>
              <a:ext cx="27" cy="19"/>
            </a:xfrm>
            <a:custGeom>
              <a:avLst/>
              <a:ahLst/>
              <a:rect l="0" t="0" r="r" b="b"/>
              <a:pathLst>
                <a:path w="56" h="39">
                  <a:moveTo>
                    <a:pt x="0" y="33"/>
                  </a:moveTo>
                  <a:lnTo>
                    <a:pt x="26" y="36"/>
                  </a:lnTo>
                  <a:lnTo>
                    <a:pt x="51" y="39"/>
                  </a:lnTo>
                  <a:lnTo>
                    <a:pt x="56" y="7"/>
                  </a:lnTo>
                  <a:lnTo>
                    <a:pt x="30" y="4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02" name=""/>
            <p:cNvSpPr/>
            <p:nvPr/>
          </p:nvSpPr>
          <p:spPr>
            <a:xfrm rot="0">
              <a:off x="4052" y="3704"/>
              <a:ext cx="27" cy="19"/>
            </a:xfrm>
            <a:custGeom>
              <a:avLst/>
              <a:ahLst/>
              <a:rect l="0" t="0" r="r" b="b"/>
              <a:pathLst>
                <a:path w="56" h="39">
                  <a:moveTo>
                    <a:pt x="0" y="33"/>
                  </a:moveTo>
                  <a:lnTo>
                    <a:pt x="26" y="36"/>
                  </a:lnTo>
                  <a:lnTo>
                    <a:pt x="51" y="39"/>
                  </a:lnTo>
                  <a:lnTo>
                    <a:pt x="56" y="7"/>
                  </a:lnTo>
                  <a:lnTo>
                    <a:pt x="30" y="4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03" name=""/>
            <p:cNvSpPr/>
            <p:nvPr/>
          </p:nvSpPr>
          <p:spPr>
            <a:xfrm rot="0">
              <a:off x="4067" y="3705"/>
              <a:ext cx="12" cy="2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04" name=""/>
            <p:cNvSpPr/>
            <p:nvPr/>
          </p:nvSpPr>
          <p:spPr>
            <a:xfrm rot="0" flipV="1">
              <a:off x="4079" y="3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05" name=""/>
            <p:cNvSpPr/>
            <p:nvPr/>
          </p:nvSpPr>
          <p:spPr>
            <a:xfrm rot="0">
              <a:off x="4054" y="3687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0" y="34"/>
                  </a:moveTo>
                  <a:lnTo>
                    <a:pt x="26" y="36"/>
                  </a:lnTo>
                  <a:lnTo>
                    <a:pt x="52" y="38"/>
                  </a:lnTo>
                  <a:lnTo>
                    <a:pt x="55" y="4"/>
                  </a:lnTo>
                  <a:lnTo>
                    <a:pt x="29" y="2"/>
                  </a:lnTo>
                  <a:lnTo>
                    <a:pt x="3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06" name=""/>
            <p:cNvSpPr/>
            <p:nvPr/>
          </p:nvSpPr>
          <p:spPr>
            <a:xfrm rot="0">
              <a:off x="4054" y="3687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0" y="34"/>
                  </a:moveTo>
                  <a:lnTo>
                    <a:pt x="26" y="36"/>
                  </a:lnTo>
                  <a:lnTo>
                    <a:pt x="52" y="38"/>
                  </a:lnTo>
                  <a:lnTo>
                    <a:pt x="55" y="4"/>
                  </a:lnTo>
                  <a:lnTo>
                    <a:pt x="29" y="2"/>
                  </a:lnTo>
                  <a:lnTo>
                    <a:pt x="3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07" name=""/>
            <p:cNvSpPr/>
            <p:nvPr/>
          </p:nvSpPr>
          <p:spPr>
            <a:xfrm rot="0">
              <a:off x="4068" y="3688"/>
              <a:ext cx="13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0"/>
                  </a:moveTo>
                  <a:lnTo>
                    <a:pt x="26" y="2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08" name=""/>
            <p:cNvSpPr/>
            <p:nvPr/>
          </p:nvSpPr>
          <p:spPr>
            <a:xfrm rot="0" flipV="1">
              <a:off x="4081" y="36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09" name=""/>
            <p:cNvSpPr/>
            <p:nvPr/>
          </p:nvSpPr>
          <p:spPr>
            <a:xfrm rot="0">
              <a:off x="4055" y="3672"/>
              <a:ext cx="26" cy="16"/>
            </a:xfrm>
            <a:custGeom>
              <a:avLst/>
              <a:ahLst/>
              <a:rect l="0" t="0" r="r" b="b"/>
              <a:pathLst>
                <a:path w="53" h="34">
                  <a:moveTo>
                    <a:pt x="0" y="34"/>
                  </a:moveTo>
                  <a:lnTo>
                    <a:pt x="26" y="34"/>
                  </a:lnTo>
                  <a:lnTo>
                    <a:pt x="53" y="3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10" name=""/>
            <p:cNvSpPr/>
            <p:nvPr/>
          </p:nvSpPr>
          <p:spPr>
            <a:xfrm rot="0">
              <a:off x="4055" y="3672"/>
              <a:ext cx="26" cy="16"/>
            </a:xfrm>
            <a:custGeom>
              <a:avLst/>
              <a:ahLst/>
              <a:rect l="0" t="0" r="r" b="b"/>
              <a:pathLst>
                <a:path w="53" h="34">
                  <a:moveTo>
                    <a:pt x="0" y="34"/>
                  </a:moveTo>
                  <a:lnTo>
                    <a:pt x="26" y="34"/>
                  </a:lnTo>
                  <a:lnTo>
                    <a:pt x="53" y="3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11" name=""/>
            <p:cNvSpPr/>
            <p:nvPr/>
          </p:nvSpPr>
          <p:spPr>
            <a:xfrm rot="0">
              <a:off x="4068" y="3671"/>
              <a:ext cx="13" cy="1"/>
            </a:xfrm>
            <a:custGeom>
              <a:avLst/>
              <a:ahLst/>
              <a:rect l="0" t="0" r="r" b="b"/>
              <a:pathLst>
                <a:path w="27" h="1">
                  <a:moveTo>
                    <a:pt x="0" y="1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12" name=""/>
            <p:cNvSpPr/>
            <p:nvPr/>
          </p:nvSpPr>
          <p:spPr>
            <a:xfrm rot="0" flipH="1" flipV="1">
              <a:off x="4081" y="36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13" name=""/>
            <p:cNvSpPr/>
            <p:nvPr/>
          </p:nvSpPr>
          <p:spPr>
            <a:xfrm rot="0">
              <a:off x="4055" y="3655"/>
              <a:ext cx="26" cy="17"/>
            </a:xfrm>
            <a:custGeom>
              <a:avLst/>
              <a:ahLst/>
              <a:rect l="0" t="0" r="r" b="b"/>
              <a:pathLst>
                <a:path w="53" h="35">
                  <a:moveTo>
                    <a:pt x="1" y="35"/>
                  </a:move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14" name=""/>
            <p:cNvSpPr/>
            <p:nvPr/>
          </p:nvSpPr>
          <p:spPr>
            <a:xfrm rot="0">
              <a:off x="4055" y="3655"/>
              <a:ext cx="26" cy="17"/>
            </a:xfrm>
            <a:custGeom>
              <a:avLst/>
              <a:ahLst/>
              <a:rect l="0" t="0" r="r" b="b"/>
              <a:pathLst>
                <a:path w="53" h="35">
                  <a:moveTo>
                    <a:pt x="1" y="35"/>
                  </a:move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15" name=""/>
            <p:cNvSpPr/>
            <p:nvPr/>
          </p:nvSpPr>
          <p:spPr>
            <a:xfrm rot="0">
              <a:off x="4068" y="3654"/>
              <a:ext cx="12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2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16" name=""/>
            <p:cNvSpPr/>
            <p:nvPr/>
          </p:nvSpPr>
          <p:spPr>
            <a:xfrm rot="0" flipV="1">
              <a:off x="4080" y="36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17" name=""/>
            <p:cNvSpPr/>
            <p:nvPr/>
          </p:nvSpPr>
          <p:spPr>
            <a:xfrm rot="0">
              <a:off x="4054" y="3637"/>
              <a:ext cx="26" cy="19"/>
            </a:xfrm>
            <a:custGeom>
              <a:avLst/>
              <a:ahLst/>
              <a:rect l="0" t="0" r="r" b="b"/>
              <a:pathLst>
                <a:path w="54" h="38">
                  <a:moveTo>
                    <a:pt x="2" y="38"/>
                  </a:moveTo>
                  <a:lnTo>
                    <a:pt x="28" y="36"/>
                  </a:lnTo>
                  <a:lnTo>
                    <a:pt x="54" y="34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5"/>
                  </a:lnTo>
                  <a:lnTo>
                    <a:pt x="2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18" name=""/>
            <p:cNvSpPr/>
            <p:nvPr/>
          </p:nvSpPr>
          <p:spPr>
            <a:xfrm rot="0">
              <a:off x="4054" y="3637"/>
              <a:ext cx="26" cy="19"/>
            </a:xfrm>
            <a:custGeom>
              <a:avLst/>
              <a:ahLst/>
              <a:rect l="0" t="0" r="r" b="b"/>
              <a:pathLst>
                <a:path w="54" h="38">
                  <a:moveTo>
                    <a:pt x="2" y="38"/>
                  </a:moveTo>
                  <a:lnTo>
                    <a:pt x="28" y="36"/>
                  </a:lnTo>
                  <a:lnTo>
                    <a:pt x="54" y="34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5"/>
                  </a:lnTo>
                  <a:lnTo>
                    <a:pt x="2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19" name=""/>
            <p:cNvSpPr/>
            <p:nvPr/>
          </p:nvSpPr>
          <p:spPr>
            <a:xfrm rot="0">
              <a:off x="4067" y="3636"/>
              <a:ext cx="12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20" name=""/>
            <p:cNvSpPr/>
            <p:nvPr/>
          </p:nvSpPr>
          <p:spPr>
            <a:xfrm rot="0" flipV="1">
              <a:off x="4079" y="3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21" name=""/>
            <p:cNvSpPr/>
            <p:nvPr/>
          </p:nvSpPr>
          <p:spPr>
            <a:xfrm rot="0">
              <a:off x="4051" y="3620"/>
              <a:ext cx="28" cy="20"/>
            </a:xfrm>
            <a:custGeom>
              <a:avLst/>
              <a:ahLst/>
              <a:rect l="0" t="0" r="r" b="b"/>
              <a:pathLst>
                <a:path w="57" h="41">
                  <a:moveTo>
                    <a:pt x="5" y="41"/>
                  </a:moveTo>
                  <a:lnTo>
                    <a:pt x="31" y="36"/>
                  </a:lnTo>
                  <a:lnTo>
                    <a:pt x="57" y="32"/>
                  </a:lnTo>
                  <a:lnTo>
                    <a:pt x="51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5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22" name=""/>
            <p:cNvSpPr/>
            <p:nvPr/>
          </p:nvSpPr>
          <p:spPr>
            <a:xfrm rot="0">
              <a:off x="4051" y="3620"/>
              <a:ext cx="28" cy="20"/>
            </a:xfrm>
            <a:custGeom>
              <a:avLst/>
              <a:ahLst/>
              <a:rect l="0" t="0" r="r" b="b"/>
              <a:pathLst>
                <a:path w="57" h="41">
                  <a:moveTo>
                    <a:pt x="5" y="41"/>
                  </a:moveTo>
                  <a:lnTo>
                    <a:pt x="31" y="36"/>
                  </a:lnTo>
                  <a:lnTo>
                    <a:pt x="57" y="32"/>
                  </a:lnTo>
                  <a:lnTo>
                    <a:pt x="51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5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23" name=""/>
            <p:cNvSpPr/>
            <p:nvPr/>
          </p:nvSpPr>
          <p:spPr>
            <a:xfrm rot="0">
              <a:off x="4064" y="3619"/>
              <a:ext cx="13" cy="3"/>
            </a:xfrm>
            <a:custGeom>
              <a:avLst/>
              <a:ahLst/>
              <a:rect l="0" t="0" r="r" b="b"/>
              <a:pathLst>
                <a:path w="25" h="5">
                  <a:moveTo>
                    <a:pt x="0" y="5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24" name=""/>
            <p:cNvSpPr/>
            <p:nvPr/>
          </p:nvSpPr>
          <p:spPr>
            <a:xfrm rot="0" flipV="1">
              <a:off x="4077" y="3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25" name=""/>
            <p:cNvSpPr/>
            <p:nvPr/>
          </p:nvSpPr>
          <p:spPr>
            <a:xfrm rot="0">
              <a:off x="4048" y="3603"/>
              <a:ext cx="29" cy="21"/>
            </a:xfrm>
            <a:custGeom>
              <a:avLst/>
              <a:ahLst/>
              <a:rect l="0" t="0" r="r" b="b"/>
              <a:pathLst>
                <a:path w="57" h="43">
                  <a:moveTo>
                    <a:pt x="6" y="43"/>
                  </a:moveTo>
                  <a:lnTo>
                    <a:pt x="32" y="38"/>
                  </a:lnTo>
                  <a:lnTo>
                    <a:pt x="57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26" name=""/>
            <p:cNvSpPr/>
            <p:nvPr/>
          </p:nvSpPr>
          <p:spPr>
            <a:xfrm rot="0">
              <a:off x="4048" y="3603"/>
              <a:ext cx="29" cy="21"/>
            </a:xfrm>
            <a:custGeom>
              <a:avLst/>
              <a:ahLst/>
              <a:rect l="0" t="0" r="r" b="b"/>
              <a:pathLst>
                <a:path w="57" h="43">
                  <a:moveTo>
                    <a:pt x="6" y="43"/>
                  </a:moveTo>
                  <a:lnTo>
                    <a:pt x="32" y="38"/>
                  </a:lnTo>
                  <a:lnTo>
                    <a:pt x="57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27" name=""/>
            <p:cNvSpPr/>
            <p:nvPr/>
          </p:nvSpPr>
          <p:spPr>
            <a:xfrm rot="0">
              <a:off x="4061" y="3603"/>
              <a:ext cx="13" cy="2"/>
            </a:xfrm>
            <a:custGeom>
              <a:avLst/>
              <a:ahLst/>
              <a:rect l="0" t="0" r="r" b="b"/>
              <a:pathLst>
                <a:path w="25" h="5">
                  <a:moveTo>
                    <a:pt x="0" y="5"/>
                  </a:moveTo>
                  <a:lnTo>
                    <a:pt x="25" y="0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28" name=""/>
            <p:cNvSpPr/>
            <p:nvPr/>
          </p:nvSpPr>
          <p:spPr>
            <a:xfrm rot="0">
              <a:off x="4074" y="3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29" name=""/>
            <p:cNvSpPr/>
            <p:nvPr/>
          </p:nvSpPr>
          <p:spPr>
            <a:xfrm rot="0">
              <a:off x="4044" y="3587"/>
              <a:ext cx="30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7" y="43"/>
                  </a:moveTo>
                  <a:lnTo>
                    <a:pt x="33" y="38"/>
                  </a:lnTo>
                  <a:lnTo>
                    <a:pt x="58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30" name=""/>
            <p:cNvSpPr/>
            <p:nvPr/>
          </p:nvSpPr>
          <p:spPr>
            <a:xfrm rot="0">
              <a:off x="4044" y="3587"/>
              <a:ext cx="30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7" y="43"/>
                  </a:moveTo>
                  <a:lnTo>
                    <a:pt x="33" y="38"/>
                  </a:lnTo>
                  <a:lnTo>
                    <a:pt x="58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31" name=""/>
            <p:cNvSpPr/>
            <p:nvPr/>
          </p:nvSpPr>
          <p:spPr>
            <a:xfrm rot="0">
              <a:off x="4057" y="3586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0" y="7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32" name=""/>
            <p:cNvSpPr/>
            <p:nvPr/>
          </p:nvSpPr>
          <p:spPr>
            <a:xfrm rot="0" flipV="1">
              <a:off x="4070" y="35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33" name=""/>
            <p:cNvSpPr/>
            <p:nvPr/>
          </p:nvSpPr>
          <p:spPr>
            <a:xfrm rot="0">
              <a:off x="4040" y="3569"/>
              <a:ext cx="30" cy="24"/>
            </a:xfrm>
            <a:custGeom>
              <a:avLst/>
              <a:ahLst/>
              <a:rect l="0" t="0" r="r" b="b"/>
              <a:pathLst>
                <a:path w="60" h="47">
                  <a:moveTo>
                    <a:pt x="9" y="47"/>
                  </a:moveTo>
                  <a:lnTo>
                    <a:pt x="35" y="40"/>
                  </a:lnTo>
                  <a:lnTo>
                    <a:pt x="60" y="33"/>
                  </a:lnTo>
                  <a:lnTo>
                    <a:pt x="51" y="0"/>
                  </a:lnTo>
                  <a:lnTo>
                    <a:pt x="25" y="7"/>
                  </a:lnTo>
                  <a:lnTo>
                    <a:pt x="0" y="15"/>
                  </a:lnTo>
                  <a:lnTo>
                    <a:pt x="9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34" name=""/>
            <p:cNvSpPr/>
            <p:nvPr/>
          </p:nvSpPr>
          <p:spPr>
            <a:xfrm rot="0">
              <a:off x="4040" y="3569"/>
              <a:ext cx="30" cy="24"/>
            </a:xfrm>
            <a:custGeom>
              <a:avLst/>
              <a:ahLst/>
              <a:rect l="0" t="0" r="r" b="b"/>
              <a:pathLst>
                <a:path w="60" h="47">
                  <a:moveTo>
                    <a:pt x="9" y="47"/>
                  </a:moveTo>
                  <a:lnTo>
                    <a:pt x="35" y="40"/>
                  </a:lnTo>
                  <a:lnTo>
                    <a:pt x="60" y="33"/>
                  </a:lnTo>
                  <a:lnTo>
                    <a:pt x="51" y="0"/>
                  </a:lnTo>
                  <a:lnTo>
                    <a:pt x="25" y="7"/>
                  </a:lnTo>
                  <a:lnTo>
                    <a:pt x="0" y="15"/>
                  </a:lnTo>
                  <a:lnTo>
                    <a:pt x="9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35" name=""/>
            <p:cNvSpPr/>
            <p:nvPr/>
          </p:nvSpPr>
          <p:spPr>
            <a:xfrm rot="0">
              <a:off x="4053" y="3568"/>
              <a:ext cx="12" cy="5"/>
            </a:xfrm>
            <a:custGeom>
              <a:avLst/>
              <a:ahLst/>
              <a:rect l="0" t="0" r="r" b="b"/>
              <a:pathLst>
                <a:path w="26" h="9">
                  <a:moveTo>
                    <a:pt x="0" y="9"/>
                  </a:moveTo>
                  <a:lnTo>
                    <a:pt x="26" y="2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36" name=""/>
            <p:cNvSpPr/>
            <p:nvPr/>
          </p:nvSpPr>
          <p:spPr>
            <a:xfrm rot="0" flipH="1" flipV="1">
              <a:off x="4065" y="35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37" name=""/>
            <p:cNvSpPr/>
            <p:nvPr/>
          </p:nvSpPr>
          <p:spPr>
            <a:xfrm rot="0">
              <a:off x="4035" y="3552"/>
              <a:ext cx="30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11" y="50"/>
                  </a:moveTo>
                  <a:lnTo>
                    <a:pt x="35" y="40"/>
                  </a:lnTo>
                  <a:lnTo>
                    <a:pt x="60" y="31"/>
                  </a:lnTo>
                  <a:lnTo>
                    <a:pt x="49" y="0"/>
                  </a:lnTo>
                  <a:lnTo>
                    <a:pt x="24" y="9"/>
                  </a:lnTo>
                  <a:lnTo>
                    <a:pt x="0" y="18"/>
                  </a:lnTo>
                  <a:lnTo>
                    <a:pt x="1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38" name=""/>
            <p:cNvSpPr/>
            <p:nvPr/>
          </p:nvSpPr>
          <p:spPr>
            <a:xfrm rot="0">
              <a:off x="4035" y="3552"/>
              <a:ext cx="30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11" y="50"/>
                  </a:moveTo>
                  <a:lnTo>
                    <a:pt x="35" y="40"/>
                  </a:lnTo>
                  <a:lnTo>
                    <a:pt x="60" y="31"/>
                  </a:lnTo>
                  <a:lnTo>
                    <a:pt x="49" y="0"/>
                  </a:lnTo>
                  <a:lnTo>
                    <a:pt x="24" y="9"/>
                  </a:lnTo>
                  <a:lnTo>
                    <a:pt x="0" y="18"/>
                  </a:lnTo>
                  <a:lnTo>
                    <a:pt x="1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39" name=""/>
            <p:cNvSpPr/>
            <p:nvPr/>
          </p:nvSpPr>
          <p:spPr>
            <a:xfrm rot="0">
              <a:off x="4047" y="3552"/>
              <a:ext cx="12" cy="5"/>
            </a:xfrm>
            <a:custGeom>
              <a:avLst/>
              <a:ahLst/>
              <a:rect l="0" t="0" r="r" b="b"/>
              <a:pathLst>
                <a:path w="25" h="9">
                  <a:moveTo>
                    <a:pt x="0" y="9"/>
                  </a:moveTo>
                  <a:lnTo>
                    <a:pt x="25" y="0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40" name=""/>
            <p:cNvSpPr/>
            <p:nvPr/>
          </p:nvSpPr>
          <p:spPr>
            <a:xfrm rot="0">
              <a:off x="4059" y="3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41" name=""/>
            <p:cNvSpPr/>
            <p:nvPr/>
          </p:nvSpPr>
          <p:spPr>
            <a:xfrm rot="0">
              <a:off x="4029" y="3537"/>
              <a:ext cx="30" cy="24"/>
            </a:xfrm>
            <a:custGeom>
              <a:avLst/>
              <a:ahLst/>
              <a:rect l="0" t="0" r="r" b="b"/>
              <a:pathLst>
                <a:path w="62" h="49">
                  <a:moveTo>
                    <a:pt x="13" y="49"/>
                  </a:move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  <a:lnTo>
                    <a:pt x="25" y="9"/>
                  </a:lnTo>
                  <a:lnTo>
                    <a:pt x="0" y="18"/>
                  </a:lnTo>
                  <a:lnTo>
                    <a:pt x="13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42" name=""/>
            <p:cNvSpPr/>
            <p:nvPr/>
          </p:nvSpPr>
          <p:spPr>
            <a:xfrm rot="0">
              <a:off x="4029" y="3537"/>
              <a:ext cx="30" cy="24"/>
            </a:xfrm>
            <a:custGeom>
              <a:avLst/>
              <a:ahLst/>
              <a:rect l="0" t="0" r="r" b="b"/>
              <a:pathLst>
                <a:path w="62" h="49">
                  <a:moveTo>
                    <a:pt x="13" y="49"/>
                  </a:move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  <a:lnTo>
                    <a:pt x="25" y="9"/>
                  </a:lnTo>
                  <a:lnTo>
                    <a:pt x="0" y="18"/>
                  </a:lnTo>
                  <a:lnTo>
                    <a:pt x="13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43" name=""/>
            <p:cNvSpPr/>
            <p:nvPr/>
          </p:nvSpPr>
          <p:spPr>
            <a:xfrm rot="0">
              <a:off x="4041" y="3536"/>
              <a:ext cx="12" cy="6"/>
            </a:xfrm>
            <a:custGeom>
              <a:avLst/>
              <a:ahLst/>
              <a:rect l="0" t="0" r="r" b="b"/>
              <a:pathLst>
                <a:path w="24" h="11">
                  <a:moveTo>
                    <a:pt x="0" y="11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44" name=""/>
            <p:cNvSpPr/>
            <p:nvPr/>
          </p:nvSpPr>
          <p:spPr>
            <a:xfrm rot="0" flipH="1" flipV="1">
              <a:off x="4053" y="35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45" name=""/>
            <p:cNvSpPr/>
            <p:nvPr/>
          </p:nvSpPr>
          <p:spPr>
            <a:xfrm rot="0">
              <a:off x="4022" y="3521"/>
              <a:ext cx="31" cy="26"/>
            </a:xfrm>
            <a:custGeom>
              <a:avLst/>
              <a:ahLst/>
              <a:rect l="0" t="0" r="r" b="b"/>
              <a:pathLst>
                <a:path w="61" h="52">
                  <a:moveTo>
                    <a:pt x="14" y="52"/>
                  </a:moveTo>
                  <a:lnTo>
                    <a:pt x="38" y="41"/>
                  </a:lnTo>
                  <a:lnTo>
                    <a:pt x="61" y="30"/>
                  </a:lnTo>
                  <a:lnTo>
                    <a:pt x="47" y="0"/>
                  </a:lnTo>
                  <a:lnTo>
                    <a:pt x="24" y="11"/>
                  </a:lnTo>
                  <a:lnTo>
                    <a:pt x="0" y="23"/>
                  </a:lnTo>
                  <a:lnTo>
                    <a:pt x="14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46" name=""/>
            <p:cNvSpPr/>
            <p:nvPr/>
          </p:nvSpPr>
          <p:spPr>
            <a:xfrm rot="0">
              <a:off x="4022" y="3521"/>
              <a:ext cx="31" cy="26"/>
            </a:xfrm>
            <a:custGeom>
              <a:avLst/>
              <a:ahLst/>
              <a:rect l="0" t="0" r="r" b="b"/>
              <a:pathLst>
                <a:path w="61" h="52">
                  <a:moveTo>
                    <a:pt x="14" y="52"/>
                  </a:moveTo>
                  <a:lnTo>
                    <a:pt x="38" y="41"/>
                  </a:lnTo>
                  <a:lnTo>
                    <a:pt x="61" y="30"/>
                  </a:lnTo>
                  <a:lnTo>
                    <a:pt x="47" y="0"/>
                  </a:lnTo>
                  <a:lnTo>
                    <a:pt x="24" y="11"/>
                  </a:lnTo>
                  <a:lnTo>
                    <a:pt x="0" y="23"/>
                  </a:lnTo>
                  <a:lnTo>
                    <a:pt x="14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47" name=""/>
            <p:cNvSpPr/>
            <p:nvPr/>
          </p:nvSpPr>
          <p:spPr>
            <a:xfrm rot="0">
              <a:off x="4034" y="3521"/>
              <a:ext cx="12" cy="6"/>
            </a:xfrm>
            <a:custGeom>
              <a:avLst/>
              <a:ahLst/>
              <a:rect l="0" t="0" r="r" b="b"/>
              <a:pathLst>
                <a:path w="23" h="12">
                  <a:moveTo>
                    <a:pt x="0" y="12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48" name=""/>
            <p:cNvSpPr/>
            <p:nvPr/>
          </p:nvSpPr>
          <p:spPr>
            <a:xfrm rot="0" flipH="1" flipV="1">
              <a:off x="4045" y="3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49" name=""/>
            <p:cNvSpPr/>
            <p:nvPr/>
          </p:nvSpPr>
          <p:spPr>
            <a:xfrm rot="0">
              <a:off x="4014" y="3506"/>
              <a:ext cx="31" cy="27"/>
            </a:xfrm>
            <a:custGeom>
              <a:avLst/>
              <a:ahLst/>
              <a:rect l="0" t="0" r="r" b="b"/>
              <a:pathLst>
                <a:path w="61" h="55">
                  <a:moveTo>
                    <a:pt x="16" y="55"/>
                  </a:moveTo>
                  <a:lnTo>
                    <a:pt x="39" y="42"/>
                  </a:lnTo>
                  <a:lnTo>
                    <a:pt x="61" y="30"/>
                  </a:lnTo>
                  <a:lnTo>
                    <a:pt x="45" y="0"/>
                  </a:lnTo>
                  <a:lnTo>
                    <a:pt x="22" y="13"/>
                  </a:lnTo>
                  <a:lnTo>
                    <a:pt x="0" y="25"/>
                  </a:lnTo>
                  <a:lnTo>
                    <a:pt x="16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50" name=""/>
            <p:cNvSpPr/>
            <p:nvPr/>
          </p:nvSpPr>
          <p:spPr>
            <a:xfrm rot="0">
              <a:off x="4014" y="3506"/>
              <a:ext cx="31" cy="27"/>
            </a:xfrm>
            <a:custGeom>
              <a:avLst/>
              <a:ahLst/>
              <a:rect l="0" t="0" r="r" b="b"/>
              <a:pathLst>
                <a:path w="61" h="55">
                  <a:moveTo>
                    <a:pt x="16" y="55"/>
                  </a:moveTo>
                  <a:lnTo>
                    <a:pt x="39" y="42"/>
                  </a:lnTo>
                  <a:lnTo>
                    <a:pt x="61" y="30"/>
                  </a:lnTo>
                  <a:lnTo>
                    <a:pt x="45" y="0"/>
                  </a:lnTo>
                  <a:lnTo>
                    <a:pt x="22" y="13"/>
                  </a:lnTo>
                  <a:lnTo>
                    <a:pt x="0" y="25"/>
                  </a:lnTo>
                  <a:lnTo>
                    <a:pt x="16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51" name=""/>
            <p:cNvSpPr/>
            <p:nvPr/>
          </p:nvSpPr>
          <p:spPr>
            <a:xfrm rot="0">
              <a:off x="4026" y="3505"/>
              <a:ext cx="11" cy="7"/>
            </a:xfrm>
            <a:custGeom>
              <a:avLst/>
              <a:ahLst/>
              <a:rect l="0" t="0" r="r" b="b"/>
              <a:pathLst>
                <a:path w="23" h="14">
                  <a:moveTo>
                    <a:pt x="0" y="14"/>
                  </a:moveTo>
                  <a:lnTo>
                    <a:pt x="23" y="1"/>
                  </a:lnTo>
                  <a:lnTo>
                    <a:pt x="2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52" name=""/>
            <p:cNvSpPr/>
            <p:nvPr/>
          </p:nvSpPr>
          <p:spPr>
            <a:xfrm rot="0" flipV="1">
              <a:off x="4037" y="35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53" name=""/>
            <p:cNvSpPr/>
            <p:nvPr/>
          </p:nvSpPr>
          <p:spPr>
            <a:xfrm rot="0">
              <a:off x="4006" y="3491"/>
              <a:ext cx="31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17" y="55"/>
                  </a:moveTo>
                  <a:lnTo>
                    <a:pt x="39" y="42"/>
                  </a:lnTo>
                  <a:lnTo>
                    <a:pt x="62" y="28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6"/>
                  </a:lnTo>
                  <a:lnTo>
                    <a:pt x="17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54" name=""/>
            <p:cNvSpPr/>
            <p:nvPr/>
          </p:nvSpPr>
          <p:spPr>
            <a:xfrm rot="0">
              <a:off x="4006" y="3491"/>
              <a:ext cx="31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17" y="55"/>
                  </a:moveTo>
                  <a:lnTo>
                    <a:pt x="39" y="42"/>
                  </a:lnTo>
                  <a:lnTo>
                    <a:pt x="62" y="28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6"/>
                  </a:lnTo>
                  <a:lnTo>
                    <a:pt x="17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55" name=""/>
            <p:cNvSpPr/>
            <p:nvPr/>
          </p:nvSpPr>
          <p:spPr>
            <a:xfrm rot="0">
              <a:off x="4017" y="3490"/>
              <a:ext cx="12" cy="7"/>
            </a:xfrm>
            <a:custGeom>
              <a:avLst/>
              <a:ahLst/>
              <a:rect l="0" t="0" r="r" b="b"/>
              <a:pathLst>
                <a:path w="22" h="14">
                  <a:moveTo>
                    <a:pt x="0" y="14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56" name=""/>
            <p:cNvSpPr/>
            <p:nvPr/>
          </p:nvSpPr>
          <p:spPr>
            <a:xfrm rot="0" flipH="1" flipV="1">
              <a:off x="4028" y="34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57" name=""/>
            <p:cNvSpPr/>
            <p:nvPr/>
          </p:nvSpPr>
          <p:spPr>
            <a:xfrm rot="0">
              <a:off x="3997" y="3476"/>
              <a:ext cx="31" cy="29"/>
            </a:xfrm>
            <a:custGeom>
              <a:avLst/>
              <a:ahLst/>
              <a:rect l="0" t="0" r="r" b="b"/>
              <a:pathLst>
                <a:path w="61" h="57">
                  <a:moveTo>
                    <a:pt x="18" y="57"/>
                  </a:moveTo>
                  <a:lnTo>
                    <a:pt x="40" y="43"/>
                  </a:lnTo>
                  <a:lnTo>
                    <a:pt x="61" y="29"/>
                  </a:lnTo>
                  <a:lnTo>
                    <a:pt x="43" y="0"/>
                  </a:lnTo>
                  <a:lnTo>
                    <a:pt x="21" y="14"/>
                  </a:lnTo>
                  <a:lnTo>
                    <a:pt x="0" y="29"/>
                  </a:lnTo>
                  <a:lnTo>
                    <a:pt x="18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58" name=""/>
            <p:cNvSpPr/>
            <p:nvPr/>
          </p:nvSpPr>
          <p:spPr>
            <a:xfrm rot="0">
              <a:off x="3997" y="3476"/>
              <a:ext cx="31" cy="29"/>
            </a:xfrm>
            <a:custGeom>
              <a:avLst/>
              <a:ahLst/>
              <a:rect l="0" t="0" r="r" b="b"/>
              <a:pathLst>
                <a:path w="61" h="57">
                  <a:moveTo>
                    <a:pt x="18" y="57"/>
                  </a:moveTo>
                  <a:lnTo>
                    <a:pt x="40" y="43"/>
                  </a:lnTo>
                  <a:lnTo>
                    <a:pt x="61" y="29"/>
                  </a:lnTo>
                  <a:lnTo>
                    <a:pt x="43" y="0"/>
                  </a:lnTo>
                  <a:lnTo>
                    <a:pt x="21" y="14"/>
                  </a:lnTo>
                  <a:lnTo>
                    <a:pt x="0" y="29"/>
                  </a:lnTo>
                  <a:lnTo>
                    <a:pt x="18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59" name=""/>
            <p:cNvSpPr/>
            <p:nvPr/>
          </p:nvSpPr>
          <p:spPr>
            <a:xfrm rot="0">
              <a:off x="4008" y="3475"/>
              <a:ext cx="11" cy="8"/>
            </a:xfrm>
            <a:custGeom>
              <a:avLst/>
              <a:ahLst/>
              <a:rect l="0" t="0" r="r" b="b"/>
              <a:pathLst>
                <a:path w="22" h="16">
                  <a:moveTo>
                    <a:pt x="0" y="16"/>
                  </a:moveTo>
                  <a:lnTo>
                    <a:pt x="22" y="2"/>
                  </a:lnTo>
                  <a:lnTo>
                    <a:pt x="21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60" name=""/>
            <p:cNvSpPr/>
            <p:nvPr/>
          </p:nvSpPr>
          <p:spPr>
            <a:xfrm rot="0" flipH="1" flipV="1">
              <a:off x="4018" y="3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61" name=""/>
            <p:cNvSpPr/>
            <p:nvPr/>
          </p:nvSpPr>
          <p:spPr>
            <a:xfrm rot="0">
              <a:off x="3988" y="3462"/>
              <a:ext cx="30" cy="29"/>
            </a:xfrm>
            <a:custGeom>
              <a:avLst/>
              <a:ahLst/>
              <a:rect l="0" t="0" r="r" b="b"/>
              <a:pathLst>
                <a:path w="62" h="60">
                  <a:moveTo>
                    <a:pt x="21" y="60"/>
                  </a:moveTo>
                  <a:lnTo>
                    <a:pt x="41" y="43"/>
                  </a:lnTo>
                  <a:lnTo>
                    <a:pt x="62" y="27"/>
                  </a:lnTo>
                  <a:lnTo>
                    <a:pt x="41" y="0"/>
                  </a:lnTo>
                  <a:lnTo>
                    <a:pt x="21" y="17"/>
                  </a:lnTo>
                  <a:lnTo>
                    <a:pt x="0" y="33"/>
                  </a:lnTo>
                  <a:lnTo>
                    <a:pt x="21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62" name=""/>
            <p:cNvSpPr/>
            <p:nvPr/>
          </p:nvSpPr>
          <p:spPr>
            <a:xfrm rot="0">
              <a:off x="3988" y="3462"/>
              <a:ext cx="30" cy="29"/>
            </a:xfrm>
            <a:custGeom>
              <a:avLst/>
              <a:ahLst/>
              <a:rect l="0" t="0" r="r" b="b"/>
              <a:pathLst>
                <a:path w="62" h="60">
                  <a:moveTo>
                    <a:pt x="21" y="60"/>
                  </a:moveTo>
                  <a:lnTo>
                    <a:pt x="41" y="43"/>
                  </a:lnTo>
                  <a:lnTo>
                    <a:pt x="62" y="27"/>
                  </a:lnTo>
                  <a:lnTo>
                    <a:pt x="41" y="0"/>
                  </a:lnTo>
                  <a:lnTo>
                    <a:pt x="21" y="17"/>
                  </a:lnTo>
                  <a:lnTo>
                    <a:pt x="0" y="33"/>
                  </a:lnTo>
                  <a:lnTo>
                    <a:pt x="2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63" name=""/>
            <p:cNvSpPr/>
            <p:nvPr/>
          </p:nvSpPr>
          <p:spPr>
            <a:xfrm rot="0">
              <a:off x="3998" y="3462"/>
              <a:ext cx="10" cy="8"/>
            </a:xfrm>
            <a:custGeom>
              <a:avLst/>
              <a:ahLst/>
              <a:rect l="0" t="0" r="r" b="b"/>
              <a:pathLst>
                <a:path w="20" h="17">
                  <a:moveTo>
                    <a:pt x="0" y="17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64" name=""/>
            <p:cNvSpPr/>
            <p:nvPr/>
          </p:nvSpPr>
          <p:spPr>
            <a:xfrm rot="0">
              <a:off x="4008" y="34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65" name=""/>
            <p:cNvSpPr/>
            <p:nvPr/>
          </p:nvSpPr>
          <p:spPr>
            <a:xfrm rot="0">
              <a:off x="3977" y="3449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21" y="58"/>
                  </a:moveTo>
                  <a:lnTo>
                    <a:pt x="42" y="42"/>
                  </a:lnTo>
                  <a:lnTo>
                    <a:pt x="62" y="25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2"/>
                  </a:lnTo>
                  <a:lnTo>
                    <a:pt x="2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66" name=""/>
            <p:cNvSpPr/>
            <p:nvPr/>
          </p:nvSpPr>
          <p:spPr>
            <a:xfrm rot="0">
              <a:off x="3977" y="3449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21" y="58"/>
                  </a:moveTo>
                  <a:lnTo>
                    <a:pt x="42" y="42"/>
                  </a:lnTo>
                  <a:lnTo>
                    <a:pt x="62" y="25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2"/>
                  </a:lnTo>
                  <a:lnTo>
                    <a:pt x="2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67" name=""/>
            <p:cNvSpPr/>
            <p:nvPr/>
          </p:nvSpPr>
          <p:spPr>
            <a:xfrm rot="0">
              <a:off x="3987" y="3448"/>
              <a:ext cx="10" cy="9"/>
            </a:xfrm>
            <a:custGeom>
              <a:avLst/>
              <a:ahLst/>
              <a:rect l="0" t="0" r="r" b="b"/>
              <a:pathLst>
                <a:path w="21" h="17">
                  <a:moveTo>
                    <a:pt x="0" y="17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68" name=""/>
            <p:cNvSpPr/>
            <p:nvPr/>
          </p:nvSpPr>
          <p:spPr>
            <a:xfrm rot="0" flipH="1" flipV="1">
              <a:off x="3997" y="34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69" name=""/>
            <p:cNvSpPr/>
            <p:nvPr/>
          </p:nvSpPr>
          <p:spPr>
            <a:xfrm rot="0">
              <a:off x="3966" y="3436"/>
              <a:ext cx="31" cy="30"/>
            </a:xfrm>
            <a:custGeom>
              <a:avLst/>
              <a:ahLst/>
              <a:rect l="0" t="0" r="r" b="b"/>
              <a:pathLst>
                <a:path w="62" h="60">
                  <a:moveTo>
                    <a:pt x="23" y="60"/>
                  </a:moveTo>
                  <a:lnTo>
                    <a:pt x="42" y="42"/>
                  </a:lnTo>
                  <a:lnTo>
                    <a:pt x="62" y="25"/>
                  </a:lnTo>
                  <a:lnTo>
                    <a:pt x="39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2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70" name=""/>
            <p:cNvSpPr/>
            <p:nvPr/>
          </p:nvSpPr>
          <p:spPr>
            <a:xfrm rot="0">
              <a:off x="3966" y="3436"/>
              <a:ext cx="31" cy="30"/>
            </a:xfrm>
            <a:custGeom>
              <a:avLst/>
              <a:ahLst/>
              <a:rect l="0" t="0" r="r" b="b"/>
              <a:pathLst>
                <a:path w="62" h="60">
                  <a:moveTo>
                    <a:pt x="23" y="60"/>
                  </a:moveTo>
                  <a:lnTo>
                    <a:pt x="42" y="42"/>
                  </a:lnTo>
                  <a:lnTo>
                    <a:pt x="62" y="25"/>
                  </a:lnTo>
                  <a:lnTo>
                    <a:pt x="39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23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71" name=""/>
            <p:cNvSpPr/>
            <p:nvPr/>
          </p:nvSpPr>
          <p:spPr>
            <a:xfrm rot="0">
              <a:off x="3976" y="3436"/>
              <a:ext cx="10" cy="9"/>
            </a:xfrm>
            <a:custGeom>
              <a:avLst/>
              <a:ahLst/>
              <a:rect l="0" t="0" r="r" b="b"/>
              <a:pathLst>
                <a:path w="19" h="19">
                  <a:moveTo>
                    <a:pt x="0" y="1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72" name=""/>
            <p:cNvSpPr/>
            <p:nvPr/>
          </p:nvSpPr>
          <p:spPr>
            <a:xfrm rot="0" flipH="1" flipV="1">
              <a:off x="3985" y="3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73" name=""/>
            <p:cNvSpPr/>
            <p:nvPr/>
          </p:nvSpPr>
          <p:spPr>
            <a:xfrm rot="0">
              <a:off x="3955" y="3424"/>
              <a:ext cx="30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23" y="60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6"/>
                  </a:lnTo>
                  <a:lnTo>
                    <a:pt x="2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74" name=""/>
            <p:cNvSpPr/>
            <p:nvPr/>
          </p:nvSpPr>
          <p:spPr>
            <a:xfrm rot="0">
              <a:off x="3955" y="3424"/>
              <a:ext cx="30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23" y="60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6"/>
                  </a:lnTo>
                  <a:lnTo>
                    <a:pt x="23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75" name=""/>
            <p:cNvSpPr/>
            <p:nvPr/>
          </p:nvSpPr>
          <p:spPr>
            <a:xfrm rot="0">
              <a:off x="3964" y="3423"/>
              <a:ext cx="9" cy="10"/>
            </a:xfrm>
            <a:custGeom>
              <a:avLst/>
              <a:ahLst/>
              <a:rect l="0" t="0" r="r" b="b"/>
              <a:pathLst>
                <a:path w="19" h="19">
                  <a:moveTo>
                    <a:pt x="0" y="1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76" name=""/>
            <p:cNvSpPr/>
            <p:nvPr/>
          </p:nvSpPr>
          <p:spPr>
            <a:xfrm rot="0" flipH="1" flipV="1">
              <a:off x="3973" y="34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77" name=""/>
            <p:cNvSpPr/>
            <p:nvPr/>
          </p:nvSpPr>
          <p:spPr>
            <a:xfrm rot="0">
              <a:off x="3943" y="3412"/>
              <a:ext cx="30" cy="31"/>
            </a:xfrm>
            <a:custGeom>
              <a:avLst/>
              <a:ahLst/>
              <a:rect l="0" t="0" r="r" b="b"/>
              <a:pathLst>
                <a:path w="61" h="61">
                  <a:moveTo>
                    <a:pt x="26" y="61"/>
                  </a:moveTo>
                  <a:lnTo>
                    <a:pt x="43" y="42"/>
                  </a:lnTo>
                  <a:lnTo>
                    <a:pt x="61" y="23"/>
                  </a:lnTo>
                  <a:lnTo>
                    <a:pt x="35" y="0"/>
                  </a:lnTo>
                  <a:lnTo>
                    <a:pt x="18" y="19"/>
                  </a:lnTo>
                  <a:lnTo>
                    <a:pt x="0" y="39"/>
                  </a:lnTo>
                  <a:lnTo>
                    <a:pt x="26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94" name=""/>
          <p:cNvGrpSpPr/>
          <p:nvPr/>
        </p:nvGrpSpPr>
        <p:grpSpPr>
          <a:xfrm rot="0">
            <a:off x="5394325" y="5287962"/>
            <a:ext cx="912812" cy="688975"/>
            <a:chOff x="3398" y="3331"/>
            <a:chExt cx="575" cy="434"/>
          </a:xfrm>
        </p:grpSpPr>
        <p:sp>
          <p:nvSpPr>
            <p:cNvPr id="1061078" name=""/>
            <p:cNvSpPr/>
            <p:nvPr/>
          </p:nvSpPr>
          <p:spPr>
            <a:xfrm rot="0">
              <a:off x="3943" y="3412"/>
              <a:ext cx="30" cy="31"/>
            </a:xfrm>
            <a:custGeom>
              <a:avLst/>
              <a:ahLst/>
              <a:rect l="0" t="0" r="r" b="b"/>
              <a:pathLst>
                <a:path w="61" h="61">
                  <a:moveTo>
                    <a:pt x="26" y="61"/>
                  </a:moveTo>
                  <a:lnTo>
                    <a:pt x="43" y="42"/>
                  </a:lnTo>
                  <a:lnTo>
                    <a:pt x="61" y="23"/>
                  </a:lnTo>
                  <a:lnTo>
                    <a:pt x="35" y="0"/>
                  </a:lnTo>
                  <a:lnTo>
                    <a:pt x="18" y="19"/>
                  </a:lnTo>
                  <a:lnTo>
                    <a:pt x="0" y="39"/>
                  </a:lnTo>
                  <a:lnTo>
                    <a:pt x="26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79" name=""/>
            <p:cNvSpPr/>
            <p:nvPr/>
          </p:nvSpPr>
          <p:spPr>
            <a:xfrm rot="0">
              <a:off x="3951" y="3412"/>
              <a:ext cx="9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0" y="20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80" name=""/>
            <p:cNvSpPr/>
            <p:nvPr/>
          </p:nvSpPr>
          <p:spPr>
            <a:xfrm rot="0" flipH="1" flipV="1">
              <a:off x="3960" y="3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81" name=""/>
            <p:cNvSpPr/>
            <p:nvPr/>
          </p:nvSpPr>
          <p:spPr>
            <a:xfrm rot="0">
              <a:off x="3930" y="3401"/>
              <a:ext cx="30" cy="31"/>
            </a:xfrm>
            <a:custGeom>
              <a:avLst/>
              <a:ahLst/>
              <a:rect l="0" t="0" r="r" b="b"/>
              <a:pathLst>
                <a:path w="58" h="61">
                  <a:moveTo>
                    <a:pt x="25" y="61"/>
                  </a:moveTo>
                  <a:lnTo>
                    <a:pt x="42" y="40"/>
                  </a:lnTo>
                  <a:lnTo>
                    <a:pt x="58" y="20"/>
                  </a:lnTo>
                  <a:lnTo>
                    <a:pt x="33" y="0"/>
                  </a:lnTo>
                  <a:lnTo>
                    <a:pt x="16" y="20"/>
                  </a:lnTo>
                  <a:lnTo>
                    <a:pt x="0" y="40"/>
                  </a:lnTo>
                  <a:lnTo>
                    <a:pt x="25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82" name=""/>
            <p:cNvSpPr/>
            <p:nvPr/>
          </p:nvSpPr>
          <p:spPr>
            <a:xfrm rot="0">
              <a:off x="3930" y="3401"/>
              <a:ext cx="30" cy="31"/>
            </a:xfrm>
            <a:custGeom>
              <a:avLst/>
              <a:ahLst/>
              <a:rect l="0" t="0" r="r" b="b"/>
              <a:pathLst>
                <a:path w="58" h="61">
                  <a:moveTo>
                    <a:pt x="25" y="61"/>
                  </a:moveTo>
                  <a:lnTo>
                    <a:pt x="42" y="40"/>
                  </a:lnTo>
                  <a:lnTo>
                    <a:pt x="58" y="20"/>
                  </a:lnTo>
                  <a:lnTo>
                    <a:pt x="33" y="0"/>
                  </a:lnTo>
                  <a:lnTo>
                    <a:pt x="16" y="20"/>
                  </a:lnTo>
                  <a:lnTo>
                    <a:pt x="0" y="40"/>
                  </a:lnTo>
                  <a:lnTo>
                    <a:pt x="25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83" name=""/>
            <p:cNvSpPr/>
            <p:nvPr/>
          </p:nvSpPr>
          <p:spPr>
            <a:xfrm rot="0">
              <a:off x="3939" y="3401"/>
              <a:ext cx="8" cy="11"/>
            </a:xfrm>
            <a:custGeom>
              <a:avLst/>
              <a:ahLst/>
              <a:rect l="0" t="0" r="r" b="b"/>
              <a:pathLst>
                <a:path w="17" h="21">
                  <a:moveTo>
                    <a:pt x="0" y="21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84" name=""/>
            <p:cNvSpPr/>
            <p:nvPr/>
          </p:nvSpPr>
          <p:spPr>
            <a:xfrm rot="0" flipH="1" flipV="1">
              <a:off x="3946" y="34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85" name=""/>
            <p:cNvSpPr/>
            <p:nvPr/>
          </p:nvSpPr>
          <p:spPr>
            <a:xfrm rot="0">
              <a:off x="3917" y="3391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28" y="62"/>
                  </a:moveTo>
                  <a:lnTo>
                    <a:pt x="43" y="41"/>
                  </a:lnTo>
                  <a:lnTo>
                    <a:pt x="59" y="20"/>
                  </a:lnTo>
                  <a:lnTo>
                    <a:pt x="31" y="0"/>
                  </a:lnTo>
                  <a:lnTo>
                    <a:pt x="16" y="22"/>
                  </a:lnTo>
                  <a:lnTo>
                    <a:pt x="0" y="43"/>
                  </a:lnTo>
                  <a:lnTo>
                    <a:pt x="28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86" name=""/>
            <p:cNvSpPr/>
            <p:nvPr/>
          </p:nvSpPr>
          <p:spPr>
            <a:xfrm rot="0">
              <a:off x="3917" y="3391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28" y="62"/>
                  </a:moveTo>
                  <a:lnTo>
                    <a:pt x="43" y="41"/>
                  </a:lnTo>
                  <a:lnTo>
                    <a:pt x="59" y="20"/>
                  </a:lnTo>
                  <a:lnTo>
                    <a:pt x="31" y="0"/>
                  </a:lnTo>
                  <a:lnTo>
                    <a:pt x="16" y="22"/>
                  </a:lnTo>
                  <a:lnTo>
                    <a:pt x="0" y="43"/>
                  </a:lnTo>
                  <a:lnTo>
                    <a:pt x="28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87" name=""/>
            <p:cNvSpPr/>
            <p:nvPr/>
          </p:nvSpPr>
          <p:spPr>
            <a:xfrm rot="0">
              <a:off x="3925" y="3391"/>
              <a:ext cx="7" cy="11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88" name=""/>
            <p:cNvSpPr/>
            <p:nvPr/>
          </p:nvSpPr>
          <p:spPr>
            <a:xfrm rot="0" flipH="1">
              <a:off x="3932" y="33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89" name=""/>
            <p:cNvSpPr/>
            <p:nvPr/>
          </p:nvSpPr>
          <p:spPr>
            <a:xfrm rot="0">
              <a:off x="3904" y="3382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7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2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90" name=""/>
            <p:cNvSpPr/>
            <p:nvPr/>
          </p:nvSpPr>
          <p:spPr>
            <a:xfrm rot="0">
              <a:off x="3904" y="3382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7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2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91" name=""/>
            <p:cNvSpPr/>
            <p:nvPr/>
          </p:nvSpPr>
          <p:spPr>
            <a:xfrm rot="0">
              <a:off x="3911" y="3381"/>
              <a:ext cx="7" cy="12"/>
            </a:xfrm>
            <a:custGeom>
              <a:avLst/>
              <a:ahLst/>
              <a:rect l="0" t="0" r="r" b="b"/>
              <a:pathLst>
                <a:path w="14" h="22">
                  <a:moveTo>
                    <a:pt x="0" y="22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92" name=""/>
            <p:cNvSpPr/>
            <p:nvPr/>
          </p:nvSpPr>
          <p:spPr>
            <a:xfrm rot="0" flipH="1" flipV="1">
              <a:off x="3918" y="33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93" name=""/>
            <p:cNvSpPr/>
            <p:nvPr/>
          </p:nvSpPr>
          <p:spPr>
            <a:xfrm rot="0">
              <a:off x="3890" y="3373"/>
              <a:ext cx="28" cy="31"/>
            </a:xfrm>
            <a:custGeom>
              <a:avLst/>
              <a:ahLst/>
              <a:rect l="0" t="0" r="r" b="b"/>
              <a:pathLst>
                <a:path w="55" h="62">
                  <a:moveTo>
                    <a:pt x="29" y="62"/>
                  </a:moveTo>
                  <a:lnTo>
                    <a:pt x="42" y="39"/>
                  </a:lnTo>
                  <a:lnTo>
                    <a:pt x="55" y="17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29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94" name=""/>
            <p:cNvSpPr/>
            <p:nvPr/>
          </p:nvSpPr>
          <p:spPr>
            <a:xfrm rot="0">
              <a:off x="3890" y="3373"/>
              <a:ext cx="28" cy="31"/>
            </a:xfrm>
            <a:custGeom>
              <a:avLst/>
              <a:ahLst/>
              <a:rect l="0" t="0" r="r" b="b"/>
              <a:pathLst>
                <a:path w="55" h="62">
                  <a:moveTo>
                    <a:pt x="29" y="62"/>
                  </a:moveTo>
                  <a:lnTo>
                    <a:pt x="42" y="39"/>
                  </a:lnTo>
                  <a:lnTo>
                    <a:pt x="55" y="17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29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95" name=""/>
            <p:cNvSpPr/>
            <p:nvPr/>
          </p:nvSpPr>
          <p:spPr>
            <a:xfrm rot="0">
              <a:off x="3897" y="3373"/>
              <a:ext cx="6" cy="11"/>
            </a:xfrm>
            <a:custGeom>
              <a:avLst/>
              <a:ahLst/>
              <a:rect l="0" t="0" r="r" b="b"/>
              <a:pathLst>
                <a:path w="14" h="24">
                  <a:moveTo>
                    <a:pt x="0" y="24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96" name=""/>
            <p:cNvSpPr/>
            <p:nvPr/>
          </p:nvSpPr>
          <p:spPr>
            <a:xfrm rot="0" flipH="1" flipV="1">
              <a:off x="3903" y="33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97" name=""/>
            <p:cNvSpPr/>
            <p:nvPr/>
          </p:nvSpPr>
          <p:spPr>
            <a:xfrm rot="0">
              <a:off x="3876" y="3365"/>
              <a:ext cx="27" cy="31"/>
            </a:xfrm>
            <a:custGeom>
              <a:avLst/>
              <a:ahLst/>
              <a:rect l="0" t="0" r="r" b="b"/>
              <a:pathLst>
                <a:path w="55" h="62">
                  <a:moveTo>
                    <a:pt x="30" y="62"/>
                  </a:moveTo>
                  <a:lnTo>
                    <a:pt x="42" y="39"/>
                  </a:lnTo>
                  <a:lnTo>
                    <a:pt x="55" y="15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3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098" name=""/>
            <p:cNvSpPr/>
            <p:nvPr/>
          </p:nvSpPr>
          <p:spPr>
            <a:xfrm rot="0">
              <a:off x="3876" y="3365"/>
              <a:ext cx="27" cy="31"/>
            </a:xfrm>
            <a:custGeom>
              <a:avLst/>
              <a:ahLst/>
              <a:rect l="0" t="0" r="r" b="b"/>
              <a:pathLst>
                <a:path w="55" h="62">
                  <a:moveTo>
                    <a:pt x="30" y="62"/>
                  </a:moveTo>
                  <a:lnTo>
                    <a:pt x="42" y="39"/>
                  </a:lnTo>
                  <a:lnTo>
                    <a:pt x="55" y="15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3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099" name=""/>
            <p:cNvSpPr/>
            <p:nvPr/>
          </p:nvSpPr>
          <p:spPr>
            <a:xfrm rot="0">
              <a:off x="3882" y="3365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23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00" name=""/>
            <p:cNvSpPr/>
            <p:nvPr/>
          </p:nvSpPr>
          <p:spPr>
            <a:xfrm rot="0" flipH="1">
              <a:off x="3887" y="33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01" name=""/>
            <p:cNvSpPr/>
            <p:nvPr/>
          </p:nvSpPr>
          <p:spPr>
            <a:xfrm rot="0">
              <a:off x="3861" y="3358"/>
              <a:ext cx="26" cy="30"/>
            </a:xfrm>
            <a:custGeom>
              <a:avLst/>
              <a:ahLst/>
              <a:rect l="0" t="0" r="r" b="b"/>
              <a:pathLst>
                <a:path w="53" h="61">
                  <a:moveTo>
                    <a:pt x="30" y="61"/>
                  </a:moveTo>
                  <a:lnTo>
                    <a:pt x="42" y="37"/>
                  </a:lnTo>
                  <a:lnTo>
                    <a:pt x="53" y="14"/>
                  </a:lnTo>
                  <a:lnTo>
                    <a:pt x="22" y="0"/>
                  </a:lnTo>
                  <a:lnTo>
                    <a:pt x="11" y="23"/>
                  </a:lnTo>
                  <a:lnTo>
                    <a:pt x="0" y="47"/>
                  </a:lnTo>
                  <a:lnTo>
                    <a:pt x="3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02" name=""/>
            <p:cNvSpPr/>
            <p:nvPr/>
          </p:nvSpPr>
          <p:spPr>
            <a:xfrm rot="0">
              <a:off x="3861" y="3358"/>
              <a:ext cx="26" cy="30"/>
            </a:xfrm>
            <a:custGeom>
              <a:avLst/>
              <a:ahLst/>
              <a:rect l="0" t="0" r="r" b="b"/>
              <a:pathLst>
                <a:path w="53" h="61">
                  <a:moveTo>
                    <a:pt x="30" y="61"/>
                  </a:moveTo>
                  <a:lnTo>
                    <a:pt x="42" y="37"/>
                  </a:lnTo>
                  <a:lnTo>
                    <a:pt x="53" y="14"/>
                  </a:lnTo>
                  <a:lnTo>
                    <a:pt x="22" y="0"/>
                  </a:lnTo>
                  <a:lnTo>
                    <a:pt x="11" y="23"/>
                  </a:lnTo>
                  <a:lnTo>
                    <a:pt x="0" y="47"/>
                  </a:lnTo>
                  <a:lnTo>
                    <a:pt x="3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03" name=""/>
            <p:cNvSpPr/>
            <p:nvPr/>
          </p:nvSpPr>
          <p:spPr>
            <a:xfrm rot="0">
              <a:off x="3866" y="3357"/>
              <a:ext cx="6" cy="13"/>
            </a:xfrm>
            <a:custGeom>
              <a:avLst/>
              <a:ahLst/>
              <a:rect l="0" t="0" r="r" b="b"/>
              <a:pathLst>
                <a:path w="11" h="25">
                  <a:moveTo>
                    <a:pt x="0" y="25"/>
                  </a:moveTo>
                  <a:lnTo>
                    <a:pt x="11" y="2"/>
                  </a:lnTo>
                  <a:lnTo>
                    <a:pt x="9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04" name=""/>
            <p:cNvSpPr/>
            <p:nvPr/>
          </p:nvSpPr>
          <p:spPr>
            <a:xfrm rot="0" flipH="1" flipV="1">
              <a:off x="3871" y="33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05" name=""/>
            <p:cNvSpPr/>
            <p:nvPr/>
          </p:nvSpPr>
          <p:spPr>
            <a:xfrm rot="0">
              <a:off x="3846" y="3352"/>
              <a:ext cx="25" cy="30"/>
            </a:xfrm>
            <a:custGeom>
              <a:avLst/>
              <a:ahLst/>
              <a:rect l="0" t="0" r="r" b="b"/>
              <a:pathLst>
                <a:path w="50" h="61">
                  <a:moveTo>
                    <a:pt x="32" y="61"/>
                  </a:moveTo>
                  <a:lnTo>
                    <a:pt x="41" y="36"/>
                  </a:lnTo>
                  <a:lnTo>
                    <a:pt x="50" y="11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06" name=""/>
            <p:cNvSpPr/>
            <p:nvPr/>
          </p:nvSpPr>
          <p:spPr>
            <a:xfrm rot="0">
              <a:off x="3846" y="3352"/>
              <a:ext cx="25" cy="30"/>
            </a:xfrm>
            <a:custGeom>
              <a:avLst/>
              <a:ahLst/>
              <a:rect l="0" t="0" r="r" b="b"/>
              <a:pathLst>
                <a:path w="50" h="61">
                  <a:moveTo>
                    <a:pt x="32" y="61"/>
                  </a:moveTo>
                  <a:lnTo>
                    <a:pt x="41" y="36"/>
                  </a:lnTo>
                  <a:lnTo>
                    <a:pt x="50" y="11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07" name=""/>
            <p:cNvSpPr/>
            <p:nvPr/>
          </p:nvSpPr>
          <p:spPr>
            <a:xfrm rot="0">
              <a:off x="3830" y="3346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32" y="60"/>
                  </a:moveTo>
                  <a:lnTo>
                    <a:pt x="41" y="36"/>
                  </a:lnTo>
                  <a:lnTo>
                    <a:pt x="50" y="11"/>
                  </a:lnTo>
                  <a:lnTo>
                    <a:pt x="19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08" name=""/>
            <p:cNvSpPr/>
            <p:nvPr/>
          </p:nvSpPr>
          <p:spPr>
            <a:xfrm rot="0">
              <a:off x="3830" y="3346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32" y="60"/>
                  </a:moveTo>
                  <a:lnTo>
                    <a:pt x="41" y="36"/>
                  </a:lnTo>
                  <a:lnTo>
                    <a:pt x="50" y="11"/>
                  </a:lnTo>
                  <a:lnTo>
                    <a:pt x="19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09" name=""/>
            <p:cNvSpPr/>
            <p:nvPr/>
          </p:nvSpPr>
          <p:spPr>
            <a:xfrm rot="0">
              <a:off x="3835" y="3345"/>
              <a:ext cx="4" cy="13"/>
            </a:xfrm>
            <a:custGeom>
              <a:avLst/>
              <a:ahLst/>
              <a:rect l="0" t="0" r="r" b="b"/>
              <a:pathLst>
                <a:path w="10" h="26">
                  <a:moveTo>
                    <a:pt x="0" y="26"/>
                  </a:moveTo>
                  <a:lnTo>
                    <a:pt x="10" y="1"/>
                  </a:lnTo>
                  <a:lnTo>
                    <a:pt x="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10" name=""/>
            <p:cNvSpPr/>
            <p:nvPr/>
          </p:nvSpPr>
          <p:spPr>
            <a:xfrm rot="0" flipH="1" flipV="1">
              <a:off x="3838" y="33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11" name=""/>
            <p:cNvSpPr/>
            <p:nvPr/>
          </p:nvSpPr>
          <p:spPr>
            <a:xfrm rot="0">
              <a:off x="3816" y="3341"/>
              <a:ext cx="22" cy="30"/>
            </a:xfrm>
            <a:custGeom>
              <a:avLst/>
              <a:ahLst/>
              <a:rect l="0" t="0" r="r" b="b"/>
              <a:pathLst>
                <a:path w="44" h="59">
                  <a:moveTo>
                    <a:pt x="31" y="59"/>
                  </a:moveTo>
                  <a:lnTo>
                    <a:pt x="37" y="34"/>
                  </a:lnTo>
                  <a:lnTo>
                    <a:pt x="44" y="8"/>
                  </a:lnTo>
                  <a:lnTo>
                    <a:pt x="12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31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12" name=""/>
            <p:cNvSpPr/>
            <p:nvPr/>
          </p:nvSpPr>
          <p:spPr>
            <a:xfrm rot="0">
              <a:off x="3816" y="3341"/>
              <a:ext cx="22" cy="30"/>
            </a:xfrm>
            <a:custGeom>
              <a:avLst/>
              <a:ahLst/>
              <a:rect l="0" t="0" r="r" b="b"/>
              <a:pathLst>
                <a:path w="44" h="59">
                  <a:moveTo>
                    <a:pt x="31" y="59"/>
                  </a:moveTo>
                  <a:lnTo>
                    <a:pt x="37" y="34"/>
                  </a:lnTo>
                  <a:lnTo>
                    <a:pt x="44" y="8"/>
                  </a:lnTo>
                  <a:lnTo>
                    <a:pt x="12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31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13" name=""/>
            <p:cNvSpPr/>
            <p:nvPr/>
          </p:nvSpPr>
          <p:spPr>
            <a:xfrm rot="0">
              <a:off x="3819" y="3341"/>
              <a:ext cx="3" cy="13"/>
            </a:xfrm>
            <a:custGeom>
              <a:avLst/>
              <a:ahLst/>
              <a:rect l="0" t="0" r="r" b="b"/>
              <a:pathLst>
                <a:path w="6" h="25">
                  <a:moveTo>
                    <a:pt x="0" y="25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14" name=""/>
            <p:cNvSpPr/>
            <p:nvPr/>
          </p:nvSpPr>
          <p:spPr>
            <a:xfrm rot="0" flipH="1">
              <a:off x="3821" y="33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15" name=""/>
            <p:cNvSpPr/>
            <p:nvPr/>
          </p:nvSpPr>
          <p:spPr>
            <a:xfrm rot="0">
              <a:off x="3800" y="3338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33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0" y="0"/>
                  </a:lnTo>
                  <a:lnTo>
                    <a:pt x="5" y="25"/>
                  </a:lnTo>
                  <a:lnTo>
                    <a:pt x="0" y="51"/>
                  </a:lnTo>
                  <a:lnTo>
                    <a:pt x="33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16" name=""/>
            <p:cNvSpPr/>
            <p:nvPr/>
          </p:nvSpPr>
          <p:spPr>
            <a:xfrm rot="0">
              <a:off x="3800" y="3338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33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0" y="0"/>
                  </a:lnTo>
                  <a:lnTo>
                    <a:pt x="5" y="25"/>
                  </a:lnTo>
                  <a:lnTo>
                    <a:pt x="0" y="51"/>
                  </a:lnTo>
                  <a:lnTo>
                    <a:pt x="33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17" name=""/>
            <p:cNvSpPr/>
            <p:nvPr/>
          </p:nvSpPr>
          <p:spPr>
            <a:xfrm rot="0">
              <a:off x="3802" y="3338"/>
              <a:ext cx="3" cy="13"/>
            </a:xfrm>
            <a:custGeom>
              <a:avLst/>
              <a:ahLst/>
              <a:rect l="0" t="0" r="r" b="b"/>
              <a:pathLst>
                <a:path w="5" h="25">
                  <a:moveTo>
                    <a:pt x="0" y="25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18" name=""/>
            <p:cNvSpPr/>
            <p:nvPr/>
          </p:nvSpPr>
          <p:spPr>
            <a:xfrm rot="0">
              <a:off x="3805" y="33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19" name=""/>
            <p:cNvSpPr/>
            <p:nvPr/>
          </p:nvSpPr>
          <p:spPr>
            <a:xfrm rot="0">
              <a:off x="3784" y="3335"/>
              <a:ext cx="21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33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0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33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20" name=""/>
            <p:cNvSpPr/>
            <p:nvPr/>
          </p:nvSpPr>
          <p:spPr>
            <a:xfrm rot="0">
              <a:off x="3784" y="3335"/>
              <a:ext cx="21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33" y="58"/>
                  </a:moveTo>
                  <a:lnTo>
                    <a:pt x="38" y="32"/>
                  </a:lnTo>
                  <a:lnTo>
                    <a:pt x="43" y="7"/>
                  </a:lnTo>
                  <a:lnTo>
                    <a:pt x="10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33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21" name=""/>
            <p:cNvSpPr/>
            <p:nvPr/>
          </p:nvSpPr>
          <p:spPr>
            <a:xfrm rot="0">
              <a:off x="3786" y="3335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22" name=""/>
            <p:cNvSpPr/>
            <p:nvPr/>
          </p:nvSpPr>
          <p:spPr>
            <a:xfrm rot="0" flipH="1">
              <a:off x="3788" y="33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23" name=""/>
            <p:cNvSpPr/>
            <p:nvPr/>
          </p:nvSpPr>
          <p:spPr>
            <a:xfrm rot="0">
              <a:off x="3768" y="3333"/>
              <a:ext cx="20" cy="27"/>
            </a:xfrm>
            <a:custGeom>
              <a:avLst/>
              <a:ahLst/>
              <a:rect l="0" t="0" r="r" b="b"/>
              <a:pathLst>
                <a:path w="40" h="56">
                  <a:moveTo>
                    <a:pt x="34" y="56"/>
                  </a:moveTo>
                  <a:lnTo>
                    <a:pt x="37" y="30"/>
                  </a:lnTo>
                  <a:lnTo>
                    <a:pt x="40" y="4"/>
                  </a:lnTo>
                  <a:lnTo>
                    <a:pt x="6" y="0"/>
                  </a:lnTo>
                  <a:lnTo>
                    <a:pt x="3" y="26"/>
                  </a:lnTo>
                  <a:lnTo>
                    <a:pt x="0" y="52"/>
                  </a:lnTo>
                  <a:lnTo>
                    <a:pt x="34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24" name=""/>
            <p:cNvSpPr/>
            <p:nvPr/>
          </p:nvSpPr>
          <p:spPr>
            <a:xfrm rot="0">
              <a:off x="3768" y="3333"/>
              <a:ext cx="20" cy="27"/>
            </a:xfrm>
            <a:custGeom>
              <a:avLst/>
              <a:ahLst/>
              <a:rect l="0" t="0" r="r" b="b"/>
              <a:pathLst>
                <a:path w="40" h="56">
                  <a:moveTo>
                    <a:pt x="34" y="56"/>
                  </a:moveTo>
                  <a:lnTo>
                    <a:pt x="37" y="30"/>
                  </a:lnTo>
                  <a:lnTo>
                    <a:pt x="40" y="4"/>
                  </a:lnTo>
                  <a:lnTo>
                    <a:pt x="6" y="0"/>
                  </a:lnTo>
                  <a:lnTo>
                    <a:pt x="3" y="26"/>
                  </a:lnTo>
                  <a:lnTo>
                    <a:pt x="0" y="52"/>
                  </a:lnTo>
                  <a:lnTo>
                    <a:pt x="34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25" name=""/>
            <p:cNvSpPr/>
            <p:nvPr/>
          </p:nvSpPr>
          <p:spPr>
            <a:xfrm rot="0">
              <a:off x="3769" y="3333"/>
              <a:ext cx="2" cy="12"/>
            </a:xfrm>
            <a:custGeom>
              <a:avLst/>
              <a:ahLst/>
              <a:rect l="0" t="0" r="r" b="b"/>
              <a:pathLst>
                <a:path w="3" h="26">
                  <a:moveTo>
                    <a:pt x="0" y="2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26" name=""/>
            <p:cNvSpPr/>
            <p:nvPr/>
          </p:nvSpPr>
          <p:spPr>
            <a:xfrm rot="0" flipH="1">
              <a:off x="3770" y="33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27" name=""/>
            <p:cNvSpPr/>
            <p:nvPr/>
          </p:nvSpPr>
          <p:spPr>
            <a:xfrm rot="0">
              <a:off x="3752" y="3332"/>
              <a:ext cx="18" cy="26"/>
            </a:xfrm>
            <a:custGeom>
              <a:avLst/>
              <a:ahLst/>
              <a:rect l="0" t="0" r="r" b="b"/>
              <a:pathLst>
                <a:path w="36" h="54">
                  <a:moveTo>
                    <a:pt x="32" y="54"/>
                  </a:moveTo>
                  <a:lnTo>
                    <a:pt x="34" y="28"/>
                  </a:lnTo>
                  <a:lnTo>
                    <a:pt x="36" y="2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1"/>
                  </a:lnTo>
                  <a:lnTo>
                    <a:pt x="3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28" name=""/>
            <p:cNvSpPr/>
            <p:nvPr/>
          </p:nvSpPr>
          <p:spPr>
            <a:xfrm rot="0">
              <a:off x="3752" y="3332"/>
              <a:ext cx="18" cy="26"/>
            </a:xfrm>
            <a:custGeom>
              <a:avLst/>
              <a:ahLst/>
              <a:rect l="0" t="0" r="r" b="b"/>
              <a:pathLst>
                <a:path w="36" h="54">
                  <a:moveTo>
                    <a:pt x="32" y="54"/>
                  </a:moveTo>
                  <a:lnTo>
                    <a:pt x="34" y="28"/>
                  </a:lnTo>
                  <a:lnTo>
                    <a:pt x="36" y="2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1"/>
                  </a:lnTo>
                  <a:lnTo>
                    <a:pt x="3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29" name=""/>
            <p:cNvSpPr/>
            <p:nvPr/>
          </p:nvSpPr>
          <p:spPr>
            <a:xfrm rot="0">
              <a:off x="3753" y="3331"/>
              <a:ext cx="1" cy="13"/>
            </a:xfrm>
            <a:custGeom>
              <a:avLst/>
              <a:ahLst/>
              <a:rect l="0" t="0" r="r" b="b"/>
              <a:pathLst>
                <a:path w="2" h="27">
                  <a:moveTo>
                    <a:pt x="0" y="27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30" name=""/>
            <p:cNvSpPr/>
            <p:nvPr/>
          </p:nvSpPr>
          <p:spPr>
            <a:xfrm rot="0" flipH="1" flipV="1">
              <a:off x="3753" y="33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31" name=""/>
            <p:cNvSpPr/>
            <p:nvPr/>
          </p:nvSpPr>
          <p:spPr>
            <a:xfrm rot="0">
              <a:off x="3736" y="3331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34" y="52"/>
                  </a:moveTo>
                  <a:lnTo>
                    <a:pt x="34" y="27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2"/>
                  </a:lnTo>
                  <a:lnTo>
                    <a:pt x="34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32" name=""/>
            <p:cNvSpPr/>
            <p:nvPr/>
          </p:nvSpPr>
          <p:spPr>
            <a:xfrm rot="0">
              <a:off x="3736" y="3331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34" y="52"/>
                  </a:moveTo>
                  <a:lnTo>
                    <a:pt x="34" y="27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2"/>
                  </a:lnTo>
                  <a:lnTo>
                    <a:pt x="34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33" name=""/>
            <p:cNvSpPr/>
            <p:nvPr/>
          </p:nvSpPr>
          <p:spPr>
            <a:xfrm rot="0">
              <a:off x="3735" y="3331"/>
              <a:ext cx="1" cy="13"/>
            </a:xfrm>
            <a:custGeom>
              <a:avLst/>
              <a:ahLst/>
              <a:rect l="0" t="0" r="r" b="b"/>
              <a:pathLst>
                <a:path w="1" h="27">
                  <a:moveTo>
                    <a:pt x="1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34" name=""/>
            <p:cNvSpPr/>
            <p:nvPr/>
          </p:nvSpPr>
          <p:spPr>
            <a:xfrm rot="0" flipH="1">
              <a:off x="3735" y="33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35" name=""/>
            <p:cNvSpPr/>
            <p:nvPr/>
          </p:nvSpPr>
          <p:spPr>
            <a:xfrm rot="0">
              <a:off x="3719" y="3332"/>
              <a:ext cx="17" cy="26"/>
            </a:xfrm>
            <a:custGeom>
              <a:avLst/>
              <a:ahLst/>
              <a:rect l="0" t="0" r="r" b="b"/>
              <a:pathLst>
                <a:path w="36" h="53">
                  <a:moveTo>
                    <a:pt x="36" y="51"/>
                  </a:moveTo>
                  <a:lnTo>
                    <a:pt x="35" y="26"/>
                  </a:lnTo>
                  <a:lnTo>
                    <a:pt x="34" y="0"/>
                  </a:lnTo>
                  <a:lnTo>
                    <a:pt x="0" y="1"/>
                  </a:lnTo>
                  <a:lnTo>
                    <a:pt x="1" y="27"/>
                  </a:lnTo>
                  <a:lnTo>
                    <a:pt x="2" y="53"/>
                  </a:lnTo>
                  <a:lnTo>
                    <a:pt x="36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36" name=""/>
            <p:cNvSpPr/>
            <p:nvPr/>
          </p:nvSpPr>
          <p:spPr>
            <a:xfrm rot="0">
              <a:off x="3719" y="3332"/>
              <a:ext cx="17" cy="26"/>
            </a:xfrm>
            <a:custGeom>
              <a:avLst/>
              <a:ahLst/>
              <a:rect l="0" t="0" r="r" b="b"/>
              <a:pathLst>
                <a:path w="36" h="53">
                  <a:moveTo>
                    <a:pt x="36" y="51"/>
                  </a:moveTo>
                  <a:lnTo>
                    <a:pt x="35" y="26"/>
                  </a:lnTo>
                  <a:lnTo>
                    <a:pt x="34" y="0"/>
                  </a:lnTo>
                  <a:lnTo>
                    <a:pt x="0" y="1"/>
                  </a:lnTo>
                  <a:lnTo>
                    <a:pt x="1" y="27"/>
                  </a:lnTo>
                  <a:lnTo>
                    <a:pt x="2" y="53"/>
                  </a:lnTo>
                  <a:lnTo>
                    <a:pt x="36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37" name=""/>
            <p:cNvSpPr/>
            <p:nvPr/>
          </p:nvSpPr>
          <p:spPr>
            <a:xfrm rot="0">
              <a:off x="3718" y="3332"/>
              <a:ext cx="1" cy="13"/>
            </a:xfrm>
            <a:custGeom>
              <a:avLst/>
              <a:ahLst/>
              <a:rect l="0" t="0" r="r" b="b"/>
              <a:pathLst>
                <a:path w="2" h="26">
                  <a:moveTo>
                    <a:pt x="2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38" name=""/>
            <p:cNvSpPr/>
            <p:nvPr/>
          </p:nvSpPr>
          <p:spPr>
            <a:xfrm rot="0" flipH="1">
              <a:off x="3718" y="3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39" name=""/>
            <p:cNvSpPr/>
            <p:nvPr/>
          </p:nvSpPr>
          <p:spPr>
            <a:xfrm rot="0">
              <a:off x="3702" y="3332"/>
              <a:ext cx="18" cy="27"/>
            </a:xfrm>
            <a:custGeom>
              <a:avLst/>
              <a:ahLst/>
              <a:rect l="0" t="0" r="r" b="b"/>
              <a:pathLst>
                <a:path w="37" h="55">
                  <a:moveTo>
                    <a:pt x="37" y="52"/>
                  </a:moveTo>
                  <a:lnTo>
                    <a:pt x="35" y="26"/>
                  </a:lnTo>
                  <a:lnTo>
                    <a:pt x="33" y="0"/>
                  </a:lnTo>
                  <a:lnTo>
                    <a:pt x="0" y="3"/>
                  </a:lnTo>
                  <a:lnTo>
                    <a:pt x="2" y="29"/>
                  </a:lnTo>
                  <a:lnTo>
                    <a:pt x="4" y="55"/>
                  </a:lnTo>
                  <a:lnTo>
                    <a:pt x="37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40" name=""/>
            <p:cNvSpPr/>
            <p:nvPr/>
          </p:nvSpPr>
          <p:spPr>
            <a:xfrm rot="0">
              <a:off x="3702" y="3332"/>
              <a:ext cx="18" cy="27"/>
            </a:xfrm>
            <a:custGeom>
              <a:avLst/>
              <a:ahLst/>
              <a:rect l="0" t="0" r="r" b="b"/>
              <a:pathLst>
                <a:path w="37" h="55">
                  <a:moveTo>
                    <a:pt x="37" y="52"/>
                  </a:moveTo>
                  <a:lnTo>
                    <a:pt x="35" y="26"/>
                  </a:lnTo>
                  <a:lnTo>
                    <a:pt x="33" y="0"/>
                  </a:lnTo>
                  <a:lnTo>
                    <a:pt x="0" y="3"/>
                  </a:lnTo>
                  <a:lnTo>
                    <a:pt x="2" y="29"/>
                  </a:lnTo>
                  <a:lnTo>
                    <a:pt x="4" y="55"/>
                  </a:lnTo>
                  <a:lnTo>
                    <a:pt x="37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41" name=""/>
            <p:cNvSpPr/>
            <p:nvPr/>
          </p:nvSpPr>
          <p:spPr>
            <a:xfrm rot="0">
              <a:off x="3701" y="3334"/>
              <a:ext cx="2" cy="13"/>
            </a:xfrm>
            <a:custGeom>
              <a:avLst/>
              <a:ahLst/>
              <a:rect l="0" t="0" r="r" b="b"/>
              <a:pathLst>
                <a:path w="3" h="26">
                  <a:moveTo>
                    <a:pt x="3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42" name=""/>
            <p:cNvSpPr/>
            <p:nvPr/>
          </p:nvSpPr>
          <p:spPr>
            <a:xfrm rot="0" flipH="1">
              <a:off x="3701" y="33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43" name=""/>
            <p:cNvSpPr/>
            <p:nvPr/>
          </p:nvSpPr>
          <p:spPr>
            <a:xfrm rot="0">
              <a:off x="3684" y="3334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9" y="52"/>
                  </a:moveTo>
                  <a:lnTo>
                    <a:pt x="36" y="26"/>
                  </a:lnTo>
                  <a:lnTo>
                    <a:pt x="33" y="0"/>
                  </a:lnTo>
                  <a:lnTo>
                    <a:pt x="0" y="5"/>
                  </a:lnTo>
                  <a:lnTo>
                    <a:pt x="3" y="30"/>
                  </a:lnTo>
                  <a:lnTo>
                    <a:pt x="6" y="56"/>
                  </a:lnTo>
                  <a:lnTo>
                    <a:pt x="3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44" name=""/>
            <p:cNvSpPr/>
            <p:nvPr/>
          </p:nvSpPr>
          <p:spPr>
            <a:xfrm rot="0">
              <a:off x="3684" y="3334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9" y="52"/>
                  </a:moveTo>
                  <a:lnTo>
                    <a:pt x="36" y="26"/>
                  </a:lnTo>
                  <a:lnTo>
                    <a:pt x="33" y="0"/>
                  </a:lnTo>
                  <a:lnTo>
                    <a:pt x="0" y="5"/>
                  </a:lnTo>
                  <a:lnTo>
                    <a:pt x="3" y="30"/>
                  </a:lnTo>
                  <a:lnTo>
                    <a:pt x="6" y="56"/>
                  </a:lnTo>
                  <a:lnTo>
                    <a:pt x="3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45" name=""/>
            <p:cNvSpPr/>
            <p:nvPr/>
          </p:nvSpPr>
          <p:spPr>
            <a:xfrm rot="0">
              <a:off x="3683" y="3336"/>
              <a:ext cx="3" cy="13"/>
            </a:xfrm>
            <a:custGeom>
              <a:avLst/>
              <a:ahLst/>
              <a:rect l="0" t="0" r="r" b="b"/>
              <a:pathLst>
                <a:path w="6" h="25">
                  <a:moveTo>
                    <a:pt x="6" y="25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46" name=""/>
            <p:cNvSpPr/>
            <p:nvPr/>
          </p:nvSpPr>
          <p:spPr>
            <a:xfrm rot="0" flipH="1">
              <a:off x="3683" y="3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47" name=""/>
            <p:cNvSpPr/>
            <p:nvPr/>
          </p:nvSpPr>
          <p:spPr>
            <a:xfrm rot="0">
              <a:off x="3667" y="3336"/>
              <a:ext cx="21" cy="28"/>
            </a:xfrm>
            <a:custGeom>
              <a:avLst/>
              <a:ahLst/>
              <a:rect l="0" t="0" r="r" b="b"/>
              <a:pathLst>
                <a:path w="43" h="57">
                  <a:moveTo>
                    <a:pt x="43" y="51"/>
                  </a:moveTo>
                  <a:lnTo>
                    <a:pt x="38" y="25"/>
                  </a:lnTo>
                  <a:lnTo>
                    <a:pt x="32" y="0"/>
                  </a:lnTo>
                  <a:lnTo>
                    <a:pt x="0" y="6"/>
                  </a:lnTo>
                  <a:lnTo>
                    <a:pt x="5" y="31"/>
                  </a:lnTo>
                  <a:lnTo>
                    <a:pt x="10" y="57"/>
                  </a:lnTo>
                  <a:lnTo>
                    <a:pt x="4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48" name=""/>
            <p:cNvSpPr/>
            <p:nvPr/>
          </p:nvSpPr>
          <p:spPr>
            <a:xfrm rot="0">
              <a:off x="3667" y="3336"/>
              <a:ext cx="21" cy="28"/>
            </a:xfrm>
            <a:custGeom>
              <a:avLst/>
              <a:ahLst/>
              <a:rect l="0" t="0" r="r" b="b"/>
              <a:pathLst>
                <a:path w="43" h="57">
                  <a:moveTo>
                    <a:pt x="43" y="51"/>
                  </a:moveTo>
                  <a:lnTo>
                    <a:pt x="38" y="25"/>
                  </a:lnTo>
                  <a:lnTo>
                    <a:pt x="32" y="0"/>
                  </a:lnTo>
                  <a:lnTo>
                    <a:pt x="0" y="6"/>
                  </a:lnTo>
                  <a:lnTo>
                    <a:pt x="5" y="31"/>
                  </a:lnTo>
                  <a:lnTo>
                    <a:pt x="10" y="57"/>
                  </a:lnTo>
                  <a:lnTo>
                    <a:pt x="4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49" name=""/>
            <p:cNvSpPr/>
            <p:nvPr/>
          </p:nvSpPr>
          <p:spPr>
            <a:xfrm rot="0">
              <a:off x="3666" y="3339"/>
              <a:ext cx="3" cy="13"/>
            </a:xfrm>
            <a:custGeom>
              <a:avLst/>
              <a:ahLst/>
              <a:rect l="0" t="0" r="r" b="b"/>
              <a:pathLst>
                <a:path w="6" h="25">
                  <a:moveTo>
                    <a:pt x="6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50" name=""/>
            <p:cNvSpPr/>
            <p:nvPr/>
          </p:nvSpPr>
          <p:spPr>
            <a:xfrm rot="0" flipH="1">
              <a:off x="3666" y="33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51" name=""/>
            <p:cNvSpPr/>
            <p:nvPr/>
          </p:nvSpPr>
          <p:spPr>
            <a:xfrm rot="0">
              <a:off x="3650" y="3339"/>
              <a:ext cx="23" cy="30"/>
            </a:xfrm>
            <a:custGeom>
              <a:avLst/>
              <a:ahLst/>
              <a:rect l="0" t="0" r="r" b="b"/>
              <a:pathLst>
                <a:path w="44" h="59">
                  <a:moveTo>
                    <a:pt x="44" y="51"/>
                  </a:moveTo>
                  <a:lnTo>
                    <a:pt x="38" y="25"/>
                  </a:lnTo>
                  <a:lnTo>
                    <a:pt x="32" y="0"/>
                  </a:lnTo>
                  <a:lnTo>
                    <a:pt x="0" y="8"/>
                  </a:lnTo>
                  <a:lnTo>
                    <a:pt x="6" y="33"/>
                  </a:lnTo>
                  <a:lnTo>
                    <a:pt x="12" y="59"/>
                  </a:lnTo>
                  <a:lnTo>
                    <a:pt x="4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52" name=""/>
            <p:cNvSpPr/>
            <p:nvPr/>
          </p:nvSpPr>
          <p:spPr>
            <a:xfrm rot="0">
              <a:off x="3650" y="3339"/>
              <a:ext cx="23" cy="30"/>
            </a:xfrm>
            <a:custGeom>
              <a:avLst/>
              <a:ahLst/>
              <a:rect l="0" t="0" r="r" b="b"/>
              <a:pathLst>
                <a:path w="44" h="59">
                  <a:moveTo>
                    <a:pt x="44" y="51"/>
                  </a:moveTo>
                  <a:lnTo>
                    <a:pt x="38" y="25"/>
                  </a:lnTo>
                  <a:lnTo>
                    <a:pt x="32" y="0"/>
                  </a:lnTo>
                  <a:lnTo>
                    <a:pt x="0" y="8"/>
                  </a:lnTo>
                  <a:lnTo>
                    <a:pt x="6" y="33"/>
                  </a:lnTo>
                  <a:lnTo>
                    <a:pt x="12" y="59"/>
                  </a:lnTo>
                  <a:lnTo>
                    <a:pt x="4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53" name=""/>
            <p:cNvSpPr/>
            <p:nvPr/>
          </p:nvSpPr>
          <p:spPr>
            <a:xfrm rot="0">
              <a:off x="3649" y="3343"/>
              <a:ext cx="5" cy="13"/>
            </a:xfrm>
            <a:custGeom>
              <a:avLst/>
              <a:ahLst/>
              <a:rect l="0" t="0" r="r" b="b"/>
              <a:pathLst>
                <a:path w="8" h="25">
                  <a:moveTo>
                    <a:pt x="8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54" name=""/>
            <p:cNvSpPr/>
            <p:nvPr/>
          </p:nvSpPr>
          <p:spPr>
            <a:xfrm rot="0" flipH="1">
              <a:off x="3649" y="33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55" name=""/>
            <p:cNvSpPr/>
            <p:nvPr/>
          </p:nvSpPr>
          <p:spPr>
            <a:xfrm rot="0">
              <a:off x="3633" y="3343"/>
              <a:ext cx="25" cy="30"/>
            </a:xfrm>
            <a:custGeom>
              <a:avLst/>
              <a:ahLst/>
              <a:rect l="0" t="0" r="r" b="b"/>
              <a:pathLst>
                <a:path w="49" h="59">
                  <a:moveTo>
                    <a:pt x="49" y="49"/>
                  </a:moveTo>
                  <a:lnTo>
                    <a:pt x="41" y="24"/>
                  </a:lnTo>
                  <a:lnTo>
                    <a:pt x="33" y="0"/>
                  </a:lnTo>
                  <a:lnTo>
                    <a:pt x="0" y="10"/>
                  </a:lnTo>
                  <a:lnTo>
                    <a:pt x="8" y="35"/>
                  </a:lnTo>
                  <a:lnTo>
                    <a:pt x="17" y="59"/>
                  </a:lnTo>
                  <a:lnTo>
                    <a:pt x="4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56" name=""/>
            <p:cNvSpPr/>
            <p:nvPr/>
          </p:nvSpPr>
          <p:spPr>
            <a:xfrm rot="0">
              <a:off x="3633" y="3343"/>
              <a:ext cx="25" cy="30"/>
            </a:xfrm>
            <a:custGeom>
              <a:avLst/>
              <a:ahLst/>
              <a:rect l="0" t="0" r="r" b="b"/>
              <a:pathLst>
                <a:path w="49" h="59">
                  <a:moveTo>
                    <a:pt x="49" y="49"/>
                  </a:moveTo>
                  <a:lnTo>
                    <a:pt x="41" y="24"/>
                  </a:lnTo>
                  <a:lnTo>
                    <a:pt x="33" y="0"/>
                  </a:lnTo>
                  <a:lnTo>
                    <a:pt x="0" y="10"/>
                  </a:lnTo>
                  <a:lnTo>
                    <a:pt x="8" y="35"/>
                  </a:lnTo>
                  <a:lnTo>
                    <a:pt x="17" y="59"/>
                  </a:lnTo>
                  <a:lnTo>
                    <a:pt x="4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57" name=""/>
            <p:cNvSpPr/>
            <p:nvPr/>
          </p:nvSpPr>
          <p:spPr>
            <a:xfrm rot="0">
              <a:off x="3633" y="3349"/>
              <a:ext cx="4" cy="12"/>
            </a:xfrm>
            <a:custGeom>
              <a:avLst/>
              <a:ahLst/>
              <a:rect l="0" t="0" r="r" b="b"/>
              <a:pathLst>
                <a:path w="9" h="25">
                  <a:moveTo>
                    <a:pt x="9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58" name=""/>
            <p:cNvSpPr/>
            <p:nvPr/>
          </p:nvSpPr>
          <p:spPr>
            <a:xfrm rot="0" flipH="1">
              <a:off x="3633" y="33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59" name=""/>
            <p:cNvSpPr/>
            <p:nvPr/>
          </p:nvSpPr>
          <p:spPr>
            <a:xfrm rot="0">
              <a:off x="3617" y="3349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1"/>
                  </a:lnTo>
                  <a:lnTo>
                    <a:pt x="10" y="36"/>
                  </a:lnTo>
                  <a:lnTo>
                    <a:pt x="19" y="60"/>
                  </a:lnTo>
                  <a:lnTo>
                    <a:pt x="5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60" name=""/>
            <p:cNvSpPr/>
            <p:nvPr/>
          </p:nvSpPr>
          <p:spPr>
            <a:xfrm rot="0">
              <a:off x="3617" y="3349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1"/>
                  </a:lnTo>
                  <a:lnTo>
                    <a:pt x="10" y="36"/>
                  </a:lnTo>
                  <a:lnTo>
                    <a:pt x="19" y="60"/>
                  </a:lnTo>
                  <a:lnTo>
                    <a:pt x="5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61" name=""/>
            <p:cNvSpPr/>
            <p:nvPr/>
          </p:nvSpPr>
          <p:spPr>
            <a:xfrm rot="0">
              <a:off x="3617" y="3354"/>
              <a:ext cx="5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10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62" name=""/>
            <p:cNvSpPr/>
            <p:nvPr/>
          </p:nvSpPr>
          <p:spPr>
            <a:xfrm rot="0">
              <a:off x="3617" y="3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63" name=""/>
            <p:cNvSpPr/>
            <p:nvPr/>
          </p:nvSpPr>
          <p:spPr>
            <a:xfrm rot="0">
              <a:off x="3601" y="3354"/>
              <a:ext cx="25" cy="3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49"/>
                  </a:moveTo>
                  <a:lnTo>
                    <a:pt x="41" y="25"/>
                  </a:lnTo>
                  <a:lnTo>
                    <a:pt x="31" y="0"/>
                  </a:lnTo>
                  <a:lnTo>
                    <a:pt x="0" y="13"/>
                  </a:lnTo>
                  <a:lnTo>
                    <a:pt x="9" y="37"/>
                  </a:lnTo>
                  <a:lnTo>
                    <a:pt x="18" y="62"/>
                  </a:lnTo>
                  <a:lnTo>
                    <a:pt x="5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64" name=""/>
            <p:cNvSpPr/>
            <p:nvPr/>
          </p:nvSpPr>
          <p:spPr>
            <a:xfrm rot="0">
              <a:off x="3601" y="3354"/>
              <a:ext cx="25" cy="31"/>
            </a:xfrm>
            <a:custGeom>
              <a:avLst/>
              <a:ahLst/>
              <a:rect l="0" t="0" r="r" b="b"/>
              <a:pathLst>
                <a:path w="50" h="62">
                  <a:moveTo>
                    <a:pt x="50" y="49"/>
                  </a:moveTo>
                  <a:lnTo>
                    <a:pt x="41" y="25"/>
                  </a:lnTo>
                  <a:lnTo>
                    <a:pt x="31" y="0"/>
                  </a:lnTo>
                  <a:lnTo>
                    <a:pt x="0" y="13"/>
                  </a:lnTo>
                  <a:lnTo>
                    <a:pt x="9" y="37"/>
                  </a:lnTo>
                  <a:lnTo>
                    <a:pt x="18" y="62"/>
                  </a:lnTo>
                  <a:lnTo>
                    <a:pt x="5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65" name=""/>
            <p:cNvSpPr/>
            <p:nvPr/>
          </p:nvSpPr>
          <p:spPr>
            <a:xfrm rot="0">
              <a:off x="3600" y="3360"/>
              <a:ext cx="6" cy="13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66" name=""/>
            <p:cNvSpPr/>
            <p:nvPr/>
          </p:nvSpPr>
          <p:spPr>
            <a:xfrm rot="0" flipH="1">
              <a:off x="3600" y="33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67" name=""/>
            <p:cNvSpPr/>
            <p:nvPr/>
          </p:nvSpPr>
          <p:spPr>
            <a:xfrm rot="0">
              <a:off x="3586" y="3361"/>
              <a:ext cx="26" cy="31"/>
            </a:xfrm>
            <a:custGeom>
              <a:avLst/>
              <a:ahLst/>
              <a:rect l="0" t="0" r="r" b="b"/>
              <a:pathLst>
                <a:path w="52" h="61">
                  <a:moveTo>
                    <a:pt x="52" y="47"/>
                  </a:moveTo>
                  <a:lnTo>
                    <a:pt x="41" y="23"/>
                  </a:lnTo>
                  <a:lnTo>
                    <a:pt x="30" y="0"/>
                  </a:lnTo>
                  <a:lnTo>
                    <a:pt x="0" y="14"/>
                  </a:lnTo>
                  <a:lnTo>
                    <a:pt x="11" y="38"/>
                  </a:lnTo>
                  <a:lnTo>
                    <a:pt x="23" y="61"/>
                  </a:lnTo>
                  <a:lnTo>
                    <a:pt x="5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68" name=""/>
            <p:cNvSpPr/>
            <p:nvPr/>
          </p:nvSpPr>
          <p:spPr>
            <a:xfrm rot="0">
              <a:off x="3586" y="3361"/>
              <a:ext cx="26" cy="31"/>
            </a:xfrm>
            <a:custGeom>
              <a:avLst/>
              <a:ahLst/>
              <a:rect l="0" t="0" r="r" b="b"/>
              <a:pathLst>
                <a:path w="52" h="61">
                  <a:moveTo>
                    <a:pt x="52" y="47"/>
                  </a:moveTo>
                  <a:lnTo>
                    <a:pt x="41" y="23"/>
                  </a:lnTo>
                  <a:lnTo>
                    <a:pt x="30" y="0"/>
                  </a:lnTo>
                  <a:lnTo>
                    <a:pt x="0" y="14"/>
                  </a:lnTo>
                  <a:lnTo>
                    <a:pt x="11" y="38"/>
                  </a:lnTo>
                  <a:lnTo>
                    <a:pt x="23" y="61"/>
                  </a:lnTo>
                  <a:lnTo>
                    <a:pt x="52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69" name=""/>
            <p:cNvSpPr/>
            <p:nvPr/>
          </p:nvSpPr>
          <p:spPr>
            <a:xfrm rot="0">
              <a:off x="3585" y="3368"/>
              <a:ext cx="6" cy="12"/>
            </a:xfrm>
            <a:custGeom>
              <a:avLst/>
              <a:ahLst/>
              <a:rect l="0" t="0" r="r" b="b"/>
              <a:pathLst>
                <a:path w="12" h="24">
                  <a:moveTo>
                    <a:pt x="12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70" name=""/>
            <p:cNvSpPr/>
            <p:nvPr/>
          </p:nvSpPr>
          <p:spPr>
            <a:xfrm rot="0" flipH="1">
              <a:off x="3585" y="33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71" name=""/>
            <p:cNvSpPr/>
            <p:nvPr/>
          </p:nvSpPr>
          <p:spPr>
            <a:xfrm rot="0">
              <a:off x="3570" y="3369"/>
              <a:ext cx="27" cy="30"/>
            </a:xfrm>
            <a:custGeom>
              <a:avLst/>
              <a:ahLst/>
              <a:rect l="0" t="0" r="r" b="b"/>
              <a:pathLst>
                <a:path w="55" h="61">
                  <a:moveTo>
                    <a:pt x="55" y="45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6"/>
                  </a:lnTo>
                  <a:lnTo>
                    <a:pt x="13" y="39"/>
                  </a:lnTo>
                  <a:lnTo>
                    <a:pt x="25" y="61"/>
                  </a:lnTo>
                  <a:lnTo>
                    <a:pt x="5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72" name=""/>
            <p:cNvSpPr/>
            <p:nvPr/>
          </p:nvSpPr>
          <p:spPr>
            <a:xfrm rot="0">
              <a:off x="3570" y="3369"/>
              <a:ext cx="27" cy="30"/>
            </a:xfrm>
            <a:custGeom>
              <a:avLst/>
              <a:ahLst/>
              <a:rect l="0" t="0" r="r" b="b"/>
              <a:pathLst>
                <a:path w="55" h="61">
                  <a:moveTo>
                    <a:pt x="55" y="45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6"/>
                  </a:lnTo>
                  <a:lnTo>
                    <a:pt x="13" y="39"/>
                  </a:lnTo>
                  <a:lnTo>
                    <a:pt x="25" y="61"/>
                  </a:lnTo>
                  <a:lnTo>
                    <a:pt x="5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73" name=""/>
            <p:cNvSpPr/>
            <p:nvPr/>
          </p:nvSpPr>
          <p:spPr>
            <a:xfrm rot="0">
              <a:off x="3570" y="3377"/>
              <a:ext cx="6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14" y="2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74" name=""/>
            <p:cNvSpPr/>
            <p:nvPr/>
          </p:nvSpPr>
          <p:spPr>
            <a:xfrm rot="0" flipH="1">
              <a:off x="3570" y="3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75" name=""/>
            <p:cNvSpPr/>
            <p:nvPr/>
          </p:nvSpPr>
          <p:spPr>
            <a:xfrm rot="0">
              <a:off x="3555" y="3377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55" y="45"/>
                  </a:moveTo>
                  <a:lnTo>
                    <a:pt x="42" y="23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3" y="40"/>
                  </a:lnTo>
                  <a:lnTo>
                    <a:pt x="26" y="63"/>
                  </a:lnTo>
                  <a:lnTo>
                    <a:pt x="5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76" name=""/>
            <p:cNvSpPr/>
            <p:nvPr/>
          </p:nvSpPr>
          <p:spPr>
            <a:xfrm rot="0">
              <a:off x="3555" y="3377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55" y="45"/>
                  </a:moveTo>
                  <a:lnTo>
                    <a:pt x="42" y="23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3" y="40"/>
                  </a:lnTo>
                  <a:lnTo>
                    <a:pt x="26" y="63"/>
                  </a:lnTo>
                  <a:lnTo>
                    <a:pt x="5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77" name=""/>
            <p:cNvSpPr/>
            <p:nvPr/>
          </p:nvSpPr>
          <p:spPr>
            <a:xfrm rot="0">
              <a:off x="3555" y="3385"/>
              <a:ext cx="7" cy="12"/>
            </a:xfrm>
            <a:custGeom>
              <a:avLst/>
              <a:ahLst/>
              <a:rect l="0" t="0" r="r" b="b"/>
              <a:pathLst>
                <a:path w="14" h="22">
                  <a:moveTo>
                    <a:pt x="14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78" name=""/>
            <p:cNvSpPr/>
            <p:nvPr/>
          </p:nvSpPr>
          <p:spPr>
            <a:xfrm rot="0" flipH="1">
              <a:off x="3555" y="3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79" name=""/>
            <p:cNvSpPr/>
            <p:nvPr/>
          </p:nvSpPr>
          <p:spPr>
            <a:xfrm rot="0">
              <a:off x="3541" y="3386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1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9" y="61"/>
                  </a:lnTo>
                  <a:lnTo>
                    <a:pt x="5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80" name=""/>
            <p:cNvSpPr/>
            <p:nvPr/>
          </p:nvSpPr>
          <p:spPr>
            <a:xfrm rot="0">
              <a:off x="3541" y="3386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1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9" y="61"/>
                  </a:lnTo>
                  <a:lnTo>
                    <a:pt x="5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81" name=""/>
            <p:cNvSpPr/>
            <p:nvPr/>
          </p:nvSpPr>
          <p:spPr>
            <a:xfrm rot="0">
              <a:off x="3540" y="3395"/>
              <a:ext cx="8" cy="11"/>
            </a:xfrm>
            <a:custGeom>
              <a:avLst/>
              <a:ahLst/>
              <a:rect l="0" t="0" r="r" b="b"/>
              <a:pathLst>
                <a:path w="16" h="22">
                  <a:moveTo>
                    <a:pt x="16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82" name=""/>
            <p:cNvSpPr/>
            <p:nvPr/>
          </p:nvSpPr>
          <p:spPr>
            <a:xfrm rot="0" flipH="1">
              <a:off x="3540" y="33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83" name=""/>
            <p:cNvSpPr/>
            <p:nvPr/>
          </p:nvSpPr>
          <p:spPr>
            <a:xfrm rot="0">
              <a:off x="3527" y="3396"/>
              <a:ext cx="29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60" y="41"/>
                  </a:moveTo>
                  <a:lnTo>
                    <a:pt x="43" y="21"/>
                  </a:lnTo>
                  <a:lnTo>
                    <a:pt x="27" y="0"/>
                  </a:lnTo>
                  <a:lnTo>
                    <a:pt x="0" y="21"/>
                  </a:lnTo>
                  <a:lnTo>
                    <a:pt x="17" y="41"/>
                  </a:lnTo>
                  <a:lnTo>
                    <a:pt x="33" y="62"/>
                  </a:lnTo>
                  <a:lnTo>
                    <a:pt x="6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84" name=""/>
            <p:cNvSpPr/>
            <p:nvPr/>
          </p:nvSpPr>
          <p:spPr>
            <a:xfrm rot="0">
              <a:off x="3527" y="3396"/>
              <a:ext cx="29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60" y="41"/>
                  </a:moveTo>
                  <a:lnTo>
                    <a:pt x="43" y="21"/>
                  </a:lnTo>
                  <a:lnTo>
                    <a:pt x="27" y="0"/>
                  </a:lnTo>
                  <a:lnTo>
                    <a:pt x="0" y="21"/>
                  </a:lnTo>
                  <a:lnTo>
                    <a:pt x="17" y="41"/>
                  </a:lnTo>
                  <a:lnTo>
                    <a:pt x="33" y="62"/>
                  </a:lnTo>
                  <a:lnTo>
                    <a:pt x="6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85" name=""/>
            <p:cNvSpPr/>
            <p:nvPr/>
          </p:nvSpPr>
          <p:spPr>
            <a:xfrm rot="0">
              <a:off x="3527" y="3406"/>
              <a:ext cx="8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17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86" name=""/>
            <p:cNvSpPr/>
            <p:nvPr/>
          </p:nvSpPr>
          <p:spPr>
            <a:xfrm rot="0">
              <a:off x="3527" y="34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87" name=""/>
            <p:cNvSpPr/>
            <p:nvPr/>
          </p:nvSpPr>
          <p:spPr>
            <a:xfrm rot="0">
              <a:off x="3514" y="3406"/>
              <a:ext cx="29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58" y="41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1"/>
                  </a:lnTo>
                  <a:lnTo>
                    <a:pt x="16" y="42"/>
                  </a:lnTo>
                  <a:lnTo>
                    <a:pt x="33" y="62"/>
                  </a:lnTo>
                  <a:lnTo>
                    <a:pt x="58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88" name=""/>
            <p:cNvSpPr/>
            <p:nvPr/>
          </p:nvSpPr>
          <p:spPr>
            <a:xfrm rot="0">
              <a:off x="3514" y="3406"/>
              <a:ext cx="29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58" y="41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1"/>
                  </a:lnTo>
                  <a:lnTo>
                    <a:pt x="16" y="42"/>
                  </a:lnTo>
                  <a:lnTo>
                    <a:pt x="33" y="62"/>
                  </a:lnTo>
                  <a:lnTo>
                    <a:pt x="58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89" name=""/>
            <p:cNvSpPr/>
            <p:nvPr/>
          </p:nvSpPr>
          <p:spPr>
            <a:xfrm rot="0">
              <a:off x="3513" y="3417"/>
              <a:ext cx="9" cy="10"/>
            </a:xfrm>
            <a:custGeom>
              <a:avLst/>
              <a:ahLst/>
              <a:rect l="0" t="0" r="r" b="b"/>
              <a:pathLst>
                <a:path w="17" h="21">
                  <a:moveTo>
                    <a:pt x="1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90" name=""/>
            <p:cNvSpPr/>
            <p:nvPr/>
          </p:nvSpPr>
          <p:spPr>
            <a:xfrm rot="0" flipH="1">
              <a:off x="3513" y="34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91" name=""/>
            <p:cNvSpPr/>
            <p:nvPr/>
          </p:nvSpPr>
          <p:spPr>
            <a:xfrm rot="0">
              <a:off x="3501" y="3417"/>
              <a:ext cx="30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60" y="39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3"/>
                  </a:lnTo>
                  <a:lnTo>
                    <a:pt x="18" y="42"/>
                  </a:lnTo>
                  <a:lnTo>
                    <a:pt x="35" y="62"/>
                  </a:lnTo>
                  <a:lnTo>
                    <a:pt x="6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92" name=""/>
            <p:cNvSpPr/>
            <p:nvPr/>
          </p:nvSpPr>
          <p:spPr>
            <a:xfrm rot="0">
              <a:off x="3501" y="3417"/>
              <a:ext cx="30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60" y="39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3"/>
                  </a:lnTo>
                  <a:lnTo>
                    <a:pt x="18" y="42"/>
                  </a:lnTo>
                  <a:lnTo>
                    <a:pt x="35" y="62"/>
                  </a:lnTo>
                  <a:lnTo>
                    <a:pt x="6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93" name=""/>
            <p:cNvSpPr/>
            <p:nvPr/>
          </p:nvSpPr>
          <p:spPr>
            <a:xfrm rot="0">
              <a:off x="3501" y="3428"/>
              <a:ext cx="9" cy="10"/>
            </a:xfrm>
            <a:custGeom>
              <a:avLst/>
              <a:ahLst/>
              <a:rect l="0" t="0" r="r" b="b"/>
              <a:pathLst>
                <a:path w="19" h="19">
                  <a:moveTo>
                    <a:pt x="19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94" name=""/>
            <p:cNvSpPr/>
            <p:nvPr/>
          </p:nvSpPr>
          <p:spPr>
            <a:xfrm rot="0" flipH="1">
              <a:off x="3501" y="34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95" name=""/>
            <p:cNvSpPr/>
            <p:nvPr/>
          </p:nvSpPr>
          <p:spPr>
            <a:xfrm rot="0">
              <a:off x="3489" y="3429"/>
              <a:ext cx="30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7"/>
                  </a:moveTo>
                  <a:lnTo>
                    <a:pt x="42" y="18"/>
                  </a:lnTo>
                  <a:lnTo>
                    <a:pt x="23" y="0"/>
                  </a:lnTo>
                  <a:lnTo>
                    <a:pt x="0" y="23"/>
                  </a:lnTo>
                  <a:lnTo>
                    <a:pt x="18" y="42"/>
                  </a:lnTo>
                  <a:lnTo>
                    <a:pt x="36" y="60"/>
                  </a:lnTo>
                  <a:lnTo>
                    <a:pt x="6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96" name=""/>
            <p:cNvSpPr/>
            <p:nvPr/>
          </p:nvSpPr>
          <p:spPr>
            <a:xfrm rot="0">
              <a:off x="3489" y="3429"/>
              <a:ext cx="30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7"/>
                  </a:moveTo>
                  <a:lnTo>
                    <a:pt x="42" y="18"/>
                  </a:lnTo>
                  <a:lnTo>
                    <a:pt x="23" y="0"/>
                  </a:lnTo>
                  <a:lnTo>
                    <a:pt x="0" y="23"/>
                  </a:lnTo>
                  <a:lnTo>
                    <a:pt x="18" y="42"/>
                  </a:lnTo>
                  <a:lnTo>
                    <a:pt x="36" y="60"/>
                  </a:lnTo>
                  <a:lnTo>
                    <a:pt x="6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97" name=""/>
            <p:cNvSpPr/>
            <p:nvPr/>
          </p:nvSpPr>
          <p:spPr>
            <a:xfrm rot="0">
              <a:off x="3488" y="3441"/>
              <a:ext cx="10" cy="9"/>
            </a:xfrm>
            <a:custGeom>
              <a:avLst/>
              <a:ahLst/>
              <a:rect l="0" t="0" r="r" b="b"/>
              <a:pathLst>
                <a:path w="20" h="19">
                  <a:moveTo>
                    <a:pt x="20" y="1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198" name=""/>
            <p:cNvSpPr/>
            <p:nvPr/>
          </p:nvSpPr>
          <p:spPr>
            <a:xfrm rot="0" flipH="1">
              <a:off x="3488" y="34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199" name=""/>
            <p:cNvSpPr/>
            <p:nvPr/>
          </p:nvSpPr>
          <p:spPr>
            <a:xfrm rot="0">
              <a:off x="3477" y="3442"/>
              <a:ext cx="31" cy="29"/>
            </a:xfrm>
            <a:custGeom>
              <a:avLst/>
              <a:ahLst/>
              <a:rect l="0" t="0" r="r" b="b"/>
              <a:pathLst>
                <a:path w="62" h="59">
                  <a:moveTo>
                    <a:pt x="62" y="33"/>
                  </a:moveTo>
                  <a:lnTo>
                    <a:pt x="42" y="17"/>
                  </a:lnTo>
                  <a:lnTo>
                    <a:pt x="22" y="0"/>
                  </a:lnTo>
                  <a:lnTo>
                    <a:pt x="0" y="26"/>
                  </a:lnTo>
                  <a:lnTo>
                    <a:pt x="21" y="42"/>
                  </a:lnTo>
                  <a:lnTo>
                    <a:pt x="41" y="59"/>
                  </a:lnTo>
                  <a:lnTo>
                    <a:pt x="6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00" name=""/>
            <p:cNvSpPr/>
            <p:nvPr/>
          </p:nvSpPr>
          <p:spPr>
            <a:xfrm rot="0">
              <a:off x="3477" y="3442"/>
              <a:ext cx="31" cy="29"/>
            </a:xfrm>
            <a:custGeom>
              <a:avLst/>
              <a:ahLst/>
              <a:rect l="0" t="0" r="r" b="b"/>
              <a:pathLst>
                <a:path w="62" h="59">
                  <a:moveTo>
                    <a:pt x="62" y="33"/>
                  </a:moveTo>
                  <a:lnTo>
                    <a:pt x="42" y="17"/>
                  </a:lnTo>
                  <a:lnTo>
                    <a:pt x="22" y="0"/>
                  </a:lnTo>
                  <a:lnTo>
                    <a:pt x="0" y="26"/>
                  </a:lnTo>
                  <a:lnTo>
                    <a:pt x="21" y="42"/>
                  </a:lnTo>
                  <a:lnTo>
                    <a:pt x="41" y="59"/>
                  </a:lnTo>
                  <a:lnTo>
                    <a:pt x="62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01" name=""/>
            <p:cNvSpPr/>
            <p:nvPr/>
          </p:nvSpPr>
          <p:spPr>
            <a:xfrm rot="0">
              <a:off x="3477" y="3454"/>
              <a:ext cx="10" cy="9"/>
            </a:xfrm>
            <a:custGeom>
              <a:avLst/>
              <a:ahLst/>
              <a:rect l="0" t="0" r="r" b="b"/>
              <a:pathLst>
                <a:path w="21" h="16">
                  <a:moveTo>
                    <a:pt x="21" y="1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02" name=""/>
            <p:cNvSpPr/>
            <p:nvPr/>
          </p:nvSpPr>
          <p:spPr>
            <a:xfrm rot="0">
              <a:off x="3477" y="34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03" name=""/>
            <p:cNvSpPr/>
            <p:nvPr/>
          </p:nvSpPr>
          <p:spPr>
            <a:xfrm rot="0">
              <a:off x="3467" y="3454"/>
              <a:ext cx="31" cy="30"/>
            </a:xfrm>
            <a:custGeom>
              <a:avLst/>
              <a:ahLst/>
              <a:rect l="0" t="0" r="r" b="b"/>
              <a:pathLst>
                <a:path w="61" h="59">
                  <a:moveTo>
                    <a:pt x="61" y="33"/>
                  </a:moveTo>
                  <a:lnTo>
                    <a:pt x="41" y="16"/>
                  </a:lnTo>
                  <a:lnTo>
                    <a:pt x="20" y="0"/>
                  </a:lnTo>
                  <a:lnTo>
                    <a:pt x="0" y="27"/>
                  </a:lnTo>
                  <a:lnTo>
                    <a:pt x="20" y="43"/>
                  </a:lnTo>
                  <a:lnTo>
                    <a:pt x="41" y="59"/>
                  </a:lnTo>
                  <a:lnTo>
                    <a:pt x="6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04" name=""/>
            <p:cNvSpPr/>
            <p:nvPr/>
          </p:nvSpPr>
          <p:spPr>
            <a:xfrm rot="0">
              <a:off x="3467" y="3454"/>
              <a:ext cx="31" cy="30"/>
            </a:xfrm>
            <a:custGeom>
              <a:avLst/>
              <a:ahLst/>
              <a:rect l="0" t="0" r="r" b="b"/>
              <a:pathLst>
                <a:path w="61" h="59">
                  <a:moveTo>
                    <a:pt x="61" y="33"/>
                  </a:moveTo>
                  <a:lnTo>
                    <a:pt x="41" y="16"/>
                  </a:lnTo>
                  <a:lnTo>
                    <a:pt x="20" y="0"/>
                  </a:lnTo>
                  <a:lnTo>
                    <a:pt x="0" y="27"/>
                  </a:lnTo>
                  <a:lnTo>
                    <a:pt x="20" y="43"/>
                  </a:lnTo>
                  <a:lnTo>
                    <a:pt x="41" y="59"/>
                  </a:lnTo>
                  <a:lnTo>
                    <a:pt x="61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05" name=""/>
            <p:cNvSpPr/>
            <p:nvPr/>
          </p:nvSpPr>
          <p:spPr>
            <a:xfrm rot="0">
              <a:off x="3466" y="3468"/>
              <a:ext cx="11" cy="8"/>
            </a:xfrm>
            <a:custGeom>
              <a:avLst/>
              <a:ahLst/>
              <a:rect l="0" t="0" r="r" b="b"/>
              <a:pathLst>
                <a:path w="21" h="16">
                  <a:moveTo>
                    <a:pt x="21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06" name=""/>
            <p:cNvSpPr/>
            <p:nvPr/>
          </p:nvSpPr>
          <p:spPr>
            <a:xfrm rot="0" flipH="1">
              <a:off x="3466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07" name=""/>
            <p:cNvSpPr/>
            <p:nvPr/>
          </p:nvSpPr>
          <p:spPr>
            <a:xfrm rot="0">
              <a:off x="3457" y="3468"/>
              <a:ext cx="31" cy="29"/>
            </a:xfrm>
            <a:custGeom>
              <a:avLst/>
              <a:ahLst/>
              <a:rect l="0" t="0" r="r" b="b"/>
              <a:pathLst>
                <a:path w="63" h="57">
                  <a:moveTo>
                    <a:pt x="63" y="30"/>
                  </a:moveTo>
                  <a:lnTo>
                    <a:pt x="41" y="15"/>
                  </a:lnTo>
                  <a:lnTo>
                    <a:pt x="20" y="0"/>
                  </a:lnTo>
                  <a:lnTo>
                    <a:pt x="0" y="26"/>
                  </a:lnTo>
                  <a:lnTo>
                    <a:pt x="22" y="42"/>
                  </a:lnTo>
                  <a:lnTo>
                    <a:pt x="43" y="57"/>
                  </a:lnTo>
                  <a:lnTo>
                    <a:pt x="6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08" name=""/>
            <p:cNvSpPr/>
            <p:nvPr/>
          </p:nvSpPr>
          <p:spPr>
            <a:xfrm rot="0">
              <a:off x="3457" y="3468"/>
              <a:ext cx="31" cy="29"/>
            </a:xfrm>
            <a:custGeom>
              <a:avLst/>
              <a:ahLst/>
              <a:rect l="0" t="0" r="r" b="b"/>
              <a:pathLst>
                <a:path w="63" h="57">
                  <a:moveTo>
                    <a:pt x="63" y="30"/>
                  </a:moveTo>
                  <a:lnTo>
                    <a:pt x="41" y="15"/>
                  </a:lnTo>
                  <a:lnTo>
                    <a:pt x="20" y="0"/>
                  </a:lnTo>
                  <a:lnTo>
                    <a:pt x="0" y="26"/>
                  </a:lnTo>
                  <a:lnTo>
                    <a:pt x="22" y="42"/>
                  </a:lnTo>
                  <a:lnTo>
                    <a:pt x="43" y="57"/>
                  </a:lnTo>
                  <a:lnTo>
                    <a:pt x="63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09" name=""/>
            <p:cNvSpPr/>
            <p:nvPr/>
          </p:nvSpPr>
          <p:spPr>
            <a:xfrm rot="0">
              <a:off x="3457" y="3482"/>
              <a:ext cx="10" cy="7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10" name=""/>
            <p:cNvSpPr/>
            <p:nvPr/>
          </p:nvSpPr>
          <p:spPr>
            <a:xfrm rot="0">
              <a:off x="3457" y="34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11" name=""/>
            <p:cNvSpPr/>
            <p:nvPr/>
          </p:nvSpPr>
          <p:spPr>
            <a:xfrm rot="0">
              <a:off x="3447" y="3482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61" y="29"/>
                  </a:moveTo>
                  <a:lnTo>
                    <a:pt x="40" y="15"/>
                  </a:lnTo>
                  <a:lnTo>
                    <a:pt x="18" y="0"/>
                  </a:lnTo>
                  <a:lnTo>
                    <a:pt x="0" y="29"/>
                  </a:lnTo>
                  <a:lnTo>
                    <a:pt x="21" y="43"/>
                  </a:lnTo>
                  <a:lnTo>
                    <a:pt x="43" y="58"/>
                  </a:lnTo>
                  <a:lnTo>
                    <a:pt x="6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12" name=""/>
            <p:cNvSpPr/>
            <p:nvPr/>
          </p:nvSpPr>
          <p:spPr>
            <a:xfrm rot="0">
              <a:off x="3447" y="3482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61" y="29"/>
                  </a:moveTo>
                  <a:lnTo>
                    <a:pt x="40" y="15"/>
                  </a:lnTo>
                  <a:lnTo>
                    <a:pt x="18" y="0"/>
                  </a:lnTo>
                  <a:lnTo>
                    <a:pt x="0" y="29"/>
                  </a:lnTo>
                  <a:lnTo>
                    <a:pt x="21" y="43"/>
                  </a:lnTo>
                  <a:lnTo>
                    <a:pt x="43" y="58"/>
                  </a:lnTo>
                  <a:lnTo>
                    <a:pt x="61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13" name=""/>
            <p:cNvSpPr/>
            <p:nvPr/>
          </p:nvSpPr>
          <p:spPr>
            <a:xfrm rot="0">
              <a:off x="3447" y="3496"/>
              <a:ext cx="11" cy="8"/>
            </a:xfrm>
            <a:custGeom>
              <a:avLst/>
              <a:ahLst/>
              <a:rect l="0" t="0" r="r" b="b"/>
              <a:pathLst>
                <a:path w="22" h="14">
                  <a:moveTo>
                    <a:pt x="22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14" name=""/>
            <p:cNvSpPr/>
            <p:nvPr/>
          </p:nvSpPr>
          <p:spPr>
            <a:xfrm rot="0" flipH="1">
              <a:off x="3447" y="34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15" name=""/>
            <p:cNvSpPr/>
            <p:nvPr/>
          </p:nvSpPr>
          <p:spPr>
            <a:xfrm rot="0">
              <a:off x="3439" y="3497"/>
              <a:ext cx="30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62" y="27"/>
                  </a:moveTo>
                  <a:lnTo>
                    <a:pt x="39" y="13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3" y="42"/>
                  </a:lnTo>
                  <a:lnTo>
                    <a:pt x="45" y="55"/>
                  </a:lnTo>
                  <a:lnTo>
                    <a:pt x="6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16" name=""/>
            <p:cNvSpPr/>
            <p:nvPr/>
          </p:nvSpPr>
          <p:spPr>
            <a:xfrm rot="0">
              <a:off x="3439" y="3497"/>
              <a:ext cx="30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62" y="27"/>
                  </a:moveTo>
                  <a:lnTo>
                    <a:pt x="39" y="13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3" y="42"/>
                  </a:lnTo>
                  <a:lnTo>
                    <a:pt x="45" y="55"/>
                  </a:lnTo>
                  <a:lnTo>
                    <a:pt x="6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17" name=""/>
            <p:cNvSpPr/>
            <p:nvPr/>
          </p:nvSpPr>
          <p:spPr>
            <a:xfrm rot="0">
              <a:off x="3438" y="3511"/>
              <a:ext cx="12" cy="7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18" name=""/>
            <p:cNvSpPr/>
            <p:nvPr/>
          </p:nvSpPr>
          <p:spPr>
            <a:xfrm rot="0" flipH="1">
              <a:off x="3438" y="35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19" name=""/>
            <p:cNvSpPr/>
            <p:nvPr/>
          </p:nvSpPr>
          <p:spPr>
            <a:xfrm rot="0">
              <a:off x="3430" y="3512"/>
              <a:ext cx="32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62" y="24"/>
                  </a:moveTo>
                  <a:lnTo>
                    <a:pt x="39" y="12"/>
                  </a:lnTo>
                  <a:lnTo>
                    <a:pt x="15" y="0"/>
                  </a:lnTo>
                  <a:lnTo>
                    <a:pt x="0" y="29"/>
                  </a:lnTo>
                  <a:lnTo>
                    <a:pt x="23" y="42"/>
                  </a:lnTo>
                  <a:lnTo>
                    <a:pt x="47" y="54"/>
                  </a:lnTo>
                  <a:lnTo>
                    <a:pt x="6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20" name=""/>
            <p:cNvSpPr/>
            <p:nvPr/>
          </p:nvSpPr>
          <p:spPr>
            <a:xfrm rot="0">
              <a:off x="3430" y="3512"/>
              <a:ext cx="32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62" y="24"/>
                  </a:moveTo>
                  <a:lnTo>
                    <a:pt x="39" y="12"/>
                  </a:lnTo>
                  <a:lnTo>
                    <a:pt x="15" y="0"/>
                  </a:lnTo>
                  <a:lnTo>
                    <a:pt x="0" y="29"/>
                  </a:lnTo>
                  <a:lnTo>
                    <a:pt x="23" y="42"/>
                  </a:lnTo>
                  <a:lnTo>
                    <a:pt x="47" y="54"/>
                  </a:lnTo>
                  <a:lnTo>
                    <a:pt x="62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21" name=""/>
            <p:cNvSpPr/>
            <p:nvPr/>
          </p:nvSpPr>
          <p:spPr>
            <a:xfrm rot="0">
              <a:off x="3430" y="3527"/>
              <a:ext cx="12" cy="6"/>
            </a:xfrm>
            <a:custGeom>
              <a:avLst/>
              <a:ahLst/>
              <a:rect l="0" t="0" r="r" b="b"/>
              <a:pathLst>
                <a:path w="23" h="13">
                  <a:moveTo>
                    <a:pt x="23" y="1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3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22" name=""/>
            <p:cNvSpPr/>
            <p:nvPr/>
          </p:nvSpPr>
          <p:spPr>
            <a:xfrm rot="0">
              <a:off x="3430" y="35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23" name=""/>
            <p:cNvSpPr/>
            <p:nvPr/>
          </p:nvSpPr>
          <p:spPr>
            <a:xfrm rot="0">
              <a:off x="3424" y="3528"/>
              <a:ext cx="30" cy="25"/>
            </a:xfrm>
            <a:custGeom>
              <a:avLst/>
              <a:ahLst/>
              <a:rect l="0" t="0" r="r" b="b"/>
              <a:pathLst>
                <a:path w="60" h="52">
                  <a:moveTo>
                    <a:pt x="60" y="21"/>
                  </a:moveTo>
                  <a:lnTo>
                    <a:pt x="36" y="11"/>
                  </a:lnTo>
                  <a:lnTo>
                    <a:pt x="13" y="0"/>
                  </a:lnTo>
                  <a:lnTo>
                    <a:pt x="0" y="31"/>
                  </a:lnTo>
                  <a:lnTo>
                    <a:pt x="23" y="41"/>
                  </a:lnTo>
                  <a:lnTo>
                    <a:pt x="47" y="52"/>
                  </a:lnTo>
                  <a:lnTo>
                    <a:pt x="6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24" name=""/>
            <p:cNvSpPr/>
            <p:nvPr/>
          </p:nvSpPr>
          <p:spPr>
            <a:xfrm rot="0">
              <a:off x="3424" y="3528"/>
              <a:ext cx="30" cy="25"/>
            </a:xfrm>
            <a:custGeom>
              <a:avLst/>
              <a:ahLst/>
              <a:rect l="0" t="0" r="r" b="b"/>
              <a:pathLst>
                <a:path w="60" h="52">
                  <a:moveTo>
                    <a:pt x="60" y="21"/>
                  </a:moveTo>
                  <a:lnTo>
                    <a:pt x="36" y="11"/>
                  </a:lnTo>
                  <a:lnTo>
                    <a:pt x="13" y="0"/>
                  </a:lnTo>
                  <a:lnTo>
                    <a:pt x="0" y="31"/>
                  </a:lnTo>
                  <a:lnTo>
                    <a:pt x="23" y="41"/>
                  </a:lnTo>
                  <a:lnTo>
                    <a:pt x="47" y="52"/>
                  </a:lnTo>
                  <a:lnTo>
                    <a:pt x="6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25" name=""/>
            <p:cNvSpPr/>
            <p:nvPr/>
          </p:nvSpPr>
          <p:spPr>
            <a:xfrm rot="0">
              <a:off x="3423" y="3543"/>
              <a:ext cx="13" cy="5"/>
            </a:xfrm>
            <a:custGeom>
              <a:avLst/>
              <a:ahLst/>
              <a:rect l="0" t="0" r="r" b="b"/>
              <a:pathLst>
                <a:path w="24" h="10">
                  <a:moveTo>
                    <a:pt x="24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26" name=""/>
            <p:cNvSpPr/>
            <p:nvPr/>
          </p:nvSpPr>
          <p:spPr>
            <a:xfrm rot="0" flipH="1">
              <a:off x="3423" y="35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27" name=""/>
            <p:cNvSpPr/>
            <p:nvPr/>
          </p:nvSpPr>
          <p:spPr>
            <a:xfrm rot="0">
              <a:off x="3417" y="3544"/>
              <a:ext cx="31" cy="25"/>
            </a:xfrm>
            <a:custGeom>
              <a:avLst/>
              <a:ahLst/>
              <a:rect l="0" t="0" r="r" b="b"/>
              <a:pathLst>
                <a:path w="62" h="50">
                  <a:moveTo>
                    <a:pt x="62" y="19"/>
                  </a:moveTo>
                  <a:lnTo>
                    <a:pt x="37" y="9"/>
                  </a:lnTo>
                  <a:lnTo>
                    <a:pt x="13" y="0"/>
                  </a:lnTo>
                  <a:lnTo>
                    <a:pt x="0" y="32"/>
                  </a:lnTo>
                  <a:lnTo>
                    <a:pt x="25" y="41"/>
                  </a:lnTo>
                  <a:lnTo>
                    <a:pt x="49" y="50"/>
                  </a:lnTo>
                  <a:lnTo>
                    <a:pt x="62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28" name=""/>
            <p:cNvSpPr/>
            <p:nvPr/>
          </p:nvSpPr>
          <p:spPr>
            <a:xfrm rot="0">
              <a:off x="3417" y="3544"/>
              <a:ext cx="31" cy="25"/>
            </a:xfrm>
            <a:custGeom>
              <a:avLst/>
              <a:ahLst/>
              <a:rect l="0" t="0" r="r" b="b"/>
              <a:pathLst>
                <a:path w="62" h="50">
                  <a:moveTo>
                    <a:pt x="62" y="19"/>
                  </a:moveTo>
                  <a:lnTo>
                    <a:pt x="37" y="9"/>
                  </a:lnTo>
                  <a:lnTo>
                    <a:pt x="13" y="0"/>
                  </a:lnTo>
                  <a:lnTo>
                    <a:pt x="0" y="32"/>
                  </a:lnTo>
                  <a:lnTo>
                    <a:pt x="25" y="41"/>
                  </a:lnTo>
                  <a:lnTo>
                    <a:pt x="49" y="50"/>
                  </a:lnTo>
                  <a:lnTo>
                    <a:pt x="62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29" name=""/>
            <p:cNvSpPr/>
            <p:nvPr/>
          </p:nvSpPr>
          <p:spPr>
            <a:xfrm rot="0">
              <a:off x="3417" y="3559"/>
              <a:ext cx="12" cy="5"/>
            </a:xfrm>
            <a:custGeom>
              <a:avLst/>
              <a:ahLst/>
              <a:rect l="0" t="0" r="r" b="b"/>
              <a:pathLst>
                <a:path w="25" h="9">
                  <a:moveTo>
                    <a:pt x="25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30" name=""/>
            <p:cNvSpPr/>
            <p:nvPr/>
          </p:nvSpPr>
          <p:spPr>
            <a:xfrm rot="0">
              <a:off x="3417" y="35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31" name=""/>
            <p:cNvSpPr/>
            <p:nvPr/>
          </p:nvSpPr>
          <p:spPr>
            <a:xfrm rot="0">
              <a:off x="3412" y="3560"/>
              <a:ext cx="30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59" y="16"/>
                  </a:moveTo>
                  <a:lnTo>
                    <a:pt x="35" y="8"/>
                  </a:lnTo>
                  <a:lnTo>
                    <a:pt x="10" y="0"/>
                  </a:lnTo>
                  <a:lnTo>
                    <a:pt x="0" y="32"/>
                  </a:lnTo>
                  <a:lnTo>
                    <a:pt x="25" y="40"/>
                  </a:lnTo>
                  <a:lnTo>
                    <a:pt x="49" y="48"/>
                  </a:lnTo>
                  <a:lnTo>
                    <a:pt x="5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32" name=""/>
            <p:cNvSpPr/>
            <p:nvPr/>
          </p:nvSpPr>
          <p:spPr>
            <a:xfrm rot="0">
              <a:off x="3412" y="3560"/>
              <a:ext cx="30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59" y="16"/>
                  </a:moveTo>
                  <a:lnTo>
                    <a:pt x="35" y="8"/>
                  </a:lnTo>
                  <a:lnTo>
                    <a:pt x="10" y="0"/>
                  </a:lnTo>
                  <a:lnTo>
                    <a:pt x="0" y="32"/>
                  </a:lnTo>
                  <a:lnTo>
                    <a:pt x="25" y="40"/>
                  </a:lnTo>
                  <a:lnTo>
                    <a:pt x="49" y="48"/>
                  </a:lnTo>
                  <a:lnTo>
                    <a:pt x="59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33" name=""/>
            <p:cNvSpPr/>
            <p:nvPr/>
          </p:nvSpPr>
          <p:spPr>
            <a:xfrm rot="0">
              <a:off x="3412" y="3576"/>
              <a:ext cx="12" cy="4"/>
            </a:xfrm>
            <a:custGeom>
              <a:avLst/>
              <a:ahLst/>
              <a:rect l="0" t="0" r="r" b="b"/>
              <a:pathLst>
                <a:path w="26" h="8">
                  <a:moveTo>
                    <a:pt x="26" y="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34" name=""/>
            <p:cNvSpPr/>
            <p:nvPr/>
          </p:nvSpPr>
          <p:spPr>
            <a:xfrm rot="0" flipH="1">
              <a:off x="3412" y="35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35" name=""/>
            <p:cNvSpPr/>
            <p:nvPr/>
          </p:nvSpPr>
          <p:spPr>
            <a:xfrm rot="0">
              <a:off x="3407" y="3577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59" y="12"/>
                  </a:moveTo>
                  <a:lnTo>
                    <a:pt x="34" y="6"/>
                  </a:lnTo>
                  <a:lnTo>
                    <a:pt x="8" y="0"/>
                  </a:lnTo>
                  <a:lnTo>
                    <a:pt x="0" y="32"/>
                  </a:lnTo>
                  <a:lnTo>
                    <a:pt x="25" y="39"/>
                  </a:lnTo>
                  <a:lnTo>
                    <a:pt x="51" y="45"/>
                  </a:lnTo>
                  <a:lnTo>
                    <a:pt x="5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36" name=""/>
            <p:cNvSpPr/>
            <p:nvPr/>
          </p:nvSpPr>
          <p:spPr>
            <a:xfrm rot="0">
              <a:off x="3407" y="3577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59" y="12"/>
                  </a:moveTo>
                  <a:lnTo>
                    <a:pt x="34" y="6"/>
                  </a:lnTo>
                  <a:lnTo>
                    <a:pt x="8" y="0"/>
                  </a:lnTo>
                  <a:lnTo>
                    <a:pt x="0" y="32"/>
                  </a:lnTo>
                  <a:lnTo>
                    <a:pt x="25" y="39"/>
                  </a:lnTo>
                  <a:lnTo>
                    <a:pt x="51" y="45"/>
                  </a:lnTo>
                  <a:lnTo>
                    <a:pt x="5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37" name=""/>
            <p:cNvSpPr/>
            <p:nvPr/>
          </p:nvSpPr>
          <p:spPr>
            <a:xfrm rot="0">
              <a:off x="3407" y="3593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25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38" name=""/>
            <p:cNvSpPr/>
            <p:nvPr/>
          </p:nvSpPr>
          <p:spPr>
            <a:xfrm rot="0">
              <a:off x="3407" y="35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39" name=""/>
            <p:cNvSpPr/>
            <p:nvPr/>
          </p:nvSpPr>
          <p:spPr>
            <a:xfrm rot="0">
              <a:off x="3404" y="3594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58" y="11"/>
                  </a:moveTo>
                  <a:lnTo>
                    <a:pt x="32" y="6"/>
                  </a:lnTo>
                  <a:lnTo>
                    <a:pt x="7" y="0"/>
                  </a:lnTo>
                  <a:lnTo>
                    <a:pt x="0" y="33"/>
                  </a:lnTo>
                  <a:lnTo>
                    <a:pt x="25" y="38"/>
                  </a:lnTo>
                  <a:lnTo>
                    <a:pt x="51" y="43"/>
                  </a:lnTo>
                  <a:lnTo>
                    <a:pt x="5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40" name=""/>
            <p:cNvSpPr/>
            <p:nvPr/>
          </p:nvSpPr>
          <p:spPr>
            <a:xfrm rot="0">
              <a:off x="3404" y="3594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58" y="11"/>
                  </a:moveTo>
                  <a:lnTo>
                    <a:pt x="32" y="6"/>
                  </a:lnTo>
                  <a:lnTo>
                    <a:pt x="7" y="0"/>
                  </a:lnTo>
                  <a:lnTo>
                    <a:pt x="0" y="33"/>
                  </a:lnTo>
                  <a:lnTo>
                    <a:pt x="25" y="38"/>
                  </a:lnTo>
                  <a:lnTo>
                    <a:pt x="51" y="43"/>
                  </a:lnTo>
                  <a:lnTo>
                    <a:pt x="58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41" name=""/>
            <p:cNvSpPr/>
            <p:nvPr/>
          </p:nvSpPr>
          <p:spPr>
            <a:xfrm rot="0">
              <a:off x="3404" y="3610"/>
              <a:ext cx="13" cy="3"/>
            </a:xfrm>
            <a:custGeom>
              <a:avLst/>
              <a:ahLst/>
              <a:rect l="0" t="0" r="r" b="b"/>
              <a:pathLst>
                <a:path w="25" h="5">
                  <a:moveTo>
                    <a:pt x="25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42" name=""/>
            <p:cNvSpPr/>
            <p:nvPr/>
          </p:nvSpPr>
          <p:spPr>
            <a:xfrm rot="0">
              <a:off x="3404" y="36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43" name=""/>
            <p:cNvSpPr/>
            <p:nvPr/>
          </p:nvSpPr>
          <p:spPr>
            <a:xfrm rot="0">
              <a:off x="3401" y="3611"/>
              <a:ext cx="28" cy="20"/>
            </a:xfrm>
            <a:custGeom>
              <a:avLst/>
              <a:ahLst/>
              <a:rect l="0" t="0" r="r" b="b"/>
              <a:pathLst>
                <a:path w="56" h="41">
                  <a:moveTo>
                    <a:pt x="56" y="8"/>
                  </a:moveTo>
                  <a:lnTo>
                    <a:pt x="30" y="4"/>
                  </a:lnTo>
                  <a:lnTo>
                    <a:pt x="5" y="0"/>
                  </a:lnTo>
                  <a:lnTo>
                    <a:pt x="0" y="33"/>
                  </a:lnTo>
                  <a:lnTo>
                    <a:pt x="25" y="37"/>
                  </a:lnTo>
                  <a:lnTo>
                    <a:pt x="51" y="41"/>
                  </a:lnTo>
                  <a:lnTo>
                    <a:pt x="5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44" name=""/>
            <p:cNvSpPr/>
            <p:nvPr/>
          </p:nvSpPr>
          <p:spPr>
            <a:xfrm rot="0">
              <a:off x="3401" y="3611"/>
              <a:ext cx="28" cy="20"/>
            </a:xfrm>
            <a:custGeom>
              <a:avLst/>
              <a:ahLst/>
              <a:rect l="0" t="0" r="r" b="b"/>
              <a:pathLst>
                <a:path w="56" h="41">
                  <a:moveTo>
                    <a:pt x="56" y="8"/>
                  </a:moveTo>
                  <a:lnTo>
                    <a:pt x="30" y="4"/>
                  </a:lnTo>
                  <a:lnTo>
                    <a:pt x="5" y="0"/>
                  </a:lnTo>
                  <a:lnTo>
                    <a:pt x="0" y="33"/>
                  </a:lnTo>
                  <a:lnTo>
                    <a:pt x="25" y="37"/>
                  </a:lnTo>
                  <a:lnTo>
                    <a:pt x="51" y="41"/>
                  </a:lnTo>
                  <a:lnTo>
                    <a:pt x="5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45" name=""/>
            <p:cNvSpPr/>
            <p:nvPr/>
          </p:nvSpPr>
          <p:spPr>
            <a:xfrm rot="0">
              <a:off x="3401" y="3627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25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46" name=""/>
            <p:cNvSpPr/>
            <p:nvPr/>
          </p:nvSpPr>
          <p:spPr>
            <a:xfrm rot="0">
              <a:off x="3401" y="36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47" name=""/>
            <p:cNvSpPr/>
            <p:nvPr/>
          </p:nvSpPr>
          <p:spPr>
            <a:xfrm rot="0">
              <a:off x="3399" y="3627"/>
              <a:ext cx="28" cy="20"/>
            </a:xfrm>
            <a:custGeom>
              <a:avLst/>
              <a:ahLst/>
              <a:rect l="0" t="0" r="r" b="b"/>
              <a:pathLst>
                <a:path w="55" h="39">
                  <a:moveTo>
                    <a:pt x="55" y="6"/>
                  </a:moveTo>
                  <a:lnTo>
                    <a:pt x="29" y="3"/>
                  </a:lnTo>
                  <a:lnTo>
                    <a:pt x="4" y="0"/>
                  </a:lnTo>
                  <a:lnTo>
                    <a:pt x="0" y="33"/>
                  </a:lnTo>
                  <a:lnTo>
                    <a:pt x="25" y="36"/>
                  </a:lnTo>
                  <a:lnTo>
                    <a:pt x="51" y="39"/>
                  </a:lnTo>
                  <a:lnTo>
                    <a:pt x="5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48" name=""/>
            <p:cNvSpPr/>
            <p:nvPr/>
          </p:nvSpPr>
          <p:spPr>
            <a:xfrm rot="0">
              <a:off x="3399" y="3627"/>
              <a:ext cx="28" cy="20"/>
            </a:xfrm>
            <a:custGeom>
              <a:avLst/>
              <a:ahLst/>
              <a:rect l="0" t="0" r="r" b="b"/>
              <a:pathLst>
                <a:path w="55" h="39">
                  <a:moveTo>
                    <a:pt x="55" y="6"/>
                  </a:moveTo>
                  <a:lnTo>
                    <a:pt x="29" y="3"/>
                  </a:lnTo>
                  <a:lnTo>
                    <a:pt x="4" y="0"/>
                  </a:lnTo>
                  <a:lnTo>
                    <a:pt x="0" y="33"/>
                  </a:lnTo>
                  <a:lnTo>
                    <a:pt x="25" y="36"/>
                  </a:lnTo>
                  <a:lnTo>
                    <a:pt x="51" y="39"/>
                  </a:lnTo>
                  <a:lnTo>
                    <a:pt x="55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49" name=""/>
            <p:cNvSpPr/>
            <p:nvPr/>
          </p:nvSpPr>
          <p:spPr>
            <a:xfrm rot="0">
              <a:off x="3399" y="3644"/>
              <a:ext cx="13" cy="1"/>
            </a:xfrm>
            <a:custGeom>
              <a:avLst/>
              <a:ahLst/>
              <a:rect l="0" t="0" r="r" b="b"/>
              <a:pathLst>
                <a:path w="25" h="3">
                  <a:moveTo>
                    <a:pt x="25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50" name=""/>
            <p:cNvSpPr/>
            <p:nvPr/>
          </p:nvSpPr>
          <p:spPr>
            <a:xfrm rot="0">
              <a:off x="3399" y="36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51" name=""/>
            <p:cNvSpPr/>
            <p:nvPr/>
          </p:nvSpPr>
          <p:spPr>
            <a:xfrm rot="0">
              <a:off x="3398" y="3644"/>
              <a:ext cx="27" cy="19"/>
            </a:xfrm>
            <a:custGeom>
              <a:avLst/>
              <a:ahLst/>
              <a:rect l="0" t="0" r="r" b="b"/>
              <a:pathLst>
                <a:path w="54" h="38">
                  <a:moveTo>
                    <a:pt x="54" y="4"/>
                  </a:moveTo>
                  <a:lnTo>
                    <a:pt x="28" y="2"/>
                  </a:lnTo>
                  <a:lnTo>
                    <a:pt x="3" y="0"/>
                  </a:lnTo>
                  <a:lnTo>
                    <a:pt x="0" y="34"/>
                  </a:lnTo>
                  <a:lnTo>
                    <a:pt x="26" y="36"/>
                  </a:lnTo>
                  <a:lnTo>
                    <a:pt x="52" y="38"/>
                  </a:lnTo>
                  <a:lnTo>
                    <a:pt x="5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52" name=""/>
            <p:cNvSpPr/>
            <p:nvPr/>
          </p:nvSpPr>
          <p:spPr>
            <a:xfrm rot="0">
              <a:off x="3398" y="3644"/>
              <a:ext cx="27" cy="19"/>
            </a:xfrm>
            <a:custGeom>
              <a:avLst/>
              <a:ahLst/>
              <a:rect l="0" t="0" r="r" b="b"/>
              <a:pathLst>
                <a:path w="54" h="38">
                  <a:moveTo>
                    <a:pt x="54" y="4"/>
                  </a:moveTo>
                  <a:lnTo>
                    <a:pt x="28" y="2"/>
                  </a:lnTo>
                  <a:lnTo>
                    <a:pt x="3" y="0"/>
                  </a:lnTo>
                  <a:lnTo>
                    <a:pt x="0" y="34"/>
                  </a:lnTo>
                  <a:lnTo>
                    <a:pt x="26" y="36"/>
                  </a:lnTo>
                  <a:lnTo>
                    <a:pt x="52" y="38"/>
                  </a:lnTo>
                  <a:lnTo>
                    <a:pt x="54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53" name=""/>
            <p:cNvSpPr/>
            <p:nvPr/>
          </p:nvSpPr>
          <p:spPr>
            <a:xfrm rot="0">
              <a:off x="3398" y="3661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54" name=""/>
            <p:cNvSpPr/>
            <p:nvPr/>
          </p:nvSpPr>
          <p:spPr>
            <a:xfrm rot="0">
              <a:off x="3398" y="36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55" name=""/>
            <p:cNvSpPr/>
            <p:nvPr/>
          </p:nvSpPr>
          <p:spPr>
            <a:xfrm rot="0">
              <a:off x="3398" y="3662"/>
              <a:ext cx="26" cy="17"/>
            </a:xfrm>
            <a:custGeom>
              <a:avLst/>
              <a:ahLst/>
              <a:rect l="0" t="0" r="r" b="b"/>
              <a:pathLst>
                <a:path w="53" h="33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26" y="33"/>
                  </a:lnTo>
                  <a:lnTo>
                    <a:pt x="53" y="33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56" name=""/>
            <p:cNvSpPr/>
            <p:nvPr/>
          </p:nvSpPr>
          <p:spPr>
            <a:xfrm rot="0">
              <a:off x="3398" y="3662"/>
              <a:ext cx="26" cy="17"/>
            </a:xfrm>
            <a:custGeom>
              <a:avLst/>
              <a:ahLst/>
              <a:rect l="0" t="0" r="r" b="b"/>
              <a:pathLst>
                <a:path w="53" h="33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26" y="33"/>
                  </a:lnTo>
                  <a:lnTo>
                    <a:pt x="53" y="33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57" name=""/>
            <p:cNvSpPr/>
            <p:nvPr/>
          </p:nvSpPr>
          <p:spPr>
            <a:xfrm rot="0">
              <a:off x="3398" y="3679"/>
              <a:ext cx="13" cy="1"/>
            </a:xfrm>
            <a:custGeom>
              <a:avLst/>
              <a:ahLst/>
              <a:rect l="0" t="0" r="r" b="b"/>
              <a:pathLst>
                <a:path w="26" h="1">
                  <a:moveTo>
                    <a:pt x="26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58" name=""/>
            <p:cNvSpPr/>
            <p:nvPr/>
          </p:nvSpPr>
          <p:spPr>
            <a:xfrm rot="0">
              <a:off x="3398" y="36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59" name=""/>
            <p:cNvSpPr/>
            <p:nvPr/>
          </p:nvSpPr>
          <p:spPr>
            <a:xfrm rot="0">
              <a:off x="3398" y="3679"/>
              <a:ext cx="26" cy="17"/>
            </a:xfrm>
            <a:custGeom>
              <a:avLst/>
              <a:ahLst/>
              <a:rect l="0" t="0" r="r" b="b"/>
              <a:pathLst>
                <a:path w="53" h="35">
                  <a:moveTo>
                    <a:pt x="52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60" name=""/>
            <p:cNvSpPr/>
            <p:nvPr/>
          </p:nvSpPr>
          <p:spPr>
            <a:xfrm rot="0">
              <a:off x="3398" y="3679"/>
              <a:ext cx="26" cy="17"/>
            </a:xfrm>
            <a:custGeom>
              <a:avLst/>
              <a:ahLst/>
              <a:rect l="0" t="0" r="r" b="b"/>
              <a:pathLst>
                <a:path w="53" h="35">
                  <a:moveTo>
                    <a:pt x="52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61" name=""/>
            <p:cNvSpPr/>
            <p:nvPr/>
          </p:nvSpPr>
          <p:spPr>
            <a:xfrm rot="0">
              <a:off x="3399" y="3696"/>
              <a:ext cx="13" cy="1"/>
            </a:xfrm>
            <a:custGeom>
              <a:avLst/>
              <a:ahLst/>
              <a:rect l="0" t="0" r="r" b="b"/>
              <a:pathLst>
                <a:path w="26" h="3">
                  <a:moveTo>
                    <a:pt x="26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62" name=""/>
            <p:cNvSpPr/>
            <p:nvPr/>
          </p:nvSpPr>
          <p:spPr>
            <a:xfrm rot="0">
              <a:off x="3399" y="3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63" name=""/>
            <p:cNvSpPr/>
            <p:nvPr/>
          </p:nvSpPr>
          <p:spPr>
            <a:xfrm rot="0">
              <a:off x="3399" y="3694"/>
              <a:ext cx="27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5" y="40"/>
                  </a:lnTo>
                  <a:lnTo>
                    <a:pt x="30" y="37"/>
                  </a:lnTo>
                  <a:lnTo>
                    <a:pt x="56" y="34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64" name=""/>
            <p:cNvSpPr/>
            <p:nvPr/>
          </p:nvSpPr>
          <p:spPr>
            <a:xfrm rot="0">
              <a:off x="3399" y="3694"/>
              <a:ext cx="27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5" y="40"/>
                  </a:lnTo>
                  <a:lnTo>
                    <a:pt x="30" y="37"/>
                  </a:lnTo>
                  <a:lnTo>
                    <a:pt x="56" y="34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65" name=""/>
            <p:cNvSpPr/>
            <p:nvPr/>
          </p:nvSpPr>
          <p:spPr>
            <a:xfrm rot="0">
              <a:off x="3401" y="3712"/>
              <a:ext cx="13" cy="2"/>
            </a:xfrm>
            <a:custGeom>
              <a:avLst/>
              <a:ahLst/>
              <a:rect l="0" t="0" r="r" b="b"/>
              <a:pathLst>
                <a:path w="25" h="3">
                  <a:moveTo>
                    <a:pt x="25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66" name=""/>
            <p:cNvSpPr/>
            <p:nvPr/>
          </p:nvSpPr>
          <p:spPr>
            <a:xfrm rot="0">
              <a:off x="3401" y="3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67" name=""/>
            <p:cNvSpPr/>
            <p:nvPr/>
          </p:nvSpPr>
          <p:spPr>
            <a:xfrm rot="0">
              <a:off x="3401" y="3711"/>
              <a:ext cx="27" cy="19"/>
            </a:xfrm>
            <a:custGeom>
              <a:avLst/>
              <a:ahLst/>
              <a:rect l="0" t="0" r="r" b="b"/>
              <a:pathLst>
                <a:path w="55" h="39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4" y="39"/>
                  </a:lnTo>
                  <a:lnTo>
                    <a:pt x="29" y="36"/>
                  </a:lnTo>
                  <a:lnTo>
                    <a:pt x="55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68" name=""/>
            <p:cNvSpPr/>
            <p:nvPr/>
          </p:nvSpPr>
          <p:spPr>
            <a:xfrm rot="0">
              <a:off x="3401" y="3711"/>
              <a:ext cx="27" cy="19"/>
            </a:xfrm>
            <a:custGeom>
              <a:avLst/>
              <a:ahLst/>
              <a:rect l="0" t="0" r="r" b="b"/>
              <a:pathLst>
                <a:path w="55" h="39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4" y="39"/>
                  </a:lnTo>
                  <a:lnTo>
                    <a:pt x="29" y="36"/>
                  </a:lnTo>
                  <a:lnTo>
                    <a:pt x="55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69" name=""/>
            <p:cNvSpPr/>
            <p:nvPr/>
          </p:nvSpPr>
          <p:spPr>
            <a:xfrm rot="0">
              <a:off x="3403" y="3729"/>
              <a:ext cx="13" cy="2"/>
            </a:xfrm>
            <a:custGeom>
              <a:avLst/>
              <a:ahLst/>
              <a:rect l="0" t="0" r="r" b="b"/>
              <a:pathLst>
                <a:path w="25" h="5">
                  <a:moveTo>
                    <a:pt x="25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70" name=""/>
            <p:cNvSpPr/>
            <p:nvPr/>
          </p:nvSpPr>
          <p:spPr>
            <a:xfrm rot="0">
              <a:off x="3403" y="3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71" name=""/>
            <p:cNvSpPr/>
            <p:nvPr/>
          </p:nvSpPr>
          <p:spPr>
            <a:xfrm rot="0">
              <a:off x="3403" y="3726"/>
              <a:ext cx="29" cy="22"/>
            </a:xfrm>
            <a:custGeom>
              <a:avLst/>
              <a:ahLst/>
              <a:rect l="0" t="0" r="r" b="b"/>
              <a:pathLst>
                <a:path w="58" h="43">
                  <a:moveTo>
                    <a:pt x="51" y="0"/>
                  </a:moveTo>
                  <a:lnTo>
                    <a:pt x="25" y="5"/>
                  </a:lnTo>
                  <a:lnTo>
                    <a:pt x="0" y="10"/>
                  </a:lnTo>
                  <a:lnTo>
                    <a:pt x="7" y="43"/>
                  </a:lnTo>
                  <a:lnTo>
                    <a:pt x="32" y="37"/>
                  </a:lnTo>
                  <a:lnTo>
                    <a:pt x="58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72" name=""/>
            <p:cNvSpPr/>
            <p:nvPr/>
          </p:nvSpPr>
          <p:spPr>
            <a:xfrm rot="0">
              <a:off x="3403" y="3726"/>
              <a:ext cx="29" cy="22"/>
            </a:xfrm>
            <a:custGeom>
              <a:avLst/>
              <a:ahLst/>
              <a:rect l="0" t="0" r="r" b="b"/>
              <a:pathLst>
                <a:path w="58" h="43">
                  <a:moveTo>
                    <a:pt x="51" y="0"/>
                  </a:moveTo>
                  <a:lnTo>
                    <a:pt x="25" y="5"/>
                  </a:lnTo>
                  <a:lnTo>
                    <a:pt x="0" y="10"/>
                  </a:lnTo>
                  <a:lnTo>
                    <a:pt x="7" y="43"/>
                  </a:lnTo>
                  <a:lnTo>
                    <a:pt x="32" y="37"/>
                  </a:lnTo>
                  <a:lnTo>
                    <a:pt x="58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73" name=""/>
            <p:cNvSpPr/>
            <p:nvPr/>
          </p:nvSpPr>
          <p:spPr>
            <a:xfrm rot="0">
              <a:off x="3406" y="3745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25" y="0"/>
                  </a:moveTo>
                  <a:lnTo>
                    <a:pt x="0" y="6"/>
                  </a:lnTo>
                  <a:lnTo>
                    <a:pt x="0" y="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74" name=""/>
            <p:cNvSpPr/>
            <p:nvPr/>
          </p:nvSpPr>
          <p:spPr>
            <a:xfrm rot="0">
              <a:off x="3406" y="3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75" name=""/>
            <p:cNvSpPr/>
            <p:nvPr/>
          </p:nvSpPr>
          <p:spPr>
            <a:xfrm rot="0">
              <a:off x="3406" y="3742"/>
              <a:ext cx="30" cy="23"/>
            </a:xfrm>
            <a:custGeom>
              <a:avLst/>
              <a:ahLst/>
              <a:rect l="0" t="0" r="r" b="b"/>
              <a:pathLst>
                <a:path w="59" h="45">
                  <a:moveTo>
                    <a:pt x="51" y="0"/>
                  </a:moveTo>
                  <a:lnTo>
                    <a:pt x="25" y="6"/>
                  </a:lnTo>
                  <a:lnTo>
                    <a:pt x="0" y="13"/>
                  </a:lnTo>
                  <a:lnTo>
                    <a:pt x="8" y="45"/>
                  </a:lnTo>
                  <a:lnTo>
                    <a:pt x="34" y="39"/>
                  </a:lnTo>
                  <a:lnTo>
                    <a:pt x="59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76" name=""/>
            <p:cNvSpPr/>
            <p:nvPr/>
          </p:nvSpPr>
          <p:spPr>
            <a:xfrm rot="0">
              <a:off x="3406" y="3742"/>
              <a:ext cx="30" cy="23"/>
            </a:xfrm>
            <a:custGeom>
              <a:avLst/>
              <a:ahLst/>
              <a:rect l="0" t="0" r="r" b="b"/>
              <a:pathLst>
                <a:path w="59" h="45">
                  <a:moveTo>
                    <a:pt x="51" y="0"/>
                  </a:moveTo>
                  <a:lnTo>
                    <a:pt x="25" y="6"/>
                  </a:lnTo>
                  <a:lnTo>
                    <a:pt x="0" y="13"/>
                  </a:lnTo>
                  <a:lnTo>
                    <a:pt x="8" y="45"/>
                  </a:lnTo>
                  <a:lnTo>
                    <a:pt x="34" y="39"/>
                  </a:lnTo>
                  <a:lnTo>
                    <a:pt x="59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77" name=""/>
            <p:cNvSpPr/>
            <p:nvPr/>
          </p:nvSpPr>
          <p:spPr>
            <a:xfrm rot="0">
              <a:off x="3411" y="3762"/>
              <a:ext cx="12" cy="3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6"/>
                  </a:lnTo>
                  <a:lnTo>
                    <a:pt x="1" y="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95" name=""/>
          <p:cNvGrpSpPr/>
          <p:nvPr/>
        </p:nvGrpSpPr>
        <p:grpSpPr>
          <a:xfrm rot="0">
            <a:off x="5300662" y="3997325"/>
            <a:ext cx="942975" cy="2378075"/>
            <a:chOff x="3339" y="2518"/>
            <a:chExt cx="594" cy="1498"/>
          </a:xfrm>
        </p:grpSpPr>
        <p:sp>
          <p:nvSpPr>
            <p:cNvPr id="1061278" name=""/>
            <p:cNvSpPr/>
            <p:nvPr/>
          </p:nvSpPr>
          <p:spPr>
            <a:xfrm rot="0">
              <a:off x="3411" y="37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79" name=""/>
            <p:cNvSpPr/>
            <p:nvPr/>
          </p:nvSpPr>
          <p:spPr>
            <a:xfrm rot="0">
              <a:off x="3411" y="3758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49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9" y="46"/>
                  </a:lnTo>
                  <a:lnTo>
                    <a:pt x="34" y="39"/>
                  </a:lnTo>
                  <a:lnTo>
                    <a:pt x="58" y="32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80" name=""/>
            <p:cNvSpPr/>
            <p:nvPr/>
          </p:nvSpPr>
          <p:spPr>
            <a:xfrm rot="0">
              <a:off x="3411" y="3758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49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9" y="46"/>
                  </a:lnTo>
                  <a:lnTo>
                    <a:pt x="34" y="39"/>
                  </a:lnTo>
                  <a:lnTo>
                    <a:pt x="58" y="3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81" name=""/>
            <p:cNvSpPr/>
            <p:nvPr/>
          </p:nvSpPr>
          <p:spPr>
            <a:xfrm rot="0">
              <a:off x="3416" y="3777"/>
              <a:ext cx="12" cy="5"/>
            </a:xfrm>
            <a:custGeom>
              <a:avLst/>
              <a:ahLst/>
              <a:rect l="0" t="0" r="r" b="b"/>
              <a:pathLst>
                <a:path w="25" h="9">
                  <a:moveTo>
                    <a:pt x="25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82" name=""/>
            <p:cNvSpPr/>
            <p:nvPr/>
          </p:nvSpPr>
          <p:spPr>
            <a:xfrm rot="0">
              <a:off x="3416" y="3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83" name=""/>
            <p:cNvSpPr/>
            <p:nvPr/>
          </p:nvSpPr>
          <p:spPr>
            <a:xfrm rot="0">
              <a:off x="3416" y="3773"/>
              <a:ext cx="30" cy="25"/>
            </a:xfrm>
            <a:custGeom>
              <a:avLst/>
              <a:ahLst/>
              <a:rect l="0" t="0" r="r" b="b"/>
              <a:pathLst>
                <a:path w="61" h="50">
                  <a:moveTo>
                    <a:pt x="49" y="0"/>
                  </a:moveTo>
                  <a:lnTo>
                    <a:pt x="25" y="9"/>
                  </a:lnTo>
                  <a:lnTo>
                    <a:pt x="0" y="18"/>
                  </a:lnTo>
                  <a:lnTo>
                    <a:pt x="12" y="50"/>
                  </a:lnTo>
                  <a:lnTo>
                    <a:pt x="36" y="41"/>
                  </a:lnTo>
                  <a:lnTo>
                    <a:pt x="61" y="3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84" name=""/>
            <p:cNvSpPr/>
            <p:nvPr/>
          </p:nvSpPr>
          <p:spPr>
            <a:xfrm rot="0">
              <a:off x="3416" y="3773"/>
              <a:ext cx="30" cy="25"/>
            </a:xfrm>
            <a:custGeom>
              <a:avLst/>
              <a:ahLst/>
              <a:rect l="0" t="0" r="r" b="b"/>
              <a:pathLst>
                <a:path w="61" h="50">
                  <a:moveTo>
                    <a:pt x="49" y="0"/>
                  </a:moveTo>
                  <a:lnTo>
                    <a:pt x="25" y="9"/>
                  </a:lnTo>
                  <a:lnTo>
                    <a:pt x="0" y="18"/>
                  </a:lnTo>
                  <a:lnTo>
                    <a:pt x="12" y="50"/>
                  </a:lnTo>
                  <a:lnTo>
                    <a:pt x="36" y="41"/>
                  </a:lnTo>
                  <a:lnTo>
                    <a:pt x="61" y="3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85" name=""/>
            <p:cNvSpPr/>
            <p:nvPr/>
          </p:nvSpPr>
          <p:spPr>
            <a:xfrm rot="0">
              <a:off x="3421" y="3793"/>
              <a:ext cx="13" cy="5"/>
            </a:xfrm>
            <a:custGeom>
              <a:avLst/>
              <a:ahLst/>
              <a:rect l="0" t="0" r="r" b="b"/>
              <a:pathLst>
                <a:path w="24" h="10">
                  <a:moveTo>
                    <a:pt x="24" y="0"/>
                  </a:moveTo>
                  <a:lnTo>
                    <a:pt x="0" y="9"/>
                  </a:lnTo>
                  <a:lnTo>
                    <a:pt x="1" y="1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86" name=""/>
            <p:cNvSpPr/>
            <p:nvPr/>
          </p:nvSpPr>
          <p:spPr>
            <a:xfrm rot="0">
              <a:off x="3421" y="37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87" name=""/>
            <p:cNvSpPr/>
            <p:nvPr/>
          </p:nvSpPr>
          <p:spPr>
            <a:xfrm rot="0">
              <a:off x="3422" y="3788"/>
              <a:ext cx="30" cy="26"/>
            </a:xfrm>
            <a:custGeom>
              <a:avLst/>
              <a:ahLst/>
              <a:rect l="0" t="0" r="r" b="b"/>
              <a:pathLst>
                <a:path w="60" h="52">
                  <a:moveTo>
                    <a:pt x="47" y="0"/>
                  </a:moveTo>
                  <a:lnTo>
                    <a:pt x="23" y="11"/>
                  </a:lnTo>
                  <a:lnTo>
                    <a:pt x="0" y="21"/>
                  </a:lnTo>
                  <a:lnTo>
                    <a:pt x="13" y="52"/>
                  </a:lnTo>
                  <a:lnTo>
                    <a:pt x="36" y="41"/>
                  </a:lnTo>
                  <a:lnTo>
                    <a:pt x="60" y="31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88" name=""/>
            <p:cNvSpPr/>
            <p:nvPr/>
          </p:nvSpPr>
          <p:spPr>
            <a:xfrm rot="0">
              <a:off x="3422" y="3788"/>
              <a:ext cx="30" cy="26"/>
            </a:xfrm>
            <a:custGeom>
              <a:avLst/>
              <a:ahLst/>
              <a:rect l="0" t="0" r="r" b="b"/>
              <a:pathLst>
                <a:path w="60" h="52">
                  <a:moveTo>
                    <a:pt x="47" y="0"/>
                  </a:moveTo>
                  <a:lnTo>
                    <a:pt x="23" y="11"/>
                  </a:lnTo>
                  <a:lnTo>
                    <a:pt x="0" y="21"/>
                  </a:lnTo>
                  <a:lnTo>
                    <a:pt x="13" y="52"/>
                  </a:lnTo>
                  <a:lnTo>
                    <a:pt x="36" y="41"/>
                  </a:lnTo>
                  <a:lnTo>
                    <a:pt x="60" y="31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89" name=""/>
            <p:cNvSpPr/>
            <p:nvPr/>
          </p:nvSpPr>
          <p:spPr>
            <a:xfrm rot="0">
              <a:off x="3428" y="3809"/>
              <a:ext cx="12" cy="5"/>
            </a:xfrm>
            <a:custGeom>
              <a:avLst/>
              <a:ahLst/>
              <a:rect l="0" t="0" r="r" b="b"/>
              <a:pathLst>
                <a:path w="23" h="12">
                  <a:moveTo>
                    <a:pt x="23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90" name=""/>
            <p:cNvSpPr/>
            <p:nvPr/>
          </p:nvSpPr>
          <p:spPr>
            <a:xfrm rot="0">
              <a:off x="3428" y="3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91" name=""/>
            <p:cNvSpPr/>
            <p:nvPr/>
          </p:nvSpPr>
          <p:spPr>
            <a:xfrm rot="0">
              <a:off x="3428" y="3803"/>
              <a:ext cx="31" cy="27"/>
            </a:xfrm>
            <a:custGeom>
              <a:avLst/>
              <a:ahLst/>
              <a:rect l="0" t="0" r="r" b="b"/>
              <a:pathLst>
                <a:path w="61" h="53">
                  <a:moveTo>
                    <a:pt x="47" y="0"/>
                  </a:moveTo>
                  <a:lnTo>
                    <a:pt x="23" y="11"/>
                  </a:lnTo>
                  <a:lnTo>
                    <a:pt x="0" y="23"/>
                  </a:lnTo>
                  <a:lnTo>
                    <a:pt x="14" y="53"/>
                  </a:lnTo>
                  <a:lnTo>
                    <a:pt x="38" y="42"/>
                  </a:lnTo>
                  <a:lnTo>
                    <a:pt x="61" y="31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92" name=""/>
            <p:cNvSpPr/>
            <p:nvPr/>
          </p:nvSpPr>
          <p:spPr>
            <a:xfrm rot="0">
              <a:off x="3428" y="3803"/>
              <a:ext cx="31" cy="27"/>
            </a:xfrm>
            <a:custGeom>
              <a:avLst/>
              <a:ahLst/>
              <a:rect l="0" t="0" r="r" b="b"/>
              <a:pathLst>
                <a:path w="61" h="53">
                  <a:moveTo>
                    <a:pt x="47" y="0"/>
                  </a:moveTo>
                  <a:lnTo>
                    <a:pt x="23" y="11"/>
                  </a:lnTo>
                  <a:lnTo>
                    <a:pt x="0" y="23"/>
                  </a:lnTo>
                  <a:lnTo>
                    <a:pt x="14" y="53"/>
                  </a:lnTo>
                  <a:lnTo>
                    <a:pt x="38" y="42"/>
                  </a:lnTo>
                  <a:lnTo>
                    <a:pt x="61" y="31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93" name=""/>
            <p:cNvSpPr/>
            <p:nvPr/>
          </p:nvSpPr>
          <p:spPr>
            <a:xfrm rot="0">
              <a:off x="3436" y="3824"/>
              <a:ext cx="11" cy="7"/>
            </a:xfrm>
            <a:custGeom>
              <a:avLst/>
              <a:ahLst/>
              <a:rect l="0" t="0" r="r" b="b"/>
              <a:pathLst>
                <a:path w="24" h="13">
                  <a:moveTo>
                    <a:pt x="24" y="0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94" name=""/>
            <p:cNvSpPr/>
            <p:nvPr/>
          </p:nvSpPr>
          <p:spPr>
            <a:xfrm rot="0">
              <a:off x="3436" y="3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95" name=""/>
            <p:cNvSpPr/>
            <p:nvPr/>
          </p:nvSpPr>
          <p:spPr>
            <a:xfrm rot="0">
              <a:off x="3436" y="3817"/>
              <a:ext cx="31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45" y="0"/>
                  </a:moveTo>
                  <a:lnTo>
                    <a:pt x="23" y="13"/>
                  </a:lnTo>
                  <a:lnTo>
                    <a:pt x="0" y="26"/>
                  </a:lnTo>
                  <a:lnTo>
                    <a:pt x="17" y="55"/>
                  </a:lnTo>
                  <a:lnTo>
                    <a:pt x="39" y="42"/>
                  </a:lnTo>
                  <a:lnTo>
                    <a:pt x="62" y="28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96" name=""/>
            <p:cNvSpPr/>
            <p:nvPr/>
          </p:nvSpPr>
          <p:spPr>
            <a:xfrm rot="0">
              <a:off x="3436" y="3817"/>
              <a:ext cx="31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45" y="0"/>
                  </a:moveTo>
                  <a:lnTo>
                    <a:pt x="23" y="13"/>
                  </a:lnTo>
                  <a:lnTo>
                    <a:pt x="0" y="26"/>
                  </a:lnTo>
                  <a:lnTo>
                    <a:pt x="17" y="55"/>
                  </a:lnTo>
                  <a:lnTo>
                    <a:pt x="39" y="42"/>
                  </a:lnTo>
                  <a:lnTo>
                    <a:pt x="62" y="28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97" name=""/>
            <p:cNvSpPr/>
            <p:nvPr/>
          </p:nvSpPr>
          <p:spPr>
            <a:xfrm rot="0">
              <a:off x="3444" y="3838"/>
              <a:ext cx="12" cy="7"/>
            </a:xfrm>
            <a:custGeom>
              <a:avLst/>
              <a:ahLst/>
              <a:rect l="0" t="0" r="r" b="b"/>
              <a:pathLst>
                <a:path w="22" h="13">
                  <a:moveTo>
                    <a:pt x="22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298" name=""/>
            <p:cNvSpPr/>
            <p:nvPr/>
          </p:nvSpPr>
          <p:spPr>
            <a:xfrm rot="0">
              <a:off x="3444" y="3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299" name=""/>
            <p:cNvSpPr/>
            <p:nvPr/>
          </p:nvSpPr>
          <p:spPr>
            <a:xfrm rot="0">
              <a:off x="3444" y="3832"/>
              <a:ext cx="32" cy="27"/>
            </a:xfrm>
            <a:custGeom>
              <a:avLst/>
              <a:ahLst/>
              <a:rect l="0" t="0" r="r" b="b"/>
              <a:pathLst>
                <a:path w="62" h="56">
                  <a:moveTo>
                    <a:pt x="45" y="0"/>
                  </a:moveTo>
                  <a:lnTo>
                    <a:pt x="22" y="14"/>
                  </a:lnTo>
                  <a:lnTo>
                    <a:pt x="0" y="27"/>
                  </a:lnTo>
                  <a:lnTo>
                    <a:pt x="17" y="56"/>
                  </a:lnTo>
                  <a:lnTo>
                    <a:pt x="39" y="42"/>
                  </a:lnTo>
                  <a:lnTo>
                    <a:pt x="62" y="29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00" name=""/>
            <p:cNvSpPr/>
            <p:nvPr/>
          </p:nvSpPr>
          <p:spPr>
            <a:xfrm rot="0">
              <a:off x="3444" y="3832"/>
              <a:ext cx="32" cy="27"/>
            </a:xfrm>
            <a:custGeom>
              <a:avLst/>
              <a:ahLst/>
              <a:rect l="0" t="0" r="r" b="b"/>
              <a:pathLst>
                <a:path w="62" h="56">
                  <a:moveTo>
                    <a:pt x="45" y="0"/>
                  </a:moveTo>
                  <a:lnTo>
                    <a:pt x="22" y="14"/>
                  </a:lnTo>
                  <a:lnTo>
                    <a:pt x="0" y="27"/>
                  </a:lnTo>
                  <a:lnTo>
                    <a:pt x="17" y="56"/>
                  </a:lnTo>
                  <a:lnTo>
                    <a:pt x="39" y="42"/>
                  </a:lnTo>
                  <a:lnTo>
                    <a:pt x="62" y="29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01" name=""/>
            <p:cNvSpPr/>
            <p:nvPr/>
          </p:nvSpPr>
          <p:spPr>
            <a:xfrm rot="0">
              <a:off x="3453" y="3853"/>
              <a:ext cx="11" cy="7"/>
            </a:xfrm>
            <a:custGeom>
              <a:avLst/>
              <a:ahLst/>
              <a:rect l="0" t="0" r="r" b="b"/>
              <a:pathLst>
                <a:path w="22" h="15">
                  <a:moveTo>
                    <a:pt x="22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02" name=""/>
            <p:cNvSpPr/>
            <p:nvPr/>
          </p:nvSpPr>
          <p:spPr>
            <a:xfrm rot="0">
              <a:off x="3453" y="3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03" name=""/>
            <p:cNvSpPr/>
            <p:nvPr/>
          </p:nvSpPr>
          <p:spPr>
            <a:xfrm rot="0">
              <a:off x="3453" y="3846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43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18" y="56"/>
                  </a:lnTo>
                  <a:lnTo>
                    <a:pt x="40" y="42"/>
                  </a:lnTo>
                  <a:lnTo>
                    <a:pt x="61" y="28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04" name=""/>
            <p:cNvSpPr/>
            <p:nvPr/>
          </p:nvSpPr>
          <p:spPr>
            <a:xfrm rot="0">
              <a:off x="3453" y="3846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43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18" y="56"/>
                  </a:lnTo>
                  <a:lnTo>
                    <a:pt x="40" y="42"/>
                  </a:lnTo>
                  <a:lnTo>
                    <a:pt x="61" y="2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05" name=""/>
            <p:cNvSpPr/>
            <p:nvPr/>
          </p:nvSpPr>
          <p:spPr>
            <a:xfrm rot="0">
              <a:off x="3463" y="3867"/>
              <a:ext cx="10" cy="8"/>
            </a:xfrm>
            <a:custGeom>
              <a:avLst/>
              <a:ahLst/>
              <a:rect l="0" t="0" r="r" b="b"/>
              <a:pathLst>
                <a:path w="22" h="16">
                  <a:moveTo>
                    <a:pt x="22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06" name=""/>
            <p:cNvSpPr/>
            <p:nvPr/>
          </p:nvSpPr>
          <p:spPr>
            <a:xfrm rot="0">
              <a:off x="3463" y="3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07" name=""/>
            <p:cNvSpPr/>
            <p:nvPr/>
          </p:nvSpPr>
          <p:spPr>
            <a:xfrm rot="0">
              <a:off x="3463" y="3858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41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21" y="59"/>
                  </a:lnTo>
                  <a:lnTo>
                    <a:pt x="41" y="43"/>
                  </a:lnTo>
                  <a:lnTo>
                    <a:pt x="62" y="26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08" name=""/>
            <p:cNvSpPr/>
            <p:nvPr/>
          </p:nvSpPr>
          <p:spPr>
            <a:xfrm rot="0">
              <a:off x="3463" y="3858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41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21" y="59"/>
                  </a:lnTo>
                  <a:lnTo>
                    <a:pt x="41" y="43"/>
                  </a:lnTo>
                  <a:lnTo>
                    <a:pt x="62" y="2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09" name=""/>
            <p:cNvSpPr/>
            <p:nvPr/>
          </p:nvSpPr>
          <p:spPr>
            <a:xfrm rot="0">
              <a:off x="3473" y="3880"/>
              <a:ext cx="11" cy="8"/>
            </a:xfrm>
            <a:custGeom>
              <a:avLst/>
              <a:ahLst/>
              <a:rect l="0" t="0" r="r" b="b"/>
              <a:pathLst>
                <a:path w="20" h="16">
                  <a:moveTo>
                    <a:pt x="20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10" name=""/>
            <p:cNvSpPr/>
            <p:nvPr/>
          </p:nvSpPr>
          <p:spPr>
            <a:xfrm rot="0">
              <a:off x="3473" y="3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11" name=""/>
            <p:cNvSpPr/>
            <p:nvPr/>
          </p:nvSpPr>
          <p:spPr>
            <a:xfrm rot="0">
              <a:off x="3473" y="3872"/>
              <a:ext cx="32" cy="29"/>
            </a:xfrm>
            <a:custGeom>
              <a:avLst/>
              <a:ahLst/>
              <a:rect l="0" t="0" r="r" b="b"/>
              <a:pathLst>
                <a:path w="62" h="59">
                  <a:moveTo>
                    <a:pt x="41" y="0"/>
                  </a:moveTo>
                  <a:lnTo>
                    <a:pt x="20" y="17"/>
                  </a:lnTo>
                  <a:lnTo>
                    <a:pt x="0" y="33"/>
                  </a:lnTo>
                  <a:lnTo>
                    <a:pt x="21" y="59"/>
                  </a:lnTo>
                  <a:lnTo>
                    <a:pt x="42" y="42"/>
                  </a:lnTo>
                  <a:lnTo>
                    <a:pt x="62" y="26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12" name=""/>
            <p:cNvSpPr/>
            <p:nvPr/>
          </p:nvSpPr>
          <p:spPr>
            <a:xfrm rot="0">
              <a:off x="3473" y="3872"/>
              <a:ext cx="32" cy="29"/>
            </a:xfrm>
            <a:custGeom>
              <a:avLst/>
              <a:ahLst/>
              <a:rect l="0" t="0" r="r" b="b"/>
              <a:pathLst>
                <a:path w="62" h="59">
                  <a:moveTo>
                    <a:pt x="41" y="0"/>
                  </a:moveTo>
                  <a:lnTo>
                    <a:pt x="20" y="17"/>
                  </a:lnTo>
                  <a:lnTo>
                    <a:pt x="0" y="33"/>
                  </a:lnTo>
                  <a:lnTo>
                    <a:pt x="21" y="59"/>
                  </a:lnTo>
                  <a:lnTo>
                    <a:pt x="42" y="42"/>
                  </a:lnTo>
                  <a:lnTo>
                    <a:pt x="62" y="2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13" name=""/>
            <p:cNvSpPr/>
            <p:nvPr/>
          </p:nvSpPr>
          <p:spPr>
            <a:xfrm rot="0">
              <a:off x="3484" y="3893"/>
              <a:ext cx="10" cy="9"/>
            </a:xfrm>
            <a:custGeom>
              <a:avLst/>
              <a:ahLst/>
              <a:rect l="0" t="0" r="r" b="b"/>
              <a:pathLst>
                <a:path w="21" h="19">
                  <a:moveTo>
                    <a:pt x="21" y="0"/>
                  </a:moveTo>
                  <a:lnTo>
                    <a:pt x="0" y="17"/>
                  </a:lnTo>
                  <a:lnTo>
                    <a:pt x="2" y="19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14" name=""/>
            <p:cNvSpPr/>
            <p:nvPr/>
          </p:nvSpPr>
          <p:spPr>
            <a:xfrm rot="0">
              <a:off x="3484" y="39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15" name=""/>
            <p:cNvSpPr/>
            <p:nvPr/>
          </p:nvSpPr>
          <p:spPr>
            <a:xfrm rot="0">
              <a:off x="3485" y="3883"/>
              <a:ext cx="30" cy="31"/>
            </a:xfrm>
            <a:custGeom>
              <a:avLst/>
              <a:ahLst/>
              <a:rect l="0" t="0" r="r" b="b"/>
              <a:pathLst>
                <a:path w="61" h="61">
                  <a:moveTo>
                    <a:pt x="37" y="0"/>
                  </a:moveTo>
                  <a:lnTo>
                    <a:pt x="19" y="18"/>
                  </a:lnTo>
                  <a:lnTo>
                    <a:pt x="0" y="37"/>
                  </a:lnTo>
                  <a:lnTo>
                    <a:pt x="24" y="61"/>
                  </a:lnTo>
                  <a:lnTo>
                    <a:pt x="42" y="43"/>
                  </a:lnTo>
                  <a:lnTo>
                    <a:pt x="61" y="24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16" name=""/>
            <p:cNvSpPr/>
            <p:nvPr/>
          </p:nvSpPr>
          <p:spPr>
            <a:xfrm rot="0">
              <a:off x="3485" y="3883"/>
              <a:ext cx="30" cy="31"/>
            </a:xfrm>
            <a:custGeom>
              <a:avLst/>
              <a:ahLst/>
              <a:rect l="0" t="0" r="r" b="b"/>
              <a:pathLst>
                <a:path w="61" h="61">
                  <a:moveTo>
                    <a:pt x="37" y="0"/>
                  </a:moveTo>
                  <a:lnTo>
                    <a:pt x="19" y="18"/>
                  </a:lnTo>
                  <a:lnTo>
                    <a:pt x="0" y="37"/>
                  </a:lnTo>
                  <a:lnTo>
                    <a:pt x="24" y="61"/>
                  </a:lnTo>
                  <a:lnTo>
                    <a:pt x="42" y="43"/>
                  </a:lnTo>
                  <a:lnTo>
                    <a:pt x="61" y="24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17" name=""/>
            <p:cNvSpPr/>
            <p:nvPr/>
          </p:nvSpPr>
          <p:spPr>
            <a:xfrm rot="0">
              <a:off x="3497" y="3905"/>
              <a:ext cx="9" cy="9"/>
            </a:xfrm>
            <a:custGeom>
              <a:avLst/>
              <a:ahLst/>
              <a:rect l="0" t="0" r="r" b="b"/>
              <a:pathLst>
                <a:path w="18" h="18">
                  <a:moveTo>
                    <a:pt x="18" y="0"/>
                  </a:moveTo>
                  <a:lnTo>
                    <a:pt x="0" y="18"/>
                  </a:lnTo>
                  <a:lnTo>
                    <a:pt x="0" y="18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18" name=""/>
            <p:cNvSpPr/>
            <p:nvPr/>
          </p:nvSpPr>
          <p:spPr>
            <a:xfrm rot="0">
              <a:off x="3497" y="39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19" name=""/>
            <p:cNvSpPr/>
            <p:nvPr/>
          </p:nvSpPr>
          <p:spPr>
            <a:xfrm rot="0">
              <a:off x="3497" y="3896"/>
              <a:ext cx="30" cy="29"/>
            </a:xfrm>
            <a:custGeom>
              <a:avLst/>
              <a:ahLst/>
              <a:rect l="0" t="0" r="r" b="b"/>
              <a:pathLst>
                <a:path w="60" h="60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24" y="60"/>
                  </a:lnTo>
                  <a:lnTo>
                    <a:pt x="42" y="41"/>
                  </a:lnTo>
                  <a:lnTo>
                    <a:pt x="60" y="23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20" name=""/>
            <p:cNvSpPr/>
            <p:nvPr/>
          </p:nvSpPr>
          <p:spPr>
            <a:xfrm rot="0">
              <a:off x="3497" y="3896"/>
              <a:ext cx="30" cy="29"/>
            </a:xfrm>
            <a:custGeom>
              <a:avLst/>
              <a:ahLst/>
              <a:rect l="0" t="0" r="r" b="b"/>
              <a:pathLst>
                <a:path w="60" h="60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24" y="60"/>
                  </a:lnTo>
                  <a:lnTo>
                    <a:pt x="42" y="41"/>
                  </a:lnTo>
                  <a:lnTo>
                    <a:pt x="60" y="2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21" name=""/>
            <p:cNvSpPr/>
            <p:nvPr/>
          </p:nvSpPr>
          <p:spPr>
            <a:xfrm rot="0">
              <a:off x="3509" y="3916"/>
              <a:ext cx="9" cy="10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22" name=""/>
            <p:cNvSpPr/>
            <p:nvPr/>
          </p:nvSpPr>
          <p:spPr>
            <a:xfrm rot="0">
              <a:off x="3509" y="39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23" name=""/>
            <p:cNvSpPr/>
            <p:nvPr/>
          </p:nvSpPr>
          <p:spPr>
            <a:xfrm rot="0">
              <a:off x="3509" y="3906"/>
              <a:ext cx="30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25" y="61"/>
                  </a:lnTo>
                  <a:lnTo>
                    <a:pt x="43" y="42"/>
                  </a:lnTo>
                  <a:lnTo>
                    <a:pt x="60" y="22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24" name=""/>
            <p:cNvSpPr/>
            <p:nvPr/>
          </p:nvSpPr>
          <p:spPr>
            <a:xfrm rot="0">
              <a:off x="3509" y="3906"/>
              <a:ext cx="30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25" y="61"/>
                  </a:lnTo>
                  <a:lnTo>
                    <a:pt x="43" y="42"/>
                  </a:lnTo>
                  <a:lnTo>
                    <a:pt x="60" y="2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25" name=""/>
            <p:cNvSpPr/>
            <p:nvPr/>
          </p:nvSpPr>
          <p:spPr>
            <a:xfrm rot="0">
              <a:off x="3522" y="3927"/>
              <a:ext cx="9" cy="11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26" name=""/>
            <p:cNvSpPr/>
            <p:nvPr/>
          </p:nvSpPr>
          <p:spPr>
            <a:xfrm rot="0">
              <a:off x="3522" y="39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27" name=""/>
            <p:cNvSpPr/>
            <p:nvPr/>
          </p:nvSpPr>
          <p:spPr>
            <a:xfrm rot="0">
              <a:off x="3523" y="3917"/>
              <a:ext cx="29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27" y="62"/>
                  </a:lnTo>
                  <a:lnTo>
                    <a:pt x="43" y="41"/>
                  </a:lnTo>
                  <a:lnTo>
                    <a:pt x="60" y="21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28" name=""/>
            <p:cNvSpPr/>
            <p:nvPr/>
          </p:nvSpPr>
          <p:spPr>
            <a:xfrm rot="0">
              <a:off x="3523" y="3917"/>
              <a:ext cx="29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27" y="62"/>
                  </a:lnTo>
                  <a:lnTo>
                    <a:pt x="43" y="41"/>
                  </a:lnTo>
                  <a:lnTo>
                    <a:pt x="60" y="21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29" name=""/>
            <p:cNvSpPr/>
            <p:nvPr/>
          </p:nvSpPr>
          <p:spPr>
            <a:xfrm rot="0">
              <a:off x="3536" y="3938"/>
              <a:ext cx="8" cy="10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30" name=""/>
            <p:cNvSpPr/>
            <p:nvPr/>
          </p:nvSpPr>
          <p:spPr>
            <a:xfrm rot="0">
              <a:off x="3536" y="39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31" name=""/>
            <p:cNvSpPr/>
            <p:nvPr/>
          </p:nvSpPr>
          <p:spPr>
            <a:xfrm rot="0">
              <a:off x="3536" y="3927"/>
              <a:ext cx="30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30" y="0"/>
                  </a:moveTo>
                  <a:lnTo>
                    <a:pt x="15" y="21"/>
                  </a:lnTo>
                  <a:lnTo>
                    <a:pt x="0" y="43"/>
                  </a:lnTo>
                  <a:lnTo>
                    <a:pt x="27" y="62"/>
                  </a:lnTo>
                  <a:lnTo>
                    <a:pt x="43" y="41"/>
                  </a:lnTo>
                  <a:lnTo>
                    <a:pt x="58" y="19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32" name=""/>
            <p:cNvSpPr/>
            <p:nvPr/>
          </p:nvSpPr>
          <p:spPr>
            <a:xfrm rot="0">
              <a:off x="3536" y="3927"/>
              <a:ext cx="30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30" y="0"/>
                  </a:moveTo>
                  <a:lnTo>
                    <a:pt x="15" y="21"/>
                  </a:lnTo>
                  <a:lnTo>
                    <a:pt x="0" y="43"/>
                  </a:lnTo>
                  <a:lnTo>
                    <a:pt x="27" y="62"/>
                  </a:lnTo>
                  <a:lnTo>
                    <a:pt x="43" y="41"/>
                  </a:lnTo>
                  <a:lnTo>
                    <a:pt x="58" y="19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33" name=""/>
            <p:cNvSpPr/>
            <p:nvPr/>
          </p:nvSpPr>
          <p:spPr>
            <a:xfrm rot="0">
              <a:off x="3550" y="3947"/>
              <a:ext cx="8" cy="12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34" name=""/>
            <p:cNvSpPr/>
            <p:nvPr/>
          </p:nvSpPr>
          <p:spPr>
            <a:xfrm rot="0">
              <a:off x="3550" y="39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35" name=""/>
            <p:cNvSpPr/>
            <p:nvPr/>
          </p:nvSpPr>
          <p:spPr>
            <a:xfrm rot="0">
              <a:off x="3551" y="3936"/>
              <a:ext cx="28" cy="31"/>
            </a:xfrm>
            <a:custGeom>
              <a:avLst/>
              <a:ahLst/>
              <a:rect l="0" t="0" r="r" b="b"/>
              <a:pathLst>
                <a:path w="57" h="63">
                  <a:moveTo>
                    <a:pt x="29" y="0"/>
                  </a:moveTo>
                  <a:lnTo>
                    <a:pt x="15" y="23"/>
                  </a:lnTo>
                  <a:lnTo>
                    <a:pt x="0" y="45"/>
                  </a:lnTo>
                  <a:lnTo>
                    <a:pt x="28" y="63"/>
                  </a:lnTo>
                  <a:lnTo>
                    <a:pt x="42" y="40"/>
                  </a:lnTo>
                  <a:lnTo>
                    <a:pt x="57" y="18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36" name=""/>
            <p:cNvSpPr/>
            <p:nvPr/>
          </p:nvSpPr>
          <p:spPr>
            <a:xfrm rot="0">
              <a:off x="3551" y="3936"/>
              <a:ext cx="28" cy="31"/>
            </a:xfrm>
            <a:custGeom>
              <a:avLst/>
              <a:ahLst/>
              <a:rect l="0" t="0" r="r" b="b"/>
              <a:pathLst>
                <a:path w="57" h="63">
                  <a:moveTo>
                    <a:pt x="29" y="0"/>
                  </a:moveTo>
                  <a:lnTo>
                    <a:pt x="15" y="23"/>
                  </a:lnTo>
                  <a:lnTo>
                    <a:pt x="0" y="45"/>
                  </a:lnTo>
                  <a:lnTo>
                    <a:pt x="28" y="63"/>
                  </a:lnTo>
                  <a:lnTo>
                    <a:pt x="42" y="40"/>
                  </a:lnTo>
                  <a:lnTo>
                    <a:pt x="57" y="18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37" name=""/>
            <p:cNvSpPr/>
            <p:nvPr/>
          </p:nvSpPr>
          <p:spPr>
            <a:xfrm rot="0">
              <a:off x="3565" y="3956"/>
              <a:ext cx="7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3"/>
                  </a:lnTo>
                  <a:lnTo>
                    <a:pt x="2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38" name=""/>
            <p:cNvSpPr/>
            <p:nvPr/>
          </p:nvSpPr>
          <p:spPr>
            <a:xfrm rot="0">
              <a:off x="3565" y="3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39" name=""/>
            <p:cNvSpPr/>
            <p:nvPr/>
          </p:nvSpPr>
          <p:spPr>
            <a:xfrm rot="0">
              <a:off x="3566" y="3945"/>
              <a:ext cx="27" cy="31"/>
            </a:xfrm>
            <a:custGeom>
              <a:avLst/>
              <a:ahLst/>
              <a:rect l="0" t="0" r="r" b="b"/>
              <a:pathLst>
                <a:path w="54" h="61">
                  <a:moveTo>
                    <a:pt x="25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30" y="61"/>
                  </a:lnTo>
                  <a:lnTo>
                    <a:pt x="42" y="39"/>
                  </a:lnTo>
                  <a:lnTo>
                    <a:pt x="54" y="16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40" name=""/>
            <p:cNvSpPr/>
            <p:nvPr/>
          </p:nvSpPr>
          <p:spPr>
            <a:xfrm rot="0">
              <a:off x="3566" y="3945"/>
              <a:ext cx="27" cy="31"/>
            </a:xfrm>
            <a:custGeom>
              <a:avLst/>
              <a:ahLst/>
              <a:rect l="0" t="0" r="r" b="b"/>
              <a:pathLst>
                <a:path w="54" h="61">
                  <a:moveTo>
                    <a:pt x="25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30" y="61"/>
                  </a:lnTo>
                  <a:lnTo>
                    <a:pt x="42" y="39"/>
                  </a:lnTo>
                  <a:lnTo>
                    <a:pt x="54" y="16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41" name=""/>
            <p:cNvSpPr/>
            <p:nvPr/>
          </p:nvSpPr>
          <p:spPr>
            <a:xfrm rot="0">
              <a:off x="3580" y="3964"/>
              <a:ext cx="7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12" y="0"/>
                  </a:moveTo>
                  <a:lnTo>
                    <a:pt x="0" y="22"/>
                  </a:lnTo>
                  <a:lnTo>
                    <a:pt x="0" y="23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42" name=""/>
            <p:cNvSpPr/>
            <p:nvPr/>
          </p:nvSpPr>
          <p:spPr>
            <a:xfrm rot="0">
              <a:off x="3580" y="3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43" name=""/>
            <p:cNvSpPr/>
            <p:nvPr/>
          </p:nvSpPr>
          <p:spPr>
            <a:xfrm rot="0">
              <a:off x="3580" y="3952"/>
              <a:ext cx="28" cy="32"/>
            </a:xfrm>
            <a:custGeom>
              <a:avLst/>
              <a:ahLst/>
              <a:rect l="0" t="0" r="r" b="b"/>
              <a:pathLst>
                <a:path w="54" h="62">
                  <a:moveTo>
                    <a:pt x="24" y="0"/>
                  </a:moveTo>
                  <a:lnTo>
                    <a:pt x="12" y="24"/>
                  </a:lnTo>
                  <a:lnTo>
                    <a:pt x="0" y="47"/>
                  </a:lnTo>
                  <a:lnTo>
                    <a:pt x="29" y="62"/>
                  </a:lnTo>
                  <a:lnTo>
                    <a:pt x="42" y="39"/>
                  </a:lnTo>
                  <a:lnTo>
                    <a:pt x="54" y="15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44" name=""/>
            <p:cNvSpPr/>
            <p:nvPr/>
          </p:nvSpPr>
          <p:spPr>
            <a:xfrm rot="0">
              <a:off x="3580" y="3952"/>
              <a:ext cx="28" cy="32"/>
            </a:xfrm>
            <a:custGeom>
              <a:avLst/>
              <a:ahLst/>
              <a:rect l="0" t="0" r="r" b="b"/>
              <a:pathLst>
                <a:path w="54" h="62">
                  <a:moveTo>
                    <a:pt x="24" y="0"/>
                  </a:moveTo>
                  <a:lnTo>
                    <a:pt x="12" y="24"/>
                  </a:lnTo>
                  <a:lnTo>
                    <a:pt x="0" y="47"/>
                  </a:lnTo>
                  <a:lnTo>
                    <a:pt x="29" y="62"/>
                  </a:lnTo>
                  <a:lnTo>
                    <a:pt x="42" y="39"/>
                  </a:lnTo>
                  <a:lnTo>
                    <a:pt x="54" y="15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45" name=""/>
            <p:cNvSpPr/>
            <p:nvPr/>
          </p:nvSpPr>
          <p:spPr>
            <a:xfrm rot="0">
              <a:off x="3595" y="3972"/>
              <a:ext cx="6" cy="12"/>
            </a:xfrm>
            <a:custGeom>
              <a:avLst/>
              <a:ahLst/>
              <a:rect l="0" t="0" r="r" b="b"/>
              <a:pathLst>
                <a:path w="13" h="23">
                  <a:moveTo>
                    <a:pt x="13" y="0"/>
                  </a:moveTo>
                  <a:lnTo>
                    <a:pt x="0" y="23"/>
                  </a:lnTo>
                  <a:lnTo>
                    <a:pt x="3" y="23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46" name=""/>
            <p:cNvSpPr/>
            <p:nvPr/>
          </p:nvSpPr>
          <p:spPr>
            <a:xfrm rot="0">
              <a:off x="3595" y="3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47" name=""/>
            <p:cNvSpPr/>
            <p:nvPr/>
          </p:nvSpPr>
          <p:spPr>
            <a:xfrm rot="0">
              <a:off x="3596" y="3960"/>
              <a:ext cx="26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20" y="0"/>
                  </a:moveTo>
                  <a:lnTo>
                    <a:pt x="10" y="24"/>
                  </a:lnTo>
                  <a:lnTo>
                    <a:pt x="0" y="47"/>
                  </a:lnTo>
                  <a:lnTo>
                    <a:pt x="30" y="61"/>
                  </a:lnTo>
                  <a:lnTo>
                    <a:pt x="40" y="37"/>
                  </a:lnTo>
                  <a:lnTo>
                    <a:pt x="51" y="14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48" name=""/>
            <p:cNvSpPr/>
            <p:nvPr/>
          </p:nvSpPr>
          <p:spPr>
            <a:xfrm rot="0">
              <a:off x="3596" y="3960"/>
              <a:ext cx="26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20" y="0"/>
                  </a:moveTo>
                  <a:lnTo>
                    <a:pt x="10" y="24"/>
                  </a:lnTo>
                  <a:lnTo>
                    <a:pt x="0" y="47"/>
                  </a:lnTo>
                  <a:lnTo>
                    <a:pt x="30" y="61"/>
                  </a:lnTo>
                  <a:lnTo>
                    <a:pt x="40" y="37"/>
                  </a:lnTo>
                  <a:lnTo>
                    <a:pt x="51" y="14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49" name=""/>
            <p:cNvSpPr/>
            <p:nvPr/>
          </p:nvSpPr>
          <p:spPr>
            <a:xfrm rot="0">
              <a:off x="3612" y="3979"/>
              <a:ext cx="5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10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50" name=""/>
            <p:cNvSpPr/>
            <p:nvPr/>
          </p:nvSpPr>
          <p:spPr>
            <a:xfrm rot="0">
              <a:off x="3612" y="3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51" name=""/>
            <p:cNvSpPr/>
            <p:nvPr/>
          </p:nvSpPr>
          <p:spPr>
            <a:xfrm rot="0">
              <a:off x="3612" y="3966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19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2" y="60"/>
                  </a:lnTo>
                  <a:lnTo>
                    <a:pt x="41" y="35"/>
                  </a:lnTo>
                  <a:lnTo>
                    <a:pt x="50" y="1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52" name=""/>
            <p:cNvSpPr/>
            <p:nvPr/>
          </p:nvSpPr>
          <p:spPr>
            <a:xfrm rot="0">
              <a:off x="3612" y="3966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19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2" y="60"/>
                  </a:lnTo>
                  <a:lnTo>
                    <a:pt x="41" y="35"/>
                  </a:lnTo>
                  <a:lnTo>
                    <a:pt x="50" y="11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53" name=""/>
            <p:cNvSpPr/>
            <p:nvPr/>
          </p:nvSpPr>
          <p:spPr>
            <a:xfrm rot="0">
              <a:off x="3628" y="3984"/>
              <a:ext cx="5" cy="13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54" name=""/>
            <p:cNvSpPr/>
            <p:nvPr/>
          </p:nvSpPr>
          <p:spPr>
            <a:xfrm rot="0">
              <a:off x="3628" y="39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55" name=""/>
            <p:cNvSpPr/>
            <p:nvPr/>
          </p:nvSpPr>
          <p:spPr>
            <a:xfrm rot="0">
              <a:off x="3628" y="3972"/>
              <a:ext cx="25" cy="30"/>
            </a:xfrm>
            <a:custGeom>
              <a:avLst/>
              <a:ahLst/>
              <a:rect l="0" t="0" r="r" b="b"/>
              <a:pathLst>
                <a:path w="48" h="59">
                  <a:moveTo>
                    <a:pt x="16" y="0"/>
                  </a:moveTo>
                  <a:lnTo>
                    <a:pt x="8" y="24"/>
                  </a:lnTo>
                  <a:lnTo>
                    <a:pt x="0" y="49"/>
                  </a:lnTo>
                  <a:lnTo>
                    <a:pt x="32" y="59"/>
                  </a:lnTo>
                  <a:lnTo>
                    <a:pt x="40" y="35"/>
                  </a:lnTo>
                  <a:lnTo>
                    <a:pt x="48" y="10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56" name=""/>
            <p:cNvSpPr/>
            <p:nvPr/>
          </p:nvSpPr>
          <p:spPr>
            <a:xfrm rot="0">
              <a:off x="3628" y="3972"/>
              <a:ext cx="25" cy="30"/>
            </a:xfrm>
            <a:custGeom>
              <a:avLst/>
              <a:ahLst/>
              <a:rect l="0" t="0" r="r" b="b"/>
              <a:pathLst>
                <a:path w="48" h="59">
                  <a:moveTo>
                    <a:pt x="16" y="0"/>
                  </a:moveTo>
                  <a:lnTo>
                    <a:pt x="8" y="24"/>
                  </a:lnTo>
                  <a:lnTo>
                    <a:pt x="0" y="49"/>
                  </a:lnTo>
                  <a:lnTo>
                    <a:pt x="32" y="59"/>
                  </a:lnTo>
                  <a:lnTo>
                    <a:pt x="40" y="35"/>
                  </a:lnTo>
                  <a:lnTo>
                    <a:pt x="48" y="10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57" name=""/>
            <p:cNvSpPr/>
            <p:nvPr/>
          </p:nvSpPr>
          <p:spPr>
            <a:xfrm rot="0">
              <a:off x="3644" y="3989"/>
              <a:ext cx="4" cy="13"/>
            </a:xfrm>
            <a:custGeom>
              <a:avLst/>
              <a:ahLst/>
              <a:rect l="0" t="0" r="r" b="b"/>
              <a:pathLst>
                <a:path w="8" h="25">
                  <a:moveTo>
                    <a:pt x="8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58" name=""/>
            <p:cNvSpPr/>
            <p:nvPr/>
          </p:nvSpPr>
          <p:spPr>
            <a:xfrm rot="0">
              <a:off x="3644" y="40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59" name=""/>
            <p:cNvSpPr/>
            <p:nvPr/>
          </p:nvSpPr>
          <p:spPr>
            <a:xfrm rot="0">
              <a:off x="3645" y="3977"/>
              <a:ext cx="22" cy="29"/>
            </a:xfrm>
            <a:custGeom>
              <a:avLst/>
              <a:ahLst/>
              <a:rect l="0" t="0" r="r" b="b"/>
              <a:pathLst>
                <a:path w="44" h="59">
                  <a:moveTo>
                    <a:pt x="12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31" y="59"/>
                  </a:lnTo>
                  <a:lnTo>
                    <a:pt x="38" y="34"/>
                  </a:lnTo>
                  <a:lnTo>
                    <a:pt x="44" y="8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60" name=""/>
            <p:cNvSpPr/>
            <p:nvPr/>
          </p:nvSpPr>
          <p:spPr>
            <a:xfrm rot="0">
              <a:off x="3645" y="3977"/>
              <a:ext cx="22" cy="29"/>
            </a:xfrm>
            <a:custGeom>
              <a:avLst/>
              <a:ahLst/>
              <a:rect l="0" t="0" r="r" b="b"/>
              <a:pathLst>
                <a:path w="44" h="59">
                  <a:moveTo>
                    <a:pt x="12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31" y="59"/>
                  </a:lnTo>
                  <a:lnTo>
                    <a:pt x="38" y="34"/>
                  </a:lnTo>
                  <a:lnTo>
                    <a:pt x="44" y="8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61" name=""/>
            <p:cNvSpPr/>
            <p:nvPr/>
          </p:nvSpPr>
          <p:spPr>
            <a:xfrm rot="0">
              <a:off x="3661" y="3993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7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62" name=""/>
            <p:cNvSpPr/>
            <p:nvPr/>
          </p:nvSpPr>
          <p:spPr>
            <a:xfrm rot="0">
              <a:off x="3661" y="40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63" name=""/>
            <p:cNvSpPr/>
            <p:nvPr/>
          </p:nvSpPr>
          <p:spPr>
            <a:xfrm rot="0">
              <a:off x="3662" y="3981"/>
              <a:ext cx="21" cy="29"/>
            </a:xfrm>
            <a:custGeom>
              <a:avLst/>
              <a:ahLst/>
              <a:rect l="0" t="0" r="r" b="b"/>
              <a:pathLst>
                <a:path w="42" h="59">
                  <a:moveTo>
                    <a:pt x="10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32" y="59"/>
                  </a:lnTo>
                  <a:lnTo>
                    <a:pt x="37" y="33"/>
                  </a:lnTo>
                  <a:lnTo>
                    <a:pt x="42" y="7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64" name=""/>
            <p:cNvSpPr/>
            <p:nvPr/>
          </p:nvSpPr>
          <p:spPr>
            <a:xfrm rot="0">
              <a:off x="3662" y="3981"/>
              <a:ext cx="21" cy="29"/>
            </a:xfrm>
            <a:custGeom>
              <a:avLst/>
              <a:ahLst/>
              <a:rect l="0" t="0" r="r" b="b"/>
              <a:pathLst>
                <a:path w="42" h="59">
                  <a:moveTo>
                    <a:pt x="10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32" y="59"/>
                  </a:lnTo>
                  <a:lnTo>
                    <a:pt x="37" y="33"/>
                  </a:lnTo>
                  <a:lnTo>
                    <a:pt x="42" y="7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65" name=""/>
            <p:cNvSpPr/>
            <p:nvPr/>
          </p:nvSpPr>
          <p:spPr>
            <a:xfrm rot="0">
              <a:off x="3678" y="3997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66" name=""/>
            <p:cNvSpPr/>
            <p:nvPr/>
          </p:nvSpPr>
          <p:spPr>
            <a:xfrm rot="0">
              <a:off x="3678" y="40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67" name=""/>
            <p:cNvSpPr/>
            <p:nvPr/>
          </p:nvSpPr>
          <p:spPr>
            <a:xfrm rot="0">
              <a:off x="3679" y="3984"/>
              <a:ext cx="21" cy="28"/>
            </a:xfrm>
            <a:custGeom>
              <a:avLst/>
              <a:ahLst/>
              <a:rect l="0" t="0" r="r" b="b"/>
              <a:pathLst>
                <a:path w="42" h="57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34" y="57"/>
                  </a:lnTo>
                  <a:lnTo>
                    <a:pt x="38" y="31"/>
                  </a:lnTo>
                  <a:lnTo>
                    <a:pt x="42" y="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68" name=""/>
            <p:cNvSpPr/>
            <p:nvPr/>
          </p:nvSpPr>
          <p:spPr>
            <a:xfrm rot="0">
              <a:off x="3679" y="3984"/>
              <a:ext cx="21" cy="28"/>
            </a:xfrm>
            <a:custGeom>
              <a:avLst/>
              <a:ahLst/>
              <a:rect l="0" t="0" r="r" b="b"/>
              <a:pathLst>
                <a:path w="42" h="57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34" y="57"/>
                  </a:lnTo>
                  <a:lnTo>
                    <a:pt x="38" y="31"/>
                  </a:lnTo>
                  <a:lnTo>
                    <a:pt x="42" y="6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69" name=""/>
            <p:cNvSpPr/>
            <p:nvPr/>
          </p:nvSpPr>
          <p:spPr>
            <a:xfrm rot="0">
              <a:off x="3696" y="4000"/>
              <a:ext cx="2" cy="12"/>
            </a:xfrm>
            <a:custGeom>
              <a:avLst/>
              <a:ahLst/>
              <a:rect l="0" t="0" r="r" b="b"/>
              <a:pathLst>
                <a:path w="4" h="26">
                  <a:moveTo>
                    <a:pt x="4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70" name=""/>
            <p:cNvSpPr/>
            <p:nvPr/>
          </p:nvSpPr>
          <p:spPr>
            <a:xfrm rot="0">
              <a:off x="3696" y="40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71" name=""/>
            <p:cNvSpPr/>
            <p:nvPr/>
          </p:nvSpPr>
          <p:spPr>
            <a:xfrm rot="0">
              <a:off x="3697" y="3987"/>
              <a:ext cx="18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3" y="54"/>
                  </a:lnTo>
                  <a:lnTo>
                    <a:pt x="35" y="28"/>
                  </a:lnTo>
                  <a:lnTo>
                    <a:pt x="37" y="3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72" name=""/>
            <p:cNvSpPr/>
            <p:nvPr/>
          </p:nvSpPr>
          <p:spPr>
            <a:xfrm rot="0">
              <a:off x="3697" y="3987"/>
              <a:ext cx="18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3" y="54"/>
                  </a:lnTo>
                  <a:lnTo>
                    <a:pt x="35" y="28"/>
                  </a:lnTo>
                  <a:lnTo>
                    <a:pt x="37" y="3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73" name=""/>
            <p:cNvSpPr/>
            <p:nvPr/>
          </p:nvSpPr>
          <p:spPr>
            <a:xfrm rot="0">
              <a:off x="3713" y="4001"/>
              <a:ext cx="1" cy="13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74" name=""/>
            <p:cNvSpPr/>
            <p:nvPr/>
          </p:nvSpPr>
          <p:spPr>
            <a:xfrm rot="0">
              <a:off x="3713" y="40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75" name=""/>
            <p:cNvSpPr/>
            <p:nvPr/>
          </p:nvSpPr>
          <p:spPr>
            <a:xfrm rot="0">
              <a:off x="3713" y="3988"/>
              <a:ext cx="19" cy="27"/>
            </a:xfrm>
            <a:custGeom>
              <a:avLst/>
              <a:ahLst/>
              <a:rect l="0" t="0" r="r" b="b"/>
              <a:pathLst>
                <a:path w="38" h="53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4" y="53"/>
                  </a:lnTo>
                  <a:lnTo>
                    <a:pt x="36" y="27"/>
                  </a:lnTo>
                  <a:lnTo>
                    <a:pt x="38" y="2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76" name=""/>
            <p:cNvSpPr/>
            <p:nvPr/>
          </p:nvSpPr>
          <p:spPr>
            <a:xfrm rot="0">
              <a:off x="3713" y="3988"/>
              <a:ext cx="19" cy="27"/>
            </a:xfrm>
            <a:custGeom>
              <a:avLst/>
              <a:ahLst/>
              <a:rect l="0" t="0" r="r" b="b"/>
              <a:pathLst>
                <a:path w="38" h="53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4" y="53"/>
                  </a:lnTo>
                  <a:lnTo>
                    <a:pt x="36" y="27"/>
                  </a:lnTo>
                  <a:lnTo>
                    <a:pt x="38" y="2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77" name=""/>
            <p:cNvSpPr/>
            <p:nvPr/>
          </p:nvSpPr>
          <p:spPr>
            <a:xfrm rot="0">
              <a:off x="3730" y="4002"/>
              <a:ext cx="1" cy="13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78" name=""/>
            <p:cNvSpPr/>
            <p:nvPr/>
          </p:nvSpPr>
          <p:spPr>
            <a:xfrm rot="0">
              <a:off x="3730" y="4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79" name=""/>
            <p:cNvSpPr/>
            <p:nvPr/>
          </p:nvSpPr>
          <p:spPr>
            <a:xfrm rot="0">
              <a:off x="3731" y="3989"/>
              <a:ext cx="16" cy="26"/>
            </a:xfrm>
            <a:custGeom>
              <a:avLst/>
              <a:ahLst/>
              <a:rect l="0" t="0" r="r" b="b"/>
              <a:pathLst>
                <a:path w="32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2" y="52"/>
                  </a:lnTo>
                  <a:lnTo>
                    <a:pt x="32" y="26"/>
                  </a:lnTo>
                  <a:lnTo>
                    <a:pt x="3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80" name=""/>
            <p:cNvSpPr/>
            <p:nvPr/>
          </p:nvSpPr>
          <p:spPr>
            <a:xfrm rot="0">
              <a:off x="3731" y="3989"/>
              <a:ext cx="16" cy="26"/>
            </a:xfrm>
            <a:custGeom>
              <a:avLst/>
              <a:ahLst/>
              <a:rect l="0" t="0" r="r" b="b"/>
              <a:pathLst>
                <a:path w="32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2" y="52"/>
                  </a:lnTo>
                  <a:lnTo>
                    <a:pt x="32" y="26"/>
                  </a:lnTo>
                  <a:lnTo>
                    <a:pt x="3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81" name=""/>
            <p:cNvSpPr/>
            <p:nvPr/>
          </p:nvSpPr>
          <p:spPr>
            <a:xfrm rot="0">
              <a:off x="3747" y="4002"/>
              <a:ext cx="1" cy="13"/>
            </a:xfrm>
            <a:custGeom>
              <a:avLst/>
              <a:ahLst/>
              <a:rect l="0" t="0" r="r" b="b"/>
              <a:pathLst>
                <a:path w="1" h="26">
                  <a:moveTo>
                    <a:pt x="0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82" name=""/>
            <p:cNvSpPr/>
            <p:nvPr/>
          </p:nvSpPr>
          <p:spPr>
            <a:xfrm rot="0">
              <a:off x="3747" y="4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83" name=""/>
            <p:cNvSpPr/>
            <p:nvPr/>
          </p:nvSpPr>
          <p:spPr>
            <a:xfrm rot="0">
              <a:off x="3747" y="3989"/>
              <a:ext cx="18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0" y="1"/>
                  </a:moveTo>
                  <a:lnTo>
                    <a:pt x="1" y="26"/>
                  </a:lnTo>
                  <a:lnTo>
                    <a:pt x="2" y="52"/>
                  </a:lnTo>
                  <a:lnTo>
                    <a:pt x="36" y="51"/>
                  </a:lnTo>
                  <a:lnTo>
                    <a:pt x="35" y="25"/>
                  </a:lnTo>
                  <a:lnTo>
                    <a:pt x="34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84" name=""/>
            <p:cNvSpPr/>
            <p:nvPr/>
          </p:nvSpPr>
          <p:spPr>
            <a:xfrm rot="0">
              <a:off x="3747" y="3989"/>
              <a:ext cx="18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0" y="1"/>
                  </a:moveTo>
                  <a:lnTo>
                    <a:pt x="1" y="26"/>
                  </a:lnTo>
                  <a:lnTo>
                    <a:pt x="2" y="52"/>
                  </a:lnTo>
                  <a:lnTo>
                    <a:pt x="36" y="51"/>
                  </a:lnTo>
                  <a:lnTo>
                    <a:pt x="35" y="25"/>
                  </a:lnTo>
                  <a:lnTo>
                    <a:pt x="34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85" name=""/>
            <p:cNvSpPr/>
            <p:nvPr/>
          </p:nvSpPr>
          <p:spPr>
            <a:xfrm rot="0">
              <a:off x="3764" y="4002"/>
              <a:ext cx="2" cy="12"/>
            </a:xfrm>
            <a:custGeom>
              <a:avLst/>
              <a:ahLst/>
              <a:rect l="0" t="0" r="r" b="b"/>
              <a:pathLst>
                <a:path w="3" h="26">
                  <a:moveTo>
                    <a:pt x="0" y="0"/>
                  </a:moveTo>
                  <a:lnTo>
                    <a:pt x="1" y="26"/>
                  </a:lnTo>
                  <a:lnTo>
                    <a:pt x="3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86" name=""/>
            <p:cNvSpPr/>
            <p:nvPr/>
          </p:nvSpPr>
          <p:spPr>
            <a:xfrm rot="0">
              <a:off x="3765" y="40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87" name=""/>
            <p:cNvSpPr/>
            <p:nvPr/>
          </p:nvSpPr>
          <p:spPr>
            <a:xfrm rot="0">
              <a:off x="3763" y="3987"/>
              <a:ext cx="19" cy="27"/>
            </a:xfrm>
            <a:custGeom>
              <a:avLst/>
              <a:ahLst/>
              <a:rect l="0" t="0" r="r" b="b"/>
              <a:pathLst>
                <a:path w="39" h="55">
                  <a:moveTo>
                    <a:pt x="0" y="4"/>
                  </a:moveTo>
                  <a:lnTo>
                    <a:pt x="3" y="29"/>
                  </a:lnTo>
                  <a:lnTo>
                    <a:pt x="6" y="55"/>
                  </a:lnTo>
                  <a:lnTo>
                    <a:pt x="39" y="51"/>
                  </a:lnTo>
                  <a:lnTo>
                    <a:pt x="36" y="25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88" name=""/>
            <p:cNvSpPr/>
            <p:nvPr/>
          </p:nvSpPr>
          <p:spPr>
            <a:xfrm rot="0">
              <a:off x="3763" y="3987"/>
              <a:ext cx="19" cy="27"/>
            </a:xfrm>
            <a:custGeom>
              <a:avLst/>
              <a:ahLst/>
              <a:rect l="0" t="0" r="r" b="b"/>
              <a:pathLst>
                <a:path w="39" h="55">
                  <a:moveTo>
                    <a:pt x="0" y="4"/>
                  </a:moveTo>
                  <a:lnTo>
                    <a:pt x="3" y="29"/>
                  </a:lnTo>
                  <a:lnTo>
                    <a:pt x="6" y="55"/>
                  </a:lnTo>
                  <a:lnTo>
                    <a:pt x="39" y="51"/>
                  </a:lnTo>
                  <a:lnTo>
                    <a:pt x="36" y="25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89" name=""/>
            <p:cNvSpPr/>
            <p:nvPr/>
          </p:nvSpPr>
          <p:spPr>
            <a:xfrm rot="0">
              <a:off x="3780" y="4000"/>
              <a:ext cx="3" cy="12"/>
            </a:xfrm>
            <a:custGeom>
              <a:avLst/>
              <a:ahLst/>
              <a:rect l="0" t="0" r="r" b="b"/>
              <a:pathLst>
                <a:path w="4" h="26">
                  <a:moveTo>
                    <a:pt x="0" y="0"/>
                  </a:moveTo>
                  <a:lnTo>
                    <a:pt x="3" y="26"/>
                  </a:lnTo>
                  <a:lnTo>
                    <a:pt x="4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90" name=""/>
            <p:cNvSpPr/>
            <p:nvPr/>
          </p:nvSpPr>
          <p:spPr>
            <a:xfrm rot="0">
              <a:off x="3782" y="40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91" name=""/>
            <p:cNvSpPr/>
            <p:nvPr/>
          </p:nvSpPr>
          <p:spPr>
            <a:xfrm rot="0">
              <a:off x="3778" y="3984"/>
              <a:ext cx="21" cy="28"/>
            </a:xfrm>
            <a:custGeom>
              <a:avLst/>
              <a:ahLst/>
              <a:rect l="0" t="0" r="r" b="b"/>
              <a:pathLst>
                <a:path w="42" h="57">
                  <a:moveTo>
                    <a:pt x="0" y="6"/>
                  </a:moveTo>
                  <a:lnTo>
                    <a:pt x="4" y="31"/>
                  </a:lnTo>
                  <a:lnTo>
                    <a:pt x="8" y="57"/>
                  </a:lnTo>
                  <a:lnTo>
                    <a:pt x="42" y="52"/>
                  </a:lnTo>
                  <a:lnTo>
                    <a:pt x="38" y="26"/>
                  </a:lnTo>
                  <a:lnTo>
                    <a:pt x="34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92" name=""/>
            <p:cNvSpPr/>
            <p:nvPr/>
          </p:nvSpPr>
          <p:spPr>
            <a:xfrm rot="0">
              <a:off x="3778" y="3984"/>
              <a:ext cx="21" cy="28"/>
            </a:xfrm>
            <a:custGeom>
              <a:avLst/>
              <a:ahLst/>
              <a:rect l="0" t="0" r="r" b="b"/>
              <a:pathLst>
                <a:path w="42" h="57">
                  <a:moveTo>
                    <a:pt x="0" y="6"/>
                  </a:moveTo>
                  <a:lnTo>
                    <a:pt x="4" y="31"/>
                  </a:lnTo>
                  <a:lnTo>
                    <a:pt x="8" y="57"/>
                  </a:lnTo>
                  <a:lnTo>
                    <a:pt x="42" y="52"/>
                  </a:lnTo>
                  <a:lnTo>
                    <a:pt x="38" y="26"/>
                  </a:lnTo>
                  <a:lnTo>
                    <a:pt x="34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93" name=""/>
            <p:cNvSpPr/>
            <p:nvPr/>
          </p:nvSpPr>
          <p:spPr>
            <a:xfrm rot="0">
              <a:off x="3797" y="3997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4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94" name=""/>
            <p:cNvSpPr/>
            <p:nvPr/>
          </p:nvSpPr>
          <p:spPr>
            <a:xfrm rot="0">
              <a:off x="3799" y="40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95" name=""/>
            <p:cNvSpPr/>
            <p:nvPr/>
          </p:nvSpPr>
          <p:spPr>
            <a:xfrm rot="0">
              <a:off x="3795" y="3981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0" y="6"/>
                  </a:moveTo>
                  <a:lnTo>
                    <a:pt x="5" y="32"/>
                  </a:lnTo>
                  <a:lnTo>
                    <a:pt x="10" y="58"/>
                  </a:lnTo>
                  <a:lnTo>
                    <a:pt x="43" y="51"/>
                  </a:lnTo>
                  <a:lnTo>
                    <a:pt x="37" y="26"/>
                  </a:lnTo>
                  <a:lnTo>
                    <a:pt x="32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96" name=""/>
            <p:cNvSpPr/>
            <p:nvPr/>
          </p:nvSpPr>
          <p:spPr>
            <a:xfrm rot="0">
              <a:off x="3795" y="3981"/>
              <a:ext cx="21" cy="29"/>
            </a:xfrm>
            <a:custGeom>
              <a:avLst/>
              <a:ahLst/>
              <a:rect l="0" t="0" r="r" b="b"/>
              <a:pathLst>
                <a:path w="43" h="58">
                  <a:moveTo>
                    <a:pt x="0" y="6"/>
                  </a:moveTo>
                  <a:lnTo>
                    <a:pt x="5" y="32"/>
                  </a:lnTo>
                  <a:lnTo>
                    <a:pt x="10" y="58"/>
                  </a:lnTo>
                  <a:lnTo>
                    <a:pt x="43" y="51"/>
                  </a:lnTo>
                  <a:lnTo>
                    <a:pt x="37" y="26"/>
                  </a:lnTo>
                  <a:lnTo>
                    <a:pt x="32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97" name=""/>
            <p:cNvSpPr/>
            <p:nvPr/>
          </p:nvSpPr>
          <p:spPr>
            <a:xfrm rot="0">
              <a:off x="3814" y="3994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6" y="25"/>
                  </a:lnTo>
                  <a:lnTo>
                    <a:pt x="7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398" name=""/>
            <p:cNvSpPr/>
            <p:nvPr/>
          </p:nvSpPr>
          <p:spPr>
            <a:xfrm rot="0">
              <a:off x="3816" y="4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399" name=""/>
            <p:cNvSpPr/>
            <p:nvPr/>
          </p:nvSpPr>
          <p:spPr>
            <a:xfrm rot="0">
              <a:off x="3811" y="3977"/>
              <a:ext cx="22" cy="30"/>
            </a:xfrm>
            <a:custGeom>
              <a:avLst/>
              <a:ahLst/>
              <a:rect l="0" t="0" r="r" b="b"/>
              <a:pathLst>
                <a:path w="44" h="59">
                  <a:moveTo>
                    <a:pt x="0" y="8"/>
                  </a:moveTo>
                  <a:lnTo>
                    <a:pt x="6" y="34"/>
                  </a:lnTo>
                  <a:lnTo>
                    <a:pt x="13" y="59"/>
                  </a:lnTo>
                  <a:lnTo>
                    <a:pt x="44" y="51"/>
                  </a:lnTo>
                  <a:lnTo>
                    <a:pt x="38" y="26"/>
                  </a:lnTo>
                  <a:lnTo>
                    <a:pt x="32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00" name=""/>
            <p:cNvSpPr/>
            <p:nvPr/>
          </p:nvSpPr>
          <p:spPr>
            <a:xfrm rot="0">
              <a:off x="3811" y="3977"/>
              <a:ext cx="22" cy="30"/>
            </a:xfrm>
            <a:custGeom>
              <a:avLst/>
              <a:ahLst/>
              <a:rect l="0" t="0" r="r" b="b"/>
              <a:pathLst>
                <a:path w="44" h="59">
                  <a:moveTo>
                    <a:pt x="0" y="8"/>
                  </a:moveTo>
                  <a:lnTo>
                    <a:pt x="6" y="34"/>
                  </a:lnTo>
                  <a:lnTo>
                    <a:pt x="13" y="59"/>
                  </a:lnTo>
                  <a:lnTo>
                    <a:pt x="44" y="51"/>
                  </a:lnTo>
                  <a:lnTo>
                    <a:pt x="38" y="26"/>
                  </a:lnTo>
                  <a:lnTo>
                    <a:pt x="32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01" name=""/>
            <p:cNvSpPr/>
            <p:nvPr/>
          </p:nvSpPr>
          <p:spPr>
            <a:xfrm rot="0">
              <a:off x="3830" y="3990"/>
              <a:ext cx="4" cy="13"/>
            </a:xfrm>
            <a:custGeom>
              <a:avLst/>
              <a:ahLst/>
              <a:rect l="0" t="0" r="r" b="b"/>
              <a:pathLst>
                <a:path w="8" h="25">
                  <a:moveTo>
                    <a:pt x="0" y="0"/>
                  </a:moveTo>
                  <a:lnTo>
                    <a:pt x="6" y="25"/>
                  </a:lnTo>
                  <a:lnTo>
                    <a:pt x="8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02" name=""/>
            <p:cNvSpPr/>
            <p:nvPr/>
          </p:nvSpPr>
          <p:spPr>
            <a:xfrm rot="0" flipV="1">
              <a:off x="3833" y="40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03" name=""/>
            <p:cNvSpPr/>
            <p:nvPr/>
          </p:nvSpPr>
          <p:spPr>
            <a:xfrm rot="0">
              <a:off x="3825" y="3972"/>
              <a:ext cx="25" cy="30"/>
            </a:xfrm>
            <a:custGeom>
              <a:avLst/>
              <a:ahLst/>
              <a:rect l="0" t="0" r="r" b="b"/>
              <a:pathLst>
                <a:path w="49" h="59">
                  <a:moveTo>
                    <a:pt x="0" y="10"/>
                  </a:moveTo>
                  <a:lnTo>
                    <a:pt x="8" y="35"/>
                  </a:lnTo>
                  <a:lnTo>
                    <a:pt x="16" y="59"/>
                  </a:lnTo>
                  <a:lnTo>
                    <a:pt x="49" y="49"/>
                  </a:lnTo>
                  <a:lnTo>
                    <a:pt x="41" y="24"/>
                  </a:lnTo>
                  <a:lnTo>
                    <a:pt x="33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04" name=""/>
            <p:cNvSpPr/>
            <p:nvPr/>
          </p:nvSpPr>
          <p:spPr>
            <a:xfrm rot="0">
              <a:off x="3825" y="3972"/>
              <a:ext cx="25" cy="30"/>
            </a:xfrm>
            <a:custGeom>
              <a:avLst/>
              <a:ahLst/>
              <a:rect l="0" t="0" r="r" b="b"/>
              <a:pathLst>
                <a:path w="49" h="59">
                  <a:moveTo>
                    <a:pt x="0" y="10"/>
                  </a:moveTo>
                  <a:lnTo>
                    <a:pt x="8" y="35"/>
                  </a:lnTo>
                  <a:lnTo>
                    <a:pt x="16" y="59"/>
                  </a:lnTo>
                  <a:lnTo>
                    <a:pt x="49" y="49"/>
                  </a:lnTo>
                  <a:lnTo>
                    <a:pt x="41" y="24"/>
                  </a:lnTo>
                  <a:lnTo>
                    <a:pt x="33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05" name=""/>
            <p:cNvSpPr/>
            <p:nvPr/>
          </p:nvSpPr>
          <p:spPr>
            <a:xfrm rot="0">
              <a:off x="3846" y="3985"/>
              <a:ext cx="5" cy="12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8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06" name=""/>
            <p:cNvSpPr/>
            <p:nvPr/>
          </p:nvSpPr>
          <p:spPr>
            <a:xfrm rot="0">
              <a:off x="3850" y="39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07" name=""/>
            <p:cNvSpPr/>
            <p:nvPr/>
          </p:nvSpPr>
          <p:spPr>
            <a:xfrm rot="0">
              <a:off x="3841" y="3967"/>
              <a:ext cx="25" cy="30"/>
            </a:xfrm>
            <a:custGeom>
              <a:avLst/>
              <a:ahLst/>
              <a:rect l="0" t="0" r="r" b="b"/>
              <a:pathLst>
                <a:path w="49" h="60">
                  <a:moveTo>
                    <a:pt x="0" y="11"/>
                  </a:moveTo>
                  <a:lnTo>
                    <a:pt x="9" y="35"/>
                  </a:lnTo>
                  <a:lnTo>
                    <a:pt x="18" y="60"/>
                  </a:lnTo>
                  <a:lnTo>
                    <a:pt x="49" y="49"/>
                  </a:lnTo>
                  <a:lnTo>
                    <a:pt x="40" y="24"/>
                  </a:lnTo>
                  <a:lnTo>
                    <a:pt x="30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08" name=""/>
            <p:cNvSpPr/>
            <p:nvPr/>
          </p:nvSpPr>
          <p:spPr>
            <a:xfrm rot="0">
              <a:off x="3841" y="3967"/>
              <a:ext cx="25" cy="30"/>
            </a:xfrm>
            <a:custGeom>
              <a:avLst/>
              <a:ahLst/>
              <a:rect l="0" t="0" r="r" b="b"/>
              <a:pathLst>
                <a:path w="49" h="60">
                  <a:moveTo>
                    <a:pt x="0" y="11"/>
                  </a:moveTo>
                  <a:lnTo>
                    <a:pt x="9" y="35"/>
                  </a:lnTo>
                  <a:lnTo>
                    <a:pt x="18" y="60"/>
                  </a:lnTo>
                  <a:lnTo>
                    <a:pt x="49" y="49"/>
                  </a:lnTo>
                  <a:lnTo>
                    <a:pt x="40" y="24"/>
                  </a:lnTo>
                  <a:lnTo>
                    <a:pt x="30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09" name=""/>
            <p:cNvSpPr/>
            <p:nvPr/>
          </p:nvSpPr>
          <p:spPr>
            <a:xfrm rot="0">
              <a:off x="3861" y="3979"/>
              <a:ext cx="5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0" y="0"/>
                  </a:moveTo>
                  <a:lnTo>
                    <a:pt x="9" y="25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10" name=""/>
            <p:cNvSpPr/>
            <p:nvPr/>
          </p:nvSpPr>
          <p:spPr>
            <a:xfrm rot="0" flipV="1">
              <a:off x="3866" y="3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11" name=""/>
            <p:cNvSpPr/>
            <p:nvPr/>
          </p:nvSpPr>
          <p:spPr>
            <a:xfrm rot="0">
              <a:off x="3856" y="3961"/>
              <a:ext cx="26" cy="30"/>
            </a:xfrm>
            <a:custGeom>
              <a:avLst/>
              <a:ahLst/>
              <a:rect l="0" t="0" r="r" b="b"/>
              <a:pathLst>
                <a:path w="52" h="61">
                  <a:moveTo>
                    <a:pt x="0" y="14"/>
                  </a:moveTo>
                  <a:lnTo>
                    <a:pt x="11" y="37"/>
                  </a:lnTo>
                  <a:lnTo>
                    <a:pt x="21" y="61"/>
                  </a:lnTo>
                  <a:lnTo>
                    <a:pt x="52" y="47"/>
                  </a:lnTo>
                  <a:lnTo>
                    <a:pt x="41" y="24"/>
                  </a:lnTo>
                  <a:lnTo>
                    <a:pt x="31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12" name=""/>
            <p:cNvSpPr/>
            <p:nvPr/>
          </p:nvSpPr>
          <p:spPr>
            <a:xfrm rot="0">
              <a:off x="3856" y="3961"/>
              <a:ext cx="26" cy="30"/>
            </a:xfrm>
            <a:custGeom>
              <a:avLst/>
              <a:ahLst/>
              <a:rect l="0" t="0" r="r" b="b"/>
              <a:pathLst>
                <a:path w="52" h="61">
                  <a:moveTo>
                    <a:pt x="0" y="14"/>
                  </a:moveTo>
                  <a:lnTo>
                    <a:pt x="11" y="37"/>
                  </a:lnTo>
                  <a:lnTo>
                    <a:pt x="21" y="61"/>
                  </a:lnTo>
                  <a:lnTo>
                    <a:pt x="52" y="47"/>
                  </a:lnTo>
                  <a:lnTo>
                    <a:pt x="41" y="24"/>
                  </a:lnTo>
                  <a:lnTo>
                    <a:pt x="31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13" name=""/>
            <p:cNvSpPr/>
            <p:nvPr/>
          </p:nvSpPr>
          <p:spPr>
            <a:xfrm rot="0">
              <a:off x="3877" y="3972"/>
              <a:ext cx="5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0"/>
                  </a:moveTo>
                  <a:lnTo>
                    <a:pt x="11" y="23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14" name=""/>
            <p:cNvSpPr/>
            <p:nvPr/>
          </p:nvSpPr>
          <p:spPr>
            <a:xfrm rot="0">
              <a:off x="3882" y="3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15" name=""/>
            <p:cNvSpPr/>
            <p:nvPr/>
          </p:nvSpPr>
          <p:spPr>
            <a:xfrm rot="0">
              <a:off x="3871" y="3953"/>
              <a:ext cx="27" cy="31"/>
            </a:xfrm>
            <a:custGeom>
              <a:avLst/>
              <a:ahLst/>
              <a:rect l="0" t="0" r="r" b="b"/>
              <a:pathLst>
                <a:path w="53" h="62">
                  <a:moveTo>
                    <a:pt x="0" y="15"/>
                  </a:moveTo>
                  <a:lnTo>
                    <a:pt x="11" y="39"/>
                  </a:lnTo>
                  <a:lnTo>
                    <a:pt x="23" y="62"/>
                  </a:lnTo>
                  <a:lnTo>
                    <a:pt x="53" y="47"/>
                  </a:lnTo>
                  <a:lnTo>
                    <a:pt x="42" y="24"/>
                  </a:lnTo>
                  <a:lnTo>
                    <a:pt x="3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16" name=""/>
            <p:cNvSpPr/>
            <p:nvPr/>
          </p:nvSpPr>
          <p:spPr>
            <a:xfrm rot="0">
              <a:off x="3871" y="3953"/>
              <a:ext cx="27" cy="31"/>
            </a:xfrm>
            <a:custGeom>
              <a:avLst/>
              <a:ahLst/>
              <a:rect l="0" t="0" r="r" b="b"/>
              <a:pathLst>
                <a:path w="53" h="62">
                  <a:moveTo>
                    <a:pt x="0" y="15"/>
                  </a:moveTo>
                  <a:lnTo>
                    <a:pt x="11" y="39"/>
                  </a:lnTo>
                  <a:lnTo>
                    <a:pt x="23" y="62"/>
                  </a:lnTo>
                  <a:lnTo>
                    <a:pt x="53" y="47"/>
                  </a:lnTo>
                  <a:lnTo>
                    <a:pt x="42" y="24"/>
                  </a:lnTo>
                  <a:lnTo>
                    <a:pt x="31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17" name=""/>
            <p:cNvSpPr/>
            <p:nvPr/>
          </p:nvSpPr>
          <p:spPr>
            <a:xfrm rot="0">
              <a:off x="3892" y="3965"/>
              <a:ext cx="7" cy="12"/>
            </a:xfrm>
            <a:custGeom>
              <a:avLst/>
              <a:ahLst/>
              <a:rect l="0" t="0" r="r" b="b"/>
              <a:pathLst>
                <a:path w="13" h="23">
                  <a:moveTo>
                    <a:pt x="0" y="0"/>
                  </a:moveTo>
                  <a:lnTo>
                    <a:pt x="11" y="23"/>
                  </a:lnTo>
                  <a:lnTo>
                    <a:pt x="13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18" name=""/>
            <p:cNvSpPr/>
            <p:nvPr/>
          </p:nvSpPr>
          <p:spPr>
            <a:xfrm rot="0" flipV="1">
              <a:off x="3898" y="3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19" name=""/>
            <p:cNvSpPr/>
            <p:nvPr/>
          </p:nvSpPr>
          <p:spPr>
            <a:xfrm rot="0">
              <a:off x="3885" y="3945"/>
              <a:ext cx="28" cy="31"/>
            </a:xfrm>
            <a:custGeom>
              <a:avLst/>
              <a:ahLst/>
              <a:rect l="0" t="0" r="r" b="b"/>
              <a:pathLst>
                <a:path w="55" h="61">
                  <a:moveTo>
                    <a:pt x="0" y="16"/>
                  </a:moveTo>
                  <a:lnTo>
                    <a:pt x="13" y="39"/>
                  </a:lnTo>
                  <a:lnTo>
                    <a:pt x="26" y="61"/>
                  </a:lnTo>
                  <a:lnTo>
                    <a:pt x="55" y="45"/>
                  </a:lnTo>
                  <a:lnTo>
                    <a:pt x="42" y="22"/>
                  </a:lnTo>
                  <a:lnTo>
                    <a:pt x="28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20" name=""/>
            <p:cNvSpPr/>
            <p:nvPr/>
          </p:nvSpPr>
          <p:spPr>
            <a:xfrm rot="0">
              <a:off x="3885" y="3945"/>
              <a:ext cx="28" cy="31"/>
            </a:xfrm>
            <a:custGeom>
              <a:avLst/>
              <a:ahLst/>
              <a:rect l="0" t="0" r="r" b="b"/>
              <a:pathLst>
                <a:path w="55" h="61">
                  <a:moveTo>
                    <a:pt x="0" y="16"/>
                  </a:moveTo>
                  <a:lnTo>
                    <a:pt x="13" y="39"/>
                  </a:lnTo>
                  <a:lnTo>
                    <a:pt x="26" y="61"/>
                  </a:lnTo>
                  <a:lnTo>
                    <a:pt x="55" y="45"/>
                  </a:lnTo>
                  <a:lnTo>
                    <a:pt x="42" y="22"/>
                  </a:lnTo>
                  <a:lnTo>
                    <a:pt x="28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21" name=""/>
            <p:cNvSpPr/>
            <p:nvPr/>
          </p:nvSpPr>
          <p:spPr>
            <a:xfrm rot="0">
              <a:off x="3906" y="3957"/>
              <a:ext cx="7" cy="11"/>
            </a:xfrm>
            <a:custGeom>
              <a:avLst/>
              <a:ahLst/>
              <a:rect l="0" t="0" r="r" b="b"/>
              <a:pathLst>
                <a:path w="13" h="23">
                  <a:moveTo>
                    <a:pt x="0" y="0"/>
                  </a:moveTo>
                  <a:lnTo>
                    <a:pt x="13" y="23"/>
                  </a:lnTo>
                  <a:lnTo>
                    <a:pt x="13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22" name=""/>
            <p:cNvSpPr/>
            <p:nvPr/>
          </p:nvSpPr>
          <p:spPr>
            <a:xfrm rot="0">
              <a:off x="3913" y="39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23" name=""/>
            <p:cNvSpPr/>
            <p:nvPr/>
          </p:nvSpPr>
          <p:spPr>
            <a:xfrm rot="0">
              <a:off x="3900" y="3937"/>
              <a:ext cx="27" cy="31"/>
            </a:xfrm>
            <a:custGeom>
              <a:avLst/>
              <a:ahLst/>
              <a:rect l="0" t="0" r="r" b="b"/>
              <a:pathLst>
                <a:path w="56" h="63">
                  <a:moveTo>
                    <a:pt x="0" y="18"/>
                  </a:moveTo>
                  <a:lnTo>
                    <a:pt x="14" y="40"/>
                  </a:lnTo>
                  <a:lnTo>
                    <a:pt x="27" y="63"/>
                  </a:lnTo>
                  <a:lnTo>
                    <a:pt x="56" y="45"/>
                  </a:lnTo>
                  <a:lnTo>
                    <a:pt x="42" y="23"/>
                  </a:lnTo>
                  <a:lnTo>
                    <a:pt x="29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24" name=""/>
            <p:cNvSpPr/>
            <p:nvPr/>
          </p:nvSpPr>
          <p:spPr>
            <a:xfrm rot="0">
              <a:off x="3900" y="3937"/>
              <a:ext cx="27" cy="31"/>
            </a:xfrm>
            <a:custGeom>
              <a:avLst/>
              <a:ahLst/>
              <a:rect l="0" t="0" r="r" b="b"/>
              <a:pathLst>
                <a:path w="56" h="63">
                  <a:moveTo>
                    <a:pt x="0" y="18"/>
                  </a:moveTo>
                  <a:lnTo>
                    <a:pt x="14" y="40"/>
                  </a:lnTo>
                  <a:lnTo>
                    <a:pt x="27" y="63"/>
                  </a:lnTo>
                  <a:lnTo>
                    <a:pt x="56" y="45"/>
                  </a:lnTo>
                  <a:lnTo>
                    <a:pt x="42" y="23"/>
                  </a:lnTo>
                  <a:lnTo>
                    <a:pt x="29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25" name=""/>
            <p:cNvSpPr/>
            <p:nvPr/>
          </p:nvSpPr>
          <p:spPr>
            <a:xfrm rot="0">
              <a:off x="3914" y="3935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3" y="26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4" y="1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8"/>
                  </a:lnTo>
                  <a:lnTo>
                    <a:pt x="38" y="36"/>
                  </a:lnTo>
                  <a:lnTo>
                    <a:pt x="33" y="43"/>
                  </a:lnTo>
                  <a:lnTo>
                    <a:pt x="27" y="48"/>
                  </a:lnTo>
                  <a:lnTo>
                    <a:pt x="1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26" name=""/>
            <p:cNvSpPr/>
            <p:nvPr/>
          </p:nvSpPr>
          <p:spPr>
            <a:xfrm rot="0">
              <a:off x="3914" y="3935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0" y="3"/>
                  </a:moveTo>
                  <a:lnTo>
                    <a:pt x="7" y="0"/>
                  </a:lnTo>
                  <a:lnTo>
                    <a:pt x="15" y="0"/>
                  </a:lnTo>
                  <a:lnTo>
                    <a:pt x="24" y="1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8"/>
                  </a:lnTo>
                  <a:lnTo>
                    <a:pt x="38" y="36"/>
                  </a:lnTo>
                  <a:lnTo>
                    <a:pt x="33" y="43"/>
                  </a:lnTo>
                  <a:lnTo>
                    <a:pt x="2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27" name=""/>
            <p:cNvSpPr/>
            <p:nvPr/>
          </p:nvSpPr>
          <p:spPr>
            <a:xfrm rot="0">
              <a:off x="3339" y="3674"/>
              <a:ext cx="19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28" name=""/>
            <p:cNvSpPr/>
            <p:nvPr/>
          </p:nvSpPr>
          <p:spPr>
            <a:xfrm rot="0">
              <a:off x="3522" y="2518"/>
              <a:ext cx="21" cy="23"/>
            </a:xfrm>
            <a:custGeom>
              <a:avLst/>
              <a:ahLst/>
              <a:rect l="0" t="0" r="r" b="b"/>
              <a:pathLst>
                <a:path w="43" h="45">
                  <a:moveTo>
                    <a:pt x="18" y="25"/>
                  </a:moveTo>
                  <a:lnTo>
                    <a:pt x="0" y="6"/>
                  </a:lnTo>
                  <a:lnTo>
                    <a:pt x="7" y="2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31" y="3"/>
                  </a:lnTo>
                  <a:lnTo>
                    <a:pt x="37" y="8"/>
                  </a:lnTo>
                  <a:lnTo>
                    <a:pt x="41" y="15"/>
                  </a:lnTo>
                  <a:lnTo>
                    <a:pt x="43" y="23"/>
                  </a:lnTo>
                  <a:lnTo>
                    <a:pt x="43" y="31"/>
                  </a:lnTo>
                  <a:lnTo>
                    <a:pt x="40" y="39"/>
                  </a:lnTo>
                  <a:lnTo>
                    <a:pt x="35" y="45"/>
                  </a:lnTo>
                  <a:lnTo>
                    <a:pt x="1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29" name=""/>
            <p:cNvSpPr/>
            <p:nvPr/>
          </p:nvSpPr>
          <p:spPr>
            <a:xfrm rot="0">
              <a:off x="3522" y="2518"/>
              <a:ext cx="21" cy="23"/>
            </a:xfrm>
            <a:custGeom>
              <a:avLst/>
              <a:ahLst/>
              <a:rect l="0" t="0" r="r" b="b"/>
              <a:pathLst>
                <a:path w="43" h="45">
                  <a:moveTo>
                    <a:pt x="0" y="6"/>
                  </a:moveTo>
                  <a:lnTo>
                    <a:pt x="7" y="2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31" y="3"/>
                  </a:lnTo>
                  <a:lnTo>
                    <a:pt x="37" y="8"/>
                  </a:lnTo>
                  <a:lnTo>
                    <a:pt x="41" y="15"/>
                  </a:lnTo>
                  <a:lnTo>
                    <a:pt x="43" y="23"/>
                  </a:lnTo>
                  <a:lnTo>
                    <a:pt x="43" y="31"/>
                  </a:lnTo>
                  <a:lnTo>
                    <a:pt x="40" y="39"/>
                  </a:lnTo>
                  <a:lnTo>
                    <a:pt x="3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30" name=""/>
            <p:cNvSpPr/>
            <p:nvPr/>
          </p:nvSpPr>
          <p:spPr>
            <a:xfrm rot="0">
              <a:off x="3509" y="2521"/>
              <a:ext cx="30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60" y="39"/>
                  </a:moveTo>
                  <a:lnTo>
                    <a:pt x="43" y="19"/>
                  </a:lnTo>
                  <a:lnTo>
                    <a:pt x="25" y="0"/>
                  </a:lnTo>
                  <a:lnTo>
                    <a:pt x="0" y="22"/>
                  </a:lnTo>
                  <a:lnTo>
                    <a:pt x="17" y="42"/>
                  </a:lnTo>
                  <a:lnTo>
                    <a:pt x="34" y="61"/>
                  </a:lnTo>
                  <a:lnTo>
                    <a:pt x="6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31" name=""/>
            <p:cNvSpPr/>
            <p:nvPr/>
          </p:nvSpPr>
          <p:spPr>
            <a:xfrm rot="0">
              <a:off x="3509" y="2521"/>
              <a:ext cx="30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60" y="39"/>
                  </a:moveTo>
                  <a:lnTo>
                    <a:pt x="43" y="19"/>
                  </a:lnTo>
                  <a:lnTo>
                    <a:pt x="25" y="0"/>
                  </a:lnTo>
                  <a:lnTo>
                    <a:pt x="0" y="22"/>
                  </a:lnTo>
                  <a:lnTo>
                    <a:pt x="17" y="42"/>
                  </a:lnTo>
                  <a:lnTo>
                    <a:pt x="34" y="61"/>
                  </a:lnTo>
                  <a:lnTo>
                    <a:pt x="6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32" name=""/>
            <p:cNvSpPr/>
            <p:nvPr/>
          </p:nvSpPr>
          <p:spPr>
            <a:xfrm rot="0">
              <a:off x="3508" y="2533"/>
              <a:ext cx="9" cy="9"/>
            </a:xfrm>
            <a:custGeom>
              <a:avLst/>
              <a:ahLst/>
              <a:rect l="0" t="0" r="r" b="b"/>
              <a:pathLst>
                <a:path w="19" h="20">
                  <a:moveTo>
                    <a:pt x="19" y="2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33" name=""/>
            <p:cNvSpPr/>
            <p:nvPr/>
          </p:nvSpPr>
          <p:spPr>
            <a:xfrm rot="0" flipH="1">
              <a:off x="3508" y="25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34" name=""/>
            <p:cNvSpPr/>
            <p:nvPr/>
          </p:nvSpPr>
          <p:spPr>
            <a:xfrm rot="0">
              <a:off x="3496" y="2533"/>
              <a:ext cx="31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7"/>
                  </a:moveTo>
                  <a:lnTo>
                    <a:pt x="42" y="19"/>
                  </a:lnTo>
                  <a:lnTo>
                    <a:pt x="23" y="0"/>
                  </a:lnTo>
                  <a:lnTo>
                    <a:pt x="0" y="23"/>
                  </a:lnTo>
                  <a:lnTo>
                    <a:pt x="18" y="41"/>
                  </a:lnTo>
                  <a:lnTo>
                    <a:pt x="37" y="60"/>
                  </a:lnTo>
                  <a:lnTo>
                    <a:pt x="6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35" name=""/>
            <p:cNvSpPr/>
            <p:nvPr/>
          </p:nvSpPr>
          <p:spPr>
            <a:xfrm rot="0">
              <a:off x="3496" y="2533"/>
              <a:ext cx="31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7"/>
                  </a:moveTo>
                  <a:lnTo>
                    <a:pt x="42" y="19"/>
                  </a:lnTo>
                  <a:lnTo>
                    <a:pt x="23" y="0"/>
                  </a:lnTo>
                  <a:lnTo>
                    <a:pt x="0" y="23"/>
                  </a:lnTo>
                  <a:lnTo>
                    <a:pt x="18" y="41"/>
                  </a:lnTo>
                  <a:lnTo>
                    <a:pt x="37" y="60"/>
                  </a:lnTo>
                  <a:lnTo>
                    <a:pt x="6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36" name=""/>
            <p:cNvSpPr/>
            <p:nvPr/>
          </p:nvSpPr>
          <p:spPr>
            <a:xfrm rot="0">
              <a:off x="3496" y="2544"/>
              <a:ext cx="10" cy="10"/>
            </a:xfrm>
            <a:custGeom>
              <a:avLst/>
              <a:ahLst/>
              <a:rect l="0" t="0" r="r" b="b"/>
              <a:pathLst>
                <a:path w="18" h="18">
                  <a:moveTo>
                    <a:pt x="18" y="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37" name=""/>
            <p:cNvSpPr/>
            <p:nvPr/>
          </p:nvSpPr>
          <p:spPr>
            <a:xfrm rot="0">
              <a:off x="3496" y="25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38" name=""/>
            <p:cNvSpPr/>
            <p:nvPr/>
          </p:nvSpPr>
          <p:spPr>
            <a:xfrm rot="0">
              <a:off x="3485" y="2544"/>
              <a:ext cx="30" cy="31"/>
            </a:xfrm>
            <a:custGeom>
              <a:avLst/>
              <a:ahLst/>
              <a:rect l="0" t="0" r="r" b="b"/>
              <a:pathLst>
                <a:path w="61" h="61">
                  <a:moveTo>
                    <a:pt x="61" y="37"/>
                  </a:moveTo>
                  <a:lnTo>
                    <a:pt x="42" y="18"/>
                  </a:lnTo>
                  <a:lnTo>
                    <a:pt x="24" y="0"/>
                  </a:lnTo>
                  <a:lnTo>
                    <a:pt x="0" y="25"/>
                  </a:lnTo>
                  <a:lnTo>
                    <a:pt x="19" y="43"/>
                  </a:lnTo>
                  <a:lnTo>
                    <a:pt x="37" y="61"/>
                  </a:lnTo>
                  <a:lnTo>
                    <a:pt x="61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39" name=""/>
            <p:cNvSpPr/>
            <p:nvPr/>
          </p:nvSpPr>
          <p:spPr>
            <a:xfrm rot="0">
              <a:off x="3485" y="2544"/>
              <a:ext cx="30" cy="31"/>
            </a:xfrm>
            <a:custGeom>
              <a:avLst/>
              <a:ahLst/>
              <a:rect l="0" t="0" r="r" b="b"/>
              <a:pathLst>
                <a:path w="61" h="61">
                  <a:moveTo>
                    <a:pt x="61" y="37"/>
                  </a:moveTo>
                  <a:lnTo>
                    <a:pt x="42" y="18"/>
                  </a:lnTo>
                  <a:lnTo>
                    <a:pt x="24" y="0"/>
                  </a:lnTo>
                  <a:lnTo>
                    <a:pt x="0" y="25"/>
                  </a:lnTo>
                  <a:lnTo>
                    <a:pt x="19" y="43"/>
                  </a:lnTo>
                  <a:lnTo>
                    <a:pt x="37" y="61"/>
                  </a:lnTo>
                  <a:lnTo>
                    <a:pt x="61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40" name=""/>
            <p:cNvSpPr/>
            <p:nvPr/>
          </p:nvSpPr>
          <p:spPr>
            <a:xfrm rot="0">
              <a:off x="3484" y="2557"/>
              <a:ext cx="10" cy="9"/>
            </a:xfrm>
            <a:custGeom>
              <a:avLst/>
              <a:ahLst/>
              <a:rect l="0" t="0" r="r" b="b"/>
              <a:pathLst>
                <a:path w="21" h="18">
                  <a:moveTo>
                    <a:pt x="21" y="18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41" name=""/>
            <p:cNvSpPr/>
            <p:nvPr/>
          </p:nvSpPr>
          <p:spPr>
            <a:xfrm rot="0" flipH="1">
              <a:off x="3484" y="2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42" name=""/>
            <p:cNvSpPr/>
            <p:nvPr/>
          </p:nvSpPr>
          <p:spPr>
            <a:xfrm rot="0">
              <a:off x="3473" y="2558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62" y="32"/>
                  </a:moveTo>
                  <a:lnTo>
                    <a:pt x="42" y="16"/>
                  </a:lnTo>
                  <a:lnTo>
                    <a:pt x="21" y="0"/>
                  </a:lnTo>
                  <a:lnTo>
                    <a:pt x="0" y="25"/>
                  </a:lnTo>
                  <a:lnTo>
                    <a:pt x="20" y="42"/>
                  </a:lnTo>
                  <a:lnTo>
                    <a:pt x="41" y="58"/>
                  </a:lnTo>
                  <a:lnTo>
                    <a:pt x="6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43" name=""/>
            <p:cNvSpPr/>
            <p:nvPr/>
          </p:nvSpPr>
          <p:spPr>
            <a:xfrm rot="0">
              <a:off x="3473" y="2558"/>
              <a:ext cx="31" cy="29"/>
            </a:xfrm>
            <a:custGeom>
              <a:avLst/>
              <a:ahLst/>
              <a:rect l="0" t="0" r="r" b="b"/>
              <a:pathLst>
                <a:path w="62" h="58">
                  <a:moveTo>
                    <a:pt x="62" y="32"/>
                  </a:moveTo>
                  <a:lnTo>
                    <a:pt x="42" y="16"/>
                  </a:lnTo>
                  <a:lnTo>
                    <a:pt x="21" y="0"/>
                  </a:lnTo>
                  <a:lnTo>
                    <a:pt x="0" y="25"/>
                  </a:lnTo>
                  <a:lnTo>
                    <a:pt x="20" y="42"/>
                  </a:lnTo>
                  <a:lnTo>
                    <a:pt x="41" y="58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44" name=""/>
            <p:cNvSpPr/>
            <p:nvPr/>
          </p:nvSpPr>
          <p:spPr>
            <a:xfrm rot="0">
              <a:off x="3473" y="2571"/>
              <a:ext cx="10" cy="8"/>
            </a:xfrm>
            <a:custGeom>
              <a:avLst/>
              <a:ahLst/>
              <a:rect l="0" t="0" r="r" b="b"/>
              <a:pathLst>
                <a:path w="20" h="17">
                  <a:moveTo>
                    <a:pt x="20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45" name=""/>
            <p:cNvSpPr/>
            <p:nvPr/>
          </p:nvSpPr>
          <p:spPr>
            <a:xfrm rot="0">
              <a:off x="3473" y="25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46" name=""/>
            <p:cNvSpPr/>
            <p:nvPr/>
          </p:nvSpPr>
          <p:spPr>
            <a:xfrm rot="0">
              <a:off x="3463" y="2571"/>
              <a:ext cx="30" cy="29"/>
            </a:xfrm>
            <a:custGeom>
              <a:avLst/>
              <a:ahLst/>
              <a:rect l="0" t="0" r="r" b="b"/>
              <a:pathLst>
                <a:path w="62" h="60">
                  <a:moveTo>
                    <a:pt x="62" y="33"/>
                  </a:moveTo>
                  <a:lnTo>
                    <a:pt x="41" y="17"/>
                  </a:lnTo>
                  <a:lnTo>
                    <a:pt x="21" y="0"/>
                  </a:lnTo>
                  <a:lnTo>
                    <a:pt x="0" y="27"/>
                  </a:lnTo>
                  <a:lnTo>
                    <a:pt x="21" y="43"/>
                  </a:lnTo>
                  <a:lnTo>
                    <a:pt x="41" y="60"/>
                  </a:lnTo>
                  <a:lnTo>
                    <a:pt x="6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47" name=""/>
            <p:cNvSpPr/>
            <p:nvPr/>
          </p:nvSpPr>
          <p:spPr>
            <a:xfrm rot="0">
              <a:off x="3463" y="2571"/>
              <a:ext cx="30" cy="29"/>
            </a:xfrm>
            <a:custGeom>
              <a:avLst/>
              <a:ahLst/>
              <a:rect l="0" t="0" r="r" b="b"/>
              <a:pathLst>
                <a:path w="62" h="60">
                  <a:moveTo>
                    <a:pt x="62" y="33"/>
                  </a:moveTo>
                  <a:lnTo>
                    <a:pt x="41" y="17"/>
                  </a:lnTo>
                  <a:lnTo>
                    <a:pt x="21" y="0"/>
                  </a:lnTo>
                  <a:lnTo>
                    <a:pt x="0" y="27"/>
                  </a:lnTo>
                  <a:lnTo>
                    <a:pt x="21" y="43"/>
                  </a:lnTo>
                  <a:lnTo>
                    <a:pt x="41" y="60"/>
                  </a:lnTo>
                  <a:lnTo>
                    <a:pt x="62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48" name=""/>
            <p:cNvSpPr/>
            <p:nvPr/>
          </p:nvSpPr>
          <p:spPr>
            <a:xfrm rot="0">
              <a:off x="3462" y="2584"/>
              <a:ext cx="11" cy="8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49" name=""/>
            <p:cNvSpPr/>
            <p:nvPr/>
          </p:nvSpPr>
          <p:spPr>
            <a:xfrm rot="0" flipH="1">
              <a:off x="3462" y="25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50" name=""/>
            <p:cNvSpPr/>
            <p:nvPr/>
          </p:nvSpPr>
          <p:spPr>
            <a:xfrm rot="0">
              <a:off x="3453" y="2585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61" y="28"/>
                  </a:moveTo>
                  <a:lnTo>
                    <a:pt x="40" y="14"/>
                  </a:lnTo>
                  <a:lnTo>
                    <a:pt x="18" y="0"/>
                  </a:lnTo>
                  <a:lnTo>
                    <a:pt x="0" y="27"/>
                  </a:lnTo>
                  <a:lnTo>
                    <a:pt x="21" y="42"/>
                  </a:lnTo>
                  <a:lnTo>
                    <a:pt x="43" y="56"/>
                  </a:lnTo>
                  <a:lnTo>
                    <a:pt x="6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51" name=""/>
            <p:cNvSpPr/>
            <p:nvPr/>
          </p:nvSpPr>
          <p:spPr>
            <a:xfrm rot="0">
              <a:off x="3453" y="2585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61" y="28"/>
                  </a:moveTo>
                  <a:lnTo>
                    <a:pt x="40" y="14"/>
                  </a:lnTo>
                  <a:lnTo>
                    <a:pt x="18" y="0"/>
                  </a:lnTo>
                  <a:lnTo>
                    <a:pt x="0" y="27"/>
                  </a:lnTo>
                  <a:lnTo>
                    <a:pt x="21" y="42"/>
                  </a:lnTo>
                  <a:lnTo>
                    <a:pt x="43" y="56"/>
                  </a:lnTo>
                  <a:lnTo>
                    <a:pt x="61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52" name=""/>
            <p:cNvSpPr/>
            <p:nvPr/>
          </p:nvSpPr>
          <p:spPr>
            <a:xfrm rot="0">
              <a:off x="3452" y="2599"/>
              <a:ext cx="12" cy="7"/>
            </a:xfrm>
            <a:custGeom>
              <a:avLst/>
              <a:ahLst/>
              <a:rect l="0" t="0" r="r" b="b"/>
              <a:pathLst>
                <a:path w="22" h="15">
                  <a:moveTo>
                    <a:pt x="22" y="1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53" name=""/>
            <p:cNvSpPr/>
            <p:nvPr/>
          </p:nvSpPr>
          <p:spPr>
            <a:xfrm rot="0" flipH="1">
              <a:off x="3452" y="25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54" name=""/>
            <p:cNvSpPr/>
            <p:nvPr/>
          </p:nvSpPr>
          <p:spPr>
            <a:xfrm rot="0">
              <a:off x="3444" y="2599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62" y="27"/>
                  </a:moveTo>
                  <a:lnTo>
                    <a:pt x="39" y="14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2" y="42"/>
                  </a:lnTo>
                  <a:lnTo>
                    <a:pt x="45" y="56"/>
                  </a:lnTo>
                  <a:lnTo>
                    <a:pt x="6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55" name=""/>
            <p:cNvSpPr/>
            <p:nvPr/>
          </p:nvSpPr>
          <p:spPr>
            <a:xfrm rot="0">
              <a:off x="3444" y="2599"/>
              <a:ext cx="31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62" y="27"/>
                  </a:moveTo>
                  <a:lnTo>
                    <a:pt x="39" y="14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2" y="42"/>
                  </a:lnTo>
                  <a:lnTo>
                    <a:pt x="45" y="56"/>
                  </a:lnTo>
                  <a:lnTo>
                    <a:pt x="6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56" name=""/>
            <p:cNvSpPr/>
            <p:nvPr/>
          </p:nvSpPr>
          <p:spPr>
            <a:xfrm rot="0">
              <a:off x="3444" y="2614"/>
              <a:ext cx="11" cy="6"/>
            </a:xfrm>
            <a:custGeom>
              <a:avLst/>
              <a:ahLst/>
              <a:rect l="0" t="0" r="r" b="b"/>
              <a:pathLst>
                <a:path w="22" h="13">
                  <a:moveTo>
                    <a:pt x="22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57" name=""/>
            <p:cNvSpPr/>
            <p:nvPr/>
          </p:nvSpPr>
          <p:spPr>
            <a:xfrm rot="0">
              <a:off x="3444" y="2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58" name=""/>
            <p:cNvSpPr/>
            <p:nvPr/>
          </p:nvSpPr>
          <p:spPr>
            <a:xfrm rot="0">
              <a:off x="3436" y="2614"/>
              <a:ext cx="30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62" y="25"/>
                  </a:moveTo>
                  <a:lnTo>
                    <a:pt x="39" y="12"/>
                  </a:lnTo>
                  <a:lnTo>
                    <a:pt x="17" y="0"/>
                  </a:lnTo>
                  <a:lnTo>
                    <a:pt x="0" y="30"/>
                  </a:lnTo>
                  <a:lnTo>
                    <a:pt x="23" y="42"/>
                  </a:lnTo>
                  <a:lnTo>
                    <a:pt x="45" y="54"/>
                  </a:lnTo>
                  <a:lnTo>
                    <a:pt x="6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59" name=""/>
            <p:cNvSpPr/>
            <p:nvPr/>
          </p:nvSpPr>
          <p:spPr>
            <a:xfrm rot="0">
              <a:off x="3436" y="2614"/>
              <a:ext cx="30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62" y="25"/>
                  </a:moveTo>
                  <a:lnTo>
                    <a:pt x="39" y="12"/>
                  </a:lnTo>
                  <a:lnTo>
                    <a:pt x="17" y="0"/>
                  </a:lnTo>
                  <a:lnTo>
                    <a:pt x="0" y="30"/>
                  </a:lnTo>
                  <a:lnTo>
                    <a:pt x="23" y="42"/>
                  </a:lnTo>
                  <a:lnTo>
                    <a:pt x="45" y="54"/>
                  </a:lnTo>
                  <a:lnTo>
                    <a:pt x="62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60" name=""/>
            <p:cNvSpPr/>
            <p:nvPr/>
          </p:nvSpPr>
          <p:spPr>
            <a:xfrm rot="0">
              <a:off x="3435" y="2629"/>
              <a:ext cx="12" cy="6"/>
            </a:xfrm>
            <a:custGeom>
              <a:avLst/>
              <a:ahLst/>
              <a:rect l="0" t="0" r="r" b="b"/>
              <a:pathLst>
                <a:path w="24" h="12">
                  <a:moveTo>
                    <a:pt x="24" y="1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61" name=""/>
            <p:cNvSpPr/>
            <p:nvPr/>
          </p:nvSpPr>
          <p:spPr>
            <a:xfrm rot="0" flipH="1">
              <a:off x="3435" y="26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62" name=""/>
            <p:cNvSpPr/>
            <p:nvPr/>
          </p:nvSpPr>
          <p:spPr>
            <a:xfrm rot="0">
              <a:off x="3428" y="2629"/>
              <a:ext cx="31" cy="27"/>
            </a:xfrm>
            <a:custGeom>
              <a:avLst/>
              <a:ahLst/>
              <a:rect l="0" t="0" r="r" b="b"/>
              <a:pathLst>
                <a:path w="61" h="52">
                  <a:moveTo>
                    <a:pt x="61" y="22"/>
                  </a:moveTo>
                  <a:lnTo>
                    <a:pt x="38" y="11"/>
                  </a:lnTo>
                  <a:lnTo>
                    <a:pt x="14" y="0"/>
                  </a:lnTo>
                  <a:lnTo>
                    <a:pt x="0" y="30"/>
                  </a:lnTo>
                  <a:lnTo>
                    <a:pt x="23" y="41"/>
                  </a:lnTo>
                  <a:lnTo>
                    <a:pt x="47" y="52"/>
                  </a:lnTo>
                  <a:lnTo>
                    <a:pt x="6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63" name=""/>
            <p:cNvSpPr/>
            <p:nvPr/>
          </p:nvSpPr>
          <p:spPr>
            <a:xfrm rot="0">
              <a:off x="3428" y="2629"/>
              <a:ext cx="31" cy="27"/>
            </a:xfrm>
            <a:custGeom>
              <a:avLst/>
              <a:ahLst/>
              <a:rect l="0" t="0" r="r" b="b"/>
              <a:pathLst>
                <a:path w="61" h="52">
                  <a:moveTo>
                    <a:pt x="61" y="22"/>
                  </a:moveTo>
                  <a:lnTo>
                    <a:pt x="38" y="11"/>
                  </a:lnTo>
                  <a:lnTo>
                    <a:pt x="14" y="0"/>
                  </a:lnTo>
                  <a:lnTo>
                    <a:pt x="0" y="30"/>
                  </a:lnTo>
                  <a:lnTo>
                    <a:pt x="23" y="41"/>
                  </a:lnTo>
                  <a:lnTo>
                    <a:pt x="47" y="52"/>
                  </a:lnTo>
                  <a:lnTo>
                    <a:pt x="61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64" name=""/>
            <p:cNvSpPr/>
            <p:nvPr/>
          </p:nvSpPr>
          <p:spPr>
            <a:xfrm rot="0">
              <a:off x="3427" y="2644"/>
              <a:ext cx="13" cy="6"/>
            </a:xfrm>
            <a:custGeom>
              <a:avLst/>
              <a:ahLst/>
              <a:rect l="0" t="0" r="r" b="b"/>
              <a:pathLst>
                <a:path w="24" h="11">
                  <a:moveTo>
                    <a:pt x="24" y="1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65" name=""/>
            <p:cNvSpPr/>
            <p:nvPr/>
          </p:nvSpPr>
          <p:spPr>
            <a:xfrm rot="0" flipH="1">
              <a:off x="3427" y="26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66" name=""/>
            <p:cNvSpPr/>
            <p:nvPr/>
          </p:nvSpPr>
          <p:spPr>
            <a:xfrm rot="0">
              <a:off x="3421" y="2645"/>
              <a:ext cx="31" cy="25"/>
            </a:xfrm>
            <a:custGeom>
              <a:avLst/>
              <a:ahLst/>
              <a:rect l="0" t="0" r="r" b="b"/>
              <a:pathLst>
                <a:path w="61" h="50">
                  <a:moveTo>
                    <a:pt x="61" y="18"/>
                  </a:moveTo>
                  <a:lnTo>
                    <a:pt x="36" y="9"/>
                  </a:lnTo>
                  <a:lnTo>
                    <a:pt x="12" y="0"/>
                  </a:lnTo>
                  <a:lnTo>
                    <a:pt x="0" y="31"/>
                  </a:lnTo>
                  <a:lnTo>
                    <a:pt x="24" y="41"/>
                  </a:lnTo>
                  <a:lnTo>
                    <a:pt x="49" y="50"/>
                  </a:lnTo>
                  <a:lnTo>
                    <a:pt x="6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67" name=""/>
            <p:cNvSpPr/>
            <p:nvPr/>
          </p:nvSpPr>
          <p:spPr>
            <a:xfrm rot="0">
              <a:off x="3421" y="2645"/>
              <a:ext cx="31" cy="25"/>
            </a:xfrm>
            <a:custGeom>
              <a:avLst/>
              <a:ahLst/>
              <a:rect l="0" t="0" r="r" b="b"/>
              <a:pathLst>
                <a:path w="61" h="50">
                  <a:moveTo>
                    <a:pt x="61" y="18"/>
                  </a:moveTo>
                  <a:lnTo>
                    <a:pt x="36" y="9"/>
                  </a:lnTo>
                  <a:lnTo>
                    <a:pt x="12" y="0"/>
                  </a:lnTo>
                  <a:lnTo>
                    <a:pt x="0" y="31"/>
                  </a:lnTo>
                  <a:lnTo>
                    <a:pt x="24" y="41"/>
                  </a:lnTo>
                  <a:lnTo>
                    <a:pt x="49" y="50"/>
                  </a:lnTo>
                  <a:lnTo>
                    <a:pt x="61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68" name=""/>
            <p:cNvSpPr/>
            <p:nvPr/>
          </p:nvSpPr>
          <p:spPr>
            <a:xfrm rot="0">
              <a:off x="3421" y="2661"/>
              <a:ext cx="13" cy="5"/>
            </a:xfrm>
            <a:custGeom>
              <a:avLst/>
              <a:ahLst/>
              <a:rect l="0" t="0" r="r" b="b"/>
              <a:pathLst>
                <a:path w="24" h="10">
                  <a:moveTo>
                    <a:pt x="24" y="1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69" name=""/>
            <p:cNvSpPr/>
            <p:nvPr/>
          </p:nvSpPr>
          <p:spPr>
            <a:xfrm rot="0">
              <a:off x="3421" y="26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70" name=""/>
            <p:cNvSpPr/>
            <p:nvPr/>
          </p:nvSpPr>
          <p:spPr>
            <a:xfrm rot="0">
              <a:off x="3416" y="2661"/>
              <a:ext cx="30" cy="25"/>
            </a:xfrm>
            <a:custGeom>
              <a:avLst/>
              <a:ahLst/>
              <a:rect l="0" t="0" r="r" b="b"/>
              <a:pathLst>
                <a:path w="61" h="49">
                  <a:moveTo>
                    <a:pt x="61" y="19"/>
                  </a:moveTo>
                  <a:lnTo>
                    <a:pt x="36" y="10"/>
                  </a:lnTo>
                  <a:lnTo>
                    <a:pt x="12" y="0"/>
                  </a:lnTo>
                  <a:lnTo>
                    <a:pt x="0" y="31"/>
                  </a:lnTo>
                  <a:lnTo>
                    <a:pt x="25" y="40"/>
                  </a:lnTo>
                  <a:lnTo>
                    <a:pt x="49" y="49"/>
                  </a:lnTo>
                  <a:lnTo>
                    <a:pt x="61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71" name=""/>
            <p:cNvSpPr/>
            <p:nvPr/>
          </p:nvSpPr>
          <p:spPr>
            <a:xfrm rot="0">
              <a:off x="3416" y="2661"/>
              <a:ext cx="30" cy="25"/>
            </a:xfrm>
            <a:custGeom>
              <a:avLst/>
              <a:ahLst/>
              <a:rect l="0" t="0" r="r" b="b"/>
              <a:pathLst>
                <a:path w="61" h="49">
                  <a:moveTo>
                    <a:pt x="61" y="19"/>
                  </a:moveTo>
                  <a:lnTo>
                    <a:pt x="36" y="10"/>
                  </a:lnTo>
                  <a:lnTo>
                    <a:pt x="12" y="0"/>
                  </a:lnTo>
                  <a:lnTo>
                    <a:pt x="0" y="31"/>
                  </a:lnTo>
                  <a:lnTo>
                    <a:pt x="25" y="40"/>
                  </a:lnTo>
                  <a:lnTo>
                    <a:pt x="49" y="49"/>
                  </a:lnTo>
                  <a:lnTo>
                    <a:pt x="61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72" name=""/>
            <p:cNvSpPr/>
            <p:nvPr/>
          </p:nvSpPr>
          <p:spPr>
            <a:xfrm rot="0">
              <a:off x="3416" y="2677"/>
              <a:ext cx="12" cy="4"/>
            </a:xfrm>
            <a:custGeom>
              <a:avLst/>
              <a:ahLst/>
              <a:rect l="0" t="0" r="r" b="b"/>
              <a:pathLst>
                <a:path w="25" h="9">
                  <a:moveTo>
                    <a:pt x="25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73" name=""/>
            <p:cNvSpPr/>
            <p:nvPr/>
          </p:nvSpPr>
          <p:spPr>
            <a:xfrm rot="0">
              <a:off x="3416" y="26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74" name=""/>
            <p:cNvSpPr/>
            <p:nvPr/>
          </p:nvSpPr>
          <p:spPr>
            <a:xfrm rot="0">
              <a:off x="3411" y="2677"/>
              <a:ext cx="29" cy="25"/>
            </a:xfrm>
            <a:custGeom>
              <a:avLst/>
              <a:ahLst/>
              <a:rect l="0" t="0" r="r" b="b"/>
              <a:pathLst>
                <a:path w="59" h="49">
                  <a:moveTo>
                    <a:pt x="59" y="16"/>
                  </a:moveTo>
                  <a:lnTo>
                    <a:pt x="35" y="8"/>
                  </a:lnTo>
                  <a:lnTo>
                    <a:pt x="10" y="0"/>
                  </a:lnTo>
                  <a:lnTo>
                    <a:pt x="0" y="33"/>
                  </a:lnTo>
                  <a:lnTo>
                    <a:pt x="25" y="41"/>
                  </a:lnTo>
                  <a:lnTo>
                    <a:pt x="49" y="49"/>
                  </a:lnTo>
                  <a:lnTo>
                    <a:pt x="5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75" name=""/>
            <p:cNvSpPr/>
            <p:nvPr/>
          </p:nvSpPr>
          <p:spPr>
            <a:xfrm rot="0">
              <a:off x="3411" y="2677"/>
              <a:ext cx="29" cy="25"/>
            </a:xfrm>
            <a:custGeom>
              <a:avLst/>
              <a:ahLst/>
              <a:rect l="0" t="0" r="r" b="b"/>
              <a:pathLst>
                <a:path w="59" h="49">
                  <a:moveTo>
                    <a:pt x="59" y="16"/>
                  </a:moveTo>
                  <a:lnTo>
                    <a:pt x="35" y="8"/>
                  </a:lnTo>
                  <a:lnTo>
                    <a:pt x="10" y="0"/>
                  </a:lnTo>
                  <a:lnTo>
                    <a:pt x="0" y="33"/>
                  </a:lnTo>
                  <a:lnTo>
                    <a:pt x="25" y="41"/>
                  </a:lnTo>
                  <a:lnTo>
                    <a:pt x="49" y="49"/>
                  </a:lnTo>
                  <a:lnTo>
                    <a:pt x="59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76" name=""/>
            <p:cNvSpPr/>
            <p:nvPr/>
          </p:nvSpPr>
          <p:spPr>
            <a:xfrm rot="0">
              <a:off x="3410" y="2693"/>
              <a:ext cx="13" cy="5"/>
            </a:xfrm>
            <a:custGeom>
              <a:avLst/>
              <a:ahLst/>
              <a:rect l="0" t="0" r="r" b="b"/>
              <a:pathLst>
                <a:path w="26" h="8">
                  <a:moveTo>
                    <a:pt x="26" y="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77" name=""/>
            <p:cNvSpPr/>
            <p:nvPr/>
          </p:nvSpPr>
          <p:spPr>
            <a:xfrm rot="0" flipH="1">
              <a:off x="3410" y="2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96" name=""/>
          <p:cNvGrpSpPr/>
          <p:nvPr/>
        </p:nvGrpSpPr>
        <p:grpSpPr>
          <a:xfrm rot="0">
            <a:off x="5394325" y="4276725"/>
            <a:ext cx="895350" cy="687387"/>
            <a:chOff x="3398" y="2694"/>
            <a:chExt cx="564" cy="433"/>
          </a:xfrm>
        </p:grpSpPr>
        <p:sp>
          <p:nvSpPr>
            <p:cNvPr id="1061478" name=""/>
            <p:cNvSpPr/>
            <p:nvPr/>
          </p:nvSpPr>
          <p:spPr>
            <a:xfrm rot="0">
              <a:off x="3406" y="2694"/>
              <a:ext cx="30" cy="22"/>
            </a:xfrm>
            <a:custGeom>
              <a:avLst/>
              <a:ahLst/>
              <a:rect l="0" t="0" r="r" b="b"/>
              <a:pathLst>
                <a:path w="59" h="44">
                  <a:moveTo>
                    <a:pt x="59" y="12"/>
                  </a:moveTo>
                  <a:lnTo>
                    <a:pt x="34" y="6"/>
                  </a:lnTo>
                  <a:lnTo>
                    <a:pt x="8" y="0"/>
                  </a:lnTo>
                  <a:lnTo>
                    <a:pt x="0" y="32"/>
                  </a:lnTo>
                  <a:lnTo>
                    <a:pt x="25" y="38"/>
                  </a:lnTo>
                  <a:lnTo>
                    <a:pt x="51" y="44"/>
                  </a:lnTo>
                  <a:lnTo>
                    <a:pt x="5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79" name=""/>
            <p:cNvSpPr/>
            <p:nvPr/>
          </p:nvSpPr>
          <p:spPr>
            <a:xfrm rot="0">
              <a:off x="3406" y="2694"/>
              <a:ext cx="30" cy="22"/>
            </a:xfrm>
            <a:custGeom>
              <a:avLst/>
              <a:ahLst/>
              <a:rect l="0" t="0" r="r" b="b"/>
              <a:pathLst>
                <a:path w="59" h="44">
                  <a:moveTo>
                    <a:pt x="59" y="12"/>
                  </a:moveTo>
                  <a:lnTo>
                    <a:pt x="34" y="6"/>
                  </a:lnTo>
                  <a:lnTo>
                    <a:pt x="8" y="0"/>
                  </a:lnTo>
                  <a:lnTo>
                    <a:pt x="0" y="32"/>
                  </a:lnTo>
                  <a:lnTo>
                    <a:pt x="25" y="38"/>
                  </a:lnTo>
                  <a:lnTo>
                    <a:pt x="51" y="44"/>
                  </a:lnTo>
                  <a:lnTo>
                    <a:pt x="5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80" name=""/>
            <p:cNvSpPr/>
            <p:nvPr/>
          </p:nvSpPr>
          <p:spPr>
            <a:xfrm rot="0">
              <a:off x="3406" y="2710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25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81" name=""/>
            <p:cNvSpPr/>
            <p:nvPr/>
          </p:nvSpPr>
          <p:spPr>
            <a:xfrm rot="0">
              <a:off x="3406" y="2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82" name=""/>
            <p:cNvSpPr/>
            <p:nvPr/>
          </p:nvSpPr>
          <p:spPr>
            <a:xfrm rot="0">
              <a:off x="3403" y="2711"/>
              <a:ext cx="28" cy="22"/>
            </a:xfrm>
            <a:custGeom>
              <a:avLst/>
              <a:ahLst/>
              <a:rect l="0" t="0" r="r" b="b"/>
              <a:pathLst>
                <a:path w="57" h="44">
                  <a:moveTo>
                    <a:pt x="57" y="10"/>
                  </a:moveTo>
                  <a:lnTo>
                    <a:pt x="31" y="5"/>
                  </a:lnTo>
                  <a:lnTo>
                    <a:pt x="6" y="0"/>
                  </a:lnTo>
                  <a:lnTo>
                    <a:pt x="0" y="33"/>
                  </a:lnTo>
                  <a:lnTo>
                    <a:pt x="25" y="39"/>
                  </a:lnTo>
                  <a:lnTo>
                    <a:pt x="51" y="44"/>
                  </a:lnTo>
                  <a:lnTo>
                    <a:pt x="5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83" name=""/>
            <p:cNvSpPr/>
            <p:nvPr/>
          </p:nvSpPr>
          <p:spPr>
            <a:xfrm rot="0">
              <a:off x="3403" y="2711"/>
              <a:ext cx="28" cy="22"/>
            </a:xfrm>
            <a:custGeom>
              <a:avLst/>
              <a:ahLst/>
              <a:rect l="0" t="0" r="r" b="b"/>
              <a:pathLst>
                <a:path w="57" h="44">
                  <a:moveTo>
                    <a:pt x="57" y="10"/>
                  </a:moveTo>
                  <a:lnTo>
                    <a:pt x="31" y="5"/>
                  </a:lnTo>
                  <a:lnTo>
                    <a:pt x="6" y="0"/>
                  </a:lnTo>
                  <a:lnTo>
                    <a:pt x="0" y="33"/>
                  </a:lnTo>
                  <a:lnTo>
                    <a:pt x="25" y="39"/>
                  </a:lnTo>
                  <a:lnTo>
                    <a:pt x="51" y="44"/>
                  </a:lnTo>
                  <a:lnTo>
                    <a:pt x="57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84" name=""/>
            <p:cNvSpPr/>
            <p:nvPr/>
          </p:nvSpPr>
          <p:spPr>
            <a:xfrm rot="0">
              <a:off x="3403" y="2728"/>
              <a:ext cx="13" cy="2"/>
            </a:xfrm>
            <a:custGeom>
              <a:avLst/>
              <a:ahLst/>
              <a:rect l="0" t="0" r="r" b="b"/>
              <a:pathLst>
                <a:path w="25" h="6">
                  <a:moveTo>
                    <a:pt x="25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85" name=""/>
            <p:cNvSpPr/>
            <p:nvPr/>
          </p:nvSpPr>
          <p:spPr>
            <a:xfrm rot="0">
              <a:off x="3403" y="27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86" name=""/>
            <p:cNvSpPr/>
            <p:nvPr/>
          </p:nvSpPr>
          <p:spPr>
            <a:xfrm rot="0">
              <a:off x="3400" y="272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6" y="9"/>
                  </a:moveTo>
                  <a:lnTo>
                    <a:pt x="30" y="5"/>
                  </a:lnTo>
                  <a:lnTo>
                    <a:pt x="5" y="0"/>
                  </a:lnTo>
                  <a:lnTo>
                    <a:pt x="0" y="33"/>
                  </a:lnTo>
                  <a:lnTo>
                    <a:pt x="25" y="37"/>
                  </a:lnTo>
                  <a:lnTo>
                    <a:pt x="51" y="41"/>
                  </a:lnTo>
                  <a:lnTo>
                    <a:pt x="5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87" name=""/>
            <p:cNvSpPr/>
            <p:nvPr/>
          </p:nvSpPr>
          <p:spPr>
            <a:xfrm rot="0">
              <a:off x="3400" y="272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6" y="9"/>
                  </a:moveTo>
                  <a:lnTo>
                    <a:pt x="30" y="5"/>
                  </a:lnTo>
                  <a:lnTo>
                    <a:pt x="5" y="0"/>
                  </a:lnTo>
                  <a:lnTo>
                    <a:pt x="0" y="33"/>
                  </a:lnTo>
                  <a:lnTo>
                    <a:pt x="25" y="37"/>
                  </a:lnTo>
                  <a:lnTo>
                    <a:pt x="51" y="41"/>
                  </a:lnTo>
                  <a:lnTo>
                    <a:pt x="56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88" name=""/>
            <p:cNvSpPr/>
            <p:nvPr/>
          </p:nvSpPr>
          <p:spPr>
            <a:xfrm rot="0">
              <a:off x="3400" y="2745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25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89" name=""/>
            <p:cNvSpPr/>
            <p:nvPr/>
          </p:nvSpPr>
          <p:spPr>
            <a:xfrm rot="0">
              <a:off x="3400" y="2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90" name=""/>
            <p:cNvSpPr/>
            <p:nvPr/>
          </p:nvSpPr>
          <p:spPr>
            <a:xfrm rot="0">
              <a:off x="3399" y="2746"/>
              <a:ext cx="27" cy="18"/>
            </a:xfrm>
            <a:custGeom>
              <a:avLst/>
              <a:ahLst/>
              <a:rect l="0" t="0" r="r" b="b"/>
              <a:pathLst>
                <a:path w="55" h="37">
                  <a:moveTo>
                    <a:pt x="55" y="4"/>
                  </a:moveTo>
                  <a:lnTo>
                    <a:pt x="29" y="2"/>
                  </a:lnTo>
                  <a:lnTo>
                    <a:pt x="4" y="0"/>
                  </a:lnTo>
                  <a:lnTo>
                    <a:pt x="0" y="33"/>
                  </a:lnTo>
                  <a:lnTo>
                    <a:pt x="26" y="35"/>
                  </a:lnTo>
                  <a:lnTo>
                    <a:pt x="52" y="37"/>
                  </a:lnTo>
                  <a:lnTo>
                    <a:pt x="5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91" name=""/>
            <p:cNvSpPr/>
            <p:nvPr/>
          </p:nvSpPr>
          <p:spPr>
            <a:xfrm rot="0">
              <a:off x="3399" y="2746"/>
              <a:ext cx="27" cy="18"/>
            </a:xfrm>
            <a:custGeom>
              <a:avLst/>
              <a:ahLst/>
              <a:rect l="0" t="0" r="r" b="b"/>
              <a:pathLst>
                <a:path w="55" h="37">
                  <a:moveTo>
                    <a:pt x="55" y="4"/>
                  </a:moveTo>
                  <a:lnTo>
                    <a:pt x="29" y="2"/>
                  </a:lnTo>
                  <a:lnTo>
                    <a:pt x="4" y="0"/>
                  </a:lnTo>
                  <a:lnTo>
                    <a:pt x="0" y="33"/>
                  </a:lnTo>
                  <a:lnTo>
                    <a:pt x="26" y="35"/>
                  </a:lnTo>
                  <a:lnTo>
                    <a:pt x="52" y="37"/>
                  </a:lnTo>
                  <a:lnTo>
                    <a:pt x="55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92" name=""/>
            <p:cNvSpPr/>
            <p:nvPr/>
          </p:nvSpPr>
          <p:spPr>
            <a:xfrm rot="0">
              <a:off x="3399" y="2762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93" name=""/>
            <p:cNvSpPr/>
            <p:nvPr/>
          </p:nvSpPr>
          <p:spPr>
            <a:xfrm rot="0">
              <a:off x="3399" y="2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94" name=""/>
            <p:cNvSpPr/>
            <p:nvPr/>
          </p:nvSpPr>
          <p:spPr>
            <a:xfrm rot="0">
              <a:off x="3398" y="2763"/>
              <a:ext cx="26" cy="17"/>
            </a:xfrm>
            <a:custGeom>
              <a:avLst/>
              <a:ahLst/>
              <a:rect l="0" t="0" r="r" b="b"/>
              <a:pathLst>
                <a:path w="53" h="36">
                  <a:moveTo>
                    <a:pt x="53" y="2"/>
                  </a:moveTo>
                  <a:lnTo>
                    <a:pt x="27" y="1"/>
                  </a:lnTo>
                  <a:lnTo>
                    <a:pt x="1" y="0"/>
                  </a:lnTo>
                  <a:lnTo>
                    <a:pt x="0" y="34"/>
                  </a:lnTo>
                  <a:lnTo>
                    <a:pt x="26" y="35"/>
                  </a:lnTo>
                  <a:lnTo>
                    <a:pt x="52" y="36"/>
                  </a:lnTo>
                  <a:lnTo>
                    <a:pt x="5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95" name=""/>
            <p:cNvSpPr/>
            <p:nvPr/>
          </p:nvSpPr>
          <p:spPr>
            <a:xfrm rot="0">
              <a:off x="3398" y="2763"/>
              <a:ext cx="26" cy="17"/>
            </a:xfrm>
            <a:custGeom>
              <a:avLst/>
              <a:ahLst/>
              <a:rect l="0" t="0" r="r" b="b"/>
              <a:pathLst>
                <a:path w="53" h="36">
                  <a:moveTo>
                    <a:pt x="53" y="2"/>
                  </a:moveTo>
                  <a:lnTo>
                    <a:pt x="27" y="1"/>
                  </a:lnTo>
                  <a:lnTo>
                    <a:pt x="1" y="0"/>
                  </a:lnTo>
                  <a:lnTo>
                    <a:pt x="0" y="34"/>
                  </a:lnTo>
                  <a:lnTo>
                    <a:pt x="26" y="35"/>
                  </a:lnTo>
                  <a:lnTo>
                    <a:pt x="52" y="36"/>
                  </a:lnTo>
                  <a:lnTo>
                    <a:pt x="53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96" name=""/>
            <p:cNvSpPr/>
            <p:nvPr/>
          </p:nvSpPr>
          <p:spPr>
            <a:xfrm rot="0">
              <a:off x="3398" y="2779"/>
              <a:ext cx="13" cy="1"/>
            </a:xfrm>
            <a:custGeom>
              <a:avLst/>
              <a:ahLst/>
              <a:rect l="0" t="0" r="r" b="b"/>
              <a:pathLst>
                <a:path w="26" h="1">
                  <a:moveTo>
                    <a:pt x="26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97" name=""/>
            <p:cNvSpPr/>
            <p:nvPr/>
          </p:nvSpPr>
          <p:spPr>
            <a:xfrm rot="0">
              <a:off x="3398" y="2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498" name=""/>
            <p:cNvSpPr/>
            <p:nvPr/>
          </p:nvSpPr>
          <p:spPr>
            <a:xfrm rot="0">
              <a:off x="3398" y="2780"/>
              <a:ext cx="26" cy="17"/>
            </a:xfrm>
            <a:custGeom>
              <a:avLst/>
              <a:ahLst/>
              <a:rect l="0" t="0" r="r" b="b"/>
              <a:pathLst>
                <a:path w="53" h="34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6" y="34"/>
                  </a:lnTo>
                  <a:lnTo>
                    <a:pt x="53" y="34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499" name=""/>
            <p:cNvSpPr/>
            <p:nvPr/>
          </p:nvSpPr>
          <p:spPr>
            <a:xfrm rot="0">
              <a:off x="3398" y="2780"/>
              <a:ext cx="26" cy="17"/>
            </a:xfrm>
            <a:custGeom>
              <a:avLst/>
              <a:ahLst/>
              <a:rect l="0" t="0" r="r" b="b"/>
              <a:pathLst>
                <a:path w="53" h="34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6" y="34"/>
                  </a:lnTo>
                  <a:lnTo>
                    <a:pt x="53" y="34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00" name=""/>
            <p:cNvSpPr/>
            <p:nvPr/>
          </p:nvSpPr>
          <p:spPr>
            <a:xfrm rot="0">
              <a:off x="3398" y="2797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01" name=""/>
            <p:cNvSpPr/>
            <p:nvPr/>
          </p:nvSpPr>
          <p:spPr>
            <a:xfrm rot="0">
              <a:off x="3398" y="2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02" name=""/>
            <p:cNvSpPr/>
            <p:nvPr/>
          </p:nvSpPr>
          <p:spPr>
            <a:xfrm rot="0">
              <a:off x="3398" y="2796"/>
              <a:ext cx="27" cy="18"/>
            </a:xfrm>
            <a:custGeom>
              <a:avLst/>
              <a:ahLst/>
              <a:rect l="0" t="0" r="r" b="b"/>
              <a:pathLst>
                <a:path w="54" h="36">
                  <a:moveTo>
                    <a:pt x="52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3" y="36"/>
                  </a:lnTo>
                  <a:lnTo>
                    <a:pt x="28" y="34"/>
                  </a:lnTo>
                  <a:lnTo>
                    <a:pt x="54" y="32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03" name=""/>
            <p:cNvSpPr/>
            <p:nvPr/>
          </p:nvSpPr>
          <p:spPr>
            <a:xfrm rot="0">
              <a:off x="3398" y="2796"/>
              <a:ext cx="27" cy="18"/>
            </a:xfrm>
            <a:custGeom>
              <a:avLst/>
              <a:ahLst/>
              <a:rect l="0" t="0" r="r" b="b"/>
              <a:pathLst>
                <a:path w="54" h="36">
                  <a:moveTo>
                    <a:pt x="52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3" y="36"/>
                  </a:lnTo>
                  <a:lnTo>
                    <a:pt x="28" y="34"/>
                  </a:lnTo>
                  <a:lnTo>
                    <a:pt x="54" y="3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04" name=""/>
            <p:cNvSpPr/>
            <p:nvPr/>
          </p:nvSpPr>
          <p:spPr>
            <a:xfrm rot="0">
              <a:off x="3399" y="2813"/>
              <a:ext cx="13" cy="2"/>
            </a:xfrm>
            <a:custGeom>
              <a:avLst/>
              <a:ahLst/>
              <a:rect l="0" t="0" r="r" b="b"/>
              <a:pathLst>
                <a:path w="25" h="3">
                  <a:moveTo>
                    <a:pt x="25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05" name=""/>
            <p:cNvSpPr/>
            <p:nvPr/>
          </p:nvSpPr>
          <p:spPr>
            <a:xfrm rot="0">
              <a:off x="3399" y="2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06" name=""/>
            <p:cNvSpPr/>
            <p:nvPr/>
          </p:nvSpPr>
          <p:spPr>
            <a:xfrm rot="0">
              <a:off x="3399" y="2812"/>
              <a:ext cx="28" cy="20"/>
            </a:xfrm>
            <a:custGeom>
              <a:avLst/>
              <a:ahLst/>
              <a:rect l="0" t="0" r="r" b="b"/>
              <a:pathLst>
                <a:path w="55" h="40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4" y="40"/>
                  </a:lnTo>
                  <a:lnTo>
                    <a:pt x="29" y="37"/>
                  </a:lnTo>
                  <a:lnTo>
                    <a:pt x="55" y="34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07" name=""/>
            <p:cNvSpPr/>
            <p:nvPr/>
          </p:nvSpPr>
          <p:spPr>
            <a:xfrm rot="0">
              <a:off x="3399" y="2812"/>
              <a:ext cx="28" cy="20"/>
            </a:xfrm>
            <a:custGeom>
              <a:avLst/>
              <a:ahLst/>
              <a:rect l="0" t="0" r="r" b="b"/>
              <a:pathLst>
                <a:path w="55" h="40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4" y="40"/>
                  </a:lnTo>
                  <a:lnTo>
                    <a:pt x="29" y="37"/>
                  </a:lnTo>
                  <a:lnTo>
                    <a:pt x="55" y="3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08" name=""/>
            <p:cNvSpPr/>
            <p:nvPr/>
          </p:nvSpPr>
          <p:spPr>
            <a:xfrm rot="0">
              <a:off x="3401" y="2830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25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09" name=""/>
            <p:cNvSpPr/>
            <p:nvPr/>
          </p:nvSpPr>
          <p:spPr>
            <a:xfrm rot="0">
              <a:off x="3401" y="28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10" name=""/>
            <p:cNvSpPr/>
            <p:nvPr/>
          </p:nvSpPr>
          <p:spPr>
            <a:xfrm rot="0">
              <a:off x="3401" y="282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1" y="0"/>
                  </a:moveTo>
                  <a:lnTo>
                    <a:pt x="25" y="4"/>
                  </a:lnTo>
                  <a:lnTo>
                    <a:pt x="0" y="8"/>
                  </a:lnTo>
                  <a:lnTo>
                    <a:pt x="5" y="41"/>
                  </a:lnTo>
                  <a:lnTo>
                    <a:pt x="30" y="37"/>
                  </a:lnTo>
                  <a:lnTo>
                    <a:pt x="56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11" name=""/>
            <p:cNvSpPr/>
            <p:nvPr/>
          </p:nvSpPr>
          <p:spPr>
            <a:xfrm rot="0">
              <a:off x="3401" y="282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1" y="0"/>
                  </a:moveTo>
                  <a:lnTo>
                    <a:pt x="25" y="4"/>
                  </a:lnTo>
                  <a:lnTo>
                    <a:pt x="0" y="8"/>
                  </a:lnTo>
                  <a:lnTo>
                    <a:pt x="5" y="41"/>
                  </a:lnTo>
                  <a:lnTo>
                    <a:pt x="30" y="37"/>
                  </a:lnTo>
                  <a:lnTo>
                    <a:pt x="56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12" name=""/>
            <p:cNvSpPr/>
            <p:nvPr/>
          </p:nvSpPr>
          <p:spPr>
            <a:xfrm rot="0">
              <a:off x="3404" y="2846"/>
              <a:ext cx="13" cy="3"/>
            </a:xfrm>
            <a:custGeom>
              <a:avLst/>
              <a:ahLst/>
              <a:rect l="0" t="0" r="r" b="b"/>
              <a:pathLst>
                <a:path w="25" h="5">
                  <a:moveTo>
                    <a:pt x="25" y="0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13" name=""/>
            <p:cNvSpPr/>
            <p:nvPr/>
          </p:nvSpPr>
          <p:spPr>
            <a:xfrm rot="0">
              <a:off x="3404" y="28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14" name=""/>
            <p:cNvSpPr/>
            <p:nvPr/>
          </p:nvSpPr>
          <p:spPr>
            <a:xfrm rot="0">
              <a:off x="3404" y="2844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51" y="0"/>
                  </a:moveTo>
                  <a:lnTo>
                    <a:pt x="25" y="5"/>
                  </a:lnTo>
                  <a:lnTo>
                    <a:pt x="0" y="10"/>
                  </a:lnTo>
                  <a:lnTo>
                    <a:pt x="7" y="43"/>
                  </a:lnTo>
                  <a:lnTo>
                    <a:pt x="32" y="38"/>
                  </a:lnTo>
                  <a:lnTo>
                    <a:pt x="58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15" name=""/>
            <p:cNvSpPr/>
            <p:nvPr/>
          </p:nvSpPr>
          <p:spPr>
            <a:xfrm rot="0">
              <a:off x="3404" y="2844"/>
              <a:ext cx="29" cy="21"/>
            </a:xfrm>
            <a:custGeom>
              <a:avLst/>
              <a:ahLst/>
              <a:rect l="0" t="0" r="r" b="b"/>
              <a:pathLst>
                <a:path w="58" h="43">
                  <a:moveTo>
                    <a:pt x="51" y="0"/>
                  </a:moveTo>
                  <a:lnTo>
                    <a:pt x="25" y="5"/>
                  </a:lnTo>
                  <a:lnTo>
                    <a:pt x="0" y="10"/>
                  </a:lnTo>
                  <a:lnTo>
                    <a:pt x="7" y="43"/>
                  </a:lnTo>
                  <a:lnTo>
                    <a:pt x="32" y="38"/>
                  </a:lnTo>
                  <a:lnTo>
                    <a:pt x="58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16" name=""/>
            <p:cNvSpPr/>
            <p:nvPr/>
          </p:nvSpPr>
          <p:spPr>
            <a:xfrm rot="0">
              <a:off x="3407" y="2863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25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17" name=""/>
            <p:cNvSpPr/>
            <p:nvPr/>
          </p:nvSpPr>
          <p:spPr>
            <a:xfrm rot="0">
              <a:off x="3407" y="2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18" name=""/>
            <p:cNvSpPr/>
            <p:nvPr/>
          </p:nvSpPr>
          <p:spPr>
            <a:xfrm rot="0">
              <a:off x="3407" y="2859"/>
              <a:ext cx="31" cy="24"/>
            </a:xfrm>
            <a:custGeom>
              <a:avLst/>
              <a:ahLst/>
              <a:rect l="0" t="0" r="r" b="b"/>
              <a:pathLst>
                <a:path w="60" h="47">
                  <a:moveTo>
                    <a:pt x="51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9" y="47"/>
                  </a:lnTo>
                  <a:lnTo>
                    <a:pt x="35" y="39"/>
                  </a:lnTo>
                  <a:lnTo>
                    <a:pt x="60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19" name=""/>
            <p:cNvSpPr/>
            <p:nvPr/>
          </p:nvSpPr>
          <p:spPr>
            <a:xfrm rot="0">
              <a:off x="3407" y="2859"/>
              <a:ext cx="31" cy="24"/>
            </a:xfrm>
            <a:custGeom>
              <a:avLst/>
              <a:ahLst/>
              <a:rect l="0" t="0" r="r" b="b"/>
              <a:pathLst>
                <a:path w="60" h="47">
                  <a:moveTo>
                    <a:pt x="51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9" y="47"/>
                  </a:lnTo>
                  <a:lnTo>
                    <a:pt x="35" y="39"/>
                  </a:lnTo>
                  <a:lnTo>
                    <a:pt x="60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20" name=""/>
            <p:cNvSpPr/>
            <p:nvPr/>
          </p:nvSpPr>
          <p:spPr>
            <a:xfrm rot="0">
              <a:off x="3412" y="2879"/>
              <a:ext cx="13" cy="4"/>
            </a:xfrm>
            <a:custGeom>
              <a:avLst/>
              <a:ahLst/>
              <a:rect l="0" t="0" r="r" b="b"/>
              <a:pathLst>
                <a:path w="26" h="9">
                  <a:moveTo>
                    <a:pt x="26" y="0"/>
                  </a:moveTo>
                  <a:lnTo>
                    <a:pt x="0" y="8"/>
                  </a:lnTo>
                  <a:lnTo>
                    <a:pt x="1" y="9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21" name=""/>
            <p:cNvSpPr/>
            <p:nvPr/>
          </p:nvSpPr>
          <p:spPr>
            <a:xfrm rot="0">
              <a:off x="3412" y="2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22" name=""/>
            <p:cNvSpPr/>
            <p:nvPr/>
          </p:nvSpPr>
          <p:spPr>
            <a:xfrm rot="0">
              <a:off x="3413" y="2875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49" y="0"/>
                  </a:moveTo>
                  <a:lnTo>
                    <a:pt x="25" y="8"/>
                  </a:lnTo>
                  <a:lnTo>
                    <a:pt x="0" y="17"/>
                  </a:lnTo>
                  <a:lnTo>
                    <a:pt x="10" y="48"/>
                  </a:lnTo>
                  <a:lnTo>
                    <a:pt x="35" y="40"/>
                  </a:lnTo>
                  <a:lnTo>
                    <a:pt x="59" y="32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23" name=""/>
            <p:cNvSpPr/>
            <p:nvPr/>
          </p:nvSpPr>
          <p:spPr>
            <a:xfrm rot="0">
              <a:off x="3413" y="2875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49" y="0"/>
                  </a:moveTo>
                  <a:lnTo>
                    <a:pt x="25" y="8"/>
                  </a:lnTo>
                  <a:lnTo>
                    <a:pt x="0" y="17"/>
                  </a:lnTo>
                  <a:lnTo>
                    <a:pt x="10" y="48"/>
                  </a:lnTo>
                  <a:lnTo>
                    <a:pt x="35" y="40"/>
                  </a:lnTo>
                  <a:lnTo>
                    <a:pt x="59" y="3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24" name=""/>
            <p:cNvSpPr/>
            <p:nvPr/>
          </p:nvSpPr>
          <p:spPr>
            <a:xfrm rot="0">
              <a:off x="3418" y="2895"/>
              <a:ext cx="12" cy="5"/>
            </a:xfrm>
            <a:custGeom>
              <a:avLst/>
              <a:ahLst/>
              <a:rect l="0" t="0" r="r" b="b"/>
              <a:pathLst>
                <a:path w="25" h="9">
                  <a:moveTo>
                    <a:pt x="25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25" name=""/>
            <p:cNvSpPr/>
            <p:nvPr/>
          </p:nvSpPr>
          <p:spPr>
            <a:xfrm rot="0">
              <a:off x="3418" y="2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26" name=""/>
            <p:cNvSpPr/>
            <p:nvPr/>
          </p:nvSpPr>
          <p:spPr>
            <a:xfrm rot="0">
              <a:off x="3418" y="2890"/>
              <a:ext cx="30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49" y="0"/>
                  </a:moveTo>
                  <a:lnTo>
                    <a:pt x="25" y="9"/>
                  </a:lnTo>
                  <a:lnTo>
                    <a:pt x="0" y="18"/>
                  </a:lnTo>
                  <a:lnTo>
                    <a:pt x="13" y="49"/>
                  </a:ln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27" name=""/>
            <p:cNvSpPr/>
            <p:nvPr/>
          </p:nvSpPr>
          <p:spPr>
            <a:xfrm rot="0">
              <a:off x="3418" y="2890"/>
              <a:ext cx="30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49" y="0"/>
                  </a:moveTo>
                  <a:lnTo>
                    <a:pt x="25" y="9"/>
                  </a:lnTo>
                  <a:lnTo>
                    <a:pt x="0" y="18"/>
                  </a:lnTo>
                  <a:lnTo>
                    <a:pt x="13" y="49"/>
                  </a:ln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28" name=""/>
            <p:cNvSpPr/>
            <p:nvPr/>
          </p:nvSpPr>
          <p:spPr>
            <a:xfrm rot="0">
              <a:off x="3424" y="2910"/>
              <a:ext cx="12" cy="6"/>
            </a:xfrm>
            <a:custGeom>
              <a:avLst/>
              <a:ahLst/>
              <a:rect l="0" t="0" r="r" b="b"/>
              <a:pathLst>
                <a:path w="24" h="10">
                  <a:moveTo>
                    <a:pt x="24" y="0"/>
                  </a:moveTo>
                  <a:lnTo>
                    <a:pt x="0" y="9"/>
                  </a:lnTo>
                  <a:lnTo>
                    <a:pt x="1" y="1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29" name=""/>
            <p:cNvSpPr/>
            <p:nvPr/>
          </p:nvSpPr>
          <p:spPr>
            <a:xfrm rot="0">
              <a:off x="3424" y="29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30" name=""/>
            <p:cNvSpPr/>
            <p:nvPr/>
          </p:nvSpPr>
          <p:spPr>
            <a:xfrm rot="0">
              <a:off x="3424" y="2905"/>
              <a:ext cx="31" cy="26"/>
            </a:xfrm>
            <a:custGeom>
              <a:avLst/>
              <a:ahLst/>
              <a:rect l="0" t="0" r="r" b="b"/>
              <a:pathLst>
                <a:path w="60" h="51">
                  <a:moveTo>
                    <a:pt x="47" y="0"/>
                  </a:moveTo>
                  <a:lnTo>
                    <a:pt x="23" y="10"/>
                  </a:lnTo>
                  <a:lnTo>
                    <a:pt x="0" y="20"/>
                  </a:lnTo>
                  <a:lnTo>
                    <a:pt x="13" y="51"/>
                  </a:lnTo>
                  <a:lnTo>
                    <a:pt x="37" y="41"/>
                  </a:lnTo>
                  <a:lnTo>
                    <a:pt x="60" y="30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31" name=""/>
            <p:cNvSpPr/>
            <p:nvPr/>
          </p:nvSpPr>
          <p:spPr>
            <a:xfrm rot="0">
              <a:off x="3424" y="2905"/>
              <a:ext cx="31" cy="26"/>
            </a:xfrm>
            <a:custGeom>
              <a:avLst/>
              <a:ahLst/>
              <a:rect l="0" t="0" r="r" b="b"/>
              <a:pathLst>
                <a:path w="60" h="51">
                  <a:moveTo>
                    <a:pt x="47" y="0"/>
                  </a:moveTo>
                  <a:lnTo>
                    <a:pt x="23" y="10"/>
                  </a:lnTo>
                  <a:lnTo>
                    <a:pt x="0" y="20"/>
                  </a:lnTo>
                  <a:lnTo>
                    <a:pt x="13" y="51"/>
                  </a:lnTo>
                  <a:lnTo>
                    <a:pt x="37" y="41"/>
                  </a:lnTo>
                  <a:lnTo>
                    <a:pt x="60" y="30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32" name=""/>
            <p:cNvSpPr/>
            <p:nvPr/>
          </p:nvSpPr>
          <p:spPr>
            <a:xfrm rot="0">
              <a:off x="3431" y="2926"/>
              <a:ext cx="12" cy="6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0"/>
                  </a:lnTo>
                  <a:lnTo>
                    <a:pt x="0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33" name=""/>
            <p:cNvSpPr/>
            <p:nvPr/>
          </p:nvSpPr>
          <p:spPr>
            <a:xfrm rot="0">
              <a:off x="3431" y="2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34" name=""/>
            <p:cNvSpPr/>
            <p:nvPr/>
          </p:nvSpPr>
          <p:spPr>
            <a:xfrm rot="0">
              <a:off x="3431" y="2920"/>
              <a:ext cx="31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47" y="0"/>
                  </a:moveTo>
                  <a:lnTo>
                    <a:pt x="24" y="13"/>
                  </a:lnTo>
                  <a:lnTo>
                    <a:pt x="0" y="25"/>
                  </a:lnTo>
                  <a:lnTo>
                    <a:pt x="15" y="55"/>
                  </a:lnTo>
                  <a:lnTo>
                    <a:pt x="39" y="42"/>
                  </a:lnTo>
                  <a:lnTo>
                    <a:pt x="62" y="30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35" name=""/>
            <p:cNvSpPr/>
            <p:nvPr/>
          </p:nvSpPr>
          <p:spPr>
            <a:xfrm rot="0">
              <a:off x="3431" y="2920"/>
              <a:ext cx="31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47" y="0"/>
                  </a:moveTo>
                  <a:lnTo>
                    <a:pt x="24" y="13"/>
                  </a:lnTo>
                  <a:lnTo>
                    <a:pt x="0" y="25"/>
                  </a:lnTo>
                  <a:lnTo>
                    <a:pt x="15" y="55"/>
                  </a:lnTo>
                  <a:lnTo>
                    <a:pt x="39" y="42"/>
                  </a:lnTo>
                  <a:lnTo>
                    <a:pt x="62" y="30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36" name=""/>
            <p:cNvSpPr/>
            <p:nvPr/>
          </p:nvSpPr>
          <p:spPr>
            <a:xfrm rot="0">
              <a:off x="3439" y="2941"/>
              <a:ext cx="11" cy="6"/>
            </a:xfrm>
            <a:custGeom>
              <a:avLst/>
              <a:ahLst/>
              <a:rect l="0" t="0" r="r" b="b"/>
              <a:pathLst>
                <a:path w="24" h="13">
                  <a:moveTo>
                    <a:pt x="24" y="0"/>
                  </a:moveTo>
                  <a:lnTo>
                    <a:pt x="0" y="13"/>
                  </a:lnTo>
                  <a:lnTo>
                    <a:pt x="1" y="13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37" name=""/>
            <p:cNvSpPr/>
            <p:nvPr/>
          </p:nvSpPr>
          <p:spPr>
            <a:xfrm rot="0">
              <a:off x="3439" y="2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38" name=""/>
            <p:cNvSpPr/>
            <p:nvPr/>
          </p:nvSpPr>
          <p:spPr>
            <a:xfrm rot="0">
              <a:off x="3439" y="2934"/>
              <a:ext cx="31" cy="28"/>
            </a:xfrm>
            <a:custGeom>
              <a:avLst/>
              <a:ahLst/>
              <a:rect l="0" t="0" r="r" b="b"/>
              <a:pathLst>
                <a:path w="62" h="54">
                  <a:moveTo>
                    <a:pt x="45" y="0"/>
                  </a:moveTo>
                  <a:lnTo>
                    <a:pt x="23" y="12"/>
                  </a:lnTo>
                  <a:lnTo>
                    <a:pt x="0" y="25"/>
                  </a:lnTo>
                  <a:lnTo>
                    <a:pt x="17" y="54"/>
                  </a:lnTo>
                  <a:lnTo>
                    <a:pt x="39" y="42"/>
                  </a:lnTo>
                  <a:lnTo>
                    <a:pt x="62" y="30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39" name=""/>
            <p:cNvSpPr/>
            <p:nvPr/>
          </p:nvSpPr>
          <p:spPr>
            <a:xfrm rot="0">
              <a:off x="3439" y="2934"/>
              <a:ext cx="31" cy="28"/>
            </a:xfrm>
            <a:custGeom>
              <a:avLst/>
              <a:ahLst/>
              <a:rect l="0" t="0" r="r" b="b"/>
              <a:pathLst>
                <a:path w="62" h="54">
                  <a:moveTo>
                    <a:pt x="45" y="0"/>
                  </a:moveTo>
                  <a:lnTo>
                    <a:pt x="23" y="12"/>
                  </a:lnTo>
                  <a:lnTo>
                    <a:pt x="0" y="25"/>
                  </a:lnTo>
                  <a:lnTo>
                    <a:pt x="17" y="54"/>
                  </a:lnTo>
                  <a:lnTo>
                    <a:pt x="39" y="42"/>
                  </a:lnTo>
                  <a:lnTo>
                    <a:pt x="62" y="3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40" name=""/>
            <p:cNvSpPr/>
            <p:nvPr/>
          </p:nvSpPr>
          <p:spPr>
            <a:xfrm rot="0">
              <a:off x="3447" y="2955"/>
              <a:ext cx="12" cy="8"/>
            </a:xfrm>
            <a:custGeom>
              <a:avLst/>
              <a:ahLst/>
              <a:rect l="0" t="0" r="r" b="b"/>
              <a:pathLst>
                <a:path w="22" h="14">
                  <a:moveTo>
                    <a:pt x="22" y="0"/>
                  </a:moveTo>
                  <a:lnTo>
                    <a:pt x="0" y="12"/>
                  </a:lnTo>
                  <a:lnTo>
                    <a:pt x="1" y="14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41" name=""/>
            <p:cNvSpPr/>
            <p:nvPr/>
          </p:nvSpPr>
          <p:spPr>
            <a:xfrm rot="0">
              <a:off x="3447" y="29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42" name=""/>
            <p:cNvSpPr/>
            <p:nvPr/>
          </p:nvSpPr>
          <p:spPr>
            <a:xfrm rot="0">
              <a:off x="3448" y="2948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43" y="0"/>
                  </a:moveTo>
                  <a:lnTo>
                    <a:pt x="21" y="14"/>
                  </a:lnTo>
                  <a:lnTo>
                    <a:pt x="0" y="28"/>
                  </a:lnTo>
                  <a:lnTo>
                    <a:pt x="18" y="56"/>
                  </a:lnTo>
                  <a:lnTo>
                    <a:pt x="40" y="42"/>
                  </a:lnTo>
                  <a:lnTo>
                    <a:pt x="61" y="27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43" name=""/>
            <p:cNvSpPr/>
            <p:nvPr/>
          </p:nvSpPr>
          <p:spPr>
            <a:xfrm rot="0">
              <a:off x="3448" y="2948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43" y="0"/>
                  </a:moveTo>
                  <a:lnTo>
                    <a:pt x="21" y="14"/>
                  </a:lnTo>
                  <a:lnTo>
                    <a:pt x="0" y="28"/>
                  </a:lnTo>
                  <a:lnTo>
                    <a:pt x="18" y="56"/>
                  </a:lnTo>
                  <a:lnTo>
                    <a:pt x="40" y="42"/>
                  </a:lnTo>
                  <a:lnTo>
                    <a:pt x="61" y="27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44" name=""/>
            <p:cNvSpPr/>
            <p:nvPr/>
          </p:nvSpPr>
          <p:spPr>
            <a:xfrm rot="0">
              <a:off x="3457" y="2969"/>
              <a:ext cx="11" cy="8"/>
            </a:xfrm>
            <a:custGeom>
              <a:avLst/>
              <a:ahLst/>
              <a:rect l="0" t="0" r="r" b="b"/>
              <a:pathLst>
                <a:path w="22" h="15">
                  <a:moveTo>
                    <a:pt x="22" y="0"/>
                  </a:moveTo>
                  <a:lnTo>
                    <a:pt x="0" y="14"/>
                  </a:lnTo>
                  <a:lnTo>
                    <a:pt x="0" y="15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45" name=""/>
            <p:cNvSpPr/>
            <p:nvPr/>
          </p:nvSpPr>
          <p:spPr>
            <a:xfrm rot="0">
              <a:off x="3457" y="2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46" name=""/>
            <p:cNvSpPr/>
            <p:nvPr/>
          </p:nvSpPr>
          <p:spPr>
            <a:xfrm rot="0">
              <a:off x="3457" y="2962"/>
              <a:ext cx="31" cy="29"/>
            </a:xfrm>
            <a:custGeom>
              <a:avLst/>
              <a:ahLst/>
              <a:rect l="0" t="0" r="r" b="b"/>
              <a:pathLst>
                <a:path w="63" h="59">
                  <a:moveTo>
                    <a:pt x="43" y="0"/>
                  </a:moveTo>
                  <a:lnTo>
                    <a:pt x="22" y="16"/>
                  </a:lnTo>
                  <a:lnTo>
                    <a:pt x="0" y="31"/>
                  </a:lnTo>
                  <a:lnTo>
                    <a:pt x="20" y="59"/>
                  </a:lnTo>
                  <a:lnTo>
                    <a:pt x="41" y="43"/>
                  </a:lnTo>
                  <a:lnTo>
                    <a:pt x="63" y="28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47" name=""/>
            <p:cNvSpPr/>
            <p:nvPr/>
          </p:nvSpPr>
          <p:spPr>
            <a:xfrm rot="0">
              <a:off x="3457" y="2962"/>
              <a:ext cx="31" cy="29"/>
            </a:xfrm>
            <a:custGeom>
              <a:avLst/>
              <a:ahLst/>
              <a:rect l="0" t="0" r="r" b="b"/>
              <a:pathLst>
                <a:path w="63" h="59">
                  <a:moveTo>
                    <a:pt x="43" y="0"/>
                  </a:moveTo>
                  <a:lnTo>
                    <a:pt x="22" y="16"/>
                  </a:lnTo>
                  <a:lnTo>
                    <a:pt x="0" y="31"/>
                  </a:lnTo>
                  <a:lnTo>
                    <a:pt x="20" y="59"/>
                  </a:lnTo>
                  <a:lnTo>
                    <a:pt x="41" y="43"/>
                  </a:lnTo>
                  <a:lnTo>
                    <a:pt x="63" y="2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48" name=""/>
            <p:cNvSpPr/>
            <p:nvPr/>
          </p:nvSpPr>
          <p:spPr>
            <a:xfrm rot="0">
              <a:off x="3467" y="2983"/>
              <a:ext cx="11" cy="8"/>
            </a:xfrm>
            <a:custGeom>
              <a:avLst/>
              <a:ahLst/>
              <a:rect l="0" t="0" r="r" b="b"/>
              <a:pathLst>
                <a:path w="21" h="17">
                  <a:moveTo>
                    <a:pt x="21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49" name=""/>
            <p:cNvSpPr/>
            <p:nvPr/>
          </p:nvSpPr>
          <p:spPr>
            <a:xfrm rot="0">
              <a:off x="3467" y="2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50" name=""/>
            <p:cNvSpPr/>
            <p:nvPr/>
          </p:nvSpPr>
          <p:spPr>
            <a:xfrm rot="0">
              <a:off x="3467" y="2975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41" y="0"/>
                  </a:moveTo>
                  <a:lnTo>
                    <a:pt x="20" y="16"/>
                  </a:lnTo>
                  <a:lnTo>
                    <a:pt x="0" y="33"/>
                  </a:lnTo>
                  <a:lnTo>
                    <a:pt x="20" y="58"/>
                  </a:lnTo>
                  <a:lnTo>
                    <a:pt x="41" y="42"/>
                  </a:lnTo>
                  <a:lnTo>
                    <a:pt x="61" y="25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51" name=""/>
            <p:cNvSpPr/>
            <p:nvPr/>
          </p:nvSpPr>
          <p:spPr>
            <a:xfrm rot="0">
              <a:off x="3467" y="2975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41" y="0"/>
                  </a:moveTo>
                  <a:lnTo>
                    <a:pt x="20" y="16"/>
                  </a:lnTo>
                  <a:lnTo>
                    <a:pt x="0" y="33"/>
                  </a:lnTo>
                  <a:lnTo>
                    <a:pt x="20" y="58"/>
                  </a:lnTo>
                  <a:lnTo>
                    <a:pt x="41" y="42"/>
                  </a:lnTo>
                  <a:lnTo>
                    <a:pt x="61" y="25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52" name=""/>
            <p:cNvSpPr/>
            <p:nvPr/>
          </p:nvSpPr>
          <p:spPr>
            <a:xfrm rot="0">
              <a:off x="3478" y="2996"/>
              <a:ext cx="10" cy="9"/>
            </a:xfrm>
            <a:custGeom>
              <a:avLst/>
              <a:ahLst/>
              <a:rect l="0" t="0" r="r" b="b"/>
              <a:pathLst>
                <a:path w="21" h="17">
                  <a:moveTo>
                    <a:pt x="21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53" name=""/>
            <p:cNvSpPr/>
            <p:nvPr/>
          </p:nvSpPr>
          <p:spPr>
            <a:xfrm rot="0">
              <a:off x="3478" y="3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54" name=""/>
            <p:cNvSpPr/>
            <p:nvPr/>
          </p:nvSpPr>
          <p:spPr>
            <a:xfrm rot="0">
              <a:off x="3478" y="2987"/>
              <a:ext cx="31" cy="30"/>
            </a:xfrm>
            <a:custGeom>
              <a:avLst/>
              <a:ahLst/>
              <a:rect l="0" t="0" r="r" b="b"/>
              <a:pathLst>
                <a:path w="62" h="61">
                  <a:moveTo>
                    <a:pt x="39" y="0"/>
                  </a:moveTo>
                  <a:lnTo>
                    <a:pt x="20" y="18"/>
                  </a:lnTo>
                  <a:lnTo>
                    <a:pt x="0" y="35"/>
                  </a:lnTo>
                  <a:lnTo>
                    <a:pt x="23" y="61"/>
                  </a:lnTo>
                  <a:lnTo>
                    <a:pt x="42" y="43"/>
                  </a:lnTo>
                  <a:lnTo>
                    <a:pt x="62" y="26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55" name=""/>
            <p:cNvSpPr/>
            <p:nvPr/>
          </p:nvSpPr>
          <p:spPr>
            <a:xfrm rot="0">
              <a:off x="3478" y="2987"/>
              <a:ext cx="31" cy="30"/>
            </a:xfrm>
            <a:custGeom>
              <a:avLst/>
              <a:ahLst/>
              <a:rect l="0" t="0" r="r" b="b"/>
              <a:pathLst>
                <a:path w="62" h="61">
                  <a:moveTo>
                    <a:pt x="39" y="0"/>
                  </a:moveTo>
                  <a:lnTo>
                    <a:pt x="20" y="18"/>
                  </a:lnTo>
                  <a:lnTo>
                    <a:pt x="0" y="35"/>
                  </a:lnTo>
                  <a:lnTo>
                    <a:pt x="23" y="61"/>
                  </a:lnTo>
                  <a:lnTo>
                    <a:pt x="42" y="43"/>
                  </a:lnTo>
                  <a:lnTo>
                    <a:pt x="62" y="26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56" name=""/>
            <p:cNvSpPr/>
            <p:nvPr/>
          </p:nvSpPr>
          <p:spPr>
            <a:xfrm rot="0">
              <a:off x="3489" y="3009"/>
              <a:ext cx="10" cy="9"/>
            </a:xfrm>
            <a:custGeom>
              <a:avLst/>
              <a:ahLst/>
              <a:rect l="0" t="0" r="r" b="b"/>
              <a:pathLst>
                <a:path w="19" h="19">
                  <a:moveTo>
                    <a:pt x="19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57" name=""/>
            <p:cNvSpPr/>
            <p:nvPr/>
          </p:nvSpPr>
          <p:spPr>
            <a:xfrm rot="0">
              <a:off x="3489" y="30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58" name=""/>
            <p:cNvSpPr/>
            <p:nvPr/>
          </p:nvSpPr>
          <p:spPr>
            <a:xfrm rot="0">
              <a:off x="3490" y="2999"/>
              <a:ext cx="30" cy="31"/>
            </a:xfrm>
            <a:custGeom>
              <a:avLst/>
              <a:ahLst/>
              <a:rect l="0" t="0" r="r" b="b"/>
              <a:pathLst>
                <a:path w="59" h="60">
                  <a:moveTo>
                    <a:pt x="36" y="0"/>
                  </a:moveTo>
                  <a:lnTo>
                    <a:pt x="18" y="18"/>
                  </a:lnTo>
                  <a:lnTo>
                    <a:pt x="0" y="37"/>
                  </a:lnTo>
                  <a:lnTo>
                    <a:pt x="22" y="60"/>
                  </a:lnTo>
                  <a:lnTo>
                    <a:pt x="41" y="42"/>
                  </a:lnTo>
                  <a:lnTo>
                    <a:pt x="59" y="24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59" name=""/>
            <p:cNvSpPr/>
            <p:nvPr/>
          </p:nvSpPr>
          <p:spPr>
            <a:xfrm rot="0">
              <a:off x="3490" y="2999"/>
              <a:ext cx="30" cy="31"/>
            </a:xfrm>
            <a:custGeom>
              <a:avLst/>
              <a:ahLst/>
              <a:rect l="0" t="0" r="r" b="b"/>
              <a:pathLst>
                <a:path w="59" h="60">
                  <a:moveTo>
                    <a:pt x="36" y="0"/>
                  </a:moveTo>
                  <a:lnTo>
                    <a:pt x="18" y="18"/>
                  </a:lnTo>
                  <a:lnTo>
                    <a:pt x="0" y="37"/>
                  </a:lnTo>
                  <a:lnTo>
                    <a:pt x="22" y="60"/>
                  </a:lnTo>
                  <a:lnTo>
                    <a:pt x="41" y="42"/>
                  </a:lnTo>
                  <a:lnTo>
                    <a:pt x="59" y="24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60" name=""/>
            <p:cNvSpPr/>
            <p:nvPr/>
          </p:nvSpPr>
          <p:spPr>
            <a:xfrm rot="0">
              <a:off x="3501" y="3020"/>
              <a:ext cx="9" cy="10"/>
            </a:xfrm>
            <a:custGeom>
              <a:avLst/>
              <a:ahLst/>
              <a:rect l="0" t="0" r="r" b="b"/>
              <a:pathLst>
                <a:path w="19" h="18">
                  <a:moveTo>
                    <a:pt x="19" y="0"/>
                  </a:moveTo>
                  <a:lnTo>
                    <a:pt x="0" y="18"/>
                  </a:lnTo>
                  <a:lnTo>
                    <a:pt x="0" y="18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61" name=""/>
            <p:cNvSpPr/>
            <p:nvPr/>
          </p:nvSpPr>
          <p:spPr>
            <a:xfrm rot="0">
              <a:off x="3501" y="30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62" name=""/>
            <p:cNvSpPr/>
            <p:nvPr/>
          </p:nvSpPr>
          <p:spPr>
            <a:xfrm rot="0">
              <a:off x="3501" y="3011"/>
              <a:ext cx="31" cy="30"/>
            </a:xfrm>
            <a:custGeom>
              <a:avLst/>
              <a:ahLst/>
              <a:rect l="0" t="0" r="r" b="b"/>
              <a:pathLst>
                <a:path w="62" h="60">
                  <a:moveTo>
                    <a:pt x="37" y="0"/>
                  </a:moveTo>
                  <a:lnTo>
                    <a:pt x="19" y="18"/>
                  </a:lnTo>
                  <a:lnTo>
                    <a:pt x="0" y="36"/>
                  </a:lnTo>
                  <a:lnTo>
                    <a:pt x="25" y="60"/>
                  </a:lnTo>
                  <a:lnTo>
                    <a:pt x="43" y="41"/>
                  </a:lnTo>
                  <a:lnTo>
                    <a:pt x="62" y="23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63" name=""/>
            <p:cNvSpPr/>
            <p:nvPr/>
          </p:nvSpPr>
          <p:spPr>
            <a:xfrm rot="0">
              <a:off x="3501" y="3011"/>
              <a:ext cx="31" cy="30"/>
            </a:xfrm>
            <a:custGeom>
              <a:avLst/>
              <a:ahLst/>
              <a:rect l="0" t="0" r="r" b="b"/>
              <a:pathLst>
                <a:path w="62" h="60">
                  <a:moveTo>
                    <a:pt x="37" y="0"/>
                  </a:moveTo>
                  <a:lnTo>
                    <a:pt x="19" y="18"/>
                  </a:lnTo>
                  <a:lnTo>
                    <a:pt x="0" y="36"/>
                  </a:lnTo>
                  <a:lnTo>
                    <a:pt x="25" y="60"/>
                  </a:lnTo>
                  <a:lnTo>
                    <a:pt x="43" y="41"/>
                  </a:lnTo>
                  <a:lnTo>
                    <a:pt x="62" y="2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64" name=""/>
            <p:cNvSpPr/>
            <p:nvPr/>
          </p:nvSpPr>
          <p:spPr>
            <a:xfrm rot="0">
              <a:off x="3513" y="3032"/>
              <a:ext cx="10" cy="10"/>
            </a:xfrm>
            <a:custGeom>
              <a:avLst/>
              <a:ahLst/>
              <a:rect l="0" t="0" r="r" b="b"/>
              <a:pathLst>
                <a:path w="18" h="21">
                  <a:moveTo>
                    <a:pt x="18" y="0"/>
                  </a:moveTo>
                  <a:lnTo>
                    <a:pt x="0" y="19"/>
                  </a:lnTo>
                  <a:lnTo>
                    <a:pt x="2" y="2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65" name=""/>
            <p:cNvSpPr/>
            <p:nvPr/>
          </p:nvSpPr>
          <p:spPr>
            <a:xfrm rot="0">
              <a:off x="3513" y="30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66" name=""/>
            <p:cNvSpPr/>
            <p:nvPr/>
          </p:nvSpPr>
          <p:spPr>
            <a:xfrm rot="0">
              <a:off x="3514" y="3022"/>
              <a:ext cx="30" cy="31"/>
            </a:xfrm>
            <a:custGeom>
              <a:avLst/>
              <a:ahLst/>
              <a:rect l="0" t="0" r="r" b="b"/>
              <a:pathLst>
                <a:path w="59" h="61">
                  <a:moveTo>
                    <a:pt x="33" y="0"/>
                  </a:moveTo>
                  <a:lnTo>
                    <a:pt x="16" y="20"/>
                  </a:lnTo>
                  <a:lnTo>
                    <a:pt x="0" y="41"/>
                  </a:lnTo>
                  <a:lnTo>
                    <a:pt x="26" y="61"/>
                  </a:lnTo>
                  <a:lnTo>
                    <a:pt x="43" y="41"/>
                  </a:lnTo>
                  <a:lnTo>
                    <a:pt x="59" y="2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67" name=""/>
            <p:cNvSpPr/>
            <p:nvPr/>
          </p:nvSpPr>
          <p:spPr>
            <a:xfrm rot="0">
              <a:off x="3514" y="3022"/>
              <a:ext cx="30" cy="31"/>
            </a:xfrm>
            <a:custGeom>
              <a:avLst/>
              <a:ahLst/>
              <a:rect l="0" t="0" r="r" b="b"/>
              <a:pathLst>
                <a:path w="59" h="61">
                  <a:moveTo>
                    <a:pt x="33" y="0"/>
                  </a:moveTo>
                  <a:lnTo>
                    <a:pt x="16" y="20"/>
                  </a:lnTo>
                  <a:lnTo>
                    <a:pt x="0" y="41"/>
                  </a:lnTo>
                  <a:lnTo>
                    <a:pt x="26" y="61"/>
                  </a:lnTo>
                  <a:lnTo>
                    <a:pt x="43" y="41"/>
                  </a:lnTo>
                  <a:lnTo>
                    <a:pt x="59" y="20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68" name=""/>
            <p:cNvSpPr/>
            <p:nvPr/>
          </p:nvSpPr>
          <p:spPr>
            <a:xfrm rot="0">
              <a:off x="3528" y="3042"/>
              <a:ext cx="8" cy="11"/>
            </a:xfrm>
            <a:custGeom>
              <a:avLst/>
              <a:ahLst/>
              <a:rect l="0" t="0" r="r" b="b"/>
              <a:pathLst>
                <a:path w="17" h="20">
                  <a:moveTo>
                    <a:pt x="17" y="0"/>
                  </a:moveTo>
                  <a:lnTo>
                    <a:pt x="0" y="20"/>
                  </a:lnTo>
                  <a:lnTo>
                    <a:pt x="0" y="20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69" name=""/>
            <p:cNvSpPr/>
            <p:nvPr/>
          </p:nvSpPr>
          <p:spPr>
            <a:xfrm rot="0">
              <a:off x="3528" y="30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70" name=""/>
            <p:cNvSpPr/>
            <p:nvPr/>
          </p:nvSpPr>
          <p:spPr>
            <a:xfrm rot="0">
              <a:off x="3528" y="3032"/>
              <a:ext cx="29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27" y="62"/>
                  </a:lnTo>
                  <a:lnTo>
                    <a:pt x="43" y="41"/>
                  </a:lnTo>
                  <a:lnTo>
                    <a:pt x="60" y="21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71" name=""/>
            <p:cNvSpPr/>
            <p:nvPr/>
          </p:nvSpPr>
          <p:spPr>
            <a:xfrm rot="0">
              <a:off x="3528" y="3032"/>
              <a:ext cx="29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27" y="62"/>
                  </a:lnTo>
                  <a:lnTo>
                    <a:pt x="43" y="41"/>
                  </a:lnTo>
                  <a:lnTo>
                    <a:pt x="60" y="21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72" name=""/>
            <p:cNvSpPr/>
            <p:nvPr/>
          </p:nvSpPr>
          <p:spPr>
            <a:xfrm rot="0">
              <a:off x="3541" y="3053"/>
              <a:ext cx="8" cy="10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2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73" name=""/>
            <p:cNvSpPr/>
            <p:nvPr/>
          </p:nvSpPr>
          <p:spPr>
            <a:xfrm rot="0">
              <a:off x="3541" y="30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74" name=""/>
            <p:cNvSpPr/>
            <p:nvPr/>
          </p:nvSpPr>
          <p:spPr>
            <a:xfrm rot="0">
              <a:off x="3542" y="3042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9" y="0"/>
                  </a:moveTo>
                  <a:lnTo>
                    <a:pt x="14" y="21"/>
                  </a:lnTo>
                  <a:lnTo>
                    <a:pt x="0" y="43"/>
                  </a:lnTo>
                  <a:lnTo>
                    <a:pt x="28" y="61"/>
                  </a:lnTo>
                  <a:lnTo>
                    <a:pt x="42" y="40"/>
                  </a:lnTo>
                  <a:lnTo>
                    <a:pt x="56" y="18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75" name=""/>
            <p:cNvSpPr/>
            <p:nvPr/>
          </p:nvSpPr>
          <p:spPr>
            <a:xfrm rot="0">
              <a:off x="3542" y="3042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9" y="0"/>
                  </a:moveTo>
                  <a:lnTo>
                    <a:pt x="14" y="21"/>
                  </a:lnTo>
                  <a:lnTo>
                    <a:pt x="0" y="43"/>
                  </a:lnTo>
                  <a:lnTo>
                    <a:pt x="28" y="61"/>
                  </a:lnTo>
                  <a:lnTo>
                    <a:pt x="42" y="40"/>
                  </a:lnTo>
                  <a:lnTo>
                    <a:pt x="56" y="18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76" name=""/>
            <p:cNvSpPr/>
            <p:nvPr/>
          </p:nvSpPr>
          <p:spPr>
            <a:xfrm rot="0">
              <a:off x="3556" y="3062"/>
              <a:ext cx="7" cy="11"/>
            </a:xfrm>
            <a:custGeom>
              <a:avLst/>
              <a:ahLst/>
              <a:rect l="0" t="0" r="r" b="b"/>
              <a:pathLst>
                <a:path w="14" h="22">
                  <a:moveTo>
                    <a:pt x="14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77" name=""/>
            <p:cNvSpPr/>
            <p:nvPr/>
          </p:nvSpPr>
          <p:spPr>
            <a:xfrm rot="0">
              <a:off x="3556" y="30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78" name=""/>
            <p:cNvSpPr/>
            <p:nvPr/>
          </p:nvSpPr>
          <p:spPr>
            <a:xfrm rot="0">
              <a:off x="3556" y="3051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26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28" y="63"/>
                  </a:lnTo>
                  <a:lnTo>
                    <a:pt x="42" y="40"/>
                  </a:lnTo>
                  <a:lnTo>
                    <a:pt x="55" y="1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79" name=""/>
            <p:cNvSpPr/>
            <p:nvPr/>
          </p:nvSpPr>
          <p:spPr>
            <a:xfrm rot="0">
              <a:off x="3556" y="3051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26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28" y="63"/>
                  </a:lnTo>
                  <a:lnTo>
                    <a:pt x="42" y="40"/>
                  </a:lnTo>
                  <a:lnTo>
                    <a:pt x="55" y="18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80" name=""/>
            <p:cNvSpPr/>
            <p:nvPr/>
          </p:nvSpPr>
          <p:spPr>
            <a:xfrm rot="0">
              <a:off x="3571" y="3071"/>
              <a:ext cx="6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3"/>
                  </a:lnTo>
                  <a:lnTo>
                    <a:pt x="0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81" name=""/>
            <p:cNvSpPr/>
            <p:nvPr/>
          </p:nvSpPr>
          <p:spPr>
            <a:xfrm rot="0">
              <a:off x="3571" y="30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82" name=""/>
            <p:cNvSpPr/>
            <p:nvPr/>
          </p:nvSpPr>
          <p:spPr>
            <a:xfrm rot="0">
              <a:off x="3571" y="3059"/>
              <a:ext cx="27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7" y="0"/>
                  </a:moveTo>
                  <a:lnTo>
                    <a:pt x="14" y="22"/>
                  </a:lnTo>
                  <a:lnTo>
                    <a:pt x="0" y="45"/>
                  </a:lnTo>
                  <a:lnTo>
                    <a:pt x="29" y="61"/>
                  </a:lnTo>
                  <a:lnTo>
                    <a:pt x="42" y="39"/>
                  </a:lnTo>
                  <a:lnTo>
                    <a:pt x="56" y="1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83" name=""/>
            <p:cNvSpPr/>
            <p:nvPr/>
          </p:nvSpPr>
          <p:spPr>
            <a:xfrm rot="0">
              <a:off x="3571" y="3059"/>
              <a:ext cx="27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7" y="0"/>
                  </a:moveTo>
                  <a:lnTo>
                    <a:pt x="14" y="22"/>
                  </a:lnTo>
                  <a:lnTo>
                    <a:pt x="0" y="45"/>
                  </a:lnTo>
                  <a:lnTo>
                    <a:pt x="29" y="61"/>
                  </a:lnTo>
                  <a:lnTo>
                    <a:pt x="42" y="39"/>
                  </a:lnTo>
                  <a:lnTo>
                    <a:pt x="56" y="16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84" name=""/>
            <p:cNvSpPr/>
            <p:nvPr/>
          </p:nvSpPr>
          <p:spPr>
            <a:xfrm rot="0">
              <a:off x="3585" y="3079"/>
              <a:ext cx="7" cy="12"/>
            </a:xfrm>
            <a:custGeom>
              <a:avLst/>
              <a:ahLst/>
              <a:rect l="0" t="0" r="r" b="b"/>
              <a:pathLst>
                <a:path w="13" h="23">
                  <a:moveTo>
                    <a:pt x="13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85" name=""/>
            <p:cNvSpPr/>
            <p:nvPr/>
          </p:nvSpPr>
          <p:spPr>
            <a:xfrm rot="0">
              <a:off x="3585" y="30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86" name=""/>
            <p:cNvSpPr/>
            <p:nvPr/>
          </p:nvSpPr>
          <p:spPr>
            <a:xfrm rot="0">
              <a:off x="3586" y="3067"/>
              <a:ext cx="27" cy="31"/>
            </a:xfrm>
            <a:custGeom>
              <a:avLst/>
              <a:ahLst/>
              <a:rect l="0" t="0" r="r" b="b"/>
              <a:pathLst>
                <a:path w="53" h="62">
                  <a:moveTo>
                    <a:pt x="23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31" y="62"/>
                  </a:lnTo>
                  <a:lnTo>
                    <a:pt x="42" y="38"/>
                  </a:lnTo>
                  <a:lnTo>
                    <a:pt x="53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87" name=""/>
            <p:cNvSpPr/>
            <p:nvPr/>
          </p:nvSpPr>
          <p:spPr>
            <a:xfrm rot="0">
              <a:off x="3586" y="3067"/>
              <a:ext cx="27" cy="31"/>
            </a:xfrm>
            <a:custGeom>
              <a:avLst/>
              <a:ahLst/>
              <a:rect l="0" t="0" r="r" b="b"/>
              <a:pathLst>
                <a:path w="53" h="62">
                  <a:moveTo>
                    <a:pt x="23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31" y="62"/>
                  </a:lnTo>
                  <a:lnTo>
                    <a:pt x="42" y="38"/>
                  </a:lnTo>
                  <a:lnTo>
                    <a:pt x="53" y="1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88" name=""/>
            <p:cNvSpPr/>
            <p:nvPr/>
          </p:nvSpPr>
          <p:spPr>
            <a:xfrm rot="0">
              <a:off x="3601" y="3086"/>
              <a:ext cx="6" cy="12"/>
            </a:xfrm>
            <a:custGeom>
              <a:avLst/>
              <a:ahLst/>
              <a:rect l="0" t="0" r="r" b="b"/>
              <a:pathLst>
                <a:path w="11" h="25">
                  <a:moveTo>
                    <a:pt x="11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89" name=""/>
            <p:cNvSpPr/>
            <p:nvPr/>
          </p:nvSpPr>
          <p:spPr>
            <a:xfrm rot="0">
              <a:off x="3601" y="30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90" name=""/>
            <p:cNvSpPr/>
            <p:nvPr/>
          </p:nvSpPr>
          <p:spPr>
            <a:xfrm rot="0">
              <a:off x="3602" y="3074"/>
              <a:ext cx="25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18" y="0"/>
                  </a:moveTo>
                  <a:lnTo>
                    <a:pt x="9" y="25"/>
                  </a:lnTo>
                  <a:lnTo>
                    <a:pt x="0" y="50"/>
                  </a:lnTo>
                  <a:lnTo>
                    <a:pt x="30" y="62"/>
                  </a:lnTo>
                  <a:lnTo>
                    <a:pt x="40" y="37"/>
                  </a:lnTo>
                  <a:lnTo>
                    <a:pt x="49" y="1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91" name=""/>
            <p:cNvSpPr/>
            <p:nvPr/>
          </p:nvSpPr>
          <p:spPr>
            <a:xfrm rot="0">
              <a:off x="3602" y="3074"/>
              <a:ext cx="25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18" y="0"/>
                  </a:moveTo>
                  <a:lnTo>
                    <a:pt x="9" y="25"/>
                  </a:lnTo>
                  <a:lnTo>
                    <a:pt x="0" y="50"/>
                  </a:lnTo>
                  <a:lnTo>
                    <a:pt x="30" y="62"/>
                  </a:lnTo>
                  <a:lnTo>
                    <a:pt x="40" y="37"/>
                  </a:lnTo>
                  <a:lnTo>
                    <a:pt x="49" y="13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92" name=""/>
            <p:cNvSpPr/>
            <p:nvPr/>
          </p:nvSpPr>
          <p:spPr>
            <a:xfrm rot="0">
              <a:off x="3618" y="3092"/>
              <a:ext cx="4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10" y="0"/>
                  </a:moveTo>
                  <a:lnTo>
                    <a:pt x="0" y="25"/>
                  </a:lnTo>
                  <a:lnTo>
                    <a:pt x="0" y="25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93" name=""/>
            <p:cNvSpPr/>
            <p:nvPr/>
          </p:nvSpPr>
          <p:spPr>
            <a:xfrm rot="0">
              <a:off x="3618" y="31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94" name=""/>
            <p:cNvSpPr/>
            <p:nvPr/>
          </p:nvSpPr>
          <p:spPr>
            <a:xfrm rot="0">
              <a:off x="3618" y="3080"/>
              <a:ext cx="25" cy="30"/>
            </a:xfrm>
            <a:custGeom>
              <a:avLst/>
              <a:ahLst/>
              <a:rect l="0" t="0" r="r" b="b"/>
              <a:pathLst>
                <a:path w="51" h="60">
                  <a:moveTo>
                    <a:pt x="19" y="0"/>
                  </a:moveTo>
                  <a:lnTo>
                    <a:pt x="10" y="24"/>
                  </a:lnTo>
                  <a:lnTo>
                    <a:pt x="0" y="49"/>
                  </a:lnTo>
                  <a:lnTo>
                    <a:pt x="32" y="60"/>
                  </a:lnTo>
                  <a:lnTo>
                    <a:pt x="41" y="36"/>
                  </a:lnTo>
                  <a:lnTo>
                    <a:pt x="51" y="1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95" name=""/>
            <p:cNvSpPr/>
            <p:nvPr/>
          </p:nvSpPr>
          <p:spPr>
            <a:xfrm rot="0">
              <a:off x="3618" y="3080"/>
              <a:ext cx="25" cy="30"/>
            </a:xfrm>
            <a:custGeom>
              <a:avLst/>
              <a:ahLst/>
              <a:rect l="0" t="0" r="r" b="b"/>
              <a:pathLst>
                <a:path w="51" h="60">
                  <a:moveTo>
                    <a:pt x="19" y="0"/>
                  </a:moveTo>
                  <a:lnTo>
                    <a:pt x="10" y="24"/>
                  </a:lnTo>
                  <a:lnTo>
                    <a:pt x="0" y="49"/>
                  </a:lnTo>
                  <a:lnTo>
                    <a:pt x="32" y="60"/>
                  </a:lnTo>
                  <a:lnTo>
                    <a:pt x="41" y="36"/>
                  </a:lnTo>
                  <a:lnTo>
                    <a:pt x="51" y="11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96" name=""/>
            <p:cNvSpPr/>
            <p:nvPr/>
          </p:nvSpPr>
          <p:spPr>
            <a:xfrm rot="0">
              <a:off x="3634" y="3098"/>
              <a:ext cx="4" cy="12"/>
            </a:xfrm>
            <a:custGeom>
              <a:avLst/>
              <a:ahLst/>
              <a:rect l="0" t="0" r="r" b="b"/>
              <a:pathLst>
                <a:path w="9" h="24">
                  <a:moveTo>
                    <a:pt x="9" y="0"/>
                  </a:moveTo>
                  <a:lnTo>
                    <a:pt x="0" y="24"/>
                  </a:lnTo>
                  <a:lnTo>
                    <a:pt x="2" y="24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97" name=""/>
            <p:cNvSpPr/>
            <p:nvPr/>
          </p:nvSpPr>
          <p:spPr>
            <a:xfrm rot="0">
              <a:off x="3634" y="31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598" name=""/>
            <p:cNvSpPr/>
            <p:nvPr/>
          </p:nvSpPr>
          <p:spPr>
            <a:xfrm rot="0">
              <a:off x="3635" y="3085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15" y="0"/>
                  </a:moveTo>
                  <a:lnTo>
                    <a:pt x="7" y="25"/>
                  </a:lnTo>
                  <a:lnTo>
                    <a:pt x="0" y="49"/>
                  </a:lnTo>
                  <a:lnTo>
                    <a:pt x="32" y="58"/>
                  </a:lnTo>
                  <a:lnTo>
                    <a:pt x="39" y="34"/>
                  </a:lnTo>
                  <a:lnTo>
                    <a:pt x="46" y="9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599" name=""/>
            <p:cNvSpPr/>
            <p:nvPr/>
          </p:nvSpPr>
          <p:spPr>
            <a:xfrm rot="0">
              <a:off x="3635" y="3085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15" y="0"/>
                  </a:moveTo>
                  <a:lnTo>
                    <a:pt x="7" y="25"/>
                  </a:lnTo>
                  <a:lnTo>
                    <a:pt x="0" y="49"/>
                  </a:lnTo>
                  <a:lnTo>
                    <a:pt x="32" y="58"/>
                  </a:lnTo>
                  <a:lnTo>
                    <a:pt x="39" y="34"/>
                  </a:lnTo>
                  <a:lnTo>
                    <a:pt x="46" y="9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00" name=""/>
            <p:cNvSpPr/>
            <p:nvPr/>
          </p:nvSpPr>
          <p:spPr>
            <a:xfrm rot="0">
              <a:off x="3650" y="3102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7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01" name=""/>
            <p:cNvSpPr/>
            <p:nvPr/>
          </p:nvSpPr>
          <p:spPr>
            <a:xfrm rot="0">
              <a:off x="3650" y="31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02" name=""/>
            <p:cNvSpPr/>
            <p:nvPr/>
          </p:nvSpPr>
          <p:spPr>
            <a:xfrm rot="0">
              <a:off x="3651" y="3090"/>
              <a:ext cx="23" cy="29"/>
            </a:xfrm>
            <a:custGeom>
              <a:avLst/>
              <a:ahLst/>
              <a:rect l="0" t="0" r="r" b="b"/>
              <a:pathLst>
                <a:path w="45" h="60">
                  <a:moveTo>
                    <a:pt x="12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33" y="60"/>
                  </a:lnTo>
                  <a:lnTo>
                    <a:pt x="39" y="34"/>
                  </a:lnTo>
                  <a:lnTo>
                    <a:pt x="45" y="8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03" name=""/>
            <p:cNvSpPr/>
            <p:nvPr/>
          </p:nvSpPr>
          <p:spPr>
            <a:xfrm rot="0">
              <a:off x="3651" y="3090"/>
              <a:ext cx="23" cy="29"/>
            </a:xfrm>
            <a:custGeom>
              <a:avLst/>
              <a:ahLst/>
              <a:rect l="0" t="0" r="r" b="b"/>
              <a:pathLst>
                <a:path w="45" h="60">
                  <a:moveTo>
                    <a:pt x="12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33" y="60"/>
                  </a:lnTo>
                  <a:lnTo>
                    <a:pt x="39" y="34"/>
                  </a:lnTo>
                  <a:lnTo>
                    <a:pt x="45" y="8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04" name=""/>
            <p:cNvSpPr/>
            <p:nvPr/>
          </p:nvSpPr>
          <p:spPr>
            <a:xfrm rot="0">
              <a:off x="3667" y="3106"/>
              <a:ext cx="3" cy="13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05" name=""/>
            <p:cNvSpPr/>
            <p:nvPr/>
          </p:nvSpPr>
          <p:spPr>
            <a:xfrm rot="0">
              <a:off x="3667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06" name=""/>
            <p:cNvSpPr/>
            <p:nvPr/>
          </p:nvSpPr>
          <p:spPr>
            <a:xfrm rot="0">
              <a:off x="3668" y="3094"/>
              <a:ext cx="21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10" y="0"/>
                  </a:moveTo>
                  <a:lnTo>
                    <a:pt x="5" y="26"/>
                  </a:lnTo>
                  <a:lnTo>
                    <a:pt x="0" y="52"/>
                  </a:lnTo>
                  <a:lnTo>
                    <a:pt x="33" y="58"/>
                  </a:lnTo>
                  <a:lnTo>
                    <a:pt x="38" y="32"/>
                  </a:lnTo>
                  <a:lnTo>
                    <a:pt x="43" y="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07" name=""/>
            <p:cNvSpPr/>
            <p:nvPr/>
          </p:nvSpPr>
          <p:spPr>
            <a:xfrm rot="0">
              <a:off x="3668" y="3094"/>
              <a:ext cx="21" cy="28"/>
            </a:xfrm>
            <a:custGeom>
              <a:avLst/>
              <a:ahLst/>
              <a:rect l="0" t="0" r="r" b="b"/>
              <a:pathLst>
                <a:path w="43" h="58">
                  <a:moveTo>
                    <a:pt x="10" y="0"/>
                  </a:moveTo>
                  <a:lnTo>
                    <a:pt x="5" y="26"/>
                  </a:lnTo>
                  <a:lnTo>
                    <a:pt x="0" y="52"/>
                  </a:lnTo>
                  <a:lnTo>
                    <a:pt x="33" y="58"/>
                  </a:lnTo>
                  <a:lnTo>
                    <a:pt x="38" y="32"/>
                  </a:lnTo>
                  <a:lnTo>
                    <a:pt x="43" y="6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08" name=""/>
            <p:cNvSpPr/>
            <p:nvPr/>
          </p:nvSpPr>
          <p:spPr>
            <a:xfrm rot="0">
              <a:off x="3684" y="3110"/>
              <a:ext cx="3" cy="12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09" name=""/>
            <p:cNvSpPr/>
            <p:nvPr/>
          </p:nvSpPr>
          <p:spPr>
            <a:xfrm rot="0">
              <a:off x="3684" y="31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10" name=""/>
            <p:cNvSpPr/>
            <p:nvPr/>
          </p:nvSpPr>
          <p:spPr>
            <a:xfrm rot="0">
              <a:off x="3685" y="3097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6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33" y="56"/>
                  </a:lnTo>
                  <a:lnTo>
                    <a:pt x="36" y="30"/>
                  </a:lnTo>
                  <a:lnTo>
                    <a:pt x="39" y="5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11" name=""/>
            <p:cNvSpPr/>
            <p:nvPr/>
          </p:nvSpPr>
          <p:spPr>
            <a:xfrm rot="0">
              <a:off x="3685" y="3097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6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33" y="56"/>
                  </a:lnTo>
                  <a:lnTo>
                    <a:pt x="36" y="30"/>
                  </a:lnTo>
                  <a:lnTo>
                    <a:pt x="39" y="5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12" name=""/>
            <p:cNvSpPr/>
            <p:nvPr/>
          </p:nvSpPr>
          <p:spPr>
            <a:xfrm rot="0">
              <a:off x="3702" y="3112"/>
              <a:ext cx="2" cy="12"/>
            </a:xfrm>
            <a:custGeom>
              <a:avLst/>
              <a:ahLst/>
              <a:rect l="0" t="0" r="r" b="b"/>
              <a:pathLst>
                <a:path w="3" h="26">
                  <a:moveTo>
                    <a:pt x="3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13" name=""/>
            <p:cNvSpPr/>
            <p:nvPr/>
          </p:nvSpPr>
          <p:spPr>
            <a:xfrm rot="0">
              <a:off x="3702" y="31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14" name=""/>
            <p:cNvSpPr/>
            <p:nvPr/>
          </p:nvSpPr>
          <p:spPr>
            <a:xfrm rot="0">
              <a:off x="3703" y="3099"/>
              <a:ext cx="18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3" y="54"/>
                  </a:lnTo>
                  <a:lnTo>
                    <a:pt x="35" y="28"/>
                  </a:lnTo>
                  <a:lnTo>
                    <a:pt x="37" y="3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15" name=""/>
            <p:cNvSpPr/>
            <p:nvPr/>
          </p:nvSpPr>
          <p:spPr>
            <a:xfrm rot="0">
              <a:off x="3703" y="3099"/>
              <a:ext cx="18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4" y="0"/>
                  </a:moveTo>
                  <a:lnTo>
                    <a:pt x="2" y="25"/>
                  </a:lnTo>
                  <a:lnTo>
                    <a:pt x="0" y="51"/>
                  </a:lnTo>
                  <a:lnTo>
                    <a:pt x="33" y="54"/>
                  </a:lnTo>
                  <a:lnTo>
                    <a:pt x="35" y="28"/>
                  </a:lnTo>
                  <a:lnTo>
                    <a:pt x="37" y="3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16" name=""/>
            <p:cNvSpPr/>
            <p:nvPr/>
          </p:nvSpPr>
          <p:spPr>
            <a:xfrm rot="0">
              <a:off x="3719" y="3113"/>
              <a:ext cx="1" cy="13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17" name=""/>
            <p:cNvSpPr/>
            <p:nvPr/>
          </p:nvSpPr>
          <p:spPr>
            <a:xfrm rot="0">
              <a:off x="3719" y="31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18" name=""/>
            <p:cNvSpPr/>
            <p:nvPr/>
          </p:nvSpPr>
          <p:spPr>
            <a:xfrm rot="0">
              <a:off x="3720" y="3100"/>
              <a:ext cx="17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34" y="52"/>
                  </a:lnTo>
                  <a:lnTo>
                    <a:pt x="35" y="26"/>
                  </a:lnTo>
                  <a:lnTo>
                    <a:pt x="36" y="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19" name=""/>
            <p:cNvSpPr/>
            <p:nvPr/>
          </p:nvSpPr>
          <p:spPr>
            <a:xfrm rot="0">
              <a:off x="3720" y="3100"/>
              <a:ext cx="17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34" y="52"/>
                  </a:lnTo>
                  <a:lnTo>
                    <a:pt x="35" y="26"/>
                  </a:lnTo>
                  <a:lnTo>
                    <a:pt x="36" y="1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20" name=""/>
            <p:cNvSpPr/>
            <p:nvPr/>
          </p:nvSpPr>
          <p:spPr>
            <a:xfrm rot="0">
              <a:off x="3736" y="3114"/>
              <a:ext cx="1" cy="12"/>
            </a:xfrm>
            <a:custGeom>
              <a:avLst/>
              <a:ahLst/>
              <a:rect l="0" t="0" r="r" b="b"/>
              <a:pathLst>
                <a:path w="1" h="26">
                  <a:moveTo>
                    <a:pt x="1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21" name=""/>
            <p:cNvSpPr/>
            <p:nvPr/>
          </p:nvSpPr>
          <p:spPr>
            <a:xfrm rot="0">
              <a:off x="3736" y="31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22" name=""/>
            <p:cNvSpPr/>
            <p:nvPr/>
          </p:nvSpPr>
          <p:spPr>
            <a:xfrm rot="0">
              <a:off x="3737" y="3100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6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23" name=""/>
            <p:cNvSpPr/>
            <p:nvPr/>
          </p:nvSpPr>
          <p:spPr>
            <a:xfrm rot="0">
              <a:off x="3737" y="3100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6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24" name=""/>
            <p:cNvSpPr/>
            <p:nvPr/>
          </p:nvSpPr>
          <p:spPr>
            <a:xfrm rot="0">
              <a:off x="3753" y="3114"/>
              <a:ext cx="1" cy="12"/>
            </a:xfrm>
            <a:custGeom>
              <a:avLst/>
              <a:ahLst/>
              <a:rect l="0" t="0" r="r" b="b"/>
              <a:pathLst>
                <a:path w="2" h="26">
                  <a:moveTo>
                    <a:pt x="0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25" name=""/>
            <p:cNvSpPr/>
            <p:nvPr/>
          </p:nvSpPr>
          <p:spPr>
            <a:xfrm rot="0">
              <a:off x="3753" y="31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26" name=""/>
            <p:cNvSpPr/>
            <p:nvPr/>
          </p:nvSpPr>
          <p:spPr>
            <a:xfrm rot="0">
              <a:off x="3752" y="3100"/>
              <a:ext cx="19" cy="26"/>
            </a:xfrm>
            <a:custGeom>
              <a:avLst/>
              <a:ahLst/>
              <a:rect l="0" t="0" r="r" b="b"/>
              <a:pathLst>
                <a:path w="38" h="53">
                  <a:moveTo>
                    <a:pt x="0" y="2"/>
                  </a:moveTo>
                  <a:lnTo>
                    <a:pt x="2" y="27"/>
                  </a:lnTo>
                  <a:lnTo>
                    <a:pt x="4" y="53"/>
                  </a:lnTo>
                  <a:lnTo>
                    <a:pt x="38" y="51"/>
                  </a:lnTo>
                  <a:lnTo>
                    <a:pt x="35" y="25"/>
                  </a:lnTo>
                  <a:lnTo>
                    <a:pt x="3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27" name=""/>
            <p:cNvSpPr/>
            <p:nvPr/>
          </p:nvSpPr>
          <p:spPr>
            <a:xfrm rot="0">
              <a:off x="3752" y="3100"/>
              <a:ext cx="19" cy="26"/>
            </a:xfrm>
            <a:custGeom>
              <a:avLst/>
              <a:ahLst/>
              <a:rect l="0" t="0" r="r" b="b"/>
              <a:pathLst>
                <a:path w="38" h="53">
                  <a:moveTo>
                    <a:pt x="0" y="2"/>
                  </a:moveTo>
                  <a:lnTo>
                    <a:pt x="2" y="27"/>
                  </a:lnTo>
                  <a:lnTo>
                    <a:pt x="4" y="53"/>
                  </a:lnTo>
                  <a:lnTo>
                    <a:pt x="38" y="51"/>
                  </a:lnTo>
                  <a:lnTo>
                    <a:pt x="35" y="25"/>
                  </a:lnTo>
                  <a:lnTo>
                    <a:pt x="33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28" name=""/>
            <p:cNvSpPr/>
            <p:nvPr/>
          </p:nvSpPr>
          <p:spPr>
            <a:xfrm rot="0">
              <a:off x="3770" y="3113"/>
              <a:ext cx="2" cy="12"/>
            </a:xfrm>
            <a:custGeom>
              <a:avLst/>
              <a:ahLst/>
              <a:rect l="0" t="0" r="r" b="b"/>
              <a:pathLst>
                <a:path w="4" h="26">
                  <a:moveTo>
                    <a:pt x="0" y="0"/>
                  </a:moveTo>
                  <a:lnTo>
                    <a:pt x="3" y="26"/>
                  </a:lnTo>
                  <a:lnTo>
                    <a:pt x="4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29" name=""/>
            <p:cNvSpPr/>
            <p:nvPr/>
          </p:nvSpPr>
          <p:spPr>
            <a:xfrm rot="0">
              <a:off x="3771" y="3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30" name=""/>
            <p:cNvSpPr/>
            <p:nvPr/>
          </p:nvSpPr>
          <p:spPr>
            <a:xfrm rot="0">
              <a:off x="3769" y="3098"/>
              <a:ext cx="19" cy="27"/>
            </a:xfrm>
            <a:custGeom>
              <a:avLst/>
              <a:ahLst/>
              <a:rect l="0" t="0" r="r" b="b"/>
              <a:pathLst>
                <a:path w="39" h="55">
                  <a:moveTo>
                    <a:pt x="0" y="4"/>
                  </a:moveTo>
                  <a:lnTo>
                    <a:pt x="3" y="29"/>
                  </a:lnTo>
                  <a:lnTo>
                    <a:pt x="7" y="55"/>
                  </a:lnTo>
                  <a:lnTo>
                    <a:pt x="39" y="51"/>
                  </a:lnTo>
                  <a:lnTo>
                    <a:pt x="36" y="25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31" name=""/>
            <p:cNvSpPr/>
            <p:nvPr/>
          </p:nvSpPr>
          <p:spPr>
            <a:xfrm rot="0">
              <a:off x="3769" y="3098"/>
              <a:ext cx="19" cy="27"/>
            </a:xfrm>
            <a:custGeom>
              <a:avLst/>
              <a:ahLst/>
              <a:rect l="0" t="0" r="r" b="b"/>
              <a:pathLst>
                <a:path w="39" h="55">
                  <a:moveTo>
                    <a:pt x="0" y="4"/>
                  </a:moveTo>
                  <a:lnTo>
                    <a:pt x="3" y="29"/>
                  </a:lnTo>
                  <a:lnTo>
                    <a:pt x="7" y="55"/>
                  </a:lnTo>
                  <a:lnTo>
                    <a:pt x="39" y="51"/>
                  </a:lnTo>
                  <a:lnTo>
                    <a:pt x="36" y="25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32" name=""/>
            <p:cNvSpPr/>
            <p:nvPr/>
          </p:nvSpPr>
          <p:spPr>
            <a:xfrm rot="0">
              <a:off x="3787" y="3111"/>
              <a:ext cx="2" cy="12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3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33" name=""/>
            <p:cNvSpPr/>
            <p:nvPr/>
          </p:nvSpPr>
          <p:spPr>
            <a:xfrm rot="0">
              <a:off x="3788" y="31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34" name=""/>
            <p:cNvSpPr/>
            <p:nvPr/>
          </p:nvSpPr>
          <p:spPr>
            <a:xfrm rot="0">
              <a:off x="3784" y="3095"/>
              <a:ext cx="22" cy="28"/>
            </a:xfrm>
            <a:custGeom>
              <a:avLst/>
              <a:ahLst/>
              <a:rect l="0" t="0" r="r" b="b"/>
              <a:pathLst>
                <a:path w="44" h="58">
                  <a:moveTo>
                    <a:pt x="0" y="7"/>
                  </a:moveTo>
                  <a:lnTo>
                    <a:pt x="5" y="32"/>
                  </a:lnTo>
                  <a:lnTo>
                    <a:pt x="10" y="58"/>
                  </a:lnTo>
                  <a:lnTo>
                    <a:pt x="44" y="52"/>
                  </a:lnTo>
                  <a:lnTo>
                    <a:pt x="39" y="26"/>
                  </a:lnTo>
                  <a:lnTo>
                    <a:pt x="34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35" name=""/>
            <p:cNvSpPr/>
            <p:nvPr/>
          </p:nvSpPr>
          <p:spPr>
            <a:xfrm rot="0">
              <a:off x="3784" y="3095"/>
              <a:ext cx="22" cy="28"/>
            </a:xfrm>
            <a:custGeom>
              <a:avLst/>
              <a:ahLst/>
              <a:rect l="0" t="0" r="r" b="b"/>
              <a:pathLst>
                <a:path w="44" h="58">
                  <a:moveTo>
                    <a:pt x="0" y="7"/>
                  </a:moveTo>
                  <a:lnTo>
                    <a:pt x="5" y="32"/>
                  </a:lnTo>
                  <a:lnTo>
                    <a:pt x="10" y="58"/>
                  </a:lnTo>
                  <a:lnTo>
                    <a:pt x="44" y="52"/>
                  </a:lnTo>
                  <a:lnTo>
                    <a:pt x="39" y="26"/>
                  </a:lnTo>
                  <a:lnTo>
                    <a:pt x="34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36" name=""/>
            <p:cNvSpPr/>
            <p:nvPr/>
          </p:nvSpPr>
          <p:spPr>
            <a:xfrm rot="0">
              <a:off x="3803" y="3107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5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37" name=""/>
            <p:cNvSpPr/>
            <p:nvPr/>
          </p:nvSpPr>
          <p:spPr>
            <a:xfrm rot="0">
              <a:off x="3806" y="3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38" name=""/>
            <p:cNvSpPr/>
            <p:nvPr/>
          </p:nvSpPr>
          <p:spPr>
            <a:xfrm rot="0">
              <a:off x="3801" y="3091"/>
              <a:ext cx="21" cy="29"/>
            </a:xfrm>
            <a:custGeom>
              <a:avLst/>
              <a:ahLst/>
              <a:rect l="0" t="0" r="r" b="b"/>
              <a:pathLst>
                <a:path w="43" h="59">
                  <a:moveTo>
                    <a:pt x="0" y="7"/>
                  </a:moveTo>
                  <a:lnTo>
                    <a:pt x="5" y="33"/>
                  </a:lnTo>
                  <a:lnTo>
                    <a:pt x="10" y="59"/>
                  </a:lnTo>
                  <a:lnTo>
                    <a:pt x="43" y="51"/>
                  </a:lnTo>
                  <a:lnTo>
                    <a:pt x="38" y="26"/>
                  </a:lnTo>
                  <a:lnTo>
                    <a:pt x="3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39" name=""/>
            <p:cNvSpPr/>
            <p:nvPr/>
          </p:nvSpPr>
          <p:spPr>
            <a:xfrm rot="0">
              <a:off x="3801" y="3091"/>
              <a:ext cx="21" cy="29"/>
            </a:xfrm>
            <a:custGeom>
              <a:avLst/>
              <a:ahLst/>
              <a:rect l="0" t="0" r="r" b="b"/>
              <a:pathLst>
                <a:path w="43" h="59">
                  <a:moveTo>
                    <a:pt x="0" y="7"/>
                  </a:moveTo>
                  <a:lnTo>
                    <a:pt x="5" y="33"/>
                  </a:lnTo>
                  <a:lnTo>
                    <a:pt x="10" y="59"/>
                  </a:lnTo>
                  <a:lnTo>
                    <a:pt x="43" y="51"/>
                  </a:lnTo>
                  <a:lnTo>
                    <a:pt x="38" y="26"/>
                  </a:lnTo>
                  <a:lnTo>
                    <a:pt x="33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40" name=""/>
            <p:cNvSpPr/>
            <p:nvPr/>
          </p:nvSpPr>
          <p:spPr>
            <a:xfrm rot="0">
              <a:off x="3820" y="3104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5" y="25"/>
                  </a:lnTo>
                  <a:lnTo>
                    <a:pt x="7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41" name=""/>
            <p:cNvSpPr/>
            <p:nvPr/>
          </p:nvSpPr>
          <p:spPr>
            <a:xfrm rot="0" flipV="1">
              <a:off x="3822" y="3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42" name=""/>
            <p:cNvSpPr/>
            <p:nvPr/>
          </p:nvSpPr>
          <p:spPr>
            <a:xfrm rot="0">
              <a:off x="3816" y="3087"/>
              <a:ext cx="23" cy="29"/>
            </a:xfrm>
            <a:custGeom>
              <a:avLst/>
              <a:ahLst/>
              <a:rect l="0" t="0" r="r" b="b"/>
              <a:pathLst>
                <a:path w="46" h="58">
                  <a:moveTo>
                    <a:pt x="0" y="9"/>
                  </a:moveTo>
                  <a:lnTo>
                    <a:pt x="7" y="34"/>
                  </a:lnTo>
                  <a:lnTo>
                    <a:pt x="14" y="58"/>
                  </a:lnTo>
                  <a:lnTo>
                    <a:pt x="46" y="49"/>
                  </a:lnTo>
                  <a:lnTo>
                    <a:pt x="38" y="25"/>
                  </a:lnTo>
                  <a:lnTo>
                    <a:pt x="31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43" name=""/>
            <p:cNvSpPr/>
            <p:nvPr/>
          </p:nvSpPr>
          <p:spPr>
            <a:xfrm rot="0">
              <a:off x="3816" y="3087"/>
              <a:ext cx="23" cy="29"/>
            </a:xfrm>
            <a:custGeom>
              <a:avLst/>
              <a:ahLst/>
              <a:rect l="0" t="0" r="r" b="b"/>
              <a:pathLst>
                <a:path w="46" h="58">
                  <a:moveTo>
                    <a:pt x="0" y="9"/>
                  </a:moveTo>
                  <a:lnTo>
                    <a:pt x="7" y="34"/>
                  </a:lnTo>
                  <a:lnTo>
                    <a:pt x="14" y="58"/>
                  </a:lnTo>
                  <a:lnTo>
                    <a:pt x="46" y="49"/>
                  </a:lnTo>
                  <a:lnTo>
                    <a:pt x="38" y="25"/>
                  </a:lnTo>
                  <a:lnTo>
                    <a:pt x="31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44" name=""/>
            <p:cNvSpPr/>
            <p:nvPr/>
          </p:nvSpPr>
          <p:spPr>
            <a:xfrm rot="0">
              <a:off x="3836" y="3099"/>
              <a:ext cx="4" cy="13"/>
            </a:xfrm>
            <a:custGeom>
              <a:avLst/>
              <a:ahLst/>
              <a:rect l="0" t="0" r="r" b="b"/>
              <a:pathLst>
                <a:path w="9" h="24">
                  <a:moveTo>
                    <a:pt x="0" y="0"/>
                  </a:moveTo>
                  <a:lnTo>
                    <a:pt x="8" y="24"/>
                  </a:lnTo>
                  <a:lnTo>
                    <a:pt x="9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45" name=""/>
            <p:cNvSpPr/>
            <p:nvPr/>
          </p:nvSpPr>
          <p:spPr>
            <a:xfrm rot="0">
              <a:off x="3839" y="31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46" name=""/>
            <p:cNvSpPr/>
            <p:nvPr/>
          </p:nvSpPr>
          <p:spPr>
            <a:xfrm rot="0">
              <a:off x="3832" y="3082"/>
              <a:ext cx="24" cy="30"/>
            </a:xfrm>
            <a:custGeom>
              <a:avLst/>
              <a:ahLst/>
              <a:rect l="0" t="0" r="r" b="b"/>
              <a:pathLst>
                <a:path w="48" h="59">
                  <a:moveTo>
                    <a:pt x="0" y="10"/>
                  </a:moveTo>
                  <a:lnTo>
                    <a:pt x="8" y="35"/>
                  </a:lnTo>
                  <a:lnTo>
                    <a:pt x="17" y="59"/>
                  </a:lnTo>
                  <a:lnTo>
                    <a:pt x="48" y="49"/>
                  </a:lnTo>
                  <a:lnTo>
                    <a:pt x="40" y="24"/>
                  </a:lnTo>
                  <a:lnTo>
                    <a:pt x="32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47" name=""/>
            <p:cNvSpPr/>
            <p:nvPr/>
          </p:nvSpPr>
          <p:spPr>
            <a:xfrm rot="0">
              <a:off x="3832" y="3082"/>
              <a:ext cx="24" cy="30"/>
            </a:xfrm>
            <a:custGeom>
              <a:avLst/>
              <a:ahLst/>
              <a:rect l="0" t="0" r="r" b="b"/>
              <a:pathLst>
                <a:path w="48" h="59">
                  <a:moveTo>
                    <a:pt x="0" y="10"/>
                  </a:moveTo>
                  <a:lnTo>
                    <a:pt x="8" y="35"/>
                  </a:lnTo>
                  <a:lnTo>
                    <a:pt x="17" y="59"/>
                  </a:lnTo>
                  <a:lnTo>
                    <a:pt x="48" y="49"/>
                  </a:lnTo>
                  <a:lnTo>
                    <a:pt x="40" y="24"/>
                  </a:lnTo>
                  <a:lnTo>
                    <a:pt x="32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48" name=""/>
            <p:cNvSpPr/>
            <p:nvPr/>
          </p:nvSpPr>
          <p:spPr>
            <a:xfrm rot="0">
              <a:off x="3852" y="3094"/>
              <a:ext cx="4" cy="12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8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49" name=""/>
            <p:cNvSpPr/>
            <p:nvPr/>
          </p:nvSpPr>
          <p:spPr>
            <a:xfrm rot="0">
              <a:off x="3856" y="31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50" name=""/>
            <p:cNvSpPr/>
            <p:nvPr/>
          </p:nvSpPr>
          <p:spPr>
            <a:xfrm rot="0">
              <a:off x="3847" y="3076"/>
              <a:ext cx="25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0" y="13"/>
                  </a:moveTo>
                  <a:lnTo>
                    <a:pt x="9" y="37"/>
                  </a:lnTo>
                  <a:lnTo>
                    <a:pt x="18" y="62"/>
                  </a:lnTo>
                  <a:lnTo>
                    <a:pt x="49" y="50"/>
                  </a:lnTo>
                  <a:lnTo>
                    <a:pt x="40" y="25"/>
                  </a:lnTo>
                  <a:lnTo>
                    <a:pt x="31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51" name=""/>
            <p:cNvSpPr/>
            <p:nvPr/>
          </p:nvSpPr>
          <p:spPr>
            <a:xfrm rot="0">
              <a:off x="3847" y="3076"/>
              <a:ext cx="25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0" y="13"/>
                  </a:moveTo>
                  <a:lnTo>
                    <a:pt x="9" y="37"/>
                  </a:lnTo>
                  <a:lnTo>
                    <a:pt x="18" y="62"/>
                  </a:lnTo>
                  <a:lnTo>
                    <a:pt x="49" y="50"/>
                  </a:lnTo>
                  <a:lnTo>
                    <a:pt x="40" y="25"/>
                  </a:lnTo>
                  <a:lnTo>
                    <a:pt x="31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52" name=""/>
            <p:cNvSpPr/>
            <p:nvPr/>
          </p:nvSpPr>
          <p:spPr>
            <a:xfrm rot="0">
              <a:off x="3867" y="3088"/>
              <a:ext cx="5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0" y="0"/>
                  </a:moveTo>
                  <a:lnTo>
                    <a:pt x="9" y="25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53" name=""/>
            <p:cNvSpPr/>
            <p:nvPr/>
          </p:nvSpPr>
          <p:spPr>
            <a:xfrm rot="0" flipV="1">
              <a:off x="3872" y="3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54" name=""/>
            <p:cNvSpPr/>
            <p:nvPr/>
          </p:nvSpPr>
          <p:spPr>
            <a:xfrm rot="0">
              <a:off x="3862" y="3070"/>
              <a:ext cx="25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0" y="14"/>
                  </a:moveTo>
                  <a:lnTo>
                    <a:pt x="10" y="37"/>
                  </a:lnTo>
                  <a:lnTo>
                    <a:pt x="20" y="61"/>
                  </a:lnTo>
                  <a:lnTo>
                    <a:pt x="51" y="47"/>
                  </a:lnTo>
                  <a:lnTo>
                    <a:pt x="41" y="24"/>
                  </a:lnTo>
                  <a:lnTo>
                    <a:pt x="30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55" name=""/>
            <p:cNvSpPr/>
            <p:nvPr/>
          </p:nvSpPr>
          <p:spPr>
            <a:xfrm rot="0">
              <a:off x="3862" y="3070"/>
              <a:ext cx="25" cy="30"/>
            </a:xfrm>
            <a:custGeom>
              <a:avLst/>
              <a:ahLst/>
              <a:rect l="0" t="0" r="r" b="b"/>
              <a:pathLst>
                <a:path w="51" h="61">
                  <a:moveTo>
                    <a:pt x="0" y="14"/>
                  </a:moveTo>
                  <a:lnTo>
                    <a:pt x="10" y="37"/>
                  </a:lnTo>
                  <a:lnTo>
                    <a:pt x="20" y="61"/>
                  </a:lnTo>
                  <a:lnTo>
                    <a:pt x="51" y="47"/>
                  </a:lnTo>
                  <a:lnTo>
                    <a:pt x="41" y="24"/>
                  </a:lnTo>
                  <a:lnTo>
                    <a:pt x="30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56" name=""/>
            <p:cNvSpPr/>
            <p:nvPr/>
          </p:nvSpPr>
          <p:spPr>
            <a:xfrm rot="0">
              <a:off x="3882" y="3081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0"/>
                  </a:moveTo>
                  <a:lnTo>
                    <a:pt x="10" y="23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57" name=""/>
            <p:cNvSpPr/>
            <p:nvPr/>
          </p:nvSpPr>
          <p:spPr>
            <a:xfrm rot="0">
              <a:off x="3887" y="30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58" name=""/>
            <p:cNvSpPr/>
            <p:nvPr/>
          </p:nvSpPr>
          <p:spPr>
            <a:xfrm rot="0">
              <a:off x="3876" y="3062"/>
              <a:ext cx="27" cy="31"/>
            </a:xfrm>
            <a:custGeom>
              <a:avLst/>
              <a:ahLst/>
              <a:rect l="0" t="0" r="r" b="b"/>
              <a:pathLst>
                <a:path w="55" h="62">
                  <a:moveTo>
                    <a:pt x="0" y="15"/>
                  </a:moveTo>
                  <a:lnTo>
                    <a:pt x="13" y="39"/>
                  </a:lnTo>
                  <a:lnTo>
                    <a:pt x="25" y="62"/>
                  </a:lnTo>
                  <a:lnTo>
                    <a:pt x="55" y="47"/>
                  </a:ln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59" name=""/>
            <p:cNvSpPr/>
            <p:nvPr/>
          </p:nvSpPr>
          <p:spPr>
            <a:xfrm rot="0">
              <a:off x="3876" y="3062"/>
              <a:ext cx="27" cy="31"/>
            </a:xfrm>
            <a:custGeom>
              <a:avLst/>
              <a:ahLst/>
              <a:rect l="0" t="0" r="r" b="b"/>
              <a:pathLst>
                <a:path w="55" h="62">
                  <a:moveTo>
                    <a:pt x="0" y="15"/>
                  </a:moveTo>
                  <a:lnTo>
                    <a:pt x="13" y="39"/>
                  </a:lnTo>
                  <a:lnTo>
                    <a:pt x="25" y="62"/>
                  </a:lnTo>
                  <a:lnTo>
                    <a:pt x="55" y="47"/>
                  </a:ln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60" name=""/>
            <p:cNvSpPr/>
            <p:nvPr/>
          </p:nvSpPr>
          <p:spPr>
            <a:xfrm rot="0">
              <a:off x="3897" y="3074"/>
              <a:ext cx="7" cy="11"/>
            </a:xfrm>
            <a:custGeom>
              <a:avLst/>
              <a:ahLst/>
              <a:rect l="0" t="0" r="r" b="b"/>
              <a:pathLst>
                <a:path w="14" h="24">
                  <a:moveTo>
                    <a:pt x="0" y="0"/>
                  </a:moveTo>
                  <a:lnTo>
                    <a:pt x="13" y="24"/>
                  </a:lnTo>
                  <a:lnTo>
                    <a:pt x="14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61" name=""/>
            <p:cNvSpPr/>
            <p:nvPr/>
          </p:nvSpPr>
          <p:spPr>
            <a:xfrm rot="0" flipV="1">
              <a:off x="3903" y="3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62" name=""/>
            <p:cNvSpPr/>
            <p:nvPr/>
          </p:nvSpPr>
          <p:spPr>
            <a:xfrm rot="0">
              <a:off x="3890" y="3054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0" y="18"/>
                  </a:moveTo>
                  <a:lnTo>
                    <a:pt x="13" y="40"/>
                  </a:lnTo>
                  <a:lnTo>
                    <a:pt x="27" y="63"/>
                  </a:lnTo>
                  <a:lnTo>
                    <a:pt x="55" y="46"/>
                  </a:lnTo>
                  <a:lnTo>
                    <a:pt x="42" y="23"/>
                  </a:lnTo>
                  <a:lnTo>
                    <a:pt x="29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63" name=""/>
            <p:cNvSpPr/>
            <p:nvPr/>
          </p:nvSpPr>
          <p:spPr>
            <a:xfrm rot="0">
              <a:off x="3890" y="3054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0" y="18"/>
                  </a:moveTo>
                  <a:lnTo>
                    <a:pt x="13" y="40"/>
                  </a:lnTo>
                  <a:lnTo>
                    <a:pt x="27" y="63"/>
                  </a:lnTo>
                  <a:lnTo>
                    <a:pt x="55" y="46"/>
                  </a:lnTo>
                  <a:lnTo>
                    <a:pt x="42" y="23"/>
                  </a:lnTo>
                  <a:lnTo>
                    <a:pt x="29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64" name=""/>
            <p:cNvSpPr/>
            <p:nvPr/>
          </p:nvSpPr>
          <p:spPr>
            <a:xfrm rot="0">
              <a:off x="3911" y="3065"/>
              <a:ext cx="8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0" y="0"/>
                  </a:moveTo>
                  <a:lnTo>
                    <a:pt x="13" y="23"/>
                  </a:lnTo>
                  <a:lnTo>
                    <a:pt x="14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65" name=""/>
            <p:cNvSpPr/>
            <p:nvPr/>
          </p:nvSpPr>
          <p:spPr>
            <a:xfrm rot="0" flipV="1">
              <a:off x="3918" y="30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66" name=""/>
            <p:cNvSpPr/>
            <p:nvPr/>
          </p:nvSpPr>
          <p:spPr>
            <a:xfrm rot="0">
              <a:off x="3904" y="3045"/>
              <a:ext cx="29" cy="31"/>
            </a:xfrm>
            <a:custGeom>
              <a:avLst/>
              <a:ahLst/>
              <a:rect l="0" t="0" r="r" b="b"/>
              <a:pathLst>
                <a:path w="57" h="61">
                  <a:moveTo>
                    <a:pt x="0" y="19"/>
                  </a:moveTo>
                  <a:lnTo>
                    <a:pt x="14" y="40"/>
                  </a:lnTo>
                  <a:lnTo>
                    <a:pt x="28" y="61"/>
                  </a:lnTo>
                  <a:lnTo>
                    <a:pt x="57" y="43"/>
                  </a:lnTo>
                  <a:lnTo>
                    <a:pt x="43" y="22"/>
                  </a:lnTo>
                  <a:lnTo>
                    <a:pt x="2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67" name=""/>
            <p:cNvSpPr/>
            <p:nvPr/>
          </p:nvSpPr>
          <p:spPr>
            <a:xfrm rot="0">
              <a:off x="3904" y="3045"/>
              <a:ext cx="29" cy="31"/>
            </a:xfrm>
            <a:custGeom>
              <a:avLst/>
              <a:ahLst/>
              <a:rect l="0" t="0" r="r" b="b"/>
              <a:pathLst>
                <a:path w="57" h="61">
                  <a:moveTo>
                    <a:pt x="0" y="19"/>
                  </a:moveTo>
                  <a:lnTo>
                    <a:pt x="14" y="40"/>
                  </a:lnTo>
                  <a:lnTo>
                    <a:pt x="28" y="61"/>
                  </a:lnTo>
                  <a:lnTo>
                    <a:pt x="57" y="43"/>
                  </a:lnTo>
                  <a:lnTo>
                    <a:pt x="43" y="22"/>
                  </a:lnTo>
                  <a:lnTo>
                    <a:pt x="28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68" name=""/>
            <p:cNvSpPr/>
            <p:nvPr/>
          </p:nvSpPr>
          <p:spPr>
            <a:xfrm rot="0">
              <a:off x="3926" y="3056"/>
              <a:ext cx="7" cy="11"/>
            </a:xfrm>
            <a:custGeom>
              <a:avLst/>
              <a:ahLst/>
              <a:rect l="0" t="0" r="r" b="b"/>
              <a:pathLst>
                <a:path w="15" h="21">
                  <a:moveTo>
                    <a:pt x="0" y="0"/>
                  </a:moveTo>
                  <a:lnTo>
                    <a:pt x="14" y="21"/>
                  </a:lnTo>
                  <a:lnTo>
                    <a:pt x="1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69" name=""/>
            <p:cNvSpPr/>
            <p:nvPr/>
          </p:nvSpPr>
          <p:spPr>
            <a:xfrm rot="0">
              <a:off x="3933" y="3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70" name=""/>
            <p:cNvSpPr/>
            <p:nvPr/>
          </p:nvSpPr>
          <p:spPr>
            <a:xfrm rot="0">
              <a:off x="3918" y="3035"/>
              <a:ext cx="29" cy="32"/>
            </a:xfrm>
            <a:custGeom>
              <a:avLst/>
              <a:ahLst/>
              <a:rect l="0" t="0" r="r" b="b"/>
              <a:pathLst>
                <a:path w="58" h="62">
                  <a:moveTo>
                    <a:pt x="0" y="19"/>
                  </a:moveTo>
                  <a:lnTo>
                    <a:pt x="16" y="41"/>
                  </a:lnTo>
                  <a:lnTo>
                    <a:pt x="31" y="62"/>
                  </a:lnTo>
                  <a:lnTo>
                    <a:pt x="58" y="43"/>
                  </a:lnTo>
                  <a:lnTo>
                    <a:pt x="42" y="21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71" name=""/>
            <p:cNvSpPr/>
            <p:nvPr/>
          </p:nvSpPr>
          <p:spPr>
            <a:xfrm rot="0">
              <a:off x="3918" y="3035"/>
              <a:ext cx="29" cy="32"/>
            </a:xfrm>
            <a:custGeom>
              <a:avLst/>
              <a:ahLst/>
              <a:rect l="0" t="0" r="r" b="b"/>
              <a:pathLst>
                <a:path w="58" h="62">
                  <a:moveTo>
                    <a:pt x="0" y="19"/>
                  </a:moveTo>
                  <a:lnTo>
                    <a:pt x="16" y="41"/>
                  </a:lnTo>
                  <a:lnTo>
                    <a:pt x="31" y="62"/>
                  </a:lnTo>
                  <a:lnTo>
                    <a:pt x="58" y="43"/>
                  </a:lnTo>
                  <a:lnTo>
                    <a:pt x="42" y="21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72" name=""/>
            <p:cNvSpPr/>
            <p:nvPr/>
          </p:nvSpPr>
          <p:spPr>
            <a:xfrm rot="0">
              <a:off x="3939" y="3046"/>
              <a:ext cx="8" cy="11"/>
            </a:xfrm>
            <a:custGeom>
              <a:avLst/>
              <a:ahLst/>
              <a:rect l="0" t="0" r="r" b="b"/>
              <a:pathLst>
                <a:path w="17" h="22">
                  <a:moveTo>
                    <a:pt x="0" y="0"/>
                  </a:moveTo>
                  <a:lnTo>
                    <a:pt x="16" y="22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73" name=""/>
            <p:cNvSpPr/>
            <p:nvPr/>
          </p:nvSpPr>
          <p:spPr>
            <a:xfrm rot="0" flipV="1">
              <a:off x="3947" y="3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74" name=""/>
            <p:cNvSpPr/>
            <p:nvPr/>
          </p:nvSpPr>
          <p:spPr>
            <a:xfrm rot="0">
              <a:off x="3931" y="3026"/>
              <a:ext cx="30" cy="30"/>
            </a:xfrm>
            <a:custGeom>
              <a:avLst/>
              <a:ahLst/>
              <a:rect l="0" t="0" r="r" b="b"/>
              <a:pathLst>
                <a:path w="59" h="62">
                  <a:moveTo>
                    <a:pt x="0" y="21"/>
                  </a:moveTo>
                  <a:lnTo>
                    <a:pt x="16" y="41"/>
                  </a:lnTo>
                  <a:lnTo>
                    <a:pt x="33" y="62"/>
                  </a:lnTo>
                  <a:lnTo>
                    <a:pt x="59" y="41"/>
                  </a:lnTo>
                  <a:lnTo>
                    <a:pt x="43" y="21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75" name=""/>
            <p:cNvSpPr/>
            <p:nvPr/>
          </p:nvSpPr>
          <p:spPr>
            <a:xfrm rot="0">
              <a:off x="3931" y="3026"/>
              <a:ext cx="30" cy="30"/>
            </a:xfrm>
            <a:custGeom>
              <a:avLst/>
              <a:ahLst/>
              <a:rect l="0" t="0" r="r" b="b"/>
              <a:pathLst>
                <a:path w="59" h="62">
                  <a:moveTo>
                    <a:pt x="0" y="21"/>
                  </a:moveTo>
                  <a:lnTo>
                    <a:pt x="16" y="41"/>
                  </a:lnTo>
                  <a:lnTo>
                    <a:pt x="33" y="62"/>
                  </a:lnTo>
                  <a:lnTo>
                    <a:pt x="59" y="41"/>
                  </a:lnTo>
                  <a:lnTo>
                    <a:pt x="43" y="21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76" name=""/>
            <p:cNvSpPr/>
            <p:nvPr/>
          </p:nvSpPr>
          <p:spPr>
            <a:xfrm rot="0">
              <a:off x="3952" y="3036"/>
              <a:ext cx="9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0" y="0"/>
                  </a:moveTo>
                  <a:lnTo>
                    <a:pt x="16" y="20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77" name=""/>
            <p:cNvSpPr/>
            <p:nvPr/>
          </p:nvSpPr>
          <p:spPr>
            <a:xfrm rot="0" flipV="1">
              <a:off x="3961" y="30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97" name=""/>
          <p:cNvGrpSpPr/>
          <p:nvPr/>
        </p:nvGrpSpPr>
        <p:grpSpPr>
          <a:xfrm rot="0">
            <a:off x="5851525" y="3878262"/>
            <a:ext cx="628650" cy="957262"/>
            <a:chOff x="3686" y="2443"/>
            <a:chExt cx="396" cy="603"/>
          </a:xfrm>
        </p:grpSpPr>
        <p:sp>
          <p:nvSpPr>
            <p:cNvPr id="1061678" name=""/>
            <p:cNvSpPr/>
            <p:nvPr/>
          </p:nvSpPr>
          <p:spPr>
            <a:xfrm rot="0">
              <a:off x="3944" y="3015"/>
              <a:ext cx="29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0" y="22"/>
                  </a:moveTo>
                  <a:lnTo>
                    <a:pt x="18" y="42"/>
                  </a:lnTo>
                  <a:lnTo>
                    <a:pt x="35" y="61"/>
                  </a:lnTo>
                  <a:lnTo>
                    <a:pt x="60" y="39"/>
                  </a:lnTo>
                  <a:lnTo>
                    <a:pt x="42" y="19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79" name=""/>
            <p:cNvSpPr/>
            <p:nvPr/>
          </p:nvSpPr>
          <p:spPr>
            <a:xfrm rot="0">
              <a:off x="3944" y="3015"/>
              <a:ext cx="29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0" y="22"/>
                  </a:moveTo>
                  <a:lnTo>
                    <a:pt x="18" y="42"/>
                  </a:lnTo>
                  <a:lnTo>
                    <a:pt x="35" y="61"/>
                  </a:lnTo>
                  <a:lnTo>
                    <a:pt x="60" y="39"/>
                  </a:lnTo>
                  <a:lnTo>
                    <a:pt x="42" y="19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80" name=""/>
            <p:cNvSpPr/>
            <p:nvPr/>
          </p:nvSpPr>
          <p:spPr>
            <a:xfrm rot="0">
              <a:off x="3965" y="3025"/>
              <a:ext cx="9" cy="9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8" y="20"/>
                  </a:lnTo>
                  <a:lnTo>
                    <a:pt x="19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81" name=""/>
            <p:cNvSpPr/>
            <p:nvPr/>
          </p:nvSpPr>
          <p:spPr>
            <a:xfrm rot="0" flipV="1">
              <a:off x="3973" y="30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82" name=""/>
            <p:cNvSpPr/>
            <p:nvPr/>
          </p:nvSpPr>
          <p:spPr>
            <a:xfrm rot="0">
              <a:off x="3955" y="3004"/>
              <a:ext cx="31" cy="30"/>
            </a:xfrm>
            <a:custGeom>
              <a:avLst/>
              <a:ahLst/>
              <a:rect l="0" t="0" r="r" b="b"/>
              <a:pathLst>
                <a:path w="60" h="61">
                  <a:moveTo>
                    <a:pt x="0" y="24"/>
                  </a:moveTo>
                  <a:lnTo>
                    <a:pt x="18" y="42"/>
                  </a:lnTo>
                  <a:lnTo>
                    <a:pt x="37" y="61"/>
                  </a:lnTo>
                  <a:lnTo>
                    <a:pt x="60" y="37"/>
                  </a:lnTo>
                  <a:lnTo>
                    <a:pt x="42" y="19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83" name=""/>
            <p:cNvSpPr/>
            <p:nvPr/>
          </p:nvSpPr>
          <p:spPr>
            <a:xfrm rot="0">
              <a:off x="3955" y="3004"/>
              <a:ext cx="31" cy="30"/>
            </a:xfrm>
            <a:custGeom>
              <a:avLst/>
              <a:ahLst/>
              <a:rect l="0" t="0" r="r" b="b"/>
              <a:pathLst>
                <a:path w="60" h="61">
                  <a:moveTo>
                    <a:pt x="0" y="24"/>
                  </a:moveTo>
                  <a:lnTo>
                    <a:pt x="18" y="42"/>
                  </a:lnTo>
                  <a:lnTo>
                    <a:pt x="37" y="61"/>
                  </a:lnTo>
                  <a:lnTo>
                    <a:pt x="60" y="37"/>
                  </a:lnTo>
                  <a:lnTo>
                    <a:pt x="42" y="19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84" name=""/>
            <p:cNvSpPr/>
            <p:nvPr/>
          </p:nvSpPr>
          <p:spPr>
            <a:xfrm rot="0">
              <a:off x="3976" y="3013"/>
              <a:ext cx="10" cy="9"/>
            </a:xfrm>
            <a:custGeom>
              <a:avLst/>
              <a:ahLst/>
              <a:rect l="0" t="0" r="r" b="b"/>
              <a:pathLst>
                <a:path w="19" h="18">
                  <a:moveTo>
                    <a:pt x="0" y="0"/>
                  </a:moveTo>
                  <a:lnTo>
                    <a:pt x="18" y="18"/>
                  </a:lnTo>
                  <a:lnTo>
                    <a:pt x="19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85" name=""/>
            <p:cNvSpPr/>
            <p:nvPr/>
          </p:nvSpPr>
          <p:spPr>
            <a:xfrm rot="0" flipV="1">
              <a:off x="3986" y="30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86" name=""/>
            <p:cNvSpPr/>
            <p:nvPr/>
          </p:nvSpPr>
          <p:spPr>
            <a:xfrm rot="0">
              <a:off x="3967" y="2992"/>
              <a:ext cx="30" cy="29"/>
            </a:xfrm>
            <a:custGeom>
              <a:avLst/>
              <a:ahLst/>
              <a:rect l="0" t="0" r="r" b="b"/>
              <a:pathLst>
                <a:path w="62" h="59">
                  <a:moveTo>
                    <a:pt x="0" y="24"/>
                  </a:moveTo>
                  <a:lnTo>
                    <a:pt x="20" y="42"/>
                  </a:lnTo>
                  <a:lnTo>
                    <a:pt x="39" y="59"/>
                  </a:lnTo>
                  <a:lnTo>
                    <a:pt x="62" y="34"/>
                  </a:lnTo>
                  <a:lnTo>
                    <a:pt x="42" y="17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87" name=""/>
            <p:cNvSpPr/>
            <p:nvPr/>
          </p:nvSpPr>
          <p:spPr>
            <a:xfrm rot="0">
              <a:off x="3967" y="2992"/>
              <a:ext cx="30" cy="29"/>
            </a:xfrm>
            <a:custGeom>
              <a:avLst/>
              <a:ahLst/>
              <a:rect l="0" t="0" r="r" b="b"/>
              <a:pathLst>
                <a:path w="62" h="59">
                  <a:moveTo>
                    <a:pt x="0" y="24"/>
                  </a:moveTo>
                  <a:lnTo>
                    <a:pt x="20" y="42"/>
                  </a:lnTo>
                  <a:lnTo>
                    <a:pt x="39" y="59"/>
                  </a:lnTo>
                  <a:lnTo>
                    <a:pt x="62" y="34"/>
                  </a:lnTo>
                  <a:lnTo>
                    <a:pt x="42" y="17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88" name=""/>
            <p:cNvSpPr/>
            <p:nvPr/>
          </p:nvSpPr>
          <p:spPr>
            <a:xfrm rot="0">
              <a:off x="3988" y="3001"/>
              <a:ext cx="10" cy="8"/>
            </a:xfrm>
            <a:custGeom>
              <a:avLst/>
              <a:ahLst/>
              <a:rect l="0" t="0" r="r" b="b"/>
              <a:pathLst>
                <a:path w="21" h="17">
                  <a:moveTo>
                    <a:pt x="0" y="0"/>
                  </a:moveTo>
                  <a:lnTo>
                    <a:pt x="20" y="17"/>
                  </a:lnTo>
                  <a:lnTo>
                    <a:pt x="21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89" name=""/>
            <p:cNvSpPr/>
            <p:nvPr/>
          </p:nvSpPr>
          <p:spPr>
            <a:xfrm rot="0" flipV="1">
              <a:off x="3997" y="30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90" name=""/>
            <p:cNvSpPr/>
            <p:nvPr/>
          </p:nvSpPr>
          <p:spPr>
            <a:xfrm rot="0">
              <a:off x="3977" y="2979"/>
              <a:ext cx="32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0" y="27"/>
                  </a:moveTo>
                  <a:lnTo>
                    <a:pt x="20" y="43"/>
                  </a:lnTo>
                  <a:lnTo>
                    <a:pt x="41" y="59"/>
                  </a:lnTo>
                  <a:lnTo>
                    <a:pt x="62" y="33"/>
                  </a:lnTo>
                  <a:lnTo>
                    <a:pt x="42" y="16"/>
                  </a:lnTo>
                  <a:lnTo>
                    <a:pt x="2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91" name=""/>
            <p:cNvSpPr/>
            <p:nvPr/>
          </p:nvSpPr>
          <p:spPr>
            <a:xfrm rot="0">
              <a:off x="3977" y="2979"/>
              <a:ext cx="32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0" y="27"/>
                  </a:moveTo>
                  <a:lnTo>
                    <a:pt x="20" y="43"/>
                  </a:lnTo>
                  <a:lnTo>
                    <a:pt x="41" y="59"/>
                  </a:lnTo>
                  <a:lnTo>
                    <a:pt x="62" y="33"/>
                  </a:lnTo>
                  <a:lnTo>
                    <a:pt x="42" y="16"/>
                  </a:lnTo>
                  <a:lnTo>
                    <a:pt x="21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92" name=""/>
            <p:cNvSpPr/>
            <p:nvPr/>
          </p:nvSpPr>
          <p:spPr>
            <a:xfrm rot="0">
              <a:off x="3998" y="2987"/>
              <a:ext cx="11" cy="8"/>
            </a:xfrm>
            <a:custGeom>
              <a:avLst/>
              <a:ahLst/>
              <a:rect l="0" t="0" r="r" b="b"/>
              <a:pathLst>
                <a:path w="20" h="17">
                  <a:moveTo>
                    <a:pt x="0" y="0"/>
                  </a:moveTo>
                  <a:lnTo>
                    <a:pt x="20" y="17"/>
                  </a:lnTo>
                  <a:lnTo>
                    <a:pt x="20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93" name=""/>
            <p:cNvSpPr/>
            <p:nvPr/>
          </p:nvSpPr>
          <p:spPr>
            <a:xfrm rot="0">
              <a:off x="4009" y="2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94" name=""/>
            <p:cNvSpPr/>
            <p:nvPr/>
          </p:nvSpPr>
          <p:spPr>
            <a:xfrm rot="0">
              <a:off x="3988" y="2966"/>
              <a:ext cx="31" cy="29"/>
            </a:xfrm>
            <a:custGeom>
              <a:avLst/>
              <a:ahLst/>
              <a:rect l="0" t="0" r="r" b="b"/>
              <a:pathLst>
                <a:path w="62" h="60">
                  <a:moveTo>
                    <a:pt x="0" y="27"/>
                  </a:moveTo>
                  <a:lnTo>
                    <a:pt x="21" y="43"/>
                  </a:lnTo>
                  <a:lnTo>
                    <a:pt x="41" y="60"/>
                  </a:lnTo>
                  <a:lnTo>
                    <a:pt x="62" y="33"/>
                  </a:lnTo>
                  <a:lnTo>
                    <a:pt x="41" y="17"/>
                  </a:lnTo>
                  <a:lnTo>
                    <a:pt x="2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95" name=""/>
            <p:cNvSpPr/>
            <p:nvPr/>
          </p:nvSpPr>
          <p:spPr>
            <a:xfrm rot="0">
              <a:off x="3988" y="2966"/>
              <a:ext cx="31" cy="29"/>
            </a:xfrm>
            <a:custGeom>
              <a:avLst/>
              <a:ahLst/>
              <a:rect l="0" t="0" r="r" b="b"/>
              <a:pathLst>
                <a:path w="62" h="60">
                  <a:moveTo>
                    <a:pt x="0" y="27"/>
                  </a:moveTo>
                  <a:lnTo>
                    <a:pt x="21" y="43"/>
                  </a:lnTo>
                  <a:lnTo>
                    <a:pt x="41" y="60"/>
                  </a:lnTo>
                  <a:lnTo>
                    <a:pt x="62" y="33"/>
                  </a:lnTo>
                  <a:lnTo>
                    <a:pt x="41" y="17"/>
                  </a:lnTo>
                  <a:lnTo>
                    <a:pt x="21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96" name=""/>
            <p:cNvSpPr/>
            <p:nvPr/>
          </p:nvSpPr>
          <p:spPr>
            <a:xfrm rot="0">
              <a:off x="4009" y="2974"/>
              <a:ext cx="10" cy="8"/>
            </a:xfrm>
            <a:custGeom>
              <a:avLst/>
              <a:ahLst/>
              <a:rect l="0" t="0" r="r" b="b"/>
              <a:pathLst>
                <a:path w="22" h="16">
                  <a:moveTo>
                    <a:pt x="0" y="0"/>
                  </a:moveTo>
                  <a:lnTo>
                    <a:pt x="21" y="16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97" name=""/>
            <p:cNvSpPr/>
            <p:nvPr/>
          </p:nvSpPr>
          <p:spPr>
            <a:xfrm rot="0" flipV="1">
              <a:off x="4019" y="2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698" name=""/>
            <p:cNvSpPr/>
            <p:nvPr/>
          </p:nvSpPr>
          <p:spPr>
            <a:xfrm rot="0">
              <a:off x="3998" y="2953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0" y="27"/>
                  </a:moveTo>
                  <a:lnTo>
                    <a:pt x="21" y="42"/>
                  </a:lnTo>
                  <a:lnTo>
                    <a:pt x="43" y="56"/>
                  </a:lnTo>
                  <a:lnTo>
                    <a:pt x="61" y="28"/>
                  </a:lnTo>
                  <a:lnTo>
                    <a:pt x="40" y="14"/>
                  </a:lnTo>
                  <a:lnTo>
                    <a:pt x="18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699" name=""/>
            <p:cNvSpPr/>
            <p:nvPr/>
          </p:nvSpPr>
          <p:spPr>
            <a:xfrm rot="0">
              <a:off x="3998" y="2953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0" y="27"/>
                  </a:moveTo>
                  <a:lnTo>
                    <a:pt x="21" y="42"/>
                  </a:lnTo>
                  <a:lnTo>
                    <a:pt x="43" y="56"/>
                  </a:lnTo>
                  <a:lnTo>
                    <a:pt x="61" y="28"/>
                  </a:lnTo>
                  <a:lnTo>
                    <a:pt x="40" y="14"/>
                  </a:lnTo>
                  <a:lnTo>
                    <a:pt x="18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00" name=""/>
            <p:cNvSpPr/>
            <p:nvPr/>
          </p:nvSpPr>
          <p:spPr>
            <a:xfrm rot="0">
              <a:off x="4018" y="2960"/>
              <a:ext cx="11" cy="7"/>
            </a:xfrm>
            <a:custGeom>
              <a:avLst/>
              <a:ahLst/>
              <a:rect l="0" t="0" r="r" b="b"/>
              <a:pathLst>
                <a:path w="22" h="14">
                  <a:moveTo>
                    <a:pt x="0" y="0"/>
                  </a:moveTo>
                  <a:lnTo>
                    <a:pt x="21" y="14"/>
                  </a:lnTo>
                  <a:lnTo>
                    <a:pt x="22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01" name=""/>
            <p:cNvSpPr/>
            <p:nvPr/>
          </p:nvSpPr>
          <p:spPr>
            <a:xfrm rot="0" flipV="1">
              <a:off x="4029" y="2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02" name=""/>
            <p:cNvSpPr/>
            <p:nvPr/>
          </p:nvSpPr>
          <p:spPr>
            <a:xfrm rot="0">
              <a:off x="4007" y="2939"/>
              <a:ext cx="30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0" y="29"/>
                  </a:moveTo>
                  <a:lnTo>
                    <a:pt x="23" y="42"/>
                  </a:lnTo>
                  <a:lnTo>
                    <a:pt x="45" y="55"/>
                  </a:lnTo>
                  <a:lnTo>
                    <a:pt x="62" y="27"/>
                  </a:lnTo>
                  <a:lnTo>
                    <a:pt x="39" y="13"/>
                  </a:lnTo>
                  <a:lnTo>
                    <a:pt x="17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03" name=""/>
            <p:cNvSpPr/>
            <p:nvPr/>
          </p:nvSpPr>
          <p:spPr>
            <a:xfrm rot="0">
              <a:off x="4007" y="2939"/>
              <a:ext cx="30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0" y="29"/>
                  </a:moveTo>
                  <a:lnTo>
                    <a:pt x="23" y="42"/>
                  </a:lnTo>
                  <a:lnTo>
                    <a:pt x="45" y="55"/>
                  </a:lnTo>
                  <a:lnTo>
                    <a:pt x="62" y="27"/>
                  </a:lnTo>
                  <a:lnTo>
                    <a:pt x="39" y="13"/>
                  </a:lnTo>
                  <a:lnTo>
                    <a:pt x="17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04" name=""/>
            <p:cNvSpPr/>
            <p:nvPr/>
          </p:nvSpPr>
          <p:spPr>
            <a:xfrm rot="0">
              <a:off x="4026" y="2946"/>
              <a:ext cx="11" cy="6"/>
            </a:xfrm>
            <a:custGeom>
              <a:avLst/>
              <a:ahLst/>
              <a:rect l="0" t="0" r="r" b="b"/>
              <a:pathLst>
                <a:path w="23" h="14">
                  <a:moveTo>
                    <a:pt x="0" y="0"/>
                  </a:moveTo>
                  <a:lnTo>
                    <a:pt x="23" y="14"/>
                  </a:lnTo>
                  <a:lnTo>
                    <a:pt x="2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05" name=""/>
            <p:cNvSpPr/>
            <p:nvPr/>
          </p:nvSpPr>
          <p:spPr>
            <a:xfrm rot="0" flipV="1">
              <a:off x="4037" y="29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06" name=""/>
            <p:cNvSpPr/>
            <p:nvPr/>
          </p:nvSpPr>
          <p:spPr>
            <a:xfrm rot="0">
              <a:off x="4015" y="2925"/>
              <a:ext cx="31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0" y="29"/>
                  </a:moveTo>
                  <a:lnTo>
                    <a:pt x="22" y="41"/>
                  </a:lnTo>
                  <a:lnTo>
                    <a:pt x="45" y="54"/>
                  </a:lnTo>
                  <a:lnTo>
                    <a:pt x="61" y="24"/>
                  </a:lnTo>
                  <a:lnTo>
                    <a:pt x="39" y="12"/>
                  </a:lnTo>
                  <a:lnTo>
                    <a:pt x="16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07" name=""/>
            <p:cNvSpPr/>
            <p:nvPr/>
          </p:nvSpPr>
          <p:spPr>
            <a:xfrm rot="0">
              <a:off x="4015" y="2925"/>
              <a:ext cx="31" cy="27"/>
            </a:xfrm>
            <a:custGeom>
              <a:avLst/>
              <a:ahLst/>
              <a:rect l="0" t="0" r="r" b="b"/>
              <a:pathLst>
                <a:path w="61" h="54">
                  <a:moveTo>
                    <a:pt x="0" y="29"/>
                  </a:moveTo>
                  <a:lnTo>
                    <a:pt x="22" y="41"/>
                  </a:lnTo>
                  <a:lnTo>
                    <a:pt x="45" y="54"/>
                  </a:lnTo>
                  <a:lnTo>
                    <a:pt x="61" y="24"/>
                  </a:lnTo>
                  <a:lnTo>
                    <a:pt x="39" y="12"/>
                  </a:lnTo>
                  <a:lnTo>
                    <a:pt x="16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08" name=""/>
            <p:cNvSpPr/>
            <p:nvPr/>
          </p:nvSpPr>
          <p:spPr>
            <a:xfrm rot="0">
              <a:off x="4034" y="2931"/>
              <a:ext cx="12" cy="6"/>
            </a:xfrm>
            <a:custGeom>
              <a:avLst/>
              <a:ahLst/>
              <a:rect l="0" t="0" r="r" b="b"/>
              <a:pathLst>
                <a:path w="23" h="12">
                  <a:moveTo>
                    <a:pt x="0" y="0"/>
                  </a:moveTo>
                  <a:lnTo>
                    <a:pt x="22" y="12"/>
                  </a:lnTo>
                  <a:lnTo>
                    <a:pt x="23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09" name=""/>
            <p:cNvSpPr/>
            <p:nvPr/>
          </p:nvSpPr>
          <p:spPr>
            <a:xfrm rot="0" flipV="1">
              <a:off x="4046" y="29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10" name=""/>
            <p:cNvSpPr/>
            <p:nvPr/>
          </p:nvSpPr>
          <p:spPr>
            <a:xfrm rot="0">
              <a:off x="4022" y="2910"/>
              <a:ext cx="31" cy="26"/>
            </a:xfrm>
            <a:custGeom>
              <a:avLst/>
              <a:ahLst/>
              <a:rect l="0" t="0" r="r" b="b"/>
              <a:pathLst>
                <a:path w="60" h="51">
                  <a:moveTo>
                    <a:pt x="0" y="31"/>
                  </a:moveTo>
                  <a:lnTo>
                    <a:pt x="24" y="41"/>
                  </a:lnTo>
                  <a:lnTo>
                    <a:pt x="47" y="51"/>
                  </a:lnTo>
                  <a:lnTo>
                    <a:pt x="60" y="20"/>
                  </a:lnTo>
                  <a:lnTo>
                    <a:pt x="37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11" name=""/>
            <p:cNvSpPr/>
            <p:nvPr/>
          </p:nvSpPr>
          <p:spPr>
            <a:xfrm rot="0">
              <a:off x="4022" y="2910"/>
              <a:ext cx="31" cy="26"/>
            </a:xfrm>
            <a:custGeom>
              <a:avLst/>
              <a:ahLst/>
              <a:rect l="0" t="0" r="r" b="b"/>
              <a:pathLst>
                <a:path w="60" h="51">
                  <a:moveTo>
                    <a:pt x="0" y="31"/>
                  </a:moveTo>
                  <a:lnTo>
                    <a:pt x="24" y="41"/>
                  </a:lnTo>
                  <a:lnTo>
                    <a:pt x="47" y="51"/>
                  </a:lnTo>
                  <a:lnTo>
                    <a:pt x="60" y="20"/>
                  </a:lnTo>
                  <a:lnTo>
                    <a:pt x="37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12" name=""/>
            <p:cNvSpPr/>
            <p:nvPr/>
          </p:nvSpPr>
          <p:spPr>
            <a:xfrm rot="0">
              <a:off x="4029" y="2895"/>
              <a:ext cx="30" cy="26"/>
            </a:xfrm>
            <a:custGeom>
              <a:avLst/>
              <a:ahLst/>
              <a:rect l="0" t="0" r="r" b="b"/>
              <a:pathLst>
                <a:path w="61" h="51">
                  <a:moveTo>
                    <a:pt x="0" y="31"/>
                  </a:moveTo>
                  <a:lnTo>
                    <a:pt x="24" y="41"/>
                  </a:lnTo>
                  <a:lnTo>
                    <a:pt x="47" y="51"/>
                  </a:lnTo>
                  <a:lnTo>
                    <a:pt x="61" y="21"/>
                  </a:lnTo>
                  <a:lnTo>
                    <a:pt x="37" y="10"/>
                  </a:lnTo>
                  <a:lnTo>
                    <a:pt x="14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13" name=""/>
            <p:cNvSpPr/>
            <p:nvPr/>
          </p:nvSpPr>
          <p:spPr>
            <a:xfrm rot="0">
              <a:off x="4029" y="2895"/>
              <a:ext cx="30" cy="26"/>
            </a:xfrm>
            <a:custGeom>
              <a:avLst/>
              <a:ahLst/>
              <a:rect l="0" t="0" r="r" b="b"/>
              <a:pathLst>
                <a:path w="61" h="51">
                  <a:moveTo>
                    <a:pt x="0" y="31"/>
                  </a:moveTo>
                  <a:lnTo>
                    <a:pt x="24" y="41"/>
                  </a:lnTo>
                  <a:lnTo>
                    <a:pt x="47" y="51"/>
                  </a:lnTo>
                  <a:lnTo>
                    <a:pt x="61" y="21"/>
                  </a:lnTo>
                  <a:lnTo>
                    <a:pt x="37" y="10"/>
                  </a:lnTo>
                  <a:lnTo>
                    <a:pt x="14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14" name=""/>
            <p:cNvSpPr/>
            <p:nvPr/>
          </p:nvSpPr>
          <p:spPr>
            <a:xfrm rot="0">
              <a:off x="4048" y="2900"/>
              <a:ext cx="12" cy="5"/>
            </a:xfrm>
            <a:custGeom>
              <a:avLst/>
              <a:ahLst/>
              <a:rect l="0" t="0" r="r" b="b"/>
              <a:pathLst>
                <a:path w="25" h="11">
                  <a:moveTo>
                    <a:pt x="0" y="0"/>
                  </a:moveTo>
                  <a:lnTo>
                    <a:pt x="24" y="11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15" name=""/>
            <p:cNvSpPr/>
            <p:nvPr/>
          </p:nvSpPr>
          <p:spPr>
            <a:xfrm rot="0" flipV="1">
              <a:off x="4059" y="29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16" name=""/>
            <p:cNvSpPr/>
            <p:nvPr/>
          </p:nvSpPr>
          <p:spPr>
            <a:xfrm rot="0">
              <a:off x="4035" y="2880"/>
              <a:ext cx="30" cy="24"/>
            </a:xfrm>
            <a:custGeom>
              <a:avLst/>
              <a:ahLst/>
              <a:rect l="0" t="0" r="r" b="b"/>
              <a:pathLst>
                <a:path w="59" h="49">
                  <a:moveTo>
                    <a:pt x="0" y="32"/>
                  </a:moveTo>
                  <a:lnTo>
                    <a:pt x="24" y="40"/>
                  </a:lnTo>
                  <a:lnTo>
                    <a:pt x="49" y="49"/>
                  </a:lnTo>
                  <a:lnTo>
                    <a:pt x="59" y="17"/>
                  </a:lnTo>
                  <a:lnTo>
                    <a:pt x="34" y="9"/>
                  </a:lnTo>
                  <a:lnTo>
                    <a:pt x="10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17" name=""/>
            <p:cNvSpPr/>
            <p:nvPr/>
          </p:nvSpPr>
          <p:spPr>
            <a:xfrm rot="0">
              <a:off x="4035" y="2880"/>
              <a:ext cx="30" cy="24"/>
            </a:xfrm>
            <a:custGeom>
              <a:avLst/>
              <a:ahLst/>
              <a:rect l="0" t="0" r="r" b="b"/>
              <a:pathLst>
                <a:path w="59" h="49">
                  <a:moveTo>
                    <a:pt x="0" y="32"/>
                  </a:moveTo>
                  <a:lnTo>
                    <a:pt x="24" y="40"/>
                  </a:lnTo>
                  <a:lnTo>
                    <a:pt x="49" y="49"/>
                  </a:lnTo>
                  <a:lnTo>
                    <a:pt x="59" y="17"/>
                  </a:lnTo>
                  <a:lnTo>
                    <a:pt x="34" y="9"/>
                  </a:lnTo>
                  <a:lnTo>
                    <a:pt x="10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18" name=""/>
            <p:cNvSpPr/>
            <p:nvPr/>
          </p:nvSpPr>
          <p:spPr>
            <a:xfrm rot="0">
              <a:off x="4053" y="2884"/>
              <a:ext cx="12" cy="4"/>
            </a:xfrm>
            <a:custGeom>
              <a:avLst/>
              <a:ahLst/>
              <a:rect l="0" t="0" r="r" b="b"/>
              <a:pathLst>
                <a:path w="25" h="8">
                  <a:moveTo>
                    <a:pt x="0" y="0"/>
                  </a:moveTo>
                  <a:lnTo>
                    <a:pt x="25" y="8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19" name=""/>
            <p:cNvSpPr/>
            <p:nvPr/>
          </p:nvSpPr>
          <p:spPr>
            <a:xfrm rot="0" flipV="1">
              <a:off x="4065" y="2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20" name=""/>
            <p:cNvSpPr/>
            <p:nvPr/>
          </p:nvSpPr>
          <p:spPr>
            <a:xfrm rot="0">
              <a:off x="4040" y="2865"/>
              <a:ext cx="30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0" y="31"/>
                  </a:moveTo>
                  <a:lnTo>
                    <a:pt x="24" y="39"/>
                  </a:lnTo>
                  <a:lnTo>
                    <a:pt x="49" y="46"/>
                  </a:lnTo>
                  <a:lnTo>
                    <a:pt x="58" y="14"/>
                  </a:lnTo>
                  <a:lnTo>
                    <a:pt x="34" y="7"/>
                  </a:lnTo>
                  <a:lnTo>
                    <a:pt x="9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21" name=""/>
            <p:cNvSpPr/>
            <p:nvPr/>
          </p:nvSpPr>
          <p:spPr>
            <a:xfrm rot="0">
              <a:off x="4040" y="2865"/>
              <a:ext cx="30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0" y="31"/>
                  </a:moveTo>
                  <a:lnTo>
                    <a:pt x="24" y="39"/>
                  </a:lnTo>
                  <a:lnTo>
                    <a:pt x="49" y="46"/>
                  </a:lnTo>
                  <a:lnTo>
                    <a:pt x="58" y="14"/>
                  </a:lnTo>
                  <a:lnTo>
                    <a:pt x="34" y="7"/>
                  </a:lnTo>
                  <a:lnTo>
                    <a:pt x="9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22" name=""/>
            <p:cNvSpPr/>
            <p:nvPr/>
          </p:nvSpPr>
          <p:spPr>
            <a:xfrm rot="0">
              <a:off x="4057" y="2868"/>
              <a:ext cx="13" cy="4"/>
            </a:xfrm>
            <a:custGeom>
              <a:avLst/>
              <a:ahLst/>
              <a:rect l="0" t="0" r="r" b="b"/>
              <a:pathLst>
                <a:path w="25" h="7">
                  <a:moveTo>
                    <a:pt x="0" y="0"/>
                  </a:moveTo>
                  <a:lnTo>
                    <a:pt x="24" y="7"/>
                  </a:lnTo>
                  <a:lnTo>
                    <a:pt x="25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23" name=""/>
            <p:cNvSpPr/>
            <p:nvPr/>
          </p:nvSpPr>
          <p:spPr>
            <a:xfrm rot="0" flipV="1">
              <a:off x="4070" y="28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24" name=""/>
            <p:cNvSpPr/>
            <p:nvPr/>
          </p:nvSpPr>
          <p:spPr>
            <a:xfrm rot="0">
              <a:off x="4044" y="2849"/>
              <a:ext cx="30" cy="23"/>
            </a:xfrm>
            <a:custGeom>
              <a:avLst/>
              <a:ahLst/>
              <a:rect l="0" t="0" r="r" b="b"/>
              <a:pathLst>
                <a:path w="59" h="45">
                  <a:moveTo>
                    <a:pt x="0" y="33"/>
                  </a:moveTo>
                  <a:lnTo>
                    <a:pt x="26" y="39"/>
                  </a:lnTo>
                  <a:lnTo>
                    <a:pt x="51" y="45"/>
                  </a:lnTo>
                  <a:lnTo>
                    <a:pt x="59" y="12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25" name=""/>
            <p:cNvSpPr/>
            <p:nvPr/>
          </p:nvSpPr>
          <p:spPr>
            <a:xfrm rot="0">
              <a:off x="4044" y="2849"/>
              <a:ext cx="30" cy="23"/>
            </a:xfrm>
            <a:custGeom>
              <a:avLst/>
              <a:ahLst/>
              <a:rect l="0" t="0" r="r" b="b"/>
              <a:pathLst>
                <a:path w="59" h="45">
                  <a:moveTo>
                    <a:pt x="0" y="33"/>
                  </a:moveTo>
                  <a:lnTo>
                    <a:pt x="26" y="39"/>
                  </a:lnTo>
                  <a:lnTo>
                    <a:pt x="51" y="45"/>
                  </a:lnTo>
                  <a:lnTo>
                    <a:pt x="59" y="12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26" name=""/>
            <p:cNvSpPr/>
            <p:nvPr/>
          </p:nvSpPr>
          <p:spPr>
            <a:xfrm rot="0">
              <a:off x="4061" y="2852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0" y="0"/>
                  </a:moveTo>
                  <a:lnTo>
                    <a:pt x="25" y="6"/>
                  </a:lnTo>
                  <a:lnTo>
                    <a:pt x="25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27" name=""/>
            <p:cNvSpPr/>
            <p:nvPr/>
          </p:nvSpPr>
          <p:spPr>
            <a:xfrm rot="0" flipV="1">
              <a:off x="4074" y="28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28" name=""/>
            <p:cNvSpPr/>
            <p:nvPr/>
          </p:nvSpPr>
          <p:spPr>
            <a:xfrm rot="0">
              <a:off x="4049" y="2833"/>
              <a:ext cx="28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0" y="33"/>
                  </a:moveTo>
                  <a:lnTo>
                    <a:pt x="26" y="38"/>
                  </a:lnTo>
                  <a:lnTo>
                    <a:pt x="51" y="43"/>
                  </a:lnTo>
                  <a:lnTo>
                    <a:pt x="57" y="11"/>
                  </a:lnTo>
                  <a:lnTo>
                    <a:pt x="32" y="5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29" name=""/>
            <p:cNvSpPr/>
            <p:nvPr/>
          </p:nvSpPr>
          <p:spPr>
            <a:xfrm rot="0">
              <a:off x="4049" y="2833"/>
              <a:ext cx="28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0" y="33"/>
                  </a:moveTo>
                  <a:lnTo>
                    <a:pt x="26" y="38"/>
                  </a:lnTo>
                  <a:lnTo>
                    <a:pt x="51" y="43"/>
                  </a:lnTo>
                  <a:lnTo>
                    <a:pt x="57" y="11"/>
                  </a:lnTo>
                  <a:lnTo>
                    <a:pt x="32" y="5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30" name=""/>
            <p:cNvSpPr/>
            <p:nvPr/>
          </p:nvSpPr>
          <p:spPr>
            <a:xfrm rot="0">
              <a:off x="4064" y="2836"/>
              <a:ext cx="13" cy="2"/>
            </a:xfrm>
            <a:custGeom>
              <a:avLst/>
              <a:ahLst/>
              <a:rect l="0" t="0" r="r" b="b"/>
              <a:pathLst>
                <a:path w="25" h="6">
                  <a:moveTo>
                    <a:pt x="0" y="0"/>
                  </a:moveTo>
                  <a:lnTo>
                    <a:pt x="25" y="6"/>
                  </a:lnTo>
                  <a:lnTo>
                    <a:pt x="25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31" name=""/>
            <p:cNvSpPr/>
            <p:nvPr/>
          </p:nvSpPr>
          <p:spPr>
            <a:xfrm rot="0" flipV="1">
              <a:off x="4077" y="28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32" name=""/>
            <p:cNvSpPr/>
            <p:nvPr/>
          </p:nvSpPr>
          <p:spPr>
            <a:xfrm rot="0">
              <a:off x="4052" y="2817"/>
              <a:ext cx="27" cy="20"/>
            </a:xfrm>
            <a:custGeom>
              <a:avLst/>
              <a:ahLst/>
              <a:rect l="0" t="0" r="r" b="b"/>
              <a:pathLst>
                <a:path w="56" h="39">
                  <a:moveTo>
                    <a:pt x="0" y="33"/>
                  </a:moveTo>
                  <a:lnTo>
                    <a:pt x="26" y="36"/>
                  </a:lnTo>
                  <a:lnTo>
                    <a:pt x="51" y="39"/>
                  </a:lnTo>
                  <a:lnTo>
                    <a:pt x="56" y="6"/>
                  </a:lnTo>
                  <a:lnTo>
                    <a:pt x="30" y="3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33" name=""/>
            <p:cNvSpPr/>
            <p:nvPr/>
          </p:nvSpPr>
          <p:spPr>
            <a:xfrm rot="0">
              <a:off x="4052" y="2817"/>
              <a:ext cx="27" cy="20"/>
            </a:xfrm>
            <a:custGeom>
              <a:avLst/>
              <a:ahLst/>
              <a:rect l="0" t="0" r="r" b="b"/>
              <a:pathLst>
                <a:path w="56" h="39">
                  <a:moveTo>
                    <a:pt x="0" y="33"/>
                  </a:moveTo>
                  <a:lnTo>
                    <a:pt x="26" y="36"/>
                  </a:lnTo>
                  <a:lnTo>
                    <a:pt x="51" y="39"/>
                  </a:lnTo>
                  <a:lnTo>
                    <a:pt x="56" y="6"/>
                  </a:lnTo>
                  <a:lnTo>
                    <a:pt x="30" y="3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34" name=""/>
            <p:cNvSpPr/>
            <p:nvPr/>
          </p:nvSpPr>
          <p:spPr>
            <a:xfrm rot="0">
              <a:off x="4067" y="2819"/>
              <a:ext cx="12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35" name=""/>
            <p:cNvSpPr/>
            <p:nvPr/>
          </p:nvSpPr>
          <p:spPr>
            <a:xfrm rot="0" flipV="1">
              <a:off x="4079" y="28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36" name=""/>
            <p:cNvSpPr/>
            <p:nvPr/>
          </p:nvSpPr>
          <p:spPr>
            <a:xfrm rot="0">
              <a:off x="4054" y="2801"/>
              <a:ext cx="26" cy="19"/>
            </a:xfrm>
            <a:custGeom>
              <a:avLst/>
              <a:ahLst/>
              <a:rect l="0" t="0" r="r" b="b"/>
              <a:pathLst>
                <a:path w="54" h="37">
                  <a:moveTo>
                    <a:pt x="0" y="33"/>
                  </a:moveTo>
                  <a:lnTo>
                    <a:pt x="26" y="35"/>
                  </a:lnTo>
                  <a:lnTo>
                    <a:pt x="52" y="37"/>
                  </a:lnTo>
                  <a:lnTo>
                    <a:pt x="54" y="4"/>
                  </a:lnTo>
                  <a:lnTo>
                    <a:pt x="28" y="2"/>
                  </a:lnTo>
                  <a:lnTo>
                    <a:pt x="2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37" name=""/>
            <p:cNvSpPr/>
            <p:nvPr/>
          </p:nvSpPr>
          <p:spPr>
            <a:xfrm rot="0">
              <a:off x="4054" y="2801"/>
              <a:ext cx="26" cy="19"/>
            </a:xfrm>
            <a:custGeom>
              <a:avLst/>
              <a:ahLst/>
              <a:rect l="0" t="0" r="r" b="b"/>
              <a:pathLst>
                <a:path w="54" h="37">
                  <a:moveTo>
                    <a:pt x="0" y="33"/>
                  </a:moveTo>
                  <a:lnTo>
                    <a:pt x="26" y="35"/>
                  </a:lnTo>
                  <a:lnTo>
                    <a:pt x="52" y="37"/>
                  </a:lnTo>
                  <a:lnTo>
                    <a:pt x="54" y="4"/>
                  </a:lnTo>
                  <a:lnTo>
                    <a:pt x="28" y="2"/>
                  </a:lnTo>
                  <a:lnTo>
                    <a:pt x="2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38" name=""/>
            <p:cNvSpPr/>
            <p:nvPr/>
          </p:nvSpPr>
          <p:spPr>
            <a:xfrm rot="0">
              <a:off x="4068" y="2802"/>
              <a:ext cx="12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0"/>
                  </a:moveTo>
                  <a:lnTo>
                    <a:pt x="26" y="2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39" name=""/>
            <p:cNvSpPr/>
            <p:nvPr/>
          </p:nvSpPr>
          <p:spPr>
            <a:xfrm rot="0" flipV="1">
              <a:off x="4080" y="2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40" name=""/>
            <p:cNvSpPr/>
            <p:nvPr/>
          </p:nvSpPr>
          <p:spPr>
            <a:xfrm rot="0">
              <a:off x="4055" y="2785"/>
              <a:ext cx="26" cy="18"/>
            </a:xfrm>
            <a:custGeom>
              <a:avLst/>
              <a:ahLst/>
              <a:rect l="0" t="0" r="r" b="b"/>
              <a:pathLst>
                <a:path w="53" h="36">
                  <a:moveTo>
                    <a:pt x="0" y="34"/>
                  </a:moveTo>
                  <a:lnTo>
                    <a:pt x="26" y="35"/>
                  </a:lnTo>
                  <a:lnTo>
                    <a:pt x="52" y="36"/>
                  </a:lnTo>
                  <a:lnTo>
                    <a:pt x="53" y="2"/>
                  </a:lnTo>
                  <a:lnTo>
                    <a:pt x="27" y="1"/>
                  </a:lnTo>
                  <a:lnTo>
                    <a:pt x="1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41" name=""/>
            <p:cNvSpPr/>
            <p:nvPr/>
          </p:nvSpPr>
          <p:spPr>
            <a:xfrm rot="0">
              <a:off x="4055" y="2785"/>
              <a:ext cx="26" cy="18"/>
            </a:xfrm>
            <a:custGeom>
              <a:avLst/>
              <a:ahLst/>
              <a:rect l="0" t="0" r="r" b="b"/>
              <a:pathLst>
                <a:path w="53" h="36">
                  <a:moveTo>
                    <a:pt x="0" y="34"/>
                  </a:moveTo>
                  <a:lnTo>
                    <a:pt x="26" y="35"/>
                  </a:lnTo>
                  <a:lnTo>
                    <a:pt x="52" y="36"/>
                  </a:lnTo>
                  <a:lnTo>
                    <a:pt x="53" y="2"/>
                  </a:lnTo>
                  <a:lnTo>
                    <a:pt x="27" y="1"/>
                  </a:lnTo>
                  <a:lnTo>
                    <a:pt x="1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42" name=""/>
            <p:cNvSpPr/>
            <p:nvPr/>
          </p:nvSpPr>
          <p:spPr>
            <a:xfrm rot="0">
              <a:off x="4068" y="2786"/>
              <a:ext cx="13" cy="1"/>
            </a:xfrm>
            <a:custGeom>
              <a:avLst/>
              <a:ahLst/>
              <a:rect l="0" t="0" r="r" b="b"/>
              <a:pathLst>
                <a:path w="27" h="1">
                  <a:moveTo>
                    <a:pt x="0" y="0"/>
                  </a:moveTo>
                  <a:lnTo>
                    <a:pt x="26" y="1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43" name=""/>
            <p:cNvSpPr/>
            <p:nvPr/>
          </p:nvSpPr>
          <p:spPr>
            <a:xfrm rot="0" flipV="1">
              <a:off x="4081" y="2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44" name=""/>
            <p:cNvSpPr/>
            <p:nvPr/>
          </p:nvSpPr>
          <p:spPr>
            <a:xfrm rot="0">
              <a:off x="4055" y="2769"/>
              <a:ext cx="26" cy="17"/>
            </a:xfrm>
            <a:custGeom>
              <a:avLst/>
              <a:ahLst/>
              <a:rect l="0" t="0" r="r" b="b"/>
              <a:pathLst>
                <a:path w="53" h="34">
                  <a:moveTo>
                    <a:pt x="0" y="34"/>
                  </a:moveTo>
                  <a:lnTo>
                    <a:pt x="26" y="34"/>
                  </a:lnTo>
                  <a:lnTo>
                    <a:pt x="53" y="3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45" name=""/>
            <p:cNvSpPr/>
            <p:nvPr/>
          </p:nvSpPr>
          <p:spPr>
            <a:xfrm rot="0">
              <a:off x="4055" y="2769"/>
              <a:ext cx="26" cy="17"/>
            </a:xfrm>
            <a:custGeom>
              <a:avLst/>
              <a:ahLst/>
              <a:rect l="0" t="0" r="r" b="b"/>
              <a:pathLst>
                <a:path w="53" h="34">
                  <a:moveTo>
                    <a:pt x="0" y="34"/>
                  </a:moveTo>
                  <a:lnTo>
                    <a:pt x="26" y="34"/>
                  </a:lnTo>
                  <a:lnTo>
                    <a:pt x="53" y="3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46" name=""/>
            <p:cNvSpPr/>
            <p:nvPr/>
          </p:nvSpPr>
          <p:spPr>
            <a:xfrm rot="0">
              <a:off x="4068" y="2768"/>
              <a:ext cx="13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2"/>
                  </a:moveTo>
                  <a:lnTo>
                    <a:pt x="27" y="2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47" name=""/>
            <p:cNvSpPr/>
            <p:nvPr/>
          </p:nvSpPr>
          <p:spPr>
            <a:xfrm rot="0" flipH="1" flipV="1">
              <a:off x="4081" y="2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48" name=""/>
            <p:cNvSpPr/>
            <p:nvPr/>
          </p:nvSpPr>
          <p:spPr>
            <a:xfrm rot="0">
              <a:off x="4054" y="2751"/>
              <a:ext cx="27" cy="19"/>
            </a:xfrm>
            <a:custGeom>
              <a:avLst/>
              <a:ahLst/>
              <a:rect l="0" t="0" r="r" b="b"/>
              <a:pathLst>
                <a:path w="55" h="36">
                  <a:moveTo>
                    <a:pt x="3" y="36"/>
                  </a:moveTo>
                  <a:lnTo>
                    <a:pt x="29" y="34"/>
                  </a:lnTo>
                  <a:lnTo>
                    <a:pt x="55" y="32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49" name=""/>
            <p:cNvSpPr/>
            <p:nvPr/>
          </p:nvSpPr>
          <p:spPr>
            <a:xfrm rot="0">
              <a:off x="4054" y="2751"/>
              <a:ext cx="27" cy="19"/>
            </a:xfrm>
            <a:custGeom>
              <a:avLst/>
              <a:ahLst/>
              <a:rect l="0" t="0" r="r" b="b"/>
              <a:pathLst>
                <a:path w="55" h="36">
                  <a:moveTo>
                    <a:pt x="3" y="36"/>
                  </a:moveTo>
                  <a:lnTo>
                    <a:pt x="29" y="34"/>
                  </a:lnTo>
                  <a:lnTo>
                    <a:pt x="55" y="32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3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50" name=""/>
            <p:cNvSpPr/>
            <p:nvPr/>
          </p:nvSpPr>
          <p:spPr>
            <a:xfrm rot="0">
              <a:off x="4067" y="2751"/>
              <a:ext cx="12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51" name=""/>
            <p:cNvSpPr/>
            <p:nvPr/>
          </p:nvSpPr>
          <p:spPr>
            <a:xfrm rot="0" flipV="1">
              <a:off x="4079" y="2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52" name=""/>
            <p:cNvSpPr/>
            <p:nvPr/>
          </p:nvSpPr>
          <p:spPr>
            <a:xfrm rot="0">
              <a:off x="4052" y="2734"/>
              <a:ext cx="27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4" y="40"/>
                  </a:moveTo>
                  <a:lnTo>
                    <a:pt x="30" y="37"/>
                  </a:lnTo>
                  <a:lnTo>
                    <a:pt x="56" y="33"/>
                  </a:lnTo>
                  <a:lnTo>
                    <a:pt x="51" y="0"/>
                  </a:lnTo>
                  <a:lnTo>
                    <a:pt x="26" y="3"/>
                  </a:lnTo>
                  <a:lnTo>
                    <a:pt x="0" y="6"/>
                  </a:lnTo>
                  <a:lnTo>
                    <a:pt x="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53" name=""/>
            <p:cNvSpPr/>
            <p:nvPr/>
          </p:nvSpPr>
          <p:spPr>
            <a:xfrm rot="0">
              <a:off x="4052" y="2734"/>
              <a:ext cx="27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4" y="40"/>
                  </a:moveTo>
                  <a:lnTo>
                    <a:pt x="30" y="37"/>
                  </a:lnTo>
                  <a:lnTo>
                    <a:pt x="56" y="33"/>
                  </a:lnTo>
                  <a:lnTo>
                    <a:pt x="51" y="0"/>
                  </a:lnTo>
                  <a:lnTo>
                    <a:pt x="26" y="3"/>
                  </a:lnTo>
                  <a:lnTo>
                    <a:pt x="0" y="6"/>
                  </a:lnTo>
                  <a:lnTo>
                    <a:pt x="4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54" name=""/>
            <p:cNvSpPr/>
            <p:nvPr/>
          </p:nvSpPr>
          <p:spPr>
            <a:xfrm rot="0">
              <a:off x="4064" y="2733"/>
              <a:ext cx="13" cy="2"/>
            </a:xfrm>
            <a:custGeom>
              <a:avLst/>
              <a:ahLst/>
              <a:rect l="0" t="0" r="r" b="b"/>
              <a:pathLst>
                <a:path w="25" h="5">
                  <a:moveTo>
                    <a:pt x="0" y="5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55" name=""/>
            <p:cNvSpPr/>
            <p:nvPr/>
          </p:nvSpPr>
          <p:spPr>
            <a:xfrm rot="0" flipV="1">
              <a:off x="4077" y="27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56" name=""/>
            <p:cNvSpPr/>
            <p:nvPr/>
          </p:nvSpPr>
          <p:spPr>
            <a:xfrm rot="0">
              <a:off x="4049" y="2716"/>
              <a:ext cx="28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6" y="43"/>
                  </a:moveTo>
                  <a:lnTo>
                    <a:pt x="32" y="38"/>
                  </a:lnTo>
                  <a:lnTo>
                    <a:pt x="57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57" name=""/>
            <p:cNvSpPr/>
            <p:nvPr/>
          </p:nvSpPr>
          <p:spPr>
            <a:xfrm rot="0">
              <a:off x="4049" y="2716"/>
              <a:ext cx="28" cy="22"/>
            </a:xfrm>
            <a:custGeom>
              <a:avLst/>
              <a:ahLst/>
              <a:rect l="0" t="0" r="r" b="b"/>
              <a:pathLst>
                <a:path w="57" h="43">
                  <a:moveTo>
                    <a:pt x="6" y="43"/>
                  </a:moveTo>
                  <a:lnTo>
                    <a:pt x="32" y="38"/>
                  </a:lnTo>
                  <a:lnTo>
                    <a:pt x="57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58" name=""/>
            <p:cNvSpPr/>
            <p:nvPr/>
          </p:nvSpPr>
          <p:spPr>
            <a:xfrm rot="0">
              <a:off x="4061" y="2716"/>
              <a:ext cx="13" cy="3"/>
            </a:xfrm>
            <a:custGeom>
              <a:avLst/>
              <a:ahLst/>
              <a:rect l="0" t="0" r="r" b="b"/>
              <a:pathLst>
                <a:path w="25" h="5">
                  <a:moveTo>
                    <a:pt x="0" y="5"/>
                  </a:moveTo>
                  <a:lnTo>
                    <a:pt x="25" y="0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59" name=""/>
            <p:cNvSpPr/>
            <p:nvPr/>
          </p:nvSpPr>
          <p:spPr>
            <a:xfrm rot="0">
              <a:off x="4074" y="27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60" name=""/>
            <p:cNvSpPr/>
            <p:nvPr/>
          </p:nvSpPr>
          <p:spPr>
            <a:xfrm rot="0">
              <a:off x="4045" y="2700"/>
              <a:ext cx="29" cy="22"/>
            </a:xfrm>
            <a:custGeom>
              <a:avLst/>
              <a:ahLst/>
              <a:rect l="0" t="0" r="r" b="b"/>
              <a:pathLst>
                <a:path w="58" h="43">
                  <a:moveTo>
                    <a:pt x="7" y="43"/>
                  </a:moveTo>
                  <a:lnTo>
                    <a:pt x="33" y="38"/>
                  </a:lnTo>
                  <a:lnTo>
                    <a:pt x="58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61" name=""/>
            <p:cNvSpPr/>
            <p:nvPr/>
          </p:nvSpPr>
          <p:spPr>
            <a:xfrm rot="0">
              <a:off x="4045" y="2700"/>
              <a:ext cx="29" cy="22"/>
            </a:xfrm>
            <a:custGeom>
              <a:avLst/>
              <a:ahLst/>
              <a:rect l="0" t="0" r="r" b="b"/>
              <a:pathLst>
                <a:path w="58" h="43">
                  <a:moveTo>
                    <a:pt x="7" y="43"/>
                  </a:moveTo>
                  <a:lnTo>
                    <a:pt x="33" y="38"/>
                  </a:lnTo>
                  <a:lnTo>
                    <a:pt x="58" y="33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62" name=""/>
            <p:cNvSpPr/>
            <p:nvPr/>
          </p:nvSpPr>
          <p:spPr>
            <a:xfrm rot="0">
              <a:off x="4058" y="2699"/>
              <a:ext cx="13" cy="4"/>
            </a:xfrm>
            <a:custGeom>
              <a:avLst/>
              <a:ahLst/>
              <a:rect l="0" t="0" r="r" b="b"/>
              <a:pathLst>
                <a:path w="25" h="7">
                  <a:moveTo>
                    <a:pt x="0" y="7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63" name=""/>
            <p:cNvSpPr/>
            <p:nvPr/>
          </p:nvSpPr>
          <p:spPr>
            <a:xfrm rot="0" flipH="1" flipV="1">
              <a:off x="4070" y="2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64" name=""/>
            <p:cNvSpPr/>
            <p:nvPr/>
          </p:nvSpPr>
          <p:spPr>
            <a:xfrm rot="0">
              <a:off x="4041" y="2683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9" y="46"/>
                  </a:moveTo>
                  <a:lnTo>
                    <a:pt x="34" y="39"/>
                  </a:lnTo>
                  <a:lnTo>
                    <a:pt x="58" y="32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5"/>
                  </a:lnTo>
                  <a:lnTo>
                    <a:pt x="9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65" name=""/>
            <p:cNvSpPr/>
            <p:nvPr/>
          </p:nvSpPr>
          <p:spPr>
            <a:xfrm rot="0">
              <a:off x="4041" y="2683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9" y="46"/>
                  </a:moveTo>
                  <a:lnTo>
                    <a:pt x="34" y="39"/>
                  </a:lnTo>
                  <a:lnTo>
                    <a:pt x="58" y="32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5"/>
                  </a:lnTo>
                  <a:lnTo>
                    <a:pt x="9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66" name=""/>
            <p:cNvSpPr/>
            <p:nvPr/>
          </p:nvSpPr>
          <p:spPr>
            <a:xfrm rot="0">
              <a:off x="4053" y="2683"/>
              <a:ext cx="12" cy="4"/>
            </a:xfrm>
            <a:custGeom>
              <a:avLst/>
              <a:ahLst/>
              <a:rect l="0" t="0" r="r" b="b"/>
              <a:pathLst>
                <a:path w="25" h="9">
                  <a:moveTo>
                    <a:pt x="0" y="9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67" name=""/>
            <p:cNvSpPr/>
            <p:nvPr/>
          </p:nvSpPr>
          <p:spPr>
            <a:xfrm rot="0" flipV="1">
              <a:off x="4065" y="26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68" name=""/>
            <p:cNvSpPr/>
            <p:nvPr/>
          </p:nvSpPr>
          <p:spPr>
            <a:xfrm rot="0">
              <a:off x="4036" y="2667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10" y="48"/>
                  </a:moveTo>
                  <a:lnTo>
                    <a:pt x="34" y="40"/>
                  </a:lnTo>
                  <a:lnTo>
                    <a:pt x="59" y="31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1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69" name=""/>
            <p:cNvSpPr/>
            <p:nvPr/>
          </p:nvSpPr>
          <p:spPr>
            <a:xfrm rot="0">
              <a:off x="4036" y="2667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10" y="48"/>
                  </a:moveTo>
                  <a:lnTo>
                    <a:pt x="34" y="40"/>
                  </a:lnTo>
                  <a:lnTo>
                    <a:pt x="59" y="31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1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70" name=""/>
            <p:cNvSpPr/>
            <p:nvPr/>
          </p:nvSpPr>
          <p:spPr>
            <a:xfrm rot="0">
              <a:off x="4048" y="2666"/>
              <a:ext cx="12" cy="5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71" name=""/>
            <p:cNvSpPr/>
            <p:nvPr/>
          </p:nvSpPr>
          <p:spPr>
            <a:xfrm rot="0" flipV="1">
              <a:off x="4060" y="2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72" name=""/>
            <p:cNvSpPr/>
            <p:nvPr/>
          </p:nvSpPr>
          <p:spPr>
            <a:xfrm rot="0">
              <a:off x="4029" y="2650"/>
              <a:ext cx="31" cy="26"/>
            </a:xfrm>
            <a:custGeom>
              <a:avLst/>
              <a:ahLst/>
              <a:rect l="0" t="0" r="r" b="b"/>
              <a:pathLst>
                <a:path w="63" h="52">
                  <a:moveTo>
                    <a:pt x="14" y="52"/>
                  </a:moveTo>
                  <a:lnTo>
                    <a:pt x="38" y="42"/>
                  </a:lnTo>
                  <a:lnTo>
                    <a:pt x="63" y="32"/>
                  </a:lnTo>
                  <a:lnTo>
                    <a:pt x="49" y="0"/>
                  </a:lnTo>
                  <a:lnTo>
                    <a:pt x="25" y="10"/>
                  </a:lnTo>
                  <a:lnTo>
                    <a:pt x="0" y="20"/>
                  </a:lnTo>
                  <a:lnTo>
                    <a:pt x="14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73" name=""/>
            <p:cNvSpPr/>
            <p:nvPr/>
          </p:nvSpPr>
          <p:spPr>
            <a:xfrm rot="0">
              <a:off x="4029" y="2650"/>
              <a:ext cx="31" cy="26"/>
            </a:xfrm>
            <a:custGeom>
              <a:avLst/>
              <a:ahLst/>
              <a:rect l="0" t="0" r="r" b="b"/>
              <a:pathLst>
                <a:path w="63" h="52">
                  <a:moveTo>
                    <a:pt x="14" y="52"/>
                  </a:moveTo>
                  <a:lnTo>
                    <a:pt x="38" y="42"/>
                  </a:lnTo>
                  <a:lnTo>
                    <a:pt x="63" y="32"/>
                  </a:lnTo>
                  <a:lnTo>
                    <a:pt x="49" y="0"/>
                  </a:lnTo>
                  <a:lnTo>
                    <a:pt x="25" y="10"/>
                  </a:lnTo>
                  <a:lnTo>
                    <a:pt x="0" y="20"/>
                  </a:lnTo>
                  <a:lnTo>
                    <a:pt x="14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74" name=""/>
            <p:cNvSpPr/>
            <p:nvPr/>
          </p:nvSpPr>
          <p:spPr>
            <a:xfrm rot="0">
              <a:off x="4041" y="2650"/>
              <a:ext cx="13" cy="5"/>
            </a:xfrm>
            <a:custGeom>
              <a:avLst/>
              <a:ahLst/>
              <a:rect l="0" t="0" r="r" b="b"/>
              <a:pathLst>
                <a:path w="24" h="10">
                  <a:moveTo>
                    <a:pt x="0" y="10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75" name=""/>
            <p:cNvSpPr/>
            <p:nvPr/>
          </p:nvSpPr>
          <p:spPr>
            <a:xfrm rot="0" flipH="1">
              <a:off x="4053" y="26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76" name=""/>
            <p:cNvSpPr/>
            <p:nvPr/>
          </p:nvSpPr>
          <p:spPr>
            <a:xfrm rot="0">
              <a:off x="4023" y="2635"/>
              <a:ext cx="30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13" y="50"/>
                  </a:moveTo>
                  <a:lnTo>
                    <a:pt x="37" y="40"/>
                  </a:lnTo>
                  <a:lnTo>
                    <a:pt x="60" y="30"/>
                  </a:lnTo>
                  <a:lnTo>
                    <a:pt x="47" y="0"/>
                  </a:lnTo>
                  <a:lnTo>
                    <a:pt x="24" y="10"/>
                  </a:lnTo>
                  <a:lnTo>
                    <a:pt x="0" y="21"/>
                  </a:lnTo>
                  <a:lnTo>
                    <a:pt x="13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77" name=""/>
            <p:cNvSpPr/>
            <p:nvPr/>
          </p:nvSpPr>
          <p:spPr>
            <a:xfrm rot="0">
              <a:off x="4023" y="2635"/>
              <a:ext cx="30" cy="25"/>
            </a:xfrm>
            <a:custGeom>
              <a:avLst/>
              <a:ahLst/>
              <a:rect l="0" t="0" r="r" b="b"/>
              <a:pathLst>
                <a:path w="60" h="50">
                  <a:moveTo>
                    <a:pt x="13" y="50"/>
                  </a:moveTo>
                  <a:lnTo>
                    <a:pt x="37" y="40"/>
                  </a:lnTo>
                  <a:lnTo>
                    <a:pt x="60" y="30"/>
                  </a:lnTo>
                  <a:lnTo>
                    <a:pt x="47" y="0"/>
                  </a:lnTo>
                  <a:lnTo>
                    <a:pt x="24" y="10"/>
                  </a:lnTo>
                  <a:lnTo>
                    <a:pt x="0" y="21"/>
                  </a:lnTo>
                  <a:lnTo>
                    <a:pt x="13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78" name=""/>
            <p:cNvSpPr/>
            <p:nvPr/>
          </p:nvSpPr>
          <p:spPr>
            <a:xfrm rot="0">
              <a:off x="4035" y="2634"/>
              <a:ext cx="12" cy="6"/>
            </a:xfrm>
            <a:custGeom>
              <a:avLst/>
              <a:ahLst/>
              <a:rect l="0" t="0" r="r" b="b"/>
              <a:pathLst>
                <a:path w="23" h="12">
                  <a:moveTo>
                    <a:pt x="0" y="12"/>
                  </a:moveTo>
                  <a:lnTo>
                    <a:pt x="23" y="2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79" name=""/>
            <p:cNvSpPr/>
            <p:nvPr/>
          </p:nvSpPr>
          <p:spPr>
            <a:xfrm rot="0" flipV="1">
              <a:off x="4047" y="26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80" name=""/>
            <p:cNvSpPr/>
            <p:nvPr/>
          </p:nvSpPr>
          <p:spPr>
            <a:xfrm rot="0">
              <a:off x="4015" y="2619"/>
              <a:ext cx="32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15" y="55"/>
                  </a:moveTo>
                  <a:lnTo>
                    <a:pt x="39" y="42"/>
                  </a:lnTo>
                  <a:lnTo>
                    <a:pt x="62" y="30"/>
                  </a:lnTo>
                  <a:lnTo>
                    <a:pt x="47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15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81" name=""/>
            <p:cNvSpPr/>
            <p:nvPr/>
          </p:nvSpPr>
          <p:spPr>
            <a:xfrm rot="0">
              <a:off x="4015" y="2619"/>
              <a:ext cx="32" cy="27"/>
            </a:xfrm>
            <a:custGeom>
              <a:avLst/>
              <a:ahLst/>
              <a:rect l="0" t="0" r="r" b="b"/>
              <a:pathLst>
                <a:path w="62" h="55">
                  <a:moveTo>
                    <a:pt x="15" y="55"/>
                  </a:moveTo>
                  <a:lnTo>
                    <a:pt x="39" y="42"/>
                  </a:lnTo>
                  <a:lnTo>
                    <a:pt x="62" y="30"/>
                  </a:lnTo>
                  <a:lnTo>
                    <a:pt x="47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1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82" name=""/>
            <p:cNvSpPr/>
            <p:nvPr/>
          </p:nvSpPr>
          <p:spPr>
            <a:xfrm rot="0">
              <a:off x="4027" y="2619"/>
              <a:ext cx="12" cy="6"/>
            </a:xfrm>
            <a:custGeom>
              <a:avLst/>
              <a:ahLst/>
              <a:rect l="0" t="0" r="r" b="b"/>
              <a:pathLst>
                <a:path w="24" h="14">
                  <a:moveTo>
                    <a:pt x="0" y="14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83" name=""/>
            <p:cNvSpPr/>
            <p:nvPr/>
          </p:nvSpPr>
          <p:spPr>
            <a:xfrm rot="0" flipH="1" flipV="1">
              <a:off x="4038" y="2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84" name=""/>
            <p:cNvSpPr/>
            <p:nvPr/>
          </p:nvSpPr>
          <p:spPr>
            <a:xfrm rot="0">
              <a:off x="4007" y="2604"/>
              <a:ext cx="31" cy="28"/>
            </a:xfrm>
            <a:custGeom>
              <a:avLst/>
              <a:ahLst/>
              <a:rect l="0" t="0" r="r" b="b"/>
              <a:pathLst>
                <a:path w="63" h="56">
                  <a:moveTo>
                    <a:pt x="18" y="56"/>
                  </a:moveTo>
                  <a:lnTo>
                    <a:pt x="40" y="43"/>
                  </a:lnTo>
                  <a:lnTo>
                    <a:pt x="63" y="29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6"/>
                  </a:lnTo>
                  <a:lnTo>
                    <a:pt x="18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85" name=""/>
            <p:cNvSpPr/>
            <p:nvPr/>
          </p:nvSpPr>
          <p:spPr>
            <a:xfrm rot="0">
              <a:off x="4007" y="2604"/>
              <a:ext cx="31" cy="28"/>
            </a:xfrm>
            <a:custGeom>
              <a:avLst/>
              <a:ahLst/>
              <a:rect l="0" t="0" r="r" b="b"/>
              <a:pathLst>
                <a:path w="63" h="56">
                  <a:moveTo>
                    <a:pt x="18" y="56"/>
                  </a:moveTo>
                  <a:lnTo>
                    <a:pt x="40" y="43"/>
                  </a:lnTo>
                  <a:lnTo>
                    <a:pt x="63" y="29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6"/>
                  </a:lnTo>
                  <a:lnTo>
                    <a:pt x="18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86" name=""/>
            <p:cNvSpPr/>
            <p:nvPr/>
          </p:nvSpPr>
          <p:spPr>
            <a:xfrm rot="0">
              <a:off x="4018" y="2603"/>
              <a:ext cx="12" cy="8"/>
            </a:xfrm>
            <a:custGeom>
              <a:avLst/>
              <a:ahLst/>
              <a:rect l="0" t="0" r="r" b="b"/>
              <a:pathLst>
                <a:path w="22" h="14">
                  <a:moveTo>
                    <a:pt x="0" y="14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87" name=""/>
            <p:cNvSpPr/>
            <p:nvPr/>
          </p:nvSpPr>
          <p:spPr>
            <a:xfrm rot="0" flipH="1" flipV="1">
              <a:off x="4029" y="2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88" name=""/>
            <p:cNvSpPr/>
            <p:nvPr/>
          </p:nvSpPr>
          <p:spPr>
            <a:xfrm rot="0">
              <a:off x="3998" y="2590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18" y="56"/>
                  </a:moveTo>
                  <a:lnTo>
                    <a:pt x="40" y="42"/>
                  </a:lnTo>
                  <a:lnTo>
                    <a:pt x="61" y="28"/>
                  </a:lnTo>
                  <a:lnTo>
                    <a:pt x="43" y="0"/>
                  </a:lnTo>
                  <a:lnTo>
                    <a:pt x="21" y="14"/>
                  </a:lnTo>
                  <a:lnTo>
                    <a:pt x="0" y="29"/>
                  </a:lnTo>
                  <a:lnTo>
                    <a:pt x="18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89" name=""/>
            <p:cNvSpPr/>
            <p:nvPr/>
          </p:nvSpPr>
          <p:spPr>
            <a:xfrm rot="0">
              <a:off x="3998" y="2590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18" y="56"/>
                  </a:moveTo>
                  <a:lnTo>
                    <a:pt x="40" y="42"/>
                  </a:lnTo>
                  <a:lnTo>
                    <a:pt x="61" y="28"/>
                  </a:lnTo>
                  <a:lnTo>
                    <a:pt x="43" y="0"/>
                  </a:lnTo>
                  <a:lnTo>
                    <a:pt x="21" y="14"/>
                  </a:lnTo>
                  <a:lnTo>
                    <a:pt x="0" y="29"/>
                  </a:lnTo>
                  <a:lnTo>
                    <a:pt x="18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90" name=""/>
            <p:cNvSpPr/>
            <p:nvPr/>
          </p:nvSpPr>
          <p:spPr>
            <a:xfrm rot="0">
              <a:off x="4009" y="2589"/>
              <a:ext cx="11" cy="8"/>
            </a:xfrm>
            <a:custGeom>
              <a:avLst/>
              <a:ahLst/>
              <a:rect l="0" t="0" r="r" b="b"/>
              <a:pathLst>
                <a:path w="22" h="15">
                  <a:moveTo>
                    <a:pt x="0" y="15"/>
                  </a:moveTo>
                  <a:lnTo>
                    <a:pt x="22" y="1"/>
                  </a:lnTo>
                  <a:lnTo>
                    <a:pt x="22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91" name=""/>
            <p:cNvSpPr/>
            <p:nvPr/>
          </p:nvSpPr>
          <p:spPr>
            <a:xfrm rot="0" flipV="1">
              <a:off x="4020" y="2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92" name=""/>
            <p:cNvSpPr/>
            <p:nvPr/>
          </p:nvSpPr>
          <p:spPr>
            <a:xfrm rot="0">
              <a:off x="3989" y="2576"/>
              <a:ext cx="31" cy="28"/>
            </a:xfrm>
            <a:custGeom>
              <a:avLst/>
              <a:ahLst/>
              <a:rect l="0" t="0" r="r" b="b"/>
              <a:pathLst>
                <a:path w="63" h="58">
                  <a:moveTo>
                    <a:pt x="20" y="58"/>
                  </a:moveTo>
                  <a:lnTo>
                    <a:pt x="41" y="42"/>
                  </a:lnTo>
                  <a:lnTo>
                    <a:pt x="63" y="27"/>
                  </a:lnTo>
                  <a:lnTo>
                    <a:pt x="43" y="0"/>
                  </a:lnTo>
                  <a:lnTo>
                    <a:pt x="22" y="16"/>
                  </a:lnTo>
                  <a:lnTo>
                    <a:pt x="0" y="31"/>
                  </a:lnTo>
                  <a:lnTo>
                    <a:pt x="2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93" name=""/>
            <p:cNvSpPr/>
            <p:nvPr/>
          </p:nvSpPr>
          <p:spPr>
            <a:xfrm rot="0">
              <a:off x="3989" y="2576"/>
              <a:ext cx="31" cy="28"/>
            </a:xfrm>
            <a:custGeom>
              <a:avLst/>
              <a:ahLst/>
              <a:rect l="0" t="0" r="r" b="b"/>
              <a:pathLst>
                <a:path w="63" h="58">
                  <a:moveTo>
                    <a:pt x="20" y="58"/>
                  </a:moveTo>
                  <a:lnTo>
                    <a:pt x="41" y="42"/>
                  </a:lnTo>
                  <a:lnTo>
                    <a:pt x="63" y="27"/>
                  </a:lnTo>
                  <a:lnTo>
                    <a:pt x="43" y="0"/>
                  </a:lnTo>
                  <a:lnTo>
                    <a:pt x="22" y="16"/>
                  </a:lnTo>
                  <a:lnTo>
                    <a:pt x="0" y="31"/>
                  </a:lnTo>
                  <a:lnTo>
                    <a:pt x="2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94" name=""/>
            <p:cNvSpPr/>
            <p:nvPr/>
          </p:nvSpPr>
          <p:spPr>
            <a:xfrm rot="0">
              <a:off x="3999" y="2575"/>
              <a:ext cx="11" cy="8"/>
            </a:xfrm>
            <a:custGeom>
              <a:avLst/>
              <a:ahLst/>
              <a:rect l="0" t="0" r="r" b="b"/>
              <a:pathLst>
                <a:path w="21" h="17">
                  <a:moveTo>
                    <a:pt x="0" y="17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95" name=""/>
            <p:cNvSpPr/>
            <p:nvPr/>
          </p:nvSpPr>
          <p:spPr>
            <a:xfrm rot="0" flipH="1" flipV="1">
              <a:off x="4010" y="2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96" name=""/>
            <p:cNvSpPr/>
            <p:nvPr/>
          </p:nvSpPr>
          <p:spPr>
            <a:xfrm rot="0">
              <a:off x="3978" y="2562"/>
              <a:ext cx="32" cy="30"/>
            </a:xfrm>
            <a:custGeom>
              <a:avLst/>
              <a:ahLst/>
              <a:rect l="0" t="0" r="r" b="b"/>
              <a:pathLst>
                <a:path w="62" h="58">
                  <a:moveTo>
                    <a:pt x="21" y="58"/>
                  </a:moveTo>
                  <a:lnTo>
                    <a:pt x="42" y="42"/>
                  </a:lnTo>
                  <a:lnTo>
                    <a:pt x="62" y="25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3"/>
                  </a:lnTo>
                  <a:lnTo>
                    <a:pt x="2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97" name=""/>
            <p:cNvSpPr/>
            <p:nvPr/>
          </p:nvSpPr>
          <p:spPr>
            <a:xfrm rot="0">
              <a:off x="3978" y="2562"/>
              <a:ext cx="32" cy="30"/>
            </a:xfrm>
            <a:custGeom>
              <a:avLst/>
              <a:ahLst/>
              <a:rect l="0" t="0" r="r" b="b"/>
              <a:pathLst>
                <a:path w="62" h="58">
                  <a:moveTo>
                    <a:pt x="21" y="58"/>
                  </a:moveTo>
                  <a:lnTo>
                    <a:pt x="42" y="42"/>
                  </a:lnTo>
                  <a:lnTo>
                    <a:pt x="62" y="25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3"/>
                  </a:lnTo>
                  <a:lnTo>
                    <a:pt x="2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798" name=""/>
            <p:cNvSpPr/>
            <p:nvPr/>
          </p:nvSpPr>
          <p:spPr>
            <a:xfrm rot="0">
              <a:off x="3989" y="2562"/>
              <a:ext cx="10" cy="9"/>
            </a:xfrm>
            <a:custGeom>
              <a:avLst/>
              <a:ahLst/>
              <a:rect l="0" t="0" r="r" b="b"/>
              <a:pathLst>
                <a:path w="21" h="17">
                  <a:moveTo>
                    <a:pt x="0" y="17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799" name=""/>
            <p:cNvSpPr/>
            <p:nvPr/>
          </p:nvSpPr>
          <p:spPr>
            <a:xfrm rot="0" flipH="1" flipV="1">
              <a:off x="3998" y="2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00" name=""/>
            <p:cNvSpPr/>
            <p:nvPr/>
          </p:nvSpPr>
          <p:spPr>
            <a:xfrm rot="0">
              <a:off x="3968" y="2549"/>
              <a:ext cx="30" cy="30"/>
            </a:xfrm>
            <a:custGeom>
              <a:avLst/>
              <a:ahLst/>
              <a:rect l="0" t="0" r="r" b="b"/>
              <a:pathLst>
                <a:path w="62" h="61">
                  <a:moveTo>
                    <a:pt x="23" y="61"/>
                  </a:moveTo>
                  <a:lnTo>
                    <a:pt x="42" y="43"/>
                  </a:lnTo>
                  <a:lnTo>
                    <a:pt x="62" y="26"/>
                  </a:lnTo>
                  <a:lnTo>
                    <a:pt x="39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23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01" name=""/>
            <p:cNvSpPr/>
            <p:nvPr/>
          </p:nvSpPr>
          <p:spPr>
            <a:xfrm rot="0">
              <a:off x="3968" y="2549"/>
              <a:ext cx="30" cy="30"/>
            </a:xfrm>
            <a:custGeom>
              <a:avLst/>
              <a:ahLst/>
              <a:rect l="0" t="0" r="r" b="b"/>
              <a:pathLst>
                <a:path w="62" h="61">
                  <a:moveTo>
                    <a:pt x="23" y="61"/>
                  </a:moveTo>
                  <a:lnTo>
                    <a:pt x="42" y="43"/>
                  </a:lnTo>
                  <a:lnTo>
                    <a:pt x="62" y="26"/>
                  </a:lnTo>
                  <a:lnTo>
                    <a:pt x="39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23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02" name=""/>
            <p:cNvSpPr/>
            <p:nvPr/>
          </p:nvSpPr>
          <p:spPr>
            <a:xfrm rot="0">
              <a:off x="3977" y="2549"/>
              <a:ext cx="10" cy="9"/>
            </a:xfrm>
            <a:custGeom>
              <a:avLst/>
              <a:ahLst/>
              <a:rect l="0" t="0" r="r" b="b"/>
              <a:pathLst>
                <a:path w="19" h="19">
                  <a:moveTo>
                    <a:pt x="0" y="1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03" name=""/>
            <p:cNvSpPr/>
            <p:nvPr/>
          </p:nvSpPr>
          <p:spPr>
            <a:xfrm rot="0" flipH="1" flipV="1">
              <a:off x="3987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04" name=""/>
            <p:cNvSpPr/>
            <p:nvPr/>
          </p:nvSpPr>
          <p:spPr>
            <a:xfrm rot="0">
              <a:off x="3956" y="2537"/>
              <a:ext cx="31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24" y="60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6"/>
                  </a:lnTo>
                  <a:lnTo>
                    <a:pt x="2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05" name=""/>
            <p:cNvSpPr/>
            <p:nvPr/>
          </p:nvSpPr>
          <p:spPr>
            <a:xfrm rot="0">
              <a:off x="3956" y="2537"/>
              <a:ext cx="31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24" y="60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6"/>
                  </a:lnTo>
                  <a:lnTo>
                    <a:pt x="2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06" name=""/>
            <p:cNvSpPr/>
            <p:nvPr/>
          </p:nvSpPr>
          <p:spPr>
            <a:xfrm rot="0">
              <a:off x="3966" y="2536"/>
              <a:ext cx="9" cy="10"/>
            </a:xfrm>
            <a:custGeom>
              <a:avLst/>
              <a:ahLst/>
              <a:rect l="0" t="0" r="r" b="b"/>
              <a:pathLst>
                <a:path w="19" h="19">
                  <a:moveTo>
                    <a:pt x="0" y="1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07" name=""/>
            <p:cNvSpPr/>
            <p:nvPr/>
          </p:nvSpPr>
          <p:spPr>
            <a:xfrm rot="0" flipH="1" flipV="1">
              <a:off x="3974" y="25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08" name=""/>
            <p:cNvSpPr/>
            <p:nvPr/>
          </p:nvSpPr>
          <p:spPr>
            <a:xfrm rot="0">
              <a:off x="3945" y="2525"/>
              <a:ext cx="29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25" y="61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5" y="0"/>
                  </a:lnTo>
                  <a:lnTo>
                    <a:pt x="18" y="20"/>
                  </a:lnTo>
                  <a:lnTo>
                    <a:pt x="0" y="39"/>
                  </a:lnTo>
                  <a:lnTo>
                    <a:pt x="25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09" name=""/>
            <p:cNvSpPr/>
            <p:nvPr/>
          </p:nvSpPr>
          <p:spPr>
            <a:xfrm rot="0">
              <a:off x="3945" y="2525"/>
              <a:ext cx="29" cy="31"/>
            </a:xfrm>
            <a:custGeom>
              <a:avLst/>
              <a:ahLst/>
              <a:rect l="0" t="0" r="r" b="b"/>
              <a:pathLst>
                <a:path w="60" h="61">
                  <a:moveTo>
                    <a:pt x="25" y="61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5" y="0"/>
                  </a:lnTo>
                  <a:lnTo>
                    <a:pt x="18" y="20"/>
                  </a:lnTo>
                  <a:lnTo>
                    <a:pt x="0" y="39"/>
                  </a:lnTo>
                  <a:lnTo>
                    <a:pt x="25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10" name=""/>
            <p:cNvSpPr/>
            <p:nvPr/>
          </p:nvSpPr>
          <p:spPr>
            <a:xfrm rot="0">
              <a:off x="3953" y="2525"/>
              <a:ext cx="9" cy="10"/>
            </a:xfrm>
            <a:custGeom>
              <a:avLst/>
              <a:ahLst/>
              <a:rect l="0" t="0" r="r" b="b"/>
              <a:pathLst>
                <a:path w="17" h="21">
                  <a:moveTo>
                    <a:pt x="0" y="21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11" name=""/>
            <p:cNvSpPr/>
            <p:nvPr/>
          </p:nvSpPr>
          <p:spPr>
            <a:xfrm rot="0" flipH="1" flipV="1">
              <a:off x="3962" y="2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12" name=""/>
            <p:cNvSpPr/>
            <p:nvPr/>
          </p:nvSpPr>
          <p:spPr>
            <a:xfrm rot="0">
              <a:off x="3932" y="2514"/>
              <a:ext cx="30" cy="31"/>
            </a:xfrm>
            <a:custGeom>
              <a:avLst/>
              <a:ahLst/>
              <a:rect l="0" t="0" r="r" b="b"/>
              <a:pathLst>
                <a:path w="58" h="61">
                  <a:moveTo>
                    <a:pt x="25" y="61"/>
                  </a:moveTo>
                  <a:lnTo>
                    <a:pt x="42" y="41"/>
                  </a:lnTo>
                  <a:lnTo>
                    <a:pt x="58" y="20"/>
                  </a:lnTo>
                  <a:lnTo>
                    <a:pt x="33" y="0"/>
                  </a:lnTo>
                  <a:lnTo>
                    <a:pt x="16" y="20"/>
                  </a:lnTo>
                  <a:lnTo>
                    <a:pt x="0" y="41"/>
                  </a:lnTo>
                  <a:lnTo>
                    <a:pt x="25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13" name=""/>
            <p:cNvSpPr/>
            <p:nvPr/>
          </p:nvSpPr>
          <p:spPr>
            <a:xfrm rot="0">
              <a:off x="3932" y="2514"/>
              <a:ext cx="30" cy="31"/>
            </a:xfrm>
            <a:custGeom>
              <a:avLst/>
              <a:ahLst/>
              <a:rect l="0" t="0" r="r" b="b"/>
              <a:pathLst>
                <a:path w="58" h="61">
                  <a:moveTo>
                    <a:pt x="25" y="61"/>
                  </a:moveTo>
                  <a:lnTo>
                    <a:pt x="42" y="41"/>
                  </a:lnTo>
                  <a:lnTo>
                    <a:pt x="58" y="20"/>
                  </a:lnTo>
                  <a:lnTo>
                    <a:pt x="33" y="0"/>
                  </a:lnTo>
                  <a:lnTo>
                    <a:pt x="16" y="20"/>
                  </a:lnTo>
                  <a:lnTo>
                    <a:pt x="0" y="41"/>
                  </a:lnTo>
                  <a:lnTo>
                    <a:pt x="25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14" name=""/>
            <p:cNvSpPr/>
            <p:nvPr/>
          </p:nvSpPr>
          <p:spPr>
            <a:xfrm rot="0">
              <a:off x="3941" y="2514"/>
              <a:ext cx="8" cy="11"/>
            </a:xfrm>
            <a:custGeom>
              <a:avLst/>
              <a:ahLst/>
              <a:rect l="0" t="0" r="r" b="b"/>
              <a:pathLst>
                <a:path w="17" h="20">
                  <a:moveTo>
                    <a:pt x="0" y="20"/>
                  </a:moveTo>
                  <a:lnTo>
                    <a:pt x="17" y="0"/>
                  </a:lnTo>
                  <a:lnTo>
                    <a:pt x="16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15" name=""/>
            <p:cNvSpPr/>
            <p:nvPr/>
          </p:nvSpPr>
          <p:spPr>
            <a:xfrm rot="0" flipH="1">
              <a:off x="3948" y="25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16" name=""/>
            <p:cNvSpPr/>
            <p:nvPr/>
          </p:nvSpPr>
          <p:spPr>
            <a:xfrm rot="0">
              <a:off x="3919" y="2504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28" y="62"/>
                  </a:moveTo>
                  <a:lnTo>
                    <a:pt x="43" y="41"/>
                  </a:lnTo>
                  <a:lnTo>
                    <a:pt x="59" y="21"/>
                  </a:lnTo>
                  <a:lnTo>
                    <a:pt x="31" y="0"/>
                  </a:lnTo>
                  <a:lnTo>
                    <a:pt x="16" y="21"/>
                  </a:lnTo>
                  <a:lnTo>
                    <a:pt x="0" y="41"/>
                  </a:lnTo>
                  <a:lnTo>
                    <a:pt x="28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17" name=""/>
            <p:cNvSpPr/>
            <p:nvPr/>
          </p:nvSpPr>
          <p:spPr>
            <a:xfrm rot="0">
              <a:off x="3919" y="2504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28" y="62"/>
                  </a:moveTo>
                  <a:lnTo>
                    <a:pt x="43" y="41"/>
                  </a:lnTo>
                  <a:lnTo>
                    <a:pt x="59" y="21"/>
                  </a:lnTo>
                  <a:lnTo>
                    <a:pt x="31" y="0"/>
                  </a:lnTo>
                  <a:lnTo>
                    <a:pt x="16" y="21"/>
                  </a:lnTo>
                  <a:lnTo>
                    <a:pt x="0" y="41"/>
                  </a:lnTo>
                  <a:lnTo>
                    <a:pt x="28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18" name=""/>
            <p:cNvSpPr/>
            <p:nvPr/>
          </p:nvSpPr>
          <p:spPr>
            <a:xfrm rot="0">
              <a:off x="3927" y="2504"/>
              <a:ext cx="7" cy="10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1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19" name=""/>
            <p:cNvSpPr/>
            <p:nvPr/>
          </p:nvSpPr>
          <p:spPr>
            <a:xfrm rot="0" flipH="1" flipV="1">
              <a:off x="3934" y="2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20" name=""/>
            <p:cNvSpPr/>
            <p:nvPr/>
          </p:nvSpPr>
          <p:spPr>
            <a:xfrm rot="0">
              <a:off x="3906" y="2494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7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2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21" name=""/>
            <p:cNvSpPr/>
            <p:nvPr/>
          </p:nvSpPr>
          <p:spPr>
            <a:xfrm rot="0">
              <a:off x="3906" y="2494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27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2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22" name=""/>
            <p:cNvSpPr/>
            <p:nvPr/>
          </p:nvSpPr>
          <p:spPr>
            <a:xfrm rot="0">
              <a:off x="3913" y="2494"/>
              <a:ext cx="7" cy="11"/>
            </a:xfrm>
            <a:custGeom>
              <a:avLst/>
              <a:ahLst/>
              <a:rect l="0" t="0" r="r" b="b"/>
              <a:pathLst>
                <a:path w="14" h="22">
                  <a:moveTo>
                    <a:pt x="0" y="22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23" name=""/>
            <p:cNvSpPr/>
            <p:nvPr/>
          </p:nvSpPr>
          <p:spPr>
            <a:xfrm rot="0" flipH="1" flipV="1">
              <a:off x="3920" y="2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24" name=""/>
            <p:cNvSpPr/>
            <p:nvPr/>
          </p:nvSpPr>
          <p:spPr>
            <a:xfrm rot="0">
              <a:off x="3892" y="2486"/>
              <a:ext cx="28" cy="30"/>
            </a:xfrm>
            <a:custGeom>
              <a:avLst/>
              <a:ahLst/>
              <a:rect l="0" t="0" r="r" b="b"/>
              <a:pathLst>
                <a:path w="55" h="62">
                  <a:moveTo>
                    <a:pt x="29" y="62"/>
                  </a:moveTo>
                  <a:lnTo>
                    <a:pt x="42" y="39"/>
                  </a:lnTo>
                  <a:lnTo>
                    <a:pt x="55" y="17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29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25" name=""/>
            <p:cNvSpPr/>
            <p:nvPr/>
          </p:nvSpPr>
          <p:spPr>
            <a:xfrm rot="0">
              <a:off x="3892" y="2486"/>
              <a:ext cx="28" cy="30"/>
            </a:xfrm>
            <a:custGeom>
              <a:avLst/>
              <a:ahLst/>
              <a:rect l="0" t="0" r="r" b="b"/>
              <a:pathLst>
                <a:path w="55" h="62">
                  <a:moveTo>
                    <a:pt x="29" y="62"/>
                  </a:moveTo>
                  <a:lnTo>
                    <a:pt x="42" y="39"/>
                  </a:lnTo>
                  <a:lnTo>
                    <a:pt x="55" y="17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29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26" name=""/>
            <p:cNvSpPr/>
            <p:nvPr/>
          </p:nvSpPr>
          <p:spPr>
            <a:xfrm rot="0">
              <a:off x="3899" y="2485"/>
              <a:ext cx="6" cy="12"/>
            </a:xfrm>
            <a:custGeom>
              <a:avLst/>
              <a:ahLst/>
              <a:rect l="0" t="0" r="r" b="b"/>
              <a:pathLst>
                <a:path w="14" h="24">
                  <a:moveTo>
                    <a:pt x="0" y="24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27" name=""/>
            <p:cNvSpPr/>
            <p:nvPr/>
          </p:nvSpPr>
          <p:spPr>
            <a:xfrm rot="0" flipH="1" flipV="1">
              <a:off x="3905" y="24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28" name=""/>
            <p:cNvSpPr/>
            <p:nvPr/>
          </p:nvSpPr>
          <p:spPr>
            <a:xfrm rot="0">
              <a:off x="3878" y="2477"/>
              <a:ext cx="27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30" y="62"/>
                  </a:moveTo>
                  <a:lnTo>
                    <a:pt x="42" y="39"/>
                  </a:lnTo>
                  <a:lnTo>
                    <a:pt x="55" y="15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3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29" name=""/>
            <p:cNvSpPr/>
            <p:nvPr/>
          </p:nvSpPr>
          <p:spPr>
            <a:xfrm rot="0">
              <a:off x="3878" y="2477"/>
              <a:ext cx="27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30" y="62"/>
                  </a:moveTo>
                  <a:lnTo>
                    <a:pt x="42" y="39"/>
                  </a:lnTo>
                  <a:lnTo>
                    <a:pt x="55" y="15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3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30" name=""/>
            <p:cNvSpPr/>
            <p:nvPr/>
          </p:nvSpPr>
          <p:spPr>
            <a:xfrm rot="0">
              <a:off x="3884" y="2477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0" y="23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31" name=""/>
            <p:cNvSpPr/>
            <p:nvPr/>
          </p:nvSpPr>
          <p:spPr>
            <a:xfrm rot="0" flipH="1">
              <a:off x="3889" y="24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32" name=""/>
            <p:cNvSpPr/>
            <p:nvPr/>
          </p:nvSpPr>
          <p:spPr>
            <a:xfrm rot="0">
              <a:off x="3863" y="2470"/>
              <a:ext cx="26" cy="31"/>
            </a:xfrm>
            <a:custGeom>
              <a:avLst/>
              <a:ahLst/>
              <a:rect l="0" t="0" r="r" b="b"/>
              <a:pathLst>
                <a:path w="53" h="61">
                  <a:moveTo>
                    <a:pt x="30" y="61"/>
                  </a:moveTo>
                  <a:lnTo>
                    <a:pt x="42" y="37"/>
                  </a:lnTo>
                  <a:lnTo>
                    <a:pt x="53" y="14"/>
                  </a:lnTo>
                  <a:lnTo>
                    <a:pt x="22" y="0"/>
                  </a:lnTo>
                  <a:lnTo>
                    <a:pt x="11" y="23"/>
                  </a:lnTo>
                  <a:lnTo>
                    <a:pt x="0" y="47"/>
                  </a:lnTo>
                  <a:lnTo>
                    <a:pt x="3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33" name=""/>
            <p:cNvSpPr/>
            <p:nvPr/>
          </p:nvSpPr>
          <p:spPr>
            <a:xfrm rot="0">
              <a:off x="3863" y="2470"/>
              <a:ext cx="26" cy="31"/>
            </a:xfrm>
            <a:custGeom>
              <a:avLst/>
              <a:ahLst/>
              <a:rect l="0" t="0" r="r" b="b"/>
              <a:pathLst>
                <a:path w="53" h="61">
                  <a:moveTo>
                    <a:pt x="30" y="61"/>
                  </a:moveTo>
                  <a:lnTo>
                    <a:pt x="42" y="37"/>
                  </a:lnTo>
                  <a:lnTo>
                    <a:pt x="53" y="14"/>
                  </a:lnTo>
                  <a:lnTo>
                    <a:pt x="22" y="0"/>
                  </a:lnTo>
                  <a:lnTo>
                    <a:pt x="11" y="23"/>
                  </a:lnTo>
                  <a:lnTo>
                    <a:pt x="0" y="47"/>
                  </a:lnTo>
                  <a:lnTo>
                    <a:pt x="3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34" name=""/>
            <p:cNvSpPr/>
            <p:nvPr/>
          </p:nvSpPr>
          <p:spPr>
            <a:xfrm rot="0">
              <a:off x="3868" y="2470"/>
              <a:ext cx="6" cy="12"/>
            </a:xfrm>
            <a:custGeom>
              <a:avLst/>
              <a:ahLst/>
              <a:rect l="0" t="0" r="r" b="b"/>
              <a:pathLst>
                <a:path w="11" h="24">
                  <a:moveTo>
                    <a:pt x="0" y="24"/>
                  </a:moveTo>
                  <a:lnTo>
                    <a:pt x="11" y="1"/>
                  </a:lnTo>
                  <a:lnTo>
                    <a:pt x="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35" name=""/>
            <p:cNvSpPr/>
            <p:nvPr/>
          </p:nvSpPr>
          <p:spPr>
            <a:xfrm rot="0" flipH="1" flipV="1">
              <a:off x="3873" y="24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36" name=""/>
            <p:cNvSpPr/>
            <p:nvPr/>
          </p:nvSpPr>
          <p:spPr>
            <a:xfrm rot="0">
              <a:off x="3849" y="2464"/>
              <a:ext cx="24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31" y="62"/>
                  </a:moveTo>
                  <a:lnTo>
                    <a:pt x="40" y="37"/>
                  </a:lnTo>
                  <a:lnTo>
                    <a:pt x="49" y="13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1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37" name=""/>
            <p:cNvSpPr/>
            <p:nvPr/>
          </p:nvSpPr>
          <p:spPr>
            <a:xfrm rot="0">
              <a:off x="3849" y="2464"/>
              <a:ext cx="24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31" y="62"/>
                  </a:moveTo>
                  <a:lnTo>
                    <a:pt x="40" y="37"/>
                  </a:lnTo>
                  <a:lnTo>
                    <a:pt x="49" y="13"/>
                  </a:lnTo>
                  <a:lnTo>
                    <a:pt x="18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1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38" name=""/>
            <p:cNvSpPr/>
            <p:nvPr/>
          </p:nvSpPr>
          <p:spPr>
            <a:xfrm rot="0">
              <a:off x="3853" y="2464"/>
              <a:ext cx="5" cy="12"/>
            </a:xfrm>
            <a:custGeom>
              <a:avLst/>
              <a:ahLst/>
              <a:rect l="0" t="0" r="r" b="b"/>
              <a:pathLst>
                <a:path w="9" h="25">
                  <a:moveTo>
                    <a:pt x="0" y="25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39" name=""/>
            <p:cNvSpPr/>
            <p:nvPr/>
          </p:nvSpPr>
          <p:spPr>
            <a:xfrm rot="0" flipH="1">
              <a:off x="3857" y="2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40" name=""/>
            <p:cNvSpPr/>
            <p:nvPr/>
          </p:nvSpPr>
          <p:spPr>
            <a:xfrm rot="0">
              <a:off x="3833" y="2458"/>
              <a:ext cx="24" cy="30"/>
            </a:xfrm>
            <a:custGeom>
              <a:avLst/>
              <a:ahLst/>
              <a:rect l="0" t="0" r="r" b="b"/>
              <a:pathLst>
                <a:path w="48" h="59">
                  <a:moveTo>
                    <a:pt x="32" y="59"/>
                  </a:moveTo>
                  <a:lnTo>
                    <a:pt x="40" y="35"/>
                  </a:lnTo>
                  <a:lnTo>
                    <a:pt x="48" y="10"/>
                  </a:lnTo>
                  <a:lnTo>
                    <a:pt x="17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41" name=""/>
            <p:cNvSpPr/>
            <p:nvPr/>
          </p:nvSpPr>
          <p:spPr>
            <a:xfrm rot="0">
              <a:off x="3833" y="2458"/>
              <a:ext cx="24" cy="30"/>
            </a:xfrm>
            <a:custGeom>
              <a:avLst/>
              <a:ahLst/>
              <a:rect l="0" t="0" r="r" b="b"/>
              <a:pathLst>
                <a:path w="48" h="59">
                  <a:moveTo>
                    <a:pt x="32" y="59"/>
                  </a:moveTo>
                  <a:lnTo>
                    <a:pt x="40" y="35"/>
                  </a:lnTo>
                  <a:lnTo>
                    <a:pt x="48" y="10"/>
                  </a:lnTo>
                  <a:lnTo>
                    <a:pt x="17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42" name=""/>
            <p:cNvSpPr/>
            <p:nvPr/>
          </p:nvSpPr>
          <p:spPr>
            <a:xfrm rot="0">
              <a:off x="3837" y="2458"/>
              <a:ext cx="4" cy="13"/>
            </a:xfrm>
            <a:custGeom>
              <a:avLst/>
              <a:ahLst/>
              <a:rect l="0" t="0" r="r" b="b"/>
              <a:pathLst>
                <a:path w="8" h="26">
                  <a:moveTo>
                    <a:pt x="0" y="26"/>
                  </a:moveTo>
                  <a:lnTo>
                    <a:pt x="8" y="1"/>
                  </a:lnTo>
                  <a:lnTo>
                    <a:pt x="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43" name=""/>
            <p:cNvSpPr/>
            <p:nvPr/>
          </p:nvSpPr>
          <p:spPr>
            <a:xfrm rot="0" flipH="1" flipV="1">
              <a:off x="3841" y="24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44" name=""/>
            <p:cNvSpPr/>
            <p:nvPr/>
          </p:nvSpPr>
          <p:spPr>
            <a:xfrm rot="0">
              <a:off x="3817" y="2453"/>
              <a:ext cx="24" cy="31"/>
            </a:xfrm>
            <a:custGeom>
              <a:avLst/>
              <a:ahLst/>
              <a:rect l="0" t="0" r="r" b="b"/>
              <a:pathLst>
                <a:path w="47" h="60">
                  <a:moveTo>
                    <a:pt x="32" y="60"/>
                  </a:moveTo>
                  <a:lnTo>
                    <a:pt x="40" y="35"/>
                  </a:lnTo>
                  <a:lnTo>
                    <a:pt x="47" y="9"/>
                  </a:lnTo>
                  <a:lnTo>
                    <a:pt x="14" y="0"/>
                  </a:lnTo>
                  <a:lnTo>
                    <a:pt x="7" y="25"/>
                  </a:lnTo>
                  <a:lnTo>
                    <a:pt x="0" y="51"/>
                  </a:lnTo>
                  <a:lnTo>
                    <a:pt x="32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45" name=""/>
            <p:cNvSpPr/>
            <p:nvPr/>
          </p:nvSpPr>
          <p:spPr>
            <a:xfrm rot="0">
              <a:off x="3817" y="2453"/>
              <a:ext cx="24" cy="31"/>
            </a:xfrm>
            <a:custGeom>
              <a:avLst/>
              <a:ahLst/>
              <a:rect l="0" t="0" r="r" b="b"/>
              <a:pathLst>
                <a:path w="47" h="60">
                  <a:moveTo>
                    <a:pt x="32" y="60"/>
                  </a:moveTo>
                  <a:lnTo>
                    <a:pt x="40" y="35"/>
                  </a:lnTo>
                  <a:lnTo>
                    <a:pt x="47" y="9"/>
                  </a:lnTo>
                  <a:lnTo>
                    <a:pt x="14" y="0"/>
                  </a:lnTo>
                  <a:lnTo>
                    <a:pt x="7" y="25"/>
                  </a:lnTo>
                  <a:lnTo>
                    <a:pt x="0" y="51"/>
                  </a:lnTo>
                  <a:lnTo>
                    <a:pt x="32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46" name=""/>
            <p:cNvSpPr/>
            <p:nvPr/>
          </p:nvSpPr>
          <p:spPr>
            <a:xfrm rot="0">
              <a:off x="3821" y="2453"/>
              <a:ext cx="3" cy="13"/>
            </a:xfrm>
            <a:custGeom>
              <a:avLst/>
              <a:ahLst/>
              <a:rect l="0" t="0" r="r" b="b"/>
              <a:pathLst>
                <a:path w="7" h="25">
                  <a:moveTo>
                    <a:pt x="0" y="25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47" name=""/>
            <p:cNvSpPr/>
            <p:nvPr/>
          </p:nvSpPr>
          <p:spPr>
            <a:xfrm rot="0" flipH="1">
              <a:off x="3824" y="24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48" name=""/>
            <p:cNvSpPr/>
            <p:nvPr/>
          </p:nvSpPr>
          <p:spPr>
            <a:xfrm rot="0">
              <a:off x="3801" y="2449"/>
              <a:ext cx="23" cy="30"/>
            </a:xfrm>
            <a:custGeom>
              <a:avLst/>
              <a:ahLst/>
              <a:rect l="0" t="0" r="r" b="b"/>
              <a:pathLst>
                <a:path w="45" h="59">
                  <a:moveTo>
                    <a:pt x="33" y="59"/>
                  </a:moveTo>
                  <a:lnTo>
                    <a:pt x="39" y="33"/>
                  </a:lnTo>
                  <a:lnTo>
                    <a:pt x="45" y="8"/>
                  </a:lnTo>
                  <a:lnTo>
                    <a:pt x="12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3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49" name=""/>
            <p:cNvSpPr/>
            <p:nvPr/>
          </p:nvSpPr>
          <p:spPr>
            <a:xfrm rot="0">
              <a:off x="3801" y="2449"/>
              <a:ext cx="23" cy="30"/>
            </a:xfrm>
            <a:custGeom>
              <a:avLst/>
              <a:ahLst/>
              <a:rect l="0" t="0" r="r" b="b"/>
              <a:pathLst>
                <a:path w="45" h="59">
                  <a:moveTo>
                    <a:pt x="33" y="59"/>
                  </a:moveTo>
                  <a:lnTo>
                    <a:pt x="39" y="33"/>
                  </a:lnTo>
                  <a:lnTo>
                    <a:pt x="45" y="8"/>
                  </a:lnTo>
                  <a:lnTo>
                    <a:pt x="12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3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50" name=""/>
            <p:cNvSpPr/>
            <p:nvPr/>
          </p:nvSpPr>
          <p:spPr>
            <a:xfrm rot="0">
              <a:off x="3805" y="2449"/>
              <a:ext cx="3" cy="13"/>
            </a:xfrm>
            <a:custGeom>
              <a:avLst/>
              <a:ahLst/>
              <a:rect l="0" t="0" r="r" b="b"/>
              <a:pathLst>
                <a:path w="6" h="25">
                  <a:moveTo>
                    <a:pt x="0" y="25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51" name=""/>
            <p:cNvSpPr/>
            <p:nvPr/>
          </p:nvSpPr>
          <p:spPr>
            <a:xfrm rot="0" flipH="1">
              <a:off x="3807" y="2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52" name=""/>
            <p:cNvSpPr/>
            <p:nvPr/>
          </p:nvSpPr>
          <p:spPr>
            <a:xfrm rot="0">
              <a:off x="3786" y="2447"/>
              <a:ext cx="21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33" y="57"/>
                  </a:moveTo>
                  <a:lnTo>
                    <a:pt x="37" y="31"/>
                  </a:lnTo>
                  <a:lnTo>
                    <a:pt x="41" y="6"/>
                  </a:lnTo>
                  <a:lnTo>
                    <a:pt x="8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33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53" name=""/>
            <p:cNvSpPr/>
            <p:nvPr/>
          </p:nvSpPr>
          <p:spPr>
            <a:xfrm rot="0">
              <a:off x="3786" y="2447"/>
              <a:ext cx="21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33" y="57"/>
                  </a:moveTo>
                  <a:lnTo>
                    <a:pt x="37" y="31"/>
                  </a:lnTo>
                  <a:lnTo>
                    <a:pt x="41" y="6"/>
                  </a:lnTo>
                  <a:lnTo>
                    <a:pt x="8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33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54" name=""/>
            <p:cNvSpPr/>
            <p:nvPr/>
          </p:nvSpPr>
          <p:spPr>
            <a:xfrm rot="0">
              <a:off x="3788" y="2447"/>
              <a:ext cx="2" cy="13"/>
            </a:xfrm>
            <a:custGeom>
              <a:avLst/>
              <a:ahLst/>
              <a:rect l="0" t="0" r="r" b="b"/>
              <a:pathLst>
                <a:path w="4" h="26">
                  <a:moveTo>
                    <a:pt x="0" y="26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55" name=""/>
            <p:cNvSpPr/>
            <p:nvPr/>
          </p:nvSpPr>
          <p:spPr>
            <a:xfrm rot="0" flipH="1">
              <a:off x="3790" y="2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56" name=""/>
            <p:cNvSpPr/>
            <p:nvPr/>
          </p:nvSpPr>
          <p:spPr>
            <a:xfrm rot="0">
              <a:off x="3770" y="2445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3" y="56"/>
                  </a:moveTo>
                  <a:lnTo>
                    <a:pt x="36" y="30"/>
                  </a:lnTo>
                  <a:lnTo>
                    <a:pt x="39" y="4"/>
                  </a:lnTo>
                  <a:lnTo>
                    <a:pt x="7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33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57" name=""/>
            <p:cNvSpPr/>
            <p:nvPr/>
          </p:nvSpPr>
          <p:spPr>
            <a:xfrm rot="0">
              <a:off x="3770" y="2445"/>
              <a:ext cx="20" cy="27"/>
            </a:xfrm>
            <a:custGeom>
              <a:avLst/>
              <a:ahLst/>
              <a:rect l="0" t="0" r="r" b="b"/>
              <a:pathLst>
                <a:path w="39" h="56">
                  <a:moveTo>
                    <a:pt x="33" y="56"/>
                  </a:moveTo>
                  <a:lnTo>
                    <a:pt x="36" y="30"/>
                  </a:lnTo>
                  <a:lnTo>
                    <a:pt x="39" y="4"/>
                  </a:lnTo>
                  <a:lnTo>
                    <a:pt x="7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33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58" name=""/>
            <p:cNvSpPr/>
            <p:nvPr/>
          </p:nvSpPr>
          <p:spPr>
            <a:xfrm rot="0">
              <a:off x="3772" y="2445"/>
              <a:ext cx="1" cy="12"/>
            </a:xfrm>
            <a:custGeom>
              <a:avLst/>
              <a:ahLst/>
              <a:rect l="0" t="0" r="r" b="b"/>
              <a:pathLst>
                <a:path w="3" h="26">
                  <a:moveTo>
                    <a:pt x="0" y="2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59" name=""/>
            <p:cNvSpPr/>
            <p:nvPr/>
          </p:nvSpPr>
          <p:spPr>
            <a:xfrm rot="0" flipH="1">
              <a:off x="3773" y="2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60" name=""/>
            <p:cNvSpPr/>
            <p:nvPr/>
          </p:nvSpPr>
          <p:spPr>
            <a:xfrm rot="0">
              <a:off x="3754" y="2443"/>
              <a:ext cx="19" cy="27"/>
            </a:xfrm>
            <a:custGeom>
              <a:avLst/>
              <a:ahLst/>
              <a:rect l="0" t="0" r="r" b="b"/>
              <a:pathLst>
                <a:path w="38" h="55">
                  <a:moveTo>
                    <a:pt x="33" y="55"/>
                  </a:moveTo>
                  <a:lnTo>
                    <a:pt x="36" y="29"/>
                  </a:lnTo>
                  <a:lnTo>
                    <a:pt x="38" y="3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1"/>
                  </a:lnTo>
                  <a:lnTo>
                    <a:pt x="33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61" name=""/>
            <p:cNvSpPr/>
            <p:nvPr/>
          </p:nvSpPr>
          <p:spPr>
            <a:xfrm rot="0">
              <a:off x="3754" y="2443"/>
              <a:ext cx="19" cy="27"/>
            </a:xfrm>
            <a:custGeom>
              <a:avLst/>
              <a:ahLst/>
              <a:rect l="0" t="0" r="r" b="b"/>
              <a:pathLst>
                <a:path w="38" h="55">
                  <a:moveTo>
                    <a:pt x="33" y="55"/>
                  </a:moveTo>
                  <a:lnTo>
                    <a:pt x="36" y="29"/>
                  </a:lnTo>
                  <a:lnTo>
                    <a:pt x="38" y="3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1"/>
                  </a:lnTo>
                  <a:lnTo>
                    <a:pt x="33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62" name=""/>
            <p:cNvSpPr/>
            <p:nvPr/>
          </p:nvSpPr>
          <p:spPr>
            <a:xfrm rot="0">
              <a:off x="3755" y="2443"/>
              <a:ext cx="1" cy="13"/>
            </a:xfrm>
            <a:custGeom>
              <a:avLst/>
              <a:ahLst/>
              <a:rect l="0" t="0" r="r" b="b"/>
              <a:pathLst>
                <a:path w="2" h="27">
                  <a:moveTo>
                    <a:pt x="0" y="27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63" name=""/>
            <p:cNvSpPr/>
            <p:nvPr/>
          </p:nvSpPr>
          <p:spPr>
            <a:xfrm rot="0" flipH="1" flipV="1">
              <a:off x="3755" y="2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64" name=""/>
            <p:cNvSpPr/>
            <p:nvPr/>
          </p:nvSpPr>
          <p:spPr>
            <a:xfrm rot="0">
              <a:off x="3739" y="2443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33" y="52"/>
                  </a:moveTo>
                  <a:lnTo>
                    <a:pt x="33" y="27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2"/>
                  </a:lnTo>
                  <a:lnTo>
                    <a:pt x="33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65" name=""/>
            <p:cNvSpPr/>
            <p:nvPr/>
          </p:nvSpPr>
          <p:spPr>
            <a:xfrm rot="0">
              <a:off x="3739" y="2443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33" y="52"/>
                  </a:moveTo>
                  <a:lnTo>
                    <a:pt x="33" y="27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2"/>
                  </a:lnTo>
                  <a:lnTo>
                    <a:pt x="33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66" name=""/>
            <p:cNvSpPr/>
            <p:nvPr/>
          </p:nvSpPr>
          <p:spPr>
            <a:xfrm rot="0">
              <a:off x="3738" y="2443"/>
              <a:ext cx="1" cy="13"/>
            </a:xfrm>
            <a:custGeom>
              <a:avLst/>
              <a:ahLst/>
              <a:rect l="0" t="0" r="r" b="b"/>
              <a:pathLst>
                <a:path w="1" h="27">
                  <a:moveTo>
                    <a:pt x="1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67" name=""/>
            <p:cNvSpPr/>
            <p:nvPr/>
          </p:nvSpPr>
          <p:spPr>
            <a:xfrm rot="0" flipH="1">
              <a:off x="3738" y="2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68" name=""/>
            <p:cNvSpPr/>
            <p:nvPr/>
          </p:nvSpPr>
          <p:spPr>
            <a:xfrm rot="0">
              <a:off x="3721" y="2443"/>
              <a:ext cx="18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36" y="51"/>
                  </a:moveTo>
                  <a:lnTo>
                    <a:pt x="35" y="26"/>
                  </a:lnTo>
                  <a:lnTo>
                    <a:pt x="34" y="0"/>
                  </a:lnTo>
                  <a:lnTo>
                    <a:pt x="0" y="1"/>
                  </a:lnTo>
                  <a:lnTo>
                    <a:pt x="1" y="27"/>
                  </a:lnTo>
                  <a:lnTo>
                    <a:pt x="2" y="52"/>
                  </a:lnTo>
                  <a:lnTo>
                    <a:pt x="36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69" name=""/>
            <p:cNvSpPr/>
            <p:nvPr/>
          </p:nvSpPr>
          <p:spPr>
            <a:xfrm rot="0">
              <a:off x="3721" y="2443"/>
              <a:ext cx="18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36" y="51"/>
                  </a:moveTo>
                  <a:lnTo>
                    <a:pt x="35" y="26"/>
                  </a:lnTo>
                  <a:lnTo>
                    <a:pt x="34" y="0"/>
                  </a:lnTo>
                  <a:lnTo>
                    <a:pt x="0" y="1"/>
                  </a:lnTo>
                  <a:lnTo>
                    <a:pt x="1" y="27"/>
                  </a:lnTo>
                  <a:lnTo>
                    <a:pt x="2" y="52"/>
                  </a:lnTo>
                  <a:lnTo>
                    <a:pt x="36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70" name=""/>
            <p:cNvSpPr/>
            <p:nvPr/>
          </p:nvSpPr>
          <p:spPr>
            <a:xfrm rot="0">
              <a:off x="3721" y="2444"/>
              <a:ext cx="1" cy="12"/>
            </a:xfrm>
            <a:custGeom>
              <a:avLst/>
              <a:ahLst/>
              <a:rect l="0" t="0" r="r" b="b"/>
              <a:pathLst>
                <a:path w="2" h="26">
                  <a:moveTo>
                    <a:pt x="2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71" name=""/>
            <p:cNvSpPr/>
            <p:nvPr/>
          </p:nvSpPr>
          <p:spPr>
            <a:xfrm rot="0" flipH="1">
              <a:off x="3721" y="24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72" name=""/>
            <p:cNvSpPr/>
            <p:nvPr/>
          </p:nvSpPr>
          <p:spPr>
            <a:xfrm rot="0">
              <a:off x="3704" y="2444"/>
              <a:ext cx="19" cy="26"/>
            </a:xfrm>
            <a:custGeom>
              <a:avLst/>
              <a:ahLst/>
              <a:rect l="0" t="0" r="r" b="b"/>
              <a:pathLst>
                <a:path w="38" h="54">
                  <a:moveTo>
                    <a:pt x="38" y="51"/>
                  </a:moveTo>
                  <a:lnTo>
                    <a:pt x="36" y="26"/>
                  </a:lnTo>
                  <a:lnTo>
                    <a:pt x="34" y="0"/>
                  </a:lnTo>
                  <a:lnTo>
                    <a:pt x="0" y="2"/>
                  </a:lnTo>
                  <a:lnTo>
                    <a:pt x="2" y="28"/>
                  </a:lnTo>
                  <a:lnTo>
                    <a:pt x="5" y="54"/>
                  </a:lnTo>
                  <a:lnTo>
                    <a:pt x="38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73" name=""/>
            <p:cNvSpPr/>
            <p:nvPr/>
          </p:nvSpPr>
          <p:spPr>
            <a:xfrm rot="0">
              <a:off x="3704" y="2444"/>
              <a:ext cx="19" cy="26"/>
            </a:xfrm>
            <a:custGeom>
              <a:avLst/>
              <a:ahLst/>
              <a:rect l="0" t="0" r="r" b="b"/>
              <a:pathLst>
                <a:path w="38" h="54">
                  <a:moveTo>
                    <a:pt x="38" y="51"/>
                  </a:moveTo>
                  <a:lnTo>
                    <a:pt x="36" y="26"/>
                  </a:lnTo>
                  <a:lnTo>
                    <a:pt x="34" y="0"/>
                  </a:lnTo>
                  <a:lnTo>
                    <a:pt x="0" y="2"/>
                  </a:lnTo>
                  <a:lnTo>
                    <a:pt x="2" y="28"/>
                  </a:lnTo>
                  <a:lnTo>
                    <a:pt x="5" y="54"/>
                  </a:lnTo>
                  <a:lnTo>
                    <a:pt x="38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74" name=""/>
            <p:cNvSpPr/>
            <p:nvPr/>
          </p:nvSpPr>
          <p:spPr>
            <a:xfrm rot="0">
              <a:off x="3703" y="2445"/>
              <a:ext cx="2" cy="12"/>
            </a:xfrm>
            <a:custGeom>
              <a:avLst/>
              <a:ahLst/>
              <a:rect l="0" t="0" r="r" b="b"/>
              <a:pathLst>
                <a:path w="4" h="26">
                  <a:moveTo>
                    <a:pt x="4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75" name=""/>
            <p:cNvSpPr/>
            <p:nvPr/>
          </p:nvSpPr>
          <p:spPr>
            <a:xfrm rot="0" flipH="1">
              <a:off x="3703" y="2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76" name=""/>
            <p:cNvSpPr/>
            <p:nvPr/>
          </p:nvSpPr>
          <p:spPr>
            <a:xfrm rot="0">
              <a:off x="3686" y="2445"/>
              <a:ext cx="21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41" y="52"/>
                  </a:moveTo>
                  <a:lnTo>
                    <a:pt x="36" y="26"/>
                  </a:lnTo>
                  <a:lnTo>
                    <a:pt x="32" y="0"/>
                  </a:lnTo>
                  <a:lnTo>
                    <a:pt x="0" y="5"/>
                  </a:lnTo>
                  <a:lnTo>
                    <a:pt x="4" y="31"/>
                  </a:lnTo>
                  <a:lnTo>
                    <a:pt x="8" y="57"/>
                  </a:lnTo>
                  <a:lnTo>
                    <a:pt x="4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77" name=""/>
            <p:cNvSpPr/>
            <p:nvPr/>
          </p:nvSpPr>
          <p:spPr>
            <a:xfrm rot="0">
              <a:off x="3686" y="2445"/>
              <a:ext cx="21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41" y="52"/>
                  </a:moveTo>
                  <a:lnTo>
                    <a:pt x="36" y="26"/>
                  </a:lnTo>
                  <a:lnTo>
                    <a:pt x="32" y="0"/>
                  </a:lnTo>
                  <a:lnTo>
                    <a:pt x="0" y="5"/>
                  </a:lnTo>
                  <a:lnTo>
                    <a:pt x="4" y="31"/>
                  </a:lnTo>
                  <a:lnTo>
                    <a:pt x="8" y="57"/>
                  </a:lnTo>
                  <a:lnTo>
                    <a:pt x="4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98" name=""/>
          <p:cNvGrpSpPr/>
          <p:nvPr/>
        </p:nvGrpSpPr>
        <p:grpSpPr>
          <a:xfrm rot="0">
            <a:off x="773112" y="1284287"/>
            <a:ext cx="5446712" cy="5222875"/>
            <a:chOff x="487" y="809"/>
            <a:chExt cx="3431" cy="3290"/>
          </a:xfrm>
        </p:grpSpPr>
        <p:sp>
          <p:nvSpPr>
            <p:cNvPr id="1061878" name=""/>
            <p:cNvSpPr/>
            <p:nvPr/>
          </p:nvSpPr>
          <p:spPr>
            <a:xfrm rot="0">
              <a:off x="3686" y="2447"/>
              <a:ext cx="2" cy="13"/>
            </a:xfrm>
            <a:custGeom>
              <a:avLst/>
              <a:ahLst/>
              <a:rect l="0" t="0" r="r" b="b"/>
              <a:pathLst>
                <a:path w="4" h="26">
                  <a:moveTo>
                    <a:pt x="4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79" name=""/>
            <p:cNvSpPr/>
            <p:nvPr/>
          </p:nvSpPr>
          <p:spPr>
            <a:xfrm rot="0">
              <a:off x="3686" y="2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80" name=""/>
            <p:cNvSpPr/>
            <p:nvPr/>
          </p:nvSpPr>
          <p:spPr>
            <a:xfrm rot="0">
              <a:off x="3670" y="2447"/>
              <a:ext cx="20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41" y="52"/>
                  </a:moveTo>
                  <a:lnTo>
                    <a:pt x="37" y="26"/>
                  </a:lnTo>
                  <a:lnTo>
                    <a:pt x="33" y="0"/>
                  </a:lnTo>
                  <a:lnTo>
                    <a:pt x="0" y="6"/>
                  </a:lnTo>
                  <a:lnTo>
                    <a:pt x="4" y="31"/>
                  </a:lnTo>
                  <a:lnTo>
                    <a:pt x="8" y="57"/>
                  </a:lnTo>
                  <a:lnTo>
                    <a:pt x="4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81" name=""/>
            <p:cNvSpPr/>
            <p:nvPr/>
          </p:nvSpPr>
          <p:spPr>
            <a:xfrm rot="0">
              <a:off x="3670" y="2447"/>
              <a:ext cx="20" cy="28"/>
            </a:xfrm>
            <a:custGeom>
              <a:avLst/>
              <a:ahLst/>
              <a:rect l="0" t="0" r="r" b="b"/>
              <a:pathLst>
                <a:path w="41" h="57">
                  <a:moveTo>
                    <a:pt x="41" y="52"/>
                  </a:moveTo>
                  <a:lnTo>
                    <a:pt x="37" y="26"/>
                  </a:lnTo>
                  <a:lnTo>
                    <a:pt x="33" y="0"/>
                  </a:lnTo>
                  <a:lnTo>
                    <a:pt x="0" y="6"/>
                  </a:lnTo>
                  <a:lnTo>
                    <a:pt x="4" y="31"/>
                  </a:lnTo>
                  <a:lnTo>
                    <a:pt x="8" y="57"/>
                  </a:lnTo>
                  <a:lnTo>
                    <a:pt x="4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82" name=""/>
            <p:cNvSpPr/>
            <p:nvPr/>
          </p:nvSpPr>
          <p:spPr>
            <a:xfrm rot="0">
              <a:off x="3669" y="2450"/>
              <a:ext cx="3" cy="13"/>
            </a:xfrm>
            <a:custGeom>
              <a:avLst/>
              <a:ahLst/>
              <a:rect l="0" t="0" r="r" b="b"/>
              <a:pathLst>
                <a:path w="6" h="25">
                  <a:moveTo>
                    <a:pt x="6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83" name=""/>
            <p:cNvSpPr/>
            <p:nvPr/>
          </p:nvSpPr>
          <p:spPr>
            <a:xfrm rot="0" flipH="1">
              <a:off x="3669" y="24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84" name=""/>
            <p:cNvSpPr/>
            <p:nvPr/>
          </p:nvSpPr>
          <p:spPr>
            <a:xfrm rot="0">
              <a:off x="3653" y="2450"/>
              <a:ext cx="22" cy="29"/>
            </a:xfrm>
            <a:custGeom>
              <a:avLst/>
              <a:ahLst/>
              <a:rect l="0" t="0" r="r" b="b"/>
              <a:pathLst>
                <a:path w="45" h="59">
                  <a:moveTo>
                    <a:pt x="45" y="51"/>
                  </a:moveTo>
                  <a:lnTo>
                    <a:pt x="39" y="25"/>
                  </a:lnTo>
                  <a:lnTo>
                    <a:pt x="33" y="0"/>
                  </a:lnTo>
                  <a:lnTo>
                    <a:pt x="0" y="8"/>
                  </a:lnTo>
                  <a:lnTo>
                    <a:pt x="6" y="33"/>
                  </a:lnTo>
                  <a:lnTo>
                    <a:pt x="12" y="59"/>
                  </a:lnTo>
                  <a:lnTo>
                    <a:pt x="4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85" name=""/>
            <p:cNvSpPr/>
            <p:nvPr/>
          </p:nvSpPr>
          <p:spPr>
            <a:xfrm rot="0">
              <a:off x="3653" y="2450"/>
              <a:ext cx="22" cy="29"/>
            </a:xfrm>
            <a:custGeom>
              <a:avLst/>
              <a:ahLst/>
              <a:rect l="0" t="0" r="r" b="b"/>
              <a:pathLst>
                <a:path w="45" h="59">
                  <a:moveTo>
                    <a:pt x="45" y="51"/>
                  </a:moveTo>
                  <a:lnTo>
                    <a:pt x="39" y="25"/>
                  </a:lnTo>
                  <a:lnTo>
                    <a:pt x="33" y="0"/>
                  </a:lnTo>
                  <a:lnTo>
                    <a:pt x="0" y="8"/>
                  </a:lnTo>
                  <a:lnTo>
                    <a:pt x="6" y="33"/>
                  </a:lnTo>
                  <a:lnTo>
                    <a:pt x="12" y="59"/>
                  </a:lnTo>
                  <a:lnTo>
                    <a:pt x="4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86" name=""/>
            <p:cNvSpPr/>
            <p:nvPr/>
          </p:nvSpPr>
          <p:spPr>
            <a:xfrm rot="0">
              <a:off x="3652" y="2454"/>
              <a:ext cx="4" cy="13"/>
            </a:xfrm>
            <a:custGeom>
              <a:avLst/>
              <a:ahLst/>
              <a:rect l="0" t="0" r="r" b="b"/>
              <a:pathLst>
                <a:path w="7" h="25">
                  <a:moveTo>
                    <a:pt x="7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87" name=""/>
            <p:cNvSpPr/>
            <p:nvPr/>
          </p:nvSpPr>
          <p:spPr>
            <a:xfrm rot="0" flipH="1">
              <a:off x="3652" y="24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88" name=""/>
            <p:cNvSpPr/>
            <p:nvPr/>
          </p:nvSpPr>
          <p:spPr>
            <a:xfrm rot="0">
              <a:off x="3636" y="2454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46" y="49"/>
                  </a:moveTo>
                  <a:lnTo>
                    <a:pt x="39" y="24"/>
                  </a:lnTo>
                  <a:lnTo>
                    <a:pt x="32" y="0"/>
                  </a:lnTo>
                  <a:lnTo>
                    <a:pt x="0" y="9"/>
                  </a:lnTo>
                  <a:lnTo>
                    <a:pt x="8" y="34"/>
                  </a:lnTo>
                  <a:lnTo>
                    <a:pt x="15" y="58"/>
                  </a:lnTo>
                  <a:lnTo>
                    <a:pt x="4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89" name=""/>
            <p:cNvSpPr/>
            <p:nvPr/>
          </p:nvSpPr>
          <p:spPr>
            <a:xfrm rot="0">
              <a:off x="3636" y="2454"/>
              <a:ext cx="23" cy="30"/>
            </a:xfrm>
            <a:custGeom>
              <a:avLst/>
              <a:ahLst/>
              <a:rect l="0" t="0" r="r" b="b"/>
              <a:pathLst>
                <a:path w="46" h="58">
                  <a:moveTo>
                    <a:pt x="46" y="49"/>
                  </a:moveTo>
                  <a:lnTo>
                    <a:pt x="39" y="24"/>
                  </a:lnTo>
                  <a:lnTo>
                    <a:pt x="32" y="0"/>
                  </a:lnTo>
                  <a:lnTo>
                    <a:pt x="0" y="9"/>
                  </a:lnTo>
                  <a:lnTo>
                    <a:pt x="8" y="34"/>
                  </a:lnTo>
                  <a:lnTo>
                    <a:pt x="15" y="58"/>
                  </a:lnTo>
                  <a:lnTo>
                    <a:pt x="46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90" name=""/>
            <p:cNvSpPr/>
            <p:nvPr/>
          </p:nvSpPr>
          <p:spPr>
            <a:xfrm rot="0">
              <a:off x="3635" y="2459"/>
              <a:ext cx="5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10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91" name=""/>
            <p:cNvSpPr/>
            <p:nvPr/>
          </p:nvSpPr>
          <p:spPr>
            <a:xfrm rot="0" flipH="1">
              <a:off x="3635" y="24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92" name=""/>
            <p:cNvSpPr/>
            <p:nvPr/>
          </p:nvSpPr>
          <p:spPr>
            <a:xfrm rot="0">
              <a:off x="3619" y="2459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9"/>
                  </a:moveTo>
                  <a:lnTo>
                    <a:pt x="41" y="25"/>
                  </a:lnTo>
                  <a:lnTo>
                    <a:pt x="31" y="0"/>
                  </a:lnTo>
                  <a:lnTo>
                    <a:pt x="0" y="11"/>
                  </a:lnTo>
                  <a:lnTo>
                    <a:pt x="9" y="36"/>
                  </a:lnTo>
                  <a:lnTo>
                    <a:pt x="18" y="60"/>
                  </a:lnTo>
                  <a:lnTo>
                    <a:pt x="5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93" name=""/>
            <p:cNvSpPr/>
            <p:nvPr/>
          </p:nvSpPr>
          <p:spPr>
            <a:xfrm rot="0">
              <a:off x="3619" y="2459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9"/>
                  </a:moveTo>
                  <a:lnTo>
                    <a:pt x="41" y="25"/>
                  </a:lnTo>
                  <a:lnTo>
                    <a:pt x="31" y="0"/>
                  </a:lnTo>
                  <a:lnTo>
                    <a:pt x="0" y="11"/>
                  </a:lnTo>
                  <a:lnTo>
                    <a:pt x="9" y="36"/>
                  </a:lnTo>
                  <a:lnTo>
                    <a:pt x="18" y="60"/>
                  </a:lnTo>
                  <a:lnTo>
                    <a:pt x="5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94" name=""/>
            <p:cNvSpPr/>
            <p:nvPr/>
          </p:nvSpPr>
          <p:spPr>
            <a:xfrm rot="0">
              <a:off x="3619" y="2465"/>
              <a:ext cx="5" cy="12"/>
            </a:xfrm>
            <a:custGeom>
              <a:avLst/>
              <a:ahLst/>
              <a:rect l="0" t="0" r="r" b="b"/>
              <a:pathLst>
                <a:path w="9" h="25">
                  <a:moveTo>
                    <a:pt x="9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95" name=""/>
            <p:cNvSpPr/>
            <p:nvPr/>
          </p:nvSpPr>
          <p:spPr>
            <a:xfrm rot="0">
              <a:off x="3619" y="24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96" name=""/>
            <p:cNvSpPr/>
            <p:nvPr/>
          </p:nvSpPr>
          <p:spPr>
            <a:xfrm rot="0">
              <a:off x="3604" y="2465"/>
              <a:ext cx="24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49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3"/>
                  </a:lnTo>
                  <a:lnTo>
                    <a:pt x="9" y="37"/>
                  </a:lnTo>
                  <a:lnTo>
                    <a:pt x="18" y="62"/>
                  </a:lnTo>
                  <a:lnTo>
                    <a:pt x="4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97" name=""/>
            <p:cNvSpPr/>
            <p:nvPr/>
          </p:nvSpPr>
          <p:spPr>
            <a:xfrm rot="0">
              <a:off x="3604" y="2465"/>
              <a:ext cx="24" cy="30"/>
            </a:xfrm>
            <a:custGeom>
              <a:avLst/>
              <a:ahLst/>
              <a:rect l="0" t="0" r="r" b="b"/>
              <a:pathLst>
                <a:path w="49" h="62">
                  <a:moveTo>
                    <a:pt x="49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3"/>
                  </a:lnTo>
                  <a:lnTo>
                    <a:pt x="9" y="37"/>
                  </a:lnTo>
                  <a:lnTo>
                    <a:pt x="18" y="62"/>
                  </a:lnTo>
                  <a:lnTo>
                    <a:pt x="4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898" name=""/>
            <p:cNvSpPr/>
            <p:nvPr/>
          </p:nvSpPr>
          <p:spPr>
            <a:xfrm rot="0">
              <a:off x="3603" y="2471"/>
              <a:ext cx="6" cy="12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899" name=""/>
            <p:cNvSpPr/>
            <p:nvPr/>
          </p:nvSpPr>
          <p:spPr>
            <a:xfrm rot="0" flipH="1">
              <a:off x="3603" y="24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00" name=""/>
            <p:cNvSpPr/>
            <p:nvPr/>
          </p:nvSpPr>
          <p:spPr>
            <a:xfrm rot="0">
              <a:off x="3588" y="2471"/>
              <a:ext cx="26" cy="31"/>
            </a:xfrm>
            <a:custGeom>
              <a:avLst/>
              <a:ahLst/>
              <a:rect l="0" t="0" r="r" b="b"/>
              <a:pathLst>
                <a:path w="53" h="61">
                  <a:moveTo>
                    <a:pt x="53" y="47"/>
                  </a:moveTo>
                  <a:lnTo>
                    <a:pt x="42" y="23"/>
                  </a:lnTo>
                  <a:lnTo>
                    <a:pt x="31" y="0"/>
                  </a:lnTo>
                  <a:lnTo>
                    <a:pt x="0" y="14"/>
                  </a:lnTo>
                  <a:lnTo>
                    <a:pt x="11" y="37"/>
                  </a:lnTo>
                  <a:lnTo>
                    <a:pt x="23" y="61"/>
                  </a:lnTo>
                  <a:lnTo>
                    <a:pt x="53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01" name=""/>
            <p:cNvSpPr/>
            <p:nvPr/>
          </p:nvSpPr>
          <p:spPr>
            <a:xfrm rot="0">
              <a:off x="3588" y="2471"/>
              <a:ext cx="26" cy="31"/>
            </a:xfrm>
            <a:custGeom>
              <a:avLst/>
              <a:ahLst/>
              <a:rect l="0" t="0" r="r" b="b"/>
              <a:pathLst>
                <a:path w="53" h="61">
                  <a:moveTo>
                    <a:pt x="53" y="47"/>
                  </a:moveTo>
                  <a:lnTo>
                    <a:pt x="42" y="23"/>
                  </a:lnTo>
                  <a:lnTo>
                    <a:pt x="31" y="0"/>
                  </a:lnTo>
                  <a:lnTo>
                    <a:pt x="0" y="14"/>
                  </a:lnTo>
                  <a:lnTo>
                    <a:pt x="11" y="37"/>
                  </a:lnTo>
                  <a:lnTo>
                    <a:pt x="23" y="61"/>
                  </a:lnTo>
                  <a:lnTo>
                    <a:pt x="53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02" name=""/>
            <p:cNvSpPr/>
            <p:nvPr/>
          </p:nvSpPr>
          <p:spPr>
            <a:xfrm rot="0">
              <a:off x="3587" y="2478"/>
              <a:ext cx="6" cy="12"/>
            </a:xfrm>
            <a:custGeom>
              <a:avLst/>
              <a:ahLst/>
              <a:rect l="0" t="0" r="r" b="b"/>
              <a:pathLst>
                <a:path w="12" h="23">
                  <a:moveTo>
                    <a:pt x="12" y="2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03" name=""/>
            <p:cNvSpPr/>
            <p:nvPr/>
          </p:nvSpPr>
          <p:spPr>
            <a:xfrm rot="0" flipH="1">
              <a:off x="3587" y="24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04" name=""/>
            <p:cNvSpPr/>
            <p:nvPr/>
          </p:nvSpPr>
          <p:spPr>
            <a:xfrm rot="0">
              <a:off x="3572" y="2478"/>
              <a:ext cx="27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55" y="47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  <a:lnTo>
                    <a:pt x="13" y="39"/>
                  </a:lnTo>
                  <a:lnTo>
                    <a:pt x="25" y="62"/>
                  </a:lnTo>
                  <a:lnTo>
                    <a:pt x="55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05" name=""/>
            <p:cNvSpPr/>
            <p:nvPr/>
          </p:nvSpPr>
          <p:spPr>
            <a:xfrm rot="0">
              <a:off x="3572" y="2478"/>
              <a:ext cx="27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55" y="47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5"/>
                  </a:lnTo>
                  <a:lnTo>
                    <a:pt x="13" y="39"/>
                  </a:lnTo>
                  <a:lnTo>
                    <a:pt x="25" y="62"/>
                  </a:lnTo>
                  <a:lnTo>
                    <a:pt x="55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06" name=""/>
            <p:cNvSpPr/>
            <p:nvPr/>
          </p:nvSpPr>
          <p:spPr>
            <a:xfrm rot="0">
              <a:off x="3572" y="2486"/>
              <a:ext cx="6" cy="12"/>
            </a:xfrm>
            <a:custGeom>
              <a:avLst/>
              <a:ahLst/>
              <a:rect l="0" t="0" r="r" b="b"/>
              <a:pathLst>
                <a:path w="14" h="24">
                  <a:moveTo>
                    <a:pt x="14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07" name=""/>
            <p:cNvSpPr/>
            <p:nvPr/>
          </p:nvSpPr>
          <p:spPr>
            <a:xfrm rot="0" flipH="1">
              <a:off x="3572" y="24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08" name=""/>
            <p:cNvSpPr/>
            <p:nvPr/>
          </p:nvSpPr>
          <p:spPr>
            <a:xfrm rot="0">
              <a:off x="3557" y="2487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55" y="45"/>
                  </a:moveTo>
                  <a:lnTo>
                    <a:pt x="42" y="23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3" y="40"/>
                  </a:lnTo>
                  <a:lnTo>
                    <a:pt x="26" y="63"/>
                  </a:lnTo>
                  <a:lnTo>
                    <a:pt x="5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09" name=""/>
            <p:cNvSpPr/>
            <p:nvPr/>
          </p:nvSpPr>
          <p:spPr>
            <a:xfrm rot="0">
              <a:off x="3557" y="2487"/>
              <a:ext cx="28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55" y="45"/>
                  </a:moveTo>
                  <a:lnTo>
                    <a:pt x="42" y="23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3" y="40"/>
                  </a:lnTo>
                  <a:lnTo>
                    <a:pt x="26" y="63"/>
                  </a:lnTo>
                  <a:lnTo>
                    <a:pt x="5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0" name=""/>
            <p:cNvSpPr/>
            <p:nvPr/>
          </p:nvSpPr>
          <p:spPr>
            <a:xfrm rot="0">
              <a:off x="3557" y="2495"/>
              <a:ext cx="7" cy="12"/>
            </a:xfrm>
            <a:custGeom>
              <a:avLst/>
              <a:ahLst/>
              <a:rect l="0" t="0" r="r" b="b"/>
              <a:pathLst>
                <a:path w="14" h="22">
                  <a:moveTo>
                    <a:pt x="14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11" name=""/>
            <p:cNvSpPr/>
            <p:nvPr/>
          </p:nvSpPr>
          <p:spPr>
            <a:xfrm rot="0" flipH="1">
              <a:off x="3557" y="2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2" name=""/>
            <p:cNvSpPr/>
            <p:nvPr/>
          </p:nvSpPr>
          <p:spPr>
            <a:xfrm rot="0">
              <a:off x="3543" y="2496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1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9" y="61"/>
                  </a:lnTo>
                  <a:lnTo>
                    <a:pt x="5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13" name=""/>
            <p:cNvSpPr/>
            <p:nvPr/>
          </p:nvSpPr>
          <p:spPr>
            <a:xfrm rot="0">
              <a:off x="3543" y="2496"/>
              <a:ext cx="28" cy="31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1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9" y="61"/>
                  </a:lnTo>
                  <a:lnTo>
                    <a:pt x="5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4" name=""/>
            <p:cNvSpPr/>
            <p:nvPr/>
          </p:nvSpPr>
          <p:spPr>
            <a:xfrm rot="0">
              <a:off x="3537" y="2505"/>
              <a:ext cx="20" cy="24"/>
            </a:xfrm>
            <a:custGeom>
              <a:avLst/>
              <a:ahLst/>
              <a:rect l="0" t="0" r="r" b="b"/>
              <a:pathLst>
                <a:path w="40" h="47">
                  <a:moveTo>
                    <a:pt x="25" y="22"/>
                  </a:moveTo>
                  <a:lnTo>
                    <a:pt x="40" y="43"/>
                  </a:lnTo>
                  <a:lnTo>
                    <a:pt x="33" y="47"/>
                  </a:lnTo>
                  <a:lnTo>
                    <a:pt x="24" y="47"/>
                  </a:lnTo>
                  <a:lnTo>
                    <a:pt x="16" y="46"/>
                  </a:lnTo>
                  <a:lnTo>
                    <a:pt x="9" y="42"/>
                  </a:lnTo>
                  <a:lnTo>
                    <a:pt x="4" y="36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5" y="5"/>
                  </a:lnTo>
                  <a:lnTo>
                    <a:pt x="11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15" name=""/>
            <p:cNvSpPr/>
            <p:nvPr/>
          </p:nvSpPr>
          <p:spPr>
            <a:xfrm rot="0">
              <a:off x="3537" y="2505"/>
              <a:ext cx="20" cy="24"/>
            </a:xfrm>
            <a:custGeom>
              <a:avLst/>
              <a:ahLst/>
              <a:rect l="0" t="0" r="r" b="b"/>
              <a:pathLst>
                <a:path w="40" h="47">
                  <a:moveTo>
                    <a:pt x="40" y="43"/>
                  </a:moveTo>
                  <a:lnTo>
                    <a:pt x="33" y="47"/>
                  </a:lnTo>
                  <a:lnTo>
                    <a:pt x="24" y="47"/>
                  </a:lnTo>
                  <a:lnTo>
                    <a:pt x="16" y="46"/>
                  </a:lnTo>
                  <a:lnTo>
                    <a:pt x="9" y="42"/>
                  </a:lnTo>
                  <a:lnTo>
                    <a:pt x="4" y="36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5" y="5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6" name=""/>
            <p:cNvSpPr/>
            <p:nvPr/>
          </p:nvSpPr>
          <p:spPr>
            <a:xfrm rot="0">
              <a:off x="3740" y="2416"/>
              <a:ext cx="1" cy="17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7" name=""/>
            <p:cNvSpPr/>
            <p:nvPr/>
          </p:nvSpPr>
          <p:spPr>
            <a:xfrm rot="0">
              <a:off x="3740" y="2623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8" name=""/>
            <p:cNvSpPr/>
            <p:nvPr/>
          </p:nvSpPr>
          <p:spPr>
            <a:xfrm rot="0">
              <a:off x="3740" y="2695"/>
              <a:ext cx="1" cy="21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19" name=""/>
            <p:cNvSpPr/>
            <p:nvPr/>
          </p:nvSpPr>
          <p:spPr>
            <a:xfrm rot="0">
              <a:off x="3740" y="2948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0" name=""/>
            <p:cNvSpPr/>
            <p:nvPr/>
          </p:nvSpPr>
          <p:spPr>
            <a:xfrm rot="0">
              <a:off x="3740" y="3021"/>
              <a:ext cx="1" cy="17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1" name=""/>
            <p:cNvSpPr/>
            <p:nvPr/>
          </p:nvSpPr>
          <p:spPr>
            <a:xfrm rot="0">
              <a:off x="3339" y="2785"/>
              <a:ext cx="23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2" name=""/>
            <p:cNvSpPr/>
            <p:nvPr/>
          </p:nvSpPr>
          <p:spPr>
            <a:xfrm rot="0">
              <a:off x="3610" y="2785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3" name=""/>
            <p:cNvSpPr/>
            <p:nvPr/>
          </p:nvSpPr>
          <p:spPr>
            <a:xfrm rot="0">
              <a:off x="3683" y="2785"/>
              <a:ext cx="23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4" name=""/>
            <p:cNvSpPr/>
            <p:nvPr/>
          </p:nvSpPr>
          <p:spPr>
            <a:xfrm rot="0">
              <a:off x="1819" y="891"/>
              <a:ext cx="25" cy="25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4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3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7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5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7"/>
                  </a:lnTo>
                  <a:lnTo>
                    <a:pt x="49" y="31"/>
                  </a:lnTo>
                  <a:lnTo>
                    <a:pt x="50" y="2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5" name=""/>
            <p:cNvSpPr/>
            <p:nvPr/>
          </p:nvSpPr>
          <p:spPr>
            <a:xfrm rot="0">
              <a:off x="1770" y="809"/>
              <a:ext cx="17" cy="67"/>
            </a:xfrm>
            <a:custGeom>
              <a:avLst/>
              <a:ahLst/>
              <a:rect l="0" t="0" r="r" b="b"/>
              <a:pathLst>
                <a:path w="35" h="133">
                  <a:moveTo>
                    <a:pt x="3" y="133"/>
                  </a:moveTo>
                  <a:lnTo>
                    <a:pt x="0" y="120"/>
                  </a:lnTo>
                  <a:lnTo>
                    <a:pt x="0" y="104"/>
                  </a:lnTo>
                  <a:lnTo>
                    <a:pt x="3" y="76"/>
                  </a:lnTo>
                  <a:lnTo>
                    <a:pt x="12" y="44"/>
                  </a:lnTo>
                  <a:lnTo>
                    <a:pt x="25" y="1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6" name=""/>
            <p:cNvSpPr/>
            <p:nvPr/>
          </p:nvSpPr>
          <p:spPr>
            <a:xfrm rot="0">
              <a:off x="1796" y="812"/>
              <a:ext cx="33" cy="57"/>
            </a:xfrm>
            <a:custGeom>
              <a:avLst/>
              <a:ahLst/>
              <a:rect l="0" t="0" r="r" b="b"/>
              <a:pathLst>
                <a:path w="67" h="114">
                  <a:moveTo>
                    <a:pt x="32" y="0"/>
                  </a:moveTo>
                  <a:lnTo>
                    <a:pt x="0" y="114"/>
                  </a:lnTo>
                  <a:lnTo>
                    <a:pt x="29" y="114"/>
                  </a:lnTo>
                  <a:lnTo>
                    <a:pt x="41" y="111"/>
                  </a:lnTo>
                  <a:lnTo>
                    <a:pt x="51" y="104"/>
                  </a:lnTo>
                  <a:lnTo>
                    <a:pt x="58" y="95"/>
                  </a:lnTo>
                  <a:lnTo>
                    <a:pt x="67" y="60"/>
                  </a:lnTo>
                  <a:lnTo>
                    <a:pt x="67" y="51"/>
                  </a:lnTo>
                  <a:lnTo>
                    <a:pt x="64" y="41"/>
                  </a:lnTo>
                  <a:lnTo>
                    <a:pt x="55" y="38"/>
                  </a:lnTo>
                  <a:lnTo>
                    <a:pt x="23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7" name=""/>
            <p:cNvSpPr/>
            <p:nvPr/>
          </p:nvSpPr>
          <p:spPr>
            <a:xfrm rot="0" flipV="1">
              <a:off x="1853" y="812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8" name=""/>
            <p:cNvSpPr/>
            <p:nvPr/>
          </p:nvSpPr>
          <p:spPr>
            <a:xfrm rot="0" flipH="1">
              <a:off x="1869" y="812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29" name=""/>
            <p:cNvSpPr/>
            <p:nvPr/>
          </p:nvSpPr>
          <p:spPr>
            <a:xfrm rot="0">
              <a:off x="1882" y="809"/>
              <a:ext cx="20" cy="67"/>
            </a:xfrm>
            <a:custGeom>
              <a:avLst/>
              <a:ahLst/>
              <a:rect l="0" t="0" r="r" b="b"/>
              <a:pathLst>
                <a:path w="41" h="133">
                  <a:moveTo>
                    <a:pt x="0" y="133"/>
                  </a:moveTo>
                  <a:lnTo>
                    <a:pt x="9" y="120"/>
                  </a:lnTo>
                  <a:lnTo>
                    <a:pt x="26" y="88"/>
                  </a:lnTo>
                  <a:lnTo>
                    <a:pt x="35" y="60"/>
                  </a:lnTo>
                  <a:lnTo>
                    <a:pt x="41" y="29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0" name=""/>
            <p:cNvSpPr/>
            <p:nvPr/>
          </p:nvSpPr>
          <p:spPr>
            <a:xfrm rot="0">
              <a:off x="1130" y="1195"/>
              <a:ext cx="25" cy="25"/>
            </a:xfrm>
            <a:custGeom>
              <a:avLst/>
              <a:ahLst/>
              <a:rect l="0" t="0" r="r" b="b"/>
              <a:pathLst>
                <a:path w="50" h="51">
                  <a:moveTo>
                    <a:pt x="50" y="25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4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50"/>
                  </a:lnTo>
                  <a:lnTo>
                    <a:pt x="24" y="51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1"/>
                  </a:lnTo>
                  <a:lnTo>
                    <a:pt x="50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1" name=""/>
            <p:cNvSpPr/>
            <p:nvPr/>
          </p:nvSpPr>
          <p:spPr>
            <a:xfrm rot="0">
              <a:off x="1077" y="1173"/>
              <a:ext cx="27" cy="38"/>
            </a:xfrm>
            <a:custGeom>
              <a:avLst/>
              <a:ahLst/>
              <a:rect l="0" t="0" r="r" b="b"/>
              <a:pathLst>
                <a:path w="55" h="75">
                  <a:moveTo>
                    <a:pt x="55" y="0"/>
                  </a:moveTo>
                  <a:lnTo>
                    <a:pt x="35" y="0"/>
                  </a:lnTo>
                  <a:lnTo>
                    <a:pt x="26" y="3"/>
                  </a:lnTo>
                  <a:lnTo>
                    <a:pt x="17" y="9"/>
                  </a:lnTo>
                  <a:lnTo>
                    <a:pt x="10" y="18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3" y="69"/>
                  </a:lnTo>
                  <a:lnTo>
                    <a:pt x="10" y="75"/>
                  </a:lnTo>
                  <a:lnTo>
                    <a:pt x="3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2" name=""/>
            <p:cNvSpPr/>
            <p:nvPr/>
          </p:nvSpPr>
          <p:spPr>
            <a:xfrm rot="0" flipV="1">
              <a:off x="1124" y="1154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3" name=""/>
            <p:cNvSpPr/>
            <p:nvPr/>
          </p:nvSpPr>
          <p:spPr>
            <a:xfrm rot="0">
              <a:off x="802" y="1499"/>
              <a:ext cx="26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4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4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50"/>
                  </a:lnTo>
                  <a:lnTo>
                    <a:pt x="25" y="50"/>
                  </a:lnTo>
                  <a:lnTo>
                    <a:pt x="32" y="50"/>
                  </a:lnTo>
                  <a:lnTo>
                    <a:pt x="38" y="47"/>
                  </a:lnTo>
                  <a:lnTo>
                    <a:pt x="44" y="43"/>
                  </a:lnTo>
                  <a:lnTo>
                    <a:pt x="47" y="38"/>
                  </a:lnTo>
                  <a:lnTo>
                    <a:pt x="50" y="31"/>
                  </a:lnTo>
                  <a:lnTo>
                    <a:pt x="51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4" name=""/>
            <p:cNvSpPr/>
            <p:nvPr/>
          </p:nvSpPr>
          <p:spPr>
            <a:xfrm rot="0">
              <a:off x="834" y="1541"/>
              <a:ext cx="29" cy="38"/>
            </a:xfrm>
            <a:custGeom>
              <a:avLst/>
              <a:ahLst/>
              <a:rect l="0" t="0" r="r" b="b"/>
              <a:pathLst>
                <a:path w="58" h="75">
                  <a:moveTo>
                    <a:pt x="51" y="75"/>
                  </a:moveTo>
                  <a:lnTo>
                    <a:pt x="41" y="60"/>
                  </a:lnTo>
                  <a:lnTo>
                    <a:pt x="58" y="0"/>
                  </a:lnTo>
                  <a:lnTo>
                    <a:pt x="32" y="0"/>
                  </a:lnTo>
                  <a:lnTo>
                    <a:pt x="20" y="3"/>
                  </a:lnTo>
                  <a:lnTo>
                    <a:pt x="14" y="10"/>
                  </a:lnTo>
                  <a:lnTo>
                    <a:pt x="10" y="16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72"/>
                  </a:lnTo>
                  <a:lnTo>
                    <a:pt x="10" y="75"/>
                  </a:lnTo>
                  <a:lnTo>
                    <a:pt x="20" y="75"/>
                  </a:lnTo>
                  <a:lnTo>
                    <a:pt x="29" y="72"/>
                  </a:lnTo>
                  <a:lnTo>
                    <a:pt x="35" y="69"/>
                  </a:lnTo>
                  <a:lnTo>
                    <a:pt x="4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5" name=""/>
            <p:cNvSpPr/>
            <p:nvPr/>
          </p:nvSpPr>
          <p:spPr>
            <a:xfrm rot="0" flipH="1">
              <a:off x="2482" y="3752"/>
              <a:ext cx="77" cy="1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6" name=""/>
            <p:cNvSpPr/>
            <p:nvPr/>
          </p:nvSpPr>
          <p:spPr>
            <a:xfrm rot="0" flipH="1">
              <a:off x="2341" y="3781"/>
              <a:ext cx="94" cy="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7" name=""/>
            <p:cNvSpPr/>
            <p:nvPr/>
          </p:nvSpPr>
          <p:spPr>
            <a:xfrm rot="0" flipH="1">
              <a:off x="2200" y="3813"/>
              <a:ext cx="94" cy="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8" name=""/>
            <p:cNvSpPr/>
            <p:nvPr/>
          </p:nvSpPr>
          <p:spPr>
            <a:xfrm rot="0" flipH="1">
              <a:off x="2059" y="3844"/>
              <a:ext cx="94" cy="2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39" name=""/>
            <p:cNvSpPr/>
            <p:nvPr/>
          </p:nvSpPr>
          <p:spPr>
            <a:xfrm rot="0" flipH="1">
              <a:off x="1918" y="3877"/>
              <a:ext cx="95" cy="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40" name=""/>
            <p:cNvSpPr/>
            <p:nvPr/>
          </p:nvSpPr>
          <p:spPr>
            <a:xfrm rot="0" flipH="1">
              <a:off x="1795" y="3908"/>
              <a:ext cx="76" cy="1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41" name=""/>
            <p:cNvSpPr/>
            <p:nvPr/>
          </p:nvSpPr>
          <p:spPr>
            <a:xfrm rot="0">
              <a:off x="2386" y="4081"/>
              <a:ext cx="24" cy="18"/>
            </a:xfrm>
            <a:custGeom>
              <a:avLst/>
              <a:ahLst/>
              <a:rect l="0" t="0" r="r" b="b"/>
              <a:pathLst>
                <a:path w="49" h="37">
                  <a:moveTo>
                    <a:pt x="26" y="11"/>
                  </a:moveTo>
                  <a:lnTo>
                    <a:pt x="49" y="22"/>
                  </a:lnTo>
                  <a:lnTo>
                    <a:pt x="44" y="30"/>
                  </a:lnTo>
                  <a:lnTo>
                    <a:pt x="38" y="34"/>
                  </a:lnTo>
                  <a:lnTo>
                    <a:pt x="31" y="37"/>
                  </a:lnTo>
                  <a:lnTo>
                    <a:pt x="23" y="37"/>
                  </a:lnTo>
                  <a:lnTo>
                    <a:pt x="15" y="35"/>
                  </a:lnTo>
                  <a:lnTo>
                    <a:pt x="7" y="30"/>
                  </a:lnTo>
                  <a:lnTo>
                    <a:pt x="3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2" y="0"/>
                  </a:lnTo>
                  <a:lnTo>
                    <a:pt x="2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42" name=""/>
            <p:cNvSpPr/>
            <p:nvPr/>
          </p:nvSpPr>
          <p:spPr>
            <a:xfrm rot="0">
              <a:off x="2386" y="4081"/>
              <a:ext cx="24" cy="18"/>
            </a:xfrm>
            <a:custGeom>
              <a:avLst/>
              <a:ahLst/>
              <a:rect l="0" t="0" r="r" b="b"/>
              <a:pathLst>
                <a:path w="49" h="37">
                  <a:moveTo>
                    <a:pt x="49" y="22"/>
                  </a:moveTo>
                  <a:lnTo>
                    <a:pt x="44" y="30"/>
                  </a:lnTo>
                  <a:lnTo>
                    <a:pt x="38" y="34"/>
                  </a:lnTo>
                  <a:lnTo>
                    <a:pt x="31" y="37"/>
                  </a:lnTo>
                  <a:lnTo>
                    <a:pt x="23" y="37"/>
                  </a:lnTo>
                  <a:lnTo>
                    <a:pt x="15" y="35"/>
                  </a:lnTo>
                  <a:lnTo>
                    <a:pt x="7" y="30"/>
                  </a:lnTo>
                  <a:lnTo>
                    <a:pt x="3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43" name=""/>
            <p:cNvSpPr/>
            <p:nvPr/>
          </p:nvSpPr>
          <p:spPr>
            <a:xfrm rot="0">
              <a:off x="2387" y="3747"/>
              <a:ext cx="183" cy="345"/>
            </a:xfrm>
            <a:custGeom>
              <a:avLst/>
              <a:ahLst/>
              <a:rect l="0" t="0" r="r" b="b"/>
              <a:pathLst>
                <a:path w="368" h="691">
                  <a:moveTo>
                    <a:pt x="0" y="669"/>
                  </a:moveTo>
                  <a:lnTo>
                    <a:pt x="24" y="680"/>
                  </a:lnTo>
                  <a:lnTo>
                    <a:pt x="47" y="691"/>
                  </a:lnTo>
                  <a:lnTo>
                    <a:pt x="368" y="23"/>
                  </a:lnTo>
                  <a:lnTo>
                    <a:pt x="344" y="12"/>
                  </a:lnTo>
                  <a:lnTo>
                    <a:pt x="321" y="0"/>
                  </a:lnTo>
                  <a:lnTo>
                    <a:pt x="0" y="6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44" name=""/>
            <p:cNvSpPr/>
            <p:nvPr/>
          </p:nvSpPr>
          <p:spPr>
            <a:xfrm rot="0">
              <a:off x="2387" y="3747"/>
              <a:ext cx="183" cy="345"/>
            </a:xfrm>
            <a:custGeom>
              <a:avLst/>
              <a:ahLst/>
              <a:rect l="0" t="0" r="r" b="b"/>
              <a:pathLst>
                <a:path w="368" h="691">
                  <a:moveTo>
                    <a:pt x="0" y="669"/>
                  </a:moveTo>
                  <a:lnTo>
                    <a:pt x="24" y="680"/>
                  </a:lnTo>
                  <a:lnTo>
                    <a:pt x="47" y="691"/>
                  </a:lnTo>
                  <a:lnTo>
                    <a:pt x="368" y="23"/>
                  </a:lnTo>
                  <a:lnTo>
                    <a:pt x="344" y="12"/>
                  </a:lnTo>
                  <a:lnTo>
                    <a:pt x="321" y="0"/>
                  </a:lnTo>
                  <a:lnTo>
                    <a:pt x="0" y="6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45" name=""/>
            <p:cNvSpPr/>
            <p:nvPr/>
          </p:nvSpPr>
          <p:spPr>
            <a:xfrm rot="0">
              <a:off x="2547" y="3740"/>
              <a:ext cx="24" cy="18"/>
            </a:xfrm>
            <a:custGeom>
              <a:avLst/>
              <a:ahLst/>
              <a:rect l="0" t="0" r="r" b="b"/>
              <a:pathLst>
                <a:path w="49" h="37">
                  <a:moveTo>
                    <a:pt x="23" y="26"/>
                  </a:moveTo>
                  <a:lnTo>
                    <a:pt x="0" y="14"/>
                  </a:lnTo>
                  <a:lnTo>
                    <a:pt x="5" y="7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7"/>
                  </a:lnTo>
                  <a:lnTo>
                    <a:pt x="46" y="13"/>
                  </a:lnTo>
                  <a:lnTo>
                    <a:pt x="49" y="21"/>
                  </a:lnTo>
                  <a:lnTo>
                    <a:pt x="49" y="29"/>
                  </a:lnTo>
                  <a:lnTo>
                    <a:pt x="47" y="37"/>
                  </a:lnTo>
                  <a:lnTo>
                    <a:pt x="2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46" name=""/>
            <p:cNvSpPr/>
            <p:nvPr/>
          </p:nvSpPr>
          <p:spPr>
            <a:xfrm rot="0">
              <a:off x="2547" y="3740"/>
              <a:ext cx="24" cy="18"/>
            </a:xfrm>
            <a:custGeom>
              <a:avLst/>
              <a:ahLst/>
              <a:rect l="0" t="0" r="r" b="b"/>
              <a:pathLst>
                <a:path w="49" h="37">
                  <a:moveTo>
                    <a:pt x="0" y="14"/>
                  </a:moveTo>
                  <a:lnTo>
                    <a:pt x="5" y="7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7"/>
                  </a:lnTo>
                  <a:lnTo>
                    <a:pt x="46" y="13"/>
                  </a:lnTo>
                  <a:lnTo>
                    <a:pt x="49" y="21"/>
                  </a:lnTo>
                  <a:lnTo>
                    <a:pt x="49" y="29"/>
                  </a:lnTo>
                  <a:lnTo>
                    <a:pt x="47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47" name=""/>
            <p:cNvSpPr/>
            <p:nvPr/>
          </p:nvSpPr>
          <p:spPr>
            <a:xfrm rot="0">
              <a:off x="2183" y="3407"/>
              <a:ext cx="21" cy="23"/>
            </a:xfrm>
            <a:custGeom>
              <a:avLst/>
              <a:ahLst/>
              <a:rect l="0" t="0" r="r" b="b"/>
              <a:pathLst>
                <a:path w="43" h="45">
                  <a:moveTo>
                    <a:pt x="26" y="25"/>
                  </a:moveTo>
                  <a:lnTo>
                    <a:pt x="8" y="45"/>
                  </a:lnTo>
                  <a:lnTo>
                    <a:pt x="3" y="39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7" y="2"/>
                  </a:lnTo>
                  <a:lnTo>
                    <a:pt x="43" y="6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48" name=""/>
            <p:cNvSpPr/>
            <p:nvPr/>
          </p:nvSpPr>
          <p:spPr>
            <a:xfrm rot="0">
              <a:off x="2183" y="3407"/>
              <a:ext cx="21" cy="23"/>
            </a:xfrm>
            <a:custGeom>
              <a:avLst/>
              <a:ahLst/>
              <a:rect l="0" t="0" r="r" b="b"/>
              <a:pathLst>
                <a:path w="43" h="45">
                  <a:moveTo>
                    <a:pt x="8" y="45"/>
                  </a:moveTo>
                  <a:lnTo>
                    <a:pt x="3" y="39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8"/>
                  </a:lnTo>
                  <a:lnTo>
                    <a:pt x="12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7" y="2"/>
                  </a:lnTo>
                  <a:lnTo>
                    <a:pt x="43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49" name=""/>
            <p:cNvSpPr/>
            <p:nvPr/>
          </p:nvSpPr>
          <p:spPr>
            <a:xfrm rot="0">
              <a:off x="2187" y="3410"/>
              <a:ext cx="380" cy="352"/>
            </a:xfrm>
            <a:custGeom>
              <a:avLst/>
              <a:ahLst/>
              <a:rect l="0" t="0" r="r" b="b"/>
              <a:pathLst>
                <a:path w="761" h="703">
                  <a:moveTo>
                    <a:pt x="35" y="0"/>
                  </a:moveTo>
                  <a:lnTo>
                    <a:pt x="18" y="19"/>
                  </a:lnTo>
                  <a:lnTo>
                    <a:pt x="0" y="39"/>
                  </a:lnTo>
                  <a:lnTo>
                    <a:pt x="726" y="703"/>
                  </a:lnTo>
                  <a:lnTo>
                    <a:pt x="743" y="684"/>
                  </a:lnTo>
                  <a:lnTo>
                    <a:pt x="761" y="664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50" name=""/>
            <p:cNvSpPr/>
            <p:nvPr/>
          </p:nvSpPr>
          <p:spPr>
            <a:xfrm rot="0">
              <a:off x="2187" y="3410"/>
              <a:ext cx="380" cy="352"/>
            </a:xfrm>
            <a:custGeom>
              <a:avLst/>
              <a:ahLst/>
              <a:rect l="0" t="0" r="r" b="b"/>
              <a:pathLst>
                <a:path w="761" h="703">
                  <a:moveTo>
                    <a:pt x="35" y="0"/>
                  </a:moveTo>
                  <a:lnTo>
                    <a:pt x="18" y="19"/>
                  </a:lnTo>
                  <a:lnTo>
                    <a:pt x="0" y="39"/>
                  </a:lnTo>
                  <a:lnTo>
                    <a:pt x="726" y="703"/>
                  </a:lnTo>
                  <a:lnTo>
                    <a:pt x="743" y="684"/>
                  </a:lnTo>
                  <a:lnTo>
                    <a:pt x="761" y="664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51" name=""/>
            <p:cNvSpPr/>
            <p:nvPr/>
          </p:nvSpPr>
          <p:spPr>
            <a:xfrm rot="0">
              <a:off x="2550" y="3743"/>
              <a:ext cx="21" cy="22"/>
            </a:xfrm>
            <a:custGeom>
              <a:avLst/>
              <a:ahLst/>
              <a:rect l="0" t="0" r="r" b="b"/>
              <a:pathLst>
                <a:path w="43" h="45">
                  <a:moveTo>
                    <a:pt x="17" y="20"/>
                  </a:moveTo>
                  <a:lnTo>
                    <a:pt x="35" y="0"/>
                  </a:lnTo>
                  <a:lnTo>
                    <a:pt x="40" y="6"/>
                  </a:lnTo>
                  <a:lnTo>
                    <a:pt x="43" y="15"/>
                  </a:lnTo>
                  <a:lnTo>
                    <a:pt x="43" y="23"/>
                  </a:lnTo>
                  <a:lnTo>
                    <a:pt x="41" y="31"/>
                  </a:lnTo>
                  <a:lnTo>
                    <a:pt x="37" y="37"/>
                  </a:lnTo>
                  <a:lnTo>
                    <a:pt x="30" y="42"/>
                  </a:lnTo>
                  <a:lnTo>
                    <a:pt x="22" y="45"/>
                  </a:lnTo>
                  <a:lnTo>
                    <a:pt x="14" y="45"/>
                  </a:lnTo>
                  <a:lnTo>
                    <a:pt x="6" y="43"/>
                  </a:lnTo>
                  <a:lnTo>
                    <a:pt x="0" y="39"/>
                  </a:lnTo>
                  <a:lnTo>
                    <a:pt x="1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52" name=""/>
            <p:cNvSpPr/>
            <p:nvPr/>
          </p:nvSpPr>
          <p:spPr>
            <a:xfrm rot="0">
              <a:off x="2550" y="3743"/>
              <a:ext cx="21" cy="22"/>
            </a:xfrm>
            <a:custGeom>
              <a:avLst/>
              <a:ahLst/>
              <a:rect l="0" t="0" r="r" b="b"/>
              <a:pathLst>
                <a:path w="43" h="45">
                  <a:moveTo>
                    <a:pt x="35" y="0"/>
                  </a:moveTo>
                  <a:lnTo>
                    <a:pt x="40" y="6"/>
                  </a:lnTo>
                  <a:lnTo>
                    <a:pt x="43" y="15"/>
                  </a:lnTo>
                  <a:lnTo>
                    <a:pt x="43" y="23"/>
                  </a:lnTo>
                  <a:lnTo>
                    <a:pt x="41" y="31"/>
                  </a:lnTo>
                  <a:lnTo>
                    <a:pt x="37" y="37"/>
                  </a:lnTo>
                  <a:lnTo>
                    <a:pt x="30" y="42"/>
                  </a:lnTo>
                  <a:lnTo>
                    <a:pt x="22" y="45"/>
                  </a:lnTo>
                  <a:lnTo>
                    <a:pt x="14" y="45"/>
                  </a:lnTo>
                  <a:lnTo>
                    <a:pt x="6" y="43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53" name=""/>
            <p:cNvSpPr/>
            <p:nvPr/>
          </p:nvSpPr>
          <p:spPr>
            <a:xfrm rot="0">
              <a:off x="1782" y="3913"/>
              <a:ext cx="17" cy="26"/>
            </a:xfrm>
            <a:custGeom>
              <a:avLst/>
              <a:ahLst/>
              <a:rect l="0" t="0" r="r" b="b"/>
              <a:pathLst>
                <a:path w="32" h="51">
                  <a:moveTo>
                    <a:pt x="25" y="26"/>
                  </a:moveTo>
                  <a:lnTo>
                    <a:pt x="18" y="51"/>
                  </a:lnTo>
                  <a:lnTo>
                    <a:pt x="11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54" name=""/>
            <p:cNvSpPr/>
            <p:nvPr/>
          </p:nvSpPr>
          <p:spPr>
            <a:xfrm rot="0">
              <a:off x="1782" y="3913"/>
              <a:ext cx="17" cy="26"/>
            </a:xfrm>
            <a:custGeom>
              <a:avLst/>
              <a:ahLst/>
              <a:rect l="0" t="0" r="r" b="b"/>
              <a:pathLst>
                <a:path w="32" h="51">
                  <a:moveTo>
                    <a:pt x="18" y="51"/>
                  </a:moveTo>
                  <a:lnTo>
                    <a:pt x="11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55" name=""/>
            <p:cNvSpPr/>
            <p:nvPr/>
          </p:nvSpPr>
          <p:spPr>
            <a:xfrm rot="0">
              <a:off x="1792" y="3913"/>
              <a:ext cx="610" cy="186"/>
            </a:xfrm>
            <a:custGeom>
              <a:avLst/>
              <a:ahLst/>
              <a:rect l="0" t="0" r="r" b="b"/>
              <a:pathLst>
                <a:path w="1221" h="373">
                  <a:moveTo>
                    <a:pt x="14" y="0"/>
                  </a:moveTo>
                  <a:lnTo>
                    <a:pt x="7" y="26"/>
                  </a:lnTo>
                  <a:lnTo>
                    <a:pt x="0" y="51"/>
                  </a:lnTo>
                  <a:lnTo>
                    <a:pt x="1207" y="373"/>
                  </a:lnTo>
                  <a:lnTo>
                    <a:pt x="1214" y="347"/>
                  </a:lnTo>
                  <a:lnTo>
                    <a:pt x="1221" y="322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56" name=""/>
            <p:cNvSpPr/>
            <p:nvPr/>
          </p:nvSpPr>
          <p:spPr>
            <a:xfrm rot="0">
              <a:off x="1792" y="3913"/>
              <a:ext cx="610" cy="186"/>
            </a:xfrm>
            <a:custGeom>
              <a:avLst/>
              <a:ahLst/>
              <a:rect l="0" t="0" r="r" b="b"/>
              <a:pathLst>
                <a:path w="1221" h="373">
                  <a:moveTo>
                    <a:pt x="14" y="0"/>
                  </a:moveTo>
                  <a:lnTo>
                    <a:pt x="7" y="26"/>
                  </a:lnTo>
                  <a:lnTo>
                    <a:pt x="0" y="51"/>
                  </a:lnTo>
                  <a:lnTo>
                    <a:pt x="1207" y="373"/>
                  </a:lnTo>
                  <a:lnTo>
                    <a:pt x="1214" y="347"/>
                  </a:lnTo>
                  <a:lnTo>
                    <a:pt x="1221" y="322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57" name=""/>
            <p:cNvSpPr/>
            <p:nvPr/>
          </p:nvSpPr>
          <p:spPr>
            <a:xfrm rot="0">
              <a:off x="2395" y="4074"/>
              <a:ext cx="16" cy="25"/>
            </a:xfrm>
            <a:custGeom>
              <a:avLst/>
              <a:ahLst/>
              <a:rect l="0" t="0" r="r" b="b"/>
              <a:pathLst>
                <a:path w="32" h="51">
                  <a:moveTo>
                    <a:pt x="7" y="25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7" y="9"/>
                  </a:lnTo>
                  <a:lnTo>
                    <a:pt x="31" y="16"/>
                  </a:lnTo>
                  <a:lnTo>
                    <a:pt x="32" y="24"/>
                  </a:lnTo>
                  <a:lnTo>
                    <a:pt x="32" y="32"/>
                  </a:lnTo>
                  <a:lnTo>
                    <a:pt x="28" y="40"/>
                  </a:lnTo>
                  <a:lnTo>
                    <a:pt x="23" y="46"/>
                  </a:lnTo>
                  <a:lnTo>
                    <a:pt x="16" y="50"/>
                  </a:lnTo>
                  <a:lnTo>
                    <a:pt x="8" y="51"/>
                  </a:lnTo>
                  <a:lnTo>
                    <a:pt x="0" y="51"/>
                  </a:lnTo>
                  <a:lnTo>
                    <a:pt x="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58" name=""/>
            <p:cNvSpPr/>
            <p:nvPr/>
          </p:nvSpPr>
          <p:spPr>
            <a:xfrm rot="0">
              <a:off x="2395" y="4074"/>
              <a:ext cx="16" cy="25"/>
            </a:xfrm>
            <a:custGeom>
              <a:avLst/>
              <a:ahLst/>
              <a:rect l="0" t="0" r="r" b="b"/>
              <a:pathLst>
                <a:path w="32" h="51">
                  <a:moveTo>
                    <a:pt x="14" y="0"/>
                  </a:moveTo>
                  <a:lnTo>
                    <a:pt x="21" y="4"/>
                  </a:lnTo>
                  <a:lnTo>
                    <a:pt x="27" y="9"/>
                  </a:lnTo>
                  <a:lnTo>
                    <a:pt x="31" y="16"/>
                  </a:lnTo>
                  <a:lnTo>
                    <a:pt x="32" y="24"/>
                  </a:lnTo>
                  <a:lnTo>
                    <a:pt x="32" y="32"/>
                  </a:lnTo>
                  <a:lnTo>
                    <a:pt x="28" y="40"/>
                  </a:lnTo>
                  <a:lnTo>
                    <a:pt x="23" y="46"/>
                  </a:lnTo>
                  <a:lnTo>
                    <a:pt x="16" y="50"/>
                  </a:lnTo>
                  <a:lnTo>
                    <a:pt x="8" y="51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59" name=""/>
            <p:cNvSpPr/>
            <p:nvPr/>
          </p:nvSpPr>
          <p:spPr>
            <a:xfrm rot="0">
              <a:off x="2183" y="3407"/>
              <a:ext cx="25" cy="17"/>
            </a:xfrm>
            <a:custGeom>
              <a:avLst/>
              <a:ahLst/>
              <a:rect l="0" t="0" r="r" b="b"/>
              <a:pathLst>
                <a:path w="50" h="33">
                  <a:moveTo>
                    <a:pt x="26" y="25"/>
                  </a:moveTo>
                  <a:lnTo>
                    <a:pt x="1" y="33"/>
                  </a:lnTo>
                  <a:lnTo>
                    <a:pt x="0" y="25"/>
                  </a:lnTo>
                  <a:lnTo>
                    <a:pt x="1" y="17"/>
                  </a:lnTo>
                  <a:lnTo>
                    <a:pt x="5" y="10"/>
                  </a:lnTo>
                  <a:lnTo>
                    <a:pt x="10" y="4"/>
                  </a:lnTo>
                  <a:lnTo>
                    <a:pt x="18" y="1"/>
                  </a:lnTo>
                  <a:lnTo>
                    <a:pt x="26" y="0"/>
                  </a:lnTo>
                  <a:lnTo>
                    <a:pt x="34" y="1"/>
                  </a:lnTo>
                  <a:lnTo>
                    <a:pt x="41" y="5"/>
                  </a:lnTo>
                  <a:lnTo>
                    <a:pt x="47" y="10"/>
                  </a:lnTo>
                  <a:lnTo>
                    <a:pt x="50" y="18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60" name=""/>
            <p:cNvSpPr/>
            <p:nvPr/>
          </p:nvSpPr>
          <p:spPr>
            <a:xfrm rot="0">
              <a:off x="2183" y="3407"/>
              <a:ext cx="25" cy="17"/>
            </a:xfrm>
            <a:custGeom>
              <a:avLst/>
              <a:ahLst/>
              <a:rect l="0" t="0" r="r" b="b"/>
              <a:pathLst>
                <a:path w="50" h="33">
                  <a:moveTo>
                    <a:pt x="1" y="33"/>
                  </a:moveTo>
                  <a:lnTo>
                    <a:pt x="0" y="25"/>
                  </a:lnTo>
                  <a:lnTo>
                    <a:pt x="1" y="17"/>
                  </a:lnTo>
                  <a:lnTo>
                    <a:pt x="5" y="10"/>
                  </a:lnTo>
                  <a:lnTo>
                    <a:pt x="10" y="4"/>
                  </a:lnTo>
                  <a:lnTo>
                    <a:pt x="18" y="1"/>
                  </a:lnTo>
                  <a:lnTo>
                    <a:pt x="26" y="0"/>
                  </a:lnTo>
                  <a:lnTo>
                    <a:pt x="34" y="1"/>
                  </a:lnTo>
                  <a:lnTo>
                    <a:pt x="41" y="5"/>
                  </a:lnTo>
                  <a:lnTo>
                    <a:pt x="47" y="10"/>
                  </a:lnTo>
                  <a:lnTo>
                    <a:pt x="5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61" name=""/>
            <p:cNvSpPr/>
            <p:nvPr/>
          </p:nvSpPr>
          <p:spPr>
            <a:xfrm rot="0">
              <a:off x="2183" y="3417"/>
              <a:ext cx="228" cy="673"/>
            </a:xfrm>
            <a:custGeom>
              <a:avLst/>
              <a:ahLst/>
              <a:rect l="0" t="0" r="r" b="b"/>
              <a:pathLst>
                <a:path w="454" h="1347">
                  <a:moveTo>
                    <a:pt x="49" y="0"/>
                  </a:moveTo>
                  <a:lnTo>
                    <a:pt x="25" y="7"/>
                  </a:lnTo>
                  <a:lnTo>
                    <a:pt x="0" y="15"/>
                  </a:lnTo>
                  <a:lnTo>
                    <a:pt x="405" y="1347"/>
                  </a:lnTo>
                  <a:lnTo>
                    <a:pt x="430" y="1340"/>
                  </a:lnTo>
                  <a:lnTo>
                    <a:pt x="454" y="1333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62" name=""/>
            <p:cNvSpPr/>
            <p:nvPr/>
          </p:nvSpPr>
          <p:spPr>
            <a:xfrm rot="0">
              <a:off x="2183" y="3417"/>
              <a:ext cx="228" cy="673"/>
            </a:xfrm>
            <a:custGeom>
              <a:avLst/>
              <a:ahLst/>
              <a:rect l="0" t="0" r="r" b="b"/>
              <a:pathLst>
                <a:path w="454" h="1347">
                  <a:moveTo>
                    <a:pt x="49" y="0"/>
                  </a:moveTo>
                  <a:lnTo>
                    <a:pt x="25" y="7"/>
                  </a:lnTo>
                  <a:lnTo>
                    <a:pt x="0" y="15"/>
                  </a:lnTo>
                  <a:lnTo>
                    <a:pt x="405" y="1347"/>
                  </a:lnTo>
                  <a:lnTo>
                    <a:pt x="430" y="1340"/>
                  </a:lnTo>
                  <a:lnTo>
                    <a:pt x="454" y="133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63" name=""/>
            <p:cNvSpPr/>
            <p:nvPr/>
          </p:nvSpPr>
          <p:spPr>
            <a:xfrm rot="0">
              <a:off x="2386" y="4083"/>
              <a:ext cx="25" cy="16"/>
            </a:xfrm>
            <a:custGeom>
              <a:avLst/>
              <a:ahLst/>
              <a:rect l="0" t="0" r="r" b="b"/>
              <a:pathLst>
                <a:path w="50" h="33">
                  <a:moveTo>
                    <a:pt x="25" y="7"/>
                  </a:moveTo>
                  <a:lnTo>
                    <a:pt x="49" y="0"/>
                  </a:lnTo>
                  <a:lnTo>
                    <a:pt x="50" y="7"/>
                  </a:lnTo>
                  <a:lnTo>
                    <a:pt x="49" y="15"/>
                  </a:lnTo>
                  <a:lnTo>
                    <a:pt x="45" y="23"/>
                  </a:lnTo>
                  <a:lnTo>
                    <a:pt x="40" y="29"/>
                  </a:lnTo>
                  <a:lnTo>
                    <a:pt x="32" y="32"/>
                  </a:lnTo>
                  <a:lnTo>
                    <a:pt x="25" y="33"/>
                  </a:lnTo>
                  <a:lnTo>
                    <a:pt x="17" y="32"/>
                  </a:lnTo>
                  <a:lnTo>
                    <a:pt x="9" y="28"/>
                  </a:lnTo>
                  <a:lnTo>
                    <a:pt x="3" y="23"/>
                  </a:lnTo>
                  <a:lnTo>
                    <a:pt x="0" y="14"/>
                  </a:lnTo>
                  <a:lnTo>
                    <a:pt x="25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64" name=""/>
            <p:cNvSpPr/>
            <p:nvPr/>
          </p:nvSpPr>
          <p:spPr>
            <a:xfrm rot="0">
              <a:off x="2386" y="4083"/>
              <a:ext cx="25" cy="16"/>
            </a:xfrm>
            <a:custGeom>
              <a:avLst/>
              <a:ahLst/>
              <a:rect l="0" t="0" r="r" b="b"/>
              <a:pathLst>
                <a:path w="50" h="33">
                  <a:moveTo>
                    <a:pt x="49" y="0"/>
                  </a:moveTo>
                  <a:lnTo>
                    <a:pt x="50" y="7"/>
                  </a:lnTo>
                  <a:lnTo>
                    <a:pt x="49" y="15"/>
                  </a:lnTo>
                  <a:lnTo>
                    <a:pt x="45" y="23"/>
                  </a:lnTo>
                  <a:lnTo>
                    <a:pt x="40" y="29"/>
                  </a:lnTo>
                  <a:lnTo>
                    <a:pt x="32" y="32"/>
                  </a:lnTo>
                  <a:lnTo>
                    <a:pt x="25" y="33"/>
                  </a:lnTo>
                  <a:lnTo>
                    <a:pt x="17" y="32"/>
                  </a:lnTo>
                  <a:lnTo>
                    <a:pt x="9" y="28"/>
                  </a:lnTo>
                  <a:lnTo>
                    <a:pt x="3" y="23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65" name=""/>
            <p:cNvSpPr/>
            <p:nvPr/>
          </p:nvSpPr>
          <p:spPr>
            <a:xfrm rot="0">
              <a:off x="2186" y="3407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1" y="25"/>
                  </a:moveTo>
                  <a:lnTo>
                    <a:pt x="0" y="9"/>
                  </a:lnTo>
                  <a:lnTo>
                    <a:pt x="6" y="4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30" y="1"/>
                  </a:lnTo>
                  <a:lnTo>
                    <a:pt x="37" y="5"/>
                  </a:lnTo>
                  <a:lnTo>
                    <a:pt x="42" y="11"/>
                  </a:lnTo>
                  <a:lnTo>
                    <a:pt x="46" y="18"/>
                  </a:lnTo>
                  <a:lnTo>
                    <a:pt x="46" y="26"/>
                  </a:lnTo>
                  <a:lnTo>
                    <a:pt x="45" y="35"/>
                  </a:lnTo>
                  <a:lnTo>
                    <a:pt x="41" y="42"/>
                  </a:lnTo>
                  <a:lnTo>
                    <a:pt x="21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66" name=""/>
            <p:cNvSpPr/>
            <p:nvPr/>
          </p:nvSpPr>
          <p:spPr>
            <a:xfrm rot="0">
              <a:off x="2186" y="3407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0" y="9"/>
                  </a:moveTo>
                  <a:lnTo>
                    <a:pt x="6" y="4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30" y="1"/>
                  </a:lnTo>
                  <a:lnTo>
                    <a:pt x="37" y="5"/>
                  </a:lnTo>
                  <a:lnTo>
                    <a:pt x="42" y="11"/>
                  </a:lnTo>
                  <a:lnTo>
                    <a:pt x="46" y="18"/>
                  </a:lnTo>
                  <a:lnTo>
                    <a:pt x="46" y="26"/>
                  </a:lnTo>
                  <a:lnTo>
                    <a:pt x="45" y="35"/>
                  </a:lnTo>
                  <a:lnTo>
                    <a:pt x="41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67" name=""/>
            <p:cNvSpPr/>
            <p:nvPr/>
          </p:nvSpPr>
          <p:spPr>
            <a:xfrm rot="0">
              <a:off x="1785" y="3412"/>
              <a:ext cx="421" cy="522"/>
            </a:xfrm>
            <a:custGeom>
              <a:avLst/>
              <a:ahLst/>
              <a:rect l="0" t="0" r="r" b="b"/>
              <a:pathLst>
                <a:path w="842" h="1044">
                  <a:moveTo>
                    <a:pt x="842" y="33"/>
                  </a:moveTo>
                  <a:lnTo>
                    <a:pt x="822" y="16"/>
                  </a:lnTo>
                  <a:lnTo>
                    <a:pt x="801" y="0"/>
                  </a:lnTo>
                  <a:lnTo>
                    <a:pt x="0" y="1011"/>
                  </a:lnTo>
                  <a:lnTo>
                    <a:pt x="20" y="1028"/>
                  </a:lnTo>
                  <a:lnTo>
                    <a:pt x="41" y="1044"/>
                  </a:lnTo>
                  <a:lnTo>
                    <a:pt x="84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68" name=""/>
            <p:cNvSpPr/>
            <p:nvPr/>
          </p:nvSpPr>
          <p:spPr>
            <a:xfrm rot="0">
              <a:off x="1785" y="3412"/>
              <a:ext cx="421" cy="522"/>
            </a:xfrm>
            <a:custGeom>
              <a:avLst/>
              <a:ahLst/>
              <a:rect l="0" t="0" r="r" b="b"/>
              <a:pathLst>
                <a:path w="842" h="1044">
                  <a:moveTo>
                    <a:pt x="842" y="33"/>
                  </a:moveTo>
                  <a:lnTo>
                    <a:pt x="822" y="16"/>
                  </a:lnTo>
                  <a:lnTo>
                    <a:pt x="801" y="0"/>
                  </a:lnTo>
                  <a:lnTo>
                    <a:pt x="0" y="1011"/>
                  </a:lnTo>
                  <a:lnTo>
                    <a:pt x="20" y="1028"/>
                  </a:lnTo>
                  <a:lnTo>
                    <a:pt x="41" y="1044"/>
                  </a:lnTo>
                  <a:lnTo>
                    <a:pt x="842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69" name=""/>
            <p:cNvSpPr/>
            <p:nvPr/>
          </p:nvSpPr>
          <p:spPr>
            <a:xfrm rot="0">
              <a:off x="1782" y="3918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25" y="17"/>
                  </a:moveTo>
                  <a:lnTo>
                    <a:pt x="46" y="33"/>
                  </a:lnTo>
                  <a:lnTo>
                    <a:pt x="40" y="38"/>
                  </a:lnTo>
                  <a:lnTo>
                    <a:pt x="32" y="42"/>
                  </a:lnTo>
                  <a:lnTo>
                    <a:pt x="24" y="42"/>
                  </a:lnTo>
                  <a:lnTo>
                    <a:pt x="16" y="41"/>
                  </a:lnTo>
                  <a:lnTo>
                    <a:pt x="9" y="37"/>
                  </a:lnTo>
                  <a:lnTo>
                    <a:pt x="4" y="31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8"/>
                  </a:lnTo>
                  <a:lnTo>
                    <a:pt x="5" y="0"/>
                  </a:lnTo>
                  <a:lnTo>
                    <a:pt x="25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70" name=""/>
            <p:cNvSpPr/>
            <p:nvPr/>
          </p:nvSpPr>
          <p:spPr>
            <a:xfrm rot="0">
              <a:off x="1782" y="3918"/>
              <a:ext cx="23" cy="21"/>
            </a:xfrm>
            <a:custGeom>
              <a:avLst/>
              <a:ahLst/>
              <a:rect l="0" t="0" r="r" b="b"/>
              <a:pathLst>
                <a:path w="46" h="42">
                  <a:moveTo>
                    <a:pt x="46" y="33"/>
                  </a:moveTo>
                  <a:lnTo>
                    <a:pt x="40" y="38"/>
                  </a:lnTo>
                  <a:lnTo>
                    <a:pt x="32" y="42"/>
                  </a:lnTo>
                  <a:lnTo>
                    <a:pt x="24" y="42"/>
                  </a:lnTo>
                  <a:lnTo>
                    <a:pt x="16" y="41"/>
                  </a:lnTo>
                  <a:lnTo>
                    <a:pt x="9" y="37"/>
                  </a:lnTo>
                  <a:lnTo>
                    <a:pt x="4" y="31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8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71" name=""/>
            <p:cNvSpPr/>
            <p:nvPr/>
          </p:nvSpPr>
          <p:spPr>
            <a:xfrm rot="0">
              <a:off x="1748" y="3013"/>
              <a:ext cx="13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72" name=""/>
            <p:cNvSpPr/>
            <p:nvPr/>
          </p:nvSpPr>
          <p:spPr>
            <a:xfrm rot="0">
              <a:off x="1748" y="3013"/>
              <a:ext cx="13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73" name=""/>
            <p:cNvSpPr/>
            <p:nvPr/>
          </p:nvSpPr>
          <p:spPr>
            <a:xfrm rot="0">
              <a:off x="1761" y="3013"/>
              <a:ext cx="700" cy="26"/>
            </a:xfrm>
            <a:custGeom>
              <a:avLst/>
              <a:ahLst/>
              <a:rect l="0" t="0" r="r" b="b"/>
              <a:pathLst>
                <a:path w="1401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401" y="52"/>
                  </a:lnTo>
                  <a:lnTo>
                    <a:pt x="1401" y="26"/>
                  </a:lnTo>
                  <a:lnTo>
                    <a:pt x="140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74" name=""/>
            <p:cNvSpPr/>
            <p:nvPr/>
          </p:nvSpPr>
          <p:spPr>
            <a:xfrm rot="0">
              <a:off x="1761" y="3013"/>
              <a:ext cx="700" cy="26"/>
            </a:xfrm>
            <a:custGeom>
              <a:avLst/>
              <a:ahLst/>
              <a:rect l="0" t="0" r="r" b="b"/>
              <a:pathLst>
                <a:path w="1401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1401" y="52"/>
                  </a:lnTo>
                  <a:lnTo>
                    <a:pt x="1401" y="26"/>
                  </a:lnTo>
                  <a:lnTo>
                    <a:pt x="140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75" name=""/>
            <p:cNvSpPr/>
            <p:nvPr/>
          </p:nvSpPr>
          <p:spPr>
            <a:xfrm rot="0">
              <a:off x="2461" y="3013"/>
              <a:ext cx="14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76" name=""/>
            <p:cNvSpPr/>
            <p:nvPr/>
          </p:nvSpPr>
          <p:spPr>
            <a:xfrm rot="0">
              <a:off x="2461" y="3013"/>
              <a:ext cx="14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77" name=""/>
            <p:cNvSpPr/>
            <p:nvPr/>
          </p:nvSpPr>
          <p:spPr>
            <a:xfrm rot="0">
              <a:off x="1982" y="2463"/>
              <a:ext cx="22" cy="21"/>
            </a:xfrm>
            <a:custGeom>
              <a:avLst/>
              <a:ahLst/>
              <a:rect l="0" t="0" r="r" b="b"/>
              <a:pathLst>
                <a:path w="45" h="42">
                  <a:moveTo>
                    <a:pt x="25" y="26"/>
                  </a:moveTo>
                  <a:lnTo>
                    <a:pt x="6" y="42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5" y="1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5" y="9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78" name=""/>
            <p:cNvSpPr/>
            <p:nvPr/>
          </p:nvSpPr>
          <p:spPr>
            <a:xfrm rot="0">
              <a:off x="1982" y="2463"/>
              <a:ext cx="22" cy="21"/>
            </a:xfrm>
            <a:custGeom>
              <a:avLst/>
              <a:ahLst/>
              <a:rect l="0" t="0" r="r" b="b"/>
              <a:pathLst>
                <a:path w="45" h="42">
                  <a:moveTo>
                    <a:pt x="6" y="42"/>
                  </a:moveTo>
                  <a:lnTo>
                    <a:pt x="1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9" y="6"/>
                  </a:lnTo>
                  <a:lnTo>
                    <a:pt x="15" y="1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5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79" name=""/>
            <p:cNvSpPr/>
            <p:nvPr/>
          </p:nvSpPr>
          <p:spPr>
            <a:xfrm rot="0">
              <a:off x="1985" y="2468"/>
              <a:ext cx="486" cy="567"/>
            </a:xfrm>
            <a:custGeom>
              <a:avLst/>
              <a:ahLst/>
              <a:rect l="0" t="0" r="r" b="b"/>
              <a:pathLst>
                <a:path w="972" h="1135">
                  <a:moveTo>
                    <a:pt x="39" y="0"/>
                  </a:moveTo>
                  <a:lnTo>
                    <a:pt x="19" y="17"/>
                  </a:lnTo>
                  <a:lnTo>
                    <a:pt x="0" y="33"/>
                  </a:lnTo>
                  <a:lnTo>
                    <a:pt x="933" y="1135"/>
                  </a:lnTo>
                  <a:lnTo>
                    <a:pt x="953" y="1118"/>
                  </a:lnTo>
                  <a:lnTo>
                    <a:pt x="972" y="1102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80" name=""/>
            <p:cNvSpPr/>
            <p:nvPr/>
          </p:nvSpPr>
          <p:spPr>
            <a:xfrm rot="0">
              <a:off x="1985" y="2468"/>
              <a:ext cx="486" cy="567"/>
            </a:xfrm>
            <a:custGeom>
              <a:avLst/>
              <a:ahLst/>
              <a:rect l="0" t="0" r="r" b="b"/>
              <a:pathLst>
                <a:path w="972" h="1135">
                  <a:moveTo>
                    <a:pt x="39" y="0"/>
                  </a:moveTo>
                  <a:lnTo>
                    <a:pt x="19" y="17"/>
                  </a:lnTo>
                  <a:lnTo>
                    <a:pt x="0" y="33"/>
                  </a:lnTo>
                  <a:lnTo>
                    <a:pt x="933" y="1135"/>
                  </a:lnTo>
                  <a:lnTo>
                    <a:pt x="953" y="1118"/>
                  </a:lnTo>
                  <a:lnTo>
                    <a:pt x="972" y="1102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81" name=""/>
            <p:cNvSpPr/>
            <p:nvPr/>
          </p:nvSpPr>
          <p:spPr>
            <a:xfrm rot="0">
              <a:off x="2452" y="3018"/>
              <a:ext cx="22" cy="21"/>
            </a:xfrm>
            <a:custGeom>
              <a:avLst/>
              <a:ahLst/>
              <a:rect l="0" t="0" r="r" b="b"/>
              <a:pathLst>
                <a:path w="45" h="42">
                  <a:moveTo>
                    <a:pt x="20" y="16"/>
                  </a:moveTo>
                  <a:lnTo>
                    <a:pt x="39" y="0"/>
                  </a:lnTo>
                  <a:lnTo>
                    <a:pt x="44" y="6"/>
                  </a:lnTo>
                  <a:lnTo>
                    <a:pt x="45" y="14"/>
                  </a:lnTo>
                  <a:lnTo>
                    <a:pt x="45" y="22"/>
                  </a:lnTo>
                  <a:lnTo>
                    <a:pt x="42" y="30"/>
                  </a:lnTo>
                  <a:lnTo>
                    <a:pt x="36" y="36"/>
                  </a:lnTo>
                  <a:lnTo>
                    <a:pt x="30" y="41"/>
                  </a:lnTo>
                  <a:lnTo>
                    <a:pt x="22" y="42"/>
                  </a:lnTo>
                  <a:lnTo>
                    <a:pt x="14" y="42"/>
                  </a:lnTo>
                  <a:lnTo>
                    <a:pt x="6" y="39"/>
                  </a:lnTo>
                  <a:lnTo>
                    <a:pt x="0" y="33"/>
                  </a:lnTo>
                  <a:lnTo>
                    <a:pt x="2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82" name=""/>
            <p:cNvSpPr/>
            <p:nvPr/>
          </p:nvSpPr>
          <p:spPr>
            <a:xfrm rot="0">
              <a:off x="2452" y="3018"/>
              <a:ext cx="22" cy="21"/>
            </a:xfrm>
            <a:custGeom>
              <a:avLst/>
              <a:ahLst/>
              <a:rect l="0" t="0" r="r" b="b"/>
              <a:pathLst>
                <a:path w="45" h="42">
                  <a:moveTo>
                    <a:pt x="39" y="0"/>
                  </a:moveTo>
                  <a:lnTo>
                    <a:pt x="44" y="6"/>
                  </a:lnTo>
                  <a:lnTo>
                    <a:pt x="45" y="14"/>
                  </a:lnTo>
                  <a:lnTo>
                    <a:pt x="45" y="22"/>
                  </a:lnTo>
                  <a:lnTo>
                    <a:pt x="42" y="30"/>
                  </a:lnTo>
                  <a:lnTo>
                    <a:pt x="36" y="36"/>
                  </a:lnTo>
                  <a:lnTo>
                    <a:pt x="30" y="41"/>
                  </a:lnTo>
                  <a:lnTo>
                    <a:pt x="22" y="42"/>
                  </a:lnTo>
                  <a:lnTo>
                    <a:pt x="14" y="42"/>
                  </a:lnTo>
                  <a:lnTo>
                    <a:pt x="6" y="39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83" name=""/>
            <p:cNvSpPr/>
            <p:nvPr/>
          </p:nvSpPr>
          <p:spPr>
            <a:xfrm rot="0">
              <a:off x="1983" y="2463"/>
              <a:ext cx="24" cy="18"/>
            </a:xfrm>
            <a:custGeom>
              <a:avLst/>
              <a:ahLst/>
              <a:rect l="0" t="0" r="r" b="b"/>
              <a:pathLst>
                <a:path w="49" h="36">
                  <a:moveTo>
                    <a:pt x="23" y="26"/>
                  </a:moveTo>
                  <a:lnTo>
                    <a:pt x="0" y="16"/>
                  </a:lnTo>
                  <a:lnTo>
                    <a:pt x="4" y="8"/>
                  </a:lnTo>
                  <a:lnTo>
                    <a:pt x="10" y="3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6"/>
                  </a:lnTo>
                  <a:lnTo>
                    <a:pt x="46" y="12"/>
                  </a:lnTo>
                  <a:lnTo>
                    <a:pt x="49" y="20"/>
                  </a:lnTo>
                  <a:lnTo>
                    <a:pt x="49" y="28"/>
                  </a:lnTo>
                  <a:lnTo>
                    <a:pt x="47" y="36"/>
                  </a:lnTo>
                  <a:lnTo>
                    <a:pt x="2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84" name=""/>
            <p:cNvSpPr/>
            <p:nvPr/>
          </p:nvSpPr>
          <p:spPr>
            <a:xfrm rot="0">
              <a:off x="1983" y="2463"/>
              <a:ext cx="24" cy="18"/>
            </a:xfrm>
            <a:custGeom>
              <a:avLst/>
              <a:ahLst/>
              <a:rect l="0" t="0" r="r" b="b"/>
              <a:pathLst>
                <a:path w="49" h="36">
                  <a:moveTo>
                    <a:pt x="0" y="16"/>
                  </a:moveTo>
                  <a:lnTo>
                    <a:pt x="4" y="8"/>
                  </a:lnTo>
                  <a:lnTo>
                    <a:pt x="10" y="3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6"/>
                  </a:lnTo>
                  <a:lnTo>
                    <a:pt x="46" y="12"/>
                  </a:lnTo>
                  <a:lnTo>
                    <a:pt x="49" y="20"/>
                  </a:lnTo>
                  <a:lnTo>
                    <a:pt x="49" y="28"/>
                  </a:lnTo>
                  <a:lnTo>
                    <a:pt x="47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85" name=""/>
            <p:cNvSpPr/>
            <p:nvPr/>
          </p:nvSpPr>
          <p:spPr>
            <a:xfrm rot="0">
              <a:off x="1749" y="2471"/>
              <a:ext cx="257" cy="561"/>
            </a:xfrm>
            <a:custGeom>
              <a:avLst/>
              <a:ahLst/>
              <a:rect l="0" t="0" r="r" b="b"/>
              <a:pathLst>
                <a:path w="515" h="1121">
                  <a:moveTo>
                    <a:pt x="515" y="20"/>
                  </a:moveTo>
                  <a:lnTo>
                    <a:pt x="491" y="10"/>
                  </a:lnTo>
                  <a:lnTo>
                    <a:pt x="468" y="0"/>
                  </a:lnTo>
                  <a:lnTo>
                    <a:pt x="0" y="1101"/>
                  </a:lnTo>
                  <a:lnTo>
                    <a:pt x="24" y="1111"/>
                  </a:lnTo>
                  <a:lnTo>
                    <a:pt x="47" y="1121"/>
                  </a:lnTo>
                  <a:lnTo>
                    <a:pt x="515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86" name=""/>
            <p:cNvSpPr/>
            <p:nvPr/>
          </p:nvSpPr>
          <p:spPr>
            <a:xfrm rot="0">
              <a:off x="1749" y="2471"/>
              <a:ext cx="257" cy="561"/>
            </a:xfrm>
            <a:custGeom>
              <a:avLst/>
              <a:ahLst/>
              <a:rect l="0" t="0" r="r" b="b"/>
              <a:pathLst>
                <a:path w="515" h="1121">
                  <a:moveTo>
                    <a:pt x="515" y="20"/>
                  </a:moveTo>
                  <a:lnTo>
                    <a:pt x="491" y="10"/>
                  </a:lnTo>
                  <a:lnTo>
                    <a:pt x="468" y="0"/>
                  </a:lnTo>
                  <a:lnTo>
                    <a:pt x="0" y="1101"/>
                  </a:lnTo>
                  <a:lnTo>
                    <a:pt x="24" y="1111"/>
                  </a:lnTo>
                  <a:lnTo>
                    <a:pt x="47" y="1121"/>
                  </a:lnTo>
                  <a:lnTo>
                    <a:pt x="515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87" name=""/>
            <p:cNvSpPr/>
            <p:nvPr/>
          </p:nvSpPr>
          <p:spPr>
            <a:xfrm rot="0">
              <a:off x="1748" y="3021"/>
              <a:ext cx="25" cy="18"/>
            </a:xfrm>
            <a:custGeom>
              <a:avLst/>
              <a:ahLst/>
              <a:rect l="0" t="0" r="r" b="b"/>
              <a:pathLst>
                <a:path w="49" h="36">
                  <a:moveTo>
                    <a:pt x="26" y="10"/>
                  </a:moveTo>
                  <a:lnTo>
                    <a:pt x="49" y="20"/>
                  </a:lnTo>
                  <a:lnTo>
                    <a:pt x="45" y="28"/>
                  </a:lnTo>
                  <a:lnTo>
                    <a:pt x="39" y="33"/>
                  </a:lnTo>
                  <a:lnTo>
                    <a:pt x="32" y="36"/>
                  </a:lnTo>
                  <a:lnTo>
                    <a:pt x="24" y="36"/>
                  </a:lnTo>
                  <a:lnTo>
                    <a:pt x="15" y="34"/>
                  </a:lnTo>
                  <a:lnTo>
                    <a:pt x="8" y="30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2" y="0"/>
                  </a:lnTo>
                  <a:lnTo>
                    <a:pt x="2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88" name=""/>
            <p:cNvSpPr/>
            <p:nvPr/>
          </p:nvSpPr>
          <p:spPr>
            <a:xfrm rot="0">
              <a:off x="1748" y="3021"/>
              <a:ext cx="25" cy="18"/>
            </a:xfrm>
            <a:custGeom>
              <a:avLst/>
              <a:ahLst/>
              <a:rect l="0" t="0" r="r" b="b"/>
              <a:pathLst>
                <a:path w="49" h="36">
                  <a:moveTo>
                    <a:pt x="49" y="20"/>
                  </a:moveTo>
                  <a:lnTo>
                    <a:pt x="45" y="28"/>
                  </a:lnTo>
                  <a:lnTo>
                    <a:pt x="39" y="33"/>
                  </a:lnTo>
                  <a:lnTo>
                    <a:pt x="32" y="36"/>
                  </a:lnTo>
                  <a:lnTo>
                    <a:pt x="24" y="36"/>
                  </a:lnTo>
                  <a:lnTo>
                    <a:pt x="15" y="34"/>
                  </a:lnTo>
                  <a:lnTo>
                    <a:pt x="8" y="30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89" name=""/>
            <p:cNvSpPr/>
            <p:nvPr/>
          </p:nvSpPr>
          <p:spPr>
            <a:xfrm rot="0">
              <a:off x="1366" y="3323"/>
              <a:ext cx="13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7"/>
                  </a:lnTo>
                  <a:lnTo>
                    <a:pt x="24" y="35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90" name=""/>
            <p:cNvSpPr/>
            <p:nvPr/>
          </p:nvSpPr>
          <p:spPr>
            <a:xfrm rot="0">
              <a:off x="1366" y="3323"/>
              <a:ext cx="13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7"/>
                  </a:lnTo>
                  <a:lnTo>
                    <a:pt x="24" y="35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91" name=""/>
            <p:cNvSpPr/>
            <p:nvPr/>
          </p:nvSpPr>
          <p:spPr>
            <a:xfrm rot="0">
              <a:off x="557" y="3323"/>
              <a:ext cx="809" cy="26"/>
            </a:xfrm>
            <a:custGeom>
              <a:avLst/>
              <a:ahLst/>
              <a:rect l="0" t="0" r="r" b="b"/>
              <a:pathLst>
                <a:path w="1617" h="52">
                  <a:moveTo>
                    <a:pt x="1617" y="52"/>
                  </a:moveTo>
                  <a:lnTo>
                    <a:pt x="1617" y="27"/>
                  </a:lnTo>
                  <a:lnTo>
                    <a:pt x="1617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2"/>
                  </a:lnTo>
                  <a:lnTo>
                    <a:pt x="1617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92" name=""/>
            <p:cNvSpPr/>
            <p:nvPr/>
          </p:nvSpPr>
          <p:spPr>
            <a:xfrm rot="0">
              <a:off x="557" y="3323"/>
              <a:ext cx="809" cy="26"/>
            </a:xfrm>
            <a:custGeom>
              <a:avLst/>
              <a:ahLst/>
              <a:rect l="0" t="0" r="r" b="b"/>
              <a:pathLst>
                <a:path w="1617" h="52">
                  <a:moveTo>
                    <a:pt x="1617" y="52"/>
                  </a:moveTo>
                  <a:lnTo>
                    <a:pt x="1617" y="27"/>
                  </a:lnTo>
                  <a:lnTo>
                    <a:pt x="1617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2"/>
                  </a:lnTo>
                  <a:lnTo>
                    <a:pt x="1617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93" name=""/>
            <p:cNvSpPr/>
            <p:nvPr/>
          </p:nvSpPr>
          <p:spPr>
            <a:xfrm rot="0">
              <a:off x="545" y="3323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94" name=""/>
            <p:cNvSpPr/>
            <p:nvPr/>
          </p:nvSpPr>
          <p:spPr>
            <a:xfrm rot="0">
              <a:off x="545" y="3323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95" name=""/>
            <p:cNvSpPr/>
            <p:nvPr/>
          </p:nvSpPr>
          <p:spPr>
            <a:xfrm rot="0">
              <a:off x="949" y="4031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25" y="13"/>
                  </a:moveTo>
                  <a:lnTo>
                    <a:pt x="48" y="26"/>
                  </a:lnTo>
                  <a:lnTo>
                    <a:pt x="43" y="32"/>
                  </a:lnTo>
                  <a:lnTo>
                    <a:pt x="35" y="36"/>
                  </a:lnTo>
                  <a:lnTo>
                    <a:pt x="28" y="39"/>
                  </a:lnTo>
                  <a:lnTo>
                    <a:pt x="20" y="39"/>
                  </a:lnTo>
                  <a:lnTo>
                    <a:pt x="12" y="35"/>
                  </a:lnTo>
                  <a:lnTo>
                    <a:pt x="6" y="30"/>
                  </a:lnTo>
                  <a:lnTo>
                    <a:pt x="2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lnTo>
                    <a:pt x="2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96" name=""/>
            <p:cNvSpPr/>
            <p:nvPr/>
          </p:nvSpPr>
          <p:spPr>
            <a:xfrm rot="0">
              <a:off x="949" y="4031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48" y="26"/>
                  </a:moveTo>
                  <a:lnTo>
                    <a:pt x="43" y="32"/>
                  </a:lnTo>
                  <a:lnTo>
                    <a:pt x="35" y="36"/>
                  </a:lnTo>
                  <a:lnTo>
                    <a:pt x="28" y="39"/>
                  </a:lnTo>
                  <a:lnTo>
                    <a:pt x="20" y="39"/>
                  </a:lnTo>
                  <a:lnTo>
                    <a:pt x="12" y="35"/>
                  </a:lnTo>
                  <a:lnTo>
                    <a:pt x="6" y="30"/>
                  </a:lnTo>
                  <a:lnTo>
                    <a:pt x="2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97" name=""/>
            <p:cNvSpPr/>
            <p:nvPr/>
          </p:nvSpPr>
          <p:spPr>
            <a:xfrm rot="0">
              <a:off x="950" y="3330"/>
              <a:ext cx="427" cy="715"/>
            </a:xfrm>
            <a:custGeom>
              <a:avLst/>
              <a:ahLst/>
              <a:rect l="0" t="0" r="r" b="b"/>
              <a:pathLst>
                <a:path w="853" h="1430">
                  <a:moveTo>
                    <a:pt x="0" y="1404"/>
                  </a:moveTo>
                  <a:lnTo>
                    <a:pt x="22" y="1417"/>
                  </a:lnTo>
                  <a:lnTo>
                    <a:pt x="45" y="1430"/>
                  </a:lnTo>
                  <a:lnTo>
                    <a:pt x="853" y="27"/>
                  </a:lnTo>
                  <a:lnTo>
                    <a:pt x="831" y="14"/>
                  </a:lnTo>
                  <a:lnTo>
                    <a:pt x="808" y="0"/>
                  </a:lnTo>
                  <a:lnTo>
                    <a:pt x="0" y="14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1998" name=""/>
            <p:cNvSpPr/>
            <p:nvPr/>
          </p:nvSpPr>
          <p:spPr>
            <a:xfrm rot="0">
              <a:off x="950" y="3330"/>
              <a:ext cx="427" cy="715"/>
            </a:xfrm>
            <a:custGeom>
              <a:avLst/>
              <a:ahLst/>
              <a:rect l="0" t="0" r="r" b="b"/>
              <a:pathLst>
                <a:path w="853" h="1430">
                  <a:moveTo>
                    <a:pt x="0" y="1404"/>
                  </a:moveTo>
                  <a:lnTo>
                    <a:pt x="22" y="1417"/>
                  </a:lnTo>
                  <a:lnTo>
                    <a:pt x="45" y="1430"/>
                  </a:lnTo>
                  <a:lnTo>
                    <a:pt x="853" y="27"/>
                  </a:lnTo>
                  <a:lnTo>
                    <a:pt x="831" y="14"/>
                  </a:lnTo>
                  <a:lnTo>
                    <a:pt x="808" y="0"/>
                  </a:lnTo>
                  <a:lnTo>
                    <a:pt x="0" y="14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1999" name=""/>
            <p:cNvSpPr/>
            <p:nvPr/>
          </p:nvSpPr>
          <p:spPr>
            <a:xfrm rot="0">
              <a:off x="1355" y="3323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23" y="26"/>
                  </a:moveTo>
                  <a:lnTo>
                    <a:pt x="0" y="12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2" y="8"/>
                  </a:lnTo>
                  <a:lnTo>
                    <a:pt x="46" y="15"/>
                  </a:lnTo>
                  <a:lnTo>
                    <a:pt x="48" y="22"/>
                  </a:lnTo>
                  <a:lnTo>
                    <a:pt x="48" y="31"/>
                  </a:lnTo>
                  <a:lnTo>
                    <a:pt x="45" y="39"/>
                  </a:lnTo>
                  <a:lnTo>
                    <a:pt x="2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00" name=""/>
            <p:cNvSpPr/>
            <p:nvPr/>
          </p:nvSpPr>
          <p:spPr>
            <a:xfrm rot="0">
              <a:off x="1355" y="3323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0" y="12"/>
                  </a:moveTo>
                  <a:lnTo>
                    <a:pt x="5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2" y="8"/>
                  </a:lnTo>
                  <a:lnTo>
                    <a:pt x="46" y="15"/>
                  </a:lnTo>
                  <a:lnTo>
                    <a:pt x="48" y="22"/>
                  </a:lnTo>
                  <a:lnTo>
                    <a:pt x="48" y="31"/>
                  </a:lnTo>
                  <a:lnTo>
                    <a:pt x="45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01" name=""/>
            <p:cNvSpPr/>
            <p:nvPr/>
          </p:nvSpPr>
          <p:spPr>
            <a:xfrm rot="0">
              <a:off x="949" y="3559"/>
              <a:ext cx="19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25" y="22"/>
                  </a:moveTo>
                  <a:lnTo>
                    <a:pt x="38" y="45"/>
                  </a:lnTo>
                  <a:lnTo>
                    <a:pt x="30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02" name=""/>
            <p:cNvSpPr/>
            <p:nvPr/>
          </p:nvSpPr>
          <p:spPr>
            <a:xfrm rot="0">
              <a:off x="949" y="3559"/>
              <a:ext cx="19" cy="24"/>
            </a:xfrm>
            <a:custGeom>
              <a:avLst/>
              <a:ahLst/>
              <a:rect l="0" t="0" r="r" b="b"/>
              <a:pathLst>
                <a:path w="38" h="48">
                  <a:moveTo>
                    <a:pt x="38" y="45"/>
                  </a:moveTo>
                  <a:lnTo>
                    <a:pt x="30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03" name=""/>
            <p:cNvSpPr/>
            <p:nvPr/>
          </p:nvSpPr>
          <p:spPr>
            <a:xfrm rot="0">
              <a:off x="955" y="3325"/>
              <a:ext cx="417" cy="256"/>
            </a:xfrm>
            <a:custGeom>
              <a:avLst/>
              <a:ahLst/>
              <a:rect l="0" t="0" r="r" b="b"/>
              <a:pathLst>
                <a:path w="835" h="513">
                  <a:moveTo>
                    <a:pt x="0" y="468"/>
                  </a:moveTo>
                  <a:lnTo>
                    <a:pt x="13" y="490"/>
                  </a:lnTo>
                  <a:lnTo>
                    <a:pt x="26" y="513"/>
                  </a:lnTo>
                  <a:lnTo>
                    <a:pt x="835" y="45"/>
                  </a:lnTo>
                  <a:lnTo>
                    <a:pt x="822" y="23"/>
                  </a:lnTo>
                  <a:lnTo>
                    <a:pt x="808" y="0"/>
                  </a:lnTo>
                  <a:lnTo>
                    <a:pt x="0" y="4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04" name=""/>
            <p:cNvSpPr/>
            <p:nvPr/>
          </p:nvSpPr>
          <p:spPr>
            <a:xfrm rot="0">
              <a:off x="955" y="3325"/>
              <a:ext cx="417" cy="256"/>
            </a:xfrm>
            <a:custGeom>
              <a:avLst/>
              <a:ahLst/>
              <a:rect l="0" t="0" r="r" b="b"/>
              <a:pathLst>
                <a:path w="835" h="513">
                  <a:moveTo>
                    <a:pt x="0" y="468"/>
                  </a:moveTo>
                  <a:lnTo>
                    <a:pt x="13" y="490"/>
                  </a:lnTo>
                  <a:lnTo>
                    <a:pt x="26" y="513"/>
                  </a:lnTo>
                  <a:lnTo>
                    <a:pt x="835" y="45"/>
                  </a:lnTo>
                  <a:lnTo>
                    <a:pt x="822" y="23"/>
                  </a:lnTo>
                  <a:lnTo>
                    <a:pt x="808" y="0"/>
                  </a:lnTo>
                  <a:lnTo>
                    <a:pt x="0" y="4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05" name=""/>
            <p:cNvSpPr/>
            <p:nvPr/>
          </p:nvSpPr>
          <p:spPr>
            <a:xfrm rot="0">
              <a:off x="1359" y="3323"/>
              <a:ext cx="20" cy="25"/>
            </a:xfrm>
            <a:custGeom>
              <a:avLst/>
              <a:ahLst/>
              <a:rect l="0" t="0" r="r" b="b"/>
              <a:pathLst>
                <a:path w="39" h="48">
                  <a:moveTo>
                    <a:pt x="14" y="26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9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  <a:lnTo>
                    <a:pt x="1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06" name=""/>
            <p:cNvSpPr/>
            <p:nvPr/>
          </p:nvSpPr>
          <p:spPr>
            <a:xfrm rot="0">
              <a:off x="1359" y="3323"/>
              <a:ext cx="20" cy="25"/>
            </a:xfrm>
            <a:custGeom>
              <a:avLst/>
              <a:ahLst/>
              <a:rect l="0" t="0" r="r" b="b"/>
              <a:pathLst>
                <a:path w="39" h="48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4" y="2"/>
                  </a:lnTo>
                  <a:lnTo>
                    <a:pt x="31" y="6"/>
                  </a:lnTo>
                  <a:lnTo>
                    <a:pt x="36" y="12"/>
                  </a:lnTo>
                  <a:lnTo>
                    <a:pt x="39" y="20"/>
                  </a:lnTo>
                  <a:lnTo>
                    <a:pt x="39" y="29"/>
                  </a:lnTo>
                  <a:lnTo>
                    <a:pt x="37" y="36"/>
                  </a:lnTo>
                  <a:lnTo>
                    <a:pt x="33" y="43"/>
                  </a:lnTo>
                  <a:lnTo>
                    <a:pt x="2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07" name=""/>
            <p:cNvSpPr/>
            <p:nvPr/>
          </p:nvSpPr>
          <p:spPr>
            <a:xfrm rot="0">
              <a:off x="545" y="3323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26" y="26"/>
                  </a:moveTo>
                  <a:lnTo>
                    <a:pt x="3" y="39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6" y="8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48" y="12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08" name=""/>
            <p:cNvSpPr/>
            <p:nvPr/>
          </p:nvSpPr>
          <p:spPr>
            <a:xfrm rot="0">
              <a:off x="545" y="3323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3" y="39"/>
                  </a:moveTo>
                  <a:lnTo>
                    <a:pt x="0" y="31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6" y="8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48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09" name=""/>
            <p:cNvSpPr/>
            <p:nvPr/>
          </p:nvSpPr>
          <p:spPr>
            <a:xfrm rot="0">
              <a:off x="546" y="3330"/>
              <a:ext cx="427" cy="715"/>
            </a:xfrm>
            <a:custGeom>
              <a:avLst/>
              <a:ahLst/>
              <a:rect l="0" t="0" r="r" b="b"/>
              <a:pathLst>
                <a:path w="854" h="1430">
                  <a:moveTo>
                    <a:pt x="45" y="0"/>
                  </a:moveTo>
                  <a:lnTo>
                    <a:pt x="23" y="14"/>
                  </a:lnTo>
                  <a:lnTo>
                    <a:pt x="0" y="27"/>
                  </a:lnTo>
                  <a:lnTo>
                    <a:pt x="809" y="1430"/>
                  </a:lnTo>
                  <a:lnTo>
                    <a:pt x="831" y="1417"/>
                  </a:lnTo>
                  <a:lnTo>
                    <a:pt x="854" y="1404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10" name=""/>
            <p:cNvSpPr/>
            <p:nvPr/>
          </p:nvSpPr>
          <p:spPr>
            <a:xfrm rot="0">
              <a:off x="546" y="3330"/>
              <a:ext cx="427" cy="715"/>
            </a:xfrm>
            <a:custGeom>
              <a:avLst/>
              <a:ahLst/>
              <a:rect l="0" t="0" r="r" b="b"/>
              <a:pathLst>
                <a:path w="854" h="1430">
                  <a:moveTo>
                    <a:pt x="45" y="0"/>
                  </a:moveTo>
                  <a:lnTo>
                    <a:pt x="23" y="14"/>
                  </a:lnTo>
                  <a:lnTo>
                    <a:pt x="0" y="27"/>
                  </a:lnTo>
                  <a:lnTo>
                    <a:pt x="809" y="1430"/>
                  </a:lnTo>
                  <a:lnTo>
                    <a:pt x="831" y="1417"/>
                  </a:lnTo>
                  <a:lnTo>
                    <a:pt x="854" y="1404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11" name=""/>
            <p:cNvSpPr/>
            <p:nvPr/>
          </p:nvSpPr>
          <p:spPr>
            <a:xfrm rot="0">
              <a:off x="950" y="4031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22" y="13"/>
                  </a:moveTo>
                  <a:lnTo>
                    <a:pt x="45" y="0"/>
                  </a:lnTo>
                  <a:lnTo>
                    <a:pt x="48" y="8"/>
                  </a:lnTo>
                  <a:lnTo>
                    <a:pt x="48" y="16"/>
                  </a:lnTo>
                  <a:lnTo>
                    <a:pt x="46" y="23"/>
                  </a:lnTo>
                  <a:lnTo>
                    <a:pt x="42" y="30"/>
                  </a:lnTo>
                  <a:lnTo>
                    <a:pt x="35" y="35"/>
                  </a:lnTo>
                  <a:lnTo>
                    <a:pt x="27" y="39"/>
                  </a:lnTo>
                  <a:lnTo>
                    <a:pt x="19" y="39"/>
                  </a:lnTo>
                  <a:lnTo>
                    <a:pt x="12" y="36"/>
                  </a:lnTo>
                  <a:lnTo>
                    <a:pt x="5" y="32"/>
                  </a:lnTo>
                  <a:lnTo>
                    <a:pt x="0" y="26"/>
                  </a:lnTo>
                  <a:lnTo>
                    <a:pt x="2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12" name=""/>
            <p:cNvSpPr/>
            <p:nvPr/>
          </p:nvSpPr>
          <p:spPr>
            <a:xfrm rot="0">
              <a:off x="950" y="4031"/>
              <a:ext cx="24" cy="20"/>
            </a:xfrm>
            <a:custGeom>
              <a:avLst/>
              <a:ahLst/>
              <a:rect l="0" t="0" r="r" b="b"/>
              <a:pathLst>
                <a:path w="48" h="39">
                  <a:moveTo>
                    <a:pt x="45" y="0"/>
                  </a:moveTo>
                  <a:lnTo>
                    <a:pt x="48" y="8"/>
                  </a:lnTo>
                  <a:lnTo>
                    <a:pt x="48" y="16"/>
                  </a:lnTo>
                  <a:lnTo>
                    <a:pt x="46" y="23"/>
                  </a:lnTo>
                  <a:lnTo>
                    <a:pt x="42" y="30"/>
                  </a:lnTo>
                  <a:lnTo>
                    <a:pt x="35" y="35"/>
                  </a:lnTo>
                  <a:lnTo>
                    <a:pt x="27" y="39"/>
                  </a:lnTo>
                  <a:lnTo>
                    <a:pt x="19" y="39"/>
                  </a:lnTo>
                  <a:lnTo>
                    <a:pt x="12" y="36"/>
                  </a:lnTo>
                  <a:lnTo>
                    <a:pt x="5" y="32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13" name=""/>
            <p:cNvSpPr/>
            <p:nvPr/>
          </p:nvSpPr>
          <p:spPr>
            <a:xfrm rot="0">
              <a:off x="949" y="3557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0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14" name=""/>
            <p:cNvSpPr/>
            <p:nvPr/>
          </p:nvSpPr>
          <p:spPr>
            <a:xfrm rot="0">
              <a:off x="949" y="3557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0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15" name=""/>
            <p:cNvSpPr/>
            <p:nvPr/>
          </p:nvSpPr>
          <p:spPr>
            <a:xfrm rot="0">
              <a:off x="949" y="3570"/>
              <a:ext cx="26" cy="468"/>
            </a:xfrm>
            <a:custGeom>
              <a:avLst/>
              <a:ahLst/>
              <a:rect l="0" t="0" r="r" b="b"/>
              <a:pathLst>
                <a:path w="52" h="936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936"/>
                  </a:lnTo>
                  <a:lnTo>
                    <a:pt x="25" y="936"/>
                  </a:lnTo>
                  <a:lnTo>
                    <a:pt x="52" y="936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16" name=""/>
            <p:cNvSpPr/>
            <p:nvPr/>
          </p:nvSpPr>
          <p:spPr>
            <a:xfrm rot="0">
              <a:off x="949" y="3570"/>
              <a:ext cx="26" cy="468"/>
            </a:xfrm>
            <a:custGeom>
              <a:avLst/>
              <a:ahLst/>
              <a:rect l="0" t="0" r="r" b="b"/>
              <a:pathLst>
                <a:path w="52" h="936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936"/>
                  </a:lnTo>
                  <a:lnTo>
                    <a:pt x="25" y="936"/>
                  </a:lnTo>
                  <a:lnTo>
                    <a:pt x="52" y="936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17" name=""/>
            <p:cNvSpPr/>
            <p:nvPr/>
          </p:nvSpPr>
          <p:spPr>
            <a:xfrm rot="0">
              <a:off x="949" y="4038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0" y="21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18" name=""/>
            <p:cNvSpPr/>
            <p:nvPr/>
          </p:nvSpPr>
          <p:spPr>
            <a:xfrm rot="0">
              <a:off x="949" y="4038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0" y="21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19" name=""/>
            <p:cNvSpPr/>
            <p:nvPr/>
          </p:nvSpPr>
          <p:spPr>
            <a:xfrm rot="0">
              <a:off x="955" y="3559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13" y="22"/>
                  </a:moveTo>
                  <a:lnTo>
                    <a:pt x="26" y="0"/>
                  </a:lnTo>
                  <a:lnTo>
                    <a:pt x="33" y="5"/>
                  </a:lnTo>
                  <a:lnTo>
                    <a:pt x="37" y="12"/>
                  </a:lnTo>
                  <a:lnTo>
                    <a:pt x="39" y="19"/>
                  </a:lnTo>
                  <a:lnTo>
                    <a:pt x="39" y="27"/>
                  </a:lnTo>
                  <a:lnTo>
                    <a:pt x="36" y="36"/>
                  </a:lnTo>
                  <a:lnTo>
                    <a:pt x="31" y="42"/>
                  </a:lnTo>
                  <a:lnTo>
                    <a:pt x="23" y="46"/>
                  </a:lnTo>
                  <a:lnTo>
                    <a:pt x="16" y="48"/>
                  </a:lnTo>
                  <a:lnTo>
                    <a:pt x="8" y="48"/>
                  </a:lnTo>
                  <a:lnTo>
                    <a:pt x="0" y="45"/>
                  </a:lnTo>
                  <a:lnTo>
                    <a:pt x="1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20" name=""/>
            <p:cNvSpPr/>
            <p:nvPr/>
          </p:nvSpPr>
          <p:spPr>
            <a:xfrm rot="0">
              <a:off x="955" y="3559"/>
              <a:ext cx="19" cy="24"/>
            </a:xfrm>
            <a:custGeom>
              <a:avLst/>
              <a:ahLst/>
              <a:rect l="0" t="0" r="r" b="b"/>
              <a:pathLst>
                <a:path w="39" h="48">
                  <a:moveTo>
                    <a:pt x="26" y="0"/>
                  </a:moveTo>
                  <a:lnTo>
                    <a:pt x="33" y="5"/>
                  </a:lnTo>
                  <a:lnTo>
                    <a:pt x="37" y="12"/>
                  </a:lnTo>
                  <a:lnTo>
                    <a:pt x="39" y="19"/>
                  </a:lnTo>
                  <a:lnTo>
                    <a:pt x="39" y="27"/>
                  </a:lnTo>
                  <a:lnTo>
                    <a:pt x="36" y="36"/>
                  </a:lnTo>
                  <a:lnTo>
                    <a:pt x="31" y="42"/>
                  </a:lnTo>
                  <a:lnTo>
                    <a:pt x="23" y="46"/>
                  </a:lnTo>
                  <a:lnTo>
                    <a:pt x="16" y="48"/>
                  </a:lnTo>
                  <a:lnTo>
                    <a:pt x="8" y="48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21" name=""/>
            <p:cNvSpPr/>
            <p:nvPr/>
          </p:nvSpPr>
          <p:spPr>
            <a:xfrm rot="0">
              <a:off x="551" y="3325"/>
              <a:ext cx="417" cy="256"/>
            </a:xfrm>
            <a:custGeom>
              <a:avLst/>
              <a:ahLst/>
              <a:rect l="0" t="0" r="r" b="b"/>
              <a:pathLst>
                <a:path w="835" h="513">
                  <a:moveTo>
                    <a:pt x="809" y="513"/>
                  </a:moveTo>
                  <a:lnTo>
                    <a:pt x="822" y="490"/>
                  </a:lnTo>
                  <a:lnTo>
                    <a:pt x="835" y="468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5"/>
                  </a:lnTo>
                  <a:lnTo>
                    <a:pt x="809" y="5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22" name=""/>
            <p:cNvSpPr/>
            <p:nvPr/>
          </p:nvSpPr>
          <p:spPr>
            <a:xfrm rot="0">
              <a:off x="551" y="3325"/>
              <a:ext cx="417" cy="256"/>
            </a:xfrm>
            <a:custGeom>
              <a:avLst/>
              <a:ahLst/>
              <a:rect l="0" t="0" r="r" b="b"/>
              <a:pathLst>
                <a:path w="835" h="513">
                  <a:moveTo>
                    <a:pt x="809" y="513"/>
                  </a:moveTo>
                  <a:lnTo>
                    <a:pt x="822" y="490"/>
                  </a:lnTo>
                  <a:lnTo>
                    <a:pt x="835" y="468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5"/>
                  </a:lnTo>
                  <a:lnTo>
                    <a:pt x="809" y="5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23" name=""/>
            <p:cNvSpPr/>
            <p:nvPr/>
          </p:nvSpPr>
          <p:spPr>
            <a:xfrm rot="0">
              <a:off x="545" y="3323"/>
              <a:ext cx="19" cy="25"/>
            </a:xfrm>
            <a:custGeom>
              <a:avLst/>
              <a:ahLst/>
              <a:rect l="0" t="0" r="r" b="b"/>
              <a:pathLst>
                <a:path w="39" h="48">
                  <a:moveTo>
                    <a:pt x="26" y="26"/>
                  </a:moveTo>
                  <a:lnTo>
                    <a:pt x="12" y="48"/>
                  </a:lnTo>
                  <a:lnTo>
                    <a:pt x="6" y="43"/>
                  </a:lnTo>
                  <a:lnTo>
                    <a:pt x="2" y="36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24" name=""/>
            <p:cNvSpPr/>
            <p:nvPr/>
          </p:nvSpPr>
          <p:spPr>
            <a:xfrm rot="0">
              <a:off x="545" y="3323"/>
              <a:ext cx="19" cy="25"/>
            </a:xfrm>
            <a:custGeom>
              <a:avLst/>
              <a:ahLst/>
              <a:rect l="0" t="0" r="r" b="b"/>
              <a:pathLst>
                <a:path w="39" h="48">
                  <a:moveTo>
                    <a:pt x="12" y="48"/>
                  </a:moveTo>
                  <a:lnTo>
                    <a:pt x="6" y="43"/>
                  </a:lnTo>
                  <a:lnTo>
                    <a:pt x="2" y="36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25" name=""/>
            <p:cNvSpPr/>
            <p:nvPr/>
          </p:nvSpPr>
          <p:spPr>
            <a:xfrm rot="0">
              <a:off x="949" y="3013"/>
              <a:ext cx="13" cy="26"/>
            </a:xfrm>
            <a:custGeom>
              <a:avLst/>
              <a:ahLst/>
              <a:rect l="0" t="0" r="r" b="b"/>
              <a:pathLst>
                <a:path w="25" h="52">
                  <a:moveTo>
                    <a:pt x="25" y="26"/>
                  </a:moveTo>
                  <a:lnTo>
                    <a:pt x="25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26" name=""/>
            <p:cNvSpPr/>
            <p:nvPr/>
          </p:nvSpPr>
          <p:spPr>
            <a:xfrm rot="0">
              <a:off x="949" y="3013"/>
              <a:ext cx="13" cy="26"/>
            </a:xfrm>
            <a:custGeom>
              <a:avLst/>
              <a:ahLst/>
              <a:rect l="0" t="0" r="r" b="b"/>
              <a:pathLst>
                <a:path w="25" h="52">
                  <a:moveTo>
                    <a:pt x="25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27" name=""/>
            <p:cNvSpPr/>
            <p:nvPr/>
          </p:nvSpPr>
          <p:spPr>
            <a:xfrm rot="0">
              <a:off x="962" y="3013"/>
              <a:ext cx="404" cy="26"/>
            </a:xfrm>
            <a:custGeom>
              <a:avLst/>
              <a:ahLst/>
              <a:rect l="0" t="0" r="r" b="b"/>
              <a:pathLst>
                <a:path w="809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809" y="52"/>
                  </a:lnTo>
                  <a:lnTo>
                    <a:pt x="809" y="26"/>
                  </a:lnTo>
                  <a:lnTo>
                    <a:pt x="80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28" name=""/>
            <p:cNvSpPr/>
            <p:nvPr/>
          </p:nvSpPr>
          <p:spPr>
            <a:xfrm rot="0">
              <a:off x="962" y="3013"/>
              <a:ext cx="404" cy="26"/>
            </a:xfrm>
            <a:custGeom>
              <a:avLst/>
              <a:ahLst/>
              <a:rect l="0" t="0" r="r" b="b"/>
              <a:pathLst>
                <a:path w="809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809" y="52"/>
                  </a:lnTo>
                  <a:lnTo>
                    <a:pt x="809" y="26"/>
                  </a:lnTo>
                  <a:lnTo>
                    <a:pt x="80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29" name=""/>
            <p:cNvSpPr/>
            <p:nvPr/>
          </p:nvSpPr>
          <p:spPr>
            <a:xfrm rot="0">
              <a:off x="1366" y="3013"/>
              <a:ext cx="13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30" name=""/>
            <p:cNvSpPr/>
            <p:nvPr/>
          </p:nvSpPr>
          <p:spPr>
            <a:xfrm rot="0">
              <a:off x="1366" y="3013"/>
              <a:ext cx="13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31" name=""/>
            <p:cNvSpPr/>
            <p:nvPr/>
          </p:nvSpPr>
          <p:spPr>
            <a:xfrm rot="0">
              <a:off x="949" y="2463"/>
              <a:ext cx="23" cy="21"/>
            </a:xfrm>
            <a:custGeom>
              <a:avLst/>
              <a:ahLst/>
              <a:rect l="0" t="0" r="r" b="b"/>
              <a:pathLst>
                <a:path w="47" h="41">
                  <a:moveTo>
                    <a:pt x="25" y="26"/>
                  </a:moveTo>
                  <a:lnTo>
                    <a:pt x="4" y="41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0"/>
                  </a:lnTo>
                  <a:lnTo>
                    <a:pt x="10" y="4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3" y="1"/>
                  </a:lnTo>
                  <a:lnTo>
                    <a:pt x="40" y="4"/>
                  </a:lnTo>
                  <a:lnTo>
                    <a:pt x="47" y="1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32" name=""/>
            <p:cNvSpPr/>
            <p:nvPr/>
          </p:nvSpPr>
          <p:spPr>
            <a:xfrm rot="0">
              <a:off x="949" y="2463"/>
              <a:ext cx="23" cy="21"/>
            </a:xfrm>
            <a:custGeom>
              <a:avLst/>
              <a:ahLst/>
              <a:rect l="0" t="0" r="r" b="b"/>
              <a:pathLst>
                <a:path w="47" h="41">
                  <a:moveTo>
                    <a:pt x="4" y="41"/>
                  </a:move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0"/>
                  </a:lnTo>
                  <a:lnTo>
                    <a:pt x="10" y="4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3" y="1"/>
                  </a:lnTo>
                  <a:lnTo>
                    <a:pt x="40" y="4"/>
                  </a:lnTo>
                  <a:lnTo>
                    <a:pt x="47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33" name=""/>
            <p:cNvSpPr/>
            <p:nvPr/>
          </p:nvSpPr>
          <p:spPr>
            <a:xfrm rot="0">
              <a:off x="951" y="2468"/>
              <a:ext cx="426" cy="566"/>
            </a:xfrm>
            <a:custGeom>
              <a:avLst/>
              <a:ahLst/>
              <a:rect l="0" t="0" r="r" b="b"/>
              <a:pathLst>
                <a:path w="851" h="1133">
                  <a:moveTo>
                    <a:pt x="43" y="0"/>
                  </a:moveTo>
                  <a:lnTo>
                    <a:pt x="21" y="16"/>
                  </a:lnTo>
                  <a:lnTo>
                    <a:pt x="0" y="31"/>
                  </a:lnTo>
                  <a:lnTo>
                    <a:pt x="808" y="1133"/>
                  </a:lnTo>
                  <a:lnTo>
                    <a:pt x="830" y="1117"/>
                  </a:lnTo>
                  <a:lnTo>
                    <a:pt x="851" y="1102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34" name=""/>
            <p:cNvSpPr/>
            <p:nvPr/>
          </p:nvSpPr>
          <p:spPr>
            <a:xfrm rot="0">
              <a:off x="951" y="2468"/>
              <a:ext cx="426" cy="566"/>
            </a:xfrm>
            <a:custGeom>
              <a:avLst/>
              <a:ahLst/>
              <a:rect l="0" t="0" r="r" b="b"/>
              <a:pathLst>
                <a:path w="851" h="1133">
                  <a:moveTo>
                    <a:pt x="43" y="0"/>
                  </a:moveTo>
                  <a:lnTo>
                    <a:pt x="21" y="16"/>
                  </a:lnTo>
                  <a:lnTo>
                    <a:pt x="0" y="31"/>
                  </a:lnTo>
                  <a:lnTo>
                    <a:pt x="808" y="1133"/>
                  </a:lnTo>
                  <a:lnTo>
                    <a:pt x="830" y="1117"/>
                  </a:lnTo>
                  <a:lnTo>
                    <a:pt x="851" y="1102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35" name=""/>
            <p:cNvSpPr/>
            <p:nvPr/>
          </p:nvSpPr>
          <p:spPr>
            <a:xfrm rot="0">
              <a:off x="1355" y="3019"/>
              <a:ext cx="24" cy="20"/>
            </a:xfrm>
            <a:custGeom>
              <a:avLst/>
              <a:ahLst/>
              <a:rect l="0" t="0" r="r" b="b"/>
              <a:pathLst>
                <a:path w="47" h="41">
                  <a:moveTo>
                    <a:pt x="22" y="15"/>
                  </a:moveTo>
                  <a:lnTo>
                    <a:pt x="43" y="0"/>
                  </a:lnTo>
                  <a:lnTo>
                    <a:pt x="46" y="7"/>
                  </a:lnTo>
                  <a:lnTo>
                    <a:pt x="47" y="15"/>
                  </a:lnTo>
                  <a:lnTo>
                    <a:pt x="46" y="23"/>
                  </a:lnTo>
                  <a:lnTo>
                    <a:pt x="43" y="31"/>
                  </a:lnTo>
                  <a:lnTo>
                    <a:pt x="37" y="37"/>
                  </a:lnTo>
                  <a:lnTo>
                    <a:pt x="30" y="40"/>
                  </a:lnTo>
                  <a:lnTo>
                    <a:pt x="22" y="41"/>
                  </a:lnTo>
                  <a:lnTo>
                    <a:pt x="13" y="40"/>
                  </a:lnTo>
                  <a:lnTo>
                    <a:pt x="6" y="37"/>
                  </a:lnTo>
                  <a:lnTo>
                    <a:pt x="0" y="31"/>
                  </a:lnTo>
                  <a:lnTo>
                    <a:pt x="22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36" name=""/>
            <p:cNvSpPr/>
            <p:nvPr/>
          </p:nvSpPr>
          <p:spPr>
            <a:xfrm rot="0">
              <a:off x="1355" y="3019"/>
              <a:ext cx="24" cy="20"/>
            </a:xfrm>
            <a:custGeom>
              <a:avLst/>
              <a:ahLst/>
              <a:rect l="0" t="0" r="r" b="b"/>
              <a:pathLst>
                <a:path w="47" h="41">
                  <a:moveTo>
                    <a:pt x="43" y="0"/>
                  </a:moveTo>
                  <a:lnTo>
                    <a:pt x="46" y="7"/>
                  </a:lnTo>
                  <a:lnTo>
                    <a:pt x="47" y="15"/>
                  </a:lnTo>
                  <a:lnTo>
                    <a:pt x="46" y="23"/>
                  </a:lnTo>
                  <a:lnTo>
                    <a:pt x="43" y="31"/>
                  </a:lnTo>
                  <a:lnTo>
                    <a:pt x="37" y="37"/>
                  </a:lnTo>
                  <a:lnTo>
                    <a:pt x="30" y="40"/>
                  </a:lnTo>
                  <a:lnTo>
                    <a:pt x="22" y="41"/>
                  </a:lnTo>
                  <a:lnTo>
                    <a:pt x="13" y="40"/>
                  </a:lnTo>
                  <a:lnTo>
                    <a:pt x="6" y="37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37" name=""/>
            <p:cNvSpPr/>
            <p:nvPr/>
          </p:nvSpPr>
          <p:spPr>
            <a:xfrm rot="0">
              <a:off x="545" y="3013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38" name=""/>
            <p:cNvSpPr/>
            <p:nvPr/>
          </p:nvSpPr>
          <p:spPr>
            <a:xfrm rot="0">
              <a:off x="545" y="3013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39" name=""/>
            <p:cNvSpPr/>
            <p:nvPr/>
          </p:nvSpPr>
          <p:spPr>
            <a:xfrm rot="0">
              <a:off x="557" y="3013"/>
              <a:ext cx="405" cy="26"/>
            </a:xfrm>
            <a:custGeom>
              <a:avLst/>
              <a:ahLst/>
              <a:rect l="0" t="0" r="r" b="b"/>
              <a:pathLst>
                <a:path w="808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808" y="52"/>
                  </a:lnTo>
                  <a:lnTo>
                    <a:pt x="808" y="26"/>
                  </a:lnTo>
                  <a:lnTo>
                    <a:pt x="80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40" name=""/>
            <p:cNvSpPr/>
            <p:nvPr/>
          </p:nvSpPr>
          <p:spPr>
            <a:xfrm rot="0">
              <a:off x="557" y="3013"/>
              <a:ext cx="405" cy="26"/>
            </a:xfrm>
            <a:custGeom>
              <a:avLst/>
              <a:ahLst/>
              <a:rect l="0" t="0" r="r" b="b"/>
              <a:pathLst>
                <a:path w="808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808" y="52"/>
                  </a:lnTo>
                  <a:lnTo>
                    <a:pt x="808" y="26"/>
                  </a:lnTo>
                  <a:lnTo>
                    <a:pt x="80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41" name=""/>
            <p:cNvSpPr/>
            <p:nvPr/>
          </p:nvSpPr>
          <p:spPr>
            <a:xfrm rot="0">
              <a:off x="962" y="3013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42" name=""/>
            <p:cNvSpPr/>
            <p:nvPr/>
          </p:nvSpPr>
          <p:spPr>
            <a:xfrm rot="0">
              <a:off x="962" y="3013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43" name=""/>
            <p:cNvSpPr/>
            <p:nvPr/>
          </p:nvSpPr>
          <p:spPr>
            <a:xfrm rot="0">
              <a:off x="949" y="2463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0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44" name=""/>
            <p:cNvSpPr/>
            <p:nvPr/>
          </p:nvSpPr>
          <p:spPr>
            <a:xfrm rot="0">
              <a:off x="949" y="2463"/>
              <a:ext cx="26" cy="13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0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45" name=""/>
            <p:cNvSpPr/>
            <p:nvPr/>
          </p:nvSpPr>
          <p:spPr>
            <a:xfrm rot="0">
              <a:off x="949" y="2476"/>
              <a:ext cx="26" cy="551"/>
            </a:xfrm>
            <a:custGeom>
              <a:avLst/>
              <a:ahLst/>
              <a:rect l="0" t="0" r="r" b="b"/>
              <a:pathLst>
                <a:path w="52" h="1101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1101"/>
                  </a:lnTo>
                  <a:lnTo>
                    <a:pt x="25" y="1101"/>
                  </a:lnTo>
                  <a:lnTo>
                    <a:pt x="52" y="1101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46" name=""/>
            <p:cNvSpPr/>
            <p:nvPr/>
          </p:nvSpPr>
          <p:spPr>
            <a:xfrm rot="0">
              <a:off x="949" y="2476"/>
              <a:ext cx="26" cy="551"/>
            </a:xfrm>
            <a:custGeom>
              <a:avLst/>
              <a:ahLst/>
              <a:rect l="0" t="0" r="r" b="b"/>
              <a:pathLst>
                <a:path w="52" h="1101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1101"/>
                  </a:lnTo>
                  <a:lnTo>
                    <a:pt x="25" y="1101"/>
                  </a:lnTo>
                  <a:lnTo>
                    <a:pt x="52" y="1101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47" name=""/>
            <p:cNvSpPr/>
            <p:nvPr/>
          </p:nvSpPr>
          <p:spPr>
            <a:xfrm rot="0">
              <a:off x="949" y="3027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0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48" name=""/>
            <p:cNvSpPr/>
            <p:nvPr/>
          </p:nvSpPr>
          <p:spPr>
            <a:xfrm rot="0">
              <a:off x="949" y="3027"/>
              <a:ext cx="26" cy="12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0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49" name=""/>
            <p:cNvSpPr/>
            <p:nvPr/>
          </p:nvSpPr>
          <p:spPr>
            <a:xfrm rot="0">
              <a:off x="951" y="2463"/>
              <a:ext cx="23" cy="21"/>
            </a:xfrm>
            <a:custGeom>
              <a:avLst/>
              <a:ahLst/>
              <a:rect l="0" t="0" r="r" b="b"/>
              <a:pathLst>
                <a:path w="47" h="41">
                  <a:moveTo>
                    <a:pt x="21" y="26"/>
                  </a:moveTo>
                  <a:lnTo>
                    <a:pt x="0" y="10"/>
                  </a:lnTo>
                  <a:lnTo>
                    <a:pt x="6" y="4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29" y="1"/>
                  </a:lnTo>
                  <a:lnTo>
                    <a:pt x="36" y="4"/>
                  </a:lnTo>
                  <a:lnTo>
                    <a:pt x="43" y="10"/>
                  </a:lnTo>
                  <a:lnTo>
                    <a:pt x="46" y="18"/>
                  </a:lnTo>
                  <a:lnTo>
                    <a:pt x="47" y="26"/>
                  </a:lnTo>
                  <a:lnTo>
                    <a:pt x="46" y="34"/>
                  </a:lnTo>
                  <a:lnTo>
                    <a:pt x="43" y="41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50" name=""/>
            <p:cNvSpPr/>
            <p:nvPr/>
          </p:nvSpPr>
          <p:spPr>
            <a:xfrm rot="0">
              <a:off x="951" y="2463"/>
              <a:ext cx="23" cy="21"/>
            </a:xfrm>
            <a:custGeom>
              <a:avLst/>
              <a:ahLst/>
              <a:rect l="0" t="0" r="r" b="b"/>
              <a:pathLst>
                <a:path w="47" h="41">
                  <a:moveTo>
                    <a:pt x="0" y="10"/>
                  </a:moveTo>
                  <a:lnTo>
                    <a:pt x="6" y="4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29" y="1"/>
                  </a:lnTo>
                  <a:lnTo>
                    <a:pt x="36" y="4"/>
                  </a:lnTo>
                  <a:lnTo>
                    <a:pt x="43" y="10"/>
                  </a:lnTo>
                  <a:lnTo>
                    <a:pt x="46" y="18"/>
                  </a:lnTo>
                  <a:lnTo>
                    <a:pt x="47" y="26"/>
                  </a:lnTo>
                  <a:lnTo>
                    <a:pt x="46" y="34"/>
                  </a:lnTo>
                  <a:lnTo>
                    <a:pt x="43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1" name=""/>
            <p:cNvSpPr/>
            <p:nvPr/>
          </p:nvSpPr>
          <p:spPr>
            <a:xfrm rot="0">
              <a:off x="547" y="2468"/>
              <a:ext cx="425" cy="566"/>
            </a:xfrm>
            <a:custGeom>
              <a:avLst/>
              <a:ahLst/>
              <a:rect l="0" t="0" r="r" b="b"/>
              <a:pathLst>
                <a:path w="852" h="1133">
                  <a:moveTo>
                    <a:pt x="852" y="31"/>
                  </a:moveTo>
                  <a:lnTo>
                    <a:pt x="830" y="16"/>
                  </a:lnTo>
                  <a:lnTo>
                    <a:pt x="809" y="0"/>
                  </a:lnTo>
                  <a:lnTo>
                    <a:pt x="0" y="1102"/>
                  </a:lnTo>
                  <a:lnTo>
                    <a:pt x="22" y="1117"/>
                  </a:lnTo>
                  <a:lnTo>
                    <a:pt x="43" y="1133"/>
                  </a:lnTo>
                  <a:lnTo>
                    <a:pt x="85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52" name=""/>
            <p:cNvSpPr/>
            <p:nvPr/>
          </p:nvSpPr>
          <p:spPr>
            <a:xfrm rot="0">
              <a:off x="547" y="2468"/>
              <a:ext cx="425" cy="566"/>
            </a:xfrm>
            <a:custGeom>
              <a:avLst/>
              <a:ahLst/>
              <a:rect l="0" t="0" r="r" b="b"/>
              <a:pathLst>
                <a:path w="852" h="1133">
                  <a:moveTo>
                    <a:pt x="852" y="31"/>
                  </a:moveTo>
                  <a:lnTo>
                    <a:pt x="830" y="16"/>
                  </a:lnTo>
                  <a:lnTo>
                    <a:pt x="809" y="0"/>
                  </a:lnTo>
                  <a:lnTo>
                    <a:pt x="0" y="1102"/>
                  </a:lnTo>
                  <a:lnTo>
                    <a:pt x="22" y="1117"/>
                  </a:lnTo>
                  <a:lnTo>
                    <a:pt x="43" y="1133"/>
                  </a:lnTo>
                  <a:lnTo>
                    <a:pt x="852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3" name=""/>
            <p:cNvSpPr/>
            <p:nvPr/>
          </p:nvSpPr>
          <p:spPr>
            <a:xfrm rot="0">
              <a:off x="545" y="3019"/>
              <a:ext cx="23" cy="20"/>
            </a:xfrm>
            <a:custGeom>
              <a:avLst/>
              <a:ahLst/>
              <a:rect l="0" t="0" r="r" b="b"/>
              <a:pathLst>
                <a:path w="47" h="41">
                  <a:moveTo>
                    <a:pt x="26" y="15"/>
                  </a:moveTo>
                  <a:lnTo>
                    <a:pt x="47" y="31"/>
                  </a:lnTo>
                  <a:lnTo>
                    <a:pt x="41" y="37"/>
                  </a:lnTo>
                  <a:lnTo>
                    <a:pt x="34" y="40"/>
                  </a:lnTo>
                  <a:lnTo>
                    <a:pt x="26" y="41"/>
                  </a:lnTo>
                  <a:lnTo>
                    <a:pt x="17" y="40"/>
                  </a:lnTo>
                  <a:lnTo>
                    <a:pt x="10" y="37"/>
                  </a:lnTo>
                  <a:lnTo>
                    <a:pt x="4" y="31"/>
                  </a:lnTo>
                  <a:lnTo>
                    <a:pt x="1" y="23"/>
                  </a:lnTo>
                  <a:lnTo>
                    <a:pt x="0" y="15"/>
                  </a:lnTo>
                  <a:lnTo>
                    <a:pt x="1" y="7"/>
                  </a:lnTo>
                  <a:lnTo>
                    <a:pt x="4" y="0"/>
                  </a:lnTo>
                  <a:lnTo>
                    <a:pt x="2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054" name=""/>
            <p:cNvSpPr/>
            <p:nvPr/>
          </p:nvSpPr>
          <p:spPr>
            <a:xfrm rot="0">
              <a:off x="545" y="3019"/>
              <a:ext cx="23" cy="20"/>
            </a:xfrm>
            <a:custGeom>
              <a:avLst/>
              <a:ahLst/>
              <a:rect l="0" t="0" r="r" b="b"/>
              <a:pathLst>
                <a:path w="47" h="41">
                  <a:moveTo>
                    <a:pt x="47" y="31"/>
                  </a:moveTo>
                  <a:lnTo>
                    <a:pt x="41" y="37"/>
                  </a:lnTo>
                  <a:lnTo>
                    <a:pt x="34" y="40"/>
                  </a:lnTo>
                  <a:lnTo>
                    <a:pt x="26" y="41"/>
                  </a:lnTo>
                  <a:lnTo>
                    <a:pt x="17" y="40"/>
                  </a:lnTo>
                  <a:lnTo>
                    <a:pt x="10" y="37"/>
                  </a:lnTo>
                  <a:lnTo>
                    <a:pt x="4" y="31"/>
                  </a:lnTo>
                  <a:lnTo>
                    <a:pt x="1" y="23"/>
                  </a:lnTo>
                  <a:lnTo>
                    <a:pt x="0" y="15"/>
                  </a:lnTo>
                  <a:lnTo>
                    <a:pt x="1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5" name=""/>
            <p:cNvSpPr/>
            <p:nvPr/>
          </p:nvSpPr>
          <p:spPr>
            <a:xfrm rot="0">
              <a:off x="1008" y="2701"/>
              <a:ext cx="28" cy="37"/>
            </a:xfrm>
            <a:custGeom>
              <a:avLst/>
              <a:ahLst/>
              <a:rect l="0" t="0" r="r" b="b"/>
              <a:pathLst>
                <a:path w="58" h="76">
                  <a:moveTo>
                    <a:pt x="50" y="76"/>
                  </a:moveTo>
                  <a:lnTo>
                    <a:pt x="41" y="60"/>
                  </a:lnTo>
                  <a:lnTo>
                    <a:pt x="58" y="0"/>
                  </a:lnTo>
                  <a:lnTo>
                    <a:pt x="32" y="0"/>
                  </a:lnTo>
                  <a:lnTo>
                    <a:pt x="20" y="3"/>
                  </a:lnTo>
                  <a:lnTo>
                    <a:pt x="13" y="9"/>
                  </a:lnTo>
                  <a:lnTo>
                    <a:pt x="9" y="16"/>
                  </a:lnTo>
                  <a:lnTo>
                    <a:pt x="0" y="56"/>
                  </a:lnTo>
                  <a:lnTo>
                    <a:pt x="0" y="63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20" y="76"/>
                  </a:lnTo>
                  <a:lnTo>
                    <a:pt x="29" y="73"/>
                  </a:lnTo>
                  <a:lnTo>
                    <a:pt x="35" y="70"/>
                  </a:lnTo>
                  <a:lnTo>
                    <a:pt x="4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6" name=""/>
            <p:cNvSpPr/>
            <p:nvPr/>
          </p:nvSpPr>
          <p:spPr>
            <a:xfrm rot="0" flipV="1">
              <a:off x="1061" y="2682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7" name=""/>
            <p:cNvSpPr/>
            <p:nvPr/>
          </p:nvSpPr>
          <p:spPr>
            <a:xfrm rot="0">
              <a:off x="949" y="2714"/>
              <a:ext cx="25" cy="25"/>
            </a:xfrm>
            <a:custGeom>
              <a:avLst/>
              <a:ahLst/>
              <a:rect l="0" t="0" r="r" b="b"/>
              <a:pathLst>
                <a:path w="51" h="51">
                  <a:moveTo>
                    <a:pt x="51" y="25"/>
                  </a:moveTo>
                  <a:lnTo>
                    <a:pt x="50" y="19"/>
                  </a:lnTo>
                  <a:lnTo>
                    <a:pt x="47" y="13"/>
                  </a:lnTo>
                  <a:lnTo>
                    <a:pt x="43" y="8"/>
                  </a:lnTo>
                  <a:lnTo>
                    <a:pt x="37" y="4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3" y="4"/>
                  </a:lnTo>
                  <a:lnTo>
                    <a:pt x="7" y="8"/>
                  </a:lnTo>
                  <a:lnTo>
                    <a:pt x="4" y="13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4" y="38"/>
                  </a:lnTo>
                  <a:lnTo>
                    <a:pt x="7" y="43"/>
                  </a:lnTo>
                  <a:lnTo>
                    <a:pt x="13" y="47"/>
                  </a:lnTo>
                  <a:lnTo>
                    <a:pt x="19" y="50"/>
                  </a:lnTo>
                  <a:lnTo>
                    <a:pt x="25" y="51"/>
                  </a:lnTo>
                  <a:lnTo>
                    <a:pt x="31" y="50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2"/>
                  </a:lnTo>
                  <a:lnTo>
                    <a:pt x="51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8" name=""/>
            <p:cNvSpPr/>
            <p:nvPr/>
          </p:nvSpPr>
          <p:spPr>
            <a:xfrm rot="0">
              <a:off x="790" y="2680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50" y="19"/>
                  </a:lnTo>
                  <a:lnTo>
                    <a:pt x="47" y="13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3"/>
                  </a:lnTo>
                  <a:lnTo>
                    <a:pt x="8" y="7"/>
                  </a:lnTo>
                  <a:lnTo>
                    <a:pt x="4" y="13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4" y="38"/>
                  </a:lnTo>
                  <a:lnTo>
                    <a:pt x="8" y="43"/>
                  </a:lnTo>
                  <a:lnTo>
                    <a:pt x="14" y="47"/>
                  </a:lnTo>
                  <a:lnTo>
                    <a:pt x="20" y="49"/>
                  </a:lnTo>
                  <a:lnTo>
                    <a:pt x="26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2"/>
                  </a:lnTo>
                  <a:lnTo>
                    <a:pt x="51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59" name=""/>
            <p:cNvSpPr/>
            <p:nvPr/>
          </p:nvSpPr>
          <p:spPr>
            <a:xfrm rot="0">
              <a:off x="730" y="2633"/>
              <a:ext cx="33" cy="57"/>
            </a:xfrm>
            <a:custGeom>
              <a:avLst/>
              <a:ahLst/>
              <a:rect l="0" t="0" r="r" b="b"/>
              <a:pathLst>
                <a:path w="66" h="114">
                  <a:moveTo>
                    <a:pt x="31" y="0"/>
                  </a:moveTo>
                  <a:lnTo>
                    <a:pt x="0" y="114"/>
                  </a:lnTo>
                  <a:lnTo>
                    <a:pt x="28" y="114"/>
                  </a:lnTo>
                  <a:lnTo>
                    <a:pt x="40" y="111"/>
                  </a:lnTo>
                  <a:lnTo>
                    <a:pt x="50" y="104"/>
                  </a:lnTo>
                  <a:lnTo>
                    <a:pt x="57" y="95"/>
                  </a:lnTo>
                  <a:lnTo>
                    <a:pt x="66" y="60"/>
                  </a:lnTo>
                  <a:lnTo>
                    <a:pt x="66" y="51"/>
                  </a:lnTo>
                  <a:lnTo>
                    <a:pt x="63" y="41"/>
                  </a:lnTo>
                  <a:lnTo>
                    <a:pt x="53" y="38"/>
                  </a:lnTo>
                  <a:lnTo>
                    <a:pt x="22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0" name=""/>
            <p:cNvSpPr/>
            <p:nvPr/>
          </p:nvSpPr>
          <p:spPr>
            <a:xfrm rot="0" flipV="1">
              <a:off x="787" y="263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1" name=""/>
            <p:cNvSpPr/>
            <p:nvPr/>
          </p:nvSpPr>
          <p:spPr>
            <a:xfrm rot="0">
              <a:off x="943" y="2417"/>
              <a:ext cx="30" cy="38"/>
            </a:xfrm>
            <a:custGeom>
              <a:avLst/>
              <a:ahLst/>
              <a:rect l="0" t="0" r="r" b="b"/>
              <a:pathLst>
                <a:path w="61" h="76">
                  <a:moveTo>
                    <a:pt x="0" y="70"/>
                  </a:moveTo>
                  <a:lnTo>
                    <a:pt x="14" y="76"/>
                  </a:lnTo>
                  <a:lnTo>
                    <a:pt x="32" y="76"/>
                  </a:lnTo>
                  <a:lnTo>
                    <a:pt x="45" y="73"/>
                  </a:lnTo>
                  <a:lnTo>
                    <a:pt x="51" y="67"/>
                  </a:lnTo>
                  <a:lnTo>
                    <a:pt x="55" y="56"/>
                  </a:lnTo>
                  <a:lnTo>
                    <a:pt x="55" y="50"/>
                  </a:lnTo>
                  <a:lnTo>
                    <a:pt x="48" y="44"/>
                  </a:lnTo>
                  <a:lnTo>
                    <a:pt x="20" y="28"/>
                  </a:lnTo>
                  <a:lnTo>
                    <a:pt x="14" y="22"/>
                  </a:lnTo>
                  <a:lnTo>
                    <a:pt x="14" y="15"/>
                  </a:lnTo>
                  <a:lnTo>
                    <a:pt x="17" y="6"/>
                  </a:lnTo>
                  <a:lnTo>
                    <a:pt x="23" y="0"/>
                  </a:lnTo>
                  <a:lnTo>
                    <a:pt x="35" y="0"/>
                  </a:lnTo>
                  <a:lnTo>
                    <a:pt x="51" y="3"/>
                  </a:lnTo>
                  <a:lnTo>
                    <a:pt x="61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2" name=""/>
            <p:cNvSpPr/>
            <p:nvPr/>
          </p:nvSpPr>
          <p:spPr>
            <a:xfrm rot="0" flipV="1">
              <a:off x="998" y="2398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3" name=""/>
            <p:cNvSpPr/>
            <p:nvPr/>
          </p:nvSpPr>
          <p:spPr>
            <a:xfrm rot="0">
              <a:off x="487" y="3005"/>
              <a:ext cx="14" cy="56"/>
            </a:xfrm>
            <a:custGeom>
              <a:avLst/>
              <a:ahLst/>
              <a:rect l="0" t="0" r="r" b="b"/>
              <a:pathLst>
                <a:path w="29" h="114">
                  <a:moveTo>
                    <a:pt x="14" y="114"/>
                  </a:moveTo>
                  <a:lnTo>
                    <a:pt x="11" y="114"/>
                  </a:lnTo>
                  <a:lnTo>
                    <a:pt x="4" y="111"/>
                  </a:lnTo>
                  <a:lnTo>
                    <a:pt x="0" y="105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4" name=""/>
            <p:cNvSpPr/>
            <p:nvPr/>
          </p:nvSpPr>
          <p:spPr>
            <a:xfrm rot="0" flipV="1">
              <a:off x="523" y="3005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5" name=""/>
            <p:cNvSpPr/>
            <p:nvPr/>
          </p:nvSpPr>
          <p:spPr>
            <a:xfrm rot="0">
              <a:off x="936" y="3066"/>
              <a:ext cx="48" cy="38"/>
            </a:xfrm>
            <a:custGeom>
              <a:avLst/>
              <a:ahLst/>
              <a:rect l="0" t="0" r="r" b="b"/>
              <a:pathLst>
                <a:path w="95" h="76">
                  <a:moveTo>
                    <a:pt x="79" y="76"/>
                  </a:moveTo>
                  <a:lnTo>
                    <a:pt x="95" y="19"/>
                  </a:lnTo>
                  <a:lnTo>
                    <a:pt x="95" y="12"/>
                  </a:lnTo>
                  <a:lnTo>
                    <a:pt x="92" y="6"/>
                  </a:lnTo>
                  <a:lnTo>
                    <a:pt x="86" y="0"/>
                  </a:lnTo>
                  <a:lnTo>
                    <a:pt x="23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6" name=""/>
            <p:cNvSpPr/>
            <p:nvPr/>
          </p:nvSpPr>
          <p:spPr>
            <a:xfrm rot="0" flipV="1">
              <a:off x="955" y="3066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7" name=""/>
            <p:cNvSpPr/>
            <p:nvPr/>
          </p:nvSpPr>
          <p:spPr>
            <a:xfrm rot="0" flipV="1">
              <a:off x="1006" y="3047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8" name=""/>
            <p:cNvSpPr/>
            <p:nvPr/>
          </p:nvSpPr>
          <p:spPr>
            <a:xfrm rot="0">
              <a:off x="1383" y="3014"/>
              <a:ext cx="35" cy="38"/>
            </a:xfrm>
            <a:custGeom>
              <a:avLst/>
              <a:ahLst/>
              <a:rect l="0" t="0" r="r" b="b"/>
              <a:pathLst>
                <a:path w="70" h="75">
                  <a:moveTo>
                    <a:pt x="0" y="75"/>
                  </a:moveTo>
                  <a:lnTo>
                    <a:pt x="23" y="0"/>
                  </a:lnTo>
                  <a:lnTo>
                    <a:pt x="55" y="0"/>
                  </a:lnTo>
                  <a:lnTo>
                    <a:pt x="64" y="3"/>
                  </a:lnTo>
                  <a:lnTo>
                    <a:pt x="70" y="9"/>
                  </a:lnTo>
                  <a:lnTo>
                    <a:pt x="70" y="15"/>
                  </a:lnTo>
                  <a:lnTo>
                    <a:pt x="5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69" name=""/>
            <p:cNvSpPr/>
            <p:nvPr/>
          </p:nvSpPr>
          <p:spPr>
            <a:xfrm rot="0" flipV="1">
              <a:off x="1440" y="2995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0" name=""/>
            <p:cNvSpPr/>
            <p:nvPr/>
          </p:nvSpPr>
          <p:spPr>
            <a:xfrm rot="0">
              <a:off x="511" y="3304"/>
              <a:ext cx="14" cy="57"/>
            </a:xfrm>
            <a:custGeom>
              <a:avLst/>
              <a:ahLst/>
              <a:rect l="0" t="0" r="r" b="b"/>
              <a:pathLst>
                <a:path w="28" h="114">
                  <a:moveTo>
                    <a:pt x="12" y="114"/>
                  </a:moveTo>
                  <a:lnTo>
                    <a:pt x="9" y="114"/>
                  </a:lnTo>
                  <a:lnTo>
                    <a:pt x="3" y="111"/>
                  </a:lnTo>
                  <a:lnTo>
                    <a:pt x="0" y="104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1" name=""/>
            <p:cNvSpPr/>
            <p:nvPr/>
          </p:nvSpPr>
          <p:spPr>
            <a:xfrm rot="0">
              <a:off x="959" y="3513"/>
              <a:ext cx="30" cy="38"/>
            </a:xfrm>
            <a:custGeom>
              <a:avLst/>
              <a:ahLst/>
              <a:rect l="0" t="0" r="r" b="b"/>
              <a:pathLst>
                <a:path w="60" h="75">
                  <a:moveTo>
                    <a:pt x="0" y="69"/>
                  </a:moveTo>
                  <a:lnTo>
                    <a:pt x="13" y="75"/>
                  </a:lnTo>
                  <a:lnTo>
                    <a:pt x="32" y="75"/>
                  </a:lnTo>
                  <a:lnTo>
                    <a:pt x="44" y="72"/>
                  </a:lnTo>
                  <a:lnTo>
                    <a:pt x="51" y="66"/>
                  </a:lnTo>
                  <a:lnTo>
                    <a:pt x="54" y="56"/>
                  </a:lnTo>
                  <a:lnTo>
                    <a:pt x="54" y="50"/>
                  </a:lnTo>
                  <a:lnTo>
                    <a:pt x="47" y="44"/>
                  </a:lnTo>
                  <a:lnTo>
                    <a:pt x="19" y="27"/>
                  </a:lnTo>
                  <a:lnTo>
                    <a:pt x="13" y="21"/>
                  </a:lnTo>
                  <a:lnTo>
                    <a:pt x="13" y="15"/>
                  </a:lnTo>
                  <a:lnTo>
                    <a:pt x="16" y="6"/>
                  </a:lnTo>
                  <a:lnTo>
                    <a:pt x="23" y="0"/>
                  </a:lnTo>
                  <a:lnTo>
                    <a:pt x="35" y="0"/>
                  </a:lnTo>
                  <a:lnTo>
                    <a:pt x="51" y="3"/>
                  </a:lnTo>
                  <a:lnTo>
                    <a:pt x="6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2" name=""/>
            <p:cNvSpPr/>
            <p:nvPr/>
          </p:nvSpPr>
          <p:spPr>
            <a:xfrm rot="0">
              <a:off x="1399" y="3306"/>
              <a:ext cx="35" cy="37"/>
            </a:xfrm>
            <a:custGeom>
              <a:avLst/>
              <a:ahLst/>
              <a:rect l="0" t="0" r="r" b="b"/>
              <a:pathLst>
                <a:path w="70" h="76">
                  <a:moveTo>
                    <a:pt x="0" y="76"/>
                  </a:moveTo>
                  <a:lnTo>
                    <a:pt x="22" y="0"/>
                  </a:lnTo>
                  <a:lnTo>
                    <a:pt x="53" y="0"/>
                  </a:lnTo>
                  <a:lnTo>
                    <a:pt x="64" y="3"/>
                  </a:lnTo>
                  <a:lnTo>
                    <a:pt x="70" y="10"/>
                  </a:lnTo>
                  <a:lnTo>
                    <a:pt x="70" y="16"/>
                  </a:lnTo>
                  <a:lnTo>
                    <a:pt x="53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3" name=""/>
            <p:cNvSpPr/>
            <p:nvPr/>
          </p:nvSpPr>
          <p:spPr>
            <a:xfrm rot="0">
              <a:off x="981" y="4016"/>
              <a:ext cx="47" cy="38"/>
            </a:xfrm>
            <a:custGeom>
              <a:avLst/>
              <a:ahLst/>
              <a:rect l="0" t="0" r="r" b="b"/>
              <a:pathLst>
                <a:path w="95" h="76">
                  <a:moveTo>
                    <a:pt x="79" y="76"/>
                  </a:moveTo>
                  <a:lnTo>
                    <a:pt x="95" y="19"/>
                  </a:lnTo>
                  <a:lnTo>
                    <a:pt x="95" y="12"/>
                  </a:lnTo>
                  <a:lnTo>
                    <a:pt x="92" y="6"/>
                  </a:lnTo>
                  <a:lnTo>
                    <a:pt x="85" y="0"/>
                  </a:lnTo>
                  <a:lnTo>
                    <a:pt x="23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4" name=""/>
            <p:cNvSpPr/>
            <p:nvPr/>
          </p:nvSpPr>
          <p:spPr>
            <a:xfrm rot="0" flipV="1">
              <a:off x="999" y="4016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5" name=""/>
            <p:cNvSpPr/>
            <p:nvPr/>
          </p:nvSpPr>
          <p:spPr>
            <a:xfrm rot="0">
              <a:off x="1993" y="2412"/>
              <a:ext cx="30" cy="38"/>
            </a:xfrm>
            <a:custGeom>
              <a:avLst/>
              <a:ahLst/>
              <a:rect l="0" t="0" r="r" b="b"/>
              <a:pathLst>
                <a:path w="60" h="76">
                  <a:moveTo>
                    <a:pt x="0" y="69"/>
                  </a:moveTo>
                  <a:lnTo>
                    <a:pt x="13" y="76"/>
                  </a:lnTo>
                  <a:lnTo>
                    <a:pt x="32" y="76"/>
                  </a:lnTo>
                  <a:lnTo>
                    <a:pt x="44" y="73"/>
                  </a:lnTo>
                  <a:lnTo>
                    <a:pt x="50" y="66"/>
                  </a:lnTo>
                  <a:lnTo>
                    <a:pt x="53" y="57"/>
                  </a:lnTo>
                  <a:lnTo>
                    <a:pt x="53" y="51"/>
                  </a:lnTo>
                  <a:lnTo>
                    <a:pt x="47" y="44"/>
                  </a:lnTo>
                  <a:lnTo>
                    <a:pt x="19" y="29"/>
                  </a:lnTo>
                  <a:lnTo>
                    <a:pt x="13" y="22"/>
                  </a:lnTo>
                  <a:lnTo>
                    <a:pt x="13" y="16"/>
                  </a:lnTo>
                  <a:lnTo>
                    <a:pt x="16" y="6"/>
                  </a:lnTo>
                  <a:lnTo>
                    <a:pt x="22" y="0"/>
                  </a:lnTo>
                  <a:lnTo>
                    <a:pt x="35" y="0"/>
                  </a:lnTo>
                  <a:lnTo>
                    <a:pt x="50" y="3"/>
                  </a:lnTo>
                  <a:lnTo>
                    <a:pt x="6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6" name=""/>
            <p:cNvSpPr/>
            <p:nvPr/>
          </p:nvSpPr>
          <p:spPr>
            <a:xfrm rot="0" flipV="1">
              <a:off x="2048" y="2393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7" name=""/>
            <p:cNvSpPr/>
            <p:nvPr/>
          </p:nvSpPr>
          <p:spPr>
            <a:xfrm rot="0" flipH="1">
              <a:off x="2064" y="239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199" name=""/>
          <p:cNvGrpSpPr/>
          <p:nvPr/>
        </p:nvGrpSpPr>
        <p:grpSpPr>
          <a:xfrm rot="0">
            <a:off x="1657350" y="969962"/>
            <a:ext cx="6731000" cy="3978275"/>
            <a:chOff x="1044" y="611"/>
            <a:chExt cx="4240" cy="2506"/>
          </a:xfrm>
        </p:grpSpPr>
        <p:sp>
          <p:nvSpPr>
            <p:cNvPr id="1062078" name=""/>
            <p:cNvSpPr/>
            <p:nvPr/>
          </p:nvSpPr>
          <p:spPr>
            <a:xfrm rot="0">
              <a:off x="1645" y="3059"/>
              <a:ext cx="14" cy="57"/>
            </a:xfrm>
            <a:custGeom>
              <a:avLst/>
              <a:ahLst/>
              <a:rect l="0" t="0" r="r" b="b"/>
              <a:pathLst>
                <a:path w="29" h="113">
                  <a:moveTo>
                    <a:pt x="13" y="113"/>
                  </a:moveTo>
                  <a:lnTo>
                    <a:pt x="10" y="113"/>
                  </a:lnTo>
                  <a:lnTo>
                    <a:pt x="3" y="110"/>
                  </a:lnTo>
                  <a:lnTo>
                    <a:pt x="0" y="104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79" name=""/>
            <p:cNvSpPr/>
            <p:nvPr/>
          </p:nvSpPr>
          <p:spPr>
            <a:xfrm rot="0" flipV="1">
              <a:off x="1681" y="305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0" name=""/>
            <p:cNvSpPr/>
            <p:nvPr/>
          </p:nvSpPr>
          <p:spPr>
            <a:xfrm rot="0" flipH="1">
              <a:off x="1697" y="305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1" name=""/>
            <p:cNvSpPr/>
            <p:nvPr/>
          </p:nvSpPr>
          <p:spPr>
            <a:xfrm rot="0">
              <a:off x="1737" y="3050"/>
              <a:ext cx="18" cy="67"/>
            </a:xfrm>
            <a:custGeom>
              <a:avLst/>
              <a:ahLst/>
              <a:rect l="0" t="0" r="r" b="b"/>
              <a:pathLst>
                <a:path w="34" h="133">
                  <a:moveTo>
                    <a:pt x="4" y="133"/>
                  </a:moveTo>
                  <a:lnTo>
                    <a:pt x="0" y="121"/>
                  </a:lnTo>
                  <a:lnTo>
                    <a:pt x="0" y="105"/>
                  </a:lnTo>
                  <a:lnTo>
                    <a:pt x="4" y="76"/>
                  </a:lnTo>
                  <a:lnTo>
                    <a:pt x="13" y="44"/>
                  </a:lnTo>
                  <a:lnTo>
                    <a:pt x="25" y="17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2" name=""/>
            <p:cNvSpPr/>
            <p:nvPr/>
          </p:nvSpPr>
          <p:spPr>
            <a:xfrm rot="0">
              <a:off x="1764" y="3072"/>
              <a:ext cx="35" cy="39"/>
            </a:xfrm>
            <a:custGeom>
              <a:avLst/>
              <a:ahLst/>
              <a:rect l="0" t="0" r="r" b="b"/>
              <a:pathLst>
                <a:path w="69" h="77">
                  <a:moveTo>
                    <a:pt x="0" y="77"/>
                  </a:moveTo>
                  <a:lnTo>
                    <a:pt x="22" y="0"/>
                  </a:lnTo>
                  <a:lnTo>
                    <a:pt x="53" y="0"/>
                  </a:lnTo>
                  <a:lnTo>
                    <a:pt x="63" y="4"/>
                  </a:lnTo>
                  <a:lnTo>
                    <a:pt x="69" y="11"/>
                  </a:lnTo>
                  <a:lnTo>
                    <a:pt x="69" y="17"/>
                  </a:lnTo>
                  <a:lnTo>
                    <a:pt x="53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3" name=""/>
            <p:cNvSpPr/>
            <p:nvPr/>
          </p:nvSpPr>
          <p:spPr>
            <a:xfrm rot="0" flipV="1">
              <a:off x="1821" y="305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4" name=""/>
            <p:cNvSpPr/>
            <p:nvPr/>
          </p:nvSpPr>
          <p:spPr>
            <a:xfrm rot="0" flipH="1">
              <a:off x="1837" y="305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5" name=""/>
            <p:cNvSpPr/>
            <p:nvPr/>
          </p:nvSpPr>
          <p:spPr>
            <a:xfrm rot="0">
              <a:off x="1850" y="3050"/>
              <a:ext cx="20" cy="67"/>
            </a:xfrm>
            <a:custGeom>
              <a:avLst/>
              <a:ahLst/>
              <a:rect l="0" t="0" r="r" b="b"/>
              <a:pathLst>
                <a:path w="41" h="133">
                  <a:moveTo>
                    <a:pt x="0" y="133"/>
                  </a:moveTo>
                  <a:lnTo>
                    <a:pt x="9" y="121"/>
                  </a:lnTo>
                  <a:lnTo>
                    <a:pt x="24" y="89"/>
                  </a:lnTo>
                  <a:lnTo>
                    <a:pt x="35" y="61"/>
                  </a:lnTo>
                  <a:lnTo>
                    <a:pt x="41" y="29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6" name=""/>
            <p:cNvSpPr/>
            <p:nvPr/>
          </p:nvSpPr>
          <p:spPr>
            <a:xfrm rot="0">
              <a:off x="2461" y="3062"/>
              <a:ext cx="48" cy="38"/>
            </a:xfrm>
            <a:custGeom>
              <a:avLst/>
              <a:ahLst/>
              <a:rect l="0" t="0" r="r" b="b"/>
              <a:pathLst>
                <a:path w="95" h="76">
                  <a:moveTo>
                    <a:pt x="78" y="76"/>
                  </a:moveTo>
                  <a:lnTo>
                    <a:pt x="95" y="18"/>
                  </a:lnTo>
                  <a:lnTo>
                    <a:pt x="95" y="12"/>
                  </a:lnTo>
                  <a:lnTo>
                    <a:pt x="92" y="6"/>
                  </a:lnTo>
                  <a:lnTo>
                    <a:pt x="85" y="0"/>
                  </a:lnTo>
                  <a:lnTo>
                    <a:pt x="22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7" name=""/>
            <p:cNvSpPr/>
            <p:nvPr/>
          </p:nvSpPr>
          <p:spPr>
            <a:xfrm rot="0" flipV="1">
              <a:off x="2480" y="3062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8" name=""/>
            <p:cNvSpPr/>
            <p:nvPr/>
          </p:nvSpPr>
          <p:spPr>
            <a:xfrm rot="0" flipV="1">
              <a:off x="2531" y="3043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89" name=""/>
            <p:cNvSpPr/>
            <p:nvPr/>
          </p:nvSpPr>
          <p:spPr>
            <a:xfrm rot="0" flipH="1">
              <a:off x="2547" y="3043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0" name=""/>
            <p:cNvSpPr/>
            <p:nvPr/>
          </p:nvSpPr>
          <p:spPr>
            <a:xfrm rot="0">
              <a:off x="1120" y="2854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5"/>
                  </a:moveTo>
                  <a:lnTo>
                    <a:pt x="49" y="19"/>
                  </a:lnTo>
                  <a:lnTo>
                    <a:pt x="47" y="13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3"/>
                  </a:lnTo>
                  <a:lnTo>
                    <a:pt x="8" y="7"/>
                  </a:lnTo>
                  <a:lnTo>
                    <a:pt x="3" y="13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6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49" y="32"/>
                  </a:lnTo>
                  <a:lnTo>
                    <a:pt x="51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1" name=""/>
            <p:cNvSpPr/>
            <p:nvPr/>
          </p:nvSpPr>
          <p:spPr>
            <a:xfrm rot="0">
              <a:off x="1044" y="2873"/>
              <a:ext cx="27" cy="38"/>
            </a:xfrm>
            <a:custGeom>
              <a:avLst/>
              <a:ahLst/>
              <a:rect l="0" t="0" r="r" b="b"/>
              <a:pathLst>
                <a:path w="53" h="76">
                  <a:moveTo>
                    <a:pt x="53" y="0"/>
                  </a:moveTo>
                  <a:lnTo>
                    <a:pt x="35" y="0"/>
                  </a:lnTo>
                  <a:lnTo>
                    <a:pt x="24" y="3"/>
                  </a:lnTo>
                  <a:lnTo>
                    <a:pt x="15" y="9"/>
                  </a:lnTo>
                  <a:lnTo>
                    <a:pt x="9" y="19"/>
                  </a:lnTo>
                  <a:lnTo>
                    <a:pt x="0" y="56"/>
                  </a:lnTo>
                  <a:lnTo>
                    <a:pt x="0" y="63"/>
                  </a:lnTo>
                  <a:lnTo>
                    <a:pt x="3" y="70"/>
                  </a:lnTo>
                  <a:lnTo>
                    <a:pt x="9" y="76"/>
                  </a:lnTo>
                  <a:lnTo>
                    <a:pt x="32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2" name=""/>
            <p:cNvSpPr/>
            <p:nvPr/>
          </p:nvSpPr>
          <p:spPr>
            <a:xfrm rot="0" flipV="1">
              <a:off x="1092" y="2854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3" name=""/>
            <p:cNvSpPr/>
            <p:nvPr/>
          </p:nvSpPr>
          <p:spPr>
            <a:xfrm rot="0">
              <a:off x="3174" y="1017"/>
              <a:ext cx="10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4" name=""/>
            <p:cNvSpPr/>
            <p:nvPr/>
          </p:nvSpPr>
          <p:spPr>
            <a:xfrm rot="0">
              <a:off x="3309" y="1017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5" name=""/>
            <p:cNvSpPr/>
            <p:nvPr/>
          </p:nvSpPr>
          <p:spPr>
            <a:xfrm rot="0">
              <a:off x="3373" y="1017"/>
              <a:ext cx="19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6" name=""/>
            <p:cNvSpPr/>
            <p:nvPr/>
          </p:nvSpPr>
          <p:spPr>
            <a:xfrm rot="0">
              <a:off x="3598" y="1017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7" name=""/>
            <p:cNvSpPr/>
            <p:nvPr/>
          </p:nvSpPr>
          <p:spPr>
            <a:xfrm rot="0">
              <a:off x="3662" y="1017"/>
              <a:ext cx="19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8" name=""/>
            <p:cNvSpPr/>
            <p:nvPr/>
          </p:nvSpPr>
          <p:spPr>
            <a:xfrm rot="0">
              <a:off x="3887" y="1017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099" name=""/>
            <p:cNvSpPr/>
            <p:nvPr/>
          </p:nvSpPr>
          <p:spPr>
            <a:xfrm rot="0">
              <a:off x="3951" y="1017"/>
              <a:ext cx="1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0" name=""/>
            <p:cNvSpPr/>
            <p:nvPr/>
          </p:nvSpPr>
          <p:spPr>
            <a:xfrm rot="0">
              <a:off x="4175" y="1017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1" name=""/>
            <p:cNvSpPr/>
            <p:nvPr/>
          </p:nvSpPr>
          <p:spPr>
            <a:xfrm rot="0">
              <a:off x="4240" y="1017"/>
              <a:ext cx="10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2" name=""/>
            <p:cNvSpPr/>
            <p:nvPr/>
          </p:nvSpPr>
          <p:spPr>
            <a:xfrm rot="0">
              <a:off x="4941" y="611"/>
              <a:ext cx="1" cy="2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3" name=""/>
            <p:cNvSpPr/>
            <p:nvPr/>
          </p:nvSpPr>
          <p:spPr>
            <a:xfrm rot="0">
              <a:off x="4941" y="856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4" name=""/>
            <p:cNvSpPr/>
            <p:nvPr/>
          </p:nvSpPr>
          <p:spPr>
            <a:xfrm rot="0">
              <a:off x="4941" y="920"/>
              <a:ext cx="1" cy="19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5" name=""/>
            <p:cNvSpPr/>
            <p:nvPr/>
          </p:nvSpPr>
          <p:spPr>
            <a:xfrm rot="0">
              <a:off x="4941" y="1145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6" name=""/>
            <p:cNvSpPr/>
            <p:nvPr/>
          </p:nvSpPr>
          <p:spPr>
            <a:xfrm rot="0">
              <a:off x="4941" y="1209"/>
              <a:ext cx="1" cy="2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7" name=""/>
            <p:cNvSpPr/>
            <p:nvPr/>
          </p:nvSpPr>
          <p:spPr>
            <a:xfrm rot="0">
              <a:off x="5257" y="999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1" y="35"/>
                  </a:move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08" name=""/>
            <p:cNvSpPr/>
            <p:nvPr/>
          </p:nvSpPr>
          <p:spPr>
            <a:xfrm rot="0">
              <a:off x="5257" y="999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1" y="35"/>
                  </a:move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09" name=""/>
            <p:cNvSpPr/>
            <p:nvPr/>
          </p:nvSpPr>
          <p:spPr>
            <a:xfrm rot="0">
              <a:off x="5270" y="999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2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10" name=""/>
            <p:cNvSpPr/>
            <p:nvPr/>
          </p:nvSpPr>
          <p:spPr>
            <a:xfrm rot="0" flipV="1">
              <a:off x="5283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11" name=""/>
            <p:cNvSpPr/>
            <p:nvPr/>
          </p:nvSpPr>
          <p:spPr>
            <a:xfrm rot="0">
              <a:off x="5256" y="982"/>
              <a:ext cx="27" cy="19"/>
            </a:xfrm>
            <a:custGeom>
              <a:avLst/>
              <a:ahLst/>
              <a:rect l="0" t="0" r="r" b="b"/>
              <a:pathLst>
                <a:path w="55" h="37">
                  <a:moveTo>
                    <a:pt x="3" y="37"/>
                  </a:moveTo>
                  <a:lnTo>
                    <a:pt x="29" y="35"/>
                  </a:lnTo>
                  <a:lnTo>
                    <a:pt x="55" y="33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3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12" name=""/>
            <p:cNvSpPr/>
            <p:nvPr/>
          </p:nvSpPr>
          <p:spPr>
            <a:xfrm rot="0">
              <a:off x="5256" y="982"/>
              <a:ext cx="27" cy="19"/>
            </a:xfrm>
            <a:custGeom>
              <a:avLst/>
              <a:ahLst/>
              <a:rect l="0" t="0" r="r" b="b"/>
              <a:pathLst>
                <a:path w="55" h="37">
                  <a:moveTo>
                    <a:pt x="3" y="37"/>
                  </a:moveTo>
                  <a:lnTo>
                    <a:pt x="29" y="35"/>
                  </a:lnTo>
                  <a:lnTo>
                    <a:pt x="55" y="33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13" name=""/>
            <p:cNvSpPr/>
            <p:nvPr/>
          </p:nvSpPr>
          <p:spPr>
            <a:xfrm rot="0">
              <a:off x="5268" y="982"/>
              <a:ext cx="13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14" name=""/>
            <p:cNvSpPr/>
            <p:nvPr/>
          </p:nvSpPr>
          <p:spPr>
            <a:xfrm rot="0" flipV="1">
              <a:off x="5281" y="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15" name=""/>
            <p:cNvSpPr/>
            <p:nvPr/>
          </p:nvSpPr>
          <p:spPr>
            <a:xfrm rot="0">
              <a:off x="5254" y="965"/>
              <a:ext cx="27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4" y="40"/>
                  </a:moveTo>
                  <a:lnTo>
                    <a:pt x="30" y="37"/>
                  </a:lnTo>
                  <a:lnTo>
                    <a:pt x="56" y="34"/>
                  </a:lnTo>
                  <a:lnTo>
                    <a:pt x="51" y="0"/>
                  </a:lnTo>
                  <a:lnTo>
                    <a:pt x="26" y="3"/>
                  </a:lnTo>
                  <a:lnTo>
                    <a:pt x="0" y="6"/>
                  </a:lnTo>
                  <a:lnTo>
                    <a:pt x="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16" name=""/>
            <p:cNvSpPr/>
            <p:nvPr/>
          </p:nvSpPr>
          <p:spPr>
            <a:xfrm rot="0">
              <a:off x="5254" y="965"/>
              <a:ext cx="27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4" y="40"/>
                  </a:moveTo>
                  <a:lnTo>
                    <a:pt x="30" y="37"/>
                  </a:lnTo>
                  <a:lnTo>
                    <a:pt x="56" y="34"/>
                  </a:lnTo>
                  <a:lnTo>
                    <a:pt x="51" y="0"/>
                  </a:lnTo>
                  <a:lnTo>
                    <a:pt x="26" y="3"/>
                  </a:lnTo>
                  <a:lnTo>
                    <a:pt x="0" y="6"/>
                  </a:lnTo>
                  <a:lnTo>
                    <a:pt x="4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17" name=""/>
            <p:cNvSpPr/>
            <p:nvPr/>
          </p:nvSpPr>
          <p:spPr>
            <a:xfrm rot="0">
              <a:off x="5266" y="965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0" y="4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18" name=""/>
            <p:cNvSpPr/>
            <p:nvPr/>
          </p:nvSpPr>
          <p:spPr>
            <a:xfrm rot="0" flipV="1">
              <a:off x="5279" y="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19" name=""/>
            <p:cNvSpPr/>
            <p:nvPr/>
          </p:nvSpPr>
          <p:spPr>
            <a:xfrm rot="0">
              <a:off x="5251" y="94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" y="41"/>
                  </a:moveTo>
                  <a:lnTo>
                    <a:pt x="31" y="37"/>
                  </a:lnTo>
                  <a:lnTo>
                    <a:pt x="56" y="33"/>
                  </a:lnTo>
                  <a:lnTo>
                    <a:pt x="51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5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20" name=""/>
            <p:cNvSpPr/>
            <p:nvPr/>
          </p:nvSpPr>
          <p:spPr>
            <a:xfrm rot="0">
              <a:off x="5251" y="94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" y="41"/>
                  </a:moveTo>
                  <a:lnTo>
                    <a:pt x="31" y="37"/>
                  </a:lnTo>
                  <a:lnTo>
                    <a:pt x="56" y="33"/>
                  </a:lnTo>
                  <a:lnTo>
                    <a:pt x="51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5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21" name=""/>
            <p:cNvSpPr/>
            <p:nvPr/>
          </p:nvSpPr>
          <p:spPr>
            <a:xfrm rot="0">
              <a:off x="5264" y="947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0" y="6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22" name=""/>
            <p:cNvSpPr/>
            <p:nvPr/>
          </p:nvSpPr>
          <p:spPr>
            <a:xfrm rot="0" flipV="1">
              <a:off x="5277" y="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23" name=""/>
            <p:cNvSpPr/>
            <p:nvPr/>
          </p:nvSpPr>
          <p:spPr>
            <a:xfrm rot="0">
              <a:off x="5247" y="931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8" y="45"/>
                  </a:moveTo>
                  <a:lnTo>
                    <a:pt x="34" y="39"/>
                  </a:lnTo>
                  <a:lnTo>
                    <a:pt x="59" y="33"/>
                  </a:lnTo>
                  <a:lnTo>
                    <a:pt x="51" y="0"/>
                  </a:lnTo>
                  <a:lnTo>
                    <a:pt x="26" y="7"/>
                  </a:lnTo>
                  <a:lnTo>
                    <a:pt x="0" y="13"/>
                  </a:lnTo>
                  <a:lnTo>
                    <a:pt x="8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24" name=""/>
            <p:cNvSpPr/>
            <p:nvPr/>
          </p:nvSpPr>
          <p:spPr>
            <a:xfrm rot="0">
              <a:off x="5247" y="931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8" y="45"/>
                  </a:moveTo>
                  <a:lnTo>
                    <a:pt x="34" y="39"/>
                  </a:lnTo>
                  <a:lnTo>
                    <a:pt x="59" y="33"/>
                  </a:lnTo>
                  <a:lnTo>
                    <a:pt x="51" y="0"/>
                  </a:lnTo>
                  <a:lnTo>
                    <a:pt x="26" y="7"/>
                  </a:lnTo>
                  <a:lnTo>
                    <a:pt x="0" y="13"/>
                  </a:lnTo>
                  <a:lnTo>
                    <a:pt x="8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25" name=""/>
            <p:cNvSpPr/>
            <p:nvPr/>
          </p:nvSpPr>
          <p:spPr>
            <a:xfrm rot="0">
              <a:off x="5260" y="930"/>
              <a:ext cx="13" cy="4"/>
            </a:xfrm>
            <a:custGeom>
              <a:avLst/>
              <a:ahLst/>
              <a:rect l="0" t="0" r="r" b="b"/>
              <a:pathLst>
                <a:path w="25" h="8">
                  <a:moveTo>
                    <a:pt x="0" y="8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26" name=""/>
            <p:cNvSpPr/>
            <p:nvPr/>
          </p:nvSpPr>
          <p:spPr>
            <a:xfrm rot="0" flipH="1" flipV="1">
              <a:off x="5272" y="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27" name=""/>
            <p:cNvSpPr/>
            <p:nvPr/>
          </p:nvSpPr>
          <p:spPr>
            <a:xfrm rot="0">
              <a:off x="5243" y="914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9" y="46"/>
                  </a:moveTo>
                  <a:lnTo>
                    <a:pt x="34" y="39"/>
                  </a:lnTo>
                  <a:lnTo>
                    <a:pt x="58" y="31"/>
                  </a:lnTo>
                  <a:lnTo>
                    <a:pt x="49" y="0"/>
                  </a:lnTo>
                  <a:lnTo>
                    <a:pt x="24" y="7"/>
                  </a:lnTo>
                  <a:lnTo>
                    <a:pt x="0" y="14"/>
                  </a:lnTo>
                  <a:lnTo>
                    <a:pt x="9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28" name=""/>
            <p:cNvSpPr/>
            <p:nvPr/>
          </p:nvSpPr>
          <p:spPr>
            <a:xfrm rot="0">
              <a:off x="5243" y="914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9" y="46"/>
                  </a:moveTo>
                  <a:lnTo>
                    <a:pt x="34" y="39"/>
                  </a:lnTo>
                  <a:lnTo>
                    <a:pt x="58" y="31"/>
                  </a:lnTo>
                  <a:lnTo>
                    <a:pt x="49" y="0"/>
                  </a:lnTo>
                  <a:lnTo>
                    <a:pt x="24" y="7"/>
                  </a:lnTo>
                  <a:lnTo>
                    <a:pt x="0" y="14"/>
                  </a:lnTo>
                  <a:lnTo>
                    <a:pt x="9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29" name=""/>
            <p:cNvSpPr/>
            <p:nvPr/>
          </p:nvSpPr>
          <p:spPr>
            <a:xfrm rot="0">
              <a:off x="5255" y="914"/>
              <a:ext cx="12" cy="4"/>
            </a:xfrm>
            <a:custGeom>
              <a:avLst/>
              <a:ahLst/>
              <a:rect l="0" t="0" r="r" b="b"/>
              <a:pathLst>
                <a:path w="25" h="8">
                  <a:moveTo>
                    <a:pt x="0" y="8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30" name=""/>
            <p:cNvSpPr/>
            <p:nvPr/>
          </p:nvSpPr>
          <p:spPr>
            <a:xfrm rot="0" flipV="1">
              <a:off x="5267" y="9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31" name=""/>
            <p:cNvSpPr/>
            <p:nvPr/>
          </p:nvSpPr>
          <p:spPr>
            <a:xfrm rot="0">
              <a:off x="5238" y="898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10" y="48"/>
                  </a:moveTo>
                  <a:lnTo>
                    <a:pt x="34" y="40"/>
                  </a:lnTo>
                  <a:lnTo>
                    <a:pt x="59" y="32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1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32" name=""/>
            <p:cNvSpPr/>
            <p:nvPr/>
          </p:nvSpPr>
          <p:spPr>
            <a:xfrm rot="0">
              <a:off x="5238" y="898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10" y="48"/>
                  </a:moveTo>
                  <a:lnTo>
                    <a:pt x="34" y="40"/>
                  </a:lnTo>
                  <a:lnTo>
                    <a:pt x="59" y="32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1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33" name=""/>
            <p:cNvSpPr/>
            <p:nvPr/>
          </p:nvSpPr>
          <p:spPr>
            <a:xfrm rot="0">
              <a:off x="5250" y="897"/>
              <a:ext cx="12" cy="5"/>
            </a:xfrm>
            <a:custGeom>
              <a:avLst/>
              <a:ahLst/>
              <a:rect l="0" t="0" r="r" b="b"/>
              <a:pathLst>
                <a:path w="25" h="9">
                  <a:moveTo>
                    <a:pt x="0" y="9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34" name=""/>
            <p:cNvSpPr/>
            <p:nvPr/>
          </p:nvSpPr>
          <p:spPr>
            <a:xfrm rot="0" flipV="1">
              <a:off x="5262" y="8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35" name=""/>
            <p:cNvSpPr/>
            <p:nvPr/>
          </p:nvSpPr>
          <p:spPr>
            <a:xfrm rot="0">
              <a:off x="5232" y="882"/>
              <a:ext cx="30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13" y="49"/>
                  </a:move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  <a:lnTo>
                    <a:pt x="25" y="9"/>
                  </a:lnTo>
                  <a:lnTo>
                    <a:pt x="0" y="19"/>
                  </a:lnTo>
                  <a:lnTo>
                    <a:pt x="13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36" name=""/>
            <p:cNvSpPr/>
            <p:nvPr/>
          </p:nvSpPr>
          <p:spPr>
            <a:xfrm rot="0">
              <a:off x="5232" y="882"/>
              <a:ext cx="30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13" y="49"/>
                  </a:move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  <a:lnTo>
                    <a:pt x="25" y="9"/>
                  </a:lnTo>
                  <a:lnTo>
                    <a:pt x="0" y="19"/>
                  </a:lnTo>
                  <a:lnTo>
                    <a:pt x="13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37" name=""/>
            <p:cNvSpPr/>
            <p:nvPr/>
          </p:nvSpPr>
          <p:spPr>
            <a:xfrm rot="0">
              <a:off x="5244" y="881"/>
              <a:ext cx="12" cy="6"/>
            </a:xfrm>
            <a:custGeom>
              <a:avLst/>
              <a:ahLst/>
              <a:rect l="0" t="0" r="r" b="b"/>
              <a:pathLst>
                <a:path w="24" h="11">
                  <a:moveTo>
                    <a:pt x="0" y="11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38" name=""/>
            <p:cNvSpPr/>
            <p:nvPr/>
          </p:nvSpPr>
          <p:spPr>
            <a:xfrm rot="0" flipH="1" flipV="1">
              <a:off x="5256" y="8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39" name=""/>
            <p:cNvSpPr/>
            <p:nvPr/>
          </p:nvSpPr>
          <p:spPr>
            <a:xfrm rot="0">
              <a:off x="5225" y="866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14" y="53"/>
                  </a:moveTo>
                  <a:lnTo>
                    <a:pt x="38" y="41"/>
                  </a:lnTo>
                  <a:lnTo>
                    <a:pt x="61" y="30"/>
                  </a:lnTo>
                  <a:lnTo>
                    <a:pt x="47" y="0"/>
                  </a:lnTo>
                  <a:lnTo>
                    <a:pt x="23" y="12"/>
                  </a:lnTo>
                  <a:lnTo>
                    <a:pt x="0" y="23"/>
                  </a:lnTo>
                  <a:lnTo>
                    <a:pt x="14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40" name=""/>
            <p:cNvSpPr/>
            <p:nvPr/>
          </p:nvSpPr>
          <p:spPr>
            <a:xfrm rot="0">
              <a:off x="5225" y="866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14" y="53"/>
                  </a:moveTo>
                  <a:lnTo>
                    <a:pt x="38" y="41"/>
                  </a:lnTo>
                  <a:lnTo>
                    <a:pt x="61" y="30"/>
                  </a:lnTo>
                  <a:lnTo>
                    <a:pt x="47" y="0"/>
                  </a:lnTo>
                  <a:lnTo>
                    <a:pt x="23" y="12"/>
                  </a:lnTo>
                  <a:lnTo>
                    <a:pt x="0" y="23"/>
                  </a:lnTo>
                  <a:lnTo>
                    <a:pt x="14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41" name=""/>
            <p:cNvSpPr/>
            <p:nvPr/>
          </p:nvSpPr>
          <p:spPr>
            <a:xfrm rot="0">
              <a:off x="5237" y="866"/>
              <a:ext cx="12" cy="6"/>
            </a:xfrm>
            <a:custGeom>
              <a:avLst/>
              <a:ahLst/>
              <a:rect l="0" t="0" r="r" b="b"/>
              <a:pathLst>
                <a:path w="24" h="13">
                  <a:moveTo>
                    <a:pt x="0" y="13"/>
                  </a:moveTo>
                  <a:lnTo>
                    <a:pt x="24" y="1"/>
                  </a:lnTo>
                  <a:lnTo>
                    <a:pt x="2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42" name=""/>
            <p:cNvSpPr/>
            <p:nvPr/>
          </p:nvSpPr>
          <p:spPr>
            <a:xfrm rot="0" flipV="1">
              <a:off x="5249" y="8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43" name=""/>
            <p:cNvSpPr/>
            <p:nvPr/>
          </p:nvSpPr>
          <p:spPr>
            <a:xfrm rot="0">
              <a:off x="5217" y="851"/>
              <a:ext cx="32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15" y="54"/>
                  </a:moveTo>
                  <a:lnTo>
                    <a:pt x="38" y="42"/>
                  </a:lnTo>
                  <a:lnTo>
                    <a:pt x="62" y="29"/>
                  </a:lnTo>
                  <a:lnTo>
                    <a:pt x="47" y="0"/>
                  </a:lnTo>
                  <a:lnTo>
                    <a:pt x="23" y="12"/>
                  </a:lnTo>
                  <a:lnTo>
                    <a:pt x="0" y="24"/>
                  </a:lnTo>
                  <a:lnTo>
                    <a:pt x="1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44" name=""/>
            <p:cNvSpPr/>
            <p:nvPr/>
          </p:nvSpPr>
          <p:spPr>
            <a:xfrm rot="0">
              <a:off x="5217" y="851"/>
              <a:ext cx="32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15" y="54"/>
                  </a:moveTo>
                  <a:lnTo>
                    <a:pt x="38" y="42"/>
                  </a:lnTo>
                  <a:lnTo>
                    <a:pt x="62" y="29"/>
                  </a:lnTo>
                  <a:lnTo>
                    <a:pt x="47" y="0"/>
                  </a:lnTo>
                  <a:lnTo>
                    <a:pt x="23" y="12"/>
                  </a:lnTo>
                  <a:lnTo>
                    <a:pt x="0" y="24"/>
                  </a:lnTo>
                  <a:lnTo>
                    <a:pt x="1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45" name=""/>
            <p:cNvSpPr/>
            <p:nvPr/>
          </p:nvSpPr>
          <p:spPr>
            <a:xfrm rot="0">
              <a:off x="5229" y="850"/>
              <a:ext cx="12" cy="7"/>
            </a:xfrm>
            <a:custGeom>
              <a:avLst/>
              <a:ahLst/>
              <a:rect l="0" t="0" r="r" b="b"/>
              <a:pathLst>
                <a:path w="24" h="13">
                  <a:moveTo>
                    <a:pt x="0" y="13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46" name=""/>
            <p:cNvSpPr/>
            <p:nvPr/>
          </p:nvSpPr>
          <p:spPr>
            <a:xfrm rot="0" flipH="1" flipV="1">
              <a:off x="5240" y="8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47" name=""/>
            <p:cNvSpPr/>
            <p:nvPr/>
          </p:nvSpPr>
          <p:spPr>
            <a:xfrm rot="0">
              <a:off x="5209" y="836"/>
              <a:ext cx="31" cy="28"/>
            </a:xfrm>
            <a:custGeom>
              <a:avLst/>
              <a:ahLst/>
              <a:rect l="0" t="0" r="r" b="b"/>
              <a:pathLst>
                <a:path w="63" h="55">
                  <a:moveTo>
                    <a:pt x="18" y="55"/>
                  </a:moveTo>
                  <a:lnTo>
                    <a:pt x="40" y="42"/>
                  </a:lnTo>
                  <a:lnTo>
                    <a:pt x="63" y="29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7"/>
                  </a:lnTo>
                  <a:lnTo>
                    <a:pt x="1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48" name=""/>
            <p:cNvSpPr/>
            <p:nvPr/>
          </p:nvSpPr>
          <p:spPr>
            <a:xfrm rot="0">
              <a:off x="5209" y="836"/>
              <a:ext cx="31" cy="28"/>
            </a:xfrm>
            <a:custGeom>
              <a:avLst/>
              <a:ahLst/>
              <a:rect l="0" t="0" r="r" b="b"/>
              <a:pathLst>
                <a:path w="63" h="55">
                  <a:moveTo>
                    <a:pt x="18" y="55"/>
                  </a:moveTo>
                  <a:lnTo>
                    <a:pt x="40" y="42"/>
                  </a:lnTo>
                  <a:lnTo>
                    <a:pt x="63" y="29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7"/>
                  </a:lnTo>
                  <a:lnTo>
                    <a:pt x="1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49" name=""/>
            <p:cNvSpPr/>
            <p:nvPr/>
          </p:nvSpPr>
          <p:spPr>
            <a:xfrm rot="0">
              <a:off x="5220" y="836"/>
              <a:ext cx="12" cy="7"/>
            </a:xfrm>
            <a:custGeom>
              <a:avLst/>
              <a:ahLst/>
              <a:rect l="0" t="0" r="r" b="b"/>
              <a:pathLst>
                <a:path w="22" h="13">
                  <a:moveTo>
                    <a:pt x="0" y="13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50" name=""/>
            <p:cNvSpPr/>
            <p:nvPr/>
          </p:nvSpPr>
          <p:spPr>
            <a:xfrm rot="0">
              <a:off x="5232" y="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51" name=""/>
            <p:cNvSpPr/>
            <p:nvPr/>
          </p:nvSpPr>
          <p:spPr>
            <a:xfrm rot="0">
              <a:off x="5200" y="822"/>
              <a:ext cx="32" cy="27"/>
            </a:xfrm>
            <a:custGeom>
              <a:avLst/>
              <a:ahLst/>
              <a:rect l="0" t="0" r="r" b="b"/>
              <a:pathLst>
                <a:path w="62" h="56">
                  <a:moveTo>
                    <a:pt x="17" y="56"/>
                  </a:moveTo>
                  <a:lnTo>
                    <a:pt x="40" y="42"/>
                  </a:lnTo>
                  <a:lnTo>
                    <a:pt x="62" y="29"/>
                  </a:lnTo>
                  <a:lnTo>
                    <a:pt x="45" y="0"/>
                  </a:lnTo>
                  <a:lnTo>
                    <a:pt x="22" y="14"/>
                  </a:lnTo>
                  <a:lnTo>
                    <a:pt x="0" y="27"/>
                  </a:lnTo>
                  <a:lnTo>
                    <a:pt x="17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52" name=""/>
            <p:cNvSpPr/>
            <p:nvPr/>
          </p:nvSpPr>
          <p:spPr>
            <a:xfrm rot="0">
              <a:off x="5200" y="822"/>
              <a:ext cx="32" cy="27"/>
            </a:xfrm>
            <a:custGeom>
              <a:avLst/>
              <a:ahLst/>
              <a:rect l="0" t="0" r="r" b="b"/>
              <a:pathLst>
                <a:path w="62" h="56">
                  <a:moveTo>
                    <a:pt x="17" y="56"/>
                  </a:moveTo>
                  <a:lnTo>
                    <a:pt x="40" y="42"/>
                  </a:lnTo>
                  <a:lnTo>
                    <a:pt x="62" y="29"/>
                  </a:lnTo>
                  <a:lnTo>
                    <a:pt x="45" y="0"/>
                  </a:lnTo>
                  <a:lnTo>
                    <a:pt x="22" y="14"/>
                  </a:lnTo>
                  <a:lnTo>
                    <a:pt x="0" y="27"/>
                  </a:lnTo>
                  <a:lnTo>
                    <a:pt x="17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53" name=""/>
            <p:cNvSpPr/>
            <p:nvPr/>
          </p:nvSpPr>
          <p:spPr>
            <a:xfrm rot="0">
              <a:off x="5212" y="820"/>
              <a:ext cx="11" cy="8"/>
            </a:xfrm>
            <a:custGeom>
              <a:avLst/>
              <a:ahLst/>
              <a:rect l="0" t="0" r="r" b="b"/>
              <a:pathLst>
                <a:path w="23" h="17">
                  <a:moveTo>
                    <a:pt x="0" y="17"/>
                  </a:moveTo>
                  <a:lnTo>
                    <a:pt x="23" y="3"/>
                  </a:lnTo>
                  <a:lnTo>
                    <a:pt x="21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54" name=""/>
            <p:cNvSpPr/>
            <p:nvPr/>
          </p:nvSpPr>
          <p:spPr>
            <a:xfrm rot="0" flipH="1" flipV="1">
              <a:off x="5222" y="820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55" name=""/>
            <p:cNvSpPr/>
            <p:nvPr/>
          </p:nvSpPr>
          <p:spPr>
            <a:xfrm rot="0">
              <a:off x="5191" y="807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21" y="59"/>
                  </a:moveTo>
                  <a:lnTo>
                    <a:pt x="41" y="43"/>
                  </a:lnTo>
                  <a:lnTo>
                    <a:pt x="62" y="26"/>
                  </a:lnTo>
                  <a:lnTo>
                    <a:pt x="41" y="0"/>
                  </a:lnTo>
                  <a:lnTo>
                    <a:pt x="21" y="16"/>
                  </a:lnTo>
                  <a:lnTo>
                    <a:pt x="0" y="32"/>
                  </a:lnTo>
                  <a:lnTo>
                    <a:pt x="21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56" name=""/>
            <p:cNvSpPr/>
            <p:nvPr/>
          </p:nvSpPr>
          <p:spPr>
            <a:xfrm rot="0">
              <a:off x="5191" y="807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21" y="59"/>
                  </a:moveTo>
                  <a:lnTo>
                    <a:pt x="41" y="43"/>
                  </a:lnTo>
                  <a:lnTo>
                    <a:pt x="62" y="26"/>
                  </a:lnTo>
                  <a:lnTo>
                    <a:pt x="41" y="0"/>
                  </a:lnTo>
                  <a:lnTo>
                    <a:pt x="21" y="16"/>
                  </a:lnTo>
                  <a:lnTo>
                    <a:pt x="0" y="32"/>
                  </a:lnTo>
                  <a:lnTo>
                    <a:pt x="21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57" name=""/>
            <p:cNvSpPr/>
            <p:nvPr/>
          </p:nvSpPr>
          <p:spPr>
            <a:xfrm rot="0">
              <a:off x="5201" y="807"/>
              <a:ext cx="11" cy="8"/>
            </a:xfrm>
            <a:custGeom>
              <a:avLst/>
              <a:ahLst/>
              <a:rect l="0" t="0" r="r" b="b"/>
              <a:pathLst>
                <a:path w="20" h="16">
                  <a:moveTo>
                    <a:pt x="0" y="16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58" name=""/>
            <p:cNvSpPr/>
            <p:nvPr/>
          </p:nvSpPr>
          <p:spPr>
            <a:xfrm rot="0">
              <a:off x="5212" y="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59" name=""/>
            <p:cNvSpPr/>
            <p:nvPr/>
          </p:nvSpPr>
          <p:spPr>
            <a:xfrm rot="0">
              <a:off x="5181" y="794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20" y="58"/>
                  </a:moveTo>
                  <a:lnTo>
                    <a:pt x="41" y="42"/>
                  </a:lnTo>
                  <a:lnTo>
                    <a:pt x="61" y="26"/>
                  </a:lnTo>
                  <a:lnTo>
                    <a:pt x="41" y="0"/>
                  </a:lnTo>
                  <a:lnTo>
                    <a:pt x="20" y="17"/>
                  </a:lnTo>
                  <a:lnTo>
                    <a:pt x="0" y="33"/>
                  </a:lnTo>
                  <a:lnTo>
                    <a:pt x="2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60" name=""/>
            <p:cNvSpPr/>
            <p:nvPr/>
          </p:nvSpPr>
          <p:spPr>
            <a:xfrm rot="0">
              <a:off x="5181" y="794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20" y="58"/>
                  </a:moveTo>
                  <a:lnTo>
                    <a:pt x="41" y="42"/>
                  </a:lnTo>
                  <a:lnTo>
                    <a:pt x="61" y="26"/>
                  </a:lnTo>
                  <a:lnTo>
                    <a:pt x="41" y="0"/>
                  </a:lnTo>
                  <a:lnTo>
                    <a:pt x="20" y="17"/>
                  </a:lnTo>
                  <a:lnTo>
                    <a:pt x="0" y="33"/>
                  </a:lnTo>
                  <a:lnTo>
                    <a:pt x="2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61" name=""/>
            <p:cNvSpPr/>
            <p:nvPr/>
          </p:nvSpPr>
          <p:spPr>
            <a:xfrm rot="0">
              <a:off x="5191" y="794"/>
              <a:ext cx="10" cy="8"/>
            </a:xfrm>
            <a:custGeom>
              <a:avLst/>
              <a:ahLst/>
              <a:rect l="0" t="0" r="r" b="b"/>
              <a:pathLst>
                <a:path w="21" h="18">
                  <a:moveTo>
                    <a:pt x="0" y="18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62" name=""/>
            <p:cNvSpPr/>
            <p:nvPr/>
          </p:nvSpPr>
          <p:spPr>
            <a:xfrm rot="0" flipH="1" flipV="1">
              <a:off x="5201" y="7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63" name=""/>
            <p:cNvSpPr/>
            <p:nvPr/>
          </p:nvSpPr>
          <p:spPr>
            <a:xfrm rot="0">
              <a:off x="5170" y="781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23" y="59"/>
                  </a:moveTo>
                  <a:lnTo>
                    <a:pt x="42" y="42"/>
                  </a:lnTo>
                  <a:lnTo>
                    <a:pt x="62" y="24"/>
                  </a:lnTo>
                  <a:lnTo>
                    <a:pt x="39" y="0"/>
                  </a:lnTo>
                  <a:lnTo>
                    <a:pt x="20" y="17"/>
                  </a:lnTo>
                  <a:lnTo>
                    <a:pt x="0" y="34"/>
                  </a:lnTo>
                  <a:lnTo>
                    <a:pt x="2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64" name=""/>
            <p:cNvSpPr/>
            <p:nvPr/>
          </p:nvSpPr>
          <p:spPr>
            <a:xfrm rot="0">
              <a:off x="5170" y="781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23" y="59"/>
                  </a:moveTo>
                  <a:lnTo>
                    <a:pt x="42" y="42"/>
                  </a:lnTo>
                  <a:lnTo>
                    <a:pt x="62" y="24"/>
                  </a:lnTo>
                  <a:lnTo>
                    <a:pt x="39" y="0"/>
                  </a:lnTo>
                  <a:lnTo>
                    <a:pt x="20" y="17"/>
                  </a:lnTo>
                  <a:lnTo>
                    <a:pt x="0" y="34"/>
                  </a:lnTo>
                  <a:lnTo>
                    <a:pt x="2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65" name=""/>
            <p:cNvSpPr/>
            <p:nvPr/>
          </p:nvSpPr>
          <p:spPr>
            <a:xfrm rot="0">
              <a:off x="5180" y="781"/>
              <a:ext cx="10" cy="9"/>
            </a:xfrm>
            <a:custGeom>
              <a:avLst/>
              <a:ahLst/>
              <a:rect l="0" t="0" r="r" b="b"/>
              <a:pathLst>
                <a:path w="19" h="18">
                  <a:moveTo>
                    <a:pt x="0" y="18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66" name=""/>
            <p:cNvSpPr/>
            <p:nvPr/>
          </p:nvSpPr>
          <p:spPr>
            <a:xfrm rot="0" flipH="1" flipV="1">
              <a:off x="5189" y="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67" name=""/>
            <p:cNvSpPr/>
            <p:nvPr/>
          </p:nvSpPr>
          <p:spPr>
            <a:xfrm rot="0">
              <a:off x="5159" y="769"/>
              <a:ext cx="30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23" y="60"/>
                  </a:moveTo>
                  <a:lnTo>
                    <a:pt x="42" y="42"/>
                  </a:lnTo>
                  <a:lnTo>
                    <a:pt x="60" y="24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7"/>
                  </a:lnTo>
                  <a:lnTo>
                    <a:pt x="2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68" name=""/>
            <p:cNvSpPr/>
            <p:nvPr/>
          </p:nvSpPr>
          <p:spPr>
            <a:xfrm rot="0">
              <a:off x="5159" y="769"/>
              <a:ext cx="30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23" y="60"/>
                  </a:moveTo>
                  <a:lnTo>
                    <a:pt x="42" y="42"/>
                  </a:lnTo>
                  <a:lnTo>
                    <a:pt x="60" y="24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7"/>
                  </a:lnTo>
                  <a:lnTo>
                    <a:pt x="23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69" name=""/>
            <p:cNvSpPr/>
            <p:nvPr/>
          </p:nvSpPr>
          <p:spPr>
            <a:xfrm rot="0">
              <a:off x="5168" y="768"/>
              <a:ext cx="9" cy="10"/>
            </a:xfrm>
            <a:custGeom>
              <a:avLst/>
              <a:ahLst/>
              <a:rect l="0" t="0" r="r" b="b"/>
              <a:pathLst>
                <a:path w="19" h="19">
                  <a:moveTo>
                    <a:pt x="0" y="1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70" name=""/>
            <p:cNvSpPr/>
            <p:nvPr/>
          </p:nvSpPr>
          <p:spPr>
            <a:xfrm rot="0" flipH="1" flipV="1">
              <a:off x="5177" y="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71" name=""/>
            <p:cNvSpPr/>
            <p:nvPr/>
          </p:nvSpPr>
          <p:spPr>
            <a:xfrm rot="0">
              <a:off x="5147" y="757"/>
              <a:ext cx="30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25" y="62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5" y="0"/>
                  </a:lnTo>
                  <a:lnTo>
                    <a:pt x="18" y="20"/>
                  </a:lnTo>
                  <a:lnTo>
                    <a:pt x="0" y="39"/>
                  </a:lnTo>
                  <a:lnTo>
                    <a:pt x="25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72" name=""/>
            <p:cNvSpPr/>
            <p:nvPr/>
          </p:nvSpPr>
          <p:spPr>
            <a:xfrm rot="0">
              <a:off x="5147" y="757"/>
              <a:ext cx="30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25" y="62"/>
                  </a:moveTo>
                  <a:lnTo>
                    <a:pt x="42" y="42"/>
                  </a:lnTo>
                  <a:lnTo>
                    <a:pt x="60" y="23"/>
                  </a:lnTo>
                  <a:lnTo>
                    <a:pt x="35" y="0"/>
                  </a:lnTo>
                  <a:lnTo>
                    <a:pt x="18" y="20"/>
                  </a:lnTo>
                  <a:lnTo>
                    <a:pt x="0" y="39"/>
                  </a:lnTo>
                  <a:lnTo>
                    <a:pt x="25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73" name=""/>
            <p:cNvSpPr/>
            <p:nvPr/>
          </p:nvSpPr>
          <p:spPr>
            <a:xfrm rot="0">
              <a:off x="5156" y="757"/>
              <a:ext cx="9" cy="10"/>
            </a:xfrm>
            <a:custGeom>
              <a:avLst/>
              <a:ahLst/>
              <a:rect l="0" t="0" r="r" b="b"/>
              <a:pathLst>
                <a:path w="17" h="21">
                  <a:moveTo>
                    <a:pt x="0" y="21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74" name=""/>
            <p:cNvSpPr/>
            <p:nvPr/>
          </p:nvSpPr>
          <p:spPr>
            <a:xfrm rot="0" flipH="1" flipV="1">
              <a:off x="5164" y="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75" name=""/>
            <p:cNvSpPr/>
            <p:nvPr/>
          </p:nvSpPr>
          <p:spPr>
            <a:xfrm rot="0">
              <a:off x="5135" y="746"/>
              <a:ext cx="29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25" y="62"/>
                  </a:moveTo>
                  <a:lnTo>
                    <a:pt x="42" y="42"/>
                  </a:lnTo>
                  <a:lnTo>
                    <a:pt x="58" y="21"/>
                  </a:lnTo>
                  <a:lnTo>
                    <a:pt x="33" y="0"/>
                  </a:lnTo>
                  <a:lnTo>
                    <a:pt x="16" y="20"/>
                  </a:lnTo>
                  <a:lnTo>
                    <a:pt x="0" y="41"/>
                  </a:lnTo>
                  <a:lnTo>
                    <a:pt x="25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76" name=""/>
            <p:cNvSpPr/>
            <p:nvPr/>
          </p:nvSpPr>
          <p:spPr>
            <a:xfrm rot="0">
              <a:off x="5135" y="746"/>
              <a:ext cx="29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25" y="62"/>
                  </a:moveTo>
                  <a:lnTo>
                    <a:pt x="42" y="42"/>
                  </a:lnTo>
                  <a:lnTo>
                    <a:pt x="58" y="21"/>
                  </a:lnTo>
                  <a:lnTo>
                    <a:pt x="33" y="0"/>
                  </a:lnTo>
                  <a:lnTo>
                    <a:pt x="16" y="20"/>
                  </a:lnTo>
                  <a:lnTo>
                    <a:pt x="0" y="41"/>
                  </a:lnTo>
                  <a:lnTo>
                    <a:pt x="25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77" name=""/>
            <p:cNvSpPr/>
            <p:nvPr/>
          </p:nvSpPr>
          <p:spPr>
            <a:xfrm rot="0">
              <a:off x="5143" y="745"/>
              <a:ext cx="8" cy="11"/>
            </a:xfrm>
            <a:custGeom>
              <a:avLst/>
              <a:ahLst/>
              <a:rect l="0" t="0" r="r" b="b"/>
              <a:pathLst>
                <a:path w="17" h="21">
                  <a:moveTo>
                    <a:pt x="0" y="21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78" name=""/>
            <p:cNvSpPr/>
            <p:nvPr/>
          </p:nvSpPr>
          <p:spPr>
            <a:xfrm rot="0" flipH="1" flipV="1">
              <a:off x="5151" y="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79" name=""/>
            <p:cNvSpPr/>
            <p:nvPr/>
          </p:nvSpPr>
          <p:spPr>
            <a:xfrm rot="0">
              <a:off x="5122" y="736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28" y="63"/>
                  </a:moveTo>
                  <a:lnTo>
                    <a:pt x="43" y="41"/>
                  </a:lnTo>
                  <a:lnTo>
                    <a:pt x="59" y="20"/>
                  </a:lnTo>
                  <a:lnTo>
                    <a:pt x="31" y="0"/>
                  </a:lnTo>
                  <a:lnTo>
                    <a:pt x="16" y="22"/>
                  </a:lnTo>
                  <a:lnTo>
                    <a:pt x="0" y="43"/>
                  </a:lnTo>
                  <a:lnTo>
                    <a:pt x="2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80" name=""/>
            <p:cNvSpPr/>
            <p:nvPr/>
          </p:nvSpPr>
          <p:spPr>
            <a:xfrm rot="0">
              <a:off x="5122" y="736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28" y="63"/>
                  </a:moveTo>
                  <a:lnTo>
                    <a:pt x="43" y="41"/>
                  </a:lnTo>
                  <a:lnTo>
                    <a:pt x="59" y="20"/>
                  </a:lnTo>
                  <a:lnTo>
                    <a:pt x="31" y="0"/>
                  </a:lnTo>
                  <a:lnTo>
                    <a:pt x="16" y="22"/>
                  </a:lnTo>
                  <a:lnTo>
                    <a:pt x="0" y="43"/>
                  </a:lnTo>
                  <a:lnTo>
                    <a:pt x="28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81" name=""/>
            <p:cNvSpPr/>
            <p:nvPr/>
          </p:nvSpPr>
          <p:spPr>
            <a:xfrm rot="0">
              <a:off x="5129" y="736"/>
              <a:ext cx="8" cy="10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82" name=""/>
            <p:cNvSpPr/>
            <p:nvPr/>
          </p:nvSpPr>
          <p:spPr>
            <a:xfrm rot="0" flipH="1">
              <a:off x="5136" y="7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83" name=""/>
            <p:cNvSpPr/>
            <p:nvPr/>
          </p:nvSpPr>
          <p:spPr>
            <a:xfrm rot="0">
              <a:off x="5108" y="727"/>
              <a:ext cx="28" cy="30"/>
            </a:xfrm>
            <a:custGeom>
              <a:avLst/>
              <a:ahLst/>
              <a:rect l="0" t="0" r="r" b="b"/>
              <a:pathLst>
                <a:path w="56" h="61">
                  <a:moveTo>
                    <a:pt x="27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  <a:lnTo>
                    <a:pt x="14" y="22"/>
                  </a:lnTo>
                  <a:lnTo>
                    <a:pt x="0" y="43"/>
                  </a:lnTo>
                  <a:lnTo>
                    <a:pt x="2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84" name=""/>
            <p:cNvSpPr/>
            <p:nvPr/>
          </p:nvSpPr>
          <p:spPr>
            <a:xfrm rot="0">
              <a:off x="5108" y="727"/>
              <a:ext cx="28" cy="30"/>
            </a:xfrm>
            <a:custGeom>
              <a:avLst/>
              <a:ahLst/>
              <a:rect l="0" t="0" r="r" b="b"/>
              <a:pathLst>
                <a:path w="56" h="61">
                  <a:moveTo>
                    <a:pt x="27" y="61"/>
                  </a:moveTo>
                  <a:lnTo>
                    <a:pt x="42" y="40"/>
                  </a:lnTo>
                  <a:lnTo>
                    <a:pt x="56" y="18"/>
                  </a:lnTo>
                  <a:lnTo>
                    <a:pt x="28" y="0"/>
                  </a:lnTo>
                  <a:lnTo>
                    <a:pt x="14" y="22"/>
                  </a:lnTo>
                  <a:lnTo>
                    <a:pt x="0" y="43"/>
                  </a:lnTo>
                  <a:lnTo>
                    <a:pt x="2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85" name=""/>
            <p:cNvSpPr/>
            <p:nvPr/>
          </p:nvSpPr>
          <p:spPr>
            <a:xfrm rot="0">
              <a:off x="5115" y="726"/>
              <a:ext cx="8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0" y="23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86" name=""/>
            <p:cNvSpPr/>
            <p:nvPr/>
          </p:nvSpPr>
          <p:spPr>
            <a:xfrm rot="0" flipH="1" flipV="1">
              <a:off x="5122" y="7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87" name=""/>
            <p:cNvSpPr/>
            <p:nvPr/>
          </p:nvSpPr>
          <p:spPr>
            <a:xfrm rot="0">
              <a:off x="5094" y="718"/>
              <a:ext cx="28" cy="31"/>
            </a:xfrm>
            <a:custGeom>
              <a:avLst/>
              <a:ahLst/>
              <a:rect l="0" t="0" r="r" b="b"/>
              <a:pathLst>
                <a:path w="55" h="61">
                  <a:moveTo>
                    <a:pt x="29" y="61"/>
                  </a:moveTo>
                  <a:lnTo>
                    <a:pt x="42" y="39"/>
                  </a:lnTo>
                  <a:lnTo>
                    <a:pt x="55" y="16"/>
                  </a:lnTo>
                  <a:lnTo>
                    <a:pt x="27" y="0"/>
                  </a:lnTo>
                  <a:lnTo>
                    <a:pt x="13" y="22"/>
                  </a:lnTo>
                  <a:lnTo>
                    <a:pt x="0" y="45"/>
                  </a:lnTo>
                  <a:lnTo>
                    <a:pt x="29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88" name=""/>
            <p:cNvSpPr/>
            <p:nvPr/>
          </p:nvSpPr>
          <p:spPr>
            <a:xfrm rot="0">
              <a:off x="5094" y="718"/>
              <a:ext cx="28" cy="31"/>
            </a:xfrm>
            <a:custGeom>
              <a:avLst/>
              <a:ahLst/>
              <a:rect l="0" t="0" r="r" b="b"/>
              <a:pathLst>
                <a:path w="55" h="61">
                  <a:moveTo>
                    <a:pt x="29" y="61"/>
                  </a:moveTo>
                  <a:lnTo>
                    <a:pt x="42" y="39"/>
                  </a:lnTo>
                  <a:lnTo>
                    <a:pt x="55" y="16"/>
                  </a:lnTo>
                  <a:lnTo>
                    <a:pt x="27" y="0"/>
                  </a:lnTo>
                  <a:lnTo>
                    <a:pt x="13" y="22"/>
                  </a:lnTo>
                  <a:lnTo>
                    <a:pt x="0" y="45"/>
                  </a:lnTo>
                  <a:lnTo>
                    <a:pt x="29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89" name=""/>
            <p:cNvSpPr/>
            <p:nvPr/>
          </p:nvSpPr>
          <p:spPr>
            <a:xfrm rot="0">
              <a:off x="5101" y="718"/>
              <a:ext cx="7" cy="11"/>
            </a:xfrm>
            <a:custGeom>
              <a:avLst/>
              <a:ahLst/>
              <a:rect l="0" t="0" r="r" b="b"/>
              <a:pathLst>
                <a:path w="14" h="22">
                  <a:moveTo>
                    <a:pt x="0" y="22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90" name=""/>
            <p:cNvSpPr/>
            <p:nvPr/>
          </p:nvSpPr>
          <p:spPr>
            <a:xfrm rot="0" flipH="1">
              <a:off x="5107" y="7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91" name=""/>
            <p:cNvSpPr/>
            <p:nvPr/>
          </p:nvSpPr>
          <p:spPr>
            <a:xfrm rot="0">
              <a:off x="5080" y="710"/>
              <a:ext cx="27" cy="30"/>
            </a:xfrm>
            <a:custGeom>
              <a:avLst/>
              <a:ahLst/>
              <a:rect l="0" t="0" r="r" b="b"/>
              <a:pathLst>
                <a:path w="55" h="62">
                  <a:moveTo>
                    <a:pt x="30" y="62"/>
                  </a:moveTo>
                  <a:lnTo>
                    <a:pt x="42" y="39"/>
                  </a:lnTo>
                  <a:lnTo>
                    <a:pt x="55" y="17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3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92" name=""/>
            <p:cNvSpPr/>
            <p:nvPr/>
          </p:nvSpPr>
          <p:spPr>
            <a:xfrm rot="0">
              <a:off x="5080" y="710"/>
              <a:ext cx="27" cy="30"/>
            </a:xfrm>
            <a:custGeom>
              <a:avLst/>
              <a:ahLst/>
              <a:rect l="0" t="0" r="r" b="b"/>
              <a:pathLst>
                <a:path w="55" h="62">
                  <a:moveTo>
                    <a:pt x="30" y="62"/>
                  </a:moveTo>
                  <a:lnTo>
                    <a:pt x="42" y="39"/>
                  </a:lnTo>
                  <a:lnTo>
                    <a:pt x="55" y="17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5"/>
                  </a:lnTo>
                  <a:lnTo>
                    <a:pt x="3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93" name=""/>
            <p:cNvSpPr/>
            <p:nvPr/>
          </p:nvSpPr>
          <p:spPr>
            <a:xfrm rot="0">
              <a:off x="5086" y="709"/>
              <a:ext cx="6" cy="12"/>
            </a:xfrm>
            <a:custGeom>
              <a:avLst/>
              <a:ahLst/>
              <a:rect l="0" t="0" r="r" b="b"/>
              <a:pathLst>
                <a:path w="12" h="24">
                  <a:moveTo>
                    <a:pt x="0" y="24"/>
                  </a:moveTo>
                  <a:lnTo>
                    <a:pt x="12" y="1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94" name=""/>
            <p:cNvSpPr/>
            <p:nvPr/>
          </p:nvSpPr>
          <p:spPr>
            <a:xfrm rot="0" flipH="1" flipV="1">
              <a:off x="5091" y="7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95" name=""/>
            <p:cNvSpPr/>
            <p:nvPr/>
          </p:nvSpPr>
          <p:spPr>
            <a:xfrm rot="0">
              <a:off x="5066" y="702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29" y="60"/>
                  </a:moveTo>
                  <a:lnTo>
                    <a:pt x="40" y="37"/>
                  </a:lnTo>
                  <a:lnTo>
                    <a:pt x="50" y="13"/>
                  </a:lnTo>
                  <a:lnTo>
                    <a:pt x="20" y="0"/>
                  </a:lnTo>
                  <a:lnTo>
                    <a:pt x="10" y="23"/>
                  </a:lnTo>
                  <a:lnTo>
                    <a:pt x="0" y="47"/>
                  </a:lnTo>
                  <a:lnTo>
                    <a:pt x="29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96" name=""/>
            <p:cNvSpPr/>
            <p:nvPr/>
          </p:nvSpPr>
          <p:spPr>
            <a:xfrm rot="0">
              <a:off x="5066" y="702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29" y="60"/>
                  </a:moveTo>
                  <a:lnTo>
                    <a:pt x="40" y="37"/>
                  </a:lnTo>
                  <a:lnTo>
                    <a:pt x="50" y="13"/>
                  </a:lnTo>
                  <a:lnTo>
                    <a:pt x="20" y="0"/>
                  </a:lnTo>
                  <a:lnTo>
                    <a:pt x="10" y="23"/>
                  </a:lnTo>
                  <a:lnTo>
                    <a:pt x="0" y="47"/>
                  </a:lnTo>
                  <a:lnTo>
                    <a:pt x="29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97" name=""/>
            <p:cNvSpPr/>
            <p:nvPr/>
          </p:nvSpPr>
          <p:spPr>
            <a:xfrm rot="0">
              <a:off x="5071" y="702"/>
              <a:ext cx="6" cy="12"/>
            </a:xfrm>
            <a:custGeom>
              <a:avLst/>
              <a:ahLst/>
              <a:rect l="0" t="0" r="r" b="b"/>
              <a:pathLst>
                <a:path w="10" h="24">
                  <a:moveTo>
                    <a:pt x="0" y="24"/>
                  </a:moveTo>
                  <a:lnTo>
                    <a:pt x="10" y="1"/>
                  </a:lnTo>
                  <a:lnTo>
                    <a:pt x="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198" name=""/>
            <p:cNvSpPr/>
            <p:nvPr/>
          </p:nvSpPr>
          <p:spPr>
            <a:xfrm rot="0" flipH="1" flipV="1">
              <a:off x="5076" y="7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199" name=""/>
            <p:cNvSpPr/>
            <p:nvPr/>
          </p:nvSpPr>
          <p:spPr>
            <a:xfrm rot="0">
              <a:off x="5052" y="696"/>
              <a:ext cx="24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31" y="61"/>
                  </a:moveTo>
                  <a:lnTo>
                    <a:pt x="40" y="36"/>
                  </a:lnTo>
                  <a:lnTo>
                    <a:pt x="49" y="12"/>
                  </a:lnTo>
                  <a:lnTo>
                    <a:pt x="18" y="0"/>
                  </a:lnTo>
                  <a:lnTo>
                    <a:pt x="9" y="24"/>
                  </a:lnTo>
                  <a:lnTo>
                    <a:pt x="0" y="49"/>
                  </a:lnTo>
                  <a:lnTo>
                    <a:pt x="31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00" name=""/>
            <p:cNvSpPr/>
            <p:nvPr/>
          </p:nvSpPr>
          <p:spPr>
            <a:xfrm rot="0">
              <a:off x="5052" y="696"/>
              <a:ext cx="24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31" y="61"/>
                  </a:moveTo>
                  <a:lnTo>
                    <a:pt x="40" y="36"/>
                  </a:lnTo>
                  <a:lnTo>
                    <a:pt x="49" y="12"/>
                  </a:lnTo>
                  <a:lnTo>
                    <a:pt x="18" y="0"/>
                  </a:lnTo>
                  <a:lnTo>
                    <a:pt x="9" y="24"/>
                  </a:lnTo>
                  <a:lnTo>
                    <a:pt x="0" y="49"/>
                  </a:lnTo>
                  <a:lnTo>
                    <a:pt x="31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01" name=""/>
            <p:cNvSpPr/>
            <p:nvPr/>
          </p:nvSpPr>
          <p:spPr>
            <a:xfrm rot="0">
              <a:off x="5056" y="696"/>
              <a:ext cx="5" cy="12"/>
            </a:xfrm>
            <a:custGeom>
              <a:avLst/>
              <a:ahLst/>
              <a:rect l="0" t="0" r="r" b="b"/>
              <a:pathLst>
                <a:path w="9" h="24">
                  <a:moveTo>
                    <a:pt x="0" y="24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02" name=""/>
            <p:cNvSpPr/>
            <p:nvPr/>
          </p:nvSpPr>
          <p:spPr>
            <a:xfrm rot="0">
              <a:off x="5061" y="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03" name=""/>
            <p:cNvSpPr/>
            <p:nvPr/>
          </p:nvSpPr>
          <p:spPr>
            <a:xfrm rot="0">
              <a:off x="5036" y="690"/>
              <a:ext cx="25" cy="30"/>
            </a:xfrm>
            <a:custGeom>
              <a:avLst/>
              <a:ahLst/>
              <a:rect l="0" t="0" r="r" b="b"/>
              <a:pathLst>
                <a:path w="50" h="61">
                  <a:moveTo>
                    <a:pt x="32" y="61"/>
                  </a:moveTo>
                  <a:lnTo>
                    <a:pt x="41" y="36"/>
                  </a:lnTo>
                  <a:lnTo>
                    <a:pt x="50" y="12"/>
                  </a:lnTo>
                  <a:lnTo>
                    <a:pt x="19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04" name=""/>
            <p:cNvSpPr/>
            <p:nvPr/>
          </p:nvSpPr>
          <p:spPr>
            <a:xfrm rot="0">
              <a:off x="5036" y="690"/>
              <a:ext cx="25" cy="30"/>
            </a:xfrm>
            <a:custGeom>
              <a:avLst/>
              <a:ahLst/>
              <a:rect l="0" t="0" r="r" b="b"/>
              <a:pathLst>
                <a:path w="50" h="61">
                  <a:moveTo>
                    <a:pt x="32" y="61"/>
                  </a:moveTo>
                  <a:lnTo>
                    <a:pt x="41" y="36"/>
                  </a:lnTo>
                  <a:lnTo>
                    <a:pt x="50" y="12"/>
                  </a:lnTo>
                  <a:lnTo>
                    <a:pt x="19" y="0"/>
                  </a:lnTo>
                  <a:lnTo>
                    <a:pt x="9" y="25"/>
                  </a:lnTo>
                  <a:lnTo>
                    <a:pt x="0" y="49"/>
                  </a:lnTo>
                  <a:lnTo>
                    <a:pt x="32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05" name=""/>
            <p:cNvSpPr/>
            <p:nvPr/>
          </p:nvSpPr>
          <p:spPr>
            <a:xfrm rot="0">
              <a:off x="5040" y="690"/>
              <a:ext cx="5" cy="12"/>
            </a:xfrm>
            <a:custGeom>
              <a:avLst/>
              <a:ahLst/>
              <a:rect l="0" t="0" r="r" b="b"/>
              <a:pathLst>
                <a:path w="10" h="26">
                  <a:moveTo>
                    <a:pt x="0" y="26"/>
                  </a:moveTo>
                  <a:lnTo>
                    <a:pt x="10" y="1"/>
                  </a:lnTo>
                  <a:lnTo>
                    <a:pt x="8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06" name=""/>
            <p:cNvSpPr/>
            <p:nvPr/>
          </p:nvSpPr>
          <p:spPr>
            <a:xfrm rot="0" flipH="1" flipV="1">
              <a:off x="5044" y="6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07" name=""/>
            <p:cNvSpPr/>
            <p:nvPr/>
          </p:nvSpPr>
          <p:spPr>
            <a:xfrm rot="0">
              <a:off x="5020" y="685"/>
              <a:ext cx="24" cy="30"/>
            </a:xfrm>
            <a:custGeom>
              <a:avLst/>
              <a:ahLst/>
              <a:rect l="0" t="0" r="r" b="b"/>
              <a:pathLst>
                <a:path w="47" h="60">
                  <a:moveTo>
                    <a:pt x="32" y="60"/>
                  </a:moveTo>
                  <a:lnTo>
                    <a:pt x="39" y="35"/>
                  </a:lnTo>
                  <a:lnTo>
                    <a:pt x="47" y="9"/>
                  </a:lnTo>
                  <a:lnTo>
                    <a:pt x="14" y="0"/>
                  </a:lnTo>
                  <a:lnTo>
                    <a:pt x="7" y="26"/>
                  </a:lnTo>
                  <a:lnTo>
                    <a:pt x="0" y="51"/>
                  </a:lnTo>
                  <a:lnTo>
                    <a:pt x="32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08" name=""/>
            <p:cNvSpPr/>
            <p:nvPr/>
          </p:nvSpPr>
          <p:spPr>
            <a:xfrm rot="0">
              <a:off x="5020" y="685"/>
              <a:ext cx="24" cy="30"/>
            </a:xfrm>
            <a:custGeom>
              <a:avLst/>
              <a:ahLst/>
              <a:rect l="0" t="0" r="r" b="b"/>
              <a:pathLst>
                <a:path w="47" h="60">
                  <a:moveTo>
                    <a:pt x="32" y="60"/>
                  </a:moveTo>
                  <a:lnTo>
                    <a:pt x="39" y="35"/>
                  </a:lnTo>
                  <a:lnTo>
                    <a:pt x="47" y="9"/>
                  </a:lnTo>
                  <a:lnTo>
                    <a:pt x="14" y="0"/>
                  </a:lnTo>
                  <a:lnTo>
                    <a:pt x="7" y="26"/>
                  </a:lnTo>
                  <a:lnTo>
                    <a:pt x="0" y="51"/>
                  </a:lnTo>
                  <a:lnTo>
                    <a:pt x="32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09" name=""/>
            <p:cNvSpPr/>
            <p:nvPr/>
          </p:nvSpPr>
          <p:spPr>
            <a:xfrm rot="0">
              <a:off x="5024" y="685"/>
              <a:ext cx="3" cy="13"/>
            </a:xfrm>
            <a:custGeom>
              <a:avLst/>
              <a:ahLst/>
              <a:rect l="0" t="0" r="r" b="b"/>
              <a:pathLst>
                <a:path w="7" h="26">
                  <a:moveTo>
                    <a:pt x="0" y="26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10" name=""/>
            <p:cNvSpPr/>
            <p:nvPr/>
          </p:nvSpPr>
          <p:spPr>
            <a:xfrm rot="0" flipH="1">
              <a:off x="5027" y="6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11" name=""/>
            <p:cNvSpPr/>
            <p:nvPr/>
          </p:nvSpPr>
          <p:spPr>
            <a:xfrm rot="0">
              <a:off x="5005" y="681"/>
              <a:ext cx="22" cy="30"/>
            </a:xfrm>
            <a:custGeom>
              <a:avLst/>
              <a:ahLst/>
              <a:rect l="0" t="0" r="r" b="b"/>
              <a:pathLst>
                <a:path w="44" h="58">
                  <a:moveTo>
                    <a:pt x="32" y="58"/>
                  </a:moveTo>
                  <a:lnTo>
                    <a:pt x="38" y="33"/>
                  </a:lnTo>
                  <a:lnTo>
                    <a:pt x="44" y="7"/>
                  </a:lnTo>
                  <a:lnTo>
                    <a:pt x="12" y="0"/>
                  </a:lnTo>
                  <a:lnTo>
                    <a:pt x="6" y="26"/>
                  </a:lnTo>
                  <a:lnTo>
                    <a:pt x="0" y="51"/>
                  </a:lnTo>
                  <a:lnTo>
                    <a:pt x="3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12" name=""/>
            <p:cNvSpPr/>
            <p:nvPr/>
          </p:nvSpPr>
          <p:spPr>
            <a:xfrm rot="0">
              <a:off x="5005" y="681"/>
              <a:ext cx="22" cy="30"/>
            </a:xfrm>
            <a:custGeom>
              <a:avLst/>
              <a:ahLst/>
              <a:rect l="0" t="0" r="r" b="b"/>
              <a:pathLst>
                <a:path w="44" h="58">
                  <a:moveTo>
                    <a:pt x="32" y="58"/>
                  </a:moveTo>
                  <a:lnTo>
                    <a:pt x="38" y="33"/>
                  </a:lnTo>
                  <a:lnTo>
                    <a:pt x="44" y="7"/>
                  </a:lnTo>
                  <a:lnTo>
                    <a:pt x="12" y="0"/>
                  </a:lnTo>
                  <a:lnTo>
                    <a:pt x="6" y="26"/>
                  </a:lnTo>
                  <a:lnTo>
                    <a:pt x="0" y="51"/>
                  </a:lnTo>
                  <a:lnTo>
                    <a:pt x="3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13" name=""/>
            <p:cNvSpPr/>
            <p:nvPr/>
          </p:nvSpPr>
          <p:spPr>
            <a:xfrm rot="0">
              <a:off x="5008" y="681"/>
              <a:ext cx="3" cy="13"/>
            </a:xfrm>
            <a:custGeom>
              <a:avLst/>
              <a:ahLst/>
              <a:rect l="0" t="0" r="r" b="b"/>
              <a:pathLst>
                <a:path w="6" h="26">
                  <a:moveTo>
                    <a:pt x="0" y="26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14" name=""/>
            <p:cNvSpPr/>
            <p:nvPr/>
          </p:nvSpPr>
          <p:spPr>
            <a:xfrm rot="0" flipH="1">
              <a:off x="5011" y="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15" name=""/>
            <p:cNvSpPr/>
            <p:nvPr/>
          </p:nvSpPr>
          <p:spPr>
            <a:xfrm rot="0">
              <a:off x="4989" y="678"/>
              <a:ext cx="22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33" y="57"/>
                  </a:moveTo>
                  <a:lnTo>
                    <a:pt x="38" y="32"/>
                  </a:lnTo>
                  <a:lnTo>
                    <a:pt x="43" y="6"/>
                  </a:lnTo>
                  <a:lnTo>
                    <a:pt x="10" y="0"/>
                  </a:lnTo>
                  <a:lnTo>
                    <a:pt x="5" y="25"/>
                  </a:lnTo>
                  <a:lnTo>
                    <a:pt x="0" y="51"/>
                  </a:lnTo>
                  <a:lnTo>
                    <a:pt x="33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16" name=""/>
            <p:cNvSpPr/>
            <p:nvPr/>
          </p:nvSpPr>
          <p:spPr>
            <a:xfrm rot="0">
              <a:off x="4989" y="678"/>
              <a:ext cx="22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33" y="57"/>
                  </a:moveTo>
                  <a:lnTo>
                    <a:pt x="38" y="32"/>
                  </a:lnTo>
                  <a:lnTo>
                    <a:pt x="43" y="6"/>
                  </a:lnTo>
                  <a:lnTo>
                    <a:pt x="10" y="0"/>
                  </a:lnTo>
                  <a:lnTo>
                    <a:pt x="5" y="25"/>
                  </a:lnTo>
                  <a:lnTo>
                    <a:pt x="0" y="51"/>
                  </a:lnTo>
                  <a:lnTo>
                    <a:pt x="33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17" name=""/>
            <p:cNvSpPr/>
            <p:nvPr/>
          </p:nvSpPr>
          <p:spPr>
            <a:xfrm rot="0">
              <a:off x="4992" y="678"/>
              <a:ext cx="2" cy="13"/>
            </a:xfrm>
            <a:custGeom>
              <a:avLst/>
              <a:ahLst/>
              <a:rect l="0" t="0" r="r" b="b"/>
              <a:pathLst>
                <a:path w="5" h="25">
                  <a:moveTo>
                    <a:pt x="0" y="25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18" name=""/>
            <p:cNvSpPr/>
            <p:nvPr/>
          </p:nvSpPr>
          <p:spPr>
            <a:xfrm rot="0" flipH="1">
              <a:off x="4993" y="6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19" name=""/>
            <p:cNvSpPr/>
            <p:nvPr/>
          </p:nvSpPr>
          <p:spPr>
            <a:xfrm rot="0">
              <a:off x="4973" y="676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34" y="55"/>
                  </a:moveTo>
                  <a:lnTo>
                    <a:pt x="37" y="29"/>
                  </a:lnTo>
                  <a:lnTo>
                    <a:pt x="40" y="4"/>
                  </a:lnTo>
                  <a:lnTo>
                    <a:pt x="7" y="0"/>
                  </a:lnTo>
                  <a:lnTo>
                    <a:pt x="3" y="25"/>
                  </a:lnTo>
                  <a:lnTo>
                    <a:pt x="0" y="51"/>
                  </a:lnTo>
                  <a:lnTo>
                    <a:pt x="3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20" name=""/>
            <p:cNvSpPr/>
            <p:nvPr/>
          </p:nvSpPr>
          <p:spPr>
            <a:xfrm rot="0">
              <a:off x="4973" y="676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34" y="55"/>
                  </a:moveTo>
                  <a:lnTo>
                    <a:pt x="37" y="29"/>
                  </a:lnTo>
                  <a:lnTo>
                    <a:pt x="40" y="4"/>
                  </a:lnTo>
                  <a:lnTo>
                    <a:pt x="7" y="0"/>
                  </a:lnTo>
                  <a:lnTo>
                    <a:pt x="3" y="25"/>
                  </a:lnTo>
                  <a:lnTo>
                    <a:pt x="0" y="51"/>
                  </a:lnTo>
                  <a:lnTo>
                    <a:pt x="3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21" name=""/>
            <p:cNvSpPr/>
            <p:nvPr/>
          </p:nvSpPr>
          <p:spPr>
            <a:xfrm rot="0">
              <a:off x="4975" y="676"/>
              <a:ext cx="1" cy="13"/>
            </a:xfrm>
            <a:custGeom>
              <a:avLst/>
              <a:ahLst/>
              <a:rect l="0" t="0" r="r" b="b"/>
              <a:pathLst>
                <a:path w="4" h="25">
                  <a:moveTo>
                    <a:pt x="0" y="25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22" name=""/>
            <p:cNvSpPr/>
            <p:nvPr/>
          </p:nvSpPr>
          <p:spPr>
            <a:xfrm rot="0" flipH="1">
              <a:off x="4976" y="6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23" name=""/>
            <p:cNvSpPr/>
            <p:nvPr/>
          </p:nvSpPr>
          <p:spPr>
            <a:xfrm rot="0">
              <a:off x="4957" y="675"/>
              <a:ext cx="19" cy="27"/>
            </a:xfrm>
            <a:custGeom>
              <a:avLst/>
              <a:ahLst/>
              <a:rect l="0" t="0" r="r" b="b"/>
              <a:pathLst>
                <a:path w="37" h="53">
                  <a:moveTo>
                    <a:pt x="32" y="53"/>
                  </a:moveTo>
                  <a:lnTo>
                    <a:pt x="34" y="27"/>
                  </a:lnTo>
                  <a:lnTo>
                    <a:pt x="37" y="2"/>
                  </a:lnTo>
                  <a:lnTo>
                    <a:pt x="4" y="0"/>
                  </a:lnTo>
                  <a:lnTo>
                    <a:pt x="2" y="25"/>
                  </a:lnTo>
                  <a:lnTo>
                    <a:pt x="0" y="51"/>
                  </a:lnTo>
                  <a:lnTo>
                    <a:pt x="3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24" name=""/>
            <p:cNvSpPr/>
            <p:nvPr/>
          </p:nvSpPr>
          <p:spPr>
            <a:xfrm rot="0">
              <a:off x="4957" y="675"/>
              <a:ext cx="19" cy="27"/>
            </a:xfrm>
            <a:custGeom>
              <a:avLst/>
              <a:ahLst/>
              <a:rect l="0" t="0" r="r" b="b"/>
              <a:pathLst>
                <a:path w="37" h="53">
                  <a:moveTo>
                    <a:pt x="32" y="53"/>
                  </a:moveTo>
                  <a:lnTo>
                    <a:pt x="34" y="27"/>
                  </a:lnTo>
                  <a:lnTo>
                    <a:pt x="37" y="2"/>
                  </a:lnTo>
                  <a:lnTo>
                    <a:pt x="4" y="0"/>
                  </a:lnTo>
                  <a:lnTo>
                    <a:pt x="2" y="25"/>
                  </a:lnTo>
                  <a:lnTo>
                    <a:pt x="0" y="51"/>
                  </a:lnTo>
                  <a:lnTo>
                    <a:pt x="3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25" name=""/>
            <p:cNvSpPr/>
            <p:nvPr/>
          </p:nvSpPr>
          <p:spPr>
            <a:xfrm rot="0">
              <a:off x="4958" y="675"/>
              <a:ext cx="1" cy="13"/>
            </a:xfrm>
            <a:custGeom>
              <a:avLst/>
              <a:ahLst/>
              <a:rect l="0" t="0" r="r" b="b"/>
              <a:pathLst>
                <a:path w="2" h="25">
                  <a:moveTo>
                    <a:pt x="0" y="25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26" name=""/>
            <p:cNvSpPr/>
            <p:nvPr/>
          </p:nvSpPr>
          <p:spPr>
            <a:xfrm rot="0" flipH="1">
              <a:off x="4959" y="6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27" name=""/>
            <p:cNvSpPr/>
            <p:nvPr/>
          </p:nvSpPr>
          <p:spPr>
            <a:xfrm rot="0">
              <a:off x="4941" y="675"/>
              <a:ext cx="18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34" y="52"/>
                  </a:moveTo>
                  <a:lnTo>
                    <a:pt x="35" y="26"/>
                  </a:lnTo>
                  <a:lnTo>
                    <a:pt x="36" y="1"/>
                  </a:lnTo>
                  <a:lnTo>
                    <a:pt x="2" y="0"/>
                  </a:lnTo>
                  <a:lnTo>
                    <a:pt x="1" y="25"/>
                  </a:lnTo>
                  <a:lnTo>
                    <a:pt x="0" y="51"/>
                  </a:lnTo>
                  <a:lnTo>
                    <a:pt x="34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28" name=""/>
            <p:cNvSpPr/>
            <p:nvPr/>
          </p:nvSpPr>
          <p:spPr>
            <a:xfrm rot="0">
              <a:off x="4941" y="675"/>
              <a:ext cx="18" cy="26"/>
            </a:xfrm>
            <a:custGeom>
              <a:avLst/>
              <a:ahLst/>
              <a:rect l="0" t="0" r="r" b="b"/>
              <a:pathLst>
                <a:path w="36" h="52">
                  <a:moveTo>
                    <a:pt x="34" y="52"/>
                  </a:moveTo>
                  <a:lnTo>
                    <a:pt x="35" y="26"/>
                  </a:lnTo>
                  <a:lnTo>
                    <a:pt x="36" y="1"/>
                  </a:lnTo>
                  <a:lnTo>
                    <a:pt x="2" y="0"/>
                  </a:lnTo>
                  <a:lnTo>
                    <a:pt x="1" y="25"/>
                  </a:lnTo>
                  <a:lnTo>
                    <a:pt x="0" y="51"/>
                  </a:lnTo>
                  <a:lnTo>
                    <a:pt x="34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29" name=""/>
            <p:cNvSpPr/>
            <p:nvPr/>
          </p:nvSpPr>
          <p:spPr>
            <a:xfrm rot="0">
              <a:off x="4941" y="675"/>
              <a:ext cx="1" cy="13"/>
            </a:xfrm>
            <a:custGeom>
              <a:avLst/>
              <a:ahLst/>
              <a:rect l="0" t="0" r="r" b="b"/>
              <a:pathLst>
                <a:path w="2" h="25">
                  <a:moveTo>
                    <a:pt x="1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30" name=""/>
            <p:cNvSpPr/>
            <p:nvPr/>
          </p:nvSpPr>
          <p:spPr>
            <a:xfrm rot="0" flipH="1">
              <a:off x="4941" y="6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31" name=""/>
            <p:cNvSpPr/>
            <p:nvPr/>
          </p:nvSpPr>
          <p:spPr>
            <a:xfrm rot="0">
              <a:off x="4925" y="675"/>
              <a:ext cx="17" cy="26"/>
            </a:xfrm>
            <a:custGeom>
              <a:avLst/>
              <a:ahLst/>
              <a:rect l="0" t="0" r="r" b="b"/>
              <a:pathLst>
                <a:path w="35" h="52">
                  <a:moveTo>
                    <a:pt x="35" y="51"/>
                  </a:moveTo>
                  <a:lnTo>
                    <a:pt x="34" y="25"/>
                  </a:lnTo>
                  <a:lnTo>
                    <a:pt x="33" y="0"/>
                  </a:lnTo>
                  <a:lnTo>
                    <a:pt x="0" y="1"/>
                  </a:lnTo>
                  <a:lnTo>
                    <a:pt x="1" y="26"/>
                  </a:lnTo>
                  <a:lnTo>
                    <a:pt x="2" y="52"/>
                  </a:lnTo>
                  <a:lnTo>
                    <a:pt x="3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32" name=""/>
            <p:cNvSpPr/>
            <p:nvPr/>
          </p:nvSpPr>
          <p:spPr>
            <a:xfrm rot="0">
              <a:off x="4925" y="675"/>
              <a:ext cx="17" cy="26"/>
            </a:xfrm>
            <a:custGeom>
              <a:avLst/>
              <a:ahLst/>
              <a:rect l="0" t="0" r="r" b="b"/>
              <a:pathLst>
                <a:path w="35" h="52">
                  <a:moveTo>
                    <a:pt x="35" y="51"/>
                  </a:moveTo>
                  <a:lnTo>
                    <a:pt x="34" y="25"/>
                  </a:lnTo>
                  <a:lnTo>
                    <a:pt x="33" y="0"/>
                  </a:lnTo>
                  <a:lnTo>
                    <a:pt x="0" y="1"/>
                  </a:lnTo>
                  <a:lnTo>
                    <a:pt x="1" y="26"/>
                  </a:lnTo>
                  <a:lnTo>
                    <a:pt x="2" y="52"/>
                  </a:lnTo>
                  <a:lnTo>
                    <a:pt x="3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33" name=""/>
            <p:cNvSpPr/>
            <p:nvPr/>
          </p:nvSpPr>
          <p:spPr>
            <a:xfrm rot="0">
              <a:off x="4924" y="675"/>
              <a:ext cx="1" cy="13"/>
            </a:xfrm>
            <a:custGeom>
              <a:avLst/>
              <a:ahLst/>
              <a:rect l="0" t="0" r="r" b="b"/>
              <a:pathLst>
                <a:path w="2" h="25">
                  <a:moveTo>
                    <a:pt x="2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34" name=""/>
            <p:cNvSpPr/>
            <p:nvPr/>
          </p:nvSpPr>
          <p:spPr>
            <a:xfrm rot="0" flipH="1">
              <a:off x="4924" y="6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35" name=""/>
            <p:cNvSpPr/>
            <p:nvPr/>
          </p:nvSpPr>
          <p:spPr>
            <a:xfrm rot="0">
              <a:off x="4908" y="675"/>
              <a:ext cx="18" cy="27"/>
            </a:xfrm>
            <a:custGeom>
              <a:avLst/>
              <a:ahLst/>
              <a:rect l="0" t="0" r="r" b="b"/>
              <a:pathLst>
                <a:path w="37" h="53">
                  <a:moveTo>
                    <a:pt x="37" y="51"/>
                  </a:moveTo>
                  <a:lnTo>
                    <a:pt x="35" y="25"/>
                  </a:lnTo>
                  <a:lnTo>
                    <a:pt x="33" y="0"/>
                  </a:lnTo>
                  <a:lnTo>
                    <a:pt x="0" y="2"/>
                  </a:lnTo>
                  <a:lnTo>
                    <a:pt x="2" y="27"/>
                  </a:lnTo>
                  <a:lnTo>
                    <a:pt x="5" y="53"/>
                  </a:lnTo>
                  <a:lnTo>
                    <a:pt x="3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36" name=""/>
            <p:cNvSpPr/>
            <p:nvPr/>
          </p:nvSpPr>
          <p:spPr>
            <a:xfrm rot="0">
              <a:off x="4908" y="675"/>
              <a:ext cx="18" cy="27"/>
            </a:xfrm>
            <a:custGeom>
              <a:avLst/>
              <a:ahLst/>
              <a:rect l="0" t="0" r="r" b="b"/>
              <a:pathLst>
                <a:path w="37" h="53">
                  <a:moveTo>
                    <a:pt x="37" y="51"/>
                  </a:moveTo>
                  <a:lnTo>
                    <a:pt x="35" y="25"/>
                  </a:lnTo>
                  <a:lnTo>
                    <a:pt x="33" y="0"/>
                  </a:lnTo>
                  <a:lnTo>
                    <a:pt x="0" y="2"/>
                  </a:lnTo>
                  <a:lnTo>
                    <a:pt x="2" y="27"/>
                  </a:lnTo>
                  <a:lnTo>
                    <a:pt x="5" y="53"/>
                  </a:lnTo>
                  <a:lnTo>
                    <a:pt x="3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37" name=""/>
            <p:cNvSpPr/>
            <p:nvPr/>
          </p:nvSpPr>
          <p:spPr>
            <a:xfrm rot="0">
              <a:off x="4907" y="676"/>
              <a:ext cx="2" cy="13"/>
            </a:xfrm>
            <a:custGeom>
              <a:avLst/>
              <a:ahLst/>
              <a:rect l="0" t="0" r="r" b="b"/>
              <a:pathLst>
                <a:path w="3" h="25">
                  <a:moveTo>
                    <a:pt x="3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38" name=""/>
            <p:cNvSpPr/>
            <p:nvPr/>
          </p:nvSpPr>
          <p:spPr>
            <a:xfrm rot="0" flipH="1">
              <a:off x="4907" y="6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39" name=""/>
            <p:cNvSpPr/>
            <p:nvPr/>
          </p:nvSpPr>
          <p:spPr>
            <a:xfrm rot="0">
              <a:off x="4890" y="676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40" y="51"/>
                  </a:moveTo>
                  <a:lnTo>
                    <a:pt x="36" y="25"/>
                  </a:lnTo>
                  <a:lnTo>
                    <a:pt x="33" y="0"/>
                  </a:lnTo>
                  <a:lnTo>
                    <a:pt x="0" y="4"/>
                  </a:lnTo>
                  <a:lnTo>
                    <a:pt x="3" y="29"/>
                  </a:lnTo>
                  <a:lnTo>
                    <a:pt x="6" y="55"/>
                  </a:lnTo>
                  <a:lnTo>
                    <a:pt x="4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40" name=""/>
            <p:cNvSpPr/>
            <p:nvPr/>
          </p:nvSpPr>
          <p:spPr>
            <a:xfrm rot="0">
              <a:off x="4890" y="676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40" y="51"/>
                  </a:moveTo>
                  <a:lnTo>
                    <a:pt x="36" y="25"/>
                  </a:lnTo>
                  <a:lnTo>
                    <a:pt x="33" y="0"/>
                  </a:lnTo>
                  <a:lnTo>
                    <a:pt x="0" y="4"/>
                  </a:lnTo>
                  <a:lnTo>
                    <a:pt x="3" y="29"/>
                  </a:lnTo>
                  <a:lnTo>
                    <a:pt x="6" y="55"/>
                  </a:lnTo>
                  <a:lnTo>
                    <a:pt x="4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41" name=""/>
            <p:cNvSpPr/>
            <p:nvPr/>
          </p:nvSpPr>
          <p:spPr>
            <a:xfrm rot="0">
              <a:off x="4889" y="678"/>
              <a:ext cx="3" cy="13"/>
            </a:xfrm>
            <a:custGeom>
              <a:avLst/>
              <a:ahLst/>
              <a:rect l="0" t="0" r="r" b="b"/>
              <a:pathLst>
                <a:path w="5" h="25">
                  <a:moveTo>
                    <a:pt x="5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42" name=""/>
            <p:cNvSpPr/>
            <p:nvPr/>
          </p:nvSpPr>
          <p:spPr>
            <a:xfrm rot="0" flipH="1">
              <a:off x="4889" y="6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43" name=""/>
            <p:cNvSpPr/>
            <p:nvPr/>
          </p:nvSpPr>
          <p:spPr>
            <a:xfrm rot="0">
              <a:off x="4873" y="678"/>
              <a:ext cx="21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43" y="51"/>
                  </a:moveTo>
                  <a:lnTo>
                    <a:pt x="38" y="25"/>
                  </a:lnTo>
                  <a:lnTo>
                    <a:pt x="33" y="0"/>
                  </a:lnTo>
                  <a:lnTo>
                    <a:pt x="0" y="6"/>
                  </a:lnTo>
                  <a:lnTo>
                    <a:pt x="5" y="32"/>
                  </a:lnTo>
                  <a:lnTo>
                    <a:pt x="10" y="57"/>
                  </a:lnTo>
                  <a:lnTo>
                    <a:pt x="4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44" name=""/>
            <p:cNvSpPr/>
            <p:nvPr/>
          </p:nvSpPr>
          <p:spPr>
            <a:xfrm rot="0">
              <a:off x="4873" y="678"/>
              <a:ext cx="21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43" y="51"/>
                  </a:moveTo>
                  <a:lnTo>
                    <a:pt x="38" y="25"/>
                  </a:lnTo>
                  <a:lnTo>
                    <a:pt x="33" y="0"/>
                  </a:lnTo>
                  <a:lnTo>
                    <a:pt x="0" y="6"/>
                  </a:lnTo>
                  <a:lnTo>
                    <a:pt x="5" y="32"/>
                  </a:lnTo>
                  <a:lnTo>
                    <a:pt x="10" y="57"/>
                  </a:lnTo>
                  <a:lnTo>
                    <a:pt x="4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45" name=""/>
            <p:cNvSpPr/>
            <p:nvPr/>
          </p:nvSpPr>
          <p:spPr>
            <a:xfrm rot="0">
              <a:off x="4872" y="681"/>
              <a:ext cx="3" cy="13"/>
            </a:xfrm>
            <a:custGeom>
              <a:avLst/>
              <a:ahLst/>
              <a:rect l="0" t="0" r="r" b="b"/>
              <a:pathLst>
                <a:path w="6" h="26">
                  <a:moveTo>
                    <a:pt x="6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46" name=""/>
            <p:cNvSpPr/>
            <p:nvPr/>
          </p:nvSpPr>
          <p:spPr>
            <a:xfrm rot="0" flipH="1">
              <a:off x="4872" y="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47" name=""/>
            <p:cNvSpPr/>
            <p:nvPr/>
          </p:nvSpPr>
          <p:spPr>
            <a:xfrm rot="0">
              <a:off x="4857" y="681"/>
              <a:ext cx="22" cy="30"/>
            </a:xfrm>
            <a:custGeom>
              <a:avLst/>
              <a:ahLst/>
              <a:rect l="0" t="0" r="r" b="b"/>
              <a:pathLst>
                <a:path w="44" h="58">
                  <a:moveTo>
                    <a:pt x="44" y="51"/>
                  </a:moveTo>
                  <a:lnTo>
                    <a:pt x="38" y="26"/>
                  </a:lnTo>
                  <a:lnTo>
                    <a:pt x="32" y="0"/>
                  </a:lnTo>
                  <a:lnTo>
                    <a:pt x="0" y="7"/>
                  </a:lnTo>
                  <a:lnTo>
                    <a:pt x="6" y="33"/>
                  </a:lnTo>
                  <a:lnTo>
                    <a:pt x="12" y="58"/>
                  </a:lnTo>
                  <a:lnTo>
                    <a:pt x="4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48" name=""/>
            <p:cNvSpPr/>
            <p:nvPr/>
          </p:nvSpPr>
          <p:spPr>
            <a:xfrm rot="0">
              <a:off x="4857" y="681"/>
              <a:ext cx="22" cy="30"/>
            </a:xfrm>
            <a:custGeom>
              <a:avLst/>
              <a:ahLst/>
              <a:rect l="0" t="0" r="r" b="b"/>
              <a:pathLst>
                <a:path w="44" h="58">
                  <a:moveTo>
                    <a:pt x="44" y="51"/>
                  </a:moveTo>
                  <a:lnTo>
                    <a:pt x="38" y="26"/>
                  </a:lnTo>
                  <a:lnTo>
                    <a:pt x="32" y="0"/>
                  </a:lnTo>
                  <a:lnTo>
                    <a:pt x="0" y="7"/>
                  </a:lnTo>
                  <a:lnTo>
                    <a:pt x="6" y="33"/>
                  </a:lnTo>
                  <a:lnTo>
                    <a:pt x="12" y="58"/>
                  </a:lnTo>
                  <a:lnTo>
                    <a:pt x="4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49" name=""/>
            <p:cNvSpPr/>
            <p:nvPr/>
          </p:nvSpPr>
          <p:spPr>
            <a:xfrm rot="0">
              <a:off x="4856" y="685"/>
              <a:ext cx="4" cy="13"/>
            </a:xfrm>
            <a:custGeom>
              <a:avLst/>
              <a:ahLst/>
              <a:rect l="0" t="0" r="r" b="b"/>
              <a:pathLst>
                <a:path w="7" h="26">
                  <a:moveTo>
                    <a:pt x="7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50" name=""/>
            <p:cNvSpPr/>
            <p:nvPr/>
          </p:nvSpPr>
          <p:spPr>
            <a:xfrm rot="0" flipH="1">
              <a:off x="4856" y="6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51" name=""/>
            <p:cNvSpPr/>
            <p:nvPr/>
          </p:nvSpPr>
          <p:spPr>
            <a:xfrm rot="0">
              <a:off x="4840" y="685"/>
              <a:ext cx="23" cy="30"/>
            </a:xfrm>
            <a:custGeom>
              <a:avLst/>
              <a:ahLst/>
              <a:rect l="0" t="0" r="r" b="b"/>
              <a:pathLst>
                <a:path w="47" h="60">
                  <a:moveTo>
                    <a:pt x="47" y="51"/>
                  </a:moveTo>
                  <a:lnTo>
                    <a:pt x="40" y="26"/>
                  </a:lnTo>
                  <a:lnTo>
                    <a:pt x="33" y="0"/>
                  </a:lnTo>
                  <a:lnTo>
                    <a:pt x="0" y="9"/>
                  </a:lnTo>
                  <a:lnTo>
                    <a:pt x="7" y="35"/>
                  </a:lnTo>
                  <a:lnTo>
                    <a:pt x="15" y="60"/>
                  </a:lnTo>
                  <a:lnTo>
                    <a:pt x="4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52" name=""/>
            <p:cNvSpPr/>
            <p:nvPr/>
          </p:nvSpPr>
          <p:spPr>
            <a:xfrm rot="0">
              <a:off x="4840" y="685"/>
              <a:ext cx="23" cy="30"/>
            </a:xfrm>
            <a:custGeom>
              <a:avLst/>
              <a:ahLst/>
              <a:rect l="0" t="0" r="r" b="b"/>
              <a:pathLst>
                <a:path w="47" h="60">
                  <a:moveTo>
                    <a:pt x="47" y="51"/>
                  </a:moveTo>
                  <a:lnTo>
                    <a:pt x="40" y="26"/>
                  </a:lnTo>
                  <a:lnTo>
                    <a:pt x="33" y="0"/>
                  </a:lnTo>
                  <a:lnTo>
                    <a:pt x="0" y="9"/>
                  </a:lnTo>
                  <a:lnTo>
                    <a:pt x="7" y="35"/>
                  </a:lnTo>
                  <a:lnTo>
                    <a:pt x="15" y="60"/>
                  </a:lnTo>
                  <a:lnTo>
                    <a:pt x="4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53" name=""/>
            <p:cNvSpPr/>
            <p:nvPr/>
          </p:nvSpPr>
          <p:spPr>
            <a:xfrm rot="0">
              <a:off x="4839" y="690"/>
              <a:ext cx="4" cy="12"/>
            </a:xfrm>
            <a:custGeom>
              <a:avLst/>
              <a:ahLst/>
              <a:rect l="0" t="0" r="r" b="b"/>
              <a:pathLst>
                <a:path w="9" h="26">
                  <a:moveTo>
                    <a:pt x="9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54" name=""/>
            <p:cNvSpPr/>
            <p:nvPr/>
          </p:nvSpPr>
          <p:spPr>
            <a:xfrm rot="0" flipH="1">
              <a:off x="4839" y="6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55" name=""/>
            <p:cNvSpPr/>
            <p:nvPr/>
          </p:nvSpPr>
          <p:spPr>
            <a:xfrm rot="0">
              <a:off x="4823" y="690"/>
              <a:ext cx="25" cy="30"/>
            </a:xfrm>
            <a:custGeom>
              <a:avLst/>
              <a:ahLst/>
              <a:rect l="0" t="0" r="r" b="b"/>
              <a:pathLst>
                <a:path w="50" h="61">
                  <a:moveTo>
                    <a:pt x="50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2"/>
                  </a:lnTo>
                  <a:lnTo>
                    <a:pt x="9" y="36"/>
                  </a:lnTo>
                  <a:lnTo>
                    <a:pt x="18" y="61"/>
                  </a:lnTo>
                  <a:lnTo>
                    <a:pt x="5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56" name=""/>
            <p:cNvSpPr/>
            <p:nvPr/>
          </p:nvSpPr>
          <p:spPr>
            <a:xfrm rot="0">
              <a:off x="4823" y="690"/>
              <a:ext cx="25" cy="30"/>
            </a:xfrm>
            <a:custGeom>
              <a:avLst/>
              <a:ahLst/>
              <a:rect l="0" t="0" r="r" b="b"/>
              <a:pathLst>
                <a:path w="50" h="61">
                  <a:moveTo>
                    <a:pt x="50" y="49"/>
                  </a:moveTo>
                  <a:lnTo>
                    <a:pt x="40" y="25"/>
                  </a:lnTo>
                  <a:lnTo>
                    <a:pt x="31" y="0"/>
                  </a:lnTo>
                  <a:lnTo>
                    <a:pt x="0" y="12"/>
                  </a:lnTo>
                  <a:lnTo>
                    <a:pt x="9" y="36"/>
                  </a:lnTo>
                  <a:lnTo>
                    <a:pt x="18" y="61"/>
                  </a:lnTo>
                  <a:lnTo>
                    <a:pt x="5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57" name=""/>
            <p:cNvSpPr/>
            <p:nvPr/>
          </p:nvSpPr>
          <p:spPr>
            <a:xfrm rot="0">
              <a:off x="4823" y="696"/>
              <a:ext cx="4" cy="12"/>
            </a:xfrm>
            <a:custGeom>
              <a:avLst/>
              <a:ahLst/>
              <a:rect l="0" t="0" r="r" b="b"/>
              <a:pathLst>
                <a:path w="9" h="24">
                  <a:moveTo>
                    <a:pt x="9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58" name=""/>
            <p:cNvSpPr/>
            <p:nvPr/>
          </p:nvSpPr>
          <p:spPr>
            <a:xfrm rot="0">
              <a:off x="4823" y="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59" name=""/>
            <p:cNvSpPr/>
            <p:nvPr/>
          </p:nvSpPr>
          <p:spPr>
            <a:xfrm rot="0">
              <a:off x="4807" y="696"/>
              <a:ext cx="25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49" y="49"/>
                  </a:moveTo>
                  <a:lnTo>
                    <a:pt x="40" y="24"/>
                  </a:lnTo>
                  <a:lnTo>
                    <a:pt x="31" y="0"/>
                  </a:lnTo>
                  <a:lnTo>
                    <a:pt x="0" y="12"/>
                  </a:lnTo>
                  <a:lnTo>
                    <a:pt x="9" y="36"/>
                  </a:lnTo>
                  <a:lnTo>
                    <a:pt x="18" y="61"/>
                  </a:lnTo>
                  <a:lnTo>
                    <a:pt x="4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60" name=""/>
            <p:cNvSpPr/>
            <p:nvPr/>
          </p:nvSpPr>
          <p:spPr>
            <a:xfrm rot="0">
              <a:off x="4807" y="696"/>
              <a:ext cx="25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49" y="49"/>
                  </a:moveTo>
                  <a:lnTo>
                    <a:pt x="40" y="24"/>
                  </a:lnTo>
                  <a:lnTo>
                    <a:pt x="31" y="0"/>
                  </a:lnTo>
                  <a:lnTo>
                    <a:pt x="0" y="12"/>
                  </a:lnTo>
                  <a:lnTo>
                    <a:pt x="9" y="36"/>
                  </a:lnTo>
                  <a:lnTo>
                    <a:pt x="18" y="61"/>
                  </a:lnTo>
                  <a:lnTo>
                    <a:pt x="4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61" name=""/>
            <p:cNvSpPr/>
            <p:nvPr/>
          </p:nvSpPr>
          <p:spPr>
            <a:xfrm rot="0">
              <a:off x="4807" y="702"/>
              <a:ext cx="5" cy="12"/>
            </a:xfrm>
            <a:custGeom>
              <a:avLst/>
              <a:ahLst/>
              <a:rect l="0" t="0" r="r" b="b"/>
              <a:pathLst>
                <a:path w="10" h="24">
                  <a:moveTo>
                    <a:pt x="10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62" name=""/>
            <p:cNvSpPr/>
            <p:nvPr/>
          </p:nvSpPr>
          <p:spPr>
            <a:xfrm rot="0" flipH="1">
              <a:off x="4807" y="7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63" name=""/>
            <p:cNvSpPr/>
            <p:nvPr/>
          </p:nvSpPr>
          <p:spPr>
            <a:xfrm rot="0">
              <a:off x="4792" y="702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7"/>
                  </a:moveTo>
                  <a:lnTo>
                    <a:pt x="40" y="23"/>
                  </a:lnTo>
                  <a:lnTo>
                    <a:pt x="30" y="0"/>
                  </a:lnTo>
                  <a:lnTo>
                    <a:pt x="0" y="13"/>
                  </a:lnTo>
                  <a:lnTo>
                    <a:pt x="10" y="37"/>
                  </a:lnTo>
                  <a:lnTo>
                    <a:pt x="21" y="60"/>
                  </a:lnTo>
                  <a:lnTo>
                    <a:pt x="5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64" name=""/>
            <p:cNvSpPr/>
            <p:nvPr/>
          </p:nvSpPr>
          <p:spPr>
            <a:xfrm rot="0">
              <a:off x="4792" y="702"/>
              <a:ext cx="25" cy="31"/>
            </a:xfrm>
            <a:custGeom>
              <a:avLst/>
              <a:ahLst/>
              <a:rect l="0" t="0" r="r" b="b"/>
              <a:pathLst>
                <a:path w="50" h="60">
                  <a:moveTo>
                    <a:pt x="50" y="47"/>
                  </a:moveTo>
                  <a:lnTo>
                    <a:pt x="40" y="23"/>
                  </a:lnTo>
                  <a:lnTo>
                    <a:pt x="30" y="0"/>
                  </a:lnTo>
                  <a:lnTo>
                    <a:pt x="0" y="13"/>
                  </a:lnTo>
                  <a:lnTo>
                    <a:pt x="10" y="37"/>
                  </a:lnTo>
                  <a:lnTo>
                    <a:pt x="21" y="60"/>
                  </a:lnTo>
                  <a:lnTo>
                    <a:pt x="5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65" name=""/>
            <p:cNvSpPr/>
            <p:nvPr/>
          </p:nvSpPr>
          <p:spPr>
            <a:xfrm rot="0">
              <a:off x="4791" y="709"/>
              <a:ext cx="6" cy="12"/>
            </a:xfrm>
            <a:custGeom>
              <a:avLst/>
              <a:ahLst/>
              <a:rect l="0" t="0" r="r" b="b"/>
              <a:pathLst>
                <a:path w="12" h="24">
                  <a:moveTo>
                    <a:pt x="12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66" name=""/>
            <p:cNvSpPr/>
            <p:nvPr/>
          </p:nvSpPr>
          <p:spPr>
            <a:xfrm rot="0" flipH="1">
              <a:off x="4791" y="7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67" name=""/>
            <p:cNvSpPr/>
            <p:nvPr/>
          </p:nvSpPr>
          <p:spPr>
            <a:xfrm rot="0">
              <a:off x="4776" y="710"/>
              <a:ext cx="27" cy="30"/>
            </a:xfrm>
            <a:custGeom>
              <a:avLst/>
              <a:ahLst/>
              <a:rect l="0" t="0" r="r" b="b"/>
              <a:pathLst>
                <a:path w="55" h="62">
                  <a:moveTo>
                    <a:pt x="55" y="45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7"/>
                  </a:lnTo>
                  <a:lnTo>
                    <a:pt x="13" y="39"/>
                  </a:lnTo>
                  <a:lnTo>
                    <a:pt x="25" y="62"/>
                  </a:lnTo>
                  <a:lnTo>
                    <a:pt x="5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68" name=""/>
            <p:cNvSpPr/>
            <p:nvPr/>
          </p:nvSpPr>
          <p:spPr>
            <a:xfrm rot="0">
              <a:off x="4776" y="710"/>
              <a:ext cx="27" cy="30"/>
            </a:xfrm>
            <a:custGeom>
              <a:avLst/>
              <a:ahLst/>
              <a:rect l="0" t="0" r="r" b="b"/>
              <a:pathLst>
                <a:path w="55" h="62">
                  <a:moveTo>
                    <a:pt x="55" y="45"/>
                  </a:moveTo>
                  <a:lnTo>
                    <a:pt x="42" y="23"/>
                  </a:lnTo>
                  <a:lnTo>
                    <a:pt x="30" y="0"/>
                  </a:lnTo>
                  <a:lnTo>
                    <a:pt x="0" y="17"/>
                  </a:lnTo>
                  <a:lnTo>
                    <a:pt x="13" y="39"/>
                  </a:lnTo>
                  <a:lnTo>
                    <a:pt x="25" y="62"/>
                  </a:lnTo>
                  <a:lnTo>
                    <a:pt x="5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69" name=""/>
            <p:cNvSpPr/>
            <p:nvPr/>
          </p:nvSpPr>
          <p:spPr>
            <a:xfrm rot="0">
              <a:off x="4776" y="718"/>
              <a:ext cx="6" cy="11"/>
            </a:xfrm>
            <a:custGeom>
              <a:avLst/>
              <a:ahLst/>
              <a:rect l="0" t="0" r="r" b="b"/>
              <a:pathLst>
                <a:path w="14" h="22">
                  <a:moveTo>
                    <a:pt x="14" y="2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70" name=""/>
            <p:cNvSpPr/>
            <p:nvPr/>
          </p:nvSpPr>
          <p:spPr>
            <a:xfrm rot="0" flipH="1">
              <a:off x="4776" y="7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71" name=""/>
            <p:cNvSpPr/>
            <p:nvPr/>
          </p:nvSpPr>
          <p:spPr>
            <a:xfrm rot="0">
              <a:off x="4761" y="718"/>
              <a:ext cx="28" cy="31"/>
            </a:xfrm>
            <a:custGeom>
              <a:avLst/>
              <a:ahLst/>
              <a:rect l="0" t="0" r="r" b="b"/>
              <a:pathLst>
                <a:path w="55" h="61">
                  <a:moveTo>
                    <a:pt x="55" y="45"/>
                  </a:moveTo>
                  <a:lnTo>
                    <a:pt x="42" y="22"/>
                  </a:lnTo>
                  <a:lnTo>
                    <a:pt x="28" y="0"/>
                  </a:lnTo>
                  <a:lnTo>
                    <a:pt x="0" y="16"/>
                  </a:lnTo>
                  <a:lnTo>
                    <a:pt x="13" y="39"/>
                  </a:lnTo>
                  <a:lnTo>
                    <a:pt x="26" y="61"/>
                  </a:lnTo>
                  <a:lnTo>
                    <a:pt x="5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72" name=""/>
            <p:cNvSpPr/>
            <p:nvPr/>
          </p:nvSpPr>
          <p:spPr>
            <a:xfrm rot="0">
              <a:off x="4761" y="718"/>
              <a:ext cx="28" cy="31"/>
            </a:xfrm>
            <a:custGeom>
              <a:avLst/>
              <a:ahLst/>
              <a:rect l="0" t="0" r="r" b="b"/>
              <a:pathLst>
                <a:path w="55" h="61">
                  <a:moveTo>
                    <a:pt x="55" y="45"/>
                  </a:moveTo>
                  <a:lnTo>
                    <a:pt x="42" y="22"/>
                  </a:lnTo>
                  <a:lnTo>
                    <a:pt x="28" y="0"/>
                  </a:lnTo>
                  <a:lnTo>
                    <a:pt x="0" y="16"/>
                  </a:lnTo>
                  <a:lnTo>
                    <a:pt x="13" y="39"/>
                  </a:lnTo>
                  <a:lnTo>
                    <a:pt x="26" y="61"/>
                  </a:lnTo>
                  <a:lnTo>
                    <a:pt x="5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73" name=""/>
            <p:cNvSpPr/>
            <p:nvPr/>
          </p:nvSpPr>
          <p:spPr>
            <a:xfrm rot="0">
              <a:off x="4761" y="726"/>
              <a:ext cx="7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14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74" name=""/>
            <p:cNvSpPr/>
            <p:nvPr/>
          </p:nvSpPr>
          <p:spPr>
            <a:xfrm rot="0" flipH="1">
              <a:off x="4761" y="7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75" name=""/>
            <p:cNvSpPr/>
            <p:nvPr/>
          </p:nvSpPr>
          <p:spPr>
            <a:xfrm rot="0">
              <a:off x="4747" y="727"/>
              <a:ext cx="28" cy="30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2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9" y="61"/>
                  </a:lnTo>
                  <a:lnTo>
                    <a:pt x="5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76" name=""/>
            <p:cNvSpPr/>
            <p:nvPr/>
          </p:nvSpPr>
          <p:spPr>
            <a:xfrm rot="0">
              <a:off x="4747" y="727"/>
              <a:ext cx="28" cy="30"/>
            </a:xfrm>
            <a:custGeom>
              <a:avLst/>
              <a:ahLst/>
              <a:rect l="0" t="0" r="r" b="b"/>
              <a:pathLst>
                <a:path w="56" h="61">
                  <a:moveTo>
                    <a:pt x="56" y="43"/>
                  </a:moveTo>
                  <a:lnTo>
                    <a:pt x="42" y="22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14" y="40"/>
                  </a:lnTo>
                  <a:lnTo>
                    <a:pt x="29" y="61"/>
                  </a:lnTo>
                  <a:lnTo>
                    <a:pt x="5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77" name=""/>
            <p:cNvSpPr/>
            <p:nvPr/>
          </p:nvSpPr>
          <p:spPr>
            <a:xfrm rot="0">
              <a:off x="4747" y="736"/>
              <a:ext cx="7" cy="10"/>
            </a:xfrm>
            <a:custGeom>
              <a:avLst/>
              <a:ahLst/>
              <a:rect l="0" t="0" r="r" b="b"/>
              <a:pathLst>
                <a:path w="15" h="22">
                  <a:moveTo>
                    <a:pt x="15" y="2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200" name=""/>
          <p:cNvGrpSpPr/>
          <p:nvPr/>
        </p:nvGrpSpPr>
        <p:grpSpPr>
          <a:xfrm rot="0">
            <a:off x="7302500" y="1168400"/>
            <a:ext cx="568325" cy="989012"/>
            <a:chOff x="4600" y="736"/>
            <a:chExt cx="358" cy="623"/>
          </a:xfrm>
        </p:grpSpPr>
        <p:sp>
          <p:nvSpPr>
            <p:cNvPr id="1062278" name=""/>
            <p:cNvSpPr/>
            <p:nvPr/>
          </p:nvSpPr>
          <p:spPr>
            <a:xfrm rot="0" flipH="1">
              <a:off x="4747" y="7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79" name=""/>
            <p:cNvSpPr/>
            <p:nvPr/>
          </p:nvSpPr>
          <p:spPr>
            <a:xfrm rot="0">
              <a:off x="4733" y="736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59" y="43"/>
                  </a:moveTo>
                  <a:lnTo>
                    <a:pt x="43" y="22"/>
                  </a:lnTo>
                  <a:lnTo>
                    <a:pt x="28" y="0"/>
                  </a:lnTo>
                  <a:lnTo>
                    <a:pt x="0" y="20"/>
                  </a:lnTo>
                  <a:lnTo>
                    <a:pt x="16" y="41"/>
                  </a:lnTo>
                  <a:lnTo>
                    <a:pt x="31" y="63"/>
                  </a:lnTo>
                  <a:lnTo>
                    <a:pt x="59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80" name=""/>
            <p:cNvSpPr/>
            <p:nvPr/>
          </p:nvSpPr>
          <p:spPr>
            <a:xfrm rot="0">
              <a:off x="4733" y="736"/>
              <a:ext cx="29" cy="31"/>
            </a:xfrm>
            <a:custGeom>
              <a:avLst/>
              <a:ahLst/>
              <a:rect l="0" t="0" r="r" b="b"/>
              <a:pathLst>
                <a:path w="59" h="63">
                  <a:moveTo>
                    <a:pt x="59" y="43"/>
                  </a:moveTo>
                  <a:lnTo>
                    <a:pt x="43" y="22"/>
                  </a:lnTo>
                  <a:lnTo>
                    <a:pt x="28" y="0"/>
                  </a:lnTo>
                  <a:lnTo>
                    <a:pt x="0" y="20"/>
                  </a:lnTo>
                  <a:lnTo>
                    <a:pt x="16" y="41"/>
                  </a:lnTo>
                  <a:lnTo>
                    <a:pt x="31" y="63"/>
                  </a:lnTo>
                  <a:lnTo>
                    <a:pt x="59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81" name=""/>
            <p:cNvSpPr/>
            <p:nvPr/>
          </p:nvSpPr>
          <p:spPr>
            <a:xfrm rot="0">
              <a:off x="4732" y="745"/>
              <a:ext cx="8" cy="11"/>
            </a:xfrm>
            <a:custGeom>
              <a:avLst/>
              <a:ahLst/>
              <a:rect l="0" t="0" r="r" b="b"/>
              <a:pathLst>
                <a:path w="17" h="21">
                  <a:moveTo>
                    <a:pt x="1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82" name=""/>
            <p:cNvSpPr/>
            <p:nvPr/>
          </p:nvSpPr>
          <p:spPr>
            <a:xfrm rot="0" flipH="1">
              <a:off x="4732" y="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83" name=""/>
            <p:cNvSpPr/>
            <p:nvPr/>
          </p:nvSpPr>
          <p:spPr>
            <a:xfrm rot="0">
              <a:off x="4719" y="746"/>
              <a:ext cx="30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58" y="41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1"/>
                  </a:lnTo>
                  <a:lnTo>
                    <a:pt x="16" y="42"/>
                  </a:lnTo>
                  <a:lnTo>
                    <a:pt x="33" y="62"/>
                  </a:lnTo>
                  <a:lnTo>
                    <a:pt x="58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84" name=""/>
            <p:cNvSpPr/>
            <p:nvPr/>
          </p:nvSpPr>
          <p:spPr>
            <a:xfrm rot="0">
              <a:off x="4719" y="746"/>
              <a:ext cx="30" cy="31"/>
            </a:xfrm>
            <a:custGeom>
              <a:avLst/>
              <a:ahLst/>
              <a:rect l="0" t="0" r="r" b="b"/>
              <a:pathLst>
                <a:path w="58" h="62">
                  <a:moveTo>
                    <a:pt x="58" y="41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1"/>
                  </a:lnTo>
                  <a:lnTo>
                    <a:pt x="16" y="42"/>
                  </a:lnTo>
                  <a:lnTo>
                    <a:pt x="33" y="62"/>
                  </a:lnTo>
                  <a:lnTo>
                    <a:pt x="58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85" name=""/>
            <p:cNvSpPr/>
            <p:nvPr/>
          </p:nvSpPr>
          <p:spPr>
            <a:xfrm rot="0">
              <a:off x="4719" y="757"/>
              <a:ext cx="9" cy="10"/>
            </a:xfrm>
            <a:custGeom>
              <a:avLst/>
              <a:ahLst/>
              <a:rect l="0" t="0" r="r" b="b"/>
              <a:pathLst>
                <a:path w="17" h="21">
                  <a:moveTo>
                    <a:pt x="1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86" name=""/>
            <p:cNvSpPr/>
            <p:nvPr/>
          </p:nvSpPr>
          <p:spPr>
            <a:xfrm rot="0" flipH="1">
              <a:off x="4719" y="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87" name=""/>
            <p:cNvSpPr/>
            <p:nvPr/>
          </p:nvSpPr>
          <p:spPr>
            <a:xfrm rot="0">
              <a:off x="4707" y="757"/>
              <a:ext cx="29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60" y="39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3"/>
                  </a:lnTo>
                  <a:lnTo>
                    <a:pt x="18" y="42"/>
                  </a:lnTo>
                  <a:lnTo>
                    <a:pt x="35" y="62"/>
                  </a:lnTo>
                  <a:lnTo>
                    <a:pt x="6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88" name=""/>
            <p:cNvSpPr/>
            <p:nvPr/>
          </p:nvSpPr>
          <p:spPr>
            <a:xfrm rot="0">
              <a:off x="4707" y="757"/>
              <a:ext cx="29" cy="31"/>
            </a:xfrm>
            <a:custGeom>
              <a:avLst/>
              <a:ahLst/>
              <a:rect l="0" t="0" r="r" b="b"/>
              <a:pathLst>
                <a:path w="60" h="62">
                  <a:moveTo>
                    <a:pt x="60" y="39"/>
                  </a:moveTo>
                  <a:lnTo>
                    <a:pt x="42" y="20"/>
                  </a:lnTo>
                  <a:lnTo>
                    <a:pt x="25" y="0"/>
                  </a:lnTo>
                  <a:lnTo>
                    <a:pt x="0" y="23"/>
                  </a:lnTo>
                  <a:lnTo>
                    <a:pt x="18" y="42"/>
                  </a:lnTo>
                  <a:lnTo>
                    <a:pt x="35" y="62"/>
                  </a:lnTo>
                  <a:lnTo>
                    <a:pt x="6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89" name=""/>
            <p:cNvSpPr/>
            <p:nvPr/>
          </p:nvSpPr>
          <p:spPr>
            <a:xfrm rot="0">
              <a:off x="4706" y="768"/>
              <a:ext cx="9" cy="10"/>
            </a:xfrm>
            <a:custGeom>
              <a:avLst/>
              <a:ahLst/>
              <a:rect l="0" t="0" r="r" b="b"/>
              <a:pathLst>
                <a:path w="19" h="19">
                  <a:moveTo>
                    <a:pt x="19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90" name=""/>
            <p:cNvSpPr/>
            <p:nvPr/>
          </p:nvSpPr>
          <p:spPr>
            <a:xfrm rot="0" flipH="1">
              <a:off x="4706" y="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91" name=""/>
            <p:cNvSpPr/>
            <p:nvPr/>
          </p:nvSpPr>
          <p:spPr>
            <a:xfrm rot="0">
              <a:off x="4694" y="769"/>
              <a:ext cx="31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7"/>
                  </a:moveTo>
                  <a:lnTo>
                    <a:pt x="42" y="18"/>
                  </a:lnTo>
                  <a:lnTo>
                    <a:pt x="23" y="0"/>
                  </a:lnTo>
                  <a:lnTo>
                    <a:pt x="0" y="24"/>
                  </a:lnTo>
                  <a:lnTo>
                    <a:pt x="18" y="42"/>
                  </a:lnTo>
                  <a:lnTo>
                    <a:pt x="37" y="60"/>
                  </a:lnTo>
                  <a:lnTo>
                    <a:pt x="6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92" name=""/>
            <p:cNvSpPr/>
            <p:nvPr/>
          </p:nvSpPr>
          <p:spPr>
            <a:xfrm rot="0">
              <a:off x="4694" y="769"/>
              <a:ext cx="31" cy="30"/>
            </a:xfrm>
            <a:custGeom>
              <a:avLst/>
              <a:ahLst/>
              <a:rect l="0" t="0" r="r" b="b"/>
              <a:pathLst>
                <a:path w="60" h="60">
                  <a:moveTo>
                    <a:pt x="60" y="37"/>
                  </a:moveTo>
                  <a:lnTo>
                    <a:pt x="42" y="18"/>
                  </a:lnTo>
                  <a:lnTo>
                    <a:pt x="23" y="0"/>
                  </a:lnTo>
                  <a:lnTo>
                    <a:pt x="0" y="24"/>
                  </a:lnTo>
                  <a:lnTo>
                    <a:pt x="18" y="42"/>
                  </a:lnTo>
                  <a:lnTo>
                    <a:pt x="37" y="60"/>
                  </a:lnTo>
                  <a:lnTo>
                    <a:pt x="6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93" name=""/>
            <p:cNvSpPr/>
            <p:nvPr/>
          </p:nvSpPr>
          <p:spPr>
            <a:xfrm rot="0">
              <a:off x="4694" y="781"/>
              <a:ext cx="10" cy="9"/>
            </a:xfrm>
            <a:custGeom>
              <a:avLst/>
              <a:ahLst/>
              <a:rect l="0" t="0" r="r" b="b"/>
              <a:pathLst>
                <a:path w="19" h="18">
                  <a:moveTo>
                    <a:pt x="19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94" name=""/>
            <p:cNvSpPr/>
            <p:nvPr/>
          </p:nvSpPr>
          <p:spPr>
            <a:xfrm rot="0" flipH="1">
              <a:off x="4694" y="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95" name=""/>
            <p:cNvSpPr/>
            <p:nvPr/>
          </p:nvSpPr>
          <p:spPr>
            <a:xfrm rot="0">
              <a:off x="4683" y="781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62" y="34"/>
                  </a:moveTo>
                  <a:lnTo>
                    <a:pt x="42" y="17"/>
                  </a:lnTo>
                  <a:lnTo>
                    <a:pt x="23" y="0"/>
                  </a:lnTo>
                  <a:lnTo>
                    <a:pt x="0" y="24"/>
                  </a:lnTo>
                  <a:lnTo>
                    <a:pt x="20" y="42"/>
                  </a:lnTo>
                  <a:lnTo>
                    <a:pt x="39" y="59"/>
                  </a:lnTo>
                  <a:lnTo>
                    <a:pt x="6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96" name=""/>
            <p:cNvSpPr/>
            <p:nvPr/>
          </p:nvSpPr>
          <p:spPr>
            <a:xfrm rot="0">
              <a:off x="4683" y="781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62" y="34"/>
                  </a:moveTo>
                  <a:lnTo>
                    <a:pt x="42" y="17"/>
                  </a:lnTo>
                  <a:lnTo>
                    <a:pt x="23" y="0"/>
                  </a:lnTo>
                  <a:lnTo>
                    <a:pt x="0" y="24"/>
                  </a:lnTo>
                  <a:lnTo>
                    <a:pt x="20" y="42"/>
                  </a:lnTo>
                  <a:lnTo>
                    <a:pt x="39" y="59"/>
                  </a:lnTo>
                  <a:lnTo>
                    <a:pt x="62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97" name=""/>
            <p:cNvSpPr/>
            <p:nvPr/>
          </p:nvSpPr>
          <p:spPr>
            <a:xfrm rot="0">
              <a:off x="4682" y="794"/>
              <a:ext cx="10" cy="8"/>
            </a:xfrm>
            <a:custGeom>
              <a:avLst/>
              <a:ahLst/>
              <a:rect l="0" t="0" r="r" b="b"/>
              <a:pathLst>
                <a:path w="21" h="18">
                  <a:moveTo>
                    <a:pt x="21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298" name=""/>
            <p:cNvSpPr/>
            <p:nvPr/>
          </p:nvSpPr>
          <p:spPr>
            <a:xfrm rot="0" flipH="1">
              <a:off x="4682" y="7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299" name=""/>
            <p:cNvSpPr/>
            <p:nvPr/>
          </p:nvSpPr>
          <p:spPr>
            <a:xfrm rot="0">
              <a:off x="4672" y="794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61" y="33"/>
                  </a:moveTo>
                  <a:lnTo>
                    <a:pt x="41" y="17"/>
                  </a:lnTo>
                  <a:lnTo>
                    <a:pt x="20" y="0"/>
                  </a:lnTo>
                  <a:lnTo>
                    <a:pt x="0" y="26"/>
                  </a:lnTo>
                  <a:lnTo>
                    <a:pt x="20" y="42"/>
                  </a:lnTo>
                  <a:lnTo>
                    <a:pt x="41" y="58"/>
                  </a:lnTo>
                  <a:lnTo>
                    <a:pt x="6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00" name=""/>
            <p:cNvSpPr/>
            <p:nvPr/>
          </p:nvSpPr>
          <p:spPr>
            <a:xfrm rot="0">
              <a:off x="4672" y="794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61" y="33"/>
                  </a:moveTo>
                  <a:lnTo>
                    <a:pt x="41" y="17"/>
                  </a:lnTo>
                  <a:lnTo>
                    <a:pt x="20" y="0"/>
                  </a:lnTo>
                  <a:lnTo>
                    <a:pt x="0" y="26"/>
                  </a:lnTo>
                  <a:lnTo>
                    <a:pt x="20" y="42"/>
                  </a:lnTo>
                  <a:lnTo>
                    <a:pt x="41" y="58"/>
                  </a:lnTo>
                  <a:lnTo>
                    <a:pt x="61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01" name=""/>
            <p:cNvSpPr/>
            <p:nvPr/>
          </p:nvSpPr>
          <p:spPr>
            <a:xfrm rot="0">
              <a:off x="4672" y="807"/>
              <a:ext cx="10" cy="8"/>
            </a:xfrm>
            <a:custGeom>
              <a:avLst/>
              <a:ahLst/>
              <a:rect l="0" t="0" r="r" b="b"/>
              <a:pathLst>
                <a:path w="20" h="16">
                  <a:moveTo>
                    <a:pt x="20" y="1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02" name=""/>
            <p:cNvSpPr/>
            <p:nvPr/>
          </p:nvSpPr>
          <p:spPr>
            <a:xfrm rot="0">
              <a:off x="4672" y="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03" name=""/>
            <p:cNvSpPr/>
            <p:nvPr/>
          </p:nvSpPr>
          <p:spPr>
            <a:xfrm rot="0">
              <a:off x="4662" y="807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62" y="32"/>
                  </a:moveTo>
                  <a:lnTo>
                    <a:pt x="41" y="16"/>
                  </a:lnTo>
                  <a:lnTo>
                    <a:pt x="21" y="0"/>
                  </a:lnTo>
                  <a:lnTo>
                    <a:pt x="0" y="26"/>
                  </a:lnTo>
                  <a:lnTo>
                    <a:pt x="21" y="43"/>
                  </a:lnTo>
                  <a:lnTo>
                    <a:pt x="41" y="59"/>
                  </a:lnTo>
                  <a:lnTo>
                    <a:pt x="6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04" name=""/>
            <p:cNvSpPr/>
            <p:nvPr/>
          </p:nvSpPr>
          <p:spPr>
            <a:xfrm rot="0">
              <a:off x="4662" y="807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62" y="32"/>
                  </a:moveTo>
                  <a:lnTo>
                    <a:pt x="41" y="16"/>
                  </a:lnTo>
                  <a:lnTo>
                    <a:pt x="21" y="0"/>
                  </a:lnTo>
                  <a:lnTo>
                    <a:pt x="0" y="26"/>
                  </a:lnTo>
                  <a:lnTo>
                    <a:pt x="21" y="43"/>
                  </a:lnTo>
                  <a:lnTo>
                    <a:pt x="41" y="59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05" name=""/>
            <p:cNvSpPr/>
            <p:nvPr/>
          </p:nvSpPr>
          <p:spPr>
            <a:xfrm rot="0">
              <a:off x="4661" y="820"/>
              <a:ext cx="11" cy="8"/>
            </a:xfrm>
            <a:custGeom>
              <a:avLst/>
              <a:ahLst/>
              <a:rect l="0" t="0" r="r" b="b"/>
              <a:pathLst>
                <a:path w="22" h="17">
                  <a:moveTo>
                    <a:pt x="22" y="1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06" name=""/>
            <p:cNvSpPr/>
            <p:nvPr/>
          </p:nvSpPr>
          <p:spPr>
            <a:xfrm rot="0" flipH="1">
              <a:off x="4661" y="8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07" name=""/>
            <p:cNvSpPr/>
            <p:nvPr/>
          </p:nvSpPr>
          <p:spPr>
            <a:xfrm rot="0">
              <a:off x="4652" y="821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61" y="29"/>
                  </a:moveTo>
                  <a:lnTo>
                    <a:pt x="40" y="15"/>
                  </a:lnTo>
                  <a:lnTo>
                    <a:pt x="18" y="0"/>
                  </a:lnTo>
                  <a:lnTo>
                    <a:pt x="0" y="29"/>
                  </a:lnTo>
                  <a:lnTo>
                    <a:pt x="21" y="43"/>
                  </a:lnTo>
                  <a:lnTo>
                    <a:pt x="43" y="58"/>
                  </a:lnTo>
                  <a:lnTo>
                    <a:pt x="6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08" name=""/>
            <p:cNvSpPr/>
            <p:nvPr/>
          </p:nvSpPr>
          <p:spPr>
            <a:xfrm rot="0">
              <a:off x="4652" y="821"/>
              <a:ext cx="31" cy="29"/>
            </a:xfrm>
            <a:custGeom>
              <a:avLst/>
              <a:ahLst/>
              <a:rect l="0" t="0" r="r" b="b"/>
              <a:pathLst>
                <a:path w="61" h="58">
                  <a:moveTo>
                    <a:pt x="61" y="29"/>
                  </a:moveTo>
                  <a:lnTo>
                    <a:pt x="40" y="15"/>
                  </a:lnTo>
                  <a:lnTo>
                    <a:pt x="18" y="0"/>
                  </a:lnTo>
                  <a:lnTo>
                    <a:pt x="0" y="29"/>
                  </a:lnTo>
                  <a:lnTo>
                    <a:pt x="21" y="43"/>
                  </a:lnTo>
                  <a:lnTo>
                    <a:pt x="43" y="58"/>
                  </a:lnTo>
                  <a:lnTo>
                    <a:pt x="61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09" name=""/>
            <p:cNvSpPr/>
            <p:nvPr/>
          </p:nvSpPr>
          <p:spPr>
            <a:xfrm rot="0">
              <a:off x="4651" y="836"/>
              <a:ext cx="12" cy="7"/>
            </a:xfrm>
            <a:custGeom>
              <a:avLst/>
              <a:ahLst/>
              <a:rect l="0" t="0" r="r" b="b"/>
              <a:pathLst>
                <a:path w="22" h="14">
                  <a:moveTo>
                    <a:pt x="22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10" name=""/>
            <p:cNvSpPr/>
            <p:nvPr/>
          </p:nvSpPr>
          <p:spPr>
            <a:xfrm rot="0" flipH="1">
              <a:off x="4651" y="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11" name=""/>
            <p:cNvSpPr/>
            <p:nvPr/>
          </p:nvSpPr>
          <p:spPr>
            <a:xfrm rot="0">
              <a:off x="4643" y="836"/>
              <a:ext cx="31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62" y="27"/>
                  </a:moveTo>
                  <a:lnTo>
                    <a:pt x="39" y="13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3" y="42"/>
                  </a:lnTo>
                  <a:lnTo>
                    <a:pt x="45" y="55"/>
                  </a:lnTo>
                  <a:lnTo>
                    <a:pt x="6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12" name=""/>
            <p:cNvSpPr/>
            <p:nvPr/>
          </p:nvSpPr>
          <p:spPr>
            <a:xfrm rot="0">
              <a:off x="4643" y="836"/>
              <a:ext cx="31" cy="28"/>
            </a:xfrm>
            <a:custGeom>
              <a:avLst/>
              <a:ahLst/>
              <a:rect l="0" t="0" r="r" b="b"/>
              <a:pathLst>
                <a:path w="62" h="55">
                  <a:moveTo>
                    <a:pt x="62" y="27"/>
                  </a:moveTo>
                  <a:lnTo>
                    <a:pt x="39" y="13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3" y="42"/>
                  </a:lnTo>
                  <a:lnTo>
                    <a:pt x="45" y="55"/>
                  </a:lnTo>
                  <a:lnTo>
                    <a:pt x="6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13" name=""/>
            <p:cNvSpPr/>
            <p:nvPr/>
          </p:nvSpPr>
          <p:spPr>
            <a:xfrm rot="0">
              <a:off x="4643" y="850"/>
              <a:ext cx="11" cy="7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14" name=""/>
            <p:cNvSpPr/>
            <p:nvPr/>
          </p:nvSpPr>
          <p:spPr>
            <a:xfrm rot="0" flipH="1">
              <a:off x="4643" y="8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15" name=""/>
            <p:cNvSpPr/>
            <p:nvPr/>
          </p:nvSpPr>
          <p:spPr>
            <a:xfrm rot="0">
              <a:off x="4635" y="851"/>
              <a:ext cx="31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62" y="24"/>
                  </a:moveTo>
                  <a:lnTo>
                    <a:pt x="39" y="12"/>
                  </a:lnTo>
                  <a:lnTo>
                    <a:pt x="15" y="0"/>
                  </a:lnTo>
                  <a:lnTo>
                    <a:pt x="0" y="29"/>
                  </a:lnTo>
                  <a:lnTo>
                    <a:pt x="24" y="42"/>
                  </a:lnTo>
                  <a:lnTo>
                    <a:pt x="47" y="54"/>
                  </a:lnTo>
                  <a:lnTo>
                    <a:pt x="6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16" name=""/>
            <p:cNvSpPr/>
            <p:nvPr/>
          </p:nvSpPr>
          <p:spPr>
            <a:xfrm rot="0">
              <a:off x="4635" y="851"/>
              <a:ext cx="31" cy="27"/>
            </a:xfrm>
            <a:custGeom>
              <a:avLst/>
              <a:ahLst/>
              <a:rect l="0" t="0" r="r" b="b"/>
              <a:pathLst>
                <a:path w="62" h="54">
                  <a:moveTo>
                    <a:pt x="62" y="24"/>
                  </a:moveTo>
                  <a:lnTo>
                    <a:pt x="39" y="12"/>
                  </a:lnTo>
                  <a:lnTo>
                    <a:pt x="15" y="0"/>
                  </a:lnTo>
                  <a:lnTo>
                    <a:pt x="0" y="29"/>
                  </a:lnTo>
                  <a:lnTo>
                    <a:pt x="24" y="42"/>
                  </a:lnTo>
                  <a:lnTo>
                    <a:pt x="47" y="54"/>
                  </a:lnTo>
                  <a:lnTo>
                    <a:pt x="62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17" name=""/>
            <p:cNvSpPr/>
            <p:nvPr/>
          </p:nvSpPr>
          <p:spPr>
            <a:xfrm rot="0">
              <a:off x="4635" y="866"/>
              <a:ext cx="12" cy="6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18" name=""/>
            <p:cNvSpPr/>
            <p:nvPr/>
          </p:nvSpPr>
          <p:spPr>
            <a:xfrm rot="0">
              <a:off x="4635" y="8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19" name=""/>
            <p:cNvSpPr/>
            <p:nvPr/>
          </p:nvSpPr>
          <p:spPr>
            <a:xfrm rot="0">
              <a:off x="4628" y="866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61" y="23"/>
                  </a:moveTo>
                  <a:lnTo>
                    <a:pt x="38" y="12"/>
                  </a:lnTo>
                  <a:lnTo>
                    <a:pt x="14" y="0"/>
                  </a:lnTo>
                  <a:lnTo>
                    <a:pt x="0" y="30"/>
                  </a:lnTo>
                  <a:lnTo>
                    <a:pt x="23" y="41"/>
                  </a:lnTo>
                  <a:lnTo>
                    <a:pt x="47" y="53"/>
                  </a:lnTo>
                  <a:lnTo>
                    <a:pt x="61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20" name=""/>
            <p:cNvSpPr/>
            <p:nvPr/>
          </p:nvSpPr>
          <p:spPr>
            <a:xfrm rot="0">
              <a:off x="4628" y="866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61" y="23"/>
                  </a:moveTo>
                  <a:lnTo>
                    <a:pt x="38" y="12"/>
                  </a:lnTo>
                  <a:lnTo>
                    <a:pt x="14" y="0"/>
                  </a:lnTo>
                  <a:lnTo>
                    <a:pt x="0" y="30"/>
                  </a:lnTo>
                  <a:lnTo>
                    <a:pt x="23" y="41"/>
                  </a:lnTo>
                  <a:lnTo>
                    <a:pt x="47" y="53"/>
                  </a:lnTo>
                  <a:lnTo>
                    <a:pt x="61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21" name=""/>
            <p:cNvSpPr/>
            <p:nvPr/>
          </p:nvSpPr>
          <p:spPr>
            <a:xfrm rot="0">
              <a:off x="4627" y="881"/>
              <a:ext cx="13" cy="6"/>
            </a:xfrm>
            <a:custGeom>
              <a:avLst/>
              <a:ahLst/>
              <a:rect l="0" t="0" r="r" b="b"/>
              <a:pathLst>
                <a:path w="24" h="11">
                  <a:moveTo>
                    <a:pt x="24" y="1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22" name=""/>
            <p:cNvSpPr/>
            <p:nvPr/>
          </p:nvSpPr>
          <p:spPr>
            <a:xfrm rot="0" flipH="1">
              <a:off x="4627" y="8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23" name=""/>
            <p:cNvSpPr/>
            <p:nvPr/>
          </p:nvSpPr>
          <p:spPr>
            <a:xfrm rot="0">
              <a:off x="4621" y="882"/>
              <a:ext cx="31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62" y="19"/>
                  </a:moveTo>
                  <a:lnTo>
                    <a:pt x="37" y="9"/>
                  </a:lnTo>
                  <a:lnTo>
                    <a:pt x="13" y="0"/>
                  </a:lnTo>
                  <a:lnTo>
                    <a:pt x="0" y="31"/>
                  </a:lnTo>
                  <a:lnTo>
                    <a:pt x="25" y="40"/>
                  </a:lnTo>
                  <a:lnTo>
                    <a:pt x="49" y="49"/>
                  </a:lnTo>
                  <a:lnTo>
                    <a:pt x="62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24" name=""/>
            <p:cNvSpPr/>
            <p:nvPr/>
          </p:nvSpPr>
          <p:spPr>
            <a:xfrm rot="0">
              <a:off x="4621" y="882"/>
              <a:ext cx="31" cy="25"/>
            </a:xfrm>
            <a:custGeom>
              <a:avLst/>
              <a:ahLst/>
              <a:rect l="0" t="0" r="r" b="b"/>
              <a:pathLst>
                <a:path w="62" h="49">
                  <a:moveTo>
                    <a:pt x="62" y="19"/>
                  </a:moveTo>
                  <a:lnTo>
                    <a:pt x="37" y="9"/>
                  </a:lnTo>
                  <a:lnTo>
                    <a:pt x="13" y="0"/>
                  </a:lnTo>
                  <a:lnTo>
                    <a:pt x="0" y="31"/>
                  </a:lnTo>
                  <a:lnTo>
                    <a:pt x="25" y="40"/>
                  </a:lnTo>
                  <a:lnTo>
                    <a:pt x="49" y="49"/>
                  </a:lnTo>
                  <a:lnTo>
                    <a:pt x="62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25" name=""/>
            <p:cNvSpPr/>
            <p:nvPr/>
          </p:nvSpPr>
          <p:spPr>
            <a:xfrm rot="0">
              <a:off x="4621" y="897"/>
              <a:ext cx="12" cy="5"/>
            </a:xfrm>
            <a:custGeom>
              <a:avLst/>
              <a:ahLst/>
              <a:rect l="0" t="0" r="r" b="b"/>
              <a:pathLst>
                <a:path w="25" h="9">
                  <a:moveTo>
                    <a:pt x="25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26" name=""/>
            <p:cNvSpPr/>
            <p:nvPr/>
          </p:nvSpPr>
          <p:spPr>
            <a:xfrm rot="0">
              <a:off x="4621" y="8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27" name=""/>
            <p:cNvSpPr/>
            <p:nvPr/>
          </p:nvSpPr>
          <p:spPr>
            <a:xfrm rot="0">
              <a:off x="4616" y="898"/>
              <a:ext cx="30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59" y="16"/>
                  </a:moveTo>
                  <a:lnTo>
                    <a:pt x="35" y="8"/>
                  </a:lnTo>
                  <a:lnTo>
                    <a:pt x="10" y="0"/>
                  </a:lnTo>
                  <a:lnTo>
                    <a:pt x="0" y="32"/>
                  </a:lnTo>
                  <a:lnTo>
                    <a:pt x="25" y="40"/>
                  </a:lnTo>
                  <a:lnTo>
                    <a:pt x="49" y="48"/>
                  </a:lnTo>
                  <a:lnTo>
                    <a:pt x="5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28" name=""/>
            <p:cNvSpPr/>
            <p:nvPr/>
          </p:nvSpPr>
          <p:spPr>
            <a:xfrm rot="0">
              <a:off x="4616" y="898"/>
              <a:ext cx="30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59" y="16"/>
                  </a:moveTo>
                  <a:lnTo>
                    <a:pt x="35" y="8"/>
                  </a:lnTo>
                  <a:lnTo>
                    <a:pt x="10" y="0"/>
                  </a:lnTo>
                  <a:lnTo>
                    <a:pt x="0" y="32"/>
                  </a:lnTo>
                  <a:lnTo>
                    <a:pt x="25" y="40"/>
                  </a:lnTo>
                  <a:lnTo>
                    <a:pt x="49" y="48"/>
                  </a:lnTo>
                  <a:lnTo>
                    <a:pt x="59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29" name=""/>
            <p:cNvSpPr/>
            <p:nvPr/>
          </p:nvSpPr>
          <p:spPr>
            <a:xfrm rot="0">
              <a:off x="4616" y="914"/>
              <a:ext cx="12" cy="4"/>
            </a:xfrm>
            <a:custGeom>
              <a:avLst/>
              <a:ahLst/>
              <a:rect l="0" t="0" r="r" b="b"/>
              <a:pathLst>
                <a:path w="25" h="8">
                  <a:moveTo>
                    <a:pt x="25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30" name=""/>
            <p:cNvSpPr/>
            <p:nvPr/>
          </p:nvSpPr>
          <p:spPr>
            <a:xfrm rot="0">
              <a:off x="4616" y="9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31" name=""/>
            <p:cNvSpPr/>
            <p:nvPr/>
          </p:nvSpPr>
          <p:spPr>
            <a:xfrm rot="0">
              <a:off x="4611" y="914"/>
              <a:ext cx="30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58" y="14"/>
                  </a:moveTo>
                  <a:lnTo>
                    <a:pt x="34" y="7"/>
                  </a:lnTo>
                  <a:lnTo>
                    <a:pt x="9" y="0"/>
                  </a:lnTo>
                  <a:lnTo>
                    <a:pt x="0" y="31"/>
                  </a:lnTo>
                  <a:lnTo>
                    <a:pt x="24" y="39"/>
                  </a:lnTo>
                  <a:lnTo>
                    <a:pt x="49" y="46"/>
                  </a:lnTo>
                  <a:lnTo>
                    <a:pt x="5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32" name=""/>
            <p:cNvSpPr/>
            <p:nvPr/>
          </p:nvSpPr>
          <p:spPr>
            <a:xfrm rot="0">
              <a:off x="4611" y="914"/>
              <a:ext cx="30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58" y="14"/>
                  </a:moveTo>
                  <a:lnTo>
                    <a:pt x="34" y="7"/>
                  </a:lnTo>
                  <a:lnTo>
                    <a:pt x="9" y="0"/>
                  </a:lnTo>
                  <a:lnTo>
                    <a:pt x="0" y="31"/>
                  </a:lnTo>
                  <a:lnTo>
                    <a:pt x="24" y="39"/>
                  </a:lnTo>
                  <a:lnTo>
                    <a:pt x="49" y="46"/>
                  </a:lnTo>
                  <a:lnTo>
                    <a:pt x="58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33" name=""/>
            <p:cNvSpPr/>
            <p:nvPr/>
          </p:nvSpPr>
          <p:spPr>
            <a:xfrm rot="0">
              <a:off x="4611" y="930"/>
              <a:ext cx="13" cy="4"/>
            </a:xfrm>
            <a:custGeom>
              <a:avLst/>
              <a:ahLst/>
              <a:rect l="0" t="0" r="r" b="b"/>
              <a:pathLst>
                <a:path w="25" h="8">
                  <a:moveTo>
                    <a:pt x="25" y="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34" name=""/>
            <p:cNvSpPr/>
            <p:nvPr/>
          </p:nvSpPr>
          <p:spPr>
            <a:xfrm rot="0" flipH="1">
              <a:off x="4611" y="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35" name=""/>
            <p:cNvSpPr/>
            <p:nvPr/>
          </p:nvSpPr>
          <p:spPr>
            <a:xfrm rot="0">
              <a:off x="4607" y="931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59" y="13"/>
                  </a:moveTo>
                  <a:lnTo>
                    <a:pt x="33" y="7"/>
                  </a:lnTo>
                  <a:lnTo>
                    <a:pt x="8" y="0"/>
                  </a:lnTo>
                  <a:lnTo>
                    <a:pt x="0" y="33"/>
                  </a:lnTo>
                  <a:lnTo>
                    <a:pt x="25" y="39"/>
                  </a:lnTo>
                  <a:lnTo>
                    <a:pt x="51" y="45"/>
                  </a:lnTo>
                  <a:lnTo>
                    <a:pt x="59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36" name=""/>
            <p:cNvSpPr/>
            <p:nvPr/>
          </p:nvSpPr>
          <p:spPr>
            <a:xfrm rot="0">
              <a:off x="4607" y="931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59" y="13"/>
                  </a:moveTo>
                  <a:lnTo>
                    <a:pt x="33" y="7"/>
                  </a:lnTo>
                  <a:lnTo>
                    <a:pt x="8" y="0"/>
                  </a:lnTo>
                  <a:lnTo>
                    <a:pt x="0" y="33"/>
                  </a:lnTo>
                  <a:lnTo>
                    <a:pt x="25" y="39"/>
                  </a:lnTo>
                  <a:lnTo>
                    <a:pt x="51" y="45"/>
                  </a:lnTo>
                  <a:lnTo>
                    <a:pt x="59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37" name=""/>
            <p:cNvSpPr/>
            <p:nvPr/>
          </p:nvSpPr>
          <p:spPr>
            <a:xfrm rot="0">
              <a:off x="4607" y="947"/>
              <a:ext cx="13" cy="3"/>
            </a:xfrm>
            <a:custGeom>
              <a:avLst/>
              <a:ahLst/>
              <a:rect l="0" t="0" r="r" b="b"/>
              <a:pathLst>
                <a:path w="25" h="6">
                  <a:moveTo>
                    <a:pt x="25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38" name=""/>
            <p:cNvSpPr/>
            <p:nvPr/>
          </p:nvSpPr>
          <p:spPr>
            <a:xfrm rot="0">
              <a:off x="4607" y="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39" name=""/>
            <p:cNvSpPr/>
            <p:nvPr/>
          </p:nvSpPr>
          <p:spPr>
            <a:xfrm rot="0">
              <a:off x="4604" y="94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6" y="8"/>
                  </a:moveTo>
                  <a:lnTo>
                    <a:pt x="30" y="4"/>
                  </a:lnTo>
                  <a:lnTo>
                    <a:pt x="5" y="0"/>
                  </a:lnTo>
                  <a:lnTo>
                    <a:pt x="0" y="33"/>
                  </a:lnTo>
                  <a:lnTo>
                    <a:pt x="25" y="37"/>
                  </a:lnTo>
                  <a:lnTo>
                    <a:pt x="51" y="41"/>
                  </a:lnTo>
                  <a:lnTo>
                    <a:pt x="5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40" name=""/>
            <p:cNvSpPr/>
            <p:nvPr/>
          </p:nvSpPr>
          <p:spPr>
            <a:xfrm rot="0">
              <a:off x="4604" y="948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6" y="8"/>
                  </a:moveTo>
                  <a:lnTo>
                    <a:pt x="30" y="4"/>
                  </a:lnTo>
                  <a:lnTo>
                    <a:pt x="5" y="0"/>
                  </a:lnTo>
                  <a:lnTo>
                    <a:pt x="0" y="33"/>
                  </a:lnTo>
                  <a:lnTo>
                    <a:pt x="25" y="37"/>
                  </a:lnTo>
                  <a:lnTo>
                    <a:pt x="51" y="41"/>
                  </a:lnTo>
                  <a:lnTo>
                    <a:pt x="5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41" name=""/>
            <p:cNvSpPr/>
            <p:nvPr/>
          </p:nvSpPr>
          <p:spPr>
            <a:xfrm rot="0">
              <a:off x="4604" y="965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25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42" name=""/>
            <p:cNvSpPr/>
            <p:nvPr/>
          </p:nvSpPr>
          <p:spPr>
            <a:xfrm rot="0">
              <a:off x="4604" y="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43" name=""/>
            <p:cNvSpPr/>
            <p:nvPr/>
          </p:nvSpPr>
          <p:spPr>
            <a:xfrm rot="0">
              <a:off x="4602" y="965"/>
              <a:ext cx="28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56" y="6"/>
                  </a:moveTo>
                  <a:lnTo>
                    <a:pt x="30" y="3"/>
                  </a:lnTo>
                  <a:lnTo>
                    <a:pt x="5" y="0"/>
                  </a:lnTo>
                  <a:lnTo>
                    <a:pt x="0" y="34"/>
                  </a:lnTo>
                  <a:lnTo>
                    <a:pt x="26" y="37"/>
                  </a:lnTo>
                  <a:lnTo>
                    <a:pt x="52" y="40"/>
                  </a:lnTo>
                  <a:lnTo>
                    <a:pt x="5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44" name=""/>
            <p:cNvSpPr/>
            <p:nvPr/>
          </p:nvSpPr>
          <p:spPr>
            <a:xfrm rot="0">
              <a:off x="4602" y="965"/>
              <a:ext cx="28" cy="20"/>
            </a:xfrm>
            <a:custGeom>
              <a:avLst/>
              <a:ahLst/>
              <a:rect l="0" t="0" r="r" b="b"/>
              <a:pathLst>
                <a:path w="56" h="40">
                  <a:moveTo>
                    <a:pt x="56" y="6"/>
                  </a:moveTo>
                  <a:lnTo>
                    <a:pt x="30" y="3"/>
                  </a:lnTo>
                  <a:lnTo>
                    <a:pt x="5" y="0"/>
                  </a:lnTo>
                  <a:lnTo>
                    <a:pt x="0" y="34"/>
                  </a:lnTo>
                  <a:lnTo>
                    <a:pt x="26" y="37"/>
                  </a:lnTo>
                  <a:lnTo>
                    <a:pt x="52" y="40"/>
                  </a:lnTo>
                  <a:lnTo>
                    <a:pt x="56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45" name=""/>
            <p:cNvSpPr/>
            <p:nvPr/>
          </p:nvSpPr>
          <p:spPr>
            <a:xfrm rot="0">
              <a:off x="4602" y="982"/>
              <a:ext cx="13" cy="1"/>
            </a:xfrm>
            <a:custGeom>
              <a:avLst/>
              <a:ahLst/>
              <a:rect l="0" t="0" r="r" b="b"/>
              <a:pathLst>
                <a:path w="26" h="3">
                  <a:moveTo>
                    <a:pt x="26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46" name=""/>
            <p:cNvSpPr/>
            <p:nvPr/>
          </p:nvSpPr>
          <p:spPr>
            <a:xfrm rot="0">
              <a:off x="4602" y="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47" name=""/>
            <p:cNvSpPr/>
            <p:nvPr/>
          </p:nvSpPr>
          <p:spPr>
            <a:xfrm rot="0">
              <a:off x="4601" y="982"/>
              <a:ext cx="27" cy="19"/>
            </a:xfrm>
            <a:custGeom>
              <a:avLst/>
              <a:ahLst/>
              <a:rect l="0" t="0" r="r" b="b"/>
              <a:pathLst>
                <a:path w="55" h="37">
                  <a:moveTo>
                    <a:pt x="55" y="4"/>
                  </a:moveTo>
                  <a:lnTo>
                    <a:pt x="29" y="2"/>
                  </a:lnTo>
                  <a:lnTo>
                    <a:pt x="3" y="0"/>
                  </a:lnTo>
                  <a:lnTo>
                    <a:pt x="0" y="33"/>
                  </a:lnTo>
                  <a:lnTo>
                    <a:pt x="26" y="35"/>
                  </a:lnTo>
                  <a:lnTo>
                    <a:pt x="52" y="37"/>
                  </a:lnTo>
                  <a:lnTo>
                    <a:pt x="5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48" name=""/>
            <p:cNvSpPr/>
            <p:nvPr/>
          </p:nvSpPr>
          <p:spPr>
            <a:xfrm rot="0">
              <a:off x="4601" y="982"/>
              <a:ext cx="27" cy="19"/>
            </a:xfrm>
            <a:custGeom>
              <a:avLst/>
              <a:ahLst/>
              <a:rect l="0" t="0" r="r" b="b"/>
              <a:pathLst>
                <a:path w="55" h="37">
                  <a:moveTo>
                    <a:pt x="55" y="4"/>
                  </a:moveTo>
                  <a:lnTo>
                    <a:pt x="29" y="2"/>
                  </a:lnTo>
                  <a:lnTo>
                    <a:pt x="3" y="0"/>
                  </a:lnTo>
                  <a:lnTo>
                    <a:pt x="0" y="33"/>
                  </a:lnTo>
                  <a:lnTo>
                    <a:pt x="26" y="35"/>
                  </a:lnTo>
                  <a:lnTo>
                    <a:pt x="52" y="37"/>
                  </a:lnTo>
                  <a:lnTo>
                    <a:pt x="55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49" name=""/>
            <p:cNvSpPr/>
            <p:nvPr/>
          </p:nvSpPr>
          <p:spPr>
            <a:xfrm rot="0">
              <a:off x="4601" y="999"/>
              <a:ext cx="12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50" name=""/>
            <p:cNvSpPr/>
            <p:nvPr/>
          </p:nvSpPr>
          <p:spPr>
            <a:xfrm rot="0">
              <a:off x="4601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51" name=""/>
            <p:cNvSpPr/>
            <p:nvPr/>
          </p:nvSpPr>
          <p:spPr>
            <a:xfrm rot="0">
              <a:off x="4600" y="999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53" y="2"/>
                  </a:moveTo>
                  <a:lnTo>
                    <a:pt x="27" y="1"/>
                  </a:lnTo>
                  <a:lnTo>
                    <a:pt x="1" y="0"/>
                  </a:lnTo>
                  <a:lnTo>
                    <a:pt x="0" y="33"/>
                  </a:lnTo>
                  <a:lnTo>
                    <a:pt x="26" y="34"/>
                  </a:lnTo>
                  <a:lnTo>
                    <a:pt x="52" y="35"/>
                  </a:lnTo>
                  <a:lnTo>
                    <a:pt x="5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52" name=""/>
            <p:cNvSpPr/>
            <p:nvPr/>
          </p:nvSpPr>
          <p:spPr>
            <a:xfrm rot="0">
              <a:off x="4600" y="999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53" y="2"/>
                  </a:moveTo>
                  <a:lnTo>
                    <a:pt x="27" y="1"/>
                  </a:lnTo>
                  <a:lnTo>
                    <a:pt x="1" y="0"/>
                  </a:lnTo>
                  <a:lnTo>
                    <a:pt x="0" y="33"/>
                  </a:lnTo>
                  <a:lnTo>
                    <a:pt x="26" y="34"/>
                  </a:lnTo>
                  <a:lnTo>
                    <a:pt x="52" y="35"/>
                  </a:lnTo>
                  <a:lnTo>
                    <a:pt x="53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53" name=""/>
            <p:cNvSpPr/>
            <p:nvPr/>
          </p:nvSpPr>
          <p:spPr>
            <a:xfrm rot="0">
              <a:off x="4600" y="1016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54" name=""/>
            <p:cNvSpPr/>
            <p:nvPr/>
          </p:nvSpPr>
          <p:spPr>
            <a:xfrm rot="0">
              <a:off x="4600" y="1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55" name=""/>
            <p:cNvSpPr/>
            <p:nvPr/>
          </p:nvSpPr>
          <p:spPr>
            <a:xfrm rot="0">
              <a:off x="4600" y="1016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52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56" name=""/>
            <p:cNvSpPr/>
            <p:nvPr/>
          </p:nvSpPr>
          <p:spPr>
            <a:xfrm rot="0">
              <a:off x="4600" y="1016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52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1" y="35"/>
                  </a:lnTo>
                  <a:lnTo>
                    <a:pt x="27" y="34"/>
                  </a:lnTo>
                  <a:lnTo>
                    <a:pt x="53" y="33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57" name=""/>
            <p:cNvSpPr/>
            <p:nvPr/>
          </p:nvSpPr>
          <p:spPr>
            <a:xfrm rot="0">
              <a:off x="4601" y="1033"/>
              <a:ext cx="12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0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58" name=""/>
            <p:cNvSpPr/>
            <p:nvPr/>
          </p:nvSpPr>
          <p:spPr>
            <a:xfrm rot="0">
              <a:off x="4601" y="10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59" name=""/>
            <p:cNvSpPr/>
            <p:nvPr/>
          </p:nvSpPr>
          <p:spPr>
            <a:xfrm rot="0">
              <a:off x="4601" y="1032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52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3" y="38"/>
                  </a:lnTo>
                  <a:lnTo>
                    <a:pt x="29" y="36"/>
                  </a:lnTo>
                  <a:lnTo>
                    <a:pt x="55" y="34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60" name=""/>
            <p:cNvSpPr/>
            <p:nvPr/>
          </p:nvSpPr>
          <p:spPr>
            <a:xfrm rot="0">
              <a:off x="4601" y="1032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52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3" y="38"/>
                  </a:lnTo>
                  <a:lnTo>
                    <a:pt x="29" y="36"/>
                  </a:lnTo>
                  <a:lnTo>
                    <a:pt x="55" y="34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61" name=""/>
            <p:cNvSpPr/>
            <p:nvPr/>
          </p:nvSpPr>
          <p:spPr>
            <a:xfrm rot="0">
              <a:off x="4602" y="1050"/>
              <a:ext cx="13" cy="2"/>
            </a:xfrm>
            <a:custGeom>
              <a:avLst/>
              <a:ahLst/>
              <a:rect l="0" t="0" r="r" b="b"/>
              <a:pathLst>
                <a:path w="26" h="3">
                  <a:moveTo>
                    <a:pt x="26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62" name=""/>
            <p:cNvSpPr/>
            <p:nvPr/>
          </p:nvSpPr>
          <p:spPr>
            <a:xfrm rot="0">
              <a:off x="4602" y="10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63" name=""/>
            <p:cNvSpPr/>
            <p:nvPr/>
          </p:nvSpPr>
          <p:spPr>
            <a:xfrm rot="0">
              <a:off x="4602" y="1048"/>
              <a:ext cx="28" cy="20"/>
            </a:xfrm>
            <a:custGeom>
              <a:avLst/>
              <a:ahLst/>
              <a:rect l="0" t="0" r="r" b="b"/>
              <a:pathLst>
                <a:path w="56" h="39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5" y="39"/>
                  </a:lnTo>
                  <a:lnTo>
                    <a:pt x="30" y="36"/>
                  </a:lnTo>
                  <a:lnTo>
                    <a:pt x="56" y="33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64" name=""/>
            <p:cNvSpPr/>
            <p:nvPr/>
          </p:nvSpPr>
          <p:spPr>
            <a:xfrm rot="0">
              <a:off x="4602" y="1048"/>
              <a:ext cx="28" cy="20"/>
            </a:xfrm>
            <a:custGeom>
              <a:avLst/>
              <a:ahLst/>
              <a:rect l="0" t="0" r="r" b="b"/>
              <a:pathLst>
                <a:path w="56" h="39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5" y="39"/>
                  </a:lnTo>
                  <a:lnTo>
                    <a:pt x="30" y="36"/>
                  </a:lnTo>
                  <a:lnTo>
                    <a:pt x="56" y="33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65" name=""/>
            <p:cNvSpPr/>
            <p:nvPr/>
          </p:nvSpPr>
          <p:spPr>
            <a:xfrm rot="0">
              <a:off x="4604" y="1066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25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66" name=""/>
            <p:cNvSpPr/>
            <p:nvPr/>
          </p:nvSpPr>
          <p:spPr>
            <a:xfrm rot="0">
              <a:off x="4604" y="1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67" name=""/>
            <p:cNvSpPr/>
            <p:nvPr/>
          </p:nvSpPr>
          <p:spPr>
            <a:xfrm rot="0">
              <a:off x="4604" y="1064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1" y="0"/>
                  </a:moveTo>
                  <a:lnTo>
                    <a:pt x="25" y="4"/>
                  </a:lnTo>
                  <a:lnTo>
                    <a:pt x="0" y="8"/>
                  </a:lnTo>
                  <a:lnTo>
                    <a:pt x="5" y="41"/>
                  </a:lnTo>
                  <a:lnTo>
                    <a:pt x="30" y="36"/>
                  </a:lnTo>
                  <a:lnTo>
                    <a:pt x="56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68" name=""/>
            <p:cNvSpPr/>
            <p:nvPr/>
          </p:nvSpPr>
          <p:spPr>
            <a:xfrm rot="0">
              <a:off x="4604" y="1064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51" y="0"/>
                  </a:moveTo>
                  <a:lnTo>
                    <a:pt x="25" y="4"/>
                  </a:lnTo>
                  <a:lnTo>
                    <a:pt x="0" y="8"/>
                  </a:lnTo>
                  <a:lnTo>
                    <a:pt x="5" y="41"/>
                  </a:lnTo>
                  <a:lnTo>
                    <a:pt x="30" y="36"/>
                  </a:lnTo>
                  <a:lnTo>
                    <a:pt x="56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69" name=""/>
            <p:cNvSpPr/>
            <p:nvPr/>
          </p:nvSpPr>
          <p:spPr>
            <a:xfrm rot="0">
              <a:off x="4607" y="1083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25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70" name=""/>
            <p:cNvSpPr/>
            <p:nvPr/>
          </p:nvSpPr>
          <p:spPr>
            <a:xfrm rot="0">
              <a:off x="4607" y="1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71" name=""/>
            <p:cNvSpPr/>
            <p:nvPr/>
          </p:nvSpPr>
          <p:spPr>
            <a:xfrm rot="0">
              <a:off x="4607" y="1080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51" y="0"/>
                  </a:moveTo>
                  <a:lnTo>
                    <a:pt x="25" y="6"/>
                  </a:lnTo>
                  <a:lnTo>
                    <a:pt x="0" y="13"/>
                  </a:lnTo>
                  <a:lnTo>
                    <a:pt x="8" y="45"/>
                  </a:lnTo>
                  <a:lnTo>
                    <a:pt x="33" y="39"/>
                  </a:lnTo>
                  <a:lnTo>
                    <a:pt x="59" y="3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72" name=""/>
            <p:cNvSpPr/>
            <p:nvPr/>
          </p:nvSpPr>
          <p:spPr>
            <a:xfrm rot="0">
              <a:off x="4607" y="1080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51" y="0"/>
                  </a:moveTo>
                  <a:lnTo>
                    <a:pt x="25" y="6"/>
                  </a:lnTo>
                  <a:lnTo>
                    <a:pt x="0" y="13"/>
                  </a:lnTo>
                  <a:lnTo>
                    <a:pt x="8" y="45"/>
                  </a:lnTo>
                  <a:lnTo>
                    <a:pt x="33" y="39"/>
                  </a:lnTo>
                  <a:lnTo>
                    <a:pt x="59" y="3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73" name=""/>
            <p:cNvSpPr/>
            <p:nvPr/>
          </p:nvSpPr>
          <p:spPr>
            <a:xfrm rot="0">
              <a:off x="4611" y="1099"/>
              <a:ext cx="13" cy="4"/>
            </a:xfrm>
            <a:custGeom>
              <a:avLst/>
              <a:ahLst/>
              <a:rect l="0" t="0" r="r" b="b"/>
              <a:pathLst>
                <a:path w="25" h="7">
                  <a:moveTo>
                    <a:pt x="25" y="0"/>
                  </a:moveTo>
                  <a:lnTo>
                    <a:pt x="0" y="6"/>
                  </a:lnTo>
                  <a:lnTo>
                    <a:pt x="1" y="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74" name=""/>
            <p:cNvSpPr/>
            <p:nvPr/>
          </p:nvSpPr>
          <p:spPr>
            <a:xfrm rot="0">
              <a:off x="4611" y="11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75" name=""/>
            <p:cNvSpPr/>
            <p:nvPr/>
          </p:nvSpPr>
          <p:spPr>
            <a:xfrm rot="0">
              <a:off x="4611" y="1096"/>
              <a:ext cx="30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49" y="0"/>
                  </a:moveTo>
                  <a:lnTo>
                    <a:pt x="24" y="7"/>
                  </a:lnTo>
                  <a:lnTo>
                    <a:pt x="0" y="14"/>
                  </a:lnTo>
                  <a:lnTo>
                    <a:pt x="9" y="46"/>
                  </a:lnTo>
                  <a:lnTo>
                    <a:pt x="34" y="39"/>
                  </a:lnTo>
                  <a:lnTo>
                    <a:pt x="58" y="32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76" name=""/>
            <p:cNvSpPr/>
            <p:nvPr/>
          </p:nvSpPr>
          <p:spPr>
            <a:xfrm rot="0">
              <a:off x="4611" y="1096"/>
              <a:ext cx="30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49" y="0"/>
                  </a:moveTo>
                  <a:lnTo>
                    <a:pt x="24" y="7"/>
                  </a:lnTo>
                  <a:lnTo>
                    <a:pt x="0" y="14"/>
                  </a:lnTo>
                  <a:lnTo>
                    <a:pt x="9" y="46"/>
                  </a:lnTo>
                  <a:lnTo>
                    <a:pt x="34" y="39"/>
                  </a:lnTo>
                  <a:lnTo>
                    <a:pt x="58" y="3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77" name=""/>
            <p:cNvSpPr/>
            <p:nvPr/>
          </p:nvSpPr>
          <p:spPr>
            <a:xfrm rot="0">
              <a:off x="4616" y="1115"/>
              <a:ext cx="12" cy="4"/>
            </a:xfrm>
            <a:custGeom>
              <a:avLst/>
              <a:ahLst/>
              <a:rect l="0" t="0" r="r" b="b"/>
              <a:pathLst>
                <a:path w="25" h="8">
                  <a:moveTo>
                    <a:pt x="25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78" name=""/>
            <p:cNvSpPr/>
            <p:nvPr/>
          </p:nvSpPr>
          <p:spPr>
            <a:xfrm rot="0">
              <a:off x="4616" y="1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79" name=""/>
            <p:cNvSpPr/>
            <p:nvPr/>
          </p:nvSpPr>
          <p:spPr>
            <a:xfrm rot="0">
              <a:off x="4616" y="1111"/>
              <a:ext cx="30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10" y="48"/>
                  </a:lnTo>
                  <a:lnTo>
                    <a:pt x="35" y="40"/>
                  </a:lnTo>
                  <a:lnTo>
                    <a:pt x="59" y="3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80" name=""/>
            <p:cNvSpPr/>
            <p:nvPr/>
          </p:nvSpPr>
          <p:spPr>
            <a:xfrm rot="0">
              <a:off x="4616" y="1111"/>
              <a:ext cx="30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10" y="48"/>
                  </a:lnTo>
                  <a:lnTo>
                    <a:pt x="35" y="40"/>
                  </a:lnTo>
                  <a:lnTo>
                    <a:pt x="59" y="3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81" name=""/>
            <p:cNvSpPr/>
            <p:nvPr/>
          </p:nvSpPr>
          <p:spPr>
            <a:xfrm rot="0">
              <a:off x="4621" y="1131"/>
              <a:ext cx="12" cy="4"/>
            </a:xfrm>
            <a:custGeom>
              <a:avLst/>
              <a:ahLst/>
              <a:rect l="0" t="0" r="r" b="b"/>
              <a:pathLst>
                <a:path w="25" h="9">
                  <a:moveTo>
                    <a:pt x="25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82" name=""/>
            <p:cNvSpPr/>
            <p:nvPr/>
          </p:nvSpPr>
          <p:spPr>
            <a:xfrm rot="0">
              <a:off x="4621" y="1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83" name=""/>
            <p:cNvSpPr/>
            <p:nvPr/>
          </p:nvSpPr>
          <p:spPr>
            <a:xfrm rot="0">
              <a:off x="4621" y="1126"/>
              <a:ext cx="31" cy="25"/>
            </a:xfrm>
            <a:custGeom>
              <a:avLst/>
              <a:ahLst/>
              <a:rect l="0" t="0" r="r" b="b"/>
              <a:pathLst>
                <a:path w="62" h="50">
                  <a:moveTo>
                    <a:pt x="49" y="0"/>
                  </a:moveTo>
                  <a:lnTo>
                    <a:pt x="25" y="10"/>
                  </a:lnTo>
                  <a:lnTo>
                    <a:pt x="0" y="19"/>
                  </a:lnTo>
                  <a:lnTo>
                    <a:pt x="13" y="50"/>
                  </a:ln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84" name=""/>
            <p:cNvSpPr/>
            <p:nvPr/>
          </p:nvSpPr>
          <p:spPr>
            <a:xfrm rot="0">
              <a:off x="4621" y="1126"/>
              <a:ext cx="31" cy="25"/>
            </a:xfrm>
            <a:custGeom>
              <a:avLst/>
              <a:ahLst/>
              <a:rect l="0" t="0" r="r" b="b"/>
              <a:pathLst>
                <a:path w="62" h="50">
                  <a:moveTo>
                    <a:pt x="49" y="0"/>
                  </a:moveTo>
                  <a:lnTo>
                    <a:pt x="25" y="10"/>
                  </a:lnTo>
                  <a:lnTo>
                    <a:pt x="0" y="19"/>
                  </a:lnTo>
                  <a:lnTo>
                    <a:pt x="13" y="50"/>
                  </a:lnTo>
                  <a:lnTo>
                    <a:pt x="37" y="40"/>
                  </a:lnTo>
                  <a:lnTo>
                    <a:pt x="62" y="3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85" name=""/>
            <p:cNvSpPr/>
            <p:nvPr/>
          </p:nvSpPr>
          <p:spPr>
            <a:xfrm rot="0">
              <a:off x="4627" y="1146"/>
              <a:ext cx="13" cy="6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0"/>
                  </a:lnTo>
                  <a:lnTo>
                    <a:pt x="1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86" name=""/>
            <p:cNvSpPr/>
            <p:nvPr/>
          </p:nvSpPr>
          <p:spPr>
            <a:xfrm rot="0">
              <a:off x="4627" y="11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87" name=""/>
            <p:cNvSpPr/>
            <p:nvPr/>
          </p:nvSpPr>
          <p:spPr>
            <a:xfrm rot="0">
              <a:off x="4628" y="1141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47" y="0"/>
                  </a:moveTo>
                  <a:lnTo>
                    <a:pt x="23" y="11"/>
                  </a:lnTo>
                  <a:lnTo>
                    <a:pt x="0" y="23"/>
                  </a:lnTo>
                  <a:lnTo>
                    <a:pt x="14" y="53"/>
                  </a:lnTo>
                  <a:lnTo>
                    <a:pt x="38" y="42"/>
                  </a:lnTo>
                  <a:lnTo>
                    <a:pt x="61" y="31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88" name=""/>
            <p:cNvSpPr/>
            <p:nvPr/>
          </p:nvSpPr>
          <p:spPr>
            <a:xfrm rot="0">
              <a:off x="4628" y="1141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47" y="0"/>
                  </a:moveTo>
                  <a:lnTo>
                    <a:pt x="23" y="11"/>
                  </a:lnTo>
                  <a:lnTo>
                    <a:pt x="0" y="23"/>
                  </a:lnTo>
                  <a:lnTo>
                    <a:pt x="14" y="53"/>
                  </a:lnTo>
                  <a:lnTo>
                    <a:pt x="38" y="42"/>
                  </a:lnTo>
                  <a:lnTo>
                    <a:pt x="61" y="31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89" name=""/>
            <p:cNvSpPr/>
            <p:nvPr/>
          </p:nvSpPr>
          <p:spPr>
            <a:xfrm rot="0">
              <a:off x="4635" y="1162"/>
              <a:ext cx="12" cy="6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90" name=""/>
            <p:cNvSpPr/>
            <p:nvPr/>
          </p:nvSpPr>
          <p:spPr>
            <a:xfrm rot="0">
              <a:off x="4635" y="1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91" name=""/>
            <p:cNvSpPr/>
            <p:nvPr/>
          </p:nvSpPr>
          <p:spPr>
            <a:xfrm rot="0">
              <a:off x="4635" y="1155"/>
              <a:ext cx="31" cy="28"/>
            </a:xfrm>
            <a:custGeom>
              <a:avLst/>
              <a:ahLst/>
              <a:rect l="0" t="0" r="r" b="b"/>
              <a:pathLst>
                <a:path w="62" h="54">
                  <a:moveTo>
                    <a:pt x="47" y="0"/>
                  </a:moveTo>
                  <a:lnTo>
                    <a:pt x="24" y="12"/>
                  </a:lnTo>
                  <a:lnTo>
                    <a:pt x="0" y="24"/>
                  </a:lnTo>
                  <a:lnTo>
                    <a:pt x="15" y="54"/>
                  </a:lnTo>
                  <a:lnTo>
                    <a:pt x="39" y="42"/>
                  </a:lnTo>
                  <a:lnTo>
                    <a:pt x="62" y="30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92" name=""/>
            <p:cNvSpPr/>
            <p:nvPr/>
          </p:nvSpPr>
          <p:spPr>
            <a:xfrm rot="0">
              <a:off x="4635" y="1155"/>
              <a:ext cx="31" cy="28"/>
            </a:xfrm>
            <a:custGeom>
              <a:avLst/>
              <a:ahLst/>
              <a:rect l="0" t="0" r="r" b="b"/>
              <a:pathLst>
                <a:path w="62" h="54">
                  <a:moveTo>
                    <a:pt x="47" y="0"/>
                  </a:moveTo>
                  <a:lnTo>
                    <a:pt x="24" y="12"/>
                  </a:lnTo>
                  <a:lnTo>
                    <a:pt x="0" y="24"/>
                  </a:lnTo>
                  <a:lnTo>
                    <a:pt x="15" y="54"/>
                  </a:lnTo>
                  <a:lnTo>
                    <a:pt x="39" y="42"/>
                  </a:lnTo>
                  <a:lnTo>
                    <a:pt x="62" y="30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93" name=""/>
            <p:cNvSpPr/>
            <p:nvPr/>
          </p:nvSpPr>
          <p:spPr>
            <a:xfrm rot="0">
              <a:off x="4643" y="1176"/>
              <a:ext cx="11" cy="7"/>
            </a:xfrm>
            <a:custGeom>
              <a:avLst/>
              <a:ahLst/>
              <a:rect l="0" t="0" r="r" b="b"/>
              <a:pathLst>
                <a:path w="24" h="13">
                  <a:moveTo>
                    <a:pt x="24" y="0"/>
                  </a:moveTo>
                  <a:lnTo>
                    <a:pt x="0" y="12"/>
                  </a:lnTo>
                  <a:lnTo>
                    <a:pt x="1" y="13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94" name=""/>
            <p:cNvSpPr/>
            <p:nvPr/>
          </p:nvSpPr>
          <p:spPr>
            <a:xfrm rot="0">
              <a:off x="4643" y="11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95" name=""/>
            <p:cNvSpPr/>
            <p:nvPr/>
          </p:nvSpPr>
          <p:spPr>
            <a:xfrm rot="0">
              <a:off x="4643" y="1170"/>
              <a:ext cx="31" cy="27"/>
            </a:xfrm>
            <a:custGeom>
              <a:avLst/>
              <a:ahLst/>
              <a:rect l="0" t="0" r="r" b="b"/>
              <a:pathLst>
                <a:path w="62" h="56">
                  <a:moveTo>
                    <a:pt x="45" y="0"/>
                  </a:moveTo>
                  <a:lnTo>
                    <a:pt x="23" y="14"/>
                  </a:lnTo>
                  <a:lnTo>
                    <a:pt x="0" y="27"/>
                  </a:lnTo>
                  <a:lnTo>
                    <a:pt x="17" y="56"/>
                  </a:lnTo>
                  <a:lnTo>
                    <a:pt x="39" y="42"/>
                  </a:lnTo>
                  <a:lnTo>
                    <a:pt x="62" y="29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96" name=""/>
            <p:cNvSpPr/>
            <p:nvPr/>
          </p:nvSpPr>
          <p:spPr>
            <a:xfrm rot="0">
              <a:off x="4643" y="1170"/>
              <a:ext cx="31" cy="27"/>
            </a:xfrm>
            <a:custGeom>
              <a:avLst/>
              <a:ahLst/>
              <a:rect l="0" t="0" r="r" b="b"/>
              <a:pathLst>
                <a:path w="62" h="56">
                  <a:moveTo>
                    <a:pt x="45" y="0"/>
                  </a:moveTo>
                  <a:lnTo>
                    <a:pt x="23" y="14"/>
                  </a:lnTo>
                  <a:lnTo>
                    <a:pt x="0" y="27"/>
                  </a:lnTo>
                  <a:lnTo>
                    <a:pt x="17" y="56"/>
                  </a:lnTo>
                  <a:lnTo>
                    <a:pt x="39" y="42"/>
                  </a:lnTo>
                  <a:lnTo>
                    <a:pt x="62" y="29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97" name=""/>
            <p:cNvSpPr/>
            <p:nvPr/>
          </p:nvSpPr>
          <p:spPr>
            <a:xfrm rot="0">
              <a:off x="4651" y="1191"/>
              <a:ext cx="12" cy="7"/>
            </a:xfrm>
            <a:custGeom>
              <a:avLst/>
              <a:ahLst/>
              <a:rect l="0" t="0" r="r" b="b"/>
              <a:pathLst>
                <a:path w="22" h="15">
                  <a:moveTo>
                    <a:pt x="22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398" name=""/>
            <p:cNvSpPr/>
            <p:nvPr/>
          </p:nvSpPr>
          <p:spPr>
            <a:xfrm rot="0">
              <a:off x="4651" y="11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399" name=""/>
            <p:cNvSpPr/>
            <p:nvPr/>
          </p:nvSpPr>
          <p:spPr>
            <a:xfrm rot="0">
              <a:off x="4652" y="1184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43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18" y="56"/>
                  </a:lnTo>
                  <a:lnTo>
                    <a:pt x="40" y="42"/>
                  </a:lnTo>
                  <a:lnTo>
                    <a:pt x="61" y="28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00" name=""/>
            <p:cNvSpPr/>
            <p:nvPr/>
          </p:nvSpPr>
          <p:spPr>
            <a:xfrm rot="0">
              <a:off x="4652" y="1184"/>
              <a:ext cx="31" cy="28"/>
            </a:xfrm>
            <a:custGeom>
              <a:avLst/>
              <a:ahLst/>
              <a:rect l="0" t="0" r="r" b="b"/>
              <a:pathLst>
                <a:path w="61" h="56">
                  <a:moveTo>
                    <a:pt x="43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18" y="56"/>
                  </a:lnTo>
                  <a:lnTo>
                    <a:pt x="40" y="42"/>
                  </a:lnTo>
                  <a:lnTo>
                    <a:pt x="61" y="2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01" name=""/>
            <p:cNvSpPr/>
            <p:nvPr/>
          </p:nvSpPr>
          <p:spPr>
            <a:xfrm rot="0">
              <a:off x="4661" y="1205"/>
              <a:ext cx="11" cy="8"/>
            </a:xfrm>
            <a:custGeom>
              <a:avLst/>
              <a:ahLst/>
              <a:rect l="0" t="0" r="r" b="b"/>
              <a:pathLst>
                <a:path w="22" h="16">
                  <a:moveTo>
                    <a:pt x="22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02" name=""/>
            <p:cNvSpPr/>
            <p:nvPr/>
          </p:nvSpPr>
          <p:spPr>
            <a:xfrm rot="0">
              <a:off x="4661" y="12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03" name=""/>
            <p:cNvSpPr/>
            <p:nvPr/>
          </p:nvSpPr>
          <p:spPr>
            <a:xfrm rot="0">
              <a:off x="4662" y="1196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41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21" y="59"/>
                  </a:lnTo>
                  <a:lnTo>
                    <a:pt x="41" y="43"/>
                  </a:lnTo>
                  <a:lnTo>
                    <a:pt x="62" y="26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04" name=""/>
            <p:cNvSpPr/>
            <p:nvPr/>
          </p:nvSpPr>
          <p:spPr>
            <a:xfrm rot="0">
              <a:off x="4662" y="1196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41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21" y="59"/>
                  </a:lnTo>
                  <a:lnTo>
                    <a:pt x="41" y="43"/>
                  </a:lnTo>
                  <a:lnTo>
                    <a:pt x="62" y="2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05" name=""/>
            <p:cNvSpPr/>
            <p:nvPr/>
          </p:nvSpPr>
          <p:spPr>
            <a:xfrm rot="0">
              <a:off x="4672" y="1218"/>
              <a:ext cx="10" cy="8"/>
            </a:xfrm>
            <a:custGeom>
              <a:avLst/>
              <a:ahLst/>
              <a:rect l="0" t="0" r="r" b="b"/>
              <a:pathLst>
                <a:path w="20" h="16">
                  <a:moveTo>
                    <a:pt x="20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06" name=""/>
            <p:cNvSpPr/>
            <p:nvPr/>
          </p:nvSpPr>
          <p:spPr>
            <a:xfrm rot="0">
              <a:off x="4672" y="12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07" name=""/>
            <p:cNvSpPr/>
            <p:nvPr/>
          </p:nvSpPr>
          <p:spPr>
            <a:xfrm rot="0">
              <a:off x="4672" y="1210"/>
              <a:ext cx="31" cy="29"/>
            </a:xfrm>
            <a:custGeom>
              <a:avLst/>
              <a:ahLst/>
              <a:rect l="0" t="0" r="r" b="b"/>
              <a:pathLst>
                <a:path w="61" h="59">
                  <a:moveTo>
                    <a:pt x="41" y="0"/>
                  </a:moveTo>
                  <a:lnTo>
                    <a:pt x="20" y="17"/>
                  </a:lnTo>
                  <a:lnTo>
                    <a:pt x="0" y="33"/>
                  </a:lnTo>
                  <a:lnTo>
                    <a:pt x="20" y="59"/>
                  </a:lnTo>
                  <a:lnTo>
                    <a:pt x="41" y="42"/>
                  </a:lnTo>
                  <a:lnTo>
                    <a:pt x="61" y="26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08" name=""/>
            <p:cNvSpPr/>
            <p:nvPr/>
          </p:nvSpPr>
          <p:spPr>
            <a:xfrm rot="0">
              <a:off x="4672" y="1210"/>
              <a:ext cx="31" cy="29"/>
            </a:xfrm>
            <a:custGeom>
              <a:avLst/>
              <a:ahLst/>
              <a:rect l="0" t="0" r="r" b="b"/>
              <a:pathLst>
                <a:path w="61" h="59">
                  <a:moveTo>
                    <a:pt x="41" y="0"/>
                  </a:moveTo>
                  <a:lnTo>
                    <a:pt x="20" y="17"/>
                  </a:lnTo>
                  <a:lnTo>
                    <a:pt x="0" y="33"/>
                  </a:lnTo>
                  <a:lnTo>
                    <a:pt x="20" y="59"/>
                  </a:lnTo>
                  <a:lnTo>
                    <a:pt x="41" y="42"/>
                  </a:lnTo>
                  <a:lnTo>
                    <a:pt x="61" y="2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09" name=""/>
            <p:cNvSpPr/>
            <p:nvPr/>
          </p:nvSpPr>
          <p:spPr>
            <a:xfrm rot="0">
              <a:off x="4682" y="1231"/>
              <a:ext cx="10" cy="8"/>
            </a:xfrm>
            <a:custGeom>
              <a:avLst/>
              <a:ahLst/>
              <a:rect l="0" t="0" r="r" b="b"/>
              <a:pathLst>
                <a:path w="21" h="18">
                  <a:moveTo>
                    <a:pt x="21" y="0"/>
                  </a:moveTo>
                  <a:lnTo>
                    <a:pt x="0" y="17"/>
                  </a:lnTo>
                  <a:lnTo>
                    <a:pt x="1" y="18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10" name=""/>
            <p:cNvSpPr/>
            <p:nvPr/>
          </p:nvSpPr>
          <p:spPr>
            <a:xfrm rot="0">
              <a:off x="4682" y="12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11" name=""/>
            <p:cNvSpPr/>
            <p:nvPr/>
          </p:nvSpPr>
          <p:spPr>
            <a:xfrm rot="0">
              <a:off x="4683" y="1222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39" y="0"/>
                  </a:moveTo>
                  <a:lnTo>
                    <a:pt x="20" y="17"/>
                  </a:lnTo>
                  <a:lnTo>
                    <a:pt x="0" y="35"/>
                  </a:lnTo>
                  <a:lnTo>
                    <a:pt x="23" y="59"/>
                  </a:lnTo>
                  <a:lnTo>
                    <a:pt x="42" y="42"/>
                  </a:lnTo>
                  <a:lnTo>
                    <a:pt x="62" y="24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12" name=""/>
            <p:cNvSpPr/>
            <p:nvPr/>
          </p:nvSpPr>
          <p:spPr>
            <a:xfrm rot="0">
              <a:off x="4683" y="1222"/>
              <a:ext cx="30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39" y="0"/>
                  </a:moveTo>
                  <a:lnTo>
                    <a:pt x="20" y="17"/>
                  </a:lnTo>
                  <a:lnTo>
                    <a:pt x="0" y="35"/>
                  </a:lnTo>
                  <a:lnTo>
                    <a:pt x="23" y="59"/>
                  </a:lnTo>
                  <a:lnTo>
                    <a:pt x="42" y="42"/>
                  </a:lnTo>
                  <a:lnTo>
                    <a:pt x="62" y="24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13" name=""/>
            <p:cNvSpPr/>
            <p:nvPr/>
          </p:nvSpPr>
          <p:spPr>
            <a:xfrm rot="0">
              <a:off x="4694" y="1243"/>
              <a:ext cx="10" cy="9"/>
            </a:xfrm>
            <a:custGeom>
              <a:avLst/>
              <a:ahLst/>
              <a:rect l="0" t="0" r="r" b="b"/>
              <a:pathLst>
                <a:path w="19" h="18">
                  <a:moveTo>
                    <a:pt x="19" y="0"/>
                  </a:moveTo>
                  <a:lnTo>
                    <a:pt x="0" y="17"/>
                  </a:lnTo>
                  <a:lnTo>
                    <a:pt x="1" y="18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14" name=""/>
            <p:cNvSpPr/>
            <p:nvPr/>
          </p:nvSpPr>
          <p:spPr>
            <a:xfrm rot="0">
              <a:off x="4694" y="12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15" name=""/>
            <p:cNvSpPr/>
            <p:nvPr/>
          </p:nvSpPr>
          <p:spPr>
            <a:xfrm rot="0">
              <a:off x="4694" y="1234"/>
              <a:ext cx="31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23" y="62"/>
                  </a:lnTo>
                  <a:lnTo>
                    <a:pt x="42" y="43"/>
                  </a:lnTo>
                  <a:lnTo>
                    <a:pt x="60" y="25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16" name=""/>
            <p:cNvSpPr/>
            <p:nvPr/>
          </p:nvSpPr>
          <p:spPr>
            <a:xfrm rot="0">
              <a:off x="4694" y="1234"/>
              <a:ext cx="31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23" y="62"/>
                  </a:lnTo>
                  <a:lnTo>
                    <a:pt x="42" y="43"/>
                  </a:lnTo>
                  <a:lnTo>
                    <a:pt x="60" y="25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17" name=""/>
            <p:cNvSpPr/>
            <p:nvPr/>
          </p:nvSpPr>
          <p:spPr>
            <a:xfrm rot="0">
              <a:off x="4706" y="1255"/>
              <a:ext cx="9" cy="10"/>
            </a:xfrm>
            <a:custGeom>
              <a:avLst/>
              <a:ahLst/>
              <a:rect l="0" t="0" r="r" b="b"/>
              <a:pathLst>
                <a:path w="19" h="20">
                  <a:moveTo>
                    <a:pt x="19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18" name=""/>
            <p:cNvSpPr/>
            <p:nvPr/>
          </p:nvSpPr>
          <p:spPr>
            <a:xfrm rot="0">
              <a:off x="4706" y="12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19" name=""/>
            <p:cNvSpPr/>
            <p:nvPr/>
          </p:nvSpPr>
          <p:spPr>
            <a:xfrm rot="0">
              <a:off x="4707" y="1245"/>
              <a:ext cx="29" cy="31"/>
            </a:xfrm>
            <a:custGeom>
              <a:avLst/>
              <a:ahLst/>
              <a:rect l="0" t="0" r="r" b="b"/>
              <a:pathLst>
                <a:path w="60" h="60">
                  <a:moveTo>
                    <a:pt x="35" y="0"/>
                  </a:moveTo>
                  <a:lnTo>
                    <a:pt x="18" y="19"/>
                  </a:lnTo>
                  <a:lnTo>
                    <a:pt x="0" y="39"/>
                  </a:lnTo>
                  <a:lnTo>
                    <a:pt x="25" y="60"/>
                  </a:lnTo>
                  <a:lnTo>
                    <a:pt x="42" y="41"/>
                  </a:lnTo>
                  <a:lnTo>
                    <a:pt x="60" y="21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20" name=""/>
            <p:cNvSpPr/>
            <p:nvPr/>
          </p:nvSpPr>
          <p:spPr>
            <a:xfrm rot="0">
              <a:off x="4707" y="1245"/>
              <a:ext cx="29" cy="31"/>
            </a:xfrm>
            <a:custGeom>
              <a:avLst/>
              <a:ahLst/>
              <a:rect l="0" t="0" r="r" b="b"/>
              <a:pathLst>
                <a:path w="60" h="60">
                  <a:moveTo>
                    <a:pt x="35" y="0"/>
                  </a:moveTo>
                  <a:lnTo>
                    <a:pt x="18" y="19"/>
                  </a:lnTo>
                  <a:lnTo>
                    <a:pt x="0" y="39"/>
                  </a:lnTo>
                  <a:lnTo>
                    <a:pt x="25" y="60"/>
                  </a:lnTo>
                  <a:lnTo>
                    <a:pt x="42" y="41"/>
                  </a:lnTo>
                  <a:lnTo>
                    <a:pt x="60" y="21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21" name=""/>
            <p:cNvSpPr/>
            <p:nvPr/>
          </p:nvSpPr>
          <p:spPr>
            <a:xfrm rot="0">
              <a:off x="4719" y="1266"/>
              <a:ext cx="9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17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22" name=""/>
            <p:cNvSpPr/>
            <p:nvPr/>
          </p:nvSpPr>
          <p:spPr>
            <a:xfrm rot="0">
              <a:off x="4719" y="12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23" name=""/>
            <p:cNvSpPr/>
            <p:nvPr/>
          </p:nvSpPr>
          <p:spPr>
            <a:xfrm rot="0">
              <a:off x="4719" y="1256"/>
              <a:ext cx="30" cy="31"/>
            </a:xfrm>
            <a:custGeom>
              <a:avLst/>
              <a:ahLst/>
              <a:rect l="0" t="0" r="r" b="b"/>
              <a:pathLst>
                <a:path w="58" h="63">
                  <a:moveTo>
                    <a:pt x="33" y="0"/>
                  </a:moveTo>
                  <a:lnTo>
                    <a:pt x="16" y="21"/>
                  </a:lnTo>
                  <a:lnTo>
                    <a:pt x="0" y="41"/>
                  </a:lnTo>
                  <a:lnTo>
                    <a:pt x="25" y="63"/>
                  </a:lnTo>
                  <a:lnTo>
                    <a:pt x="42" y="42"/>
                  </a:lnTo>
                  <a:lnTo>
                    <a:pt x="58" y="22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24" name=""/>
            <p:cNvSpPr/>
            <p:nvPr/>
          </p:nvSpPr>
          <p:spPr>
            <a:xfrm rot="0">
              <a:off x="4719" y="1256"/>
              <a:ext cx="30" cy="31"/>
            </a:xfrm>
            <a:custGeom>
              <a:avLst/>
              <a:ahLst/>
              <a:rect l="0" t="0" r="r" b="b"/>
              <a:pathLst>
                <a:path w="58" h="63">
                  <a:moveTo>
                    <a:pt x="33" y="0"/>
                  </a:moveTo>
                  <a:lnTo>
                    <a:pt x="16" y="21"/>
                  </a:lnTo>
                  <a:lnTo>
                    <a:pt x="0" y="41"/>
                  </a:lnTo>
                  <a:lnTo>
                    <a:pt x="25" y="63"/>
                  </a:lnTo>
                  <a:lnTo>
                    <a:pt x="42" y="42"/>
                  </a:lnTo>
                  <a:lnTo>
                    <a:pt x="58" y="2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25" name=""/>
            <p:cNvSpPr/>
            <p:nvPr/>
          </p:nvSpPr>
          <p:spPr>
            <a:xfrm rot="0">
              <a:off x="4732" y="1277"/>
              <a:ext cx="8" cy="10"/>
            </a:xfrm>
            <a:custGeom>
              <a:avLst/>
              <a:ahLst/>
              <a:rect l="0" t="0" r="r" b="b"/>
              <a:pathLst>
                <a:path w="17" h="22">
                  <a:moveTo>
                    <a:pt x="17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26" name=""/>
            <p:cNvSpPr/>
            <p:nvPr/>
          </p:nvSpPr>
          <p:spPr>
            <a:xfrm rot="0">
              <a:off x="4732" y="12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27" name=""/>
            <p:cNvSpPr/>
            <p:nvPr/>
          </p:nvSpPr>
          <p:spPr>
            <a:xfrm rot="0">
              <a:off x="4733" y="1266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31" y="0"/>
                  </a:moveTo>
                  <a:lnTo>
                    <a:pt x="16" y="21"/>
                  </a:lnTo>
                  <a:lnTo>
                    <a:pt x="0" y="43"/>
                  </a:lnTo>
                  <a:lnTo>
                    <a:pt x="28" y="62"/>
                  </a:lnTo>
                  <a:lnTo>
                    <a:pt x="43" y="41"/>
                  </a:lnTo>
                  <a:lnTo>
                    <a:pt x="59" y="19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28" name=""/>
            <p:cNvSpPr/>
            <p:nvPr/>
          </p:nvSpPr>
          <p:spPr>
            <a:xfrm rot="0">
              <a:off x="4733" y="1266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31" y="0"/>
                  </a:moveTo>
                  <a:lnTo>
                    <a:pt x="16" y="21"/>
                  </a:lnTo>
                  <a:lnTo>
                    <a:pt x="0" y="43"/>
                  </a:lnTo>
                  <a:lnTo>
                    <a:pt x="28" y="62"/>
                  </a:lnTo>
                  <a:lnTo>
                    <a:pt x="43" y="41"/>
                  </a:lnTo>
                  <a:lnTo>
                    <a:pt x="59" y="19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29" name=""/>
            <p:cNvSpPr/>
            <p:nvPr/>
          </p:nvSpPr>
          <p:spPr>
            <a:xfrm rot="0">
              <a:off x="4747" y="1286"/>
              <a:ext cx="7" cy="11"/>
            </a:xfrm>
            <a:custGeom>
              <a:avLst/>
              <a:ahLst/>
              <a:rect l="0" t="0" r="r" b="b"/>
              <a:pathLst>
                <a:path w="15" h="21">
                  <a:moveTo>
                    <a:pt x="15" y="0"/>
                  </a:moveTo>
                  <a:lnTo>
                    <a:pt x="0" y="21"/>
                  </a:lnTo>
                  <a:lnTo>
                    <a:pt x="1" y="21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30" name=""/>
            <p:cNvSpPr/>
            <p:nvPr/>
          </p:nvSpPr>
          <p:spPr>
            <a:xfrm rot="0">
              <a:off x="4747" y="12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31" name=""/>
            <p:cNvSpPr/>
            <p:nvPr/>
          </p:nvSpPr>
          <p:spPr>
            <a:xfrm rot="0">
              <a:off x="4747" y="1276"/>
              <a:ext cx="28" cy="30"/>
            </a:xfrm>
            <a:custGeom>
              <a:avLst/>
              <a:ahLst/>
              <a:rect l="0" t="0" r="r" b="b"/>
              <a:pathLst>
                <a:path w="56" h="62">
                  <a:moveTo>
                    <a:pt x="29" y="0"/>
                  </a:moveTo>
                  <a:lnTo>
                    <a:pt x="14" y="22"/>
                  </a:lnTo>
                  <a:lnTo>
                    <a:pt x="0" y="43"/>
                  </a:lnTo>
                  <a:lnTo>
                    <a:pt x="28" y="62"/>
                  </a:lnTo>
                  <a:lnTo>
                    <a:pt x="42" y="40"/>
                  </a:lnTo>
                  <a:lnTo>
                    <a:pt x="56" y="19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32" name=""/>
            <p:cNvSpPr/>
            <p:nvPr/>
          </p:nvSpPr>
          <p:spPr>
            <a:xfrm rot="0">
              <a:off x="4747" y="1276"/>
              <a:ext cx="28" cy="30"/>
            </a:xfrm>
            <a:custGeom>
              <a:avLst/>
              <a:ahLst/>
              <a:rect l="0" t="0" r="r" b="b"/>
              <a:pathLst>
                <a:path w="56" h="62">
                  <a:moveTo>
                    <a:pt x="29" y="0"/>
                  </a:moveTo>
                  <a:lnTo>
                    <a:pt x="14" y="22"/>
                  </a:lnTo>
                  <a:lnTo>
                    <a:pt x="0" y="43"/>
                  </a:lnTo>
                  <a:lnTo>
                    <a:pt x="28" y="62"/>
                  </a:lnTo>
                  <a:lnTo>
                    <a:pt x="42" y="40"/>
                  </a:lnTo>
                  <a:lnTo>
                    <a:pt x="56" y="19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33" name=""/>
            <p:cNvSpPr/>
            <p:nvPr/>
          </p:nvSpPr>
          <p:spPr>
            <a:xfrm rot="0">
              <a:off x="4761" y="1296"/>
              <a:ext cx="7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34" name=""/>
            <p:cNvSpPr/>
            <p:nvPr/>
          </p:nvSpPr>
          <p:spPr>
            <a:xfrm rot="0">
              <a:off x="4761" y="13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35" name=""/>
            <p:cNvSpPr/>
            <p:nvPr/>
          </p:nvSpPr>
          <p:spPr>
            <a:xfrm rot="0">
              <a:off x="4761" y="1284"/>
              <a:ext cx="28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26" y="0"/>
                  </a:moveTo>
                  <a:lnTo>
                    <a:pt x="13" y="22"/>
                  </a:lnTo>
                  <a:lnTo>
                    <a:pt x="0" y="45"/>
                  </a:lnTo>
                  <a:lnTo>
                    <a:pt x="28" y="62"/>
                  </a:lnTo>
                  <a:lnTo>
                    <a:pt x="42" y="40"/>
                  </a:lnTo>
                  <a:lnTo>
                    <a:pt x="55" y="1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36" name=""/>
            <p:cNvSpPr/>
            <p:nvPr/>
          </p:nvSpPr>
          <p:spPr>
            <a:xfrm rot="0">
              <a:off x="4761" y="1284"/>
              <a:ext cx="28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26" y="0"/>
                  </a:moveTo>
                  <a:lnTo>
                    <a:pt x="13" y="22"/>
                  </a:lnTo>
                  <a:lnTo>
                    <a:pt x="0" y="45"/>
                  </a:lnTo>
                  <a:lnTo>
                    <a:pt x="28" y="62"/>
                  </a:lnTo>
                  <a:lnTo>
                    <a:pt x="42" y="40"/>
                  </a:lnTo>
                  <a:lnTo>
                    <a:pt x="55" y="17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37" name=""/>
            <p:cNvSpPr/>
            <p:nvPr/>
          </p:nvSpPr>
          <p:spPr>
            <a:xfrm rot="0">
              <a:off x="4776" y="1304"/>
              <a:ext cx="6" cy="12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38" name=""/>
            <p:cNvSpPr/>
            <p:nvPr/>
          </p:nvSpPr>
          <p:spPr>
            <a:xfrm rot="0">
              <a:off x="4776" y="13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39" name=""/>
            <p:cNvSpPr/>
            <p:nvPr/>
          </p:nvSpPr>
          <p:spPr>
            <a:xfrm rot="0">
              <a:off x="4776" y="1293"/>
              <a:ext cx="27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25" y="0"/>
                  </a:moveTo>
                  <a:lnTo>
                    <a:pt x="13" y="24"/>
                  </a:lnTo>
                  <a:lnTo>
                    <a:pt x="0" y="47"/>
                  </a:lnTo>
                  <a:lnTo>
                    <a:pt x="30" y="63"/>
                  </a:lnTo>
                  <a:lnTo>
                    <a:pt x="42" y="39"/>
                  </a:lnTo>
                  <a:lnTo>
                    <a:pt x="55" y="16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40" name=""/>
            <p:cNvSpPr/>
            <p:nvPr/>
          </p:nvSpPr>
          <p:spPr>
            <a:xfrm rot="0">
              <a:off x="4776" y="1293"/>
              <a:ext cx="27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25" y="0"/>
                  </a:moveTo>
                  <a:lnTo>
                    <a:pt x="13" y="24"/>
                  </a:lnTo>
                  <a:lnTo>
                    <a:pt x="0" y="47"/>
                  </a:lnTo>
                  <a:lnTo>
                    <a:pt x="30" y="63"/>
                  </a:lnTo>
                  <a:lnTo>
                    <a:pt x="42" y="39"/>
                  </a:lnTo>
                  <a:lnTo>
                    <a:pt x="55" y="16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41" name=""/>
            <p:cNvSpPr/>
            <p:nvPr/>
          </p:nvSpPr>
          <p:spPr>
            <a:xfrm rot="0">
              <a:off x="4791" y="1312"/>
              <a:ext cx="6" cy="12"/>
            </a:xfrm>
            <a:custGeom>
              <a:avLst/>
              <a:ahLst/>
              <a:rect l="0" t="0" r="r" b="b"/>
              <a:pathLst>
                <a:path w="12" h="24">
                  <a:moveTo>
                    <a:pt x="12" y="0"/>
                  </a:moveTo>
                  <a:lnTo>
                    <a:pt x="0" y="24"/>
                  </a:lnTo>
                  <a:lnTo>
                    <a:pt x="2" y="24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42" name=""/>
            <p:cNvSpPr/>
            <p:nvPr/>
          </p:nvSpPr>
          <p:spPr>
            <a:xfrm rot="0">
              <a:off x="4791" y="13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43" name=""/>
            <p:cNvSpPr/>
            <p:nvPr/>
          </p:nvSpPr>
          <p:spPr>
            <a:xfrm rot="0">
              <a:off x="4792" y="1300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21" y="0"/>
                  </a:moveTo>
                  <a:lnTo>
                    <a:pt x="10" y="23"/>
                  </a:lnTo>
                  <a:lnTo>
                    <a:pt x="0" y="47"/>
                  </a:lnTo>
                  <a:lnTo>
                    <a:pt x="30" y="60"/>
                  </a:lnTo>
                  <a:lnTo>
                    <a:pt x="40" y="36"/>
                  </a:lnTo>
                  <a:lnTo>
                    <a:pt x="50" y="13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44" name=""/>
            <p:cNvSpPr/>
            <p:nvPr/>
          </p:nvSpPr>
          <p:spPr>
            <a:xfrm rot="0">
              <a:off x="4792" y="1300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21" y="0"/>
                  </a:moveTo>
                  <a:lnTo>
                    <a:pt x="10" y="23"/>
                  </a:lnTo>
                  <a:lnTo>
                    <a:pt x="0" y="47"/>
                  </a:lnTo>
                  <a:lnTo>
                    <a:pt x="30" y="60"/>
                  </a:lnTo>
                  <a:lnTo>
                    <a:pt x="40" y="36"/>
                  </a:lnTo>
                  <a:lnTo>
                    <a:pt x="50" y="13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45" name=""/>
            <p:cNvSpPr/>
            <p:nvPr/>
          </p:nvSpPr>
          <p:spPr>
            <a:xfrm rot="0">
              <a:off x="4807" y="1319"/>
              <a:ext cx="5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10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46" name=""/>
            <p:cNvSpPr/>
            <p:nvPr/>
          </p:nvSpPr>
          <p:spPr>
            <a:xfrm rot="0">
              <a:off x="4807" y="13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47" name=""/>
            <p:cNvSpPr/>
            <p:nvPr/>
          </p:nvSpPr>
          <p:spPr>
            <a:xfrm rot="0">
              <a:off x="4807" y="1306"/>
              <a:ext cx="25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18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1" y="61"/>
                  </a:lnTo>
                  <a:lnTo>
                    <a:pt x="40" y="37"/>
                  </a:lnTo>
                  <a:lnTo>
                    <a:pt x="49" y="12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48" name=""/>
            <p:cNvSpPr/>
            <p:nvPr/>
          </p:nvSpPr>
          <p:spPr>
            <a:xfrm rot="0">
              <a:off x="4807" y="1306"/>
              <a:ext cx="25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18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1" y="61"/>
                  </a:lnTo>
                  <a:lnTo>
                    <a:pt x="40" y="37"/>
                  </a:lnTo>
                  <a:lnTo>
                    <a:pt x="49" y="12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49" name=""/>
            <p:cNvSpPr/>
            <p:nvPr/>
          </p:nvSpPr>
          <p:spPr>
            <a:xfrm rot="0">
              <a:off x="4823" y="1325"/>
              <a:ext cx="4" cy="12"/>
            </a:xfrm>
            <a:custGeom>
              <a:avLst/>
              <a:ahLst/>
              <a:rect l="0" t="0" r="r" b="b"/>
              <a:pathLst>
                <a:path w="9" h="24">
                  <a:moveTo>
                    <a:pt x="9" y="0"/>
                  </a:moveTo>
                  <a:lnTo>
                    <a:pt x="0" y="24"/>
                  </a:lnTo>
                  <a:lnTo>
                    <a:pt x="0" y="24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50" name=""/>
            <p:cNvSpPr/>
            <p:nvPr/>
          </p:nvSpPr>
          <p:spPr>
            <a:xfrm rot="0">
              <a:off x="4823" y="13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51" name=""/>
            <p:cNvSpPr/>
            <p:nvPr/>
          </p:nvSpPr>
          <p:spPr>
            <a:xfrm rot="0">
              <a:off x="4823" y="1313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18" y="0"/>
                  </a:moveTo>
                  <a:lnTo>
                    <a:pt x="9" y="25"/>
                  </a:lnTo>
                  <a:lnTo>
                    <a:pt x="0" y="49"/>
                  </a:lnTo>
                  <a:lnTo>
                    <a:pt x="31" y="60"/>
                  </a:lnTo>
                  <a:lnTo>
                    <a:pt x="40" y="36"/>
                  </a:lnTo>
                  <a:lnTo>
                    <a:pt x="50" y="1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52" name=""/>
            <p:cNvSpPr/>
            <p:nvPr/>
          </p:nvSpPr>
          <p:spPr>
            <a:xfrm rot="0">
              <a:off x="4823" y="1313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18" y="0"/>
                  </a:moveTo>
                  <a:lnTo>
                    <a:pt x="9" y="25"/>
                  </a:lnTo>
                  <a:lnTo>
                    <a:pt x="0" y="49"/>
                  </a:lnTo>
                  <a:lnTo>
                    <a:pt x="31" y="60"/>
                  </a:lnTo>
                  <a:lnTo>
                    <a:pt x="40" y="36"/>
                  </a:lnTo>
                  <a:lnTo>
                    <a:pt x="50" y="11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53" name=""/>
            <p:cNvSpPr/>
            <p:nvPr/>
          </p:nvSpPr>
          <p:spPr>
            <a:xfrm rot="0">
              <a:off x="4839" y="1330"/>
              <a:ext cx="4" cy="13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54" name=""/>
            <p:cNvSpPr/>
            <p:nvPr/>
          </p:nvSpPr>
          <p:spPr>
            <a:xfrm rot="0">
              <a:off x="4839" y="13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55" name=""/>
            <p:cNvSpPr/>
            <p:nvPr/>
          </p:nvSpPr>
          <p:spPr>
            <a:xfrm rot="0">
              <a:off x="4840" y="1318"/>
              <a:ext cx="23" cy="30"/>
            </a:xfrm>
            <a:custGeom>
              <a:avLst/>
              <a:ahLst/>
              <a:rect l="0" t="0" r="r" b="b"/>
              <a:pathLst>
                <a:path w="47" h="61">
                  <a:moveTo>
                    <a:pt x="15" y="0"/>
                  </a:moveTo>
                  <a:lnTo>
                    <a:pt x="7" y="26"/>
                  </a:lnTo>
                  <a:lnTo>
                    <a:pt x="0" y="51"/>
                  </a:lnTo>
                  <a:lnTo>
                    <a:pt x="33" y="61"/>
                  </a:lnTo>
                  <a:lnTo>
                    <a:pt x="40" y="35"/>
                  </a:lnTo>
                  <a:lnTo>
                    <a:pt x="47" y="10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56" name=""/>
            <p:cNvSpPr/>
            <p:nvPr/>
          </p:nvSpPr>
          <p:spPr>
            <a:xfrm rot="0">
              <a:off x="4840" y="1318"/>
              <a:ext cx="23" cy="30"/>
            </a:xfrm>
            <a:custGeom>
              <a:avLst/>
              <a:ahLst/>
              <a:rect l="0" t="0" r="r" b="b"/>
              <a:pathLst>
                <a:path w="47" h="61">
                  <a:moveTo>
                    <a:pt x="15" y="0"/>
                  </a:moveTo>
                  <a:lnTo>
                    <a:pt x="7" y="26"/>
                  </a:lnTo>
                  <a:lnTo>
                    <a:pt x="0" y="51"/>
                  </a:lnTo>
                  <a:lnTo>
                    <a:pt x="33" y="61"/>
                  </a:lnTo>
                  <a:lnTo>
                    <a:pt x="40" y="35"/>
                  </a:lnTo>
                  <a:lnTo>
                    <a:pt x="47" y="10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57" name=""/>
            <p:cNvSpPr/>
            <p:nvPr/>
          </p:nvSpPr>
          <p:spPr>
            <a:xfrm rot="0">
              <a:off x="4856" y="1335"/>
              <a:ext cx="4" cy="13"/>
            </a:xfrm>
            <a:custGeom>
              <a:avLst/>
              <a:ahLst/>
              <a:rect l="0" t="0" r="r" b="b"/>
              <a:pathLst>
                <a:path w="7" h="26">
                  <a:moveTo>
                    <a:pt x="7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58" name=""/>
            <p:cNvSpPr/>
            <p:nvPr/>
          </p:nvSpPr>
          <p:spPr>
            <a:xfrm rot="0">
              <a:off x="4856" y="1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59" name=""/>
            <p:cNvSpPr/>
            <p:nvPr/>
          </p:nvSpPr>
          <p:spPr>
            <a:xfrm rot="0">
              <a:off x="4857" y="1322"/>
              <a:ext cx="22" cy="29"/>
            </a:xfrm>
            <a:custGeom>
              <a:avLst/>
              <a:ahLst/>
              <a:rect l="0" t="0" r="r" b="b"/>
              <a:pathLst>
                <a:path w="44" h="58">
                  <a:moveTo>
                    <a:pt x="12" y="0"/>
                  </a:moveTo>
                  <a:lnTo>
                    <a:pt x="6" y="25"/>
                  </a:lnTo>
                  <a:lnTo>
                    <a:pt x="0" y="51"/>
                  </a:lnTo>
                  <a:lnTo>
                    <a:pt x="32" y="58"/>
                  </a:lnTo>
                  <a:lnTo>
                    <a:pt x="38" y="32"/>
                  </a:lnTo>
                  <a:lnTo>
                    <a:pt x="44" y="7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60" name=""/>
            <p:cNvSpPr/>
            <p:nvPr/>
          </p:nvSpPr>
          <p:spPr>
            <a:xfrm rot="0">
              <a:off x="4857" y="1322"/>
              <a:ext cx="22" cy="29"/>
            </a:xfrm>
            <a:custGeom>
              <a:avLst/>
              <a:ahLst/>
              <a:rect l="0" t="0" r="r" b="b"/>
              <a:pathLst>
                <a:path w="44" h="58">
                  <a:moveTo>
                    <a:pt x="12" y="0"/>
                  </a:moveTo>
                  <a:lnTo>
                    <a:pt x="6" y="25"/>
                  </a:lnTo>
                  <a:lnTo>
                    <a:pt x="0" y="51"/>
                  </a:lnTo>
                  <a:lnTo>
                    <a:pt x="32" y="58"/>
                  </a:lnTo>
                  <a:lnTo>
                    <a:pt x="38" y="32"/>
                  </a:lnTo>
                  <a:lnTo>
                    <a:pt x="44" y="7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61" name=""/>
            <p:cNvSpPr/>
            <p:nvPr/>
          </p:nvSpPr>
          <p:spPr>
            <a:xfrm rot="0">
              <a:off x="4872" y="1339"/>
              <a:ext cx="3" cy="12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62" name=""/>
            <p:cNvSpPr/>
            <p:nvPr/>
          </p:nvSpPr>
          <p:spPr>
            <a:xfrm rot="0">
              <a:off x="4872" y="13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63" name=""/>
            <p:cNvSpPr/>
            <p:nvPr/>
          </p:nvSpPr>
          <p:spPr>
            <a:xfrm rot="0">
              <a:off x="4873" y="1326"/>
              <a:ext cx="21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10" y="0"/>
                  </a:moveTo>
                  <a:lnTo>
                    <a:pt x="5" y="25"/>
                  </a:lnTo>
                  <a:lnTo>
                    <a:pt x="0" y="51"/>
                  </a:lnTo>
                  <a:lnTo>
                    <a:pt x="33" y="57"/>
                  </a:lnTo>
                  <a:lnTo>
                    <a:pt x="38" y="31"/>
                  </a:lnTo>
                  <a:lnTo>
                    <a:pt x="43" y="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64" name=""/>
            <p:cNvSpPr/>
            <p:nvPr/>
          </p:nvSpPr>
          <p:spPr>
            <a:xfrm rot="0">
              <a:off x="4873" y="1326"/>
              <a:ext cx="21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10" y="0"/>
                  </a:moveTo>
                  <a:lnTo>
                    <a:pt x="5" y="25"/>
                  </a:lnTo>
                  <a:lnTo>
                    <a:pt x="0" y="51"/>
                  </a:lnTo>
                  <a:lnTo>
                    <a:pt x="33" y="57"/>
                  </a:lnTo>
                  <a:lnTo>
                    <a:pt x="38" y="31"/>
                  </a:lnTo>
                  <a:lnTo>
                    <a:pt x="43" y="6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65" name=""/>
            <p:cNvSpPr/>
            <p:nvPr/>
          </p:nvSpPr>
          <p:spPr>
            <a:xfrm rot="0">
              <a:off x="4889" y="1342"/>
              <a:ext cx="3" cy="13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66" name=""/>
            <p:cNvSpPr/>
            <p:nvPr/>
          </p:nvSpPr>
          <p:spPr>
            <a:xfrm rot="0">
              <a:off x="4889" y="1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67" name=""/>
            <p:cNvSpPr/>
            <p:nvPr/>
          </p:nvSpPr>
          <p:spPr>
            <a:xfrm rot="0">
              <a:off x="4890" y="1329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6" y="0"/>
                  </a:moveTo>
                  <a:lnTo>
                    <a:pt x="3" y="25"/>
                  </a:lnTo>
                  <a:lnTo>
                    <a:pt x="0" y="51"/>
                  </a:lnTo>
                  <a:lnTo>
                    <a:pt x="33" y="55"/>
                  </a:lnTo>
                  <a:lnTo>
                    <a:pt x="36" y="30"/>
                  </a:lnTo>
                  <a:lnTo>
                    <a:pt x="40" y="4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68" name=""/>
            <p:cNvSpPr/>
            <p:nvPr/>
          </p:nvSpPr>
          <p:spPr>
            <a:xfrm rot="0">
              <a:off x="4890" y="1329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6" y="0"/>
                  </a:moveTo>
                  <a:lnTo>
                    <a:pt x="3" y="25"/>
                  </a:lnTo>
                  <a:lnTo>
                    <a:pt x="0" y="51"/>
                  </a:lnTo>
                  <a:lnTo>
                    <a:pt x="33" y="55"/>
                  </a:lnTo>
                  <a:lnTo>
                    <a:pt x="36" y="30"/>
                  </a:lnTo>
                  <a:lnTo>
                    <a:pt x="40" y="4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69" name=""/>
            <p:cNvSpPr/>
            <p:nvPr/>
          </p:nvSpPr>
          <p:spPr>
            <a:xfrm rot="0">
              <a:off x="4907" y="1344"/>
              <a:ext cx="2" cy="13"/>
            </a:xfrm>
            <a:custGeom>
              <a:avLst/>
              <a:ahLst/>
              <a:rect l="0" t="0" r="r" b="b"/>
              <a:pathLst>
                <a:path w="3" h="25">
                  <a:moveTo>
                    <a:pt x="3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70" name=""/>
            <p:cNvSpPr/>
            <p:nvPr/>
          </p:nvSpPr>
          <p:spPr>
            <a:xfrm rot="0">
              <a:off x="4907" y="13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71" name=""/>
            <p:cNvSpPr/>
            <p:nvPr/>
          </p:nvSpPr>
          <p:spPr>
            <a:xfrm rot="0">
              <a:off x="4908" y="1331"/>
              <a:ext cx="18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5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33" y="54"/>
                  </a:lnTo>
                  <a:lnTo>
                    <a:pt x="35" y="29"/>
                  </a:lnTo>
                  <a:lnTo>
                    <a:pt x="37" y="3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72" name=""/>
            <p:cNvSpPr/>
            <p:nvPr/>
          </p:nvSpPr>
          <p:spPr>
            <a:xfrm rot="0">
              <a:off x="4908" y="1331"/>
              <a:ext cx="18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5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33" y="54"/>
                  </a:lnTo>
                  <a:lnTo>
                    <a:pt x="35" y="29"/>
                  </a:lnTo>
                  <a:lnTo>
                    <a:pt x="37" y="3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73" name=""/>
            <p:cNvSpPr/>
            <p:nvPr/>
          </p:nvSpPr>
          <p:spPr>
            <a:xfrm rot="0">
              <a:off x="4924" y="1345"/>
              <a:ext cx="1" cy="13"/>
            </a:xfrm>
            <a:custGeom>
              <a:avLst/>
              <a:ahLst/>
              <a:rect l="0" t="0" r="r" b="b"/>
              <a:pathLst>
                <a:path w="2" h="25">
                  <a:moveTo>
                    <a:pt x="2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74" name=""/>
            <p:cNvSpPr/>
            <p:nvPr/>
          </p:nvSpPr>
          <p:spPr>
            <a:xfrm rot="0">
              <a:off x="4924" y="13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75" name=""/>
            <p:cNvSpPr/>
            <p:nvPr/>
          </p:nvSpPr>
          <p:spPr>
            <a:xfrm rot="0">
              <a:off x="4925" y="1332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7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76" name=""/>
            <p:cNvSpPr/>
            <p:nvPr/>
          </p:nvSpPr>
          <p:spPr>
            <a:xfrm rot="0">
              <a:off x="4925" y="1332"/>
              <a:ext cx="16" cy="26"/>
            </a:xfrm>
            <a:custGeom>
              <a:avLst/>
              <a:ahLst/>
              <a:rect l="0" t="0" r="r" b="b"/>
              <a:pathLst>
                <a:path w="33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3" y="52"/>
                  </a:lnTo>
                  <a:lnTo>
                    <a:pt x="33" y="27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77" name=""/>
            <p:cNvSpPr/>
            <p:nvPr/>
          </p:nvSpPr>
          <p:spPr>
            <a:xfrm rot="0">
              <a:off x="4941" y="1332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4" y="52"/>
                  </a:lnTo>
                  <a:lnTo>
                    <a:pt x="34" y="27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201" name=""/>
          <p:cNvGrpSpPr/>
          <p:nvPr/>
        </p:nvGrpSpPr>
        <p:grpSpPr>
          <a:xfrm rot="0">
            <a:off x="265112" y="295275"/>
            <a:ext cx="8221662" cy="3160712"/>
            <a:chOff x="167" y="186"/>
            <a:chExt cx="5179" cy="1991"/>
          </a:xfrm>
        </p:grpSpPr>
        <p:sp>
          <p:nvSpPr>
            <p:cNvPr id="1062478" name=""/>
            <p:cNvSpPr/>
            <p:nvPr/>
          </p:nvSpPr>
          <p:spPr>
            <a:xfrm rot="0">
              <a:off x="4941" y="1332"/>
              <a:ext cx="17" cy="26"/>
            </a:xfrm>
            <a:custGeom>
              <a:avLst/>
              <a:ahLst/>
              <a:rect l="0" t="0" r="r" b="b"/>
              <a:pathLst>
                <a:path w="34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4" y="52"/>
                  </a:lnTo>
                  <a:lnTo>
                    <a:pt x="34" y="27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79" name=""/>
            <p:cNvSpPr/>
            <p:nvPr/>
          </p:nvSpPr>
          <p:spPr>
            <a:xfrm rot="0">
              <a:off x="4958" y="1345"/>
              <a:ext cx="1" cy="13"/>
            </a:xfrm>
            <a:custGeom>
              <a:avLst/>
              <a:ahLst/>
              <a:rect l="0" t="0" r="r" b="b"/>
              <a:pathLst>
                <a:path w="2" h="25">
                  <a:moveTo>
                    <a:pt x="0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80" name=""/>
            <p:cNvSpPr/>
            <p:nvPr/>
          </p:nvSpPr>
          <p:spPr>
            <a:xfrm rot="0">
              <a:off x="4958" y="13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81" name=""/>
            <p:cNvSpPr/>
            <p:nvPr/>
          </p:nvSpPr>
          <p:spPr>
            <a:xfrm rot="0">
              <a:off x="4957" y="1331"/>
              <a:ext cx="19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0" y="3"/>
                  </a:moveTo>
                  <a:lnTo>
                    <a:pt x="2" y="29"/>
                  </a:lnTo>
                  <a:lnTo>
                    <a:pt x="4" y="54"/>
                  </a:lnTo>
                  <a:lnTo>
                    <a:pt x="37" y="51"/>
                  </a:lnTo>
                  <a:lnTo>
                    <a:pt x="34" y="26"/>
                  </a:lnTo>
                  <a:lnTo>
                    <a:pt x="32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82" name=""/>
            <p:cNvSpPr/>
            <p:nvPr/>
          </p:nvSpPr>
          <p:spPr>
            <a:xfrm rot="0">
              <a:off x="4957" y="1331"/>
              <a:ext cx="19" cy="27"/>
            </a:xfrm>
            <a:custGeom>
              <a:avLst/>
              <a:ahLst/>
              <a:rect l="0" t="0" r="r" b="b"/>
              <a:pathLst>
                <a:path w="37" h="54">
                  <a:moveTo>
                    <a:pt x="0" y="3"/>
                  </a:moveTo>
                  <a:lnTo>
                    <a:pt x="2" y="29"/>
                  </a:lnTo>
                  <a:lnTo>
                    <a:pt x="4" y="54"/>
                  </a:lnTo>
                  <a:lnTo>
                    <a:pt x="37" y="51"/>
                  </a:lnTo>
                  <a:lnTo>
                    <a:pt x="34" y="26"/>
                  </a:lnTo>
                  <a:lnTo>
                    <a:pt x="32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83" name=""/>
            <p:cNvSpPr/>
            <p:nvPr/>
          </p:nvSpPr>
          <p:spPr>
            <a:xfrm rot="0">
              <a:off x="4975" y="1344"/>
              <a:ext cx="1" cy="13"/>
            </a:xfrm>
            <a:custGeom>
              <a:avLst/>
              <a:ahLst/>
              <a:rect l="0" t="0" r="r" b="b"/>
              <a:pathLst>
                <a:path w="4" h="25">
                  <a:moveTo>
                    <a:pt x="0" y="0"/>
                  </a:moveTo>
                  <a:lnTo>
                    <a:pt x="3" y="25"/>
                  </a:lnTo>
                  <a:lnTo>
                    <a:pt x="4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84" name=""/>
            <p:cNvSpPr/>
            <p:nvPr/>
          </p:nvSpPr>
          <p:spPr>
            <a:xfrm rot="0">
              <a:off x="4976" y="13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85" name=""/>
            <p:cNvSpPr/>
            <p:nvPr/>
          </p:nvSpPr>
          <p:spPr>
            <a:xfrm rot="0">
              <a:off x="4973" y="1329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0" y="4"/>
                  </a:moveTo>
                  <a:lnTo>
                    <a:pt x="3" y="30"/>
                  </a:lnTo>
                  <a:lnTo>
                    <a:pt x="7" y="55"/>
                  </a:lnTo>
                  <a:lnTo>
                    <a:pt x="40" y="51"/>
                  </a:lnTo>
                  <a:lnTo>
                    <a:pt x="37" y="25"/>
                  </a:lnTo>
                  <a:lnTo>
                    <a:pt x="34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86" name=""/>
            <p:cNvSpPr/>
            <p:nvPr/>
          </p:nvSpPr>
          <p:spPr>
            <a:xfrm rot="0">
              <a:off x="4973" y="1329"/>
              <a:ext cx="20" cy="28"/>
            </a:xfrm>
            <a:custGeom>
              <a:avLst/>
              <a:ahLst/>
              <a:rect l="0" t="0" r="r" b="b"/>
              <a:pathLst>
                <a:path w="40" h="55">
                  <a:moveTo>
                    <a:pt x="0" y="4"/>
                  </a:moveTo>
                  <a:lnTo>
                    <a:pt x="3" y="30"/>
                  </a:lnTo>
                  <a:lnTo>
                    <a:pt x="7" y="55"/>
                  </a:lnTo>
                  <a:lnTo>
                    <a:pt x="40" y="51"/>
                  </a:lnTo>
                  <a:lnTo>
                    <a:pt x="37" y="25"/>
                  </a:lnTo>
                  <a:lnTo>
                    <a:pt x="34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87" name=""/>
            <p:cNvSpPr/>
            <p:nvPr/>
          </p:nvSpPr>
          <p:spPr>
            <a:xfrm rot="0">
              <a:off x="4992" y="1342"/>
              <a:ext cx="2" cy="13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3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88" name=""/>
            <p:cNvSpPr/>
            <p:nvPr/>
          </p:nvSpPr>
          <p:spPr>
            <a:xfrm rot="0">
              <a:off x="4993" y="1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89" name=""/>
            <p:cNvSpPr/>
            <p:nvPr/>
          </p:nvSpPr>
          <p:spPr>
            <a:xfrm rot="0">
              <a:off x="4989" y="1326"/>
              <a:ext cx="22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0" y="6"/>
                  </a:moveTo>
                  <a:lnTo>
                    <a:pt x="5" y="31"/>
                  </a:lnTo>
                  <a:lnTo>
                    <a:pt x="10" y="57"/>
                  </a:lnTo>
                  <a:lnTo>
                    <a:pt x="43" y="51"/>
                  </a:lnTo>
                  <a:lnTo>
                    <a:pt x="38" y="25"/>
                  </a:lnTo>
                  <a:lnTo>
                    <a:pt x="33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90" name=""/>
            <p:cNvSpPr/>
            <p:nvPr/>
          </p:nvSpPr>
          <p:spPr>
            <a:xfrm rot="0">
              <a:off x="4989" y="1326"/>
              <a:ext cx="22" cy="29"/>
            </a:xfrm>
            <a:custGeom>
              <a:avLst/>
              <a:ahLst/>
              <a:rect l="0" t="0" r="r" b="b"/>
              <a:pathLst>
                <a:path w="43" h="57">
                  <a:moveTo>
                    <a:pt x="0" y="6"/>
                  </a:moveTo>
                  <a:lnTo>
                    <a:pt x="5" y="31"/>
                  </a:lnTo>
                  <a:lnTo>
                    <a:pt x="10" y="57"/>
                  </a:lnTo>
                  <a:lnTo>
                    <a:pt x="43" y="51"/>
                  </a:lnTo>
                  <a:lnTo>
                    <a:pt x="38" y="25"/>
                  </a:lnTo>
                  <a:lnTo>
                    <a:pt x="33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91" name=""/>
            <p:cNvSpPr/>
            <p:nvPr/>
          </p:nvSpPr>
          <p:spPr>
            <a:xfrm rot="0">
              <a:off x="5008" y="1339"/>
              <a:ext cx="3" cy="12"/>
            </a:xfrm>
            <a:custGeom>
              <a:avLst/>
              <a:ahLst/>
              <a:rect l="0" t="0" r="r" b="b"/>
              <a:pathLst>
                <a:path w="6" h="26">
                  <a:moveTo>
                    <a:pt x="0" y="0"/>
                  </a:moveTo>
                  <a:lnTo>
                    <a:pt x="5" y="26"/>
                  </a:lnTo>
                  <a:lnTo>
                    <a:pt x="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92" name=""/>
            <p:cNvSpPr/>
            <p:nvPr/>
          </p:nvSpPr>
          <p:spPr>
            <a:xfrm rot="0">
              <a:off x="5011" y="13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93" name=""/>
            <p:cNvSpPr/>
            <p:nvPr/>
          </p:nvSpPr>
          <p:spPr>
            <a:xfrm rot="0">
              <a:off x="5005" y="1322"/>
              <a:ext cx="22" cy="29"/>
            </a:xfrm>
            <a:custGeom>
              <a:avLst/>
              <a:ahLst/>
              <a:rect l="0" t="0" r="r" b="b"/>
              <a:pathLst>
                <a:path w="44" h="58">
                  <a:moveTo>
                    <a:pt x="0" y="7"/>
                  </a:moveTo>
                  <a:lnTo>
                    <a:pt x="6" y="32"/>
                  </a:lnTo>
                  <a:lnTo>
                    <a:pt x="12" y="58"/>
                  </a:lnTo>
                  <a:lnTo>
                    <a:pt x="44" y="51"/>
                  </a:lnTo>
                  <a:lnTo>
                    <a:pt x="38" y="25"/>
                  </a:lnTo>
                  <a:lnTo>
                    <a:pt x="32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94" name=""/>
            <p:cNvSpPr/>
            <p:nvPr/>
          </p:nvSpPr>
          <p:spPr>
            <a:xfrm rot="0">
              <a:off x="5005" y="1322"/>
              <a:ext cx="22" cy="29"/>
            </a:xfrm>
            <a:custGeom>
              <a:avLst/>
              <a:ahLst/>
              <a:rect l="0" t="0" r="r" b="b"/>
              <a:pathLst>
                <a:path w="44" h="58">
                  <a:moveTo>
                    <a:pt x="0" y="7"/>
                  </a:moveTo>
                  <a:lnTo>
                    <a:pt x="6" y="32"/>
                  </a:lnTo>
                  <a:lnTo>
                    <a:pt x="12" y="58"/>
                  </a:lnTo>
                  <a:lnTo>
                    <a:pt x="44" y="51"/>
                  </a:lnTo>
                  <a:lnTo>
                    <a:pt x="38" y="25"/>
                  </a:lnTo>
                  <a:lnTo>
                    <a:pt x="32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95" name=""/>
            <p:cNvSpPr/>
            <p:nvPr/>
          </p:nvSpPr>
          <p:spPr>
            <a:xfrm rot="0">
              <a:off x="5024" y="1335"/>
              <a:ext cx="3" cy="13"/>
            </a:xfrm>
            <a:custGeom>
              <a:avLst/>
              <a:ahLst/>
              <a:rect l="0" t="0" r="r" b="b"/>
              <a:pathLst>
                <a:path w="7" h="26">
                  <a:moveTo>
                    <a:pt x="0" y="0"/>
                  </a:moveTo>
                  <a:lnTo>
                    <a:pt x="6" y="26"/>
                  </a:lnTo>
                  <a:lnTo>
                    <a:pt x="7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96" name=""/>
            <p:cNvSpPr/>
            <p:nvPr/>
          </p:nvSpPr>
          <p:spPr>
            <a:xfrm rot="0">
              <a:off x="5027" y="1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97" name=""/>
            <p:cNvSpPr/>
            <p:nvPr/>
          </p:nvSpPr>
          <p:spPr>
            <a:xfrm rot="0">
              <a:off x="5020" y="1318"/>
              <a:ext cx="24" cy="30"/>
            </a:xfrm>
            <a:custGeom>
              <a:avLst/>
              <a:ahLst/>
              <a:rect l="0" t="0" r="r" b="b"/>
              <a:pathLst>
                <a:path w="47" h="61">
                  <a:moveTo>
                    <a:pt x="0" y="10"/>
                  </a:moveTo>
                  <a:lnTo>
                    <a:pt x="7" y="35"/>
                  </a:lnTo>
                  <a:lnTo>
                    <a:pt x="14" y="61"/>
                  </a:lnTo>
                  <a:lnTo>
                    <a:pt x="47" y="51"/>
                  </a:lnTo>
                  <a:lnTo>
                    <a:pt x="39" y="26"/>
                  </a:lnTo>
                  <a:lnTo>
                    <a:pt x="32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498" name=""/>
            <p:cNvSpPr/>
            <p:nvPr/>
          </p:nvSpPr>
          <p:spPr>
            <a:xfrm rot="0">
              <a:off x="5020" y="1318"/>
              <a:ext cx="24" cy="30"/>
            </a:xfrm>
            <a:custGeom>
              <a:avLst/>
              <a:ahLst/>
              <a:rect l="0" t="0" r="r" b="b"/>
              <a:pathLst>
                <a:path w="47" h="61">
                  <a:moveTo>
                    <a:pt x="0" y="10"/>
                  </a:moveTo>
                  <a:lnTo>
                    <a:pt x="7" y="35"/>
                  </a:lnTo>
                  <a:lnTo>
                    <a:pt x="14" y="61"/>
                  </a:lnTo>
                  <a:lnTo>
                    <a:pt x="47" y="51"/>
                  </a:lnTo>
                  <a:lnTo>
                    <a:pt x="39" y="26"/>
                  </a:lnTo>
                  <a:lnTo>
                    <a:pt x="32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499" name=""/>
            <p:cNvSpPr/>
            <p:nvPr/>
          </p:nvSpPr>
          <p:spPr>
            <a:xfrm rot="0">
              <a:off x="5040" y="1330"/>
              <a:ext cx="5" cy="13"/>
            </a:xfrm>
            <a:custGeom>
              <a:avLst/>
              <a:ahLst/>
              <a:rect l="0" t="0" r="r" b="b"/>
              <a:pathLst>
                <a:path w="10" h="25">
                  <a:moveTo>
                    <a:pt x="0" y="0"/>
                  </a:moveTo>
                  <a:lnTo>
                    <a:pt x="8" y="25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00" name=""/>
            <p:cNvSpPr/>
            <p:nvPr/>
          </p:nvSpPr>
          <p:spPr>
            <a:xfrm rot="0" flipV="1">
              <a:off x="5044" y="13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01" name=""/>
            <p:cNvSpPr/>
            <p:nvPr/>
          </p:nvSpPr>
          <p:spPr>
            <a:xfrm rot="0">
              <a:off x="5036" y="1313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0" y="11"/>
                  </a:moveTo>
                  <a:lnTo>
                    <a:pt x="9" y="36"/>
                  </a:lnTo>
                  <a:lnTo>
                    <a:pt x="19" y="60"/>
                  </a:lnTo>
                  <a:lnTo>
                    <a:pt x="50" y="49"/>
                  </a:lnTo>
                  <a:lnTo>
                    <a:pt x="41" y="25"/>
                  </a:lnTo>
                  <a:lnTo>
                    <a:pt x="32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02" name=""/>
            <p:cNvSpPr/>
            <p:nvPr/>
          </p:nvSpPr>
          <p:spPr>
            <a:xfrm rot="0">
              <a:off x="5036" y="1313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0" y="11"/>
                  </a:moveTo>
                  <a:lnTo>
                    <a:pt x="9" y="36"/>
                  </a:lnTo>
                  <a:lnTo>
                    <a:pt x="19" y="60"/>
                  </a:lnTo>
                  <a:lnTo>
                    <a:pt x="50" y="49"/>
                  </a:lnTo>
                  <a:lnTo>
                    <a:pt x="41" y="25"/>
                  </a:lnTo>
                  <a:lnTo>
                    <a:pt x="32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03" name=""/>
            <p:cNvSpPr/>
            <p:nvPr/>
          </p:nvSpPr>
          <p:spPr>
            <a:xfrm rot="0">
              <a:off x="5056" y="1325"/>
              <a:ext cx="5" cy="12"/>
            </a:xfrm>
            <a:custGeom>
              <a:avLst/>
              <a:ahLst/>
              <a:rect l="0" t="0" r="r" b="b"/>
              <a:pathLst>
                <a:path w="9" h="24">
                  <a:moveTo>
                    <a:pt x="0" y="0"/>
                  </a:moveTo>
                  <a:lnTo>
                    <a:pt x="9" y="24"/>
                  </a:lnTo>
                  <a:lnTo>
                    <a:pt x="9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04" name=""/>
            <p:cNvSpPr/>
            <p:nvPr/>
          </p:nvSpPr>
          <p:spPr>
            <a:xfrm rot="0">
              <a:off x="5061" y="13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05" name=""/>
            <p:cNvSpPr/>
            <p:nvPr/>
          </p:nvSpPr>
          <p:spPr>
            <a:xfrm rot="0">
              <a:off x="5052" y="1306"/>
              <a:ext cx="24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0" y="12"/>
                  </a:moveTo>
                  <a:lnTo>
                    <a:pt x="9" y="37"/>
                  </a:lnTo>
                  <a:lnTo>
                    <a:pt x="18" y="61"/>
                  </a:lnTo>
                  <a:lnTo>
                    <a:pt x="49" y="49"/>
                  </a:lnTo>
                  <a:lnTo>
                    <a:pt x="40" y="24"/>
                  </a:lnTo>
                  <a:lnTo>
                    <a:pt x="31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06" name=""/>
            <p:cNvSpPr/>
            <p:nvPr/>
          </p:nvSpPr>
          <p:spPr>
            <a:xfrm rot="0">
              <a:off x="5052" y="1306"/>
              <a:ext cx="24" cy="31"/>
            </a:xfrm>
            <a:custGeom>
              <a:avLst/>
              <a:ahLst/>
              <a:rect l="0" t="0" r="r" b="b"/>
              <a:pathLst>
                <a:path w="49" h="61">
                  <a:moveTo>
                    <a:pt x="0" y="12"/>
                  </a:moveTo>
                  <a:lnTo>
                    <a:pt x="9" y="37"/>
                  </a:lnTo>
                  <a:lnTo>
                    <a:pt x="18" y="61"/>
                  </a:lnTo>
                  <a:lnTo>
                    <a:pt x="49" y="49"/>
                  </a:lnTo>
                  <a:lnTo>
                    <a:pt x="40" y="24"/>
                  </a:lnTo>
                  <a:lnTo>
                    <a:pt x="31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07" name=""/>
            <p:cNvSpPr/>
            <p:nvPr/>
          </p:nvSpPr>
          <p:spPr>
            <a:xfrm rot="0">
              <a:off x="5071" y="1319"/>
              <a:ext cx="6" cy="12"/>
            </a:xfrm>
            <a:custGeom>
              <a:avLst/>
              <a:ahLst/>
              <a:rect l="0" t="0" r="r" b="b"/>
              <a:pathLst>
                <a:path w="10" h="25">
                  <a:moveTo>
                    <a:pt x="0" y="0"/>
                  </a:moveTo>
                  <a:lnTo>
                    <a:pt x="9" y="25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08" name=""/>
            <p:cNvSpPr/>
            <p:nvPr/>
          </p:nvSpPr>
          <p:spPr>
            <a:xfrm rot="0" flipV="1">
              <a:off x="5076" y="13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09" name=""/>
            <p:cNvSpPr/>
            <p:nvPr/>
          </p:nvSpPr>
          <p:spPr>
            <a:xfrm rot="0">
              <a:off x="5066" y="1300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0" y="13"/>
                  </a:moveTo>
                  <a:lnTo>
                    <a:pt x="10" y="36"/>
                  </a:lnTo>
                  <a:lnTo>
                    <a:pt x="20" y="60"/>
                  </a:lnTo>
                  <a:lnTo>
                    <a:pt x="50" y="47"/>
                  </a:lnTo>
                  <a:lnTo>
                    <a:pt x="40" y="23"/>
                  </a:lnTo>
                  <a:lnTo>
                    <a:pt x="29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10" name=""/>
            <p:cNvSpPr/>
            <p:nvPr/>
          </p:nvSpPr>
          <p:spPr>
            <a:xfrm rot="0">
              <a:off x="5066" y="1300"/>
              <a:ext cx="25" cy="30"/>
            </a:xfrm>
            <a:custGeom>
              <a:avLst/>
              <a:ahLst/>
              <a:rect l="0" t="0" r="r" b="b"/>
              <a:pathLst>
                <a:path w="50" h="60">
                  <a:moveTo>
                    <a:pt x="0" y="13"/>
                  </a:moveTo>
                  <a:lnTo>
                    <a:pt x="10" y="36"/>
                  </a:lnTo>
                  <a:lnTo>
                    <a:pt x="20" y="60"/>
                  </a:lnTo>
                  <a:lnTo>
                    <a:pt x="50" y="47"/>
                  </a:lnTo>
                  <a:lnTo>
                    <a:pt x="40" y="23"/>
                  </a:lnTo>
                  <a:lnTo>
                    <a:pt x="29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11" name=""/>
            <p:cNvSpPr/>
            <p:nvPr/>
          </p:nvSpPr>
          <p:spPr>
            <a:xfrm rot="0">
              <a:off x="5086" y="1312"/>
              <a:ext cx="6" cy="12"/>
            </a:xfrm>
            <a:custGeom>
              <a:avLst/>
              <a:ahLst/>
              <a:rect l="0" t="0" r="r" b="b"/>
              <a:pathLst>
                <a:path w="12" h="24">
                  <a:moveTo>
                    <a:pt x="0" y="0"/>
                  </a:moveTo>
                  <a:lnTo>
                    <a:pt x="10" y="24"/>
                  </a:lnTo>
                  <a:lnTo>
                    <a:pt x="12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12" name=""/>
            <p:cNvSpPr/>
            <p:nvPr/>
          </p:nvSpPr>
          <p:spPr>
            <a:xfrm rot="0">
              <a:off x="5091" y="13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13" name=""/>
            <p:cNvSpPr/>
            <p:nvPr/>
          </p:nvSpPr>
          <p:spPr>
            <a:xfrm rot="0">
              <a:off x="5080" y="1293"/>
              <a:ext cx="27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0" y="16"/>
                  </a:moveTo>
                  <a:lnTo>
                    <a:pt x="13" y="39"/>
                  </a:lnTo>
                  <a:lnTo>
                    <a:pt x="25" y="63"/>
                  </a:lnTo>
                  <a:lnTo>
                    <a:pt x="55" y="47"/>
                  </a:lnTo>
                  <a:lnTo>
                    <a:pt x="42" y="24"/>
                  </a:lnTo>
                  <a:lnTo>
                    <a:pt x="30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14" name=""/>
            <p:cNvSpPr/>
            <p:nvPr/>
          </p:nvSpPr>
          <p:spPr>
            <a:xfrm rot="0">
              <a:off x="5080" y="1293"/>
              <a:ext cx="27" cy="31"/>
            </a:xfrm>
            <a:custGeom>
              <a:avLst/>
              <a:ahLst/>
              <a:rect l="0" t="0" r="r" b="b"/>
              <a:pathLst>
                <a:path w="55" h="63">
                  <a:moveTo>
                    <a:pt x="0" y="16"/>
                  </a:moveTo>
                  <a:lnTo>
                    <a:pt x="13" y="39"/>
                  </a:lnTo>
                  <a:lnTo>
                    <a:pt x="25" y="63"/>
                  </a:lnTo>
                  <a:lnTo>
                    <a:pt x="55" y="47"/>
                  </a:lnTo>
                  <a:lnTo>
                    <a:pt x="42" y="24"/>
                  </a:lnTo>
                  <a:lnTo>
                    <a:pt x="30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15" name=""/>
            <p:cNvSpPr/>
            <p:nvPr/>
          </p:nvSpPr>
          <p:spPr>
            <a:xfrm rot="0">
              <a:off x="5101" y="1304"/>
              <a:ext cx="7" cy="12"/>
            </a:xfrm>
            <a:custGeom>
              <a:avLst/>
              <a:ahLst/>
              <a:rect l="0" t="0" r="r" b="b"/>
              <a:pathLst>
                <a:path w="14" h="23">
                  <a:moveTo>
                    <a:pt x="0" y="0"/>
                  </a:moveTo>
                  <a:lnTo>
                    <a:pt x="13" y="23"/>
                  </a:lnTo>
                  <a:lnTo>
                    <a:pt x="14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16" name=""/>
            <p:cNvSpPr/>
            <p:nvPr/>
          </p:nvSpPr>
          <p:spPr>
            <a:xfrm rot="0" flipV="1">
              <a:off x="5107" y="13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17" name=""/>
            <p:cNvSpPr/>
            <p:nvPr/>
          </p:nvSpPr>
          <p:spPr>
            <a:xfrm rot="0">
              <a:off x="5094" y="1284"/>
              <a:ext cx="28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0" y="17"/>
                  </a:moveTo>
                  <a:lnTo>
                    <a:pt x="13" y="40"/>
                  </a:lnTo>
                  <a:lnTo>
                    <a:pt x="27" y="62"/>
                  </a:lnTo>
                  <a:lnTo>
                    <a:pt x="55" y="45"/>
                  </a:lnTo>
                  <a:lnTo>
                    <a:pt x="42" y="22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18" name=""/>
            <p:cNvSpPr/>
            <p:nvPr/>
          </p:nvSpPr>
          <p:spPr>
            <a:xfrm rot="0">
              <a:off x="5094" y="1284"/>
              <a:ext cx="28" cy="32"/>
            </a:xfrm>
            <a:custGeom>
              <a:avLst/>
              <a:ahLst/>
              <a:rect l="0" t="0" r="r" b="b"/>
              <a:pathLst>
                <a:path w="55" h="62">
                  <a:moveTo>
                    <a:pt x="0" y="17"/>
                  </a:moveTo>
                  <a:lnTo>
                    <a:pt x="13" y="40"/>
                  </a:lnTo>
                  <a:lnTo>
                    <a:pt x="27" y="62"/>
                  </a:lnTo>
                  <a:lnTo>
                    <a:pt x="55" y="45"/>
                  </a:lnTo>
                  <a:lnTo>
                    <a:pt x="42" y="22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19" name=""/>
            <p:cNvSpPr/>
            <p:nvPr/>
          </p:nvSpPr>
          <p:spPr>
            <a:xfrm rot="0">
              <a:off x="5115" y="1296"/>
              <a:ext cx="8" cy="11"/>
            </a:xfrm>
            <a:custGeom>
              <a:avLst/>
              <a:ahLst/>
              <a:rect l="0" t="0" r="r" b="b"/>
              <a:pathLst>
                <a:path w="14" h="23">
                  <a:moveTo>
                    <a:pt x="0" y="0"/>
                  </a:moveTo>
                  <a:lnTo>
                    <a:pt x="13" y="23"/>
                  </a:lnTo>
                  <a:lnTo>
                    <a:pt x="14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20" name=""/>
            <p:cNvSpPr/>
            <p:nvPr/>
          </p:nvSpPr>
          <p:spPr>
            <a:xfrm rot="0" flipV="1">
              <a:off x="5122" y="13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21" name=""/>
            <p:cNvSpPr/>
            <p:nvPr/>
          </p:nvSpPr>
          <p:spPr>
            <a:xfrm rot="0">
              <a:off x="5108" y="1276"/>
              <a:ext cx="28" cy="30"/>
            </a:xfrm>
            <a:custGeom>
              <a:avLst/>
              <a:ahLst/>
              <a:rect l="0" t="0" r="r" b="b"/>
              <a:pathLst>
                <a:path w="56" h="62">
                  <a:moveTo>
                    <a:pt x="0" y="19"/>
                  </a:moveTo>
                  <a:lnTo>
                    <a:pt x="14" y="40"/>
                  </a:lnTo>
                  <a:lnTo>
                    <a:pt x="28" y="62"/>
                  </a:lnTo>
                  <a:lnTo>
                    <a:pt x="56" y="43"/>
                  </a:lnTo>
                  <a:lnTo>
                    <a:pt x="42" y="22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22" name=""/>
            <p:cNvSpPr/>
            <p:nvPr/>
          </p:nvSpPr>
          <p:spPr>
            <a:xfrm rot="0">
              <a:off x="5108" y="1276"/>
              <a:ext cx="28" cy="30"/>
            </a:xfrm>
            <a:custGeom>
              <a:avLst/>
              <a:ahLst/>
              <a:rect l="0" t="0" r="r" b="b"/>
              <a:pathLst>
                <a:path w="56" h="62">
                  <a:moveTo>
                    <a:pt x="0" y="19"/>
                  </a:moveTo>
                  <a:lnTo>
                    <a:pt x="14" y="40"/>
                  </a:lnTo>
                  <a:lnTo>
                    <a:pt x="28" y="62"/>
                  </a:lnTo>
                  <a:lnTo>
                    <a:pt x="56" y="43"/>
                  </a:lnTo>
                  <a:lnTo>
                    <a:pt x="42" y="22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23" name=""/>
            <p:cNvSpPr/>
            <p:nvPr/>
          </p:nvSpPr>
          <p:spPr>
            <a:xfrm rot="0">
              <a:off x="5129" y="1286"/>
              <a:ext cx="8" cy="11"/>
            </a:xfrm>
            <a:custGeom>
              <a:avLst/>
              <a:ahLst/>
              <a:rect l="0" t="0" r="r" b="b"/>
              <a:pathLst>
                <a:path w="15" h="21">
                  <a:moveTo>
                    <a:pt x="0" y="0"/>
                  </a:moveTo>
                  <a:lnTo>
                    <a:pt x="14" y="21"/>
                  </a:lnTo>
                  <a:lnTo>
                    <a:pt x="1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24" name=""/>
            <p:cNvSpPr/>
            <p:nvPr/>
          </p:nvSpPr>
          <p:spPr>
            <a:xfrm rot="0">
              <a:off x="5136" y="12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25" name=""/>
            <p:cNvSpPr/>
            <p:nvPr/>
          </p:nvSpPr>
          <p:spPr>
            <a:xfrm rot="0">
              <a:off x="5122" y="1266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0" y="19"/>
                  </a:moveTo>
                  <a:lnTo>
                    <a:pt x="16" y="41"/>
                  </a:lnTo>
                  <a:lnTo>
                    <a:pt x="31" y="62"/>
                  </a:lnTo>
                  <a:lnTo>
                    <a:pt x="59" y="43"/>
                  </a:lnTo>
                  <a:lnTo>
                    <a:pt x="43" y="21"/>
                  </a:lnTo>
                  <a:lnTo>
                    <a:pt x="2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26" name=""/>
            <p:cNvSpPr/>
            <p:nvPr/>
          </p:nvSpPr>
          <p:spPr>
            <a:xfrm rot="0">
              <a:off x="5122" y="1266"/>
              <a:ext cx="29" cy="31"/>
            </a:xfrm>
            <a:custGeom>
              <a:avLst/>
              <a:ahLst/>
              <a:rect l="0" t="0" r="r" b="b"/>
              <a:pathLst>
                <a:path w="59" h="62">
                  <a:moveTo>
                    <a:pt x="0" y="19"/>
                  </a:moveTo>
                  <a:lnTo>
                    <a:pt x="16" y="41"/>
                  </a:lnTo>
                  <a:lnTo>
                    <a:pt x="31" y="62"/>
                  </a:lnTo>
                  <a:lnTo>
                    <a:pt x="59" y="43"/>
                  </a:lnTo>
                  <a:lnTo>
                    <a:pt x="43" y="21"/>
                  </a:lnTo>
                  <a:lnTo>
                    <a:pt x="28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27" name=""/>
            <p:cNvSpPr/>
            <p:nvPr/>
          </p:nvSpPr>
          <p:spPr>
            <a:xfrm rot="0">
              <a:off x="5143" y="1277"/>
              <a:ext cx="8" cy="10"/>
            </a:xfrm>
            <a:custGeom>
              <a:avLst/>
              <a:ahLst/>
              <a:rect l="0" t="0" r="r" b="b"/>
              <a:pathLst>
                <a:path w="17" h="22">
                  <a:moveTo>
                    <a:pt x="0" y="0"/>
                  </a:moveTo>
                  <a:lnTo>
                    <a:pt x="16" y="22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28" name=""/>
            <p:cNvSpPr/>
            <p:nvPr/>
          </p:nvSpPr>
          <p:spPr>
            <a:xfrm rot="0" flipV="1">
              <a:off x="5151" y="12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29" name=""/>
            <p:cNvSpPr/>
            <p:nvPr/>
          </p:nvSpPr>
          <p:spPr>
            <a:xfrm rot="0">
              <a:off x="5135" y="1256"/>
              <a:ext cx="29" cy="31"/>
            </a:xfrm>
            <a:custGeom>
              <a:avLst/>
              <a:ahLst/>
              <a:rect l="0" t="0" r="r" b="b"/>
              <a:pathLst>
                <a:path w="58" h="63">
                  <a:moveTo>
                    <a:pt x="0" y="22"/>
                  </a:moveTo>
                  <a:lnTo>
                    <a:pt x="16" y="42"/>
                  </a:lnTo>
                  <a:lnTo>
                    <a:pt x="33" y="63"/>
                  </a:lnTo>
                  <a:lnTo>
                    <a:pt x="58" y="41"/>
                  </a:lnTo>
                  <a:lnTo>
                    <a:pt x="42" y="21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30" name=""/>
            <p:cNvSpPr/>
            <p:nvPr/>
          </p:nvSpPr>
          <p:spPr>
            <a:xfrm rot="0">
              <a:off x="5135" y="1256"/>
              <a:ext cx="29" cy="31"/>
            </a:xfrm>
            <a:custGeom>
              <a:avLst/>
              <a:ahLst/>
              <a:rect l="0" t="0" r="r" b="b"/>
              <a:pathLst>
                <a:path w="58" h="63">
                  <a:moveTo>
                    <a:pt x="0" y="22"/>
                  </a:moveTo>
                  <a:lnTo>
                    <a:pt x="16" y="42"/>
                  </a:lnTo>
                  <a:lnTo>
                    <a:pt x="33" y="63"/>
                  </a:lnTo>
                  <a:lnTo>
                    <a:pt x="58" y="41"/>
                  </a:lnTo>
                  <a:lnTo>
                    <a:pt x="42" y="21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31" name=""/>
            <p:cNvSpPr/>
            <p:nvPr/>
          </p:nvSpPr>
          <p:spPr>
            <a:xfrm rot="0">
              <a:off x="5156" y="1266"/>
              <a:ext cx="9" cy="10"/>
            </a:xfrm>
            <a:custGeom>
              <a:avLst/>
              <a:ahLst/>
              <a:rect l="0" t="0" r="r" b="b"/>
              <a:pathLst>
                <a:path w="17" h="20">
                  <a:moveTo>
                    <a:pt x="0" y="0"/>
                  </a:moveTo>
                  <a:lnTo>
                    <a:pt x="16" y="20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32" name=""/>
            <p:cNvSpPr/>
            <p:nvPr/>
          </p:nvSpPr>
          <p:spPr>
            <a:xfrm rot="0" flipV="1">
              <a:off x="5164" y="12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33" name=""/>
            <p:cNvSpPr/>
            <p:nvPr/>
          </p:nvSpPr>
          <p:spPr>
            <a:xfrm rot="0">
              <a:off x="5147" y="1245"/>
              <a:ext cx="30" cy="31"/>
            </a:xfrm>
            <a:custGeom>
              <a:avLst/>
              <a:ahLst/>
              <a:rect l="0" t="0" r="r" b="b"/>
              <a:pathLst>
                <a:path w="60" h="60">
                  <a:moveTo>
                    <a:pt x="0" y="21"/>
                  </a:moveTo>
                  <a:lnTo>
                    <a:pt x="18" y="41"/>
                  </a:lnTo>
                  <a:lnTo>
                    <a:pt x="35" y="60"/>
                  </a:lnTo>
                  <a:lnTo>
                    <a:pt x="60" y="39"/>
                  </a:lnTo>
                  <a:lnTo>
                    <a:pt x="42" y="19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34" name=""/>
            <p:cNvSpPr/>
            <p:nvPr/>
          </p:nvSpPr>
          <p:spPr>
            <a:xfrm rot="0">
              <a:off x="5147" y="1245"/>
              <a:ext cx="30" cy="31"/>
            </a:xfrm>
            <a:custGeom>
              <a:avLst/>
              <a:ahLst/>
              <a:rect l="0" t="0" r="r" b="b"/>
              <a:pathLst>
                <a:path w="60" h="60">
                  <a:moveTo>
                    <a:pt x="0" y="21"/>
                  </a:moveTo>
                  <a:lnTo>
                    <a:pt x="18" y="41"/>
                  </a:lnTo>
                  <a:lnTo>
                    <a:pt x="35" y="60"/>
                  </a:lnTo>
                  <a:lnTo>
                    <a:pt x="60" y="39"/>
                  </a:lnTo>
                  <a:lnTo>
                    <a:pt x="42" y="19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35" name=""/>
            <p:cNvSpPr/>
            <p:nvPr/>
          </p:nvSpPr>
          <p:spPr>
            <a:xfrm rot="0">
              <a:off x="5168" y="1255"/>
              <a:ext cx="9" cy="10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8" y="20"/>
                  </a:lnTo>
                  <a:lnTo>
                    <a:pt x="19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36" name=""/>
            <p:cNvSpPr/>
            <p:nvPr/>
          </p:nvSpPr>
          <p:spPr>
            <a:xfrm rot="0" flipV="1">
              <a:off x="5177" y="12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37" name=""/>
            <p:cNvSpPr/>
            <p:nvPr/>
          </p:nvSpPr>
          <p:spPr>
            <a:xfrm rot="0">
              <a:off x="5159" y="1234"/>
              <a:ext cx="30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0" y="25"/>
                  </a:moveTo>
                  <a:lnTo>
                    <a:pt x="18" y="43"/>
                  </a:lnTo>
                  <a:lnTo>
                    <a:pt x="37" y="62"/>
                  </a:lnTo>
                  <a:lnTo>
                    <a:pt x="60" y="37"/>
                  </a:lnTo>
                  <a:lnTo>
                    <a:pt x="42" y="19"/>
                  </a:lnTo>
                  <a:lnTo>
                    <a:pt x="2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38" name=""/>
            <p:cNvSpPr/>
            <p:nvPr/>
          </p:nvSpPr>
          <p:spPr>
            <a:xfrm rot="0">
              <a:off x="5159" y="1234"/>
              <a:ext cx="30" cy="30"/>
            </a:xfrm>
            <a:custGeom>
              <a:avLst/>
              <a:ahLst/>
              <a:rect l="0" t="0" r="r" b="b"/>
              <a:pathLst>
                <a:path w="60" h="62">
                  <a:moveTo>
                    <a:pt x="0" y="25"/>
                  </a:moveTo>
                  <a:lnTo>
                    <a:pt x="18" y="43"/>
                  </a:lnTo>
                  <a:lnTo>
                    <a:pt x="37" y="62"/>
                  </a:lnTo>
                  <a:lnTo>
                    <a:pt x="60" y="37"/>
                  </a:lnTo>
                  <a:lnTo>
                    <a:pt x="42" y="19"/>
                  </a:lnTo>
                  <a:lnTo>
                    <a:pt x="23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39" name=""/>
            <p:cNvSpPr/>
            <p:nvPr/>
          </p:nvSpPr>
          <p:spPr>
            <a:xfrm rot="0">
              <a:off x="5180" y="1243"/>
              <a:ext cx="10" cy="9"/>
            </a:xfrm>
            <a:custGeom>
              <a:avLst/>
              <a:ahLst/>
              <a:rect l="0" t="0" r="r" b="b"/>
              <a:pathLst>
                <a:path w="19" h="18">
                  <a:moveTo>
                    <a:pt x="0" y="0"/>
                  </a:moveTo>
                  <a:lnTo>
                    <a:pt x="18" y="18"/>
                  </a:lnTo>
                  <a:lnTo>
                    <a:pt x="19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40" name=""/>
            <p:cNvSpPr/>
            <p:nvPr/>
          </p:nvSpPr>
          <p:spPr>
            <a:xfrm rot="0" flipV="1">
              <a:off x="5189" y="12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41" name=""/>
            <p:cNvSpPr/>
            <p:nvPr/>
          </p:nvSpPr>
          <p:spPr>
            <a:xfrm rot="0">
              <a:off x="5170" y="1222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0" y="24"/>
                  </a:moveTo>
                  <a:lnTo>
                    <a:pt x="20" y="42"/>
                  </a:lnTo>
                  <a:lnTo>
                    <a:pt x="39" y="59"/>
                  </a:lnTo>
                  <a:lnTo>
                    <a:pt x="62" y="35"/>
                  </a:lnTo>
                  <a:lnTo>
                    <a:pt x="42" y="17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42" name=""/>
            <p:cNvSpPr/>
            <p:nvPr/>
          </p:nvSpPr>
          <p:spPr>
            <a:xfrm rot="0">
              <a:off x="5170" y="1222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0" y="24"/>
                  </a:moveTo>
                  <a:lnTo>
                    <a:pt x="20" y="42"/>
                  </a:lnTo>
                  <a:lnTo>
                    <a:pt x="39" y="59"/>
                  </a:lnTo>
                  <a:lnTo>
                    <a:pt x="62" y="35"/>
                  </a:lnTo>
                  <a:lnTo>
                    <a:pt x="42" y="17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43" name=""/>
            <p:cNvSpPr/>
            <p:nvPr/>
          </p:nvSpPr>
          <p:spPr>
            <a:xfrm rot="0">
              <a:off x="5191" y="1231"/>
              <a:ext cx="10" cy="8"/>
            </a:xfrm>
            <a:custGeom>
              <a:avLst/>
              <a:ahLst/>
              <a:rect l="0" t="0" r="r" b="b"/>
              <a:pathLst>
                <a:path w="21" h="18">
                  <a:moveTo>
                    <a:pt x="0" y="0"/>
                  </a:moveTo>
                  <a:lnTo>
                    <a:pt x="20" y="18"/>
                  </a:lnTo>
                  <a:lnTo>
                    <a:pt x="21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44" name=""/>
            <p:cNvSpPr/>
            <p:nvPr/>
          </p:nvSpPr>
          <p:spPr>
            <a:xfrm rot="0" flipV="1">
              <a:off x="5201" y="12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45" name=""/>
            <p:cNvSpPr/>
            <p:nvPr/>
          </p:nvSpPr>
          <p:spPr>
            <a:xfrm rot="0">
              <a:off x="5181" y="1210"/>
              <a:ext cx="31" cy="29"/>
            </a:xfrm>
            <a:custGeom>
              <a:avLst/>
              <a:ahLst/>
              <a:rect l="0" t="0" r="r" b="b"/>
              <a:pathLst>
                <a:path w="61" h="59">
                  <a:moveTo>
                    <a:pt x="0" y="26"/>
                  </a:moveTo>
                  <a:lnTo>
                    <a:pt x="20" y="42"/>
                  </a:lnTo>
                  <a:lnTo>
                    <a:pt x="41" y="59"/>
                  </a:lnTo>
                  <a:lnTo>
                    <a:pt x="61" y="33"/>
                  </a:lnTo>
                  <a:lnTo>
                    <a:pt x="41" y="17"/>
                  </a:lnTo>
                  <a:lnTo>
                    <a:pt x="20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46" name=""/>
            <p:cNvSpPr/>
            <p:nvPr/>
          </p:nvSpPr>
          <p:spPr>
            <a:xfrm rot="0">
              <a:off x="5181" y="1210"/>
              <a:ext cx="31" cy="29"/>
            </a:xfrm>
            <a:custGeom>
              <a:avLst/>
              <a:ahLst/>
              <a:rect l="0" t="0" r="r" b="b"/>
              <a:pathLst>
                <a:path w="61" h="59">
                  <a:moveTo>
                    <a:pt x="0" y="26"/>
                  </a:moveTo>
                  <a:lnTo>
                    <a:pt x="20" y="42"/>
                  </a:lnTo>
                  <a:lnTo>
                    <a:pt x="41" y="59"/>
                  </a:lnTo>
                  <a:lnTo>
                    <a:pt x="61" y="33"/>
                  </a:lnTo>
                  <a:lnTo>
                    <a:pt x="41" y="17"/>
                  </a:lnTo>
                  <a:lnTo>
                    <a:pt x="20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47" name=""/>
            <p:cNvSpPr/>
            <p:nvPr/>
          </p:nvSpPr>
          <p:spPr>
            <a:xfrm rot="0">
              <a:off x="5201" y="1218"/>
              <a:ext cx="11" cy="8"/>
            </a:xfrm>
            <a:custGeom>
              <a:avLst/>
              <a:ahLst/>
              <a:rect l="0" t="0" r="r" b="b"/>
              <a:pathLst>
                <a:path w="20" h="16">
                  <a:moveTo>
                    <a:pt x="0" y="0"/>
                  </a:moveTo>
                  <a:lnTo>
                    <a:pt x="20" y="16"/>
                  </a:lnTo>
                  <a:lnTo>
                    <a:pt x="20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48" name=""/>
            <p:cNvSpPr/>
            <p:nvPr/>
          </p:nvSpPr>
          <p:spPr>
            <a:xfrm rot="0">
              <a:off x="5212" y="12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49" name=""/>
            <p:cNvSpPr/>
            <p:nvPr/>
          </p:nvSpPr>
          <p:spPr>
            <a:xfrm rot="0">
              <a:off x="5191" y="1196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0" y="26"/>
                  </a:moveTo>
                  <a:lnTo>
                    <a:pt x="21" y="43"/>
                  </a:lnTo>
                  <a:lnTo>
                    <a:pt x="41" y="59"/>
                  </a:lnTo>
                  <a:lnTo>
                    <a:pt x="62" y="32"/>
                  </a:lnTo>
                  <a:lnTo>
                    <a:pt x="41" y="16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50" name=""/>
            <p:cNvSpPr/>
            <p:nvPr/>
          </p:nvSpPr>
          <p:spPr>
            <a:xfrm rot="0">
              <a:off x="5191" y="1196"/>
              <a:ext cx="31" cy="30"/>
            </a:xfrm>
            <a:custGeom>
              <a:avLst/>
              <a:ahLst/>
              <a:rect l="0" t="0" r="r" b="b"/>
              <a:pathLst>
                <a:path w="62" h="59">
                  <a:moveTo>
                    <a:pt x="0" y="26"/>
                  </a:moveTo>
                  <a:lnTo>
                    <a:pt x="21" y="43"/>
                  </a:lnTo>
                  <a:lnTo>
                    <a:pt x="41" y="59"/>
                  </a:lnTo>
                  <a:lnTo>
                    <a:pt x="62" y="32"/>
                  </a:lnTo>
                  <a:lnTo>
                    <a:pt x="41" y="16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51" name=""/>
            <p:cNvSpPr/>
            <p:nvPr/>
          </p:nvSpPr>
          <p:spPr>
            <a:xfrm rot="0">
              <a:off x="5212" y="1205"/>
              <a:ext cx="11" cy="8"/>
            </a:xfrm>
            <a:custGeom>
              <a:avLst/>
              <a:ahLst/>
              <a:rect l="0" t="0" r="r" b="b"/>
              <a:pathLst>
                <a:path w="23" h="16">
                  <a:moveTo>
                    <a:pt x="0" y="0"/>
                  </a:moveTo>
                  <a:lnTo>
                    <a:pt x="21" y="16"/>
                  </a:lnTo>
                  <a:lnTo>
                    <a:pt x="23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52" name=""/>
            <p:cNvSpPr/>
            <p:nvPr/>
          </p:nvSpPr>
          <p:spPr>
            <a:xfrm rot="0" flipV="1">
              <a:off x="5222" y="12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53" name=""/>
            <p:cNvSpPr/>
            <p:nvPr/>
          </p:nvSpPr>
          <p:spPr>
            <a:xfrm rot="0">
              <a:off x="5200" y="1184"/>
              <a:ext cx="32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0" y="28"/>
                  </a:moveTo>
                  <a:lnTo>
                    <a:pt x="22" y="42"/>
                  </a:lnTo>
                  <a:lnTo>
                    <a:pt x="45" y="56"/>
                  </a:lnTo>
                  <a:lnTo>
                    <a:pt x="62" y="29"/>
                  </a:lnTo>
                  <a:lnTo>
                    <a:pt x="40" y="14"/>
                  </a:lnTo>
                  <a:lnTo>
                    <a:pt x="17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54" name=""/>
            <p:cNvSpPr/>
            <p:nvPr/>
          </p:nvSpPr>
          <p:spPr>
            <a:xfrm rot="0">
              <a:off x="5200" y="1184"/>
              <a:ext cx="32" cy="28"/>
            </a:xfrm>
            <a:custGeom>
              <a:avLst/>
              <a:ahLst/>
              <a:rect l="0" t="0" r="r" b="b"/>
              <a:pathLst>
                <a:path w="62" h="56">
                  <a:moveTo>
                    <a:pt x="0" y="28"/>
                  </a:moveTo>
                  <a:lnTo>
                    <a:pt x="22" y="42"/>
                  </a:lnTo>
                  <a:lnTo>
                    <a:pt x="45" y="56"/>
                  </a:lnTo>
                  <a:lnTo>
                    <a:pt x="62" y="29"/>
                  </a:lnTo>
                  <a:lnTo>
                    <a:pt x="40" y="14"/>
                  </a:lnTo>
                  <a:lnTo>
                    <a:pt x="17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55" name=""/>
            <p:cNvSpPr/>
            <p:nvPr/>
          </p:nvSpPr>
          <p:spPr>
            <a:xfrm rot="0">
              <a:off x="5220" y="1191"/>
              <a:ext cx="12" cy="7"/>
            </a:xfrm>
            <a:custGeom>
              <a:avLst/>
              <a:ahLst/>
              <a:rect l="0" t="0" r="r" b="b"/>
              <a:pathLst>
                <a:path w="22" h="15">
                  <a:moveTo>
                    <a:pt x="0" y="0"/>
                  </a:moveTo>
                  <a:lnTo>
                    <a:pt x="22" y="15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56" name=""/>
            <p:cNvSpPr/>
            <p:nvPr/>
          </p:nvSpPr>
          <p:spPr>
            <a:xfrm rot="0" flipV="1">
              <a:off x="5232" y="11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57" name=""/>
            <p:cNvSpPr/>
            <p:nvPr/>
          </p:nvSpPr>
          <p:spPr>
            <a:xfrm rot="0">
              <a:off x="5209" y="1170"/>
              <a:ext cx="31" cy="27"/>
            </a:xfrm>
            <a:custGeom>
              <a:avLst/>
              <a:ahLst/>
              <a:rect l="0" t="0" r="r" b="b"/>
              <a:pathLst>
                <a:path w="63" h="56">
                  <a:moveTo>
                    <a:pt x="0" y="29"/>
                  </a:moveTo>
                  <a:lnTo>
                    <a:pt x="23" y="42"/>
                  </a:lnTo>
                  <a:lnTo>
                    <a:pt x="45" y="56"/>
                  </a:lnTo>
                  <a:lnTo>
                    <a:pt x="63" y="27"/>
                  </a:lnTo>
                  <a:lnTo>
                    <a:pt x="40" y="14"/>
                  </a:lnTo>
                  <a:lnTo>
                    <a:pt x="18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58" name=""/>
            <p:cNvSpPr/>
            <p:nvPr/>
          </p:nvSpPr>
          <p:spPr>
            <a:xfrm rot="0">
              <a:off x="5209" y="1170"/>
              <a:ext cx="31" cy="27"/>
            </a:xfrm>
            <a:custGeom>
              <a:avLst/>
              <a:ahLst/>
              <a:rect l="0" t="0" r="r" b="b"/>
              <a:pathLst>
                <a:path w="63" h="56">
                  <a:moveTo>
                    <a:pt x="0" y="29"/>
                  </a:moveTo>
                  <a:lnTo>
                    <a:pt x="23" y="42"/>
                  </a:lnTo>
                  <a:lnTo>
                    <a:pt x="45" y="56"/>
                  </a:lnTo>
                  <a:lnTo>
                    <a:pt x="63" y="27"/>
                  </a:lnTo>
                  <a:lnTo>
                    <a:pt x="40" y="14"/>
                  </a:lnTo>
                  <a:lnTo>
                    <a:pt x="18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59" name=""/>
            <p:cNvSpPr/>
            <p:nvPr/>
          </p:nvSpPr>
          <p:spPr>
            <a:xfrm rot="0">
              <a:off x="5229" y="1176"/>
              <a:ext cx="12" cy="7"/>
            </a:xfrm>
            <a:custGeom>
              <a:avLst/>
              <a:ahLst/>
              <a:rect l="0" t="0" r="r" b="b"/>
              <a:pathLst>
                <a:path w="24" h="13">
                  <a:moveTo>
                    <a:pt x="0" y="0"/>
                  </a:moveTo>
                  <a:lnTo>
                    <a:pt x="23" y="13"/>
                  </a:lnTo>
                  <a:lnTo>
                    <a:pt x="2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60" name=""/>
            <p:cNvSpPr/>
            <p:nvPr/>
          </p:nvSpPr>
          <p:spPr>
            <a:xfrm rot="0" flipV="1">
              <a:off x="5240" y="11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61" name=""/>
            <p:cNvSpPr/>
            <p:nvPr/>
          </p:nvSpPr>
          <p:spPr>
            <a:xfrm rot="0">
              <a:off x="5217" y="1155"/>
              <a:ext cx="32" cy="28"/>
            </a:xfrm>
            <a:custGeom>
              <a:avLst/>
              <a:ahLst/>
              <a:rect l="0" t="0" r="r" b="b"/>
              <a:pathLst>
                <a:path w="62" h="54">
                  <a:moveTo>
                    <a:pt x="0" y="30"/>
                  </a:moveTo>
                  <a:lnTo>
                    <a:pt x="23" y="42"/>
                  </a:lnTo>
                  <a:lnTo>
                    <a:pt x="47" y="54"/>
                  </a:lnTo>
                  <a:lnTo>
                    <a:pt x="62" y="24"/>
                  </a:lnTo>
                  <a:lnTo>
                    <a:pt x="38" y="12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62" name=""/>
            <p:cNvSpPr/>
            <p:nvPr/>
          </p:nvSpPr>
          <p:spPr>
            <a:xfrm rot="0">
              <a:off x="5217" y="1155"/>
              <a:ext cx="32" cy="28"/>
            </a:xfrm>
            <a:custGeom>
              <a:avLst/>
              <a:ahLst/>
              <a:rect l="0" t="0" r="r" b="b"/>
              <a:pathLst>
                <a:path w="62" h="54">
                  <a:moveTo>
                    <a:pt x="0" y="30"/>
                  </a:moveTo>
                  <a:lnTo>
                    <a:pt x="23" y="42"/>
                  </a:lnTo>
                  <a:lnTo>
                    <a:pt x="47" y="54"/>
                  </a:lnTo>
                  <a:lnTo>
                    <a:pt x="62" y="24"/>
                  </a:lnTo>
                  <a:lnTo>
                    <a:pt x="38" y="12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63" name=""/>
            <p:cNvSpPr/>
            <p:nvPr/>
          </p:nvSpPr>
          <p:spPr>
            <a:xfrm rot="0">
              <a:off x="5237" y="1162"/>
              <a:ext cx="12" cy="6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4" y="12"/>
                  </a:lnTo>
                  <a:lnTo>
                    <a:pt x="2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64" name=""/>
            <p:cNvSpPr/>
            <p:nvPr/>
          </p:nvSpPr>
          <p:spPr>
            <a:xfrm rot="0" flipV="1">
              <a:off x="5249" y="1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65" name=""/>
            <p:cNvSpPr/>
            <p:nvPr/>
          </p:nvSpPr>
          <p:spPr>
            <a:xfrm rot="0">
              <a:off x="5225" y="1141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0" y="31"/>
                  </a:moveTo>
                  <a:lnTo>
                    <a:pt x="23" y="42"/>
                  </a:lnTo>
                  <a:lnTo>
                    <a:pt x="47" y="53"/>
                  </a:lnTo>
                  <a:lnTo>
                    <a:pt x="61" y="23"/>
                  </a:lnTo>
                  <a:lnTo>
                    <a:pt x="38" y="11"/>
                  </a:lnTo>
                  <a:lnTo>
                    <a:pt x="14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66" name=""/>
            <p:cNvSpPr/>
            <p:nvPr/>
          </p:nvSpPr>
          <p:spPr>
            <a:xfrm rot="0">
              <a:off x="5225" y="1141"/>
              <a:ext cx="31" cy="26"/>
            </a:xfrm>
            <a:custGeom>
              <a:avLst/>
              <a:ahLst/>
              <a:rect l="0" t="0" r="r" b="b"/>
              <a:pathLst>
                <a:path w="61" h="53">
                  <a:moveTo>
                    <a:pt x="0" y="31"/>
                  </a:moveTo>
                  <a:lnTo>
                    <a:pt x="23" y="42"/>
                  </a:lnTo>
                  <a:lnTo>
                    <a:pt x="47" y="53"/>
                  </a:lnTo>
                  <a:lnTo>
                    <a:pt x="61" y="23"/>
                  </a:lnTo>
                  <a:lnTo>
                    <a:pt x="38" y="11"/>
                  </a:lnTo>
                  <a:lnTo>
                    <a:pt x="14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67" name=""/>
            <p:cNvSpPr/>
            <p:nvPr/>
          </p:nvSpPr>
          <p:spPr>
            <a:xfrm rot="0">
              <a:off x="5244" y="1146"/>
              <a:ext cx="12" cy="6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3" y="12"/>
                  </a:lnTo>
                  <a:lnTo>
                    <a:pt x="24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68" name=""/>
            <p:cNvSpPr/>
            <p:nvPr/>
          </p:nvSpPr>
          <p:spPr>
            <a:xfrm rot="0" flipV="1">
              <a:off x="5256" y="11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69" name=""/>
            <p:cNvSpPr/>
            <p:nvPr/>
          </p:nvSpPr>
          <p:spPr>
            <a:xfrm rot="0">
              <a:off x="5232" y="1126"/>
              <a:ext cx="30" cy="25"/>
            </a:xfrm>
            <a:custGeom>
              <a:avLst/>
              <a:ahLst/>
              <a:rect l="0" t="0" r="r" b="b"/>
              <a:pathLst>
                <a:path w="62" h="50">
                  <a:moveTo>
                    <a:pt x="0" y="31"/>
                  </a:moveTo>
                  <a:lnTo>
                    <a:pt x="25" y="40"/>
                  </a:lnTo>
                  <a:lnTo>
                    <a:pt x="49" y="50"/>
                  </a:lnTo>
                  <a:lnTo>
                    <a:pt x="62" y="19"/>
                  </a:lnTo>
                  <a:lnTo>
                    <a:pt x="37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70" name=""/>
            <p:cNvSpPr/>
            <p:nvPr/>
          </p:nvSpPr>
          <p:spPr>
            <a:xfrm rot="0">
              <a:off x="5232" y="1126"/>
              <a:ext cx="30" cy="25"/>
            </a:xfrm>
            <a:custGeom>
              <a:avLst/>
              <a:ahLst/>
              <a:rect l="0" t="0" r="r" b="b"/>
              <a:pathLst>
                <a:path w="62" h="50">
                  <a:moveTo>
                    <a:pt x="0" y="31"/>
                  </a:moveTo>
                  <a:lnTo>
                    <a:pt x="25" y="40"/>
                  </a:lnTo>
                  <a:lnTo>
                    <a:pt x="49" y="50"/>
                  </a:lnTo>
                  <a:lnTo>
                    <a:pt x="62" y="19"/>
                  </a:lnTo>
                  <a:lnTo>
                    <a:pt x="37" y="1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71" name=""/>
            <p:cNvSpPr/>
            <p:nvPr/>
          </p:nvSpPr>
          <p:spPr>
            <a:xfrm rot="0">
              <a:off x="5250" y="1131"/>
              <a:ext cx="12" cy="4"/>
            </a:xfrm>
            <a:custGeom>
              <a:avLst/>
              <a:ahLst/>
              <a:rect l="0" t="0" r="r" b="b"/>
              <a:pathLst>
                <a:path w="25" h="9">
                  <a:moveTo>
                    <a:pt x="0" y="0"/>
                  </a:moveTo>
                  <a:lnTo>
                    <a:pt x="25" y="9"/>
                  </a:lnTo>
                  <a:lnTo>
                    <a:pt x="25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72" name=""/>
            <p:cNvSpPr/>
            <p:nvPr/>
          </p:nvSpPr>
          <p:spPr>
            <a:xfrm rot="0" flipV="1">
              <a:off x="5262" y="1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73" name=""/>
            <p:cNvSpPr/>
            <p:nvPr/>
          </p:nvSpPr>
          <p:spPr>
            <a:xfrm rot="0">
              <a:off x="5238" y="1111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0" y="31"/>
                  </a:moveTo>
                  <a:lnTo>
                    <a:pt x="24" y="40"/>
                  </a:lnTo>
                  <a:lnTo>
                    <a:pt x="49" y="48"/>
                  </a:lnTo>
                  <a:lnTo>
                    <a:pt x="59" y="16"/>
                  </a:lnTo>
                  <a:lnTo>
                    <a:pt x="34" y="8"/>
                  </a:lnTo>
                  <a:lnTo>
                    <a:pt x="1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74" name=""/>
            <p:cNvSpPr/>
            <p:nvPr/>
          </p:nvSpPr>
          <p:spPr>
            <a:xfrm rot="0">
              <a:off x="5238" y="1111"/>
              <a:ext cx="29" cy="24"/>
            </a:xfrm>
            <a:custGeom>
              <a:avLst/>
              <a:ahLst/>
              <a:rect l="0" t="0" r="r" b="b"/>
              <a:pathLst>
                <a:path w="59" h="48">
                  <a:moveTo>
                    <a:pt x="0" y="31"/>
                  </a:moveTo>
                  <a:lnTo>
                    <a:pt x="24" y="40"/>
                  </a:lnTo>
                  <a:lnTo>
                    <a:pt x="49" y="48"/>
                  </a:lnTo>
                  <a:lnTo>
                    <a:pt x="59" y="16"/>
                  </a:lnTo>
                  <a:lnTo>
                    <a:pt x="34" y="8"/>
                  </a:lnTo>
                  <a:lnTo>
                    <a:pt x="10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75" name=""/>
            <p:cNvSpPr/>
            <p:nvPr/>
          </p:nvSpPr>
          <p:spPr>
            <a:xfrm rot="0">
              <a:off x="5255" y="1115"/>
              <a:ext cx="12" cy="4"/>
            </a:xfrm>
            <a:custGeom>
              <a:avLst/>
              <a:ahLst/>
              <a:rect l="0" t="0" r="r" b="b"/>
              <a:pathLst>
                <a:path w="25" h="8">
                  <a:moveTo>
                    <a:pt x="0" y="0"/>
                  </a:moveTo>
                  <a:lnTo>
                    <a:pt x="25" y="8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76" name=""/>
            <p:cNvSpPr/>
            <p:nvPr/>
          </p:nvSpPr>
          <p:spPr>
            <a:xfrm rot="0" flipV="1">
              <a:off x="5267" y="1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77" name=""/>
            <p:cNvSpPr/>
            <p:nvPr/>
          </p:nvSpPr>
          <p:spPr>
            <a:xfrm rot="0">
              <a:off x="5243" y="1096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0" y="32"/>
                  </a:moveTo>
                  <a:lnTo>
                    <a:pt x="24" y="39"/>
                  </a:lnTo>
                  <a:lnTo>
                    <a:pt x="49" y="46"/>
                  </a:lnTo>
                  <a:lnTo>
                    <a:pt x="58" y="14"/>
                  </a:lnTo>
                  <a:lnTo>
                    <a:pt x="34" y="7"/>
                  </a:lnTo>
                  <a:lnTo>
                    <a:pt x="9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78" name=""/>
            <p:cNvSpPr/>
            <p:nvPr/>
          </p:nvSpPr>
          <p:spPr>
            <a:xfrm rot="0">
              <a:off x="5243" y="1096"/>
              <a:ext cx="29" cy="23"/>
            </a:xfrm>
            <a:custGeom>
              <a:avLst/>
              <a:ahLst/>
              <a:rect l="0" t="0" r="r" b="b"/>
              <a:pathLst>
                <a:path w="58" h="46">
                  <a:moveTo>
                    <a:pt x="0" y="32"/>
                  </a:moveTo>
                  <a:lnTo>
                    <a:pt x="24" y="39"/>
                  </a:lnTo>
                  <a:lnTo>
                    <a:pt x="49" y="46"/>
                  </a:lnTo>
                  <a:lnTo>
                    <a:pt x="58" y="14"/>
                  </a:lnTo>
                  <a:lnTo>
                    <a:pt x="34" y="7"/>
                  </a:lnTo>
                  <a:lnTo>
                    <a:pt x="9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79" name=""/>
            <p:cNvSpPr/>
            <p:nvPr/>
          </p:nvSpPr>
          <p:spPr>
            <a:xfrm rot="0">
              <a:off x="5260" y="1099"/>
              <a:ext cx="13" cy="4"/>
            </a:xfrm>
            <a:custGeom>
              <a:avLst/>
              <a:ahLst/>
              <a:rect l="0" t="0" r="r" b="b"/>
              <a:pathLst>
                <a:path w="25" h="7">
                  <a:moveTo>
                    <a:pt x="0" y="0"/>
                  </a:moveTo>
                  <a:lnTo>
                    <a:pt x="24" y="7"/>
                  </a:lnTo>
                  <a:lnTo>
                    <a:pt x="25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80" name=""/>
            <p:cNvSpPr/>
            <p:nvPr/>
          </p:nvSpPr>
          <p:spPr>
            <a:xfrm rot="0" flipV="1">
              <a:off x="5272" y="11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81" name=""/>
            <p:cNvSpPr/>
            <p:nvPr/>
          </p:nvSpPr>
          <p:spPr>
            <a:xfrm rot="0">
              <a:off x="5247" y="1080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0" y="33"/>
                  </a:moveTo>
                  <a:lnTo>
                    <a:pt x="26" y="39"/>
                  </a:lnTo>
                  <a:lnTo>
                    <a:pt x="51" y="45"/>
                  </a:lnTo>
                  <a:lnTo>
                    <a:pt x="59" y="13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82" name=""/>
            <p:cNvSpPr/>
            <p:nvPr/>
          </p:nvSpPr>
          <p:spPr>
            <a:xfrm rot="0">
              <a:off x="5247" y="1080"/>
              <a:ext cx="30" cy="22"/>
            </a:xfrm>
            <a:custGeom>
              <a:avLst/>
              <a:ahLst/>
              <a:rect l="0" t="0" r="r" b="b"/>
              <a:pathLst>
                <a:path w="59" h="45">
                  <a:moveTo>
                    <a:pt x="0" y="33"/>
                  </a:moveTo>
                  <a:lnTo>
                    <a:pt x="26" y="39"/>
                  </a:lnTo>
                  <a:lnTo>
                    <a:pt x="51" y="45"/>
                  </a:lnTo>
                  <a:lnTo>
                    <a:pt x="59" y="13"/>
                  </a:lnTo>
                  <a:lnTo>
                    <a:pt x="34" y="6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83" name=""/>
            <p:cNvSpPr/>
            <p:nvPr/>
          </p:nvSpPr>
          <p:spPr>
            <a:xfrm rot="0">
              <a:off x="5264" y="1083"/>
              <a:ext cx="13" cy="3"/>
            </a:xfrm>
            <a:custGeom>
              <a:avLst/>
              <a:ahLst/>
              <a:rect l="0" t="0" r="r" b="b"/>
              <a:pathLst>
                <a:path w="25" h="7">
                  <a:moveTo>
                    <a:pt x="0" y="0"/>
                  </a:moveTo>
                  <a:lnTo>
                    <a:pt x="25" y="7"/>
                  </a:lnTo>
                  <a:lnTo>
                    <a:pt x="25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84" name=""/>
            <p:cNvSpPr/>
            <p:nvPr/>
          </p:nvSpPr>
          <p:spPr>
            <a:xfrm rot="0" flipV="1">
              <a:off x="5277" y="1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85" name=""/>
            <p:cNvSpPr/>
            <p:nvPr/>
          </p:nvSpPr>
          <p:spPr>
            <a:xfrm rot="0">
              <a:off x="5251" y="1064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0" y="32"/>
                  </a:moveTo>
                  <a:lnTo>
                    <a:pt x="26" y="36"/>
                  </a:lnTo>
                  <a:lnTo>
                    <a:pt x="51" y="41"/>
                  </a:lnTo>
                  <a:lnTo>
                    <a:pt x="56" y="8"/>
                  </a:lnTo>
                  <a:lnTo>
                    <a:pt x="31" y="4"/>
                  </a:lnTo>
                  <a:lnTo>
                    <a:pt x="5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86" name=""/>
            <p:cNvSpPr/>
            <p:nvPr/>
          </p:nvSpPr>
          <p:spPr>
            <a:xfrm rot="0">
              <a:off x="5251" y="1064"/>
              <a:ext cx="28" cy="21"/>
            </a:xfrm>
            <a:custGeom>
              <a:avLst/>
              <a:ahLst/>
              <a:rect l="0" t="0" r="r" b="b"/>
              <a:pathLst>
                <a:path w="56" h="41">
                  <a:moveTo>
                    <a:pt x="0" y="32"/>
                  </a:moveTo>
                  <a:lnTo>
                    <a:pt x="26" y="36"/>
                  </a:lnTo>
                  <a:lnTo>
                    <a:pt x="51" y="41"/>
                  </a:lnTo>
                  <a:lnTo>
                    <a:pt x="56" y="8"/>
                  </a:lnTo>
                  <a:lnTo>
                    <a:pt x="31" y="4"/>
                  </a:lnTo>
                  <a:lnTo>
                    <a:pt x="5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87" name=""/>
            <p:cNvSpPr/>
            <p:nvPr/>
          </p:nvSpPr>
          <p:spPr>
            <a:xfrm rot="0">
              <a:off x="5266" y="1066"/>
              <a:ext cx="13" cy="2"/>
            </a:xfrm>
            <a:custGeom>
              <a:avLst/>
              <a:ahLst/>
              <a:rect l="0" t="0" r="r" b="b"/>
              <a:pathLst>
                <a:path w="25" h="4">
                  <a:moveTo>
                    <a:pt x="0" y="0"/>
                  </a:moveTo>
                  <a:lnTo>
                    <a:pt x="25" y="4"/>
                  </a:lnTo>
                  <a:lnTo>
                    <a:pt x="25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88" name=""/>
            <p:cNvSpPr/>
            <p:nvPr/>
          </p:nvSpPr>
          <p:spPr>
            <a:xfrm rot="0" flipV="1">
              <a:off x="5279" y="1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89" name=""/>
            <p:cNvSpPr/>
            <p:nvPr/>
          </p:nvSpPr>
          <p:spPr>
            <a:xfrm rot="0">
              <a:off x="5254" y="1048"/>
              <a:ext cx="27" cy="20"/>
            </a:xfrm>
            <a:custGeom>
              <a:avLst/>
              <a:ahLst/>
              <a:rect l="0" t="0" r="r" b="b"/>
              <a:pathLst>
                <a:path w="56" h="39">
                  <a:moveTo>
                    <a:pt x="0" y="33"/>
                  </a:moveTo>
                  <a:lnTo>
                    <a:pt x="26" y="36"/>
                  </a:lnTo>
                  <a:lnTo>
                    <a:pt x="51" y="39"/>
                  </a:lnTo>
                  <a:lnTo>
                    <a:pt x="56" y="6"/>
                  </a:lnTo>
                  <a:lnTo>
                    <a:pt x="30" y="3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90" name=""/>
            <p:cNvSpPr/>
            <p:nvPr/>
          </p:nvSpPr>
          <p:spPr>
            <a:xfrm rot="0">
              <a:off x="5254" y="1048"/>
              <a:ext cx="27" cy="20"/>
            </a:xfrm>
            <a:custGeom>
              <a:avLst/>
              <a:ahLst/>
              <a:rect l="0" t="0" r="r" b="b"/>
              <a:pathLst>
                <a:path w="56" h="39">
                  <a:moveTo>
                    <a:pt x="0" y="33"/>
                  </a:moveTo>
                  <a:lnTo>
                    <a:pt x="26" y="36"/>
                  </a:lnTo>
                  <a:lnTo>
                    <a:pt x="51" y="39"/>
                  </a:lnTo>
                  <a:lnTo>
                    <a:pt x="56" y="6"/>
                  </a:lnTo>
                  <a:lnTo>
                    <a:pt x="30" y="3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91" name=""/>
            <p:cNvSpPr/>
            <p:nvPr/>
          </p:nvSpPr>
          <p:spPr>
            <a:xfrm rot="0">
              <a:off x="5268" y="1050"/>
              <a:ext cx="13" cy="2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92" name=""/>
            <p:cNvSpPr/>
            <p:nvPr/>
          </p:nvSpPr>
          <p:spPr>
            <a:xfrm rot="0" flipV="1">
              <a:off x="5281" y="10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93" name=""/>
            <p:cNvSpPr/>
            <p:nvPr/>
          </p:nvSpPr>
          <p:spPr>
            <a:xfrm rot="0">
              <a:off x="5256" y="1032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0" y="34"/>
                  </a:moveTo>
                  <a:lnTo>
                    <a:pt x="26" y="36"/>
                  </a:lnTo>
                  <a:lnTo>
                    <a:pt x="52" y="38"/>
                  </a:lnTo>
                  <a:lnTo>
                    <a:pt x="55" y="4"/>
                  </a:lnTo>
                  <a:lnTo>
                    <a:pt x="29" y="2"/>
                  </a:lnTo>
                  <a:lnTo>
                    <a:pt x="3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94" name=""/>
            <p:cNvSpPr/>
            <p:nvPr/>
          </p:nvSpPr>
          <p:spPr>
            <a:xfrm rot="0">
              <a:off x="5256" y="1032"/>
              <a:ext cx="27" cy="19"/>
            </a:xfrm>
            <a:custGeom>
              <a:avLst/>
              <a:ahLst/>
              <a:rect l="0" t="0" r="r" b="b"/>
              <a:pathLst>
                <a:path w="55" h="38">
                  <a:moveTo>
                    <a:pt x="0" y="34"/>
                  </a:moveTo>
                  <a:lnTo>
                    <a:pt x="26" y="36"/>
                  </a:lnTo>
                  <a:lnTo>
                    <a:pt x="52" y="38"/>
                  </a:lnTo>
                  <a:lnTo>
                    <a:pt x="55" y="4"/>
                  </a:lnTo>
                  <a:lnTo>
                    <a:pt x="29" y="2"/>
                  </a:lnTo>
                  <a:lnTo>
                    <a:pt x="3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95" name=""/>
            <p:cNvSpPr/>
            <p:nvPr/>
          </p:nvSpPr>
          <p:spPr>
            <a:xfrm rot="0">
              <a:off x="5270" y="1033"/>
              <a:ext cx="13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0"/>
                  </a:moveTo>
                  <a:lnTo>
                    <a:pt x="26" y="2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96" name=""/>
            <p:cNvSpPr/>
            <p:nvPr/>
          </p:nvSpPr>
          <p:spPr>
            <a:xfrm rot="0" flipV="1">
              <a:off x="5283" y="10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97" name=""/>
            <p:cNvSpPr/>
            <p:nvPr/>
          </p:nvSpPr>
          <p:spPr>
            <a:xfrm rot="0">
              <a:off x="5257" y="1016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0" y="33"/>
                  </a:moveTo>
                  <a:lnTo>
                    <a:pt x="26" y="34"/>
                  </a:lnTo>
                  <a:lnTo>
                    <a:pt x="52" y="35"/>
                  </a:lnTo>
                  <a:lnTo>
                    <a:pt x="53" y="2"/>
                  </a:lnTo>
                  <a:lnTo>
                    <a:pt x="27" y="1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598" name=""/>
            <p:cNvSpPr/>
            <p:nvPr/>
          </p:nvSpPr>
          <p:spPr>
            <a:xfrm rot="0">
              <a:off x="5257" y="1016"/>
              <a:ext cx="26" cy="18"/>
            </a:xfrm>
            <a:custGeom>
              <a:avLst/>
              <a:ahLst/>
              <a:rect l="0" t="0" r="r" b="b"/>
              <a:pathLst>
                <a:path w="53" h="35">
                  <a:moveTo>
                    <a:pt x="0" y="33"/>
                  </a:moveTo>
                  <a:lnTo>
                    <a:pt x="26" y="34"/>
                  </a:lnTo>
                  <a:lnTo>
                    <a:pt x="52" y="35"/>
                  </a:lnTo>
                  <a:lnTo>
                    <a:pt x="53" y="2"/>
                  </a:lnTo>
                  <a:lnTo>
                    <a:pt x="27" y="1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599" name=""/>
            <p:cNvSpPr/>
            <p:nvPr/>
          </p:nvSpPr>
          <p:spPr>
            <a:xfrm rot="0">
              <a:off x="5271" y="1016"/>
              <a:ext cx="12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1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00" name=""/>
            <p:cNvSpPr/>
            <p:nvPr/>
          </p:nvSpPr>
          <p:spPr>
            <a:xfrm rot="0" flipV="1">
              <a:off x="5283" y="1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01" name=""/>
            <p:cNvSpPr/>
            <p:nvPr/>
          </p:nvSpPr>
          <p:spPr>
            <a:xfrm rot="0">
              <a:off x="4267" y="674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02" name=""/>
            <p:cNvSpPr/>
            <p:nvPr/>
          </p:nvSpPr>
          <p:spPr>
            <a:xfrm rot="0">
              <a:off x="4267" y="674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03" name=""/>
            <p:cNvSpPr/>
            <p:nvPr/>
          </p:nvSpPr>
          <p:spPr>
            <a:xfrm rot="0">
              <a:off x="3249" y="674"/>
              <a:ext cx="1018" cy="26"/>
            </a:xfrm>
            <a:custGeom>
              <a:avLst/>
              <a:ahLst/>
              <a:rect l="0" t="0" r="r" b="b"/>
              <a:pathLst>
                <a:path w="2035" h="52">
                  <a:moveTo>
                    <a:pt x="2035" y="52"/>
                  </a:moveTo>
                  <a:lnTo>
                    <a:pt x="2035" y="26"/>
                  </a:lnTo>
                  <a:lnTo>
                    <a:pt x="2035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0" y="52"/>
                  </a:lnTo>
                  <a:lnTo>
                    <a:pt x="2035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04" name=""/>
            <p:cNvSpPr/>
            <p:nvPr/>
          </p:nvSpPr>
          <p:spPr>
            <a:xfrm rot="0">
              <a:off x="3249" y="674"/>
              <a:ext cx="1018" cy="26"/>
            </a:xfrm>
            <a:custGeom>
              <a:avLst/>
              <a:ahLst/>
              <a:rect l="0" t="0" r="r" b="b"/>
              <a:pathLst>
                <a:path w="2035" h="52">
                  <a:moveTo>
                    <a:pt x="2035" y="52"/>
                  </a:moveTo>
                  <a:lnTo>
                    <a:pt x="2035" y="26"/>
                  </a:lnTo>
                  <a:lnTo>
                    <a:pt x="2035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0" y="52"/>
                  </a:lnTo>
                  <a:lnTo>
                    <a:pt x="2035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05" name=""/>
            <p:cNvSpPr/>
            <p:nvPr/>
          </p:nvSpPr>
          <p:spPr>
            <a:xfrm rot="0">
              <a:off x="3237" y="674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06" name=""/>
            <p:cNvSpPr/>
            <p:nvPr/>
          </p:nvSpPr>
          <p:spPr>
            <a:xfrm rot="0">
              <a:off x="3237" y="674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07" name=""/>
            <p:cNvSpPr/>
            <p:nvPr/>
          </p:nvSpPr>
          <p:spPr>
            <a:xfrm rot="0">
              <a:off x="3237" y="674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08" name=""/>
            <p:cNvSpPr/>
            <p:nvPr/>
          </p:nvSpPr>
          <p:spPr>
            <a:xfrm rot="0">
              <a:off x="3237" y="674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09" name=""/>
            <p:cNvSpPr/>
            <p:nvPr/>
          </p:nvSpPr>
          <p:spPr>
            <a:xfrm rot="0">
              <a:off x="3237" y="688"/>
              <a:ext cx="26" cy="657"/>
            </a:xfrm>
            <a:custGeom>
              <a:avLst/>
              <a:ahLst/>
              <a:rect l="0" t="0" r="r" b="b"/>
              <a:pathLst>
                <a:path w="52" h="1316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316"/>
                  </a:lnTo>
                  <a:lnTo>
                    <a:pt x="26" y="1316"/>
                  </a:lnTo>
                  <a:lnTo>
                    <a:pt x="52" y="1316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10" name=""/>
            <p:cNvSpPr/>
            <p:nvPr/>
          </p:nvSpPr>
          <p:spPr>
            <a:xfrm rot="0">
              <a:off x="3237" y="688"/>
              <a:ext cx="26" cy="657"/>
            </a:xfrm>
            <a:custGeom>
              <a:avLst/>
              <a:ahLst/>
              <a:rect l="0" t="0" r="r" b="b"/>
              <a:pathLst>
                <a:path w="52" h="1316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316"/>
                  </a:lnTo>
                  <a:lnTo>
                    <a:pt x="26" y="1316"/>
                  </a:lnTo>
                  <a:lnTo>
                    <a:pt x="52" y="1316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11" name=""/>
            <p:cNvSpPr/>
            <p:nvPr/>
          </p:nvSpPr>
          <p:spPr>
            <a:xfrm rot="0">
              <a:off x="3237" y="1345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12" name=""/>
            <p:cNvSpPr/>
            <p:nvPr/>
          </p:nvSpPr>
          <p:spPr>
            <a:xfrm rot="0">
              <a:off x="3237" y="1345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13" name=""/>
            <p:cNvSpPr/>
            <p:nvPr/>
          </p:nvSpPr>
          <p:spPr>
            <a:xfrm rot="0">
              <a:off x="3237" y="1332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14" name=""/>
            <p:cNvSpPr/>
            <p:nvPr/>
          </p:nvSpPr>
          <p:spPr>
            <a:xfrm rot="0">
              <a:off x="3237" y="1332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15" name=""/>
            <p:cNvSpPr/>
            <p:nvPr/>
          </p:nvSpPr>
          <p:spPr>
            <a:xfrm rot="0">
              <a:off x="3249" y="1332"/>
              <a:ext cx="1018" cy="26"/>
            </a:xfrm>
            <a:custGeom>
              <a:avLst/>
              <a:ahLst/>
              <a:rect l="0" t="0" r="r" b="b"/>
              <a:pathLst>
                <a:path w="2035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2035" y="52"/>
                  </a:lnTo>
                  <a:lnTo>
                    <a:pt x="2035" y="27"/>
                  </a:lnTo>
                  <a:lnTo>
                    <a:pt x="203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16" name=""/>
            <p:cNvSpPr/>
            <p:nvPr/>
          </p:nvSpPr>
          <p:spPr>
            <a:xfrm rot="0">
              <a:off x="3249" y="1332"/>
              <a:ext cx="1018" cy="26"/>
            </a:xfrm>
            <a:custGeom>
              <a:avLst/>
              <a:ahLst/>
              <a:rect l="0" t="0" r="r" b="b"/>
              <a:pathLst>
                <a:path w="2035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2035" y="52"/>
                  </a:lnTo>
                  <a:lnTo>
                    <a:pt x="2035" y="27"/>
                  </a:lnTo>
                  <a:lnTo>
                    <a:pt x="203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17" name=""/>
            <p:cNvSpPr/>
            <p:nvPr/>
          </p:nvSpPr>
          <p:spPr>
            <a:xfrm rot="0">
              <a:off x="4267" y="1332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18" name=""/>
            <p:cNvSpPr/>
            <p:nvPr/>
          </p:nvSpPr>
          <p:spPr>
            <a:xfrm rot="0">
              <a:off x="4267" y="1332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19" name=""/>
            <p:cNvSpPr/>
            <p:nvPr/>
          </p:nvSpPr>
          <p:spPr>
            <a:xfrm rot="0">
              <a:off x="4254" y="1345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20" name=""/>
            <p:cNvSpPr/>
            <p:nvPr/>
          </p:nvSpPr>
          <p:spPr>
            <a:xfrm rot="0">
              <a:off x="4254" y="1345"/>
              <a:ext cx="26" cy="13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1" name=""/>
            <p:cNvSpPr/>
            <p:nvPr/>
          </p:nvSpPr>
          <p:spPr>
            <a:xfrm rot="0">
              <a:off x="4254" y="688"/>
              <a:ext cx="26" cy="657"/>
            </a:xfrm>
            <a:custGeom>
              <a:avLst/>
              <a:ahLst/>
              <a:rect l="0" t="0" r="r" b="b"/>
              <a:pathLst>
                <a:path w="52" h="1316">
                  <a:moveTo>
                    <a:pt x="0" y="1316"/>
                  </a:moveTo>
                  <a:lnTo>
                    <a:pt x="25" y="1316"/>
                  </a:lnTo>
                  <a:lnTo>
                    <a:pt x="52" y="1316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13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22" name=""/>
            <p:cNvSpPr/>
            <p:nvPr/>
          </p:nvSpPr>
          <p:spPr>
            <a:xfrm rot="0">
              <a:off x="4254" y="688"/>
              <a:ext cx="26" cy="657"/>
            </a:xfrm>
            <a:custGeom>
              <a:avLst/>
              <a:ahLst/>
              <a:rect l="0" t="0" r="r" b="b"/>
              <a:pathLst>
                <a:path w="52" h="1316">
                  <a:moveTo>
                    <a:pt x="0" y="1316"/>
                  </a:moveTo>
                  <a:lnTo>
                    <a:pt x="25" y="1316"/>
                  </a:lnTo>
                  <a:lnTo>
                    <a:pt x="52" y="1316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13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3" name=""/>
            <p:cNvSpPr/>
            <p:nvPr/>
          </p:nvSpPr>
          <p:spPr>
            <a:xfrm rot="0">
              <a:off x="4254" y="674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24" name=""/>
            <p:cNvSpPr/>
            <p:nvPr/>
          </p:nvSpPr>
          <p:spPr>
            <a:xfrm rot="0">
              <a:off x="4254" y="674"/>
              <a:ext cx="26" cy="14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5" name=""/>
            <p:cNvSpPr/>
            <p:nvPr/>
          </p:nvSpPr>
          <p:spPr>
            <a:xfrm rot="0">
              <a:off x="4537" y="1017"/>
              <a:ext cx="21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6" name=""/>
            <p:cNvSpPr/>
            <p:nvPr/>
          </p:nvSpPr>
          <p:spPr>
            <a:xfrm rot="0">
              <a:off x="4781" y="1017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7" name=""/>
            <p:cNvSpPr/>
            <p:nvPr/>
          </p:nvSpPr>
          <p:spPr>
            <a:xfrm rot="0">
              <a:off x="4845" y="1017"/>
              <a:ext cx="19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8" name=""/>
            <p:cNvSpPr/>
            <p:nvPr/>
          </p:nvSpPr>
          <p:spPr>
            <a:xfrm rot="0">
              <a:off x="5070" y="1017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29" name=""/>
            <p:cNvSpPr/>
            <p:nvPr/>
          </p:nvSpPr>
          <p:spPr>
            <a:xfrm rot="0">
              <a:off x="5134" y="1017"/>
              <a:ext cx="21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30" name=""/>
            <p:cNvSpPr/>
            <p:nvPr/>
          </p:nvSpPr>
          <p:spPr>
            <a:xfrm rot="0">
              <a:off x="4254" y="2164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31" name=""/>
            <p:cNvSpPr/>
            <p:nvPr/>
          </p:nvSpPr>
          <p:spPr>
            <a:xfrm rot="0">
              <a:off x="4254" y="2164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32" name=""/>
            <p:cNvSpPr/>
            <p:nvPr/>
          </p:nvSpPr>
          <p:spPr>
            <a:xfrm rot="0">
              <a:off x="4254" y="1507"/>
              <a:ext cx="26" cy="657"/>
            </a:xfrm>
            <a:custGeom>
              <a:avLst/>
              <a:ahLst/>
              <a:rect l="0" t="0" r="r" b="b"/>
              <a:pathLst>
                <a:path w="52" h="1315">
                  <a:moveTo>
                    <a:pt x="0" y="1315"/>
                  </a:moveTo>
                  <a:lnTo>
                    <a:pt x="25" y="1315"/>
                  </a:lnTo>
                  <a:lnTo>
                    <a:pt x="52" y="131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13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33" name=""/>
            <p:cNvSpPr/>
            <p:nvPr/>
          </p:nvSpPr>
          <p:spPr>
            <a:xfrm rot="0">
              <a:off x="4254" y="1507"/>
              <a:ext cx="26" cy="657"/>
            </a:xfrm>
            <a:custGeom>
              <a:avLst/>
              <a:ahLst/>
              <a:rect l="0" t="0" r="r" b="b"/>
              <a:pathLst>
                <a:path w="52" h="1315">
                  <a:moveTo>
                    <a:pt x="0" y="1315"/>
                  </a:moveTo>
                  <a:lnTo>
                    <a:pt x="25" y="1315"/>
                  </a:lnTo>
                  <a:lnTo>
                    <a:pt x="52" y="131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13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34" name=""/>
            <p:cNvSpPr/>
            <p:nvPr/>
          </p:nvSpPr>
          <p:spPr>
            <a:xfrm rot="0">
              <a:off x="4254" y="149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35" name=""/>
            <p:cNvSpPr/>
            <p:nvPr/>
          </p:nvSpPr>
          <p:spPr>
            <a:xfrm rot="0">
              <a:off x="4254" y="149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36" name=""/>
            <p:cNvSpPr/>
            <p:nvPr/>
          </p:nvSpPr>
          <p:spPr>
            <a:xfrm rot="0">
              <a:off x="3237" y="2151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37" name=""/>
            <p:cNvSpPr/>
            <p:nvPr/>
          </p:nvSpPr>
          <p:spPr>
            <a:xfrm rot="0">
              <a:off x="3237" y="2151"/>
              <a:ext cx="12" cy="26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38" name=""/>
            <p:cNvSpPr/>
            <p:nvPr/>
          </p:nvSpPr>
          <p:spPr>
            <a:xfrm rot="0">
              <a:off x="3249" y="2151"/>
              <a:ext cx="1018" cy="26"/>
            </a:xfrm>
            <a:custGeom>
              <a:avLst/>
              <a:ahLst/>
              <a:rect l="0" t="0" r="r" b="b"/>
              <a:pathLst>
                <a:path w="2035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2035" y="52"/>
                  </a:lnTo>
                  <a:lnTo>
                    <a:pt x="2035" y="26"/>
                  </a:lnTo>
                  <a:lnTo>
                    <a:pt x="203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39" name=""/>
            <p:cNvSpPr/>
            <p:nvPr/>
          </p:nvSpPr>
          <p:spPr>
            <a:xfrm rot="0">
              <a:off x="3249" y="2151"/>
              <a:ext cx="1018" cy="26"/>
            </a:xfrm>
            <a:custGeom>
              <a:avLst/>
              <a:ahLst/>
              <a:rect l="0" t="0" r="r" b="b"/>
              <a:pathLst>
                <a:path w="2035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2035" y="52"/>
                  </a:lnTo>
                  <a:lnTo>
                    <a:pt x="2035" y="26"/>
                  </a:lnTo>
                  <a:lnTo>
                    <a:pt x="203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40" name=""/>
            <p:cNvSpPr/>
            <p:nvPr/>
          </p:nvSpPr>
          <p:spPr>
            <a:xfrm rot="0">
              <a:off x="4267" y="2151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41" name=""/>
            <p:cNvSpPr/>
            <p:nvPr/>
          </p:nvSpPr>
          <p:spPr>
            <a:xfrm rot="0">
              <a:off x="4267" y="2151"/>
              <a:ext cx="13" cy="26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42" name=""/>
            <p:cNvSpPr/>
            <p:nvPr/>
          </p:nvSpPr>
          <p:spPr>
            <a:xfrm rot="0">
              <a:off x="3237" y="149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43" name=""/>
            <p:cNvSpPr/>
            <p:nvPr/>
          </p:nvSpPr>
          <p:spPr>
            <a:xfrm rot="0">
              <a:off x="3237" y="1493"/>
              <a:ext cx="26" cy="14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6"/>
                  </a:lnTo>
                  <a:lnTo>
                    <a:pt x="47" y="12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44" name=""/>
            <p:cNvSpPr/>
            <p:nvPr/>
          </p:nvSpPr>
          <p:spPr>
            <a:xfrm rot="0">
              <a:off x="3237" y="1507"/>
              <a:ext cx="26" cy="657"/>
            </a:xfrm>
            <a:custGeom>
              <a:avLst/>
              <a:ahLst/>
              <a:rect l="0" t="0" r="r" b="b"/>
              <a:pathLst>
                <a:path w="52" h="1315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315"/>
                  </a:lnTo>
                  <a:lnTo>
                    <a:pt x="26" y="1315"/>
                  </a:lnTo>
                  <a:lnTo>
                    <a:pt x="52" y="1315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45" name=""/>
            <p:cNvSpPr/>
            <p:nvPr/>
          </p:nvSpPr>
          <p:spPr>
            <a:xfrm rot="0">
              <a:off x="3237" y="1507"/>
              <a:ext cx="26" cy="657"/>
            </a:xfrm>
            <a:custGeom>
              <a:avLst/>
              <a:ahLst/>
              <a:rect l="0" t="0" r="r" b="b"/>
              <a:pathLst>
                <a:path w="52" h="1315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315"/>
                  </a:lnTo>
                  <a:lnTo>
                    <a:pt x="26" y="1315"/>
                  </a:lnTo>
                  <a:lnTo>
                    <a:pt x="52" y="1315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46" name=""/>
            <p:cNvSpPr/>
            <p:nvPr/>
          </p:nvSpPr>
          <p:spPr>
            <a:xfrm rot="0">
              <a:off x="3237" y="2164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26" y="0"/>
                  </a:moveTo>
                  <a:lnTo>
                    <a:pt x="52" y="0"/>
                  </a:ln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47" name=""/>
            <p:cNvSpPr/>
            <p:nvPr/>
          </p:nvSpPr>
          <p:spPr>
            <a:xfrm rot="0">
              <a:off x="3237" y="2164"/>
              <a:ext cx="26" cy="13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9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48" name=""/>
            <p:cNvSpPr/>
            <p:nvPr/>
          </p:nvSpPr>
          <p:spPr>
            <a:xfrm rot="0">
              <a:off x="4267" y="1493"/>
              <a:ext cx="13" cy="26"/>
            </a:xfrm>
            <a:custGeom>
              <a:avLst/>
              <a:ahLst/>
              <a:rect l="0" t="0" r="r" b="b"/>
              <a:pathLst>
                <a:path w="27" h="53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9"/>
                  </a:lnTo>
                  <a:lnTo>
                    <a:pt x="8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49" name=""/>
            <p:cNvSpPr/>
            <p:nvPr/>
          </p:nvSpPr>
          <p:spPr>
            <a:xfrm rot="0">
              <a:off x="4267" y="1493"/>
              <a:ext cx="13" cy="26"/>
            </a:xfrm>
            <a:custGeom>
              <a:avLst/>
              <a:ahLst/>
              <a:rect l="0" t="0" r="r" b="b"/>
              <a:pathLst>
                <a:path w="27" h="53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9"/>
                  </a:lnTo>
                  <a:lnTo>
                    <a:pt x="8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0" name=""/>
            <p:cNvSpPr/>
            <p:nvPr/>
          </p:nvSpPr>
          <p:spPr>
            <a:xfrm rot="0">
              <a:off x="3249" y="1493"/>
              <a:ext cx="1018" cy="26"/>
            </a:xfrm>
            <a:custGeom>
              <a:avLst/>
              <a:ahLst/>
              <a:rect l="0" t="0" r="r" b="b"/>
              <a:pathLst>
                <a:path w="2035" h="53">
                  <a:moveTo>
                    <a:pt x="2035" y="53"/>
                  </a:moveTo>
                  <a:lnTo>
                    <a:pt x="2035" y="27"/>
                  </a:lnTo>
                  <a:lnTo>
                    <a:pt x="203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2035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51" name=""/>
            <p:cNvSpPr/>
            <p:nvPr/>
          </p:nvSpPr>
          <p:spPr>
            <a:xfrm rot="0">
              <a:off x="3249" y="1493"/>
              <a:ext cx="1018" cy="26"/>
            </a:xfrm>
            <a:custGeom>
              <a:avLst/>
              <a:ahLst/>
              <a:rect l="0" t="0" r="r" b="b"/>
              <a:pathLst>
                <a:path w="2035" h="53">
                  <a:moveTo>
                    <a:pt x="2035" y="53"/>
                  </a:moveTo>
                  <a:lnTo>
                    <a:pt x="2035" y="27"/>
                  </a:lnTo>
                  <a:lnTo>
                    <a:pt x="203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2035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2" name=""/>
            <p:cNvSpPr/>
            <p:nvPr/>
          </p:nvSpPr>
          <p:spPr>
            <a:xfrm rot="0">
              <a:off x="3237" y="1493"/>
              <a:ext cx="12" cy="26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7" y="52"/>
                  </a:lnTo>
                  <a:lnTo>
                    <a:pt x="10" y="49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653" name=""/>
            <p:cNvSpPr/>
            <p:nvPr/>
          </p:nvSpPr>
          <p:spPr>
            <a:xfrm rot="0">
              <a:off x="3237" y="1493"/>
              <a:ext cx="12" cy="26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7" y="52"/>
                  </a:lnTo>
                  <a:lnTo>
                    <a:pt x="10" y="49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4" name=""/>
            <p:cNvSpPr/>
            <p:nvPr/>
          </p:nvSpPr>
          <p:spPr>
            <a:xfrm rot="0">
              <a:off x="3174" y="1836"/>
              <a:ext cx="10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5" name=""/>
            <p:cNvSpPr/>
            <p:nvPr/>
          </p:nvSpPr>
          <p:spPr>
            <a:xfrm rot="0">
              <a:off x="3309" y="1836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6" name=""/>
            <p:cNvSpPr/>
            <p:nvPr/>
          </p:nvSpPr>
          <p:spPr>
            <a:xfrm rot="0">
              <a:off x="3373" y="1836"/>
              <a:ext cx="19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7" name=""/>
            <p:cNvSpPr/>
            <p:nvPr/>
          </p:nvSpPr>
          <p:spPr>
            <a:xfrm rot="0">
              <a:off x="3598" y="1836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8" name=""/>
            <p:cNvSpPr/>
            <p:nvPr/>
          </p:nvSpPr>
          <p:spPr>
            <a:xfrm rot="0">
              <a:off x="3662" y="1836"/>
              <a:ext cx="19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59" name=""/>
            <p:cNvSpPr/>
            <p:nvPr/>
          </p:nvSpPr>
          <p:spPr>
            <a:xfrm rot="0">
              <a:off x="3887" y="1836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0" name=""/>
            <p:cNvSpPr/>
            <p:nvPr/>
          </p:nvSpPr>
          <p:spPr>
            <a:xfrm rot="0">
              <a:off x="3951" y="1836"/>
              <a:ext cx="1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1" name=""/>
            <p:cNvSpPr/>
            <p:nvPr/>
          </p:nvSpPr>
          <p:spPr>
            <a:xfrm rot="0">
              <a:off x="4175" y="1836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2" name=""/>
            <p:cNvSpPr/>
            <p:nvPr/>
          </p:nvSpPr>
          <p:spPr>
            <a:xfrm rot="0">
              <a:off x="4240" y="1836"/>
              <a:ext cx="10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3" name=""/>
            <p:cNvSpPr/>
            <p:nvPr/>
          </p:nvSpPr>
          <p:spPr>
            <a:xfrm rot="0">
              <a:off x="3467" y="675"/>
              <a:ext cx="25" cy="25"/>
            </a:xfrm>
            <a:custGeom>
              <a:avLst/>
              <a:ahLst/>
              <a:rect l="0" t="0" r="r" b="b"/>
              <a:pathLst>
                <a:path w="50" h="51">
                  <a:moveTo>
                    <a:pt x="50" y="25"/>
                  </a:moveTo>
                  <a:lnTo>
                    <a:pt x="49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7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50"/>
                  </a:lnTo>
                  <a:lnTo>
                    <a:pt x="25" y="51"/>
                  </a:lnTo>
                  <a:lnTo>
                    <a:pt x="31" y="50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47" y="37"/>
                  </a:lnTo>
                  <a:lnTo>
                    <a:pt x="49" y="31"/>
                  </a:lnTo>
                  <a:lnTo>
                    <a:pt x="50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4" name=""/>
            <p:cNvSpPr/>
            <p:nvPr/>
          </p:nvSpPr>
          <p:spPr>
            <a:xfrm rot="0">
              <a:off x="3423" y="639"/>
              <a:ext cx="28" cy="38"/>
            </a:xfrm>
            <a:custGeom>
              <a:avLst/>
              <a:ahLst/>
              <a:rect l="0" t="0" r="r" b="b"/>
              <a:pathLst>
                <a:path w="56" h="76">
                  <a:moveTo>
                    <a:pt x="50" y="76"/>
                  </a:moveTo>
                  <a:lnTo>
                    <a:pt x="41" y="59"/>
                  </a:lnTo>
                  <a:lnTo>
                    <a:pt x="56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12" y="9"/>
                  </a:lnTo>
                  <a:lnTo>
                    <a:pt x="9" y="15"/>
                  </a:lnTo>
                  <a:lnTo>
                    <a:pt x="0" y="56"/>
                  </a:lnTo>
                  <a:lnTo>
                    <a:pt x="0" y="63"/>
                  </a:lnTo>
                  <a:lnTo>
                    <a:pt x="3" y="73"/>
                  </a:lnTo>
                  <a:lnTo>
                    <a:pt x="9" y="76"/>
                  </a:lnTo>
                  <a:lnTo>
                    <a:pt x="18" y="76"/>
                  </a:lnTo>
                  <a:lnTo>
                    <a:pt x="27" y="73"/>
                  </a:lnTo>
                  <a:lnTo>
                    <a:pt x="34" y="70"/>
                  </a:lnTo>
                  <a:lnTo>
                    <a:pt x="41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5" name=""/>
            <p:cNvSpPr/>
            <p:nvPr/>
          </p:nvSpPr>
          <p:spPr>
            <a:xfrm rot="0" flipV="1">
              <a:off x="3477" y="621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6" name=""/>
            <p:cNvSpPr/>
            <p:nvPr/>
          </p:nvSpPr>
          <p:spPr>
            <a:xfrm rot="0">
              <a:off x="3883" y="2152"/>
              <a:ext cx="25" cy="25"/>
            </a:xfrm>
            <a:custGeom>
              <a:avLst/>
              <a:ahLst/>
              <a:rect l="0" t="0" r="r" b="b"/>
              <a:pathLst>
                <a:path w="50" h="50">
                  <a:moveTo>
                    <a:pt x="50" y="24"/>
                  </a:move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7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7"/>
                  </a:lnTo>
                  <a:lnTo>
                    <a:pt x="3" y="12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1" y="32"/>
                  </a:lnTo>
                  <a:lnTo>
                    <a:pt x="3" y="38"/>
                  </a:lnTo>
                  <a:lnTo>
                    <a:pt x="7" y="43"/>
                  </a:lnTo>
                  <a:lnTo>
                    <a:pt x="12" y="47"/>
                  </a:lnTo>
                  <a:lnTo>
                    <a:pt x="18" y="49"/>
                  </a:lnTo>
                  <a:lnTo>
                    <a:pt x="25" y="50"/>
                  </a:lnTo>
                  <a:lnTo>
                    <a:pt x="31" y="49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47" y="38"/>
                  </a:lnTo>
                  <a:lnTo>
                    <a:pt x="50" y="32"/>
                  </a:lnTo>
                  <a:lnTo>
                    <a:pt x="50" y="2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7" name=""/>
            <p:cNvSpPr/>
            <p:nvPr/>
          </p:nvSpPr>
          <p:spPr>
            <a:xfrm rot="0">
              <a:off x="3931" y="2112"/>
              <a:ext cx="27" cy="38"/>
            </a:xfrm>
            <a:custGeom>
              <a:avLst/>
              <a:ahLst/>
              <a:rect l="0" t="0" r="r" b="b"/>
              <a:pathLst>
                <a:path w="54" h="76">
                  <a:moveTo>
                    <a:pt x="54" y="0"/>
                  </a:moveTo>
                  <a:lnTo>
                    <a:pt x="35" y="0"/>
                  </a:lnTo>
                  <a:lnTo>
                    <a:pt x="25" y="3"/>
                  </a:lnTo>
                  <a:lnTo>
                    <a:pt x="15" y="9"/>
                  </a:lnTo>
                  <a:lnTo>
                    <a:pt x="9" y="19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70"/>
                  </a:lnTo>
                  <a:lnTo>
                    <a:pt x="9" y="76"/>
                  </a:lnTo>
                  <a:lnTo>
                    <a:pt x="32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8" name=""/>
            <p:cNvSpPr/>
            <p:nvPr/>
          </p:nvSpPr>
          <p:spPr>
            <a:xfrm rot="0">
              <a:off x="5152" y="1057"/>
              <a:ext cx="38" cy="57"/>
            </a:xfrm>
            <a:custGeom>
              <a:avLst/>
              <a:ahLst/>
              <a:rect l="0" t="0" r="r" b="b"/>
              <a:pathLst>
                <a:path w="75" h="115">
                  <a:moveTo>
                    <a:pt x="75" y="0"/>
                  </a:moveTo>
                  <a:lnTo>
                    <a:pt x="48" y="115"/>
                  </a:lnTo>
                  <a:lnTo>
                    <a:pt x="16" y="115"/>
                  </a:lnTo>
                  <a:lnTo>
                    <a:pt x="7" y="112"/>
                  </a:lnTo>
                  <a:lnTo>
                    <a:pt x="3" y="108"/>
                  </a:lnTo>
                  <a:lnTo>
                    <a:pt x="0" y="102"/>
                  </a:lnTo>
                  <a:lnTo>
                    <a:pt x="0" y="95"/>
                  </a:lnTo>
                  <a:lnTo>
                    <a:pt x="10" y="58"/>
                  </a:lnTo>
                  <a:lnTo>
                    <a:pt x="16" y="48"/>
                  </a:lnTo>
                  <a:lnTo>
                    <a:pt x="22" y="42"/>
                  </a:lnTo>
                  <a:lnTo>
                    <a:pt x="31" y="38"/>
                  </a:lnTo>
                  <a:lnTo>
                    <a:pt x="66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69" name=""/>
            <p:cNvSpPr/>
            <p:nvPr/>
          </p:nvSpPr>
          <p:spPr>
            <a:xfrm rot="0" flipV="1">
              <a:off x="5206" y="105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0" name=""/>
            <p:cNvSpPr/>
            <p:nvPr/>
          </p:nvSpPr>
          <p:spPr>
            <a:xfrm rot="0" flipH="1">
              <a:off x="5222" y="105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1" name=""/>
            <p:cNvSpPr/>
            <p:nvPr/>
          </p:nvSpPr>
          <p:spPr>
            <a:xfrm rot="0">
              <a:off x="5083" y="1149"/>
              <a:ext cx="25" cy="25"/>
            </a:xfrm>
            <a:custGeom>
              <a:avLst/>
              <a:ahLst/>
              <a:rect l="0" t="0" r="r" b="b"/>
              <a:pathLst>
                <a:path w="51" h="50">
                  <a:moveTo>
                    <a:pt x="51" y="24"/>
                  </a:moveTo>
                  <a:lnTo>
                    <a:pt x="50" y="18"/>
                  </a:lnTo>
                  <a:lnTo>
                    <a:pt x="48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3" y="3"/>
                  </a:lnTo>
                  <a:lnTo>
                    <a:pt x="8" y="7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1" y="31"/>
                  </a:lnTo>
                  <a:lnTo>
                    <a:pt x="4" y="37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9" y="49"/>
                  </a:lnTo>
                  <a:lnTo>
                    <a:pt x="25" y="50"/>
                  </a:lnTo>
                  <a:lnTo>
                    <a:pt x="32" y="49"/>
                  </a:lnTo>
                  <a:lnTo>
                    <a:pt x="38" y="47"/>
                  </a:lnTo>
                  <a:lnTo>
                    <a:pt x="43" y="43"/>
                  </a:lnTo>
                  <a:lnTo>
                    <a:pt x="48" y="37"/>
                  </a:lnTo>
                  <a:lnTo>
                    <a:pt x="50" y="31"/>
                  </a:lnTo>
                  <a:lnTo>
                    <a:pt x="51" y="2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2" name=""/>
            <p:cNvSpPr/>
            <p:nvPr/>
          </p:nvSpPr>
          <p:spPr>
            <a:xfrm rot="0" flipV="1">
              <a:off x="167" y="289"/>
              <a:ext cx="74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3" name=""/>
            <p:cNvSpPr/>
            <p:nvPr/>
          </p:nvSpPr>
          <p:spPr>
            <a:xfrm rot="0">
              <a:off x="194" y="234"/>
              <a:ext cx="7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4" name=""/>
            <p:cNvSpPr/>
            <p:nvPr/>
          </p:nvSpPr>
          <p:spPr>
            <a:xfrm rot="0" flipV="1">
              <a:off x="179" y="215"/>
              <a:ext cx="60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5" name=""/>
            <p:cNvSpPr/>
            <p:nvPr/>
          </p:nvSpPr>
          <p:spPr>
            <a:xfrm rot="0">
              <a:off x="206" y="190"/>
              <a:ext cx="6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6" name=""/>
            <p:cNvSpPr/>
            <p:nvPr/>
          </p:nvSpPr>
          <p:spPr>
            <a:xfrm rot="0" flipH="1">
              <a:off x="208" y="218"/>
              <a:ext cx="14" cy="7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677" name=""/>
            <p:cNvSpPr/>
            <p:nvPr/>
          </p:nvSpPr>
          <p:spPr>
            <a:xfrm rot="0" flipH="1">
              <a:off x="255" y="186"/>
              <a:ext cx="28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2678" name=""/>
          <p:cNvSpPr/>
          <p:nvPr/>
        </p:nvSpPr>
        <p:spPr>
          <a:xfrm rot="0">
            <a:off x="487362" y="290512"/>
            <a:ext cx="1587" cy="2000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79" name=""/>
          <p:cNvSpPr/>
          <p:nvPr/>
        </p:nvSpPr>
        <p:spPr>
          <a:xfrm rot="0">
            <a:off x="438150" y="346075"/>
            <a:ext cx="42862" cy="104775"/>
          </a:xfrm>
          <a:custGeom>
            <a:avLst/>
            <a:ahLst/>
            <a:rect l="0" t="0" r="r" b="b"/>
            <a:pathLst>
              <a:path w="52" h="131">
                <a:moveTo>
                  <a:pt x="52" y="0"/>
                </a:moveTo>
                <a:lnTo>
                  <a:pt x="39" y="44"/>
                </a:lnTo>
                <a:lnTo>
                  <a:pt x="21" y="86"/>
                </a:lnTo>
                <a:lnTo>
                  <a:pt x="0" y="131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0" name=""/>
          <p:cNvSpPr/>
          <p:nvPr/>
        </p:nvSpPr>
        <p:spPr>
          <a:xfrm rot="0">
            <a:off x="487362" y="346075"/>
            <a:ext cx="50800" cy="92075"/>
          </a:xfrm>
          <a:custGeom>
            <a:avLst/>
            <a:ahLst/>
            <a:rect l="0" t="0" r="r" b="b"/>
            <a:pathLst>
              <a:path w="65" h="114">
                <a:moveTo>
                  <a:pt x="0" y="0"/>
                </a:moveTo>
                <a:lnTo>
                  <a:pt x="53" y="114"/>
                </a:lnTo>
                <a:lnTo>
                  <a:pt x="65" y="11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1" name=""/>
          <p:cNvSpPr/>
          <p:nvPr/>
        </p:nvSpPr>
        <p:spPr>
          <a:xfrm rot="0" flipV="1">
            <a:off x="460375" y="428625"/>
            <a:ext cx="4921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2" name=""/>
          <p:cNvSpPr/>
          <p:nvPr/>
        </p:nvSpPr>
        <p:spPr>
          <a:xfrm rot="0" flipV="1">
            <a:off x="431800" y="334962"/>
            <a:ext cx="1587" cy="1524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3" name=""/>
          <p:cNvSpPr/>
          <p:nvPr/>
        </p:nvSpPr>
        <p:spPr>
          <a:xfrm rot="0" flipV="1">
            <a:off x="446087" y="339725"/>
            <a:ext cx="82550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4" name=""/>
          <p:cNvSpPr/>
          <p:nvPr/>
        </p:nvSpPr>
        <p:spPr>
          <a:xfrm rot="0">
            <a:off x="571500" y="352425"/>
            <a:ext cx="88900" cy="128587"/>
          </a:xfrm>
          <a:custGeom>
            <a:avLst/>
            <a:ahLst/>
            <a:rect l="0" t="0" r="r" b="b"/>
            <a:pathLst>
              <a:path w="111" h="161">
                <a:moveTo>
                  <a:pt x="0" y="161"/>
                </a:moveTo>
                <a:lnTo>
                  <a:pt x="45" y="128"/>
                </a:lnTo>
                <a:lnTo>
                  <a:pt x="72" y="87"/>
                </a:lnTo>
                <a:lnTo>
                  <a:pt x="111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5" name=""/>
          <p:cNvSpPr/>
          <p:nvPr/>
        </p:nvSpPr>
        <p:spPr>
          <a:xfrm rot="0" flipH="1">
            <a:off x="623887" y="357187"/>
            <a:ext cx="33337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6" name=""/>
          <p:cNvSpPr/>
          <p:nvPr/>
        </p:nvSpPr>
        <p:spPr>
          <a:xfrm rot="0" flipV="1">
            <a:off x="628650" y="298450"/>
            <a:ext cx="28575" cy="635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7" name=""/>
          <p:cNvSpPr/>
          <p:nvPr/>
        </p:nvSpPr>
        <p:spPr>
          <a:xfrm rot="0" flipH="1">
            <a:off x="579437" y="301625"/>
            <a:ext cx="76200" cy="142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8" name=""/>
          <p:cNvSpPr/>
          <p:nvPr/>
        </p:nvSpPr>
        <p:spPr>
          <a:xfrm rot="0" flipH="1">
            <a:off x="554037" y="441325"/>
            <a:ext cx="17462" cy="333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89" name=""/>
          <p:cNvSpPr/>
          <p:nvPr/>
        </p:nvSpPr>
        <p:spPr>
          <a:xfrm rot="0">
            <a:off x="571500" y="312737"/>
            <a:ext cx="36512" cy="131762"/>
          </a:xfrm>
          <a:custGeom>
            <a:avLst/>
            <a:ahLst/>
            <a:rect l="0" t="0" r="r" b="b"/>
            <a:pathLst>
              <a:path w="47" h="164">
                <a:moveTo>
                  <a:pt x="47" y="0"/>
                </a:moveTo>
                <a:lnTo>
                  <a:pt x="39" y="75"/>
                </a:lnTo>
                <a:lnTo>
                  <a:pt x="0" y="16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0" name=""/>
          <p:cNvSpPr/>
          <p:nvPr/>
        </p:nvSpPr>
        <p:spPr>
          <a:xfrm rot="0">
            <a:off x="601662" y="373062"/>
            <a:ext cx="79375" cy="107950"/>
          </a:xfrm>
          <a:custGeom>
            <a:avLst/>
            <a:ahLst/>
            <a:rect l="0" t="0" r="r" b="b"/>
            <a:pathLst>
              <a:path w="100" h="136">
                <a:moveTo>
                  <a:pt x="0" y="0"/>
                </a:moveTo>
                <a:lnTo>
                  <a:pt x="75" y="136"/>
                </a:lnTo>
                <a:lnTo>
                  <a:pt x="100" y="136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1" name=""/>
          <p:cNvSpPr/>
          <p:nvPr/>
        </p:nvSpPr>
        <p:spPr>
          <a:xfrm rot="0" flipV="1">
            <a:off x="703262" y="458787"/>
            <a:ext cx="117475" cy="142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2" name=""/>
          <p:cNvSpPr/>
          <p:nvPr/>
        </p:nvSpPr>
        <p:spPr>
          <a:xfrm rot="0">
            <a:off x="746125" y="371475"/>
            <a:ext cx="11112" cy="619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3" name=""/>
          <p:cNvSpPr/>
          <p:nvPr/>
        </p:nvSpPr>
        <p:spPr>
          <a:xfrm rot="0" flipV="1">
            <a:off x="720725" y="341312"/>
            <a:ext cx="95250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4" name=""/>
          <p:cNvSpPr/>
          <p:nvPr/>
        </p:nvSpPr>
        <p:spPr>
          <a:xfrm rot="0">
            <a:off x="766762" y="301625"/>
            <a:ext cx="7937" cy="333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5" name=""/>
          <p:cNvSpPr/>
          <p:nvPr/>
        </p:nvSpPr>
        <p:spPr>
          <a:xfrm rot="0" flipH="1">
            <a:off x="768350" y="346075"/>
            <a:ext cx="22225" cy="1174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6" name=""/>
          <p:cNvSpPr/>
          <p:nvPr/>
        </p:nvSpPr>
        <p:spPr>
          <a:xfrm rot="0" flipH="1">
            <a:off x="842962" y="295275"/>
            <a:ext cx="44450" cy="968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7" name=""/>
          <p:cNvSpPr/>
          <p:nvPr/>
        </p:nvSpPr>
        <p:spPr>
          <a:xfrm rot="0">
            <a:off x="925512" y="290512"/>
            <a:ext cx="1587" cy="2000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8" name=""/>
          <p:cNvSpPr/>
          <p:nvPr/>
        </p:nvSpPr>
        <p:spPr>
          <a:xfrm rot="0">
            <a:off x="876300" y="346075"/>
            <a:ext cx="42862" cy="104775"/>
          </a:xfrm>
          <a:custGeom>
            <a:avLst/>
            <a:ahLst/>
            <a:rect l="0" t="0" r="r" b="b"/>
            <a:pathLst>
              <a:path w="54" h="131">
                <a:moveTo>
                  <a:pt x="54" y="0"/>
                </a:moveTo>
                <a:lnTo>
                  <a:pt x="39" y="44"/>
                </a:lnTo>
                <a:lnTo>
                  <a:pt x="23" y="86"/>
                </a:lnTo>
                <a:lnTo>
                  <a:pt x="0" y="131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699" name=""/>
          <p:cNvSpPr/>
          <p:nvPr/>
        </p:nvSpPr>
        <p:spPr>
          <a:xfrm rot="0">
            <a:off x="925512" y="346075"/>
            <a:ext cx="50800" cy="92075"/>
          </a:xfrm>
          <a:custGeom>
            <a:avLst/>
            <a:ahLst/>
            <a:rect l="0" t="0" r="r" b="b"/>
            <a:pathLst>
              <a:path w="63" h="114">
                <a:moveTo>
                  <a:pt x="0" y="0"/>
                </a:moveTo>
                <a:lnTo>
                  <a:pt x="53" y="114"/>
                </a:lnTo>
                <a:lnTo>
                  <a:pt x="63" y="11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0" name=""/>
          <p:cNvSpPr/>
          <p:nvPr/>
        </p:nvSpPr>
        <p:spPr>
          <a:xfrm rot="0" flipV="1">
            <a:off x="898525" y="428625"/>
            <a:ext cx="4921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1" name=""/>
          <p:cNvSpPr/>
          <p:nvPr/>
        </p:nvSpPr>
        <p:spPr>
          <a:xfrm rot="0" flipV="1">
            <a:off x="869950" y="334962"/>
            <a:ext cx="1587" cy="1524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2" name=""/>
          <p:cNvSpPr/>
          <p:nvPr/>
        </p:nvSpPr>
        <p:spPr>
          <a:xfrm rot="0" flipV="1">
            <a:off x="882650" y="339725"/>
            <a:ext cx="85725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3" name=""/>
          <p:cNvSpPr/>
          <p:nvPr/>
        </p:nvSpPr>
        <p:spPr>
          <a:xfrm rot="0">
            <a:off x="1050925" y="290512"/>
            <a:ext cx="1587" cy="904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4" name=""/>
          <p:cNvSpPr/>
          <p:nvPr/>
        </p:nvSpPr>
        <p:spPr>
          <a:xfrm rot="0" flipV="1">
            <a:off x="1020762" y="350837"/>
            <a:ext cx="63500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5" name=""/>
          <p:cNvSpPr/>
          <p:nvPr/>
        </p:nvSpPr>
        <p:spPr>
          <a:xfrm rot="0">
            <a:off x="987425" y="384175"/>
            <a:ext cx="61912" cy="74612"/>
          </a:xfrm>
          <a:custGeom>
            <a:avLst/>
            <a:ahLst/>
            <a:rect l="0" t="0" r="r" b="b"/>
            <a:pathLst>
              <a:path w="77" h="95">
                <a:moveTo>
                  <a:pt x="77" y="0"/>
                </a:moveTo>
                <a:lnTo>
                  <a:pt x="47" y="42"/>
                </a:lnTo>
                <a:lnTo>
                  <a:pt x="0" y="9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6" name=""/>
          <p:cNvSpPr/>
          <p:nvPr/>
        </p:nvSpPr>
        <p:spPr>
          <a:xfrm rot="0">
            <a:off x="1033462" y="411162"/>
            <a:ext cx="1587" cy="746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7" name=""/>
          <p:cNvSpPr/>
          <p:nvPr/>
        </p:nvSpPr>
        <p:spPr>
          <a:xfrm rot="0" flipV="1">
            <a:off x="1028700" y="452437"/>
            <a:ext cx="31750" cy="381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8" name=""/>
          <p:cNvSpPr/>
          <p:nvPr/>
        </p:nvSpPr>
        <p:spPr>
          <a:xfrm rot="0">
            <a:off x="1049337" y="388937"/>
            <a:ext cx="66675" cy="82550"/>
          </a:xfrm>
          <a:custGeom>
            <a:avLst/>
            <a:ahLst/>
            <a:rect l="0" t="0" r="r" b="b"/>
            <a:pathLst>
              <a:path w="84" h="103">
                <a:moveTo>
                  <a:pt x="0" y="0"/>
                </a:moveTo>
                <a:lnTo>
                  <a:pt x="51" y="103"/>
                </a:lnTo>
                <a:lnTo>
                  <a:pt x="84" y="10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09" name=""/>
          <p:cNvSpPr/>
          <p:nvPr/>
        </p:nvSpPr>
        <p:spPr>
          <a:xfrm rot="0" flipH="1">
            <a:off x="1068387" y="395287"/>
            <a:ext cx="22225" cy="333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0" name=""/>
          <p:cNvSpPr/>
          <p:nvPr/>
        </p:nvSpPr>
        <p:spPr>
          <a:xfrm rot="0" flipH="1">
            <a:off x="993775" y="377825"/>
            <a:ext cx="117475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1" name=""/>
          <p:cNvSpPr/>
          <p:nvPr/>
        </p:nvSpPr>
        <p:spPr>
          <a:xfrm rot="0" flipV="1">
            <a:off x="1009650" y="319087"/>
            <a:ext cx="87312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2" name=""/>
          <p:cNvSpPr/>
          <p:nvPr/>
        </p:nvSpPr>
        <p:spPr>
          <a:xfrm rot="0" flipV="1">
            <a:off x="1190625" y="307975"/>
            <a:ext cx="9525" cy="492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3" name=""/>
          <p:cNvSpPr/>
          <p:nvPr/>
        </p:nvSpPr>
        <p:spPr>
          <a:xfrm rot="0" flipH="1">
            <a:off x="1157287" y="352425"/>
            <a:ext cx="84137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4" name=""/>
          <p:cNvSpPr/>
          <p:nvPr/>
        </p:nvSpPr>
        <p:spPr>
          <a:xfrm rot="0" flipH="1">
            <a:off x="1184275" y="384175"/>
            <a:ext cx="22225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5" name=""/>
          <p:cNvSpPr/>
          <p:nvPr/>
        </p:nvSpPr>
        <p:spPr>
          <a:xfrm rot="0" flipV="1">
            <a:off x="1184275" y="414337"/>
            <a:ext cx="22225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6" name=""/>
          <p:cNvSpPr/>
          <p:nvPr/>
        </p:nvSpPr>
        <p:spPr>
          <a:xfrm rot="0" flipH="1">
            <a:off x="1212850" y="357187"/>
            <a:ext cx="3175" cy="1000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7" name=""/>
          <p:cNvSpPr/>
          <p:nvPr/>
        </p:nvSpPr>
        <p:spPr>
          <a:xfrm rot="0">
            <a:off x="1184275" y="358775"/>
            <a:ext cx="1587" cy="1000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8" name=""/>
          <p:cNvSpPr/>
          <p:nvPr/>
        </p:nvSpPr>
        <p:spPr>
          <a:xfrm rot="0" flipV="1">
            <a:off x="1236662" y="341312"/>
            <a:ext cx="7937" cy="136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19" name=""/>
          <p:cNvSpPr/>
          <p:nvPr/>
        </p:nvSpPr>
        <p:spPr>
          <a:xfrm rot="0" flipV="1">
            <a:off x="1160462" y="454025"/>
            <a:ext cx="76200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0" name=""/>
          <p:cNvSpPr/>
          <p:nvPr/>
        </p:nvSpPr>
        <p:spPr>
          <a:xfrm rot="0">
            <a:off x="1157287" y="344487"/>
            <a:ext cx="3175" cy="134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1" name=""/>
          <p:cNvSpPr/>
          <p:nvPr/>
        </p:nvSpPr>
        <p:spPr>
          <a:xfrm rot="0" flipH="1">
            <a:off x="1143000" y="304800"/>
            <a:ext cx="114300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2" name=""/>
          <p:cNvSpPr/>
          <p:nvPr/>
        </p:nvSpPr>
        <p:spPr>
          <a:xfrm rot="0">
            <a:off x="1319212" y="352425"/>
            <a:ext cx="1587" cy="777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3" name=""/>
          <p:cNvSpPr/>
          <p:nvPr/>
        </p:nvSpPr>
        <p:spPr>
          <a:xfrm rot="0" flipV="1">
            <a:off x="1319212" y="414337"/>
            <a:ext cx="55562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4" name=""/>
          <p:cNvSpPr/>
          <p:nvPr/>
        </p:nvSpPr>
        <p:spPr>
          <a:xfrm rot="0" flipV="1">
            <a:off x="1371600" y="358775"/>
            <a:ext cx="3175" cy="555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5" name=""/>
          <p:cNvSpPr/>
          <p:nvPr/>
        </p:nvSpPr>
        <p:spPr>
          <a:xfrm rot="0" flipH="1">
            <a:off x="1319212" y="365125"/>
            <a:ext cx="5556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6" name=""/>
          <p:cNvSpPr/>
          <p:nvPr/>
        </p:nvSpPr>
        <p:spPr>
          <a:xfrm rot="0" flipV="1">
            <a:off x="1344612" y="288925"/>
            <a:ext cx="1587" cy="793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7" name=""/>
          <p:cNvSpPr/>
          <p:nvPr/>
        </p:nvSpPr>
        <p:spPr>
          <a:xfrm rot="0" flipV="1">
            <a:off x="1344612" y="325437"/>
            <a:ext cx="47625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8" name=""/>
          <p:cNvSpPr/>
          <p:nvPr/>
        </p:nvSpPr>
        <p:spPr>
          <a:xfrm rot="0" flipH="1">
            <a:off x="1292225" y="430212"/>
            <a:ext cx="9525" cy="555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29" name=""/>
          <p:cNvSpPr/>
          <p:nvPr/>
        </p:nvSpPr>
        <p:spPr>
          <a:xfrm rot="0">
            <a:off x="1325562" y="439737"/>
            <a:ext cx="9525" cy="412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0" name=""/>
          <p:cNvSpPr/>
          <p:nvPr/>
        </p:nvSpPr>
        <p:spPr>
          <a:xfrm rot="0">
            <a:off x="1354137" y="439737"/>
            <a:ext cx="9525" cy="396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1" name=""/>
          <p:cNvSpPr/>
          <p:nvPr/>
        </p:nvSpPr>
        <p:spPr>
          <a:xfrm rot="0">
            <a:off x="1374775" y="433387"/>
            <a:ext cx="19050" cy="523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2" name=""/>
          <p:cNvSpPr/>
          <p:nvPr/>
        </p:nvSpPr>
        <p:spPr>
          <a:xfrm rot="0" flipH="1">
            <a:off x="1460500" y="473075"/>
            <a:ext cx="4762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3" name=""/>
          <p:cNvSpPr/>
          <p:nvPr/>
        </p:nvSpPr>
        <p:spPr>
          <a:xfrm rot="0">
            <a:off x="1465262" y="463550"/>
            <a:ext cx="1587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4" name=""/>
          <p:cNvSpPr/>
          <p:nvPr/>
        </p:nvSpPr>
        <p:spPr>
          <a:xfrm rot="0">
            <a:off x="1463675" y="454025"/>
            <a:ext cx="1587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5" name=""/>
          <p:cNvSpPr/>
          <p:nvPr/>
        </p:nvSpPr>
        <p:spPr>
          <a:xfrm rot="0" flipH="1" flipV="1">
            <a:off x="1454150" y="446087"/>
            <a:ext cx="4762" cy="206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6" name=""/>
          <p:cNvSpPr/>
          <p:nvPr/>
        </p:nvSpPr>
        <p:spPr>
          <a:xfrm rot="0" flipV="1">
            <a:off x="1458912" y="466725"/>
            <a:ext cx="1587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7" name=""/>
          <p:cNvSpPr/>
          <p:nvPr/>
        </p:nvSpPr>
        <p:spPr>
          <a:xfrm rot="0">
            <a:off x="1433512" y="430212"/>
            <a:ext cx="17462" cy="111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8" name=""/>
          <p:cNvSpPr/>
          <p:nvPr/>
        </p:nvSpPr>
        <p:spPr>
          <a:xfrm rot="0" flipH="1" flipV="1">
            <a:off x="1458912" y="4730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39" name=""/>
          <p:cNvSpPr/>
          <p:nvPr/>
        </p:nvSpPr>
        <p:spPr>
          <a:xfrm rot="0">
            <a:off x="1450975" y="441325"/>
            <a:ext cx="12700" cy="127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0" name=""/>
          <p:cNvSpPr/>
          <p:nvPr/>
        </p:nvSpPr>
        <p:spPr>
          <a:xfrm rot="0" flipH="1">
            <a:off x="1577975" y="401637"/>
            <a:ext cx="41275" cy="158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1" name=""/>
          <p:cNvSpPr/>
          <p:nvPr/>
        </p:nvSpPr>
        <p:spPr>
          <a:xfrm rot="0" flipH="1">
            <a:off x="1582737" y="339725"/>
            <a:ext cx="33337" cy="746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2" name=""/>
          <p:cNvSpPr/>
          <p:nvPr/>
        </p:nvSpPr>
        <p:spPr>
          <a:xfrm rot="0" flipV="1">
            <a:off x="1573212" y="357187"/>
            <a:ext cx="33337" cy="142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3" name=""/>
          <p:cNvSpPr/>
          <p:nvPr/>
        </p:nvSpPr>
        <p:spPr>
          <a:xfrm rot="0" flipV="1">
            <a:off x="1577975" y="433387"/>
            <a:ext cx="44450" cy="238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4" name=""/>
          <p:cNvSpPr/>
          <p:nvPr/>
        </p:nvSpPr>
        <p:spPr>
          <a:xfrm rot="0" flipH="1">
            <a:off x="1577975" y="301625"/>
            <a:ext cx="26987" cy="666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5" name=""/>
          <p:cNvSpPr/>
          <p:nvPr/>
        </p:nvSpPr>
        <p:spPr>
          <a:xfrm rot="0" flipV="1">
            <a:off x="1628775" y="338137"/>
            <a:ext cx="49212" cy="206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6" name=""/>
          <p:cNvSpPr/>
          <p:nvPr/>
        </p:nvSpPr>
        <p:spPr>
          <a:xfrm rot="0" flipV="1">
            <a:off x="1627187" y="374650"/>
            <a:ext cx="53975" cy="206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7" name=""/>
          <p:cNvSpPr/>
          <p:nvPr/>
        </p:nvSpPr>
        <p:spPr>
          <a:xfrm rot="0">
            <a:off x="1665287" y="439737"/>
            <a:ext cx="30162" cy="44450"/>
          </a:xfrm>
          <a:custGeom>
            <a:avLst/>
            <a:ahLst/>
            <a:rect l="0" t="0" r="r" b="b"/>
            <a:pathLst>
              <a:path w="39" h="57">
                <a:moveTo>
                  <a:pt x="0" y="3"/>
                </a:moveTo>
                <a:lnTo>
                  <a:pt x="39" y="57"/>
                </a:lnTo>
                <a:lnTo>
                  <a:pt x="3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8" name=""/>
          <p:cNvSpPr/>
          <p:nvPr/>
        </p:nvSpPr>
        <p:spPr>
          <a:xfrm rot="0">
            <a:off x="1662112" y="304800"/>
            <a:ext cx="15875" cy="142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49" name=""/>
          <p:cNvSpPr/>
          <p:nvPr/>
        </p:nvSpPr>
        <p:spPr>
          <a:xfrm rot="0">
            <a:off x="1641475" y="292100"/>
            <a:ext cx="23812" cy="149225"/>
          </a:xfrm>
          <a:custGeom>
            <a:avLst/>
            <a:ahLst/>
            <a:rect l="0" t="0" r="r" b="b"/>
            <a:pathLst>
              <a:path w="29" h="187">
                <a:moveTo>
                  <a:pt x="0" y="0"/>
                </a:moveTo>
                <a:lnTo>
                  <a:pt x="10" y="129"/>
                </a:lnTo>
                <a:lnTo>
                  <a:pt x="29" y="18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0" name=""/>
          <p:cNvSpPr/>
          <p:nvPr/>
        </p:nvSpPr>
        <p:spPr>
          <a:xfrm rot="0">
            <a:off x="1617662" y="395287"/>
            <a:ext cx="61912" cy="77787"/>
          </a:xfrm>
          <a:custGeom>
            <a:avLst/>
            <a:ahLst/>
            <a:rect l="0" t="0" r="r" b="b"/>
            <a:pathLst>
              <a:path w="79" h="97">
                <a:moveTo>
                  <a:pt x="79" y="0"/>
                </a:moveTo>
                <a:lnTo>
                  <a:pt x="53" y="42"/>
                </a:lnTo>
                <a:lnTo>
                  <a:pt x="0" y="9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1" name=""/>
          <p:cNvSpPr/>
          <p:nvPr/>
        </p:nvSpPr>
        <p:spPr>
          <a:xfrm rot="0" flipH="1">
            <a:off x="1747837" y="295275"/>
            <a:ext cx="14287" cy="539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2" name=""/>
          <p:cNvSpPr/>
          <p:nvPr/>
        </p:nvSpPr>
        <p:spPr>
          <a:xfrm rot="0" flipV="1">
            <a:off x="1739900" y="439737"/>
            <a:ext cx="3016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3" name=""/>
          <p:cNvSpPr/>
          <p:nvPr/>
        </p:nvSpPr>
        <p:spPr>
          <a:xfrm rot="0" flipV="1">
            <a:off x="1774825" y="341312"/>
            <a:ext cx="4762" cy="1174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4" name=""/>
          <p:cNvSpPr/>
          <p:nvPr/>
        </p:nvSpPr>
        <p:spPr>
          <a:xfrm rot="0" flipH="1">
            <a:off x="1741487" y="349250"/>
            <a:ext cx="3651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5" name=""/>
          <p:cNvSpPr/>
          <p:nvPr/>
        </p:nvSpPr>
        <p:spPr>
          <a:xfrm rot="0" flipV="1">
            <a:off x="1739900" y="392112"/>
            <a:ext cx="26987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6" name=""/>
          <p:cNvSpPr/>
          <p:nvPr/>
        </p:nvSpPr>
        <p:spPr>
          <a:xfrm rot="0" flipH="1">
            <a:off x="1785937" y="292100"/>
            <a:ext cx="23812" cy="857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7" name=""/>
          <p:cNvSpPr/>
          <p:nvPr/>
        </p:nvSpPr>
        <p:spPr>
          <a:xfrm rot="0" flipH="1" flipV="1">
            <a:off x="1808162" y="454025"/>
            <a:ext cx="17462" cy="317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8" name=""/>
          <p:cNvSpPr/>
          <p:nvPr/>
        </p:nvSpPr>
        <p:spPr>
          <a:xfrm rot="0">
            <a:off x="1801812" y="379412"/>
            <a:ext cx="15875" cy="333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59" name=""/>
          <p:cNvSpPr/>
          <p:nvPr/>
        </p:nvSpPr>
        <p:spPr>
          <a:xfrm rot="0">
            <a:off x="1825625" y="338137"/>
            <a:ext cx="15875" cy="147637"/>
          </a:xfrm>
          <a:custGeom>
            <a:avLst/>
            <a:ahLst/>
            <a:rect l="0" t="0" r="r" b="b"/>
            <a:pathLst>
              <a:path w="19" h="188">
                <a:moveTo>
                  <a:pt x="0" y="188"/>
                </a:moveTo>
                <a:lnTo>
                  <a:pt x="10" y="109"/>
                </a:lnTo>
                <a:lnTo>
                  <a:pt x="1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0" name=""/>
          <p:cNvSpPr/>
          <p:nvPr/>
        </p:nvSpPr>
        <p:spPr>
          <a:xfrm rot="0" flipV="1">
            <a:off x="1797050" y="344487"/>
            <a:ext cx="4286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1" name=""/>
          <p:cNvSpPr/>
          <p:nvPr/>
        </p:nvSpPr>
        <p:spPr>
          <a:xfrm rot="0">
            <a:off x="1739900" y="339725"/>
            <a:ext cx="1587" cy="1190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2" name=""/>
          <p:cNvSpPr/>
          <p:nvPr/>
        </p:nvSpPr>
        <p:spPr>
          <a:xfrm rot="0" flipH="1">
            <a:off x="1874837" y="346075"/>
            <a:ext cx="47625" cy="95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3" name=""/>
          <p:cNvSpPr/>
          <p:nvPr/>
        </p:nvSpPr>
        <p:spPr>
          <a:xfrm rot="0">
            <a:off x="1881187" y="288925"/>
            <a:ext cx="19050" cy="196850"/>
          </a:xfrm>
          <a:custGeom>
            <a:avLst/>
            <a:ahLst/>
            <a:rect l="0" t="0" r="r" b="b"/>
            <a:pathLst>
              <a:path w="25" h="249">
                <a:moveTo>
                  <a:pt x="25" y="0"/>
                </a:moveTo>
                <a:lnTo>
                  <a:pt x="25" y="249"/>
                </a:lnTo>
                <a:lnTo>
                  <a:pt x="0" y="21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4" name=""/>
          <p:cNvSpPr/>
          <p:nvPr/>
        </p:nvSpPr>
        <p:spPr>
          <a:xfrm rot="0" flipV="1">
            <a:off x="1870075" y="374650"/>
            <a:ext cx="49212" cy="381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5" name=""/>
          <p:cNvSpPr/>
          <p:nvPr/>
        </p:nvSpPr>
        <p:spPr>
          <a:xfrm rot="0">
            <a:off x="1919287" y="292100"/>
            <a:ext cx="19050" cy="98425"/>
          </a:xfrm>
          <a:custGeom>
            <a:avLst/>
            <a:ahLst/>
            <a:rect l="0" t="0" r="r" b="b"/>
            <a:pathLst>
              <a:path w="25" h="123">
                <a:moveTo>
                  <a:pt x="25" y="0"/>
                </a:moveTo>
                <a:lnTo>
                  <a:pt x="20" y="68"/>
                </a:lnTo>
                <a:lnTo>
                  <a:pt x="0" y="12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6" name=""/>
          <p:cNvSpPr/>
          <p:nvPr/>
        </p:nvSpPr>
        <p:spPr>
          <a:xfrm rot="0" flipV="1">
            <a:off x="1938337" y="306387"/>
            <a:ext cx="22225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7" name=""/>
          <p:cNvSpPr/>
          <p:nvPr/>
        </p:nvSpPr>
        <p:spPr>
          <a:xfrm rot="0">
            <a:off x="1960562" y="301625"/>
            <a:ext cx="28575" cy="63500"/>
          </a:xfrm>
          <a:custGeom>
            <a:avLst/>
            <a:ahLst/>
            <a:rect l="0" t="0" r="r" b="b"/>
            <a:pathLst>
              <a:path w="35" h="79">
                <a:moveTo>
                  <a:pt x="0" y="0"/>
                </a:moveTo>
                <a:lnTo>
                  <a:pt x="0" y="79"/>
                </a:lnTo>
                <a:lnTo>
                  <a:pt x="35" y="7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8" name=""/>
          <p:cNvSpPr/>
          <p:nvPr/>
        </p:nvSpPr>
        <p:spPr>
          <a:xfrm rot="0">
            <a:off x="1930400" y="406400"/>
            <a:ext cx="61912" cy="74612"/>
          </a:xfrm>
          <a:custGeom>
            <a:avLst/>
            <a:ahLst/>
            <a:rect l="0" t="0" r="r" b="b"/>
            <a:pathLst>
              <a:path w="78" h="95">
                <a:moveTo>
                  <a:pt x="0" y="0"/>
                </a:moveTo>
                <a:lnTo>
                  <a:pt x="52" y="95"/>
                </a:lnTo>
                <a:lnTo>
                  <a:pt x="78" y="9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69" name=""/>
          <p:cNvSpPr/>
          <p:nvPr/>
        </p:nvSpPr>
        <p:spPr>
          <a:xfrm rot="0" flipV="1">
            <a:off x="1927225" y="384175"/>
            <a:ext cx="42862" cy="635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0" name=""/>
          <p:cNvSpPr/>
          <p:nvPr/>
        </p:nvSpPr>
        <p:spPr>
          <a:xfrm rot="0">
            <a:off x="1909762" y="377825"/>
            <a:ext cx="61912" cy="106362"/>
          </a:xfrm>
          <a:custGeom>
            <a:avLst/>
            <a:ahLst/>
            <a:rect l="0" t="0" r="r" b="b"/>
            <a:pathLst>
              <a:path w="78" h="135">
                <a:moveTo>
                  <a:pt x="78" y="0"/>
                </a:moveTo>
                <a:lnTo>
                  <a:pt x="47" y="78"/>
                </a:lnTo>
                <a:lnTo>
                  <a:pt x="0" y="13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1" name=""/>
          <p:cNvSpPr/>
          <p:nvPr/>
        </p:nvSpPr>
        <p:spPr>
          <a:xfrm rot="0">
            <a:off x="2068512" y="400050"/>
            <a:ext cx="66675" cy="87312"/>
          </a:xfrm>
          <a:custGeom>
            <a:avLst/>
            <a:ahLst/>
            <a:rect l="0" t="0" r="r" b="b"/>
            <a:pathLst>
              <a:path w="84" h="112">
                <a:moveTo>
                  <a:pt x="84" y="0"/>
                </a:moveTo>
                <a:lnTo>
                  <a:pt x="42" y="70"/>
                </a:lnTo>
                <a:lnTo>
                  <a:pt x="0" y="11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2" name=""/>
          <p:cNvSpPr/>
          <p:nvPr/>
        </p:nvSpPr>
        <p:spPr>
          <a:xfrm rot="0" flipH="1">
            <a:off x="2093912" y="357187"/>
            <a:ext cx="34925" cy="650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3" name=""/>
          <p:cNvSpPr/>
          <p:nvPr/>
        </p:nvSpPr>
        <p:spPr>
          <a:xfrm rot="0" flipH="1">
            <a:off x="2093912" y="300037"/>
            <a:ext cx="30162" cy="746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4" name=""/>
          <p:cNvSpPr/>
          <p:nvPr/>
        </p:nvSpPr>
        <p:spPr>
          <a:xfrm rot="0">
            <a:off x="2033587" y="298450"/>
            <a:ext cx="1587" cy="539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5" name=""/>
          <p:cNvSpPr/>
          <p:nvPr/>
        </p:nvSpPr>
        <p:spPr>
          <a:xfrm rot="0" flipV="1">
            <a:off x="2033587" y="301625"/>
            <a:ext cx="47625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6" name=""/>
          <p:cNvSpPr/>
          <p:nvPr/>
        </p:nvSpPr>
        <p:spPr>
          <a:xfrm rot="0" flipH="1">
            <a:off x="2081212" y="298450"/>
            <a:ext cx="1587" cy="412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7" name=""/>
          <p:cNvSpPr/>
          <p:nvPr/>
        </p:nvSpPr>
        <p:spPr>
          <a:xfrm rot="0" flipH="1">
            <a:off x="2033587" y="339725"/>
            <a:ext cx="50800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8" name=""/>
          <p:cNvSpPr/>
          <p:nvPr/>
        </p:nvSpPr>
        <p:spPr>
          <a:xfrm rot="0" flipV="1">
            <a:off x="2033587" y="322262"/>
            <a:ext cx="39687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79" name=""/>
          <p:cNvSpPr/>
          <p:nvPr/>
        </p:nvSpPr>
        <p:spPr>
          <a:xfrm rot="0">
            <a:off x="2054225" y="344487"/>
            <a:ext cx="4762" cy="238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0" name=""/>
          <p:cNvSpPr/>
          <p:nvPr/>
        </p:nvSpPr>
        <p:spPr>
          <a:xfrm rot="0" flipV="1">
            <a:off x="2014537" y="366712"/>
            <a:ext cx="73025" cy="793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1" name=""/>
          <p:cNvSpPr/>
          <p:nvPr/>
        </p:nvSpPr>
        <p:spPr>
          <a:xfrm rot="0">
            <a:off x="2033587" y="381000"/>
            <a:ext cx="1587" cy="381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2" name=""/>
          <p:cNvSpPr/>
          <p:nvPr/>
        </p:nvSpPr>
        <p:spPr>
          <a:xfrm rot="0" flipV="1">
            <a:off x="2033587" y="388937"/>
            <a:ext cx="39687" cy="31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3" name=""/>
          <p:cNvSpPr/>
          <p:nvPr/>
        </p:nvSpPr>
        <p:spPr>
          <a:xfrm rot="0" flipH="1">
            <a:off x="2073275" y="384175"/>
            <a:ext cx="1587" cy="2857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4" name=""/>
          <p:cNvSpPr/>
          <p:nvPr/>
        </p:nvSpPr>
        <p:spPr>
          <a:xfrm rot="0" flipH="1">
            <a:off x="2033587" y="412750"/>
            <a:ext cx="41275" cy="47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5" name=""/>
          <p:cNvSpPr/>
          <p:nvPr/>
        </p:nvSpPr>
        <p:spPr>
          <a:xfrm rot="0">
            <a:off x="2039937" y="414337"/>
            <a:ext cx="15875" cy="71437"/>
          </a:xfrm>
          <a:custGeom>
            <a:avLst/>
            <a:ahLst/>
            <a:rect l="0" t="0" r="r" b="b"/>
            <a:pathLst>
              <a:path w="19" h="90">
                <a:moveTo>
                  <a:pt x="19" y="0"/>
                </a:moveTo>
                <a:lnTo>
                  <a:pt x="19" y="90"/>
                </a:lnTo>
                <a:lnTo>
                  <a:pt x="0" y="6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6" name=""/>
          <p:cNvSpPr/>
          <p:nvPr/>
        </p:nvSpPr>
        <p:spPr>
          <a:xfrm rot="0" flipH="1">
            <a:off x="2016125" y="438150"/>
            <a:ext cx="23812" cy="301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7" name=""/>
          <p:cNvSpPr/>
          <p:nvPr/>
        </p:nvSpPr>
        <p:spPr>
          <a:xfrm rot="0">
            <a:off x="2066925" y="430212"/>
            <a:ext cx="17462" cy="2381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88" name=""/>
          <p:cNvSpPr/>
          <p:nvPr/>
        </p:nvSpPr>
        <p:spPr>
          <a:xfrm rot="0">
            <a:off x="1254125" y="4254500"/>
            <a:ext cx="23812" cy="39687"/>
          </a:xfrm>
          <a:custGeom>
            <a:avLst/>
            <a:ahLst/>
            <a:rect l="0" t="0" r="r" b="b"/>
            <a:pathLst>
              <a:path w="31" h="51">
                <a:moveTo>
                  <a:pt x="26" y="26"/>
                </a:moveTo>
                <a:lnTo>
                  <a:pt x="21" y="51"/>
                </a:lnTo>
                <a:lnTo>
                  <a:pt x="13" y="48"/>
                </a:lnTo>
                <a:lnTo>
                  <a:pt x="6" y="43"/>
                </a:lnTo>
                <a:lnTo>
                  <a:pt x="2" y="36"/>
                </a:lnTo>
                <a:lnTo>
                  <a:pt x="0" y="29"/>
                </a:lnTo>
                <a:lnTo>
                  <a:pt x="0" y="21"/>
                </a:lnTo>
                <a:lnTo>
                  <a:pt x="3" y="12"/>
                </a:lnTo>
                <a:lnTo>
                  <a:pt x="8" y="6"/>
                </a:lnTo>
                <a:lnTo>
                  <a:pt x="16" y="2"/>
                </a:lnTo>
                <a:lnTo>
                  <a:pt x="23" y="0"/>
                </a:lnTo>
                <a:lnTo>
                  <a:pt x="31" y="0"/>
                </a:lnTo>
                <a:lnTo>
                  <a:pt x="26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789" name=""/>
          <p:cNvSpPr/>
          <p:nvPr/>
        </p:nvSpPr>
        <p:spPr>
          <a:xfrm rot="0">
            <a:off x="1254125" y="4254500"/>
            <a:ext cx="23812" cy="39687"/>
          </a:xfrm>
          <a:custGeom>
            <a:avLst/>
            <a:ahLst/>
            <a:rect l="0" t="0" r="r" b="b"/>
            <a:pathLst>
              <a:path w="31" h="51">
                <a:moveTo>
                  <a:pt x="21" y="51"/>
                </a:moveTo>
                <a:lnTo>
                  <a:pt x="13" y="48"/>
                </a:lnTo>
                <a:lnTo>
                  <a:pt x="6" y="43"/>
                </a:lnTo>
                <a:lnTo>
                  <a:pt x="2" y="36"/>
                </a:lnTo>
                <a:lnTo>
                  <a:pt x="0" y="29"/>
                </a:lnTo>
                <a:lnTo>
                  <a:pt x="0" y="21"/>
                </a:lnTo>
                <a:lnTo>
                  <a:pt x="3" y="12"/>
                </a:lnTo>
                <a:lnTo>
                  <a:pt x="8" y="6"/>
                </a:lnTo>
                <a:lnTo>
                  <a:pt x="16" y="2"/>
                </a:lnTo>
                <a:lnTo>
                  <a:pt x="23" y="0"/>
                </a:lnTo>
                <a:lnTo>
                  <a:pt x="31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90" name=""/>
          <p:cNvSpPr/>
          <p:nvPr/>
        </p:nvSpPr>
        <p:spPr>
          <a:xfrm rot="0">
            <a:off x="1270000" y="4254500"/>
            <a:ext cx="260350" cy="93662"/>
          </a:xfrm>
          <a:custGeom>
            <a:avLst/>
            <a:ahLst/>
            <a:rect l="0" t="0" r="r" b="b"/>
            <a:pathLst>
              <a:path w="328" h="120">
                <a:moveTo>
                  <a:pt x="10" y="0"/>
                </a:moveTo>
                <a:lnTo>
                  <a:pt x="5" y="26"/>
                </a:lnTo>
                <a:lnTo>
                  <a:pt x="0" y="51"/>
                </a:lnTo>
                <a:lnTo>
                  <a:pt x="318" y="120"/>
                </a:lnTo>
                <a:lnTo>
                  <a:pt x="323" y="94"/>
                </a:lnTo>
                <a:lnTo>
                  <a:pt x="328" y="69"/>
                </a:lnTo>
                <a:lnTo>
                  <a:pt x="1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791" name=""/>
          <p:cNvSpPr/>
          <p:nvPr/>
        </p:nvSpPr>
        <p:spPr>
          <a:xfrm rot="0">
            <a:off x="1270000" y="4254500"/>
            <a:ext cx="260350" cy="93662"/>
          </a:xfrm>
          <a:custGeom>
            <a:avLst/>
            <a:ahLst/>
            <a:rect l="0" t="0" r="r" b="b"/>
            <a:pathLst>
              <a:path w="328" h="120">
                <a:moveTo>
                  <a:pt x="10" y="0"/>
                </a:moveTo>
                <a:lnTo>
                  <a:pt x="5" y="26"/>
                </a:lnTo>
                <a:lnTo>
                  <a:pt x="0" y="51"/>
                </a:lnTo>
                <a:lnTo>
                  <a:pt x="318" y="120"/>
                </a:lnTo>
                <a:lnTo>
                  <a:pt x="323" y="94"/>
                </a:lnTo>
                <a:lnTo>
                  <a:pt x="328" y="69"/>
                </a:lnTo>
                <a:lnTo>
                  <a:pt x="1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92" name=""/>
          <p:cNvSpPr/>
          <p:nvPr/>
        </p:nvSpPr>
        <p:spPr>
          <a:xfrm rot="0">
            <a:off x="1522412" y="4308475"/>
            <a:ext cx="23812" cy="39687"/>
          </a:xfrm>
          <a:custGeom>
            <a:avLst/>
            <a:ahLst/>
            <a:rect l="0" t="0" r="r" b="b"/>
            <a:pathLst>
              <a:path w="31" h="51">
                <a:moveTo>
                  <a:pt x="5" y="25"/>
                </a:moveTo>
                <a:lnTo>
                  <a:pt x="10" y="0"/>
                </a:lnTo>
                <a:lnTo>
                  <a:pt x="18" y="3"/>
                </a:lnTo>
                <a:lnTo>
                  <a:pt x="25" y="8"/>
                </a:lnTo>
                <a:lnTo>
                  <a:pt x="29" y="15"/>
                </a:lnTo>
                <a:lnTo>
                  <a:pt x="31" y="22"/>
                </a:lnTo>
                <a:lnTo>
                  <a:pt x="31" y="30"/>
                </a:lnTo>
                <a:lnTo>
                  <a:pt x="28" y="39"/>
                </a:lnTo>
                <a:lnTo>
                  <a:pt x="23" y="45"/>
                </a:lnTo>
                <a:lnTo>
                  <a:pt x="15" y="49"/>
                </a:lnTo>
                <a:lnTo>
                  <a:pt x="8" y="51"/>
                </a:lnTo>
                <a:lnTo>
                  <a:pt x="0" y="51"/>
                </a:lnTo>
                <a:lnTo>
                  <a:pt x="5" y="2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793" name=""/>
          <p:cNvSpPr/>
          <p:nvPr/>
        </p:nvSpPr>
        <p:spPr>
          <a:xfrm rot="0">
            <a:off x="1522412" y="4308475"/>
            <a:ext cx="23812" cy="39687"/>
          </a:xfrm>
          <a:custGeom>
            <a:avLst/>
            <a:ahLst/>
            <a:rect l="0" t="0" r="r" b="b"/>
            <a:pathLst>
              <a:path w="31" h="51">
                <a:moveTo>
                  <a:pt x="10" y="0"/>
                </a:moveTo>
                <a:lnTo>
                  <a:pt x="18" y="3"/>
                </a:lnTo>
                <a:lnTo>
                  <a:pt x="25" y="8"/>
                </a:lnTo>
                <a:lnTo>
                  <a:pt x="29" y="15"/>
                </a:lnTo>
                <a:lnTo>
                  <a:pt x="31" y="22"/>
                </a:lnTo>
                <a:lnTo>
                  <a:pt x="31" y="30"/>
                </a:lnTo>
                <a:lnTo>
                  <a:pt x="28" y="39"/>
                </a:lnTo>
                <a:lnTo>
                  <a:pt x="23" y="45"/>
                </a:lnTo>
                <a:lnTo>
                  <a:pt x="15" y="49"/>
                </a:lnTo>
                <a:lnTo>
                  <a:pt x="8" y="51"/>
                </a:lnTo>
                <a:lnTo>
                  <a:pt x="0" y="51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94" name=""/>
          <p:cNvSpPr/>
          <p:nvPr/>
        </p:nvSpPr>
        <p:spPr>
          <a:xfrm rot="0">
            <a:off x="5599112" y="3986212"/>
            <a:ext cx="31750" cy="36512"/>
          </a:xfrm>
          <a:custGeom>
            <a:avLst/>
            <a:ahLst/>
            <a:rect l="0" t="0" r="r" b="b"/>
            <a:pathLst>
              <a:path w="40" h="47">
                <a:moveTo>
                  <a:pt x="26" y="26"/>
                </a:moveTo>
                <a:lnTo>
                  <a:pt x="12" y="47"/>
                </a:lnTo>
                <a:lnTo>
                  <a:pt x="5" y="42"/>
                </a:lnTo>
                <a:lnTo>
                  <a:pt x="1" y="35"/>
                </a:lnTo>
                <a:lnTo>
                  <a:pt x="0" y="27"/>
                </a:lnTo>
                <a:lnTo>
                  <a:pt x="0" y="19"/>
                </a:lnTo>
                <a:lnTo>
                  <a:pt x="4" y="12"/>
                </a:lnTo>
                <a:lnTo>
                  <a:pt x="10" y="6"/>
                </a:lnTo>
                <a:lnTo>
                  <a:pt x="17" y="1"/>
                </a:lnTo>
                <a:lnTo>
                  <a:pt x="25" y="0"/>
                </a:lnTo>
                <a:lnTo>
                  <a:pt x="33" y="0"/>
                </a:lnTo>
                <a:lnTo>
                  <a:pt x="40" y="4"/>
                </a:lnTo>
                <a:lnTo>
                  <a:pt x="26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795" name=""/>
          <p:cNvSpPr/>
          <p:nvPr/>
        </p:nvSpPr>
        <p:spPr>
          <a:xfrm rot="0">
            <a:off x="5599112" y="3986212"/>
            <a:ext cx="31750" cy="36512"/>
          </a:xfrm>
          <a:custGeom>
            <a:avLst/>
            <a:ahLst/>
            <a:rect l="0" t="0" r="r" b="b"/>
            <a:pathLst>
              <a:path w="40" h="47">
                <a:moveTo>
                  <a:pt x="12" y="47"/>
                </a:moveTo>
                <a:lnTo>
                  <a:pt x="5" y="42"/>
                </a:lnTo>
                <a:lnTo>
                  <a:pt x="1" y="35"/>
                </a:lnTo>
                <a:lnTo>
                  <a:pt x="0" y="27"/>
                </a:lnTo>
                <a:lnTo>
                  <a:pt x="0" y="19"/>
                </a:lnTo>
                <a:lnTo>
                  <a:pt x="4" y="12"/>
                </a:lnTo>
                <a:lnTo>
                  <a:pt x="10" y="6"/>
                </a:lnTo>
                <a:lnTo>
                  <a:pt x="17" y="1"/>
                </a:lnTo>
                <a:lnTo>
                  <a:pt x="25" y="0"/>
                </a:lnTo>
                <a:lnTo>
                  <a:pt x="33" y="0"/>
                </a:lnTo>
                <a:lnTo>
                  <a:pt x="40" y="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96" name=""/>
          <p:cNvSpPr/>
          <p:nvPr/>
        </p:nvSpPr>
        <p:spPr>
          <a:xfrm rot="0">
            <a:off x="5608637" y="3989387"/>
            <a:ext cx="642937" cy="449262"/>
          </a:xfrm>
          <a:custGeom>
            <a:avLst/>
            <a:ahLst/>
            <a:rect l="0" t="0" r="r" b="b"/>
            <a:pathLst>
              <a:path w="810" h="567">
                <a:moveTo>
                  <a:pt x="28" y="0"/>
                </a:moveTo>
                <a:lnTo>
                  <a:pt x="14" y="22"/>
                </a:lnTo>
                <a:lnTo>
                  <a:pt x="0" y="43"/>
                </a:lnTo>
                <a:lnTo>
                  <a:pt x="781" y="567"/>
                </a:lnTo>
                <a:lnTo>
                  <a:pt x="796" y="545"/>
                </a:lnTo>
                <a:lnTo>
                  <a:pt x="810" y="524"/>
                </a:lnTo>
                <a:lnTo>
                  <a:pt x="28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797" name=""/>
          <p:cNvSpPr/>
          <p:nvPr/>
        </p:nvSpPr>
        <p:spPr>
          <a:xfrm rot="0">
            <a:off x="5608637" y="3989387"/>
            <a:ext cx="642937" cy="449262"/>
          </a:xfrm>
          <a:custGeom>
            <a:avLst/>
            <a:ahLst/>
            <a:rect l="0" t="0" r="r" b="b"/>
            <a:pathLst>
              <a:path w="810" h="567">
                <a:moveTo>
                  <a:pt x="28" y="0"/>
                </a:moveTo>
                <a:lnTo>
                  <a:pt x="14" y="22"/>
                </a:lnTo>
                <a:lnTo>
                  <a:pt x="0" y="43"/>
                </a:lnTo>
                <a:lnTo>
                  <a:pt x="781" y="567"/>
                </a:lnTo>
                <a:lnTo>
                  <a:pt x="796" y="545"/>
                </a:lnTo>
                <a:lnTo>
                  <a:pt x="810" y="524"/>
                </a:lnTo>
                <a:lnTo>
                  <a:pt x="28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798" name=""/>
          <p:cNvSpPr/>
          <p:nvPr/>
        </p:nvSpPr>
        <p:spPr>
          <a:xfrm rot="0">
            <a:off x="6229350" y="4403725"/>
            <a:ext cx="31750" cy="38100"/>
          </a:xfrm>
          <a:custGeom>
            <a:avLst/>
            <a:ahLst/>
            <a:rect l="0" t="0" r="r" b="b"/>
            <a:pathLst>
              <a:path w="40" h="47">
                <a:moveTo>
                  <a:pt x="15" y="21"/>
                </a:moveTo>
                <a:lnTo>
                  <a:pt x="29" y="0"/>
                </a:lnTo>
                <a:lnTo>
                  <a:pt x="35" y="5"/>
                </a:lnTo>
                <a:lnTo>
                  <a:pt x="39" y="12"/>
                </a:lnTo>
                <a:lnTo>
                  <a:pt x="40" y="20"/>
                </a:lnTo>
                <a:lnTo>
                  <a:pt x="40" y="28"/>
                </a:lnTo>
                <a:lnTo>
                  <a:pt x="36" y="35"/>
                </a:lnTo>
                <a:lnTo>
                  <a:pt x="31" y="42"/>
                </a:lnTo>
                <a:lnTo>
                  <a:pt x="24" y="46"/>
                </a:lnTo>
                <a:lnTo>
                  <a:pt x="16" y="47"/>
                </a:lnTo>
                <a:lnTo>
                  <a:pt x="8" y="47"/>
                </a:lnTo>
                <a:lnTo>
                  <a:pt x="0" y="43"/>
                </a:lnTo>
                <a:lnTo>
                  <a:pt x="15" y="21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799" name=""/>
          <p:cNvSpPr/>
          <p:nvPr/>
        </p:nvSpPr>
        <p:spPr>
          <a:xfrm rot="0">
            <a:off x="6229350" y="4403725"/>
            <a:ext cx="31750" cy="38100"/>
          </a:xfrm>
          <a:custGeom>
            <a:avLst/>
            <a:ahLst/>
            <a:rect l="0" t="0" r="r" b="b"/>
            <a:pathLst>
              <a:path w="40" h="47">
                <a:moveTo>
                  <a:pt x="29" y="0"/>
                </a:moveTo>
                <a:lnTo>
                  <a:pt x="35" y="5"/>
                </a:lnTo>
                <a:lnTo>
                  <a:pt x="39" y="12"/>
                </a:lnTo>
                <a:lnTo>
                  <a:pt x="40" y="20"/>
                </a:lnTo>
                <a:lnTo>
                  <a:pt x="40" y="28"/>
                </a:lnTo>
                <a:lnTo>
                  <a:pt x="36" y="35"/>
                </a:lnTo>
                <a:lnTo>
                  <a:pt x="31" y="42"/>
                </a:lnTo>
                <a:lnTo>
                  <a:pt x="24" y="46"/>
                </a:lnTo>
                <a:lnTo>
                  <a:pt x="16" y="47"/>
                </a:lnTo>
                <a:lnTo>
                  <a:pt x="8" y="47"/>
                </a:lnTo>
                <a:lnTo>
                  <a:pt x="0" y="4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00" name=""/>
          <p:cNvSpPr/>
          <p:nvPr/>
        </p:nvSpPr>
        <p:spPr>
          <a:xfrm rot="0">
            <a:off x="6203950" y="6249987"/>
            <a:ext cx="31750" cy="38100"/>
          </a:xfrm>
          <a:custGeom>
            <a:avLst/>
            <a:ahLst/>
            <a:rect l="0" t="0" r="r" b="b"/>
            <a:pathLst>
              <a:path w="41" h="47">
                <a:moveTo>
                  <a:pt x="25" y="22"/>
                </a:moveTo>
                <a:lnTo>
                  <a:pt x="41" y="43"/>
                </a:lnTo>
                <a:lnTo>
                  <a:pt x="33" y="46"/>
                </a:lnTo>
                <a:lnTo>
                  <a:pt x="25" y="47"/>
                </a:lnTo>
                <a:lnTo>
                  <a:pt x="17" y="46"/>
                </a:lnTo>
                <a:lnTo>
                  <a:pt x="10" y="42"/>
                </a:lnTo>
                <a:lnTo>
                  <a:pt x="4" y="37"/>
                </a:lnTo>
                <a:lnTo>
                  <a:pt x="1" y="29"/>
                </a:lnTo>
                <a:lnTo>
                  <a:pt x="0" y="22"/>
                </a:lnTo>
                <a:lnTo>
                  <a:pt x="1" y="14"/>
                </a:lnTo>
                <a:lnTo>
                  <a:pt x="5" y="6"/>
                </a:lnTo>
                <a:lnTo>
                  <a:pt x="10" y="0"/>
                </a:lnTo>
                <a:lnTo>
                  <a:pt x="25" y="22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801" name=""/>
          <p:cNvSpPr/>
          <p:nvPr/>
        </p:nvSpPr>
        <p:spPr>
          <a:xfrm rot="0">
            <a:off x="6203950" y="6249987"/>
            <a:ext cx="31750" cy="38100"/>
          </a:xfrm>
          <a:custGeom>
            <a:avLst/>
            <a:ahLst/>
            <a:rect l="0" t="0" r="r" b="b"/>
            <a:pathLst>
              <a:path w="41" h="47">
                <a:moveTo>
                  <a:pt x="41" y="43"/>
                </a:moveTo>
                <a:lnTo>
                  <a:pt x="33" y="46"/>
                </a:lnTo>
                <a:lnTo>
                  <a:pt x="25" y="47"/>
                </a:lnTo>
                <a:lnTo>
                  <a:pt x="17" y="46"/>
                </a:lnTo>
                <a:lnTo>
                  <a:pt x="10" y="42"/>
                </a:lnTo>
                <a:lnTo>
                  <a:pt x="4" y="37"/>
                </a:lnTo>
                <a:lnTo>
                  <a:pt x="1" y="29"/>
                </a:lnTo>
                <a:lnTo>
                  <a:pt x="0" y="22"/>
                </a:lnTo>
                <a:lnTo>
                  <a:pt x="1" y="14"/>
                </a:lnTo>
                <a:lnTo>
                  <a:pt x="5" y="6"/>
                </a:lnTo>
                <a:lnTo>
                  <a:pt x="1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02" name=""/>
          <p:cNvSpPr/>
          <p:nvPr/>
        </p:nvSpPr>
        <p:spPr>
          <a:xfrm rot="0">
            <a:off x="6211887" y="6238875"/>
            <a:ext cx="41275" cy="46037"/>
          </a:xfrm>
          <a:custGeom>
            <a:avLst/>
            <a:ahLst/>
            <a:rect l="0" t="0" r="r" b="b"/>
            <a:pathLst>
              <a:path w="51" h="57">
                <a:moveTo>
                  <a:pt x="0" y="14"/>
                </a:moveTo>
                <a:lnTo>
                  <a:pt x="15" y="36"/>
                </a:lnTo>
                <a:lnTo>
                  <a:pt x="31" y="57"/>
                </a:lnTo>
                <a:lnTo>
                  <a:pt x="51" y="43"/>
                </a:lnTo>
                <a:lnTo>
                  <a:pt x="36" y="21"/>
                </a:lnTo>
                <a:lnTo>
                  <a:pt x="20" y="0"/>
                </a:lnTo>
                <a:lnTo>
                  <a:pt x="0" y="1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803" name=""/>
          <p:cNvSpPr/>
          <p:nvPr/>
        </p:nvSpPr>
        <p:spPr>
          <a:xfrm rot="0">
            <a:off x="6211887" y="6238875"/>
            <a:ext cx="41275" cy="46037"/>
          </a:xfrm>
          <a:custGeom>
            <a:avLst/>
            <a:ahLst/>
            <a:rect l="0" t="0" r="r" b="b"/>
            <a:pathLst>
              <a:path w="51" h="57">
                <a:moveTo>
                  <a:pt x="0" y="14"/>
                </a:moveTo>
                <a:lnTo>
                  <a:pt x="15" y="36"/>
                </a:lnTo>
                <a:lnTo>
                  <a:pt x="31" y="57"/>
                </a:lnTo>
                <a:lnTo>
                  <a:pt x="51" y="43"/>
                </a:lnTo>
                <a:lnTo>
                  <a:pt x="36" y="21"/>
                </a:lnTo>
                <a:lnTo>
                  <a:pt x="20" y="0"/>
                </a:lnTo>
                <a:lnTo>
                  <a:pt x="0" y="1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04" name=""/>
          <p:cNvSpPr/>
          <p:nvPr/>
        </p:nvSpPr>
        <p:spPr>
          <a:xfrm rot="0">
            <a:off x="6240462" y="6256337"/>
            <a:ext cx="12700" cy="15875"/>
          </a:xfrm>
          <a:custGeom>
            <a:avLst/>
            <a:ahLst/>
            <a:rect l="0" t="0" r="r" b="b"/>
            <a:pathLst>
              <a:path w="15" h="22">
                <a:moveTo>
                  <a:pt x="0" y="0"/>
                </a:moveTo>
                <a:lnTo>
                  <a:pt x="15" y="22"/>
                </a:lnTo>
                <a:lnTo>
                  <a:pt x="15" y="21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805" name=""/>
          <p:cNvSpPr/>
          <p:nvPr/>
        </p:nvSpPr>
        <p:spPr>
          <a:xfrm rot="0" flipV="1">
            <a:off x="6253162" y="627221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06" name=""/>
          <p:cNvSpPr/>
          <p:nvPr/>
        </p:nvSpPr>
        <p:spPr>
          <a:xfrm rot="0">
            <a:off x="6227762" y="6227762"/>
            <a:ext cx="41275" cy="44450"/>
          </a:xfrm>
          <a:custGeom>
            <a:avLst/>
            <a:ahLst/>
            <a:rect l="0" t="0" r="r" b="b"/>
            <a:pathLst>
              <a:path w="52" h="56">
                <a:moveTo>
                  <a:pt x="0" y="15"/>
                </a:moveTo>
                <a:lnTo>
                  <a:pt x="16" y="35"/>
                </a:lnTo>
                <a:lnTo>
                  <a:pt x="31" y="56"/>
                </a:lnTo>
                <a:lnTo>
                  <a:pt x="52" y="41"/>
                </a:lnTo>
                <a:lnTo>
                  <a:pt x="36" y="20"/>
                </a:lnTo>
                <a:lnTo>
                  <a:pt x="21" y="0"/>
                </a:lnTo>
                <a:lnTo>
                  <a:pt x="0" y="1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807" name=""/>
          <p:cNvSpPr/>
          <p:nvPr/>
        </p:nvSpPr>
        <p:spPr>
          <a:xfrm rot="0">
            <a:off x="6227762" y="6227762"/>
            <a:ext cx="41275" cy="44450"/>
          </a:xfrm>
          <a:custGeom>
            <a:avLst/>
            <a:ahLst/>
            <a:rect l="0" t="0" r="r" b="b"/>
            <a:pathLst>
              <a:path w="52" h="56">
                <a:moveTo>
                  <a:pt x="0" y="15"/>
                </a:moveTo>
                <a:lnTo>
                  <a:pt x="16" y="35"/>
                </a:lnTo>
                <a:lnTo>
                  <a:pt x="31" y="56"/>
                </a:lnTo>
                <a:lnTo>
                  <a:pt x="52" y="41"/>
                </a:lnTo>
                <a:lnTo>
                  <a:pt x="36" y="20"/>
                </a:lnTo>
                <a:lnTo>
                  <a:pt x="21" y="0"/>
                </a:lnTo>
                <a:lnTo>
                  <a:pt x="0" y="1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08" name=""/>
          <p:cNvSpPr/>
          <p:nvPr/>
        </p:nvSpPr>
        <p:spPr>
          <a:xfrm rot="0">
            <a:off x="6243637" y="6223000"/>
            <a:ext cx="33337" cy="36512"/>
          </a:xfrm>
          <a:custGeom>
            <a:avLst/>
            <a:ahLst/>
            <a:rect l="0" t="0" r="r" b="b"/>
            <a:pathLst>
              <a:path w="41" h="47">
                <a:moveTo>
                  <a:pt x="15" y="26"/>
                </a:moveTo>
                <a:lnTo>
                  <a:pt x="0" y="6"/>
                </a:lnTo>
                <a:lnTo>
                  <a:pt x="7" y="2"/>
                </a:lnTo>
                <a:lnTo>
                  <a:pt x="15" y="0"/>
                </a:lnTo>
                <a:lnTo>
                  <a:pt x="23" y="2"/>
                </a:lnTo>
                <a:lnTo>
                  <a:pt x="31" y="5"/>
                </a:lnTo>
                <a:lnTo>
                  <a:pt x="36" y="11"/>
                </a:lnTo>
                <a:lnTo>
                  <a:pt x="40" y="18"/>
                </a:lnTo>
                <a:lnTo>
                  <a:pt x="41" y="26"/>
                </a:lnTo>
                <a:lnTo>
                  <a:pt x="40" y="34"/>
                </a:lnTo>
                <a:lnTo>
                  <a:pt x="37" y="41"/>
                </a:lnTo>
                <a:lnTo>
                  <a:pt x="31" y="47"/>
                </a:lnTo>
                <a:lnTo>
                  <a:pt x="15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2809" name=""/>
          <p:cNvSpPr/>
          <p:nvPr/>
        </p:nvSpPr>
        <p:spPr>
          <a:xfrm rot="0">
            <a:off x="6243637" y="6223000"/>
            <a:ext cx="33337" cy="36512"/>
          </a:xfrm>
          <a:custGeom>
            <a:avLst/>
            <a:ahLst/>
            <a:rect l="0" t="0" r="r" b="b"/>
            <a:pathLst>
              <a:path w="41" h="47">
                <a:moveTo>
                  <a:pt x="0" y="6"/>
                </a:moveTo>
                <a:lnTo>
                  <a:pt x="7" y="2"/>
                </a:lnTo>
                <a:lnTo>
                  <a:pt x="15" y="0"/>
                </a:lnTo>
                <a:lnTo>
                  <a:pt x="23" y="2"/>
                </a:lnTo>
                <a:lnTo>
                  <a:pt x="31" y="5"/>
                </a:lnTo>
                <a:lnTo>
                  <a:pt x="36" y="11"/>
                </a:lnTo>
                <a:lnTo>
                  <a:pt x="40" y="18"/>
                </a:lnTo>
                <a:lnTo>
                  <a:pt x="41" y="26"/>
                </a:lnTo>
                <a:lnTo>
                  <a:pt x="40" y="34"/>
                </a:lnTo>
                <a:lnTo>
                  <a:pt x="37" y="41"/>
                </a:lnTo>
                <a:lnTo>
                  <a:pt x="31" y="4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10" name=""/>
          <p:cNvSpPr/>
          <p:nvPr/>
        </p:nvSpPr>
        <p:spPr>
          <a:xfrm rot="0">
            <a:off x="8809038" y="6619875"/>
            <a:ext cx="33337" cy="150812"/>
          </a:xfrm>
          <a:custGeom>
            <a:avLst/>
            <a:ahLst/>
            <a:rect l="0" t="0" r="r" b="b"/>
            <a:pathLst>
              <a:path w="42" h="190">
                <a:moveTo>
                  <a:pt x="42" y="190"/>
                </a:moveTo>
                <a:lnTo>
                  <a:pt x="42" y="0"/>
                </a:lnTo>
                <a:lnTo>
                  <a:pt x="0" y="4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2811" name=""/>
          <p:cNvSpPr/>
          <p:nvPr/>
        </p:nvSpPr>
        <p:spPr>
          <a:xfrm rot="0">
            <a:off x="8893175" y="6619875"/>
            <a:ext cx="33337" cy="150812"/>
          </a:xfrm>
          <a:custGeom>
            <a:avLst/>
            <a:ahLst/>
            <a:rect l="0" t="0" r="r" b="b"/>
            <a:pathLst>
              <a:path w="42" h="190">
                <a:moveTo>
                  <a:pt x="42" y="190"/>
                </a:moveTo>
                <a:lnTo>
                  <a:pt x="42" y="0"/>
                </a:lnTo>
                <a:lnTo>
                  <a:pt x="0" y="4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0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203" name=""/>
          <p:cNvGrpSpPr/>
          <p:nvPr/>
        </p:nvGrpSpPr>
        <p:grpSpPr>
          <a:xfrm rot="0">
            <a:off x="85725" y="296862"/>
            <a:ext cx="8839200" cy="6259512"/>
            <a:chOff x="54" y="187"/>
            <a:chExt cx="5568" cy="3943"/>
          </a:xfrm>
        </p:grpSpPr>
        <p:sp>
          <p:nvSpPr>
            <p:cNvPr id="1062812" name=""/>
            <p:cNvSpPr/>
            <p:nvPr/>
          </p:nvSpPr>
          <p:spPr>
            <a:xfrm rot="0">
              <a:off x="62" y="4113"/>
              <a:ext cx="5551" cy="17"/>
            </a:xfrm>
            <a:custGeom>
              <a:avLst/>
              <a:ahLst/>
              <a:rect l="0" t="0" r="r" b="b"/>
              <a:pathLst>
                <a:path w="2220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2205" y="67"/>
                  </a:lnTo>
                  <a:lnTo>
                    <a:pt x="22205" y="34"/>
                  </a:lnTo>
                  <a:lnTo>
                    <a:pt x="2220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13" name=""/>
            <p:cNvSpPr/>
            <p:nvPr/>
          </p:nvSpPr>
          <p:spPr>
            <a:xfrm rot="0">
              <a:off x="62" y="4113"/>
              <a:ext cx="5551" cy="17"/>
            </a:xfrm>
            <a:custGeom>
              <a:avLst/>
              <a:ahLst/>
              <a:rect l="0" t="0" r="r" b="b"/>
              <a:pathLst>
                <a:path w="22205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2205" y="67"/>
                  </a:lnTo>
                  <a:lnTo>
                    <a:pt x="22205" y="34"/>
                  </a:lnTo>
                  <a:lnTo>
                    <a:pt x="2220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14" name=""/>
            <p:cNvSpPr/>
            <p:nvPr/>
          </p:nvSpPr>
          <p:spPr>
            <a:xfrm rot="0">
              <a:off x="5613" y="4122"/>
              <a:ext cx="9" cy="8"/>
            </a:xfrm>
            <a:custGeom>
              <a:avLst/>
              <a:ahLst/>
              <a:rect l="0" t="0" r="r" b="b"/>
              <a:pathLst>
                <a:path w="34" h="33">
                  <a:moveTo>
                    <a:pt x="0" y="0"/>
                  </a:moveTo>
                  <a:lnTo>
                    <a:pt x="0" y="33"/>
                  </a:lnTo>
                  <a:lnTo>
                    <a:pt x="5" y="33"/>
                  </a:lnTo>
                  <a:lnTo>
                    <a:pt x="11" y="31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2" y="10"/>
                  </a:lnTo>
                  <a:lnTo>
                    <a:pt x="33" y="5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15" name=""/>
            <p:cNvSpPr/>
            <p:nvPr/>
          </p:nvSpPr>
          <p:spPr>
            <a:xfrm rot="0">
              <a:off x="5613" y="4122"/>
              <a:ext cx="9" cy="8"/>
            </a:xfrm>
            <a:custGeom>
              <a:avLst/>
              <a:ahLst/>
              <a:rect l="0" t="0" r="r" b="b"/>
              <a:pathLst>
                <a:path w="34" h="33">
                  <a:moveTo>
                    <a:pt x="0" y="33"/>
                  </a:moveTo>
                  <a:lnTo>
                    <a:pt x="5" y="33"/>
                  </a:lnTo>
                  <a:lnTo>
                    <a:pt x="11" y="31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4" y="24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2" y="10"/>
                  </a:lnTo>
                  <a:lnTo>
                    <a:pt x="33" y="5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16" name=""/>
            <p:cNvSpPr/>
            <p:nvPr/>
          </p:nvSpPr>
          <p:spPr>
            <a:xfrm rot="0">
              <a:off x="5605" y="332"/>
              <a:ext cx="17" cy="3790"/>
            </a:xfrm>
            <a:custGeom>
              <a:avLst/>
              <a:ahLst/>
              <a:rect l="0" t="0" r="r" b="b"/>
              <a:pathLst>
                <a:path w="67" h="15158">
                  <a:moveTo>
                    <a:pt x="0" y="15158"/>
                  </a:moveTo>
                  <a:lnTo>
                    <a:pt x="33" y="15158"/>
                  </a:lnTo>
                  <a:lnTo>
                    <a:pt x="67" y="1515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1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17" name=""/>
            <p:cNvSpPr/>
            <p:nvPr/>
          </p:nvSpPr>
          <p:spPr>
            <a:xfrm rot="0">
              <a:off x="5605" y="332"/>
              <a:ext cx="17" cy="3790"/>
            </a:xfrm>
            <a:custGeom>
              <a:avLst/>
              <a:ahLst/>
              <a:rect l="0" t="0" r="r" b="b"/>
              <a:pathLst>
                <a:path w="67" h="15158">
                  <a:moveTo>
                    <a:pt x="0" y="15158"/>
                  </a:moveTo>
                  <a:lnTo>
                    <a:pt x="33" y="15158"/>
                  </a:lnTo>
                  <a:lnTo>
                    <a:pt x="67" y="15158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51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18" name=""/>
            <p:cNvSpPr/>
            <p:nvPr/>
          </p:nvSpPr>
          <p:spPr>
            <a:xfrm rot="0">
              <a:off x="5613" y="324"/>
              <a:ext cx="9" cy="8"/>
            </a:xfrm>
            <a:custGeom>
              <a:avLst/>
              <a:ahLst/>
              <a:rect l="0" t="0" r="r" b="b"/>
              <a:pathLst>
                <a:path w="34" h="34">
                  <a:moveTo>
                    <a:pt x="0" y="34"/>
                  </a:moveTo>
                  <a:lnTo>
                    <a:pt x="34" y="34"/>
                  </a:lnTo>
                  <a:lnTo>
                    <a:pt x="33" y="29"/>
                  </a:lnTo>
                  <a:lnTo>
                    <a:pt x="32" y="23"/>
                  </a:lnTo>
                  <a:lnTo>
                    <a:pt x="30" y="18"/>
                  </a:lnTo>
                  <a:lnTo>
                    <a:pt x="28" y="14"/>
                  </a:lnTo>
                  <a:lnTo>
                    <a:pt x="24" y="10"/>
                  </a:lnTo>
                  <a:lnTo>
                    <a:pt x="20" y="6"/>
                  </a:lnTo>
                  <a:lnTo>
                    <a:pt x="16" y="4"/>
                  </a:lnTo>
                  <a:lnTo>
                    <a:pt x="11" y="2"/>
                  </a:lnTo>
                  <a:lnTo>
                    <a:pt x="5" y="1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19" name=""/>
            <p:cNvSpPr/>
            <p:nvPr/>
          </p:nvSpPr>
          <p:spPr>
            <a:xfrm rot="0">
              <a:off x="5613" y="324"/>
              <a:ext cx="9" cy="8"/>
            </a:xfrm>
            <a:custGeom>
              <a:avLst/>
              <a:ahLst/>
              <a:rect l="0" t="0" r="r" b="b"/>
              <a:pathLst>
                <a:path w="34" h="34">
                  <a:moveTo>
                    <a:pt x="34" y="34"/>
                  </a:moveTo>
                  <a:lnTo>
                    <a:pt x="33" y="29"/>
                  </a:lnTo>
                  <a:lnTo>
                    <a:pt x="32" y="23"/>
                  </a:lnTo>
                  <a:lnTo>
                    <a:pt x="30" y="18"/>
                  </a:lnTo>
                  <a:lnTo>
                    <a:pt x="28" y="14"/>
                  </a:lnTo>
                  <a:lnTo>
                    <a:pt x="24" y="10"/>
                  </a:lnTo>
                  <a:lnTo>
                    <a:pt x="20" y="6"/>
                  </a:lnTo>
                  <a:lnTo>
                    <a:pt x="16" y="4"/>
                  </a:lnTo>
                  <a:lnTo>
                    <a:pt x="11" y="2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20" name=""/>
            <p:cNvSpPr/>
            <p:nvPr/>
          </p:nvSpPr>
          <p:spPr>
            <a:xfrm rot="0">
              <a:off x="62" y="324"/>
              <a:ext cx="5551" cy="16"/>
            </a:xfrm>
            <a:custGeom>
              <a:avLst/>
              <a:ahLst/>
              <a:rect l="0" t="0" r="r" b="b"/>
              <a:pathLst>
                <a:path w="22205" h="67">
                  <a:moveTo>
                    <a:pt x="22205" y="67"/>
                  </a:moveTo>
                  <a:lnTo>
                    <a:pt x="22205" y="34"/>
                  </a:lnTo>
                  <a:lnTo>
                    <a:pt x="2220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220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21" name=""/>
            <p:cNvSpPr/>
            <p:nvPr/>
          </p:nvSpPr>
          <p:spPr>
            <a:xfrm rot="0">
              <a:off x="62" y="324"/>
              <a:ext cx="5551" cy="16"/>
            </a:xfrm>
            <a:custGeom>
              <a:avLst/>
              <a:ahLst/>
              <a:rect l="0" t="0" r="r" b="b"/>
              <a:pathLst>
                <a:path w="22205" h="67">
                  <a:moveTo>
                    <a:pt x="22205" y="67"/>
                  </a:moveTo>
                  <a:lnTo>
                    <a:pt x="22205" y="34"/>
                  </a:lnTo>
                  <a:lnTo>
                    <a:pt x="2220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220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22" name=""/>
            <p:cNvSpPr/>
            <p:nvPr/>
          </p:nvSpPr>
          <p:spPr>
            <a:xfrm rot="0">
              <a:off x="54" y="324"/>
              <a:ext cx="8" cy="8"/>
            </a:xfrm>
            <a:custGeom>
              <a:avLst/>
              <a:ahLst/>
              <a:rect l="0" t="0" r="r" b="b"/>
              <a:pathLst>
                <a:path w="33" h="34">
                  <a:moveTo>
                    <a:pt x="33" y="34"/>
                  </a:moveTo>
                  <a:lnTo>
                    <a:pt x="33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7" y="4"/>
                  </a:lnTo>
                  <a:lnTo>
                    <a:pt x="13" y="6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23" name=""/>
            <p:cNvSpPr/>
            <p:nvPr/>
          </p:nvSpPr>
          <p:spPr>
            <a:xfrm rot="0">
              <a:off x="54" y="324"/>
              <a:ext cx="8" cy="8"/>
            </a:xfrm>
            <a:custGeom>
              <a:avLst/>
              <a:ahLst/>
              <a:rect l="0" t="0" r="r" b="b"/>
              <a:pathLst>
                <a:path w="33" h="34">
                  <a:moveTo>
                    <a:pt x="33" y="0"/>
                  </a:moveTo>
                  <a:lnTo>
                    <a:pt x="28" y="1"/>
                  </a:lnTo>
                  <a:lnTo>
                    <a:pt x="22" y="2"/>
                  </a:lnTo>
                  <a:lnTo>
                    <a:pt x="17" y="4"/>
                  </a:lnTo>
                  <a:lnTo>
                    <a:pt x="13" y="6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24" name=""/>
            <p:cNvSpPr/>
            <p:nvPr/>
          </p:nvSpPr>
          <p:spPr>
            <a:xfrm rot="0">
              <a:off x="54" y="332"/>
              <a:ext cx="17" cy="3790"/>
            </a:xfrm>
            <a:custGeom>
              <a:avLst/>
              <a:ahLst/>
              <a:rect l="0" t="0" r="r" b="b"/>
              <a:pathLst>
                <a:path w="67" h="1515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5158"/>
                  </a:lnTo>
                  <a:lnTo>
                    <a:pt x="33" y="15158"/>
                  </a:lnTo>
                  <a:lnTo>
                    <a:pt x="67" y="15158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25" name=""/>
            <p:cNvSpPr/>
            <p:nvPr/>
          </p:nvSpPr>
          <p:spPr>
            <a:xfrm rot="0">
              <a:off x="54" y="332"/>
              <a:ext cx="17" cy="3790"/>
            </a:xfrm>
            <a:custGeom>
              <a:avLst/>
              <a:ahLst/>
              <a:rect l="0" t="0" r="r" b="b"/>
              <a:pathLst>
                <a:path w="67" h="15158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5158"/>
                  </a:lnTo>
                  <a:lnTo>
                    <a:pt x="33" y="15158"/>
                  </a:lnTo>
                  <a:lnTo>
                    <a:pt x="67" y="15158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26" name=""/>
            <p:cNvSpPr/>
            <p:nvPr/>
          </p:nvSpPr>
          <p:spPr>
            <a:xfrm rot="0">
              <a:off x="54" y="4122"/>
              <a:ext cx="8" cy="8"/>
            </a:xfrm>
            <a:custGeom>
              <a:avLst/>
              <a:ahLst/>
              <a:rect l="0" t="0" r="r" b="b"/>
              <a:pathLst>
                <a:path w="33" h="33">
                  <a:moveTo>
                    <a:pt x="33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9" y="24"/>
                  </a:lnTo>
                  <a:lnTo>
                    <a:pt x="13" y="27"/>
                  </a:lnTo>
                  <a:lnTo>
                    <a:pt x="17" y="30"/>
                  </a:lnTo>
                  <a:lnTo>
                    <a:pt x="22" y="31"/>
                  </a:lnTo>
                  <a:lnTo>
                    <a:pt x="28" y="33"/>
                  </a:lnTo>
                  <a:lnTo>
                    <a:pt x="33" y="33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827" name=""/>
            <p:cNvSpPr/>
            <p:nvPr/>
          </p:nvSpPr>
          <p:spPr>
            <a:xfrm rot="0">
              <a:off x="54" y="4122"/>
              <a:ext cx="8" cy="8"/>
            </a:xfrm>
            <a:custGeom>
              <a:avLst/>
              <a:ahLst/>
              <a:rect l="0" t="0" r="r" b="b"/>
              <a:pathLst>
                <a:path w="33" h="33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9" y="24"/>
                  </a:lnTo>
                  <a:lnTo>
                    <a:pt x="13" y="27"/>
                  </a:lnTo>
                  <a:lnTo>
                    <a:pt x="17" y="30"/>
                  </a:lnTo>
                  <a:lnTo>
                    <a:pt x="22" y="31"/>
                  </a:lnTo>
                  <a:lnTo>
                    <a:pt x="28" y="33"/>
                  </a:lnTo>
                  <a:lnTo>
                    <a:pt x="33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28" name=""/>
            <p:cNvSpPr/>
            <p:nvPr/>
          </p:nvSpPr>
          <p:spPr>
            <a:xfrm rot="0" flipV="1">
              <a:off x="2557" y="215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29" name=""/>
            <p:cNvSpPr/>
            <p:nvPr/>
          </p:nvSpPr>
          <p:spPr>
            <a:xfrm rot="0" flipH="1">
              <a:off x="2557" y="244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0" name=""/>
            <p:cNvSpPr/>
            <p:nvPr/>
          </p:nvSpPr>
          <p:spPr>
            <a:xfrm rot="0" flipV="1">
              <a:off x="2554" y="272"/>
              <a:ext cx="32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1" name=""/>
            <p:cNvSpPr/>
            <p:nvPr/>
          </p:nvSpPr>
          <p:spPr>
            <a:xfrm rot="0" flipV="1">
              <a:off x="2571" y="218"/>
              <a:ext cx="1" cy="6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2" name=""/>
            <p:cNvSpPr/>
            <p:nvPr/>
          </p:nvSpPr>
          <p:spPr>
            <a:xfrm rot="0" flipV="1">
              <a:off x="2604" y="214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3" name=""/>
            <p:cNvSpPr/>
            <p:nvPr/>
          </p:nvSpPr>
          <p:spPr>
            <a:xfrm rot="0">
              <a:off x="2614" y="217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4" name=""/>
            <p:cNvSpPr/>
            <p:nvPr/>
          </p:nvSpPr>
          <p:spPr>
            <a:xfrm rot="0" flipH="1">
              <a:off x="2592" y="296"/>
              <a:ext cx="39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5" name=""/>
            <p:cNvSpPr/>
            <p:nvPr/>
          </p:nvSpPr>
          <p:spPr>
            <a:xfrm rot="0" flipV="1">
              <a:off x="2603" y="251"/>
              <a:ext cx="2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6" name=""/>
            <p:cNvSpPr/>
            <p:nvPr/>
          </p:nvSpPr>
          <p:spPr>
            <a:xfrm rot="0" flipH="1">
              <a:off x="2583" y="230"/>
              <a:ext cx="4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7" name=""/>
            <p:cNvSpPr/>
            <p:nvPr/>
          </p:nvSpPr>
          <p:spPr>
            <a:xfrm rot="0">
              <a:off x="2573" y="192"/>
              <a:ext cx="24" cy="121"/>
            </a:xfrm>
            <a:custGeom>
              <a:avLst/>
              <a:ahLst/>
              <a:rect l="0" t="0" r="r" b="b"/>
              <a:pathLst>
                <a:path w="95" h="485">
                  <a:moveTo>
                    <a:pt x="95" y="0"/>
                  </a:moveTo>
                  <a:lnTo>
                    <a:pt x="84" y="240"/>
                  </a:lnTo>
                  <a:lnTo>
                    <a:pt x="55" y="389"/>
                  </a:lnTo>
                  <a:lnTo>
                    <a:pt x="0" y="4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8" name=""/>
            <p:cNvSpPr/>
            <p:nvPr/>
          </p:nvSpPr>
          <p:spPr>
            <a:xfrm rot="0" flipV="1">
              <a:off x="2647" y="265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39" name=""/>
            <p:cNvSpPr/>
            <p:nvPr/>
          </p:nvSpPr>
          <p:spPr>
            <a:xfrm rot="0" flipV="1">
              <a:off x="2643" y="285"/>
              <a:ext cx="24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0" name=""/>
            <p:cNvSpPr/>
            <p:nvPr/>
          </p:nvSpPr>
          <p:spPr>
            <a:xfrm rot="0" flipH="1">
              <a:off x="2646" y="197"/>
              <a:ext cx="17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1" name=""/>
            <p:cNvSpPr/>
            <p:nvPr/>
          </p:nvSpPr>
          <p:spPr>
            <a:xfrm rot="0" flipH="1">
              <a:off x="2650" y="226"/>
              <a:ext cx="22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2" name=""/>
            <p:cNvSpPr/>
            <p:nvPr/>
          </p:nvSpPr>
          <p:spPr>
            <a:xfrm rot="0" flipV="1">
              <a:off x="2643" y="235"/>
              <a:ext cx="24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3" name=""/>
            <p:cNvSpPr/>
            <p:nvPr/>
          </p:nvSpPr>
          <p:spPr>
            <a:xfrm rot="0" flipV="1">
              <a:off x="2677" y="205"/>
              <a:ext cx="2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4" name=""/>
            <p:cNvSpPr/>
            <p:nvPr/>
          </p:nvSpPr>
          <p:spPr>
            <a:xfrm rot="0" flipH="1">
              <a:off x="2696" y="203"/>
              <a:ext cx="1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5" name=""/>
            <p:cNvSpPr/>
            <p:nvPr/>
          </p:nvSpPr>
          <p:spPr>
            <a:xfrm rot="0" flipV="1">
              <a:off x="2693" y="242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6" name=""/>
            <p:cNvSpPr/>
            <p:nvPr/>
          </p:nvSpPr>
          <p:spPr>
            <a:xfrm rot="0">
              <a:off x="2674" y="239"/>
              <a:ext cx="36" cy="75"/>
            </a:xfrm>
            <a:custGeom>
              <a:avLst/>
              <a:ahLst/>
              <a:rect l="0" t="0" r="r" b="b"/>
              <a:pathLst>
                <a:path w="144" h="301">
                  <a:moveTo>
                    <a:pt x="144" y="0"/>
                  </a:moveTo>
                  <a:lnTo>
                    <a:pt x="94" y="172"/>
                  </a:lnTo>
                  <a:lnTo>
                    <a:pt x="0" y="3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7" name=""/>
            <p:cNvSpPr/>
            <p:nvPr/>
          </p:nvSpPr>
          <p:spPr>
            <a:xfrm rot="0">
              <a:off x="2660" y="211"/>
              <a:ext cx="27" cy="102"/>
            </a:xfrm>
            <a:custGeom>
              <a:avLst/>
              <a:ahLst/>
              <a:rect l="0" t="0" r="r" b="b"/>
              <a:pathLst>
                <a:path w="110" h="407">
                  <a:moveTo>
                    <a:pt x="110" y="0"/>
                  </a:moveTo>
                  <a:lnTo>
                    <a:pt x="77" y="234"/>
                  </a:lnTo>
                  <a:lnTo>
                    <a:pt x="44" y="334"/>
                  </a:lnTo>
                  <a:lnTo>
                    <a:pt x="0" y="4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8" name=""/>
            <p:cNvSpPr/>
            <p:nvPr/>
          </p:nvSpPr>
          <p:spPr>
            <a:xfrm rot="0">
              <a:off x="2685" y="251"/>
              <a:ext cx="35" cy="60"/>
            </a:xfrm>
            <a:custGeom>
              <a:avLst/>
              <a:ahLst/>
              <a:rect l="0" t="0" r="r" b="b"/>
              <a:pathLst>
                <a:path w="140" h="239">
                  <a:moveTo>
                    <a:pt x="0" y="0"/>
                  </a:moveTo>
                  <a:lnTo>
                    <a:pt x="100" y="239"/>
                  </a:lnTo>
                  <a:lnTo>
                    <a:pt x="140" y="2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49" name=""/>
            <p:cNvSpPr/>
            <p:nvPr/>
          </p:nvSpPr>
          <p:spPr>
            <a:xfrm rot="0" flipV="1">
              <a:off x="3294" y="267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0" name=""/>
            <p:cNvSpPr/>
            <p:nvPr/>
          </p:nvSpPr>
          <p:spPr>
            <a:xfrm rot="0" flipV="1">
              <a:off x="3310" y="193"/>
              <a:ext cx="1" cy="1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1" name=""/>
            <p:cNvSpPr/>
            <p:nvPr/>
          </p:nvSpPr>
          <p:spPr>
            <a:xfrm rot="0" flipV="1">
              <a:off x="3282" y="302"/>
              <a:ext cx="5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2" name=""/>
            <p:cNvSpPr/>
            <p:nvPr/>
          </p:nvSpPr>
          <p:spPr>
            <a:xfrm rot="0" flipV="1">
              <a:off x="3294" y="238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3" name=""/>
            <p:cNvSpPr/>
            <p:nvPr/>
          </p:nvSpPr>
          <p:spPr>
            <a:xfrm rot="0">
              <a:off x="3287" y="212"/>
              <a:ext cx="12" cy="52"/>
            </a:xfrm>
            <a:custGeom>
              <a:avLst/>
              <a:ahLst/>
              <a:rect l="0" t="0" r="r" b="b"/>
              <a:pathLst>
                <a:path w="44" h="207">
                  <a:moveTo>
                    <a:pt x="44" y="0"/>
                  </a:moveTo>
                  <a:lnTo>
                    <a:pt x="27" y="117"/>
                  </a:lnTo>
                  <a:lnTo>
                    <a:pt x="0" y="2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4" name=""/>
            <p:cNvSpPr/>
            <p:nvPr/>
          </p:nvSpPr>
          <p:spPr>
            <a:xfrm rot="0" flipH="1" flipV="1">
              <a:off x="3264" y="265"/>
              <a:ext cx="22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5" name=""/>
            <p:cNvSpPr/>
            <p:nvPr/>
          </p:nvSpPr>
          <p:spPr>
            <a:xfrm rot="0" flipV="1">
              <a:off x="3255" y="235"/>
              <a:ext cx="29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6" name=""/>
            <p:cNvSpPr/>
            <p:nvPr/>
          </p:nvSpPr>
          <p:spPr>
            <a:xfrm rot="0">
              <a:off x="3258" y="226"/>
              <a:ext cx="29" cy="84"/>
            </a:xfrm>
            <a:custGeom>
              <a:avLst/>
              <a:ahLst/>
              <a:rect l="0" t="0" r="r" b="b"/>
              <a:pathLst>
                <a:path w="117" h="334">
                  <a:moveTo>
                    <a:pt x="117" y="0"/>
                  </a:moveTo>
                  <a:lnTo>
                    <a:pt x="72" y="199"/>
                  </a:lnTo>
                  <a:lnTo>
                    <a:pt x="0" y="3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7" name=""/>
            <p:cNvSpPr/>
            <p:nvPr/>
          </p:nvSpPr>
          <p:spPr>
            <a:xfrm rot="0" flipH="1">
              <a:off x="3265" y="193"/>
              <a:ext cx="13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8" name=""/>
            <p:cNvSpPr/>
            <p:nvPr/>
          </p:nvSpPr>
          <p:spPr>
            <a:xfrm rot="0" flipH="1">
              <a:off x="3358" y="194"/>
              <a:ext cx="39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59" name=""/>
            <p:cNvSpPr/>
            <p:nvPr/>
          </p:nvSpPr>
          <p:spPr>
            <a:xfrm rot="0" flipV="1">
              <a:off x="3381" y="217"/>
              <a:ext cx="3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0" name=""/>
            <p:cNvSpPr/>
            <p:nvPr/>
          </p:nvSpPr>
          <p:spPr>
            <a:xfrm rot="0" flipH="1">
              <a:off x="3347" y="265"/>
              <a:ext cx="28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1" name=""/>
            <p:cNvSpPr/>
            <p:nvPr/>
          </p:nvSpPr>
          <p:spPr>
            <a:xfrm rot="0">
              <a:off x="3378" y="263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2" name=""/>
            <p:cNvSpPr/>
            <p:nvPr/>
          </p:nvSpPr>
          <p:spPr>
            <a:xfrm rot="0" flipV="1">
              <a:off x="3378" y="300"/>
              <a:ext cx="3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3" name=""/>
            <p:cNvSpPr/>
            <p:nvPr/>
          </p:nvSpPr>
          <p:spPr>
            <a:xfrm rot="0" flipV="1">
              <a:off x="3411" y="264"/>
              <a:ext cx="3" cy="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4" name=""/>
            <p:cNvSpPr/>
            <p:nvPr/>
          </p:nvSpPr>
          <p:spPr>
            <a:xfrm rot="0">
              <a:off x="3374" y="228"/>
              <a:ext cx="1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5" name=""/>
            <p:cNvSpPr/>
            <p:nvPr/>
          </p:nvSpPr>
          <p:spPr>
            <a:xfrm rot="0">
              <a:off x="3375" y="212"/>
              <a:ext cx="42" cy="53"/>
            </a:xfrm>
            <a:custGeom>
              <a:avLst/>
              <a:ahLst/>
              <a:rect l="0" t="0" r="r" b="b"/>
              <a:pathLst>
                <a:path w="167" h="212">
                  <a:moveTo>
                    <a:pt x="167" y="0"/>
                  </a:moveTo>
                  <a:lnTo>
                    <a:pt x="77" y="134"/>
                  </a:lnTo>
                  <a:lnTo>
                    <a:pt x="0" y="2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6" name=""/>
            <p:cNvSpPr/>
            <p:nvPr/>
          </p:nvSpPr>
          <p:spPr>
            <a:xfrm rot="0" flipV="1">
              <a:off x="3378" y="267"/>
              <a:ext cx="3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7" name=""/>
            <p:cNvSpPr/>
            <p:nvPr/>
          </p:nvSpPr>
          <p:spPr>
            <a:xfrm rot="0">
              <a:off x="4054" y="187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8" name=""/>
            <p:cNvSpPr/>
            <p:nvPr/>
          </p:nvSpPr>
          <p:spPr>
            <a:xfrm rot="0" flipH="1">
              <a:off x="4024" y="218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69" name=""/>
            <p:cNvSpPr/>
            <p:nvPr/>
          </p:nvSpPr>
          <p:spPr>
            <a:xfrm rot="0" flipV="1">
              <a:off x="4027" y="225"/>
              <a:ext cx="6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0" name=""/>
            <p:cNvSpPr/>
            <p:nvPr/>
          </p:nvSpPr>
          <p:spPr>
            <a:xfrm rot="0" flipH="1">
              <a:off x="4083" y="219"/>
              <a:ext cx="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1" name=""/>
            <p:cNvSpPr/>
            <p:nvPr/>
          </p:nvSpPr>
          <p:spPr>
            <a:xfrm rot="0" flipH="1" flipV="1">
              <a:off x="4045" y="296"/>
              <a:ext cx="13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2" name=""/>
            <p:cNvSpPr/>
            <p:nvPr/>
          </p:nvSpPr>
          <p:spPr>
            <a:xfrm rot="0" flipH="1">
              <a:off x="4058" y="236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3" name=""/>
            <p:cNvSpPr/>
            <p:nvPr/>
          </p:nvSpPr>
          <p:spPr>
            <a:xfrm rot="0">
              <a:off x="4058" y="256"/>
              <a:ext cx="3" cy="61"/>
            </a:xfrm>
            <a:custGeom>
              <a:avLst/>
              <a:ahLst/>
              <a:rect l="0" t="0" r="r" b="b"/>
              <a:pathLst>
                <a:path w="12" h="244">
                  <a:moveTo>
                    <a:pt x="0" y="0"/>
                  </a:moveTo>
                  <a:lnTo>
                    <a:pt x="12" y="67"/>
                  </a:lnTo>
                  <a:lnTo>
                    <a:pt x="12" y="206"/>
                  </a:lnTo>
                  <a:lnTo>
                    <a:pt x="0" y="2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4" name=""/>
            <p:cNvSpPr/>
            <p:nvPr/>
          </p:nvSpPr>
          <p:spPr>
            <a:xfrm rot="0" flipV="1">
              <a:off x="4024" y="265"/>
              <a:ext cx="6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5" name=""/>
            <p:cNvSpPr/>
            <p:nvPr/>
          </p:nvSpPr>
          <p:spPr>
            <a:xfrm rot="0">
              <a:off x="4035" y="193"/>
              <a:ext cx="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6" name=""/>
            <p:cNvSpPr/>
            <p:nvPr/>
          </p:nvSpPr>
          <p:spPr>
            <a:xfrm rot="0" flipH="1">
              <a:off x="4069" y="187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7" name=""/>
            <p:cNvSpPr/>
            <p:nvPr/>
          </p:nvSpPr>
          <p:spPr>
            <a:xfrm rot="0" flipH="1">
              <a:off x="4039" y="242"/>
              <a:ext cx="3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8" name=""/>
            <p:cNvSpPr/>
            <p:nvPr/>
          </p:nvSpPr>
          <p:spPr>
            <a:xfrm rot="0">
              <a:off x="4131" y="190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79" name=""/>
            <p:cNvSpPr/>
            <p:nvPr/>
          </p:nvSpPr>
          <p:spPr>
            <a:xfrm rot="0" flipV="1">
              <a:off x="4131" y="198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0" name=""/>
            <p:cNvSpPr/>
            <p:nvPr/>
          </p:nvSpPr>
          <p:spPr>
            <a:xfrm rot="0" flipH="1">
              <a:off x="4165" y="193"/>
              <a:ext cx="3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1" name=""/>
            <p:cNvSpPr/>
            <p:nvPr/>
          </p:nvSpPr>
          <p:spPr>
            <a:xfrm rot="0" flipH="1">
              <a:off x="4131" y="226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2" name=""/>
            <p:cNvSpPr/>
            <p:nvPr/>
          </p:nvSpPr>
          <p:spPr>
            <a:xfrm rot="0" flipV="1">
              <a:off x="4110" y="242"/>
              <a:ext cx="7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3" name=""/>
            <p:cNvSpPr/>
            <p:nvPr/>
          </p:nvSpPr>
          <p:spPr>
            <a:xfrm rot="0" flipH="1">
              <a:off x="4131" y="246"/>
              <a:ext cx="6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4" name=""/>
            <p:cNvSpPr/>
            <p:nvPr/>
          </p:nvSpPr>
          <p:spPr>
            <a:xfrm rot="0">
              <a:off x="4140" y="261"/>
              <a:ext cx="29" cy="57"/>
            </a:xfrm>
            <a:custGeom>
              <a:avLst/>
              <a:ahLst/>
              <a:rect l="0" t="0" r="r" b="b"/>
              <a:pathLst>
                <a:path w="117" h="227">
                  <a:moveTo>
                    <a:pt x="117" y="0"/>
                  </a:moveTo>
                  <a:lnTo>
                    <a:pt x="50" y="227"/>
                  </a:lnTo>
                  <a:lnTo>
                    <a:pt x="0" y="1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5" name=""/>
            <p:cNvSpPr/>
            <p:nvPr/>
          </p:nvSpPr>
          <p:spPr>
            <a:xfrm rot="0" flipH="1">
              <a:off x="4129" y="265"/>
              <a:ext cx="39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6" name=""/>
            <p:cNvSpPr/>
            <p:nvPr/>
          </p:nvSpPr>
          <p:spPr>
            <a:xfrm rot="0">
              <a:off x="4795" y="217"/>
              <a:ext cx="1" cy="9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7" name=""/>
            <p:cNvSpPr/>
            <p:nvPr/>
          </p:nvSpPr>
          <p:spPr>
            <a:xfrm rot="0" flipH="1">
              <a:off x="4778" y="193"/>
              <a:ext cx="29" cy="5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8" name=""/>
            <p:cNvSpPr/>
            <p:nvPr/>
          </p:nvSpPr>
          <p:spPr>
            <a:xfrm rot="0" flipV="1">
              <a:off x="4803" y="250"/>
              <a:ext cx="54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89" name=""/>
            <p:cNvSpPr/>
            <p:nvPr/>
          </p:nvSpPr>
          <p:spPr>
            <a:xfrm rot="0" flipV="1">
              <a:off x="4806" y="294"/>
              <a:ext cx="4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0" name=""/>
            <p:cNvSpPr/>
            <p:nvPr/>
          </p:nvSpPr>
          <p:spPr>
            <a:xfrm rot="0" flipV="1">
              <a:off x="4829" y="217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1" name=""/>
            <p:cNvSpPr/>
            <p:nvPr/>
          </p:nvSpPr>
          <p:spPr>
            <a:xfrm rot="0" flipH="1">
              <a:off x="4807" y="204"/>
              <a:ext cx="39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2" name=""/>
            <p:cNvSpPr/>
            <p:nvPr/>
          </p:nvSpPr>
          <p:spPr>
            <a:xfrm rot="0">
              <a:off x="4924" y="257"/>
              <a:ext cx="14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3" name=""/>
            <p:cNvSpPr/>
            <p:nvPr/>
          </p:nvSpPr>
          <p:spPr>
            <a:xfrm rot="0">
              <a:off x="4920" y="204"/>
              <a:ext cx="1" cy="1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4" name=""/>
            <p:cNvSpPr/>
            <p:nvPr/>
          </p:nvSpPr>
          <p:spPr>
            <a:xfrm rot="0">
              <a:off x="4938" y="296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5" name=""/>
            <p:cNvSpPr/>
            <p:nvPr/>
          </p:nvSpPr>
          <p:spPr>
            <a:xfrm rot="0">
              <a:off x="4887" y="256"/>
              <a:ext cx="30" cy="51"/>
            </a:xfrm>
            <a:custGeom>
              <a:avLst/>
              <a:ahLst/>
              <a:rect l="0" t="0" r="r" b="b"/>
              <a:pathLst>
                <a:path w="122" h="206">
                  <a:moveTo>
                    <a:pt x="122" y="0"/>
                  </a:moveTo>
                  <a:lnTo>
                    <a:pt x="83" y="94"/>
                  </a:lnTo>
                  <a:lnTo>
                    <a:pt x="0" y="2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6" name=""/>
            <p:cNvSpPr/>
            <p:nvPr/>
          </p:nvSpPr>
          <p:spPr>
            <a:xfrm rot="0" flipV="1">
              <a:off x="4910" y="218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7" name=""/>
            <p:cNvSpPr/>
            <p:nvPr/>
          </p:nvSpPr>
          <p:spPr>
            <a:xfrm rot="0" flipV="1">
              <a:off x="4905" y="236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8" name=""/>
            <p:cNvSpPr/>
            <p:nvPr/>
          </p:nvSpPr>
          <p:spPr>
            <a:xfrm rot="0" flipH="1">
              <a:off x="4934" y="197"/>
              <a:ext cx="4" cy="3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899" name=""/>
            <p:cNvSpPr/>
            <p:nvPr/>
          </p:nvSpPr>
          <p:spPr>
            <a:xfrm rot="0">
              <a:off x="4905" y="196"/>
              <a:ext cx="1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0" name=""/>
            <p:cNvSpPr/>
            <p:nvPr/>
          </p:nvSpPr>
          <p:spPr>
            <a:xfrm rot="0" flipV="1">
              <a:off x="4870" y="236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1" name=""/>
            <p:cNvSpPr/>
            <p:nvPr/>
          </p:nvSpPr>
          <p:spPr>
            <a:xfrm rot="0" flipH="1">
              <a:off x="4885" y="232"/>
              <a:ext cx="3" cy="6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2" name=""/>
            <p:cNvSpPr/>
            <p:nvPr/>
          </p:nvSpPr>
          <p:spPr>
            <a:xfrm rot="0">
              <a:off x="4881" y="197"/>
              <a:ext cx="1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3" name=""/>
            <p:cNvSpPr/>
            <p:nvPr/>
          </p:nvSpPr>
          <p:spPr>
            <a:xfrm rot="0" flipV="1">
              <a:off x="4884" y="275"/>
              <a:ext cx="15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4" name=""/>
            <p:cNvSpPr/>
            <p:nvPr/>
          </p:nvSpPr>
          <p:spPr>
            <a:xfrm rot="0" flipV="1">
              <a:off x="4905" y="200"/>
              <a:ext cx="3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5" name=""/>
            <p:cNvSpPr/>
            <p:nvPr/>
          </p:nvSpPr>
          <p:spPr>
            <a:xfrm rot="0" flipH="1">
              <a:off x="4896" y="254"/>
              <a:ext cx="5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6" name=""/>
            <p:cNvSpPr/>
            <p:nvPr/>
          </p:nvSpPr>
          <p:spPr>
            <a:xfrm rot="0" flipV="1">
              <a:off x="4982" y="215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7" name=""/>
            <p:cNvSpPr/>
            <p:nvPr/>
          </p:nvSpPr>
          <p:spPr>
            <a:xfrm rot="0" flipV="1">
              <a:off x="4964" y="242"/>
              <a:ext cx="77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8" name=""/>
            <p:cNvSpPr/>
            <p:nvPr/>
          </p:nvSpPr>
          <p:spPr>
            <a:xfrm rot="0" flipV="1">
              <a:off x="5002" y="189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09" name=""/>
            <p:cNvSpPr/>
            <p:nvPr/>
          </p:nvSpPr>
          <p:spPr>
            <a:xfrm rot="0" flipH="1">
              <a:off x="5010" y="203"/>
              <a:ext cx="20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0" name=""/>
            <p:cNvSpPr/>
            <p:nvPr/>
          </p:nvSpPr>
          <p:spPr>
            <a:xfrm rot="0">
              <a:off x="4998" y="263"/>
              <a:ext cx="33" cy="51"/>
            </a:xfrm>
            <a:custGeom>
              <a:avLst/>
              <a:ahLst/>
              <a:rect l="0" t="0" r="r" b="b"/>
              <a:pathLst>
                <a:path w="134" h="207">
                  <a:moveTo>
                    <a:pt x="0" y="0"/>
                  </a:moveTo>
                  <a:lnTo>
                    <a:pt x="0" y="195"/>
                  </a:lnTo>
                  <a:lnTo>
                    <a:pt x="40" y="207"/>
                  </a:lnTo>
                  <a:lnTo>
                    <a:pt x="134" y="201"/>
                  </a:lnTo>
                  <a:lnTo>
                    <a:pt x="129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1" name=""/>
            <p:cNvSpPr/>
            <p:nvPr/>
          </p:nvSpPr>
          <p:spPr>
            <a:xfrm rot="0" flipH="1">
              <a:off x="4998" y="269"/>
              <a:ext cx="2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2" name=""/>
            <p:cNvSpPr/>
            <p:nvPr/>
          </p:nvSpPr>
          <p:spPr>
            <a:xfrm rot="0">
              <a:off x="4961" y="244"/>
              <a:ext cx="49" cy="50"/>
            </a:xfrm>
            <a:custGeom>
              <a:avLst/>
              <a:ahLst/>
              <a:rect l="0" t="0" r="r" b="b"/>
              <a:pathLst>
                <a:path w="194" h="200">
                  <a:moveTo>
                    <a:pt x="194" y="0"/>
                  </a:moveTo>
                  <a:lnTo>
                    <a:pt x="139" y="72"/>
                  </a:lnTo>
                  <a:lnTo>
                    <a:pt x="0" y="2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3" name=""/>
            <p:cNvSpPr/>
            <p:nvPr/>
          </p:nvSpPr>
          <p:spPr>
            <a:xfrm rot="0" flipH="1">
              <a:off x="5060" y="276"/>
              <a:ext cx="13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4" name=""/>
            <p:cNvSpPr/>
            <p:nvPr/>
          </p:nvSpPr>
          <p:spPr>
            <a:xfrm rot="0">
              <a:off x="5063" y="207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5" name=""/>
            <p:cNvSpPr/>
            <p:nvPr/>
          </p:nvSpPr>
          <p:spPr>
            <a:xfrm rot="0">
              <a:off x="5073" y="189"/>
              <a:ext cx="5" cy="89"/>
            </a:xfrm>
            <a:custGeom>
              <a:avLst/>
              <a:ahLst/>
              <a:rect l="0" t="0" r="r" b="b"/>
              <a:pathLst>
                <a:path w="23" h="357">
                  <a:moveTo>
                    <a:pt x="23" y="0"/>
                  </a:moveTo>
                  <a:lnTo>
                    <a:pt x="17" y="256"/>
                  </a:lnTo>
                  <a:lnTo>
                    <a:pt x="0" y="3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6" name=""/>
            <p:cNvSpPr/>
            <p:nvPr/>
          </p:nvSpPr>
          <p:spPr>
            <a:xfrm rot="0" flipV="1">
              <a:off x="5085" y="203"/>
              <a:ext cx="4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7" name=""/>
            <p:cNvSpPr/>
            <p:nvPr/>
          </p:nvSpPr>
          <p:spPr>
            <a:xfrm rot="0">
              <a:off x="5088" y="228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8" name=""/>
            <p:cNvSpPr/>
            <p:nvPr/>
          </p:nvSpPr>
          <p:spPr>
            <a:xfrm rot="0" flipV="1">
              <a:off x="5088" y="230"/>
              <a:ext cx="3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19" name=""/>
            <p:cNvSpPr/>
            <p:nvPr/>
          </p:nvSpPr>
          <p:spPr>
            <a:xfrm rot="0" flipH="1" flipV="1">
              <a:off x="5110" y="272"/>
              <a:ext cx="10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0" name=""/>
            <p:cNvSpPr/>
            <p:nvPr/>
          </p:nvSpPr>
          <p:spPr>
            <a:xfrm rot="0">
              <a:off x="5105" y="205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1" name=""/>
            <p:cNvSpPr/>
            <p:nvPr/>
          </p:nvSpPr>
          <p:spPr>
            <a:xfrm rot="0" flipH="1">
              <a:off x="5120" y="225"/>
              <a:ext cx="3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2" name=""/>
            <p:cNvSpPr/>
            <p:nvPr/>
          </p:nvSpPr>
          <p:spPr>
            <a:xfrm rot="0" flipH="1">
              <a:off x="62" y="509"/>
              <a:ext cx="555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3" name=""/>
            <p:cNvSpPr/>
            <p:nvPr/>
          </p:nvSpPr>
          <p:spPr>
            <a:xfrm rot="0">
              <a:off x="2838" y="509"/>
              <a:ext cx="1" cy="361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4" name=""/>
            <p:cNvSpPr/>
            <p:nvPr/>
          </p:nvSpPr>
          <p:spPr>
            <a:xfrm rot="0" flipH="1">
              <a:off x="62" y="2315"/>
              <a:ext cx="555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5" name=""/>
            <p:cNvSpPr/>
            <p:nvPr/>
          </p:nvSpPr>
          <p:spPr>
            <a:xfrm rot="0">
              <a:off x="2585" y="3945"/>
              <a:ext cx="253" cy="177"/>
            </a:xfrm>
            <a:custGeom>
              <a:avLst/>
              <a:ahLst/>
              <a:rect l="0" t="0" r="r" b="b"/>
              <a:pathLst>
                <a:path w="1010" h="707">
                  <a:moveTo>
                    <a:pt x="0" y="707"/>
                  </a:moveTo>
                  <a:lnTo>
                    <a:pt x="0" y="0"/>
                  </a:lnTo>
                  <a:lnTo>
                    <a:pt x="101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6" name=""/>
            <p:cNvSpPr/>
            <p:nvPr/>
          </p:nvSpPr>
          <p:spPr>
            <a:xfrm rot="0">
              <a:off x="2658" y="3999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7" name=""/>
            <p:cNvSpPr/>
            <p:nvPr/>
          </p:nvSpPr>
          <p:spPr>
            <a:xfrm rot="0">
              <a:off x="2679" y="3999"/>
              <a:ext cx="21" cy="42"/>
            </a:xfrm>
            <a:custGeom>
              <a:avLst/>
              <a:ahLst/>
              <a:rect l="0" t="0" r="r" b="b"/>
              <a:pathLst>
                <a:path w="85" h="168">
                  <a:moveTo>
                    <a:pt x="0" y="168"/>
                  </a:moveTo>
                  <a:lnTo>
                    <a:pt x="15" y="167"/>
                  </a:lnTo>
                  <a:lnTo>
                    <a:pt x="29" y="163"/>
                  </a:lnTo>
                  <a:lnTo>
                    <a:pt x="42" y="157"/>
                  </a:lnTo>
                  <a:lnTo>
                    <a:pt x="54" y="148"/>
                  </a:lnTo>
                  <a:lnTo>
                    <a:pt x="65" y="138"/>
                  </a:lnTo>
                  <a:lnTo>
                    <a:pt x="74" y="126"/>
                  </a:lnTo>
                  <a:lnTo>
                    <a:pt x="79" y="113"/>
                  </a:lnTo>
                  <a:lnTo>
                    <a:pt x="83" y="98"/>
                  </a:lnTo>
                  <a:lnTo>
                    <a:pt x="85" y="84"/>
                  </a:lnTo>
                  <a:lnTo>
                    <a:pt x="83" y="69"/>
                  </a:lnTo>
                  <a:lnTo>
                    <a:pt x="79" y="55"/>
                  </a:lnTo>
                  <a:lnTo>
                    <a:pt x="74" y="42"/>
                  </a:lnTo>
                  <a:lnTo>
                    <a:pt x="65" y="30"/>
                  </a:lnTo>
                  <a:lnTo>
                    <a:pt x="54" y="19"/>
                  </a:lnTo>
                  <a:lnTo>
                    <a:pt x="42" y="11"/>
                  </a:lnTo>
                  <a:lnTo>
                    <a:pt x="29" y="5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8" name=""/>
            <p:cNvSpPr/>
            <p:nvPr/>
          </p:nvSpPr>
          <p:spPr>
            <a:xfrm rot="0" flipH="1">
              <a:off x="2668" y="4041"/>
              <a:ext cx="1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29" name=""/>
            <p:cNvSpPr/>
            <p:nvPr/>
          </p:nvSpPr>
          <p:spPr>
            <a:xfrm rot="0">
              <a:off x="2679" y="4041"/>
              <a:ext cx="21" cy="21"/>
            </a:xfrm>
            <a:custGeom>
              <a:avLst/>
              <a:ahLst/>
              <a:rect l="0" t="0" r="r" b="b"/>
              <a:pathLst>
                <a:path w="85" h="84">
                  <a:moveTo>
                    <a:pt x="85" y="84"/>
                  </a:moveTo>
                  <a:lnTo>
                    <a:pt x="83" y="70"/>
                  </a:lnTo>
                  <a:lnTo>
                    <a:pt x="79" y="55"/>
                  </a:lnTo>
                  <a:lnTo>
                    <a:pt x="74" y="42"/>
                  </a:lnTo>
                  <a:lnTo>
                    <a:pt x="65" y="30"/>
                  </a:lnTo>
                  <a:lnTo>
                    <a:pt x="54" y="20"/>
                  </a:lnTo>
                  <a:lnTo>
                    <a:pt x="42" y="12"/>
                  </a:lnTo>
                  <a:lnTo>
                    <a:pt x="29" y="5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0" name=""/>
            <p:cNvSpPr/>
            <p:nvPr/>
          </p:nvSpPr>
          <p:spPr>
            <a:xfrm rot="0">
              <a:off x="2700" y="4062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1" name=""/>
            <p:cNvSpPr/>
            <p:nvPr/>
          </p:nvSpPr>
          <p:spPr>
            <a:xfrm rot="0">
              <a:off x="2679" y="4073"/>
              <a:ext cx="21" cy="21"/>
            </a:xfrm>
            <a:custGeom>
              <a:avLst/>
              <a:ahLst/>
              <a:rect l="0" t="0" r="r" b="b"/>
              <a:pathLst>
                <a:path w="85" h="84">
                  <a:moveTo>
                    <a:pt x="0" y="84"/>
                  </a:moveTo>
                  <a:lnTo>
                    <a:pt x="15" y="84"/>
                  </a:lnTo>
                  <a:lnTo>
                    <a:pt x="29" y="80"/>
                  </a:lnTo>
                  <a:lnTo>
                    <a:pt x="42" y="74"/>
                  </a:lnTo>
                  <a:lnTo>
                    <a:pt x="54" y="66"/>
                  </a:lnTo>
                  <a:lnTo>
                    <a:pt x="65" y="55"/>
                  </a:lnTo>
                  <a:lnTo>
                    <a:pt x="74" y="42"/>
                  </a:lnTo>
                  <a:lnTo>
                    <a:pt x="79" y="29"/>
                  </a:lnTo>
                  <a:lnTo>
                    <a:pt x="83" y="16"/>
                  </a:lnTo>
                  <a:lnTo>
                    <a:pt x="8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2" name=""/>
            <p:cNvSpPr/>
            <p:nvPr/>
          </p:nvSpPr>
          <p:spPr>
            <a:xfrm rot="0" flipH="1">
              <a:off x="2658" y="409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3" name=""/>
            <p:cNvSpPr/>
            <p:nvPr/>
          </p:nvSpPr>
          <p:spPr>
            <a:xfrm rot="0">
              <a:off x="2731" y="3999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4" name=""/>
            <p:cNvSpPr/>
            <p:nvPr/>
          </p:nvSpPr>
          <p:spPr>
            <a:xfrm rot="0">
              <a:off x="2752" y="3999"/>
              <a:ext cx="21" cy="42"/>
            </a:xfrm>
            <a:custGeom>
              <a:avLst/>
              <a:ahLst/>
              <a:rect l="0" t="0" r="r" b="b"/>
              <a:pathLst>
                <a:path w="84" h="168">
                  <a:moveTo>
                    <a:pt x="0" y="168"/>
                  </a:moveTo>
                  <a:lnTo>
                    <a:pt x="14" y="167"/>
                  </a:lnTo>
                  <a:lnTo>
                    <a:pt x="29" y="163"/>
                  </a:lnTo>
                  <a:lnTo>
                    <a:pt x="42" y="157"/>
                  </a:lnTo>
                  <a:lnTo>
                    <a:pt x="54" y="148"/>
                  </a:lnTo>
                  <a:lnTo>
                    <a:pt x="64" y="138"/>
                  </a:lnTo>
                  <a:lnTo>
                    <a:pt x="73" y="126"/>
                  </a:lnTo>
                  <a:lnTo>
                    <a:pt x="79" y="113"/>
                  </a:lnTo>
                  <a:lnTo>
                    <a:pt x="83" y="98"/>
                  </a:lnTo>
                  <a:lnTo>
                    <a:pt x="84" y="84"/>
                  </a:lnTo>
                  <a:lnTo>
                    <a:pt x="83" y="69"/>
                  </a:lnTo>
                  <a:lnTo>
                    <a:pt x="79" y="55"/>
                  </a:lnTo>
                  <a:lnTo>
                    <a:pt x="73" y="42"/>
                  </a:lnTo>
                  <a:lnTo>
                    <a:pt x="64" y="30"/>
                  </a:lnTo>
                  <a:lnTo>
                    <a:pt x="54" y="19"/>
                  </a:lnTo>
                  <a:lnTo>
                    <a:pt x="42" y="11"/>
                  </a:lnTo>
                  <a:lnTo>
                    <a:pt x="29" y="5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5" name=""/>
            <p:cNvSpPr/>
            <p:nvPr/>
          </p:nvSpPr>
          <p:spPr>
            <a:xfrm rot="0" flipH="1">
              <a:off x="2742" y="4041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6" name=""/>
            <p:cNvSpPr/>
            <p:nvPr/>
          </p:nvSpPr>
          <p:spPr>
            <a:xfrm rot="0">
              <a:off x="2752" y="4041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84" y="84"/>
                  </a:moveTo>
                  <a:lnTo>
                    <a:pt x="83" y="70"/>
                  </a:lnTo>
                  <a:lnTo>
                    <a:pt x="79" y="55"/>
                  </a:lnTo>
                  <a:lnTo>
                    <a:pt x="73" y="42"/>
                  </a:lnTo>
                  <a:lnTo>
                    <a:pt x="64" y="30"/>
                  </a:lnTo>
                  <a:lnTo>
                    <a:pt x="54" y="20"/>
                  </a:lnTo>
                  <a:lnTo>
                    <a:pt x="42" y="12"/>
                  </a:lnTo>
                  <a:lnTo>
                    <a:pt x="29" y="5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7" name=""/>
            <p:cNvSpPr/>
            <p:nvPr/>
          </p:nvSpPr>
          <p:spPr>
            <a:xfrm rot="0">
              <a:off x="2773" y="4062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8" name=""/>
            <p:cNvSpPr/>
            <p:nvPr/>
          </p:nvSpPr>
          <p:spPr>
            <a:xfrm rot="0">
              <a:off x="2752" y="4073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0" y="84"/>
                  </a:moveTo>
                  <a:lnTo>
                    <a:pt x="14" y="84"/>
                  </a:lnTo>
                  <a:lnTo>
                    <a:pt x="29" y="80"/>
                  </a:lnTo>
                  <a:lnTo>
                    <a:pt x="42" y="74"/>
                  </a:lnTo>
                  <a:lnTo>
                    <a:pt x="54" y="66"/>
                  </a:lnTo>
                  <a:lnTo>
                    <a:pt x="64" y="55"/>
                  </a:lnTo>
                  <a:lnTo>
                    <a:pt x="73" y="42"/>
                  </a:lnTo>
                  <a:lnTo>
                    <a:pt x="79" y="29"/>
                  </a:lnTo>
                  <a:lnTo>
                    <a:pt x="83" y="16"/>
                  </a:lnTo>
                  <a:lnTo>
                    <a:pt x="8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39" name=""/>
            <p:cNvSpPr/>
            <p:nvPr/>
          </p:nvSpPr>
          <p:spPr>
            <a:xfrm rot="0" flipH="1">
              <a:off x="2731" y="409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0" name=""/>
            <p:cNvSpPr/>
            <p:nvPr/>
          </p:nvSpPr>
          <p:spPr>
            <a:xfrm rot="0">
              <a:off x="2585" y="2139"/>
              <a:ext cx="253" cy="176"/>
            </a:xfrm>
            <a:custGeom>
              <a:avLst/>
              <a:ahLst/>
              <a:rect l="0" t="0" r="r" b="b"/>
              <a:pathLst>
                <a:path w="1010" h="707">
                  <a:moveTo>
                    <a:pt x="0" y="707"/>
                  </a:moveTo>
                  <a:lnTo>
                    <a:pt x="0" y="0"/>
                  </a:lnTo>
                  <a:lnTo>
                    <a:pt x="101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1" name=""/>
            <p:cNvSpPr/>
            <p:nvPr/>
          </p:nvSpPr>
          <p:spPr>
            <a:xfrm rot="0">
              <a:off x="2670" y="2193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2" name=""/>
            <p:cNvSpPr/>
            <p:nvPr/>
          </p:nvSpPr>
          <p:spPr>
            <a:xfrm rot="0">
              <a:off x="2691" y="2193"/>
              <a:ext cx="21" cy="42"/>
            </a:xfrm>
            <a:custGeom>
              <a:avLst/>
              <a:ahLst/>
              <a:rect l="0" t="0" r="r" b="b"/>
              <a:pathLst>
                <a:path w="84" h="168">
                  <a:moveTo>
                    <a:pt x="0" y="168"/>
                  </a:moveTo>
                  <a:lnTo>
                    <a:pt x="14" y="166"/>
                  </a:lnTo>
                  <a:lnTo>
                    <a:pt x="29" y="163"/>
                  </a:lnTo>
                  <a:lnTo>
                    <a:pt x="42" y="156"/>
                  </a:lnTo>
                  <a:lnTo>
                    <a:pt x="54" y="148"/>
                  </a:lnTo>
                  <a:lnTo>
                    <a:pt x="64" y="138"/>
                  </a:lnTo>
                  <a:lnTo>
                    <a:pt x="72" y="126"/>
                  </a:lnTo>
                  <a:lnTo>
                    <a:pt x="79" y="113"/>
                  </a:lnTo>
                  <a:lnTo>
                    <a:pt x="82" y="98"/>
                  </a:lnTo>
                  <a:lnTo>
                    <a:pt x="84" y="84"/>
                  </a:lnTo>
                  <a:lnTo>
                    <a:pt x="82" y="68"/>
                  </a:lnTo>
                  <a:lnTo>
                    <a:pt x="79" y="55"/>
                  </a:lnTo>
                  <a:lnTo>
                    <a:pt x="72" y="42"/>
                  </a:lnTo>
                  <a:lnTo>
                    <a:pt x="64" y="28"/>
                  </a:lnTo>
                  <a:lnTo>
                    <a:pt x="54" y="19"/>
                  </a:lnTo>
                  <a:lnTo>
                    <a:pt x="42" y="10"/>
                  </a:lnTo>
                  <a:lnTo>
                    <a:pt x="29" y="3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3" name=""/>
            <p:cNvSpPr/>
            <p:nvPr/>
          </p:nvSpPr>
          <p:spPr>
            <a:xfrm rot="0" flipH="1">
              <a:off x="2681" y="2235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4" name=""/>
            <p:cNvSpPr/>
            <p:nvPr/>
          </p:nvSpPr>
          <p:spPr>
            <a:xfrm rot="0">
              <a:off x="2691" y="2235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84" y="84"/>
                  </a:moveTo>
                  <a:lnTo>
                    <a:pt x="82" y="69"/>
                  </a:lnTo>
                  <a:lnTo>
                    <a:pt x="79" y="55"/>
                  </a:lnTo>
                  <a:lnTo>
                    <a:pt x="72" y="42"/>
                  </a:lnTo>
                  <a:lnTo>
                    <a:pt x="64" y="30"/>
                  </a:lnTo>
                  <a:lnTo>
                    <a:pt x="54" y="19"/>
                  </a:lnTo>
                  <a:lnTo>
                    <a:pt x="42" y="10"/>
                  </a:lnTo>
                  <a:lnTo>
                    <a:pt x="29" y="5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5" name=""/>
            <p:cNvSpPr/>
            <p:nvPr/>
          </p:nvSpPr>
          <p:spPr>
            <a:xfrm rot="0">
              <a:off x="2712" y="2256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6" name=""/>
            <p:cNvSpPr/>
            <p:nvPr/>
          </p:nvSpPr>
          <p:spPr>
            <a:xfrm rot="0">
              <a:off x="2691" y="2267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0" y="84"/>
                  </a:moveTo>
                  <a:lnTo>
                    <a:pt x="14" y="83"/>
                  </a:lnTo>
                  <a:lnTo>
                    <a:pt x="29" y="79"/>
                  </a:lnTo>
                  <a:lnTo>
                    <a:pt x="42" y="72"/>
                  </a:lnTo>
                  <a:lnTo>
                    <a:pt x="54" y="64"/>
                  </a:lnTo>
                  <a:lnTo>
                    <a:pt x="64" y="54"/>
                  </a:lnTo>
                  <a:lnTo>
                    <a:pt x="72" y="42"/>
                  </a:lnTo>
                  <a:lnTo>
                    <a:pt x="79" y="29"/>
                  </a:lnTo>
                  <a:lnTo>
                    <a:pt x="82" y="14"/>
                  </a:lnTo>
                  <a:lnTo>
                    <a:pt x="8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7" name=""/>
            <p:cNvSpPr/>
            <p:nvPr/>
          </p:nvSpPr>
          <p:spPr>
            <a:xfrm rot="0" flipH="1">
              <a:off x="2670" y="2288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8" name=""/>
            <p:cNvSpPr/>
            <p:nvPr/>
          </p:nvSpPr>
          <p:spPr>
            <a:xfrm rot="0">
              <a:off x="2744" y="2193"/>
              <a:ext cx="21" cy="95"/>
            </a:xfrm>
            <a:custGeom>
              <a:avLst/>
              <a:ahLst/>
              <a:rect l="0" t="0" r="r" b="b"/>
              <a:pathLst>
                <a:path w="84" h="378">
                  <a:moveTo>
                    <a:pt x="84" y="378"/>
                  </a:moveTo>
                  <a:lnTo>
                    <a:pt x="84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49" name=""/>
            <p:cNvSpPr/>
            <p:nvPr/>
          </p:nvSpPr>
          <p:spPr>
            <a:xfrm rot="0">
              <a:off x="5361" y="3945"/>
              <a:ext cx="252" cy="177"/>
            </a:xfrm>
            <a:custGeom>
              <a:avLst/>
              <a:ahLst/>
              <a:rect l="0" t="0" r="r" b="b"/>
              <a:pathLst>
                <a:path w="1009" h="707">
                  <a:moveTo>
                    <a:pt x="0" y="707"/>
                  </a:moveTo>
                  <a:lnTo>
                    <a:pt x="0" y="0"/>
                  </a:lnTo>
                  <a:lnTo>
                    <a:pt x="100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0" name=""/>
            <p:cNvSpPr/>
            <p:nvPr/>
          </p:nvSpPr>
          <p:spPr>
            <a:xfrm rot="0">
              <a:off x="5430" y="3999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1" name=""/>
            <p:cNvSpPr/>
            <p:nvPr/>
          </p:nvSpPr>
          <p:spPr>
            <a:xfrm rot="0">
              <a:off x="5451" y="3999"/>
              <a:ext cx="21" cy="42"/>
            </a:xfrm>
            <a:custGeom>
              <a:avLst/>
              <a:ahLst/>
              <a:rect l="0" t="0" r="r" b="b"/>
              <a:pathLst>
                <a:path w="84" h="168">
                  <a:moveTo>
                    <a:pt x="0" y="168"/>
                  </a:moveTo>
                  <a:lnTo>
                    <a:pt x="15" y="167"/>
                  </a:lnTo>
                  <a:lnTo>
                    <a:pt x="29" y="163"/>
                  </a:lnTo>
                  <a:lnTo>
                    <a:pt x="42" y="157"/>
                  </a:lnTo>
                  <a:lnTo>
                    <a:pt x="54" y="148"/>
                  </a:lnTo>
                  <a:lnTo>
                    <a:pt x="65" y="138"/>
                  </a:lnTo>
                  <a:lnTo>
                    <a:pt x="72" y="126"/>
                  </a:lnTo>
                  <a:lnTo>
                    <a:pt x="79" y="113"/>
                  </a:lnTo>
                  <a:lnTo>
                    <a:pt x="83" y="98"/>
                  </a:lnTo>
                  <a:lnTo>
                    <a:pt x="84" y="84"/>
                  </a:lnTo>
                  <a:lnTo>
                    <a:pt x="83" y="69"/>
                  </a:lnTo>
                  <a:lnTo>
                    <a:pt x="79" y="55"/>
                  </a:lnTo>
                  <a:lnTo>
                    <a:pt x="72" y="42"/>
                  </a:lnTo>
                  <a:lnTo>
                    <a:pt x="65" y="30"/>
                  </a:lnTo>
                  <a:lnTo>
                    <a:pt x="54" y="19"/>
                  </a:lnTo>
                  <a:lnTo>
                    <a:pt x="42" y="11"/>
                  </a:lnTo>
                  <a:lnTo>
                    <a:pt x="29" y="5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2" name=""/>
            <p:cNvSpPr/>
            <p:nvPr/>
          </p:nvSpPr>
          <p:spPr>
            <a:xfrm rot="0" flipH="1">
              <a:off x="5441" y="4041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3" name=""/>
            <p:cNvSpPr/>
            <p:nvPr/>
          </p:nvSpPr>
          <p:spPr>
            <a:xfrm rot="0">
              <a:off x="5451" y="4041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84" y="84"/>
                  </a:moveTo>
                  <a:lnTo>
                    <a:pt x="83" y="70"/>
                  </a:lnTo>
                  <a:lnTo>
                    <a:pt x="79" y="55"/>
                  </a:lnTo>
                  <a:lnTo>
                    <a:pt x="72" y="42"/>
                  </a:lnTo>
                  <a:lnTo>
                    <a:pt x="65" y="30"/>
                  </a:lnTo>
                  <a:lnTo>
                    <a:pt x="54" y="20"/>
                  </a:lnTo>
                  <a:lnTo>
                    <a:pt x="42" y="12"/>
                  </a:lnTo>
                  <a:lnTo>
                    <a:pt x="29" y="5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4" name=""/>
            <p:cNvSpPr/>
            <p:nvPr/>
          </p:nvSpPr>
          <p:spPr>
            <a:xfrm rot="0">
              <a:off x="5472" y="4062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5" name=""/>
            <p:cNvSpPr/>
            <p:nvPr/>
          </p:nvSpPr>
          <p:spPr>
            <a:xfrm rot="0">
              <a:off x="5451" y="4073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0" y="84"/>
                  </a:moveTo>
                  <a:lnTo>
                    <a:pt x="15" y="84"/>
                  </a:lnTo>
                  <a:lnTo>
                    <a:pt x="29" y="80"/>
                  </a:lnTo>
                  <a:lnTo>
                    <a:pt x="42" y="74"/>
                  </a:lnTo>
                  <a:lnTo>
                    <a:pt x="54" y="66"/>
                  </a:lnTo>
                  <a:lnTo>
                    <a:pt x="65" y="55"/>
                  </a:lnTo>
                  <a:lnTo>
                    <a:pt x="72" y="42"/>
                  </a:lnTo>
                  <a:lnTo>
                    <a:pt x="79" y="29"/>
                  </a:lnTo>
                  <a:lnTo>
                    <a:pt x="83" y="16"/>
                  </a:lnTo>
                  <a:lnTo>
                    <a:pt x="8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6" name=""/>
            <p:cNvSpPr/>
            <p:nvPr/>
          </p:nvSpPr>
          <p:spPr>
            <a:xfrm rot="0" flipH="1">
              <a:off x="5430" y="409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7" name=""/>
            <p:cNvSpPr/>
            <p:nvPr/>
          </p:nvSpPr>
          <p:spPr>
            <a:xfrm rot="0">
              <a:off x="5504" y="3999"/>
              <a:ext cx="52" cy="74"/>
            </a:xfrm>
            <a:custGeom>
              <a:avLst/>
              <a:ahLst/>
              <a:rect l="0" t="0" r="r" b="b"/>
              <a:pathLst>
                <a:path w="211" h="294">
                  <a:moveTo>
                    <a:pt x="85" y="0"/>
                  </a:moveTo>
                  <a:lnTo>
                    <a:pt x="0" y="294"/>
                  </a:lnTo>
                  <a:lnTo>
                    <a:pt x="211" y="29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8" name=""/>
            <p:cNvSpPr/>
            <p:nvPr/>
          </p:nvSpPr>
          <p:spPr>
            <a:xfrm rot="0">
              <a:off x="5541" y="4052"/>
              <a:ext cx="1" cy="4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59" name=""/>
            <p:cNvSpPr/>
            <p:nvPr/>
          </p:nvSpPr>
          <p:spPr>
            <a:xfrm rot="0">
              <a:off x="5361" y="2139"/>
              <a:ext cx="252" cy="176"/>
            </a:xfrm>
            <a:custGeom>
              <a:avLst/>
              <a:ahLst/>
              <a:rect l="0" t="0" r="r" b="b"/>
              <a:pathLst>
                <a:path w="1009" h="707">
                  <a:moveTo>
                    <a:pt x="0" y="707"/>
                  </a:moveTo>
                  <a:lnTo>
                    <a:pt x="0" y="0"/>
                  </a:lnTo>
                  <a:lnTo>
                    <a:pt x="100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0" name=""/>
            <p:cNvSpPr/>
            <p:nvPr/>
          </p:nvSpPr>
          <p:spPr>
            <a:xfrm rot="0">
              <a:off x="5432" y="2196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1" name=""/>
            <p:cNvSpPr/>
            <p:nvPr/>
          </p:nvSpPr>
          <p:spPr>
            <a:xfrm rot="0">
              <a:off x="5453" y="2196"/>
              <a:ext cx="21" cy="42"/>
            </a:xfrm>
            <a:custGeom>
              <a:avLst/>
              <a:ahLst/>
              <a:rect l="0" t="0" r="r" b="b"/>
              <a:pathLst>
                <a:path w="84" h="168">
                  <a:moveTo>
                    <a:pt x="0" y="168"/>
                  </a:moveTo>
                  <a:lnTo>
                    <a:pt x="15" y="167"/>
                  </a:lnTo>
                  <a:lnTo>
                    <a:pt x="29" y="163"/>
                  </a:lnTo>
                  <a:lnTo>
                    <a:pt x="42" y="156"/>
                  </a:lnTo>
                  <a:lnTo>
                    <a:pt x="54" y="149"/>
                  </a:lnTo>
                  <a:lnTo>
                    <a:pt x="64" y="138"/>
                  </a:lnTo>
                  <a:lnTo>
                    <a:pt x="74" y="126"/>
                  </a:lnTo>
                  <a:lnTo>
                    <a:pt x="79" y="113"/>
                  </a:lnTo>
                  <a:lnTo>
                    <a:pt x="83" y="99"/>
                  </a:lnTo>
                  <a:lnTo>
                    <a:pt x="84" y="84"/>
                  </a:lnTo>
                  <a:lnTo>
                    <a:pt x="83" y="70"/>
                  </a:lnTo>
                  <a:lnTo>
                    <a:pt x="79" y="55"/>
                  </a:lnTo>
                  <a:lnTo>
                    <a:pt x="74" y="42"/>
                  </a:lnTo>
                  <a:lnTo>
                    <a:pt x="64" y="29"/>
                  </a:lnTo>
                  <a:lnTo>
                    <a:pt x="54" y="20"/>
                  </a:lnTo>
                  <a:lnTo>
                    <a:pt x="42" y="11"/>
                  </a:lnTo>
                  <a:lnTo>
                    <a:pt x="29" y="4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2" name=""/>
            <p:cNvSpPr/>
            <p:nvPr/>
          </p:nvSpPr>
          <p:spPr>
            <a:xfrm rot="0" flipH="1">
              <a:off x="5443" y="2238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3" name=""/>
            <p:cNvSpPr/>
            <p:nvPr/>
          </p:nvSpPr>
          <p:spPr>
            <a:xfrm rot="0">
              <a:off x="5453" y="2238"/>
              <a:ext cx="21" cy="21"/>
            </a:xfrm>
            <a:custGeom>
              <a:avLst/>
              <a:ahLst/>
              <a:rect l="0" t="0" r="r" b="b"/>
              <a:pathLst>
                <a:path w="84" h="84">
                  <a:moveTo>
                    <a:pt x="84" y="84"/>
                  </a:moveTo>
                  <a:lnTo>
                    <a:pt x="83" y="70"/>
                  </a:lnTo>
                  <a:lnTo>
                    <a:pt x="79" y="55"/>
                  </a:lnTo>
                  <a:lnTo>
                    <a:pt x="74" y="42"/>
                  </a:lnTo>
                  <a:lnTo>
                    <a:pt x="64" y="31"/>
                  </a:lnTo>
                  <a:lnTo>
                    <a:pt x="54" y="20"/>
                  </a:lnTo>
                  <a:lnTo>
                    <a:pt x="42" y="11"/>
                  </a:lnTo>
                  <a:lnTo>
                    <a:pt x="29" y="6"/>
                  </a:lnTo>
                  <a:lnTo>
                    <a:pt x="15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4" name=""/>
            <p:cNvSpPr/>
            <p:nvPr/>
          </p:nvSpPr>
          <p:spPr>
            <a:xfrm rot="0">
              <a:off x="5474" y="2259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5" name=""/>
            <p:cNvSpPr/>
            <p:nvPr/>
          </p:nvSpPr>
          <p:spPr>
            <a:xfrm rot="0">
              <a:off x="5453" y="2269"/>
              <a:ext cx="21" cy="21"/>
            </a:xfrm>
            <a:custGeom>
              <a:avLst/>
              <a:ahLst/>
              <a:rect l="0" t="0" r="r" b="b"/>
              <a:pathLst>
                <a:path w="84" h="85">
                  <a:moveTo>
                    <a:pt x="0" y="85"/>
                  </a:moveTo>
                  <a:lnTo>
                    <a:pt x="15" y="83"/>
                  </a:lnTo>
                  <a:lnTo>
                    <a:pt x="29" y="79"/>
                  </a:lnTo>
                  <a:lnTo>
                    <a:pt x="42" y="73"/>
                  </a:lnTo>
                  <a:lnTo>
                    <a:pt x="54" y="65"/>
                  </a:lnTo>
                  <a:lnTo>
                    <a:pt x="64" y="54"/>
                  </a:lnTo>
                  <a:lnTo>
                    <a:pt x="74" y="43"/>
                  </a:lnTo>
                  <a:lnTo>
                    <a:pt x="79" y="29"/>
                  </a:lnTo>
                  <a:lnTo>
                    <a:pt x="83" y="15"/>
                  </a:lnTo>
                  <a:lnTo>
                    <a:pt x="8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6" name=""/>
            <p:cNvSpPr/>
            <p:nvPr/>
          </p:nvSpPr>
          <p:spPr>
            <a:xfrm rot="0" flipH="1">
              <a:off x="5432" y="2290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7" name=""/>
            <p:cNvSpPr/>
            <p:nvPr/>
          </p:nvSpPr>
          <p:spPr>
            <a:xfrm rot="0">
              <a:off x="5506" y="2196"/>
              <a:ext cx="21" cy="16"/>
            </a:xfrm>
            <a:custGeom>
              <a:avLst/>
              <a:ahLst/>
              <a:rect l="0" t="0" r="r" b="b"/>
              <a:pathLst>
                <a:path w="84" h="63">
                  <a:moveTo>
                    <a:pt x="84" y="0"/>
                  </a:moveTo>
                  <a:lnTo>
                    <a:pt x="69" y="1"/>
                  </a:lnTo>
                  <a:lnTo>
                    <a:pt x="53" y="5"/>
                  </a:lnTo>
                  <a:lnTo>
                    <a:pt x="38" y="12"/>
                  </a:lnTo>
                  <a:lnTo>
                    <a:pt x="25" y="22"/>
                  </a:lnTo>
                  <a:lnTo>
                    <a:pt x="15" y="34"/>
                  </a:lnTo>
                  <a:lnTo>
                    <a:pt x="7" y="47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8" name=""/>
            <p:cNvSpPr/>
            <p:nvPr/>
          </p:nvSpPr>
          <p:spPr>
            <a:xfrm rot="0">
              <a:off x="5527" y="2196"/>
              <a:ext cx="21" cy="32"/>
            </a:xfrm>
            <a:custGeom>
              <a:avLst/>
              <a:ahLst/>
              <a:rect l="0" t="0" r="r" b="b"/>
              <a:pathLst>
                <a:path w="85" h="128">
                  <a:moveTo>
                    <a:pt x="73" y="128"/>
                  </a:moveTo>
                  <a:lnTo>
                    <a:pt x="79" y="113"/>
                  </a:lnTo>
                  <a:lnTo>
                    <a:pt x="83" y="97"/>
                  </a:lnTo>
                  <a:lnTo>
                    <a:pt x="85" y="82"/>
                  </a:lnTo>
                  <a:lnTo>
                    <a:pt x="83" y="66"/>
                  </a:lnTo>
                  <a:lnTo>
                    <a:pt x="78" y="50"/>
                  </a:lnTo>
                  <a:lnTo>
                    <a:pt x="70" y="36"/>
                  </a:lnTo>
                  <a:lnTo>
                    <a:pt x="60" y="24"/>
                  </a:lnTo>
                  <a:lnTo>
                    <a:pt x="46" y="13"/>
                  </a:lnTo>
                  <a:lnTo>
                    <a:pt x="32" y="5"/>
                  </a:lnTo>
                  <a:lnTo>
                    <a:pt x="16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69" name=""/>
            <p:cNvSpPr/>
            <p:nvPr/>
          </p:nvSpPr>
          <p:spPr>
            <a:xfrm rot="0">
              <a:off x="5506" y="2228"/>
              <a:ext cx="42" cy="62"/>
            </a:xfrm>
            <a:custGeom>
              <a:avLst/>
              <a:ahLst/>
              <a:rect l="0" t="0" r="r" b="b"/>
              <a:pathLst>
                <a:path w="169" h="251">
                  <a:moveTo>
                    <a:pt x="157" y="0"/>
                  </a:moveTo>
                  <a:lnTo>
                    <a:pt x="0" y="251"/>
                  </a:lnTo>
                  <a:lnTo>
                    <a:pt x="169" y="25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70" name=""/>
            <p:cNvSpPr/>
            <p:nvPr/>
          </p:nvSpPr>
          <p:spPr>
            <a:xfrm rot="0">
              <a:off x="2251" y="120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71" name=""/>
            <p:cNvSpPr/>
            <p:nvPr/>
          </p:nvSpPr>
          <p:spPr>
            <a:xfrm rot="0">
              <a:off x="2251" y="120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72" name=""/>
            <p:cNvSpPr/>
            <p:nvPr/>
          </p:nvSpPr>
          <p:spPr>
            <a:xfrm rot="0">
              <a:off x="1998" y="1206"/>
              <a:ext cx="253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73" name=""/>
            <p:cNvSpPr/>
            <p:nvPr/>
          </p:nvSpPr>
          <p:spPr>
            <a:xfrm rot="0">
              <a:off x="1998" y="1206"/>
              <a:ext cx="253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74" name=""/>
            <p:cNvSpPr/>
            <p:nvPr/>
          </p:nvSpPr>
          <p:spPr>
            <a:xfrm rot="0">
              <a:off x="1990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75" name=""/>
            <p:cNvSpPr/>
            <p:nvPr/>
          </p:nvSpPr>
          <p:spPr>
            <a:xfrm rot="0">
              <a:off x="1990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76" name=""/>
            <p:cNvSpPr/>
            <p:nvPr/>
          </p:nvSpPr>
          <p:spPr>
            <a:xfrm rot="0">
              <a:off x="2243" y="953"/>
              <a:ext cx="16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77" name=""/>
            <p:cNvSpPr/>
            <p:nvPr/>
          </p:nvSpPr>
          <p:spPr>
            <a:xfrm rot="0">
              <a:off x="2243" y="953"/>
              <a:ext cx="16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78" name=""/>
            <p:cNvSpPr/>
            <p:nvPr/>
          </p:nvSpPr>
          <p:spPr>
            <a:xfrm rot="0">
              <a:off x="2243" y="962"/>
              <a:ext cx="16" cy="253"/>
            </a:xfrm>
            <a:custGeom>
              <a:avLst/>
              <a:ahLst/>
              <a:rect l="0" t="0" r="r" b="b"/>
              <a:pathLst>
                <a:path w="67" h="101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33" y="1011"/>
                  </a:lnTo>
                  <a:lnTo>
                    <a:pt x="67" y="1011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79" name=""/>
            <p:cNvSpPr/>
            <p:nvPr/>
          </p:nvSpPr>
          <p:spPr>
            <a:xfrm rot="0">
              <a:off x="2243" y="962"/>
              <a:ext cx="16" cy="253"/>
            </a:xfrm>
            <a:custGeom>
              <a:avLst/>
              <a:ahLst/>
              <a:rect l="0" t="0" r="r" b="b"/>
              <a:pathLst>
                <a:path w="67" h="101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33" y="1011"/>
                  </a:lnTo>
                  <a:lnTo>
                    <a:pt x="67" y="101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80" name=""/>
            <p:cNvSpPr/>
            <p:nvPr/>
          </p:nvSpPr>
          <p:spPr>
            <a:xfrm rot="0">
              <a:off x="2243" y="1215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81" name=""/>
            <p:cNvSpPr/>
            <p:nvPr/>
          </p:nvSpPr>
          <p:spPr>
            <a:xfrm rot="0">
              <a:off x="2243" y="1215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82" name=""/>
            <p:cNvSpPr/>
            <p:nvPr/>
          </p:nvSpPr>
          <p:spPr>
            <a:xfrm rot="0">
              <a:off x="1738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83" name=""/>
            <p:cNvSpPr/>
            <p:nvPr/>
          </p:nvSpPr>
          <p:spPr>
            <a:xfrm rot="0">
              <a:off x="1738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84" name=""/>
            <p:cNvSpPr/>
            <p:nvPr/>
          </p:nvSpPr>
          <p:spPr>
            <a:xfrm rot="0">
              <a:off x="1746" y="1206"/>
              <a:ext cx="252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85" name=""/>
            <p:cNvSpPr/>
            <p:nvPr/>
          </p:nvSpPr>
          <p:spPr>
            <a:xfrm rot="0">
              <a:off x="1746" y="1206"/>
              <a:ext cx="252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86" name=""/>
            <p:cNvSpPr/>
            <p:nvPr/>
          </p:nvSpPr>
          <p:spPr>
            <a:xfrm rot="0">
              <a:off x="1998" y="120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87" name=""/>
            <p:cNvSpPr/>
            <p:nvPr/>
          </p:nvSpPr>
          <p:spPr>
            <a:xfrm rot="0">
              <a:off x="1998" y="120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88" name=""/>
            <p:cNvSpPr/>
            <p:nvPr/>
          </p:nvSpPr>
          <p:spPr>
            <a:xfrm rot="0">
              <a:off x="1990" y="1215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89" name=""/>
            <p:cNvSpPr/>
            <p:nvPr/>
          </p:nvSpPr>
          <p:spPr>
            <a:xfrm rot="0">
              <a:off x="1990" y="1215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90" name=""/>
            <p:cNvSpPr/>
            <p:nvPr/>
          </p:nvSpPr>
          <p:spPr>
            <a:xfrm rot="0">
              <a:off x="1990" y="709"/>
              <a:ext cx="17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0" y="2021"/>
                  </a:move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91" name=""/>
            <p:cNvSpPr/>
            <p:nvPr/>
          </p:nvSpPr>
          <p:spPr>
            <a:xfrm rot="0">
              <a:off x="1990" y="709"/>
              <a:ext cx="17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0" y="2021"/>
                  </a:move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92" name=""/>
            <p:cNvSpPr/>
            <p:nvPr/>
          </p:nvSpPr>
          <p:spPr>
            <a:xfrm rot="0">
              <a:off x="1990" y="701"/>
              <a:ext cx="17" cy="8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93" name=""/>
            <p:cNvSpPr/>
            <p:nvPr/>
          </p:nvSpPr>
          <p:spPr>
            <a:xfrm rot="0">
              <a:off x="1990" y="701"/>
              <a:ext cx="17" cy="8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94" name=""/>
            <p:cNvSpPr/>
            <p:nvPr/>
          </p:nvSpPr>
          <p:spPr>
            <a:xfrm rot="0">
              <a:off x="1738" y="1215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95" name=""/>
            <p:cNvSpPr/>
            <p:nvPr/>
          </p:nvSpPr>
          <p:spPr>
            <a:xfrm rot="0">
              <a:off x="1738" y="1215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96" name=""/>
            <p:cNvSpPr/>
            <p:nvPr/>
          </p:nvSpPr>
          <p:spPr>
            <a:xfrm rot="0">
              <a:off x="1738" y="709"/>
              <a:ext cx="17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0" y="2021"/>
                  </a:move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97" name=""/>
            <p:cNvSpPr/>
            <p:nvPr/>
          </p:nvSpPr>
          <p:spPr>
            <a:xfrm rot="0">
              <a:off x="1738" y="709"/>
              <a:ext cx="17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0" y="2021"/>
                  </a:move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2998" name=""/>
            <p:cNvSpPr/>
            <p:nvPr/>
          </p:nvSpPr>
          <p:spPr>
            <a:xfrm rot="0">
              <a:off x="1738" y="701"/>
              <a:ext cx="17" cy="8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2999" name=""/>
            <p:cNvSpPr/>
            <p:nvPr/>
          </p:nvSpPr>
          <p:spPr>
            <a:xfrm rot="0">
              <a:off x="1738" y="701"/>
              <a:ext cx="17" cy="8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00" name=""/>
            <p:cNvSpPr/>
            <p:nvPr/>
          </p:nvSpPr>
          <p:spPr>
            <a:xfrm rot="0">
              <a:off x="2251" y="953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01" name=""/>
            <p:cNvSpPr/>
            <p:nvPr/>
          </p:nvSpPr>
          <p:spPr>
            <a:xfrm rot="0">
              <a:off x="2251" y="953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02" name=""/>
            <p:cNvSpPr/>
            <p:nvPr/>
          </p:nvSpPr>
          <p:spPr>
            <a:xfrm rot="0">
              <a:off x="1998" y="953"/>
              <a:ext cx="253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03" name=""/>
            <p:cNvSpPr/>
            <p:nvPr/>
          </p:nvSpPr>
          <p:spPr>
            <a:xfrm rot="0">
              <a:off x="1998" y="953"/>
              <a:ext cx="253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04" name=""/>
            <p:cNvSpPr/>
            <p:nvPr/>
          </p:nvSpPr>
          <p:spPr>
            <a:xfrm rot="0">
              <a:off x="1990" y="953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05" name=""/>
            <p:cNvSpPr/>
            <p:nvPr/>
          </p:nvSpPr>
          <p:spPr>
            <a:xfrm rot="0">
              <a:off x="1990" y="953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06" name=""/>
            <p:cNvSpPr/>
            <p:nvPr/>
          </p:nvSpPr>
          <p:spPr>
            <a:xfrm rot="0">
              <a:off x="1998" y="701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35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07" name=""/>
            <p:cNvSpPr/>
            <p:nvPr/>
          </p:nvSpPr>
          <p:spPr>
            <a:xfrm rot="0">
              <a:off x="1998" y="701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5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08" name=""/>
            <p:cNvSpPr/>
            <p:nvPr/>
          </p:nvSpPr>
          <p:spPr>
            <a:xfrm rot="0">
              <a:off x="1746" y="701"/>
              <a:ext cx="252" cy="16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5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09" name=""/>
            <p:cNvSpPr/>
            <p:nvPr/>
          </p:nvSpPr>
          <p:spPr>
            <a:xfrm rot="0">
              <a:off x="1746" y="701"/>
              <a:ext cx="252" cy="16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5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10" name=""/>
            <p:cNvSpPr/>
            <p:nvPr/>
          </p:nvSpPr>
          <p:spPr>
            <a:xfrm rot="0">
              <a:off x="1738" y="701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5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11" name=""/>
            <p:cNvSpPr/>
            <p:nvPr/>
          </p:nvSpPr>
          <p:spPr>
            <a:xfrm rot="0">
              <a:off x="1738" y="701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04" name=""/>
          <p:cNvGrpSpPr/>
          <p:nvPr/>
        </p:nvGrpSpPr>
        <p:grpSpPr>
          <a:xfrm rot="0">
            <a:off x="501650" y="1112837"/>
            <a:ext cx="1628775" cy="828675"/>
            <a:chOff x="316" y="701"/>
            <a:chExt cx="1026" cy="522"/>
          </a:xfrm>
        </p:grpSpPr>
        <p:sp>
          <p:nvSpPr>
            <p:cNvPr id="1063012" name=""/>
            <p:cNvSpPr/>
            <p:nvPr/>
          </p:nvSpPr>
          <p:spPr>
            <a:xfrm rot="0">
              <a:off x="577" y="120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13" name=""/>
            <p:cNvSpPr/>
            <p:nvPr/>
          </p:nvSpPr>
          <p:spPr>
            <a:xfrm rot="0">
              <a:off x="577" y="120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14" name=""/>
            <p:cNvSpPr/>
            <p:nvPr/>
          </p:nvSpPr>
          <p:spPr>
            <a:xfrm rot="0">
              <a:off x="324" y="1206"/>
              <a:ext cx="253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15" name=""/>
            <p:cNvSpPr/>
            <p:nvPr/>
          </p:nvSpPr>
          <p:spPr>
            <a:xfrm rot="0">
              <a:off x="324" y="1206"/>
              <a:ext cx="253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16" name=""/>
            <p:cNvSpPr/>
            <p:nvPr/>
          </p:nvSpPr>
          <p:spPr>
            <a:xfrm rot="0">
              <a:off x="316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17" name=""/>
            <p:cNvSpPr/>
            <p:nvPr/>
          </p:nvSpPr>
          <p:spPr>
            <a:xfrm rot="0">
              <a:off x="316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18" name=""/>
            <p:cNvSpPr/>
            <p:nvPr/>
          </p:nvSpPr>
          <p:spPr>
            <a:xfrm rot="0">
              <a:off x="1333" y="120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19" name=""/>
            <p:cNvSpPr/>
            <p:nvPr/>
          </p:nvSpPr>
          <p:spPr>
            <a:xfrm rot="0">
              <a:off x="1333" y="120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20" name=""/>
            <p:cNvSpPr/>
            <p:nvPr/>
          </p:nvSpPr>
          <p:spPr>
            <a:xfrm rot="0">
              <a:off x="1081" y="1206"/>
              <a:ext cx="252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21" name=""/>
            <p:cNvSpPr/>
            <p:nvPr/>
          </p:nvSpPr>
          <p:spPr>
            <a:xfrm rot="0">
              <a:off x="1081" y="1206"/>
              <a:ext cx="252" cy="17"/>
            </a:xfrm>
            <a:custGeom>
              <a:avLst/>
              <a:ahLst/>
              <a:rect l="0" t="0" r="r" b="b"/>
              <a:pathLst>
                <a:path w="1009" h="67">
                  <a:moveTo>
                    <a:pt x="1009" y="67"/>
                  </a:moveTo>
                  <a:lnTo>
                    <a:pt x="1009" y="34"/>
                  </a:lnTo>
                  <a:lnTo>
                    <a:pt x="1009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00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22" name=""/>
            <p:cNvSpPr/>
            <p:nvPr/>
          </p:nvSpPr>
          <p:spPr>
            <a:xfrm rot="0">
              <a:off x="1073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23" name=""/>
            <p:cNvSpPr/>
            <p:nvPr/>
          </p:nvSpPr>
          <p:spPr>
            <a:xfrm rot="0">
              <a:off x="1073" y="120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24" name=""/>
            <p:cNvSpPr/>
            <p:nvPr/>
          </p:nvSpPr>
          <p:spPr>
            <a:xfrm rot="0">
              <a:off x="1325" y="1215"/>
              <a:ext cx="17" cy="8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5" y="9"/>
                  </a:lnTo>
                  <a:lnTo>
                    <a:pt x="61" y="20"/>
                  </a:lnTo>
                  <a:lnTo>
                    <a:pt x="53" y="26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4" y="32"/>
                  </a:lnTo>
                  <a:lnTo>
                    <a:pt x="13" y="28"/>
                  </a:lnTo>
                  <a:lnTo>
                    <a:pt x="7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25" name=""/>
            <p:cNvSpPr/>
            <p:nvPr/>
          </p:nvSpPr>
          <p:spPr>
            <a:xfrm rot="0">
              <a:off x="1325" y="1215"/>
              <a:ext cx="17" cy="8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5" y="9"/>
                  </a:lnTo>
                  <a:lnTo>
                    <a:pt x="61" y="20"/>
                  </a:lnTo>
                  <a:lnTo>
                    <a:pt x="53" y="26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4" y="32"/>
                  </a:lnTo>
                  <a:lnTo>
                    <a:pt x="13" y="28"/>
                  </a:lnTo>
                  <a:lnTo>
                    <a:pt x="7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26" name=""/>
            <p:cNvSpPr/>
            <p:nvPr/>
          </p:nvSpPr>
          <p:spPr>
            <a:xfrm rot="0">
              <a:off x="1325" y="119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1" y="77"/>
                  </a:moveTo>
                  <a:lnTo>
                    <a:pt x="34" y="77"/>
                  </a:lnTo>
                  <a:lnTo>
                    <a:pt x="67" y="77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1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27" name=""/>
            <p:cNvSpPr/>
            <p:nvPr/>
          </p:nvSpPr>
          <p:spPr>
            <a:xfrm rot="0">
              <a:off x="1325" y="119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1" y="77"/>
                  </a:moveTo>
                  <a:lnTo>
                    <a:pt x="34" y="77"/>
                  </a:lnTo>
                  <a:lnTo>
                    <a:pt x="67" y="77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1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28" name=""/>
            <p:cNvSpPr/>
            <p:nvPr/>
          </p:nvSpPr>
          <p:spPr>
            <a:xfrm rot="0">
              <a:off x="1333" y="1195"/>
              <a:ext cx="8" cy="1"/>
            </a:xfrm>
            <a:custGeom>
              <a:avLst/>
              <a:ahLst/>
              <a:rect l="0" t="0" r="r" b="b"/>
              <a:pathLst>
                <a:path w="33" h="2">
                  <a:moveTo>
                    <a:pt x="0" y="2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29" name=""/>
            <p:cNvSpPr/>
            <p:nvPr/>
          </p:nvSpPr>
          <p:spPr>
            <a:xfrm rot="0" flipV="1">
              <a:off x="1341" y="11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30" name=""/>
            <p:cNvSpPr/>
            <p:nvPr/>
          </p:nvSpPr>
          <p:spPr>
            <a:xfrm rot="0">
              <a:off x="1324" y="1175"/>
              <a:ext cx="17" cy="20"/>
            </a:xfrm>
            <a:custGeom>
              <a:avLst/>
              <a:ahLst/>
              <a:rect l="0" t="0" r="r" b="b"/>
              <a:pathLst>
                <a:path w="70" h="80">
                  <a:moveTo>
                    <a:pt x="4" y="80"/>
                  </a:moveTo>
                  <a:lnTo>
                    <a:pt x="37" y="79"/>
                  </a:lnTo>
                  <a:lnTo>
                    <a:pt x="70" y="77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2"/>
                  </a:lnTo>
                  <a:lnTo>
                    <a:pt x="4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31" name=""/>
            <p:cNvSpPr/>
            <p:nvPr/>
          </p:nvSpPr>
          <p:spPr>
            <a:xfrm rot="0">
              <a:off x="1324" y="1175"/>
              <a:ext cx="17" cy="20"/>
            </a:xfrm>
            <a:custGeom>
              <a:avLst/>
              <a:ahLst/>
              <a:rect l="0" t="0" r="r" b="b"/>
              <a:pathLst>
                <a:path w="70" h="80">
                  <a:moveTo>
                    <a:pt x="4" y="80"/>
                  </a:moveTo>
                  <a:lnTo>
                    <a:pt x="37" y="79"/>
                  </a:lnTo>
                  <a:lnTo>
                    <a:pt x="70" y="77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2"/>
                  </a:lnTo>
                  <a:lnTo>
                    <a:pt x="4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32" name=""/>
            <p:cNvSpPr/>
            <p:nvPr/>
          </p:nvSpPr>
          <p:spPr>
            <a:xfrm rot="0">
              <a:off x="1332" y="1175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0" y="4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33" name=""/>
            <p:cNvSpPr/>
            <p:nvPr/>
          </p:nvSpPr>
          <p:spPr>
            <a:xfrm rot="0" flipV="1">
              <a:off x="1340" y="11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34" name=""/>
            <p:cNvSpPr/>
            <p:nvPr/>
          </p:nvSpPr>
          <p:spPr>
            <a:xfrm rot="0">
              <a:off x="1322" y="1155"/>
              <a:ext cx="18" cy="22"/>
            </a:xfrm>
            <a:custGeom>
              <a:avLst/>
              <a:ahLst/>
              <a:rect l="0" t="0" r="r" b="b"/>
              <a:pathLst>
                <a:path w="74" h="85">
                  <a:moveTo>
                    <a:pt x="8" y="85"/>
                  </a:moveTo>
                  <a:lnTo>
                    <a:pt x="41" y="81"/>
                  </a:lnTo>
                  <a:lnTo>
                    <a:pt x="74" y="77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7"/>
                  </a:lnTo>
                  <a:lnTo>
                    <a:pt x="8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35" name=""/>
            <p:cNvSpPr/>
            <p:nvPr/>
          </p:nvSpPr>
          <p:spPr>
            <a:xfrm rot="0">
              <a:off x="1322" y="1155"/>
              <a:ext cx="18" cy="22"/>
            </a:xfrm>
            <a:custGeom>
              <a:avLst/>
              <a:ahLst/>
              <a:rect l="0" t="0" r="r" b="b"/>
              <a:pathLst>
                <a:path w="74" h="85">
                  <a:moveTo>
                    <a:pt x="8" y="85"/>
                  </a:moveTo>
                  <a:lnTo>
                    <a:pt x="41" y="81"/>
                  </a:lnTo>
                  <a:lnTo>
                    <a:pt x="74" y="77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7"/>
                  </a:lnTo>
                  <a:lnTo>
                    <a:pt x="8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36" name=""/>
            <p:cNvSpPr/>
            <p:nvPr/>
          </p:nvSpPr>
          <p:spPr>
            <a:xfrm rot="0">
              <a:off x="1330" y="1155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0" y="4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37" name=""/>
            <p:cNvSpPr/>
            <p:nvPr/>
          </p:nvSpPr>
          <p:spPr>
            <a:xfrm rot="0">
              <a:off x="1338" y="1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38" name=""/>
            <p:cNvSpPr/>
            <p:nvPr/>
          </p:nvSpPr>
          <p:spPr>
            <a:xfrm rot="0">
              <a:off x="1319" y="1136"/>
              <a:ext cx="19" cy="21"/>
            </a:xfrm>
            <a:custGeom>
              <a:avLst/>
              <a:ahLst/>
              <a:rect l="0" t="0" r="r" b="b"/>
              <a:pathLst>
                <a:path w="77" h="84">
                  <a:moveTo>
                    <a:pt x="11" y="84"/>
                  </a:moveTo>
                  <a:lnTo>
                    <a:pt x="44" y="81"/>
                  </a:lnTo>
                  <a:lnTo>
                    <a:pt x="77" y="77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8"/>
                  </a:lnTo>
                  <a:lnTo>
                    <a:pt x="11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39" name=""/>
            <p:cNvSpPr/>
            <p:nvPr/>
          </p:nvSpPr>
          <p:spPr>
            <a:xfrm rot="0">
              <a:off x="1319" y="1136"/>
              <a:ext cx="19" cy="21"/>
            </a:xfrm>
            <a:custGeom>
              <a:avLst/>
              <a:ahLst/>
              <a:rect l="0" t="0" r="r" b="b"/>
              <a:pathLst>
                <a:path w="77" h="84">
                  <a:moveTo>
                    <a:pt x="11" y="84"/>
                  </a:moveTo>
                  <a:lnTo>
                    <a:pt x="44" y="81"/>
                  </a:lnTo>
                  <a:lnTo>
                    <a:pt x="77" y="77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8"/>
                  </a:lnTo>
                  <a:lnTo>
                    <a:pt x="11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40" name=""/>
            <p:cNvSpPr/>
            <p:nvPr/>
          </p:nvSpPr>
          <p:spPr>
            <a:xfrm rot="0">
              <a:off x="1328" y="1136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0" y="5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41" name=""/>
            <p:cNvSpPr/>
            <p:nvPr/>
          </p:nvSpPr>
          <p:spPr>
            <a:xfrm rot="0" flipV="1">
              <a:off x="1336" y="11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42" name=""/>
            <p:cNvSpPr/>
            <p:nvPr/>
          </p:nvSpPr>
          <p:spPr>
            <a:xfrm rot="0">
              <a:off x="1316" y="1117"/>
              <a:ext cx="20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13" y="87"/>
                  </a:moveTo>
                  <a:lnTo>
                    <a:pt x="46" y="81"/>
                  </a:lnTo>
                  <a:lnTo>
                    <a:pt x="79" y="76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0"/>
                  </a:lnTo>
                  <a:lnTo>
                    <a:pt x="13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43" name=""/>
            <p:cNvSpPr/>
            <p:nvPr/>
          </p:nvSpPr>
          <p:spPr>
            <a:xfrm rot="0">
              <a:off x="1316" y="1117"/>
              <a:ext cx="20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13" y="87"/>
                  </a:moveTo>
                  <a:lnTo>
                    <a:pt x="46" y="81"/>
                  </a:lnTo>
                  <a:lnTo>
                    <a:pt x="79" y="76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0"/>
                  </a:lnTo>
                  <a:lnTo>
                    <a:pt x="13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44" name=""/>
            <p:cNvSpPr/>
            <p:nvPr/>
          </p:nvSpPr>
          <p:spPr>
            <a:xfrm rot="0">
              <a:off x="1324" y="1117"/>
              <a:ext cx="9" cy="1"/>
            </a:xfrm>
            <a:custGeom>
              <a:avLst/>
              <a:ahLst/>
              <a:rect l="0" t="0" r="r" b="b"/>
              <a:pathLst>
                <a:path w="33" h="7">
                  <a:moveTo>
                    <a:pt x="0" y="7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45" name=""/>
            <p:cNvSpPr/>
            <p:nvPr/>
          </p:nvSpPr>
          <p:spPr>
            <a:xfrm rot="0" flipV="1">
              <a:off x="1333" y="1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46" name=""/>
            <p:cNvSpPr/>
            <p:nvPr/>
          </p:nvSpPr>
          <p:spPr>
            <a:xfrm rot="0">
              <a:off x="1312" y="1098"/>
              <a:ext cx="21" cy="22"/>
            </a:xfrm>
            <a:custGeom>
              <a:avLst/>
              <a:ahLst/>
              <a:rect l="0" t="0" r="r" b="b"/>
              <a:pathLst>
                <a:path w="81" h="90">
                  <a:moveTo>
                    <a:pt x="15" y="90"/>
                  </a:moveTo>
                  <a:lnTo>
                    <a:pt x="48" y="83"/>
                  </a:lnTo>
                  <a:lnTo>
                    <a:pt x="81" y="76"/>
                  </a:lnTo>
                  <a:lnTo>
                    <a:pt x="65" y="0"/>
                  </a:lnTo>
                  <a:lnTo>
                    <a:pt x="32" y="7"/>
                  </a:lnTo>
                  <a:lnTo>
                    <a:pt x="0" y="13"/>
                  </a:lnTo>
                  <a:lnTo>
                    <a:pt x="15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47" name=""/>
            <p:cNvSpPr/>
            <p:nvPr/>
          </p:nvSpPr>
          <p:spPr>
            <a:xfrm rot="0">
              <a:off x="1312" y="1098"/>
              <a:ext cx="21" cy="22"/>
            </a:xfrm>
            <a:custGeom>
              <a:avLst/>
              <a:ahLst/>
              <a:rect l="0" t="0" r="r" b="b"/>
              <a:pathLst>
                <a:path w="81" h="90">
                  <a:moveTo>
                    <a:pt x="15" y="90"/>
                  </a:moveTo>
                  <a:lnTo>
                    <a:pt x="48" y="83"/>
                  </a:lnTo>
                  <a:lnTo>
                    <a:pt x="81" y="76"/>
                  </a:lnTo>
                  <a:lnTo>
                    <a:pt x="65" y="0"/>
                  </a:lnTo>
                  <a:lnTo>
                    <a:pt x="32" y="7"/>
                  </a:lnTo>
                  <a:lnTo>
                    <a:pt x="0" y="13"/>
                  </a:lnTo>
                  <a:lnTo>
                    <a:pt x="15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48" name=""/>
            <p:cNvSpPr/>
            <p:nvPr/>
          </p:nvSpPr>
          <p:spPr>
            <a:xfrm rot="0">
              <a:off x="1320" y="1097"/>
              <a:ext cx="9" cy="2"/>
            </a:xfrm>
            <a:custGeom>
              <a:avLst/>
              <a:ahLst/>
              <a:rect l="0" t="0" r="r" b="b"/>
              <a:pathLst>
                <a:path w="33" h="8">
                  <a:moveTo>
                    <a:pt x="0" y="8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49" name=""/>
            <p:cNvSpPr/>
            <p:nvPr/>
          </p:nvSpPr>
          <p:spPr>
            <a:xfrm rot="0" flipV="1">
              <a:off x="1329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50" name=""/>
            <p:cNvSpPr/>
            <p:nvPr/>
          </p:nvSpPr>
          <p:spPr>
            <a:xfrm rot="0">
              <a:off x="1307" y="1078"/>
              <a:ext cx="22" cy="23"/>
            </a:xfrm>
            <a:custGeom>
              <a:avLst/>
              <a:ahLst/>
              <a:rect l="0" t="0" r="r" b="b"/>
              <a:pathLst>
                <a:path w="85" h="91">
                  <a:moveTo>
                    <a:pt x="20" y="91"/>
                  </a:moveTo>
                  <a:lnTo>
                    <a:pt x="52" y="83"/>
                  </a:lnTo>
                  <a:lnTo>
                    <a:pt x="85" y="75"/>
                  </a:lnTo>
                  <a:lnTo>
                    <a:pt x="66" y="0"/>
                  </a:lnTo>
                  <a:lnTo>
                    <a:pt x="33" y="8"/>
                  </a:lnTo>
                  <a:lnTo>
                    <a:pt x="0" y="16"/>
                  </a:lnTo>
                  <a:lnTo>
                    <a:pt x="2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51" name=""/>
            <p:cNvSpPr/>
            <p:nvPr/>
          </p:nvSpPr>
          <p:spPr>
            <a:xfrm rot="0">
              <a:off x="1307" y="1078"/>
              <a:ext cx="22" cy="23"/>
            </a:xfrm>
            <a:custGeom>
              <a:avLst/>
              <a:ahLst/>
              <a:rect l="0" t="0" r="r" b="b"/>
              <a:pathLst>
                <a:path w="85" h="91">
                  <a:moveTo>
                    <a:pt x="20" y="91"/>
                  </a:moveTo>
                  <a:lnTo>
                    <a:pt x="52" y="83"/>
                  </a:lnTo>
                  <a:lnTo>
                    <a:pt x="85" y="75"/>
                  </a:lnTo>
                  <a:lnTo>
                    <a:pt x="66" y="0"/>
                  </a:lnTo>
                  <a:lnTo>
                    <a:pt x="33" y="8"/>
                  </a:lnTo>
                  <a:lnTo>
                    <a:pt x="0" y="16"/>
                  </a:lnTo>
                  <a:lnTo>
                    <a:pt x="2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52" name=""/>
            <p:cNvSpPr/>
            <p:nvPr/>
          </p:nvSpPr>
          <p:spPr>
            <a:xfrm rot="0">
              <a:off x="1315" y="1078"/>
              <a:ext cx="9" cy="2"/>
            </a:xfrm>
            <a:custGeom>
              <a:avLst/>
              <a:ahLst/>
              <a:rect l="0" t="0" r="r" b="b"/>
              <a:pathLst>
                <a:path w="33" h="9">
                  <a:moveTo>
                    <a:pt x="0" y="9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53" name=""/>
            <p:cNvSpPr/>
            <p:nvPr/>
          </p:nvSpPr>
          <p:spPr>
            <a:xfrm rot="0" flipV="1">
              <a:off x="1324" y="1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54" name=""/>
            <p:cNvSpPr/>
            <p:nvPr/>
          </p:nvSpPr>
          <p:spPr>
            <a:xfrm rot="0">
              <a:off x="1302" y="1060"/>
              <a:ext cx="22" cy="23"/>
            </a:xfrm>
            <a:custGeom>
              <a:avLst/>
              <a:ahLst/>
              <a:rect l="0" t="0" r="r" b="b"/>
              <a:pathLst>
                <a:path w="87" h="92">
                  <a:moveTo>
                    <a:pt x="21" y="92"/>
                  </a:moveTo>
                  <a:lnTo>
                    <a:pt x="54" y="83"/>
                  </a:lnTo>
                  <a:lnTo>
                    <a:pt x="87" y="74"/>
                  </a:lnTo>
                  <a:lnTo>
                    <a:pt x="66" y="0"/>
                  </a:lnTo>
                  <a:lnTo>
                    <a:pt x="33" y="9"/>
                  </a:lnTo>
                  <a:lnTo>
                    <a:pt x="0" y="18"/>
                  </a:lnTo>
                  <a:lnTo>
                    <a:pt x="21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55" name=""/>
            <p:cNvSpPr/>
            <p:nvPr/>
          </p:nvSpPr>
          <p:spPr>
            <a:xfrm rot="0">
              <a:off x="1302" y="1060"/>
              <a:ext cx="22" cy="23"/>
            </a:xfrm>
            <a:custGeom>
              <a:avLst/>
              <a:ahLst/>
              <a:rect l="0" t="0" r="r" b="b"/>
              <a:pathLst>
                <a:path w="87" h="92">
                  <a:moveTo>
                    <a:pt x="21" y="92"/>
                  </a:moveTo>
                  <a:lnTo>
                    <a:pt x="54" y="83"/>
                  </a:lnTo>
                  <a:lnTo>
                    <a:pt x="87" y="74"/>
                  </a:lnTo>
                  <a:lnTo>
                    <a:pt x="66" y="0"/>
                  </a:lnTo>
                  <a:lnTo>
                    <a:pt x="33" y="9"/>
                  </a:lnTo>
                  <a:lnTo>
                    <a:pt x="0" y="18"/>
                  </a:lnTo>
                  <a:lnTo>
                    <a:pt x="21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56" name=""/>
            <p:cNvSpPr/>
            <p:nvPr/>
          </p:nvSpPr>
          <p:spPr>
            <a:xfrm rot="0">
              <a:off x="1310" y="1059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0" y="10"/>
                  </a:moveTo>
                  <a:lnTo>
                    <a:pt x="33" y="1"/>
                  </a:lnTo>
                  <a:lnTo>
                    <a:pt x="31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57" name=""/>
            <p:cNvSpPr/>
            <p:nvPr/>
          </p:nvSpPr>
          <p:spPr>
            <a:xfrm rot="0" flipH="1" flipV="1">
              <a:off x="1318" y="1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58" name=""/>
            <p:cNvSpPr/>
            <p:nvPr/>
          </p:nvSpPr>
          <p:spPr>
            <a:xfrm rot="0">
              <a:off x="1296" y="104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25" y="95"/>
                  </a:moveTo>
                  <a:lnTo>
                    <a:pt x="57" y="84"/>
                  </a:lnTo>
                  <a:lnTo>
                    <a:pt x="88" y="74"/>
                  </a:lnTo>
                  <a:lnTo>
                    <a:pt x="63" y="0"/>
                  </a:lnTo>
                  <a:lnTo>
                    <a:pt x="32" y="11"/>
                  </a:lnTo>
                  <a:lnTo>
                    <a:pt x="0" y="21"/>
                  </a:lnTo>
                  <a:lnTo>
                    <a:pt x="25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59" name=""/>
            <p:cNvSpPr/>
            <p:nvPr/>
          </p:nvSpPr>
          <p:spPr>
            <a:xfrm rot="0">
              <a:off x="1296" y="104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25" y="95"/>
                  </a:moveTo>
                  <a:lnTo>
                    <a:pt x="57" y="84"/>
                  </a:lnTo>
                  <a:lnTo>
                    <a:pt x="88" y="74"/>
                  </a:lnTo>
                  <a:lnTo>
                    <a:pt x="63" y="0"/>
                  </a:lnTo>
                  <a:lnTo>
                    <a:pt x="32" y="11"/>
                  </a:lnTo>
                  <a:lnTo>
                    <a:pt x="0" y="21"/>
                  </a:lnTo>
                  <a:lnTo>
                    <a:pt x="25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60" name=""/>
            <p:cNvSpPr/>
            <p:nvPr/>
          </p:nvSpPr>
          <p:spPr>
            <a:xfrm rot="0">
              <a:off x="1304" y="1041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0" y="12"/>
                  </a:moveTo>
                  <a:lnTo>
                    <a:pt x="31" y="1"/>
                  </a:lnTo>
                  <a:lnTo>
                    <a:pt x="31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61" name=""/>
            <p:cNvSpPr/>
            <p:nvPr/>
          </p:nvSpPr>
          <p:spPr>
            <a:xfrm rot="0" flipV="1">
              <a:off x="1312" y="10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62" name=""/>
            <p:cNvSpPr/>
            <p:nvPr/>
          </p:nvSpPr>
          <p:spPr>
            <a:xfrm rot="0">
              <a:off x="1289" y="1023"/>
              <a:ext cx="23" cy="24"/>
            </a:xfrm>
            <a:custGeom>
              <a:avLst/>
              <a:ahLst/>
              <a:rect l="0" t="0" r="r" b="b"/>
              <a:pathLst>
                <a:path w="90" h="95">
                  <a:moveTo>
                    <a:pt x="27" y="95"/>
                  </a:moveTo>
                  <a:lnTo>
                    <a:pt x="59" y="84"/>
                  </a:lnTo>
                  <a:lnTo>
                    <a:pt x="90" y="72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3"/>
                  </a:lnTo>
                  <a:lnTo>
                    <a:pt x="27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63" name=""/>
            <p:cNvSpPr/>
            <p:nvPr/>
          </p:nvSpPr>
          <p:spPr>
            <a:xfrm rot="0">
              <a:off x="1289" y="1023"/>
              <a:ext cx="23" cy="24"/>
            </a:xfrm>
            <a:custGeom>
              <a:avLst/>
              <a:ahLst/>
              <a:rect l="0" t="0" r="r" b="b"/>
              <a:pathLst>
                <a:path w="90" h="95">
                  <a:moveTo>
                    <a:pt x="27" y="95"/>
                  </a:moveTo>
                  <a:lnTo>
                    <a:pt x="59" y="84"/>
                  </a:lnTo>
                  <a:lnTo>
                    <a:pt x="90" y="72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3"/>
                  </a:lnTo>
                  <a:lnTo>
                    <a:pt x="27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64" name=""/>
            <p:cNvSpPr/>
            <p:nvPr/>
          </p:nvSpPr>
          <p:spPr>
            <a:xfrm rot="0">
              <a:off x="1297" y="1022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0" y="13"/>
                  </a:moveTo>
                  <a:lnTo>
                    <a:pt x="32" y="2"/>
                  </a:lnTo>
                  <a:lnTo>
                    <a:pt x="30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65" name=""/>
            <p:cNvSpPr/>
            <p:nvPr/>
          </p:nvSpPr>
          <p:spPr>
            <a:xfrm rot="0" flipH="1" flipV="1">
              <a:off x="1305" y="10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66" name=""/>
            <p:cNvSpPr/>
            <p:nvPr/>
          </p:nvSpPr>
          <p:spPr>
            <a:xfrm rot="0">
              <a:off x="1282" y="1005"/>
              <a:ext cx="23" cy="24"/>
            </a:xfrm>
            <a:custGeom>
              <a:avLst/>
              <a:ahLst/>
              <a:rect l="0" t="0" r="r" b="b"/>
              <a:pathLst>
                <a:path w="90" h="98">
                  <a:moveTo>
                    <a:pt x="30" y="98"/>
                  </a:moveTo>
                  <a:lnTo>
                    <a:pt x="60" y="84"/>
                  </a:lnTo>
                  <a:lnTo>
                    <a:pt x="90" y="71"/>
                  </a:lnTo>
                  <a:lnTo>
                    <a:pt x="60" y="0"/>
                  </a:lnTo>
                  <a:lnTo>
                    <a:pt x="30" y="13"/>
                  </a:lnTo>
                  <a:lnTo>
                    <a:pt x="0" y="27"/>
                  </a:lnTo>
                  <a:lnTo>
                    <a:pt x="30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67" name=""/>
            <p:cNvSpPr/>
            <p:nvPr/>
          </p:nvSpPr>
          <p:spPr>
            <a:xfrm rot="0">
              <a:off x="1282" y="1005"/>
              <a:ext cx="23" cy="24"/>
            </a:xfrm>
            <a:custGeom>
              <a:avLst/>
              <a:ahLst/>
              <a:rect l="0" t="0" r="r" b="b"/>
              <a:pathLst>
                <a:path w="90" h="98">
                  <a:moveTo>
                    <a:pt x="30" y="98"/>
                  </a:moveTo>
                  <a:lnTo>
                    <a:pt x="60" y="84"/>
                  </a:lnTo>
                  <a:lnTo>
                    <a:pt x="90" y="71"/>
                  </a:lnTo>
                  <a:lnTo>
                    <a:pt x="60" y="0"/>
                  </a:lnTo>
                  <a:lnTo>
                    <a:pt x="30" y="13"/>
                  </a:lnTo>
                  <a:lnTo>
                    <a:pt x="0" y="27"/>
                  </a:lnTo>
                  <a:lnTo>
                    <a:pt x="3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68" name=""/>
            <p:cNvSpPr/>
            <p:nvPr/>
          </p:nvSpPr>
          <p:spPr>
            <a:xfrm rot="0">
              <a:off x="1289" y="1004"/>
              <a:ext cx="8" cy="4"/>
            </a:xfrm>
            <a:custGeom>
              <a:avLst/>
              <a:ahLst/>
              <a:rect l="0" t="0" r="r" b="b"/>
              <a:pathLst>
                <a:path w="30" h="14">
                  <a:moveTo>
                    <a:pt x="0" y="14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69" name=""/>
            <p:cNvSpPr/>
            <p:nvPr/>
          </p:nvSpPr>
          <p:spPr>
            <a:xfrm rot="0" flipV="1">
              <a:off x="1297" y="1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70" name=""/>
            <p:cNvSpPr/>
            <p:nvPr/>
          </p:nvSpPr>
          <p:spPr>
            <a:xfrm rot="0">
              <a:off x="1274" y="986"/>
              <a:ext cx="23" cy="25"/>
            </a:xfrm>
            <a:custGeom>
              <a:avLst/>
              <a:ahLst/>
              <a:rect l="0" t="0" r="r" b="b"/>
              <a:pathLst>
                <a:path w="93" h="100">
                  <a:moveTo>
                    <a:pt x="33" y="100"/>
                  </a:moveTo>
                  <a:lnTo>
                    <a:pt x="63" y="85"/>
                  </a:lnTo>
                  <a:lnTo>
                    <a:pt x="93" y="71"/>
                  </a:lnTo>
                  <a:lnTo>
                    <a:pt x="60" y="0"/>
                  </a:lnTo>
                  <a:lnTo>
                    <a:pt x="30" y="14"/>
                  </a:lnTo>
                  <a:lnTo>
                    <a:pt x="0" y="29"/>
                  </a:lnTo>
                  <a:lnTo>
                    <a:pt x="33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71" name=""/>
            <p:cNvSpPr/>
            <p:nvPr/>
          </p:nvSpPr>
          <p:spPr>
            <a:xfrm rot="0">
              <a:off x="1274" y="986"/>
              <a:ext cx="23" cy="25"/>
            </a:xfrm>
            <a:custGeom>
              <a:avLst/>
              <a:ahLst/>
              <a:rect l="0" t="0" r="r" b="b"/>
              <a:pathLst>
                <a:path w="93" h="100">
                  <a:moveTo>
                    <a:pt x="33" y="100"/>
                  </a:moveTo>
                  <a:lnTo>
                    <a:pt x="63" y="85"/>
                  </a:lnTo>
                  <a:lnTo>
                    <a:pt x="93" y="71"/>
                  </a:lnTo>
                  <a:lnTo>
                    <a:pt x="60" y="0"/>
                  </a:lnTo>
                  <a:lnTo>
                    <a:pt x="30" y="14"/>
                  </a:lnTo>
                  <a:lnTo>
                    <a:pt x="0" y="29"/>
                  </a:lnTo>
                  <a:lnTo>
                    <a:pt x="33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72" name=""/>
            <p:cNvSpPr/>
            <p:nvPr/>
          </p:nvSpPr>
          <p:spPr>
            <a:xfrm rot="0">
              <a:off x="1281" y="986"/>
              <a:ext cx="8" cy="4"/>
            </a:xfrm>
            <a:custGeom>
              <a:avLst/>
              <a:ahLst/>
              <a:rect l="0" t="0" r="r" b="b"/>
              <a:pathLst>
                <a:path w="30" h="15">
                  <a:moveTo>
                    <a:pt x="0" y="15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73" name=""/>
            <p:cNvSpPr/>
            <p:nvPr/>
          </p:nvSpPr>
          <p:spPr>
            <a:xfrm rot="0" flipV="1">
              <a:off x="1289" y="9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74" name=""/>
            <p:cNvSpPr/>
            <p:nvPr/>
          </p:nvSpPr>
          <p:spPr>
            <a:xfrm rot="0">
              <a:off x="1265" y="969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36" y="100"/>
                  </a:moveTo>
                  <a:lnTo>
                    <a:pt x="66" y="84"/>
                  </a:lnTo>
                  <a:lnTo>
                    <a:pt x="96" y="69"/>
                  </a:lnTo>
                  <a:lnTo>
                    <a:pt x="61" y="0"/>
                  </a:lnTo>
                  <a:lnTo>
                    <a:pt x="31" y="16"/>
                  </a:lnTo>
                  <a:lnTo>
                    <a:pt x="0" y="32"/>
                  </a:lnTo>
                  <a:lnTo>
                    <a:pt x="36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75" name=""/>
            <p:cNvSpPr/>
            <p:nvPr/>
          </p:nvSpPr>
          <p:spPr>
            <a:xfrm rot="0">
              <a:off x="1265" y="969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36" y="100"/>
                  </a:moveTo>
                  <a:lnTo>
                    <a:pt x="66" y="84"/>
                  </a:lnTo>
                  <a:lnTo>
                    <a:pt x="96" y="69"/>
                  </a:lnTo>
                  <a:lnTo>
                    <a:pt x="61" y="0"/>
                  </a:lnTo>
                  <a:lnTo>
                    <a:pt x="31" y="16"/>
                  </a:lnTo>
                  <a:lnTo>
                    <a:pt x="0" y="32"/>
                  </a:lnTo>
                  <a:lnTo>
                    <a:pt x="36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76" name=""/>
            <p:cNvSpPr/>
            <p:nvPr/>
          </p:nvSpPr>
          <p:spPr>
            <a:xfrm rot="0">
              <a:off x="1272" y="969"/>
              <a:ext cx="8" cy="4"/>
            </a:xfrm>
            <a:custGeom>
              <a:avLst/>
              <a:ahLst/>
              <a:rect l="0" t="0" r="r" b="b"/>
              <a:pathLst>
                <a:path w="30" h="17">
                  <a:moveTo>
                    <a:pt x="0" y="17"/>
                  </a:moveTo>
                  <a:lnTo>
                    <a:pt x="30" y="1"/>
                  </a:lnTo>
                  <a:lnTo>
                    <a:pt x="28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77" name=""/>
            <p:cNvSpPr/>
            <p:nvPr/>
          </p:nvSpPr>
          <p:spPr>
            <a:xfrm rot="0" flipH="1" flipV="1">
              <a:off x="1280" y="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78" name=""/>
            <p:cNvSpPr/>
            <p:nvPr/>
          </p:nvSpPr>
          <p:spPr>
            <a:xfrm rot="0">
              <a:off x="1255" y="952"/>
              <a:ext cx="25" cy="25"/>
            </a:xfrm>
            <a:custGeom>
              <a:avLst/>
              <a:ahLst/>
              <a:rect l="0" t="0" r="r" b="b"/>
              <a:pathLst>
                <a:path w="97" h="101">
                  <a:moveTo>
                    <a:pt x="40" y="101"/>
                  </a:moveTo>
                  <a:lnTo>
                    <a:pt x="69" y="84"/>
                  </a:lnTo>
                  <a:lnTo>
                    <a:pt x="97" y="67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40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79" name=""/>
            <p:cNvSpPr/>
            <p:nvPr/>
          </p:nvSpPr>
          <p:spPr>
            <a:xfrm rot="0">
              <a:off x="1255" y="952"/>
              <a:ext cx="25" cy="25"/>
            </a:xfrm>
            <a:custGeom>
              <a:avLst/>
              <a:ahLst/>
              <a:rect l="0" t="0" r="r" b="b"/>
              <a:pathLst>
                <a:path w="97" h="101">
                  <a:moveTo>
                    <a:pt x="40" y="101"/>
                  </a:moveTo>
                  <a:lnTo>
                    <a:pt x="69" y="84"/>
                  </a:lnTo>
                  <a:lnTo>
                    <a:pt x="97" y="67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4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80" name=""/>
            <p:cNvSpPr/>
            <p:nvPr/>
          </p:nvSpPr>
          <p:spPr>
            <a:xfrm rot="0">
              <a:off x="1263" y="952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0" y="17"/>
                  </a:moveTo>
                  <a:lnTo>
                    <a:pt x="29" y="0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81" name=""/>
            <p:cNvSpPr/>
            <p:nvPr/>
          </p:nvSpPr>
          <p:spPr>
            <a:xfrm rot="0">
              <a:off x="1270" y="9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82" name=""/>
            <p:cNvSpPr/>
            <p:nvPr/>
          </p:nvSpPr>
          <p:spPr>
            <a:xfrm rot="0">
              <a:off x="1245" y="936"/>
              <a:ext cx="25" cy="25"/>
            </a:xfrm>
            <a:custGeom>
              <a:avLst/>
              <a:ahLst/>
              <a:rect l="0" t="0" r="r" b="b"/>
              <a:pathLst>
                <a:path w="99" h="100">
                  <a:moveTo>
                    <a:pt x="41" y="100"/>
                  </a:moveTo>
                  <a:lnTo>
                    <a:pt x="70" y="83"/>
                  </a:lnTo>
                  <a:lnTo>
                    <a:pt x="99" y="66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41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83" name=""/>
            <p:cNvSpPr/>
            <p:nvPr/>
          </p:nvSpPr>
          <p:spPr>
            <a:xfrm rot="0">
              <a:off x="1245" y="936"/>
              <a:ext cx="25" cy="25"/>
            </a:xfrm>
            <a:custGeom>
              <a:avLst/>
              <a:ahLst/>
              <a:rect l="0" t="0" r="r" b="b"/>
              <a:pathLst>
                <a:path w="99" h="100">
                  <a:moveTo>
                    <a:pt x="41" y="100"/>
                  </a:moveTo>
                  <a:lnTo>
                    <a:pt x="70" y="83"/>
                  </a:lnTo>
                  <a:lnTo>
                    <a:pt x="99" y="66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41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84" name=""/>
            <p:cNvSpPr/>
            <p:nvPr/>
          </p:nvSpPr>
          <p:spPr>
            <a:xfrm rot="0">
              <a:off x="1252" y="935"/>
              <a:ext cx="8" cy="5"/>
            </a:xfrm>
            <a:custGeom>
              <a:avLst/>
              <a:ahLst/>
              <a:rect l="0" t="0" r="r" b="b"/>
              <a:pathLst>
                <a:path w="29" h="18">
                  <a:moveTo>
                    <a:pt x="0" y="18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85" name=""/>
            <p:cNvSpPr/>
            <p:nvPr/>
          </p:nvSpPr>
          <p:spPr>
            <a:xfrm rot="0" flipH="1" flipV="1">
              <a:off x="1259" y="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86" name=""/>
            <p:cNvSpPr/>
            <p:nvPr/>
          </p:nvSpPr>
          <p:spPr>
            <a:xfrm rot="0">
              <a:off x="1235" y="919"/>
              <a:ext cx="24" cy="25"/>
            </a:xfrm>
            <a:custGeom>
              <a:avLst/>
              <a:ahLst/>
              <a:rect l="0" t="0" r="r" b="b"/>
              <a:pathLst>
                <a:path w="99" h="102">
                  <a:moveTo>
                    <a:pt x="44" y="102"/>
                  </a:moveTo>
                  <a:lnTo>
                    <a:pt x="71" y="83"/>
                  </a:lnTo>
                  <a:lnTo>
                    <a:pt x="99" y="65"/>
                  </a:lnTo>
                  <a:lnTo>
                    <a:pt x="56" y="0"/>
                  </a:lnTo>
                  <a:lnTo>
                    <a:pt x="28" y="19"/>
                  </a:lnTo>
                  <a:lnTo>
                    <a:pt x="0" y="37"/>
                  </a:lnTo>
                  <a:lnTo>
                    <a:pt x="44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87" name=""/>
            <p:cNvSpPr/>
            <p:nvPr/>
          </p:nvSpPr>
          <p:spPr>
            <a:xfrm rot="0">
              <a:off x="1235" y="919"/>
              <a:ext cx="24" cy="25"/>
            </a:xfrm>
            <a:custGeom>
              <a:avLst/>
              <a:ahLst/>
              <a:rect l="0" t="0" r="r" b="b"/>
              <a:pathLst>
                <a:path w="99" h="102">
                  <a:moveTo>
                    <a:pt x="44" y="102"/>
                  </a:moveTo>
                  <a:lnTo>
                    <a:pt x="71" y="83"/>
                  </a:lnTo>
                  <a:lnTo>
                    <a:pt x="99" y="65"/>
                  </a:lnTo>
                  <a:lnTo>
                    <a:pt x="56" y="0"/>
                  </a:lnTo>
                  <a:lnTo>
                    <a:pt x="28" y="19"/>
                  </a:lnTo>
                  <a:lnTo>
                    <a:pt x="0" y="37"/>
                  </a:lnTo>
                  <a:lnTo>
                    <a:pt x="44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88" name=""/>
            <p:cNvSpPr/>
            <p:nvPr/>
          </p:nvSpPr>
          <p:spPr>
            <a:xfrm rot="0">
              <a:off x="1242" y="919"/>
              <a:ext cx="6" cy="5"/>
            </a:xfrm>
            <a:custGeom>
              <a:avLst/>
              <a:ahLst/>
              <a:rect l="0" t="0" r="r" b="b"/>
              <a:pathLst>
                <a:path w="28" h="20">
                  <a:moveTo>
                    <a:pt x="0" y="20"/>
                  </a:moveTo>
                  <a:lnTo>
                    <a:pt x="28" y="1"/>
                  </a:lnTo>
                  <a:lnTo>
                    <a:pt x="2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89" name=""/>
            <p:cNvSpPr/>
            <p:nvPr/>
          </p:nvSpPr>
          <p:spPr>
            <a:xfrm rot="0" flipV="1">
              <a:off x="1248" y="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90" name=""/>
            <p:cNvSpPr/>
            <p:nvPr/>
          </p:nvSpPr>
          <p:spPr>
            <a:xfrm rot="0">
              <a:off x="1223" y="903"/>
              <a:ext cx="25" cy="26"/>
            </a:xfrm>
            <a:custGeom>
              <a:avLst/>
              <a:ahLst/>
              <a:rect l="0" t="0" r="r" b="b"/>
              <a:pathLst>
                <a:path w="100" h="102">
                  <a:moveTo>
                    <a:pt x="44" y="102"/>
                  </a:moveTo>
                  <a:lnTo>
                    <a:pt x="72" y="82"/>
                  </a:lnTo>
                  <a:lnTo>
                    <a:pt x="100" y="62"/>
                  </a:lnTo>
                  <a:lnTo>
                    <a:pt x="55" y="0"/>
                  </a:lnTo>
                  <a:lnTo>
                    <a:pt x="27" y="20"/>
                  </a:lnTo>
                  <a:lnTo>
                    <a:pt x="0" y="40"/>
                  </a:lnTo>
                  <a:lnTo>
                    <a:pt x="44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91" name=""/>
            <p:cNvSpPr/>
            <p:nvPr/>
          </p:nvSpPr>
          <p:spPr>
            <a:xfrm rot="0">
              <a:off x="1223" y="903"/>
              <a:ext cx="25" cy="26"/>
            </a:xfrm>
            <a:custGeom>
              <a:avLst/>
              <a:ahLst/>
              <a:rect l="0" t="0" r="r" b="b"/>
              <a:pathLst>
                <a:path w="100" h="102">
                  <a:moveTo>
                    <a:pt x="44" y="102"/>
                  </a:moveTo>
                  <a:lnTo>
                    <a:pt x="72" y="82"/>
                  </a:lnTo>
                  <a:lnTo>
                    <a:pt x="100" y="62"/>
                  </a:lnTo>
                  <a:lnTo>
                    <a:pt x="55" y="0"/>
                  </a:lnTo>
                  <a:lnTo>
                    <a:pt x="27" y="20"/>
                  </a:lnTo>
                  <a:lnTo>
                    <a:pt x="0" y="40"/>
                  </a:lnTo>
                  <a:lnTo>
                    <a:pt x="44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92" name=""/>
            <p:cNvSpPr/>
            <p:nvPr/>
          </p:nvSpPr>
          <p:spPr>
            <a:xfrm rot="0">
              <a:off x="1230" y="903"/>
              <a:ext cx="7" cy="5"/>
            </a:xfrm>
            <a:custGeom>
              <a:avLst/>
              <a:ahLst/>
              <a:rect l="0" t="0" r="r" b="b"/>
              <a:pathLst>
                <a:path w="28" h="21">
                  <a:moveTo>
                    <a:pt x="0" y="21"/>
                  </a:moveTo>
                  <a:lnTo>
                    <a:pt x="28" y="1"/>
                  </a:lnTo>
                  <a:lnTo>
                    <a:pt x="27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93" name=""/>
            <p:cNvSpPr/>
            <p:nvPr/>
          </p:nvSpPr>
          <p:spPr>
            <a:xfrm rot="0" flipH="1" flipV="1">
              <a:off x="1237" y="9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94" name=""/>
            <p:cNvSpPr/>
            <p:nvPr/>
          </p:nvSpPr>
          <p:spPr>
            <a:xfrm rot="0">
              <a:off x="1212" y="888"/>
              <a:ext cx="25" cy="26"/>
            </a:xfrm>
            <a:custGeom>
              <a:avLst/>
              <a:ahLst/>
              <a:rect l="0" t="0" r="r" b="b"/>
              <a:pathLst>
                <a:path w="102" h="104">
                  <a:moveTo>
                    <a:pt x="49" y="104"/>
                  </a:moveTo>
                  <a:lnTo>
                    <a:pt x="75" y="83"/>
                  </a:lnTo>
                  <a:lnTo>
                    <a:pt x="102" y="62"/>
                  </a:lnTo>
                  <a:lnTo>
                    <a:pt x="53" y="0"/>
                  </a:lnTo>
                  <a:lnTo>
                    <a:pt x="27" y="21"/>
                  </a:lnTo>
                  <a:lnTo>
                    <a:pt x="0" y="42"/>
                  </a:lnTo>
                  <a:lnTo>
                    <a:pt x="49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95" name=""/>
            <p:cNvSpPr/>
            <p:nvPr/>
          </p:nvSpPr>
          <p:spPr>
            <a:xfrm rot="0">
              <a:off x="1212" y="888"/>
              <a:ext cx="25" cy="26"/>
            </a:xfrm>
            <a:custGeom>
              <a:avLst/>
              <a:ahLst/>
              <a:rect l="0" t="0" r="r" b="b"/>
              <a:pathLst>
                <a:path w="102" h="104">
                  <a:moveTo>
                    <a:pt x="49" y="104"/>
                  </a:moveTo>
                  <a:lnTo>
                    <a:pt x="75" y="83"/>
                  </a:lnTo>
                  <a:lnTo>
                    <a:pt x="102" y="62"/>
                  </a:lnTo>
                  <a:lnTo>
                    <a:pt x="53" y="0"/>
                  </a:lnTo>
                  <a:lnTo>
                    <a:pt x="27" y="21"/>
                  </a:lnTo>
                  <a:lnTo>
                    <a:pt x="0" y="42"/>
                  </a:lnTo>
                  <a:lnTo>
                    <a:pt x="49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96" name=""/>
            <p:cNvSpPr/>
            <p:nvPr/>
          </p:nvSpPr>
          <p:spPr>
            <a:xfrm rot="0">
              <a:off x="1218" y="887"/>
              <a:ext cx="7" cy="6"/>
            </a:xfrm>
            <a:custGeom>
              <a:avLst/>
              <a:ahLst/>
              <a:rect l="0" t="0" r="r" b="b"/>
              <a:pathLst>
                <a:path w="26" h="22">
                  <a:moveTo>
                    <a:pt x="0" y="22"/>
                  </a:moveTo>
                  <a:lnTo>
                    <a:pt x="26" y="1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97" name=""/>
            <p:cNvSpPr/>
            <p:nvPr/>
          </p:nvSpPr>
          <p:spPr>
            <a:xfrm rot="0" flipH="1" flipV="1">
              <a:off x="1224" y="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098" name=""/>
            <p:cNvSpPr/>
            <p:nvPr/>
          </p:nvSpPr>
          <p:spPr>
            <a:xfrm rot="0">
              <a:off x="1199" y="873"/>
              <a:ext cx="25" cy="25"/>
            </a:xfrm>
            <a:custGeom>
              <a:avLst/>
              <a:ahLst/>
              <a:rect l="0" t="0" r="r" b="b"/>
              <a:pathLst>
                <a:path w="100" h="103">
                  <a:moveTo>
                    <a:pt x="50" y="103"/>
                  </a:moveTo>
                  <a:lnTo>
                    <a:pt x="75" y="80"/>
                  </a:lnTo>
                  <a:lnTo>
                    <a:pt x="100" y="58"/>
                  </a:lnTo>
                  <a:lnTo>
                    <a:pt x="50" y="0"/>
                  </a:lnTo>
                  <a:lnTo>
                    <a:pt x="25" y="23"/>
                  </a:lnTo>
                  <a:lnTo>
                    <a:pt x="0" y="45"/>
                  </a:lnTo>
                  <a:lnTo>
                    <a:pt x="50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099" name=""/>
            <p:cNvSpPr/>
            <p:nvPr/>
          </p:nvSpPr>
          <p:spPr>
            <a:xfrm rot="0">
              <a:off x="1199" y="873"/>
              <a:ext cx="25" cy="25"/>
            </a:xfrm>
            <a:custGeom>
              <a:avLst/>
              <a:ahLst/>
              <a:rect l="0" t="0" r="r" b="b"/>
              <a:pathLst>
                <a:path w="100" h="103">
                  <a:moveTo>
                    <a:pt x="50" y="103"/>
                  </a:moveTo>
                  <a:lnTo>
                    <a:pt x="75" y="80"/>
                  </a:lnTo>
                  <a:lnTo>
                    <a:pt x="100" y="58"/>
                  </a:lnTo>
                  <a:lnTo>
                    <a:pt x="50" y="0"/>
                  </a:lnTo>
                  <a:lnTo>
                    <a:pt x="25" y="23"/>
                  </a:lnTo>
                  <a:lnTo>
                    <a:pt x="0" y="45"/>
                  </a:lnTo>
                  <a:lnTo>
                    <a:pt x="50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00" name=""/>
            <p:cNvSpPr/>
            <p:nvPr/>
          </p:nvSpPr>
          <p:spPr>
            <a:xfrm rot="0">
              <a:off x="1206" y="873"/>
              <a:ext cx="6" cy="5"/>
            </a:xfrm>
            <a:custGeom>
              <a:avLst/>
              <a:ahLst/>
              <a:rect l="0" t="0" r="r" b="b"/>
              <a:pathLst>
                <a:path w="25" h="23">
                  <a:moveTo>
                    <a:pt x="0" y="23"/>
                  </a:moveTo>
                  <a:lnTo>
                    <a:pt x="25" y="0"/>
                  </a:lnTo>
                  <a:lnTo>
                    <a:pt x="25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01" name=""/>
            <p:cNvSpPr/>
            <p:nvPr/>
          </p:nvSpPr>
          <p:spPr>
            <a:xfrm rot="0">
              <a:off x="1212" y="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02" name=""/>
            <p:cNvSpPr/>
            <p:nvPr/>
          </p:nvSpPr>
          <p:spPr>
            <a:xfrm rot="0">
              <a:off x="1186" y="859"/>
              <a:ext cx="26" cy="25"/>
            </a:xfrm>
            <a:custGeom>
              <a:avLst/>
              <a:ahLst/>
              <a:rect l="0" t="0" r="r" b="b"/>
              <a:pathLst>
                <a:path w="103" h="101">
                  <a:moveTo>
                    <a:pt x="53" y="101"/>
                  </a:moveTo>
                  <a:lnTo>
                    <a:pt x="78" y="79"/>
                  </a:lnTo>
                  <a:lnTo>
                    <a:pt x="103" y="56"/>
                  </a:lnTo>
                  <a:lnTo>
                    <a:pt x="50" y="0"/>
                  </a:lnTo>
                  <a:lnTo>
                    <a:pt x="25" y="22"/>
                  </a:lnTo>
                  <a:lnTo>
                    <a:pt x="0" y="44"/>
                  </a:lnTo>
                  <a:lnTo>
                    <a:pt x="53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03" name=""/>
            <p:cNvSpPr/>
            <p:nvPr/>
          </p:nvSpPr>
          <p:spPr>
            <a:xfrm rot="0">
              <a:off x="1186" y="859"/>
              <a:ext cx="26" cy="25"/>
            </a:xfrm>
            <a:custGeom>
              <a:avLst/>
              <a:ahLst/>
              <a:rect l="0" t="0" r="r" b="b"/>
              <a:pathLst>
                <a:path w="103" h="101">
                  <a:moveTo>
                    <a:pt x="53" y="101"/>
                  </a:moveTo>
                  <a:lnTo>
                    <a:pt x="78" y="79"/>
                  </a:lnTo>
                  <a:lnTo>
                    <a:pt x="103" y="56"/>
                  </a:lnTo>
                  <a:lnTo>
                    <a:pt x="50" y="0"/>
                  </a:lnTo>
                  <a:lnTo>
                    <a:pt x="25" y="22"/>
                  </a:lnTo>
                  <a:lnTo>
                    <a:pt x="0" y="44"/>
                  </a:lnTo>
                  <a:lnTo>
                    <a:pt x="53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04" name=""/>
            <p:cNvSpPr/>
            <p:nvPr/>
          </p:nvSpPr>
          <p:spPr>
            <a:xfrm rot="0">
              <a:off x="1193" y="858"/>
              <a:ext cx="6" cy="6"/>
            </a:xfrm>
            <a:custGeom>
              <a:avLst/>
              <a:ahLst/>
              <a:rect l="0" t="0" r="r" b="b"/>
              <a:pathLst>
                <a:path w="25" h="24">
                  <a:moveTo>
                    <a:pt x="0" y="24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05" name=""/>
            <p:cNvSpPr/>
            <p:nvPr/>
          </p:nvSpPr>
          <p:spPr>
            <a:xfrm rot="0" flipH="1" flipV="1">
              <a:off x="1198" y="8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06" name=""/>
            <p:cNvSpPr/>
            <p:nvPr/>
          </p:nvSpPr>
          <p:spPr>
            <a:xfrm rot="0">
              <a:off x="1173" y="845"/>
              <a:ext cx="25" cy="25"/>
            </a:xfrm>
            <a:custGeom>
              <a:avLst/>
              <a:ahLst/>
              <a:rect l="0" t="0" r="r" b="b"/>
              <a:pathLst>
                <a:path w="103" h="103">
                  <a:moveTo>
                    <a:pt x="56" y="103"/>
                  </a:moveTo>
                  <a:lnTo>
                    <a:pt x="79" y="79"/>
                  </a:lnTo>
                  <a:lnTo>
                    <a:pt x="103" y="55"/>
                  </a:lnTo>
                  <a:lnTo>
                    <a:pt x="48" y="0"/>
                  </a:lnTo>
                  <a:lnTo>
                    <a:pt x="24" y="24"/>
                  </a:lnTo>
                  <a:lnTo>
                    <a:pt x="0" y="47"/>
                  </a:lnTo>
                  <a:lnTo>
                    <a:pt x="56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07" name=""/>
            <p:cNvSpPr/>
            <p:nvPr/>
          </p:nvSpPr>
          <p:spPr>
            <a:xfrm rot="0">
              <a:off x="1173" y="845"/>
              <a:ext cx="25" cy="25"/>
            </a:xfrm>
            <a:custGeom>
              <a:avLst/>
              <a:ahLst/>
              <a:rect l="0" t="0" r="r" b="b"/>
              <a:pathLst>
                <a:path w="103" h="103">
                  <a:moveTo>
                    <a:pt x="56" y="103"/>
                  </a:moveTo>
                  <a:lnTo>
                    <a:pt x="79" y="79"/>
                  </a:lnTo>
                  <a:lnTo>
                    <a:pt x="103" y="55"/>
                  </a:lnTo>
                  <a:lnTo>
                    <a:pt x="48" y="0"/>
                  </a:lnTo>
                  <a:lnTo>
                    <a:pt x="24" y="24"/>
                  </a:lnTo>
                  <a:lnTo>
                    <a:pt x="0" y="47"/>
                  </a:lnTo>
                  <a:lnTo>
                    <a:pt x="56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08" name=""/>
            <p:cNvSpPr/>
            <p:nvPr/>
          </p:nvSpPr>
          <p:spPr>
            <a:xfrm rot="0">
              <a:off x="1179" y="844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0" y="25"/>
                  </a:moveTo>
                  <a:lnTo>
                    <a:pt x="24" y="1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09" name=""/>
            <p:cNvSpPr/>
            <p:nvPr/>
          </p:nvSpPr>
          <p:spPr>
            <a:xfrm rot="0" flipH="1" flipV="1">
              <a:off x="1184" y="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10" name=""/>
            <p:cNvSpPr/>
            <p:nvPr/>
          </p:nvSpPr>
          <p:spPr>
            <a:xfrm rot="0">
              <a:off x="1159" y="831"/>
              <a:ext cx="25" cy="26"/>
            </a:xfrm>
            <a:custGeom>
              <a:avLst/>
              <a:ahLst/>
              <a:rect l="0" t="0" r="r" b="b"/>
              <a:pathLst>
                <a:path w="101" h="103">
                  <a:moveTo>
                    <a:pt x="57" y="103"/>
                  </a:moveTo>
                  <a:lnTo>
                    <a:pt x="79" y="78"/>
                  </a:lnTo>
                  <a:lnTo>
                    <a:pt x="101" y="53"/>
                  </a:lnTo>
                  <a:lnTo>
                    <a:pt x="45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57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11" name=""/>
            <p:cNvSpPr/>
            <p:nvPr/>
          </p:nvSpPr>
          <p:spPr>
            <a:xfrm rot="0">
              <a:off x="1159" y="831"/>
              <a:ext cx="25" cy="26"/>
            </a:xfrm>
            <a:custGeom>
              <a:avLst/>
              <a:ahLst/>
              <a:rect l="0" t="0" r="r" b="b"/>
              <a:pathLst>
                <a:path w="101" h="103">
                  <a:moveTo>
                    <a:pt x="57" y="103"/>
                  </a:moveTo>
                  <a:lnTo>
                    <a:pt x="79" y="78"/>
                  </a:lnTo>
                  <a:lnTo>
                    <a:pt x="101" y="53"/>
                  </a:lnTo>
                  <a:lnTo>
                    <a:pt x="45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57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12" name=""/>
            <p:cNvSpPr/>
            <p:nvPr/>
          </p:nvSpPr>
          <p:spPr>
            <a:xfrm rot="0">
              <a:off x="1165" y="831"/>
              <a:ext cx="5" cy="6"/>
            </a:xfrm>
            <a:custGeom>
              <a:avLst/>
              <a:ahLst/>
              <a:rect l="0" t="0" r="r" b="b"/>
              <a:pathLst>
                <a:path w="23" h="25">
                  <a:moveTo>
                    <a:pt x="0" y="25"/>
                  </a:moveTo>
                  <a:lnTo>
                    <a:pt x="23" y="0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13" name=""/>
            <p:cNvSpPr/>
            <p:nvPr/>
          </p:nvSpPr>
          <p:spPr>
            <a:xfrm rot="0" flipH="1">
              <a:off x="1170" y="8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14" name=""/>
            <p:cNvSpPr/>
            <p:nvPr/>
          </p:nvSpPr>
          <p:spPr>
            <a:xfrm rot="0">
              <a:off x="1145" y="819"/>
              <a:ext cx="25" cy="25"/>
            </a:xfrm>
            <a:custGeom>
              <a:avLst/>
              <a:ahLst/>
              <a:rect l="0" t="0" r="r" b="b"/>
              <a:pathLst>
                <a:path w="102" h="100">
                  <a:moveTo>
                    <a:pt x="59" y="100"/>
                  </a:moveTo>
                  <a:lnTo>
                    <a:pt x="80" y="75"/>
                  </a:lnTo>
                  <a:lnTo>
                    <a:pt x="102" y="50"/>
                  </a:lnTo>
                  <a:lnTo>
                    <a:pt x="42" y="0"/>
                  </a:lnTo>
                  <a:lnTo>
                    <a:pt x="21" y="25"/>
                  </a:lnTo>
                  <a:lnTo>
                    <a:pt x="0" y="50"/>
                  </a:lnTo>
                  <a:lnTo>
                    <a:pt x="59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15" name=""/>
            <p:cNvSpPr/>
            <p:nvPr/>
          </p:nvSpPr>
          <p:spPr>
            <a:xfrm rot="0">
              <a:off x="1145" y="819"/>
              <a:ext cx="25" cy="25"/>
            </a:xfrm>
            <a:custGeom>
              <a:avLst/>
              <a:ahLst/>
              <a:rect l="0" t="0" r="r" b="b"/>
              <a:pathLst>
                <a:path w="102" h="100">
                  <a:moveTo>
                    <a:pt x="59" y="100"/>
                  </a:moveTo>
                  <a:lnTo>
                    <a:pt x="80" y="75"/>
                  </a:lnTo>
                  <a:lnTo>
                    <a:pt x="102" y="50"/>
                  </a:lnTo>
                  <a:lnTo>
                    <a:pt x="42" y="0"/>
                  </a:lnTo>
                  <a:lnTo>
                    <a:pt x="21" y="25"/>
                  </a:lnTo>
                  <a:lnTo>
                    <a:pt x="0" y="50"/>
                  </a:lnTo>
                  <a:lnTo>
                    <a:pt x="59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16" name=""/>
            <p:cNvSpPr/>
            <p:nvPr/>
          </p:nvSpPr>
          <p:spPr>
            <a:xfrm rot="0">
              <a:off x="1150" y="818"/>
              <a:ext cx="5" cy="7"/>
            </a:xfrm>
            <a:custGeom>
              <a:avLst/>
              <a:ahLst/>
              <a:rect l="0" t="0" r="r" b="b"/>
              <a:pathLst>
                <a:path w="21" h="26">
                  <a:moveTo>
                    <a:pt x="0" y="26"/>
                  </a:moveTo>
                  <a:lnTo>
                    <a:pt x="21" y="1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17" name=""/>
            <p:cNvSpPr/>
            <p:nvPr/>
          </p:nvSpPr>
          <p:spPr>
            <a:xfrm rot="0" flipV="1">
              <a:off x="1155" y="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18" name=""/>
            <p:cNvSpPr/>
            <p:nvPr/>
          </p:nvSpPr>
          <p:spPr>
            <a:xfrm rot="0">
              <a:off x="1129" y="806"/>
              <a:ext cx="26" cy="25"/>
            </a:xfrm>
            <a:custGeom>
              <a:avLst/>
              <a:ahLst/>
              <a:rect l="0" t="0" r="r" b="b"/>
              <a:pathLst>
                <a:path w="102" h="102">
                  <a:moveTo>
                    <a:pt x="60" y="102"/>
                  </a:moveTo>
                  <a:lnTo>
                    <a:pt x="81" y="75"/>
                  </a:lnTo>
                  <a:lnTo>
                    <a:pt x="102" y="49"/>
                  </a:lnTo>
                  <a:lnTo>
                    <a:pt x="42" y="0"/>
                  </a:lnTo>
                  <a:lnTo>
                    <a:pt x="21" y="27"/>
                  </a:lnTo>
                  <a:lnTo>
                    <a:pt x="0" y="53"/>
                  </a:lnTo>
                  <a:lnTo>
                    <a:pt x="6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19" name=""/>
            <p:cNvSpPr/>
            <p:nvPr/>
          </p:nvSpPr>
          <p:spPr>
            <a:xfrm rot="0">
              <a:off x="1129" y="806"/>
              <a:ext cx="26" cy="25"/>
            </a:xfrm>
            <a:custGeom>
              <a:avLst/>
              <a:ahLst/>
              <a:rect l="0" t="0" r="r" b="b"/>
              <a:pathLst>
                <a:path w="102" h="102">
                  <a:moveTo>
                    <a:pt x="60" y="102"/>
                  </a:moveTo>
                  <a:lnTo>
                    <a:pt x="81" y="75"/>
                  </a:lnTo>
                  <a:lnTo>
                    <a:pt x="102" y="49"/>
                  </a:lnTo>
                  <a:lnTo>
                    <a:pt x="42" y="0"/>
                  </a:lnTo>
                  <a:lnTo>
                    <a:pt x="21" y="27"/>
                  </a:lnTo>
                  <a:lnTo>
                    <a:pt x="0" y="53"/>
                  </a:lnTo>
                  <a:lnTo>
                    <a:pt x="6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20" name=""/>
            <p:cNvSpPr/>
            <p:nvPr/>
          </p:nvSpPr>
          <p:spPr>
            <a:xfrm rot="0">
              <a:off x="1135" y="806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0" y="27"/>
                  </a:moveTo>
                  <a:lnTo>
                    <a:pt x="21" y="0"/>
                  </a:lnTo>
                  <a:lnTo>
                    <a:pt x="20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21" name=""/>
            <p:cNvSpPr/>
            <p:nvPr/>
          </p:nvSpPr>
          <p:spPr>
            <a:xfrm rot="0" flipH="1">
              <a:off x="1140" y="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22" name=""/>
            <p:cNvSpPr/>
            <p:nvPr/>
          </p:nvSpPr>
          <p:spPr>
            <a:xfrm rot="0">
              <a:off x="1114" y="795"/>
              <a:ext cx="26" cy="24"/>
            </a:xfrm>
            <a:custGeom>
              <a:avLst/>
              <a:ahLst/>
              <a:rect l="0" t="0" r="r" b="b"/>
              <a:pathLst>
                <a:path w="102" h="99">
                  <a:moveTo>
                    <a:pt x="62" y="99"/>
                  </a:moveTo>
                  <a:lnTo>
                    <a:pt x="82" y="73"/>
                  </a:lnTo>
                  <a:lnTo>
                    <a:pt x="102" y="46"/>
                  </a:lnTo>
                  <a:lnTo>
                    <a:pt x="40" y="0"/>
                  </a:lnTo>
                  <a:lnTo>
                    <a:pt x="20" y="27"/>
                  </a:lnTo>
                  <a:lnTo>
                    <a:pt x="0" y="53"/>
                  </a:lnTo>
                  <a:lnTo>
                    <a:pt x="62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23" name=""/>
            <p:cNvSpPr/>
            <p:nvPr/>
          </p:nvSpPr>
          <p:spPr>
            <a:xfrm rot="0">
              <a:off x="1114" y="795"/>
              <a:ext cx="26" cy="24"/>
            </a:xfrm>
            <a:custGeom>
              <a:avLst/>
              <a:ahLst/>
              <a:rect l="0" t="0" r="r" b="b"/>
              <a:pathLst>
                <a:path w="102" h="99">
                  <a:moveTo>
                    <a:pt x="62" y="99"/>
                  </a:moveTo>
                  <a:lnTo>
                    <a:pt x="82" y="73"/>
                  </a:lnTo>
                  <a:lnTo>
                    <a:pt x="102" y="46"/>
                  </a:lnTo>
                  <a:lnTo>
                    <a:pt x="40" y="0"/>
                  </a:lnTo>
                  <a:lnTo>
                    <a:pt x="20" y="27"/>
                  </a:lnTo>
                  <a:lnTo>
                    <a:pt x="0" y="53"/>
                  </a:lnTo>
                  <a:lnTo>
                    <a:pt x="62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24" name=""/>
            <p:cNvSpPr/>
            <p:nvPr/>
          </p:nvSpPr>
          <p:spPr>
            <a:xfrm rot="0">
              <a:off x="1119" y="794"/>
              <a:ext cx="5" cy="7"/>
            </a:xfrm>
            <a:custGeom>
              <a:avLst/>
              <a:ahLst/>
              <a:rect l="0" t="0" r="r" b="b"/>
              <a:pathLst>
                <a:path w="20" h="28">
                  <a:moveTo>
                    <a:pt x="0" y="28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25" name=""/>
            <p:cNvSpPr/>
            <p:nvPr/>
          </p:nvSpPr>
          <p:spPr>
            <a:xfrm rot="0" flipH="1" flipV="1">
              <a:off x="1124" y="7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26" name=""/>
            <p:cNvSpPr/>
            <p:nvPr/>
          </p:nvSpPr>
          <p:spPr>
            <a:xfrm rot="0">
              <a:off x="1099" y="783"/>
              <a:ext cx="25" cy="25"/>
            </a:xfrm>
            <a:custGeom>
              <a:avLst/>
              <a:ahLst/>
              <a:rect l="0" t="0" r="r" b="b"/>
              <a:pathLst>
                <a:path w="102" h="98">
                  <a:moveTo>
                    <a:pt x="65" y="98"/>
                  </a:moveTo>
                  <a:lnTo>
                    <a:pt x="83" y="71"/>
                  </a:lnTo>
                  <a:lnTo>
                    <a:pt x="102" y="43"/>
                  </a:lnTo>
                  <a:lnTo>
                    <a:pt x="37" y="0"/>
                  </a:lnTo>
                  <a:lnTo>
                    <a:pt x="19" y="27"/>
                  </a:lnTo>
                  <a:lnTo>
                    <a:pt x="0" y="55"/>
                  </a:lnTo>
                  <a:lnTo>
                    <a:pt x="65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27" name=""/>
            <p:cNvSpPr/>
            <p:nvPr/>
          </p:nvSpPr>
          <p:spPr>
            <a:xfrm rot="0">
              <a:off x="1099" y="783"/>
              <a:ext cx="25" cy="25"/>
            </a:xfrm>
            <a:custGeom>
              <a:avLst/>
              <a:ahLst/>
              <a:rect l="0" t="0" r="r" b="b"/>
              <a:pathLst>
                <a:path w="102" h="98">
                  <a:moveTo>
                    <a:pt x="65" y="98"/>
                  </a:moveTo>
                  <a:lnTo>
                    <a:pt x="83" y="71"/>
                  </a:lnTo>
                  <a:lnTo>
                    <a:pt x="102" y="43"/>
                  </a:lnTo>
                  <a:lnTo>
                    <a:pt x="37" y="0"/>
                  </a:lnTo>
                  <a:lnTo>
                    <a:pt x="19" y="27"/>
                  </a:lnTo>
                  <a:lnTo>
                    <a:pt x="0" y="55"/>
                  </a:lnTo>
                  <a:lnTo>
                    <a:pt x="65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28" name=""/>
            <p:cNvSpPr/>
            <p:nvPr/>
          </p:nvSpPr>
          <p:spPr>
            <a:xfrm rot="0">
              <a:off x="1103" y="783"/>
              <a:ext cx="5" cy="7"/>
            </a:xfrm>
            <a:custGeom>
              <a:avLst/>
              <a:ahLst/>
              <a:rect l="0" t="0" r="r" b="b"/>
              <a:pathLst>
                <a:path w="18" h="29">
                  <a:moveTo>
                    <a:pt x="0" y="29"/>
                  </a:moveTo>
                  <a:lnTo>
                    <a:pt x="18" y="2"/>
                  </a:lnTo>
                  <a:lnTo>
                    <a:pt x="17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29" name=""/>
            <p:cNvSpPr/>
            <p:nvPr/>
          </p:nvSpPr>
          <p:spPr>
            <a:xfrm rot="0" flipH="1" flipV="1">
              <a:off x="1107" y="7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30" name=""/>
            <p:cNvSpPr/>
            <p:nvPr/>
          </p:nvSpPr>
          <p:spPr>
            <a:xfrm rot="0">
              <a:off x="1082" y="77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66" y="98"/>
                  </a:moveTo>
                  <a:lnTo>
                    <a:pt x="83" y="69"/>
                  </a:lnTo>
                  <a:lnTo>
                    <a:pt x="100" y="40"/>
                  </a:lnTo>
                  <a:lnTo>
                    <a:pt x="34" y="0"/>
                  </a:lnTo>
                  <a:lnTo>
                    <a:pt x="17" y="28"/>
                  </a:lnTo>
                  <a:lnTo>
                    <a:pt x="0" y="57"/>
                  </a:lnTo>
                  <a:lnTo>
                    <a:pt x="66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31" name=""/>
            <p:cNvSpPr/>
            <p:nvPr/>
          </p:nvSpPr>
          <p:spPr>
            <a:xfrm rot="0">
              <a:off x="1082" y="77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66" y="98"/>
                  </a:moveTo>
                  <a:lnTo>
                    <a:pt x="83" y="69"/>
                  </a:lnTo>
                  <a:lnTo>
                    <a:pt x="100" y="40"/>
                  </a:lnTo>
                  <a:lnTo>
                    <a:pt x="34" y="0"/>
                  </a:lnTo>
                  <a:lnTo>
                    <a:pt x="17" y="28"/>
                  </a:lnTo>
                  <a:lnTo>
                    <a:pt x="0" y="57"/>
                  </a:lnTo>
                  <a:lnTo>
                    <a:pt x="66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32" name=""/>
            <p:cNvSpPr/>
            <p:nvPr/>
          </p:nvSpPr>
          <p:spPr>
            <a:xfrm rot="0">
              <a:off x="1087" y="773"/>
              <a:ext cx="4" cy="7"/>
            </a:xfrm>
            <a:custGeom>
              <a:avLst/>
              <a:ahLst/>
              <a:rect l="0" t="0" r="r" b="b"/>
              <a:pathLst>
                <a:path w="17" h="28">
                  <a:moveTo>
                    <a:pt x="0" y="28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33" name=""/>
            <p:cNvSpPr/>
            <p:nvPr/>
          </p:nvSpPr>
          <p:spPr>
            <a:xfrm rot="0">
              <a:off x="1091" y="7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34" name=""/>
            <p:cNvSpPr/>
            <p:nvPr/>
          </p:nvSpPr>
          <p:spPr>
            <a:xfrm rot="0">
              <a:off x="1066" y="763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67" y="96"/>
                  </a:moveTo>
                  <a:lnTo>
                    <a:pt x="84" y="67"/>
                  </a:lnTo>
                  <a:lnTo>
                    <a:pt x="101" y="39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67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35" name=""/>
            <p:cNvSpPr/>
            <p:nvPr/>
          </p:nvSpPr>
          <p:spPr>
            <a:xfrm rot="0">
              <a:off x="1066" y="763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67" y="96"/>
                  </a:moveTo>
                  <a:lnTo>
                    <a:pt x="84" y="67"/>
                  </a:lnTo>
                  <a:lnTo>
                    <a:pt x="101" y="39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67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36" name=""/>
            <p:cNvSpPr/>
            <p:nvPr/>
          </p:nvSpPr>
          <p:spPr>
            <a:xfrm rot="0">
              <a:off x="1070" y="763"/>
              <a:ext cx="4" cy="8"/>
            </a:xfrm>
            <a:custGeom>
              <a:avLst/>
              <a:ahLst/>
              <a:rect l="0" t="0" r="r" b="b"/>
              <a:pathLst>
                <a:path w="17" h="30">
                  <a:moveTo>
                    <a:pt x="0" y="30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37" name=""/>
            <p:cNvSpPr/>
            <p:nvPr/>
          </p:nvSpPr>
          <p:spPr>
            <a:xfrm rot="0" flipH="1" flipV="1">
              <a:off x="1074" y="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38" name=""/>
            <p:cNvSpPr/>
            <p:nvPr/>
          </p:nvSpPr>
          <p:spPr>
            <a:xfrm rot="0">
              <a:off x="1049" y="754"/>
              <a:ext cx="25" cy="24"/>
            </a:xfrm>
            <a:custGeom>
              <a:avLst/>
              <a:ahLst/>
              <a:rect l="0" t="0" r="r" b="b"/>
              <a:pathLst>
                <a:path w="100" h="96">
                  <a:moveTo>
                    <a:pt x="68" y="96"/>
                  </a:moveTo>
                  <a:lnTo>
                    <a:pt x="84" y="65"/>
                  </a:lnTo>
                  <a:lnTo>
                    <a:pt x="100" y="35"/>
                  </a:lnTo>
                  <a:lnTo>
                    <a:pt x="31" y="0"/>
                  </a:lnTo>
                  <a:lnTo>
                    <a:pt x="16" y="30"/>
                  </a:lnTo>
                  <a:lnTo>
                    <a:pt x="0" y="60"/>
                  </a:lnTo>
                  <a:lnTo>
                    <a:pt x="68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39" name=""/>
            <p:cNvSpPr/>
            <p:nvPr/>
          </p:nvSpPr>
          <p:spPr>
            <a:xfrm rot="0">
              <a:off x="1049" y="754"/>
              <a:ext cx="25" cy="24"/>
            </a:xfrm>
            <a:custGeom>
              <a:avLst/>
              <a:ahLst/>
              <a:rect l="0" t="0" r="r" b="b"/>
              <a:pathLst>
                <a:path w="100" h="96">
                  <a:moveTo>
                    <a:pt x="68" y="96"/>
                  </a:moveTo>
                  <a:lnTo>
                    <a:pt x="84" y="65"/>
                  </a:lnTo>
                  <a:lnTo>
                    <a:pt x="100" y="35"/>
                  </a:lnTo>
                  <a:lnTo>
                    <a:pt x="31" y="0"/>
                  </a:lnTo>
                  <a:lnTo>
                    <a:pt x="16" y="30"/>
                  </a:lnTo>
                  <a:lnTo>
                    <a:pt x="0" y="60"/>
                  </a:lnTo>
                  <a:lnTo>
                    <a:pt x="68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40" name=""/>
            <p:cNvSpPr/>
            <p:nvPr/>
          </p:nvSpPr>
          <p:spPr>
            <a:xfrm rot="0">
              <a:off x="1053" y="754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0" y="30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41" name=""/>
            <p:cNvSpPr/>
            <p:nvPr/>
          </p:nvSpPr>
          <p:spPr>
            <a:xfrm rot="0" flipH="1">
              <a:off x="1057" y="7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42" name=""/>
            <p:cNvSpPr/>
            <p:nvPr/>
          </p:nvSpPr>
          <p:spPr>
            <a:xfrm rot="0">
              <a:off x="1032" y="746"/>
              <a:ext cx="25" cy="23"/>
            </a:xfrm>
            <a:custGeom>
              <a:avLst/>
              <a:ahLst/>
              <a:rect l="0" t="0" r="r" b="b"/>
              <a:pathLst>
                <a:path w="100" h="93">
                  <a:moveTo>
                    <a:pt x="71" y="93"/>
                  </a:moveTo>
                  <a:lnTo>
                    <a:pt x="86" y="63"/>
                  </a:lnTo>
                  <a:lnTo>
                    <a:pt x="100" y="33"/>
                  </a:lnTo>
                  <a:lnTo>
                    <a:pt x="29" y="0"/>
                  </a:lnTo>
                  <a:lnTo>
                    <a:pt x="15" y="30"/>
                  </a:lnTo>
                  <a:lnTo>
                    <a:pt x="0" y="60"/>
                  </a:lnTo>
                  <a:lnTo>
                    <a:pt x="71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43" name=""/>
            <p:cNvSpPr/>
            <p:nvPr/>
          </p:nvSpPr>
          <p:spPr>
            <a:xfrm rot="0">
              <a:off x="1032" y="746"/>
              <a:ext cx="25" cy="23"/>
            </a:xfrm>
            <a:custGeom>
              <a:avLst/>
              <a:ahLst/>
              <a:rect l="0" t="0" r="r" b="b"/>
              <a:pathLst>
                <a:path w="100" h="93">
                  <a:moveTo>
                    <a:pt x="71" y="93"/>
                  </a:moveTo>
                  <a:lnTo>
                    <a:pt x="86" y="63"/>
                  </a:lnTo>
                  <a:lnTo>
                    <a:pt x="100" y="33"/>
                  </a:lnTo>
                  <a:lnTo>
                    <a:pt x="29" y="0"/>
                  </a:lnTo>
                  <a:lnTo>
                    <a:pt x="15" y="30"/>
                  </a:lnTo>
                  <a:lnTo>
                    <a:pt x="0" y="60"/>
                  </a:lnTo>
                  <a:lnTo>
                    <a:pt x="71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44" name=""/>
            <p:cNvSpPr/>
            <p:nvPr/>
          </p:nvSpPr>
          <p:spPr>
            <a:xfrm rot="0">
              <a:off x="1035" y="746"/>
              <a:ext cx="4" cy="8"/>
            </a:xfrm>
            <a:custGeom>
              <a:avLst/>
              <a:ahLst/>
              <a:rect l="0" t="0" r="r" b="b"/>
              <a:pathLst>
                <a:path w="14" h="30">
                  <a:moveTo>
                    <a:pt x="0" y="30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45" name=""/>
            <p:cNvSpPr/>
            <p:nvPr/>
          </p:nvSpPr>
          <p:spPr>
            <a:xfrm rot="0" flipH="1">
              <a:off x="1038" y="7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46" name=""/>
            <p:cNvSpPr/>
            <p:nvPr/>
          </p:nvSpPr>
          <p:spPr>
            <a:xfrm rot="0">
              <a:off x="1014" y="738"/>
              <a:ext cx="24" cy="23"/>
            </a:xfrm>
            <a:custGeom>
              <a:avLst/>
              <a:ahLst/>
              <a:rect l="0" t="0" r="r" b="b"/>
              <a:pathLst>
                <a:path w="97" h="90">
                  <a:moveTo>
                    <a:pt x="71" y="90"/>
                  </a:moveTo>
                  <a:lnTo>
                    <a:pt x="84" y="60"/>
                  </a:lnTo>
                  <a:lnTo>
                    <a:pt x="97" y="30"/>
                  </a:lnTo>
                  <a:lnTo>
                    <a:pt x="26" y="0"/>
                  </a:lnTo>
                  <a:lnTo>
                    <a:pt x="13" y="30"/>
                  </a:lnTo>
                  <a:lnTo>
                    <a:pt x="0" y="60"/>
                  </a:lnTo>
                  <a:lnTo>
                    <a:pt x="71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47" name=""/>
            <p:cNvSpPr/>
            <p:nvPr/>
          </p:nvSpPr>
          <p:spPr>
            <a:xfrm rot="0">
              <a:off x="1014" y="738"/>
              <a:ext cx="24" cy="23"/>
            </a:xfrm>
            <a:custGeom>
              <a:avLst/>
              <a:ahLst/>
              <a:rect l="0" t="0" r="r" b="b"/>
              <a:pathLst>
                <a:path w="97" h="90">
                  <a:moveTo>
                    <a:pt x="71" y="90"/>
                  </a:moveTo>
                  <a:lnTo>
                    <a:pt x="84" y="60"/>
                  </a:lnTo>
                  <a:lnTo>
                    <a:pt x="97" y="30"/>
                  </a:lnTo>
                  <a:lnTo>
                    <a:pt x="26" y="0"/>
                  </a:lnTo>
                  <a:lnTo>
                    <a:pt x="13" y="30"/>
                  </a:lnTo>
                  <a:lnTo>
                    <a:pt x="0" y="60"/>
                  </a:lnTo>
                  <a:lnTo>
                    <a:pt x="71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48" name=""/>
            <p:cNvSpPr/>
            <p:nvPr/>
          </p:nvSpPr>
          <p:spPr>
            <a:xfrm rot="0">
              <a:off x="1017" y="738"/>
              <a:ext cx="4" cy="8"/>
            </a:xfrm>
            <a:custGeom>
              <a:avLst/>
              <a:ahLst/>
              <a:rect l="0" t="0" r="r" b="b"/>
              <a:pathLst>
                <a:path w="13" h="32">
                  <a:moveTo>
                    <a:pt x="0" y="32"/>
                  </a:moveTo>
                  <a:lnTo>
                    <a:pt x="13" y="2"/>
                  </a:lnTo>
                  <a:lnTo>
                    <a:pt x="1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49" name=""/>
            <p:cNvSpPr/>
            <p:nvPr/>
          </p:nvSpPr>
          <p:spPr>
            <a:xfrm rot="0" flipH="1" flipV="1">
              <a:off x="1020" y="7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50" name=""/>
            <p:cNvSpPr/>
            <p:nvPr/>
          </p:nvSpPr>
          <p:spPr>
            <a:xfrm rot="0">
              <a:off x="996" y="73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72" y="90"/>
                  </a:moveTo>
                  <a:lnTo>
                    <a:pt x="84" y="59"/>
                  </a:lnTo>
                  <a:lnTo>
                    <a:pt x="96" y="27"/>
                  </a:lnTo>
                  <a:lnTo>
                    <a:pt x="23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72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51" name=""/>
            <p:cNvSpPr/>
            <p:nvPr/>
          </p:nvSpPr>
          <p:spPr>
            <a:xfrm rot="0">
              <a:off x="996" y="73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72" y="90"/>
                  </a:moveTo>
                  <a:lnTo>
                    <a:pt x="84" y="59"/>
                  </a:lnTo>
                  <a:lnTo>
                    <a:pt x="96" y="27"/>
                  </a:lnTo>
                  <a:lnTo>
                    <a:pt x="23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72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52" name=""/>
            <p:cNvSpPr/>
            <p:nvPr/>
          </p:nvSpPr>
          <p:spPr>
            <a:xfrm rot="0">
              <a:off x="999" y="731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0" y="31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53" name=""/>
            <p:cNvSpPr/>
            <p:nvPr/>
          </p:nvSpPr>
          <p:spPr>
            <a:xfrm rot="0" flipH="1">
              <a:off x="1002" y="7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54" name=""/>
            <p:cNvSpPr/>
            <p:nvPr/>
          </p:nvSpPr>
          <p:spPr>
            <a:xfrm rot="0">
              <a:off x="979" y="725"/>
              <a:ext cx="23" cy="22"/>
            </a:xfrm>
            <a:custGeom>
              <a:avLst/>
              <a:ahLst/>
              <a:rect l="0" t="0" r="r" b="b"/>
              <a:pathLst>
                <a:path w="93" h="88">
                  <a:moveTo>
                    <a:pt x="72" y="88"/>
                  </a:moveTo>
                  <a:lnTo>
                    <a:pt x="82" y="56"/>
                  </a:lnTo>
                  <a:lnTo>
                    <a:pt x="93" y="25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72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55" name=""/>
            <p:cNvSpPr/>
            <p:nvPr/>
          </p:nvSpPr>
          <p:spPr>
            <a:xfrm rot="0">
              <a:off x="979" y="725"/>
              <a:ext cx="23" cy="22"/>
            </a:xfrm>
            <a:custGeom>
              <a:avLst/>
              <a:ahLst/>
              <a:rect l="0" t="0" r="r" b="b"/>
              <a:pathLst>
                <a:path w="93" h="88">
                  <a:moveTo>
                    <a:pt x="72" y="88"/>
                  </a:moveTo>
                  <a:lnTo>
                    <a:pt x="82" y="56"/>
                  </a:lnTo>
                  <a:lnTo>
                    <a:pt x="93" y="25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72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56" name=""/>
            <p:cNvSpPr/>
            <p:nvPr/>
          </p:nvSpPr>
          <p:spPr>
            <a:xfrm rot="0">
              <a:off x="981" y="725"/>
              <a:ext cx="3" cy="8"/>
            </a:xfrm>
            <a:custGeom>
              <a:avLst/>
              <a:ahLst/>
              <a:rect l="0" t="0" r="r" b="b"/>
              <a:pathLst>
                <a:path w="11" h="31">
                  <a:moveTo>
                    <a:pt x="0" y="31"/>
                  </a:moveTo>
                  <a:lnTo>
                    <a:pt x="11" y="0"/>
                  </a:lnTo>
                  <a:lnTo>
                    <a:pt x="9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57" name=""/>
            <p:cNvSpPr/>
            <p:nvPr/>
          </p:nvSpPr>
          <p:spPr>
            <a:xfrm rot="0" flipH="1">
              <a:off x="984" y="7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58" name=""/>
            <p:cNvSpPr/>
            <p:nvPr/>
          </p:nvSpPr>
          <p:spPr>
            <a:xfrm rot="0">
              <a:off x="960" y="719"/>
              <a:ext cx="24" cy="22"/>
            </a:xfrm>
            <a:custGeom>
              <a:avLst/>
              <a:ahLst/>
              <a:rect l="0" t="0" r="r" b="b"/>
              <a:pathLst>
                <a:path w="93" h="86">
                  <a:moveTo>
                    <a:pt x="75" y="86"/>
                  </a:moveTo>
                  <a:lnTo>
                    <a:pt x="84" y="54"/>
                  </a:lnTo>
                  <a:lnTo>
                    <a:pt x="93" y="23"/>
                  </a:lnTo>
                  <a:lnTo>
                    <a:pt x="18" y="0"/>
                  </a:lnTo>
                  <a:lnTo>
                    <a:pt x="9" y="32"/>
                  </a:lnTo>
                  <a:lnTo>
                    <a:pt x="0" y="63"/>
                  </a:lnTo>
                  <a:lnTo>
                    <a:pt x="75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59" name=""/>
            <p:cNvSpPr/>
            <p:nvPr/>
          </p:nvSpPr>
          <p:spPr>
            <a:xfrm rot="0">
              <a:off x="960" y="719"/>
              <a:ext cx="24" cy="22"/>
            </a:xfrm>
            <a:custGeom>
              <a:avLst/>
              <a:ahLst/>
              <a:rect l="0" t="0" r="r" b="b"/>
              <a:pathLst>
                <a:path w="93" h="86">
                  <a:moveTo>
                    <a:pt x="75" y="86"/>
                  </a:moveTo>
                  <a:lnTo>
                    <a:pt x="84" y="54"/>
                  </a:lnTo>
                  <a:lnTo>
                    <a:pt x="93" y="23"/>
                  </a:lnTo>
                  <a:lnTo>
                    <a:pt x="18" y="0"/>
                  </a:lnTo>
                  <a:lnTo>
                    <a:pt x="9" y="32"/>
                  </a:lnTo>
                  <a:lnTo>
                    <a:pt x="0" y="63"/>
                  </a:lnTo>
                  <a:lnTo>
                    <a:pt x="75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60" name=""/>
            <p:cNvSpPr/>
            <p:nvPr/>
          </p:nvSpPr>
          <p:spPr>
            <a:xfrm rot="0">
              <a:off x="963" y="719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0" y="33"/>
                  </a:moveTo>
                  <a:lnTo>
                    <a:pt x="9" y="1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61" name=""/>
            <p:cNvSpPr/>
            <p:nvPr/>
          </p:nvSpPr>
          <p:spPr>
            <a:xfrm rot="0" flipH="1" flipV="1">
              <a:off x="965" y="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62" name=""/>
            <p:cNvSpPr/>
            <p:nvPr/>
          </p:nvSpPr>
          <p:spPr>
            <a:xfrm rot="0">
              <a:off x="942" y="714"/>
              <a:ext cx="23" cy="21"/>
            </a:xfrm>
            <a:custGeom>
              <a:avLst/>
              <a:ahLst/>
              <a:rect l="0" t="0" r="r" b="b"/>
              <a:pathLst>
                <a:path w="91" h="84">
                  <a:moveTo>
                    <a:pt x="75" y="84"/>
                  </a:moveTo>
                  <a:lnTo>
                    <a:pt x="83" y="51"/>
                  </a:lnTo>
                  <a:lnTo>
                    <a:pt x="91" y="18"/>
                  </a:lnTo>
                  <a:lnTo>
                    <a:pt x="16" y="0"/>
                  </a:lnTo>
                  <a:lnTo>
                    <a:pt x="8" y="32"/>
                  </a:lnTo>
                  <a:lnTo>
                    <a:pt x="0" y="65"/>
                  </a:lnTo>
                  <a:lnTo>
                    <a:pt x="75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63" name=""/>
            <p:cNvSpPr/>
            <p:nvPr/>
          </p:nvSpPr>
          <p:spPr>
            <a:xfrm rot="0">
              <a:off x="942" y="714"/>
              <a:ext cx="23" cy="21"/>
            </a:xfrm>
            <a:custGeom>
              <a:avLst/>
              <a:ahLst/>
              <a:rect l="0" t="0" r="r" b="b"/>
              <a:pathLst>
                <a:path w="91" h="84">
                  <a:moveTo>
                    <a:pt x="75" y="84"/>
                  </a:moveTo>
                  <a:lnTo>
                    <a:pt x="83" y="51"/>
                  </a:lnTo>
                  <a:lnTo>
                    <a:pt x="91" y="18"/>
                  </a:lnTo>
                  <a:lnTo>
                    <a:pt x="16" y="0"/>
                  </a:lnTo>
                  <a:lnTo>
                    <a:pt x="8" y="32"/>
                  </a:lnTo>
                  <a:lnTo>
                    <a:pt x="0" y="65"/>
                  </a:lnTo>
                  <a:lnTo>
                    <a:pt x="75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64" name=""/>
            <p:cNvSpPr/>
            <p:nvPr/>
          </p:nvSpPr>
          <p:spPr>
            <a:xfrm rot="0">
              <a:off x="944" y="714"/>
              <a:ext cx="2" cy="9"/>
            </a:xfrm>
            <a:custGeom>
              <a:avLst/>
              <a:ahLst/>
              <a:rect l="0" t="0" r="r" b="b"/>
              <a:pathLst>
                <a:path w="8" h="32">
                  <a:moveTo>
                    <a:pt x="0" y="32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65" name=""/>
            <p:cNvSpPr/>
            <p:nvPr/>
          </p:nvSpPr>
          <p:spPr>
            <a:xfrm rot="0">
              <a:off x="946" y="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66" name=""/>
            <p:cNvSpPr/>
            <p:nvPr/>
          </p:nvSpPr>
          <p:spPr>
            <a:xfrm rot="0">
              <a:off x="923" y="710"/>
              <a:ext cx="23" cy="21"/>
            </a:xfrm>
            <a:custGeom>
              <a:avLst/>
              <a:ahLst/>
              <a:rect l="0" t="0" r="r" b="b"/>
              <a:pathLst>
                <a:path w="90" h="82">
                  <a:moveTo>
                    <a:pt x="74" y="82"/>
                  </a:moveTo>
                  <a:lnTo>
                    <a:pt x="82" y="49"/>
                  </a:lnTo>
                  <a:lnTo>
                    <a:pt x="90" y="17"/>
                  </a:lnTo>
                  <a:lnTo>
                    <a:pt x="15" y="0"/>
                  </a:lnTo>
                  <a:lnTo>
                    <a:pt x="7" y="32"/>
                  </a:lnTo>
                  <a:lnTo>
                    <a:pt x="0" y="65"/>
                  </a:lnTo>
                  <a:lnTo>
                    <a:pt x="74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67" name=""/>
            <p:cNvSpPr/>
            <p:nvPr/>
          </p:nvSpPr>
          <p:spPr>
            <a:xfrm rot="0">
              <a:off x="923" y="710"/>
              <a:ext cx="23" cy="21"/>
            </a:xfrm>
            <a:custGeom>
              <a:avLst/>
              <a:ahLst/>
              <a:rect l="0" t="0" r="r" b="b"/>
              <a:pathLst>
                <a:path w="90" h="82">
                  <a:moveTo>
                    <a:pt x="74" y="82"/>
                  </a:moveTo>
                  <a:lnTo>
                    <a:pt x="82" y="49"/>
                  </a:lnTo>
                  <a:lnTo>
                    <a:pt x="90" y="17"/>
                  </a:lnTo>
                  <a:lnTo>
                    <a:pt x="15" y="0"/>
                  </a:lnTo>
                  <a:lnTo>
                    <a:pt x="7" y="32"/>
                  </a:lnTo>
                  <a:lnTo>
                    <a:pt x="0" y="65"/>
                  </a:lnTo>
                  <a:lnTo>
                    <a:pt x="74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68" name=""/>
            <p:cNvSpPr/>
            <p:nvPr/>
          </p:nvSpPr>
          <p:spPr>
            <a:xfrm rot="0">
              <a:off x="925" y="710"/>
              <a:ext cx="2" cy="8"/>
            </a:xfrm>
            <a:custGeom>
              <a:avLst/>
              <a:ahLst/>
              <a:rect l="0" t="0" r="r" b="b"/>
              <a:pathLst>
                <a:path w="8" h="32">
                  <a:moveTo>
                    <a:pt x="0" y="32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69" name=""/>
            <p:cNvSpPr/>
            <p:nvPr/>
          </p:nvSpPr>
          <p:spPr>
            <a:xfrm rot="0" flipH="1">
              <a:off x="926" y="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70" name=""/>
            <p:cNvSpPr/>
            <p:nvPr/>
          </p:nvSpPr>
          <p:spPr>
            <a:xfrm rot="0">
              <a:off x="905" y="707"/>
              <a:ext cx="21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76" y="79"/>
                  </a:moveTo>
                  <a:lnTo>
                    <a:pt x="81" y="46"/>
                  </a:lnTo>
                  <a:lnTo>
                    <a:pt x="87" y="14"/>
                  </a:lnTo>
                  <a:lnTo>
                    <a:pt x="10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76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71" name=""/>
            <p:cNvSpPr/>
            <p:nvPr/>
          </p:nvSpPr>
          <p:spPr>
            <a:xfrm rot="0">
              <a:off x="905" y="707"/>
              <a:ext cx="21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76" y="79"/>
                  </a:moveTo>
                  <a:lnTo>
                    <a:pt x="81" y="46"/>
                  </a:lnTo>
                  <a:lnTo>
                    <a:pt x="87" y="14"/>
                  </a:lnTo>
                  <a:lnTo>
                    <a:pt x="10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76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72" name=""/>
            <p:cNvSpPr/>
            <p:nvPr/>
          </p:nvSpPr>
          <p:spPr>
            <a:xfrm rot="0">
              <a:off x="906" y="707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0" y="33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73" name=""/>
            <p:cNvSpPr/>
            <p:nvPr/>
          </p:nvSpPr>
          <p:spPr>
            <a:xfrm rot="0" flipH="1">
              <a:off x="907" y="7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74" name=""/>
            <p:cNvSpPr/>
            <p:nvPr/>
          </p:nvSpPr>
          <p:spPr>
            <a:xfrm rot="0">
              <a:off x="886" y="704"/>
              <a:ext cx="21" cy="19"/>
            </a:xfrm>
            <a:custGeom>
              <a:avLst/>
              <a:ahLst/>
              <a:rect l="0" t="0" r="r" b="b"/>
              <a:pathLst>
                <a:path w="85" h="76">
                  <a:moveTo>
                    <a:pt x="77" y="76"/>
                  </a:moveTo>
                  <a:lnTo>
                    <a:pt x="81" y="43"/>
                  </a:lnTo>
                  <a:lnTo>
                    <a:pt x="85" y="10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77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75" name=""/>
            <p:cNvSpPr/>
            <p:nvPr/>
          </p:nvSpPr>
          <p:spPr>
            <a:xfrm rot="0">
              <a:off x="886" y="704"/>
              <a:ext cx="21" cy="19"/>
            </a:xfrm>
            <a:custGeom>
              <a:avLst/>
              <a:ahLst/>
              <a:rect l="0" t="0" r="r" b="b"/>
              <a:pathLst>
                <a:path w="85" h="76">
                  <a:moveTo>
                    <a:pt x="77" y="76"/>
                  </a:moveTo>
                  <a:lnTo>
                    <a:pt x="81" y="43"/>
                  </a:lnTo>
                  <a:lnTo>
                    <a:pt x="85" y="10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77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76" name=""/>
            <p:cNvSpPr/>
            <p:nvPr/>
          </p:nvSpPr>
          <p:spPr>
            <a:xfrm rot="0">
              <a:off x="887" y="70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77" name=""/>
            <p:cNvSpPr/>
            <p:nvPr/>
          </p:nvSpPr>
          <p:spPr>
            <a:xfrm rot="0" flipH="1">
              <a:off x="887" y="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78" name=""/>
            <p:cNvSpPr/>
            <p:nvPr/>
          </p:nvSpPr>
          <p:spPr>
            <a:xfrm rot="0">
              <a:off x="867" y="703"/>
              <a:ext cx="20" cy="18"/>
            </a:xfrm>
            <a:custGeom>
              <a:avLst/>
              <a:ahLst/>
              <a:rect l="0" t="0" r="r" b="b"/>
              <a:pathLst>
                <a:path w="81" h="73">
                  <a:moveTo>
                    <a:pt x="76" y="73"/>
                  </a:moveTo>
                  <a:lnTo>
                    <a:pt x="79" y="40"/>
                  </a:lnTo>
                  <a:lnTo>
                    <a:pt x="81" y="7"/>
                  </a:lnTo>
                  <a:lnTo>
                    <a:pt x="5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76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79" name=""/>
            <p:cNvSpPr/>
            <p:nvPr/>
          </p:nvSpPr>
          <p:spPr>
            <a:xfrm rot="0">
              <a:off x="867" y="703"/>
              <a:ext cx="20" cy="18"/>
            </a:xfrm>
            <a:custGeom>
              <a:avLst/>
              <a:ahLst/>
              <a:rect l="0" t="0" r="r" b="b"/>
              <a:pathLst>
                <a:path w="81" h="73">
                  <a:moveTo>
                    <a:pt x="76" y="73"/>
                  </a:moveTo>
                  <a:lnTo>
                    <a:pt x="79" y="40"/>
                  </a:lnTo>
                  <a:lnTo>
                    <a:pt x="81" y="7"/>
                  </a:lnTo>
                  <a:lnTo>
                    <a:pt x="5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76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80" name=""/>
            <p:cNvSpPr/>
            <p:nvPr/>
          </p:nvSpPr>
          <p:spPr>
            <a:xfrm rot="0">
              <a:off x="868" y="703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0" y="33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81" name=""/>
            <p:cNvSpPr/>
            <p:nvPr/>
          </p:nvSpPr>
          <p:spPr>
            <a:xfrm rot="0">
              <a:off x="868" y="7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82" name=""/>
            <p:cNvSpPr/>
            <p:nvPr/>
          </p:nvSpPr>
          <p:spPr>
            <a:xfrm rot="0">
              <a:off x="848" y="701"/>
              <a:ext cx="20" cy="18"/>
            </a:xfrm>
            <a:custGeom>
              <a:avLst/>
              <a:ahLst/>
              <a:rect l="0" t="0" r="r" b="b"/>
              <a:pathLst>
                <a:path w="83" h="71">
                  <a:moveTo>
                    <a:pt x="78" y="71"/>
                  </a:moveTo>
                  <a:lnTo>
                    <a:pt x="80" y="38"/>
                  </a:lnTo>
                  <a:lnTo>
                    <a:pt x="83" y="5"/>
                  </a:lnTo>
                  <a:lnTo>
                    <a:pt x="6" y="0"/>
                  </a:lnTo>
                  <a:lnTo>
                    <a:pt x="3" y="33"/>
                  </a:lnTo>
                  <a:lnTo>
                    <a:pt x="0" y="66"/>
                  </a:lnTo>
                  <a:lnTo>
                    <a:pt x="78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83" name=""/>
            <p:cNvSpPr/>
            <p:nvPr/>
          </p:nvSpPr>
          <p:spPr>
            <a:xfrm rot="0">
              <a:off x="848" y="701"/>
              <a:ext cx="20" cy="18"/>
            </a:xfrm>
            <a:custGeom>
              <a:avLst/>
              <a:ahLst/>
              <a:rect l="0" t="0" r="r" b="b"/>
              <a:pathLst>
                <a:path w="83" h="71">
                  <a:moveTo>
                    <a:pt x="78" y="71"/>
                  </a:moveTo>
                  <a:lnTo>
                    <a:pt x="80" y="38"/>
                  </a:lnTo>
                  <a:lnTo>
                    <a:pt x="83" y="5"/>
                  </a:lnTo>
                  <a:lnTo>
                    <a:pt x="6" y="0"/>
                  </a:lnTo>
                  <a:lnTo>
                    <a:pt x="3" y="33"/>
                  </a:lnTo>
                  <a:lnTo>
                    <a:pt x="0" y="66"/>
                  </a:lnTo>
                  <a:lnTo>
                    <a:pt x="78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84" name=""/>
            <p:cNvSpPr/>
            <p:nvPr/>
          </p:nvSpPr>
          <p:spPr>
            <a:xfrm rot="0">
              <a:off x="848" y="701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0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85" name=""/>
            <p:cNvSpPr/>
            <p:nvPr/>
          </p:nvSpPr>
          <p:spPr>
            <a:xfrm rot="0" flipH="1">
              <a:off x="848" y="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86" name=""/>
            <p:cNvSpPr/>
            <p:nvPr/>
          </p:nvSpPr>
          <p:spPr>
            <a:xfrm rot="0">
              <a:off x="829" y="701"/>
              <a:ext cx="19" cy="17"/>
            </a:xfrm>
            <a:custGeom>
              <a:avLst/>
              <a:ahLst/>
              <a:rect l="0" t="0" r="r" b="b"/>
              <a:pathLst>
                <a:path w="78" h="67">
                  <a:moveTo>
                    <a:pt x="78" y="67"/>
                  </a:moveTo>
                  <a:lnTo>
                    <a:pt x="78" y="34"/>
                  </a:lnTo>
                  <a:lnTo>
                    <a:pt x="78" y="1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78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87" name=""/>
            <p:cNvSpPr/>
            <p:nvPr/>
          </p:nvSpPr>
          <p:spPr>
            <a:xfrm rot="0">
              <a:off x="829" y="701"/>
              <a:ext cx="19" cy="17"/>
            </a:xfrm>
            <a:custGeom>
              <a:avLst/>
              <a:ahLst/>
              <a:rect l="0" t="0" r="r" b="b"/>
              <a:pathLst>
                <a:path w="78" h="67">
                  <a:moveTo>
                    <a:pt x="78" y="67"/>
                  </a:moveTo>
                  <a:lnTo>
                    <a:pt x="78" y="34"/>
                  </a:lnTo>
                  <a:lnTo>
                    <a:pt x="78" y="1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65"/>
                  </a:lnTo>
                  <a:lnTo>
                    <a:pt x="78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88" name=""/>
            <p:cNvSpPr/>
            <p:nvPr/>
          </p:nvSpPr>
          <p:spPr>
            <a:xfrm rot="0">
              <a:off x="829" y="701"/>
              <a:ext cx="1" cy="8"/>
            </a:xfrm>
            <a:prstGeom prst="rect"/>
            <a:solidFill>
              <a:srgbClr val="000000"/>
            </a:solidFill>
            <a:ln>
              <a:noFill/>
            </a:ln>
          </p:spPr>
        </p:sp>
        <p:sp>
          <p:nvSpPr>
            <p:cNvPr id="1063189" name=""/>
            <p:cNvSpPr/>
            <p:nvPr/>
          </p:nvSpPr>
          <p:spPr>
            <a:xfrm rot="0">
              <a:off x="829" y="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90" name=""/>
            <p:cNvSpPr/>
            <p:nvPr/>
          </p:nvSpPr>
          <p:spPr>
            <a:xfrm rot="0">
              <a:off x="809" y="701"/>
              <a:ext cx="20" cy="17"/>
            </a:xfrm>
            <a:custGeom>
              <a:avLst/>
              <a:ahLst/>
              <a:rect l="0" t="0" r="r" b="b"/>
              <a:pathLst>
                <a:path w="77" h="67">
                  <a:moveTo>
                    <a:pt x="77" y="65"/>
                  </a:moveTo>
                  <a:lnTo>
                    <a:pt x="77" y="33"/>
                  </a:lnTo>
                  <a:lnTo>
                    <a:pt x="77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7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91" name=""/>
            <p:cNvSpPr/>
            <p:nvPr/>
          </p:nvSpPr>
          <p:spPr>
            <a:xfrm rot="0">
              <a:off x="809" y="701"/>
              <a:ext cx="20" cy="17"/>
            </a:xfrm>
            <a:custGeom>
              <a:avLst/>
              <a:ahLst/>
              <a:rect l="0" t="0" r="r" b="b"/>
              <a:pathLst>
                <a:path w="77" h="67">
                  <a:moveTo>
                    <a:pt x="77" y="65"/>
                  </a:moveTo>
                  <a:lnTo>
                    <a:pt x="77" y="33"/>
                  </a:lnTo>
                  <a:lnTo>
                    <a:pt x="77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7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92" name=""/>
            <p:cNvSpPr/>
            <p:nvPr/>
          </p:nvSpPr>
          <p:spPr>
            <a:xfrm rot="0">
              <a:off x="809" y="701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93" name=""/>
            <p:cNvSpPr/>
            <p:nvPr/>
          </p:nvSpPr>
          <p:spPr>
            <a:xfrm rot="0" flipH="1">
              <a:off x="809" y="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94" name=""/>
            <p:cNvSpPr/>
            <p:nvPr/>
          </p:nvSpPr>
          <p:spPr>
            <a:xfrm rot="0">
              <a:off x="790" y="701"/>
              <a:ext cx="20" cy="18"/>
            </a:xfrm>
            <a:custGeom>
              <a:avLst/>
              <a:ahLst/>
              <a:rect l="0" t="0" r="r" b="b"/>
              <a:pathLst>
                <a:path w="81" h="71">
                  <a:moveTo>
                    <a:pt x="81" y="66"/>
                  </a:moveTo>
                  <a:lnTo>
                    <a:pt x="79" y="33"/>
                  </a:lnTo>
                  <a:lnTo>
                    <a:pt x="76" y="0"/>
                  </a:lnTo>
                  <a:lnTo>
                    <a:pt x="0" y="5"/>
                  </a:lnTo>
                  <a:lnTo>
                    <a:pt x="3" y="38"/>
                  </a:lnTo>
                  <a:lnTo>
                    <a:pt x="5" y="71"/>
                  </a:lnTo>
                  <a:lnTo>
                    <a:pt x="81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95" name=""/>
            <p:cNvSpPr/>
            <p:nvPr/>
          </p:nvSpPr>
          <p:spPr>
            <a:xfrm rot="0">
              <a:off x="790" y="701"/>
              <a:ext cx="20" cy="18"/>
            </a:xfrm>
            <a:custGeom>
              <a:avLst/>
              <a:ahLst/>
              <a:rect l="0" t="0" r="r" b="b"/>
              <a:pathLst>
                <a:path w="81" h="71">
                  <a:moveTo>
                    <a:pt x="81" y="66"/>
                  </a:moveTo>
                  <a:lnTo>
                    <a:pt x="79" y="33"/>
                  </a:lnTo>
                  <a:lnTo>
                    <a:pt x="76" y="0"/>
                  </a:lnTo>
                  <a:lnTo>
                    <a:pt x="0" y="5"/>
                  </a:lnTo>
                  <a:lnTo>
                    <a:pt x="3" y="38"/>
                  </a:lnTo>
                  <a:lnTo>
                    <a:pt x="5" y="71"/>
                  </a:lnTo>
                  <a:lnTo>
                    <a:pt x="81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96" name=""/>
            <p:cNvSpPr/>
            <p:nvPr/>
          </p:nvSpPr>
          <p:spPr>
            <a:xfrm rot="0">
              <a:off x="790" y="703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97" name=""/>
            <p:cNvSpPr/>
            <p:nvPr/>
          </p:nvSpPr>
          <p:spPr>
            <a:xfrm rot="0">
              <a:off x="790" y="7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198" name=""/>
            <p:cNvSpPr/>
            <p:nvPr/>
          </p:nvSpPr>
          <p:spPr>
            <a:xfrm rot="0">
              <a:off x="770" y="703"/>
              <a:ext cx="21" cy="18"/>
            </a:xfrm>
            <a:custGeom>
              <a:avLst/>
              <a:ahLst/>
              <a:rect l="0" t="0" r="r" b="b"/>
              <a:pathLst>
                <a:path w="83" h="73">
                  <a:moveTo>
                    <a:pt x="83" y="66"/>
                  </a:moveTo>
                  <a:lnTo>
                    <a:pt x="81" y="33"/>
                  </a:lnTo>
                  <a:lnTo>
                    <a:pt x="78" y="0"/>
                  </a:lnTo>
                  <a:lnTo>
                    <a:pt x="0" y="7"/>
                  </a:lnTo>
                  <a:lnTo>
                    <a:pt x="3" y="40"/>
                  </a:lnTo>
                  <a:lnTo>
                    <a:pt x="6" y="73"/>
                  </a:lnTo>
                  <a:lnTo>
                    <a:pt x="83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199" name=""/>
            <p:cNvSpPr/>
            <p:nvPr/>
          </p:nvSpPr>
          <p:spPr>
            <a:xfrm rot="0">
              <a:off x="770" y="703"/>
              <a:ext cx="21" cy="18"/>
            </a:xfrm>
            <a:custGeom>
              <a:avLst/>
              <a:ahLst/>
              <a:rect l="0" t="0" r="r" b="b"/>
              <a:pathLst>
                <a:path w="83" h="73">
                  <a:moveTo>
                    <a:pt x="83" y="66"/>
                  </a:moveTo>
                  <a:lnTo>
                    <a:pt x="81" y="33"/>
                  </a:lnTo>
                  <a:lnTo>
                    <a:pt x="78" y="0"/>
                  </a:lnTo>
                  <a:lnTo>
                    <a:pt x="0" y="7"/>
                  </a:lnTo>
                  <a:lnTo>
                    <a:pt x="3" y="40"/>
                  </a:lnTo>
                  <a:lnTo>
                    <a:pt x="6" y="73"/>
                  </a:lnTo>
                  <a:lnTo>
                    <a:pt x="8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00" name=""/>
            <p:cNvSpPr/>
            <p:nvPr/>
          </p:nvSpPr>
          <p:spPr>
            <a:xfrm rot="0">
              <a:off x="770" y="70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01" name=""/>
            <p:cNvSpPr/>
            <p:nvPr/>
          </p:nvSpPr>
          <p:spPr>
            <a:xfrm rot="0" flipH="1">
              <a:off x="770" y="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02" name=""/>
            <p:cNvSpPr/>
            <p:nvPr/>
          </p:nvSpPr>
          <p:spPr>
            <a:xfrm rot="0">
              <a:off x="751" y="704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66"/>
                  </a:moveTo>
                  <a:lnTo>
                    <a:pt x="80" y="33"/>
                  </a:lnTo>
                  <a:lnTo>
                    <a:pt x="76" y="0"/>
                  </a:lnTo>
                  <a:lnTo>
                    <a:pt x="0" y="10"/>
                  </a:lnTo>
                  <a:lnTo>
                    <a:pt x="4" y="43"/>
                  </a:lnTo>
                  <a:lnTo>
                    <a:pt x="8" y="76"/>
                  </a:lnTo>
                  <a:lnTo>
                    <a:pt x="8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03" name=""/>
            <p:cNvSpPr/>
            <p:nvPr/>
          </p:nvSpPr>
          <p:spPr>
            <a:xfrm rot="0">
              <a:off x="751" y="704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66"/>
                  </a:moveTo>
                  <a:lnTo>
                    <a:pt x="80" y="33"/>
                  </a:lnTo>
                  <a:lnTo>
                    <a:pt x="76" y="0"/>
                  </a:lnTo>
                  <a:lnTo>
                    <a:pt x="0" y="10"/>
                  </a:lnTo>
                  <a:lnTo>
                    <a:pt x="4" y="43"/>
                  </a:lnTo>
                  <a:lnTo>
                    <a:pt x="8" y="76"/>
                  </a:lnTo>
                  <a:lnTo>
                    <a:pt x="8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04" name=""/>
            <p:cNvSpPr/>
            <p:nvPr/>
          </p:nvSpPr>
          <p:spPr>
            <a:xfrm rot="0">
              <a:off x="751" y="707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05" name=""/>
            <p:cNvSpPr/>
            <p:nvPr/>
          </p:nvSpPr>
          <p:spPr>
            <a:xfrm rot="0" flipH="1">
              <a:off x="751" y="7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06" name=""/>
            <p:cNvSpPr/>
            <p:nvPr/>
          </p:nvSpPr>
          <p:spPr>
            <a:xfrm rot="0">
              <a:off x="732" y="707"/>
              <a:ext cx="21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87" y="66"/>
                  </a:moveTo>
                  <a:lnTo>
                    <a:pt x="82" y="33"/>
                  </a:lnTo>
                  <a:lnTo>
                    <a:pt x="77" y="0"/>
                  </a:lnTo>
                  <a:lnTo>
                    <a:pt x="0" y="14"/>
                  </a:lnTo>
                  <a:lnTo>
                    <a:pt x="6" y="46"/>
                  </a:lnTo>
                  <a:lnTo>
                    <a:pt x="11" y="79"/>
                  </a:lnTo>
                  <a:lnTo>
                    <a:pt x="8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07" name=""/>
            <p:cNvSpPr/>
            <p:nvPr/>
          </p:nvSpPr>
          <p:spPr>
            <a:xfrm rot="0">
              <a:off x="732" y="707"/>
              <a:ext cx="21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87" y="66"/>
                  </a:moveTo>
                  <a:lnTo>
                    <a:pt x="82" y="33"/>
                  </a:lnTo>
                  <a:lnTo>
                    <a:pt x="77" y="0"/>
                  </a:lnTo>
                  <a:lnTo>
                    <a:pt x="0" y="14"/>
                  </a:lnTo>
                  <a:lnTo>
                    <a:pt x="6" y="46"/>
                  </a:lnTo>
                  <a:lnTo>
                    <a:pt x="11" y="79"/>
                  </a:lnTo>
                  <a:lnTo>
                    <a:pt x="8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08" name=""/>
            <p:cNvSpPr/>
            <p:nvPr/>
          </p:nvSpPr>
          <p:spPr>
            <a:xfrm rot="0">
              <a:off x="731" y="710"/>
              <a:ext cx="2" cy="8"/>
            </a:xfrm>
            <a:custGeom>
              <a:avLst/>
              <a:ahLst/>
              <a:rect l="0" t="0" r="r" b="b"/>
              <a:pathLst>
                <a:path w="8" h="32">
                  <a:moveTo>
                    <a:pt x="8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09" name=""/>
            <p:cNvSpPr/>
            <p:nvPr/>
          </p:nvSpPr>
          <p:spPr>
            <a:xfrm rot="0" flipH="1">
              <a:off x="731" y="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10" name=""/>
            <p:cNvSpPr/>
            <p:nvPr/>
          </p:nvSpPr>
          <p:spPr>
            <a:xfrm rot="0">
              <a:off x="712" y="710"/>
              <a:ext cx="23" cy="21"/>
            </a:xfrm>
            <a:custGeom>
              <a:avLst/>
              <a:ahLst/>
              <a:rect l="0" t="0" r="r" b="b"/>
              <a:pathLst>
                <a:path w="92" h="82">
                  <a:moveTo>
                    <a:pt x="92" y="65"/>
                  </a:moveTo>
                  <a:lnTo>
                    <a:pt x="85" y="32"/>
                  </a:lnTo>
                  <a:lnTo>
                    <a:pt x="77" y="0"/>
                  </a:lnTo>
                  <a:lnTo>
                    <a:pt x="0" y="17"/>
                  </a:lnTo>
                  <a:lnTo>
                    <a:pt x="8" y="49"/>
                  </a:lnTo>
                  <a:lnTo>
                    <a:pt x="16" y="82"/>
                  </a:lnTo>
                  <a:lnTo>
                    <a:pt x="92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11" name=""/>
            <p:cNvSpPr/>
            <p:nvPr/>
          </p:nvSpPr>
          <p:spPr>
            <a:xfrm rot="0">
              <a:off x="712" y="710"/>
              <a:ext cx="23" cy="21"/>
            </a:xfrm>
            <a:custGeom>
              <a:avLst/>
              <a:ahLst/>
              <a:rect l="0" t="0" r="r" b="b"/>
              <a:pathLst>
                <a:path w="92" h="82">
                  <a:moveTo>
                    <a:pt x="92" y="65"/>
                  </a:moveTo>
                  <a:lnTo>
                    <a:pt x="85" y="32"/>
                  </a:lnTo>
                  <a:lnTo>
                    <a:pt x="77" y="0"/>
                  </a:lnTo>
                  <a:lnTo>
                    <a:pt x="0" y="17"/>
                  </a:lnTo>
                  <a:lnTo>
                    <a:pt x="8" y="49"/>
                  </a:lnTo>
                  <a:lnTo>
                    <a:pt x="16" y="82"/>
                  </a:lnTo>
                  <a:lnTo>
                    <a:pt x="92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05" name=""/>
          <p:cNvGrpSpPr/>
          <p:nvPr/>
        </p:nvGrpSpPr>
        <p:grpSpPr>
          <a:xfrm rot="0">
            <a:off x="501650" y="1133475"/>
            <a:ext cx="1228725" cy="808037"/>
            <a:chOff x="316" y="714"/>
            <a:chExt cx="774" cy="509"/>
          </a:xfrm>
        </p:grpSpPr>
        <p:sp>
          <p:nvSpPr>
            <p:cNvPr id="1063212" name=""/>
            <p:cNvSpPr/>
            <p:nvPr/>
          </p:nvSpPr>
          <p:spPr>
            <a:xfrm rot="0">
              <a:off x="712" y="714"/>
              <a:ext cx="2" cy="9"/>
            </a:xfrm>
            <a:custGeom>
              <a:avLst/>
              <a:ahLst/>
              <a:rect l="0" t="0" r="r" b="b"/>
              <a:pathLst>
                <a:path w="8" h="32">
                  <a:moveTo>
                    <a:pt x="8" y="3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13" name=""/>
            <p:cNvSpPr/>
            <p:nvPr/>
          </p:nvSpPr>
          <p:spPr>
            <a:xfrm rot="0">
              <a:off x="712" y="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14" name=""/>
            <p:cNvSpPr/>
            <p:nvPr/>
          </p:nvSpPr>
          <p:spPr>
            <a:xfrm rot="0">
              <a:off x="693" y="714"/>
              <a:ext cx="23" cy="21"/>
            </a:xfrm>
            <a:custGeom>
              <a:avLst/>
              <a:ahLst/>
              <a:rect l="0" t="0" r="r" b="b"/>
              <a:pathLst>
                <a:path w="90" h="84">
                  <a:moveTo>
                    <a:pt x="90" y="65"/>
                  </a:moveTo>
                  <a:lnTo>
                    <a:pt x="82" y="32"/>
                  </a:lnTo>
                  <a:lnTo>
                    <a:pt x="74" y="0"/>
                  </a:lnTo>
                  <a:lnTo>
                    <a:pt x="0" y="18"/>
                  </a:lnTo>
                  <a:lnTo>
                    <a:pt x="7" y="51"/>
                  </a:lnTo>
                  <a:lnTo>
                    <a:pt x="15" y="84"/>
                  </a:lnTo>
                  <a:lnTo>
                    <a:pt x="9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15" name=""/>
            <p:cNvSpPr/>
            <p:nvPr/>
          </p:nvSpPr>
          <p:spPr>
            <a:xfrm rot="0">
              <a:off x="693" y="714"/>
              <a:ext cx="23" cy="21"/>
            </a:xfrm>
            <a:custGeom>
              <a:avLst/>
              <a:ahLst/>
              <a:rect l="0" t="0" r="r" b="b"/>
              <a:pathLst>
                <a:path w="90" h="84">
                  <a:moveTo>
                    <a:pt x="90" y="65"/>
                  </a:moveTo>
                  <a:lnTo>
                    <a:pt x="82" y="32"/>
                  </a:lnTo>
                  <a:lnTo>
                    <a:pt x="74" y="0"/>
                  </a:lnTo>
                  <a:lnTo>
                    <a:pt x="0" y="18"/>
                  </a:lnTo>
                  <a:lnTo>
                    <a:pt x="7" y="51"/>
                  </a:lnTo>
                  <a:lnTo>
                    <a:pt x="15" y="84"/>
                  </a:lnTo>
                  <a:lnTo>
                    <a:pt x="9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16" name=""/>
            <p:cNvSpPr/>
            <p:nvPr/>
          </p:nvSpPr>
          <p:spPr>
            <a:xfrm rot="0">
              <a:off x="693" y="719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17" name=""/>
            <p:cNvSpPr/>
            <p:nvPr/>
          </p:nvSpPr>
          <p:spPr>
            <a:xfrm rot="0" flipH="1">
              <a:off x="693" y="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18" name=""/>
            <p:cNvSpPr/>
            <p:nvPr/>
          </p:nvSpPr>
          <p:spPr>
            <a:xfrm rot="0">
              <a:off x="674" y="719"/>
              <a:ext cx="23" cy="22"/>
            </a:xfrm>
            <a:custGeom>
              <a:avLst/>
              <a:ahLst/>
              <a:rect l="0" t="0" r="r" b="b"/>
              <a:pathLst>
                <a:path w="92" h="86">
                  <a:moveTo>
                    <a:pt x="92" y="63"/>
                  </a:moveTo>
                  <a:lnTo>
                    <a:pt x="82" y="32"/>
                  </a:lnTo>
                  <a:lnTo>
                    <a:pt x="73" y="0"/>
                  </a:lnTo>
                  <a:lnTo>
                    <a:pt x="0" y="23"/>
                  </a:lnTo>
                  <a:lnTo>
                    <a:pt x="9" y="54"/>
                  </a:lnTo>
                  <a:lnTo>
                    <a:pt x="18" y="86"/>
                  </a:lnTo>
                  <a:lnTo>
                    <a:pt x="92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19" name=""/>
            <p:cNvSpPr/>
            <p:nvPr/>
          </p:nvSpPr>
          <p:spPr>
            <a:xfrm rot="0">
              <a:off x="674" y="719"/>
              <a:ext cx="23" cy="22"/>
            </a:xfrm>
            <a:custGeom>
              <a:avLst/>
              <a:ahLst/>
              <a:rect l="0" t="0" r="r" b="b"/>
              <a:pathLst>
                <a:path w="92" h="86">
                  <a:moveTo>
                    <a:pt x="92" y="63"/>
                  </a:moveTo>
                  <a:lnTo>
                    <a:pt x="82" y="32"/>
                  </a:lnTo>
                  <a:lnTo>
                    <a:pt x="73" y="0"/>
                  </a:lnTo>
                  <a:lnTo>
                    <a:pt x="0" y="23"/>
                  </a:lnTo>
                  <a:lnTo>
                    <a:pt x="9" y="54"/>
                  </a:lnTo>
                  <a:lnTo>
                    <a:pt x="18" y="86"/>
                  </a:lnTo>
                  <a:lnTo>
                    <a:pt x="92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20" name=""/>
            <p:cNvSpPr/>
            <p:nvPr/>
          </p:nvSpPr>
          <p:spPr>
            <a:xfrm rot="0">
              <a:off x="674" y="725"/>
              <a:ext cx="3" cy="8"/>
            </a:xfrm>
            <a:custGeom>
              <a:avLst/>
              <a:ahLst/>
              <a:rect l="0" t="0" r="r" b="b"/>
              <a:pathLst>
                <a:path w="11" h="31">
                  <a:moveTo>
                    <a:pt x="11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21" name=""/>
            <p:cNvSpPr/>
            <p:nvPr/>
          </p:nvSpPr>
          <p:spPr>
            <a:xfrm rot="0" flipH="1">
              <a:off x="674" y="7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22" name=""/>
            <p:cNvSpPr/>
            <p:nvPr/>
          </p:nvSpPr>
          <p:spPr>
            <a:xfrm rot="0">
              <a:off x="656" y="725"/>
              <a:ext cx="23" cy="22"/>
            </a:xfrm>
            <a:custGeom>
              <a:avLst/>
              <a:ahLst/>
              <a:rect l="0" t="0" r="r" b="b"/>
              <a:pathLst>
                <a:path w="94" h="88">
                  <a:moveTo>
                    <a:pt x="94" y="63"/>
                  </a:moveTo>
                  <a:lnTo>
                    <a:pt x="84" y="31"/>
                  </a:lnTo>
                  <a:lnTo>
                    <a:pt x="73" y="0"/>
                  </a:lnTo>
                  <a:lnTo>
                    <a:pt x="0" y="25"/>
                  </a:lnTo>
                  <a:lnTo>
                    <a:pt x="10" y="56"/>
                  </a:lnTo>
                  <a:lnTo>
                    <a:pt x="21" y="88"/>
                  </a:lnTo>
                  <a:lnTo>
                    <a:pt x="9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23" name=""/>
            <p:cNvSpPr/>
            <p:nvPr/>
          </p:nvSpPr>
          <p:spPr>
            <a:xfrm rot="0">
              <a:off x="656" y="725"/>
              <a:ext cx="23" cy="22"/>
            </a:xfrm>
            <a:custGeom>
              <a:avLst/>
              <a:ahLst/>
              <a:rect l="0" t="0" r="r" b="b"/>
              <a:pathLst>
                <a:path w="94" h="88">
                  <a:moveTo>
                    <a:pt x="94" y="63"/>
                  </a:moveTo>
                  <a:lnTo>
                    <a:pt x="84" y="31"/>
                  </a:lnTo>
                  <a:lnTo>
                    <a:pt x="73" y="0"/>
                  </a:lnTo>
                  <a:lnTo>
                    <a:pt x="0" y="25"/>
                  </a:lnTo>
                  <a:lnTo>
                    <a:pt x="10" y="56"/>
                  </a:lnTo>
                  <a:lnTo>
                    <a:pt x="21" y="88"/>
                  </a:lnTo>
                  <a:lnTo>
                    <a:pt x="9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24" name=""/>
            <p:cNvSpPr/>
            <p:nvPr/>
          </p:nvSpPr>
          <p:spPr>
            <a:xfrm rot="0">
              <a:off x="655" y="731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12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25" name=""/>
            <p:cNvSpPr/>
            <p:nvPr/>
          </p:nvSpPr>
          <p:spPr>
            <a:xfrm rot="0" flipH="1">
              <a:off x="655" y="7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26" name=""/>
            <p:cNvSpPr/>
            <p:nvPr/>
          </p:nvSpPr>
          <p:spPr>
            <a:xfrm rot="0">
              <a:off x="637" y="73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96" y="63"/>
                  </a:moveTo>
                  <a:lnTo>
                    <a:pt x="84" y="31"/>
                  </a:lnTo>
                  <a:lnTo>
                    <a:pt x="72" y="0"/>
                  </a:lnTo>
                  <a:lnTo>
                    <a:pt x="0" y="27"/>
                  </a:lnTo>
                  <a:lnTo>
                    <a:pt x="12" y="59"/>
                  </a:lnTo>
                  <a:lnTo>
                    <a:pt x="24" y="90"/>
                  </a:lnTo>
                  <a:lnTo>
                    <a:pt x="9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27" name=""/>
            <p:cNvSpPr/>
            <p:nvPr/>
          </p:nvSpPr>
          <p:spPr>
            <a:xfrm rot="0">
              <a:off x="637" y="73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96" y="63"/>
                  </a:moveTo>
                  <a:lnTo>
                    <a:pt x="84" y="31"/>
                  </a:lnTo>
                  <a:lnTo>
                    <a:pt x="72" y="0"/>
                  </a:lnTo>
                  <a:lnTo>
                    <a:pt x="0" y="27"/>
                  </a:lnTo>
                  <a:lnTo>
                    <a:pt x="12" y="59"/>
                  </a:lnTo>
                  <a:lnTo>
                    <a:pt x="24" y="90"/>
                  </a:lnTo>
                  <a:lnTo>
                    <a:pt x="9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28" name=""/>
            <p:cNvSpPr/>
            <p:nvPr/>
          </p:nvSpPr>
          <p:spPr>
            <a:xfrm rot="0">
              <a:off x="637" y="738"/>
              <a:ext cx="3" cy="8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29" name=""/>
            <p:cNvSpPr/>
            <p:nvPr/>
          </p:nvSpPr>
          <p:spPr>
            <a:xfrm rot="0" flipH="1">
              <a:off x="637" y="7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30" name=""/>
            <p:cNvSpPr/>
            <p:nvPr/>
          </p:nvSpPr>
          <p:spPr>
            <a:xfrm rot="0">
              <a:off x="619" y="738"/>
              <a:ext cx="25" cy="23"/>
            </a:xfrm>
            <a:custGeom>
              <a:avLst/>
              <a:ahLst/>
              <a:rect l="0" t="0" r="r" b="b"/>
              <a:pathLst>
                <a:path w="97" h="90">
                  <a:moveTo>
                    <a:pt x="97" y="60"/>
                  </a:moveTo>
                  <a:lnTo>
                    <a:pt x="84" y="30"/>
                  </a:lnTo>
                  <a:lnTo>
                    <a:pt x="71" y="0"/>
                  </a:lnTo>
                  <a:lnTo>
                    <a:pt x="0" y="30"/>
                  </a:lnTo>
                  <a:lnTo>
                    <a:pt x="13" y="60"/>
                  </a:lnTo>
                  <a:lnTo>
                    <a:pt x="26" y="90"/>
                  </a:lnTo>
                  <a:lnTo>
                    <a:pt x="9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31" name=""/>
            <p:cNvSpPr/>
            <p:nvPr/>
          </p:nvSpPr>
          <p:spPr>
            <a:xfrm rot="0">
              <a:off x="619" y="738"/>
              <a:ext cx="25" cy="23"/>
            </a:xfrm>
            <a:custGeom>
              <a:avLst/>
              <a:ahLst/>
              <a:rect l="0" t="0" r="r" b="b"/>
              <a:pathLst>
                <a:path w="97" h="90">
                  <a:moveTo>
                    <a:pt x="97" y="60"/>
                  </a:moveTo>
                  <a:lnTo>
                    <a:pt x="84" y="30"/>
                  </a:lnTo>
                  <a:lnTo>
                    <a:pt x="71" y="0"/>
                  </a:lnTo>
                  <a:lnTo>
                    <a:pt x="0" y="30"/>
                  </a:lnTo>
                  <a:lnTo>
                    <a:pt x="13" y="60"/>
                  </a:lnTo>
                  <a:lnTo>
                    <a:pt x="26" y="90"/>
                  </a:lnTo>
                  <a:lnTo>
                    <a:pt x="9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32" name=""/>
            <p:cNvSpPr/>
            <p:nvPr/>
          </p:nvSpPr>
          <p:spPr>
            <a:xfrm rot="0">
              <a:off x="619" y="746"/>
              <a:ext cx="4" cy="8"/>
            </a:xfrm>
            <a:custGeom>
              <a:avLst/>
              <a:ahLst/>
              <a:rect l="0" t="0" r="r" b="b"/>
              <a:pathLst>
                <a:path w="14" h="30">
                  <a:moveTo>
                    <a:pt x="14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33" name=""/>
            <p:cNvSpPr/>
            <p:nvPr/>
          </p:nvSpPr>
          <p:spPr>
            <a:xfrm rot="0" flipH="1">
              <a:off x="619" y="7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34" name=""/>
            <p:cNvSpPr/>
            <p:nvPr/>
          </p:nvSpPr>
          <p:spPr>
            <a:xfrm rot="0">
              <a:off x="601" y="746"/>
              <a:ext cx="25" cy="23"/>
            </a:xfrm>
            <a:custGeom>
              <a:avLst/>
              <a:ahLst/>
              <a:rect l="0" t="0" r="r" b="b"/>
              <a:pathLst>
                <a:path w="98" h="93">
                  <a:moveTo>
                    <a:pt x="98" y="60"/>
                  </a:moveTo>
                  <a:lnTo>
                    <a:pt x="84" y="30"/>
                  </a:lnTo>
                  <a:lnTo>
                    <a:pt x="70" y="0"/>
                  </a:lnTo>
                  <a:lnTo>
                    <a:pt x="0" y="33"/>
                  </a:lnTo>
                  <a:lnTo>
                    <a:pt x="14" y="63"/>
                  </a:lnTo>
                  <a:lnTo>
                    <a:pt x="29" y="93"/>
                  </a:lnTo>
                  <a:lnTo>
                    <a:pt x="98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35" name=""/>
            <p:cNvSpPr/>
            <p:nvPr/>
          </p:nvSpPr>
          <p:spPr>
            <a:xfrm rot="0">
              <a:off x="601" y="746"/>
              <a:ext cx="25" cy="23"/>
            </a:xfrm>
            <a:custGeom>
              <a:avLst/>
              <a:ahLst/>
              <a:rect l="0" t="0" r="r" b="b"/>
              <a:pathLst>
                <a:path w="98" h="93">
                  <a:moveTo>
                    <a:pt x="98" y="60"/>
                  </a:moveTo>
                  <a:lnTo>
                    <a:pt x="84" y="30"/>
                  </a:lnTo>
                  <a:lnTo>
                    <a:pt x="70" y="0"/>
                  </a:lnTo>
                  <a:lnTo>
                    <a:pt x="0" y="33"/>
                  </a:lnTo>
                  <a:lnTo>
                    <a:pt x="14" y="63"/>
                  </a:lnTo>
                  <a:lnTo>
                    <a:pt x="29" y="93"/>
                  </a:lnTo>
                  <a:lnTo>
                    <a:pt x="98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36" name=""/>
            <p:cNvSpPr/>
            <p:nvPr/>
          </p:nvSpPr>
          <p:spPr>
            <a:xfrm rot="0">
              <a:off x="601" y="754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37" name=""/>
            <p:cNvSpPr/>
            <p:nvPr/>
          </p:nvSpPr>
          <p:spPr>
            <a:xfrm rot="0" flipH="1">
              <a:off x="601" y="7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38" name=""/>
            <p:cNvSpPr/>
            <p:nvPr/>
          </p:nvSpPr>
          <p:spPr>
            <a:xfrm rot="0">
              <a:off x="584" y="754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101" y="60"/>
                  </a:moveTo>
                  <a:lnTo>
                    <a:pt x="85" y="30"/>
                  </a:lnTo>
                  <a:lnTo>
                    <a:pt x="70" y="0"/>
                  </a:lnTo>
                  <a:lnTo>
                    <a:pt x="0" y="35"/>
                  </a:lnTo>
                  <a:lnTo>
                    <a:pt x="16" y="65"/>
                  </a:lnTo>
                  <a:lnTo>
                    <a:pt x="31" y="96"/>
                  </a:lnTo>
                  <a:lnTo>
                    <a:pt x="101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39" name=""/>
            <p:cNvSpPr/>
            <p:nvPr/>
          </p:nvSpPr>
          <p:spPr>
            <a:xfrm rot="0">
              <a:off x="584" y="754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101" y="60"/>
                  </a:moveTo>
                  <a:lnTo>
                    <a:pt x="85" y="30"/>
                  </a:lnTo>
                  <a:lnTo>
                    <a:pt x="70" y="0"/>
                  </a:lnTo>
                  <a:lnTo>
                    <a:pt x="0" y="35"/>
                  </a:lnTo>
                  <a:lnTo>
                    <a:pt x="16" y="65"/>
                  </a:lnTo>
                  <a:lnTo>
                    <a:pt x="31" y="96"/>
                  </a:lnTo>
                  <a:lnTo>
                    <a:pt x="10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40" name=""/>
            <p:cNvSpPr/>
            <p:nvPr/>
          </p:nvSpPr>
          <p:spPr>
            <a:xfrm rot="0">
              <a:off x="583" y="763"/>
              <a:ext cx="5" cy="8"/>
            </a:xfrm>
            <a:custGeom>
              <a:avLst/>
              <a:ahLst/>
              <a:rect l="0" t="0" r="r" b="b"/>
              <a:pathLst>
                <a:path w="17" h="30">
                  <a:moveTo>
                    <a:pt x="17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41" name=""/>
            <p:cNvSpPr/>
            <p:nvPr/>
          </p:nvSpPr>
          <p:spPr>
            <a:xfrm rot="0" flipH="1">
              <a:off x="583" y="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42" name=""/>
            <p:cNvSpPr/>
            <p:nvPr/>
          </p:nvSpPr>
          <p:spPr>
            <a:xfrm rot="0">
              <a:off x="567" y="763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101" y="58"/>
                  </a:moveTo>
                  <a:lnTo>
                    <a:pt x="84" y="29"/>
                  </a:lnTo>
                  <a:lnTo>
                    <a:pt x="67" y="0"/>
                  </a:lnTo>
                  <a:lnTo>
                    <a:pt x="0" y="39"/>
                  </a:lnTo>
                  <a:lnTo>
                    <a:pt x="17" y="67"/>
                  </a:lnTo>
                  <a:lnTo>
                    <a:pt x="34" y="96"/>
                  </a:lnTo>
                  <a:lnTo>
                    <a:pt x="10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43" name=""/>
            <p:cNvSpPr/>
            <p:nvPr/>
          </p:nvSpPr>
          <p:spPr>
            <a:xfrm rot="0">
              <a:off x="567" y="763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101" y="58"/>
                  </a:moveTo>
                  <a:lnTo>
                    <a:pt x="84" y="29"/>
                  </a:lnTo>
                  <a:lnTo>
                    <a:pt x="67" y="0"/>
                  </a:lnTo>
                  <a:lnTo>
                    <a:pt x="0" y="39"/>
                  </a:lnTo>
                  <a:lnTo>
                    <a:pt x="17" y="67"/>
                  </a:lnTo>
                  <a:lnTo>
                    <a:pt x="34" y="96"/>
                  </a:lnTo>
                  <a:lnTo>
                    <a:pt x="10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44" name=""/>
            <p:cNvSpPr/>
            <p:nvPr/>
          </p:nvSpPr>
          <p:spPr>
            <a:xfrm rot="0">
              <a:off x="567" y="773"/>
              <a:ext cx="4" cy="7"/>
            </a:xfrm>
            <a:custGeom>
              <a:avLst/>
              <a:ahLst/>
              <a:rect l="0" t="0" r="r" b="b"/>
              <a:pathLst>
                <a:path w="17" h="28">
                  <a:moveTo>
                    <a:pt x="17" y="2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45" name=""/>
            <p:cNvSpPr/>
            <p:nvPr/>
          </p:nvSpPr>
          <p:spPr>
            <a:xfrm rot="0">
              <a:off x="567" y="7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46" name=""/>
            <p:cNvSpPr/>
            <p:nvPr/>
          </p:nvSpPr>
          <p:spPr>
            <a:xfrm rot="0">
              <a:off x="550" y="77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100" y="57"/>
                  </a:moveTo>
                  <a:lnTo>
                    <a:pt x="83" y="28"/>
                  </a:lnTo>
                  <a:lnTo>
                    <a:pt x="66" y="0"/>
                  </a:lnTo>
                  <a:lnTo>
                    <a:pt x="0" y="40"/>
                  </a:lnTo>
                  <a:lnTo>
                    <a:pt x="17" y="69"/>
                  </a:lnTo>
                  <a:lnTo>
                    <a:pt x="34" y="98"/>
                  </a:lnTo>
                  <a:lnTo>
                    <a:pt x="10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47" name=""/>
            <p:cNvSpPr/>
            <p:nvPr/>
          </p:nvSpPr>
          <p:spPr>
            <a:xfrm rot="0">
              <a:off x="550" y="77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100" y="57"/>
                  </a:moveTo>
                  <a:lnTo>
                    <a:pt x="83" y="28"/>
                  </a:lnTo>
                  <a:lnTo>
                    <a:pt x="66" y="0"/>
                  </a:lnTo>
                  <a:lnTo>
                    <a:pt x="0" y="40"/>
                  </a:lnTo>
                  <a:lnTo>
                    <a:pt x="17" y="69"/>
                  </a:lnTo>
                  <a:lnTo>
                    <a:pt x="34" y="98"/>
                  </a:lnTo>
                  <a:lnTo>
                    <a:pt x="10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48" name=""/>
            <p:cNvSpPr/>
            <p:nvPr/>
          </p:nvSpPr>
          <p:spPr>
            <a:xfrm rot="0">
              <a:off x="550" y="783"/>
              <a:ext cx="4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49" name=""/>
            <p:cNvSpPr/>
            <p:nvPr/>
          </p:nvSpPr>
          <p:spPr>
            <a:xfrm rot="0" flipH="1">
              <a:off x="550" y="7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50" name=""/>
            <p:cNvSpPr/>
            <p:nvPr/>
          </p:nvSpPr>
          <p:spPr>
            <a:xfrm rot="0">
              <a:off x="534" y="783"/>
              <a:ext cx="25" cy="25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5"/>
                  </a:moveTo>
                  <a:lnTo>
                    <a:pt x="83" y="27"/>
                  </a:lnTo>
                  <a:lnTo>
                    <a:pt x="65" y="0"/>
                  </a:lnTo>
                  <a:lnTo>
                    <a:pt x="0" y="43"/>
                  </a:lnTo>
                  <a:lnTo>
                    <a:pt x="19" y="71"/>
                  </a:lnTo>
                  <a:lnTo>
                    <a:pt x="37" y="98"/>
                  </a:lnTo>
                  <a:lnTo>
                    <a:pt x="10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51" name=""/>
            <p:cNvSpPr/>
            <p:nvPr/>
          </p:nvSpPr>
          <p:spPr>
            <a:xfrm rot="0">
              <a:off x="534" y="783"/>
              <a:ext cx="25" cy="25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5"/>
                  </a:moveTo>
                  <a:lnTo>
                    <a:pt x="83" y="27"/>
                  </a:lnTo>
                  <a:lnTo>
                    <a:pt x="65" y="0"/>
                  </a:lnTo>
                  <a:lnTo>
                    <a:pt x="0" y="43"/>
                  </a:lnTo>
                  <a:lnTo>
                    <a:pt x="19" y="71"/>
                  </a:lnTo>
                  <a:lnTo>
                    <a:pt x="37" y="98"/>
                  </a:lnTo>
                  <a:lnTo>
                    <a:pt x="10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52" name=""/>
            <p:cNvSpPr/>
            <p:nvPr/>
          </p:nvSpPr>
          <p:spPr>
            <a:xfrm rot="0">
              <a:off x="533" y="794"/>
              <a:ext cx="5" cy="7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53" name=""/>
            <p:cNvSpPr/>
            <p:nvPr/>
          </p:nvSpPr>
          <p:spPr>
            <a:xfrm rot="0" flipH="1">
              <a:off x="533" y="7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54" name=""/>
            <p:cNvSpPr/>
            <p:nvPr/>
          </p:nvSpPr>
          <p:spPr>
            <a:xfrm rot="0">
              <a:off x="518" y="795"/>
              <a:ext cx="25" cy="24"/>
            </a:xfrm>
            <a:custGeom>
              <a:avLst/>
              <a:ahLst/>
              <a:rect l="0" t="0" r="r" b="b"/>
              <a:pathLst>
                <a:path w="101" h="99">
                  <a:moveTo>
                    <a:pt x="101" y="53"/>
                  </a:moveTo>
                  <a:lnTo>
                    <a:pt x="82" y="27"/>
                  </a:lnTo>
                  <a:lnTo>
                    <a:pt x="62" y="0"/>
                  </a:lnTo>
                  <a:lnTo>
                    <a:pt x="0" y="46"/>
                  </a:lnTo>
                  <a:lnTo>
                    <a:pt x="20" y="73"/>
                  </a:lnTo>
                  <a:lnTo>
                    <a:pt x="40" y="99"/>
                  </a:lnTo>
                  <a:lnTo>
                    <a:pt x="101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55" name=""/>
            <p:cNvSpPr/>
            <p:nvPr/>
          </p:nvSpPr>
          <p:spPr>
            <a:xfrm rot="0">
              <a:off x="518" y="795"/>
              <a:ext cx="25" cy="24"/>
            </a:xfrm>
            <a:custGeom>
              <a:avLst/>
              <a:ahLst/>
              <a:rect l="0" t="0" r="r" b="b"/>
              <a:pathLst>
                <a:path w="101" h="99">
                  <a:moveTo>
                    <a:pt x="101" y="53"/>
                  </a:moveTo>
                  <a:lnTo>
                    <a:pt x="82" y="27"/>
                  </a:lnTo>
                  <a:lnTo>
                    <a:pt x="62" y="0"/>
                  </a:lnTo>
                  <a:lnTo>
                    <a:pt x="0" y="46"/>
                  </a:lnTo>
                  <a:lnTo>
                    <a:pt x="20" y="73"/>
                  </a:lnTo>
                  <a:lnTo>
                    <a:pt x="40" y="99"/>
                  </a:lnTo>
                  <a:lnTo>
                    <a:pt x="101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56" name=""/>
            <p:cNvSpPr/>
            <p:nvPr/>
          </p:nvSpPr>
          <p:spPr>
            <a:xfrm rot="0">
              <a:off x="518" y="806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57" name=""/>
            <p:cNvSpPr/>
            <p:nvPr/>
          </p:nvSpPr>
          <p:spPr>
            <a:xfrm rot="0" flipH="1">
              <a:off x="518" y="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58" name=""/>
            <p:cNvSpPr/>
            <p:nvPr/>
          </p:nvSpPr>
          <p:spPr>
            <a:xfrm rot="0">
              <a:off x="503" y="806"/>
              <a:ext cx="25" cy="25"/>
            </a:xfrm>
            <a:custGeom>
              <a:avLst/>
              <a:ahLst/>
              <a:rect l="0" t="0" r="r" b="b"/>
              <a:pathLst>
                <a:path w="103" h="102">
                  <a:moveTo>
                    <a:pt x="103" y="53"/>
                  </a:moveTo>
                  <a:lnTo>
                    <a:pt x="82" y="27"/>
                  </a:lnTo>
                  <a:lnTo>
                    <a:pt x="61" y="0"/>
                  </a:lnTo>
                  <a:lnTo>
                    <a:pt x="0" y="49"/>
                  </a:lnTo>
                  <a:lnTo>
                    <a:pt x="21" y="75"/>
                  </a:lnTo>
                  <a:lnTo>
                    <a:pt x="42" y="102"/>
                  </a:lnTo>
                  <a:lnTo>
                    <a:pt x="10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59" name=""/>
            <p:cNvSpPr/>
            <p:nvPr/>
          </p:nvSpPr>
          <p:spPr>
            <a:xfrm rot="0">
              <a:off x="503" y="806"/>
              <a:ext cx="25" cy="25"/>
            </a:xfrm>
            <a:custGeom>
              <a:avLst/>
              <a:ahLst/>
              <a:rect l="0" t="0" r="r" b="b"/>
              <a:pathLst>
                <a:path w="103" h="102">
                  <a:moveTo>
                    <a:pt x="103" y="53"/>
                  </a:moveTo>
                  <a:lnTo>
                    <a:pt x="82" y="27"/>
                  </a:lnTo>
                  <a:lnTo>
                    <a:pt x="61" y="0"/>
                  </a:lnTo>
                  <a:lnTo>
                    <a:pt x="0" y="49"/>
                  </a:lnTo>
                  <a:lnTo>
                    <a:pt x="21" y="75"/>
                  </a:lnTo>
                  <a:lnTo>
                    <a:pt x="42" y="102"/>
                  </a:lnTo>
                  <a:lnTo>
                    <a:pt x="103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60" name=""/>
            <p:cNvSpPr/>
            <p:nvPr/>
          </p:nvSpPr>
          <p:spPr>
            <a:xfrm rot="0">
              <a:off x="503" y="818"/>
              <a:ext cx="5" cy="7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61" name=""/>
            <p:cNvSpPr/>
            <p:nvPr/>
          </p:nvSpPr>
          <p:spPr>
            <a:xfrm rot="0">
              <a:off x="503" y="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62" name=""/>
            <p:cNvSpPr/>
            <p:nvPr/>
          </p:nvSpPr>
          <p:spPr>
            <a:xfrm rot="0">
              <a:off x="488" y="819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80" y="25"/>
                  </a:lnTo>
                  <a:lnTo>
                    <a:pt x="59" y="0"/>
                  </a:lnTo>
                  <a:lnTo>
                    <a:pt x="0" y="50"/>
                  </a:lnTo>
                  <a:lnTo>
                    <a:pt x="21" y="75"/>
                  </a:lnTo>
                  <a:lnTo>
                    <a:pt x="42" y="100"/>
                  </a:lnTo>
                  <a:lnTo>
                    <a:pt x="10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63" name=""/>
            <p:cNvSpPr/>
            <p:nvPr/>
          </p:nvSpPr>
          <p:spPr>
            <a:xfrm rot="0">
              <a:off x="488" y="819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80" y="25"/>
                  </a:lnTo>
                  <a:lnTo>
                    <a:pt x="59" y="0"/>
                  </a:lnTo>
                  <a:lnTo>
                    <a:pt x="0" y="50"/>
                  </a:lnTo>
                  <a:lnTo>
                    <a:pt x="21" y="75"/>
                  </a:lnTo>
                  <a:lnTo>
                    <a:pt x="42" y="100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64" name=""/>
            <p:cNvSpPr/>
            <p:nvPr/>
          </p:nvSpPr>
          <p:spPr>
            <a:xfrm rot="0">
              <a:off x="487" y="831"/>
              <a:ext cx="6" cy="6"/>
            </a:xfrm>
            <a:custGeom>
              <a:avLst/>
              <a:ahLst/>
              <a:rect l="0" t="0" r="r" b="b"/>
              <a:pathLst>
                <a:path w="22" h="25">
                  <a:moveTo>
                    <a:pt x="22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65" name=""/>
            <p:cNvSpPr/>
            <p:nvPr/>
          </p:nvSpPr>
          <p:spPr>
            <a:xfrm rot="0" flipH="1">
              <a:off x="487" y="8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66" name=""/>
            <p:cNvSpPr/>
            <p:nvPr/>
          </p:nvSpPr>
          <p:spPr>
            <a:xfrm rot="0">
              <a:off x="473" y="831"/>
              <a:ext cx="26" cy="26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50"/>
                  </a:moveTo>
                  <a:lnTo>
                    <a:pt x="79" y="25"/>
                  </a:lnTo>
                  <a:lnTo>
                    <a:pt x="57" y="0"/>
                  </a:lnTo>
                  <a:lnTo>
                    <a:pt x="0" y="53"/>
                  </a:lnTo>
                  <a:lnTo>
                    <a:pt x="23" y="78"/>
                  </a:lnTo>
                  <a:lnTo>
                    <a:pt x="45" y="103"/>
                  </a:lnTo>
                  <a:lnTo>
                    <a:pt x="102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67" name=""/>
            <p:cNvSpPr/>
            <p:nvPr/>
          </p:nvSpPr>
          <p:spPr>
            <a:xfrm rot="0">
              <a:off x="473" y="831"/>
              <a:ext cx="26" cy="26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50"/>
                  </a:moveTo>
                  <a:lnTo>
                    <a:pt x="79" y="25"/>
                  </a:lnTo>
                  <a:lnTo>
                    <a:pt x="57" y="0"/>
                  </a:lnTo>
                  <a:lnTo>
                    <a:pt x="0" y="53"/>
                  </a:lnTo>
                  <a:lnTo>
                    <a:pt x="23" y="78"/>
                  </a:lnTo>
                  <a:lnTo>
                    <a:pt x="45" y="103"/>
                  </a:lnTo>
                  <a:lnTo>
                    <a:pt x="102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68" name=""/>
            <p:cNvSpPr/>
            <p:nvPr/>
          </p:nvSpPr>
          <p:spPr>
            <a:xfrm rot="0">
              <a:off x="473" y="844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69" name=""/>
            <p:cNvSpPr/>
            <p:nvPr/>
          </p:nvSpPr>
          <p:spPr>
            <a:xfrm rot="0" flipH="1">
              <a:off x="473" y="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70" name=""/>
            <p:cNvSpPr/>
            <p:nvPr/>
          </p:nvSpPr>
          <p:spPr>
            <a:xfrm rot="0">
              <a:off x="459" y="845"/>
              <a:ext cx="26" cy="25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47"/>
                  </a:moveTo>
                  <a:lnTo>
                    <a:pt x="79" y="24"/>
                  </a:lnTo>
                  <a:lnTo>
                    <a:pt x="55" y="0"/>
                  </a:lnTo>
                  <a:lnTo>
                    <a:pt x="0" y="55"/>
                  </a:lnTo>
                  <a:lnTo>
                    <a:pt x="23" y="79"/>
                  </a:lnTo>
                  <a:lnTo>
                    <a:pt x="47" y="103"/>
                  </a:lnTo>
                  <a:lnTo>
                    <a:pt x="10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71" name=""/>
            <p:cNvSpPr/>
            <p:nvPr/>
          </p:nvSpPr>
          <p:spPr>
            <a:xfrm rot="0">
              <a:off x="459" y="845"/>
              <a:ext cx="26" cy="25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47"/>
                  </a:moveTo>
                  <a:lnTo>
                    <a:pt x="79" y="24"/>
                  </a:lnTo>
                  <a:lnTo>
                    <a:pt x="55" y="0"/>
                  </a:lnTo>
                  <a:lnTo>
                    <a:pt x="0" y="55"/>
                  </a:lnTo>
                  <a:lnTo>
                    <a:pt x="23" y="79"/>
                  </a:lnTo>
                  <a:lnTo>
                    <a:pt x="47" y="103"/>
                  </a:lnTo>
                  <a:lnTo>
                    <a:pt x="102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72" name=""/>
            <p:cNvSpPr/>
            <p:nvPr/>
          </p:nvSpPr>
          <p:spPr>
            <a:xfrm rot="0">
              <a:off x="459" y="858"/>
              <a:ext cx="6" cy="6"/>
            </a:xfrm>
            <a:custGeom>
              <a:avLst/>
              <a:ahLst/>
              <a:rect l="0" t="0" r="r" b="b"/>
              <a:pathLst>
                <a:path w="24" h="24">
                  <a:moveTo>
                    <a:pt x="24" y="2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73" name=""/>
            <p:cNvSpPr/>
            <p:nvPr/>
          </p:nvSpPr>
          <p:spPr>
            <a:xfrm rot="0" flipH="1">
              <a:off x="459" y="8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74" name=""/>
            <p:cNvSpPr/>
            <p:nvPr/>
          </p:nvSpPr>
          <p:spPr>
            <a:xfrm rot="0">
              <a:off x="446" y="859"/>
              <a:ext cx="25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44"/>
                  </a:moveTo>
                  <a:lnTo>
                    <a:pt x="77" y="22"/>
                  </a:lnTo>
                  <a:lnTo>
                    <a:pt x="53" y="0"/>
                  </a:lnTo>
                  <a:lnTo>
                    <a:pt x="0" y="56"/>
                  </a:lnTo>
                  <a:lnTo>
                    <a:pt x="25" y="79"/>
                  </a:lnTo>
                  <a:lnTo>
                    <a:pt x="50" y="101"/>
                  </a:lnTo>
                  <a:lnTo>
                    <a:pt x="102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75" name=""/>
            <p:cNvSpPr/>
            <p:nvPr/>
          </p:nvSpPr>
          <p:spPr>
            <a:xfrm rot="0">
              <a:off x="446" y="859"/>
              <a:ext cx="25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44"/>
                  </a:moveTo>
                  <a:lnTo>
                    <a:pt x="77" y="22"/>
                  </a:lnTo>
                  <a:lnTo>
                    <a:pt x="53" y="0"/>
                  </a:lnTo>
                  <a:lnTo>
                    <a:pt x="0" y="56"/>
                  </a:lnTo>
                  <a:lnTo>
                    <a:pt x="25" y="79"/>
                  </a:lnTo>
                  <a:lnTo>
                    <a:pt x="50" y="101"/>
                  </a:lnTo>
                  <a:lnTo>
                    <a:pt x="102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76" name=""/>
            <p:cNvSpPr/>
            <p:nvPr/>
          </p:nvSpPr>
          <p:spPr>
            <a:xfrm rot="0">
              <a:off x="446" y="873"/>
              <a:ext cx="6" cy="5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77" name=""/>
            <p:cNvSpPr/>
            <p:nvPr/>
          </p:nvSpPr>
          <p:spPr>
            <a:xfrm rot="0">
              <a:off x="446" y="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78" name=""/>
            <p:cNvSpPr/>
            <p:nvPr/>
          </p:nvSpPr>
          <p:spPr>
            <a:xfrm rot="0">
              <a:off x="433" y="873"/>
              <a:ext cx="25" cy="25"/>
            </a:xfrm>
            <a:custGeom>
              <a:avLst/>
              <a:ahLst/>
              <a:rect l="0" t="0" r="r" b="b"/>
              <a:pathLst>
                <a:path w="100" h="103">
                  <a:moveTo>
                    <a:pt x="100" y="45"/>
                  </a:moveTo>
                  <a:lnTo>
                    <a:pt x="75" y="23"/>
                  </a:lnTo>
                  <a:lnTo>
                    <a:pt x="50" y="0"/>
                  </a:lnTo>
                  <a:lnTo>
                    <a:pt x="0" y="58"/>
                  </a:lnTo>
                  <a:lnTo>
                    <a:pt x="25" y="80"/>
                  </a:lnTo>
                  <a:lnTo>
                    <a:pt x="50" y="103"/>
                  </a:lnTo>
                  <a:lnTo>
                    <a:pt x="10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79" name=""/>
            <p:cNvSpPr/>
            <p:nvPr/>
          </p:nvSpPr>
          <p:spPr>
            <a:xfrm rot="0">
              <a:off x="433" y="873"/>
              <a:ext cx="25" cy="25"/>
            </a:xfrm>
            <a:custGeom>
              <a:avLst/>
              <a:ahLst/>
              <a:rect l="0" t="0" r="r" b="b"/>
              <a:pathLst>
                <a:path w="100" h="103">
                  <a:moveTo>
                    <a:pt x="100" y="45"/>
                  </a:moveTo>
                  <a:lnTo>
                    <a:pt x="75" y="23"/>
                  </a:lnTo>
                  <a:lnTo>
                    <a:pt x="50" y="0"/>
                  </a:lnTo>
                  <a:lnTo>
                    <a:pt x="0" y="58"/>
                  </a:lnTo>
                  <a:lnTo>
                    <a:pt x="25" y="80"/>
                  </a:lnTo>
                  <a:lnTo>
                    <a:pt x="50" y="103"/>
                  </a:lnTo>
                  <a:lnTo>
                    <a:pt x="10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80" name=""/>
            <p:cNvSpPr/>
            <p:nvPr/>
          </p:nvSpPr>
          <p:spPr>
            <a:xfrm rot="0">
              <a:off x="433" y="887"/>
              <a:ext cx="6" cy="6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81" name=""/>
            <p:cNvSpPr/>
            <p:nvPr/>
          </p:nvSpPr>
          <p:spPr>
            <a:xfrm rot="0" flipH="1">
              <a:off x="433" y="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82" name=""/>
            <p:cNvSpPr/>
            <p:nvPr/>
          </p:nvSpPr>
          <p:spPr>
            <a:xfrm rot="0">
              <a:off x="421" y="888"/>
              <a:ext cx="25" cy="26"/>
            </a:xfrm>
            <a:custGeom>
              <a:avLst/>
              <a:ahLst/>
              <a:rect l="0" t="0" r="r" b="b"/>
              <a:pathLst>
                <a:path w="100" h="104">
                  <a:moveTo>
                    <a:pt x="100" y="42"/>
                  </a:moveTo>
                  <a:lnTo>
                    <a:pt x="74" y="21"/>
                  </a:lnTo>
                  <a:lnTo>
                    <a:pt x="48" y="0"/>
                  </a:lnTo>
                  <a:lnTo>
                    <a:pt x="0" y="62"/>
                  </a:lnTo>
                  <a:lnTo>
                    <a:pt x="27" y="83"/>
                  </a:lnTo>
                  <a:lnTo>
                    <a:pt x="53" y="104"/>
                  </a:lnTo>
                  <a:lnTo>
                    <a:pt x="10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83" name=""/>
            <p:cNvSpPr/>
            <p:nvPr/>
          </p:nvSpPr>
          <p:spPr>
            <a:xfrm rot="0">
              <a:off x="421" y="888"/>
              <a:ext cx="25" cy="26"/>
            </a:xfrm>
            <a:custGeom>
              <a:avLst/>
              <a:ahLst/>
              <a:rect l="0" t="0" r="r" b="b"/>
              <a:pathLst>
                <a:path w="100" h="104">
                  <a:moveTo>
                    <a:pt x="100" y="42"/>
                  </a:moveTo>
                  <a:lnTo>
                    <a:pt x="74" y="21"/>
                  </a:lnTo>
                  <a:lnTo>
                    <a:pt x="48" y="0"/>
                  </a:lnTo>
                  <a:lnTo>
                    <a:pt x="0" y="62"/>
                  </a:lnTo>
                  <a:lnTo>
                    <a:pt x="27" y="83"/>
                  </a:lnTo>
                  <a:lnTo>
                    <a:pt x="53" y="104"/>
                  </a:lnTo>
                  <a:lnTo>
                    <a:pt x="10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84" name=""/>
            <p:cNvSpPr/>
            <p:nvPr/>
          </p:nvSpPr>
          <p:spPr>
            <a:xfrm rot="0">
              <a:off x="421" y="903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85" name=""/>
            <p:cNvSpPr/>
            <p:nvPr/>
          </p:nvSpPr>
          <p:spPr>
            <a:xfrm rot="0">
              <a:off x="421" y="9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86" name=""/>
            <p:cNvSpPr/>
            <p:nvPr/>
          </p:nvSpPr>
          <p:spPr>
            <a:xfrm rot="0">
              <a:off x="410" y="903"/>
              <a:ext cx="24" cy="26"/>
            </a:xfrm>
            <a:custGeom>
              <a:avLst/>
              <a:ahLst/>
              <a:rect l="0" t="0" r="r" b="b"/>
              <a:pathLst>
                <a:path w="99" h="102">
                  <a:moveTo>
                    <a:pt x="99" y="40"/>
                  </a:moveTo>
                  <a:lnTo>
                    <a:pt x="73" y="20"/>
                  </a:lnTo>
                  <a:lnTo>
                    <a:pt x="46" y="0"/>
                  </a:lnTo>
                  <a:lnTo>
                    <a:pt x="0" y="62"/>
                  </a:lnTo>
                  <a:lnTo>
                    <a:pt x="27" y="82"/>
                  </a:lnTo>
                  <a:lnTo>
                    <a:pt x="53" y="102"/>
                  </a:lnTo>
                  <a:lnTo>
                    <a:pt x="99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87" name=""/>
            <p:cNvSpPr/>
            <p:nvPr/>
          </p:nvSpPr>
          <p:spPr>
            <a:xfrm rot="0">
              <a:off x="410" y="903"/>
              <a:ext cx="24" cy="26"/>
            </a:xfrm>
            <a:custGeom>
              <a:avLst/>
              <a:ahLst/>
              <a:rect l="0" t="0" r="r" b="b"/>
              <a:pathLst>
                <a:path w="99" h="102">
                  <a:moveTo>
                    <a:pt x="99" y="40"/>
                  </a:moveTo>
                  <a:lnTo>
                    <a:pt x="73" y="20"/>
                  </a:lnTo>
                  <a:lnTo>
                    <a:pt x="46" y="0"/>
                  </a:lnTo>
                  <a:lnTo>
                    <a:pt x="0" y="62"/>
                  </a:lnTo>
                  <a:lnTo>
                    <a:pt x="27" y="82"/>
                  </a:lnTo>
                  <a:lnTo>
                    <a:pt x="53" y="102"/>
                  </a:lnTo>
                  <a:lnTo>
                    <a:pt x="99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88" name=""/>
            <p:cNvSpPr/>
            <p:nvPr/>
          </p:nvSpPr>
          <p:spPr>
            <a:xfrm rot="0">
              <a:off x="409" y="919"/>
              <a:ext cx="7" cy="5"/>
            </a:xfrm>
            <a:custGeom>
              <a:avLst/>
              <a:ahLst/>
              <a:rect l="0" t="0" r="r" b="b"/>
              <a:pathLst>
                <a:path w="28" h="20">
                  <a:moveTo>
                    <a:pt x="28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89" name=""/>
            <p:cNvSpPr/>
            <p:nvPr/>
          </p:nvSpPr>
          <p:spPr>
            <a:xfrm rot="0" flipH="1">
              <a:off x="409" y="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90" name=""/>
            <p:cNvSpPr/>
            <p:nvPr/>
          </p:nvSpPr>
          <p:spPr>
            <a:xfrm rot="0">
              <a:off x="398" y="919"/>
              <a:ext cx="25" cy="25"/>
            </a:xfrm>
            <a:custGeom>
              <a:avLst/>
              <a:ahLst/>
              <a:rect l="0" t="0" r="r" b="b"/>
              <a:pathLst>
                <a:path w="98" h="102">
                  <a:moveTo>
                    <a:pt x="98" y="37"/>
                  </a:moveTo>
                  <a:lnTo>
                    <a:pt x="71" y="19"/>
                  </a:lnTo>
                  <a:lnTo>
                    <a:pt x="43" y="0"/>
                  </a:lnTo>
                  <a:lnTo>
                    <a:pt x="0" y="65"/>
                  </a:lnTo>
                  <a:lnTo>
                    <a:pt x="27" y="83"/>
                  </a:lnTo>
                  <a:lnTo>
                    <a:pt x="55" y="102"/>
                  </a:lnTo>
                  <a:lnTo>
                    <a:pt x="98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91" name=""/>
            <p:cNvSpPr/>
            <p:nvPr/>
          </p:nvSpPr>
          <p:spPr>
            <a:xfrm rot="0">
              <a:off x="398" y="919"/>
              <a:ext cx="25" cy="25"/>
            </a:xfrm>
            <a:custGeom>
              <a:avLst/>
              <a:ahLst/>
              <a:rect l="0" t="0" r="r" b="b"/>
              <a:pathLst>
                <a:path w="98" h="102">
                  <a:moveTo>
                    <a:pt x="98" y="37"/>
                  </a:moveTo>
                  <a:lnTo>
                    <a:pt x="71" y="19"/>
                  </a:lnTo>
                  <a:lnTo>
                    <a:pt x="43" y="0"/>
                  </a:lnTo>
                  <a:lnTo>
                    <a:pt x="0" y="65"/>
                  </a:lnTo>
                  <a:lnTo>
                    <a:pt x="27" y="83"/>
                  </a:lnTo>
                  <a:lnTo>
                    <a:pt x="55" y="102"/>
                  </a:lnTo>
                  <a:lnTo>
                    <a:pt x="98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92" name=""/>
            <p:cNvSpPr/>
            <p:nvPr/>
          </p:nvSpPr>
          <p:spPr>
            <a:xfrm rot="0">
              <a:off x="398" y="935"/>
              <a:ext cx="7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93" name=""/>
            <p:cNvSpPr/>
            <p:nvPr/>
          </p:nvSpPr>
          <p:spPr>
            <a:xfrm rot="0" flipH="1">
              <a:off x="398" y="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94" name=""/>
            <p:cNvSpPr/>
            <p:nvPr/>
          </p:nvSpPr>
          <p:spPr>
            <a:xfrm rot="0">
              <a:off x="388" y="936"/>
              <a:ext cx="25" cy="25"/>
            </a:xfrm>
            <a:custGeom>
              <a:avLst/>
              <a:ahLst/>
              <a:rect l="0" t="0" r="r" b="b"/>
              <a:pathLst>
                <a:path w="98" h="100">
                  <a:moveTo>
                    <a:pt x="98" y="34"/>
                  </a:moveTo>
                  <a:lnTo>
                    <a:pt x="69" y="17"/>
                  </a:lnTo>
                  <a:lnTo>
                    <a:pt x="40" y="0"/>
                  </a:lnTo>
                  <a:lnTo>
                    <a:pt x="0" y="66"/>
                  </a:lnTo>
                  <a:lnTo>
                    <a:pt x="29" y="83"/>
                  </a:lnTo>
                  <a:lnTo>
                    <a:pt x="57" y="100"/>
                  </a:lnTo>
                  <a:lnTo>
                    <a:pt x="98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95" name=""/>
            <p:cNvSpPr/>
            <p:nvPr/>
          </p:nvSpPr>
          <p:spPr>
            <a:xfrm rot="0">
              <a:off x="388" y="936"/>
              <a:ext cx="25" cy="25"/>
            </a:xfrm>
            <a:custGeom>
              <a:avLst/>
              <a:ahLst/>
              <a:rect l="0" t="0" r="r" b="b"/>
              <a:pathLst>
                <a:path w="98" h="100">
                  <a:moveTo>
                    <a:pt x="98" y="34"/>
                  </a:moveTo>
                  <a:lnTo>
                    <a:pt x="69" y="17"/>
                  </a:lnTo>
                  <a:lnTo>
                    <a:pt x="40" y="0"/>
                  </a:lnTo>
                  <a:lnTo>
                    <a:pt x="0" y="66"/>
                  </a:lnTo>
                  <a:lnTo>
                    <a:pt x="29" y="83"/>
                  </a:lnTo>
                  <a:lnTo>
                    <a:pt x="57" y="100"/>
                  </a:lnTo>
                  <a:lnTo>
                    <a:pt x="98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96" name=""/>
            <p:cNvSpPr/>
            <p:nvPr/>
          </p:nvSpPr>
          <p:spPr>
            <a:xfrm rot="0">
              <a:off x="388" y="952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97" name=""/>
            <p:cNvSpPr/>
            <p:nvPr/>
          </p:nvSpPr>
          <p:spPr>
            <a:xfrm rot="0">
              <a:off x="388" y="9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298" name=""/>
            <p:cNvSpPr/>
            <p:nvPr/>
          </p:nvSpPr>
          <p:spPr>
            <a:xfrm rot="0">
              <a:off x="378" y="952"/>
              <a:ext cx="24" cy="25"/>
            </a:xfrm>
            <a:custGeom>
              <a:avLst/>
              <a:ahLst/>
              <a:rect l="0" t="0" r="r" b="b"/>
              <a:pathLst>
                <a:path w="95" h="101">
                  <a:moveTo>
                    <a:pt x="95" y="34"/>
                  </a:moveTo>
                  <a:lnTo>
                    <a:pt x="67" y="17"/>
                  </a:lnTo>
                  <a:lnTo>
                    <a:pt x="38" y="0"/>
                  </a:lnTo>
                  <a:lnTo>
                    <a:pt x="0" y="67"/>
                  </a:lnTo>
                  <a:lnTo>
                    <a:pt x="28" y="84"/>
                  </a:lnTo>
                  <a:lnTo>
                    <a:pt x="57" y="101"/>
                  </a:lnTo>
                  <a:lnTo>
                    <a:pt x="9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299" name=""/>
            <p:cNvSpPr/>
            <p:nvPr/>
          </p:nvSpPr>
          <p:spPr>
            <a:xfrm rot="0">
              <a:off x="378" y="952"/>
              <a:ext cx="24" cy="25"/>
            </a:xfrm>
            <a:custGeom>
              <a:avLst/>
              <a:ahLst/>
              <a:rect l="0" t="0" r="r" b="b"/>
              <a:pathLst>
                <a:path w="95" h="101">
                  <a:moveTo>
                    <a:pt x="95" y="34"/>
                  </a:moveTo>
                  <a:lnTo>
                    <a:pt x="67" y="17"/>
                  </a:lnTo>
                  <a:lnTo>
                    <a:pt x="38" y="0"/>
                  </a:lnTo>
                  <a:lnTo>
                    <a:pt x="0" y="67"/>
                  </a:lnTo>
                  <a:lnTo>
                    <a:pt x="28" y="84"/>
                  </a:lnTo>
                  <a:lnTo>
                    <a:pt x="57" y="101"/>
                  </a:lnTo>
                  <a:lnTo>
                    <a:pt x="95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00" name=""/>
            <p:cNvSpPr/>
            <p:nvPr/>
          </p:nvSpPr>
          <p:spPr>
            <a:xfrm rot="0">
              <a:off x="378" y="969"/>
              <a:ext cx="8" cy="4"/>
            </a:xfrm>
            <a:custGeom>
              <a:avLst/>
              <a:ahLst/>
              <a:rect l="0" t="0" r="r" b="b"/>
              <a:pathLst>
                <a:path w="30" h="17">
                  <a:moveTo>
                    <a:pt x="30" y="17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01" name=""/>
            <p:cNvSpPr/>
            <p:nvPr/>
          </p:nvSpPr>
          <p:spPr>
            <a:xfrm rot="0" flipH="1">
              <a:off x="378" y="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02" name=""/>
            <p:cNvSpPr/>
            <p:nvPr/>
          </p:nvSpPr>
          <p:spPr>
            <a:xfrm rot="0">
              <a:off x="369" y="969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96" y="32"/>
                  </a:moveTo>
                  <a:lnTo>
                    <a:pt x="65" y="16"/>
                  </a:lnTo>
                  <a:lnTo>
                    <a:pt x="35" y="0"/>
                  </a:lnTo>
                  <a:lnTo>
                    <a:pt x="0" y="69"/>
                  </a:lnTo>
                  <a:lnTo>
                    <a:pt x="30" y="84"/>
                  </a:lnTo>
                  <a:lnTo>
                    <a:pt x="60" y="100"/>
                  </a:lnTo>
                  <a:lnTo>
                    <a:pt x="96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03" name=""/>
            <p:cNvSpPr/>
            <p:nvPr/>
          </p:nvSpPr>
          <p:spPr>
            <a:xfrm rot="0">
              <a:off x="369" y="969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96" y="32"/>
                  </a:moveTo>
                  <a:lnTo>
                    <a:pt x="65" y="16"/>
                  </a:lnTo>
                  <a:lnTo>
                    <a:pt x="35" y="0"/>
                  </a:lnTo>
                  <a:lnTo>
                    <a:pt x="0" y="69"/>
                  </a:lnTo>
                  <a:lnTo>
                    <a:pt x="30" y="84"/>
                  </a:lnTo>
                  <a:lnTo>
                    <a:pt x="60" y="100"/>
                  </a:lnTo>
                  <a:lnTo>
                    <a:pt x="96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04" name=""/>
            <p:cNvSpPr/>
            <p:nvPr/>
          </p:nvSpPr>
          <p:spPr>
            <a:xfrm rot="0">
              <a:off x="369" y="986"/>
              <a:ext cx="8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05" name=""/>
            <p:cNvSpPr/>
            <p:nvPr/>
          </p:nvSpPr>
          <p:spPr>
            <a:xfrm rot="0">
              <a:off x="369" y="9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06" name=""/>
            <p:cNvSpPr/>
            <p:nvPr/>
          </p:nvSpPr>
          <p:spPr>
            <a:xfrm rot="0">
              <a:off x="361" y="986"/>
              <a:ext cx="23" cy="25"/>
            </a:xfrm>
            <a:custGeom>
              <a:avLst/>
              <a:ahLst/>
              <a:rect l="0" t="0" r="r" b="b"/>
              <a:pathLst>
                <a:path w="93" h="100">
                  <a:moveTo>
                    <a:pt x="93" y="29"/>
                  </a:moveTo>
                  <a:lnTo>
                    <a:pt x="63" y="14"/>
                  </a:lnTo>
                  <a:lnTo>
                    <a:pt x="33" y="0"/>
                  </a:lnTo>
                  <a:lnTo>
                    <a:pt x="0" y="71"/>
                  </a:lnTo>
                  <a:lnTo>
                    <a:pt x="30" y="85"/>
                  </a:lnTo>
                  <a:lnTo>
                    <a:pt x="60" y="100"/>
                  </a:lnTo>
                  <a:lnTo>
                    <a:pt x="9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07" name=""/>
            <p:cNvSpPr/>
            <p:nvPr/>
          </p:nvSpPr>
          <p:spPr>
            <a:xfrm rot="0">
              <a:off x="361" y="986"/>
              <a:ext cx="23" cy="25"/>
            </a:xfrm>
            <a:custGeom>
              <a:avLst/>
              <a:ahLst/>
              <a:rect l="0" t="0" r="r" b="b"/>
              <a:pathLst>
                <a:path w="93" h="100">
                  <a:moveTo>
                    <a:pt x="93" y="29"/>
                  </a:moveTo>
                  <a:lnTo>
                    <a:pt x="63" y="14"/>
                  </a:lnTo>
                  <a:lnTo>
                    <a:pt x="33" y="0"/>
                  </a:lnTo>
                  <a:lnTo>
                    <a:pt x="0" y="71"/>
                  </a:lnTo>
                  <a:lnTo>
                    <a:pt x="30" y="85"/>
                  </a:lnTo>
                  <a:lnTo>
                    <a:pt x="60" y="100"/>
                  </a:lnTo>
                  <a:lnTo>
                    <a:pt x="93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08" name=""/>
            <p:cNvSpPr/>
            <p:nvPr/>
          </p:nvSpPr>
          <p:spPr>
            <a:xfrm rot="0">
              <a:off x="361" y="1004"/>
              <a:ext cx="8" cy="4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09" name=""/>
            <p:cNvSpPr/>
            <p:nvPr/>
          </p:nvSpPr>
          <p:spPr>
            <a:xfrm rot="0">
              <a:off x="361" y="1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10" name=""/>
            <p:cNvSpPr/>
            <p:nvPr/>
          </p:nvSpPr>
          <p:spPr>
            <a:xfrm rot="0">
              <a:off x="353" y="1005"/>
              <a:ext cx="23" cy="24"/>
            </a:xfrm>
            <a:custGeom>
              <a:avLst/>
              <a:ahLst/>
              <a:rect l="0" t="0" r="r" b="b"/>
              <a:pathLst>
                <a:path w="90" h="98">
                  <a:moveTo>
                    <a:pt x="90" y="27"/>
                  </a:moveTo>
                  <a:lnTo>
                    <a:pt x="60" y="13"/>
                  </a:lnTo>
                  <a:lnTo>
                    <a:pt x="30" y="0"/>
                  </a:lnTo>
                  <a:lnTo>
                    <a:pt x="0" y="71"/>
                  </a:lnTo>
                  <a:lnTo>
                    <a:pt x="30" y="84"/>
                  </a:lnTo>
                  <a:lnTo>
                    <a:pt x="60" y="98"/>
                  </a:lnTo>
                  <a:lnTo>
                    <a:pt x="9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11" name=""/>
            <p:cNvSpPr/>
            <p:nvPr/>
          </p:nvSpPr>
          <p:spPr>
            <a:xfrm rot="0">
              <a:off x="353" y="1005"/>
              <a:ext cx="23" cy="24"/>
            </a:xfrm>
            <a:custGeom>
              <a:avLst/>
              <a:ahLst/>
              <a:rect l="0" t="0" r="r" b="b"/>
              <a:pathLst>
                <a:path w="90" h="98">
                  <a:moveTo>
                    <a:pt x="90" y="27"/>
                  </a:moveTo>
                  <a:lnTo>
                    <a:pt x="60" y="13"/>
                  </a:lnTo>
                  <a:lnTo>
                    <a:pt x="30" y="0"/>
                  </a:lnTo>
                  <a:lnTo>
                    <a:pt x="0" y="71"/>
                  </a:lnTo>
                  <a:lnTo>
                    <a:pt x="30" y="84"/>
                  </a:lnTo>
                  <a:lnTo>
                    <a:pt x="60" y="98"/>
                  </a:lnTo>
                  <a:lnTo>
                    <a:pt x="9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12" name=""/>
            <p:cNvSpPr/>
            <p:nvPr/>
          </p:nvSpPr>
          <p:spPr>
            <a:xfrm rot="0">
              <a:off x="353" y="1022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13" name=""/>
            <p:cNvSpPr/>
            <p:nvPr/>
          </p:nvSpPr>
          <p:spPr>
            <a:xfrm rot="0" flipH="1">
              <a:off x="353" y="10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14" name=""/>
            <p:cNvSpPr/>
            <p:nvPr/>
          </p:nvSpPr>
          <p:spPr>
            <a:xfrm rot="0">
              <a:off x="346" y="1023"/>
              <a:ext cx="23" cy="24"/>
            </a:xfrm>
            <a:custGeom>
              <a:avLst/>
              <a:ahLst/>
              <a:rect l="0" t="0" r="r" b="b"/>
              <a:pathLst>
                <a:path w="90" h="95">
                  <a:moveTo>
                    <a:pt x="90" y="23"/>
                  </a:moveTo>
                  <a:lnTo>
                    <a:pt x="59" y="11"/>
                  </a:lnTo>
                  <a:lnTo>
                    <a:pt x="27" y="0"/>
                  </a:lnTo>
                  <a:lnTo>
                    <a:pt x="0" y="72"/>
                  </a:lnTo>
                  <a:lnTo>
                    <a:pt x="31" y="84"/>
                  </a:lnTo>
                  <a:lnTo>
                    <a:pt x="63" y="95"/>
                  </a:lnTo>
                  <a:lnTo>
                    <a:pt x="9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15" name=""/>
            <p:cNvSpPr/>
            <p:nvPr/>
          </p:nvSpPr>
          <p:spPr>
            <a:xfrm rot="0">
              <a:off x="346" y="1023"/>
              <a:ext cx="23" cy="24"/>
            </a:xfrm>
            <a:custGeom>
              <a:avLst/>
              <a:ahLst/>
              <a:rect l="0" t="0" r="r" b="b"/>
              <a:pathLst>
                <a:path w="90" h="95">
                  <a:moveTo>
                    <a:pt x="90" y="23"/>
                  </a:moveTo>
                  <a:lnTo>
                    <a:pt x="59" y="11"/>
                  </a:lnTo>
                  <a:lnTo>
                    <a:pt x="27" y="0"/>
                  </a:lnTo>
                  <a:lnTo>
                    <a:pt x="0" y="72"/>
                  </a:lnTo>
                  <a:lnTo>
                    <a:pt x="31" y="84"/>
                  </a:lnTo>
                  <a:lnTo>
                    <a:pt x="63" y="95"/>
                  </a:lnTo>
                  <a:lnTo>
                    <a:pt x="9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16" name=""/>
            <p:cNvSpPr/>
            <p:nvPr/>
          </p:nvSpPr>
          <p:spPr>
            <a:xfrm rot="0">
              <a:off x="346" y="1041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31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17" name=""/>
            <p:cNvSpPr/>
            <p:nvPr/>
          </p:nvSpPr>
          <p:spPr>
            <a:xfrm rot="0">
              <a:off x="346" y="10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18" name=""/>
            <p:cNvSpPr/>
            <p:nvPr/>
          </p:nvSpPr>
          <p:spPr>
            <a:xfrm rot="0">
              <a:off x="340" y="104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88" y="21"/>
                  </a:moveTo>
                  <a:lnTo>
                    <a:pt x="56" y="11"/>
                  </a:lnTo>
                  <a:lnTo>
                    <a:pt x="25" y="0"/>
                  </a:lnTo>
                  <a:lnTo>
                    <a:pt x="0" y="74"/>
                  </a:lnTo>
                  <a:lnTo>
                    <a:pt x="31" y="84"/>
                  </a:lnTo>
                  <a:lnTo>
                    <a:pt x="63" y="95"/>
                  </a:lnTo>
                  <a:lnTo>
                    <a:pt x="8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19" name=""/>
            <p:cNvSpPr/>
            <p:nvPr/>
          </p:nvSpPr>
          <p:spPr>
            <a:xfrm rot="0">
              <a:off x="340" y="104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88" y="21"/>
                  </a:moveTo>
                  <a:lnTo>
                    <a:pt x="56" y="11"/>
                  </a:lnTo>
                  <a:lnTo>
                    <a:pt x="25" y="0"/>
                  </a:lnTo>
                  <a:lnTo>
                    <a:pt x="0" y="74"/>
                  </a:lnTo>
                  <a:lnTo>
                    <a:pt x="31" y="84"/>
                  </a:lnTo>
                  <a:lnTo>
                    <a:pt x="63" y="95"/>
                  </a:lnTo>
                  <a:lnTo>
                    <a:pt x="88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20" name=""/>
            <p:cNvSpPr/>
            <p:nvPr/>
          </p:nvSpPr>
          <p:spPr>
            <a:xfrm rot="0">
              <a:off x="340" y="1059"/>
              <a:ext cx="8" cy="3"/>
            </a:xfrm>
            <a:custGeom>
              <a:avLst/>
              <a:ahLst/>
              <a:rect l="0" t="0" r="r" b="b"/>
              <a:pathLst>
                <a:path w="31" h="10">
                  <a:moveTo>
                    <a:pt x="31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21" name=""/>
            <p:cNvSpPr/>
            <p:nvPr/>
          </p:nvSpPr>
          <p:spPr>
            <a:xfrm rot="0">
              <a:off x="340" y="1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22" name=""/>
            <p:cNvSpPr/>
            <p:nvPr/>
          </p:nvSpPr>
          <p:spPr>
            <a:xfrm rot="0">
              <a:off x="334" y="1060"/>
              <a:ext cx="22" cy="23"/>
            </a:xfrm>
            <a:custGeom>
              <a:avLst/>
              <a:ahLst/>
              <a:rect l="0" t="0" r="r" b="b"/>
              <a:pathLst>
                <a:path w="86" h="92">
                  <a:moveTo>
                    <a:pt x="86" y="18"/>
                  </a:moveTo>
                  <a:lnTo>
                    <a:pt x="54" y="9"/>
                  </a:lnTo>
                  <a:lnTo>
                    <a:pt x="23" y="0"/>
                  </a:lnTo>
                  <a:lnTo>
                    <a:pt x="0" y="74"/>
                  </a:lnTo>
                  <a:lnTo>
                    <a:pt x="32" y="83"/>
                  </a:lnTo>
                  <a:lnTo>
                    <a:pt x="64" y="92"/>
                  </a:lnTo>
                  <a:lnTo>
                    <a:pt x="86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23" name=""/>
            <p:cNvSpPr/>
            <p:nvPr/>
          </p:nvSpPr>
          <p:spPr>
            <a:xfrm rot="0">
              <a:off x="334" y="1060"/>
              <a:ext cx="22" cy="23"/>
            </a:xfrm>
            <a:custGeom>
              <a:avLst/>
              <a:ahLst/>
              <a:rect l="0" t="0" r="r" b="b"/>
              <a:pathLst>
                <a:path w="86" h="92">
                  <a:moveTo>
                    <a:pt x="86" y="18"/>
                  </a:moveTo>
                  <a:lnTo>
                    <a:pt x="54" y="9"/>
                  </a:lnTo>
                  <a:lnTo>
                    <a:pt x="23" y="0"/>
                  </a:lnTo>
                  <a:lnTo>
                    <a:pt x="0" y="74"/>
                  </a:lnTo>
                  <a:lnTo>
                    <a:pt x="32" y="83"/>
                  </a:lnTo>
                  <a:lnTo>
                    <a:pt x="64" y="92"/>
                  </a:lnTo>
                  <a:lnTo>
                    <a:pt x="86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24" name=""/>
            <p:cNvSpPr/>
            <p:nvPr/>
          </p:nvSpPr>
          <p:spPr>
            <a:xfrm rot="0">
              <a:off x="334" y="1078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25" name=""/>
            <p:cNvSpPr/>
            <p:nvPr/>
          </p:nvSpPr>
          <p:spPr>
            <a:xfrm rot="0" flipH="1">
              <a:off x="334" y="1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26" name=""/>
            <p:cNvSpPr/>
            <p:nvPr/>
          </p:nvSpPr>
          <p:spPr>
            <a:xfrm rot="0">
              <a:off x="329" y="1078"/>
              <a:ext cx="21" cy="23"/>
            </a:xfrm>
            <a:custGeom>
              <a:avLst/>
              <a:ahLst/>
              <a:rect l="0" t="0" r="r" b="b"/>
              <a:pathLst>
                <a:path w="84" h="91">
                  <a:moveTo>
                    <a:pt x="84" y="16"/>
                  </a:moveTo>
                  <a:lnTo>
                    <a:pt x="51" y="8"/>
                  </a:lnTo>
                  <a:lnTo>
                    <a:pt x="18" y="0"/>
                  </a:lnTo>
                  <a:lnTo>
                    <a:pt x="0" y="75"/>
                  </a:lnTo>
                  <a:lnTo>
                    <a:pt x="33" y="83"/>
                  </a:lnTo>
                  <a:lnTo>
                    <a:pt x="65" y="91"/>
                  </a:lnTo>
                  <a:lnTo>
                    <a:pt x="8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27" name=""/>
            <p:cNvSpPr/>
            <p:nvPr/>
          </p:nvSpPr>
          <p:spPr>
            <a:xfrm rot="0">
              <a:off x="329" y="1078"/>
              <a:ext cx="21" cy="23"/>
            </a:xfrm>
            <a:custGeom>
              <a:avLst/>
              <a:ahLst/>
              <a:rect l="0" t="0" r="r" b="b"/>
              <a:pathLst>
                <a:path w="84" h="91">
                  <a:moveTo>
                    <a:pt x="84" y="16"/>
                  </a:moveTo>
                  <a:lnTo>
                    <a:pt x="51" y="8"/>
                  </a:lnTo>
                  <a:lnTo>
                    <a:pt x="18" y="0"/>
                  </a:lnTo>
                  <a:lnTo>
                    <a:pt x="0" y="75"/>
                  </a:lnTo>
                  <a:lnTo>
                    <a:pt x="33" y="83"/>
                  </a:lnTo>
                  <a:lnTo>
                    <a:pt x="65" y="91"/>
                  </a:lnTo>
                  <a:lnTo>
                    <a:pt x="84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28" name=""/>
            <p:cNvSpPr/>
            <p:nvPr/>
          </p:nvSpPr>
          <p:spPr>
            <a:xfrm rot="0">
              <a:off x="329" y="1097"/>
              <a:ext cx="9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29" name=""/>
            <p:cNvSpPr/>
            <p:nvPr/>
          </p:nvSpPr>
          <p:spPr>
            <a:xfrm rot="0">
              <a:off x="329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30" name=""/>
            <p:cNvSpPr/>
            <p:nvPr/>
          </p:nvSpPr>
          <p:spPr>
            <a:xfrm rot="0">
              <a:off x="325" y="1097"/>
              <a:ext cx="21" cy="23"/>
            </a:xfrm>
            <a:custGeom>
              <a:avLst/>
              <a:ahLst/>
              <a:rect l="0" t="0" r="r" b="b"/>
              <a:pathLst>
                <a:path w="82" h="92">
                  <a:moveTo>
                    <a:pt x="82" y="16"/>
                  </a:moveTo>
                  <a:lnTo>
                    <a:pt x="50" y="8"/>
                  </a:lnTo>
                  <a:lnTo>
                    <a:pt x="17" y="0"/>
                  </a:lnTo>
                  <a:lnTo>
                    <a:pt x="0" y="76"/>
                  </a:lnTo>
                  <a:lnTo>
                    <a:pt x="32" y="84"/>
                  </a:lnTo>
                  <a:lnTo>
                    <a:pt x="65" y="92"/>
                  </a:lnTo>
                  <a:lnTo>
                    <a:pt x="8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31" name=""/>
            <p:cNvSpPr/>
            <p:nvPr/>
          </p:nvSpPr>
          <p:spPr>
            <a:xfrm rot="0">
              <a:off x="325" y="1097"/>
              <a:ext cx="21" cy="23"/>
            </a:xfrm>
            <a:custGeom>
              <a:avLst/>
              <a:ahLst/>
              <a:rect l="0" t="0" r="r" b="b"/>
              <a:pathLst>
                <a:path w="82" h="92">
                  <a:moveTo>
                    <a:pt x="82" y="16"/>
                  </a:moveTo>
                  <a:lnTo>
                    <a:pt x="50" y="8"/>
                  </a:lnTo>
                  <a:lnTo>
                    <a:pt x="17" y="0"/>
                  </a:lnTo>
                  <a:lnTo>
                    <a:pt x="0" y="76"/>
                  </a:lnTo>
                  <a:lnTo>
                    <a:pt x="32" y="84"/>
                  </a:lnTo>
                  <a:lnTo>
                    <a:pt x="65" y="92"/>
                  </a:lnTo>
                  <a:lnTo>
                    <a:pt x="82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32" name=""/>
            <p:cNvSpPr/>
            <p:nvPr/>
          </p:nvSpPr>
          <p:spPr>
            <a:xfrm rot="0">
              <a:off x="325" y="1116"/>
              <a:ext cx="8" cy="2"/>
            </a:xfrm>
            <a:custGeom>
              <a:avLst/>
              <a:ahLst/>
              <a:rect l="0" t="0" r="r" b="b"/>
              <a:pathLst>
                <a:path w="32" h="8">
                  <a:moveTo>
                    <a:pt x="32" y="8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2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33" name=""/>
            <p:cNvSpPr/>
            <p:nvPr/>
          </p:nvSpPr>
          <p:spPr>
            <a:xfrm rot="0">
              <a:off x="325" y="1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34" name=""/>
            <p:cNvSpPr/>
            <p:nvPr/>
          </p:nvSpPr>
          <p:spPr>
            <a:xfrm rot="0">
              <a:off x="322" y="1117"/>
              <a:ext cx="20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79" y="10"/>
                  </a:moveTo>
                  <a:lnTo>
                    <a:pt x="46" y="5"/>
                  </a:lnTo>
                  <a:lnTo>
                    <a:pt x="14" y="0"/>
                  </a:lnTo>
                  <a:lnTo>
                    <a:pt x="0" y="76"/>
                  </a:lnTo>
                  <a:lnTo>
                    <a:pt x="33" y="81"/>
                  </a:lnTo>
                  <a:lnTo>
                    <a:pt x="66" y="87"/>
                  </a:lnTo>
                  <a:lnTo>
                    <a:pt x="7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35" name=""/>
            <p:cNvSpPr/>
            <p:nvPr/>
          </p:nvSpPr>
          <p:spPr>
            <a:xfrm rot="0">
              <a:off x="322" y="1117"/>
              <a:ext cx="20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79" y="10"/>
                  </a:moveTo>
                  <a:lnTo>
                    <a:pt x="46" y="5"/>
                  </a:lnTo>
                  <a:lnTo>
                    <a:pt x="14" y="0"/>
                  </a:lnTo>
                  <a:lnTo>
                    <a:pt x="0" y="76"/>
                  </a:lnTo>
                  <a:lnTo>
                    <a:pt x="33" y="81"/>
                  </a:lnTo>
                  <a:lnTo>
                    <a:pt x="66" y="87"/>
                  </a:lnTo>
                  <a:lnTo>
                    <a:pt x="79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36" name=""/>
            <p:cNvSpPr/>
            <p:nvPr/>
          </p:nvSpPr>
          <p:spPr>
            <a:xfrm rot="0">
              <a:off x="322" y="1136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37" name=""/>
            <p:cNvSpPr/>
            <p:nvPr/>
          </p:nvSpPr>
          <p:spPr>
            <a:xfrm rot="0">
              <a:off x="322" y="11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38" name=""/>
            <p:cNvSpPr/>
            <p:nvPr/>
          </p:nvSpPr>
          <p:spPr>
            <a:xfrm rot="0">
              <a:off x="319" y="1136"/>
              <a:ext cx="19" cy="21"/>
            </a:xfrm>
            <a:custGeom>
              <a:avLst/>
              <a:ahLst/>
              <a:rect l="0" t="0" r="r" b="b"/>
              <a:pathLst>
                <a:path w="76" h="84">
                  <a:moveTo>
                    <a:pt x="76" y="8"/>
                  </a:moveTo>
                  <a:lnTo>
                    <a:pt x="43" y="4"/>
                  </a:lnTo>
                  <a:lnTo>
                    <a:pt x="10" y="0"/>
                  </a:lnTo>
                  <a:lnTo>
                    <a:pt x="0" y="77"/>
                  </a:lnTo>
                  <a:lnTo>
                    <a:pt x="33" y="81"/>
                  </a:lnTo>
                  <a:lnTo>
                    <a:pt x="66" y="84"/>
                  </a:lnTo>
                  <a:lnTo>
                    <a:pt x="7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39" name=""/>
            <p:cNvSpPr/>
            <p:nvPr/>
          </p:nvSpPr>
          <p:spPr>
            <a:xfrm rot="0">
              <a:off x="319" y="1136"/>
              <a:ext cx="19" cy="21"/>
            </a:xfrm>
            <a:custGeom>
              <a:avLst/>
              <a:ahLst/>
              <a:rect l="0" t="0" r="r" b="b"/>
              <a:pathLst>
                <a:path w="76" h="84">
                  <a:moveTo>
                    <a:pt x="76" y="8"/>
                  </a:moveTo>
                  <a:lnTo>
                    <a:pt x="43" y="4"/>
                  </a:lnTo>
                  <a:lnTo>
                    <a:pt x="10" y="0"/>
                  </a:lnTo>
                  <a:lnTo>
                    <a:pt x="0" y="77"/>
                  </a:lnTo>
                  <a:lnTo>
                    <a:pt x="33" y="81"/>
                  </a:lnTo>
                  <a:lnTo>
                    <a:pt x="66" y="84"/>
                  </a:lnTo>
                  <a:lnTo>
                    <a:pt x="7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40" name=""/>
            <p:cNvSpPr/>
            <p:nvPr/>
          </p:nvSpPr>
          <p:spPr>
            <a:xfrm rot="0">
              <a:off x="319" y="1155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41" name=""/>
            <p:cNvSpPr/>
            <p:nvPr/>
          </p:nvSpPr>
          <p:spPr>
            <a:xfrm rot="0">
              <a:off x="319" y="1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42" name=""/>
            <p:cNvSpPr/>
            <p:nvPr/>
          </p:nvSpPr>
          <p:spPr>
            <a:xfrm rot="0">
              <a:off x="318" y="1156"/>
              <a:ext cx="18" cy="20"/>
            </a:xfrm>
            <a:custGeom>
              <a:avLst/>
              <a:ahLst/>
              <a:rect l="0" t="0" r="r" b="b"/>
              <a:pathLst>
                <a:path w="73" h="83">
                  <a:moveTo>
                    <a:pt x="73" y="5"/>
                  </a:moveTo>
                  <a:lnTo>
                    <a:pt x="40" y="3"/>
                  </a:lnTo>
                  <a:lnTo>
                    <a:pt x="7" y="0"/>
                  </a:lnTo>
                  <a:lnTo>
                    <a:pt x="0" y="77"/>
                  </a:lnTo>
                  <a:lnTo>
                    <a:pt x="33" y="80"/>
                  </a:lnTo>
                  <a:lnTo>
                    <a:pt x="66" y="83"/>
                  </a:lnTo>
                  <a:lnTo>
                    <a:pt x="7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43" name=""/>
            <p:cNvSpPr/>
            <p:nvPr/>
          </p:nvSpPr>
          <p:spPr>
            <a:xfrm rot="0">
              <a:off x="318" y="1156"/>
              <a:ext cx="18" cy="20"/>
            </a:xfrm>
            <a:custGeom>
              <a:avLst/>
              <a:ahLst/>
              <a:rect l="0" t="0" r="r" b="b"/>
              <a:pathLst>
                <a:path w="73" h="83">
                  <a:moveTo>
                    <a:pt x="73" y="5"/>
                  </a:moveTo>
                  <a:lnTo>
                    <a:pt x="40" y="3"/>
                  </a:lnTo>
                  <a:lnTo>
                    <a:pt x="7" y="0"/>
                  </a:lnTo>
                  <a:lnTo>
                    <a:pt x="0" y="77"/>
                  </a:lnTo>
                  <a:lnTo>
                    <a:pt x="33" y="80"/>
                  </a:lnTo>
                  <a:lnTo>
                    <a:pt x="66" y="83"/>
                  </a:lnTo>
                  <a:lnTo>
                    <a:pt x="73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44" name=""/>
            <p:cNvSpPr/>
            <p:nvPr/>
          </p:nvSpPr>
          <p:spPr>
            <a:xfrm rot="0">
              <a:off x="318" y="1175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45" name=""/>
            <p:cNvSpPr/>
            <p:nvPr/>
          </p:nvSpPr>
          <p:spPr>
            <a:xfrm rot="0">
              <a:off x="318" y="11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46" name=""/>
            <p:cNvSpPr/>
            <p:nvPr/>
          </p:nvSpPr>
          <p:spPr>
            <a:xfrm rot="0">
              <a:off x="316" y="1175"/>
              <a:ext cx="18" cy="21"/>
            </a:xfrm>
            <a:custGeom>
              <a:avLst/>
              <a:ahLst/>
              <a:rect l="0" t="0" r="r" b="b"/>
              <a:pathLst>
                <a:path w="71" h="83">
                  <a:moveTo>
                    <a:pt x="71" y="6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78"/>
                  </a:lnTo>
                  <a:lnTo>
                    <a:pt x="33" y="81"/>
                  </a:lnTo>
                  <a:lnTo>
                    <a:pt x="66" y="83"/>
                  </a:lnTo>
                  <a:lnTo>
                    <a:pt x="7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47" name=""/>
            <p:cNvSpPr/>
            <p:nvPr/>
          </p:nvSpPr>
          <p:spPr>
            <a:xfrm rot="0">
              <a:off x="316" y="1175"/>
              <a:ext cx="18" cy="21"/>
            </a:xfrm>
            <a:custGeom>
              <a:avLst/>
              <a:ahLst/>
              <a:rect l="0" t="0" r="r" b="b"/>
              <a:pathLst>
                <a:path w="71" h="83">
                  <a:moveTo>
                    <a:pt x="71" y="6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78"/>
                  </a:lnTo>
                  <a:lnTo>
                    <a:pt x="33" y="81"/>
                  </a:lnTo>
                  <a:lnTo>
                    <a:pt x="66" y="83"/>
                  </a:lnTo>
                  <a:lnTo>
                    <a:pt x="71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48" name=""/>
            <p:cNvSpPr/>
            <p:nvPr/>
          </p:nvSpPr>
          <p:spPr>
            <a:xfrm rot="0">
              <a:off x="316" y="1194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49" name=""/>
            <p:cNvSpPr/>
            <p:nvPr/>
          </p:nvSpPr>
          <p:spPr>
            <a:xfrm rot="0">
              <a:off x="316" y="11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50" name=""/>
            <p:cNvSpPr/>
            <p:nvPr/>
          </p:nvSpPr>
          <p:spPr>
            <a:xfrm rot="0">
              <a:off x="316" y="119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7"/>
                  </a:lnTo>
                  <a:lnTo>
                    <a:pt x="33" y="77"/>
                  </a:lnTo>
                  <a:lnTo>
                    <a:pt x="66" y="7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51" name=""/>
            <p:cNvSpPr/>
            <p:nvPr/>
          </p:nvSpPr>
          <p:spPr>
            <a:xfrm rot="0">
              <a:off x="316" y="119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7"/>
                  </a:lnTo>
                  <a:lnTo>
                    <a:pt x="33" y="77"/>
                  </a:lnTo>
                  <a:lnTo>
                    <a:pt x="66" y="7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52" name=""/>
            <p:cNvSpPr/>
            <p:nvPr/>
          </p:nvSpPr>
          <p:spPr>
            <a:xfrm rot="0">
              <a:off x="316" y="1215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6"/>
                  </a:lnTo>
                  <a:lnTo>
                    <a:pt x="5" y="20"/>
                  </a:lnTo>
                  <a:lnTo>
                    <a:pt x="1" y="9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53" name=""/>
            <p:cNvSpPr/>
            <p:nvPr/>
          </p:nvSpPr>
          <p:spPr>
            <a:xfrm rot="0">
              <a:off x="316" y="1215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6"/>
                  </a:lnTo>
                  <a:lnTo>
                    <a:pt x="5" y="20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54" name=""/>
            <p:cNvSpPr/>
            <p:nvPr/>
          </p:nvSpPr>
          <p:spPr>
            <a:xfrm rot="0">
              <a:off x="1073" y="1214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0"/>
                  </a:lnTo>
                  <a:lnTo>
                    <a:pt x="64" y="10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1" y="12"/>
                  </a:lnTo>
                  <a:lnTo>
                    <a:pt x="0" y="2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55" name=""/>
            <p:cNvSpPr/>
            <p:nvPr/>
          </p:nvSpPr>
          <p:spPr>
            <a:xfrm rot="0">
              <a:off x="1073" y="1214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66" y="0"/>
                  </a:moveTo>
                  <a:lnTo>
                    <a:pt x="64" y="10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1" y="12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56" name=""/>
            <p:cNvSpPr/>
            <p:nvPr/>
          </p:nvSpPr>
          <p:spPr>
            <a:xfrm rot="0">
              <a:off x="1073" y="1200"/>
              <a:ext cx="16" cy="15"/>
            </a:xfrm>
            <a:custGeom>
              <a:avLst/>
              <a:ahLst/>
              <a:rect l="0" t="0" r="r" b="b"/>
              <a:pathLst>
                <a:path w="68" h="57">
                  <a:moveTo>
                    <a:pt x="2" y="57"/>
                  </a:moveTo>
                  <a:lnTo>
                    <a:pt x="35" y="56"/>
                  </a:lnTo>
                  <a:lnTo>
                    <a:pt x="68" y="55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2"/>
                  </a:lnTo>
                  <a:lnTo>
                    <a:pt x="2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57" name=""/>
            <p:cNvSpPr/>
            <p:nvPr/>
          </p:nvSpPr>
          <p:spPr>
            <a:xfrm rot="0">
              <a:off x="1073" y="1200"/>
              <a:ext cx="16" cy="15"/>
            </a:xfrm>
            <a:custGeom>
              <a:avLst/>
              <a:ahLst/>
              <a:rect l="0" t="0" r="r" b="b"/>
              <a:pathLst>
                <a:path w="68" h="57">
                  <a:moveTo>
                    <a:pt x="2" y="57"/>
                  </a:moveTo>
                  <a:lnTo>
                    <a:pt x="35" y="56"/>
                  </a:lnTo>
                  <a:lnTo>
                    <a:pt x="68" y="55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2"/>
                  </a:lnTo>
                  <a:lnTo>
                    <a:pt x="2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58" name=""/>
            <p:cNvSpPr/>
            <p:nvPr/>
          </p:nvSpPr>
          <p:spPr>
            <a:xfrm rot="0">
              <a:off x="1081" y="1200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0" y="3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59" name=""/>
            <p:cNvSpPr/>
            <p:nvPr/>
          </p:nvSpPr>
          <p:spPr>
            <a:xfrm rot="0" flipV="1">
              <a:off x="1089" y="12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60" name=""/>
            <p:cNvSpPr/>
            <p:nvPr/>
          </p:nvSpPr>
          <p:spPr>
            <a:xfrm rot="0">
              <a:off x="1072" y="1187"/>
              <a:ext cx="17" cy="14"/>
            </a:xfrm>
            <a:custGeom>
              <a:avLst/>
              <a:ahLst/>
              <a:rect l="0" t="0" r="r" b="b"/>
              <a:pathLst>
                <a:path w="69" h="60">
                  <a:moveTo>
                    <a:pt x="3" y="60"/>
                  </a:moveTo>
                  <a:lnTo>
                    <a:pt x="36" y="57"/>
                  </a:lnTo>
                  <a:lnTo>
                    <a:pt x="69" y="54"/>
                  </a:lnTo>
                  <a:lnTo>
                    <a:pt x="65" y="0"/>
                  </a:lnTo>
                  <a:lnTo>
                    <a:pt x="32" y="3"/>
                  </a:lnTo>
                  <a:lnTo>
                    <a:pt x="0" y="6"/>
                  </a:lnTo>
                  <a:lnTo>
                    <a:pt x="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61" name=""/>
            <p:cNvSpPr/>
            <p:nvPr/>
          </p:nvSpPr>
          <p:spPr>
            <a:xfrm rot="0">
              <a:off x="1072" y="1187"/>
              <a:ext cx="17" cy="14"/>
            </a:xfrm>
            <a:custGeom>
              <a:avLst/>
              <a:ahLst/>
              <a:rect l="0" t="0" r="r" b="b"/>
              <a:pathLst>
                <a:path w="69" h="60">
                  <a:moveTo>
                    <a:pt x="3" y="60"/>
                  </a:moveTo>
                  <a:lnTo>
                    <a:pt x="36" y="57"/>
                  </a:lnTo>
                  <a:lnTo>
                    <a:pt x="69" y="54"/>
                  </a:lnTo>
                  <a:lnTo>
                    <a:pt x="65" y="0"/>
                  </a:lnTo>
                  <a:lnTo>
                    <a:pt x="32" y="3"/>
                  </a:lnTo>
                  <a:lnTo>
                    <a:pt x="0" y="6"/>
                  </a:lnTo>
                  <a:lnTo>
                    <a:pt x="3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62" name=""/>
            <p:cNvSpPr/>
            <p:nvPr/>
          </p:nvSpPr>
          <p:spPr>
            <a:xfrm rot="0">
              <a:off x="1080" y="1186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0" y="5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63" name=""/>
            <p:cNvSpPr/>
            <p:nvPr/>
          </p:nvSpPr>
          <p:spPr>
            <a:xfrm rot="0" flipV="1">
              <a:off x="1088" y="11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64" name=""/>
            <p:cNvSpPr/>
            <p:nvPr/>
          </p:nvSpPr>
          <p:spPr>
            <a:xfrm rot="0">
              <a:off x="1070" y="1172"/>
              <a:ext cx="18" cy="17"/>
            </a:xfrm>
            <a:custGeom>
              <a:avLst/>
              <a:ahLst/>
              <a:rect l="0" t="0" r="r" b="b"/>
              <a:pathLst>
                <a:path w="73" h="65">
                  <a:moveTo>
                    <a:pt x="8" y="65"/>
                  </a:moveTo>
                  <a:lnTo>
                    <a:pt x="40" y="60"/>
                  </a:lnTo>
                  <a:lnTo>
                    <a:pt x="73" y="55"/>
                  </a:lnTo>
                  <a:lnTo>
                    <a:pt x="65" y="0"/>
                  </a:lnTo>
                  <a:lnTo>
                    <a:pt x="33" y="5"/>
                  </a:lnTo>
                  <a:lnTo>
                    <a:pt x="0" y="10"/>
                  </a:lnTo>
                  <a:lnTo>
                    <a:pt x="8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65" name=""/>
            <p:cNvSpPr/>
            <p:nvPr/>
          </p:nvSpPr>
          <p:spPr>
            <a:xfrm rot="0">
              <a:off x="1070" y="1172"/>
              <a:ext cx="18" cy="17"/>
            </a:xfrm>
            <a:custGeom>
              <a:avLst/>
              <a:ahLst/>
              <a:rect l="0" t="0" r="r" b="b"/>
              <a:pathLst>
                <a:path w="73" h="65">
                  <a:moveTo>
                    <a:pt x="8" y="65"/>
                  </a:moveTo>
                  <a:lnTo>
                    <a:pt x="40" y="60"/>
                  </a:lnTo>
                  <a:lnTo>
                    <a:pt x="73" y="55"/>
                  </a:lnTo>
                  <a:lnTo>
                    <a:pt x="65" y="0"/>
                  </a:lnTo>
                  <a:lnTo>
                    <a:pt x="33" y="5"/>
                  </a:lnTo>
                  <a:lnTo>
                    <a:pt x="0" y="10"/>
                  </a:lnTo>
                  <a:lnTo>
                    <a:pt x="8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66" name=""/>
            <p:cNvSpPr/>
            <p:nvPr/>
          </p:nvSpPr>
          <p:spPr>
            <a:xfrm rot="0">
              <a:off x="1078" y="1172"/>
              <a:ext cx="8" cy="1"/>
            </a:xfrm>
            <a:custGeom>
              <a:avLst/>
              <a:ahLst/>
              <a:rect l="0" t="0" r="r" b="b"/>
              <a:pathLst>
                <a:path w="32" h="7">
                  <a:moveTo>
                    <a:pt x="0" y="7"/>
                  </a:moveTo>
                  <a:lnTo>
                    <a:pt x="32" y="2"/>
                  </a:lnTo>
                  <a:lnTo>
                    <a:pt x="32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67" name=""/>
            <p:cNvSpPr/>
            <p:nvPr/>
          </p:nvSpPr>
          <p:spPr>
            <a:xfrm rot="0" flipV="1">
              <a:off x="1086" y="11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68" name=""/>
            <p:cNvSpPr/>
            <p:nvPr/>
          </p:nvSpPr>
          <p:spPr>
            <a:xfrm rot="0">
              <a:off x="1067" y="1158"/>
              <a:ext cx="19" cy="17"/>
            </a:xfrm>
            <a:custGeom>
              <a:avLst/>
              <a:ahLst/>
              <a:rect l="0" t="0" r="r" b="b"/>
              <a:pathLst>
                <a:path w="76" h="67">
                  <a:moveTo>
                    <a:pt x="11" y="67"/>
                  </a:moveTo>
                  <a:lnTo>
                    <a:pt x="44" y="61"/>
                  </a:lnTo>
                  <a:lnTo>
                    <a:pt x="76" y="54"/>
                  </a:lnTo>
                  <a:lnTo>
                    <a:pt x="66" y="0"/>
                  </a:lnTo>
                  <a:lnTo>
                    <a:pt x="33" y="7"/>
                  </a:lnTo>
                  <a:lnTo>
                    <a:pt x="0" y="14"/>
                  </a:lnTo>
                  <a:lnTo>
                    <a:pt x="1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69" name=""/>
            <p:cNvSpPr/>
            <p:nvPr/>
          </p:nvSpPr>
          <p:spPr>
            <a:xfrm rot="0">
              <a:off x="1067" y="1158"/>
              <a:ext cx="19" cy="17"/>
            </a:xfrm>
            <a:custGeom>
              <a:avLst/>
              <a:ahLst/>
              <a:rect l="0" t="0" r="r" b="b"/>
              <a:pathLst>
                <a:path w="76" h="67">
                  <a:moveTo>
                    <a:pt x="11" y="67"/>
                  </a:moveTo>
                  <a:lnTo>
                    <a:pt x="44" y="61"/>
                  </a:lnTo>
                  <a:lnTo>
                    <a:pt x="76" y="54"/>
                  </a:lnTo>
                  <a:lnTo>
                    <a:pt x="66" y="0"/>
                  </a:lnTo>
                  <a:lnTo>
                    <a:pt x="33" y="7"/>
                  </a:lnTo>
                  <a:lnTo>
                    <a:pt x="0" y="14"/>
                  </a:lnTo>
                  <a:lnTo>
                    <a:pt x="1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70" name=""/>
            <p:cNvSpPr/>
            <p:nvPr/>
          </p:nvSpPr>
          <p:spPr>
            <a:xfrm rot="0">
              <a:off x="1075" y="1158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0" y="8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71" name=""/>
            <p:cNvSpPr/>
            <p:nvPr/>
          </p:nvSpPr>
          <p:spPr>
            <a:xfrm rot="0" flipV="1">
              <a:off x="1083" y="1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72" name=""/>
            <p:cNvSpPr/>
            <p:nvPr/>
          </p:nvSpPr>
          <p:spPr>
            <a:xfrm rot="0">
              <a:off x="1064" y="1145"/>
              <a:ext cx="19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13" y="68"/>
                  </a:moveTo>
                  <a:lnTo>
                    <a:pt x="46" y="60"/>
                  </a:lnTo>
                  <a:lnTo>
                    <a:pt x="79" y="52"/>
                  </a:lnTo>
                  <a:lnTo>
                    <a:pt x="66" y="0"/>
                  </a:lnTo>
                  <a:lnTo>
                    <a:pt x="33" y="7"/>
                  </a:lnTo>
                  <a:lnTo>
                    <a:pt x="0" y="15"/>
                  </a:lnTo>
                  <a:lnTo>
                    <a:pt x="13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73" name=""/>
            <p:cNvSpPr/>
            <p:nvPr/>
          </p:nvSpPr>
          <p:spPr>
            <a:xfrm rot="0">
              <a:off x="1064" y="1145"/>
              <a:ext cx="19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13" y="68"/>
                  </a:moveTo>
                  <a:lnTo>
                    <a:pt x="46" y="60"/>
                  </a:lnTo>
                  <a:lnTo>
                    <a:pt x="79" y="52"/>
                  </a:lnTo>
                  <a:lnTo>
                    <a:pt x="66" y="0"/>
                  </a:lnTo>
                  <a:lnTo>
                    <a:pt x="33" y="7"/>
                  </a:lnTo>
                  <a:lnTo>
                    <a:pt x="0" y="15"/>
                  </a:lnTo>
                  <a:lnTo>
                    <a:pt x="13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74" name=""/>
            <p:cNvSpPr/>
            <p:nvPr/>
          </p:nvSpPr>
          <p:spPr>
            <a:xfrm rot="0">
              <a:off x="1072" y="1145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0" y="9"/>
                  </a:moveTo>
                  <a:lnTo>
                    <a:pt x="33" y="2"/>
                  </a:lnTo>
                  <a:lnTo>
                    <a:pt x="31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75" name=""/>
            <p:cNvSpPr/>
            <p:nvPr/>
          </p:nvSpPr>
          <p:spPr>
            <a:xfrm rot="0" flipH="1" flipV="1">
              <a:off x="1080" y="11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76" name=""/>
            <p:cNvSpPr/>
            <p:nvPr/>
          </p:nvSpPr>
          <p:spPr>
            <a:xfrm rot="0">
              <a:off x="1060" y="1131"/>
              <a:ext cx="20" cy="18"/>
            </a:xfrm>
            <a:custGeom>
              <a:avLst/>
              <a:ahLst/>
              <a:rect l="0" t="0" r="r" b="b"/>
              <a:pathLst>
                <a:path w="78" h="71">
                  <a:moveTo>
                    <a:pt x="15" y="71"/>
                  </a:moveTo>
                  <a:lnTo>
                    <a:pt x="47" y="61"/>
                  </a:lnTo>
                  <a:lnTo>
                    <a:pt x="78" y="52"/>
                  </a:lnTo>
                  <a:lnTo>
                    <a:pt x="63" y="0"/>
                  </a:lnTo>
                  <a:lnTo>
                    <a:pt x="31" y="9"/>
                  </a:lnTo>
                  <a:lnTo>
                    <a:pt x="0" y="18"/>
                  </a:lnTo>
                  <a:lnTo>
                    <a:pt x="15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77" name=""/>
            <p:cNvSpPr/>
            <p:nvPr/>
          </p:nvSpPr>
          <p:spPr>
            <a:xfrm rot="0">
              <a:off x="1060" y="1131"/>
              <a:ext cx="20" cy="18"/>
            </a:xfrm>
            <a:custGeom>
              <a:avLst/>
              <a:ahLst/>
              <a:rect l="0" t="0" r="r" b="b"/>
              <a:pathLst>
                <a:path w="78" h="71">
                  <a:moveTo>
                    <a:pt x="15" y="71"/>
                  </a:moveTo>
                  <a:lnTo>
                    <a:pt x="47" y="61"/>
                  </a:lnTo>
                  <a:lnTo>
                    <a:pt x="78" y="52"/>
                  </a:lnTo>
                  <a:lnTo>
                    <a:pt x="63" y="0"/>
                  </a:lnTo>
                  <a:lnTo>
                    <a:pt x="31" y="9"/>
                  </a:lnTo>
                  <a:lnTo>
                    <a:pt x="0" y="18"/>
                  </a:lnTo>
                  <a:lnTo>
                    <a:pt x="15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78" name=""/>
            <p:cNvSpPr/>
            <p:nvPr/>
          </p:nvSpPr>
          <p:spPr>
            <a:xfrm rot="0">
              <a:off x="1068" y="1131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0" y="12"/>
                  </a:moveTo>
                  <a:lnTo>
                    <a:pt x="32" y="3"/>
                  </a:lnTo>
                  <a:lnTo>
                    <a:pt x="32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79" name=""/>
            <p:cNvSpPr/>
            <p:nvPr/>
          </p:nvSpPr>
          <p:spPr>
            <a:xfrm rot="0" flipV="1">
              <a:off x="1076" y="11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80" name=""/>
            <p:cNvSpPr/>
            <p:nvPr/>
          </p:nvSpPr>
          <p:spPr>
            <a:xfrm rot="0">
              <a:off x="1056" y="1118"/>
              <a:ext cx="20" cy="19"/>
            </a:xfrm>
            <a:custGeom>
              <a:avLst/>
              <a:ahLst/>
              <a:rect l="0" t="0" r="r" b="b"/>
              <a:pathLst>
                <a:path w="82" h="75">
                  <a:moveTo>
                    <a:pt x="19" y="75"/>
                  </a:moveTo>
                  <a:lnTo>
                    <a:pt x="50" y="63"/>
                  </a:lnTo>
                  <a:lnTo>
                    <a:pt x="82" y="51"/>
                  </a:lnTo>
                  <a:lnTo>
                    <a:pt x="63" y="0"/>
                  </a:lnTo>
                  <a:lnTo>
                    <a:pt x="32" y="12"/>
                  </a:lnTo>
                  <a:lnTo>
                    <a:pt x="0" y="23"/>
                  </a:lnTo>
                  <a:lnTo>
                    <a:pt x="19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81" name=""/>
            <p:cNvSpPr/>
            <p:nvPr/>
          </p:nvSpPr>
          <p:spPr>
            <a:xfrm rot="0">
              <a:off x="1056" y="1118"/>
              <a:ext cx="20" cy="19"/>
            </a:xfrm>
            <a:custGeom>
              <a:avLst/>
              <a:ahLst/>
              <a:rect l="0" t="0" r="r" b="b"/>
              <a:pathLst>
                <a:path w="82" h="75">
                  <a:moveTo>
                    <a:pt x="19" y="75"/>
                  </a:moveTo>
                  <a:lnTo>
                    <a:pt x="50" y="63"/>
                  </a:lnTo>
                  <a:lnTo>
                    <a:pt x="82" y="51"/>
                  </a:lnTo>
                  <a:lnTo>
                    <a:pt x="63" y="0"/>
                  </a:lnTo>
                  <a:lnTo>
                    <a:pt x="32" y="12"/>
                  </a:lnTo>
                  <a:lnTo>
                    <a:pt x="0" y="23"/>
                  </a:lnTo>
                  <a:lnTo>
                    <a:pt x="19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82" name=""/>
            <p:cNvSpPr/>
            <p:nvPr/>
          </p:nvSpPr>
          <p:spPr>
            <a:xfrm rot="0">
              <a:off x="1063" y="1118"/>
              <a:ext cx="8" cy="3"/>
            </a:xfrm>
            <a:custGeom>
              <a:avLst/>
              <a:ahLst/>
              <a:rect l="0" t="0" r="r" b="b"/>
              <a:pathLst>
                <a:path w="31" h="14">
                  <a:moveTo>
                    <a:pt x="0" y="14"/>
                  </a:moveTo>
                  <a:lnTo>
                    <a:pt x="31" y="2"/>
                  </a:lnTo>
                  <a:lnTo>
                    <a:pt x="30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83" name=""/>
            <p:cNvSpPr/>
            <p:nvPr/>
          </p:nvSpPr>
          <p:spPr>
            <a:xfrm rot="0" flipH="1" flipV="1">
              <a:off x="1071" y="11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84" name=""/>
            <p:cNvSpPr/>
            <p:nvPr/>
          </p:nvSpPr>
          <p:spPr>
            <a:xfrm rot="0">
              <a:off x="1050" y="1105"/>
              <a:ext cx="21" cy="19"/>
            </a:xfrm>
            <a:custGeom>
              <a:avLst/>
              <a:ahLst/>
              <a:rect l="0" t="0" r="r" b="b"/>
              <a:pathLst>
                <a:path w="83" h="77">
                  <a:moveTo>
                    <a:pt x="22" y="77"/>
                  </a:moveTo>
                  <a:lnTo>
                    <a:pt x="53" y="64"/>
                  </a:lnTo>
                  <a:lnTo>
                    <a:pt x="83" y="50"/>
                  </a:lnTo>
                  <a:lnTo>
                    <a:pt x="61" y="0"/>
                  </a:lnTo>
                  <a:lnTo>
                    <a:pt x="30" y="14"/>
                  </a:lnTo>
                  <a:lnTo>
                    <a:pt x="0" y="27"/>
                  </a:lnTo>
                  <a:lnTo>
                    <a:pt x="22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85" name=""/>
            <p:cNvSpPr/>
            <p:nvPr/>
          </p:nvSpPr>
          <p:spPr>
            <a:xfrm rot="0">
              <a:off x="1050" y="1105"/>
              <a:ext cx="21" cy="19"/>
            </a:xfrm>
            <a:custGeom>
              <a:avLst/>
              <a:ahLst/>
              <a:rect l="0" t="0" r="r" b="b"/>
              <a:pathLst>
                <a:path w="83" h="77">
                  <a:moveTo>
                    <a:pt x="22" y="77"/>
                  </a:moveTo>
                  <a:lnTo>
                    <a:pt x="53" y="64"/>
                  </a:lnTo>
                  <a:lnTo>
                    <a:pt x="83" y="50"/>
                  </a:lnTo>
                  <a:lnTo>
                    <a:pt x="61" y="0"/>
                  </a:lnTo>
                  <a:lnTo>
                    <a:pt x="30" y="14"/>
                  </a:lnTo>
                  <a:lnTo>
                    <a:pt x="0" y="27"/>
                  </a:lnTo>
                  <a:lnTo>
                    <a:pt x="22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86" name=""/>
            <p:cNvSpPr/>
            <p:nvPr/>
          </p:nvSpPr>
          <p:spPr>
            <a:xfrm rot="0">
              <a:off x="1058" y="1105"/>
              <a:ext cx="7" cy="3"/>
            </a:xfrm>
            <a:custGeom>
              <a:avLst/>
              <a:ahLst/>
              <a:rect l="0" t="0" r="r" b="b"/>
              <a:pathLst>
                <a:path w="31" h="15">
                  <a:moveTo>
                    <a:pt x="0" y="15"/>
                  </a:moveTo>
                  <a:lnTo>
                    <a:pt x="31" y="1"/>
                  </a:lnTo>
                  <a:lnTo>
                    <a:pt x="3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87" name=""/>
            <p:cNvSpPr/>
            <p:nvPr/>
          </p:nvSpPr>
          <p:spPr>
            <a:xfrm rot="0" flipV="1">
              <a:off x="1065" y="1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88" name=""/>
            <p:cNvSpPr/>
            <p:nvPr/>
          </p:nvSpPr>
          <p:spPr>
            <a:xfrm rot="0">
              <a:off x="1044" y="1093"/>
              <a:ext cx="21" cy="19"/>
            </a:xfrm>
            <a:custGeom>
              <a:avLst/>
              <a:ahLst/>
              <a:rect l="0" t="0" r="r" b="b"/>
              <a:pathLst>
                <a:path w="85" h="77">
                  <a:moveTo>
                    <a:pt x="24" y="77"/>
                  </a:moveTo>
                  <a:lnTo>
                    <a:pt x="54" y="63"/>
                  </a:lnTo>
                  <a:lnTo>
                    <a:pt x="85" y="48"/>
                  </a:lnTo>
                  <a:lnTo>
                    <a:pt x="61" y="0"/>
                  </a:lnTo>
                  <a:lnTo>
                    <a:pt x="31" y="14"/>
                  </a:lnTo>
                  <a:lnTo>
                    <a:pt x="0" y="28"/>
                  </a:lnTo>
                  <a:lnTo>
                    <a:pt x="24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89" name=""/>
            <p:cNvSpPr/>
            <p:nvPr/>
          </p:nvSpPr>
          <p:spPr>
            <a:xfrm rot="0">
              <a:off x="1044" y="1093"/>
              <a:ext cx="21" cy="19"/>
            </a:xfrm>
            <a:custGeom>
              <a:avLst/>
              <a:ahLst/>
              <a:rect l="0" t="0" r="r" b="b"/>
              <a:pathLst>
                <a:path w="85" h="77">
                  <a:moveTo>
                    <a:pt x="24" y="77"/>
                  </a:moveTo>
                  <a:lnTo>
                    <a:pt x="54" y="63"/>
                  </a:lnTo>
                  <a:lnTo>
                    <a:pt x="85" y="48"/>
                  </a:lnTo>
                  <a:lnTo>
                    <a:pt x="61" y="0"/>
                  </a:lnTo>
                  <a:lnTo>
                    <a:pt x="31" y="14"/>
                  </a:lnTo>
                  <a:lnTo>
                    <a:pt x="0" y="28"/>
                  </a:lnTo>
                  <a:lnTo>
                    <a:pt x="24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90" name=""/>
            <p:cNvSpPr/>
            <p:nvPr/>
          </p:nvSpPr>
          <p:spPr>
            <a:xfrm rot="0">
              <a:off x="1052" y="1092"/>
              <a:ext cx="7" cy="4"/>
            </a:xfrm>
            <a:custGeom>
              <a:avLst/>
              <a:ahLst/>
              <a:rect l="0" t="0" r="r" b="b"/>
              <a:pathLst>
                <a:path w="30" h="17">
                  <a:moveTo>
                    <a:pt x="0" y="17"/>
                  </a:moveTo>
                  <a:lnTo>
                    <a:pt x="30" y="3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91" name=""/>
            <p:cNvSpPr/>
            <p:nvPr/>
          </p:nvSpPr>
          <p:spPr>
            <a:xfrm rot="0" flipH="1" flipV="1">
              <a:off x="1059" y="1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92" name=""/>
            <p:cNvSpPr/>
            <p:nvPr/>
          </p:nvSpPr>
          <p:spPr>
            <a:xfrm rot="0">
              <a:off x="1038" y="1080"/>
              <a:ext cx="21" cy="21"/>
            </a:xfrm>
            <a:custGeom>
              <a:avLst/>
              <a:ahLst/>
              <a:rect l="0" t="0" r="r" b="b"/>
              <a:pathLst>
                <a:path w="86" h="83">
                  <a:moveTo>
                    <a:pt x="28" y="83"/>
                  </a:moveTo>
                  <a:lnTo>
                    <a:pt x="57" y="66"/>
                  </a:lnTo>
                  <a:lnTo>
                    <a:pt x="86" y="49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28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93" name=""/>
            <p:cNvSpPr/>
            <p:nvPr/>
          </p:nvSpPr>
          <p:spPr>
            <a:xfrm rot="0">
              <a:off x="1038" y="1080"/>
              <a:ext cx="21" cy="21"/>
            </a:xfrm>
            <a:custGeom>
              <a:avLst/>
              <a:ahLst/>
              <a:rect l="0" t="0" r="r" b="b"/>
              <a:pathLst>
                <a:path w="86" h="83">
                  <a:moveTo>
                    <a:pt x="28" y="83"/>
                  </a:moveTo>
                  <a:lnTo>
                    <a:pt x="57" y="66"/>
                  </a:lnTo>
                  <a:lnTo>
                    <a:pt x="86" y="49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28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94" name=""/>
            <p:cNvSpPr/>
            <p:nvPr/>
          </p:nvSpPr>
          <p:spPr>
            <a:xfrm rot="0">
              <a:off x="1045" y="1079"/>
              <a:ext cx="7" cy="5"/>
            </a:xfrm>
            <a:custGeom>
              <a:avLst/>
              <a:ahLst/>
              <a:rect l="0" t="0" r="r" b="b"/>
              <a:pathLst>
                <a:path w="29" h="18">
                  <a:moveTo>
                    <a:pt x="0" y="18"/>
                  </a:moveTo>
                  <a:lnTo>
                    <a:pt x="29" y="1"/>
                  </a:lnTo>
                  <a:lnTo>
                    <a:pt x="29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95" name=""/>
            <p:cNvSpPr/>
            <p:nvPr/>
          </p:nvSpPr>
          <p:spPr>
            <a:xfrm rot="0" flipV="1">
              <a:off x="1052" y="10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96" name=""/>
            <p:cNvSpPr/>
            <p:nvPr/>
          </p:nvSpPr>
          <p:spPr>
            <a:xfrm rot="0">
              <a:off x="1031" y="1068"/>
              <a:ext cx="21" cy="21"/>
            </a:xfrm>
            <a:custGeom>
              <a:avLst/>
              <a:ahLst/>
              <a:rect l="0" t="0" r="r" b="b"/>
              <a:pathLst>
                <a:path w="87" h="83">
                  <a:moveTo>
                    <a:pt x="29" y="83"/>
                  </a:moveTo>
                  <a:lnTo>
                    <a:pt x="58" y="64"/>
                  </a:lnTo>
                  <a:lnTo>
                    <a:pt x="87" y="46"/>
                  </a:lnTo>
                  <a:lnTo>
                    <a:pt x="58" y="0"/>
                  </a:lnTo>
                  <a:lnTo>
                    <a:pt x="29" y="18"/>
                  </a:lnTo>
                  <a:lnTo>
                    <a:pt x="0" y="37"/>
                  </a:lnTo>
                  <a:lnTo>
                    <a:pt x="29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97" name=""/>
            <p:cNvSpPr/>
            <p:nvPr/>
          </p:nvSpPr>
          <p:spPr>
            <a:xfrm rot="0">
              <a:off x="1031" y="1068"/>
              <a:ext cx="21" cy="21"/>
            </a:xfrm>
            <a:custGeom>
              <a:avLst/>
              <a:ahLst/>
              <a:rect l="0" t="0" r="r" b="b"/>
              <a:pathLst>
                <a:path w="87" h="83">
                  <a:moveTo>
                    <a:pt x="29" y="83"/>
                  </a:moveTo>
                  <a:lnTo>
                    <a:pt x="58" y="64"/>
                  </a:lnTo>
                  <a:lnTo>
                    <a:pt x="87" y="46"/>
                  </a:lnTo>
                  <a:lnTo>
                    <a:pt x="58" y="0"/>
                  </a:lnTo>
                  <a:lnTo>
                    <a:pt x="29" y="18"/>
                  </a:lnTo>
                  <a:lnTo>
                    <a:pt x="0" y="37"/>
                  </a:lnTo>
                  <a:lnTo>
                    <a:pt x="29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398" name=""/>
            <p:cNvSpPr/>
            <p:nvPr/>
          </p:nvSpPr>
          <p:spPr>
            <a:xfrm rot="0">
              <a:off x="1038" y="1068"/>
              <a:ext cx="7" cy="5"/>
            </a:xfrm>
            <a:custGeom>
              <a:avLst/>
              <a:ahLst/>
              <a:rect l="0" t="0" r="r" b="b"/>
              <a:pathLst>
                <a:path w="29" h="19">
                  <a:moveTo>
                    <a:pt x="0" y="19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399" name=""/>
            <p:cNvSpPr/>
            <p:nvPr/>
          </p:nvSpPr>
          <p:spPr>
            <a:xfrm rot="0" flipH="1" flipV="1">
              <a:off x="1045" y="1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00" name=""/>
            <p:cNvSpPr/>
            <p:nvPr/>
          </p:nvSpPr>
          <p:spPr>
            <a:xfrm rot="0">
              <a:off x="1023" y="1056"/>
              <a:ext cx="22" cy="22"/>
            </a:xfrm>
            <a:custGeom>
              <a:avLst/>
              <a:ahLst/>
              <a:rect l="0" t="0" r="r" b="b"/>
              <a:pathLst>
                <a:path w="87" h="84">
                  <a:moveTo>
                    <a:pt x="32" y="84"/>
                  </a:moveTo>
                  <a:lnTo>
                    <a:pt x="59" y="64"/>
                  </a:lnTo>
                  <a:lnTo>
                    <a:pt x="87" y="45"/>
                  </a:lnTo>
                  <a:lnTo>
                    <a:pt x="55" y="0"/>
                  </a:lnTo>
                  <a:lnTo>
                    <a:pt x="28" y="20"/>
                  </a:lnTo>
                  <a:lnTo>
                    <a:pt x="0" y="39"/>
                  </a:lnTo>
                  <a:lnTo>
                    <a:pt x="32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01" name=""/>
            <p:cNvSpPr/>
            <p:nvPr/>
          </p:nvSpPr>
          <p:spPr>
            <a:xfrm rot="0">
              <a:off x="1023" y="1056"/>
              <a:ext cx="22" cy="22"/>
            </a:xfrm>
            <a:custGeom>
              <a:avLst/>
              <a:ahLst/>
              <a:rect l="0" t="0" r="r" b="b"/>
              <a:pathLst>
                <a:path w="87" h="84">
                  <a:moveTo>
                    <a:pt x="32" y="84"/>
                  </a:moveTo>
                  <a:lnTo>
                    <a:pt x="59" y="64"/>
                  </a:lnTo>
                  <a:lnTo>
                    <a:pt x="87" y="45"/>
                  </a:lnTo>
                  <a:lnTo>
                    <a:pt x="55" y="0"/>
                  </a:lnTo>
                  <a:lnTo>
                    <a:pt x="28" y="20"/>
                  </a:lnTo>
                  <a:lnTo>
                    <a:pt x="0" y="39"/>
                  </a:lnTo>
                  <a:lnTo>
                    <a:pt x="32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02" name=""/>
            <p:cNvSpPr/>
            <p:nvPr/>
          </p:nvSpPr>
          <p:spPr>
            <a:xfrm rot="0">
              <a:off x="1030" y="1056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0" y="21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03" name=""/>
            <p:cNvSpPr/>
            <p:nvPr/>
          </p:nvSpPr>
          <p:spPr>
            <a:xfrm rot="0" flipH="1" flipV="1">
              <a:off x="1036" y="1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04" name=""/>
            <p:cNvSpPr/>
            <p:nvPr/>
          </p:nvSpPr>
          <p:spPr>
            <a:xfrm rot="0">
              <a:off x="1015" y="1046"/>
              <a:ext cx="21" cy="21"/>
            </a:xfrm>
            <a:custGeom>
              <a:avLst/>
              <a:ahLst/>
              <a:rect l="0" t="0" r="r" b="b"/>
              <a:pathLst>
                <a:path w="87" h="84">
                  <a:moveTo>
                    <a:pt x="34" y="84"/>
                  </a:moveTo>
                  <a:lnTo>
                    <a:pt x="61" y="63"/>
                  </a:lnTo>
                  <a:lnTo>
                    <a:pt x="87" y="42"/>
                  </a:lnTo>
                  <a:lnTo>
                    <a:pt x="53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34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05" name=""/>
            <p:cNvSpPr/>
            <p:nvPr/>
          </p:nvSpPr>
          <p:spPr>
            <a:xfrm rot="0">
              <a:off x="1015" y="1046"/>
              <a:ext cx="21" cy="21"/>
            </a:xfrm>
            <a:custGeom>
              <a:avLst/>
              <a:ahLst/>
              <a:rect l="0" t="0" r="r" b="b"/>
              <a:pathLst>
                <a:path w="87" h="84">
                  <a:moveTo>
                    <a:pt x="34" y="84"/>
                  </a:moveTo>
                  <a:lnTo>
                    <a:pt x="61" y="63"/>
                  </a:lnTo>
                  <a:lnTo>
                    <a:pt x="87" y="42"/>
                  </a:lnTo>
                  <a:lnTo>
                    <a:pt x="53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34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06" name=""/>
            <p:cNvSpPr/>
            <p:nvPr/>
          </p:nvSpPr>
          <p:spPr>
            <a:xfrm rot="0">
              <a:off x="1021" y="1045"/>
              <a:ext cx="7" cy="6"/>
            </a:xfrm>
            <a:custGeom>
              <a:avLst/>
              <a:ahLst/>
              <a:rect l="0" t="0" r="r" b="b"/>
              <a:pathLst>
                <a:path w="27" h="23">
                  <a:moveTo>
                    <a:pt x="0" y="23"/>
                  </a:moveTo>
                  <a:lnTo>
                    <a:pt x="27" y="2"/>
                  </a:lnTo>
                  <a:lnTo>
                    <a:pt x="25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07" name=""/>
            <p:cNvSpPr/>
            <p:nvPr/>
          </p:nvSpPr>
          <p:spPr>
            <a:xfrm rot="0" flipH="1" flipV="1">
              <a:off x="1028" y="1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08" name=""/>
            <p:cNvSpPr/>
            <p:nvPr/>
          </p:nvSpPr>
          <p:spPr>
            <a:xfrm rot="0">
              <a:off x="1006" y="1035"/>
              <a:ext cx="22" cy="21"/>
            </a:xfrm>
            <a:custGeom>
              <a:avLst/>
              <a:ahLst/>
              <a:rect l="0" t="0" r="r" b="b"/>
              <a:pathLst>
                <a:path w="86" h="86">
                  <a:moveTo>
                    <a:pt x="37" y="86"/>
                  </a:moveTo>
                  <a:lnTo>
                    <a:pt x="61" y="64"/>
                  </a:lnTo>
                  <a:lnTo>
                    <a:pt x="86" y="41"/>
                  </a:lnTo>
                  <a:lnTo>
                    <a:pt x="50" y="0"/>
                  </a:lnTo>
                  <a:lnTo>
                    <a:pt x="25" y="23"/>
                  </a:lnTo>
                  <a:lnTo>
                    <a:pt x="0" y="45"/>
                  </a:lnTo>
                  <a:lnTo>
                    <a:pt x="3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09" name=""/>
            <p:cNvSpPr/>
            <p:nvPr/>
          </p:nvSpPr>
          <p:spPr>
            <a:xfrm rot="0">
              <a:off x="1006" y="1035"/>
              <a:ext cx="22" cy="21"/>
            </a:xfrm>
            <a:custGeom>
              <a:avLst/>
              <a:ahLst/>
              <a:rect l="0" t="0" r="r" b="b"/>
              <a:pathLst>
                <a:path w="86" h="86">
                  <a:moveTo>
                    <a:pt x="37" y="86"/>
                  </a:moveTo>
                  <a:lnTo>
                    <a:pt x="61" y="64"/>
                  </a:lnTo>
                  <a:lnTo>
                    <a:pt x="86" y="41"/>
                  </a:lnTo>
                  <a:lnTo>
                    <a:pt x="50" y="0"/>
                  </a:lnTo>
                  <a:lnTo>
                    <a:pt x="25" y="23"/>
                  </a:lnTo>
                  <a:lnTo>
                    <a:pt x="0" y="45"/>
                  </a:lnTo>
                  <a:lnTo>
                    <a:pt x="3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10" name=""/>
            <p:cNvSpPr/>
            <p:nvPr/>
          </p:nvSpPr>
          <p:spPr>
            <a:xfrm rot="0">
              <a:off x="1012" y="1035"/>
              <a:ext cx="6" cy="6"/>
            </a:xfrm>
            <a:custGeom>
              <a:avLst/>
              <a:ahLst/>
              <a:rect l="0" t="0" r="r" b="b"/>
              <a:pathLst>
                <a:path w="25" h="24">
                  <a:moveTo>
                    <a:pt x="0" y="24"/>
                  </a:moveTo>
                  <a:lnTo>
                    <a:pt x="25" y="1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11" name=""/>
            <p:cNvSpPr/>
            <p:nvPr/>
          </p:nvSpPr>
          <p:spPr>
            <a:xfrm rot="0" flipH="1" flipV="1">
              <a:off x="1018" y="1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06" name=""/>
          <p:cNvGrpSpPr/>
          <p:nvPr/>
        </p:nvGrpSpPr>
        <p:grpSpPr>
          <a:xfrm rot="0">
            <a:off x="901700" y="1036637"/>
            <a:ext cx="5254625" cy="2425700"/>
            <a:chOff x="568" y="653"/>
            <a:chExt cx="3310" cy="1528"/>
          </a:xfrm>
        </p:grpSpPr>
        <p:sp>
          <p:nvSpPr>
            <p:cNvPr id="1063412" name=""/>
            <p:cNvSpPr/>
            <p:nvPr/>
          </p:nvSpPr>
          <p:spPr>
            <a:xfrm rot="0">
              <a:off x="996" y="1025"/>
              <a:ext cx="22" cy="22"/>
            </a:xfrm>
            <a:custGeom>
              <a:avLst/>
              <a:ahLst/>
              <a:rect l="0" t="0" r="r" b="b"/>
              <a:pathLst>
                <a:path w="86" h="85">
                  <a:moveTo>
                    <a:pt x="39" y="85"/>
                  </a:moveTo>
                  <a:lnTo>
                    <a:pt x="63" y="62"/>
                  </a:lnTo>
                  <a:lnTo>
                    <a:pt x="86" y="38"/>
                  </a:lnTo>
                  <a:lnTo>
                    <a:pt x="47" y="0"/>
                  </a:lnTo>
                  <a:lnTo>
                    <a:pt x="23" y="24"/>
                  </a:lnTo>
                  <a:lnTo>
                    <a:pt x="0" y="47"/>
                  </a:lnTo>
                  <a:lnTo>
                    <a:pt x="39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13" name=""/>
            <p:cNvSpPr/>
            <p:nvPr/>
          </p:nvSpPr>
          <p:spPr>
            <a:xfrm rot="0">
              <a:off x="996" y="1025"/>
              <a:ext cx="22" cy="22"/>
            </a:xfrm>
            <a:custGeom>
              <a:avLst/>
              <a:ahLst/>
              <a:rect l="0" t="0" r="r" b="b"/>
              <a:pathLst>
                <a:path w="86" h="85">
                  <a:moveTo>
                    <a:pt x="39" y="85"/>
                  </a:moveTo>
                  <a:lnTo>
                    <a:pt x="63" y="62"/>
                  </a:lnTo>
                  <a:lnTo>
                    <a:pt x="86" y="38"/>
                  </a:lnTo>
                  <a:lnTo>
                    <a:pt x="47" y="0"/>
                  </a:lnTo>
                  <a:lnTo>
                    <a:pt x="23" y="24"/>
                  </a:lnTo>
                  <a:lnTo>
                    <a:pt x="0" y="47"/>
                  </a:lnTo>
                  <a:lnTo>
                    <a:pt x="39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14" name=""/>
            <p:cNvSpPr/>
            <p:nvPr/>
          </p:nvSpPr>
          <p:spPr>
            <a:xfrm rot="0">
              <a:off x="1002" y="1025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0" y="25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15" name=""/>
            <p:cNvSpPr/>
            <p:nvPr/>
          </p:nvSpPr>
          <p:spPr>
            <a:xfrm rot="0" flipH="1" flipV="1">
              <a:off x="1008" y="1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16" name=""/>
            <p:cNvSpPr/>
            <p:nvPr/>
          </p:nvSpPr>
          <p:spPr>
            <a:xfrm rot="0">
              <a:off x="987" y="1016"/>
              <a:ext cx="21" cy="21"/>
            </a:xfrm>
            <a:custGeom>
              <a:avLst/>
              <a:ahLst/>
              <a:rect l="0" t="0" r="r" b="b"/>
              <a:pathLst>
                <a:path w="86" h="87">
                  <a:moveTo>
                    <a:pt x="41" y="87"/>
                  </a:moveTo>
                  <a:lnTo>
                    <a:pt x="63" y="62"/>
                  </a:lnTo>
                  <a:lnTo>
                    <a:pt x="86" y="37"/>
                  </a:lnTo>
                  <a:lnTo>
                    <a:pt x="45" y="0"/>
                  </a:lnTo>
                  <a:lnTo>
                    <a:pt x="23" y="25"/>
                  </a:lnTo>
                  <a:lnTo>
                    <a:pt x="0" y="50"/>
                  </a:lnTo>
                  <a:lnTo>
                    <a:pt x="41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17" name=""/>
            <p:cNvSpPr/>
            <p:nvPr/>
          </p:nvSpPr>
          <p:spPr>
            <a:xfrm rot="0">
              <a:off x="987" y="1016"/>
              <a:ext cx="21" cy="21"/>
            </a:xfrm>
            <a:custGeom>
              <a:avLst/>
              <a:ahLst/>
              <a:rect l="0" t="0" r="r" b="b"/>
              <a:pathLst>
                <a:path w="86" h="87">
                  <a:moveTo>
                    <a:pt x="41" y="87"/>
                  </a:moveTo>
                  <a:lnTo>
                    <a:pt x="63" y="62"/>
                  </a:lnTo>
                  <a:lnTo>
                    <a:pt x="86" y="37"/>
                  </a:lnTo>
                  <a:lnTo>
                    <a:pt x="45" y="0"/>
                  </a:lnTo>
                  <a:lnTo>
                    <a:pt x="23" y="25"/>
                  </a:lnTo>
                  <a:lnTo>
                    <a:pt x="0" y="50"/>
                  </a:lnTo>
                  <a:lnTo>
                    <a:pt x="41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18" name=""/>
            <p:cNvSpPr/>
            <p:nvPr/>
          </p:nvSpPr>
          <p:spPr>
            <a:xfrm rot="0">
              <a:off x="992" y="1015"/>
              <a:ext cx="6" cy="7"/>
            </a:xfrm>
            <a:custGeom>
              <a:avLst/>
              <a:ahLst/>
              <a:rect l="0" t="0" r="r" b="b"/>
              <a:pathLst>
                <a:path w="22" h="26">
                  <a:moveTo>
                    <a:pt x="0" y="26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19" name=""/>
            <p:cNvSpPr/>
            <p:nvPr/>
          </p:nvSpPr>
          <p:spPr>
            <a:xfrm rot="0" flipH="1" flipV="1">
              <a:off x="997" y="1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20" name=""/>
            <p:cNvSpPr/>
            <p:nvPr/>
          </p:nvSpPr>
          <p:spPr>
            <a:xfrm rot="0">
              <a:off x="976" y="1007"/>
              <a:ext cx="21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42" y="87"/>
                  </a:moveTo>
                  <a:lnTo>
                    <a:pt x="64" y="61"/>
                  </a:lnTo>
                  <a:lnTo>
                    <a:pt x="85" y="35"/>
                  </a:lnTo>
                  <a:lnTo>
                    <a:pt x="42" y="0"/>
                  </a:lnTo>
                  <a:lnTo>
                    <a:pt x="21" y="27"/>
                  </a:lnTo>
                  <a:lnTo>
                    <a:pt x="0" y="53"/>
                  </a:lnTo>
                  <a:lnTo>
                    <a:pt x="42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21" name=""/>
            <p:cNvSpPr/>
            <p:nvPr/>
          </p:nvSpPr>
          <p:spPr>
            <a:xfrm rot="0">
              <a:off x="976" y="1007"/>
              <a:ext cx="21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42" y="87"/>
                  </a:moveTo>
                  <a:lnTo>
                    <a:pt x="64" y="61"/>
                  </a:lnTo>
                  <a:lnTo>
                    <a:pt x="85" y="35"/>
                  </a:lnTo>
                  <a:lnTo>
                    <a:pt x="42" y="0"/>
                  </a:lnTo>
                  <a:lnTo>
                    <a:pt x="21" y="27"/>
                  </a:lnTo>
                  <a:lnTo>
                    <a:pt x="0" y="53"/>
                  </a:lnTo>
                  <a:lnTo>
                    <a:pt x="42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22" name=""/>
            <p:cNvSpPr/>
            <p:nvPr/>
          </p:nvSpPr>
          <p:spPr>
            <a:xfrm rot="0">
              <a:off x="982" y="1007"/>
              <a:ext cx="5" cy="6"/>
            </a:xfrm>
            <a:custGeom>
              <a:avLst/>
              <a:ahLst/>
              <a:rect l="0" t="0" r="r" b="b"/>
              <a:pathLst>
                <a:path w="21" h="28">
                  <a:moveTo>
                    <a:pt x="0" y="28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23" name=""/>
            <p:cNvSpPr/>
            <p:nvPr/>
          </p:nvSpPr>
          <p:spPr>
            <a:xfrm rot="0" flipH="1" flipV="1">
              <a:off x="987" y="1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24" name=""/>
            <p:cNvSpPr/>
            <p:nvPr/>
          </p:nvSpPr>
          <p:spPr>
            <a:xfrm rot="0">
              <a:off x="966" y="998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45" y="88"/>
                  </a:moveTo>
                  <a:lnTo>
                    <a:pt x="64" y="61"/>
                  </a:lnTo>
                  <a:lnTo>
                    <a:pt x="84" y="33"/>
                  </a:lnTo>
                  <a:lnTo>
                    <a:pt x="39" y="0"/>
                  </a:lnTo>
                  <a:lnTo>
                    <a:pt x="20" y="28"/>
                  </a:lnTo>
                  <a:lnTo>
                    <a:pt x="0" y="55"/>
                  </a:lnTo>
                  <a:lnTo>
                    <a:pt x="45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25" name=""/>
            <p:cNvSpPr/>
            <p:nvPr/>
          </p:nvSpPr>
          <p:spPr>
            <a:xfrm rot="0">
              <a:off x="966" y="998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45" y="88"/>
                  </a:moveTo>
                  <a:lnTo>
                    <a:pt x="64" y="61"/>
                  </a:lnTo>
                  <a:lnTo>
                    <a:pt x="84" y="33"/>
                  </a:lnTo>
                  <a:lnTo>
                    <a:pt x="39" y="0"/>
                  </a:lnTo>
                  <a:lnTo>
                    <a:pt x="20" y="28"/>
                  </a:lnTo>
                  <a:lnTo>
                    <a:pt x="0" y="55"/>
                  </a:lnTo>
                  <a:lnTo>
                    <a:pt x="45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26" name=""/>
            <p:cNvSpPr/>
            <p:nvPr/>
          </p:nvSpPr>
          <p:spPr>
            <a:xfrm rot="0">
              <a:off x="970" y="998"/>
              <a:ext cx="5" cy="7"/>
            </a:xfrm>
            <a:custGeom>
              <a:avLst/>
              <a:ahLst/>
              <a:rect l="0" t="0" r="r" b="b"/>
              <a:pathLst>
                <a:path w="19" h="29">
                  <a:moveTo>
                    <a:pt x="0" y="2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27" name=""/>
            <p:cNvSpPr/>
            <p:nvPr/>
          </p:nvSpPr>
          <p:spPr>
            <a:xfrm rot="0" flipH="1" flipV="1">
              <a:off x="975" y="9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28" name=""/>
            <p:cNvSpPr/>
            <p:nvPr/>
          </p:nvSpPr>
          <p:spPr>
            <a:xfrm rot="0">
              <a:off x="954" y="991"/>
              <a:ext cx="21" cy="21"/>
            </a:xfrm>
            <a:custGeom>
              <a:avLst/>
              <a:ahLst/>
              <a:rect l="0" t="0" r="r" b="b"/>
              <a:pathLst>
                <a:path w="83" h="87">
                  <a:moveTo>
                    <a:pt x="46" y="87"/>
                  </a:moveTo>
                  <a:lnTo>
                    <a:pt x="65" y="58"/>
                  </a:lnTo>
                  <a:lnTo>
                    <a:pt x="83" y="29"/>
                  </a:lnTo>
                  <a:lnTo>
                    <a:pt x="37" y="0"/>
                  </a:lnTo>
                  <a:lnTo>
                    <a:pt x="19" y="29"/>
                  </a:lnTo>
                  <a:lnTo>
                    <a:pt x="0" y="58"/>
                  </a:lnTo>
                  <a:lnTo>
                    <a:pt x="46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29" name=""/>
            <p:cNvSpPr/>
            <p:nvPr/>
          </p:nvSpPr>
          <p:spPr>
            <a:xfrm rot="0">
              <a:off x="954" y="991"/>
              <a:ext cx="21" cy="21"/>
            </a:xfrm>
            <a:custGeom>
              <a:avLst/>
              <a:ahLst/>
              <a:rect l="0" t="0" r="r" b="b"/>
              <a:pathLst>
                <a:path w="83" h="87">
                  <a:moveTo>
                    <a:pt x="46" y="87"/>
                  </a:moveTo>
                  <a:lnTo>
                    <a:pt x="65" y="58"/>
                  </a:lnTo>
                  <a:lnTo>
                    <a:pt x="83" y="29"/>
                  </a:lnTo>
                  <a:lnTo>
                    <a:pt x="37" y="0"/>
                  </a:lnTo>
                  <a:lnTo>
                    <a:pt x="19" y="29"/>
                  </a:lnTo>
                  <a:lnTo>
                    <a:pt x="0" y="58"/>
                  </a:lnTo>
                  <a:lnTo>
                    <a:pt x="46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30" name=""/>
            <p:cNvSpPr/>
            <p:nvPr/>
          </p:nvSpPr>
          <p:spPr>
            <a:xfrm rot="0">
              <a:off x="959" y="991"/>
              <a:ext cx="5" cy="7"/>
            </a:xfrm>
            <a:custGeom>
              <a:avLst/>
              <a:ahLst/>
              <a:rect l="0" t="0" r="r" b="b"/>
              <a:pathLst>
                <a:path w="18" h="29">
                  <a:moveTo>
                    <a:pt x="0" y="29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31" name=""/>
            <p:cNvSpPr/>
            <p:nvPr/>
          </p:nvSpPr>
          <p:spPr>
            <a:xfrm rot="0" flipH="1">
              <a:off x="963" y="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32" name=""/>
            <p:cNvSpPr/>
            <p:nvPr/>
          </p:nvSpPr>
          <p:spPr>
            <a:xfrm rot="0">
              <a:off x="943" y="984"/>
              <a:ext cx="20" cy="21"/>
            </a:xfrm>
            <a:custGeom>
              <a:avLst/>
              <a:ahLst/>
              <a:rect l="0" t="0" r="r" b="b"/>
              <a:pathLst>
                <a:path w="82" h="86">
                  <a:moveTo>
                    <a:pt x="48" y="86"/>
                  </a:moveTo>
                  <a:lnTo>
                    <a:pt x="65" y="57"/>
                  </a:lnTo>
                  <a:lnTo>
                    <a:pt x="82" y="28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48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33" name=""/>
            <p:cNvSpPr/>
            <p:nvPr/>
          </p:nvSpPr>
          <p:spPr>
            <a:xfrm rot="0">
              <a:off x="943" y="984"/>
              <a:ext cx="20" cy="21"/>
            </a:xfrm>
            <a:custGeom>
              <a:avLst/>
              <a:ahLst/>
              <a:rect l="0" t="0" r="r" b="b"/>
              <a:pathLst>
                <a:path w="82" h="86">
                  <a:moveTo>
                    <a:pt x="48" y="86"/>
                  </a:moveTo>
                  <a:lnTo>
                    <a:pt x="65" y="57"/>
                  </a:lnTo>
                  <a:lnTo>
                    <a:pt x="82" y="28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48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34" name=""/>
            <p:cNvSpPr/>
            <p:nvPr/>
          </p:nvSpPr>
          <p:spPr>
            <a:xfrm rot="0">
              <a:off x="947" y="984"/>
              <a:ext cx="4" cy="7"/>
            </a:xfrm>
            <a:custGeom>
              <a:avLst/>
              <a:ahLst/>
              <a:rect l="0" t="0" r="r" b="b"/>
              <a:pathLst>
                <a:path w="18" h="30">
                  <a:moveTo>
                    <a:pt x="0" y="30"/>
                  </a:moveTo>
                  <a:lnTo>
                    <a:pt x="18" y="1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35" name=""/>
            <p:cNvSpPr/>
            <p:nvPr/>
          </p:nvSpPr>
          <p:spPr>
            <a:xfrm rot="0" flipH="1" flipV="1">
              <a:off x="951" y="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36" name=""/>
            <p:cNvSpPr/>
            <p:nvPr/>
          </p:nvSpPr>
          <p:spPr>
            <a:xfrm rot="0">
              <a:off x="931" y="978"/>
              <a:ext cx="20" cy="21"/>
            </a:xfrm>
            <a:custGeom>
              <a:avLst/>
              <a:ahLst/>
              <a:rect l="0" t="0" r="r" b="b"/>
              <a:pathLst>
                <a:path w="78" h="85">
                  <a:moveTo>
                    <a:pt x="49" y="85"/>
                  </a:moveTo>
                  <a:lnTo>
                    <a:pt x="63" y="54"/>
                  </a:lnTo>
                  <a:lnTo>
                    <a:pt x="78" y="24"/>
                  </a:lnTo>
                  <a:lnTo>
                    <a:pt x="29" y="0"/>
                  </a:lnTo>
                  <a:lnTo>
                    <a:pt x="15" y="31"/>
                  </a:lnTo>
                  <a:lnTo>
                    <a:pt x="0" y="61"/>
                  </a:lnTo>
                  <a:lnTo>
                    <a:pt x="49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37" name=""/>
            <p:cNvSpPr/>
            <p:nvPr/>
          </p:nvSpPr>
          <p:spPr>
            <a:xfrm rot="0">
              <a:off x="931" y="978"/>
              <a:ext cx="20" cy="21"/>
            </a:xfrm>
            <a:custGeom>
              <a:avLst/>
              <a:ahLst/>
              <a:rect l="0" t="0" r="r" b="b"/>
              <a:pathLst>
                <a:path w="78" h="85">
                  <a:moveTo>
                    <a:pt x="49" y="85"/>
                  </a:moveTo>
                  <a:lnTo>
                    <a:pt x="63" y="54"/>
                  </a:lnTo>
                  <a:lnTo>
                    <a:pt x="78" y="24"/>
                  </a:lnTo>
                  <a:lnTo>
                    <a:pt x="29" y="0"/>
                  </a:lnTo>
                  <a:lnTo>
                    <a:pt x="15" y="31"/>
                  </a:lnTo>
                  <a:lnTo>
                    <a:pt x="0" y="61"/>
                  </a:lnTo>
                  <a:lnTo>
                    <a:pt x="49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38" name=""/>
            <p:cNvSpPr/>
            <p:nvPr/>
          </p:nvSpPr>
          <p:spPr>
            <a:xfrm rot="0">
              <a:off x="935" y="977"/>
              <a:ext cx="4" cy="8"/>
            </a:xfrm>
            <a:custGeom>
              <a:avLst/>
              <a:ahLst/>
              <a:rect l="0" t="0" r="r" b="b"/>
              <a:pathLst>
                <a:path w="14" h="32">
                  <a:moveTo>
                    <a:pt x="0" y="32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39" name=""/>
            <p:cNvSpPr/>
            <p:nvPr/>
          </p:nvSpPr>
          <p:spPr>
            <a:xfrm rot="0" flipH="1" flipV="1">
              <a:off x="938" y="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40" name=""/>
            <p:cNvSpPr/>
            <p:nvPr/>
          </p:nvSpPr>
          <p:spPr>
            <a:xfrm rot="0">
              <a:off x="919" y="972"/>
              <a:ext cx="19" cy="21"/>
            </a:xfrm>
            <a:custGeom>
              <a:avLst/>
              <a:ahLst/>
              <a:rect l="0" t="0" r="r" b="b"/>
              <a:pathLst>
                <a:path w="78" h="84">
                  <a:moveTo>
                    <a:pt x="52" y="84"/>
                  </a:moveTo>
                  <a:lnTo>
                    <a:pt x="65" y="53"/>
                  </a:lnTo>
                  <a:lnTo>
                    <a:pt x="78" y="21"/>
                  </a:lnTo>
                  <a:lnTo>
                    <a:pt x="27" y="0"/>
                  </a:lnTo>
                  <a:lnTo>
                    <a:pt x="14" y="32"/>
                  </a:lnTo>
                  <a:lnTo>
                    <a:pt x="0" y="63"/>
                  </a:lnTo>
                  <a:lnTo>
                    <a:pt x="52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41" name=""/>
            <p:cNvSpPr/>
            <p:nvPr/>
          </p:nvSpPr>
          <p:spPr>
            <a:xfrm rot="0">
              <a:off x="919" y="972"/>
              <a:ext cx="19" cy="21"/>
            </a:xfrm>
            <a:custGeom>
              <a:avLst/>
              <a:ahLst/>
              <a:rect l="0" t="0" r="r" b="b"/>
              <a:pathLst>
                <a:path w="78" h="84">
                  <a:moveTo>
                    <a:pt x="52" y="84"/>
                  </a:moveTo>
                  <a:lnTo>
                    <a:pt x="65" y="53"/>
                  </a:lnTo>
                  <a:lnTo>
                    <a:pt x="78" y="21"/>
                  </a:lnTo>
                  <a:lnTo>
                    <a:pt x="27" y="0"/>
                  </a:lnTo>
                  <a:lnTo>
                    <a:pt x="14" y="32"/>
                  </a:lnTo>
                  <a:lnTo>
                    <a:pt x="0" y="63"/>
                  </a:lnTo>
                  <a:lnTo>
                    <a:pt x="52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42" name=""/>
            <p:cNvSpPr/>
            <p:nvPr/>
          </p:nvSpPr>
          <p:spPr>
            <a:xfrm rot="0">
              <a:off x="922" y="972"/>
              <a:ext cx="3" cy="8"/>
            </a:xfrm>
            <a:custGeom>
              <a:avLst/>
              <a:ahLst/>
              <a:rect l="0" t="0" r="r" b="b"/>
              <a:pathLst>
                <a:path w="13" h="32">
                  <a:moveTo>
                    <a:pt x="0" y="32"/>
                  </a:moveTo>
                  <a:lnTo>
                    <a:pt x="13" y="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43" name=""/>
            <p:cNvSpPr/>
            <p:nvPr/>
          </p:nvSpPr>
          <p:spPr>
            <a:xfrm rot="0" flipH="1">
              <a:off x="925" y="9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44" name=""/>
            <p:cNvSpPr/>
            <p:nvPr/>
          </p:nvSpPr>
          <p:spPr>
            <a:xfrm rot="0">
              <a:off x="906" y="967"/>
              <a:ext cx="19" cy="21"/>
            </a:xfrm>
            <a:custGeom>
              <a:avLst/>
              <a:ahLst/>
              <a:rect l="0" t="0" r="r" b="b"/>
              <a:pathLst>
                <a:path w="75" h="83">
                  <a:moveTo>
                    <a:pt x="52" y="83"/>
                  </a:moveTo>
                  <a:lnTo>
                    <a:pt x="64" y="52"/>
                  </a:lnTo>
                  <a:lnTo>
                    <a:pt x="75" y="20"/>
                  </a:lnTo>
                  <a:lnTo>
                    <a:pt x="24" y="0"/>
                  </a:lnTo>
                  <a:lnTo>
                    <a:pt x="12" y="32"/>
                  </a:lnTo>
                  <a:lnTo>
                    <a:pt x="0" y="63"/>
                  </a:lnTo>
                  <a:lnTo>
                    <a:pt x="52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45" name=""/>
            <p:cNvSpPr/>
            <p:nvPr/>
          </p:nvSpPr>
          <p:spPr>
            <a:xfrm rot="0">
              <a:off x="906" y="967"/>
              <a:ext cx="19" cy="21"/>
            </a:xfrm>
            <a:custGeom>
              <a:avLst/>
              <a:ahLst/>
              <a:rect l="0" t="0" r="r" b="b"/>
              <a:pathLst>
                <a:path w="75" h="83">
                  <a:moveTo>
                    <a:pt x="52" y="83"/>
                  </a:moveTo>
                  <a:lnTo>
                    <a:pt x="64" y="52"/>
                  </a:lnTo>
                  <a:lnTo>
                    <a:pt x="75" y="20"/>
                  </a:lnTo>
                  <a:lnTo>
                    <a:pt x="24" y="0"/>
                  </a:lnTo>
                  <a:lnTo>
                    <a:pt x="12" y="32"/>
                  </a:lnTo>
                  <a:lnTo>
                    <a:pt x="0" y="63"/>
                  </a:lnTo>
                  <a:lnTo>
                    <a:pt x="52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46" name=""/>
            <p:cNvSpPr/>
            <p:nvPr/>
          </p:nvSpPr>
          <p:spPr>
            <a:xfrm rot="0">
              <a:off x="909" y="967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0" y="32"/>
                  </a:moveTo>
                  <a:lnTo>
                    <a:pt x="12" y="0"/>
                  </a:lnTo>
                  <a:lnTo>
                    <a:pt x="10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47" name=""/>
            <p:cNvSpPr/>
            <p:nvPr/>
          </p:nvSpPr>
          <p:spPr>
            <a:xfrm rot="0" flipH="1">
              <a:off x="912" y="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48" name=""/>
            <p:cNvSpPr/>
            <p:nvPr/>
          </p:nvSpPr>
          <p:spPr>
            <a:xfrm rot="0">
              <a:off x="894" y="963"/>
              <a:ext cx="18" cy="20"/>
            </a:xfrm>
            <a:custGeom>
              <a:avLst/>
              <a:ahLst/>
              <a:rect l="0" t="0" r="r" b="b"/>
              <a:pathLst>
                <a:path w="70" h="78">
                  <a:moveTo>
                    <a:pt x="51" y="78"/>
                  </a:moveTo>
                  <a:lnTo>
                    <a:pt x="60" y="47"/>
                  </a:lnTo>
                  <a:lnTo>
                    <a:pt x="70" y="15"/>
                  </a:lnTo>
                  <a:lnTo>
                    <a:pt x="18" y="0"/>
                  </a:lnTo>
                  <a:lnTo>
                    <a:pt x="9" y="31"/>
                  </a:lnTo>
                  <a:lnTo>
                    <a:pt x="0" y="63"/>
                  </a:lnTo>
                  <a:lnTo>
                    <a:pt x="51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49" name=""/>
            <p:cNvSpPr/>
            <p:nvPr/>
          </p:nvSpPr>
          <p:spPr>
            <a:xfrm rot="0">
              <a:off x="894" y="963"/>
              <a:ext cx="18" cy="20"/>
            </a:xfrm>
            <a:custGeom>
              <a:avLst/>
              <a:ahLst/>
              <a:rect l="0" t="0" r="r" b="b"/>
              <a:pathLst>
                <a:path w="70" h="78">
                  <a:moveTo>
                    <a:pt x="51" y="78"/>
                  </a:moveTo>
                  <a:lnTo>
                    <a:pt x="60" y="47"/>
                  </a:lnTo>
                  <a:lnTo>
                    <a:pt x="70" y="15"/>
                  </a:lnTo>
                  <a:lnTo>
                    <a:pt x="18" y="0"/>
                  </a:lnTo>
                  <a:lnTo>
                    <a:pt x="9" y="31"/>
                  </a:lnTo>
                  <a:lnTo>
                    <a:pt x="0" y="63"/>
                  </a:lnTo>
                  <a:lnTo>
                    <a:pt x="51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50" name=""/>
            <p:cNvSpPr/>
            <p:nvPr/>
          </p:nvSpPr>
          <p:spPr>
            <a:xfrm rot="0">
              <a:off x="897" y="963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0" y="33"/>
                  </a:moveTo>
                  <a:lnTo>
                    <a:pt x="9" y="2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51" name=""/>
            <p:cNvSpPr/>
            <p:nvPr/>
          </p:nvSpPr>
          <p:spPr>
            <a:xfrm rot="0" flipH="1" flipV="1">
              <a:off x="898" y="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52" name=""/>
            <p:cNvSpPr/>
            <p:nvPr/>
          </p:nvSpPr>
          <p:spPr>
            <a:xfrm rot="0">
              <a:off x="881" y="960"/>
              <a:ext cx="17" cy="19"/>
            </a:xfrm>
            <a:custGeom>
              <a:avLst/>
              <a:ahLst/>
              <a:rect l="0" t="0" r="r" b="b"/>
              <a:pathLst>
                <a:path w="70" h="79">
                  <a:moveTo>
                    <a:pt x="54" y="79"/>
                  </a:moveTo>
                  <a:lnTo>
                    <a:pt x="62" y="46"/>
                  </a:lnTo>
                  <a:lnTo>
                    <a:pt x="70" y="13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6"/>
                  </a:lnTo>
                  <a:lnTo>
                    <a:pt x="54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53" name=""/>
            <p:cNvSpPr/>
            <p:nvPr/>
          </p:nvSpPr>
          <p:spPr>
            <a:xfrm rot="0">
              <a:off x="881" y="960"/>
              <a:ext cx="17" cy="19"/>
            </a:xfrm>
            <a:custGeom>
              <a:avLst/>
              <a:ahLst/>
              <a:rect l="0" t="0" r="r" b="b"/>
              <a:pathLst>
                <a:path w="70" h="79">
                  <a:moveTo>
                    <a:pt x="54" y="79"/>
                  </a:moveTo>
                  <a:lnTo>
                    <a:pt x="62" y="46"/>
                  </a:lnTo>
                  <a:lnTo>
                    <a:pt x="70" y="13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6"/>
                  </a:lnTo>
                  <a:lnTo>
                    <a:pt x="54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54" name=""/>
            <p:cNvSpPr/>
            <p:nvPr/>
          </p:nvSpPr>
          <p:spPr>
            <a:xfrm rot="0">
              <a:off x="883" y="960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0" y="33"/>
                  </a:moveTo>
                  <a:lnTo>
                    <a:pt x="8" y="0"/>
                  </a:lnTo>
                  <a:lnTo>
                    <a:pt x="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55" name=""/>
            <p:cNvSpPr/>
            <p:nvPr/>
          </p:nvSpPr>
          <p:spPr>
            <a:xfrm rot="0" flipH="1">
              <a:off x="885" y="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56" name=""/>
            <p:cNvSpPr/>
            <p:nvPr/>
          </p:nvSpPr>
          <p:spPr>
            <a:xfrm rot="0">
              <a:off x="868" y="957"/>
              <a:ext cx="17" cy="19"/>
            </a:xfrm>
            <a:custGeom>
              <a:avLst/>
              <a:ahLst/>
              <a:rect l="0" t="0" r="r" b="b"/>
              <a:pathLst>
                <a:path w="67" h="76">
                  <a:moveTo>
                    <a:pt x="54" y="76"/>
                  </a:moveTo>
                  <a:lnTo>
                    <a:pt x="60" y="43"/>
                  </a:lnTo>
                  <a:lnTo>
                    <a:pt x="67" y="10"/>
                  </a:lnTo>
                  <a:lnTo>
                    <a:pt x="13" y="0"/>
                  </a:lnTo>
                  <a:lnTo>
                    <a:pt x="6" y="33"/>
                  </a:lnTo>
                  <a:lnTo>
                    <a:pt x="0" y="65"/>
                  </a:lnTo>
                  <a:lnTo>
                    <a:pt x="54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57" name=""/>
            <p:cNvSpPr/>
            <p:nvPr/>
          </p:nvSpPr>
          <p:spPr>
            <a:xfrm rot="0">
              <a:off x="868" y="957"/>
              <a:ext cx="17" cy="19"/>
            </a:xfrm>
            <a:custGeom>
              <a:avLst/>
              <a:ahLst/>
              <a:rect l="0" t="0" r="r" b="b"/>
              <a:pathLst>
                <a:path w="67" h="76">
                  <a:moveTo>
                    <a:pt x="54" y="76"/>
                  </a:moveTo>
                  <a:lnTo>
                    <a:pt x="60" y="43"/>
                  </a:lnTo>
                  <a:lnTo>
                    <a:pt x="67" y="10"/>
                  </a:lnTo>
                  <a:lnTo>
                    <a:pt x="13" y="0"/>
                  </a:lnTo>
                  <a:lnTo>
                    <a:pt x="6" y="33"/>
                  </a:lnTo>
                  <a:lnTo>
                    <a:pt x="0" y="65"/>
                  </a:lnTo>
                  <a:lnTo>
                    <a:pt x="54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58" name=""/>
            <p:cNvSpPr/>
            <p:nvPr/>
          </p:nvSpPr>
          <p:spPr>
            <a:xfrm rot="0">
              <a:off x="870" y="957"/>
              <a:ext cx="1" cy="8"/>
            </a:xfrm>
            <a:custGeom>
              <a:avLst/>
              <a:ahLst/>
              <a:rect l="0" t="0" r="r" b="b"/>
              <a:pathLst>
                <a:path w="7" h="33">
                  <a:moveTo>
                    <a:pt x="0" y="33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59" name=""/>
            <p:cNvSpPr/>
            <p:nvPr/>
          </p:nvSpPr>
          <p:spPr>
            <a:xfrm rot="0" flipH="1">
              <a:off x="871" y="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60" name=""/>
            <p:cNvSpPr/>
            <p:nvPr/>
          </p:nvSpPr>
          <p:spPr>
            <a:xfrm rot="0">
              <a:off x="855" y="955"/>
              <a:ext cx="16" cy="18"/>
            </a:xfrm>
            <a:custGeom>
              <a:avLst/>
              <a:ahLst/>
              <a:rect l="0" t="0" r="r" b="b"/>
              <a:pathLst>
                <a:path w="65" h="73">
                  <a:moveTo>
                    <a:pt x="54" y="73"/>
                  </a:moveTo>
                  <a:lnTo>
                    <a:pt x="59" y="41"/>
                  </a:lnTo>
                  <a:lnTo>
                    <a:pt x="65" y="8"/>
                  </a:lnTo>
                  <a:lnTo>
                    <a:pt x="11" y="0"/>
                  </a:lnTo>
                  <a:lnTo>
                    <a:pt x="5" y="33"/>
                  </a:lnTo>
                  <a:lnTo>
                    <a:pt x="0" y="65"/>
                  </a:lnTo>
                  <a:lnTo>
                    <a:pt x="54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61" name=""/>
            <p:cNvSpPr/>
            <p:nvPr/>
          </p:nvSpPr>
          <p:spPr>
            <a:xfrm rot="0">
              <a:off x="855" y="955"/>
              <a:ext cx="16" cy="18"/>
            </a:xfrm>
            <a:custGeom>
              <a:avLst/>
              <a:ahLst/>
              <a:rect l="0" t="0" r="r" b="b"/>
              <a:pathLst>
                <a:path w="65" h="73">
                  <a:moveTo>
                    <a:pt x="54" y="73"/>
                  </a:moveTo>
                  <a:lnTo>
                    <a:pt x="59" y="41"/>
                  </a:lnTo>
                  <a:lnTo>
                    <a:pt x="65" y="8"/>
                  </a:lnTo>
                  <a:lnTo>
                    <a:pt x="11" y="0"/>
                  </a:lnTo>
                  <a:lnTo>
                    <a:pt x="5" y="33"/>
                  </a:lnTo>
                  <a:lnTo>
                    <a:pt x="0" y="65"/>
                  </a:lnTo>
                  <a:lnTo>
                    <a:pt x="54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62" name=""/>
            <p:cNvSpPr/>
            <p:nvPr/>
          </p:nvSpPr>
          <p:spPr>
            <a:xfrm rot="0">
              <a:off x="856" y="955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63" name=""/>
            <p:cNvSpPr/>
            <p:nvPr/>
          </p:nvSpPr>
          <p:spPr>
            <a:xfrm rot="0" flipH="1">
              <a:off x="857" y="9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64" name=""/>
            <p:cNvSpPr/>
            <p:nvPr/>
          </p:nvSpPr>
          <p:spPr>
            <a:xfrm rot="0">
              <a:off x="842" y="954"/>
              <a:ext cx="15" cy="17"/>
            </a:xfrm>
            <a:custGeom>
              <a:avLst/>
              <a:ahLst/>
              <a:rect l="0" t="0" r="r" b="b"/>
              <a:pathLst>
                <a:path w="59" h="69">
                  <a:moveTo>
                    <a:pt x="54" y="69"/>
                  </a:moveTo>
                  <a:lnTo>
                    <a:pt x="56" y="37"/>
                  </a:lnTo>
                  <a:lnTo>
                    <a:pt x="59" y="4"/>
                  </a:lnTo>
                  <a:lnTo>
                    <a:pt x="5" y="0"/>
                  </a:lnTo>
                  <a:lnTo>
                    <a:pt x="3" y="33"/>
                  </a:lnTo>
                  <a:lnTo>
                    <a:pt x="0" y="66"/>
                  </a:lnTo>
                  <a:lnTo>
                    <a:pt x="54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65" name=""/>
            <p:cNvSpPr/>
            <p:nvPr/>
          </p:nvSpPr>
          <p:spPr>
            <a:xfrm rot="0">
              <a:off x="842" y="954"/>
              <a:ext cx="15" cy="17"/>
            </a:xfrm>
            <a:custGeom>
              <a:avLst/>
              <a:ahLst/>
              <a:rect l="0" t="0" r="r" b="b"/>
              <a:pathLst>
                <a:path w="59" h="69">
                  <a:moveTo>
                    <a:pt x="54" y="69"/>
                  </a:moveTo>
                  <a:lnTo>
                    <a:pt x="56" y="37"/>
                  </a:lnTo>
                  <a:lnTo>
                    <a:pt x="59" y="4"/>
                  </a:lnTo>
                  <a:lnTo>
                    <a:pt x="5" y="0"/>
                  </a:lnTo>
                  <a:lnTo>
                    <a:pt x="3" y="33"/>
                  </a:lnTo>
                  <a:lnTo>
                    <a:pt x="0" y="66"/>
                  </a:lnTo>
                  <a:lnTo>
                    <a:pt x="54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66" name=""/>
            <p:cNvSpPr/>
            <p:nvPr/>
          </p:nvSpPr>
          <p:spPr>
            <a:xfrm rot="0">
              <a:off x="843" y="954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0" y="33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67" name=""/>
            <p:cNvSpPr/>
            <p:nvPr/>
          </p:nvSpPr>
          <p:spPr>
            <a:xfrm rot="0" flipH="1">
              <a:off x="843" y="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68" name=""/>
            <p:cNvSpPr/>
            <p:nvPr/>
          </p:nvSpPr>
          <p:spPr>
            <a:xfrm rot="0">
              <a:off x="829" y="954"/>
              <a:ext cx="14" cy="16"/>
            </a:xfrm>
            <a:custGeom>
              <a:avLst/>
              <a:ahLst/>
              <a:rect l="0" t="0" r="r" b="b"/>
              <a:pathLst>
                <a:path w="58" h="67">
                  <a:moveTo>
                    <a:pt x="55" y="67"/>
                  </a:moveTo>
                  <a:lnTo>
                    <a:pt x="57" y="34"/>
                  </a:lnTo>
                  <a:lnTo>
                    <a:pt x="58" y="1"/>
                  </a:lnTo>
                  <a:lnTo>
                    <a:pt x="3" y="0"/>
                  </a:lnTo>
                  <a:lnTo>
                    <a:pt x="1" y="32"/>
                  </a:lnTo>
                  <a:lnTo>
                    <a:pt x="0" y="65"/>
                  </a:lnTo>
                  <a:lnTo>
                    <a:pt x="5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69" name=""/>
            <p:cNvSpPr/>
            <p:nvPr/>
          </p:nvSpPr>
          <p:spPr>
            <a:xfrm rot="0">
              <a:off x="829" y="954"/>
              <a:ext cx="14" cy="16"/>
            </a:xfrm>
            <a:custGeom>
              <a:avLst/>
              <a:ahLst/>
              <a:rect l="0" t="0" r="r" b="b"/>
              <a:pathLst>
                <a:path w="58" h="67">
                  <a:moveTo>
                    <a:pt x="55" y="67"/>
                  </a:moveTo>
                  <a:lnTo>
                    <a:pt x="57" y="34"/>
                  </a:lnTo>
                  <a:lnTo>
                    <a:pt x="58" y="1"/>
                  </a:lnTo>
                  <a:lnTo>
                    <a:pt x="3" y="0"/>
                  </a:lnTo>
                  <a:lnTo>
                    <a:pt x="1" y="32"/>
                  </a:lnTo>
                  <a:lnTo>
                    <a:pt x="0" y="65"/>
                  </a:lnTo>
                  <a:lnTo>
                    <a:pt x="5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70" name=""/>
            <p:cNvSpPr/>
            <p:nvPr/>
          </p:nvSpPr>
          <p:spPr>
            <a:xfrm rot="0">
              <a:off x="829" y="954"/>
              <a:ext cx="1" cy="8"/>
            </a:xfrm>
            <a:custGeom>
              <a:avLst/>
              <a:ahLst/>
              <a:rect l="0" t="0" r="r" b="b"/>
              <a:pathLst>
                <a:path w="3" h="32">
                  <a:moveTo>
                    <a:pt x="1" y="3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71" name=""/>
            <p:cNvSpPr/>
            <p:nvPr/>
          </p:nvSpPr>
          <p:spPr>
            <a:xfrm rot="0" flipH="1">
              <a:off x="829" y="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72" name=""/>
            <p:cNvSpPr/>
            <p:nvPr/>
          </p:nvSpPr>
          <p:spPr>
            <a:xfrm rot="0">
              <a:off x="815" y="954"/>
              <a:ext cx="14" cy="16"/>
            </a:xfrm>
            <a:custGeom>
              <a:avLst/>
              <a:ahLst/>
              <a:rect l="0" t="0" r="r" b="b"/>
              <a:pathLst>
                <a:path w="57" h="67">
                  <a:moveTo>
                    <a:pt x="57" y="65"/>
                  </a:moveTo>
                  <a:lnTo>
                    <a:pt x="55" y="32"/>
                  </a:lnTo>
                  <a:lnTo>
                    <a:pt x="54" y="0"/>
                  </a:lnTo>
                  <a:lnTo>
                    <a:pt x="0" y="1"/>
                  </a:lnTo>
                  <a:lnTo>
                    <a:pt x="1" y="34"/>
                  </a:lnTo>
                  <a:lnTo>
                    <a:pt x="3" y="67"/>
                  </a:lnTo>
                  <a:lnTo>
                    <a:pt x="57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73" name=""/>
            <p:cNvSpPr/>
            <p:nvPr/>
          </p:nvSpPr>
          <p:spPr>
            <a:xfrm rot="0">
              <a:off x="815" y="954"/>
              <a:ext cx="14" cy="16"/>
            </a:xfrm>
            <a:custGeom>
              <a:avLst/>
              <a:ahLst/>
              <a:rect l="0" t="0" r="r" b="b"/>
              <a:pathLst>
                <a:path w="57" h="67">
                  <a:moveTo>
                    <a:pt x="57" y="65"/>
                  </a:moveTo>
                  <a:lnTo>
                    <a:pt x="55" y="32"/>
                  </a:lnTo>
                  <a:lnTo>
                    <a:pt x="54" y="0"/>
                  </a:lnTo>
                  <a:lnTo>
                    <a:pt x="0" y="1"/>
                  </a:lnTo>
                  <a:lnTo>
                    <a:pt x="1" y="34"/>
                  </a:lnTo>
                  <a:lnTo>
                    <a:pt x="3" y="67"/>
                  </a:lnTo>
                  <a:lnTo>
                    <a:pt x="57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74" name=""/>
            <p:cNvSpPr/>
            <p:nvPr/>
          </p:nvSpPr>
          <p:spPr>
            <a:xfrm rot="0">
              <a:off x="815" y="954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2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75" name=""/>
            <p:cNvSpPr/>
            <p:nvPr/>
          </p:nvSpPr>
          <p:spPr>
            <a:xfrm rot="0" flipH="1">
              <a:off x="815" y="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76" name=""/>
            <p:cNvSpPr/>
            <p:nvPr/>
          </p:nvSpPr>
          <p:spPr>
            <a:xfrm rot="0">
              <a:off x="801" y="954"/>
              <a:ext cx="15" cy="17"/>
            </a:xfrm>
            <a:custGeom>
              <a:avLst/>
              <a:ahLst/>
              <a:rect l="0" t="0" r="r" b="b"/>
              <a:pathLst>
                <a:path w="60" h="69">
                  <a:moveTo>
                    <a:pt x="60" y="66"/>
                  </a:moveTo>
                  <a:lnTo>
                    <a:pt x="57" y="33"/>
                  </a:lnTo>
                  <a:lnTo>
                    <a:pt x="55" y="0"/>
                  </a:lnTo>
                  <a:lnTo>
                    <a:pt x="0" y="4"/>
                  </a:lnTo>
                  <a:lnTo>
                    <a:pt x="2" y="37"/>
                  </a:lnTo>
                  <a:lnTo>
                    <a:pt x="5" y="69"/>
                  </a:lnTo>
                  <a:lnTo>
                    <a:pt x="6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77" name=""/>
            <p:cNvSpPr/>
            <p:nvPr/>
          </p:nvSpPr>
          <p:spPr>
            <a:xfrm rot="0">
              <a:off x="801" y="954"/>
              <a:ext cx="15" cy="17"/>
            </a:xfrm>
            <a:custGeom>
              <a:avLst/>
              <a:ahLst/>
              <a:rect l="0" t="0" r="r" b="b"/>
              <a:pathLst>
                <a:path w="60" h="69">
                  <a:moveTo>
                    <a:pt x="60" y="66"/>
                  </a:moveTo>
                  <a:lnTo>
                    <a:pt x="57" y="33"/>
                  </a:lnTo>
                  <a:lnTo>
                    <a:pt x="55" y="0"/>
                  </a:lnTo>
                  <a:lnTo>
                    <a:pt x="0" y="4"/>
                  </a:lnTo>
                  <a:lnTo>
                    <a:pt x="2" y="37"/>
                  </a:lnTo>
                  <a:lnTo>
                    <a:pt x="5" y="69"/>
                  </a:lnTo>
                  <a:lnTo>
                    <a:pt x="6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78" name=""/>
            <p:cNvSpPr/>
            <p:nvPr/>
          </p:nvSpPr>
          <p:spPr>
            <a:xfrm rot="0">
              <a:off x="800" y="955"/>
              <a:ext cx="2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79" name=""/>
            <p:cNvSpPr/>
            <p:nvPr/>
          </p:nvSpPr>
          <p:spPr>
            <a:xfrm rot="0" flipH="1">
              <a:off x="800" y="9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80" name=""/>
            <p:cNvSpPr/>
            <p:nvPr/>
          </p:nvSpPr>
          <p:spPr>
            <a:xfrm rot="0">
              <a:off x="787" y="955"/>
              <a:ext cx="16" cy="18"/>
            </a:xfrm>
            <a:custGeom>
              <a:avLst/>
              <a:ahLst/>
              <a:rect l="0" t="0" r="r" b="b"/>
              <a:pathLst>
                <a:path w="65" h="73">
                  <a:moveTo>
                    <a:pt x="65" y="65"/>
                  </a:moveTo>
                  <a:lnTo>
                    <a:pt x="59" y="33"/>
                  </a:lnTo>
                  <a:lnTo>
                    <a:pt x="54" y="0"/>
                  </a:lnTo>
                  <a:lnTo>
                    <a:pt x="0" y="8"/>
                  </a:lnTo>
                  <a:lnTo>
                    <a:pt x="5" y="41"/>
                  </a:lnTo>
                  <a:lnTo>
                    <a:pt x="11" y="73"/>
                  </a:lnTo>
                  <a:lnTo>
                    <a:pt x="6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81" name=""/>
            <p:cNvSpPr/>
            <p:nvPr/>
          </p:nvSpPr>
          <p:spPr>
            <a:xfrm rot="0">
              <a:off x="787" y="955"/>
              <a:ext cx="16" cy="18"/>
            </a:xfrm>
            <a:custGeom>
              <a:avLst/>
              <a:ahLst/>
              <a:rect l="0" t="0" r="r" b="b"/>
              <a:pathLst>
                <a:path w="65" h="73">
                  <a:moveTo>
                    <a:pt x="65" y="65"/>
                  </a:moveTo>
                  <a:lnTo>
                    <a:pt x="59" y="33"/>
                  </a:lnTo>
                  <a:lnTo>
                    <a:pt x="54" y="0"/>
                  </a:lnTo>
                  <a:lnTo>
                    <a:pt x="0" y="8"/>
                  </a:lnTo>
                  <a:lnTo>
                    <a:pt x="5" y="41"/>
                  </a:lnTo>
                  <a:lnTo>
                    <a:pt x="11" y="73"/>
                  </a:lnTo>
                  <a:lnTo>
                    <a:pt x="6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82" name=""/>
            <p:cNvSpPr/>
            <p:nvPr/>
          </p:nvSpPr>
          <p:spPr>
            <a:xfrm rot="0">
              <a:off x="786" y="957"/>
              <a:ext cx="2" cy="8"/>
            </a:xfrm>
            <a:custGeom>
              <a:avLst/>
              <a:ahLst/>
              <a:rect l="0" t="0" r="r" b="b"/>
              <a:pathLst>
                <a:path w="6" h="33">
                  <a:moveTo>
                    <a:pt x="6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83" name=""/>
            <p:cNvSpPr/>
            <p:nvPr/>
          </p:nvSpPr>
          <p:spPr>
            <a:xfrm rot="0" flipH="1">
              <a:off x="786" y="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84" name=""/>
            <p:cNvSpPr/>
            <p:nvPr/>
          </p:nvSpPr>
          <p:spPr>
            <a:xfrm rot="0">
              <a:off x="773" y="957"/>
              <a:ext cx="17" cy="19"/>
            </a:xfrm>
            <a:custGeom>
              <a:avLst/>
              <a:ahLst/>
              <a:rect l="0" t="0" r="r" b="b"/>
              <a:pathLst>
                <a:path w="67" h="76">
                  <a:moveTo>
                    <a:pt x="67" y="65"/>
                  </a:moveTo>
                  <a:lnTo>
                    <a:pt x="60" y="33"/>
                  </a:lnTo>
                  <a:lnTo>
                    <a:pt x="54" y="0"/>
                  </a:lnTo>
                  <a:lnTo>
                    <a:pt x="0" y="10"/>
                  </a:lnTo>
                  <a:lnTo>
                    <a:pt x="6" y="43"/>
                  </a:lnTo>
                  <a:lnTo>
                    <a:pt x="13" y="76"/>
                  </a:lnTo>
                  <a:lnTo>
                    <a:pt x="67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85" name=""/>
            <p:cNvSpPr/>
            <p:nvPr/>
          </p:nvSpPr>
          <p:spPr>
            <a:xfrm rot="0">
              <a:off x="773" y="957"/>
              <a:ext cx="17" cy="19"/>
            </a:xfrm>
            <a:custGeom>
              <a:avLst/>
              <a:ahLst/>
              <a:rect l="0" t="0" r="r" b="b"/>
              <a:pathLst>
                <a:path w="67" h="76">
                  <a:moveTo>
                    <a:pt x="67" y="65"/>
                  </a:moveTo>
                  <a:lnTo>
                    <a:pt x="60" y="33"/>
                  </a:lnTo>
                  <a:lnTo>
                    <a:pt x="54" y="0"/>
                  </a:lnTo>
                  <a:lnTo>
                    <a:pt x="0" y="10"/>
                  </a:lnTo>
                  <a:lnTo>
                    <a:pt x="6" y="43"/>
                  </a:lnTo>
                  <a:lnTo>
                    <a:pt x="13" y="76"/>
                  </a:lnTo>
                  <a:lnTo>
                    <a:pt x="67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86" name=""/>
            <p:cNvSpPr/>
            <p:nvPr/>
          </p:nvSpPr>
          <p:spPr>
            <a:xfrm rot="0">
              <a:off x="773" y="960"/>
              <a:ext cx="2" cy="8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87" name=""/>
            <p:cNvSpPr/>
            <p:nvPr/>
          </p:nvSpPr>
          <p:spPr>
            <a:xfrm rot="0" flipH="1">
              <a:off x="773" y="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88" name=""/>
            <p:cNvSpPr/>
            <p:nvPr/>
          </p:nvSpPr>
          <p:spPr>
            <a:xfrm rot="0">
              <a:off x="760" y="960"/>
              <a:ext cx="17" cy="19"/>
            </a:xfrm>
            <a:custGeom>
              <a:avLst/>
              <a:ahLst/>
              <a:rect l="0" t="0" r="r" b="b"/>
              <a:pathLst>
                <a:path w="68" h="79">
                  <a:moveTo>
                    <a:pt x="68" y="66"/>
                  </a:moveTo>
                  <a:lnTo>
                    <a:pt x="60" y="33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6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89" name=""/>
            <p:cNvSpPr/>
            <p:nvPr/>
          </p:nvSpPr>
          <p:spPr>
            <a:xfrm rot="0">
              <a:off x="760" y="960"/>
              <a:ext cx="17" cy="19"/>
            </a:xfrm>
            <a:custGeom>
              <a:avLst/>
              <a:ahLst/>
              <a:rect l="0" t="0" r="r" b="b"/>
              <a:pathLst>
                <a:path w="68" h="79">
                  <a:moveTo>
                    <a:pt x="68" y="66"/>
                  </a:moveTo>
                  <a:lnTo>
                    <a:pt x="60" y="33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6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90" name=""/>
            <p:cNvSpPr/>
            <p:nvPr/>
          </p:nvSpPr>
          <p:spPr>
            <a:xfrm rot="0">
              <a:off x="759" y="963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91" name=""/>
            <p:cNvSpPr/>
            <p:nvPr/>
          </p:nvSpPr>
          <p:spPr>
            <a:xfrm rot="0" flipH="1">
              <a:off x="759" y="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92" name=""/>
            <p:cNvSpPr/>
            <p:nvPr/>
          </p:nvSpPr>
          <p:spPr>
            <a:xfrm rot="0">
              <a:off x="746" y="963"/>
              <a:ext cx="18" cy="20"/>
            </a:xfrm>
            <a:custGeom>
              <a:avLst/>
              <a:ahLst/>
              <a:rect l="0" t="0" r="r" b="b"/>
              <a:pathLst>
                <a:path w="71" h="78">
                  <a:moveTo>
                    <a:pt x="71" y="63"/>
                  </a:moveTo>
                  <a:lnTo>
                    <a:pt x="62" y="31"/>
                  </a:lnTo>
                  <a:lnTo>
                    <a:pt x="53" y="0"/>
                  </a:lnTo>
                  <a:lnTo>
                    <a:pt x="0" y="15"/>
                  </a:lnTo>
                  <a:lnTo>
                    <a:pt x="9" y="47"/>
                  </a:lnTo>
                  <a:lnTo>
                    <a:pt x="19" y="78"/>
                  </a:lnTo>
                  <a:lnTo>
                    <a:pt x="71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93" name=""/>
            <p:cNvSpPr/>
            <p:nvPr/>
          </p:nvSpPr>
          <p:spPr>
            <a:xfrm rot="0">
              <a:off x="746" y="963"/>
              <a:ext cx="18" cy="20"/>
            </a:xfrm>
            <a:custGeom>
              <a:avLst/>
              <a:ahLst/>
              <a:rect l="0" t="0" r="r" b="b"/>
              <a:pathLst>
                <a:path w="71" h="78">
                  <a:moveTo>
                    <a:pt x="71" y="63"/>
                  </a:moveTo>
                  <a:lnTo>
                    <a:pt x="62" y="31"/>
                  </a:lnTo>
                  <a:lnTo>
                    <a:pt x="53" y="0"/>
                  </a:lnTo>
                  <a:lnTo>
                    <a:pt x="0" y="15"/>
                  </a:lnTo>
                  <a:lnTo>
                    <a:pt x="9" y="47"/>
                  </a:lnTo>
                  <a:lnTo>
                    <a:pt x="19" y="78"/>
                  </a:lnTo>
                  <a:lnTo>
                    <a:pt x="71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94" name=""/>
            <p:cNvSpPr/>
            <p:nvPr/>
          </p:nvSpPr>
          <p:spPr>
            <a:xfrm rot="0">
              <a:off x="745" y="967"/>
              <a:ext cx="3" cy="8"/>
            </a:xfrm>
            <a:custGeom>
              <a:avLst/>
              <a:ahLst/>
              <a:rect l="0" t="0" r="r" b="b"/>
              <a:pathLst>
                <a:path w="11" h="32">
                  <a:moveTo>
                    <a:pt x="11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95" name=""/>
            <p:cNvSpPr/>
            <p:nvPr/>
          </p:nvSpPr>
          <p:spPr>
            <a:xfrm rot="0" flipH="1">
              <a:off x="745" y="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96" name=""/>
            <p:cNvSpPr/>
            <p:nvPr/>
          </p:nvSpPr>
          <p:spPr>
            <a:xfrm rot="0">
              <a:off x="733" y="967"/>
              <a:ext cx="18" cy="21"/>
            </a:xfrm>
            <a:custGeom>
              <a:avLst/>
              <a:ahLst/>
              <a:rect l="0" t="0" r="r" b="b"/>
              <a:pathLst>
                <a:path w="75" h="83">
                  <a:moveTo>
                    <a:pt x="75" y="63"/>
                  </a:moveTo>
                  <a:lnTo>
                    <a:pt x="63" y="32"/>
                  </a:lnTo>
                  <a:lnTo>
                    <a:pt x="52" y="0"/>
                  </a:lnTo>
                  <a:lnTo>
                    <a:pt x="0" y="20"/>
                  </a:lnTo>
                  <a:lnTo>
                    <a:pt x="12" y="52"/>
                  </a:lnTo>
                  <a:lnTo>
                    <a:pt x="24" y="83"/>
                  </a:lnTo>
                  <a:lnTo>
                    <a:pt x="75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97" name=""/>
            <p:cNvSpPr/>
            <p:nvPr/>
          </p:nvSpPr>
          <p:spPr>
            <a:xfrm rot="0">
              <a:off x="733" y="967"/>
              <a:ext cx="18" cy="21"/>
            </a:xfrm>
            <a:custGeom>
              <a:avLst/>
              <a:ahLst/>
              <a:rect l="0" t="0" r="r" b="b"/>
              <a:pathLst>
                <a:path w="75" h="83">
                  <a:moveTo>
                    <a:pt x="75" y="63"/>
                  </a:moveTo>
                  <a:lnTo>
                    <a:pt x="63" y="32"/>
                  </a:lnTo>
                  <a:lnTo>
                    <a:pt x="52" y="0"/>
                  </a:lnTo>
                  <a:lnTo>
                    <a:pt x="0" y="20"/>
                  </a:lnTo>
                  <a:lnTo>
                    <a:pt x="12" y="52"/>
                  </a:lnTo>
                  <a:lnTo>
                    <a:pt x="24" y="83"/>
                  </a:lnTo>
                  <a:lnTo>
                    <a:pt x="7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498" name=""/>
            <p:cNvSpPr/>
            <p:nvPr/>
          </p:nvSpPr>
          <p:spPr>
            <a:xfrm rot="0">
              <a:off x="732" y="972"/>
              <a:ext cx="4" cy="8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499" name=""/>
            <p:cNvSpPr/>
            <p:nvPr/>
          </p:nvSpPr>
          <p:spPr>
            <a:xfrm rot="0" flipH="1">
              <a:off x="732" y="9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00" name=""/>
            <p:cNvSpPr/>
            <p:nvPr/>
          </p:nvSpPr>
          <p:spPr>
            <a:xfrm rot="0">
              <a:off x="720" y="972"/>
              <a:ext cx="19" cy="21"/>
            </a:xfrm>
            <a:custGeom>
              <a:avLst/>
              <a:ahLst/>
              <a:rect l="0" t="0" r="r" b="b"/>
              <a:pathLst>
                <a:path w="76" h="84">
                  <a:moveTo>
                    <a:pt x="76" y="63"/>
                  </a:moveTo>
                  <a:lnTo>
                    <a:pt x="63" y="32"/>
                  </a:lnTo>
                  <a:lnTo>
                    <a:pt x="50" y="0"/>
                  </a:lnTo>
                  <a:lnTo>
                    <a:pt x="0" y="21"/>
                  </a:lnTo>
                  <a:lnTo>
                    <a:pt x="13" y="53"/>
                  </a:lnTo>
                  <a:lnTo>
                    <a:pt x="26" y="84"/>
                  </a:lnTo>
                  <a:lnTo>
                    <a:pt x="7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01" name=""/>
            <p:cNvSpPr/>
            <p:nvPr/>
          </p:nvSpPr>
          <p:spPr>
            <a:xfrm rot="0">
              <a:off x="720" y="972"/>
              <a:ext cx="19" cy="21"/>
            </a:xfrm>
            <a:custGeom>
              <a:avLst/>
              <a:ahLst/>
              <a:rect l="0" t="0" r="r" b="b"/>
              <a:pathLst>
                <a:path w="76" h="84">
                  <a:moveTo>
                    <a:pt x="76" y="63"/>
                  </a:moveTo>
                  <a:lnTo>
                    <a:pt x="63" y="32"/>
                  </a:lnTo>
                  <a:lnTo>
                    <a:pt x="50" y="0"/>
                  </a:lnTo>
                  <a:lnTo>
                    <a:pt x="0" y="21"/>
                  </a:lnTo>
                  <a:lnTo>
                    <a:pt x="13" y="53"/>
                  </a:lnTo>
                  <a:lnTo>
                    <a:pt x="26" y="84"/>
                  </a:lnTo>
                  <a:lnTo>
                    <a:pt x="7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02" name=""/>
            <p:cNvSpPr/>
            <p:nvPr/>
          </p:nvSpPr>
          <p:spPr>
            <a:xfrm rot="0">
              <a:off x="719" y="977"/>
              <a:ext cx="4" cy="8"/>
            </a:xfrm>
            <a:custGeom>
              <a:avLst/>
              <a:ahLst/>
              <a:rect l="0" t="0" r="r" b="b"/>
              <a:pathLst>
                <a:path w="14" h="32">
                  <a:moveTo>
                    <a:pt x="14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03" name=""/>
            <p:cNvSpPr/>
            <p:nvPr/>
          </p:nvSpPr>
          <p:spPr>
            <a:xfrm rot="0" flipH="1">
              <a:off x="719" y="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04" name=""/>
            <p:cNvSpPr/>
            <p:nvPr/>
          </p:nvSpPr>
          <p:spPr>
            <a:xfrm rot="0">
              <a:off x="707" y="978"/>
              <a:ext cx="20" cy="21"/>
            </a:xfrm>
            <a:custGeom>
              <a:avLst/>
              <a:ahLst/>
              <a:rect l="0" t="0" r="r" b="b"/>
              <a:pathLst>
                <a:path w="79" h="85">
                  <a:moveTo>
                    <a:pt x="79" y="61"/>
                  </a:moveTo>
                  <a:lnTo>
                    <a:pt x="64" y="31"/>
                  </a:lnTo>
                  <a:lnTo>
                    <a:pt x="50" y="0"/>
                  </a:lnTo>
                  <a:lnTo>
                    <a:pt x="0" y="24"/>
                  </a:lnTo>
                  <a:lnTo>
                    <a:pt x="14" y="54"/>
                  </a:lnTo>
                  <a:lnTo>
                    <a:pt x="29" y="85"/>
                  </a:lnTo>
                  <a:lnTo>
                    <a:pt x="79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05" name=""/>
            <p:cNvSpPr/>
            <p:nvPr/>
          </p:nvSpPr>
          <p:spPr>
            <a:xfrm rot="0">
              <a:off x="707" y="978"/>
              <a:ext cx="20" cy="21"/>
            </a:xfrm>
            <a:custGeom>
              <a:avLst/>
              <a:ahLst/>
              <a:rect l="0" t="0" r="r" b="b"/>
              <a:pathLst>
                <a:path w="79" h="85">
                  <a:moveTo>
                    <a:pt x="79" y="61"/>
                  </a:moveTo>
                  <a:lnTo>
                    <a:pt x="64" y="31"/>
                  </a:lnTo>
                  <a:lnTo>
                    <a:pt x="50" y="0"/>
                  </a:lnTo>
                  <a:lnTo>
                    <a:pt x="0" y="24"/>
                  </a:lnTo>
                  <a:lnTo>
                    <a:pt x="14" y="54"/>
                  </a:lnTo>
                  <a:lnTo>
                    <a:pt x="29" y="85"/>
                  </a:lnTo>
                  <a:lnTo>
                    <a:pt x="79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06" name=""/>
            <p:cNvSpPr/>
            <p:nvPr/>
          </p:nvSpPr>
          <p:spPr>
            <a:xfrm rot="0">
              <a:off x="706" y="984"/>
              <a:ext cx="5" cy="7"/>
            </a:xfrm>
            <a:custGeom>
              <a:avLst/>
              <a:ahLst/>
              <a:rect l="0" t="0" r="r" b="b"/>
              <a:pathLst>
                <a:path w="17" h="30">
                  <a:moveTo>
                    <a:pt x="17" y="3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07" name=""/>
            <p:cNvSpPr/>
            <p:nvPr/>
          </p:nvSpPr>
          <p:spPr>
            <a:xfrm rot="0" flipH="1">
              <a:off x="706" y="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08" name=""/>
            <p:cNvSpPr/>
            <p:nvPr/>
          </p:nvSpPr>
          <p:spPr>
            <a:xfrm rot="0">
              <a:off x="694" y="984"/>
              <a:ext cx="21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8"/>
                  </a:moveTo>
                  <a:lnTo>
                    <a:pt x="64" y="29"/>
                  </a:lnTo>
                  <a:lnTo>
                    <a:pt x="47" y="0"/>
                  </a:lnTo>
                  <a:lnTo>
                    <a:pt x="0" y="28"/>
                  </a:lnTo>
                  <a:lnTo>
                    <a:pt x="17" y="57"/>
                  </a:lnTo>
                  <a:lnTo>
                    <a:pt x="34" y="86"/>
                  </a:lnTo>
                  <a:lnTo>
                    <a:pt x="8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09" name=""/>
            <p:cNvSpPr/>
            <p:nvPr/>
          </p:nvSpPr>
          <p:spPr>
            <a:xfrm rot="0">
              <a:off x="694" y="984"/>
              <a:ext cx="21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8"/>
                  </a:moveTo>
                  <a:lnTo>
                    <a:pt x="64" y="29"/>
                  </a:lnTo>
                  <a:lnTo>
                    <a:pt x="47" y="0"/>
                  </a:lnTo>
                  <a:lnTo>
                    <a:pt x="0" y="28"/>
                  </a:lnTo>
                  <a:lnTo>
                    <a:pt x="17" y="57"/>
                  </a:lnTo>
                  <a:lnTo>
                    <a:pt x="34" y="86"/>
                  </a:lnTo>
                  <a:lnTo>
                    <a:pt x="8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10" name=""/>
            <p:cNvSpPr/>
            <p:nvPr/>
          </p:nvSpPr>
          <p:spPr>
            <a:xfrm rot="0">
              <a:off x="694" y="991"/>
              <a:ext cx="5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11" name=""/>
            <p:cNvSpPr/>
            <p:nvPr/>
          </p:nvSpPr>
          <p:spPr>
            <a:xfrm rot="0" flipH="1">
              <a:off x="694" y="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12" name=""/>
            <p:cNvSpPr/>
            <p:nvPr/>
          </p:nvSpPr>
          <p:spPr>
            <a:xfrm rot="0">
              <a:off x="683" y="991"/>
              <a:ext cx="20" cy="21"/>
            </a:xfrm>
            <a:custGeom>
              <a:avLst/>
              <a:ahLst/>
              <a:rect l="0" t="0" r="r" b="b"/>
              <a:pathLst>
                <a:path w="82" h="87">
                  <a:moveTo>
                    <a:pt x="82" y="58"/>
                  </a:moveTo>
                  <a:lnTo>
                    <a:pt x="64" y="29"/>
                  </a:lnTo>
                  <a:lnTo>
                    <a:pt x="46" y="0"/>
                  </a:lnTo>
                  <a:lnTo>
                    <a:pt x="0" y="29"/>
                  </a:lnTo>
                  <a:lnTo>
                    <a:pt x="18" y="58"/>
                  </a:lnTo>
                  <a:lnTo>
                    <a:pt x="36" y="87"/>
                  </a:lnTo>
                  <a:lnTo>
                    <a:pt x="8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13" name=""/>
            <p:cNvSpPr/>
            <p:nvPr/>
          </p:nvSpPr>
          <p:spPr>
            <a:xfrm rot="0">
              <a:off x="683" y="991"/>
              <a:ext cx="20" cy="21"/>
            </a:xfrm>
            <a:custGeom>
              <a:avLst/>
              <a:ahLst/>
              <a:rect l="0" t="0" r="r" b="b"/>
              <a:pathLst>
                <a:path w="82" h="87">
                  <a:moveTo>
                    <a:pt x="82" y="58"/>
                  </a:moveTo>
                  <a:lnTo>
                    <a:pt x="64" y="29"/>
                  </a:lnTo>
                  <a:lnTo>
                    <a:pt x="46" y="0"/>
                  </a:lnTo>
                  <a:lnTo>
                    <a:pt x="0" y="29"/>
                  </a:lnTo>
                  <a:lnTo>
                    <a:pt x="18" y="58"/>
                  </a:lnTo>
                  <a:lnTo>
                    <a:pt x="36" y="87"/>
                  </a:lnTo>
                  <a:lnTo>
                    <a:pt x="8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14" name=""/>
            <p:cNvSpPr/>
            <p:nvPr/>
          </p:nvSpPr>
          <p:spPr>
            <a:xfrm rot="0">
              <a:off x="682" y="998"/>
              <a:ext cx="5" cy="7"/>
            </a:xfrm>
            <a:custGeom>
              <a:avLst/>
              <a:ahLst/>
              <a:rect l="0" t="0" r="r" b="b"/>
              <a:pathLst>
                <a:path w="20" h="29">
                  <a:moveTo>
                    <a:pt x="20" y="2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15" name=""/>
            <p:cNvSpPr/>
            <p:nvPr/>
          </p:nvSpPr>
          <p:spPr>
            <a:xfrm rot="0" flipH="1">
              <a:off x="682" y="9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16" name=""/>
            <p:cNvSpPr/>
            <p:nvPr/>
          </p:nvSpPr>
          <p:spPr>
            <a:xfrm rot="0">
              <a:off x="671" y="998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84" y="55"/>
                  </a:moveTo>
                  <a:lnTo>
                    <a:pt x="64" y="28"/>
                  </a:lnTo>
                  <a:lnTo>
                    <a:pt x="44" y="0"/>
                  </a:lnTo>
                  <a:lnTo>
                    <a:pt x="0" y="33"/>
                  </a:lnTo>
                  <a:lnTo>
                    <a:pt x="19" y="61"/>
                  </a:lnTo>
                  <a:lnTo>
                    <a:pt x="39" y="88"/>
                  </a:lnTo>
                  <a:lnTo>
                    <a:pt x="8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17" name=""/>
            <p:cNvSpPr/>
            <p:nvPr/>
          </p:nvSpPr>
          <p:spPr>
            <a:xfrm rot="0">
              <a:off x="671" y="998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84" y="55"/>
                  </a:moveTo>
                  <a:lnTo>
                    <a:pt x="64" y="28"/>
                  </a:lnTo>
                  <a:lnTo>
                    <a:pt x="44" y="0"/>
                  </a:lnTo>
                  <a:lnTo>
                    <a:pt x="0" y="33"/>
                  </a:lnTo>
                  <a:lnTo>
                    <a:pt x="19" y="61"/>
                  </a:lnTo>
                  <a:lnTo>
                    <a:pt x="39" y="88"/>
                  </a:lnTo>
                  <a:lnTo>
                    <a:pt x="8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18" name=""/>
            <p:cNvSpPr/>
            <p:nvPr/>
          </p:nvSpPr>
          <p:spPr>
            <a:xfrm rot="0">
              <a:off x="671" y="1007"/>
              <a:ext cx="5" cy="6"/>
            </a:xfrm>
            <a:custGeom>
              <a:avLst/>
              <a:ahLst/>
              <a:rect l="0" t="0" r="r" b="b"/>
              <a:pathLst>
                <a:path w="21" h="28">
                  <a:moveTo>
                    <a:pt x="21" y="28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19" name=""/>
            <p:cNvSpPr/>
            <p:nvPr/>
          </p:nvSpPr>
          <p:spPr>
            <a:xfrm rot="0" flipH="1">
              <a:off x="671" y="1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20" name=""/>
            <p:cNvSpPr/>
            <p:nvPr/>
          </p:nvSpPr>
          <p:spPr>
            <a:xfrm rot="0">
              <a:off x="660" y="1007"/>
              <a:ext cx="21" cy="22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3"/>
                  </a:moveTo>
                  <a:lnTo>
                    <a:pt x="63" y="27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21" y="61"/>
                  </a:lnTo>
                  <a:lnTo>
                    <a:pt x="42" y="87"/>
                  </a:lnTo>
                  <a:lnTo>
                    <a:pt x="84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21" name=""/>
            <p:cNvSpPr/>
            <p:nvPr/>
          </p:nvSpPr>
          <p:spPr>
            <a:xfrm rot="0">
              <a:off x="660" y="1007"/>
              <a:ext cx="21" cy="22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3"/>
                  </a:moveTo>
                  <a:lnTo>
                    <a:pt x="63" y="27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21" y="61"/>
                  </a:lnTo>
                  <a:lnTo>
                    <a:pt x="42" y="87"/>
                  </a:lnTo>
                  <a:lnTo>
                    <a:pt x="84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22" name=""/>
            <p:cNvSpPr/>
            <p:nvPr/>
          </p:nvSpPr>
          <p:spPr>
            <a:xfrm rot="0">
              <a:off x="660" y="1015"/>
              <a:ext cx="6" cy="7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23" name=""/>
            <p:cNvSpPr/>
            <p:nvPr/>
          </p:nvSpPr>
          <p:spPr>
            <a:xfrm rot="0" flipH="1">
              <a:off x="660" y="1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24" name=""/>
            <p:cNvSpPr/>
            <p:nvPr/>
          </p:nvSpPr>
          <p:spPr>
            <a:xfrm rot="0">
              <a:off x="650" y="1016"/>
              <a:ext cx="21" cy="21"/>
            </a:xfrm>
            <a:custGeom>
              <a:avLst/>
              <a:ahLst/>
              <a:rect l="0" t="0" r="r" b="b"/>
              <a:pathLst>
                <a:path w="86" h="87">
                  <a:moveTo>
                    <a:pt x="86" y="50"/>
                  </a:moveTo>
                  <a:lnTo>
                    <a:pt x="63" y="25"/>
                  </a:lnTo>
                  <a:lnTo>
                    <a:pt x="41" y="0"/>
                  </a:lnTo>
                  <a:lnTo>
                    <a:pt x="0" y="37"/>
                  </a:lnTo>
                  <a:lnTo>
                    <a:pt x="22" y="62"/>
                  </a:lnTo>
                  <a:lnTo>
                    <a:pt x="45" y="87"/>
                  </a:lnTo>
                  <a:lnTo>
                    <a:pt x="86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25" name=""/>
            <p:cNvSpPr/>
            <p:nvPr/>
          </p:nvSpPr>
          <p:spPr>
            <a:xfrm rot="0">
              <a:off x="650" y="1016"/>
              <a:ext cx="21" cy="21"/>
            </a:xfrm>
            <a:custGeom>
              <a:avLst/>
              <a:ahLst/>
              <a:rect l="0" t="0" r="r" b="b"/>
              <a:pathLst>
                <a:path w="86" h="87">
                  <a:moveTo>
                    <a:pt x="86" y="50"/>
                  </a:moveTo>
                  <a:lnTo>
                    <a:pt x="63" y="25"/>
                  </a:lnTo>
                  <a:lnTo>
                    <a:pt x="41" y="0"/>
                  </a:lnTo>
                  <a:lnTo>
                    <a:pt x="0" y="37"/>
                  </a:lnTo>
                  <a:lnTo>
                    <a:pt x="22" y="62"/>
                  </a:lnTo>
                  <a:lnTo>
                    <a:pt x="45" y="87"/>
                  </a:lnTo>
                  <a:lnTo>
                    <a:pt x="86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26" name=""/>
            <p:cNvSpPr/>
            <p:nvPr/>
          </p:nvSpPr>
          <p:spPr>
            <a:xfrm rot="0">
              <a:off x="649" y="1025"/>
              <a:ext cx="6" cy="6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27" name=""/>
            <p:cNvSpPr/>
            <p:nvPr/>
          </p:nvSpPr>
          <p:spPr>
            <a:xfrm rot="0" flipH="1">
              <a:off x="649" y="1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28" name=""/>
            <p:cNvSpPr/>
            <p:nvPr/>
          </p:nvSpPr>
          <p:spPr>
            <a:xfrm rot="0">
              <a:off x="640" y="1025"/>
              <a:ext cx="21" cy="22"/>
            </a:xfrm>
            <a:custGeom>
              <a:avLst/>
              <a:ahLst/>
              <a:rect l="0" t="0" r="r" b="b"/>
              <a:pathLst>
                <a:path w="85" h="85">
                  <a:moveTo>
                    <a:pt x="85" y="47"/>
                  </a:moveTo>
                  <a:lnTo>
                    <a:pt x="61" y="24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23" y="62"/>
                  </a:lnTo>
                  <a:lnTo>
                    <a:pt x="47" y="85"/>
                  </a:lnTo>
                  <a:lnTo>
                    <a:pt x="85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29" name=""/>
            <p:cNvSpPr/>
            <p:nvPr/>
          </p:nvSpPr>
          <p:spPr>
            <a:xfrm rot="0">
              <a:off x="640" y="1025"/>
              <a:ext cx="21" cy="22"/>
            </a:xfrm>
            <a:custGeom>
              <a:avLst/>
              <a:ahLst/>
              <a:rect l="0" t="0" r="r" b="b"/>
              <a:pathLst>
                <a:path w="85" h="85">
                  <a:moveTo>
                    <a:pt x="85" y="47"/>
                  </a:moveTo>
                  <a:lnTo>
                    <a:pt x="61" y="24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23" y="62"/>
                  </a:lnTo>
                  <a:lnTo>
                    <a:pt x="47" y="85"/>
                  </a:lnTo>
                  <a:lnTo>
                    <a:pt x="85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30" name=""/>
            <p:cNvSpPr/>
            <p:nvPr/>
          </p:nvSpPr>
          <p:spPr>
            <a:xfrm rot="0">
              <a:off x="640" y="1035"/>
              <a:ext cx="6" cy="6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31" name=""/>
            <p:cNvSpPr/>
            <p:nvPr/>
          </p:nvSpPr>
          <p:spPr>
            <a:xfrm rot="0" flipH="1">
              <a:off x="640" y="1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32" name=""/>
            <p:cNvSpPr/>
            <p:nvPr/>
          </p:nvSpPr>
          <p:spPr>
            <a:xfrm rot="0">
              <a:off x="630" y="1035"/>
              <a:ext cx="22" cy="21"/>
            </a:xfrm>
            <a:custGeom>
              <a:avLst/>
              <a:ahLst/>
              <a:rect l="0" t="0" r="r" b="b"/>
              <a:pathLst>
                <a:path w="86" h="86">
                  <a:moveTo>
                    <a:pt x="86" y="45"/>
                  </a:moveTo>
                  <a:lnTo>
                    <a:pt x="61" y="23"/>
                  </a:lnTo>
                  <a:lnTo>
                    <a:pt x="36" y="0"/>
                  </a:lnTo>
                  <a:lnTo>
                    <a:pt x="0" y="41"/>
                  </a:lnTo>
                  <a:lnTo>
                    <a:pt x="25" y="64"/>
                  </a:lnTo>
                  <a:lnTo>
                    <a:pt x="49" y="86"/>
                  </a:lnTo>
                  <a:lnTo>
                    <a:pt x="86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33" name=""/>
            <p:cNvSpPr/>
            <p:nvPr/>
          </p:nvSpPr>
          <p:spPr>
            <a:xfrm rot="0">
              <a:off x="630" y="1035"/>
              <a:ext cx="22" cy="21"/>
            </a:xfrm>
            <a:custGeom>
              <a:avLst/>
              <a:ahLst/>
              <a:rect l="0" t="0" r="r" b="b"/>
              <a:pathLst>
                <a:path w="86" h="86">
                  <a:moveTo>
                    <a:pt x="86" y="45"/>
                  </a:moveTo>
                  <a:lnTo>
                    <a:pt x="61" y="23"/>
                  </a:lnTo>
                  <a:lnTo>
                    <a:pt x="36" y="0"/>
                  </a:lnTo>
                  <a:lnTo>
                    <a:pt x="0" y="41"/>
                  </a:lnTo>
                  <a:lnTo>
                    <a:pt x="25" y="64"/>
                  </a:lnTo>
                  <a:lnTo>
                    <a:pt x="49" y="86"/>
                  </a:lnTo>
                  <a:lnTo>
                    <a:pt x="86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34" name=""/>
            <p:cNvSpPr/>
            <p:nvPr/>
          </p:nvSpPr>
          <p:spPr>
            <a:xfrm rot="0">
              <a:off x="630" y="1045"/>
              <a:ext cx="7" cy="6"/>
            </a:xfrm>
            <a:custGeom>
              <a:avLst/>
              <a:ahLst/>
              <a:rect l="0" t="0" r="r" b="b"/>
              <a:pathLst>
                <a:path w="27" h="23">
                  <a:moveTo>
                    <a:pt x="27" y="2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35" name=""/>
            <p:cNvSpPr/>
            <p:nvPr/>
          </p:nvSpPr>
          <p:spPr>
            <a:xfrm rot="0" flipH="1">
              <a:off x="630" y="1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36" name=""/>
            <p:cNvSpPr/>
            <p:nvPr/>
          </p:nvSpPr>
          <p:spPr>
            <a:xfrm rot="0">
              <a:off x="622" y="1046"/>
              <a:ext cx="21" cy="21"/>
            </a:xfrm>
            <a:custGeom>
              <a:avLst/>
              <a:ahLst/>
              <a:rect l="0" t="0" r="r" b="b"/>
              <a:pathLst>
                <a:path w="87" h="84">
                  <a:moveTo>
                    <a:pt x="87" y="42"/>
                  </a:moveTo>
                  <a:lnTo>
                    <a:pt x="61" y="21"/>
                  </a:lnTo>
                  <a:lnTo>
                    <a:pt x="34" y="0"/>
                  </a:lnTo>
                  <a:lnTo>
                    <a:pt x="0" y="42"/>
                  </a:lnTo>
                  <a:lnTo>
                    <a:pt x="26" y="63"/>
                  </a:lnTo>
                  <a:lnTo>
                    <a:pt x="53" y="84"/>
                  </a:lnTo>
                  <a:lnTo>
                    <a:pt x="8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37" name=""/>
            <p:cNvSpPr/>
            <p:nvPr/>
          </p:nvSpPr>
          <p:spPr>
            <a:xfrm rot="0">
              <a:off x="622" y="1046"/>
              <a:ext cx="21" cy="21"/>
            </a:xfrm>
            <a:custGeom>
              <a:avLst/>
              <a:ahLst/>
              <a:rect l="0" t="0" r="r" b="b"/>
              <a:pathLst>
                <a:path w="87" h="84">
                  <a:moveTo>
                    <a:pt x="87" y="42"/>
                  </a:moveTo>
                  <a:lnTo>
                    <a:pt x="61" y="21"/>
                  </a:lnTo>
                  <a:lnTo>
                    <a:pt x="34" y="0"/>
                  </a:lnTo>
                  <a:lnTo>
                    <a:pt x="0" y="42"/>
                  </a:lnTo>
                  <a:lnTo>
                    <a:pt x="26" y="63"/>
                  </a:lnTo>
                  <a:lnTo>
                    <a:pt x="53" y="84"/>
                  </a:lnTo>
                  <a:lnTo>
                    <a:pt x="8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38" name=""/>
            <p:cNvSpPr/>
            <p:nvPr/>
          </p:nvSpPr>
          <p:spPr>
            <a:xfrm rot="0">
              <a:off x="621" y="1056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39" name=""/>
            <p:cNvSpPr/>
            <p:nvPr/>
          </p:nvSpPr>
          <p:spPr>
            <a:xfrm rot="0" flipH="1">
              <a:off x="621" y="1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40" name=""/>
            <p:cNvSpPr/>
            <p:nvPr/>
          </p:nvSpPr>
          <p:spPr>
            <a:xfrm rot="0">
              <a:off x="613" y="1056"/>
              <a:ext cx="22" cy="22"/>
            </a:xfrm>
            <a:custGeom>
              <a:avLst/>
              <a:ahLst/>
              <a:rect l="0" t="0" r="r" b="b"/>
              <a:pathLst>
                <a:path w="87" h="84">
                  <a:moveTo>
                    <a:pt x="87" y="39"/>
                  </a:moveTo>
                  <a:lnTo>
                    <a:pt x="59" y="20"/>
                  </a:lnTo>
                  <a:lnTo>
                    <a:pt x="32" y="0"/>
                  </a:lnTo>
                  <a:lnTo>
                    <a:pt x="0" y="45"/>
                  </a:lnTo>
                  <a:lnTo>
                    <a:pt x="28" y="64"/>
                  </a:lnTo>
                  <a:lnTo>
                    <a:pt x="55" y="84"/>
                  </a:lnTo>
                  <a:lnTo>
                    <a:pt x="87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41" name=""/>
            <p:cNvSpPr/>
            <p:nvPr/>
          </p:nvSpPr>
          <p:spPr>
            <a:xfrm rot="0">
              <a:off x="613" y="1056"/>
              <a:ext cx="22" cy="22"/>
            </a:xfrm>
            <a:custGeom>
              <a:avLst/>
              <a:ahLst/>
              <a:rect l="0" t="0" r="r" b="b"/>
              <a:pathLst>
                <a:path w="87" h="84">
                  <a:moveTo>
                    <a:pt x="87" y="39"/>
                  </a:moveTo>
                  <a:lnTo>
                    <a:pt x="59" y="20"/>
                  </a:lnTo>
                  <a:lnTo>
                    <a:pt x="32" y="0"/>
                  </a:lnTo>
                  <a:lnTo>
                    <a:pt x="0" y="45"/>
                  </a:lnTo>
                  <a:lnTo>
                    <a:pt x="28" y="64"/>
                  </a:lnTo>
                  <a:lnTo>
                    <a:pt x="55" y="84"/>
                  </a:lnTo>
                  <a:lnTo>
                    <a:pt x="87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42" name=""/>
            <p:cNvSpPr/>
            <p:nvPr/>
          </p:nvSpPr>
          <p:spPr>
            <a:xfrm rot="0">
              <a:off x="613" y="1068"/>
              <a:ext cx="7" cy="5"/>
            </a:xfrm>
            <a:custGeom>
              <a:avLst/>
              <a:ahLst/>
              <a:rect l="0" t="0" r="r" b="b"/>
              <a:pathLst>
                <a:path w="28" h="19">
                  <a:moveTo>
                    <a:pt x="28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43" name=""/>
            <p:cNvSpPr/>
            <p:nvPr/>
          </p:nvSpPr>
          <p:spPr>
            <a:xfrm rot="0">
              <a:off x="613" y="1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44" name=""/>
            <p:cNvSpPr/>
            <p:nvPr/>
          </p:nvSpPr>
          <p:spPr>
            <a:xfrm rot="0">
              <a:off x="606" y="1068"/>
              <a:ext cx="21" cy="21"/>
            </a:xfrm>
            <a:custGeom>
              <a:avLst/>
              <a:ahLst/>
              <a:rect l="0" t="0" r="r" b="b"/>
              <a:pathLst>
                <a:path w="85" h="83">
                  <a:moveTo>
                    <a:pt x="85" y="37"/>
                  </a:moveTo>
                  <a:lnTo>
                    <a:pt x="58" y="18"/>
                  </a:lnTo>
                  <a:lnTo>
                    <a:pt x="30" y="0"/>
                  </a:lnTo>
                  <a:lnTo>
                    <a:pt x="0" y="46"/>
                  </a:lnTo>
                  <a:lnTo>
                    <a:pt x="28" y="64"/>
                  </a:lnTo>
                  <a:lnTo>
                    <a:pt x="55" y="83"/>
                  </a:lnTo>
                  <a:lnTo>
                    <a:pt x="8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45" name=""/>
            <p:cNvSpPr/>
            <p:nvPr/>
          </p:nvSpPr>
          <p:spPr>
            <a:xfrm rot="0">
              <a:off x="606" y="1068"/>
              <a:ext cx="21" cy="21"/>
            </a:xfrm>
            <a:custGeom>
              <a:avLst/>
              <a:ahLst/>
              <a:rect l="0" t="0" r="r" b="b"/>
              <a:pathLst>
                <a:path w="85" h="83">
                  <a:moveTo>
                    <a:pt x="85" y="37"/>
                  </a:moveTo>
                  <a:lnTo>
                    <a:pt x="58" y="18"/>
                  </a:lnTo>
                  <a:lnTo>
                    <a:pt x="30" y="0"/>
                  </a:lnTo>
                  <a:lnTo>
                    <a:pt x="0" y="46"/>
                  </a:lnTo>
                  <a:lnTo>
                    <a:pt x="28" y="64"/>
                  </a:lnTo>
                  <a:lnTo>
                    <a:pt x="55" y="83"/>
                  </a:lnTo>
                  <a:lnTo>
                    <a:pt x="85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46" name=""/>
            <p:cNvSpPr/>
            <p:nvPr/>
          </p:nvSpPr>
          <p:spPr>
            <a:xfrm rot="0">
              <a:off x="605" y="1079"/>
              <a:ext cx="8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47" name=""/>
            <p:cNvSpPr/>
            <p:nvPr/>
          </p:nvSpPr>
          <p:spPr>
            <a:xfrm rot="0" flipH="1">
              <a:off x="605" y="10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48" name=""/>
            <p:cNvSpPr/>
            <p:nvPr/>
          </p:nvSpPr>
          <p:spPr>
            <a:xfrm rot="0">
              <a:off x="599" y="1080"/>
              <a:ext cx="21" cy="20"/>
            </a:xfrm>
            <a:custGeom>
              <a:avLst/>
              <a:ahLst/>
              <a:rect l="0" t="0" r="r" b="b"/>
              <a:pathLst>
                <a:path w="84" h="80">
                  <a:moveTo>
                    <a:pt x="84" y="31"/>
                  </a:moveTo>
                  <a:lnTo>
                    <a:pt x="56" y="15"/>
                  </a:lnTo>
                  <a:lnTo>
                    <a:pt x="27" y="0"/>
                  </a:lnTo>
                  <a:lnTo>
                    <a:pt x="0" y="48"/>
                  </a:lnTo>
                  <a:lnTo>
                    <a:pt x="29" y="64"/>
                  </a:lnTo>
                  <a:lnTo>
                    <a:pt x="58" y="80"/>
                  </a:lnTo>
                  <a:lnTo>
                    <a:pt x="8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49" name=""/>
            <p:cNvSpPr/>
            <p:nvPr/>
          </p:nvSpPr>
          <p:spPr>
            <a:xfrm rot="0">
              <a:off x="599" y="1080"/>
              <a:ext cx="21" cy="20"/>
            </a:xfrm>
            <a:custGeom>
              <a:avLst/>
              <a:ahLst/>
              <a:rect l="0" t="0" r="r" b="b"/>
              <a:pathLst>
                <a:path w="84" h="80">
                  <a:moveTo>
                    <a:pt x="84" y="31"/>
                  </a:moveTo>
                  <a:lnTo>
                    <a:pt x="56" y="15"/>
                  </a:lnTo>
                  <a:lnTo>
                    <a:pt x="27" y="0"/>
                  </a:lnTo>
                  <a:lnTo>
                    <a:pt x="0" y="48"/>
                  </a:lnTo>
                  <a:lnTo>
                    <a:pt x="29" y="64"/>
                  </a:lnTo>
                  <a:lnTo>
                    <a:pt x="58" y="80"/>
                  </a:lnTo>
                  <a:lnTo>
                    <a:pt x="84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50" name=""/>
            <p:cNvSpPr/>
            <p:nvPr/>
          </p:nvSpPr>
          <p:spPr>
            <a:xfrm rot="0">
              <a:off x="599" y="1092"/>
              <a:ext cx="7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51" name=""/>
            <p:cNvSpPr/>
            <p:nvPr/>
          </p:nvSpPr>
          <p:spPr>
            <a:xfrm rot="0" flipH="1">
              <a:off x="599" y="1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52" name=""/>
            <p:cNvSpPr/>
            <p:nvPr/>
          </p:nvSpPr>
          <p:spPr>
            <a:xfrm rot="0">
              <a:off x="592" y="1092"/>
              <a:ext cx="22" cy="20"/>
            </a:xfrm>
            <a:custGeom>
              <a:avLst/>
              <a:ahLst/>
              <a:rect l="0" t="0" r="r" b="b"/>
              <a:pathLst>
                <a:path w="86" h="80">
                  <a:moveTo>
                    <a:pt x="86" y="32"/>
                  </a:moveTo>
                  <a:lnTo>
                    <a:pt x="55" y="16"/>
                  </a:lnTo>
                  <a:lnTo>
                    <a:pt x="25" y="0"/>
                  </a:lnTo>
                  <a:lnTo>
                    <a:pt x="0" y="49"/>
                  </a:lnTo>
                  <a:lnTo>
                    <a:pt x="30" y="65"/>
                  </a:lnTo>
                  <a:lnTo>
                    <a:pt x="61" y="80"/>
                  </a:lnTo>
                  <a:lnTo>
                    <a:pt x="86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53" name=""/>
            <p:cNvSpPr/>
            <p:nvPr/>
          </p:nvSpPr>
          <p:spPr>
            <a:xfrm rot="0">
              <a:off x="592" y="1092"/>
              <a:ext cx="22" cy="20"/>
            </a:xfrm>
            <a:custGeom>
              <a:avLst/>
              <a:ahLst/>
              <a:rect l="0" t="0" r="r" b="b"/>
              <a:pathLst>
                <a:path w="86" h="80">
                  <a:moveTo>
                    <a:pt x="86" y="32"/>
                  </a:moveTo>
                  <a:lnTo>
                    <a:pt x="55" y="16"/>
                  </a:lnTo>
                  <a:lnTo>
                    <a:pt x="25" y="0"/>
                  </a:lnTo>
                  <a:lnTo>
                    <a:pt x="0" y="49"/>
                  </a:lnTo>
                  <a:lnTo>
                    <a:pt x="30" y="65"/>
                  </a:lnTo>
                  <a:lnTo>
                    <a:pt x="61" y="80"/>
                  </a:lnTo>
                  <a:lnTo>
                    <a:pt x="86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54" name=""/>
            <p:cNvSpPr/>
            <p:nvPr/>
          </p:nvSpPr>
          <p:spPr>
            <a:xfrm rot="0">
              <a:off x="592" y="1104"/>
              <a:ext cx="8" cy="4"/>
            </a:xfrm>
            <a:custGeom>
              <a:avLst/>
              <a:ahLst/>
              <a:rect l="0" t="0" r="r" b="b"/>
              <a:pathLst>
                <a:path w="31" h="16">
                  <a:moveTo>
                    <a:pt x="31" y="1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55" name=""/>
            <p:cNvSpPr/>
            <p:nvPr/>
          </p:nvSpPr>
          <p:spPr>
            <a:xfrm rot="0" flipH="1">
              <a:off x="592" y="11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56" name=""/>
            <p:cNvSpPr/>
            <p:nvPr/>
          </p:nvSpPr>
          <p:spPr>
            <a:xfrm rot="0">
              <a:off x="587" y="1105"/>
              <a:ext cx="21" cy="19"/>
            </a:xfrm>
            <a:custGeom>
              <a:avLst/>
              <a:ahLst/>
              <a:rect l="0" t="0" r="r" b="b"/>
              <a:pathLst>
                <a:path w="84" h="77">
                  <a:moveTo>
                    <a:pt x="84" y="27"/>
                  </a:moveTo>
                  <a:lnTo>
                    <a:pt x="52" y="14"/>
                  </a:lnTo>
                  <a:lnTo>
                    <a:pt x="21" y="0"/>
                  </a:lnTo>
                  <a:lnTo>
                    <a:pt x="0" y="50"/>
                  </a:lnTo>
                  <a:lnTo>
                    <a:pt x="31" y="64"/>
                  </a:lnTo>
                  <a:lnTo>
                    <a:pt x="63" y="77"/>
                  </a:lnTo>
                  <a:lnTo>
                    <a:pt x="8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57" name=""/>
            <p:cNvSpPr/>
            <p:nvPr/>
          </p:nvSpPr>
          <p:spPr>
            <a:xfrm rot="0">
              <a:off x="587" y="1105"/>
              <a:ext cx="21" cy="19"/>
            </a:xfrm>
            <a:custGeom>
              <a:avLst/>
              <a:ahLst/>
              <a:rect l="0" t="0" r="r" b="b"/>
              <a:pathLst>
                <a:path w="84" h="77">
                  <a:moveTo>
                    <a:pt x="84" y="27"/>
                  </a:moveTo>
                  <a:lnTo>
                    <a:pt x="52" y="14"/>
                  </a:lnTo>
                  <a:lnTo>
                    <a:pt x="21" y="0"/>
                  </a:lnTo>
                  <a:lnTo>
                    <a:pt x="0" y="50"/>
                  </a:lnTo>
                  <a:lnTo>
                    <a:pt x="31" y="64"/>
                  </a:lnTo>
                  <a:lnTo>
                    <a:pt x="63" y="77"/>
                  </a:lnTo>
                  <a:lnTo>
                    <a:pt x="84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58" name=""/>
            <p:cNvSpPr/>
            <p:nvPr/>
          </p:nvSpPr>
          <p:spPr>
            <a:xfrm rot="0">
              <a:off x="587" y="1118"/>
              <a:ext cx="8" cy="3"/>
            </a:xfrm>
            <a:custGeom>
              <a:avLst/>
              <a:ahLst/>
              <a:rect l="0" t="0" r="r" b="b"/>
              <a:pathLst>
                <a:path w="31" h="14">
                  <a:moveTo>
                    <a:pt x="31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59" name=""/>
            <p:cNvSpPr/>
            <p:nvPr/>
          </p:nvSpPr>
          <p:spPr>
            <a:xfrm rot="0">
              <a:off x="587" y="11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60" name=""/>
            <p:cNvSpPr/>
            <p:nvPr/>
          </p:nvSpPr>
          <p:spPr>
            <a:xfrm rot="0">
              <a:off x="582" y="1118"/>
              <a:ext cx="20" cy="19"/>
            </a:xfrm>
            <a:custGeom>
              <a:avLst/>
              <a:ahLst/>
              <a:rect l="0" t="0" r="r" b="b"/>
              <a:pathLst>
                <a:path w="83" h="75">
                  <a:moveTo>
                    <a:pt x="83" y="23"/>
                  </a:moveTo>
                  <a:lnTo>
                    <a:pt x="51" y="12"/>
                  </a:lnTo>
                  <a:lnTo>
                    <a:pt x="20" y="0"/>
                  </a:lnTo>
                  <a:lnTo>
                    <a:pt x="0" y="51"/>
                  </a:lnTo>
                  <a:lnTo>
                    <a:pt x="32" y="63"/>
                  </a:lnTo>
                  <a:lnTo>
                    <a:pt x="63" y="75"/>
                  </a:lnTo>
                  <a:lnTo>
                    <a:pt x="8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61" name=""/>
            <p:cNvSpPr/>
            <p:nvPr/>
          </p:nvSpPr>
          <p:spPr>
            <a:xfrm rot="0">
              <a:off x="582" y="1118"/>
              <a:ext cx="20" cy="19"/>
            </a:xfrm>
            <a:custGeom>
              <a:avLst/>
              <a:ahLst/>
              <a:rect l="0" t="0" r="r" b="b"/>
              <a:pathLst>
                <a:path w="83" h="75">
                  <a:moveTo>
                    <a:pt x="83" y="23"/>
                  </a:moveTo>
                  <a:lnTo>
                    <a:pt x="51" y="12"/>
                  </a:lnTo>
                  <a:lnTo>
                    <a:pt x="20" y="0"/>
                  </a:lnTo>
                  <a:lnTo>
                    <a:pt x="0" y="51"/>
                  </a:lnTo>
                  <a:lnTo>
                    <a:pt x="32" y="63"/>
                  </a:lnTo>
                  <a:lnTo>
                    <a:pt x="63" y="75"/>
                  </a:lnTo>
                  <a:lnTo>
                    <a:pt x="83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62" name=""/>
            <p:cNvSpPr/>
            <p:nvPr/>
          </p:nvSpPr>
          <p:spPr>
            <a:xfrm rot="0">
              <a:off x="582" y="1131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63" name=""/>
            <p:cNvSpPr/>
            <p:nvPr/>
          </p:nvSpPr>
          <p:spPr>
            <a:xfrm rot="0">
              <a:off x="582" y="11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64" name=""/>
            <p:cNvSpPr/>
            <p:nvPr/>
          </p:nvSpPr>
          <p:spPr>
            <a:xfrm rot="0">
              <a:off x="578" y="1131"/>
              <a:ext cx="20" cy="18"/>
            </a:xfrm>
            <a:custGeom>
              <a:avLst/>
              <a:ahLst/>
              <a:rect l="0" t="0" r="r" b="b"/>
              <a:pathLst>
                <a:path w="79" h="71">
                  <a:moveTo>
                    <a:pt x="79" y="18"/>
                  </a:moveTo>
                  <a:lnTo>
                    <a:pt x="48" y="9"/>
                  </a:lnTo>
                  <a:lnTo>
                    <a:pt x="16" y="0"/>
                  </a:lnTo>
                  <a:lnTo>
                    <a:pt x="0" y="52"/>
                  </a:lnTo>
                  <a:lnTo>
                    <a:pt x="32" y="61"/>
                  </a:lnTo>
                  <a:lnTo>
                    <a:pt x="63" y="71"/>
                  </a:lnTo>
                  <a:lnTo>
                    <a:pt x="7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65" name=""/>
            <p:cNvSpPr/>
            <p:nvPr/>
          </p:nvSpPr>
          <p:spPr>
            <a:xfrm rot="0">
              <a:off x="578" y="1131"/>
              <a:ext cx="20" cy="18"/>
            </a:xfrm>
            <a:custGeom>
              <a:avLst/>
              <a:ahLst/>
              <a:rect l="0" t="0" r="r" b="b"/>
              <a:pathLst>
                <a:path w="79" h="71">
                  <a:moveTo>
                    <a:pt x="79" y="18"/>
                  </a:moveTo>
                  <a:lnTo>
                    <a:pt x="48" y="9"/>
                  </a:lnTo>
                  <a:lnTo>
                    <a:pt x="16" y="0"/>
                  </a:lnTo>
                  <a:lnTo>
                    <a:pt x="0" y="52"/>
                  </a:lnTo>
                  <a:lnTo>
                    <a:pt x="32" y="61"/>
                  </a:lnTo>
                  <a:lnTo>
                    <a:pt x="63" y="71"/>
                  </a:lnTo>
                  <a:lnTo>
                    <a:pt x="79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66" name=""/>
            <p:cNvSpPr/>
            <p:nvPr/>
          </p:nvSpPr>
          <p:spPr>
            <a:xfrm rot="0">
              <a:off x="577" y="1145"/>
              <a:ext cx="9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67" name=""/>
            <p:cNvSpPr/>
            <p:nvPr/>
          </p:nvSpPr>
          <p:spPr>
            <a:xfrm rot="0" flipH="1">
              <a:off x="577" y="11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68" name=""/>
            <p:cNvSpPr/>
            <p:nvPr/>
          </p:nvSpPr>
          <p:spPr>
            <a:xfrm rot="0">
              <a:off x="574" y="1145"/>
              <a:ext cx="20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79" y="15"/>
                  </a:moveTo>
                  <a:lnTo>
                    <a:pt x="46" y="7"/>
                  </a:lnTo>
                  <a:lnTo>
                    <a:pt x="13" y="0"/>
                  </a:lnTo>
                  <a:lnTo>
                    <a:pt x="0" y="52"/>
                  </a:lnTo>
                  <a:lnTo>
                    <a:pt x="33" y="60"/>
                  </a:lnTo>
                  <a:lnTo>
                    <a:pt x="66" y="68"/>
                  </a:lnTo>
                  <a:lnTo>
                    <a:pt x="79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69" name=""/>
            <p:cNvSpPr/>
            <p:nvPr/>
          </p:nvSpPr>
          <p:spPr>
            <a:xfrm rot="0">
              <a:off x="574" y="1145"/>
              <a:ext cx="20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79" y="15"/>
                  </a:moveTo>
                  <a:lnTo>
                    <a:pt x="46" y="7"/>
                  </a:lnTo>
                  <a:lnTo>
                    <a:pt x="13" y="0"/>
                  </a:lnTo>
                  <a:lnTo>
                    <a:pt x="0" y="52"/>
                  </a:lnTo>
                  <a:lnTo>
                    <a:pt x="33" y="60"/>
                  </a:lnTo>
                  <a:lnTo>
                    <a:pt x="66" y="68"/>
                  </a:lnTo>
                  <a:lnTo>
                    <a:pt x="79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70" name=""/>
            <p:cNvSpPr/>
            <p:nvPr/>
          </p:nvSpPr>
          <p:spPr>
            <a:xfrm rot="0">
              <a:off x="574" y="1158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71" name=""/>
            <p:cNvSpPr/>
            <p:nvPr/>
          </p:nvSpPr>
          <p:spPr>
            <a:xfrm rot="0">
              <a:off x="574" y="1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72" name=""/>
            <p:cNvSpPr/>
            <p:nvPr/>
          </p:nvSpPr>
          <p:spPr>
            <a:xfrm rot="0">
              <a:off x="572" y="1158"/>
              <a:ext cx="19" cy="17"/>
            </a:xfrm>
            <a:custGeom>
              <a:avLst/>
              <a:ahLst/>
              <a:rect l="0" t="0" r="r" b="b"/>
              <a:pathLst>
                <a:path w="77" h="67">
                  <a:moveTo>
                    <a:pt x="77" y="14"/>
                  </a:moveTo>
                  <a:lnTo>
                    <a:pt x="44" y="7"/>
                  </a:lnTo>
                  <a:lnTo>
                    <a:pt x="11" y="0"/>
                  </a:lnTo>
                  <a:lnTo>
                    <a:pt x="0" y="54"/>
                  </a:lnTo>
                  <a:lnTo>
                    <a:pt x="33" y="61"/>
                  </a:lnTo>
                  <a:lnTo>
                    <a:pt x="66" y="67"/>
                  </a:lnTo>
                  <a:lnTo>
                    <a:pt x="77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73" name=""/>
            <p:cNvSpPr/>
            <p:nvPr/>
          </p:nvSpPr>
          <p:spPr>
            <a:xfrm rot="0">
              <a:off x="572" y="1158"/>
              <a:ext cx="19" cy="17"/>
            </a:xfrm>
            <a:custGeom>
              <a:avLst/>
              <a:ahLst/>
              <a:rect l="0" t="0" r="r" b="b"/>
              <a:pathLst>
                <a:path w="77" h="67">
                  <a:moveTo>
                    <a:pt x="77" y="14"/>
                  </a:moveTo>
                  <a:lnTo>
                    <a:pt x="44" y="7"/>
                  </a:lnTo>
                  <a:lnTo>
                    <a:pt x="11" y="0"/>
                  </a:lnTo>
                  <a:lnTo>
                    <a:pt x="0" y="54"/>
                  </a:lnTo>
                  <a:lnTo>
                    <a:pt x="33" y="61"/>
                  </a:lnTo>
                  <a:lnTo>
                    <a:pt x="66" y="67"/>
                  </a:lnTo>
                  <a:lnTo>
                    <a:pt x="77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74" name=""/>
            <p:cNvSpPr/>
            <p:nvPr/>
          </p:nvSpPr>
          <p:spPr>
            <a:xfrm rot="0">
              <a:off x="572" y="1172"/>
              <a:ext cx="8" cy="1"/>
            </a:xfrm>
            <a:custGeom>
              <a:avLst/>
              <a:ahLst/>
              <a:rect l="0" t="0" r="r" b="b"/>
              <a:pathLst>
                <a:path w="33" h="7">
                  <a:moveTo>
                    <a:pt x="33" y="7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75" name=""/>
            <p:cNvSpPr/>
            <p:nvPr/>
          </p:nvSpPr>
          <p:spPr>
            <a:xfrm rot="0">
              <a:off x="572" y="11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76" name=""/>
            <p:cNvSpPr/>
            <p:nvPr/>
          </p:nvSpPr>
          <p:spPr>
            <a:xfrm rot="0">
              <a:off x="570" y="1172"/>
              <a:ext cx="18" cy="16"/>
            </a:xfrm>
            <a:custGeom>
              <a:avLst/>
              <a:ahLst/>
              <a:rect l="0" t="0" r="r" b="b"/>
              <a:pathLst>
                <a:path w="72" h="63">
                  <a:moveTo>
                    <a:pt x="72" y="8"/>
                  </a:moveTo>
                  <a:lnTo>
                    <a:pt x="39" y="4"/>
                  </a:lnTo>
                  <a:lnTo>
                    <a:pt x="6" y="0"/>
                  </a:lnTo>
                  <a:lnTo>
                    <a:pt x="0" y="55"/>
                  </a:lnTo>
                  <a:lnTo>
                    <a:pt x="33" y="59"/>
                  </a:lnTo>
                  <a:lnTo>
                    <a:pt x="65" y="63"/>
                  </a:lnTo>
                  <a:lnTo>
                    <a:pt x="72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77" name=""/>
            <p:cNvSpPr/>
            <p:nvPr/>
          </p:nvSpPr>
          <p:spPr>
            <a:xfrm rot="0">
              <a:off x="570" y="1172"/>
              <a:ext cx="18" cy="16"/>
            </a:xfrm>
            <a:custGeom>
              <a:avLst/>
              <a:ahLst/>
              <a:rect l="0" t="0" r="r" b="b"/>
              <a:pathLst>
                <a:path w="72" h="63">
                  <a:moveTo>
                    <a:pt x="72" y="8"/>
                  </a:moveTo>
                  <a:lnTo>
                    <a:pt x="39" y="4"/>
                  </a:lnTo>
                  <a:lnTo>
                    <a:pt x="6" y="0"/>
                  </a:lnTo>
                  <a:lnTo>
                    <a:pt x="0" y="55"/>
                  </a:lnTo>
                  <a:lnTo>
                    <a:pt x="33" y="59"/>
                  </a:lnTo>
                  <a:lnTo>
                    <a:pt x="65" y="63"/>
                  </a:lnTo>
                  <a:lnTo>
                    <a:pt x="72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78" name=""/>
            <p:cNvSpPr/>
            <p:nvPr/>
          </p:nvSpPr>
          <p:spPr>
            <a:xfrm rot="0">
              <a:off x="570" y="1186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79" name=""/>
            <p:cNvSpPr/>
            <p:nvPr/>
          </p:nvSpPr>
          <p:spPr>
            <a:xfrm rot="0">
              <a:off x="570" y="11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80" name=""/>
            <p:cNvSpPr/>
            <p:nvPr/>
          </p:nvSpPr>
          <p:spPr>
            <a:xfrm rot="0">
              <a:off x="569" y="1187"/>
              <a:ext cx="17" cy="14"/>
            </a:xfrm>
            <a:custGeom>
              <a:avLst/>
              <a:ahLst/>
              <a:rect l="0" t="0" r="r" b="b"/>
              <a:pathLst>
                <a:path w="71" h="60">
                  <a:moveTo>
                    <a:pt x="71" y="6"/>
                  </a:moveTo>
                  <a:lnTo>
                    <a:pt x="39" y="3"/>
                  </a:lnTo>
                  <a:lnTo>
                    <a:pt x="6" y="0"/>
                  </a:lnTo>
                  <a:lnTo>
                    <a:pt x="0" y="54"/>
                  </a:lnTo>
                  <a:lnTo>
                    <a:pt x="33" y="57"/>
                  </a:lnTo>
                  <a:lnTo>
                    <a:pt x="66" y="60"/>
                  </a:lnTo>
                  <a:lnTo>
                    <a:pt x="7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81" name=""/>
            <p:cNvSpPr/>
            <p:nvPr/>
          </p:nvSpPr>
          <p:spPr>
            <a:xfrm rot="0">
              <a:off x="569" y="1187"/>
              <a:ext cx="17" cy="14"/>
            </a:xfrm>
            <a:custGeom>
              <a:avLst/>
              <a:ahLst/>
              <a:rect l="0" t="0" r="r" b="b"/>
              <a:pathLst>
                <a:path w="71" h="60">
                  <a:moveTo>
                    <a:pt x="71" y="6"/>
                  </a:moveTo>
                  <a:lnTo>
                    <a:pt x="39" y="3"/>
                  </a:lnTo>
                  <a:lnTo>
                    <a:pt x="6" y="0"/>
                  </a:lnTo>
                  <a:lnTo>
                    <a:pt x="0" y="54"/>
                  </a:lnTo>
                  <a:lnTo>
                    <a:pt x="33" y="57"/>
                  </a:lnTo>
                  <a:lnTo>
                    <a:pt x="66" y="60"/>
                  </a:lnTo>
                  <a:lnTo>
                    <a:pt x="71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82" name=""/>
            <p:cNvSpPr/>
            <p:nvPr/>
          </p:nvSpPr>
          <p:spPr>
            <a:xfrm rot="0">
              <a:off x="569" y="1200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83" name=""/>
            <p:cNvSpPr/>
            <p:nvPr/>
          </p:nvSpPr>
          <p:spPr>
            <a:xfrm rot="0">
              <a:off x="569" y="12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84" name=""/>
            <p:cNvSpPr/>
            <p:nvPr/>
          </p:nvSpPr>
          <p:spPr>
            <a:xfrm rot="0">
              <a:off x="568" y="1200"/>
              <a:ext cx="17" cy="15"/>
            </a:xfrm>
            <a:custGeom>
              <a:avLst/>
              <a:ahLst/>
              <a:rect l="0" t="0" r="r" b="b"/>
              <a:pathLst>
                <a:path w="67" h="57">
                  <a:moveTo>
                    <a:pt x="67" y="2"/>
                  </a:moveTo>
                  <a:lnTo>
                    <a:pt x="34" y="1"/>
                  </a:lnTo>
                  <a:lnTo>
                    <a:pt x="1" y="0"/>
                  </a:lnTo>
                  <a:lnTo>
                    <a:pt x="0" y="55"/>
                  </a:lnTo>
                  <a:lnTo>
                    <a:pt x="33" y="56"/>
                  </a:lnTo>
                  <a:lnTo>
                    <a:pt x="66" y="57"/>
                  </a:lnTo>
                  <a:lnTo>
                    <a:pt x="6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85" name=""/>
            <p:cNvSpPr/>
            <p:nvPr/>
          </p:nvSpPr>
          <p:spPr>
            <a:xfrm rot="0">
              <a:off x="568" y="1200"/>
              <a:ext cx="17" cy="15"/>
            </a:xfrm>
            <a:custGeom>
              <a:avLst/>
              <a:ahLst/>
              <a:rect l="0" t="0" r="r" b="b"/>
              <a:pathLst>
                <a:path w="67" h="57">
                  <a:moveTo>
                    <a:pt x="67" y="2"/>
                  </a:moveTo>
                  <a:lnTo>
                    <a:pt x="34" y="1"/>
                  </a:lnTo>
                  <a:lnTo>
                    <a:pt x="1" y="0"/>
                  </a:lnTo>
                  <a:lnTo>
                    <a:pt x="0" y="55"/>
                  </a:lnTo>
                  <a:lnTo>
                    <a:pt x="33" y="56"/>
                  </a:lnTo>
                  <a:lnTo>
                    <a:pt x="66" y="57"/>
                  </a:lnTo>
                  <a:lnTo>
                    <a:pt x="67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86" name=""/>
            <p:cNvSpPr/>
            <p:nvPr/>
          </p:nvSpPr>
          <p:spPr>
            <a:xfrm rot="0">
              <a:off x="568" y="1214"/>
              <a:ext cx="17" cy="9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2"/>
                  </a:lnTo>
                  <a:lnTo>
                    <a:pt x="65" y="12"/>
                  </a:lnTo>
                  <a:lnTo>
                    <a:pt x="59" y="21"/>
                  </a:lnTo>
                  <a:lnTo>
                    <a:pt x="51" y="29"/>
                  </a:lnTo>
                  <a:lnTo>
                    <a:pt x="42" y="33"/>
                  </a:lnTo>
                  <a:lnTo>
                    <a:pt x="32" y="34"/>
                  </a:lnTo>
                  <a:lnTo>
                    <a:pt x="22" y="33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87" name=""/>
            <p:cNvSpPr/>
            <p:nvPr/>
          </p:nvSpPr>
          <p:spPr>
            <a:xfrm rot="0">
              <a:off x="568" y="1214"/>
              <a:ext cx="17" cy="9"/>
            </a:xfrm>
            <a:custGeom>
              <a:avLst/>
              <a:ahLst/>
              <a:rect l="0" t="0" r="r" b="b"/>
              <a:pathLst>
                <a:path w="66" h="34">
                  <a:moveTo>
                    <a:pt x="66" y="2"/>
                  </a:moveTo>
                  <a:lnTo>
                    <a:pt x="65" y="12"/>
                  </a:lnTo>
                  <a:lnTo>
                    <a:pt x="59" y="21"/>
                  </a:lnTo>
                  <a:lnTo>
                    <a:pt x="51" y="29"/>
                  </a:lnTo>
                  <a:lnTo>
                    <a:pt x="42" y="33"/>
                  </a:lnTo>
                  <a:lnTo>
                    <a:pt x="32" y="34"/>
                  </a:lnTo>
                  <a:lnTo>
                    <a:pt x="22" y="33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88" name=""/>
            <p:cNvSpPr/>
            <p:nvPr/>
          </p:nvSpPr>
          <p:spPr>
            <a:xfrm rot="0">
              <a:off x="568" y="1206"/>
              <a:ext cx="9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89" name=""/>
            <p:cNvSpPr/>
            <p:nvPr/>
          </p:nvSpPr>
          <p:spPr>
            <a:xfrm rot="0">
              <a:off x="568" y="1206"/>
              <a:ext cx="9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0" name=""/>
            <p:cNvSpPr/>
            <p:nvPr/>
          </p:nvSpPr>
          <p:spPr>
            <a:xfrm rot="0">
              <a:off x="577" y="1206"/>
              <a:ext cx="504" cy="17"/>
            </a:xfrm>
            <a:custGeom>
              <a:avLst/>
              <a:ahLst/>
              <a:rect l="0" t="0" r="r" b="b"/>
              <a:pathLst>
                <a:path w="201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19" y="67"/>
                  </a:lnTo>
                  <a:lnTo>
                    <a:pt x="2019" y="34"/>
                  </a:lnTo>
                  <a:lnTo>
                    <a:pt x="201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91" name=""/>
            <p:cNvSpPr/>
            <p:nvPr/>
          </p:nvSpPr>
          <p:spPr>
            <a:xfrm rot="0">
              <a:off x="577" y="1206"/>
              <a:ext cx="504" cy="17"/>
            </a:xfrm>
            <a:custGeom>
              <a:avLst/>
              <a:ahLst/>
              <a:rect l="0" t="0" r="r" b="b"/>
              <a:pathLst>
                <a:path w="201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19" y="67"/>
                  </a:lnTo>
                  <a:lnTo>
                    <a:pt x="2019" y="34"/>
                  </a:lnTo>
                  <a:lnTo>
                    <a:pt x="201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2" name=""/>
            <p:cNvSpPr/>
            <p:nvPr/>
          </p:nvSpPr>
          <p:spPr>
            <a:xfrm rot="0">
              <a:off x="1081" y="120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4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593" name=""/>
            <p:cNvSpPr/>
            <p:nvPr/>
          </p:nvSpPr>
          <p:spPr>
            <a:xfrm rot="0">
              <a:off x="1081" y="120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4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4" name=""/>
            <p:cNvSpPr/>
            <p:nvPr/>
          </p:nvSpPr>
          <p:spPr>
            <a:xfrm rot="0">
              <a:off x="829" y="653"/>
              <a:ext cx="1" cy="13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5" name=""/>
            <p:cNvSpPr/>
            <p:nvPr/>
          </p:nvSpPr>
          <p:spPr>
            <a:xfrm rot="0">
              <a:off x="829" y="815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6" name=""/>
            <p:cNvSpPr/>
            <p:nvPr/>
          </p:nvSpPr>
          <p:spPr>
            <a:xfrm rot="0">
              <a:off x="829" y="879"/>
              <a:ext cx="1" cy="19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7" name=""/>
            <p:cNvSpPr/>
            <p:nvPr/>
          </p:nvSpPr>
          <p:spPr>
            <a:xfrm rot="0">
              <a:off x="829" y="1103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8" name=""/>
            <p:cNvSpPr/>
            <p:nvPr/>
          </p:nvSpPr>
          <p:spPr>
            <a:xfrm rot="0">
              <a:off x="829" y="1168"/>
              <a:ext cx="1" cy="13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599" name=""/>
            <p:cNvSpPr/>
            <p:nvPr/>
          </p:nvSpPr>
          <p:spPr>
            <a:xfrm rot="0">
              <a:off x="829" y="1465"/>
              <a:ext cx="1" cy="14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0" name=""/>
            <p:cNvSpPr/>
            <p:nvPr/>
          </p:nvSpPr>
          <p:spPr>
            <a:xfrm rot="0">
              <a:off x="829" y="1639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1" name=""/>
            <p:cNvSpPr/>
            <p:nvPr/>
          </p:nvSpPr>
          <p:spPr>
            <a:xfrm rot="0">
              <a:off x="829" y="1704"/>
              <a:ext cx="1" cy="19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2" name=""/>
            <p:cNvSpPr/>
            <p:nvPr/>
          </p:nvSpPr>
          <p:spPr>
            <a:xfrm rot="0">
              <a:off x="829" y="1928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3" name=""/>
            <p:cNvSpPr/>
            <p:nvPr/>
          </p:nvSpPr>
          <p:spPr>
            <a:xfrm rot="0">
              <a:off x="829" y="1992"/>
              <a:ext cx="1" cy="14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4" name=""/>
            <p:cNvSpPr/>
            <p:nvPr/>
          </p:nvSpPr>
          <p:spPr>
            <a:xfrm rot="0">
              <a:off x="3037" y="1766"/>
              <a:ext cx="16" cy="11"/>
            </a:xfrm>
            <a:custGeom>
              <a:avLst/>
              <a:ahLst/>
              <a:rect l="0" t="0" r="r" b="b"/>
              <a:pathLst>
                <a:path w="63" h="48">
                  <a:moveTo>
                    <a:pt x="32" y="33"/>
                  </a:moveTo>
                  <a:lnTo>
                    <a:pt x="2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8"/>
                  </a:lnTo>
                  <a:lnTo>
                    <a:pt x="10" y="8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8" y="4"/>
                  </a:lnTo>
                  <a:lnTo>
                    <a:pt x="57" y="11"/>
                  </a:lnTo>
                  <a:lnTo>
                    <a:pt x="63" y="19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05" name=""/>
            <p:cNvSpPr/>
            <p:nvPr/>
          </p:nvSpPr>
          <p:spPr>
            <a:xfrm rot="0">
              <a:off x="3037" y="1766"/>
              <a:ext cx="16" cy="11"/>
            </a:xfrm>
            <a:custGeom>
              <a:avLst/>
              <a:ahLst/>
              <a:rect l="0" t="0" r="r" b="b"/>
              <a:pathLst>
                <a:path w="63" h="48">
                  <a:moveTo>
                    <a:pt x="2" y="48"/>
                  </a:moveTo>
                  <a:lnTo>
                    <a:pt x="0" y="37"/>
                  </a:lnTo>
                  <a:lnTo>
                    <a:pt x="0" y="27"/>
                  </a:lnTo>
                  <a:lnTo>
                    <a:pt x="4" y="18"/>
                  </a:lnTo>
                  <a:lnTo>
                    <a:pt x="10" y="8"/>
                  </a:lnTo>
                  <a:lnTo>
                    <a:pt x="18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8" y="4"/>
                  </a:lnTo>
                  <a:lnTo>
                    <a:pt x="57" y="11"/>
                  </a:lnTo>
                  <a:lnTo>
                    <a:pt x="63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6" name=""/>
            <p:cNvSpPr/>
            <p:nvPr/>
          </p:nvSpPr>
          <p:spPr>
            <a:xfrm rot="0">
              <a:off x="3038" y="1770"/>
              <a:ext cx="104" cy="198"/>
            </a:xfrm>
            <a:custGeom>
              <a:avLst/>
              <a:ahLst/>
              <a:rect l="0" t="0" r="r" b="b"/>
              <a:pathLst>
                <a:path w="416" h="792">
                  <a:moveTo>
                    <a:pt x="61" y="0"/>
                  </a:moveTo>
                  <a:lnTo>
                    <a:pt x="30" y="14"/>
                  </a:lnTo>
                  <a:lnTo>
                    <a:pt x="0" y="29"/>
                  </a:lnTo>
                  <a:lnTo>
                    <a:pt x="355" y="792"/>
                  </a:lnTo>
                  <a:lnTo>
                    <a:pt x="385" y="778"/>
                  </a:lnTo>
                  <a:lnTo>
                    <a:pt x="416" y="764"/>
                  </a:lnTo>
                  <a:lnTo>
                    <a:pt x="6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07" name=""/>
            <p:cNvSpPr/>
            <p:nvPr/>
          </p:nvSpPr>
          <p:spPr>
            <a:xfrm rot="0">
              <a:off x="3038" y="1770"/>
              <a:ext cx="104" cy="198"/>
            </a:xfrm>
            <a:custGeom>
              <a:avLst/>
              <a:ahLst/>
              <a:rect l="0" t="0" r="r" b="b"/>
              <a:pathLst>
                <a:path w="416" h="792">
                  <a:moveTo>
                    <a:pt x="61" y="0"/>
                  </a:moveTo>
                  <a:lnTo>
                    <a:pt x="30" y="14"/>
                  </a:lnTo>
                  <a:lnTo>
                    <a:pt x="0" y="29"/>
                  </a:lnTo>
                  <a:lnTo>
                    <a:pt x="355" y="792"/>
                  </a:lnTo>
                  <a:lnTo>
                    <a:pt x="385" y="778"/>
                  </a:lnTo>
                  <a:lnTo>
                    <a:pt x="416" y="764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08" name=""/>
            <p:cNvSpPr/>
            <p:nvPr/>
          </p:nvSpPr>
          <p:spPr>
            <a:xfrm rot="0">
              <a:off x="3127" y="1961"/>
              <a:ext cx="16" cy="12"/>
            </a:xfrm>
            <a:custGeom>
              <a:avLst/>
              <a:ahLst/>
              <a:rect l="0" t="0" r="r" b="b"/>
              <a:pathLst>
                <a:path w="63" h="47">
                  <a:moveTo>
                    <a:pt x="30" y="14"/>
                  </a:moveTo>
                  <a:lnTo>
                    <a:pt x="61" y="0"/>
                  </a:lnTo>
                  <a:lnTo>
                    <a:pt x="63" y="10"/>
                  </a:lnTo>
                  <a:lnTo>
                    <a:pt x="63" y="21"/>
                  </a:lnTo>
                  <a:lnTo>
                    <a:pt x="59" y="30"/>
                  </a:lnTo>
                  <a:lnTo>
                    <a:pt x="53" y="39"/>
                  </a:lnTo>
                  <a:lnTo>
                    <a:pt x="45" y="44"/>
                  </a:lnTo>
                  <a:lnTo>
                    <a:pt x="34" y="47"/>
                  </a:lnTo>
                  <a:lnTo>
                    <a:pt x="24" y="47"/>
                  </a:lnTo>
                  <a:lnTo>
                    <a:pt x="15" y="43"/>
                  </a:lnTo>
                  <a:lnTo>
                    <a:pt x="5" y="36"/>
                  </a:lnTo>
                  <a:lnTo>
                    <a:pt x="0" y="28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09" name=""/>
            <p:cNvSpPr/>
            <p:nvPr/>
          </p:nvSpPr>
          <p:spPr>
            <a:xfrm rot="0">
              <a:off x="3127" y="1961"/>
              <a:ext cx="16" cy="12"/>
            </a:xfrm>
            <a:custGeom>
              <a:avLst/>
              <a:ahLst/>
              <a:rect l="0" t="0" r="r" b="b"/>
              <a:pathLst>
                <a:path w="63" h="47">
                  <a:moveTo>
                    <a:pt x="61" y="0"/>
                  </a:moveTo>
                  <a:lnTo>
                    <a:pt x="63" y="10"/>
                  </a:lnTo>
                  <a:lnTo>
                    <a:pt x="63" y="21"/>
                  </a:lnTo>
                  <a:lnTo>
                    <a:pt x="59" y="30"/>
                  </a:lnTo>
                  <a:lnTo>
                    <a:pt x="53" y="39"/>
                  </a:lnTo>
                  <a:lnTo>
                    <a:pt x="45" y="44"/>
                  </a:lnTo>
                  <a:lnTo>
                    <a:pt x="34" y="47"/>
                  </a:lnTo>
                  <a:lnTo>
                    <a:pt x="24" y="47"/>
                  </a:lnTo>
                  <a:lnTo>
                    <a:pt x="15" y="43"/>
                  </a:lnTo>
                  <a:lnTo>
                    <a:pt x="5" y="36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10" name=""/>
            <p:cNvSpPr/>
            <p:nvPr/>
          </p:nvSpPr>
          <p:spPr>
            <a:xfrm rot="0">
              <a:off x="3870" y="2164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11" name=""/>
            <p:cNvSpPr/>
            <p:nvPr/>
          </p:nvSpPr>
          <p:spPr>
            <a:xfrm rot="0">
              <a:off x="3870" y="2164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07" name=""/>
          <p:cNvGrpSpPr/>
          <p:nvPr/>
        </p:nvGrpSpPr>
        <p:grpSpPr>
          <a:xfrm rot="0">
            <a:off x="4821237" y="1082675"/>
            <a:ext cx="1630362" cy="2379662"/>
            <a:chOff x="3037" y="682"/>
            <a:chExt cx="1027" cy="1499"/>
          </a:xfrm>
        </p:grpSpPr>
        <p:sp>
          <p:nvSpPr>
            <p:cNvPr id="1063612" name=""/>
            <p:cNvSpPr/>
            <p:nvPr/>
          </p:nvSpPr>
          <p:spPr>
            <a:xfrm rot="0">
              <a:off x="3231" y="2164"/>
              <a:ext cx="639" cy="17"/>
            </a:xfrm>
            <a:custGeom>
              <a:avLst/>
              <a:ahLst/>
              <a:rect l="0" t="0" r="r" b="b"/>
              <a:pathLst>
                <a:path w="2555" h="67">
                  <a:moveTo>
                    <a:pt x="2555" y="67"/>
                  </a:moveTo>
                  <a:lnTo>
                    <a:pt x="2555" y="34"/>
                  </a:lnTo>
                  <a:lnTo>
                    <a:pt x="255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55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13" name=""/>
            <p:cNvSpPr/>
            <p:nvPr/>
          </p:nvSpPr>
          <p:spPr>
            <a:xfrm rot="0">
              <a:off x="3231" y="2164"/>
              <a:ext cx="639" cy="17"/>
            </a:xfrm>
            <a:custGeom>
              <a:avLst/>
              <a:ahLst/>
              <a:rect l="0" t="0" r="r" b="b"/>
              <a:pathLst>
                <a:path w="2555" h="67">
                  <a:moveTo>
                    <a:pt x="2555" y="67"/>
                  </a:moveTo>
                  <a:lnTo>
                    <a:pt x="2555" y="34"/>
                  </a:lnTo>
                  <a:lnTo>
                    <a:pt x="255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55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14" name=""/>
            <p:cNvSpPr/>
            <p:nvPr/>
          </p:nvSpPr>
          <p:spPr>
            <a:xfrm rot="0">
              <a:off x="3223" y="2164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15" name=""/>
            <p:cNvSpPr/>
            <p:nvPr/>
          </p:nvSpPr>
          <p:spPr>
            <a:xfrm rot="0">
              <a:off x="3223" y="2164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16" name=""/>
            <p:cNvSpPr/>
            <p:nvPr/>
          </p:nvSpPr>
          <p:spPr>
            <a:xfrm rot="0">
              <a:off x="4047" y="1766"/>
              <a:ext cx="16" cy="11"/>
            </a:xfrm>
            <a:custGeom>
              <a:avLst/>
              <a:ahLst/>
              <a:rect l="0" t="0" r="r" b="b"/>
              <a:pathLst>
                <a:path w="63" h="48">
                  <a:moveTo>
                    <a:pt x="30" y="33"/>
                  </a:moveTo>
                  <a:lnTo>
                    <a:pt x="0" y="19"/>
                  </a:lnTo>
                  <a:lnTo>
                    <a:pt x="5" y="11"/>
                  </a:lnTo>
                  <a:lnTo>
                    <a:pt x="14" y="4"/>
                  </a:lnTo>
                  <a:lnTo>
                    <a:pt x="23" y="0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2" y="8"/>
                  </a:lnTo>
                  <a:lnTo>
                    <a:pt x="59" y="18"/>
                  </a:lnTo>
                  <a:lnTo>
                    <a:pt x="63" y="27"/>
                  </a:lnTo>
                  <a:lnTo>
                    <a:pt x="63" y="37"/>
                  </a:lnTo>
                  <a:lnTo>
                    <a:pt x="60" y="48"/>
                  </a:lnTo>
                  <a:lnTo>
                    <a:pt x="3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17" name=""/>
            <p:cNvSpPr/>
            <p:nvPr/>
          </p:nvSpPr>
          <p:spPr>
            <a:xfrm rot="0">
              <a:off x="4047" y="1766"/>
              <a:ext cx="16" cy="11"/>
            </a:xfrm>
            <a:custGeom>
              <a:avLst/>
              <a:ahLst/>
              <a:rect l="0" t="0" r="r" b="b"/>
              <a:pathLst>
                <a:path w="63" h="48">
                  <a:moveTo>
                    <a:pt x="0" y="19"/>
                  </a:moveTo>
                  <a:lnTo>
                    <a:pt x="5" y="11"/>
                  </a:lnTo>
                  <a:lnTo>
                    <a:pt x="14" y="4"/>
                  </a:lnTo>
                  <a:lnTo>
                    <a:pt x="23" y="0"/>
                  </a:lnTo>
                  <a:lnTo>
                    <a:pt x="34" y="0"/>
                  </a:lnTo>
                  <a:lnTo>
                    <a:pt x="44" y="3"/>
                  </a:lnTo>
                  <a:lnTo>
                    <a:pt x="52" y="8"/>
                  </a:lnTo>
                  <a:lnTo>
                    <a:pt x="59" y="18"/>
                  </a:lnTo>
                  <a:lnTo>
                    <a:pt x="63" y="27"/>
                  </a:lnTo>
                  <a:lnTo>
                    <a:pt x="63" y="37"/>
                  </a:lnTo>
                  <a:lnTo>
                    <a:pt x="6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18" name=""/>
            <p:cNvSpPr/>
            <p:nvPr/>
          </p:nvSpPr>
          <p:spPr>
            <a:xfrm rot="0">
              <a:off x="3862" y="1770"/>
              <a:ext cx="200" cy="406"/>
            </a:xfrm>
            <a:custGeom>
              <a:avLst/>
              <a:ahLst/>
              <a:rect l="0" t="0" r="r" b="b"/>
              <a:pathLst>
                <a:path w="802" h="1623">
                  <a:moveTo>
                    <a:pt x="802" y="29"/>
                  </a:moveTo>
                  <a:lnTo>
                    <a:pt x="772" y="14"/>
                  </a:lnTo>
                  <a:lnTo>
                    <a:pt x="742" y="0"/>
                  </a:lnTo>
                  <a:lnTo>
                    <a:pt x="0" y="1594"/>
                  </a:lnTo>
                  <a:lnTo>
                    <a:pt x="31" y="1609"/>
                  </a:lnTo>
                  <a:lnTo>
                    <a:pt x="61" y="1623"/>
                  </a:lnTo>
                  <a:lnTo>
                    <a:pt x="80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19" name=""/>
            <p:cNvSpPr/>
            <p:nvPr/>
          </p:nvSpPr>
          <p:spPr>
            <a:xfrm rot="0">
              <a:off x="3862" y="1770"/>
              <a:ext cx="200" cy="406"/>
            </a:xfrm>
            <a:custGeom>
              <a:avLst/>
              <a:ahLst/>
              <a:rect l="0" t="0" r="r" b="b"/>
              <a:pathLst>
                <a:path w="802" h="1623">
                  <a:moveTo>
                    <a:pt x="802" y="29"/>
                  </a:moveTo>
                  <a:lnTo>
                    <a:pt x="772" y="14"/>
                  </a:lnTo>
                  <a:lnTo>
                    <a:pt x="742" y="0"/>
                  </a:lnTo>
                  <a:lnTo>
                    <a:pt x="0" y="1594"/>
                  </a:lnTo>
                  <a:lnTo>
                    <a:pt x="31" y="1609"/>
                  </a:lnTo>
                  <a:lnTo>
                    <a:pt x="61" y="1623"/>
                  </a:lnTo>
                  <a:lnTo>
                    <a:pt x="80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20" name=""/>
            <p:cNvSpPr/>
            <p:nvPr/>
          </p:nvSpPr>
          <p:spPr>
            <a:xfrm rot="0">
              <a:off x="3861" y="2169"/>
              <a:ext cx="16" cy="12"/>
            </a:xfrm>
            <a:custGeom>
              <a:avLst/>
              <a:ahLst/>
              <a:rect l="0" t="0" r="r" b="b"/>
              <a:pathLst>
                <a:path w="63" h="48">
                  <a:moveTo>
                    <a:pt x="33" y="15"/>
                  </a:moveTo>
                  <a:lnTo>
                    <a:pt x="63" y="29"/>
                  </a:lnTo>
                  <a:lnTo>
                    <a:pt x="57" y="37"/>
                  </a:lnTo>
                  <a:lnTo>
                    <a:pt x="48" y="44"/>
                  </a:lnTo>
                  <a:lnTo>
                    <a:pt x="39" y="48"/>
                  </a:lnTo>
                  <a:lnTo>
                    <a:pt x="29" y="48"/>
                  </a:lnTo>
                  <a:lnTo>
                    <a:pt x="18" y="45"/>
                  </a:lnTo>
                  <a:lnTo>
                    <a:pt x="10" y="40"/>
                  </a:lnTo>
                  <a:lnTo>
                    <a:pt x="4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2" y="0"/>
                  </a:lnTo>
                  <a:lnTo>
                    <a:pt x="3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21" name=""/>
            <p:cNvSpPr/>
            <p:nvPr/>
          </p:nvSpPr>
          <p:spPr>
            <a:xfrm rot="0">
              <a:off x="3861" y="2169"/>
              <a:ext cx="16" cy="12"/>
            </a:xfrm>
            <a:custGeom>
              <a:avLst/>
              <a:ahLst/>
              <a:rect l="0" t="0" r="r" b="b"/>
              <a:pathLst>
                <a:path w="63" h="48">
                  <a:moveTo>
                    <a:pt x="63" y="29"/>
                  </a:moveTo>
                  <a:lnTo>
                    <a:pt x="57" y="37"/>
                  </a:lnTo>
                  <a:lnTo>
                    <a:pt x="48" y="44"/>
                  </a:lnTo>
                  <a:lnTo>
                    <a:pt x="39" y="48"/>
                  </a:lnTo>
                  <a:lnTo>
                    <a:pt x="29" y="48"/>
                  </a:lnTo>
                  <a:lnTo>
                    <a:pt x="18" y="45"/>
                  </a:lnTo>
                  <a:lnTo>
                    <a:pt x="10" y="40"/>
                  </a:lnTo>
                  <a:lnTo>
                    <a:pt x="4" y="30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22" name=""/>
            <p:cNvSpPr/>
            <p:nvPr/>
          </p:nvSpPr>
          <p:spPr>
            <a:xfrm rot="0">
              <a:off x="4055" y="1403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4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23" name=""/>
            <p:cNvSpPr/>
            <p:nvPr/>
          </p:nvSpPr>
          <p:spPr>
            <a:xfrm rot="0">
              <a:off x="4055" y="1403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4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24" name=""/>
            <p:cNvSpPr/>
            <p:nvPr/>
          </p:nvSpPr>
          <p:spPr>
            <a:xfrm rot="0">
              <a:off x="3046" y="1403"/>
              <a:ext cx="1009" cy="17"/>
            </a:xfrm>
            <a:custGeom>
              <a:avLst/>
              <a:ahLst/>
              <a:rect l="0" t="0" r="r" b="b"/>
              <a:pathLst>
                <a:path w="4038" h="67">
                  <a:moveTo>
                    <a:pt x="4038" y="67"/>
                  </a:moveTo>
                  <a:lnTo>
                    <a:pt x="4038" y="34"/>
                  </a:lnTo>
                  <a:lnTo>
                    <a:pt x="403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038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25" name=""/>
            <p:cNvSpPr/>
            <p:nvPr/>
          </p:nvSpPr>
          <p:spPr>
            <a:xfrm rot="0">
              <a:off x="3046" y="1403"/>
              <a:ext cx="1009" cy="17"/>
            </a:xfrm>
            <a:custGeom>
              <a:avLst/>
              <a:ahLst/>
              <a:rect l="0" t="0" r="r" b="b"/>
              <a:pathLst>
                <a:path w="4038" h="67">
                  <a:moveTo>
                    <a:pt x="4038" y="67"/>
                  </a:moveTo>
                  <a:lnTo>
                    <a:pt x="4038" y="34"/>
                  </a:lnTo>
                  <a:lnTo>
                    <a:pt x="403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038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26" name=""/>
            <p:cNvSpPr/>
            <p:nvPr/>
          </p:nvSpPr>
          <p:spPr>
            <a:xfrm rot="0">
              <a:off x="3037" y="1403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27" name=""/>
            <p:cNvSpPr/>
            <p:nvPr/>
          </p:nvSpPr>
          <p:spPr>
            <a:xfrm rot="0">
              <a:off x="3037" y="1403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28" name=""/>
            <p:cNvSpPr/>
            <p:nvPr/>
          </p:nvSpPr>
          <p:spPr>
            <a:xfrm rot="0">
              <a:off x="4047" y="1403"/>
              <a:ext cx="16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29" name=""/>
            <p:cNvSpPr/>
            <p:nvPr/>
          </p:nvSpPr>
          <p:spPr>
            <a:xfrm rot="0">
              <a:off x="4047" y="1403"/>
              <a:ext cx="16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30" name=""/>
            <p:cNvSpPr/>
            <p:nvPr/>
          </p:nvSpPr>
          <p:spPr>
            <a:xfrm rot="0">
              <a:off x="4047" y="1412"/>
              <a:ext cx="16" cy="362"/>
            </a:xfrm>
            <a:custGeom>
              <a:avLst/>
              <a:ahLst/>
              <a:rect l="0" t="0" r="r" b="b"/>
              <a:pathLst>
                <a:path w="67" h="144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47"/>
                  </a:lnTo>
                  <a:lnTo>
                    <a:pt x="33" y="1447"/>
                  </a:lnTo>
                  <a:lnTo>
                    <a:pt x="67" y="144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31" name=""/>
            <p:cNvSpPr/>
            <p:nvPr/>
          </p:nvSpPr>
          <p:spPr>
            <a:xfrm rot="0">
              <a:off x="4047" y="1412"/>
              <a:ext cx="16" cy="362"/>
            </a:xfrm>
            <a:custGeom>
              <a:avLst/>
              <a:ahLst/>
              <a:rect l="0" t="0" r="r" b="b"/>
              <a:pathLst>
                <a:path w="67" h="1447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447"/>
                  </a:lnTo>
                  <a:lnTo>
                    <a:pt x="33" y="1447"/>
                  </a:lnTo>
                  <a:lnTo>
                    <a:pt x="67" y="144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32" name=""/>
            <p:cNvSpPr/>
            <p:nvPr/>
          </p:nvSpPr>
          <p:spPr>
            <a:xfrm rot="0">
              <a:off x="4047" y="1774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33" name=""/>
            <p:cNvSpPr/>
            <p:nvPr/>
          </p:nvSpPr>
          <p:spPr>
            <a:xfrm rot="0">
              <a:off x="4047" y="1774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34" name=""/>
            <p:cNvSpPr/>
            <p:nvPr/>
          </p:nvSpPr>
          <p:spPr>
            <a:xfrm rot="0">
              <a:off x="3037" y="1403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2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35" name=""/>
            <p:cNvSpPr/>
            <p:nvPr/>
          </p:nvSpPr>
          <p:spPr>
            <a:xfrm rot="0">
              <a:off x="3037" y="1403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36" name=""/>
            <p:cNvSpPr/>
            <p:nvPr/>
          </p:nvSpPr>
          <p:spPr>
            <a:xfrm rot="0">
              <a:off x="3037" y="1412"/>
              <a:ext cx="17" cy="362"/>
            </a:xfrm>
            <a:custGeom>
              <a:avLst/>
              <a:ahLst/>
              <a:rect l="0" t="0" r="r" b="b"/>
              <a:pathLst>
                <a:path w="67" h="1447">
                  <a:moveTo>
                    <a:pt x="67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47"/>
                  </a:lnTo>
                  <a:lnTo>
                    <a:pt x="32" y="1447"/>
                  </a:lnTo>
                  <a:lnTo>
                    <a:pt x="67" y="144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37" name=""/>
            <p:cNvSpPr/>
            <p:nvPr/>
          </p:nvSpPr>
          <p:spPr>
            <a:xfrm rot="0">
              <a:off x="3037" y="1412"/>
              <a:ext cx="17" cy="362"/>
            </a:xfrm>
            <a:custGeom>
              <a:avLst/>
              <a:ahLst/>
              <a:rect l="0" t="0" r="r" b="b"/>
              <a:pathLst>
                <a:path w="67" h="1447">
                  <a:moveTo>
                    <a:pt x="67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447"/>
                  </a:lnTo>
                  <a:lnTo>
                    <a:pt x="32" y="1447"/>
                  </a:lnTo>
                  <a:lnTo>
                    <a:pt x="67" y="144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38" name=""/>
            <p:cNvSpPr/>
            <p:nvPr/>
          </p:nvSpPr>
          <p:spPr>
            <a:xfrm rot="0">
              <a:off x="3037" y="177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2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39" name=""/>
            <p:cNvSpPr/>
            <p:nvPr/>
          </p:nvSpPr>
          <p:spPr>
            <a:xfrm rot="0">
              <a:off x="3037" y="177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40" name=""/>
            <p:cNvSpPr/>
            <p:nvPr/>
          </p:nvSpPr>
          <p:spPr>
            <a:xfrm rot="0">
              <a:off x="4055" y="1765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41" name=""/>
            <p:cNvSpPr/>
            <p:nvPr/>
          </p:nvSpPr>
          <p:spPr>
            <a:xfrm rot="0">
              <a:off x="4055" y="1765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42" name=""/>
            <p:cNvSpPr/>
            <p:nvPr/>
          </p:nvSpPr>
          <p:spPr>
            <a:xfrm rot="0">
              <a:off x="3046" y="1765"/>
              <a:ext cx="1009" cy="17"/>
            </a:xfrm>
            <a:custGeom>
              <a:avLst/>
              <a:ahLst/>
              <a:rect l="0" t="0" r="r" b="b"/>
              <a:pathLst>
                <a:path w="4038" h="67">
                  <a:moveTo>
                    <a:pt x="4038" y="67"/>
                  </a:moveTo>
                  <a:lnTo>
                    <a:pt x="4038" y="34"/>
                  </a:lnTo>
                  <a:lnTo>
                    <a:pt x="403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038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43" name=""/>
            <p:cNvSpPr/>
            <p:nvPr/>
          </p:nvSpPr>
          <p:spPr>
            <a:xfrm rot="0">
              <a:off x="3046" y="1765"/>
              <a:ext cx="1009" cy="17"/>
            </a:xfrm>
            <a:custGeom>
              <a:avLst/>
              <a:ahLst/>
              <a:rect l="0" t="0" r="r" b="b"/>
              <a:pathLst>
                <a:path w="4038" h="67">
                  <a:moveTo>
                    <a:pt x="4038" y="67"/>
                  </a:moveTo>
                  <a:lnTo>
                    <a:pt x="4038" y="34"/>
                  </a:lnTo>
                  <a:lnTo>
                    <a:pt x="403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038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44" name=""/>
            <p:cNvSpPr/>
            <p:nvPr/>
          </p:nvSpPr>
          <p:spPr>
            <a:xfrm rot="0">
              <a:off x="3037" y="1765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45" name=""/>
            <p:cNvSpPr/>
            <p:nvPr/>
          </p:nvSpPr>
          <p:spPr>
            <a:xfrm rot="0">
              <a:off x="3037" y="1765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46" name=""/>
            <p:cNvSpPr/>
            <p:nvPr/>
          </p:nvSpPr>
          <p:spPr>
            <a:xfrm rot="0">
              <a:off x="3870" y="118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47" name=""/>
            <p:cNvSpPr/>
            <p:nvPr/>
          </p:nvSpPr>
          <p:spPr>
            <a:xfrm rot="0">
              <a:off x="3870" y="118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48" name=""/>
            <p:cNvSpPr/>
            <p:nvPr/>
          </p:nvSpPr>
          <p:spPr>
            <a:xfrm rot="0">
              <a:off x="3231" y="1186"/>
              <a:ext cx="639" cy="17"/>
            </a:xfrm>
            <a:custGeom>
              <a:avLst/>
              <a:ahLst/>
              <a:rect l="0" t="0" r="r" b="b"/>
              <a:pathLst>
                <a:path w="2555" h="67">
                  <a:moveTo>
                    <a:pt x="2555" y="67"/>
                  </a:moveTo>
                  <a:lnTo>
                    <a:pt x="2555" y="34"/>
                  </a:lnTo>
                  <a:lnTo>
                    <a:pt x="255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55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49" name=""/>
            <p:cNvSpPr/>
            <p:nvPr/>
          </p:nvSpPr>
          <p:spPr>
            <a:xfrm rot="0">
              <a:off x="3231" y="1186"/>
              <a:ext cx="639" cy="17"/>
            </a:xfrm>
            <a:custGeom>
              <a:avLst/>
              <a:ahLst/>
              <a:rect l="0" t="0" r="r" b="b"/>
              <a:pathLst>
                <a:path w="2555" h="67">
                  <a:moveTo>
                    <a:pt x="2555" y="67"/>
                  </a:moveTo>
                  <a:lnTo>
                    <a:pt x="2555" y="34"/>
                  </a:lnTo>
                  <a:lnTo>
                    <a:pt x="2555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255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50" name=""/>
            <p:cNvSpPr/>
            <p:nvPr/>
          </p:nvSpPr>
          <p:spPr>
            <a:xfrm rot="0">
              <a:off x="3223" y="118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51" name=""/>
            <p:cNvSpPr/>
            <p:nvPr/>
          </p:nvSpPr>
          <p:spPr>
            <a:xfrm rot="0">
              <a:off x="3223" y="118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52" name=""/>
            <p:cNvSpPr/>
            <p:nvPr/>
          </p:nvSpPr>
          <p:spPr>
            <a:xfrm rot="0">
              <a:off x="4047" y="1195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9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4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53" name=""/>
            <p:cNvSpPr/>
            <p:nvPr/>
          </p:nvSpPr>
          <p:spPr>
            <a:xfrm rot="0">
              <a:off x="4047" y="1195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9"/>
                  </a:lnTo>
                  <a:lnTo>
                    <a:pt x="60" y="20"/>
                  </a:lnTo>
                  <a:lnTo>
                    <a:pt x="52" y="27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4" y="32"/>
                  </a:lnTo>
                  <a:lnTo>
                    <a:pt x="13" y="28"/>
                  </a:lnTo>
                  <a:lnTo>
                    <a:pt x="6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54" name=""/>
            <p:cNvSpPr/>
            <p:nvPr/>
          </p:nvSpPr>
          <p:spPr>
            <a:xfrm rot="0">
              <a:off x="4046" y="117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1" y="77"/>
                  </a:moveTo>
                  <a:lnTo>
                    <a:pt x="34" y="77"/>
                  </a:lnTo>
                  <a:lnTo>
                    <a:pt x="67" y="77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1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55" name=""/>
            <p:cNvSpPr/>
            <p:nvPr/>
          </p:nvSpPr>
          <p:spPr>
            <a:xfrm rot="0">
              <a:off x="4046" y="117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1" y="77"/>
                  </a:moveTo>
                  <a:lnTo>
                    <a:pt x="34" y="77"/>
                  </a:lnTo>
                  <a:lnTo>
                    <a:pt x="67" y="77"/>
                  </a:lnTo>
                  <a:lnTo>
                    <a:pt x="65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1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56" name=""/>
            <p:cNvSpPr/>
            <p:nvPr/>
          </p:nvSpPr>
          <p:spPr>
            <a:xfrm rot="0">
              <a:off x="4055" y="1175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0" y="3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57" name=""/>
            <p:cNvSpPr/>
            <p:nvPr/>
          </p:nvSpPr>
          <p:spPr>
            <a:xfrm rot="0" flipV="1">
              <a:off x="4063" y="11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58" name=""/>
            <p:cNvSpPr/>
            <p:nvPr/>
          </p:nvSpPr>
          <p:spPr>
            <a:xfrm rot="0">
              <a:off x="4045" y="1155"/>
              <a:ext cx="18" cy="21"/>
            </a:xfrm>
            <a:custGeom>
              <a:avLst/>
              <a:ahLst/>
              <a:rect l="0" t="0" r="r" b="b"/>
              <a:pathLst>
                <a:path w="71" h="82">
                  <a:moveTo>
                    <a:pt x="6" y="82"/>
                  </a:moveTo>
                  <a:lnTo>
                    <a:pt x="38" y="80"/>
                  </a:lnTo>
                  <a:lnTo>
                    <a:pt x="71" y="77"/>
                  </a:lnTo>
                  <a:lnTo>
                    <a:pt x="66" y="0"/>
                  </a:lnTo>
                  <a:lnTo>
                    <a:pt x="33" y="2"/>
                  </a:lnTo>
                  <a:lnTo>
                    <a:pt x="0" y="5"/>
                  </a:lnTo>
                  <a:lnTo>
                    <a:pt x="6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59" name=""/>
            <p:cNvSpPr/>
            <p:nvPr/>
          </p:nvSpPr>
          <p:spPr>
            <a:xfrm rot="0">
              <a:off x="4045" y="1155"/>
              <a:ext cx="18" cy="21"/>
            </a:xfrm>
            <a:custGeom>
              <a:avLst/>
              <a:ahLst/>
              <a:rect l="0" t="0" r="r" b="b"/>
              <a:pathLst>
                <a:path w="71" h="82">
                  <a:moveTo>
                    <a:pt x="6" y="82"/>
                  </a:moveTo>
                  <a:lnTo>
                    <a:pt x="38" y="80"/>
                  </a:lnTo>
                  <a:lnTo>
                    <a:pt x="71" y="77"/>
                  </a:lnTo>
                  <a:lnTo>
                    <a:pt x="66" y="0"/>
                  </a:lnTo>
                  <a:lnTo>
                    <a:pt x="33" y="2"/>
                  </a:lnTo>
                  <a:lnTo>
                    <a:pt x="0" y="5"/>
                  </a:lnTo>
                  <a:lnTo>
                    <a:pt x="6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60" name=""/>
            <p:cNvSpPr/>
            <p:nvPr/>
          </p:nvSpPr>
          <p:spPr>
            <a:xfrm rot="0">
              <a:off x="4053" y="1155"/>
              <a:ext cx="9" cy="1"/>
            </a:xfrm>
            <a:custGeom>
              <a:avLst/>
              <a:ahLst/>
              <a:rect l="0" t="0" r="r" b="b"/>
              <a:pathLst>
                <a:path w="33" h="2">
                  <a:moveTo>
                    <a:pt x="0" y="2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61" name=""/>
            <p:cNvSpPr/>
            <p:nvPr/>
          </p:nvSpPr>
          <p:spPr>
            <a:xfrm rot="0">
              <a:off x="4062" y="1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62" name=""/>
            <p:cNvSpPr/>
            <p:nvPr/>
          </p:nvSpPr>
          <p:spPr>
            <a:xfrm rot="0">
              <a:off x="4043" y="1136"/>
              <a:ext cx="19" cy="21"/>
            </a:xfrm>
            <a:custGeom>
              <a:avLst/>
              <a:ahLst/>
              <a:rect l="0" t="0" r="r" b="b"/>
              <a:pathLst>
                <a:path w="72" h="82">
                  <a:moveTo>
                    <a:pt x="6" y="82"/>
                  </a:moveTo>
                  <a:lnTo>
                    <a:pt x="39" y="79"/>
                  </a:lnTo>
                  <a:lnTo>
                    <a:pt x="72" y="77"/>
                  </a:lnTo>
                  <a:lnTo>
                    <a:pt x="65" y="0"/>
                  </a:lnTo>
                  <a:lnTo>
                    <a:pt x="33" y="3"/>
                  </a:lnTo>
                  <a:lnTo>
                    <a:pt x="0" y="6"/>
                  </a:lnTo>
                  <a:lnTo>
                    <a:pt x="6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63" name=""/>
            <p:cNvSpPr/>
            <p:nvPr/>
          </p:nvSpPr>
          <p:spPr>
            <a:xfrm rot="0">
              <a:off x="4043" y="1136"/>
              <a:ext cx="19" cy="21"/>
            </a:xfrm>
            <a:custGeom>
              <a:avLst/>
              <a:ahLst/>
              <a:rect l="0" t="0" r="r" b="b"/>
              <a:pathLst>
                <a:path w="72" h="82">
                  <a:moveTo>
                    <a:pt x="6" y="82"/>
                  </a:moveTo>
                  <a:lnTo>
                    <a:pt x="39" y="79"/>
                  </a:lnTo>
                  <a:lnTo>
                    <a:pt x="72" y="77"/>
                  </a:lnTo>
                  <a:lnTo>
                    <a:pt x="65" y="0"/>
                  </a:lnTo>
                  <a:lnTo>
                    <a:pt x="33" y="3"/>
                  </a:lnTo>
                  <a:lnTo>
                    <a:pt x="0" y="6"/>
                  </a:lnTo>
                  <a:lnTo>
                    <a:pt x="6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64" name=""/>
            <p:cNvSpPr/>
            <p:nvPr/>
          </p:nvSpPr>
          <p:spPr>
            <a:xfrm rot="0">
              <a:off x="4052" y="1136"/>
              <a:ext cx="8" cy="1"/>
            </a:xfrm>
            <a:custGeom>
              <a:avLst/>
              <a:ahLst/>
              <a:rect l="0" t="0" r="r" b="b"/>
              <a:pathLst>
                <a:path w="32" h="4">
                  <a:moveTo>
                    <a:pt x="0" y="4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65" name=""/>
            <p:cNvSpPr/>
            <p:nvPr/>
          </p:nvSpPr>
          <p:spPr>
            <a:xfrm rot="0" flipV="1">
              <a:off x="4060" y="11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66" name=""/>
            <p:cNvSpPr/>
            <p:nvPr/>
          </p:nvSpPr>
          <p:spPr>
            <a:xfrm rot="0">
              <a:off x="4041" y="1117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11" y="86"/>
                  </a:moveTo>
                  <a:lnTo>
                    <a:pt x="44" y="82"/>
                  </a:lnTo>
                  <a:lnTo>
                    <a:pt x="76" y="78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8"/>
                  </a:lnTo>
                  <a:lnTo>
                    <a:pt x="11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67" name=""/>
            <p:cNvSpPr/>
            <p:nvPr/>
          </p:nvSpPr>
          <p:spPr>
            <a:xfrm rot="0">
              <a:off x="4041" y="1117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11" y="86"/>
                  </a:moveTo>
                  <a:lnTo>
                    <a:pt x="44" y="82"/>
                  </a:lnTo>
                  <a:lnTo>
                    <a:pt x="76" y="78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8"/>
                  </a:lnTo>
                  <a:lnTo>
                    <a:pt x="11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68" name=""/>
            <p:cNvSpPr/>
            <p:nvPr/>
          </p:nvSpPr>
          <p:spPr>
            <a:xfrm rot="0">
              <a:off x="4049" y="1116"/>
              <a:ext cx="8" cy="2"/>
            </a:xfrm>
            <a:custGeom>
              <a:avLst/>
              <a:ahLst/>
              <a:rect l="0" t="0" r="r" b="b"/>
              <a:pathLst>
                <a:path w="33" h="5">
                  <a:moveTo>
                    <a:pt x="0" y="5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69" name=""/>
            <p:cNvSpPr/>
            <p:nvPr/>
          </p:nvSpPr>
          <p:spPr>
            <a:xfrm rot="0" flipV="1">
              <a:off x="4057" y="1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70" name=""/>
            <p:cNvSpPr/>
            <p:nvPr/>
          </p:nvSpPr>
          <p:spPr>
            <a:xfrm rot="0">
              <a:off x="4038" y="1097"/>
              <a:ext cx="19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13" y="87"/>
                  </a:moveTo>
                  <a:lnTo>
                    <a:pt x="46" y="81"/>
                  </a:lnTo>
                  <a:lnTo>
                    <a:pt x="79" y="76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0"/>
                  </a:lnTo>
                  <a:lnTo>
                    <a:pt x="13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71" name=""/>
            <p:cNvSpPr/>
            <p:nvPr/>
          </p:nvSpPr>
          <p:spPr>
            <a:xfrm rot="0">
              <a:off x="4038" y="1097"/>
              <a:ext cx="19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13" y="87"/>
                  </a:moveTo>
                  <a:lnTo>
                    <a:pt x="46" y="81"/>
                  </a:lnTo>
                  <a:lnTo>
                    <a:pt x="79" y="76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0"/>
                  </a:lnTo>
                  <a:lnTo>
                    <a:pt x="13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72" name=""/>
            <p:cNvSpPr/>
            <p:nvPr/>
          </p:nvSpPr>
          <p:spPr>
            <a:xfrm rot="0">
              <a:off x="4046" y="1097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0" y="8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73" name=""/>
            <p:cNvSpPr/>
            <p:nvPr/>
          </p:nvSpPr>
          <p:spPr>
            <a:xfrm rot="0" flipV="1">
              <a:off x="4054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74" name=""/>
            <p:cNvSpPr/>
            <p:nvPr/>
          </p:nvSpPr>
          <p:spPr>
            <a:xfrm rot="0">
              <a:off x="4033" y="1078"/>
              <a:ext cx="21" cy="23"/>
            </a:xfrm>
            <a:custGeom>
              <a:avLst/>
              <a:ahLst/>
              <a:rect l="0" t="0" r="r" b="b"/>
              <a:pathLst>
                <a:path w="83" h="91">
                  <a:moveTo>
                    <a:pt x="17" y="91"/>
                  </a:moveTo>
                  <a:lnTo>
                    <a:pt x="50" y="83"/>
                  </a:lnTo>
                  <a:lnTo>
                    <a:pt x="83" y="75"/>
                  </a:lnTo>
                  <a:lnTo>
                    <a:pt x="66" y="0"/>
                  </a:lnTo>
                  <a:lnTo>
                    <a:pt x="33" y="8"/>
                  </a:lnTo>
                  <a:lnTo>
                    <a:pt x="0" y="16"/>
                  </a:lnTo>
                  <a:lnTo>
                    <a:pt x="17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75" name=""/>
            <p:cNvSpPr/>
            <p:nvPr/>
          </p:nvSpPr>
          <p:spPr>
            <a:xfrm rot="0">
              <a:off x="4033" y="1078"/>
              <a:ext cx="21" cy="23"/>
            </a:xfrm>
            <a:custGeom>
              <a:avLst/>
              <a:ahLst/>
              <a:rect l="0" t="0" r="r" b="b"/>
              <a:pathLst>
                <a:path w="83" h="91">
                  <a:moveTo>
                    <a:pt x="17" y="91"/>
                  </a:moveTo>
                  <a:lnTo>
                    <a:pt x="50" y="83"/>
                  </a:lnTo>
                  <a:lnTo>
                    <a:pt x="83" y="75"/>
                  </a:lnTo>
                  <a:lnTo>
                    <a:pt x="66" y="0"/>
                  </a:lnTo>
                  <a:lnTo>
                    <a:pt x="33" y="8"/>
                  </a:lnTo>
                  <a:lnTo>
                    <a:pt x="0" y="16"/>
                  </a:lnTo>
                  <a:lnTo>
                    <a:pt x="17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76" name=""/>
            <p:cNvSpPr/>
            <p:nvPr/>
          </p:nvSpPr>
          <p:spPr>
            <a:xfrm rot="0">
              <a:off x="4041" y="1078"/>
              <a:ext cx="9" cy="2"/>
            </a:xfrm>
            <a:custGeom>
              <a:avLst/>
              <a:ahLst/>
              <a:rect l="0" t="0" r="r" b="b"/>
              <a:pathLst>
                <a:path w="33" h="8">
                  <a:moveTo>
                    <a:pt x="0" y="8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77" name=""/>
            <p:cNvSpPr/>
            <p:nvPr/>
          </p:nvSpPr>
          <p:spPr>
            <a:xfrm rot="0">
              <a:off x="4050" y="1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78" name=""/>
            <p:cNvSpPr/>
            <p:nvPr/>
          </p:nvSpPr>
          <p:spPr>
            <a:xfrm rot="0">
              <a:off x="4029" y="1059"/>
              <a:ext cx="21" cy="23"/>
            </a:xfrm>
            <a:custGeom>
              <a:avLst/>
              <a:ahLst/>
              <a:rect l="0" t="0" r="r" b="b"/>
              <a:pathLst>
                <a:path w="84" h="91">
                  <a:moveTo>
                    <a:pt x="18" y="91"/>
                  </a:moveTo>
                  <a:lnTo>
                    <a:pt x="51" y="83"/>
                  </a:lnTo>
                  <a:lnTo>
                    <a:pt x="84" y="75"/>
                  </a:lnTo>
                  <a:lnTo>
                    <a:pt x="65" y="0"/>
                  </a:lnTo>
                  <a:lnTo>
                    <a:pt x="32" y="8"/>
                  </a:lnTo>
                  <a:lnTo>
                    <a:pt x="0" y="16"/>
                  </a:lnTo>
                  <a:lnTo>
                    <a:pt x="18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79" name=""/>
            <p:cNvSpPr/>
            <p:nvPr/>
          </p:nvSpPr>
          <p:spPr>
            <a:xfrm rot="0">
              <a:off x="4029" y="1059"/>
              <a:ext cx="21" cy="23"/>
            </a:xfrm>
            <a:custGeom>
              <a:avLst/>
              <a:ahLst/>
              <a:rect l="0" t="0" r="r" b="b"/>
              <a:pathLst>
                <a:path w="84" h="91">
                  <a:moveTo>
                    <a:pt x="18" y="91"/>
                  </a:moveTo>
                  <a:lnTo>
                    <a:pt x="51" y="83"/>
                  </a:lnTo>
                  <a:lnTo>
                    <a:pt x="84" y="75"/>
                  </a:lnTo>
                  <a:lnTo>
                    <a:pt x="65" y="0"/>
                  </a:lnTo>
                  <a:lnTo>
                    <a:pt x="32" y="8"/>
                  </a:lnTo>
                  <a:lnTo>
                    <a:pt x="0" y="16"/>
                  </a:lnTo>
                  <a:lnTo>
                    <a:pt x="18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80" name=""/>
            <p:cNvSpPr/>
            <p:nvPr/>
          </p:nvSpPr>
          <p:spPr>
            <a:xfrm rot="0">
              <a:off x="4037" y="1059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0" y="9"/>
                  </a:moveTo>
                  <a:lnTo>
                    <a:pt x="33" y="1"/>
                  </a:lnTo>
                  <a:lnTo>
                    <a:pt x="32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81" name=""/>
            <p:cNvSpPr/>
            <p:nvPr/>
          </p:nvSpPr>
          <p:spPr>
            <a:xfrm rot="0" flipH="1" flipV="1">
              <a:off x="4045" y="1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82" name=""/>
            <p:cNvSpPr/>
            <p:nvPr/>
          </p:nvSpPr>
          <p:spPr>
            <a:xfrm rot="0">
              <a:off x="4023" y="1040"/>
              <a:ext cx="22" cy="23"/>
            </a:xfrm>
            <a:custGeom>
              <a:avLst/>
              <a:ahLst/>
              <a:rect l="0" t="0" r="r" b="b"/>
              <a:pathLst>
                <a:path w="85" h="94">
                  <a:moveTo>
                    <a:pt x="22" y="94"/>
                  </a:moveTo>
                  <a:lnTo>
                    <a:pt x="53" y="84"/>
                  </a:lnTo>
                  <a:lnTo>
                    <a:pt x="85" y="75"/>
                  </a:lnTo>
                  <a:lnTo>
                    <a:pt x="63" y="0"/>
                  </a:lnTo>
                  <a:lnTo>
                    <a:pt x="31" y="9"/>
                  </a:lnTo>
                  <a:lnTo>
                    <a:pt x="0" y="19"/>
                  </a:lnTo>
                  <a:lnTo>
                    <a:pt x="22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83" name=""/>
            <p:cNvSpPr/>
            <p:nvPr/>
          </p:nvSpPr>
          <p:spPr>
            <a:xfrm rot="0">
              <a:off x="4023" y="1040"/>
              <a:ext cx="22" cy="23"/>
            </a:xfrm>
            <a:custGeom>
              <a:avLst/>
              <a:ahLst/>
              <a:rect l="0" t="0" r="r" b="b"/>
              <a:pathLst>
                <a:path w="85" h="94">
                  <a:moveTo>
                    <a:pt x="22" y="94"/>
                  </a:moveTo>
                  <a:lnTo>
                    <a:pt x="53" y="84"/>
                  </a:lnTo>
                  <a:lnTo>
                    <a:pt x="85" y="75"/>
                  </a:lnTo>
                  <a:lnTo>
                    <a:pt x="63" y="0"/>
                  </a:lnTo>
                  <a:lnTo>
                    <a:pt x="31" y="9"/>
                  </a:lnTo>
                  <a:lnTo>
                    <a:pt x="0" y="19"/>
                  </a:lnTo>
                  <a:lnTo>
                    <a:pt x="22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84" name=""/>
            <p:cNvSpPr/>
            <p:nvPr/>
          </p:nvSpPr>
          <p:spPr>
            <a:xfrm rot="0">
              <a:off x="4031" y="1040"/>
              <a:ext cx="8" cy="2"/>
            </a:xfrm>
            <a:custGeom>
              <a:avLst/>
              <a:ahLst/>
              <a:rect l="0" t="0" r="r" b="b"/>
              <a:pathLst>
                <a:path w="32" h="10">
                  <a:moveTo>
                    <a:pt x="0" y="10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85" name=""/>
            <p:cNvSpPr/>
            <p:nvPr/>
          </p:nvSpPr>
          <p:spPr>
            <a:xfrm rot="0" flipV="1">
              <a:off x="4039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86" name=""/>
            <p:cNvSpPr/>
            <p:nvPr/>
          </p:nvSpPr>
          <p:spPr>
            <a:xfrm rot="0">
              <a:off x="4017" y="102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25" y="95"/>
                  </a:moveTo>
                  <a:lnTo>
                    <a:pt x="56" y="84"/>
                  </a:lnTo>
                  <a:lnTo>
                    <a:pt x="88" y="74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1"/>
                  </a:lnTo>
                  <a:lnTo>
                    <a:pt x="25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87" name=""/>
            <p:cNvSpPr/>
            <p:nvPr/>
          </p:nvSpPr>
          <p:spPr>
            <a:xfrm rot="0">
              <a:off x="4017" y="102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25" y="95"/>
                  </a:moveTo>
                  <a:lnTo>
                    <a:pt x="56" y="84"/>
                  </a:lnTo>
                  <a:lnTo>
                    <a:pt x="88" y="74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1"/>
                  </a:lnTo>
                  <a:lnTo>
                    <a:pt x="25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88" name=""/>
            <p:cNvSpPr/>
            <p:nvPr/>
          </p:nvSpPr>
          <p:spPr>
            <a:xfrm rot="0">
              <a:off x="4025" y="1021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0" y="12"/>
                  </a:moveTo>
                  <a:lnTo>
                    <a:pt x="32" y="1"/>
                  </a:lnTo>
                  <a:lnTo>
                    <a:pt x="32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89" name=""/>
            <p:cNvSpPr/>
            <p:nvPr/>
          </p:nvSpPr>
          <p:spPr>
            <a:xfrm rot="0" flipV="1">
              <a:off x="4033" y="10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90" name=""/>
            <p:cNvSpPr/>
            <p:nvPr/>
          </p:nvSpPr>
          <p:spPr>
            <a:xfrm rot="0">
              <a:off x="4010" y="1003"/>
              <a:ext cx="23" cy="24"/>
            </a:xfrm>
            <a:custGeom>
              <a:avLst/>
              <a:ahLst/>
              <a:rect l="0" t="0" r="r" b="b"/>
              <a:pathLst>
                <a:path w="91" h="96">
                  <a:moveTo>
                    <a:pt x="28" y="96"/>
                  </a:moveTo>
                  <a:lnTo>
                    <a:pt x="59" y="84"/>
                  </a:lnTo>
                  <a:lnTo>
                    <a:pt x="91" y="72"/>
                  </a:lnTo>
                  <a:lnTo>
                    <a:pt x="63" y="0"/>
                  </a:lnTo>
                  <a:lnTo>
                    <a:pt x="32" y="12"/>
                  </a:lnTo>
                  <a:lnTo>
                    <a:pt x="0" y="23"/>
                  </a:lnTo>
                  <a:lnTo>
                    <a:pt x="28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91" name=""/>
            <p:cNvSpPr/>
            <p:nvPr/>
          </p:nvSpPr>
          <p:spPr>
            <a:xfrm rot="0">
              <a:off x="4010" y="1003"/>
              <a:ext cx="23" cy="24"/>
            </a:xfrm>
            <a:custGeom>
              <a:avLst/>
              <a:ahLst/>
              <a:rect l="0" t="0" r="r" b="b"/>
              <a:pathLst>
                <a:path w="91" h="96">
                  <a:moveTo>
                    <a:pt x="28" y="96"/>
                  </a:moveTo>
                  <a:lnTo>
                    <a:pt x="59" y="84"/>
                  </a:lnTo>
                  <a:lnTo>
                    <a:pt x="91" y="72"/>
                  </a:lnTo>
                  <a:lnTo>
                    <a:pt x="63" y="0"/>
                  </a:lnTo>
                  <a:lnTo>
                    <a:pt x="32" y="12"/>
                  </a:lnTo>
                  <a:lnTo>
                    <a:pt x="0" y="23"/>
                  </a:lnTo>
                  <a:lnTo>
                    <a:pt x="28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92" name=""/>
            <p:cNvSpPr/>
            <p:nvPr/>
          </p:nvSpPr>
          <p:spPr>
            <a:xfrm rot="0">
              <a:off x="4018" y="1003"/>
              <a:ext cx="8" cy="3"/>
            </a:xfrm>
            <a:custGeom>
              <a:avLst/>
              <a:ahLst/>
              <a:rect l="0" t="0" r="r" b="b"/>
              <a:pathLst>
                <a:path w="31" h="14">
                  <a:moveTo>
                    <a:pt x="0" y="14"/>
                  </a:moveTo>
                  <a:lnTo>
                    <a:pt x="31" y="2"/>
                  </a:lnTo>
                  <a:lnTo>
                    <a:pt x="30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93" name=""/>
            <p:cNvSpPr/>
            <p:nvPr/>
          </p:nvSpPr>
          <p:spPr>
            <a:xfrm rot="0" flipH="1" flipV="1">
              <a:off x="4026" y="10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94" name=""/>
            <p:cNvSpPr/>
            <p:nvPr/>
          </p:nvSpPr>
          <p:spPr>
            <a:xfrm rot="0">
              <a:off x="4003" y="985"/>
              <a:ext cx="23" cy="24"/>
            </a:xfrm>
            <a:custGeom>
              <a:avLst/>
              <a:ahLst/>
              <a:rect l="0" t="0" r="r" b="b"/>
              <a:pathLst>
                <a:path w="91" h="98">
                  <a:moveTo>
                    <a:pt x="30" y="98"/>
                  </a:moveTo>
                  <a:lnTo>
                    <a:pt x="61" y="85"/>
                  </a:lnTo>
                  <a:lnTo>
                    <a:pt x="91" y="71"/>
                  </a:lnTo>
                  <a:lnTo>
                    <a:pt x="61" y="0"/>
                  </a:lnTo>
                  <a:lnTo>
                    <a:pt x="30" y="14"/>
                  </a:lnTo>
                  <a:lnTo>
                    <a:pt x="0" y="27"/>
                  </a:lnTo>
                  <a:lnTo>
                    <a:pt x="30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95" name=""/>
            <p:cNvSpPr/>
            <p:nvPr/>
          </p:nvSpPr>
          <p:spPr>
            <a:xfrm rot="0">
              <a:off x="4003" y="985"/>
              <a:ext cx="23" cy="24"/>
            </a:xfrm>
            <a:custGeom>
              <a:avLst/>
              <a:ahLst/>
              <a:rect l="0" t="0" r="r" b="b"/>
              <a:pathLst>
                <a:path w="91" h="98">
                  <a:moveTo>
                    <a:pt x="30" y="98"/>
                  </a:moveTo>
                  <a:lnTo>
                    <a:pt x="61" y="85"/>
                  </a:lnTo>
                  <a:lnTo>
                    <a:pt x="91" y="71"/>
                  </a:lnTo>
                  <a:lnTo>
                    <a:pt x="61" y="0"/>
                  </a:lnTo>
                  <a:lnTo>
                    <a:pt x="30" y="14"/>
                  </a:lnTo>
                  <a:lnTo>
                    <a:pt x="0" y="27"/>
                  </a:lnTo>
                  <a:lnTo>
                    <a:pt x="3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96" name=""/>
            <p:cNvSpPr/>
            <p:nvPr/>
          </p:nvSpPr>
          <p:spPr>
            <a:xfrm rot="0">
              <a:off x="4011" y="985"/>
              <a:ext cx="7" cy="3"/>
            </a:xfrm>
            <a:custGeom>
              <a:avLst/>
              <a:ahLst/>
              <a:rect l="0" t="0" r="r" b="b"/>
              <a:pathLst>
                <a:path w="31" h="15">
                  <a:moveTo>
                    <a:pt x="0" y="15"/>
                  </a:moveTo>
                  <a:lnTo>
                    <a:pt x="31" y="1"/>
                  </a:lnTo>
                  <a:lnTo>
                    <a:pt x="3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97" name=""/>
            <p:cNvSpPr/>
            <p:nvPr/>
          </p:nvSpPr>
          <p:spPr>
            <a:xfrm rot="0" flipV="1">
              <a:off x="4018" y="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698" name=""/>
            <p:cNvSpPr/>
            <p:nvPr/>
          </p:nvSpPr>
          <p:spPr>
            <a:xfrm rot="0">
              <a:off x="3995" y="967"/>
              <a:ext cx="23" cy="25"/>
            </a:xfrm>
            <a:custGeom>
              <a:avLst/>
              <a:ahLst/>
              <a:rect l="0" t="0" r="r" b="b"/>
              <a:pathLst>
                <a:path w="94" h="99">
                  <a:moveTo>
                    <a:pt x="33" y="99"/>
                  </a:moveTo>
                  <a:lnTo>
                    <a:pt x="63" y="85"/>
                  </a:lnTo>
                  <a:lnTo>
                    <a:pt x="94" y="70"/>
                  </a:lnTo>
                  <a:lnTo>
                    <a:pt x="61" y="0"/>
                  </a:lnTo>
                  <a:lnTo>
                    <a:pt x="30" y="15"/>
                  </a:lnTo>
                  <a:lnTo>
                    <a:pt x="0" y="29"/>
                  </a:lnTo>
                  <a:lnTo>
                    <a:pt x="33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699" name=""/>
            <p:cNvSpPr/>
            <p:nvPr/>
          </p:nvSpPr>
          <p:spPr>
            <a:xfrm rot="0">
              <a:off x="3995" y="967"/>
              <a:ext cx="23" cy="25"/>
            </a:xfrm>
            <a:custGeom>
              <a:avLst/>
              <a:ahLst/>
              <a:rect l="0" t="0" r="r" b="b"/>
              <a:pathLst>
                <a:path w="94" h="99">
                  <a:moveTo>
                    <a:pt x="33" y="99"/>
                  </a:moveTo>
                  <a:lnTo>
                    <a:pt x="63" y="85"/>
                  </a:lnTo>
                  <a:lnTo>
                    <a:pt x="94" y="70"/>
                  </a:lnTo>
                  <a:lnTo>
                    <a:pt x="61" y="0"/>
                  </a:lnTo>
                  <a:lnTo>
                    <a:pt x="30" y="15"/>
                  </a:lnTo>
                  <a:lnTo>
                    <a:pt x="0" y="29"/>
                  </a:lnTo>
                  <a:lnTo>
                    <a:pt x="33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00" name=""/>
            <p:cNvSpPr/>
            <p:nvPr/>
          </p:nvSpPr>
          <p:spPr>
            <a:xfrm rot="0">
              <a:off x="4002" y="967"/>
              <a:ext cx="8" cy="4"/>
            </a:xfrm>
            <a:custGeom>
              <a:avLst/>
              <a:ahLst/>
              <a:rect l="0" t="0" r="r" b="b"/>
              <a:pathLst>
                <a:path w="31" h="16">
                  <a:moveTo>
                    <a:pt x="0" y="16"/>
                  </a:moveTo>
                  <a:lnTo>
                    <a:pt x="31" y="1"/>
                  </a:lnTo>
                  <a:lnTo>
                    <a:pt x="31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01" name=""/>
            <p:cNvSpPr/>
            <p:nvPr/>
          </p:nvSpPr>
          <p:spPr>
            <a:xfrm rot="0" flipV="1">
              <a:off x="4010" y="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02" name=""/>
            <p:cNvSpPr/>
            <p:nvPr/>
          </p:nvSpPr>
          <p:spPr>
            <a:xfrm rot="0">
              <a:off x="3986" y="950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35" y="100"/>
                  </a:moveTo>
                  <a:lnTo>
                    <a:pt x="65" y="84"/>
                  </a:lnTo>
                  <a:lnTo>
                    <a:pt x="96" y="68"/>
                  </a:lnTo>
                  <a:lnTo>
                    <a:pt x="60" y="0"/>
                  </a:lnTo>
                  <a:lnTo>
                    <a:pt x="30" y="16"/>
                  </a:lnTo>
                  <a:lnTo>
                    <a:pt x="0" y="31"/>
                  </a:lnTo>
                  <a:lnTo>
                    <a:pt x="35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03" name=""/>
            <p:cNvSpPr/>
            <p:nvPr/>
          </p:nvSpPr>
          <p:spPr>
            <a:xfrm rot="0">
              <a:off x="3986" y="950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35" y="100"/>
                  </a:moveTo>
                  <a:lnTo>
                    <a:pt x="65" y="84"/>
                  </a:lnTo>
                  <a:lnTo>
                    <a:pt x="96" y="68"/>
                  </a:lnTo>
                  <a:lnTo>
                    <a:pt x="60" y="0"/>
                  </a:lnTo>
                  <a:lnTo>
                    <a:pt x="30" y="16"/>
                  </a:lnTo>
                  <a:lnTo>
                    <a:pt x="0" y="31"/>
                  </a:lnTo>
                  <a:lnTo>
                    <a:pt x="35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04" name=""/>
            <p:cNvSpPr/>
            <p:nvPr/>
          </p:nvSpPr>
          <p:spPr>
            <a:xfrm rot="0">
              <a:off x="3993" y="950"/>
              <a:ext cx="8" cy="4"/>
            </a:xfrm>
            <a:custGeom>
              <a:avLst/>
              <a:ahLst/>
              <a:rect l="0" t="0" r="r" b="b"/>
              <a:pathLst>
                <a:path w="30" h="16">
                  <a:moveTo>
                    <a:pt x="0" y="16"/>
                  </a:moveTo>
                  <a:lnTo>
                    <a:pt x="30" y="0"/>
                  </a:lnTo>
                  <a:lnTo>
                    <a:pt x="29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05" name=""/>
            <p:cNvSpPr/>
            <p:nvPr/>
          </p:nvSpPr>
          <p:spPr>
            <a:xfrm rot="0" flipH="1">
              <a:off x="4001" y="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06" name=""/>
            <p:cNvSpPr/>
            <p:nvPr/>
          </p:nvSpPr>
          <p:spPr>
            <a:xfrm rot="0">
              <a:off x="3977" y="933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38" y="100"/>
                  </a:moveTo>
                  <a:lnTo>
                    <a:pt x="67" y="85"/>
                  </a:lnTo>
                  <a:lnTo>
                    <a:pt x="96" y="69"/>
                  </a:lnTo>
                  <a:lnTo>
                    <a:pt x="58" y="0"/>
                  </a:lnTo>
                  <a:lnTo>
                    <a:pt x="29" y="16"/>
                  </a:lnTo>
                  <a:lnTo>
                    <a:pt x="0" y="32"/>
                  </a:lnTo>
                  <a:lnTo>
                    <a:pt x="38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07" name=""/>
            <p:cNvSpPr/>
            <p:nvPr/>
          </p:nvSpPr>
          <p:spPr>
            <a:xfrm rot="0">
              <a:off x="3977" y="933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38" y="100"/>
                  </a:moveTo>
                  <a:lnTo>
                    <a:pt x="67" y="85"/>
                  </a:lnTo>
                  <a:lnTo>
                    <a:pt x="96" y="69"/>
                  </a:lnTo>
                  <a:lnTo>
                    <a:pt x="58" y="0"/>
                  </a:lnTo>
                  <a:lnTo>
                    <a:pt x="29" y="16"/>
                  </a:lnTo>
                  <a:lnTo>
                    <a:pt x="0" y="32"/>
                  </a:lnTo>
                  <a:lnTo>
                    <a:pt x="38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08" name=""/>
            <p:cNvSpPr/>
            <p:nvPr/>
          </p:nvSpPr>
          <p:spPr>
            <a:xfrm rot="0">
              <a:off x="3984" y="932"/>
              <a:ext cx="7" cy="5"/>
            </a:xfrm>
            <a:custGeom>
              <a:avLst/>
              <a:ahLst/>
              <a:rect l="0" t="0" r="r" b="b"/>
              <a:pathLst>
                <a:path w="29" h="17">
                  <a:moveTo>
                    <a:pt x="0" y="17"/>
                  </a:moveTo>
                  <a:lnTo>
                    <a:pt x="29" y="1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09" name=""/>
            <p:cNvSpPr/>
            <p:nvPr/>
          </p:nvSpPr>
          <p:spPr>
            <a:xfrm rot="0" flipV="1">
              <a:off x="3991" y="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10" name=""/>
            <p:cNvSpPr/>
            <p:nvPr/>
          </p:nvSpPr>
          <p:spPr>
            <a:xfrm rot="0">
              <a:off x="3967" y="916"/>
              <a:ext cx="24" cy="25"/>
            </a:xfrm>
            <a:custGeom>
              <a:avLst/>
              <a:ahLst/>
              <a:rect l="0" t="0" r="r" b="b"/>
              <a:pathLst>
                <a:path w="99" h="100">
                  <a:moveTo>
                    <a:pt x="41" y="100"/>
                  </a:moveTo>
                  <a:lnTo>
                    <a:pt x="70" y="83"/>
                  </a:lnTo>
                  <a:lnTo>
                    <a:pt x="99" y="66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5"/>
                  </a:lnTo>
                  <a:lnTo>
                    <a:pt x="41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11" name=""/>
            <p:cNvSpPr/>
            <p:nvPr/>
          </p:nvSpPr>
          <p:spPr>
            <a:xfrm rot="0">
              <a:off x="3967" y="916"/>
              <a:ext cx="24" cy="25"/>
            </a:xfrm>
            <a:custGeom>
              <a:avLst/>
              <a:ahLst/>
              <a:rect l="0" t="0" r="r" b="b"/>
              <a:pathLst>
                <a:path w="99" h="100">
                  <a:moveTo>
                    <a:pt x="41" y="100"/>
                  </a:moveTo>
                  <a:lnTo>
                    <a:pt x="70" y="83"/>
                  </a:lnTo>
                  <a:lnTo>
                    <a:pt x="99" y="66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5"/>
                  </a:lnTo>
                  <a:lnTo>
                    <a:pt x="41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12" name=""/>
            <p:cNvSpPr/>
            <p:nvPr/>
          </p:nvSpPr>
          <p:spPr>
            <a:xfrm rot="0">
              <a:off x="3974" y="916"/>
              <a:ext cx="7" cy="4"/>
            </a:xfrm>
            <a:custGeom>
              <a:avLst/>
              <a:ahLst/>
              <a:rect l="0" t="0" r="r" b="b"/>
              <a:pathLst>
                <a:path w="29" h="18">
                  <a:moveTo>
                    <a:pt x="0" y="18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13" name=""/>
            <p:cNvSpPr/>
            <p:nvPr/>
          </p:nvSpPr>
          <p:spPr>
            <a:xfrm rot="0" flipH="1" flipV="1">
              <a:off x="3981" y="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14" name=""/>
            <p:cNvSpPr/>
            <p:nvPr/>
          </p:nvSpPr>
          <p:spPr>
            <a:xfrm rot="0">
              <a:off x="3956" y="899"/>
              <a:ext cx="25" cy="26"/>
            </a:xfrm>
            <a:custGeom>
              <a:avLst/>
              <a:ahLst/>
              <a:rect l="0" t="0" r="r" b="b"/>
              <a:pathLst>
                <a:path w="99" h="101">
                  <a:moveTo>
                    <a:pt x="44" y="101"/>
                  </a:moveTo>
                  <a:lnTo>
                    <a:pt x="71" y="82"/>
                  </a:lnTo>
                  <a:lnTo>
                    <a:pt x="99" y="64"/>
                  </a:lnTo>
                  <a:lnTo>
                    <a:pt x="55" y="0"/>
                  </a:lnTo>
                  <a:lnTo>
                    <a:pt x="28" y="18"/>
                  </a:lnTo>
                  <a:lnTo>
                    <a:pt x="0" y="36"/>
                  </a:lnTo>
                  <a:lnTo>
                    <a:pt x="44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15" name=""/>
            <p:cNvSpPr/>
            <p:nvPr/>
          </p:nvSpPr>
          <p:spPr>
            <a:xfrm rot="0">
              <a:off x="3956" y="899"/>
              <a:ext cx="25" cy="26"/>
            </a:xfrm>
            <a:custGeom>
              <a:avLst/>
              <a:ahLst/>
              <a:rect l="0" t="0" r="r" b="b"/>
              <a:pathLst>
                <a:path w="99" h="101">
                  <a:moveTo>
                    <a:pt x="44" y="101"/>
                  </a:moveTo>
                  <a:lnTo>
                    <a:pt x="71" y="82"/>
                  </a:lnTo>
                  <a:lnTo>
                    <a:pt x="99" y="64"/>
                  </a:lnTo>
                  <a:lnTo>
                    <a:pt x="55" y="0"/>
                  </a:lnTo>
                  <a:lnTo>
                    <a:pt x="28" y="18"/>
                  </a:lnTo>
                  <a:lnTo>
                    <a:pt x="0" y="36"/>
                  </a:lnTo>
                  <a:lnTo>
                    <a:pt x="44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16" name=""/>
            <p:cNvSpPr/>
            <p:nvPr/>
          </p:nvSpPr>
          <p:spPr>
            <a:xfrm rot="0">
              <a:off x="3963" y="899"/>
              <a:ext cx="7" cy="5"/>
            </a:xfrm>
            <a:custGeom>
              <a:avLst/>
              <a:ahLst/>
              <a:rect l="0" t="0" r="r" b="b"/>
              <a:pathLst>
                <a:path w="27" h="20">
                  <a:moveTo>
                    <a:pt x="0" y="20"/>
                  </a:moveTo>
                  <a:lnTo>
                    <a:pt x="27" y="2"/>
                  </a:lnTo>
                  <a:lnTo>
                    <a:pt x="26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17" name=""/>
            <p:cNvSpPr/>
            <p:nvPr/>
          </p:nvSpPr>
          <p:spPr>
            <a:xfrm rot="0" flipH="1" flipV="1">
              <a:off x="3970" y="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18" name=""/>
            <p:cNvSpPr/>
            <p:nvPr/>
          </p:nvSpPr>
          <p:spPr>
            <a:xfrm rot="0">
              <a:off x="3945" y="884"/>
              <a:ext cx="25" cy="25"/>
            </a:xfrm>
            <a:custGeom>
              <a:avLst/>
              <a:ahLst/>
              <a:rect l="0" t="0" r="r" b="b"/>
              <a:pathLst>
                <a:path w="99" h="101">
                  <a:moveTo>
                    <a:pt x="46" y="101"/>
                  </a:moveTo>
                  <a:lnTo>
                    <a:pt x="73" y="81"/>
                  </a:lnTo>
                  <a:lnTo>
                    <a:pt x="99" y="61"/>
                  </a:lnTo>
                  <a:lnTo>
                    <a:pt x="53" y="0"/>
                  </a:lnTo>
                  <a:lnTo>
                    <a:pt x="27" y="19"/>
                  </a:lnTo>
                  <a:lnTo>
                    <a:pt x="0" y="39"/>
                  </a:lnTo>
                  <a:lnTo>
                    <a:pt x="46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19" name=""/>
            <p:cNvSpPr/>
            <p:nvPr/>
          </p:nvSpPr>
          <p:spPr>
            <a:xfrm rot="0">
              <a:off x="3945" y="884"/>
              <a:ext cx="25" cy="25"/>
            </a:xfrm>
            <a:custGeom>
              <a:avLst/>
              <a:ahLst/>
              <a:rect l="0" t="0" r="r" b="b"/>
              <a:pathLst>
                <a:path w="99" h="101">
                  <a:moveTo>
                    <a:pt x="46" y="101"/>
                  </a:moveTo>
                  <a:lnTo>
                    <a:pt x="73" y="81"/>
                  </a:lnTo>
                  <a:lnTo>
                    <a:pt x="99" y="61"/>
                  </a:lnTo>
                  <a:lnTo>
                    <a:pt x="53" y="0"/>
                  </a:lnTo>
                  <a:lnTo>
                    <a:pt x="27" y="19"/>
                  </a:lnTo>
                  <a:lnTo>
                    <a:pt x="0" y="39"/>
                  </a:lnTo>
                  <a:lnTo>
                    <a:pt x="46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20" name=""/>
            <p:cNvSpPr/>
            <p:nvPr/>
          </p:nvSpPr>
          <p:spPr>
            <a:xfrm rot="0">
              <a:off x="3951" y="883"/>
              <a:ext cx="7" cy="6"/>
            </a:xfrm>
            <a:custGeom>
              <a:avLst/>
              <a:ahLst/>
              <a:rect l="0" t="0" r="r" b="b"/>
              <a:pathLst>
                <a:path w="26" h="21">
                  <a:moveTo>
                    <a:pt x="0" y="21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21" name=""/>
            <p:cNvSpPr/>
            <p:nvPr/>
          </p:nvSpPr>
          <p:spPr>
            <a:xfrm rot="0" flipV="1">
              <a:off x="3958" y="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22" name=""/>
            <p:cNvSpPr/>
            <p:nvPr/>
          </p:nvSpPr>
          <p:spPr>
            <a:xfrm rot="0">
              <a:off x="3933" y="868"/>
              <a:ext cx="25" cy="26"/>
            </a:xfrm>
            <a:custGeom>
              <a:avLst/>
              <a:ahLst/>
              <a:rect l="0" t="0" r="r" b="b"/>
              <a:pathLst>
                <a:path w="100" h="102">
                  <a:moveTo>
                    <a:pt x="47" y="102"/>
                  </a:moveTo>
                  <a:lnTo>
                    <a:pt x="74" y="81"/>
                  </a:lnTo>
                  <a:lnTo>
                    <a:pt x="100" y="60"/>
                  </a:lnTo>
                  <a:lnTo>
                    <a:pt x="53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47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23" name=""/>
            <p:cNvSpPr/>
            <p:nvPr/>
          </p:nvSpPr>
          <p:spPr>
            <a:xfrm rot="0">
              <a:off x="3933" y="868"/>
              <a:ext cx="25" cy="26"/>
            </a:xfrm>
            <a:custGeom>
              <a:avLst/>
              <a:ahLst/>
              <a:rect l="0" t="0" r="r" b="b"/>
              <a:pathLst>
                <a:path w="100" h="102">
                  <a:moveTo>
                    <a:pt x="47" y="102"/>
                  </a:moveTo>
                  <a:lnTo>
                    <a:pt x="74" y="81"/>
                  </a:lnTo>
                  <a:lnTo>
                    <a:pt x="100" y="60"/>
                  </a:lnTo>
                  <a:lnTo>
                    <a:pt x="53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47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24" name=""/>
            <p:cNvSpPr/>
            <p:nvPr/>
          </p:nvSpPr>
          <p:spPr>
            <a:xfrm rot="0">
              <a:off x="3940" y="868"/>
              <a:ext cx="6" cy="5"/>
            </a:xfrm>
            <a:custGeom>
              <a:avLst/>
              <a:ahLst/>
              <a:rect l="0" t="0" r="r" b="b"/>
              <a:pathLst>
                <a:path w="27" h="21">
                  <a:moveTo>
                    <a:pt x="0" y="21"/>
                  </a:moveTo>
                  <a:lnTo>
                    <a:pt x="27" y="0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25" name=""/>
            <p:cNvSpPr/>
            <p:nvPr/>
          </p:nvSpPr>
          <p:spPr>
            <a:xfrm rot="0" flipH="1">
              <a:off x="3946" y="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26" name=""/>
            <p:cNvSpPr/>
            <p:nvPr/>
          </p:nvSpPr>
          <p:spPr>
            <a:xfrm rot="0">
              <a:off x="3921" y="853"/>
              <a:ext cx="25" cy="26"/>
            </a:xfrm>
            <a:custGeom>
              <a:avLst/>
              <a:ahLst/>
              <a:rect l="0" t="0" r="r" b="b"/>
              <a:pathLst>
                <a:path w="99" h="101">
                  <a:moveTo>
                    <a:pt x="49" y="101"/>
                  </a:moveTo>
                  <a:lnTo>
                    <a:pt x="74" y="80"/>
                  </a:lnTo>
                  <a:lnTo>
                    <a:pt x="99" y="59"/>
                  </a:lnTo>
                  <a:lnTo>
                    <a:pt x="49" y="0"/>
                  </a:lnTo>
                  <a:lnTo>
                    <a:pt x="25" y="21"/>
                  </a:lnTo>
                  <a:lnTo>
                    <a:pt x="0" y="42"/>
                  </a:lnTo>
                  <a:lnTo>
                    <a:pt x="49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27" name=""/>
            <p:cNvSpPr/>
            <p:nvPr/>
          </p:nvSpPr>
          <p:spPr>
            <a:xfrm rot="0">
              <a:off x="3921" y="853"/>
              <a:ext cx="25" cy="26"/>
            </a:xfrm>
            <a:custGeom>
              <a:avLst/>
              <a:ahLst/>
              <a:rect l="0" t="0" r="r" b="b"/>
              <a:pathLst>
                <a:path w="99" h="101">
                  <a:moveTo>
                    <a:pt x="49" y="101"/>
                  </a:moveTo>
                  <a:lnTo>
                    <a:pt x="74" y="80"/>
                  </a:lnTo>
                  <a:lnTo>
                    <a:pt x="99" y="59"/>
                  </a:lnTo>
                  <a:lnTo>
                    <a:pt x="49" y="0"/>
                  </a:lnTo>
                  <a:lnTo>
                    <a:pt x="25" y="21"/>
                  </a:lnTo>
                  <a:lnTo>
                    <a:pt x="0" y="42"/>
                  </a:lnTo>
                  <a:lnTo>
                    <a:pt x="49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28" name=""/>
            <p:cNvSpPr/>
            <p:nvPr/>
          </p:nvSpPr>
          <p:spPr>
            <a:xfrm rot="0">
              <a:off x="3927" y="853"/>
              <a:ext cx="6" cy="6"/>
            </a:xfrm>
            <a:custGeom>
              <a:avLst/>
              <a:ahLst/>
              <a:rect l="0" t="0" r="r" b="b"/>
              <a:pathLst>
                <a:path w="24" h="23">
                  <a:moveTo>
                    <a:pt x="0" y="23"/>
                  </a:moveTo>
                  <a:lnTo>
                    <a:pt x="24" y="2"/>
                  </a:lnTo>
                  <a:lnTo>
                    <a:pt x="24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29" name=""/>
            <p:cNvSpPr/>
            <p:nvPr/>
          </p:nvSpPr>
          <p:spPr>
            <a:xfrm rot="0" flipV="1">
              <a:off x="3933" y="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30" name=""/>
            <p:cNvSpPr/>
            <p:nvPr/>
          </p:nvSpPr>
          <p:spPr>
            <a:xfrm rot="0">
              <a:off x="3908" y="839"/>
              <a:ext cx="25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53" y="101"/>
                  </a:moveTo>
                  <a:lnTo>
                    <a:pt x="78" y="79"/>
                  </a:lnTo>
                  <a:lnTo>
                    <a:pt x="102" y="56"/>
                  </a:lnTo>
                  <a:lnTo>
                    <a:pt x="50" y="0"/>
                  </a:lnTo>
                  <a:lnTo>
                    <a:pt x="25" y="22"/>
                  </a:lnTo>
                  <a:lnTo>
                    <a:pt x="0" y="44"/>
                  </a:lnTo>
                  <a:lnTo>
                    <a:pt x="53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31" name=""/>
            <p:cNvSpPr/>
            <p:nvPr/>
          </p:nvSpPr>
          <p:spPr>
            <a:xfrm rot="0">
              <a:off x="3908" y="839"/>
              <a:ext cx="25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53" y="101"/>
                  </a:moveTo>
                  <a:lnTo>
                    <a:pt x="78" y="79"/>
                  </a:lnTo>
                  <a:lnTo>
                    <a:pt x="102" y="56"/>
                  </a:lnTo>
                  <a:lnTo>
                    <a:pt x="50" y="0"/>
                  </a:lnTo>
                  <a:lnTo>
                    <a:pt x="25" y="22"/>
                  </a:lnTo>
                  <a:lnTo>
                    <a:pt x="0" y="44"/>
                  </a:lnTo>
                  <a:lnTo>
                    <a:pt x="53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32" name=""/>
            <p:cNvSpPr/>
            <p:nvPr/>
          </p:nvSpPr>
          <p:spPr>
            <a:xfrm rot="0">
              <a:off x="3914" y="839"/>
              <a:ext cx="6" cy="6"/>
            </a:xfrm>
            <a:custGeom>
              <a:avLst/>
              <a:ahLst/>
              <a:rect l="0" t="0" r="r" b="b"/>
              <a:pathLst>
                <a:path w="25" h="24">
                  <a:moveTo>
                    <a:pt x="0" y="24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33" name=""/>
            <p:cNvSpPr/>
            <p:nvPr/>
          </p:nvSpPr>
          <p:spPr>
            <a:xfrm rot="0" flipH="1" flipV="1">
              <a:off x="3920" y="8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34" name=""/>
            <p:cNvSpPr/>
            <p:nvPr/>
          </p:nvSpPr>
          <p:spPr>
            <a:xfrm rot="0">
              <a:off x="3894" y="825"/>
              <a:ext cx="26" cy="25"/>
            </a:xfrm>
            <a:custGeom>
              <a:avLst/>
              <a:ahLst/>
              <a:rect l="0" t="0" r="r" b="b"/>
              <a:pathLst>
                <a:path w="103" h="103">
                  <a:moveTo>
                    <a:pt x="55" y="103"/>
                  </a:moveTo>
                  <a:lnTo>
                    <a:pt x="79" y="79"/>
                  </a:lnTo>
                  <a:lnTo>
                    <a:pt x="103" y="55"/>
                  </a:lnTo>
                  <a:lnTo>
                    <a:pt x="47" y="0"/>
                  </a:lnTo>
                  <a:lnTo>
                    <a:pt x="24" y="24"/>
                  </a:lnTo>
                  <a:lnTo>
                    <a:pt x="0" y="48"/>
                  </a:lnTo>
                  <a:lnTo>
                    <a:pt x="55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35" name=""/>
            <p:cNvSpPr/>
            <p:nvPr/>
          </p:nvSpPr>
          <p:spPr>
            <a:xfrm rot="0">
              <a:off x="3894" y="825"/>
              <a:ext cx="26" cy="25"/>
            </a:xfrm>
            <a:custGeom>
              <a:avLst/>
              <a:ahLst/>
              <a:rect l="0" t="0" r="r" b="b"/>
              <a:pathLst>
                <a:path w="103" h="103">
                  <a:moveTo>
                    <a:pt x="55" y="103"/>
                  </a:moveTo>
                  <a:lnTo>
                    <a:pt x="79" y="79"/>
                  </a:lnTo>
                  <a:lnTo>
                    <a:pt x="103" y="55"/>
                  </a:lnTo>
                  <a:lnTo>
                    <a:pt x="47" y="0"/>
                  </a:lnTo>
                  <a:lnTo>
                    <a:pt x="24" y="24"/>
                  </a:lnTo>
                  <a:lnTo>
                    <a:pt x="0" y="48"/>
                  </a:lnTo>
                  <a:lnTo>
                    <a:pt x="55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36" name=""/>
            <p:cNvSpPr/>
            <p:nvPr/>
          </p:nvSpPr>
          <p:spPr>
            <a:xfrm rot="0">
              <a:off x="3900" y="824"/>
              <a:ext cx="6" cy="7"/>
            </a:xfrm>
            <a:custGeom>
              <a:avLst/>
              <a:ahLst/>
              <a:rect l="0" t="0" r="r" b="b"/>
              <a:pathLst>
                <a:path w="23" h="25">
                  <a:moveTo>
                    <a:pt x="0" y="25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37" name=""/>
            <p:cNvSpPr/>
            <p:nvPr/>
          </p:nvSpPr>
          <p:spPr>
            <a:xfrm rot="0" flipH="1" flipV="1">
              <a:off x="3906" y="8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38" name=""/>
            <p:cNvSpPr/>
            <p:nvPr/>
          </p:nvSpPr>
          <p:spPr>
            <a:xfrm rot="0">
              <a:off x="3880" y="811"/>
              <a:ext cx="26" cy="26"/>
            </a:xfrm>
            <a:custGeom>
              <a:avLst/>
              <a:ahLst/>
              <a:rect l="0" t="0" r="r" b="b"/>
              <a:pathLst>
                <a:path w="101" h="103">
                  <a:moveTo>
                    <a:pt x="56" y="103"/>
                  </a:moveTo>
                  <a:lnTo>
                    <a:pt x="79" y="78"/>
                  </a:lnTo>
                  <a:lnTo>
                    <a:pt x="101" y="53"/>
                  </a:lnTo>
                  <a:lnTo>
                    <a:pt x="45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56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39" name=""/>
            <p:cNvSpPr/>
            <p:nvPr/>
          </p:nvSpPr>
          <p:spPr>
            <a:xfrm rot="0">
              <a:off x="3880" y="811"/>
              <a:ext cx="26" cy="26"/>
            </a:xfrm>
            <a:custGeom>
              <a:avLst/>
              <a:ahLst/>
              <a:rect l="0" t="0" r="r" b="b"/>
              <a:pathLst>
                <a:path w="101" h="103">
                  <a:moveTo>
                    <a:pt x="56" y="103"/>
                  </a:moveTo>
                  <a:lnTo>
                    <a:pt x="79" y="78"/>
                  </a:lnTo>
                  <a:lnTo>
                    <a:pt x="101" y="53"/>
                  </a:lnTo>
                  <a:lnTo>
                    <a:pt x="45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56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40" name=""/>
            <p:cNvSpPr/>
            <p:nvPr/>
          </p:nvSpPr>
          <p:spPr>
            <a:xfrm rot="0">
              <a:off x="3886" y="811"/>
              <a:ext cx="6" cy="7"/>
            </a:xfrm>
            <a:custGeom>
              <a:avLst/>
              <a:ahLst/>
              <a:rect l="0" t="0" r="r" b="b"/>
              <a:pathLst>
                <a:path w="23" h="25">
                  <a:moveTo>
                    <a:pt x="0" y="25"/>
                  </a:moveTo>
                  <a:lnTo>
                    <a:pt x="23" y="0"/>
                  </a:lnTo>
                  <a:lnTo>
                    <a:pt x="21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41" name=""/>
            <p:cNvSpPr/>
            <p:nvPr/>
          </p:nvSpPr>
          <p:spPr>
            <a:xfrm rot="0" flipH="1">
              <a:off x="3891" y="8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42" name=""/>
            <p:cNvSpPr/>
            <p:nvPr/>
          </p:nvSpPr>
          <p:spPr>
            <a:xfrm rot="0">
              <a:off x="3866" y="799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59" y="100"/>
                  </a:moveTo>
                  <a:lnTo>
                    <a:pt x="80" y="75"/>
                  </a:lnTo>
                  <a:lnTo>
                    <a:pt x="101" y="50"/>
                  </a:lnTo>
                  <a:lnTo>
                    <a:pt x="42" y="0"/>
                  </a:lnTo>
                  <a:lnTo>
                    <a:pt x="21" y="25"/>
                  </a:lnTo>
                  <a:lnTo>
                    <a:pt x="0" y="50"/>
                  </a:lnTo>
                  <a:lnTo>
                    <a:pt x="59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43" name=""/>
            <p:cNvSpPr/>
            <p:nvPr/>
          </p:nvSpPr>
          <p:spPr>
            <a:xfrm rot="0">
              <a:off x="3866" y="799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59" y="100"/>
                  </a:moveTo>
                  <a:lnTo>
                    <a:pt x="80" y="75"/>
                  </a:lnTo>
                  <a:lnTo>
                    <a:pt x="101" y="50"/>
                  </a:lnTo>
                  <a:lnTo>
                    <a:pt x="42" y="0"/>
                  </a:lnTo>
                  <a:lnTo>
                    <a:pt x="21" y="25"/>
                  </a:lnTo>
                  <a:lnTo>
                    <a:pt x="0" y="50"/>
                  </a:lnTo>
                  <a:lnTo>
                    <a:pt x="59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44" name=""/>
            <p:cNvSpPr/>
            <p:nvPr/>
          </p:nvSpPr>
          <p:spPr>
            <a:xfrm rot="0">
              <a:off x="3871" y="799"/>
              <a:ext cx="6" cy="6"/>
            </a:xfrm>
            <a:custGeom>
              <a:avLst/>
              <a:ahLst/>
              <a:rect l="0" t="0" r="r" b="b"/>
              <a:pathLst>
                <a:path w="21" h="26">
                  <a:moveTo>
                    <a:pt x="0" y="26"/>
                  </a:moveTo>
                  <a:lnTo>
                    <a:pt x="21" y="1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45" name=""/>
            <p:cNvSpPr/>
            <p:nvPr/>
          </p:nvSpPr>
          <p:spPr>
            <a:xfrm rot="0" flipV="1">
              <a:off x="3877" y="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46" name=""/>
            <p:cNvSpPr/>
            <p:nvPr/>
          </p:nvSpPr>
          <p:spPr>
            <a:xfrm rot="0">
              <a:off x="3851" y="786"/>
              <a:ext cx="26" cy="26"/>
            </a:xfrm>
            <a:custGeom>
              <a:avLst/>
              <a:ahLst/>
              <a:rect l="0" t="0" r="r" b="b"/>
              <a:pathLst>
                <a:path w="102" h="102">
                  <a:moveTo>
                    <a:pt x="60" y="102"/>
                  </a:moveTo>
                  <a:lnTo>
                    <a:pt x="81" y="75"/>
                  </a:lnTo>
                  <a:lnTo>
                    <a:pt x="102" y="49"/>
                  </a:lnTo>
                  <a:lnTo>
                    <a:pt x="42" y="0"/>
                  </a:lnTo>
                  <a:lnTo>
                    <a:pt x="21" y="27"/>
                  </a:lnTo>
                  <a:lnTo>
                    <a:pt x="0" y="53"/>
                  </a:lnTo>
                  <a:lnTo>
                    <a:pt x="6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47" name=""/>
            <p:cNvSpPr/>
            <p:nvPr/>
          </p:nvSpPr>
          <p:spPr>
            <a:xfrm rot="0">
              <a:off x="3851" y="786"/>
              <a:ext cx="26" cy="26"/>
            </a:xfrm>
            <a:custGeom>
              <a:avLst/>
              <a:ahLst/>
              <a:rect l="0" t="0" r="r" b="b"/>
              <a:pathLst>
                <a:path w="102" h="102">
                  <a:moveTo>
                    <a:pt x="60" y="102"/>
                  </a:moveTo>
                  <a:lnTo>
                    <a:pt x="81" y="75"/>
                  </a:lnTo>
                  <a:lnTo>
                    <a:pt x="102" y="49"/>
                  </a:lnTo>
                  <a:lnTo>
                    <a:pt x="42" y="0"/>
                  </a:lnTo>
                  <a:lnTo>
                    <a:pt x="21" y="27"/>
                  </a:lnTo>
                  <a:lnTo>
                    <a:pt x="0" y="53"/>
                  </a:lnTo>
                  <a:lnTo>
                    <a:pt x="6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48" name=""/>
            <p:cNvSpPr/>
            <p:nvPr/>
          </p:nvSpPr>
          <p:spPr>
            <a:xfrm rot="0">
              <a:off x="3856" y="786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0" y="27"/>
                  </a:moveTo>
                  <a:lnTo>
                    <a:pt x="21" y="0"/>
                  </a:lnTo>
                  <a:lnTo>
                    <a:pt x="19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49" name=""/>
            <p:cNvSpPr/>
            <p:nvPr/>
          </p:nvSpPr>
          <p:spPr>
            <a:xfrm rot="0" flipH="1">
              <a:off x="3861" y="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50" name=""/>
            <p:cNvSpPr/>
            <p:nvPr/>
          </p:nvSpPr>
          <p:spPr>
            <a:xfrm rot="0">
              <a:off x="3836" y="775"/>
              <a:ext cx="25" cy="25"/>
            </a:xfrm>
            <a:custGeom>
              <a:avLst/>
              <a:ahLst/>
              <a:rect l="0" t="0" r="r" b="b"/>
              <a:pathLst>
                <a:path w="101" h="99">
                  <a:moveTo>
                    <a:pt x="62" y="99"/>
                  </a:moveTo>
                  <a:lnTo>
                    <a:pt x="82" y="73"/>
                  </a:lnTo>
                  <a:lnTo>
                    <a:pt x="101" y="46"/>
                  </a:lnTo>
                  <a:lnTo>
                    <a:pt x="40" y="0"/>
                  </a:lnTo>
                  <a:lnTo>
                    <a:pt x="20" y="27"/>
                  </a:lnTo>
                  <a:lnTo>
                    <a:pt x="0" y="53"/>
                  </a:lnTo>
                  <a:lnTo>
                    <a:pt x="62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51" name=""/>
            <p:cNvSpPr/>
            <p:nvPr/>
          </p:nvSpPr>
          <p:spPr>
            <a:xfrm rot="0">
              <a:off x="3836" y="775"/>
              <a:ext cx="25" cy="25"/>
            </a:xfrm>
            <a:custGeom>
              <a:avLst/>
              <a:ahLst/>
              <a:rect l="0" t="0" r="r" b="b"/>
              <a:pathLst>
                <a:path w="101" h="99">
                  <a:moveTo>
                    <a:pt x="62" y="99"/>
                  </a:moveTo>
                  <a:lnTo>
                    <a:pt x="82" y="73"/>
                  </a:lnTo>
                  <a:lnTo>
                    <a:pt x="101" y="46"/>
                  </a:lnTo>
                  <a:lnTo>
                    <a:pt x="40" y="0"/>
                  </a:lnTo>
                  <a:lnTo>
                    <a:pt x="20" y="27"/>
                  </a:lnTo>
                  <a:lnTo>
                    <a:pt x="0" y="53"/>
                  </a:lnTo>
                  <a:lnTo>
                    <a:pt x="62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52" name=""/>
            <p:cNvSpPr/>
            <p:nvPr/>
          </p:nvSpPr>
          <p:spPr>
            <a:xfrm rot="0">
              <a:off x="3841" y="775"/>
              <a:ext cx="5" cy="6"/>
            </a:xfrm>
            <a:custGeom>
              <a:avLst/>
              <a:ahLst/>
              <a:rect l="0" t="0" r="r" b="b"/>
              <a:pathLst>
                <a:path w="20" h="28">
                  <a:moveTo>
                    <a:pt x="0" y="28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53" name=""/>
            <p:cNvSpPr/>
            <p:nvPr/>
          </p:nvSpPr>
          <p:spPr>
            <a:xfrm rot="0" flipH="1" flipV="1">
              <a:off x="3845" y="7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54" name=""/>
            <p:cNvSpPr/>
            <p:nvPr/>
          </p:nvSpPr>
          <p:spPr>
            <a:xfrm rot="0">
              <a:off x="3820" y="764"/>
              <a:ext cx="25" cy="24"/>
            </a:xfrm>
            <a:custGeom>
              <a:avLst/>
              <a:ahLst/>
              <a:rect l="0" t="0" r="r" b="b"/>
              <a:pathLst>
                <a:path w="101" h="98">
                  <a:moveTo>
                    <a:pt x="64" y="98"/>
                  </a:moveTo>
                  <a:lnTo>
                    <a:pt x="83" y="71"/>
                  </a:lnTo>
                  <a:lnTo>
                    <a:pt x="101" y="43"/>
                  </a:lnTo>
                  <a:lnTo>
                    <a:pt x="37" y="0"/>
                  </a:lnTo>
                  <a:lnTo>
                    <a:pt x="18" y="27"/>
                  </a:lnTo>
                  <a:lnTo>
                    <a:pt x="0" y="55"/>
                  </a:lnTo>
                  <a:lnTo>
                    <a:pt x="64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55" name=""/>
            <p:cNvSpPr/>
            <p:nvPr/>
          </p:nvSpPr>
          <p:spPr>
            <a:xfrm rot="0">
              <a:off x="3820" y="764"/>
              <a:ext cx="25" cy="24"/>
            </a:xfrm>
            <a:custGeom>
              <a:avLst/>
              <a:ahLst/>
              <a:rect l="0" t="0" r="r" b="b"/>
              <a:pathLst>
                <a:path w="101" h="98">
                  <a:moveTo>
                    <a:pt x="64" y="98"/>
                  </a:moveTo>
                  <a:lnTo>
                    <a:pt x="83" y="71"/>
                  </a:lnTo>
                  <a:lnTo>
                    <a:pt x="101" y="43"/>
                  </a:lnTo>
                  <a:lnTo>
                    <a:pt x="37" y="0"/>
                  </a:lnTo>
                  <a:lnTo>
                    <a:pt x="18" y="27"/>
                  </a:lnTo>
                  <a:lnTo>
                    <a:pt x="0" y="55"/>
                  </a:lnTo>
                  <a:lnTo>
                    <a:pt x="64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56" name=""/>
            <p:cNvSpPr/>
            <p:nvPr/>
          </p:nvSpPr>
          <p:spPr>
            <a:xfrm rot="0">
              <a:off x="3825" y="763"/>
              <a:ext cx="4" cy="8"/>
            </a:xfrm>
            <a:custGeom>
              <a:avLst/>
              <a:ahLst/>
              <a:rect l="0" t="0" r="r" b="b"/>
              <a:pathLst>
                <a:path w="19" h="29">
                  <a:moveTo>
                    <a:pt x="0" y="29"/>
                  </a:moveTo>
                  <a:lnTo>
                    <a:pt x="19" y="2"/>
                  </a:lnTo>
                  <a:lnTo>
                    <a:pt x="18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57" name=""/>
            <p:cNvSpPr/>
            <p:nvPr/>
          </p:nvSpPr>
          <p:spPr>
            <a:xfrm rot="0" flipH="1" flipV="1">
              <a:off x="3829" y="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58" name=""/>
            <p:cNvSpPr/>
            <p:nvPr/>
          </p:nvSpPr>
          <p:spPr>
            <a:xfrm rot="0">
              <a:off x="3804" y="75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65" y="98"/>
                  </a:moveTo>
                  <a:lnTo>
                    <a:pt x="82" y="69"/>
                  </a:lnTo>
                  <a:lnTo>
                    <a:pt x="100" y="40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65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59" name=""/>
            <p:cNvSpPr/>
            <p:nvPr/>
          </p:nvSpPr>
          <p:spPr>
            <a:xfrm rot="0">
              <a:off x="3804" y="75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65" y="98"/>
                  </a:moveTo>
                  <a:lnTo>
                    <a:pt x="82" y="69"/>
                  </a:lnTo>
                  <a:lnTo>
                    <a:pt x="100" y="40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65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60" name=""/>
            <p:cNvSpPr/>
            <p:nvPr/>
          </p:nvSpPr>
          <p:spPr>
            <a:xfrm rot="0">
              <a:off x="3808" y="753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0" y="2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61" name=""/>
            <p:cNvSpPr/>
            <p:nvPr/>
          </p:nvSpPr>
          <p:spPr>
            <a:xfrm rot="0">
              <a:off x="3812" y="7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62" name=""/>
            <p:cNvSpPr/>
            <p:nvPr/>
          </p:nvSpPr>
          <p:spPr>
            <a:xfrm rot="0">
              <a:off x="3787" y="744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67" y="96"/>
                  </a:moveTo>
                  <a:lnTo>
                    <a:pt x="84" y="67"/>
                  </a:lnTo>
                  <a:lnTo>
                    <a:pt x="101" y="38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67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63" name=""/>
            <p:cNvSpPr/>
            <p:nvPr/>
          </p:nvSpPr>
          <p:spPr>
            <a:xfrm rot="0">
              <a:off x="3787" y="744"/>
              <a:ext cx="25" cy="24"/>
            </a:xfrm>
            <a:custGeom>
              <a:avLst/>
              <a:ahLst/>
              <a:rect l="0" t="0" r="r" b="b"/>
              <a:pathLst>
                <a:path w="101" h="96">
                  <a:moveTo>
                    <a:pt x="67" y="96"/>
                  </a:moveTo>
                  <a:lnTo>
                    <a:pt x="84" y="67"/>
                  </a:lnTo>
                  <a:lnTo>
                    <a:pt x="101" y="38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7"/>
                  </a:lnTo>
                  <a:lnTo>
                    <a:pt x="67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64" name=""/>
            <p:cNvSpPr/>
            <p:nvPr/>
          </p:nvSpPr>
          <p:spPr>
            <a:xfrm rot="0">
              <a:off x="3791" y="743"/>
              <a:ext cx="5" cy="8"/>
            </a:xfrm>
            <a:custGeom>
              <a:avLst/>
              <a:ahLst/>
              <a:rect l="0" t="0" r="r" b="b"/>
              <a:pathLst>
                <a:path w="17" h="31">
                  <a:moveTo>
                    <a:pt x="0" y="31"/>
                  </a:moveTo>
                  <a:lnTo>
                    <a:pt x="17" y="2"/>
                  </a:lnTo>
                  <a:lnTo>
                    <a:pt x="16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65" name=""/>
            <p:cNvSpPr/>
            <p:nvPr/>
          </p:nvSpPr>
          <p:spPr>
            <a:xfrm rot="0" flipH="1" flipV="1">
              <a:off x="3795" y="7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66" name=""/>
            <p:cNvSpPr/>
            <p:nvPr/>
          </p:nvSpPr>
          <p:spPr>
            <a:xfrm rot="0">
              <a:off x="3770" y="734"/>
              <a:ext cx="25" cy="24"/>
            </a:xfrm>
            <a:custGeom>
              <a:avLst/>
              <a:ahLst/>
              <a:rect l="0" t="0" r="r" b="b"/>
              <a:pathLst>
                <a:path w="102" h="96">
                  <a:moveTo>
                    <a:pt x="70" y="96"/>
                  </a:moveTo>
                  <a:lnTo>
                    <a:pt x="86" y="66"/>
                  </a:lnTo>
                  <a:lnTo>
                    <a:pt x="102" y="35"/>
                  </a:lnTo>
                  <a:lnTo>
                    <a:pt x="32" y="0"/>
                  </a:lnTo>
                  <a:lnTo>
                    <a:pt x="16" y="30"/>
                  </a:lnTo>
                  <a:lnTo>
                    <a:pt x="0" y="60"/>
                  </a:lnTo>
                  <a:lnTo>
                    <a:pt x="70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67" name=""/>
            <p:cNvSpPr/>
            <p:nvPr/>
          </p:nvSpPr>
          <p:spPr>
            <a:xfrm rot="0">
              <a:off x="3770" y="734"/>
              <a:ext cx="25" cy="24"/>
            </a:xfrm>
            <a:custGeom>
              <a:avLst/>
              <a:ahLst/>
              <a:rect l="0" t="0" r="r" b="b"/>
              <a:pathLst>
                <a:path w="102" h="96">
                  <a:moveTo>
                    <a:pt x="70" y="96"/>
                  </a:moveTo>
                  <a:lnTo>
                    <a:pt x="86" y="66"/>
                  </a:lnTo>
                  <a:lnTo>
                    <a:pt x="102" y="35"/>
                  </a:lnTo>
                  <a:lnTo>
                    <a:pt x="32" y="0"/>
                  </a:lnTo>
                  <a:lnTo>
                    <a:pt x="16" y="30"/>
                  </a:lnTo>
                  <a:lnTo>
                    <a:pt x="0" y="60"/>
                  </a:lnTo>
                  <a:lnTo>
                    <a:pt x="7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68" name=""/>
            <p:cNvSpPr/>
            <p:nvPr/>
          </p:nvSpPr>
          <p:spPr>
            <a:xfrm rot="0">
              <a:off x="3774" y="734"/>
              <a:ext cx="4" cy="8"/>
            </a:xfrm>
            <a:custGeom>
              <a:avLst/>
              <a:ahLst/>
              <a:rect l="0" t="0" r="r" b="b"/>
              <a:pathLst>
                <a:path w="16" h="30">
                  <a:moveTo>
                    <a:pt x="0" y="30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69" name=""/>
            <p:cNvSpPr/>
            <p:nvPr/>
          </p:nvSpPr>
          <p:spPr>
            <a:xfrm rot="0" flipH="1">
              <a:off x="3778" y="7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70" name=""/>
            <p:cNvSpPr/>
            <p:nvPr/>
          </p:nvSpPr>
          <p:spPr>
            <a:xfrm rot="0">
              <a:off x="3753" y="726"/>
              <a:ext cx="25" cy="24"/>
            </a:xfrm>
            <a:custGeom>
              <a:avLst/>
              <a:ahLst/>
              <a:rect l="0" t="0" r="r" b="b"/>
              <a:pathLst>
                <a:path w="99" h="93">
                  <a:moveTo>
                    <a:pt x="70" y="93"/>
                  </a:moveTo>
                  <a:lnTo>
                    <a:pt x="84" y="63"/>
                  </a:lnTo>
                  <a:lnTo>
                    <a:pt x="99" y="33"/>
                  </a:lnTo>
                  <a:lnTo>
                    <a:pt x="29" y="0"/>
                  </a:lnTo>
                  <a:lnTo>
                    <a:pt x="14" y="30"/>
                  </a:lnTo>
                  <a:lnTo>
                    <a:pt x="0" y="60"/>
                  </a:lnTo>
                  <a:lnTo>
                    <a:pt x="70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71" name=""/>
            <p:cNvSpPr/>
            <p:nvPr/>
          </p:nvSpPr>
          <p:spPr>
            <a:xfrm rot="0">
              <a:off x="3753" y="726"/>
              <a:ext cx="25" cy="24"/>
            </a:xfrm>
            <a:custGeom>
              <a:avLst/>
              <a:ahLst/>
              <a:rect l="0" t="0" r="r" b="b"/>
              <a:pathLst>
                <a:path w="99" h="93">
                  <a:moveTo>
                    <a:pt x="70" y="93"/>
                  </a:moveTo>
                  <a:lnTo>
                    <a:pt x="84" y="63"/>
                  </a:lnTo>
                  <a:lnTo>
                    <a:pt x="99" y="33"/>
                  </a:lnTo>
                  <a:lnTo>
                    <a:pt x="29" y="0"/>
                  </a:lnTo>
                  <a:lnTo>
                    <a:pt x="14" y="30"/>
                  </a:lnTo>
                  <a:lnTo>
                    <a:pt x="0" y="60"/>
                  </a:lnTo>
                  <a:lnTo>
                    <a:pt x="70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72" name=""/>
            <p:cNvSpPr/>
            <p:nvPr/>
          </p:nvSpPr>
          <p:spPr>
            <a:xfrm rot="0">
              <a:off x="3757" y="726"/>
              <a:ext cx="3" cy="8"/>
            </a:xfrm>
            <a:custGeom>
              <a:avLst/>
              <a:ahLst/>
              <a:rect l="0" t="0" r="r" b="b"/>
              <a:pathLst>
                <a:path w="15" h="30">
                  <a:moveTo>
                    <a:pt x="0" y="30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73" name=""/>
            <p:cNvSpPr/>
            <p:nvPr/>
          </p:nvSpPr>
          <p:spPr>
            <a:xfrm rot="0" flipH="1">
              <a:off x="3760" y="7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74" name=""/>
            <p:cNvSpPr/>
            <p:nvPr/>
          </p:nvSpPr>
          <p:spPr>
            <a:xfrm rot="0">
              <a:off x="3736" y="719"/>
              <a:ext cx="24" cy="22"/>
            </a:xfrm>
            <a:custGeom>
              <a:avLst/>
              <a:ahLst/>
              <a:rect l="0" t="0" r="r" b="b"/>
              <a:pathLst>
                <a:path w="98" h="90">
                  <a:moveTo>
                    <a:pt x="71" y="90"/>
                  </a:moveTo>
                  <a:lnTo>
                    <a:pt x="84" y="60"/>
                  </a:lnTo>
                  <a:lnTo>
                    <a:pt x="98" y="30"/>
                  </a:lnTo>
                  <a:lnTo>
                    <a:pt x="27" y="0"/>
                  </a:lnTo>
                  <a:lnTo>
                    <a:pt x="13" y="30"/>
                  </a:lnTo>
                  <a:lnTo>
                    <a:pt x="0" y="60"/>
                  </a:lnTo>
                  <a:lnTo>
                    <a:pt x="71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75" name=""/>
            <p:cNvSpPr/>
            <p:nvPr/>
          </p:nvSpPr>
          <p:spPr>
            <a:xfrm rot="0">
              <a:off x="3736" y="719"/>
              <a:ext cx="24" cy="22"/>
            </a:xfrm>
            <a:custGeom>
              <a:avLst/>
              <a:ahLst/>
              <a:rect l="0" t="0" r="r" b="b"/>
              <a:pathLst>
                <a:path w="98" h="90">
                  <a:moveTo>
                    <a:pt x="71" y="90"/>
                  </a:moveTo>
                  <a:lnTo>
                    <a:pt x="84" y="60"/>
                  </a:lnTo>
                  <a:lnTo>
                    <a:pt x="98" y="30"/>
                  </a:lnTo>
                  <a:lnTo>
                    <a:pt x="27" y="0"/>
                  </a:lnTo>
                  <a:lnTo>
                    <a:pt x="13" y="30"/>
                  </a:lnTo>
                  <a:lnTo>
                    <a:pt x="0" y="60"/>
                  </a:lnTo>
                  <a:lnTo>
                    <a:pt x="71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76" name=""/>
            <p:cNvSpPr/>
            <p:nvPr/>
          </p:nvSpPr>
          <p:spPr>
            <a:xfrm rot="0">
              <a:off x="3739" y="718"/>
              <a:ext cx="3" cy="8"/>
            </a:xfrm>
            <a:custGeom>
              <a:avLst/>
              <a:ahLst/>
              <a:rect l="0" t="0" r="r" b="b"/>
              <a:pathLst>
                <a:path w="14" h="32">
                  <a:moveTo>
                    <a:pt x="0" y="32"/>
                  </a:moveTo>
                  <a:lnTo>
                    <a:pt x="14" y="2"/>
                  </a:lnTo>
                  <a:lnTo>
                    <a:pt x="1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77" name=""/>
            <p:cNvSpPr/>
            <p:nvPr/>
          </p:nvSpPr>
          <p:spPr>
            <a:xfrm rot="0" flipH="1" flipV="1">
              <a:off x="3742" y="7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78" name=""/>
            <p:cNvSpPr/>
            <p:nvPr/>
          </p:nvSpPr>
          <p:spPr>
            <a:xfrm rot="0">
              <a:off x="3718" y="71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73" y="90"/>
                  </a:moveTo>
                  <a:lnTo>
                    <a:pt x="84" y="59"/>
                  </a:lnTo>
                  <a:lnTo>
                    <a:pt x="96" y="27"/>
                  </a:lnTo>
                  <a:lnTo>
                    <a:pt x="24" y="0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73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79" name=""/>
            <p:cNvSpPr/>
            <p:nvPr/>
          </p:nvSpPr>
          <p:spPr>
            <a:xfrm rot="0">
              <a:off x="3718" y="71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73" y="90"/>
                  </a:moveTo>
                  <a:lnTo>
                    <a:pt x="84" y="59"/>
                  </a:lnTo>
                  <a:lnTo>
                    <a:pt x="96" y="27"/>
                  </a:lnTo>
                  <a:lnTo>
                    <a:pt x="24" y="0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73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80" name=""/>
            <p:cNvSpPr/>
            <p:nvPr/>
          </p:nvSpPr>
          <p:spPr>
            <a:xfrm rot="0">
              <a:off x="3721" y="711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0" y="31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81" name=""/>
            <p:cNvSpPr/>
            <p:nvPr/>
          </p:nvSpPr>
          <p:spPr>
            <a:xfrm rot="0" flipH="1">
              <a:off x="3723" y="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82" name=""/>
            <p:cNvSpPr/>
            <p:nvPr/>
          </p:nvSpPr>
          <p:spPr>
            <a:xfrm rot="0">
              <a:off x="3700" y="705"/>
              <a:ext cx="23" cy="22"/>
            </a:xfrm>
            <a:custGeom>
              <a:avLst/>
              <a:ahLst/>
              <a:rect l="0" t="0" r="r" b="b"/>
              <a:pathLst>
                <a:path w="95" h="88">
                  <a:moveTo>
                    <a:pt x="74" y="88"/>
                  </a:moveTo>
                  <a:lnTo>
                    <a:pt x="84" y="56"/>
                  </a:lnTo>
                  <a:lnTo>
                    <a:pt x="95" y="25"/>
                  </a:lnTo>
                  <a:lnTo>
                    <a:pt x="21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74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83" name=""/>
            <p:cNvSpPr/>
            <p:nvPr/>
          </p:nvSpPr>
          <p:spPr>
            <a:xfrm rot="0">
              <a:off x="3700" y="705"/>
              <a:ext cx="23" cy="22"/>
            </a:xfrm>
            <a:custGeom>
              <a:avLst/>
              <a:ahLst/>
              <a:rect l="0" t="0" r="r" b="b"/>
              <a:pathLst>
                <a:path w="95" h="88">
                  <a:moveTo>
                    <a:pt x="74" y="88"/>
                  </a:moveTo>
                  <a:lnTo>
                    <a:pt x="84" y="56"/>
                  </a:lnTo>
                  <a:lnTo>
                    <a:pt x="95" y="25"/>
                  </a:lnTo>
                  <a:lnTo>
                    <a:pt x="21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74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84" name=""/>
            <p:cNvSpPr/>
            <p:nvPr/>
          </p:nvSpPr>
          <p:spPr>
            <a:xfrm rot="0">
              <a:off x="3702" y="705"/>
              <a:ext cx="3" cy="8"/>
            </a:xfrm>
            <a:custGeom>
              <a:avLst/>
              <a:ahLst/>
              <a:rect l="0" t="0" r="r" b="b"/>
              <a:pathLst>
                <a:path w="10" h="31">
                  <a:moveTo>
                    <a:pt x="0" y="31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85" name=""/>
            <p:cNvSpPr/>
            <p:nvPr/>
          </p:nvSpPr>
          <p:spPr>
            <a:xfrm rot="0" flipH="1">
              <a:off x="3705" y="7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86" name=""/>
            <p:cNvSpPr/>
            <p:nvPr/>
          </p:nvSpPr>
          <p:spPr>
            <a:xfrm rot="0">
              <a:off x="3682" y="700"/>
              <a:ext cx="23" cy="21"/>
            </a:xfrm>
            <a:custGeom>
              <a:avLst/>
              <a:ahLst/>
              <a:rect l="0" t="0" r="r" b="b"/>
              <a:pathLst>
                <a:path w="92" h="86">
                  <a:moveTo>
                    <a:pt x="73" y="86"/>
                  </a:moveTo>
                  <a:lnTo>
                    <a:pt x="83" y="54"/>
                  </a:lnTo>
                  <a:lnTo>
                    <a:pt x="92" y="23"/>
                  </a:lnTo>
                  <a:lnTo>
                    <a:pt x="18" y="0"/>
                  </a:lnTo>
                  <a:lnTo>
                    <a:pt x="9" y="32"/>
                  </a:lnTo>
                  <a:lnTo>
                    <a:pt x="0" y="64"/>
                  </a:lnTo>
                  <a:lnTo>
                    <a:pt x="73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87" name=""/>
            <p:cNvSpPr/>
            <p:nvPr/>
          </p:nvSpPr>
          <p:spPr>
            <a:xfrm rot="0">
              <a:off x="3682" y="700"/>
              <a:ext cx="23" cy="21"/>
            </a:xfrm>
            <a:custGeom>
              <a:avLst/>
              <a:ahLst/>
              <a:rect l="0" t="0" r="r" b="b"/>
              <a:pathLst>
                <a:path w="92" h="86">
                  <a:moveTo>
                    <a:pt x="73" y="86"/>
                  </a:moveTo>
                  <a:lnTo>
                    <a:pt x="83" y="54"/>
                  </a:lnTo>
                  <a:lnTo>
                    <a:pt x="92" y="23"/>
                  </a:lnTo>
                  <a:lnTo>
                    <a:pt x="18" y="0"/>
                  </a:lnTo>
                  <a:lnTo>
                    <a:pt x="9" y="32"/>
                  </a:lnTo>
                  <a:lnTo>
                    <a:pt x="0" y="64"/>
                  </a:lnTo>
                  <a:lnTo>
                    <a:pt x="73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88" name=""/>
            <p:cNvSpPr/>
            <p:nvPr/>
          </p:nvSpPr>
          <p:spPr>
            <a:xfrm rot="0">
              <a:off x="3684" y="699"/>
              <a:ext cx="2" cy="9"/>
            </a:xfrm>
            <a:custGeom>
              <a:avLst/>
              <a:ahLst/>
              <a:rect l="0" t="0" r="r" b="b"/>
              <a:pathLst>
                <a:path w="9" h="33">
                  <a:moveTo>
                    <a:pt x="0" y="33"/>
                  </a:moveTo>
                  <a:lnTo>
                    <a:pt x="9" y="1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89" name=""/>
            <p:cNvSpPr/>
            <p:nvPr/>
          </p:nvSpPr>
          <p:spPr>
            <a:xfrm rot="0" flipH="1" flipV="1">
              <a:off x="3686" y="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90" name=""/>
            <p:cNvSpPr/>
            <p:nvPr/>
          </p:nvSpPr>
          <p:spPr>
            <a:xfrm rot="0">
              <a:off x="3663" y="695"/>
              <a:ext cx="23" cy="21"/>
            </a:xfrm>
            <a:custGeom>
              <a:avLst/>
              <a:ahLst/>
              <a:rect l="0" t="0" r="r" b="b"/>
              <a:pathLst>
                <a:path w="91" h="84">
                  <a:moveTo>
                    <a:pt x="75" y="84"/>
                  </a:moveTo>
                  <a:lnTo>
                    <a:pt x="83" y="51"/>
                  </a:lnTo>
                  <a:lnTo>
                    <a:pt x="91" y="18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5"/>
                  </a:lnTo>
                  <a:lnTo>
                    <a:pt x="75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91" name=""/>
            <p:cNvSpPr/>
            <p:nvPr/>
          </p:nvSpPr>
          <p:spPr>
            <a:xfrm rot="0">
              <a:off x="3663" y="695"/>
              <a:ext cx="23" cy="21"/>
            </a:xfrm>
            <a:custGeom>
              <a:avLst/>
              <a:ahLst/>
              <a:rect l="0" t="0" r="r" b="b"/>
              <a:pathLst>
                <a:path w="91" h="84">
                  <a:moveTo>
                    <a:pt x="75" y="84"/>
                  </a:moveTo>
                  <a:lnTo>
                    <a:pt x="83" y="51"/>
                  </a:lnTo>
                  <a:lnTo>
                    <a:pt x="91" y="18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5"/>
                  </a:lnTo>
                  <a:lnTo>
                    <a:pt x="75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92" name=""/>
            <p:cNvSpPr/>
            <p:nvPr/>
          </p:nvSpPr>
          <p:spPr>
            <a:xfrm rot="0">
              <a:off x="3665" y="695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0" y="33"/>
                  </a:moveTo>
                  <a:lnTo>
                    <a:pt x="8" y="0"/>
                  </a:lnTo>
                  <a:lnTo>
                    <a:pt x="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93" name=""/>
            <p:cNvSpPr/>
            <p:nvPr/>
          </p:nvSpPr>
          <p:spPr>
            <a:xfrm rot="0" flipH="1">
              <a:off x="3667" y="6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94" name=""/>
            <p:cNvSpPr/>
            <p:nvPr/>
          </p:nvSpPr>
          <p:spPr>
            <a:xfrm rot="0">
              <a:off x="3645" y="691"/>
              <a:ext cx="22" cy="20"/>
            </a:xfrm>
            <a:custGeom>
              <a:avLst/>
              <a:ahLst/>
              <a:rect l="0" t="0" r="r" b="b"/>
              <a:pathLst>
                <a:path w="90" h="81">
                  <a:moveTo>
                    <a:pt x="76" y="81"/>
                  </a:moveTo>
                  <a:lnTo>
                    <a:pt x="83" y="49"/>
                  </a:lnTo>
                  <a:lnTo>
                    <a:pt x="90" y="16"/>
                  </a:lnTo>
                  <a:lnTo>
                    <a:pt x="13" y="0"/>
                  </a:lnTo>
                  <a:lnTo>
                    <a:pt x="7" y="33"/>
                  </a:lnTo>
                  <a:lnTo>
                    <a:pt x="0" y="66"/>
                  </a:lnTo>
                  <a:lnTo>
                    <a:pt x="76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95" name=""/>
            <p:cNvSpPr/>
            <p:nvPr/>
          </p:nvSpPr>
          <p:spPr>
            <a:xfrm rot="0">
              <a:off x="3645" y="691"/>
              <a:ext cx="22" cy="20"/>
            </a:xfrm>
            <a:custGeom>
              <a:avLst/>
              <a:ahLst/>
              <a:rect l="0" t="0" r="r" b="b"/>
              <a:pathLst>
                <a:path w="90" h="81">
                  <a:moveTo>
                    <a:pt x="76" y="81"/>
                  </a:moveTo>
                  <a:lnTo>
                    <a:pt x="83" y="49"/>
                  </a:lnTo>
                  <a:lnTo>
                    <a:pt x="90" y="16"/>
                  </a:lnTo>
                  <a:lnTo>
                    <a:pt x="13" y="0"/>
                  </a:lnTo>
                  <a:lnTo>
                    <a:pt x="7" y="33"/>
                  </a:lnTo>
                  <a:lnTo>
                    <a:pt x="0" y="66"/>
                  </a:lnTo>
                  <a:lnTo>
                    <a:pt x="76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96" name=""/>
            <p:cNvSpPr/>
            <p:nvPr/>
          </p:nvSpPr>
          <p:spPr>
            <a:xfrm rot="0">
              <a:off x="3646" y="691"/>
              <a:ext cx="2" cy="8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97" name=""/>
            <p:cNvSpPr/>
            <p:nvPr/>
          </p:nvSpPr>
          <p:spPr>
            <a:xfrm rot="0" flipH="1">
              <a:off x="3648" y="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798" name=""/>
            <p:cNvSpPr/>
            <p:nvPr/>
          </p:nvSpPr>
          <p:spPr>
            <a:xfrm rot="0">
              <a:off x="3626" y="687"/>
              <a:ext cx="22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77" y="79"/>
                  </a:moveTo>
                  <a:lnTo>
                    <a:pt x="82" y="46"/>
                  </a:lnTo>
                  <a:lnTo>
                    <a:pt x="87" y="13"/>
                  </a:lnTo>
                  <a:lnTo>
                    <a:pt x="11" y="0"/>
                  </a:lnTo>
                  <a:lnTo>
                    <a:pt x="6" y="33"/>
                  </a:lnTo>
                  <a:lnTo>
                    <a:pt x="0" y="66"/>
                  </a:lnTo>
                  <a:lnTo>
                    <a:pt x="77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799" name=""/>
            <p:cNvSpPr/>
            <p:nvPr/>
          </p:nvSpPr>
          <p:spPr>
            <a:xfrm rot="0">
              <a:off x="3626" y="687"/>
              <a:ext cx="22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77" y="79"/>
                  </a:moveTo>
                  <a:lnTo>
                    <a:pt x="82" y="46"/>
                  </a:lnTo>
                  <a:lnTo>
                    <a:pt x="87" y="13"/>
                  </a:lnTo>
                  <a:lnTo>
                    <a:pt x="11" y="0"/>
                  </a:lnTo>
                  <a:lnTo>
                    <a:pt x="6" y="33"/>
                  </a:lnTo>
                  <a:lnTo>
                    <a:pt x="0" y="66"/>
                  </a:lnTo>
                  <a:lnTo>
                    <a:pt x="77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00" name=""/>
            <p:cNvSpPr/>
            <p:nvPr/>
          </p:nvSpPr>
          <p:spPr>
            <a:xfrm rot="0">
              <a:off x="3627" y="687"/>
              <a:ext cx="1" cy="9"/>
            </a:xfrm>
            <a:custGeom>
              <a:avLst/>
              <a:ahLst/>
              <a:rect l="0" t="0" r="r" b="b"/>
              <a:pathLst>
                <a:path w="5" h="33">
                  <a:moveTo>
                    <a:pt x="0" y="33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01" name=""/>
            <p:cNvSpPr/>
            <p:nvPr/>
          </p:nvSpPr>
          <p:spPr>
            <a:xfrm rot="0" flipH="1">
              <a:off x="3628" y="6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02" name=""/>
            <p:cNvSpPr/>
            <p:nvPr/>
          </p:nvSpPr>
          <p:spPr>
            <a:xfrm rot="0">
              <a:off x="3607" y="685"/>
              <a:ext cx="21" cy="19"/>
            </a:xfrm>
            <a:custGeom>
              <a:avLst/>
              <a:ahLst/>
              <a:rect l="0" t="0" r="r" b="b"/>
              <a:pathLst>
                <a:path w="85" h="77">
                  <a:moveTo>
                    <a:pt x="77" y="77"/>
                  </a:moveTo>
                  <a:lnTo>
                    <a:pt x="81" y="44"/>
                  </a:lnTo>
                  <a:lnTo>
                    <a:pt x="85" y="11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77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03" name=""/>
            <p:cNvSpPr/>
            <p:nvPr/>
          </p:nvSpPr>
          <p:spPr>
            <a:xfrm rot="0">
              <a:off x="3607" y="685"/>
              <a:ext cx="21" cy="19"/>
            </a:xfrm>
            <a:custGeom>
              <a:avLst/>
              <a:ahLst/>
              <a:rect l="0" t="0" r="r" b="b"/>
              <a:pathLst>
                <a:path w="85" h="77">
                  <a:moveTo>
                    <a:pt x="77" y="77"/>
                  </a:moveTo>
                  <a:lnTo>
                    <a:pt x="81" y="44"/>
                  </a:lnTo>
                  <a:lnTo>
                    <a:pt x="85" y="11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77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04" name=""/>
            <p:cNvSpPr/>
            <p:nvPr/>
          </p:nvSpPr>
          <p:spPr>
            <a:xfrm rot="0">
              <a:off x="3608" y="685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05" name=""/>
            <p:cNvSpPr/>
            <p:nvPr/>
          </p:nvSpPr>
          <p:spPr>
            <a:xfrm rot="0">
              <a:off x="3609" y="6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06" name=""/>
            <p:cNvSpPr/>
            <p:nvPr/>
          </p:nvSpPr>
          <p:spPr>
            <a:xfrm rot="0">
              <a:off x="3588" y="683"/>
              <a:ext cx="21" cy="18"/>
            </a:xfrm>
            <a:custGeom>
              <a:avLst/>
              <a:ahLst/>
              <a:rect l="0" t="0" r="r" b="b"/>
              <a:pathLst>
                <a:path w="85" h="74">
                  <a:moveTo>
                    <a:pt x="77" y="74"/>
                  </a:moveTo>
                  <a:lnTo>
                    <a:pt x="81" y="41"/>
                  </a:lnTo>
                  <a:lnTo>
                    <a:pt x="85" y="8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77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07" name=""/>
            <p:cNvSpPr/>
            <p:nvPr/>
          </p:nvSpPr>
          <p:spPr>
            <a:xfrm rot="0">
              <a:off x="3588" y="683"/>
              <a:ext cx="21" cy="18"/>
            </a:xfrm>
            <a:custGeom>
              <a:avLst/>
              <a:ahLst/>
              <a:rect l="0" t="0" r="r" b="b"/>
              <a:pathLst>
                <a:path w="85" h="74">
                  <a:moveTo>
                    <a:pt x="77" y="74"/>
                  </a:moveTo>
                  <a:lnTo>
                    <a:pt x="81" y="41"/>
                  </a:lnTo>
                  <a:lnTo>
                    <a:pt x="85" y="8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77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08" name=""/>
            <p:cNvSpPr/>
            <p:nvPr/>
          </p:nvSpPr>
          <p:spPr>
            <a:xfrm rot="0">
              <a:off x="3589" y="683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09" name=""/>
            <p:cNvSpPr/>
            <p:nvPr/>
          </p:nvSpPr>
          <p:spPr>
            <a:xfrm rot="0" flipH="1">
              <a:off x="3589" y="6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10" name=""/>
            <p:cNvSpPr/>
            <p:nvPr/>
          </p:nvSpPr>
          <p:spPr>
            <a:xfrm rot="0">
              <a:off x="3569" y="682"/>
              <a:ext cx="20" cy="17"/>
            </a:xfrm>
            <a:custGeom>
              <a:avLst/>
              <a:ahLst/>
              <a:rect l="0" t="0" r="r" b="b"/>
              <a:pathLst>
                <a:path w="79" h="70">
                  <a:moveTo>
                    <a:pt x="77" y="70"/>
                  </a:moveTo>
                  <a:lnTo>
                    <a:pt x="78" y="37"/>
                  </a:lnTo>
                  <a:lnTo>
                    <a:pt x="79" y="4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77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11" name=""/>
            <p:cNvSpPr/>
            <p:nvPr/>
          </p:nvSpPr>
          <p:spPr>
            <a:xfrm rot="0">
              <a:off x="3569" y="682"/>
              <a:ext cx="20" cy="17"/>
            </a:xfrm>
            <a:custGeom>
              <a:avLst/>
              <a:ahLst/>
              <a:rect l="0" t="0" r="r" b="b"/>
              <a:pathLst>
                <a:path w="79" h="70">
                  <a:moveTo>
                    <a:pt x="77" y="70"/>
                  </a:moveTo>
                  <a:lnTo>
                    <a:pt x="78" y="37"/>
                  </a:lnTo>
                  <a:lnTo>
                    <a:pt x="79" y="4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77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08" name=""/>
          <p:cNvGrpSpPr/>
          <p:nvPr/>
        </p:nvGrpSpPr>
        <p:grpSpPr>
          <a:xfrm rot="0">
            <a:off x="4821237" y="1081087"/>
            <a:ext cx="1336675" cy="828675"/>
            <a:chOff x="3037" y="681"/>
            <a:chExt cx="842" cy="522"/>
          </a:xfrm>
        </p:grpSpPr>
        <p:sp>
          <p:nvSpPr>
            <p:cNvPr id="1063812" name=""/>
            <p:cNvSpPr/>
            <p:nvPr/>
          </p:nvSpPr>
          <p:spPr>
            <a:xfrm rot="0">
              <a:off x="3570" y="682"/>
              <a:ext cx="1" cy="8"/>
            </a:xfrm>
            <a:custGeom>
              <a:avLst/>
              <a:ahLst/>
              <a:rect l="0" t="0" r="r" b="b"/>
              <a:pathLst>
                <a:path w="1" h="33">
                  <a:moveTo>
                    <a:pt x="0" y="33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13" name=""/>
            <p:cNvSpPr/>
            <p:nvPr/>
          </p:nvSpPr>
          <p:spPr>
            <a:xfrm rot="0">
              <a:off x="3570" y="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14" name=""/>
            <p:cNvSpPr/>
            <p:nvPr/>
          </p:nvSpPr>
          <p:spPr>
            <a:xfrm rot="0">
              <a:off x="3550" y="681"/>
              <a:ext cx="20" cy="17"/>
            </a:xfrm>
            <a:custGeom>
              <a:avLst/>
              <a:ahLst/>
              <a:rect l="0" t="0" r="r" b="b"/>
              <a:pathLst>
                <a:path w="80" h="68">
                  <a:moveTo>
                    <a:pt x="77" y="68"/>
                  </a:moveTo>
                  <a:lnTo>
                    <a:pt x="79" y="35"/>
                  </a:lnTo>
                  <a:lnTo>
                    <a:pt x="80" y="2"/>
                  </a:lnTo>
                  <a:lnTo>
                    <a:pt x="2" y="0"/>
                  </a:lnTo>
                  <a:lnTo>
                    <a:pt x="1" y="33"/>
                  </a:lnTo>
                  <a:lnTo>
                    <a:pt x="0" y="66"/>
                  </a:lnTo>
                  <a:lnTo>
                    <a:pt x="77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15" name=""/>
            <p:cNvSpPr/>
            <p:nvPr/>
          </p:nvSpPr>
          <p:spPr>
            <a:xfrm rot="0">
              <a:off x="3550" y="681"/>
              <a:ext cx="20" cy="17"/>
            </a:xfrm>
            <a:custGeom>
              <a:avLst/>
              <a:ahLst/>
              <a:rect l="0" t="0" r="r" b="b"/>
              <a:pathLst>
                <a:path w="80" h="68">
                  <a:moveTo>
                    <a:pt x="77" y="68"/>
                  </a:moveTo>
                  <a:lnTo>
                    <a:pt x="79" y="35"/>
                  </a:lnTo>
                  <a:lnTo>
                    <a:pt x="80" y="2"/>
                  </a:lnTo>
                  <a:lnTo>
                    <a:pt x="2" y="0"/>
                  </a:lnTo>
                  <a:lnTo>
                    <a:pt x="1" y="33"/>
                  </a:lnTo>
                  <a:lnTo>
                    <a:pt x="0" y="66"/>
                  </a:lnTo>
                  <a:lnTo>
                    <a:pt x="77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16" name=""/>
            <p:cNvSpPr/>
            <p:nvPr/>
          </p:nvSpPr>
          <p:spPr>
            <a:xfrm rot="0">
              <a:off x="3550" y="681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1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17" name=""/>
            <p:cNvSpPr/>
            <p:nvPr/>
          </p:nvSpPr>
          <p:spPr>
            <a:xfrm rot="0" flipH="1">
              <a:off x="3550" y="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18" name=""/>
            <p:cNvSpPr/>
            <p:nvPr/>
          </p:nvSpPr>
          <p:spPr>
            <a:xfrm rot="0">
              <a:off x="3531" y="681"/>
              <a:ext cx="20" cy="17"/>
            </a:xfrm>
            <a:custGeom>
              <a:avLst/>
              <a:ahLst/>
              <a:rect l="0" t="0" r="r" b="b"/>
              <a:pathLst>
                <a:path w="80" h="68">
                  <a:moveTo>
                    <a:pt x="80" y="66"/>
                  </a:moveTo>
                  <a:lnTo>
                    <a:pt x="79" y="33"/>
                  </a:lnTo>
                  <a:lnTo>
                    <a:pt x="78" y="0"/>
                  </a:lnTo>
                  <a:lnTo>
                    <a:pt x="0" y="2"/>
                  </a:lnTo>
                  <a:lnTo>
                    <a:pt x="2" y="35"/>
                  </a:lnTo>
                  <a:lnTo>
                    <a:pt x="3" y="68"/>
                  </a:lnTo>
                  <a:lnTo>
                    <a:pt x="8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19" name=""/>
            <p:cNvSpPr/>
            <p:nvPr/>
          </p:nvSpPr>
          <p:spPr>
            <a:xfrm rot="0">
              <a:off x="3531" y="681"/>
              <a:ext cx="20" cy="17"/>
            </a:xfrm>
            <a:custGeom>
              <a:avLst/>
              <a:ahLst/>
              <a:rect l="0" t="0" r="r" b="b"/>
              <a:pathLst>
                <a:path w="80" h="68">
                  <a:moveTo>
                    <a:pt x="80" y="66"/>
                  </a:moveTo>
                  <a:lnTo>
                    <a:pt x="79" y="33"/>
                  </a:lnTo>
                  <a:lnTo>
                    <a:pt x="78" y="0"/>
                  </a:lnTo>
                  <a:lnTo>
                    <a:pt x="0" y="2"/>
                  </a:lnTo>
                  <a:lnTo>
                    <a:pt x="2" y="35"/>
                  </a:lnTo>
                  <a:lnTo>
                    <a:pt x="3" y="68"/>
                  </a:lnTo>
                  <a:lnTo>
                    <a:pt x="8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20" name=""/>
            <p:cNvSpPr/>
            <p:nvPr/>
          </p:nvSpPr>
          <p:spPr>
            <a:xfrm rot="0">
              <a:off x="3531" y="682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2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21" name=""/>
            <p:cNvSpPr/>
            <p:nvPr/>
          </p:nvSpPr>
          <p:spPr>
            <a:xfrm rot="0">
              <a:off x="3531" y="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22" name=""/>
            <p:cNvSpPr/>
            <p:nvPr/>
          </p:nvSpPr>
          <p:spPr>
            <a:xfrm rot="0">
              <a:off x="3511" y="682"/>
              <a:ext cx="20" cy="17"/>
            </a:xfrm>
            <a:custGeom>
              <a:avLst/>
              <a:ahLst/>
              <a:rect l="0" t="0" r="r" b="b"/>
              <a:pathLst>
                <a:path w="80" h="70">
                  <a:moveTo>
                    <a:pt x="80" y="66"/>
                  </a:moveTo>
                  <a:lnTo>
                    <a:pt x="79" y="33"/>
                  </a:lnTo>
                  <a:lnTo>
                    <a:pt x="77" y="0"/>
                  </a:lnTo>
                  <a:lnTo>
                    <a:pt x="0" y="4"/>
                  </a:lnTo>
                  <a:lnTo>
                    <a:pt x="1" y="37"/>
                  </a:lnTo>
                  <a:lnTo>
                    <a:pt x="2" y="70"/>
                  </a:lnTo>
                  <a:lnTo>
                    <a:pt x="8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23" name=""/>
            <p:cNvSpPr/>
            <p:nvPr/>
          </p:nvSpPr>
          <p:spPr>
            <a:xfrm rot="0">
              <a:off x="3511" y="682"/>
              <a:ext cx="20" cy="17"/>
            </a:xfrm>
            <a:custGeom>
              <a:avLst/>
              <a:ahLst/>
              <a:rect l="0" t="0" r="r" b="b"/>
              <a:pathLst>
                <a:path w="80" h="70">
                  <a:moveTo>
                    <a:pt x="80" y="66"/>
                  </a:moveTo>
                  <a:lnTo>
                    <a:pt x="79" y="33"/>
                  </a:lnTo>
                  <a:lnTo>
                    <a:pt x="77" y="0"/>
                  </a:lnTo>
                  <a:lnTo>
                    <a:pt x="0" y="4"/>
                  </a:lnTo>
                  <a:lnTo>
                    <a:pt x="1" y="37"/>
                  </a:lnTo>
                  <a:lnTo>
                    <a:pt x="2" y="70"/>
                  </a:lnTo>
                  <a:lnTo>
                    <a:pt x="8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24" name=""/>
            <p:cNvSpPr/>
            <p:nvPr/>
          </p:nvSpPr>
          <p:spPr>
            <a:xfrm rot="0">
              <a:off x="3511" y="683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25" name=""/>
            <p:cNvSpPr/>
            <p:nvPr/>
          </p:nvSpPr>
          <p:spPr>
            <a:xfrm rot="0" flipH="1">
              <a:off x="3511" y="6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26" name=""/>
            <p:cNvSpPr/>
            <p:nvPr/>
          </p:nvSpPr>
          <p:spPr>
            <a:xfrm rot="0">
              <a:off x="3491" y="683"/>
              <a:ext cx="21" cy="18"/>
            </a:xfrm>
            <a:custGeom>
              <a:avLst/>
              <a:ahLst/>
              <a:rect l="0" t="0" r="r" b="b"/>
              <a:pathLst>
                <a:path w="84" h="74">
                  <a:moveTo>
                    <a:pt x="84" y="66"/>
                  </a:moveTo>
                  <a:lnTo>
                    <a:pt x="80" y="33"/>
                  </a:lnTo>
                  <a:lnTo>
                    <a:pt x="76" y="0"/>
                  </a:lnTo>
                  <a:lnTo>
                    <a:pt x="0" y="8"/>
                  </a:lnTo>
                  <a:lnTo>
                    <a:pt x="4" y="41"/>
                  </a:lnTo>
                  <a:lnTo>
                    <a:pt x="8" y="74"/>
                  </a:lnTo>
                  <a:lnTo>
                    <a:pt x="8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27" name=""/>
            <p:cNvSpPr/>
            <p:nvPr/>
          </p:nvSpPr>
          <p:spPr>
            <a:xfrm rot="0">
              <a:off x="3491" y="683"/>
              <a:ext cx="21" cy="18"/>
            </a:xfrm>
            <a:custGeom>
              <a:avLst/>
              <a:ahLst/>
              <a:rect l="0" t="0" r="r" b="b"/>
              <a:pathLst>
                <a:path w="84" h="74">
                  <a:moveTo>
                    <a:pt x="84" y="66"/>
                  </a:moveTo>
                  <a:lnTo>
                    <a:pt x="80" y="33"/>
                  </a:lnTo>
                  <a:lnTo>
                    <a:pt x="76" y="0"/>
                  </a:lnTo>
                  <a:lnTo>
                    <a:pt x="0" y="8"/>
                  </a:lnTo>
                  <a:lnTo>
                    <a:pt x="4" y="41"/>
                  </a:lnTo>
                  <a:lnTo>
                    <a:pt x="8" y="74"/>
                  </a:lnTo>
                  <a:lnTo>
                    <a:pt x="8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28" name=""/>
            <p:cNvSpPr/>
            <p:nvPr/>
          </p:nvSpPr>
          <p:spPr>
            <a:xfrm rot="0">
              <a:off x="3491" y="685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29" name=""/>
            <p:cNvSpPr/>
            <p:nvPr/>
          </p:nvSpPr>
          <p:spPr>
            <a:xfrm rot="0">
              <a:off x="3491" y="6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30" name=""/>
            <p:cNvSpPr/>
            <p:nvPr/>
          </p:nvSpPr>
          <p:spPr>
            <a:xfrm rot="0">
              <a:off x="3472" y="685"/>
              <a:ext cx="21" cy="19"/>
            </a:xfrm>
            <a:custGeom>
              <a:avLst/>
              <a:ahLst/>
              <a:rect l="0" t="0" r="r" b="b"/>
              <a:pathLst>
                <a:path w="86" h="77">
                  <a:moveTo>
                    <a:pt x="86" y="66"/>
                  </a:moveTo>
                  <a:lnTo>
                    <a:pt x="82" y="33"/>
                  </a:lnTo>
                  <a:lnTo>
                    <a:pt x="78" y="0"/>
                  </a:lnTo>
                  <a:lnTo>
                    <a:pt x="0" y="11"/>
                  </a:lnTo>
                  <a:lnTo>
                    <a:pt x="4" y="44"/>
                  </a:lnTo>
                  <a:lnTo>
                    <a:pt x="8" y="77"/>
                  </a:lnTo>
                  <a:lnTo>
                    <a:pt x="8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31" name=""/>
            <p:cNvSpPr/>
            <p:nvPr/>
          </p:nvSpPr>
          <p:spPr>
            <a:xfrm rot="0">
              <a:off x="3472" y="685"/>
              <a:ext cx="21" cy="19"/>
            </a:xfrm>
            <a:custGeom>
              <a:avLst/>
              <a:ahLst/>
              <a:rect l="0" t="0" r="r" b="b"/>
              <a:pathLst>
                <a:path w="86" h="77">
                  <a:moveTo>
                    <a:pt x="86" y="66"/>
                  </a:moveTo>
                  <a:lnTo>
                    <a:pt x="82" y="33"/>
                  </a:lnTo>
                  <a:lnTo>
                    <a:pt x="78" y="0"/>
                  </a:lnTo>
                  <a:lnTo>
                    <a:pt x="0" y="11"/>
                  </a:lnTo>
                  <a:lnTo>
                    <a:pt x="4" y="44"/>
                  </a:lnTo>
                  <a:lnTo>
                    <a:pt x="8" y="77"/>
                  </a:lnTo>
                  <a:lnTo>
                    <a:pt x="8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32" name=""/>
            <p:cNvSpPr/>
            <p:nvPr/>
          </p:nvSpPr>
          <p:spPr>
            <a:xfrm rot="0">
              <a:off x="3472" y="687"/>
              <a:ext cx="1" cy="9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33" name=""/>
            <p:cNvSpPr/>
            <p:nvPr/>
          </p:nvSpPr>
          <p:spPr>
            <a:xfrm rot="0" flipH="1">
              <a:off x="3472" y="6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34" name=""/>
            <p:cNvSpPr/>
            <p:nvPr/>
          </p:nvSpPr>
          <p:spPr>
            <a:xfrm rot="0">
              <a:off x="3453" y="687"/>
              <a:ext cx="21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87" y="66"/>
                  </a:moveTo>
                  <a:lnTo>
                    <a:pt x="81" y="33"/>
                  </a:lnTo>
                  <a:lnTo>
                    <a:pt x="76" y="0"/>
                  </a:lnTo>
                  <a:lnTo>
                    <a:pt x="0" y="13"/>
                  </a:lnTo>
                  <a:lnTo>
                    <a:pt x="5" y="46"/>
                  </a:lnTo>
                  <a:lnTo>
                    <a:pt x="10" y="79"/>
                  </a:lnTo>
                  <a:lnTo>
                    <a:pt x="8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35" name=""/>
            <p:cNvSpPr/>
            <p:nvPr/>
          </p:nvSpPr>
          <p:spPr>
            <a:xfrm rot="0">
              <a:off x="3453" y="687"/>
              <a:ext cx="21" cy="20"/>
            </a:xfrm>
            <a:custGeom>
              <a:avLst/>
              <a:ahLst/>
              <a:rect l="0" t="0" r="r" b="b"/>
              <a:pathLst>
                <a:path w="87" h="79">
                  <a:moveTo>
                    <a:pt x="87" y="66"/>
                  </a:moveTo>
                  <a:lnTo>
                    <a:pt x="81" y="33"/>
                  </a:lnTo>
                  <a:lnTo>
                    <a:pt x="76" y="0"/>
                  </a:lnTo>
                  <a:lnTo>
                    <a:pt x="0" y="13"/>
                  </a:lnTo>
                  <a:lnTo>
                    <a:pt x="5" y="46"/>
                  </a:lnTo>
                  <a:lnTo>
                    <a:pt x="10" y="79"/>
                  </a:lnTo>
                  <a:lnTo>
                    <a:pt x="8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36" name=""/>
            <p:cNvSpPr/>
            <p:nvPr/>
          </p:nvSpPr>
          <p:spPr>
            <a:xfrm rot="0">
              <a:off x="3452" y="691"/>
              <a:ext cx="2" cy="8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37" name=""/>
            <p:cNvSpPr/>
            <p:nvPr/>
          </p:nvSpPr>
          <p:spPr>
            <a:xfrm rot="0" flipH="1">
              <a:off x="3452" y="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38" name=""/>
            <p:cNvSpPr/>
            <p:nvPr/>
          </p:nvSpPr>
          <p:spPr>
            <a:xfrm rot="0">
              <a:off x="3434" y="691"/>
              <a:ext cx="22" cy="20"/>
            </a:xfrm>
            <a:custGeom>
              <a:avLst/>
              <a:ahLst/>
              <a:rect l="0" t="0" r="r" b="b"/>
              <a:pathLst>
                <a:path w="88" h="81">
                  <a:moveTo>
                    <a:pt x="88" y="66"/>
                  </a:moveTo>
                  <a:lnTo>
                    <a:pt x="81" y="33"/>
                  </a:lnTo>
                  <a:lnTo>
                    <a:pt x="74" y="0"/>
                  </a:lnTo>
                  <a:lnTo>
                    <a:pt x="0" y="16"/>
                  </a:lnTo>
                  <a:lnTo>
                    <a:pt x="6" y="49"/>
                  </a:lnTo>
                  <a:lnTo>
                    <a:pt x="13" y="81"/>
                  </a:lnTo>
                  <a:lnTo>
                    <a:pt x="8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39" name=""/>
            <p:cNvSpPr/>
            <p:nvPr/>
          </p:nvSpPr>
          <p:spPr>
            <a:xfrm rot="0">
              <a:off x="3434" y="691"/>
              <a:ext cx="22" cy="20"/>
            </a:xfrm>
            <a:custGeom>
              <a:avLst/>
              <a:ahLst/>
              <a:rect l="0" t="0" r="r" b="b"/>
              <a:pathLst>
                <a:path w="88" h="81">
                  <a:moveTo>
                    <a:pt x="88" y="66"/>
                  </a:moveTo>
                  <a:lnTo>
                    <a:pt x="81" y="33"/>
                  </a:lnTo>
                  <a:lnTo>
                    <a:pt x="74" y="0"/>
                  </a:lnTo>
                  <a:lnTo>
                    <a:pt x="0" y="16"/>
                  </a:lnTo>
                  <a:lnTo>
                    <a:pt x="6" y="49"/>
                  </a:lnTo>
                  <a:lnTo>
                    <a:pt x="13" y="81"/>
                  </a:lnTo>
                  <a:lnTo>
                    <a:pt x="8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40" name=""/>
            <p:cNvSpPr/>
            <p:nvPr/>
          </p:nvSpPr>
          <p:spPr>
            <a:xfrm rot="0">
              <a:off x="3433" y="695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41" name=""/>
            <p:cNvSpPr/>
            <p:nvPr/>
          </p:nvSpPr>
          <p:spPr>
            <a:xfrm rot="0" flipH="1">
              <a:off x="3433" y="6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42" name=""/>
            <p:cNvSpPr/>
            <p:nvPr/>
          </p:nvSpPr>
          <p:spPr>
            <a:xfrm rot="0">
              <a:off x="3415" y="695"/>
              <a:ext cx="22" cy="21"/>
            </a:xfrm>
            <a:custGeom>
              <a:avLst/>
              <a:ahLst/>
              <a:rect l="0" t="0" r="r" b="b"/>
              <a:pathLst>
                <a:path w="91" h="84">
                  <a:moveTo>
                    <a:pt x="91" y="65"/>
                  </a:moveTo>
                  <a:lnTo>
                    <a:pt x="83" y="33"/>
                  </a:lnTo>
                  <a:lnTo>
                    <a:pt x="75" y="0"/>
                  </a:lnTo>
                  <a:lnTo>
                    <a:pt x="0" y="18"/>
                  </a:lnTo>
                  <a:lnTo>
                    <a:pt x="8" y="51"/>
                  </a:lnTo>
                  <a:lnTo>
                    <a:pt x="16" y="84"/>
                  </a:lnTo>
                  <a:lnTo>
                    <a:pt x="91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43" name=""/>
            <p:cNvSpPr/>
            <p:nvPr/>
          </p:nvSpPr>
          <p:spPr>
            <a:xfrm rot="0">
              <a:off x="3415" y="695"/>
              <a:ext cx="22" cy="21"/>
            </a:xfrm>
            <a:custGeom>
              <a:avLst/>
              <a:ahLst/>
              <a:rect l="0" t="0" r="r" b="b"/>
              <a:pathLst>
                <a:path w="91" h="84">
                  <a:moveTo>
                    <a:pt x="91" y="65"/>
                  </a:moveTo>
                  <a:lnTo>
                    <a:pt x="83" y="33"/>
                  </a:lnTo>
                  <a:lnTo>
                    <a:pt x="75" y="0"/>
                  </a:lnTo>
                  <a:lnTo>
                    <a:pt x="0" y="18"/>
                  </a:lnTo>
                  <a:lnTo>
                    <a:pt x="8" y="51"/>
                  </a:lnTo>
                  <a:lnTo>
                    <a:pt x="16" y="84"/>
                  </a:lnTo>
                  <a:lnTo>
                    <a:pt x="91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44" name=""/>
            <p:cNvSpPr/>
            <p:nvPr/>
          </p:nvSpPr>
          <p:spPr>
            <a:xfrm rot="0">
              <a:off x="3414" y="699"/>
              <a:ext cx="3" cy="9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45" name=""/>
            <p:cNvSpPr/>
            <p:nvPr/>
          </p:nvSpPr>
          <p:spPr>
            <a:xfrm rot="0" flipH="1">
              <a:off x="3414" y="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46" name=""/>
            <p:cNvSpPr/>
            <p:nvPr/>
          </p:nvSpPr>
          <p:spPr>
            <a:xfrm rot="0">
              <a:off x="3396" y="700"/>
              <a:ext cx="23" cy="21"/>
            </a:xfrm>
            <a:custGeom>
              <a:avLst/>
              <a:ahLst/>
              <a:rect l="0" t="0" r="r" b="b"/>
              <a:pathLst>
                <a:path w="93" h="86">
                  <a:moveTo>
                    <a:pt x="93" y="64"/>
                  </a:moveTo>
                  <a:lnTo>
                    <a:pt x="84" y="32"/>
                  </a:lnTo>
                  <a:lnTo>
                    <a:pt x="75" y="0"/>
                  </a:lnTo>
                  <a:lnTo>
                    <a:pt x="0" y="23"/>
                  </a:lnTo>
                  <a:lnTo>
                    <a:pt x="9" y="54"/>
                  </a:lnTo>
                  <a:lnTo>
                    <a:pt x="18" y="86"/>
                  </a:lnTo>
                  <a:lnTo>
                    <a:pt x="9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47" name=""/>
            <p:cNvSpPr/>
            <p:nvPr/>
          </p:nvSpPr>
          <p:spPr>
            <a:xfrm rot="0">
              <a:off x="3396" y="700"/>
              <a:ext cx="23" cy="21"/>
            </a:xfrm>
            <a:custGeom>
              <a:avLst/>
              <a:ahLst/>
              <a:rect l="0" t="0" r="r" b="b"/>
              <a:pathLst>
                <a:path w="93" h="86">
                  <a:moveTo>
                    <a:pt x="93" y="64"/>
                  </a:moveTo>
                  <a:lnTo>
                    <a:pt x="84" y="32"/>
                  </a:lnTo>
                  <a:lnTo>
                    <a:pt x="75" y="0"/>
                  </a:lnTo>
                  <a:lnTo>
                    <a:pt x="0" y="23"/>
                  </a:lnTo>
                  <a:lnTo>
                    <a:pt x="9" y="54"/>
                  </a:lnTo>
                  <a:lnTo>
                    <a:pt x="18" y="86"/>
                  </a:lnTo>
                  <a:lnTo>
                    <a:pt x="93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48" name=""/>
            <p:cNvSpPr/>
            <p:nvPr/>
          </p:nvSpPr>
          <p:spPr>
            <a:xfrm rot="0">
              <a:off x="3395" y="705"/>
              <a:ext cx="3" cy="8"/>
            </a:xfrm>
            <a:custGeom>
              <a:avLst/>
              <a:ahLst/>
              <a:rect l="0" t="0" r="r" b="b"/>
              <a:pathLst>
                <a:path w="10" h="31">
                  <a:moveTo>
                    <a:pt x="10" y="3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49" name=""/>
            <p:cNvSpPr/>
            <p:nvPr/>
          </p:nvSpPr>
          <p:spPr>
            <a:xfrm rot="0" flipH="1">
              <a:off x="3395" y="7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50" name=""/>
            <p:cNvSpPr/>
            <p:nvPr/>
          </p:nvSpPr>
          <p:spPr>
            <a:xfrm rot="0">
              <a:off x="3377" y="705"/>
              <a:ext cx="23" cy="22"/>
            </a:xfrm>
            <a:custGeom>
              <a:avLst/>
              <a:ahLst/>
              <a:rect l="0" t="0" r="r" b="b"/>
              <a:pathLst>
                <a:path w="94" h="88">
                  <a:moveTo>
                    <a:pt x="94" y="63"/>
                  </a:moveTo>
                  <a:lnTo>
                    <a:pt x="83" y="31"/>
                  </a:lnTo>
                  <a:lnTo>
                    <a:pt x="73" y="0"/>
                  </a:lnTo>
                  <a:lnTo>
                    <a:pt x="0" y="25"/>
                  </a:lnTo>
                  <a:lnTo>
                    <a:pt x="11" y="56"/>
                  </a:lnTo>
                  <a:lnTo>
                    <a:pt x="22" y="88"/>
                  </a:lnTo>
                  <a:lnTo>
                    <a:pt x="9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51" name=""/>
            <p:cNvSpPr/>
            <p:nvPr/>
          </p:nvSpPr>
          <p:spPr>
            <a:xfrm rot="0">
              <a:off x="3377" y="705"/>
              <a:ext cx="23" cy="22"/>
            </a:xfrm>
            <a:custGeom>
              <a:avLst/>
              <a:ahLst/>
              <a:rect l="0" t="0" r="r" b="b"/>
              <a:pathLst>
                <a:path w="94" h="88">
                  <a:moveTo>
                    <a:pt x="94" y="63"/>
                  </a:moveTo>
                  <a:lnTo>
                    <a:pt x="83" y="31"/>
                  </a:lnTo>
                  <a:lnTo>
                    <a:pt x="73" y="0"/>
                  </a:lnTo>
                  <a:lnTo>
                    <a:pt x="0" y="25"/>
                  </a:lnTo>
                  <a:lnTo>
                    <a:pt x="11" y="56"/>
                  </a:lnTo>
                  <a:lnTo>
                    <a:pt x="22" y="88"/>
                  </a:lnTo>
                  <a:lnTo>
                    <a:pt x="9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52" name=""/>
            <p:cNvSpPr/>
            <p:nvPr/>
          </p:nvSpPr>
          <p:spPr>
            <a:xfrm rot="0">
              <a:off x="3377" y="711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12" y="3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53" name=""/>
            <p:cNvSpPr/>
            <p:nvPr/>
          </p:nvSpPr>
          <p:spPr>
            <a:xfrm rot="0" flipH="1">
              <a:off x="3377" y="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54" name=""/>
            <p:cNvSpPr/>
            <p:nvPr/>
          </p:nvSpPr>
          <p:spPr>
            <a:xfrm rot="0">
              <a:off x="3359" y="71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96" y="63"/>
                  </a:moveTo>
                  <a:lnTo>
                    <a:pt x="84" y="31"/>
                  </a:lnTo>
                  <a:lnTo>
                    <a:pt x="72" y="0"/>
                  </a:lnTo>
                  <a:lnTo>
                    <a:pt x="0" y="27"/>
                  </a:lnTo>
                  <a:lnTo>
                    <a:pt x="12" y="59"/>
                  </a:lnTo>
                  <a:lnTo>
                    <a:pt x="24" y="90"/>
                  </a:lnTo>
                  <a:lnTo>
                    <a:pt x="9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55" name=""/>
            <p:cNvSpPr/>
            <p:nvPr/>
          </p:nvSpPr>
          <p:spPr>
            <a:xfrm rot="0">
              <a:off x="3359" y="711"/>
              <a:ext cx="24" cy="23"/>
            </a:xfrm>
            <a:custGeom>
              <a:avLst/>
              <a:ahLst/>
              <a:rect l="0" t="0" r="r" b="b"/>
              <a:pathLst>
                <a:path w="96" h="90">
                  <a:moveTo>
                    <a:pt x="96" y="63"/>
                  </a:moveTo>
                  <a:lnTo>
                    <a:pt x="84" y="31"/>
                  </a:lnTo>
                  <a:lnTo>
                    <a:pt x="72" y="0"/>
                  </a:lnTo>
                  <a:lnTo>
                    <a:pt x="0" y="27"/>
                  </a:lnTo>
                  <a:lnTo>
                    <a:pt x="12" y="59"/>
                  </a:lnTo>
                  <a:lnTo>
                    <a:pt x="24" y="90"/>
                  </a:lnTo>
                  <a:lnTo>
                    <a:pt x="9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56" name=""/>
            <p:cNvSpPr/>
            <p:nvPr/>
          </p:nvSpPr>
          <p:spPr>
            <a:xfrm rot="0">
              <a:off x="3358" y="718"/>
              <a:ext cx="4" cy="8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57" name=""/>
            <p:cNvSpPr/>
            <p:nvPr/>
          </p:nvSpPr>
          <p:spPr>
            <a:xfrm rot="0" flipH="1">
              <a:off x="3358" y="7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58" name=""/>
            <p:cNvSpPr/>
            <p:nvPr/>
          </p:nvSpPr>
          <p:spPr>
            <a:xfrm rot="0">
              <a:off x="3341" y="719"/>
              <a:ext cx="24" cy="22"/>
            </a:xfrm>
            <a:custGeom>
              <a:avLst/>
              <a:ahLst/>
              <a:rect l="0" t="0" r="r" b="b"/>
              <a:pathLst>
                <a:path w="97" h="90">
                  <a:moveTo>
                    <a:pt x="97" y="60"/>
                  </a:moveTo>
                  <a:lnTo>
                    <a:pt x="84" y="30"/>
                  </a:lnTo>
                  <a:lnTo>
                    <a:pt x="71" y="0"/>
                  </a:lnTo>
                  <a:lnTo>
                    <a:pt x="0" y="30"/>
                  </a:lnTo>
                  <a:lnTo>
                    <a:pt x="13" y="60"/>
                  </a:lnTo>
                  <a:lnTo>
                    <a:pt x="26" y="90"/>
                  </a:lnTo>
                  <a:lnTo>
                    <a:pt x="9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59" name=""/>
            <p:cNvSpPr/>
            <p:nvPr/>
          </p:nvSpPr>
          <p:spPr>
            <a:xfrm rot="0">
              <a:off x="3341" y="719"/>
              <a:ext cx="24" cy="22"/>
            </a:xfrm>
            <a:custGeom>
              <a:avLst/>
              <a:ahLst/>
              <a:rect l="0" t="0" r="r" b="b"/>
              <a:pathLst>
                <a:path w="97" h="90">
                  <a:moveTo>
                    <a:pt x="97" y="60"/>
                  </a:moveTo>
                  <a:lnTo>
                    <a:pt x="84" y="30"/>
                  </a:lnTo>
                  <a:lnTo>
                    <a:pt x="71" y="0"/>
                  </a:lnTo>
                  <a:lnTo>
                    <a:pt x="0" y="30"/>
                  </a:lnTo>
                  <a:lnTo>
                    <a:pt x="13" y="60"/>
                  </a:lnTo>
                  <a:lnTo>
                    <a:pt x="26" y="90"/>
                  </a:lnTo>
                  <a:lnTo>
                    <a:pt x="9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60" name=""/>
            <p:cNvSpPr/>
            <p:nvPr/>
          </p:nvSpPr>
          <p:spPr>
            <a:xfrm rot="0">
              <a:off x="3340" y="726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61" name=""/>
            <p:cNvSpPr/>
            <p:nvPr/>
          </p:nvSpPr>
          <p:spPr>
            <a:xfrm rot="0" flipH="1">
              <a:off x="3340" y="7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62" name=""/>
            <p:cNvSpPr/>
            <p:nvPr/>
          </p:nvSpPr>
          <p:spPr>
            <a:xfrm rot="0">
              <a:off x="3323" y="726"/>
              <a:ext cx="25" cy="24"/>
            </a:xfrm>
            <a:custGeom>
              <a:avLst/>
              <a:ahLst/>
              <a:rect l="0" t="0" r="r" b="b"/>
              <a:pathLst>
                <a:path w="100" h="93">
                  <a:moveTo>
                    <a:pt x="100" y="60"/>
                  </a:moveTo>
                  <a:lnTo>
                    <a:pt x="86" y="30"/>
                  </a:lnTo>
                  <a:lnTo>
                    <a:pt x="71" y="0"/>
                  </a:lnTo>
                  <a:lnTo>
                    <a:pt x="0" y="33"/>
                  </a:lnTo>
                  <a:lnTo>
                    <a:pt x="15" y="63"/>
                  </a:lnTo>
                  <a:lnTo>
                    <a:pt x="29" y="93"/>
                  </a:lnTo>
                  <a:lnTo>
                    <a:pt x="10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63" name=""/>
            <p:cNvSpPr/>
            <p:nvPr/>
          </p:nvSpPr>
          <p:spPr>
            <a:xfrm rot="0">
              <a:off x="3323" y="726"/>
              <a:ext cx="25" cy="24"/>
            </a:xfrm>
            <a:custGeom>
              <a:avLst/>
              <a:ahLst/>
              <a:rect l="0" t="0" r="r" b="b"/>
              <a:pathLst>
                <a:path w="100" h="93">
                  <a:moveTo>
                    <a:pt x="100" y="60"/>
                  </a:moveTo>
                  <a:lnTo>
                    <a:pt x="86" y="30"/>
                  </a:lnTo>
                  <a:lnTo>
                    <a:pt x="71" y="0"/>
                  </a:lnTo>
                  <a:lnTo>
                    <a:pt x="0" y="33"/>
                  </a:lnTo>
                  <a:lnTo>
                    <a:pt x="15" y="63"/>
                  </a:lnTo>
                  <a:lnTo>
                    <a:pt x="29" y="93"/>
                  </a:lnTo>
                  <a:lnTo>
                    <a:pt x="10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64" name=""/>
            <p:cNvSpPr/>
            <p:nvPr/>
          </p:nvSpPr>
          <p:spPr>
            <a:xfrm rot="0">
              <a:off x="3322" y="734"/>
              <a:ext cx="4" cy="8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65" name=""/>
            <p:cNvSpPr/>
            <p:nvPr/>
          </p:nvSpPr>
          <p:spPr>
            <a:xfrm rot="0" flipH="1">
              <a:off x="3322" y="7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66" name=""/>
            <p:cNvSpPr/>
            <p:nvPr/>
          </p:nvSpPr>
          <p:spPr>
            <a:xfrm rot="0">
              <a:off x="3305" y="734"/>
              <a:ext cx="25" cy="24"/>
            </a:xfrm>
            <a:custGeom>
              <a:avLst/>
              <a:ahLst/>
              <a:rect l="0" t="0" r="r" b="b"/>
              <a:pathLst>
                <a:path w="100" h="96">
                  <a:moveTo>
                    <a:pt x="100" y="60"/>
                  </a:moveTo>
                  <a:lnTo>
                    <a:pt x="84" y="30"/>
                  </a:lnTo>
                  <a:lnTo>
                    <a:pt x="68" y="0"/>
                  </a:lnTo>
                  <a:lnTo>
                    <a:pt x="0" y="35"/>
                  </a:lnTo>
                  <a:lnTo>
                    <a:pt x="15" y="66"/>
                  </a:lnTo>
                  <a:lnTo>
                    <a:pt x="31" y="96"/>
                  </a:lnTo>
                  <a:lnTo>
                    <a:pt x="10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67" name=""/>
            <p:cNvSpPr/>
            <p:nvPr/>
          </p:nvSpPr>
          <p:spPr>
            <a:xfrm rot="0">
              <a:off x="3305" y="734"/>
              <a:ext cx="25" cy="24"/>
            </a:xfrm>
            <a:custGeom>
              <a:avLst/>
              <a:ahLst/>
              <a:rect l="0" t="0" r="r" b="b"/>
              <a:pathLst>
                <a:path w="100" h="96">
                  <a:moveTo>
                    <a:pt x="100" y="60"/>
                  </a:moveTo>
                  <a:lnTo>
                    <a:pt x="84" y="30"/>
                  </a:lnTo>
                  <a:lnTo>
                    <a:pt x="68" y="0"/>
                  </a:lnTo>
                  <a:lnTo>
                    <a:pt x="0" y="35"/>
                  </a:lnTo>
                  <a:lnTo>
                    <a:pt x="15" y="66"/>
                  </a:lnTo>
                  <a:lnTo>
                    <a:pt x="31" y="96"/>
                  </a:lnTo>
                  <a:lnTo>
                    <a:pt x="10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68" name=""/>
            <p:cNvSpPr/>
            <p:nvPr/>
          </p:nvSpPr>
          <p:spPr>
            <a:xfrm rot="0">
              <a:off x="3305" y="743"/>
              <a:ext cx="4" cy="8"/>
            </a:xfrm>
            <a:custGeom>
              <a:avLst/>
              <a:ahLst/>
              <a:rect l="0" t="0" r="r" b="b"/>
              <a:pathLst>
                <a:path w="17" h="31">
                  <a:moveTo>
                    <a:pt x="17" y="3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7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69" name=""/>
            <p:cNvSpPr/>
            <p:nvPr/>
          </p:nvSpPr>
          <p:spPr>
            <a:xfrm rot="0" flipH="1">
              <a:off x="3305" y="7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70" name=""/>
            <p:cNvSpPr/>
            <p:nvPr/>
          </p:nvSpPr>
          <p:spPr>
            <a:xfrm rot="0">
              <a:off x="3288" y="744"/>
              <a:ext cx="25" cy="24"/>
            </a:xfrm>
            <a:custGeom>
              <a:avLst/>
              <a:ahLst/>
              <a:rect l="0" t="0" r="r" b="b"/>
              <a:pathLst>
                <a:path w="102" h="96">
                  <a:moveTo>
                    <a:pt x="102" y="57"/>
                  </a:moveTo>
                  <a:lnTo>
                    <a:pt x="84" y="29"/>
                  </a:lnTo>
                  <a:lnTo>
                    <a:pt x="67" y="0"/>
                  </a:lnTo>
                  <a:lnTo>
                    <a:pt x="0" y="38"/>
                  </a:lnTo>
                  <a:lnTo>
                    <a:pt x="17" y="67"/>
                  </a:lnTo>
                  <a:lnTo>
                    <a:pt x="35" y="96"/>
                  </a:lnTo>
                  <a:lnTo>
                    <a:pt x="102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71" name=""/>
            <p:cNvSpPr/>
            <p:nvPr/>
          </p:nvSpPr>
          <p:spPr>
            <a:xfrm rot="0">
              <a:off x="3288" y="744"/>
              <a:ext cx="25" cy="24"/>
            </a:xfrm>
            <a:custGeom>
              <a:avLst/>
              <a:ahLst/>
              <a:rect l="0" t="0" r="r" b="b"/>
              <a:pathLst>
                <a:path w="102" h="96">
                  <a:moveTo>
                    <a:pt x="102" y="57"/>
                  </a:moveTo>
                  <a:lnTo>
                    <a:pt x="84" y="29"/>
                  </a:lnTo>
                  <a:lnTo>
                    <a:pt x="67" y="0"/>
                  </a:lnTo>
                  <a:lnTo>
                    <a:pt x="0" y="38"/>
                  </a:lnTo>
                  <a:lnTo>
                    <a:pt x="17" y="67"/>
                  </a:lnTo>
                  <a:lnTo>
                    <a:pt x="35" y="96"/>
                  </a:lnTo>
                  <a:lnTo>
                    <a:pt x="102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72" name=""/>
            <p:cNvSpPr/>
            <p:nvPr/>
          </p:nvSpPr>
          <p:spPr>
            <a:xfrm rot="0">
              <a:off x="3288" y="753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73" name=""/>
            <p:cNvSpPr/>
            <p:nvPr/>
          </p:nvSpPr>
          <p:spPr>
            <a:xfrm rot="0">
              <a:off x="3288" y="7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74" name=""/>
            <p:cNvSpPr/>
            <p:nvPr/>
          </p:nvSpPr>
          <p:spPr>
            <a:xfrm rot="0">
              <a:off x="3272" y="75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100" y="58"/>
                  </a:moveTo>
                  <a:lnTo>
                    <a:pt x="82" y="29"/>
                  </a:lnTo>
                  <a:lnTo>
                    <a:pt x="65" y="0"/>
                  </a:lnTo>
                  <a:lnTo>
                    <a:pt x="0" y="40"/>
                  </a:lnTo>
                  <a:lnTo>
                    <a:pt x="17" y="69"/>
                  </a:lnTo>
                  <a:lnTo>
                    <a:pt x="34" y="98"/>
                  </a:lnTo>
                  <a:lnTo>
                    <a:pt x="10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75" name=""/>
            <p:cNvSpPr/>
            <p:nvPr/>
          </p:nvSpPr>
          <p:spPr>
            <a:xfrm rot="0">
              <a:off x="3272" y="753"/>
              <a:ext cx="25" cy="25"/>
            </a:xfrm>
            <a:custGeom>
              <a:avLst/>
              <a:ahLst/>
              <a:rect l="0" t="0" r="r" b="b"/>
              <a:pathLst>
                <a:path w="100" h="98">
                  <a:moveTo>
                    <a:pt x="100" y="58"/>
                  </a:moveTo>
                  <a:lnTo>
                    <a:pt x="82" y="29"/>
                  </a:lnTo>
                  <a:lnTo>
                    <a:pt x="65" y="0"/>
                  </a:lnTo>
                  <a:lnTo>
                    <a:pt x="0" y="40"/>
                  </a:lnTo>
                  <a:lnTo>
                    <a:pt x="17" y="69"/>
                  </a:lnTo>
                  <a:lnTo>
                    <a:pt x="34" y="98"/>
                  </a:lnTo>
                  <a:lnTo>
                    <a:pt x="10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76" name=""/>
            <p:cNvSpPr/>
            <p:nvPr/>
          </p:nvSpPr>
          <p:spPr>
            <a:xfrm rot="0">
              <a:off x="3271" y="763"/>
              <a:ext cx="5" cy="8"/>
            </a:xfrm>
            <a:custGeom>
              <a:avLst/>
              <a:ahLst/>
              <a:rect l="0" t="0" r="r" b="b"/>
              <a:pathLst>
                <a:path w="19" h="29">
                  <a:moveTo>
                    <a:pt x="19" y="2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77" name=""/>
            <p:cNvSpPr/>
            <p:nvPr/>
          </p:nvSpPr>
          <p:spPr>
            <a:xfrm rot="0" flipH="1">
              <a:off x="3271" y="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78" name=""/>
            <p:cNvSpPr/>
            <p:nvPr/>
          </p:nvSpPr>
          <p:spPr>
            <a:xfrm rot="0">
              <a:off x="3255" y="764"/>
              <a:ext cx="26" cy="24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5"/>
                  </a:moveTo>
                  <a:lnTo>
                    <a:pt x="83" y="27"/>
                  </a:lnTo>
                  <a:lnTo>
                    <a:pt x="64" y="0"/>
                  </a:lnTo>
                  <a:lnTo>
                    <a:pt x="0" y="43"/>
                  </a:lnTo>
                  <a:lnTo>
                    <a:pt x="18" y="71"/>
                  </a:lnTo>
                  <a:lnTo>
                    <a:pt x="37" y="98"/>
                  </a:lnTo>
                  <a:lnTo>
                    <a:pt x="10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79" name=""/>
            <p:cNvSpPr/>
            <p:nvPr/>
          </p:nvSpPr>
          <p:spPr>
            <a:xfrm rot="0">
              <a:off x="3255" y="764"/>
              <a:ext cx="26" cy="24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5"/>
                  </a:moveTo>
                  <a:lnTo>
                    <a:pt x="83" y="27"/>
                  </a:lnTo>
                  <a:lnTo>
                    <a:pt x="64" y="0"/>
                  </a:lnTo>
                  <a:lnTo>
                    <a:pt x="0" y="43"/>
                  </a:lnTo>
                  <a:lnTo>
                    <a:pt x="18" y="71"/>
                  </a:lnTo>
                  <a:lnTo>
                    <a:pt x="37" y="98"/>
                  </a:lnTo>
                  <a:lnTo>
                    <a:pt x="10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80" name=""/>
            <p:cNvSpPr/>
            <p:nvPr/>
          </p:nvSpPr>
          <p:spPr>
            <a:xfrm rot="0">
              <a:off x="3255" y="775"/>
              <a:ext cx="5" cy="6"/>
            </a:xfrm>
            <a:custGeom>
              <a:avLst/>
              <a:ahLst/>
              <a:rect l="0" t="0" r="r" b="b"/>
              <a:pathLst>
                <a:path w="19" h="28">
                  <a:moveTo>
                    <a:pt x="19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81" name=""/>
            <p:cNvSpPr/>
            <p:nvPr/>
          </p:nvSpPr>
          <p:spPr>
            <a:xfrm rot="0" flipH="1">
              <a:off x="3255" y="7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82" name=""/>
            <p:cNvSpPr/>
            <p:nvPr/>
          </p:nvSpPr>
          <p:spPr>
            <a:xfrm rot="0">
              <a:off x="3239" y="775"/>
              <a:ext cx="26" cy="25"/>
            </a:xfrm>
            <a:custGeom>
              <a:avLst/>
              <a:ahLst/>
              <a:rect l="0" t="0" r="r" b="b"/>
              <a:pathLst>
                <a:path w="101" h="99">
                  <a:moveTo>
                    <a:pt x="101" y="53"/>
                  </a:moveTo>
                  <a:lnTo>
                    <a:pt x="81" y="27"/>
                  </a:lnTo>
                  <a:lnTo>
                    <a:pt x="62" y="0"/>
                  </a:lnTo>
                  <a:lnTo>
                    <a:pt x="0" y="46"/>
                  </a:lnTo>
                  <a:lnTo>
                    <a:pt x="20" y="73"/>
                  </a:lnTo>
                  <a:lnTo>
                    <a:pt x="39" y="99"/>
                  </a:lnTo>
                  <a:lnTo>
                    <a:pt x="101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83" name=""/>
            <p:cNvSpPr/>
            <p:nvPr/>
          </p:nvSpPr>
          <p:spPr>
            <a:xfrm rot="0">
              <a:off x="3239" y="775"/>
              <a:ext cx="26" cy="25"/>
            </a:xfrm>
            <a:custGeom>
              <a:avLst/>
              <a:ahLst/>
              <a:rect l="0" t="0" r="r" b="b"/>
              <a:pathLst>
                <a:path w="101" h="99">
                  <a:moveTo>
                    <a:pt x="101" y="53"/>
                  </a:moveTo>
                  <a:lnTo>
                    <a:pt x="81" y="27"/>
                  </a:lnTo>
                  <a:lnTo>
                    <a:pt x="62" y="0"/>
                  </a:lnTo>
                  <a:lnTo>
                    <a:pt x="0" y="46"/>
                  </a:lnTo>
                  <a:lnTo>
                    <a:pt x="20" y="73"/>
                  </a:lnTo>
                  <a:lnTo>
                    <a:pt x="39" y="99"/>
                  </a:lnTo>
                  <a:lnTo>
                    <a:pt x="101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84" name=""/>
            <p:cNvSpPr/>
            <p:nvPr/>
          </p:nvSpPr>
          <p:spPr>
            <a:xfrm rot="0">
              <a:off x="3239" y="786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85" name=""/>
            <p:cNvSpPr/>
            <p:nvPr/>
          </p:nvSpPr>
          <p:spPr>
            <a:xfrm rot="0" flipH="1">
              <a:off x="3239" y="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86" name=""/>
            <p:cNvSpPr/>
            <p:nvPr/>
          </p:nvSpPr>
          <p:spPr>
            <a:xfrm rot="0">
              <a:off x="3224" y="786"/>
              <a:ext cx="26" cy="26"/>
            </a:xfrm>
            <a:custGeom>
              <a:avLst/>
              <a:ahLst/>
              <a:rect l="0" t="0" r="r" b="b"/>
              <a:pathLst>
                <a:path w="103" h="102">
                  <a:moveTo>
                    <a:pt x="103" y="53"/>
                  </a:moveTo>
                  <a:lnTo>
                    <a:pt x="82" y="27"/>
                  </a:lnTo>
                  <a:lnTo>
                    <a:pt x="61" y="0"/>
                  </a:lnTo>
                  <a:lnTo>
                    <a:pt x="0" y="49"/>
                  </a:lnTo>
                  <a:lnTo>
                    <a:pt x="21" y="75"/>
                  </a:lnTo>
                  <a:lnTo>
                    <a:pt x="42" y="102"/>
                  </a:lnTo>
                  <a:lnTo>
                    <a:pt x="10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87" name=""/>
            <p:cNvSpPr/>
            <p:nvPr/>
          </p:nvSpPr>
          <p:spPr>
            <a:xfrm rot="0">
              <a:off x="3224" y="786"/>
              <a:ext cx="26" cy="26"/>
            </a:xfrm>
            <a:custGeom>
              <a:avLst/>
              <a:ahLst/>
              <a:rect l="0" t="0" r="r" b="b"/>
              <a:pathLst>
                <a:path w="103" h="102">
                  <a:moveTo>
                    <a:pt x="103" y="53"/>
                  </a:moveTo>
                  <a:lnTo>
                    <a:pt x="82" y="27"/>
                  </a:lnTo>
                  <a:lnTo>
                    <a:pt x="61" y="0"/>
                  </a:lnTo>
                  <a:lnTo>
                    <a:pt x="0" y="49"/>
                  </a:lnTo>
                  <a:lnTo>
                    <a:pt x="21" y="75"/>
                  </a:lnTo>
                  <a:lnTo>
                    <a:pt x="42" y="102"/>
                  </a:lnTo>
                  <a:lnTo>
                    <a:pt x="103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88" name=""/>
            <p:cNvSpPr/>
            <p:nvPr/>
          </p:nvSpPr>
          <p:spPr>
            <a:xfrm rot="0">
              <a:off x="3224" y="799"/>
              <a:ext cx="5" cy="6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89" name=""/>
            <p:cNvSpPr/>
            <p:nvPr/>
          </p:nvSpPr>
          <p:spPr>
            <a:xfrm rot="0">
              <a:off x="3224" y="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90" name=""/>
            <p:cNvSpPr/>
            <p:nvPr/>
          </p:nvSpPr>
          <p:spPr>
            <a:xfrm rot="0">
              <a:off x="3209" y="799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80" y="25"/>
                  </a:lnTo>
                  <a:lnTo>
                    <a:pt x="59" y="0"/>
                  </a:lnTo>
                  <a:lnTo>
                    <a:pt x="0" y="50"/>
                  </a:lnTo>
                  <a:lnTo>
                    <a:pt x="21" y="75"/>
                  </a:lnTo>
                  <a:lnTo>
                    <a:pt x="42" y="100"/>
                  </a:lnTo>
                  <a:lnTo>
                    <a:pt x="10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91" name=""/>
            <p:cNvSpPr/>
            <p:nvPr/>
          </p:nvSpPr>
          <p:spPr>
            <a:xfrm rot="0">
              <a:off x="3209" y="799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80" y="25"/>
                  </a:lnTo>
                  <a:lnTo>
                    <a:pt x="59" y="0"/>
                  </a:lnTo>
                  <a:lnTo>
                    <a:pt x="0" y="50"/>
                  </a:lnTo>
                  <a:lnTo>
                    <a:pt x="21" y="75"/>
                  </a:lnTo>
                  <a:lnTo>
                    <a:pt x="42" y="100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92" name=""/>
            <p:cNvSpPr/>
            <p:nvPr/>
          </p:nvSpPr>
          <p:spPr>
            <a:xfrm rot="0">
              <a:off x="3209" y="811"/>
              <a:ext cx="5" cy="7"/>
            </a:xfrm>
            <a:custGeom>
              <a:avLst/>
              <a:ahLst/>
              <a:rect l="0" t="0" r="r" b="b"/>
              <a:pathLst>
                <a:path w="22" h="25">
                  <a:moveTo>
                    <a:pt x="22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93" name=""/>
            <p:cNvSpPr/>
            <p:nvPr/>
          </p:nvSpPr>
          <p:spPr>
            <a:xfrm rot="0" flipH="1">
              <a:off x="3209" y="8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94" name=""/>
            <p:cNvSpPr/>
            <p:nvPr/>
          </p:nvSpPr>
          <p:spPr>
            <a:xfrm rot="0">
              <a:off x="3195" y="811"/>
              <a:ext cx="25" cy="26"/>
            </a:xfrm>
            <a:custGeom>
              <a:avLst/>
              <a:ahLst/>
              <a:rect l="0" t="0" r="r" b="b"/>
              <a:pathLst>
                <a:path w="101" h="103">
                  <a:moveTo>
                    <a:pt x="101" y="50"/>
                  </a:moveTo>
                  <a:lnTo>
                    <a:pt x="79" y="25"/>
                  </a:lnTo>
                  <a:lnTo>
                    <a:pt x="57" y="0"/>
                  </a:lnTo>
                  <a:lnTo>
                    <a:pt x="0" y="53"/>
                  </a:lnTo>
                  <a:lnTo>
                    <a:pt x="22" y="78"/>
                  </a:lnTo>
                  <a:lnTo>
                    <a:pt x="45" y="103"/>
                  </a:lnTo>
                  <a:lnTo>
                    <a:pt x="10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95" name=""/>
            <p:cNvSpPr/>
            <p:nvPr/>
          </p:nvSpPr>
          <p:spPr>
            <a:xfrm rot="0">
              <a:off x="3195" y="811"/>
              <a:ext cx="25" cy="26"/>
            </a:xfrm>
            <a:custGeom>
              <a:avLst/>
              <a:ahLst/>
              <a:rect l="0" t="0" r="r" b="b"/>
              <a:pathLst>
                <a:path w="101" h="103">
                  <a:moveTo>
                    <a:pt x="101" y="50"/>
                  </a:moveTo>
                  <a:lnTo>
                    <a:pt x="79" y="25"/>
                  </a:lnTo>
                  <a:lnTo>
                    <a:pt x="57" y="0"/>
                  </a:lnTo>
                  <a:lnTo>
                    <a:pt x="0" y="53"/>
                  </a:lnTo>
                  <a:lnTo>
                    <a:pt x="22" y="78"/>
                  </a:lnTo>
                  <a:lnTo>
                    <a:pt x="45" y="103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96" name=""/>
            <p:cNvSpPr/>
            <p:nvPr/>
          </p:nvSpPr>
          <p:spPr>
            <a:xfrm rot="0">
              <a:off x="3194" y="824"/>
              <a:ext cx="6" cy="7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97" name=""/>
            <p:cNvSpPr/>
            <p:nvPr/>
          </p:nvSpPr>
          <p:spPr>
            <a:xfrm rot="0" flipH="1">
              <a:off x="3194" y="8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898" name=""/>
            <p:cNvSpPr/>
            <p:nvPr/>
          </p:nvSpPr>
          <p:spPr>
            <a:xfrm rot="0">
              <a:off x="3181" y="825"/>
              <a:ext cx="25" cy="25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48"/>
                  </a:moveTo>
                  <a:lnTo>
                    <a:pt x="78" y="24"/>
                  </a:lnTo>
                  <a:lnTo>
                    <a:pt x="55" y="0"/>
                  </a:lnTo>
                  <a:lnTo>
                    <a:pt x="0" y="55"/>
                  </a:lnTo>
                  <a:lnTo>
                    <a:pt x="23" y="79"/>
                  </a:lnTo>
                  <a:lnTo>
                    <a:pt x="47" y="103"/>
                  </a:lnTo>
                  <a:lnTo>
                    <a:pt x="102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899" name=""/>
            <p:cNvSpPr/>
            <p:nvPr/>
          </p:nvSpPr>
          <p:spPr>
            <a:xfrm rot="0">
              <a:off x="3181" y="825"/>
              <a:ext cx="25" cy="25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48"/>
                  </a:moveTo>
                  <a:lnTo>
                    <a:pt x="78" y="24"/>
                  </a:lnTo>
                  <a:lnTo>
                    <a:pt x="55" y="0"/>
                  </a:lnTo>
                  <a:lnTo>
                    <a:pt x="0" y="55"/>
                  </a:lnTo>
                  <a:lnTo>
                    <a:pt x="23" y="79"/>
                  </a:lnTo>
                  <a:lnTo>
                    <a:pt x="47" y="103"/>
                  </a:lnTo>
                  <a:lnTo>
                    <a:pt x="102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00" name=""/>
            <p:cNvSpPr/>
            <p:nvPr/>
          </p:nvSpPr>
          <p:spPr>
            <a:xfrm rot="0">
              <a:off x="3180" y="839"/>
              <a:ext cx="7" cy="6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01" name=""/>
            <p:cNvSpPr/>
            <p:nvPr/>
          </p:nvSpPr>
          <p:spPr>
            <a:xfrm rot="0" flipH="1">
              <a:off x="3180" y="8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02" name=""/>
            <p:cNvSpPr/>
            <p:nvPr/>
          </p:nvSpPr>
          <p:spPr>
            <a:xfrm rot="0">
              <a:off x="3167" y="839"/>
              <a:ext cx="26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44"/>
                  </a:moveTo>
                  <a:lnTo>
                    <a:pt x="77" y="22"/>
                  </a:lnTo>
                  <a:lnTo>
                    <a:pt x="52" y="0"/>
                  </a:lnTo>
                  <a:lnTo>
                    <a:pt x="0" y="56"/>
                  </a:lnTo>
                  <a:lnTo>
                    <a:pt x="25" y="79"/>
                  </a:lnTo>
                  <a:lnTo>
                    <a:pt x="50" y="101"/>
                  </a:lnTo>
                  <a:lnTo>
                    <a:pt x="102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03" name=""/>
            <p:cNvSpPr/>
            <p:nvPr/>
          </p:nvSpPr>
          <p:spPr>
            <a:xfrm rot="0">
              <a:off x="3167" y="839"/>
              <a:ext cx="26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44"/>
                  </a:moveTo>
                  <a:lnTo>
                    <a:pt x="77" y="22"/>
                  </a:lnTo>
                  <a:lnTo>
                    <a:pt x="52" y="0"/>
                  </a:lnTo>
                  <a:lnTo>
                    <a:pt x="0" y="56"/>
                  </a:lnTo>
                  <a:lnTo>
                    <a:pt x="25" y="79"/>
                  </a:lnTo>
                  <a:lnTo>
                    <a:pt x="50" y="101"/>
                  </a:lnTo>
                  <a:lnTo>
                    <a:pt x="102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04" name=""/>
            <p:cNvSpPr/>
            <p:nvPr/>
          </p:nvSpPr>
          <p:spPr>
            <a:xfrm rot="0">
              <a:off x="3167" y="853"/>
              <a:ext cx="6" cy="6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05" name=""/>
            <p:cNvSpPr/>
            <p:nvPr/>
          </p:nvSpPr>
          <p:spPr>
            <a:xfrm rot="0">
              <a:off x="3167" y="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06" name=""/>
            <p:cNvSpPr/>
            <p:nvPr/>
          </p:nvSpPr>
          <p:spPr>
            <a:xfrm rot="0">
              <a:off x="3155" y="853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42"/>
                  </a:moveTo>
                  <a:lnTo>
                    <a:pt x="75" y="21"/>
                  </a:lnTo>
                  <a:lnTo>
                    <a:pt x="50" y="0"/>
                  </a:lnTo>
                  <a:lnTo>
                    <a:pt x="0" y="59"/>
                  </a:lnTo>
                  <a:lnTo>
                    <a:pt x="25" y="80"/>
                  </a:lnTo>
                  <a:lnTo>
                    <a:pt x="50" y="101"/>
                  </a:lnTo>
                  <a:lnTo>
                    <a:pt x="10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07" name=""/>
            <p:cNvSpPr/>
            <p:nvPr/>
          </p:nvSpPr>
          <p:spPr>
            <a:xfrm rot="0">
              <a:off x="3155" y="853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42"/>
                  </a:moveTo>
                  <a:lnTo>
                    <a:pt x="75" y="21"/>
                  </a:lnTo>
                  <a:lnTo>
                    <a:pt x="50" y="0"/>
                  </a:lnTo>
                  <a:lnTo>
                    <a:pt x="0" y="59"/>
                  </a:lnTo>
                  <a:lnTo>
                    <a:pt x="25" y="80"/>
                  </a:lnTo>
                  <a:lnTo>
                    <a:pt x="50" y="101"/>
                  </a:lnTo>
                  <a:lnTo>
                    <a:pt x="10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08" name=""/>
            <p:cNvSpPr/>
            <p:nvPr/>
          </p:nvSpPr>
          <p:spPr>
            <a:xfrm rot="0">
              <a:off x="3154" y="868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09" name=""/>
            <p:cNvSpPr/>
            <p:nvPr/>
          </p:nvSpPr>
          <p:spPr>
            <a:xfrm rot="0" flipH="1">
              <a:off x="3154" y="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10" name=""/>
            <p:cNvSpPr/>
            <p:nvPr/>
          </p:nvSpPr>
          <p:spPr>
            <a:xfrm rot="0">
              <a:off x="3142" y="868"/>
              <a:ext cx="26" cy="26"/>
            </a:xfrm>
            <a:custGeom>
              <a:avLst/>
              <a:ahLst/>
              <a:rect l="0" t="0" r="r" b="b"/>
              <a:pathLst>
                <a:path w="101" h="102">
                  <a:moveTo>
                    <a:pt x="101" y="42"/>
                  </a:moveTo>
                  <a:lnTo>
                    <a:pt x="75" y="21"/>
                  </a:lnTo>
                  <a:lnTo>
                    <a:pt x="48" y="0"/>
                  </a:lnTo>
                  <a:lnTo>
                    <a:pt x="0" y="60"/>
                  </a:lnTo>
                  <a:lnTo>
                    <a:pt x="26" y="81"/>
                  </a:lnTo>
                  <a:lnTo>
                    <a:pt x="52" y="102"/>
                  </a:lnTo>
                  <a:lnTo>
                    <a:pt x="101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11" name=""/>
            <p:cNvSpPr/>
            <p:nvPr/>
          </p:nvSpPr>
          <p:spPr>
            <a:xfrm rot="0">
              <a:off x="3142" y="868"/>
              <a:ext cx="26" cy="26"/>
            </a:xfrm>
            <a:custGeom>
              <a:avLst/>
              <a:ahLst/>
              <a:rect l="0" t="0" r="r" b="b"/>
              <a:pathLst>
                <a:path w="101" h="102">
                  <a:moveTo>
                    <a:pt x="101" y="42"/>
                  </a:moveTo>
                  <a:lnTo>
                    <a:pt x="75" y="21"/>
                  </a:lnTo>
                  <a:lnTo>
                    <a:pt x="48" y="0"/>
                  </a:lnTo>
                  <a:lnTo>
                    <a:pt x="0" y="60"/>
                  </a:lnTo>
                  <a:lnTo>
                    <a:pt x="26" y="81"/>
                  </a:lnTo>
                  <a:lnTo>
                    <a:pt x="52" y="102"/>
                  </a:lnTo>
                  <a:lnTo>
                    <a:pt x="101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12" name=""/>
            <p:cNvSpPr/>
            <p:nvPr/>
          </p:nvSpPr>
          <p:spPr>
            <a:xfrm rot="0">
              <a:off x="3142" y="883"/>
              <a:ext cx="7" cy="6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13" name=""/>
            <p:cNvSpPr/>
            <p:nvPr/>
          </p:nvSpPr>
          <p:spPr>
            <a:xfrm rot="0" flipH="1">
              <a:off x="3142" y="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14" name=""/>
            <p:cNvSpPr/>
            <p:nvPr/>
          </p:nvSpPr>
          <p:spPr>
            <a:xfrm rot="0">
              <a:off x="3131" y="884"/>
              <a:ext cx="25" cy="25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39"/>
                  </a:moveTo>
                  <a:lnTo>
                    <a:pt x="72" y="19"/>
                  </a:lnTo>
                  <a:lnTo>
                    <a:pt x="45" y="0"/>
                  </a:lnTo>
                  <a:lnTo>
                    <a:pt x="0" y="61"/>
                  </a:lnTo>
                  <a:lnTo>
                    <a:pt x="27" y="81"/>
                  </a:lnTo>
                  <a:lnTo>
                    <a:pt x="55" y="101"/>
                  </a:lnTo>
                  <a:lnTo>
                    <a:pt x="10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15" name=""/>
            <p:cNvSpPr/>
            <p:nvPr/>
          </p:nvSpPr>
          <p:spPr>
            <a:xfrm rot="0">
              <a:off x="3131" y="884"/>
              <a:ext cx="25" cy="25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39"/>
                  </a:moveTo>
                  <a:lnTo>
                    <a:pt x="72" y="19"/>
                  </a:lnTo>
                  <a:lnTo>
                    <a:pt x="45" y="0"/>
                  </a:lnTo>
                  <a:lnTo>
                    <a:pt x="0" y="61"/>
                  </a:lnTo>
                  <a:lnTo>
                    <a:pt x="27" y="81"/>
                  </a:lnTo>
                  <a:lnTo>
                    <a:pt x="55" y="101"/>
                  </a:lnTo>
                  <a:lnTo>
                    <a:pt x="10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16" name=""/>
            <p:cNvSpPr/>
            <p:nvPr/>
          </p:nvSpPr>
          <p:spPr>
            <a:xfrm rot="0">
              <a:off x="3131" y="899"/>
              <a:ext cx="7" cy="5"/>
            </a:xfrm>
            <a:custGeom>
              <a:avLst/>
              <a:ahLst/>
              <a:rect l="0" t="0" r="r" b="b"/>
              <a:pathLst>
                <a:path w="27" h="20">
                  <a:moveTo>
                    <a:pt x="27" y="2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17" name=""/>
            <p:cNvSpPr/>
            <p:nvPr/>
          </p:nvSpPr>
          <p:spPr>
            <a:xfrm rot="0">
              <a:off x="3131" y="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18" name=""/>
            <p:cNvSpPr/>
            <p:nvPr/>
          </p:nvSpPr>
          <p:spPr>
            <a:xfrm rot="0">
              <a:off x="3120" y="899"/>
              <a:ext cx="25" cy="26"/>
            </a:xfrm>
            <a:custGeom>
              <a:avLst/>
              <a:ahLst/>
              <a:rect l="0" t="0" r="r" b="b"/>
              <a:pathLst>
                <a:path w="99" h="101">
                  <a:moveTo>
                    <a:pt x="99" y="36"/>
                  </a:moveTo>
                  <a:lnTo>
                    <a:pt x="71" y="18"/>
                  </a:lnTo>
                  <a:lnTo>
                    <a:pt x="44" y="0"/>
                  </a:lnTo>
                  <a:lnTo>
                    <a:pt x="0" y="64"/>
                  </a:lnTo>
                  <a:lnTo>
                    <a:pt x="28" y="82"/>
                  </a:lnTo>
                  <a:lnTo>
                    <a:pt x="56" y="101"/>
                  </a:lnTo>
                  <a:lnTo>
                    <a:pt x="99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19" name=""/>
            <p:cNvSpPr/>
            <p:nvPr/>
          </p:nvSpPr>
          <p:spPr>
            <a:xfrm rot="0">
              <a:off x="3120" y="899"/>
              <a:ext cx="25" cy="26"/>
            </a:xfrm>
            <a:custGeom>
              <a:avLst/>
              <a:ahLst/>
              <a:rect l="0" t="0" r="r" b="b"/>
              <a:pathLst>
                <a:path w="99" h="101">
                  <a:moveTo>
                    <a:pt x="99" y="36"/>
                  </a:moveTo>
                  <a:lnTo>
                    <a:pt x="71" y="18"/>
                  </a:lnTo>
                  <a:lnTo>
                    <a:pt x="44" y="0"/>
                  </a:lnTo>
                  <a:lnTo>
                    <a:pt x="0" y="64"/>
                  </a:lnTo>
                  <a:lnTo>
                    <a:pt x="28" y="82"/>
                  </a:lnTo>
                  <a:lnTo>
                    <a:pt x="56" y="101"/>
                  </a:lnTo>
                  <a:lnTo>
                    <a:pt x="99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20" name=""/>
            <p:cNvSpPr/>
            <p:nvPr/>
          </p:nvSpPr>
          <p:spPr>
            <a:xfrm rot="0">
              <a:off x="3120" y="916"/>
              <a:ext cx="7" cy="4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21" name=""/>
            <p:cNvSpPr/>
            <p:nvPr/>
          </p:nvSpPr>
          <p:spPr>
            <a:xfrm rot="0" flipH="1">
              <a:off x="3120" y="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22" name=""/>
            <p:cNvSpPr/>
            <p:nvPr/>
          </p:nvSpPr>
          <p:spPr>
            <a:xfrm rot="0">
              <a:off x="3109" y="916"/>
              <a:ext cx="25" cy="25"/>
            </a:xfrm>
            <a:custGeom>
              <a:avLst/>
              <a:ahLst/>
              <a:rect l="0" t="0" r="r" b="b"/>
              <a:pathLst>
                <a:path w="99" h="100">
                  <a:moveTo>
                    <a:pt x="99" y="35"/>
                  </a:moveTo>
                  <a:lnTo>
                    <a:pt x="70" y="17"/>
                  </a:lnTo>
                  <a:lnTo>
                    <a:pt x="41" y="0"/>
                  </a:lnTo>
                  <a:lnTo>
                    <a:pt x="0" y="66"/>
                  </a:lnTo>
                  <a:lnTo>
                    <a:pt x="29" y="83"/>
                  </a:lnTo>
                  <a:lnTo>
                    <a:pt x="58" y="100"/>
                  </a:lnTo>
                  <a:lnTo>
                    <a:pt x="9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23" name=""/>
            <p:cNvSpPr/>
            <p:nvPr/>
          </p:nvSpPr>
          <p:spPr>
            <a:xfrm rot="0">
              <a:off x="3109" y="916"/>
              <a:ext cx="25" cy="25"/>
            </a:xfrm>
            <a:custGeom>
              <a:avLst/>
              <a:ahLst/>
              <a:rect l="0" t="0" r="r" b="b"/>
              <a:pathLst>
                <a:path w="99" h="100">
                  <a:moveTo>
                    <a:pt x="99" y="35"/>
                  </a:moveTo>
                  <a:lnTo>
                    <a:pt x="70" y="17"/>
                  </a:lnTo>
                  <a:lnTo>
                    <a:pt x="41" y="0"/>
                  </a:lnTo>
                  <a:lnTo>
                    <a:pt x="0" y="66"/>
                  </a:lnTo>
                  <a:lnTo>
                    <a:pt x="29" y="83"/>
                  </a:lnTo>
                  <a:lnTo>
                    <a:pt x="58" y="100"/>
                  </a:lnTo>
                  <a:lnTo>
                    <a:pt x="9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24" name=""/>
            <p:cNvSpPr/>
            <p:nvPr/>
          </p:nvSpPr>
          <p:spPr>
            <a:xfrm rot="0">
              <a:off x="3109" y="932"/>
              <a:ext cx="8" cy="5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25" name=""/>
            <p:cNvSpPr/>
            <p:nvPr/>
          </p:nvSpPr>
          <p:spPr>
            <a:xfrm rot="0">
              <a:off x="3109" y="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26" name=""/>
            <p:cNvSpPr/>
            <p:nvPr/>
          </p:nvSpPr>
          <p:spPr>
            <a:xfrm rot="0">
              <a:off x="3099" y="932"/>
              <a:ext cx="25" cy="26"/>
            </a:xfrm>
            <a:custGeom>
              <a:avLst/>
              <a:ahLst/>
              <a:rect l="0" t="0" r="r" b="b"/>
              <a:pathLst>
                <a:path w="97" h="103">
                  <a:moveTo>
                    <a:pt x="97" y="34"/>
                  </a:moveTo>
                  <a:lnTo>
                    <a:pt x="68" y="17"/>
                  </a:lnTo>
                  <a:lnTo>
                    <a:pt x="39" y="0"/>
                  </a:lnTo>
                  <a:lnTo>
                    <a:pt x="0" y="68"/>
                  </a:lnTo>
                  <a:lnTo>
                    <a:pt x="29" y="86"/>
                  </a:lnTo>
                  <a:lnTo>
                    <a:pt x="58" y="103"/>
                  </a:lnTo>
                  <a:lnTo>
                    <a:pt x="9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27" name=""/>
            <p:cNvSpPr/>
            <p:nvPr/>
          </p:nvSpPr>
          <p:spPr>
            <a:xfrm rot="0">
              <a:off x="3099" y="932"/>
              <a:ext cx="25" cy="26"/>
            </a:xfrm>
            <a:custGeom>
              <a:avLst/>
              <a:ahLst/>
              <a:rect l="0" t="0" r="r" b="b"/>
              <a:pathLst>
                <a:path w="97" h="103">
                  <a:moveTo>
                    <a:pt x="97" y="34"/>
                  </a:moveTo>
                  <a:lnTo>
                    <a:pt x="68" y="17"/>
                  </a:lnTo>
                  <a:lnTo>
                    <a:pt x="39" y="0"/>
                  </a:lnTo>
                  <a:lnTo>
                    <a:pt x="0" y="68"/>
                  </a:lnTo>
                  <a:lnTo>
                    <a:pt x="29" y="86"/>
                  </a:lnTo>
                  <a:lnTo>
                    <a:pt x="58" y="103"/>
                  </a:lnTo>
                  <a:lnTo>
                    <a:pt x="9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28" name=""/>
            <p:cNvSpPr/>
            <p:nvPr/>
          </p:nvSpPr>
          <p:spPr>
            <a:xfrm rot="0">
              <a:off x="3099" y="949"/>
              <a:ext cx="8" cy="5"/>
            </a:xfrm>
            <a:custGeom>
              <a:avLst/>
              <a:ahLst/>
              <a:rect l="0" t="0" r="r" b="b"/>
              <a:pathLst>
                <a:path w="30" h="18">
                  <a:moveTo>
                    <a:pt x="30" y="1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29" name=""/>
            <p:cNvSpPr/>
            <p:nvPr/>
          </p:nvSpPr>
          <p:spPr>
            <a:xfrm rot="0" flipH="1">
              <a:off x="3099" y="9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30" name=""/>
            <p:cNvSpPr/>
            <p:nvPr/>
          </p:nvSpPr>
          <p:spPr>
            <a:xfrm rot="0">
              <a:off x="3090" y="950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96" y="31"/>
                  </a:moveTo>
                  <a:lnTo>
                    <a:pt x="66" y="16"/>
                  </a:lnTo>
                  <a:lnTo>
                    <a:pt x="36" y="0"/>
                  </a:lnTo>
                  <a:lnTo>
                    <a:pt x="0" y="68"/>
                  </a:lnTo>
                  <a:lnTo>
                    <a:pt x="30" y="84"/>
                  </a:lnTo>
                  <a:lnTo>
                    <a:pt x="61" y="100"/>
                  </a:lnTo>
                  <a:lnTo>
                    <a:pt x="9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31" name=""/>
            <p:cNvSpPr/>
            <p:nvPr/>
          </p:nvSpPr>
          <p:spPr>
            <a:xfrm rot="0">
              <a:off x="3090" y="950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96" y="31"/>
                  </a:moveTo>
                  <a:lnTo>
                    <a:pt x="66" y="16"/>
                  </a:lnTo>
                  <a:lnTo>
                    <a:pt x="36" y="0"/>
                  </a:lnTo>
                  <a:lnTo>
                    <a:pt x="0" y="68"/>
                  </a:lnTo>
                  <a:lnTo>
                    <a:pt x="30" y="84"/>
                  </a:lnTo>
                  <a:lnTo>
                    <a:pt x="61" y="100"/>
                  </a:lnTo>
                  <a:lnTo>
                    <a:pt x="96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32" name=""/>
            <p:cNvSpPr/>
            <p:nvPr/>
          </p:nvSpPr>
          <p:spPr>
            <a:xfrm rot="0">
              <a:off x="3090" y="967"/>
              <a:ext cx="8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33" name=""/>
            <p:cNvSpPr/>
            <p:nvPr/>
          </p:nvSpPr>
          <p:spPr>
            <a:xfrm rot="0">
              <a:off x="3090" y="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34" name=""/>
            <p:cNvSpPr/>
            <p:nvPr/>
          </p:nvSpPr>
          <p:spPr>
            <a:xfrm rot="0">
              <a:off x="3082" y="967"/>
              <a:ext cx="23" cy="25"/>
            </a:xfrm>
            <a:custGeom>
              <a:avLst/>
              <a:ahLst/>
              <a:rect l="0" t="0" r="r" b="b"/>
              <a:pathLst>
                <a:path w="94" h="99">
                  <a:moveTo>
                    <a:pt x="94" y="29"/>
                  </a:moveTo>
                  <a:lnTo>
                    <a:pt x="63" y="15"/>
                  </a:lnTo>
                  <a:lnTo>
                    <a:pt x="33" y="0"/>
                  </a:lnTo>
                  <a:lnTo>
                    <a:pt x="0" y="70"/>
                  </a:lnTo>
                  <a:lnTo>
                    <a:pt x="31" y="85"/>
                  </a:lnTo>
                  <a:lnTo>
                    <a:pt x="61" y="99"/>
                  </a:lnTo>
                  <a:lnTo>
                    <a:pt x="9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35" name=""/>
            <p:cNvSpPr/>
            <p:nvPr/>
          </p:nvSpPr>
          <p:spPr>
            <a:xfrm rot="0">
              <a:off x="3082" y="967"/>
              <a:ext cx="23" cy="25"/>
            </a:xfrm>
            <a:custGeom>
              <a:avLst/>
              <a:ahLst/>
              <a:rect l="0" t="0" r="r" b="b"/>
              <a:pathLst>
                <a:path w="94" h="99">
                  <a:moveTo>
                    <a:pt x="94" y="29"/>
                  </a:moveTo>
                  <a:lnTo>
                    <a:pt x="63" y="15"/>
                  </a:lnTo>
                  <a:lnTo>
                    <a:pt x="33" y="0"/>
                  </a:lnTo>
                  <a:lnTo>
                    <a:pt x="0" y="70"/>
                  </a:lnTo>
                  <a:lnTo>
                    <a:pt x="31" y="85"/>
                  </a:lnTo>
                  <a:lnTo>
                    <a:pt x="61" y="99"/>
                  </a:lnTo>
                  <a:lnTo>
                    <a:pt x="94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36" name=""/>
            <p:cNvSpPr/>
            <p:nvPr/>
          </p:nvSpPr>
          <p:spPr>
            <a:xfrm rot="0">
              <a:off x="3082" y="985"/>
              <a:ext cx="8" cy="3"/>
            </a:xfrm>
            <a:custGeom>
              <a:avLst/>
              <a:ahLst/>
              <a:rect l="0" t="0" r="r" b="b"/>
              <a:pathLst>
                <a:path w="31" h="15">
                  <a:moveTo>
                    <a:pt x="31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37" name=""/>
            <p:cNvSpPr/>
            <p:nvPr/>
          </p:nvSpPr>
          <p:spPr>
            <a:xfrm rot="0">
              <a:off x="3082" y="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38" name=""/>
            <p:cNvSpPr/>
            <p:nvPr/>
          </p:nvSpPr>
          <p:spPr>
            <a:xfrm rot="0">
              <a:off x="3075" y="985"/>
              <a:ext cx="22" cy="24"/>
            </a:xfrm>
            <a:custGeom>
              <a:avLst/>
              <a:ahLst/>
              <a:rect l="0" t="0" r="r" b="b"/>
              <a:pathLst>
                <a:path w="91" h="98">
                  <a:moveTo>
                    <a:pt x="91" y="27"/>
                  </a:moveTo>
                  <a:lnTo>
                    <a:pt x="61" y="14"/>
                  </a:lnTo>
                  <a:lnTo>
                    <a:pt x="30" y="0"/>
                  </a:lnTo>
                  <a:lnTo>
                    <a:pt x="0" y="71"/>
                  </a:lnTo>
                  <a:lnTo>
                    <a:pt x="30" y="85"/>
                  </a:lnTo>
                  <a:lnTo>
                    <a:pt x="61" y="98"/>
                  </a:lnTo>
                  <a:lnTo>
                    <a:pt x="9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39" name=""/>
            <p:cNvSpPr/>
            <p:nvPr/>
          </p:nvSpPr>
          <p:spPr>
            <a:xfrm rot="0">
              <a:off x="3075" y="985"/>
              <a:ext cx="22" cy="24"/>
            </a:xfrm>
            <a:custGeom>
              <a:avLst/>
              <a:ahLst/>
              <a:rect l="0" t="0" r="r" b="b"/>
              <a:pathLst>
                <a:path w="91" h="98">
                  <a:moveTo>
                    <a:pt x="91" y="27"/>
                  </a:moveTo>
                  <a:lnTo>
                    <a:pt x="61" y="14"/>
                  </a:lnTo>
                  <a:lnTo>
                    <a:pt x="30" y="0"/>
                  </a:lnTo>
                  <a:lnTo>
                    <a:pt x="0" y="71"/>
                  </a:lnTo>
                  <a:lnTo>
                    <a:pt x="30" y="85"/>
                  </a:lnTo>
                  <a:lnTo>
                    <a:pt x="61" y="98"/>
                  </a:lnTo>
                  <a:lnTo>
                    <a:pt x="91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40" name=""/>
            <p:cNvSpPr/>
            <p:nvPr/>
          </p:nvSpPr>
          <p:spPr>
            <a:xfrm rot="0">
              <a:off x="3074" y="1003"/>
              <a:ext cx="8" cy="3"/>
            </a:xfrm>
            <a:custGeom>
              <a:avLst/>
              <a:ahLst/>
              <a:rect l="0" t="0" r="r" b="b"/>
              <a:pathLst>
                <a:path w="31" h="14">
                  <a:moveTo>
                    <a:pt x="31" y="1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41" name=""/>
            <p:cNvSpPr/>
            <p:nvPr/>
          </p:nvSpPr>
          <p:spPr>
            <a:xfrm rot="0" flipH="1">
              <a:off x="3074" y="10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42" name=""/>
            <p:cNvSpPr/>
            <p:nvPr/>
          </p:nvSpPr>
          <p:spPr>
            <a:xfrm rot="0">
              <a:off x="3067" y="1003"/>
              <a:ext cx="23" cy="24"/>
            </a:xfrm>
            <a:custGeom>
              <a:avLst/>
              <a:ahLst/>
              <a:rect l="0" t="0" r="r" b="b"/>
              <a:pathLst>
                <a:path w="91" h="96">
                  <a:moveTo>
                    <a:pt x="91" y="23"/>
                  </a:moveTo>
                  <a:lnTo>
                    <a:pt x="59" y="12"/>
                  </a:lnTo>
                  <a:lnTo>
                    <a:pt x="28" y="0"/>
                  </a:lnTo>
                  <a:lnTo>
                    <a:pt x="0" y="72"/>
                  </a:lnTo>
                  <a:lnTo>
                    <a:pt x="32" y="84"/>
                  </a:lnTo>
                  <a:lnTo>
                    <a:pt x="63" y="96"/>
                  </a:lnTo>
                  <a:lnTo>
                    <a:pt x="91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43" name=""/>
            <p:cNvSpPr/>
            <p:nvPr/>
          </p:nvSpPr>
          <p:spPr>
            <a:xfrm rot="0">
              <a:off x="3067" y="1003"/>
              <a:ext cx="23" cy="24"/>
            </a:xfrm>
            <a:custGeom>
              <a:avLst/>
              <a:ahLst/>
              <a:rect l="0" t="0" r="r" b="b"/>
              <a:pathLst>
                <a:path w="91" h="96">
                  <a:moveTo>
                    <a:pt x="91" y="23"/>
                  </a:moveTo>
                  <a:lnTo>
                    <a:pt x="59" y="12"/>
                  </a:lnTo>
                  <a:lnTo>
                    <a:pt x="28" y="0"/>
                  </a:lnTo>
                  <a:lnTo>
                    <a:pt x="0" y="72"/>
                  </a:lnTo>
                  <a:lnTo>
                    <a:pt x="32" y="84"/>
                  </a:lnTo>
                  <a:lnTo>
                    <a:pt x="63" y="96"/>
                  </a:lnTo>
                  <a:lnTo>
                    <a:pt x="91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44" name=""/>
            <p:cNvSpPr/>
            <p:nvPr/>
          </p:nvSpPr>
          <p:spPr>
            <a:xfrm rot="0">
              <a:off x="3067" y="1021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45" name=""/>
            <p:cNvSpPr/>
            <p:nvPr/>
          </p:nvSpPr>
          <p:spPr>
            <a:xfrm rot="0">
              <a:off x="3067" y="10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46" name=""/>
            <p:cNvSpPr/>
            <p:nvPr/>
          </p:nvSpPr>
          <p:spPr>
            <a:xfrm rot="0">
              <a:off x="3061" y="102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88" y="21"/>
                  </a:moveTo>
                  <a:lnTo>
                    <a:pt x="57" y="11"/>
                  </a:lnTo>
                  <a:lnTo>
                    <a:pt x="25" y="0"/>
                  </a:lnTo>
                  <a:lnTo>
                    <a:pt x="0" y="74"/>
                  </a:lnTo>
                  <a:lnTo>
                    <a:pt x="32" y="84"/>
                  </a:lnTo>
                  <a:lnTo>
                    <a:pt x="63" y="95"/>
                  </a:lnTo>
                  <a:lnTo>
                    <a:pt x="8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47" name=""/>
            <p:cNvSpPr/>
            <p:nvPr/>
          </p:nvSpPr>
          <p:spPr>
            <a:xfrm rot="0">
              <a:off x="3061" y="1021"/>
              <a:ext cx="22" cy="24"/>
            </a:xfrm>
            <a:custGeom>
              <a:avLst/>
              <a:ahLst/>
              <a:rect l="0" t="0" r="r" b="b"/>
              <a:pathLst>
                <a:path w="88" h="95">
                  <a:moveTo>
                    <a:pt x="88" y="21"/>
                  </a:moveTo>
                  <a:lnTo>
                    <a:pt x="57" y="11"/>
                  </a:lnTo>
                  <a:lnTo>
                    <a:pt x="25" y="0"/>
                  </a:lnTo>
                  <a:lnTo>
                    <a:pt x="0" y="74"/>
                  </a:lnTo>
                  <a:lnTo>
                    <a:pt x="32" y="84"/>
                  </a:lnTo>
                  <a:lnTo>
                    <a:pt x="63" y="95"/>
                  </a:lnTo>
                  <a:lnTo>
                    <a:pt x="88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48" name=""/>
            <p:cNvSpPr/>
            <p:nvPr/>
          </p:nvSpPr>
          <p:spPr>
            <a:xfrm rot="0">
              <a:off x="3061" y="1040"/>
              <a:ext cx="8" cy="2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49" name=""/>
            <p:cNvSpPr/>
            <p:nvPr/>
          </p:nvSpPr>
          <p:spPr>
            <a:xfrm rot="0" flipH="1">
              <a:off x="3061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50" name=""/>
            <p:cNvSpPr/>
            <p:nvPr/>
          </p:nvSpPr>
          <p:spPr>
            <a:xfrm rot="0">
              <a:off x="3055" y="1040"/>
              <a:ext cx="22" cy="23"/>
            </a:xfrm>
            <a:custGeom>
              <a:avLst/>
              <a:ahLst/>
              <a:rect l="0" t="0" r="r" b="b"/>
              <a:pathLst>
                <a:path w="87" h="94">
                  <a:moveTo>
                    <a:pt x="87" y="19"/>
                  </a:moveTo>
                  <a:lnTo>
                    <a:pt x="54" y="9"/>
                  </a:lnTo>
                  <a:lnTo>
                    <a:pt x="21" y="0"/>
                  </a:lnTo>
                  <a:lnTo>
                    <a:pt x="0" y="75"/>
                  </a:lnTo>
                  <a:lnTo>
                    <a:pt x="33" y="84"/>
                  </a:lnTo>
                  <a:lnTo>
                    <a:pt x="66" y="94"/>
                  </a:lnTo>
                  <a:lnTo>
                    <a:pt x="87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51" name=""/>
            <p:cNvSpPr/>
            <p:nvPr/>
          </p:nvSpPr>
          <p:spPr>
            <a:xfrm rot="0">
              <a:off x="3055" y="1040"/>
              <a:ext cx="22" cy="23"/>
            </a:xfrm>
            <a:custGeom>
              <a:avLst/>
              <a:ahLst/>
              <a:rect l="0" t="0" r="r" b="b"/>
              <a:pathLst>
                <a:path w="87" h="94">
                  <a:moveTo>
                    <a:pt x="87" y="19"/>
                  </a:moveTo>
                  <a:lnTo>
                    <a:pt x="54" y="9"/>
                  </a:lnTo>
                  <a:lnTo>
                    <a:pt x="21" y="0"/>
                  </a:lnTo>
                  <a:lnTo>
                    <a:pt x="0" y="75"/>
                  </a:lnTo>
                  <a:lnTo>
                    <a:pt x="33" y="84"/>
                  </a:lnTo>
                  <a:lnTo>
                    <a:pt x="66" y="94"/>
                  </a:lnTo>
                  <a:lnTo>
                    <a:pt x="87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52" name=""/>
            <p:cNvSpPr/>
            <p:nvPr/>
          </p:nvSpPr>
          <p:spPr>
            <a:xfrm rot="0">
              <a:off x="3055" y="1059"/>
              <a:ext cx="9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53" name=""/>
            <p:cNvSpPr/>
            <p:nvPr/>
          </p:nvSpPr>
          <p:spPr>
            <a:xfrm rot="0">
              <a:off x="3055" y="1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54" name=""/>
            <p:cNvSpPr/>
            <p:nvPr/>
          </p:nvSpPr>
          <p:spPr>
            <a:xfrm rot="0">
              <a:off x="3051" y="1059"/>
              <a:ext cx="21" cy="23"/>
            </a:xfrm>
            <a:custGeom>
              <a:avLst/>
              <a:ahLst/>
              <a:rect l="0" t="0" r="r" b="b"/>
              <a:pathLst>
                <a:path w="86" h="91">
                  <a:moveTo>
                    <a:pt x="86" y="16"/>
                  </a:moveTo>
                  <a:lnTo>
                    <a:pt x="53" y="8"/>
                  </a:lnTo>
                  <a:lnTo>
                    <a:pt x="20" y="0"/>
                  </a:lnTo>
                  <a:lnTo>
                    <a:pt x="0" y="75"/>
                  </a:lnTo>
                  <a:lnTo>
                    <a:pt x="33" y="83"/>
                  </a:lnTo>
                  <a:lnTo>
                    <a:pt x="66" y="91"/>
                  </a:lnTo>
                  <a:lnTo>
                    <a:pt x="86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55" name=""/>
            <p:cNvSpPr/>
            <p:nvPr/>
          </p:nvSpPr>
          <p:spPr>
            <a:xfrm rot="0">
              <a:off x="3051" y="1059"/>
              <a:ext cx="21" cy="23"/>
            </a:xfrm>
            <a:custGeom>
              <a:avLst/>
              <a:ahLst/>
              <a:rect l="0" t="0" r="r" b="b"/>
              <a:pathLst>
                <a:path w="86" h="91">
                  <a:moveTo>
                    <a:pt x="86" y="16"/>
                  </a:moveTo>
                  <a:lnTo>
                    <a:pt x="53" y="8"/>
                  </a:lnTo>
                  <a:lnTo>
                    <a:pt x="20" y="0"/>
                  </a:lnTo>
                  <a:lnTo>
                    <a:pt x="0" y="75"/>
                  </a:lnTo>
                  <a:lnTo>
                    <a:pt x="33" y="83"/>
                  </a:lnTo>
                  <a:lnTo>
                    <a:pt x="66" y="91"/>
                  </a:lnTo>
                  <a:lnTo>
                    <a:pt x="86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56" name=""/>
            <p:cNvSpPr/>
            <p:nvPr/>
          </p:nvSpPr>
          <p:spPr>
            <a:xfrm rot="0">
              <a:off x="3051" y="1078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57" name=""/>
            <p:cNvSpPr/>
            <p:nvPr/>
          </p:nvSpPr>
          <p:spPr>
            <a:xfrm rot="0">
              <a:off x="3051" y="1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58" name=""/>
            <p:cNvSpPr/>
            <p:nvPr/>
          </p:nvSpPr>
          <p:spPr>
            <a:xfrm rot="0">
              <a:off x="3047" y="1078"/>
              <a:ext cx="20" cy="22"/>
            </a:xfrm>
            <a:custGeom>
              <a:avLst/>
              <a:ahLst/>
              <a:rect l="0" t="0" r="r" b="b"/>
              <a:pathLst>
                <a:path w="82" h="88">
                  <a:moveTo>
                    <a:pt x="82" y="13"/>
                  </a:moveTo>
                  <a:lnTo>
                    <a:pt x="49" y="6"/>
                  </a:lnTo>
                  <a:lnTo>
                    <a:pt x="16" y="0"/>
                  </a:lnTo>
                  <a:lnTo>
                    <a:pt x="0" y="75"/>
                  </a:lnTo>
                  <a:lnTo>
                    <a:pt x="33" y="81"/>
                  </a:lnTo>
                  <a:lnTo>
                    <a:pt x="66" y="88"/>
                  </a:lnTo>
                  <a:lnTo>
                    <a:pt x="8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59" name=""/>
            <p:cNvSpPr/>
            <p:nvPr/>
          </p:nvSpPr>
          <p:spPr>
            <a:xfrm rot="0">
              <a:off x="3047" y="1078"/>
              <a:ext cx="20" cy="22"/>
            </a:xfrm>
            <a:custGeom>
              <a:avLst/>
              <a:ahLst/>
              <a:rect l="0" t="0" r="r" b="b"/>
              <a:pathLst>
                <a:path w="82" h="88">
                  <a:moveTo>
                    <a:pt x="82" y="13"/>
                  </a:moveTo>
                  <a:lnTo>
                    <a:pt x="49" y="6"/>
                  </a:lnTo>
                  <a:lnTo>
                    <a:pt x="16" y="0"/>
                  </a:lnTo>
                  <a:lnTo>
                    <a:pt x="0" y="75"/>
                  </a:lnTo>
                  <a:lnTo>
                    <a:pt x="33" y="81"/>
                  </a:lnTo>
                  <a:lnTo>
                    <a:pt x="66" y="88"/>
                  </a:lnTo>
                  <a:lnTo>
                    <a:pt x="82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60" name=""/>
            <p:cNvSpPr/>
            <p:nvPr/>
          </p:nvSpPr>
          <p:spPr>
            <a:xfrm rot="0">
              <a:off x="3047" y="1097"/>
              <a:ext cx="8" cy="2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61" name=""/>
            <p:cNvSpPr/>
            <p:nvPr/>
          </p:nvSpPr>
          <p:spPr>
            <a:xfrm rot="0">
              <a:off x="3047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62" name=""/>
            <p:cNvSpPr/>
            <p:nvPr/>
          </p:nvSpPr>
          <p:spPr>
            <a:xfrm rot="0">
              <a:off x="3043" y="1097"/>
              <a:ext cx="20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79" y="10"/>
                  </a:moveTo>
                  <a:lnTo>
                    <a:pt x="46" y="5"/>
                  </a:lnTo>
                  <a:lnTo>
                    <a:pt x="13" y="0"/>
                  </a:lnTo>
                  <a:lnTo>
                    <a:pt x="0" y="76"/>
                  </a:lnTo>
                  <a:lnTo>
                    <a:pt x="33" y="81"/>
                  </a:lnTo>
                  <a:lnTo>
                    <a:pt x="66" y="87"/>
                  </a:lnTo>
                  <a:lnTo>
                    <a:pt x="7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63" name=""/>
            <p:cNvSpPr/>
            <p:nvPr/>
          </p:nvSpPr>
          <p:spPr>
            <a:xfrm rot="0">
              <a:off x="3043" y="1097"/>
              <a:ext cx="20" cy="22"/>
            </a:xfrm>
            <a:custGeom>
              <a:avLst/>
              <a:ahLst/>
              <a:rect l="0" t="0" r="r" b="b"/>
              <a:pathLst>
                <a:path w="79" h="87">
                  <a:moveTo>
                    <a:pt x="79" y="10"/>
                  </a:moveTo>
                  <a:lnTo>
                    <a:pt x="46" y="5"/>
                  </a:lnTo>
                  <a:lnTo>
                    <a:pt x="13" y="0"/>
                  </a:lnTo>
                  <a:lnTo>
                    <a:pt x="0" y="76"/>
                  </a:lnTo>
                  <a:lnTo>
                    <a:pt x="33" y="81"/>
                  </a:lnTo>
                  <a:lnTo>
                    <a:pt x="66" y="87"/>
                  </a:lnTo>
                  <a:lnTo>
                    <a:pt x="79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64" name=""/>
            <p:cNvSpPr/>
            <p:nvPr/>
          </p:nvSpPr>
          <p:spPr>
            <a:xfrm rot="0">
              <a:off x="3043" y="1116"/>
              <a:ext cx="9" cy="2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65" name=""/>
            <p:cNvSpPr/>
            <p:nvPr/>
          </p:nvSpPr>
          <p:spPr>
            <a:xfrm rot="0">
              <a:off x="3043" y="1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66" name=""/>
            <p:cNvSpPr/>
            <p:nvPr/>
          </p:nvSpPr>
          <p:spPr>
            <a:xfrm rot="0">
              <a:off x="3041" y="1117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76" y="8"/>
                  </a:moveTo>
                  <a:lnTo>
                    <a:pt x="43" y="4"/>
                  </a:lnTo>
                  <a:lnTo>
                    <a:pt x="10" y="0"/>
                  </a:lnTo>
                  <a:lnTo>
                    <a:pt x="0" y="78"/>
                  </a:lnTo>
                  <a:lnTo>
                    <a:pt x="33" y="82"/>
                  </a:lnTo>
                  <a:lnTo>
                    <a:pt x="65" y="86"/>
                  </a:lnTo>
                  <a:lnTo>
                    <a:pt x="7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67" name=""/>
            <p:cNvSpPr/>
            <p:nvPr/>
          </p:nvSpPr>
          <p:spPr>
            <a:xfrm rot="0">
              <a:off x="3041" y="1117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76" y="8"/>
                  </a:moveTo>
                  <a:lnTo>
                    <a:pt x="43" y="4"/>
                  </a:lnTo>
                  <a:lnTo>
                    <a:pt x="10" y="0"/>
                  </a:lnTo>
                  <a:lnTo>
                    <a:pt x="0" y="78"/>
                  </a:lnTo>
                  <a:lnTo>
                    <a:pt x="33" y="82"/>
                  </a:lnTo>
                  <a:lnTo>
                    <a:pt x="65" y="86"/>
                  </a:lnTo>
                  <a:lnTo>
                    <a:pt x="7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68" name=""/>
            <p:cNvSpPr/>
            <p:nvPr/>
          </p:nvSpPr>
          <p:spPr>
            <a:xfrm rot="0">
              <a:off x="3041" y="1136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69" name=""/>
            <p:cNvSpPr/>
            <p:nvPr/>
          </p:nvSpPr>
          <p:spPr>
            <a:xfrm rot="0">
              <a:off x="3041" y="11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70" name=""/>
            <p:cNvSpPr/>
            <p:nvPr/>
          </p:nvSpPr>
          <p:spPr>
            <a:xfrm rot="0">
              <a:off x="3039" y="1136"/>
              <a:ext cx="18" cy="21"/>
            </a:xfrm>
            <a:custGeom>
              <a:avLst/>
              <a:ahLst/>
              <a:rect l="0" t="0" r="r" b="b"/>
              <a:pathLst>
                <a:path w="73" h="84">
                  <a:moveTo>
                    <a:pt x="73" y="8"/>
                  </a:moveTo>
                  <a:lnTo>
                    <a:pt x="41" y="4"/>
                  </a:lnTo>
                  <a:lnTo>
                    <a:pt x="8" y="0"/>
                  </a:lnTo>
                  <a:lnTo>
                    <a:pt x="0" y="76"/>
                  </a:lnTo>
                  <a:lnTo>
                    <a:pt x="33" y="80"/>
                  </a:lnTo>
                  <a:lnTo>
                    <a:pt x="66" y="84"/>
                  </a:lnTo>
                  <a:lnTo>
                    <a:pt x="7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71" name=""/>
            <p:cNvSpPr/>
            <p:nvPr/>
          </p:nvSpPr>
          <p:spPr>
            <a:xfrm rot="0">
              <a:off x="3039" y="1136"/>
              <a:ext cx="18" cy="21"/>
            </a:xfrm>
            <a:custGeom>
              <a:avLst/>
              <a:ahLst/>
              <a:rect l="0" t="0" r="r" b="b"/>
              <a:pathLst>
                <a:path w="73" h="84">
                  <a:moveTo>
                    <a:pt x="73" y="8"/>
                  </a:moveTo>
                  <a:lnTo>
                    <a:pt x="41" y="4"/>
                  </a:lnTo>
                  <a:lnTo>
                    <a:pt x="8" y="0"/>
                  </a:lnTo>
                  <a:lnTo>
                    <a:pt x="0" y="76"/>
                  </a:lnTo>
                  <a:lnTo>
                    <a:pt x="33" y="80"/>
                  </a:lnTo>
                  <a:lnTo>
                    <a:pt x="66" y="84"/>
                  </a:lnTo>
                  <a:lnTo>
                    <a:pt x="73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72" name=""/>
            <p:cNvSpPr/>
            <p:nvPr/>
          </p:nvSpPr>
          <p:spPr>
            <a:xfrm rot="0">
              <a:off x="3039" y="1155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73" name=""/>
            <p:cNvSpPr/>
            <p:nvPr/>
          </p:nvSpPr>
          <p:spPr>
            <a:xfrm rot="0">
              <a:off x="3039" y="1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74" name=""/>
            <p:cNvSpPr/>
            <p:nvPr/>
          </p:nvSpPr>
          <p:spPr>
            <a:xfrm rot="0">
              <a:off x="3038" y="1156"/>
              <a:ext cx="17" cy="20"/>
            </a:xfrm>
            <a:custGeom>
              <a:avLst/>
              <a:ahLst/>
              <a:rect l="0" t="0" r="r" b="b"/>
              <a:pathLst>
                <a:path w="70" h="80">
                  <a:moveTo>
                    <a:pt x="70" y="3"/>
                  </a:moveTo>
                  <a:lnTo>
                    <a:pt x="37" y="1"/>
                  </a:lnTo>
                  <a:lnTo>
                    <a:pt x="4" y="0"/>
                  </a:lnTo>
                  <a:lnTo>
                    <a:pt x="0" y="77"/>
                  </a:lnTo>
                  <a:lnTo>
                    <a:pt x="33" y="79"/>
                  </a:lnTo>
                  <a:lnTo>
                    <a:pt x="66" y="80"/>
                  </a:lnTo>
                  <a:lnTo>
                    <a:pt x="7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75" name=""/>
            <p:cNvSpPr/>
            <p:nvPr/>
          </p:nvSpPr>
          <p:spPr>
            <a:xfrm rot="0">
              <a:off x="3038" y="1156"/>
              <a:ext cx="17" cy="20"/>
            </a:xfrm>
            <a:custGeom>
              <a:avLst/>
              <a:ahLst/>
              <a:rect l="0" t="0" r="r" b="b"/>
              <a:pathLst>
                <a:path w="70" h="80">
                  <a:moveTo>
                    <a:pt x="70" y="3"/>
                  </a:moveTo>
                  <a:lnTo>
                    <a:pt x="37" y="1"/>
                  </a:lnTo>
                  <a:lnTo>
                    <a:pt x="4" y="0"/>
                  </a:lnTo>
                  <a:lnTo>
                    <a:pt x="0" y="77"/>
                  </a:lnTo>
                  <a:lnTo>
                    <a:pt x="33" y="79"/>
                  </a:lnTo>
                  <a:lnTo>
                    <a:pt x="66" y="80"/>
                  </a:lnTo>
                  <a:lnTo>
                    <a:pt x="7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76" name=""/>
            <p:cNvSpPr/>
            <p:nvPr/>
          </p:nvSpPr>
          <p:spPr>
            <a:xfrm rot="0">
              <a:off x="3038" y="1175"/>
              <a:ext cx="8" cy="1"/>
            </a:xfrm>
            <a:custGeom>
              <a:avLst/>
              <a:ahLst/>
              <a:rect l="0" t="0" r="r" b="b"/>
              <a:pathLst>
                <a:path w="33" h="2">
                  <a:moveTo>
                    <a:pt x="33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77" name=""/>
            <p:cNvSpPr/>
            <p:nvPr/>
          </p:nvSpPr>
          <p:spPr>
            <a:xfrm rot="0">
              <a:off x="3038" y="11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78" name=""/>
            <p:cNvSpPr/>
            <p:nvPr/>
          </p:nvSpPr>
          <p:spPr>
            <a:xfrm rot="0">
              <a:off x="3037" y="117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7"/>
                  </a:lnTo>
                  <a:lnTo>
                    <a:pt x="32" y="77"/>
                  </a:lnTo>
                  <a:lnTo>
                    <a:pt x="65" y="7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79" name=""/>
            <p:cNvSpPr/>
            <p:nvPr/>
          </p:nvSpPr>
          <p:spPr>
            <a:xfrm rot="0">
              <a:off x="3037" y="1175"/>
              <a:ext cx="17" cy="20"/>
            </a:xfrm>
            <a:custGeom>
              <a:avLst/>
              <a:ahLst/>
              <a:rect l="0" t="0" r="r" b="b"/>
              <a:pathLst>
                <a:path w="67" h="7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7"/>
                  </a:lnTo>
                  <a:lnTo>
                    <a:pt x="32" y="77"/>
                  </a:lnTo>
                  <a:lnTo>
                    <a:pt x="65" y="7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80" name=""/>
            <p:cNvSpPr/>
            <p:nvPr/>
          </p:nvSpPr>
          <p:spPr>
            <a:xfrm rot="0">
              <a:off x="3037" y="1195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2" y="0"/>
                  </a:moveTo>
                  <a:lnTo>
                    <a:pt x="65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2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9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81" name=""/>
            <p:cNvSpPr/>
            <p:nvPr/>
          </p:nvSpPr>
          <p:spPr>
            <a:xfrm rot="0">
              <a:off x="3037" y="1195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65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2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82" name=""/>
            <p:cNvSpPr/>
            <p:nvPr/>
          </p:nvSpPr>
          <p:spPr>
            <a:xfrm rot="0">
              <a:off x="3037" y="1186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83" name=""/>
            <p:cNvSpPr/>
            <p:nvPr/>
          </p:nvSpPr>
          <p:spPr>
            <a:xfrm rot="0">
              <a:off x="3037" y="1186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84" name=""/>
            <p:cNvSpPr/>
            <p:nvPr/>
          </p:nvSpPr>
          <p:spPr>
            <a:xfrm rot="0">
              <a:off x="3046" y="1186"/>
              <a:ext cx="185" cy="17"/>
            </a:xfrm>
            <a:custGeom>
              <a:avLst/>
              <a:ahLst/>
              <a:rect l="0" t="0" r="r" b="b"/>
              <a:pathLst>
                <a:path w="742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742" y="67"/>
                  </a:lnTo>
                  <a:lnTo>
                    <a:pt x="742" y="34"/>
                  </a:lnTo>
                  <a:lnTo>
                    <a:pt x="74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85" name=""/>
            <p:cNvSpPr/>
            <p:nvPr/>
          </p:nvSpPr>
          <p:spPr>
            <a:xfrm rot="0">
              <a:off x="3046" y="1186"/>
              <a:ext cx="185" cy="17"/>
            </a:xfrm>
            <a:custGeom>
              <a:avLst/>
              <a:ahLst/>
              <a:rect l="0" t="0" r="r" b="b"/>
              <a:pathLst>
                <a:path w="742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742" y="67"/>
                  </a:lnTo>
                  <a:lnTo>
                    <a:pt x="742" y="34"/>
                  </a:lnTo>
                  <a:lnTo>
                    <a:pt x="74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86" name=""/>
            <p:cNvSpPr/>
            <p:nvPr/>
          </p:nvSpPr>
          <p:spPr>
            <a:xfrm rot="0">
              <a:off x="3231" y="118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87" name=""/>
            <p:cNvSpPr/>
            <p:nvPr/>
          </p:nvSpPr>
          <p:spPr>
            <a:xfrm rot="0">
              <a:off x="3231" y="118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88" name=""/>
            <p:cNvSpPr/>
            <p:nvPr/>
          </p:nvSpPr>
          <p:spPr>
            <a:xfrm rot="0">
              <a:off x="3861" y="1194"/>
              <a:ext cx="17" cy="9"/>
            </a:xfrm>
            <a:custGeom>
              <a:avLst/>
              <a:ahLst/>
              <a:rect l="0" t="0" r="r" b="b"/>
              <a:pathLst>
                <a:path w="65" h="34">
                  <a:moveTo>
                    <a:pt x="33" y="1"/>
                  </a:moveTo>
                  <a:lnTo>
                    <a:pt x="65" y="0"/>
                  </a:lnTo>
                  <a:lnTo>
                    <a:pt x="64" y="10"/>
                  </a:lnTo>
                  <a:lnTo>
                    <a:pt x="60" y="21"/>
                  </a:lnTo>
                  <a:lnTo>
                    <a:pt x="52" y="28"/>
                  </a:lnTo>
                  <a:lnTo>
                    <a:pt x="43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6" y="21"/>
                  </a:lnTo>
                  <a:lnTo>
                    <a:pt x="1" y="12"/>
                  </a:lnTo>
                  <a:lnTo>
                    <a:pt x="0" y="3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89" name=""/>
            <p:cNvSpPr/>
            <p:nvPr/>
          </p:nvSpPr>
          <p:spPr>
            <a:xfrm rot="0">
              <a:off x="3861" y="1194"/>
              <a:ext cx="17" cy="9"/>
            </a:xfrm>
            <a:custGeom>
              <a:avLst/>
              <a:ahLst/>
              <a:rect l="0" t="0" r="r" b="b"/>
              <a:pathLst>
                <a:path w="65" h="34">
                  <a:moveTo>
                    <a:pt x="65" y="0"/>
                  </a:moveTo>
                  <a:lnTo>
                    <a:pt x="64" y="10"/>
                  </a:lnTo>
                  <a:lnTo>
                    <a:pt x="60" y="21"/>
                  </a:lnTo>
                  <a:lnTo>
                    <a:pt x="52" y="28"/>
                  </a:lnTo>
                  <a:lnTo>
                    <a:pt x="43" y="33"/>
                  </a:lnTo>
                  <a:lnTo>
                    <a:pt x="34" y="34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6" y="21"/>
                  </a:lnTo>
                  <a:lnTo>
                    <a:pt x="1" y="12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90" name=""/>
            <p:cNvSpPr/>
            <p:nvPr/>
          </p:nvSpPr>
          <p:spPr>
            <a:xfrm rot="0">
              <a:off x="3861" y="1179"/>
              <a:ext cx="17" cy="16"/>
            </a:xfrm>
            <a:custGeom>
              <a:avLst/>
              <a:ahLst/>
              <a:rect l="0" t="0" r="r" b="b"/>
              <a:pathLst>
                <a:path w="67" h="66">
                  <a:moveTo>
                    <a:pt x="2" y="66"/>
                  </a:moveTo>
                  <a:lnTo>
                    <a:pt x="35" y="64"/>
                  </a:lnTo>
                  <a:lnTo>
                    <a:pt x="67" y="63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3"/>
                  </a:lnTo>
                  <a:lnTo>
                    <a:pt x="2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91" name=""/>
            <p:cNvSpPr/>
            <p:nvPr/>
          </p:nvSpPr>
          <p:spPr>
            <a:xfrm rot="0">
              <a:off x="3861" y="1179"/>
              <a:ext cx="17" cy="16"/>
            </a:xfrm>
            <a:custGeom>
              <a:avLst/>
              <a:ahLst/>
              <a:rect l="0" t="0" r="r" b="b"/>
              <a:pathLst>
                <a:path w="67" h="66">
                  <a:moveTo>
                    <a:pt x="2" y="66"/>
                  </a:moveTo>
                  <a:lnTo>
                    <a:pt x="35" y="64"/>
                  </a:lnTo>
                  <a:lnTo>
                    <a:pt x="67" y="63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3"/>
                  </a:lnTo>
                  <a:lnTo>
                    <a:pt x="2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92" name=""/>
            <p:cNvSpPr/>
            <p:nvPr/>
          </p:nvSpPr>
          <p:spPr>
            <a:xfrm rot="0">
              <a:off x="3869" y="1178"/>
              <a:ext cx="9" cy="1"/>
            </a:xfrm>
            <a:custGeom>
              <a:avLst/>
              <a:ahLst/>
              <a:rect l="0" t="0" r="r" b="b"/>
              <a:pathLst>
                <a:path w="33" h="2">
                  <a:moveTo>
                    <a:pt x="0" y="2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93" name=""/>
            <p:cNvSpPr/>
            <p:nvPr/>
          </p:nvSpPr>
          <p:spPr>
            <a:xfrm rot="0" flipV="1">
              <a:off x="3878" y="11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94" name=""/>
            <p:cNvSpPr/>
            <p:nvPr/>
          </p:nvSpPr>
          <p:spPr>
            <a:xfrm rot="0">
              <a:off x="3860" y="1163"/>
              <a:ext cx="18" cy="17"/>
            </a:xfrm>
            <a:custGeom>
              <a:avLst/>
              <a:ahLst/>
              <a:rect l="0" t="0" r="r" b="b"/>
              <a:pathLst>
                <a:path w="71" h="67">
                  <a:moveTo>
                    <a:pt x="5" y="67"/>
                  </a:moveTo>
                  <a:lnTo>
                    <a:pt x="38" y="64"/>
                  </a:lnTo>
                  <a:lnTo>
                    <a:pt x="71" y="62"/>
                  </a:lnTo>
                  <a:lnTo>
                    <a:pt x="66" y="0"/>
                  </a:lnTo>
                  <a:lnTo>
                    <a:pt x="33" y="2"/>
                  </a:lnTo>
                  <a:lnTo>
                    <a:pt x="0" y="5"/>
                  </a:lnTo>
                  <a:lnTo>
                    <a:pt x="5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95" name=""/>
            <p:cNvSpPr/>
            <p:nvPr/>
          </p:nvSpPr>
          <p:spPr>
            <a:xfrm rot="0">
              <a:off x="3860" y="1163"/>
              <a:ext cx="18" cy="17"/>
            </a:xfrm>
            <a:custGeom>
              <a:avLst/>
              <a:ahLst/>
              <a:rect l="0" t="0" r="r" b="b"/>
              <a:pathLst>
                <a:path w="71" h="67">
                  <a:moveTo>
                    <a:pt x="5" y="67"/>
                  </a:moveTo>
                  <a:lnTo>
                    <a:pt x="38" y="64"/>
                  </a:lnTo>
                  <a:lnTo>
                    <a:pt x="71" y="62"/>
                  </a:lnTo>
                  <a:lnTo>
                    <a:pt x="66" y="0"/>
                  </a:lnTo>
                  <a:lnTo>
                    <a:pt x="33" y="2"/>
                  </a:lnTo>
                  <a:lnTo>
                    <a:pt x="0" y="5"/>
                  </a:lnTo>
                  <a:lnTo>
                    <a:pt x="5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96" name=""/>
            <p:cNvSpPr/>
            <p:nvPr/>
          </p:nvSpPr>
          <p:spPr>
            <a:xfrm rot="0">
              <a:off x="3868" y="1163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0" y="4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97" name=""/>
            <p:cNvSpPr/>
            <p:nvPr/>
          </p:nvSpPr>
          <p:spPr>
            <a:xfrm rot="0" flipV="1">
              <a:off x="3876" y="11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3998" name=""/>
            <p:cNvSpPr/>
            <p:nvPr/>
          </p:nvSpPr>
          <p:spPr>
            <a:xfrm rot="0">
              <a:off x="3858" y="1147"/>
              <a:ext cx="18" cy="18"/>
            </a:xfrm>
            <a:custGeom>
              <a:avLst/>
              <a:ahLst/>
              <a:rect l="0" t="0" r="r" b="b"/>
              <a:pathLst>
                <a:path w="72" h="71">
                  <a:moveTo>
                    <a:pt x="6" y="71"/>
                  </a:moveTo>
                  <a:lnTo>
                    <a:pt x="39" y="67"/>
                  </a:lnTo>
                  <a:lnTo>
                    <a:pt x="72" y="63"/>
                  </a:lnTo>
                  <a:lnTo>
                    <a:pt x="65" y="0"/>
                  </a:lnTo>
                  <a:lnTo>
                    <a:pt x="32" y="4"/>
                  </a:lnTo>
                  <a:lnTo>
                    <a:pt x="0" y="8"/>
                  </a:lnTo>
                  <a:lnTo>
                    <a:pt x="6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3999" name=""/>
            <p:cNvSpPr/>
            <p:nvPr/>
          </p:nvSpPr>
          <p:spPr>
            <a:xfrm rot="0">
              <a:off x="3858" y="1147"/>
              <a:ext cx="18" cy="18"/>
            </a:xfrm>
            <a:custGeom>
              <a:avLst/>
              <a:ahLst/>
              <a:rect l="0" t="0" r="r" b="b"/>
              <a:pathLst>
                <a:path w="72" h="71">
                  <a:moveTo>
                    <a:pt x="6" y="71"/>
                  </a:moveTo>
                  <a:lnTo>
                    <a:pt x="39" y="67"/>
                  </a:lnTo>
                  <a:lnTo>
                    <a:pt x="72" y="63"/>
                  </a:lnTo>
                  <a:lnTo>
                    <a:pt x="65" y="0"/>
                  </a:lnTo>
                  <a:lnTo>
                    <a:pt x="32" y="4"/>
                  </a:lnTo>
                  <a:lnTo>
                    <a:pt x="0" y="8"/>
                  </a:lnTo>
                  <a:lnTo>
                    <a:pt x="6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00" name=""/>
            <p:cNvSpPr/>
            <p:nvPr/>
          </p:nvSpPr>
          <p:spPr>
            <a:xfrm rot="0">
              <a:off x="3866" y="1146"/>
              <a:ext cx="9" cy="2"/>
            </a:xfrm>
            <a:custGeom>
              <a:avLst/>
              <a:ahLst/>
              <a:rect l="0" t="0" r="r" b="b"/>
              <a:pathLst>
                <a:path w="33" h="6">
                  <a:moveTo>
                    <a:pt x="0" y="6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01" name=""/>
            <p:cNvSpPr/>
            <p:nvPr/>
          </p:nvSpPr>
          <p:spPr>
            <a:xfrm rot="0" flipV="1">
              <a:off x="3875" y="11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02" name=""/>
            <p:cNvSpPr/>
            <p:nvPr/>
          </p:nvSpPr>
          <p:spPr>
            <a:xfrm rot="0">
              <a:off x="3855" y="1131"/>
              <a:ext cx="20" cy="18"/>
            </a:xfrm>
            <a:custGeom>
              <a:avLst/>
              <a:ahLst/>
              <a:rect l="0" t="0" r="r" b="b"/>
              <a:pathLst>
                <a:path w="77" h="75">
                  <a:moveTo>
                    <a:pt x="12" y="75"/>
                  </a:moveTo>
                  <a:lnTo>
                    <a:pt x="44" y="68"/>
                  </a:lnTo>
                  <a:lnTo>
                    <a:pt x="77" y="62"/>
                  </a:lnTo>
                  <a:lnTo>
                    <a:pt x="65" y="0"/>
                  </a:lnTo>
                  <a:lnTo>
                    <a:pt x="33" y="7"/>
                  </a:lnTo>
                  <a:lnTo>
                    <a:pt x="0" y="13"/>
                  </a:lnTo>
                  <a:lnTo>
                    <a:pt x="1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03" name=""/>
            <p:cNvSpPr/>
            <p:nvPr/>
          </p:nvSpPr>
          <p:spPr>
            <a:xfrm rot="0">
              <a:off x="3855" y="1131"/>
              <a:ext cx="20" cy="18"/>
            </a:xfrm>
            <a:custGeom>
              <a:avLst/>
              <a:ahLst/>
              <a:rect l="0" t="0" r="r" b="b"/>
              <a:pathLst>
                <a:path w="77" h="75">
                  <a:moveTo>
                    <a:pt x="12" y="75"/>
                  </a:moveTo>
                  <a:lnTo>
                    <a:pt x="44" y="68"/>
                  </a:lnTo>
                  <a:lnTo>
                    <a:pt x="77" y="62"/>
                  </a:lnTo>
                  <a:lnTo>
                    <a:pt x="65" y="0"/>
                  </a:lnTo>
                  <a:lnTo>
                    <a:pt x="33" y="7"/>
                  </a:lnTo>
                  <a:lnTo>
                    <a:pt x="0" y="13"/>
                  </a:lnTo>
                  <a:lnTo>
                    <a:pt x="1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04" name=""/>
            <p:cNvSpPr/>
            <p:nvPr/>
          </p:nvSpPr>
          <p:spPr>
            <a:xfrm rot="0">
              <a:off x="3863" y="1131"/>
              <a:ext cx="9" cy="1"/>
            </a:xfrm>
            <a:custGeom>
              <a:avLst/>
              <a:ahLst/>
              <a:rect l="0" t="0" r="r" b="b"/>
              <a:pathLst>
                <a:path w="32" h="7">
                  <a:moveTo>
                    <a:pt x="0" y="7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05" name=""/>
            <p:cNvSpPr/>
            <p:nvPr/>
          </p:nvSpPr>
          <p:spPr>
            <a:xfrm rot="0">
              <a:off x="3872" y="11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06" name=""/>
            <p:cNvSpPr/>
            <p:nvPr/>
          </p:nvSpPr>
          <p:spPr>
            <a:xfrm rot="0">
              <a:off x="3852" y="1116"/>
              <a:ext cx="20" cy="18"/>
            </a:xfrm>
            <a:custGeom>
              <a:avLst/>
              <a:ahLst/>
              <a:rect l="0" t="0" r="r" b="b"/>
              <a:pathLst>
                <a:path w="78" h="73">
                  <a:moveTo>
                    <a:pt x="13" y="73"/>
                  </a:moveTo>
                  <a:lnTo>
                    <a:pt x="46" y="67"/>
                  </a:lnTo>
                  <a:lnTo>
                    <a:pt x="78" y="60"/>
                  </a:lnTo>
                  <a:lnTo>
                    <a:pt x="65" y="0"/>
                  </a:lnTo>
                  <a:lnTo>
                    <a:pt x="32" y="6"/>
                  </a:lnTo>
                  <a:lnTo>
                    <a:pt x="0" y="13"/>
                  </a:lnTo>
                  <a:lnTo>
                    <a:pt x="13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07" name=""/>
            <p:cNvSpPr/>
            <p:nvPr/>
          </p:nvSpPr>
          <p:spPr>
            <a:xfrm rot="0">
              <a:off x="3852" y="1116"/>
              <a:ext cx="20" cy="18"/>
            </a:xfrm>
            <a:custGeom>
              <a:avLst/>
              <a:ahLst/>
              <a:rect l="0" t="0" r="r" b="b"/>
              <a:pathLst>
                <a:path w="78" h="73">
                  <a:moveTo>
                    <a:pt x="13" y="73"/>
                  </a:moveTo>
                  <a:lnTo>
                    <a:pt x="46" y="67"/>
                  </a:lnTo>
                  <a:lnTo>
                    <a:pt x="78" y="60"/>
                  </a:lnTo>
                  <a:lnTo>
                    <a:pt x="65" y="0"/>
                  </a:lnTo>
                  <a:lnTo>
                    <a:pt x="32" y="6"/>
                  </a:lnTo>
                  <a:lnTo>
                    <a:pt x="0" y="13"/>
                  </a:lnTo>
                  <a:lnTo>
                    <a:pt x="13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08" name=""/>
            <p:cNvSpPr/>
            <p:nvPr/>
          </p:nvSpPr>
          <p:spPr>
            <a:xfrm rot="0">
              <a:off x="3860" y="1115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0" y="9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09" name=""/>
            <p:cNvSpPr/>
            <p:nvPr/>
          </p:nvSpPr>
          <p:spPr>
            <a:xfrm rot="0" flipV="1">
              <a:off x="3868" y="11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10" name=""/>
            <p:cNvSpPr/>
            <p:nvPr/>
          </p:nvSpPr>
          <p:spPr>
            <a:xfrm rot="0">
              <a:off x="3848" y="1100"/>
              <a:ext cx="20" cy="20"/>
            </a:xfrm>
            <a:custGeom>
              <a:avLst/>
              <a:ahLst/>
              <a:rect l="0" t="0" r="r" b="b"/>
              <a:pathLst>
                <a:path w="83" h="80">
                  <a:moveTo>
                    <a:pt x="18" y="80"/>
                  </a:moveTo>
                  <a:lnTo>
                    <a:pt x="50" y="71"/>
                  </a:lnTo>
                  <a:lnTo>
                    <a:pt x="83" y="62"/>
                  </a:lnTo>
                  <a:lnTo>
                    <a:pt x="66" y="0"/>
                  </a:lnTo>
                  <a:lnTo>
                    <a:pt x="33" y="9"/>
                  </a:lnTo>
                  <a:lnTo>
                    <a:pt x="0" y="19"/>
                  </a:lnTo>
                  <a:lnTo>
                    <a:pt x="18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11" name=""/>
            <p:cNvSpPr/>
            <p:nvPr/>
          </p:nvSpPr>
          <p:spPr>
            <a:xfrm rot="0">
              <a:off x="3848" y="1100"/>
              <a:ext cx="20" cy="20"/>
            </a:xfrm>
            <a:custGeom>
              <a:avLst/>
              <a:ahLst/>
              <a:rect l="0" t="0" r="r" b="b"/>
              <a:pathLst>
                <a:path w="83" h="80">
                  <a:moveTo>
                    <a:pt x="18" y="80"/>
                  </a:moveTo>
                  <a:lnTo>
                    <a:pt x="50" y="71"/>
                  </a:lnTo>
                  <a:lnTo>
                    <a:pt x="83" y="62"/>
                  </a:lnTo>
                  <a:lnTo>
                    <a:pt x="66" y="0"/>
                  </a:lnTo>
                  <a:lnTo>
                    <a:pt x="33" y="9"/>
                  </a:lnTo>
                  <a:lnTo>
                    <a:pt x="0" y="19"/>
                  </a:lnTo>
                  <a:lnTo>
                    <a:pt x="18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09" name=""/>
          <p:cNvGrpSpPr/>
          <p:nvPr/>
        </p:nvGrpSpPr>
        <p:grpSpPr>
          <a:xfrm rot="0">
            <a:off x="5156200" y="1376362"/>
            <a:ext cx="979487" cy="376237"/>
            <a:chOff x="3248" y="867"/>
            <a:chExt cx="617" cy="237"/>
          </a:xfrm>
        </p:grpSpPr>
        <p:sp>
          <p:nvSpPr>
            <p:cNvPr id="1064012" name=""/>
            <p:cNvSpPr/>
            <p:nvPr/>
          </p:nvSpPr>
          <p:spPr>
            <a:xfrm rot="0">
              <a:off x="3856" y="1099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0" y="10"/>
                  </a:moveTo>
                  <a:lnTo>
                    <a:pt x="33" y="1"/>
                  </a:lnTo>
                  <a:lnTo>
                    <a:pt x="32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13" name=""/>
            <p:cNvSpPr/>
            <p:nvPr/>
          </p:nvSpPr>
          <p:spPr>
            <a:xfrm rot="0" flipH="1" flipV="1">
              <a:off x="3864" y="1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14" name=""/>
            <p:cNvSpPr/>
            <p:nvPr/>
          </p:nvSpPr>
          <p:spPr>
            <a:xfrm rot="0">
              <a:off x="3843" y="1084"/>
              <a:ext cx="21" cy="20"/>
            </a:xfrm>
            <a:custGeom>
              <a:avLst/>
              <a:ahLst/>
              <a:rect l="0" t="0" r="r" b="b"/>
              <a:pathLst>
                <a:path w="83" h="80">
                  <a:moveTo>
                    <a:pt x="20" y="80"/>
                  </a:moveTo>
                  <a:lnTo>
                    <a:pt x="51" y="69"/>
                  </a:lnTo>
                  <a:lnTo>
                    <a:pt x="83" y="59"/>
                  </a:lnTo>
                  <a:lnTo>
                    <a:pt x="63" y="0"/>
                  </a:lnTo>
                  <a:lnTo>
                    <a:pt x="32" y="10"/>
                  </a:lnTo>
                  <a:lnTo>
                    <a:pt x="0" y="21"/>
                  </a:lnTo>
                  <a:lnTo>
                    <a:pt x="20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15" name=""/>
            <p:cNvSpPr/>
            <p:nvPr/>
          </p:nvSpPr>
          <p:spPr>
            <a:xfrm rot="0">
              <a:off x="3843" y="1084"/>
              <a:ext cx="21" cy="20"/>
            </a:xfrm>
            <a:custGeom>
              <a:avLst/>
              <a:ahLst/>
              <a:rect l="0" t="0" r="r" b="b"/>
              <a:pathLst>
                <a:path w="83" h="80">
                  <a:moveTo>
                    <a:pt x="20" y="80"/>
                  </a:moveTo>
                  <a:lnTo>
                    <a:pt x="51" y="69"/>
                  </a:lnTo>
                  <a:lnTo>
                    <a:pt x="83" y="59"/>
                  </a:lnTo>
                  <a:lnTo>
                    <a:pt x="63" y="0"/>
                  </a:lnTo>
                  <a:lnTo>
                    <a:pt x="32" y="10"/>
                  </a:lnTo>
                  <a:lnTo>
                    <a:pt x="0" y="21"/>
                  </a:lnTo>
                  <a:lnTo>
                    <a:pt x="20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16" name=""/>
            <p:cNvSpPr/>
            <p:nvPr/>
          </p:nvSpPr>
          <p:spPr>
            <a:xfrm rot="0">
              <a:off x="3851" y="1084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0" y="12"/>
                  </a:moveTo>
                  <a:lnTo>
                    <a:pt x="31" y="2"/>
                  </a:lnTo>
                  <a:lnTo>
                    <a:pt x="31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17" name=""/>
            <p:cNvSpPr/>
            <p:nvPr/>
          </p:nvSpPr>
          <p:spPr>
            <a:xfrm rot="0" flipV="1">
              <a:off x="3859" y="1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18" name=""/>
            <p:cNvSpPr/>
            <p:nvPr/>
          </p:nvSpPr>
          <p:spPr>
            <a:xfrm rot="0">
              <a:off x="3837" y="1070"/>
              <a:ext cx="22" cy="20"/>
            </a:xfrm>
            <a:custGeom>
              <a:avLst/>
              <a:ahLst/>
              <a:rect l="0" t="0" r="r" b="b"/>
              <a:pathLst>
                <a:path w="85" h="81">
                  <a:moveTo>
                    <a:pt x="22" y="81"/>
                  </a:moveTo>
                  <a:lnTo>
                    <a:pt x="54" y="69"/>
                  </a:lnTo>
                  <a:lnTo>
                    <a:pt x="85" y="57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3"/>
                  </a:lnTo>
                  <a:lnTo>
                    <a:pt x="22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19" name=""/>
            <p:cNvSpPr/>
            <p:nvPr/>
          </p:nvSpPr>
          <p:spPr>
            <a:xfrm rot="0">
              <a:off x="3837" y="1070"/>
              <a:ext cx="22" cy="20"/>
            </a:xfrm>
            <a:custGeom>
              <a:avLst/>
              <a:ahLst/>
              <a:rect l="0" t="0" r="r" b="b"/>
              <a:pathLst>
                <a:path w="85" h="81">
                  <a:moveTo>
                    <a:pt x="22" y="81"/>
                  </a:moveTo>
                  <a:lnTo>
                    <a:pt x="54" y="69"/>
                  </a:lnTo>
                  <a:lnTo>
                    <a:pt x="85" y="57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3"/>
                  </a:lnTo>
                  <a:lnTo>
                    <a:pt x="22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20" name=""/>
            <p:cNvSpPr/>
            <p:nvPr/>
          </p:nvSpPr>
          <p:spPr>
            <a:xfrm rot="0">
              <a:off x="3845" y="1069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0" y="13"/>
                  </a:moveTo>
                  <a:lnTo>
                    <a:pt x="32" y="2"/>
                  </a:lnTo>
                  <a:lnTo>
                    <a:pt x="30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21" name=""/>
            <p:cNvSpPr/>
            <p:nvPr/>
          </p:nvSpPr>
          <p:spPr>
            <a:xfrm rot="0" flipH="1" flipV="1">
              <a:off x="3853" y="10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22" name=""/>
            <p:cNvSpPr/>
            <p:nvPr/>
          </p:nvSpPr>
          <p:spPr>
            <a:xfrm rot="0">
              <a:off x="3832" y="1055"/>
              <a:ext cx="21" cy="21"/>
            </a:xfrm>
            <a:custGeom>
              <a:avLst/>
              <a:ahLst/>
              <a:rect l="0" t="0" r="r" b="b"/>
              <a:pathLst>
                <a:path w="85" h="84">
                  <a:moveTo>
                    <a:pt x="25" y="84"/>
                  </a:moveTo>
                  <a:lnTo>
                    <a:pt x="55" y="71"/>
                  </a:lnTo>
                  <a:lnTo>
                    <a:pt x="85" y="58"/>
                  </a:lnTo>
                  <a:lnTo>
                    <a:pt x="61" y="0"/>
                  </a:lnTo>
                  <a:lnTo>
                    <a:pt x="30" y="13"/>
                  </a:lnTo>
                  <a:lnTo>
                    <a:pt x="0" y="27"/>
                  </a:lnTo>
                  <a:lnTo>
                    <a:pt x="25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23" name=""/>
            <p:cNvSpPr/>
            <p:nvPr/>
          </p:nvSpPr>
          <p:spPr>
            <a:xfrm rot="0">
              <a:off x="3832" y="1055"/>
              <a:ext cx="21" cy="21"/>
            </a:xfrm>
            <a:custGeom>
              <a:avLst/>
              <a:ahLst/>
              <a:rect l="0" t="0" r="r" b="b"/>
              <a:pathLst>
                <a:path w="85" h="84">
                  <a:moveTo>
                    <a:pt x="25" y="84"/>
                  </a:moveTo>
                  <a:lnTo>
                    <a:pt x="55" y="71"/>
                  </a:lnTo>
                  <a:lnTo>
                    <a:pt x="85" y="58"/>
                  </a:lnTo>
                  <a:lnTo>
                    <a:pt x="61" y="0"/>
                  </a:lnTo>
                  <a:lnTo>
                    <a:pt x="30" y="13"/>
                  </a:lnTo>
                  <a:lnTo>
                    <a:pt x="0" y="27"/>
                  </a:lnTo>
                  <a:lnTo>
                    <a:pt x="25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24" name=""/>
            <p:cNvSpPr/>
            <p:nvPr/>
          </p:nvSpPr>
          <p:spPr>
            <a:xfrm rot="0">
              <a:off x="3839" y="1054"/>
              <a:ext cx="8" cy="4"/>
            </a:xfrm>
            <a:custGeom>
              <a:avLst/>
              <a:ahLst/>
              <a:rect l="0" t="0" r="r" b="b"/>
              <a:pathLst>
                <a:path w="31" h="15">
                  <a:moveTo>
                    <a:pt x="0" y="15"/>
                  </a:moveTo>
                  <a:lnTo>
                    <a:pt x="31" y="2"/>
                  </a:lnTo>
                  <a:lnTo>
                    <a:pt x="3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25" name=""/>
            <p:cNvSpPr/>
            <p:nvPr/>
          </p:nvSpPr>
          <p:spPr>
            <a:xfrm rot="0" flipV="1">
              <a:off x="3847" y="10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26" name=""/>
            <p:cNvSpPr/>
            <p:nvPr/>
          </p:nvSpPr>
          <p:spPr>
            <a:xfrm rot="0">
              <a:off x="3824" y="1040"/>
              <a:ext cx="23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29" y="88"/>
                  </a:moveTo>
                  <a:lnTo>
                    <a:pt x="59" y="72"/>
                  </a:lnTo>
                  <a:lnTo>
                    <a:pt x="90" y="57"/>
                  </a:lnTo>
                  <a:lnTo>
                    <a:pt x="61" y="0"/>
                  </a:lnTo>
                  <a:lnTo>
                    <a:pt x="30" y="16"/>
                  </a:lnTo>
                  <a:lnTo>
                    <a:pt x="0" y="32"/>
                  </a:lnTo>
                  <a:lnTo>
                    <a:pt x="29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27" name=""/>
            <p:cNvSpPr/>
            <p:nvPr/>
          </p:nvSpPr>
          <p:spPr>
            <a:xfrm rot="0">
              <a:off x="3824" y="1040"/>
              <a:ext cx="23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29" y="88"/>
                  </a:moveTo>
                  <a:lnTo>
                    <a:pt x="59" y="72"/>
                  </a:lnTo>
                  <a:lnTo>
                    <a:pt x="90" y="57"/>
                  </a:lnTo>
                  <a:lnTo>
                    <a:pt x="61" y="0"/>
                  </a:lnTo>
                  <a:lnTo>
                    <a:pt x="30" y="16"/>
                  </a:lnTo>
                  <a:lnTo>
                    <a:pt x="0" y="32"/>
                  </a:lnTo>
                  <a:lnTo>
                    <a:pt x="29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28" name=""/>
            <p:cNvSpPr/>
            <p:nvPr/>
          </p:nvSpPr>
          <p:spPr>
            <a:xfrm rot="0">
              <a:off x="3832" y="1040"/>
              <a:ext cx="7" cy="4"/>
            </a:xfrm>
            <a:custGeom>
              <a:avLst/>
              <a:ahLst/>
              <a:rect l="0" t="0" r="r" b="b"/>
              <a:pathLst>
                <a:path w="31" h="16">
                  <a:moveTo>
                    <a:pt x="0" y="16"/>
                  </a:moveTo>
                  <a:lnTo>
                    <a:pt x="31" y="0"/>
                  </a:lnTo>
                  <a:lnTo>
                    <a:pt x="29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29" name=""/>
            <p:cNvSpPr/>
            <p:nvPr/>
          </p:nvSpPr>
          <p:spPr>
            <a:xfrm rot="0" flipH="1">
              <a:off x="3839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30" name=""/>
            <p:cNvSpPr/>
            <p:nvPr/>
          </p:nvSpPr>
          <p:spPr>
            <a:xfrm rot="0">
              <a:off x="3817" y="1027"/>
              <a:ext cx="22" cy="21"/>
            </a:xfrm>
            <a:custGeom>
              <a:avLst/>
              <a:ahLst/>
              <a:rect l="0" t="0" r="r" b="b"/>
              <a:pathLst>
                <a:path w="88" h="86">
                  <a:moveTo>
                    <a:pt x="30" y="86"/>
                  </a:moveTo>
                  <a:lnTo>
                    <a:pt x="59" y="70"/>
                  </a:lnTo>
                  <a:lnTo>
                    <a:pt x="88" y="54"/>
                  </a:lnTo>
                  <a:lnTo>
                    <a:pt x="58" y="0"/>
                  </a:lnTo>
                  <a:lnTo>
                    <a:pt x="29" y="16"/>
                  </a:lnTo>
                  <a:lnTo>
                    <a:pt x="0" y="32"/>
                  </a:lnTo>
                  <a:lnTo>
                    <a:pt x="3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31" name=""/>
            <p:cNvSpPr/>
            <p:nvPr/>
          </p:nvSpPr>
          <p:spPr>
            <a:xfrm rot="0">
              <a:off x="3817" y="1027"/>
              <a:ext cx="22" cy="21"/>
            </a:xfrm>
            <a:custGeom>
              <a:avLst/>
              <a:ahLst/>
              <a:rect l="0" t="0" r="r" b="b"/>
              <a:pathLst>
                <a:path w="88" h="86">
                  <a:moveTo>
                    <a:pt x="30" y="86"/>
                  </a:moveTo>
                  <a:lnTo>
                    <a:pt x="59" y="70"/>
                  </a:lnTo>
                  <a:lnTo>
                    <a:pt x="88" y="54"/>
                  </a:lnTo>
                  <a:lnTo>
                    <a:pt x="58" y="0"/>
                  </a:lnTo>
                  <a:lnTo>
                    <a:pt x="29" y="16"/>
                  </a:lnTo>
                  <a:lnTo>
                    <a:pt x="0" y="32"/>
                  </a:lnTo>
                  <a:lnTo>
                    <a:pt x="3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32" name=""/>
            <p:cNvSpPr/>
            <p:nvPr/>
          </p:nvSpPr>
          <p:spPr>
            <a:xfrm rot="0">
              <a:off x="3824" y="1026"/>
              <a:ext cx="8" cy="5"/>
            </a:xfrm>
            <a:custGeom>
              <a:avLst/>
              <a:ahLst/>
              <a:rect l="0" t="0" r="r" b="b"/>
              <a:pathLst>
                <a:path w="29" h="18">
                  <a:moveTo>
                    <a:pt x="0" y="18"/>
                  </a:moveTo>
                  <a:lnTo>
                    <a:pt x="29" y="2"/>
                  </a:lnTo>
                  <a:lnTo>
                    <a:pt x="29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33" name=""/>
            <p:cNvSpPr/>
            <p:nvPr/>
          </p:nvSpPr>
          <p:spPr>
            <a:xfrm rot="0" flipV="1">
              <a:off x="3832" y="10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34" name=""/>
            <p:cNvSpPr/>
            <p:nvPr/>
          </p:nvSpPr>
          <p:spPr>
            <a:xfrm rot="0">
              <a:off x="3809" y="1012"/>
              <a:ext cx="23" cy="23"/>
            </a:xfrm>
            <a:custGeom>
              <a:avLst/>
              <a:ahLst/>
              <a:rect l="0" t="0" r="r" b="b"/>
              <a:pathLst>
                <a:path w="92" h="90">
                  <a:moveTo>
                    <a:pt x="34" y="90"/>
                  </a:moveTo>
                  <a:lnTo>
                    <a:pt x="63" y="72"/>
                  </a:lnTo>
                  <a:lnTo>
                    <a:pt x="92" y="54"/>
                  </a:lnTo>
                  <a:lnTo>
                    <a:pt x="58" y="0"/>
                  </a:lnTo>
                  <a:lnTo>
                    <a:pt x="29" y="18"/>
                  </a:lnTo>
                  <a:lnTo>
                    <a:pt x="0" y="37"/>
                  </a:lnTo>
                  <a:lnTo>
                    <a:pt x="34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35" name=""/>
            <p:cNvSpPr/>
            <p:nvPr/>
          </p:nvSpPr>
          <p:spPr>
            <a:xfrm rot="0">
              <a:off x="3809" y="1012"/>
              <a:ext cx="23" cy="23"/>
            </a:xfrm>
            <a:custGeom>
              <a:avLst/>
              <a:ahLst/>
              <a:rect l="0" t="0" r="r" b="b"/>
              <a:pathLst>
                <a:path w="92" h="90">
                  <a:moveTo>
                    <a:pt x="34" y="90"/>
                  </a:moveTo>
                  <a:lnTo>
                    <a:pt x="63" y="72"/>
                  </a:lnTo>
                  <a:lnTo>
                    <a:pt x="92" y="54"/>
                  </a:lnTo>
                  <a:lnTo>
                    <a:pt x="58" y="0"/>
                  </a:lnTo>
                  <a:lnTo>
                    <a:pt x="29" y="18"/>
                  </a:lnTo>
                  <a:lnTo>
                    <a:pt x="0" y="37"/>
                  </a:lnTo>
                  <a:lnTo>
                    <a:pt x="34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36" name=""/>
            <p:cNvSpPr/>
            <p:nvPr/>
          </p:nvSpPr>
          <p:spPr>
            <a:xfrm rot="0">
              <a:off x="3816" y="1012"/>
              <a:ext cx="7" cy="5"/>
            </a:xfrm>
            <a:custGeom>
              <a:avLst/>
              <a:ahLst/>
              <a:rect l="0" t="0" r="r" b="b"/>
              <a:pathLst>
                <a:path w="29" h="20">
                  <a:moveTo>
                    <a:pt x="0" y="20"/>
                  </a:moveTo>
                  <a:lnTo>
                    <a:pt x="29" y="2"/>
                  </a:lnTo>
                  <a:lnTo>
                    <a:pt x="2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37" name=""/>
            <p:cNvSpPr/>
            <p:nvPr/>
          </p:nvSpPr>
          <p:spPr>
            <a:xfrm rot="0" flipH="1" flipV="1">
              <a:off x="3823" y="10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38" name=""/>
            <p:cNvSpPr/>
            <p:nvPr/>
          </p:nvSpPr>
          <p:spPr>
            <a:xfrm rot="0">
              <a:off x="3800" y="999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35" y="91"/>
                  </a:moveTo>
                  <a:lnTo>
                    <a:pt x="63" y="71"/>
                  </a:lnTo>
                  <a:lnTo>
                    <a:pt x="91" y="51"/>
                  </a:lnTo>
                  <a:lnTo>
                    <a:pt x="55" y="0"/>
                  </a:lnTo>
                  <a:lnTo>
                    <a:pt x="28" y="20"/>
                  </a:lnTo>
                  <a:lnTo>
                    <a:pt x="0" y="40"/>
                  </a:lnTo>
                  <a:lnTo>
                    <a:pt x="35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39" name=""/>
            <p:cNvSpPr/>
            <p:nvPr/>
          </p:nvSpPr>
          <p:spPr>
            <a:xfrm rot="0">
              <a:off x="3800" y="999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35" y="91"/>
                  </a:moveTo>
                  <a:lnTo>
                    <a:pt x="63" y="71"/>
                  </a:lnTo>
                  <a:lnTo>
                    <a:pt x="91" y="51"/>
                  </a:lnTo>
                  <a:lnTo>
                    <a:pt x="55" y="0"/>
                  </a:lnTo>
                  <a:lnTo>
                    <a:pt x="28" y="20"/>
                  </a:lnTo>
                  <a:lnTo>
                    <a:pt x="0" y="40"/>
                  </a:lnTo>
                  <a:lnTo>
                    <a:pt x="35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40" name=""/>
            <p:cNvSpPr/>
            <p:nvPr/>
          </p:nvSpPr>
          <p:spPr>
            <a:xfrm rot="0">
              <a:off x="3807" y="999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0" y="21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41" name=""/>
            <p:cNvSpPr/>
            <p:nvPr/>
          </p:nvSpPr>
          <p:spPr>
            <a:xfrm rot="0" flipH="1" flipV="1">
              <a:off x="3813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42" name=""/>
            <p:cNvSpPr/>
            <p:nvPr/>
          </p:nvSpPr>
          <p:spPr>
            <a:xfrm rot="0">
              <a:off x="3790" y="987"/>
              <a:ext cx="23" cy="22"/>
            </a:xfrm>
            <a:custGeom>
              <a:avLst/>
              <a:ahLst/>
              <a:rect l="0" t="0" r="r" b="b"/>
              <a:pathLst>
                <a:path w="92" h="91">
                  <a:moveTo>
                    <a:pt x="39" y="91"/>
                  </a:moveTo>
                  <a:lnTo>
                    <a:pt x="66" y="70"/>
                  </a:lnTo>
                  <a:lnTo>
                    <a:pt x="92" y="49"/>
                  </a:lnTo>
                  <a:lnTo>
                    <a:pt x="52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39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43" name=""/>
            <p:cNvSpPr/>
            <p:nvPr/>
          </p:nvSpPr>
          <p:spPr>
            <a:xfrm rot="0">
              <a:off x="3790" y="987"/>
              <a:ext cx="23" cy="22"/>
            </a:xfrm>
            <a:custGeom>
              <a:avLst/>
              <a:ahLst/>
              <a:rect l="0" t="0" r="r" b="b"/>
              <a:pathLst>
                <a:path w="92" h="91">
                  <a:moveTo>
                    <a:pt x="39" y="91"/>
                  </a:moveTo>
                  <a:lnTo>
                    <a:pt x="66" y="70"/>
                  </a:lnTo>
                  <a:lnTo>
                    <a:pt x="92" y="49"/>
                  </a:lnTo>
                  <a:lnTo>
                    <a:pt x="52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39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44" name=""/>
            <p:cNvSpPr/>
            <p:nvPr/>
          </p:nvSpPr>
          <p:spPr>
            <a:xfrm rot="0">
              <a:off x="3797" y="987"/>
              <a:ext cx="7" cy="5"/>
            </a:xfrm>
            <a:custGeom>
              <a:avLst/>
              <a:ahLst/>
              <a:rect l="0" t="0" r="r" b="b"/>
              <a:pathLst>
                <a:path w="26" h="21">
                  <a:moveTo>
                    <a:pt x="0" y="21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45" name=""/>
            <p:cNvSpPr/>
            <p:nvPr/>
          </p:nvSpPr>
          <p:spPr>
            <a:xfrm rot="0">
              <a:off x="3804" y="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46" name=""/>
            <p:cNvSpPr/>
            <p:nvPr/>
          </p:nvSpPr>
          <p:spPr>
            <a:xfrm rot="0">
              <a:off x="3780" y="975"/>
              <a:ext cx="24" cy="22"/>
            </a:xfrm>
            <a:custGeom>
              <a:avLst/>
              <a:ahLst/>
              <a:rect l="0" t="0" r="r" b="b"/>
              <a:pathLst>
                <a:path w="93" h="90">
                  <a:moveTo>
                    <a:pt x="41" y="90"/>
                  </a:moveTo>
                  <a:lnTo>
                    <a:pt x="67" y="69"/>
                  </a:lnTo>
                  <a:lnTo>
                    <a:pt x="93" y="48"/>
                  </a:lnTo>
                  <a:lnTo>
                    <a:pt x="53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41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47" name=""/>
            <p:cNvSpPr/>
            <p:nvPr/>
          </p:nvSpPr>
          <p:spPr>
            <a:xfrm rot="0">
              <a:off x="3780" y="975"/>
              <a:ext cx="24" cy="22"/>
            </a:xfrm>
            <a:custGeom>
              <a:avLst/>
              <a:ahLst/>
              <a:rect l="0" t="0" r="r" b="b"/>
              <a:pathLst>
                <a:path w="93" h="90">
                  <a:moveTo>
                    <a:pt x="41" y="90"/>
                  </a:moveTo>
                  <a:lnTo>
                    <a:pt x="67" y="69"/>
                  </a:lnTo>
                  <a:lnTo>
                    <a:pt x="93" y="48"/>
                  </a:lnTo>
                  <a:lnTo>
                    <a:pt x="53" y="0"/>
                  </a:lnTo>
                  <a:lnTo>
                    <a:pt x="26" y="21"/>
                  </a:lnTo>
                  <a:lnTo>
                    <a:pt x="0" y="42"/>
                  </a:lnTo>
                  <a:lnTo>
                    <a:pt x="41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48" name=""/>
            <p:cNvSpPr/>
            <p:nvPr/>
          </p:nvSpPr>
          <p:spPr>
            <a:xfrm rot="0">
              <a:off x="3787" y="974"/>
              <a:ext cx="6" cy="6"/>
            </a:xfrm>
            <a:custGeom>
              <a:avLst/>
              <a:ahLst/>
              <a:rect l="0" t="0" r="r" b="b"/>
              <a:pathLst>
                <a:path w="27" h="24">
                  <a:moveTo>
                    <a:pt x="0" y="24"/>
                  </a:moveTo>
                  <a:lnTo>
                    <a:pt x="27" y="3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49" name=""/>
            <p:cNvSpPr/>
            <p:nvPr/>
          </p:nvSpPr>
          <p:spPr>
            <a:xfrm rot="0" flipH="1" flipV="1">
              <a:off x="3793" y="9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50" name=""/>
            <p:cNvSpPr/>
            <p:nvPr/>
          </p:nvSpPr>
          <p:spPr>
            <a:xfrm rot="0">
              <a:off x="3770" y="963"/>
              <a:ext cx="23" cy="23"/>
            </a:xfrm>
            <a:custGeom>
              <a:avLst/>
              <a:ahLst/>
              <a:rect l="0" t="0" r="r" b="b"/>
              <a:pathLst>
                <a:path w="91" h="92">
                  <a:moveTo>
                    <a:pt x="44" y="92"/>
                  </a:moveTo>
                  <a:lnTo>
                    <a:pt x="67" y="69"/>
                  </a:lnTo>
                  <a:lnTo>
                    <a:pt x="91" y="45"/>
                  </a:lnTo>
                  <a:lnTo>
                    <a:pt x="48" y="0"/>
                  </a:lnTo>
                  <a:lnTo>
                    <a:pt x="24" y="24"/>
                  </a:lnTo>
                  <a:lnTo>
                    <a:pt x="0" y="48"/>
                  </a:lnTo>
                  <a:lnTo>
                    <a:pt x="44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51" name=""/>
            <p:cNvSpPr/>
            <p:nvPr/>
          </p:nvSpPr>
          <p:spPr>
            <a:xfrm rot="0">
              <a:off x="3770" y="963"/>
              <a:ext cx="23" cy="23"/>
            </a:xfrm>
            <a:custGeom>
              <a:avLst/>
              <a:ahLst/>
              <a:rect l="0" t="0" r="r" b="b"/>
              <a:pathLst>
                <a:path w="91" h="92">
                  <a:moveTo>
                    <a:pt x="44" y="92"/>
                  </a:moveTo>
                  <a:lnTo>
                    <a:pt x="67" y="69"/>
                  </a:lnTo>
                  <a:lnTo>
                    <a:pt x="91" y="45"/>
                  </a:lnTo>
                  <a:lnTo>
                    <a:pt x="48" y="0"/>
                  </a:lnTo>
                  <a:lnTo>
                    <a:pt x="24" y="24"/>
                  </a:lnTo>
                  <a:lnTo>
                    <a:pt x="0" y="48"/>
                  </a:lnTo>
                  <a:lnTo>
                    <a:pt x="44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52" name=""/>
            <p:cNvSpPr/>
            <p:nvPr/>
          </p:nvSpPr>
          <p:spPr>
            <a:xfrm rot="0">
              <a:off x="3776" y="963"/>
              <a:ext cx="6" cy="6"/>
            </a:xfrm>
            <a:custGeom>
              <a:avLst/>
              <a:ahLst/>
              <a:rect l="0" t="0" r="r" b="b"/>
              <a:pathLst>
                <a:path w="24" h="24">
                  <a:moveTo>
                    <a:pt x="0" y="24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53" name=""/>
            <p:cNvSpPr/>
            <p:nvPr/>
          </p:nvSpPr>
          <p:spPr>
            <a:xfrm rot="0">
              <a:off x="3782" y="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54" name=""/>
            <p:cNvSpPr/>
            <p:nvPr/>
          </p:nvSpPr>
          <p:spPr>
            <a:xfrm rot="0">
              <a:off x="3759" y="952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44" y="91"/>
                  </a:moveTo>
                  <a:lnTo>
                    <a:pt x="68" y="67"/>
                  </a:lnTo>
                  <a:lnTo>
                    <a:pt x="92" y="43"/>
                  </a:lnTo>
                  <a:lnTo>
                    <a:pt x="47" y="0"/>
                  </a:lnTo>
                  <a:lnTo>
                    <a:pt x="23" y="24"/>
                  </a:lnTo>
                  <a:lnTo>
                    <a:pt x="0" y="47"/>
                  </a:lnTo>
                  <a:lnTo>
                    <a:pt x="44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55" name=""/>
            <p:cNvSpPr/>
            <p:nvPr/>
          </p:nvSpPr>
          <p:spPr>
            <a:xfrm rot="0">
              <a:off x="3759" y="952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44" y="91"/>
                  </a:moveTo>
                  <a:lnTo>
                    <a:pt x="68" y="67"/>
                  </a:lnTo>
                  <a:lnTo>
                    <a:pt x="92" y="43"/>
                  </a:lnTo>
                  <a:lnTo>
                    <a:pt x="47" y="0"/>
                  </a:lnTo>
                  <a:lnTo>
                    <a:pt x="23" y="24"/>
                  </a:lnTo>
                  <a:lnTo>
                    <a:pt x="0" y="47"/>
                  </a:lnTo>
                  <a:lnTo>
                    <a:pt x="44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56" name=""/>
            <p:cNvSpPr/>
            <p:nvPr/>
          </p:nvSpPr>
          <p:spPr>
            <a:xfrm rot="0">
              <a:off x="3765" y="952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0" y="25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57" name=""/>
            <p:cNvSpPr/>
            <p:nvPr/>
          </p:nvSpPr>
          <p:spPr>
            <a:xfrm rot="0" flipH="1" flipV="1">
              <a:off x="3770" y="9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58" name=""/>
            <p:cNvSpPr/>
            <p:nvPr/>
          </p:nvSpPr>
          <p:spPr>
            <a:xfrm rot="0">
              <a:off x="3747" y="941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47" y="91"/>
                  </a:moveTo>
                  <a:lnTo>
                    <a:pt x="69" y="66"/>
                  </a:lnTo>
                  <a:lnTo>
                    <a:pt x="92" y="41"/>
                  </a:lnTo>
                  <a:lnTo>
                    <a:pt x="44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47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59" name=""/>
            <p:cNvSpPr/>
            <p:nvPr/>
          </p:nvSpPr>
          <p:spPr>
            <a:xfrm rot="0">
              <a:off x="3747" y="941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47" y="91"/>
                  </a:moveTo>
                  <a:lnTo>
                    <a:pt x="69" y="66"/>
                  </a:lnTo>
                  <a:lnTo>
                    <a:pt x="92" y="41"/>
                  </a:lnTo>
                  <a:lnTo>
                    <a:pt x="44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47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60" name=""/>
            <p:cNvSpPr/>
            <p:nvPr/>
          </p:nvSpPr>
          <p:spPr>
            <a:xfrm rot="0">
              <a:off x="3753" y="941"/>
              <a:ext cx="6" cy="7"/>
            </a:xfrm>
            <a:custGeom>
              <a:avLst/>
              <a:ahLst/>
              <a:rect l="0" t="0" r="r" b="b"/>
              <a:pathLst>
                <a:path w="22" h="26">
                  <a:moveTo>
                    <a:pt x="0" y="26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61" name=""/>
            <p:cNvSpPr/>
            <p:nvPr/>
          </p:nvSpPr>
          <p:spPr>
            <a:xfrm rot="0" flipH="1" flipV="1">
              <a:off x="3758" y="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62" name=""/>
            <p:cNvSpPr/>
            <p:nvPr/>
          </p:nvSpPr>
          <p:spPr>
            <a:xfrm rot="0">
              <a:off x="3735" y="931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50" y="92"/>
                  </a:moveTo>
                  <a:lnTo>
                    <a:pt x="71" y="66"/>
                  </a:lnTo>
                  <a:lnTo>
                    <a:pt x="92" y="40"/>
                  </a:lnTo>
                  <a:lnTo>
                    <a:pt x="42" y="0"/>
                  </a:lnTo>
                  <a:lnTo>
                    <a:pt x="21" y="26"/>
                  </a:lnTo>
                  <a:lnTo>
                    <a:pt x="0" y="53"/>
                  </a:lnTo>
                  <a:lnTo>
                    <a:pt x="5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63" name=""/>
            <p:cNvSpPr/>
            <p:nvPr/>
          </p:nvSpPr>
          <p:spPr>
            <a:xfrm rot="0">
              <a:off x="3735" y="931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50" y="92"/>
                  </a:moveTo>
                  <a:lnTo>
                    <a:pt x="71" y="66"/>
                  </a:lnTo>
                  <a:lnTo>
                    <a:pt x="92" y="40"/>
                  </a:lnTo>
                  <a:lnTo>
                    <a:pt x="42" y="0"/>
                  </a:lnTo>
                  <a:lnTo>
                    <a:pt x="21" y="26"/>
                  </a:lnTo>
                  <a:lnTo>
                    <a:pt x="0" y="53"/>
                  </a:lnTo>
                  <a:lnTo>
                    <a:pt x="5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64" name=""/>
            <p:cNvSpPr/>
            <p:nvPr/>
          </p:nvSpPr>
          <p:spPr>
            <a:xfrm rot="0">
              <a:off x="3741" y="931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0" y="27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65" name=""/>
            <p:cNvSpPr/>
            <p:nvPr/>
          </p:nvSpPr>
          <p:spPr>
            <a:xfrm rot="0" flipH="1" flipV="1">
              <a:off x="3745" y="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66" name=""/>
            <p:cNvSpPr/>
            <p:nvPr/>
          </p:nvSpPr>
          <p:spPr>
            <a:xfrm rot="0">
              <a:off x="3723" y="922"/>
              <a:ext cx="22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51" y="91"/>
                  </a:moveTo>
                  <a:lnTo>
                    <a:pt x="71" y="63"/>
                  </a:lnTo>
                  <a:lnTo>
                    <a:pt x="91" y="36"/>
                  </a:lnTo>
                  <a:lnTo>
                    <a:pt x="39" y="0"/>
                  </a:lnTo>
                  <a:lnTo>
                    <a:pt x="20" y="28"/>
                  </a:lnTo>
                  <a:lnTo>
                    <a:pt x="0" y="56"/>
                  </a:lnTo>
                  <a:lnTo>
                    <a:pt x="51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67" name=""/>
            <p:cNvSpPr/>
            <p:nvPr/>
          </p:nvSpPr>
          <p:spPr>
            <a:xfrm rot="0">
              <a:off x="3723" y="922"/>
              <a:ext cx="22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51" y="91"/>
                  </a:moveTo>
                  <a:lnTo>
                    <a:pt x="71" y="63"/>
                  </a:lnTo>
                  <a:lnTo>
                    <a:pt x="91" y="36"/>
                  </a:lnTo>
                  <a:lnTo>
                    <a:pt x="39" y="0"/>
                  </a:lnTo>
                  <a:lnTo>
                    <a:pt x="20" y="28"/>
                  </a:lnTo>
                  <a:lnTo>
                    <a:pt x="0" y="56"/>
                  </a:lnTo>
                  <a:lnTo>
                    <a:pt x="51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68" name=""/>
            <p:cNvSpPr/>
            <p:nvPr/>
          </p:nvSpPr>
          <p:spPr>
            <a:xfrm rot="0">
              <a:off x="3728" y="922"/>
              <a:ext cx="5" cy="7"/>
            </a:xfrm>
            <a:custGeom>
              <a:avLst/>
              <a:ahLst/>
              <a:rect l="0" t="0" r="r" b="b"/>
              <a:pathLst>
                <a:path w="19" h="28">
                  <a:moveTo>
                    <a:pt x="0" y="28"/>
                  </a:moveTo>
                  <a:lnTo>
                    <a:pt x="19" y="0"/>
                  </a:lnTo>
                  <a:lnTo>
                    <a:pt x="18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69" name=""/>
            <p:cNvSpPr/>
            <p:nvPr/>
          </p:nvSpPr>
          <p:spPr>
            <a:xfrm rot="0" flipH="1">
              <a:off x="3732" y="9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70" name=""/>
            <p:cNvSpPr/>
            <p:nvPr/>
          </p:nvSpPr>
          <p:spPr>
            <a:xfrm rot="0">
              <a:off x="3710" y="914"/>
              <a:ext cx="22" cy="22"/>
            </a:xfrm>
            <a:custGeom>
              <a:avLst/>
              <a:ahLst/>
              <a:rect l="0" t="0" r="r" b="b"/>
              <a:pathLst>
                <a:path w="89" h="90">
                  <a:moveTo>
                    <a:pt x="52" y="90"/>
                  </a:moveTo>
                  <a:lnTo>
                    <a:pt x="71" y="62"/>
                  </a:lnTo>
                  <a:lnTo>
                    <a:pt x="89" y="34"/>
                  </a:lnTo>
                  <a:lnTo>
                    <a:pt x="37" y="0"/>
                  </a:lnTo>
                  <a:lnTo>
                    <a:pt x="18" y="28"/>
                  </a:lnTo>
                  <a:lnTo>
                    <a:pt x="0" y="55"/>
                  </a:lnTo>
                  <a:lnTo>
                    <a:pt x="52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71" name=""/>
            <p:cNvSpPr/>
            <p:nvPr/>
          </p:nvSpPr>
          <p:spPr>
            <a:xfrm rot="0">
              <a:off x="3710" y="914"/>
              <a:ext cx="22" cy="22"/>
            </a:xfrm>
            <a:custGeom>
              <a:avLst/>
              <a:ahLst/>
              <a:rect l="0" t="0" r="r" b="b"/>
              <a:pathLst>
                <a:path w="89" h="90">
                  <a:moveTo>
                    <a:pt x="52" y="90"/>
                  </a:moveTo>
                  <a:lnTo>
                    <a:pt x="71" y="62"/>
                  </a:lnTo>
                  <a:lnTo>
                    <a:pt x="89" y="34"/>
                  </a:lnTo>
                  <a:lnTo>
                    <a:pt x="37" y="0"/>
                  </a:lnTo>
                  <a:lnTo>
                    <a:pt x="18" y="28"/>
                  </a:lnTo>
                  <a:lnTo>
                    <a:pt x="0" y="55"/>
                  </a:lnTo>
                  <a:lnTo>
                    <a:pt x="52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72" name=""/>
            <p:cNvSpPr/>
            <p:nvPr/>
          </p:nvSpPr>
          <p:spPr>
            <a:xfrm rot="0">
              <a:off x="3715" y="913"/>
              <a:ext cx="4" cy="7"/>
            </a:xfrm>
            <a:custGeom>
              <a:avLst/>
              <a:ahLst/>
              <a:rect l="0" t="0" r="r" b="b"/>
              <a:pathLst>
                <a:path w="19" h="29">
                  <a:moveTo>
                    <a:pt x="0" y="29"/>
                  </a:moveTo>
                  <a:lnTo>
                    <a:pt x="19" y="1"/>
                  </a:lnTo>
                  <a:lnTo>
                    <a:pt x="16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73" name=""/>
            <p:cNvSpPr/>
            <p:nvPr/>
          </p:nvSpPr>
          <p:spPr>
            <a:xfrm rot="0" flipH="1" flipV="1">
              <a:off x="3718" y="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74" name=""/>
            <p:cNvSpPr/>
            <p:nvPr/>
          </p:nvSpPr>
          <p:spPr>
            <a:xfrm rot="0">
              <a:off x="3697" y="906"/>
              <a:ext cx="21" cy="22"/>
            </a:xfrm>
            <a:custGeom>
              <a:avLst/>
              <a:ahLst/>
              <a:rect l="0" t="0" r="r" b="b"/>
              <a:pathLst>
                <a:path w="87" h="88">
                  <a:moveTo>
                    <a:pt x="55" y="88"/>
                  </a:moveTo>
                  <a:lnTo>
                    <a:pt x="71" y="59"/>
                  </a:lnTo>
                  <a:lnTo>
                    <a:pt x="87" y="30"/>
                  </a:lnTo>
                  <a:lnTo>
                    <a:pt x="32" y="0"/>
                  </a:lnTo>
                  <a:lnTo>
                    <a:pt x="16" y="29"/>
                  </a:lnTo>
                  <a:lnTo>
                    <a:pt x="0" y="57"/>
                  </a:lnTo>
                  <a:lnTo>
                    <a:pt x="55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75" name=""/>
            <p:cNvSpPr/>
            <p:nvPr/>
          </p:nvSpPr>
          <p:spPr>
            <a:xfrm rot="0">
              <a:off x="3697" y="906"/>
              <a:ext cx="21" cy="22"/>
            </a:xfrm>
            <a:custGeom>
              <a:avLst/>
              <a:ahLst/>
              <a:rect l="0" t="0" r="r" b="b"/>
              <a:pathLst>
                <a:path w="87" h="88">
                  <a:moveTo>
                    <a:pt x="55" y="88"/>
                  </a:moveTo>
                  <a:lnTo>
                    <a:pt x="71" y="59"/>
                  </a:lnTo>
                  <a:lnTo>
                    <a:pt x="87" y="30"/>
                  </a:lnTo>
                  <a:lnTo>
                    <a:pt x="32" y="0"/>
                  </a:lnTo>
                  <a:lnTo>
                    <a:pt x="16" y="29"/>
                  </a:lnTo>
                  <a:lnTo>
                    <a:pt x="0" y="57"/>
                  </a:lnTo>
                  <a:lnTo>
                    <a:pt x="55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76" name=""/>
            <p:cNvSpPr/>
            <p:nvPr/>
          </p:nvSpPr>
          <p:spPr>
            <a:xfrm rot="0">
              <a:off x="3701" y="905"/>
              <a:ext cx="4" cy="8"/>
            </a:xfrm>
            <a:custGeom>
              <a:avLst/>
              <a:ahLst/>
              <a:rect l="0" t="0" r="r" b="b"/>
              <a:pathLst>
                <a:path w="16" h="31">
                  <a:moveTo>
                    <a:pt x="0" y="31"/>
                  </a:moveTo>
                  <a:lnTo>
                    <a:pt x="16" y="2"/>
                  </a:lnTo>
                  <a:lnTo>
                    <a:pt x="16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77" name=""/>
            <p:cNvSpPr/>
            <p:nvPr/>
          </p:nvSpPr>
          <p:spPr>
            <a:xfrm rot="0" flipV="1">
              <a:off x="3705" y="9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78" name=""/>
            <p:cNvSpPr/>
            <p:nvPr/>
          </p:nvSpPr>
          <p:spPr>
            <a:xfrm rot="0">
              <a:off x="3683" y="898"/>
              <a:ext cx="22" cy="22"/>
            </a:xfrm>
            <a:custGeom>
              <a:avLst/>
              <a:ahLst/>
              <a:rect l="0" t="0" r="r" b="b"/>
              <a:pathLst>
                <a:path w="87" h="90">
                  <a:moveTo>
                    <a:pt x="55" y="90"/>
                  </a:moveTo>
                  <a:lnTo>
                    <a:pt x="71" y="60"/>
                  </a:lnTo>
                  <a:lnTo>
                    <a:pt x="87" y="29"/>
                  </a:lnTo>
                  <a:lnTo>
                    <a:pt x="32" y="0"/>
                  </a:lnTo>
                  <a:lnTo>
                    <a:pt x="16" y="31"/>
                  </a:lnTo>
                  <a:lnTo>
                    <a:pt x="0" y="61"/>
                  </a:lnTo>
                  <a:lnTo>
                    <a:pt x="55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79" name=""/>
            <p:cNvSpPr/>
            <p:nvPr/>
          </p:nvSpPr>
          <p:spPr>
            <a:xfrm rot="0">
              <a:off x="3683" y="898"/>
              <a:ext cx="22" cy="22"/>
            </a:xfrm>
            <a:custGeom>
              <a:avLst/>
              <a:ahLst/>
              <a:rect l="0" t="0" r="r" b="b"/>
              <a:pathLst>
                <a:path w="87" h="90">
                  <a:moveTo>
                    <a:pt x="55" y="90"/>
                  </a:moveTo>
                  <a:lnTo>
                    <a:pt x="71" y="60"/>
                  </a:lnTo>
                  <a:lnTo>
                    <a:pt x="87" y="29"/>
                  </a:lnTo>
                  <a:lnTo>
                    <a:pt x="32" y="0"/>
                  </a:lnTo>
                  <a:lnTo>
                    <a:pt x="16" y="31"/>
                  </a:lnTo>
                  <a:lnTo>
                    <a:pt x="0" y="61"/>
                  </a:lnTo>
                  <a:lnTo>
                    <a:pt x="55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80" name=""/>
            <p:cNvSpPr/>
            <p:nvPr/>
          </p:nvSpPr>
          <p:spPr>
            <a:xfrm rot="0">
              <a:off x="3687" y="898"/>
              <a:ext cx="4" cy="8"/>
            </a:xfrm>
            <a:custGeom>
              <a:avLst/>
              <a:ahLst/>
              <a:rect l="0" t="0" r="r" b="b"/>
              <a:pathLst>
                <a:path w="16" h="31">
                  <a:moveTo>
                    <a:pt x="0" y="31"/>
                  </a:moveTo>
                  <a:lnTo>
                    <a:pt x="16" y="0"/>
                  </a:lnTo>
                  <a:lnTo>
                    <a:pt x="1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81" name=""/>
            <p:cNvSpPr/>
            <p:nvPr/>
          </p:nvSpPr>
          <p:spPr>
            <a:xfrm rot="0" flipH="1">
              <a:off x="3690" y="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82" name=""/>
            <p:cNvSpPr/>
            <p:nvPr/>
          </p:nvSpPr>
          <p:spPr>
            <a:xfrm rot="0">
              <a:off x="3669" y="892"/>
              <a:ext cx="21" cy="21"/>
            </a:xfrm>
            <a:custGeom>
              <a:avLst/>
              <a:ahLst/>
              <a:rect l="0" t="0" r="r" b="b"/>
              <a:pathLst>
                <a:path w="84" h="86">
                  <a:moveTo>
                    <a:pt x="58" y="86"/>
                  </a:moveTo>
                  <a:lnTo>
                    <a:pt x="71" y="56"/>
                  </a:lnTo>
                  <a:lnTo>
                    <a:pt x="84" y="25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1"/>
                  </a:lnTo>
                  <a:lnTo>
                    <a:pt x="58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83" name=""/>
            <p:cNvSpPr/>
            <p:nvPr/>
          </p:nvSpPr>
          <p:spPr>
            <a:xfrm rot="0">
              <a:off x="3669" y="892"/>
              <a:ext cx="21" cy="21"/>
            </a:xfrm>
            <a:custGeom>
              <a:avLst/>
              <a:ahLst/>
              <a:rect l="0" t="0" r="r" b="b"/>
              <a:pathLst>
                <a:path w="84" h="86">
                  <a:moveTo>
                    <a:pt x="58" y="86"/>
                  </a:moveTo>
                  <a:lnTo>
                    <a:pt x="71" y="56"/>
                  </a:lnTo>
                  <a:lnTo>
                    <a:pt x="84" y="25"/>
                  </a:lnTo>
                  <a:lnTo>
                    <a:pt x="26" y="0"/>
                  </a:lnTo>
                  <a:lnTo>
                    <a:pt x="13" y="31"/>
                  </a:lnTo>
                  <a:lnTo>
                    <a:pt x="0" y="61"/>
                  </a:lnTo>
                  <a:lnTo>
                    <a:pt x="58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84" name=""/>
            <p:cNvSpPr/>
            <p:nvPr/>
          </p:nvSpPr>
          <p:spPr>
            <a:xfrm rot="0">
              <a:off x="3672" y="892"/>
              <a:ext cx="4" cy="7"/>
            </a:xfrm>
            <a:custGeom>
              <a:avLst/>
              <a:ahLst/>
              <a:rect l="0" t="0" r="r" b="b"/>
              <a:pathLst>
                <a:path w="13" h="32">
                  <a:moveTo>
                    <a:pt x="0" y="32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85" name=""/>
            <p:cNvSpPr/>
            <p:nvPr/>
          </p:nvSpPr>
          <p:spPr>
            <a:xfrm rot="0" flipH="1" flipV="1">
              <a:off x="3675" y="8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86" name=""/>
            <p:cNvSpPr/>
            <p:nvPr/>
          </p:nvSpPr>
          <p:spPr>
            <a:xfrm rot="0">
              <a:off x="3655" y="886"/>
              <a:ext cx="20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59" y="85"/>
                  </a:moveTo>
                  <a:lnTo>
                    <a:pt x="71" y="54"/>
                  </a:lnTo>
                  <a:lnTo>
                    <a:pt x="83" y="22"/>
                  </a:lnTo>
                  <a:lnTo>
                    <a:pt x="24" y="0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59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87" name=""/>
            <p:cNvSpPr/>
            <p:nvPr/>
          </p:nvSpPr>
          <p:spPr>
            <a:xfrm rot="0">
              <a:off x="3655" y="886"/>
              <a:ext cx="20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59" y="85"/>
                  </a:moveTo>
                  <a:lnTo>
                    <a:pt x="71" y="54"/>
                  </a:lnTo>
                  <a:lnTo>
                    <a:pt x="83" y="22"/>
                  </a:lnTo>
                  <a:lnTo>
                    <a:pt x="24" y="0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59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88" name=""/>
            <p:cNvSpPr/>
            <p:nvPr/>
          </p:nvSpPr>
          <p:spPr>
            <a:xfrm rot="0">
              <a:off x="3658" y="886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0" y="31"/>
                  </a:moveTo>
                  <a:lnTo>
                    <a:pt x="12" y="0"/>
                  </a:lnTo>
                  <a:lnTo>
                    <a:pt x="1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89" name=""/>
            <p:cNvSpPr/>
            <p:nvPr/>
          </p:nvSpPr>
          <p:spPr>
            <a:xfrm rot="0" flipH="1">
              <a:off x="3660" y="8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90" name=""/>
            <p:cNvSpPr/>
            <p:nvPr/>
          </p:nvSpPr>
          <p:spPr>
            <a:xfrm rot="0">
              <a:off x="3640" y="881"/>
              <a:ext cx="20" cy="21"/>
            </a:xfrm>
            <a:custGeom>
              <a:avLst/>
              <a:ahLst/>
              <a:rect l="0" t="0" r="r" b="b"/>
              <a:pathLst>
                <a:path w="80" h="83">
                  <a:moveTo>
                    <a:pt x="59" y="83"/>
                  </a:moveTo>
                  <a:lnTo>
                    <a:pt x="70" y="51"/>
                  </a:lnTo>
                  <a:lnTo>
                    <a:pt x="80" y="20"/>
                  </a:lnTo>
                  <a:lnTo>
                    <a:pt x="21" y="0"/>
                  </a:lnTo>
                  <a:lnTo>
                    <a:pt x="11" y="32"/>
                  </a:lnTo>
                  <a:lnTo>
                    <a:pt x="0" y="63"/>
                  </a:lnTo>
                  <a:lnTo>
                    <a:pt x="59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91" name=""/>
            <p:cNvSpPr/>
            <p:nvPr/>
          </p:nvSpPr>
          <p:spPr>
            <a:xfrm rot="0">
              <a:off x="3640" y="881"/>
              <a:ext cx="20" cy="21"/>
            </a:xfrm>
            <a:custGeom>
              <a:avLst/>
              <a:ahLst/>
              <a:rect l="0" t="0" r="r" b="b"/>
              <a:pathLst>
                <a:path w="80" h="83">
                  <a:moveTo>
                    <a:pt x="59" y="83"/>
                  </a:moveTo>
                  <a:lnTo>
                    <a:pt x="70" y="51"/>
                  </a:lnTo>
                  <a:lnTo>
                    <a:pt x="80" y="20"/>
                  </a:lnTo>
                  <a:lnTo>
                    <a:pt x="21" y="0"/>
                  </a:lnTo>
                  <a:lnTo>
                    <a:pt x="11" y="32"/>
                  </a:lnTo>
                  <a:lnTo>
                    <a:pt x="0" y="63"/>
                  </a:lnTo>
                  <a:lnTo>
                    <a:pt x="59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92" name=""/>
            <p:cNvSpPr/>
            <p:nvPr/>
          </p:nvSpPr>
          <p:spPr>
            <a:xfrm rot="0">
              <a:off x="3643" y="881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0" y="33"/>
                  </a:moveTo>
                  <a:lnTo>
                    <a:pt x="10" y="1"/>
                  </a:lnTo>
                  <a:lnTo>
                    <a:pt x="9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93" name=""/>
            <p:cNvSpPr/>
            <p:nvPr/>
          </p:nvSpPr>
          <p:spPr>
            <a:xfrm rot="0" flipH="1" flipV="1">
              <a:off x="3645" y="8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94" name=""/>
            <p:cNvSpPr/>
            <p:nvPr/>
          </p:nvSpPr>
          <p:spPr>
            <a:xfrm rot="0">
              <a:off x="3626" y="876"/>
              <a:ext cx="19" cy="21"/>
            </a:xfrm>
            <a:custGeom>
              <a:avLst/>
              <a:ahLst/>
              <a:rect l="0" t="0" r="r" b="b"/>
              <a:pathLst>
                <a:path w="79" h="82">
                  <a:moveTo>
                    <a:pt x="61" y="82"/>
                  </a:moveTo>
                  <a:lnTo>
                    <a:pt x="70" y="50"/>
                  </a:lnTo>
                  <a:lnTo>
                    <a:pt x="79" y="17"/>
                  </a:lnTo>
                  <a:lnTo>
                    <a:pt x="18" y="0"/>
                  </a:lnTo>
                  <a:lnTo>
                    <a:pt x="9" y="32"/>
                  </a:lnTo>
                  <a:lnTo>
                    <a:pt x="0" y="65"/>
                  </a:lnTo>
                  <a:lnTo>
                    <a:pt x="61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95" name=""/>
            <p:cNvSpPr/>
            <p:nvPr/>
          </p:nvSpPr>
          <p:spPr>
            <a:xfrm rot="0">
              <a:off x="3626" y="876"/>
              <a:ext cx="19" cy="21"/>
            </a:xfrm>
            <a:custGeom>
              <a:avLst/>
              <a:ahLst/>
              <a:rect l="0" t="0" r="r" b="b"/>
              <a:pathLst>
                <a:path w="79" h="82">
                  <a:moveTo>
                    <a:pt x="61" y="82"/>
                  </a:moveTo>
                  <a:lnTo>
                    <a:pt x="70" y="50"/>
                  </a:lnTo>
                  <a:lnTo>
                    <a:pt x="79" y="17"/>
                  </a:lnTo>
                  <a:lnTo>
                    <a:pt x="18" y="0"/>
                  </a:lnTo>
                  <a:lnTo>
                    <a:pt x="9" y="32"/>
                  </a:lnTo>
                  <a:lnTo>
                    <a:pt x="0" y="65"/>
                  </a:lnTo>
                  <a:lnTo>
                    <a:pt x="61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96" name=""/>
            <p:cNvSpPr/>
            <p:nvPr/>
          </p:nvSpPr>
          <p:spPr>
            <a:xfrm rot="0">
              <a:off x="3628" y="876"/>
              <a:ext cx="2" cy="9"/>
            </a:xfrm>
            <a:custGeom>
              <a:avLst/>
              <a:ahLst/>
              <a:rect l="0" t="0" r="r" b="b"/>
              <a:pathLst>
                <a:path w="9" h="32">
                  <a:moveTo>
                    <a:pt x="0" y="32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97" name=""/>
            <p:cNvSpPr/>
            <p:nvPr/>
          </p:nvSpPr>
          <p:spPr>
            <a:xfrm rot="0" flipH="1">
              <a:off x="3630" y="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098" name=""/>
            <p:cNvSpPr/>
            <p:nvPr/>
          </p:nvSpPr>
          <p:spPr>
            <a:xfrm rot="0">
              <a:off x="3611" y="873"/>
              <a:ext cx="19" cy="20"/>
            </a:xfrm>
            <a:custGeom>
              <a:avLst/>
              <a:ahLst/>
              <a:rect l="0" t="0" r="r" b="b"/>
              <a:pathLst>
                <a:path w="76" h="80">
                  <a:moveTo>
                    <a:pt x="60" y="80"/>
                  </a:moveTo>
                  <a:lnTo>
                    <a:pt x="68" y="47"/>
                  </a:lnTo>
                  <a:lnTo>
                    <a:pt x="76" y="15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6"/>
                  </a:lnTo>
                  <a:lnTo>
                    <a:pt x="60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099" name=""/>
            <p:cNvSpPr/>
            <p:nvPr/>
          </p:nvSpPr>
          <p:spPr>
            <a:xfrm rot="0">
              <a:off x="3611" y="873"/>
              <a:ext cx="19" cy="20"/>
            </a:xfrm>
            <a:custGeom>
              <a:avLst/>
              <a:ahLst/>
              <a:rect l="0" t="0" r="r" b="b"/>
              <a:pathLst>
                <a:path w="76" h="80">
                  <a:moveTo>
                    <a:pt x="60" y="80"/>
                  </a:moveTo>
                  <a:lnTo>
                    <a:pt x="68" y="47"/>
                  </a:lnTo>
                  <a:lnTo>
                    <a:pt x="76" y="15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6"/>
                  </a:lnTo>
                  <a:lnTo>
                    <a:pt x="60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00" name=""/>
            <p:cNvSpPr/>
            <p:nvPr/>
          </p:nvSpPr>
          <p:spPr>
            <a:xfrm rot="0">
              <a:off x="3613" y="873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0" y="33"/>
                  </a:moveTo>
                  <a:lnTo>
                    <a:pt x="8" y="0"/>
                  </a:lnTo>
                  <a:lnTo>
                    <a:pt x="5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01" name=""/>
            <p:cNvSpPr/>
            <p:nvPr/>
          </p:nvSpPr>
          <p:spPr>
            <a:xfrm rot="0" flipH="1">
              <a:off x="3614" y="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02" name=""/>
            <p:cNvSpPr/>
            <p:nvPr/>
          </p:nvSpPr>
          <p:spPr>
            <a:xfrm rot="0">
              <a:off x="3596" y="870"/>
              <a:ext cx="18" cy="19"/>
            </a:xfrm>
            <a:custGeom>
              <a:avLst/>
              <a:ahLst/>
              <a:rect l="0" t="0" r="r" b="b"/>
              <a:pathLst>
                <a:path w="74" h="76">
                  <a:moveTo>
                    <a:pt x="64" y="76"/>
                  </a:moveTo>
                  <a:lnTo>
                    <a:pt x="69" y="43"/>
                  </a:lnTo>
                  <a:lnTo>
                    <a:pt x="74" y="10"/>
                  </a:lnTo>
                  <a:lnTo>
                    <a:pt x="11" y="0"/>
                  </a:lnTo>
                  <a:lnTo>
                    <a:pt x="6" y="33"/>
                  </a:lnTo>
                  <a:lnTo>
                    <a:pt x="0" y="65"/>
                  </a:lnTo>
                  <a:lnTo>
                    <a:pt x="64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03" name=""/>
            <p:cNvSpPr/>
            <p:nvPr/>
          </p:nvSpPr>
          <p:spPr>
            <a:xfrm rot="0">
              <a:off x="3596" y="870"/>
              <a:ext cx="18" cy="19"/>
            </a:xfrm>
            <a:custGeom>
              <a:avLst/>
              <a:ahLst/>
              <a:rect l="0" t="0" r="r" b="b"/>
              <a:pathLst>
                <a:path w="74" h="76">
                  <a:moveTo>
                    <a:pt x="64" y="76"/>
                  </a:moveTo>
                  <a:lnTo>
                    <a:pt x="69" y="43"/>
                  </a:lnTo>
                  <a:lnTo>
                    <a:pt x="74" y="10"/>
                  </a:lnTo>
                  <a:lnTo>
                    <a:pt x="11" y="0"/>
                  </a:lnTo>
                  <a:lnTo>
                    <a:pt x="6" y="33"/>
                  </a:lnTo>
                  <a:lnTo>
                    <a:pt x="0" y="65"/>
                  </a:lnTo>
                  <a:lnTo>
                    <a:pt x="64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04" name=""/>
            <p:cNvSpPr/>
            <p:nvPr/>
          </p:nvSpPr>
          <p:spPr>
            <a:xfrm rot="0">
              <a:off x="3597" y="870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0" y="33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05" name=""/>
            <p:cNvSpPr/>
            <p:nvPr/>
          </p:nvSpPr>
          <p:spPr>
            <a:xfrm rot="0" flipH="1">
              <a:off x="3598" y="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06" name=""/>
            <p:cNvSpPr/>
            <p:nvPr/>
          </p:nvSpPr>
          <p:spPr>
            <a:xfrm rot="0">
              <a:off x="3580" y="868"/>
              <a:ext cx="18" cy="19"/>
            </a:xfrm>
            <a:custGeom>
              <a:avLst/>
              <a:ahLst/>
              <a:rect l="0" t="0" r="r" b="b"/>
              <a:pathLst>
                <a:path w="70" h="73">
                  <a:moveTo>
                    <a:pt x="62" y="73"/>
                  </a:moveTo>
                  <a:lnTo>
                    <a:pt x="66" y="41"/>
                  </a:lnTo>
                  <a:lnTo>
                    <a:pt x="70" y="8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5"/>
                  </a:lnTo>
                  <a:lnTo>
                    <a:pt x="62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07" name=""/>
            <p:cNvSpPr/>
            <p:nvPr/>
          </p:nvSpPr>
          <p:spPr>
            <a:xfrm rot="0">
              <a:off x="3580" y="868"/>
              <a:ext cx="18" cy="19"/>
            </a:xfrm>
            <a:custGeom>
              <a:avLst/>
              <a:ahLst/>
              <a:rect l="0" t="0" r="r" b="b"/>
              <a:pathLst>
                <a:path w="70" h="73">
                  <a:moveTo>
                    <a:pt x="62" y="73"/>
                  </a:moveTo>
                  <a:lnTo>
                    <a:pt x="66" y="41"/>
                  </a:lnTo>
                  <a:lnTo>
                    <a:pt x="70" y="8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5"/>
                  </a:lnTo>
                  <a:lnTo>
                    <a:pt x="62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08" name=""/>
            <p:cNvSpPr/>
            <p:nvPr/>
          </p:nvSpPr>
          <p:spPr>
            <a:xfrm rot="0">
              <a:off x="3581" y="868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09" name=""/>
            <p:cNvSpPr/>
            <p:nvPr/>
          </p:nvSpPr>
          <p:spPr>
            <a:xfrm rot="0" flipH="1">
              <a:off x="3582" y="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10" name=""/>
            <p:cNvSpPr/>
            <p:nvPr/>
          </p:nvSpPr>
          <p:spPr>
            <a:xfrm rot="0">
              <a:off x="3565" y="867"/>
              <a:ext cx="17" cy="18"/>
            </a:xfrm>
            <a:custGeom>
              <a:avLst/>
              <a:ahLst/>
              <a:rect l="0" t="0" r="r" b="b"/>
              <a:pathLst>
                <a:path w="67" h="69">
                  <a:moveTo>
                    <a:pt x="61" y="69"/>
                  </a:moveTo>
                  <a:lnTo>
                    <a:pt x="64" y="37"/>
                  </a:lnTo>
                  <a:lnTo>
                    <a:pt x="67" y="4"/>
                  </a:lnTo>
                  <a:lnTo>
                    <a:pt x="5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61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11" name=""/>
            <p:cNvSpPr/>
            <p:nvPr/>
          </p:nvSpPr>
          <p:spPr>
            <a:xfrm rot="0">
              <a:off x="3565" y="867"/>
              <a:ext cx="17" cy="18"/>
            </a:xfrm>
            <a:custGeom>
              <a:avLst/>
              <a:ahLst/>
              <a:rect l="0" t="0" r="r" b="b"/>
              <a:pathLst>
                <a:path w="67" h="69">
                  <a:moveTo>
                    <a:pt x="61" y="69"/>
                  </a:moveTo>
                  <a:lnTo>
                    <a:pt x="64" y="37"/>
                  </a:lnTo>
                  <a:lnTo>
                    <a:pt x="67" y="4"/>
                  </a:lnTo>
                  <a:lnTo>
                    <a:pt x="5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61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12" name=""/>
            <p:cNvSpPr/>
            <p:nvPr/>
          </p:nvSpPr>
          <p:spPr>
            <a:xfrm rot="0">
              <a:off x="3566" y="867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0" y="33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13" name=""/>
            <p:cNvSpPr/>
            <p:nvPr/>
          </p:nvSpPr>
          <p:spPr>
            <a:xfrm rot="0" flipH="1">
              <a:off x="3566" y="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14" name=""/>
            <p:cNvSpPr/>
            <p:nvPr/>
          </p:nvSpPr>
          <p:spPr>
            <a:xfrm rot="0">
              <a:off x="3550" y="867"/>
              <a:ext cx="16" cy="17"/>
            </a:xfrm>
            <a:custGeom>
              <a:avLst/>
              <a:ahLst/>
              <a:rect l="0" t="0" r="r" b="b"/>
              <a:pathLst>
                <a:path w="65" h="67">
                  <a:moveTo>
                    <a:pt x="63" y="67"/>
                  </a:moveTo>
                  <a:lnTo>
                    <a:pt x="64" y="34"/>
                  </a:lnTo>
                  <a:lnTo>
                    <a:pt x="65" y="1"/>
                  </a:lnTo>
                  <a:lnTo>
                    <a:pt x="2" y="0"/>
                  </a:lnTo>
                  <a:lnTo>
                    <a:pt x="1" y="32"/>
                  </a:lnTo>
                  <a:lnTo>
                    <a:pt x="0" y="65"/>
                  </a:lnTo>
                  <a:lnTo>
                    <a:pt x="63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15" name=""/>
            <p:cNvSpPr/>
            <p:nvPr/>
          </p:nvSpPr>
          <p:spPr>
            <a:xfrm rot="0">
              <a:off x="3550" y="867"/>
              <a:ext cx="16" cy="17"/>
            </a:xfrm>
            <a:custGeom>
              <a:avLst/>
              <a:ahLst/>
              <a:rect l="0" t="0" r="r" b="b"/>
              <a:pathLst>
                <a:path w="65" h="67">
                  <a:moveTo>
                    <a:pt x="63" y="67"/>
                  </a:moveTo>
                  <a:lnTo>
                    <a:pt x="64" y="34"/>
                  </a:lnTo>
                  <a:lnTo>
                    <a:pt x="65" y="1"/>
                  </a:lnTo>
                  <a:lnTo>
                    <a:pt x="2" y="0"/>
                  </a:lnTo>
                  <a:lnTo>
                    <a:pt x="1" y="32"/>
                  </a:lnTo>
                  <a:lnTo>
                    <a:pt x="0" y="65"/>
                  </a:lnTo>
                  <a:lnTo>
                    <a:pt x="63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16" name=""/>
            <p:cNvSpPr/>
            <p:nvPr/>
          </p:nvSpPr>
          <p:spPr>
            <a:xfrm rot="0">
              <a:off x="3550" y="867"/>
              <a:ext cx="1" cy="8"/>
            </a:xfrm>
            <a:custGeom>
              <a:avLst/>
              <a:ahLst/>
              <a:rect l="0" t="0" r="r" b="b"/>
              <a:pathLst>
                <a:path w="2" h="32">
                  <a:moveTo>
                    <a:pt x="1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17" name=""/>
            <p:cNvSpPr/>
            <p:nvPr/>
          </p:nvSpPr>
          <p:spPr>
            <a:xfrm rot="0" flipH="1">
              <a:off x="3550" y="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18" name=""/>
            <p:cNvSpPr/>
            <p:nvPr/>
          </p:nvSpPr>
          <p:spPr>
            <a:xfrm rot="0">
              <a:off x="3534" y="867"/>
              <a:ext cx="17" cy="17"/>
            </a:xfrm>
            <a:custGeom>
              <a:avLst/>
              <a:ahLst/>
              <a:rect l="0" t="0" r="r" b="b"/>
              <a:pathLst>
                <a:path w="65" h="67">
                  <a:moveTo>
                    <a:pt x="65" y="65"/>
                  </a:moveTo>
                  <a:lnTo>
                    <a:pt x="64" y="32"/>
                  </a:lnTo>
                  <a:lnTo>
                    <a:pt x="63" y="0"/>
                  </a:lnTo>
                  <a:lnTo>
                    <a:pt x="0" y="1"/>
                  </a:lnTo>
                  <a:lnTo>
                    <a:pt x="1" y="34"/>
                  </a:lnTo>
                  <a:lnTo>
                    <a:pt x="2" y="67"/>
                  </a:lnTo>
                  <a:lnTo>
                    <a:pt x="6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19" name=""/>
            <p:cNvSpPr/>
            <p:nvPr/>
          </p:nvSpPr>
          <p:spPr>
            <a:xfrm rot="0">
              <a:off x="3534" y="867"/>
              <a:ext cx="17" cy="17"/>
            </a:xfrm>
            <a:custGeom>
              <a:avLst/>
              <a:ahLst/>
              <a:rect l="0" t="0" r="r" b="b"/>
              <a:pathLst>
                <a:path w="65" h="67">
                  <a:moveTo>
                    <a:pt x="65" y="65"/>
                  </a:moveTo>
                  <a:lnTo>
                    <a:pt x="64" y="32"/>
                  </a:lnTo>
                  <a:lnTo>
                    <a:pt x="63" y="0"/>
                  </a:lnTo>
                  <a:lnTo>
                    <a:pt x="0" y="1"/>
                  </a:lnTo>
                  <a:lnTo>
                    <a:pt x="1" y="34"/>
                  </a:lnTo>
                  <a:lnTo>
                    <a:pt x="2" y="67"/>
                  </a:lnTo>
                  <a:lnTo>
                    <a:pt x="6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20" name=""/>
            <p:cNvSpPr/>
            <p:nvPr/>
          </p:nvSpPr>
          <p:spPr>
            <a:xfrm rot="0">
              <a:off x="3534" y="867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21" name=""/>
            <p:cNvSpPr/>
            <p:nvPr/>
          </p:nvSpPr>
          <p:spPr>
            <a:xfrm rot="0" flipH="1">
              <a:off x="3534" y="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22" name=""/>
            <p:cNvSpPr/>
            <p:nvPr/>
          </p:nvSpPr>
          <p:spPr>
            <a:xfrm rot="0">
              <a:off x="3518" y="867"/>
              <a:ext cx="17" cy="18"/>
            </a:xfrm>
            <a:custGeom>
              <a:avLst/>
              <a:ahLst/>
              <a:rect l="0" t="0" r="r" b="b"/>
              <a:pathLst>
                <a:path w="67" h="69">
                  <a:moveTo>
                    <a:pt x="67" y="66"/>
                  </a:moveTo>
                  <a:lnTo>
                    <a:pt x="64" y="33"/>
                  </a:lnTo>
                  <a:lnTo>
                    <a:pt x="61" y="0"/>
                  </a:lnTo>
                  <a:lnTo>
                    <a:pt x="0" y="4"/>
                  </a:lnTo>
                  <a:lnTo>
                    <a:pt x="2" y="37"/>
                  </a:lnTo>
                  <a:lnTo>
                    <a:pt x="5" y="69"/>
                  </a:lnTo>
                  <a:lnTo>
                    <a:pt x="6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23" name=""/>
            <p:cNvSpPr/>
            <p:nvPr/>
          </p:nvSpPr>
          <p:spPr>
            <a:xfrm rot="0">
              <a:off x="3518" y="867"/>
              <a:ext cx="17" cy="18"/>
            </a:xfrm>
            <a:custGeom>
              <a:avLst/>
              <a:ahLst/>
              <a:rect l="0" t="0" r="r" b="b"/>
              <a:pathLst>
                <a:path w="67" h="69">
                  <a:moveTo>
                    <a:pt x="67" y="66"/>
                  </a:moveTo>
                  <a:lnTo>
                    <a:pt x="64" y="33"/>
                  </a:lnTo>
                  <a:lnTo>
                    <a:pt x="61" y="0"/>
                  </a:lnTo>
                  <a:lnTo>
                    <a:pt x="0" y="4"/>
                  </a:lnTo>
                  <a:lnTo>
                    <a:pt x="2" y="37"/>
                  </a:lnTo>
                  <a:lnTo>
                    <a:pt x="5" y="69"/>
                  </a:lnTo>
                  <a:lnTo>
                    <a:pt x="6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24" name=""/>
            <p:cNvSpPr/>
            <p:nvPr/>
          </p:nvSpPr>
          <p:spPr>
            <a:xfrm rot="0">
              <a:off x="3518" y="868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25" name=""/>
            <p:cNvSpPr/>
            <p:nvPr/>
          </p:nvSpPr>
          <p:spPr>
            <a:xfrm rot="0" flipH="1">
              <a:off x="3518" y="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26" name=""/>
            <p:cNvSpPr/>
            <p:nvPr/>
          </p:nvSpPr>
          <p:spPr>
            <a:xfrm rot="0">
              <a:off x="3502" y="868"/>
              <a:ext cx="18" cy="19"/>
            </a:xfrm>
            <a:custGeom>
              <a:avLst/>
              <a:ahLst/>
              <a:rect l="0" t="0" r="r" b="b"/>
              <a:pathLst>
                <a:path w="71" h="73">
                  <a:moveTo>
                    <a:pt x="71" y="65"/>
                  </a:moveTo>
                  <a:lnTo>
                    <a:pt x="67" y="33"/>
                  </a:lnTo>
                  <a:lnTo>
                    <a:pt x="63" y="0"/>
                  </a:lnTo>
                  <a:lnTo>
                    <a:pt x="0" y="8"/>
                  </a:lnTo>
                  <a:lnTo>
                    <a:pt x="4" y="41"/>
                  </a:lnTo>
                  <a:lnTo>
                    <a:pt x="8" y="73"/>
                  </a:lnTo>
                  <a:lnTo>
                    <a:pt x="71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27" name=""/>
            <p:cNvSpPr/>
            <p:nvPr/>
          </p:nvSpPr>
          <p:spPr>
            <a:xfrm rot="0">
              <a:off x="3502" y="868"/>
              <a:ext cx="18" cy="19"/>
            </a:xfrm>
            <a:custGeom>
              <a:avLst/>
              <a:ahLst/>
              <a:rect l="0" t="0" r="r" b="b"/>
              <a:pathLst>
                <a:path w="71" h="73">
                  <a:moveTo>
                    <a:pt x="71" y="65"/>
                  </a:moveTo>
                  <a:lnTo>
                    <a:pt x="67" y="33"/>
                  </a:lnTo>
                  <a:lnTo>
                    <a:pt x="63" y="0"/>
                  </a:lnTo>
                  <a:lnTo>
                    <a:pt x="0" y="8"/>
                  </a:lnTo>
                  <a:lnTo>
                    <a:pt x="4" y="41"/>
                  </a:lnTo>
                  <a:lnTo>
                    <a:pt x="8" y="73"/>
                  </a:lnTo>
                  <a:lnTo>
                    <a:pt x="71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28" name=""/>
            <p:cNvSpPr/>
            <p:nvPr/>
          </p:nvSpPr>
          <p:spPr>
            <a:xfrm rot="0">
              <a:off x="3502" y="870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29" name=""/>
            <p:cNvSpPr/>
            <p:nvPr/>
          </p:nvSpPr>
          <p:spPr>
            <a:xfrm rot="0" flipH="1">
              <a:off x="3502" y="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30" name=""/>
            <p:cNvSpPr/>
            <p:nvPr/>
          </p:nvSpPr>
          <p:spPr>
            <a:xfrm rot="0">
              <a:off x="3487" y="870"/>
              <a:ext cx="18" cy="19"/>
            </a:xfrm>
            <a:custGeom>
              <a:avLst/>
              <a:ahLst/>
              <a:rect l="0" t="0" r="r" b="b"/>
              <a:pathLst>
                <a:path w="72" h="76">
                  <a:moveTo>
                    <a:pt x="72" y="65"/>
                  </a:moveTo>
                  <a:lnTo>
                    <a:pt x="67" y="33"/>
                  </a:lnTo>
                  <a:lnTo>
                    <a:pt x="62" y="0"/>
                  </a:lnTo>
                  <a:lnTo>
                    <a:pt x="0" y="10"/>
                  </a:lnTo>
                  <a:lnTo>
                    <a:pt x="5" y="43"/>
                  </a:lnTo>
                  <a:lnTo>
                    <a:pt x="11" y="76"/>
                  </a:lnTo>
                  <a:lnTo>
                    <a:pt x="72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31" name=""/>
            <p:cNvSpPr/>
            <p:nvPr/>
          </p:nvSpPr>
          <p:spPr>
            <a:xfrm rot="0">
              <a:off x="3487" y="870"/>
              <a:ext cx="18" cy="19"/>
            </a:xfrm>
            <a:custGeom>
              <a:avLst/>
              <a:ahLst/>
              <a:rect l="0" t="0" r="r" b="b"/>
              <a:pathLst>
                <a:path w="72" h="76">
                  <a:moveTo>
                    <a:pt x="72" y="65"/>
                  </a:moveTo>
                  <a:lnTo>
                    <a:pt x="67" y="33"/>
                  </a:lnTo>
                  <a:lnTo>
                    <a:pt x="62" y="0"/>
                  </a:lnTo>
                  <a:lnTo>
                    <a:pt x="0" y="10"/>
                  </a:lnTo>
                  <a:lnTo>
                    <a:pt x="5" y="43"/>
                  </a:lnTo>
                  <a:lnTo>
                    <a:pt x="11" y="76"/>
                  </a:lnTo>
                  <a:lnTo>
                    <a:pt x="72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32" name=""/>
            <p:cNvSpPr/>
            <p:nvPr/>
          </p:nvSpPr>
          <p:spPr>
            <a:xfrm rot="0">
              <a:off x="3486" y="873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33" name=""/>
            <p:cNvSpPr/>
            <p:nvPr/>
          </p:nvSpPr>
          <p:spPr>
            <a:xfrm rot="0" flipH="1">
              <a:off x="3486" y="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34" name=""/>
            <p:cNvSpPr/>
            <p:nvPr/>
          </p:nvSpPr>
          <p:spPr>
            <a:xfrm rot="0">
              <a:off x="3471" y="873"/>
              <a:ext cx="19" cy="20"/>
            </a:xfrm>
            <a:custGeom>
              <a:avLst/>
              <a:ahLst/>
              <a:rect l="0" t="0" r="r" b="b"/>
              <a:pathLst>
                <a:path w="76" h="80">
                  <a:moveTo>
                    <a:pt x="76" y="66"/>
                  </a:moveTo>
                  <a:lnTo>
                    <a:pt x="68" y="33"/>
                  </a:lnTo>
                  <a:lnTo>
                    <a:pt x="60" y="0"/>
                  </a:lnTo>
                  <a:lnTo>
                    <a:pt x="0" y="15"/>
                  </a:lnTo>
                  <a:lnTo>
                    <a:pt x="8" y="47"/>
                  </a:lnTo>
                  <a:lnTo>
                    <a:pt x="16" y="80"/>
                  </a:lnTo>
                  <a:lnTo>
                    <a:pt x="7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35" name=""/>
            <p:cNvSpPr/>
            <p:nvPr/>
          </p:nvSpPr>
          <p:spPr>
            <a:xfrm rot="0">
              <a:off x="3471" y="873"/>
              <a:ext cx="19" cy="20"/>
            </a:xfrm>
            <a:custGeom>
              <a:avLst/>
              <a:ahLst/>
              <a:rect l="0" t="0" r="r" b="b"/>
              <a:pathLst>
                <a:path w="76" h="80">
                  <a:moveTo>
                    <a:pt x="76" y="66"/>
                  </a:moveTo>
                  <a:lnTo>
                    <a:pt x="68" y="33"/>
                  </a:lnTo>
                  <a:lnTo>
                    <a:pt x="60" y="0"/>
                  </a:lnTo>
                  <a:lnTo>
                    <a:pt x="0" y="15"/>
                  </a:lnTo>
                  <a:lnTo>
                    <a:pt x="8" y="47"/>
                  </a:lnTo>
                  <a:lnTo>
                    <a:pt x="16" y="80"/>
                  </a:lnTo>
                  <a:lnTo>
                    <a:pt x="7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36" name=""/>
            <p:cNvSpPr/>
            <p:nvPr/>
          </p:nvSpPr>
          <p:spPr>
            <a:xfrm rot="0">
              <a:off x="3470" y="876"/>
              <a:ext cx="3" cy="9"/>
            </a:xfrm>
            <a:custGeom>
              <a:avLst/>
              <a:ahLst/>
              <a:rect l="0" t="0" r="r" b="b"/>
              <a:pathLst>
                <a:path w="9" h="32">
                  <a:moveTo>
                    <a:pt x="9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37" name=""/>
            <p:cNvSpPr/>
            <p:nvPr/>
          </p:nvSpPr>
          <p:spPr>
            <a:xfrm rot="0" flipH="1">
              <a:off x="3470" y="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38" name=""/>
            <p:cNvSpPr/>
            <p:nvPr/>
          </p:nvSpPr>
          <p:spPr>
            <a:xfrm rot="0">
              <a:off x="3455" y="876"/>
              <a:ext cx="20" cy="21"/>
            </a:xfrm>
            <a:custGeom>
              <a:avLst/>
              <a:ahLst/>
              <a:rect l="0" t="0" r="r" b="b"/>
              <a:pathLst>
                <a:path w="79" h="82">
                  <a:moveTo>
                    <a:pt x="79" y="65"/>
                  </a:moveTo>
                  <a:lnTo>
                    <a:pt x="70" y="32"/>
                  </a:lnTo>
                  <a:lnTo>
                    <a:pt x="61" y="0"/>
                  </a:lnTo>
                  <a:lnTo>
                    <a:pt x="0" y="17"/>
                  </a:lnTo>
                  <a:lnTo>
                    <a:pt x="9" y="50"/>
                  </a:lnTo>
                  <a:lnTo>
                    <a:pt x="19" y="82"/>
                  </a:lnTo>
                  <a:lnTo>
                    <a:pt x="79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39" name=""/>
            <p:cNvSpPr/>
            <p:nvPr/>
          </p:nvSpPr>
          <p:spPr>
            <a:xfrm rot="0">
              <a:off x="3455" y="876"/>
              <a:ext cx="20" cy="21"/>
            </a:xfrm>
            <a:custGeom>
              <a:avLst/>
              <a:ahLst/>
              <a:rect l="0" t="0" r="r" b="b"/>
              <a:pathLst>
                <a:path w="79" h="82">
                  <a:moveTo>
                    <a:pt x="79" y="65"/>
                  </a:moveTo>
                  <a:lnTo>
                    <a:pt x="70" y="32"/>
                  </a:lnTo>
                  <a:lnTo>
                    <a:pt x="61" y="0"/>
                  </a:lnTo>
                  <a:lnTo>
                    <a:pt x="0" y="17"/>
                  </a:lnTo>
                  <a:lnTo>
                    <a:pt x="9" y="50"/>
                  </a:lnTo>
                  <a:lnTo>
                    <a:pt x="19" y="82"/>
                  </a:lnTo>
                  <a:lnTo>
                    <a:pt x="79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40" name=""/>
            <p:cNvSpPr/>
            <p:nvPr/>
          </p:nvSpPr>
          <p:spPr>
            <a:xfrm rot="0">
              <a:off x="3455" y="881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41" name=""/>
            <p:cNvSpPr/>
            <p:nvPr/>
          </p:nvSpPr>
          <p:spPr>
            <a:xfrm rot="0" flipH="1">
              <a:off x="3455" y="8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42" name=""/>
            <p:cNvSpPr/>
            <p:nvPr/>
          </p:nvSpPr>
          <p:spPr>
            <a:xfrm rot="0">
              <a:off x="3440" y="881"/>
              <a:ext cx="20" cy="21"/>
            </a:xfrm>
            <a:custGeom>
              <a:avLst/>
              <a:ahLst/>
              <a:rect l="0" t="0" r="r" b="b"/>
              <a:pathLst>
                <a:path w="81" h="83">
                  <a:moveTo>
                    <a:pt x="81" y="63"/>
                  </a:moveTo>
                  <a:lnTo>
                    <a:pt x="70" y="32"/>
                  </a:lnTo>
                  <a:lnTo>
                    <a:pt x="60" y="0"/>
                  </a:lnTo>
                  <a:lnTo>
                    <a:pt x="0" y="20"/>
                  </a:lnTo>
                  <a:lnTo>
                    <a:pt x="10" y="51"/>
                  </a:lnTo>
                  <a:lnTo>
                    <a:pt x="21" y="83"/>
                  </a:lnTo>
                  <a:lnTo>
                    <a:pt x="81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43" name=""/>
            <p:cNvSpPr/>
            <p:nvPr/>
          </p:nvSpPr>
          <p:spPr>
            <a:xfrm rot="0">
              <a:off x="3440" y="881"/>
              <a:ext cx="20" cy="21"/>
            </a:xfrm>
            <a:custGeom>
              <a:avLst/>
              <a:ahLst/>
              <a:rect l="0" t="0" r="r" b="b"/>
              <a:pathLst>
                <a:path w="81" h="83">
                  <a:moveTo>
                    <a:pt x="81" y="63"/>
                  </a:moveTo>
                  <a:lnTo>
                    <a:pt x="70" y="32"/>
                  </a:lnTo>
                  <a:lnTo>
                    <a:pt x="60" y="0"/>
                  </a:lnTo>
                  <a:lnTo>
                    <a:pt x="0" y="20"/>
                  </a:lnTo>
                  <a:lnTo>
                    <a:pt x="10" y="51"/>
                  </a:lnTo>
                  <a:lnTo>
                    <a:pt x="21" y="83"/>
                  </a:lnTo>
                  <a:lnTo>
                    <a:pt x="81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44" name=""/>
            <p:cNvSpPr/>
            <p:nvPr/>
          </p:nvSpPr>
          <p:spPr>
            <a:xfrm rot="0">
              <a:off x="3440" y="886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12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45" name=""/>
            <p:cNvSpPr/>
            <p:nvPr/>
          </p:nvSpPr>
          <p:spPr>
            <a:xfrm rot="0" flipH="1">
              <a:off x="3440" y="8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46" name=""/>
            <p:cNvSpPr/>
            <p:nvPr/>
          </p:nvSpPr>
          <p:spPr>
            <a:xfrm rot="0">
              <a:off x="3425" y="886"/>
              <a:ext cx="20" cy="21"/>
            </a:xfrm>
            <a:custGeom>
              <a:avLst/>
              <a:ahLst/>
              <a:rect l="0" t="0" r="r" b="b"/>
              <a:pathLst>
                <a:path w="82" h="85">
                  <a:moveTo>
                    <a:pt x="82" y="63"/>
                  </a:moveTo>
                  <a:lnTo>
                    <a:pt x="70" y="31"/>
                  </a:lnTo>
                  <a:lnTo>
                    <a:pt x="58" y="0"/>
                  </a:lnTo>
                  <a:lnTo>
                    <a:pt x="0" y="22"/>
                  </a:lnTo>
                  <a:lnTo>
                    <a:pt x="12" y="54"/>
                  </a:lnTo>
                  <a:lnTo>
                    <a:pt x="24" y="85"/>
                  </a:lnTo>
                  <a:lnTo>
                    <a:pt x="82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47" name=""/>
            <p:cNvSpPr/>
            <p:nvPr/>
          </p:nvSpPr>
          <p:spPr>
            <a:xfrm rot="0">
              <a:off x="3425" y="886"/>
              <a:ext cx="20" cy="21"/>
            </a:xfrm>
            <a:custGeom>
              <a:avLst/>
              <a:ahLst/>
              <a:rect l="0" t="0" r="r" b="b"/>
              <a:pathLst>
                <a:path w="82" h="85">
                  <a:moveTo>
                    <a:pt x="82" y="63"/>
                  </a:moveTo>
                  <a:lnTo>
                    <a:pt x="70" y="31"/>
                  </a:lnTo>
                  <a:lnTo>
                    <a:pt x="58" y="0"/>
                  </a:lnTo>
                  <a:lnTo>
                    <a:pt x="0" y="22"/>
                  </a:lnTo>
                  <a:lnTo>
                    <a:pt x="12" y="54"/>
                  </a:lnTo>
                  <a:lnTo>
                    <a:pt x="24" y="85"/>
                  </a:lnTo>
                  <a:lnTo>
                    <a:pt x="82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48" name=""/>
            <p:cNvSpPr/>
            <p:nvPr/>
          </p:nvSpPr>
          <p:spPr>
            <a:xfrm rot="0">
              <a:off x="3425" y="892"/>
              <a:ext cx="3" cy="7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49" name=""/>
            <p:cNvSpPr/>
            <p:nvPr/>
          </p:nvSpPr>
          <p:spPr>
            <a:xfrm rot="0" flipH="1">
              <a:off x="3425" y="8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50" name=""/>
            <p:cNvSpPr/>
            <p:nvPr/>
          </p:nvSpPr>
          <p:spPr>
            <a:xfrm rot="0">
              <a:off x="3410" y="892"/>
              <a:ext cx="21" cy="21"/>
            </a:xfrm>
            <a:custGeom>
              <a:avLst/>
              <a:ahLst/>
              <a:rect l="0" t="0" r="r" b="b"/>
              <a:pathLst>
                <a:path w="84" h="86">
                  <a:moveTo>
                    <a:pt x="84" y="61"/>
                  </a:moveTo>
                  <a:lnTo>
                    <a:pt x="71" y="31"/>
                  </a:lnTo>
                  <a:lnTo>
                    <a:pt x="58" y="0"/>
                  </a:lnTo>
                  <a:lnTo>
                    <a:pt x="0" y="25"/>
                  </a:lnTo>
                  <a:lnTo>
                    <a:pt x="13" y="56"/>
                  </a:lnTo>
                  <a:lnTo>
                    <a:pt x="27" y="86"/>
                  </a:lnTo>
                  <a:lnTo>
                    <a:pt x="84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51" name=""/>
            <p:cNvSpPr/>
            <p:nvPr/>
          </p:nvSpPr>
          <p:spPr>
            <a:xfrm rot="0">
              <a:off x="3410" y="892"/>
              <a:ext cx="21" cy="21"/>
            </a:xfrm>
            <a:custGeom>
              <a:avLst/>
              <a:ahLst/>
              <a:rect l="0" t="0" r="r" b="b"/>
              <a:pathLst>
                <a:path w="84" h="86">
                  <a:moveTo>
                    <a:pt x="84" y="61"/>
                  </a:moveTo>
                  <a:lnTo>
                    <a:pt x="71" y="31"/>
                  </a:lnTo>
                  <a:lnTo>
                    <a:pt x="58" y="0"/>
                  </a:lnTo>
                  <a:lnTo>
                    <a:pt x="0" y="25"/>
                  </a:lnTo>
                  <a:lnTo>
                    <a:pt x="13" y="56"/>
                  </a:lnTo>
                  <a:lnTo>
                    <a:pt x="27" y="86"/>
                  </a:lnTo>
                  <a:lnTo>
                    <a:pt x="84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52" name=""/>
            <p:cNvSpPr/>
            <p:nvPr/>
          </p:nvSpPr>
          <p:spPr>
            <a:xfrm rot="0">
              <a:off x="3410" y="898"/>
              <a:ext cx="4" cy="8"/>
            </a:xfrm>
            <a:custGeom>
              <a:avLst/>
              <a:ahLst/>
              <a:rect l="0" t="0" r="r" b="b"/>
              <a:pathLst>
                <a:path w="15" h="31">
                  <a:moveTo>
                    <a:pt x="15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53" name=""/>
            <p:cNvSpPr/>
            <p:nvPr/>
          </p:nvSpPr>
          <p:spPr>
            <a:xfrm rot="0" flipH="1">
              <a:off x="3410" y="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54" name=""/>
            <p:cNvSpPr/>
            <p:nvPr/>
          </p:nvSpPr>
          <p:spPr>
            <a:xfrm rot="0">
              <a:off x="3396" y="898"/>
              <a:ext cx="22" cy="22"/>
            </a:xfrm>
            <a:custGeom>
              <a:avLst/>
              <a:ahLst/>
              <a:rect l="0" t="0" r="r" b="b"/>
              <a:pathLst>
                <a:path w="88" h="90">
                  <a:moveTo>
                    <a:pt x="88" y="61"/>
                  </a:moveTo>
                  <a:lnTo>
                    <a:pt x="72" y="31"/>
                  </a:lnTo>
                  <a:lnTo>
                    <a:pt x="57" y="0"/>
                  </a:lnTo>
                  <a:lnTo>
                    <a:pt x="0" y="29"/>
                  </a:lnTo>
                  <a:lnTo>
                    <a:pt x="16" y="60"/>
                  </a:lnTo>
                  <a:lnTo>
                    <a:pt x="32" y="90"/>
                  </a:lnTo>
                  <a:lnTo>
                    <a:pt x="88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55" name=""/>
            <p:cNvSpPr/>
            <p:nvPr/>
          </p:nvSpPr>
          <p:spPr>
            <a:xfrm rot="0">
              <a:off x="3396" y="898"/>
              <a:ext cx="22" cy="22"/>
            </a:xfrm>
            <a:custGeom>
              <a:avLst/>
              <a:ahLst/>
              <a:rect l="0" t="0" r="r" b="b"/>
              <a:pathLst>
                <a:path w="88" h="90">
                  <a:moveTo>
                    <a:pt x="88" y="61"/>
                  </a:moveTo>
                  <a:lnTo>
                    <a:pt x="72" y="31"/>
                  </a:lnTo>
                  <a:lnTo>
                    <a:pt x="57" y="0"/>
                  </a:lnTo>
                  <a:lnTo>
                    <a:pt x="0" y="29"/>
                  </a:lnTo>
                  <a:lnTo>
                    <a:pt x="16" y="60"/>
                  </a:lnTo>
                  <a:lnTo>
                    <a:pt x="32" y="90"/>
                  </a:lnTo>
                  <a:lnTo>
                    <a:pt x="88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56" name=""/>
            <p:cNvSpPr/>
            <p:nvPr/>
          </p:nvSpPr>
          <p:spPr>
            <a:xfrm rot="0">
              <a:off x="3396" y="905"/>
              <a:ext cx="3" cy="8"/>
            </a:xfrm>
            <a:custGeom>
              <a:avLst/>
              <a:ahLst/>
              <a:rect l="0" t="0" r="r" b="b"/>
              <a:pathLst>
                <a:path w="16" h="31">
                  <a:moveTo>
                    <a:pt x="16" y="3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57" name=""/>
            <p:cNvSpPr/>
            <p:nvPr/>
          </p:nvSpPr>
          <p:spPr>
            <a:xfrm rot="0">
              <a:off x="3396" y="9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58" name=""/>
            <p:cNvSpPr/>
            <p:nvPr/>
          </p:nvSpPr>
          <p:spPr>
            <a:xfrm rot="0">
              <a:off x="3382" y="906"/>
              <a:ext cx="21" cy="22"/>
            </a:xfrm>
            <a:custGeom>
              <a:avLst/>
              <a:ahLst/>
              <a:rect l="0" t="0" r="r" b="b"/>
              <a:pathLst>
                <a:path w="86" h="88">
                  <a:moveTo>
                    <a:pt x="86" y="57"/>
                  </a:moveTo>
                  <a:lnTo>
                    <a:pt x="70" y="29"/>
                  </a:lnTo>
                  <a:lnTo>
                    <a:pt x="54" y="0"/>
                  </a:lnTo>
                  <a:lnTo>
                    <a:pt x="0" y="30"/>
                  </a:lnTo>
                  <a:lnTo>
                    <a:pt x="16" y="59"/>
                  </a:lnTo>
                  <a:lnTo>
                    <a:pt x="32" y="88"/>
                  </a:lnTo>
                  <a:lnTo>
                    <a:pt x="86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59" name=""/>
            <p:cNvSpPr/>
            <p:nvPr/>
          </p:nvSpPr>
          <p:spPr>
            <a:xfrm rot="0">
              <a:off x="3382" y="906"/>
              <a:ext cx="21" cy="22"/>
            </a:xfrm>
            <a:custGeom>
              <a:avLst/>
              <a:ahLst/>
              <a:rect l="0" t="0" r="r" b="b"/>
              <a:pathLst>
                <a:path w="86" h="88">
                  <a:moveTo>
                    <a:pt x="86" y="57"/>
                  </a:moveTo>
                  <a:lnTo>
                    <a:pt x="70" y="29"/>
                  </a:lnTo>
                  <a:lnTo>
                    <a:pt x="54" y="0"/>
                  </a:lnTo>
                  <a:lnTo>
                    <a:pt x="0" y="30"/>
                  </a:lnTo>
                  <a:lnTo>
                    <a:pt x="16" y="59"/>
                  </a:lnTo>
                  <a:lnTo>
                    <a:pt x="32" y="88"/>
                  </a:lnTo>
                  <a:lnTo>
                    <a:pt x="86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60" name=""/>
            <p:cNvSpPr/>
            <p:nvPr/>
          </p:nvSpPr>
          <p:spPr>
            <a:xfrm rot="0">
              <a:off x="3381" y="913"/>
              <a:ext cx="5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61" name=""/>
            <p:cNvSpPr/>
            <p:nvPr/>
          </p:nvSpPr>
          <p:spPr>
            <a:xfrm rot="0" flipH="1">
              <a:off x="3381" y="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62" name=""/>
            <p:cNvSpPr/>
            <p:nvPr/>
          </p:nvSpPr>
          <p:spPr>
            <a:xfrm rot="0">
              <a:off x="3368" y="914"/>
              <a:ext cx="23" cy="22"/>
            </a:xfrm>
            <a:custGeom>
              <a:avLst/>
              <a:ahLst/>
              <a:rect l="0" t="0" r="r" b="b"/>
              <a:pathLst>
                <a:path w="89" h="90">
                  <a:moveTo>
                    <a:pt x="89" y="55"/>
                  </a:moveTo>
                  <a:lnTo>
                    <a:pt x="71" y="28"/>
                  </a:lnTo>
                  <a:lnTo>
                    <a:pt x="53" y="0"/>
                  </a:lnTo>
                  <a:lnTo>
                    <a:pt x="0" y="34"/>
                  </a:lnTo>
                  <a:lnTo>
                    <a:pt x="18" y="62"/>
                  </a:lnTo>
                  <a:lnTo>
                    <a:pt x="37" y="90"/>
                  </a:lnTo>
                  <a:lnTo>
                    <a:pt x="89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63" name=""/>
            <p:cNvSpPr/>
            <p:nvPr/>
          </p:nvSpPr>
          <p:spPr>
            <a:xfrm rot="0">
              <a:off x="3368" y="914"/>
              <a:ext cx="23" cy="22"/>
            </a:xfrm>
            <a:custGeom>
              <a:avLst/>
              <a:ahLst/>
              <a:rect l="0" t="0" r="r" b="b"/>
              <a:pathLst>
                <a:path w="89" h="90">
                  <a:moveTo>
                    <a:pt x="89" y="55"/>
                  </a:moveTo>
                  <a:lnTo>
                    <a:pt x="71" y="28"/>
                  </a:lnTo>
                  <a:lnTo>
                    <a:pt x="53" y="0"/>
                  </a:lnTo>
                  <a:lnTo>
                    <a:pt x="0" y="34"/>
                  </a:lnTo>
                  <a:lnTo>
                    <a:pt x="18" y="62"/>
                  </a:lnTo>
                  <a:lnTo>
                    <a:pt x="37" y="90"/>
                  </a:lnTo>
                  <a:lnTo>
                    <a:pt x="89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64" name=""/>
            <p:cNvSpPr/>
            <p:nvPr/>
          </p:nvSpPr>
          <p:spPr>
            <a:xfrm rot="0">
              <a:off x="3368" y="922"/>
              <a:ext cx="5" cy="7"/>
            </a:xfrm>
            <a:custGeom>
              <a:avLst/>
              <a:ahLst/>
              <a:rect l="0" t="0" r="r" b="b"/>
              <a:pathLst>
                <a:path w="19" h="28">
                  <a:moveTo>
                    <a:pt x="19" y="28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65" name=""/>
            <p:cNvSpPr/>
            <p:nvPr/>
          </p:nvSpPr>
          <p:spPr>
            <a:xfrm rot="0" flipH="1">
              <a:off x="3368" y="9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66" name=""/>
            <p:cNvSpPr/>
            <p:nvPr/>
          </p:nvSpPr>
          <p:spPr>
            <a:xfrm rot="0">
              <a:off x="3355" y="922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91" y="56"/>
                  </a:moveTo>
                  <a:lnTo>
                    <a:pt x="71" y="28"/>
                  </a:lnTo>
                  <a:lnTo>
                    <a:pt x="52" y="0"/>
                  </a:lnTo>
                  <a:lnTo>
                    <a:pt x="0" y="36"/>
                  </a:lnTo>
                  <a:lnTo>
                    <a:pt x="20" y="63"/>
                  </a:lnTo>
                  <a:lnTo>
                    <a:pt x="40" y="91"/>
                  </a:lnTo>
                  <a:lnTo>
                    <a:pt x="91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67" name=""/>
            <p:cNvSpPr/>
            <p:nvPr/>
          </p:nvSpPr>
          <p:spPr>
            <a:xfrm rot="0">
              <a:off x="3355" y="922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91" y="56"/>
                  </a:moveTo>
                  <a:lnTo>
                    <a:pt x="71" y="28"/>
                  </a:lnTo>
                  <a:lnTo>
                    <a:pt x="52" y="0"/>
                  </a:lnTo>
                  <a:lnTo>
                    <a:pt x="0" y="36"/>
                  </a:lnTo>
                  <a:lnTo>
                    <a:pt x="20" y="63"/>
                  </a:lnTo>
                  <a:lnTo>
                    <a:pt x="40" y="91"/>
                  </a:lnTo>
                  <a:lnTo>
                    <a:pt x="9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68" name=""/>
            <p:cNvSpPr/>
            <p:nvPr/>
          </p:nvSpPr>
          <p:spPr>
            <a:xfrm rot="0">
              <a:off x="3355" y="931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69" name=""/>
            <p:cNvSpPr/>
            <p:nvPr/>
          </p:nvSpPr>
          <p:spPr>
            <a:xfrm rot="0" flipH="1">
              <a:off x="3355" y="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70" name=""/>
            <p:cNvSpPr/>
            <p:nvPr/>
          </p:nvSpPr>
          <p:spPr>
            <a:xfrm rot="0">
              <a:off x="3342" y="931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92" y="53"/>
                  </a:moveTo>
                  <a:lnTo>
                    <a:pt x="71" y="26"/>
                  </a:lnTo>
                  <a:lnTo>
                    <a:pt x="50" y="0"/>
                  </a:lnTo>
                  <a:lnTo>
                    <a:pt x="0" y="40"/>
                  </a:lnTo>
                  <a:lnTo>
                    <a:pt x="21" y="66"/>
                  </a:lnTo>
                  <a:lnTo>
                    <a:pt x="42" y="92"/>
                  </a:lnTo>
                  <a:lnTo>
                    <a:pt x="9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71" name=""/>
            <p:cNvSpPr/>
            <p:nvPr/>
          </p:nvSpPr>
          <p:spPr>
            <a:xfrm rot="0">
              <a:off x="3342" y="931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92" y="53"/>
                  </a:moveTo>
                  <a:lnTo>
                    <a:pt x="71" y="26"/>
                  </a:lnTo>
                  <a:lnTo>
                    <a:pt x="50" y="0"/>
                  </a:lnTo>
                  <a:lnTo>
                    <a:pt x="0" y="40"/>
                  </a:lnTo>
                  <a:lnTo>
                    <a:pt x="21" y="66"/>
                  </a:lnTo>
                  <a:lnTo>
                    <a:pt x="42" y="92"/>
                  </a:lnTo>
                  <a:lnTo>
                    <a:pt x="9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72" name=""/>
            <p:cNvSpPr/>
            <p:nvPr/>
          </p:nvSpPr>
          <p:spPr>
            <a:xfrm rot="0">
              <a:off x="3342" y="941"/>
              <a:ext cx="6" cy="7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73" name=""/>
            <p:cNvSpPr/>
            <p:nvPr/>
          </p:nvSpPr>
          <p:spPr>
            <a:xfrm rot="0" flipH="1">
              <a:off x="3342" y="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74" name=""/>
            <p:cNvSpPr/>
            <p:nvPr/>
          </p:nvSpPr>
          <p:spPr>
            <a:xfrm rot="0">
              <a:off x="3330" y="941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92" y="50"/>
                  </a:moveTo>
                  <a:lnTo>
                    <a:pt x="69" y="25"/>
                  </a:lnTo>
                  <a:lnTo>
                    <a:pt x="47" y="0"/>
                  </a:lnTo>
                  <a:lnTo>
                    <a:pt x="0" y="41"/>
                  </a:lnTo>
                  <a:lnTo>
                    <a:pt x="22" y="66"/>
                  </a:lnTo>
                  <a:lnTo>
                    <a:pt x="44" y="91"/>
                  </a:lnTo>
                  <a:lnTo>
                    <a:pt x="92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75" name=""/>
            <p:cNvSpPr/>
            <p:nvPr/>
          </p:nvSpPr>
          <p:spPr>
            <a:xfrm rot="0">
              <a:off x="3330" y="941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92" y="50"/>
                  </a:moveTo>
                  <a:lnTo>
                    <a:pt x="69" y="25"/>
                  </a:lnTo>
                  <a:lnTo>
                    <a:pt x="47" y="0"/>
                  </a:lnTo>
                  <a:lnTo>
                    <a:pt x="0" y="41"/>
                  </a:lnTo>
                  <a:lnTo>
                    <a:pt x="22" y="66"/>
                  </a:lnTo>
                  <a:lnTo>
                    <a:pt x="44" y="91"/>
                  </a:lnTo>
                  <a:lnTo>
                    <a:pt x="92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76" name=""/>
            <p:cNvSpPr/>
            <p:nvPr/>
          </p:nvSpPr>
          <p:spPr>
            <a:xfrm rot="0">
              <a:off x="3330" y="952"/>
              <a:ext cx="6" cy="6"/>
            </a:xfrm>
            <a:custGeom>
              <a:avLst/>
              <a:ahLst/>
              <a:rect l="0" t="0" r="r" b="b"/>
              <a:pathLst>
                <a:path w="22" h="25">
                  <a:moveTo>
                    <a:pt x="22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77" name=""/>
            <p:cNvSpPr/>
            <p:nvPr/>
          </p:nvSpPr>
          <p:spPr>
            <a:xfrm rot="0">
              <a:off x="3330" y="9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78" name=""/>
            <p:cNvSpPr/>
            <p:nvPr/>
          </p:nvSpPr>
          <p:spPr>
            <a:xfrm rot="0">
              <a:off x="3319" y="952"/>
              <a:ext cx="22" cy="23"/>
            </a:xfrm>
            <a:custGeom>
              <a:avLst/>
              <a:ahLst/>
              <a:rect l="0" t="0" r="r" b="b"/>
              <a:pathLst>
                <a:path w="90" h="93">
                  <a:moveTo>
                    <a:pt x="90" y="50"/>
                  </a:moveTo>
                  <a:lnTo>
                    <a:pt x="68" y="25"/>
                  </a:lnTo>
                  <a:lnTo>
                    <a:pt x="46" y="0"/>
                  </a:lnTo>
                  <a:lnTo>
                    <a:pt x="0" y="43"/>
                  </a:lnTo>
                  <a:lnTo>
                    <a:pt x="22" y="68"/>
                  </a:lnTo>
                  <a:lnTo>
                    <a:pt x="44" y="93"/>
                  </a:lnTo>
                  <a:lnTo>
                    <a:pt x="9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79" name=""/>
            <p:cNvSpPr/>
            <p:nvPr/>
          </p:nvSpPr>
          <p:spPr>
            <a:xfrm rot="0">
              <a:off x="3319" y="952"/>
              <a:ext cx="22" cy="23"/>
            </a:xfrm>
            <a:custGeom>
              <a:avLst/>
              <a:ahLst/>
              <a:rect l="0" t="0" r="r" b="b"/>
              <a:pathLst>
                <a:path w="90" h="93">
                  <a:moveTo>
                    <a:pt x="90" y="50"/>
                  </a:moveTo>
                  <a:lnTo>
                    <a:pt x="68" y="25"/>
                  </a:lnTo>
                  <a:lnTo>
                    <a:pt x="46" y="0"/>
                  </a:lnTo>
                  <a:lnTo>
                    <a:pt x="0" y="43"/>
                  </a:lnTo>
                  <a:lnTo>
                    <a:pt x="22" y="68"/>
                  </a:lnTo>
                  <a:lnTo>
                    <a:pt x="44" y="93"/>
                  </a:lnTo>
                  <a:lnTo>
                    <a:pt x="9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80" name=""/>
            <p:cNvSpPr/>
            <p:nvPr/>
          </p:nvSpPr>
          <p:spPr>
            <a:xfrm rot="0">
              <a:off x="3318" y="962"/>
              <a:ext cx="6" cy="7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81" name=""/>
            <p:cNvSpPr/>
            <p:nvPr/>
          </p:nvSpPr>
          <p:spPr>
            <a:xfrm rot="0" flipH="1">
              <a:off x="3318" y="9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82" name=""/>
            <p:cNvSpPr/>
            <p:nvPr/>
          </p:nvSpPr>
          <p:spPr>
            <a:xfrm rot="0">
              <a:off x="3307" y="963"/>
              <a:ext cx="23" cy="23"/>
            </a:xfrm>
            <a:custGeom>
              <a:avLst/>
              <a:ahLst/>
              <a:rect l="0" t="0" r="r" b="b"/>
              <a:pathLst>
                <a:path w="91" h="92">
                  <a:moveTo>
                    <a:pt x="91" y="48"/>
                  </a:moveTo>
                  <a:lnTo>
                    <a:pt x="67" y="24"/>
                  </a:lnTo>
                  <a:lnTo>
                    <a:pt x="43" y="0"/>
                  </a:lnTo>
                  <a:lnTo>
                    <a:pt x="0" y="45"/>
                  </a:lnTo>
                  <a:lnTo>
                    <a:pt x="24" y="69"/>
                  </a:lnTo>
                  <a:lnTo>
                    <a:pt x="47" y="92"/>
                  </a:lnTo>
                  <a:lnTo>
                    <a:pt x="91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83" name=""/>
            <p:cNvSpPr/>
            <p:nvPr/>
          </p:nvSpPr>
          <p:spPr>
            <a:xfrm rot="0">
              <a:off x="3307" y="963"/>
              <a:ext cx="23" cy="23"/>
            </a:xfrm>
            <a:custGeom>
              <a:avLst/>
              <a:ahLst/>
              <a:rect l="0" t="0" r="r" b="b"/>
              <a:pathLst>
                <a:path w="91" h="92">
                  <a:moveTo>
                    <a:pt x="91" y="48"/>
                  </a:moveTo>
                  <a:lnTo>
                    <a:pt x="67" y="24"/>
                  </a:lnTo>
                  <a:lnTo>
                    <a:pt x="43" y="0"/>
                  </a:lnTo>
                  <a:lnTo>
                    <a:pt x="0" y="45"/>
                  </a:lnTo>
                  <a:lnTo>
                    <a:pt x="24" y="69"/>
                  </a:lnTo>
                  <a:lnTo>
                    <a:pt x="47" y="92"/>
                  </a:lnTo>
                  <a:lnTo>
                    <a:pt x="91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84" name=""/>
            <p:cNvSpPr/>
            <p:nvPr/>
          </p:nvSpPr>
          <p:spPr>
            <a:xfrm rot="0">
              <a:off x="3307" y="974"/>
              <a:ext cx="6" cy="6"/>
            </a:xfrm>
            <a:custGeom>
              <a:avLst/>
              <a:ahLst/>
              <a:rect l="0" t="0" r="r" b="b"/>
              <a:pathLst>
                <a:path w="27" h="24">
                  <a:moveTo>
                    <a:pt x="27" y="24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85" name=""/>
            <p:cNvSpPr/>
            <p:nvPr/>
          </p:nvSpPr>
          <p:spPr>
            <a:xfrm rot="0" flipH="1">
              <a:off x="3307" y="9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86" name=""/>
            <p:cNvSpPr/>
            <p:nvPr/>
          </p:nvSpPr>
          <p:spPr>
            <a:xfrm rot="0">
              <a:off x="3297" y="975"/>
              <a:ext cx="23" cy="22"/>
            </a:xfrm>
            <a:custGeom>
              <a:avLst/>
              <a:ahLst/>
              <a:rect l="0" t="0" r="r" b="b"/>
              <a:pathLst>
                <a:path w="93" h="90">
                  <a:moveTo>
                    <a:pt x="93" y="42"/>
                  </a:moveTo>
                  <a:lnTo>
                    <a:pt x="67" y="21"/>
                  </a:lnTo>
                  <a:lnTo>
                    <a:pt x="40" y="0"/>
                  </a:lnTo>
                  <a:lnTo>
                    <a:pt x="0" y="48"/>
                  </a:lnTo>
                  <a:lnTo>
                    <a:pt x="26" y="69"/>
                  </a:lnTo>
                  <a:lnTo>
                    <a:pt x="52" y="90"/>
                  </a:lnTo>
                  <a:lnTo>
                    <a:pt x="93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87" name=""/>
            <p:cNvSpPr/>
            <p:nvPr/>
          </p:nvSpPr>
          <p:spPr>
            <a:xfrm rot="0">
              <a:off x="3297" y="975"/>
              <a:ext cx="23" cy="22"/>
            </a:xfrm>
            <a:custGeom>
              <a:avLst/>
              <a:ahLst/>
              <a:rect l="0" t="0" r="r" b="b"/>
              <a:pathLst>
                <a:path w="93" h="90">
                  <a:moveTo>
                    <a:pt x="93" y="42"/>
                  </a:moveTo>
                  <a:lnTo>
                    <a:pt x="67" y="21"/>
                  </a:lnTo>
                  <a:lnTo>
                    <a:pt x="40" y="0"/>
                  </a:lnTo>
                  <a:lnTo>
                    <a:pt x="0" y="48"/>
                  </a:lnTo>
                  <a:lnTo>
                    <a:pt x="26" y="69"/>
                  </a:lnTo>
                  <a:lnTo>
                    <a:pt x="52" y="90"/>
                  </a:lnTo>
                  <a:lnTo>
                    <a:pt x="93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88" name=""/>
            <p:cNvSpPr/>
            <p:nvPr/>
          </p:nvSpPr>
          <p:spPr>
            <a:xfrm rot="0">
              <a:off x="3297" y="987"/>
              <a:ext cx="6" cy="5"/>
            </a:xfrm>
            <a:custGeom>
              <a:avLst/>
              <a:ahLst/>
              <a:rect l="0" t="0" r="r" b="b"/>
              <a:pathLst>
                <a:path w="26" h="21">
                  <a:moveTo>
                    <a:pt x="26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89" name=""/>
            <p:cNvSpPr/>
            <p:nvPr/>
          </p:nvSpPr>
          <p:spPr>
            <a:xfrm rot="0">
              <a:off x="3297" y="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90" name=""/>
            <p:cNvSpPr/>
            <p:nvPr/>
          </p:nvSpPr>
          <p:spPr>
            <a:xfrm rot="0">
              <a:off x="3287" y="987"/>
              <a:ext cx="23" cy="22"/>
            </a:xfrm>
            <a:custGeom>
              <a:avLst/>
              <a:ahLst/>
              <a:rect l="0" t="0" r="r" b="b"/>
              <a:pathLst>
                <a:path w="91" h="91">
                  <a:moveTo>
                    <a:pt x="91" y="42"/>
                  </a:moveTo>
                  <a:lnTo>
                    <a:pt x="65" y="21"/>
                  </a:lnTo>
                  <a:lnTo>
                    <a:pt x="39" y="0"/>
                  </a:lnTo>
                  <a:lnTo>
                    <a:pt x="0" y="49"/>
                  </a:lnTo>
                  <a:lnTo>
                    <a:pt x="27" y="70"/>
                  </a:lnTo>
                  <a:lnTo>
                    <a:pt x="53" y="91"/>
                  </a:lnTo>
                  <a:lnTo>
                    <a:pt x="91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91" name=""/>
            <p:cNvSpPr/>
            <p:nvPr/>
          </p:nvSpPr>
          <p:spPr>
            <a:xfrm rot="0">
              <a:off x="3287" y="987"/>
              <a:ext cx="23" cy="22"/>
            </a:xfrm>
            <a:custGeom>
              <a:avLst/>
              <a:ahLst/>
              <a:rect l="0" t="0" r="r" b="b"/>
              <a:pathLst>
                <a:path w="91" h="91">
                  <a:moveTo>
                    <a:pt x="91" y="42"/>
                  </a:moveTo>
                  <a:lnTo>
                    <a:pt x="65" y="21"/>
                  </a:lnTo>
                  <a:lnTo>
                    <a:pt x="39" y="0"/>
                  </a:lnTo>
                  <a:lnTo>
                    <a:pt x="0" y="49"/>
                  </a:lnTo>
                  <a:lnTo>
                    <a:pt x="27" y="70"/>
                  </a:lnTo>
                  <a:lnTo>
                    <a:pt x="53" y="91"/>
                  </a:lnTo>
                  <a:lnTo>
                    <a:pt x="91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92" name=""/>
            <p:cNvSpPr/>
            <p:nvPr/>
          </p:nvSpPr>
          <p:spPr>
            <a:xfrm rot="0">
              <a:off x="3287" y="999"/>
              <a:ext cx="7" cy="5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93" name=""/>
            <p:cNvSpPr/>
            <p:nvPr/>
          </p:nvSpPr>
          <p:spPr>
            <a:xfrm rot="0" flipH="1">
              <a:off x="3287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94" name=""/>
            <p:cNvSpPr/>
            <p:nvPr/>
          </p:nvSpPr>
          <p:spPr>
            <a:xfrm rot="0">
              <a:off x="3278" y="999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92" y="40"/>
                  </a:moveTo>
                  <a:lnTo>
                    <a:pt x="65" y="20"/>
                  </a:lnTo>
                  <a:lnTo>
                    <a:pt x="37" y="0"/>
                  </a:lnTo>
                  <a:lnTo>
                    <a:pt x="0" y="51"/>
                  </a:lnTo>
                  <a:lnTo>
                    <a:pt x="28" y="71"/>
                  </a:lnTo>
                  <a:lnTo>
                    <a:pt x="55" y="91"/>
                  </a:lnTo>
                  <a:lnTo>
                    <a:pt x="92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95" name=""/>
            <p:cNvSpPr/>
            <p:nvPr/>
          </p:nvSpPr>
          <p:spPr>
            <a:xfrm rot="0">
              <a:off x="3278" y="999"/>
              <a:ext cx="23" cy="23"/>
            </a:xfrm>
            <a:custGeom>
              <a:avLst/>
              <a:ahLst/>
              <a:rect l="0" t="0" r="r" b="b"/>
              <a:pathLst>
                <a:path w="92" h="91">
                  <a:moveTo>
                    <a:pt x="92" y="40"/>
                  </a:moveTo>
                  <a:lnTo>
                    <a:pt x="65" y="20"/>
                  </a:lnTo>
                  <a:lnTo>
                    <a:pt x="37" y="0"/>
                  </a:lnTo>
                  <a:lnTo>
                    <a:pt x="0" y="51"/>
                  </a:lnTo>
                  <a:lnTo>
                    <a:pt x="28" y="71"/>
                  </a:lnTo>
                  <a:lnTo>
                    <a:pt x="55" y="91"/>
                  </a:lnTo>
                  <a:lnTo>
                    <a:pt x="92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96" name=""/>
            <p:cNvSpPr/>
            <p:nvPr/>
          </p:nvSpPr>
          <p:spPr>
            <a:xfrm rot="0">
              <a:off x="3277" y="1012"/>
              <a:ext cx="7" cy="5"/>
            </a:xfrm>
            <a:custGeom>
              <a:avLst/>
              <a:ahLst/>
              <a:rect l="0" t="0" r="r" b="b"/>
              <a:pathLst>
                <a:path w="29" h="20">
                  <a:moveTo>
                    <a:pt x="29" y="2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2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97" name=""/>
            <p:cNvSpPr/>
            <p:nvPr/>
          </p:nvSpPr>
          <p:spPr>
            <a:xfrm rot="0" flipH="1">
              <a:off x="3277" y="10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198" name=""/>
            <p:cNvSpPr/>
            <p:nvPr/>
          </p:nvSpPr>
          <p:spPr>
            <a:xfrm rot="0">
              <a:off x="3269" y="1013"/>
              <a:ext cx="23" cy="22"/>
            </a:xfrm>
            <a:custGeom>
              <a:avLst/>
              <a:ahLst/>
              <a:rect l="0" t="0" r="r" b="b"/>
              <a:pathLst>
                <a:path w="91" h="88">
                  <a:moveTo>
                    <a:pt x="91" y="34"/>
                  </a:moveTo>
                  <a:lnTo>
                    <a:pt x="62" y="17"/>
                  </a:lnTo>
                  <a:lnTo>
                    <a:pt x="33" y="0"/>
                  </a:lnTo>
                  <a:lnTo>
                    <a:pt x="0" y="54"/>
                  </a:lnTo>
                  <a:lnTo>
                    <a:pt x="29" y="71"/>
                  </a:lnTo>
                  <a:lnTo>
                    <a:pt x="58" y="88"/>
                  </a:lnTo>
                  <a:lnTo>
                    <a:pt x="91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199" name=""/>
            <p:cNvSpPr/>
            <p:nvPr/>
          </p:nvSpPr>
          <p:spPr>
            <a:xfrm rot="0">
              <a:off x="3269" y="1013"/>
              <a:ext cx="23" cy="22"/>
            </a:xfrm>
            <a:custGeom>
              <a:avLst/>
              <a:ahLst/>
              <a:rect l="0" t="0" r="r" b="b"/>
              <a:pathLst>
                <a:path w="91" h="88">
                  <a:moveTo>
                    <a:pt x="91" y="34"/>
                  </a:moveTo>
                  <a:lnTo>
                    <a:pt x="62" y="17"/>
                  </a:lnTo>
                  <a:lnTo>
                    <a:pt x="33" y="0"/>
                  </a:lnTo>
                  <a:lnTo>
                    <a:pt x="0" y="54"/>
                  </a:lnTo>
                  <a:lnTo>
                    <a:pt x="29" y="71"/>
                  </a:lnTo>
                  <a:lnTo>
                    <a:pt x="58" y="88"/>
                  </a:lnTo>
                  <a:lnTo>
                    <a:pt x="91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00" name=""/>
            <p:cNvSpPr/>
            <p:nvPr/>
          </p:nvSpPr>
          <p:spPr>
            <a:xfrm rot="0">
              <a:off x="3269" y="1026"/>
              <a:ext cx="7" cy="5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01" name=""/>
            <p:cNvSpPr/>
            <p:nvPr/>
          </p:nvSpPr>
          <p:spPr>
            <a:xfrm rot="0">
              <a:off x="3269" y="10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02" name=""/>
            <p:cNvSpPr/>
            <p:nvPr/>
          </p:nvSpPr>
          <p:spPr>
            <a:xfrm rot="0">
              <a:off x="3261" y="1026"/>
              <a:ext cx="22" cy="22"/>
            </a:xfrm>
            <a:custGeom>
              <a:avLst/>
              <a:ahLst/>
              <a:rect l="0" t="0" r="r" b="b"/>
              <a:pathLst>
                <a:path w="89" h="88">
                  <a:moveTo>
                    <a:pt x="89" y="34"/>
                  </a:moveTo>
                  <a:lnTo>
                    <a:pt x="60" y="17"/>
                  </a:lnTo>
                  <a:lnTo>
                    <a:pt x="31" y="0"/>
                  </a:lnTo>
                  <a:lnTo>
                    <a:pt x="0" y="54"/>
                  </a:lnTo>
                  <a:lnTo>
                    <a:pt x="28" y="71"/>
                  </a:lnTo>
                  <a:lnTo>
                    <a:pt x="57" y="88"/>
                  </a:lnTo>
                  <a:lnTo>
                    <a:pt x="89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03" name=""/>
            <p:cNvSpPr/>
            <p:nvPr/>
          </p:nvSpPr>
          <p:spPr>
            <a:xfrm rot="0">
              <a:off x="3261" y="1026"/>
              <a:ext cx="22" cy="22"/>
            </a:xfrm>
            <a:custGeom>
              <a:avLst/>
              <a:ahLst/>
              <a:rect l="0" t="0" r="r" b="b"/>
              <a:pathLst>
                <a:path w="89" h="88">
                  <a:moveTo>
                    <a:pt x="89" y="34"/>
                  </a:moveTo>
                  <a:lnTo>
                    <a:pt x="60" y="17"/>
                  </a:lnTo>
                  <a:lnTo>
                    <a:pt x="31" y="0"/>
                  </a:lnTo>
                  <a:lnTo>
                    <a:pt x="0" y="54"/>
                  </a:lnTo>
                  <a:lnTo>
                    <a:pt x="28" y="71"/>
                  </a:lnTo>
                  <a:lnTo>
                    <a:pt x="57" y="88"/>
                  </a:lnTo>
                  <a:lnTo>
                    <a:pt x="89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04" name=""/>
            <p:cNvSpPr/>
            <p:nvPr/>
          </p:nvSpPr>
          <p:spPr>
            <a:xfrm rot="0">
              <a:off x="3261" y="1040"/>
              <a:ext cx="7" cy="4"/>
            </a:xfrm>
            <a:custGeom>
              <a:avLst/>
              <a:ahLst/>
              <a:rect l="0" t="0" r="r" b="b"/>
              <a:pathLst>
                <a:path w="30" h="17">
                  <a:moveTo>
                    <a:pt x="30" y="17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05" name=""/>
            <p:cNvSpPr/>
            <p:nvPr/>
          </p:nvSpPr>
          <p:spPr>
            <a:xfrm rot="0" flipH="1">
              <a:off x="3261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06" name=""/>
            <p:cNvSpPr/>
            <p:nvPr/>
          </p:nvSpPr>
          <p:spPr>
            <a:xfrm rot="0">
              <a:off x="3254" y="1040"/>
              <a:ext cx="22" cy="22"/>
            </a:xfrm>
            <a:custGeom>
              <a:avLst/>
              <a:ahLst/>
              <a:rect l="0" t="0" r="r" b="b"/>
              <a:pathLst>
                <a:path w="88" h="85">
                  <a:moveTo>
                    <a:pt x="88" y="28"/>
                  </a:moveTo>
                  <a:lnTo>
                    <a:pt x="57" y="14"/>
                  </a:lnTo>
                  <a:lnTo>
                    <a:pt x="27" y="0"/>
                  </a:lnTo>
                  <a:lnTo>
                    <a:pt x="0" y="56"/>
                  </a:lnTo>
                  <a:lnTo>
                    <a:pt x="30" y="70"/>
                  </a:lnTo>
                  <a:lnTo>
                    <a:pt x="60" y="85"/>
                  </a:lnTo>
                  <a:lnTo>
                    <a:pt x="8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07" name=""/>
            <p:cNvSpPr/>
            <p:nvPr/>
          </p:nvSpPr>
          <p:spPr>
            <a:xfrm rot="0">
              <a:off x="3254" y="1040"/>
              <a:ext cx="22" cy="22"/>
            </a:xfrm>
            <a:custGeom>
              <a:avLst/>
              <a:ahLst/>
              <a:rect l="0" t="0" r="r" b="b"/>
              <a:pathLst>
                <a:path w="88" h="85">
                  <a:moveTo>
                    <a:pt x="88" y="28"/>
                  </a:moveTo>
                  <a:lnTo>
                    <a:pt x="57" y="14"/>
                  </a:lnTo>
                  <a:lnTo>
                    <a:pt x="27" y="0"/>
                  </a:lnTo>
                  <a:lnTo>
                    <a:pt x="0" y="56"/>
                  </a:lnTo>
                  <a:lnTo>
                    <a:pt x="30" y="70"/>
                  </a:lnTo>
                  <a:lnTo>
                    <a:pt x="60" y="85"/>
                  </a:lnTo>
                  <a:lnTo>
                    <a:pt x="88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08" name=""/>
            <p:cNvSpPr/>
            <p:nvPr/>
          </p:nvSpPr>
          <p:spPr>
            <a:xfrm rot="0">
              <a:off x="3254" y="1055"/>
              <a:ext cx="7" cy="3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09" name=""/>
            <p:cNvSpPr/>
            <p:nvPr/>
          </p:nvSpPr>
          <p:spPr>
            <a:xfrm rot="0">
              <a:off x="3254" y="10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10" name=""/>
            <p:cNvSpPr/>
            <p:nvPr/>
          </p:nvSpPr>
          <p:spPr>
            <a:xfrm rot="0">
              <a:off x="3248" y="1055"/>
              <a:ext cx="21" cy="21"/>
            </a:xfrm>
            <a:custGeom>
              <a:avLst/>
              <a:ahLst/>
              <a:rect l="0" t="0" r="r" b="b"/>
              <a:pathLst>
                <a:path w="85" h="84">
                  <a:moveTo>
                    <a:pt x="85" y="27"/>
                  </a:moveTo>
                  <a:lnTo>
                    <a:pt x="55" y="13"/>
                  </a:lnTo>
                  <a:lnTo>
                    <a:pt x="25" y="0"/>
                  </a:lnTo>
                  <a:lnTo>
                    <a:pt x="0" y="58"/>
                  </a:lnTo>
                  <a:lnTo>
                    <a:pt x="30" y="71"/>
                  </a:lnTo>
                  <a:lnTo>
                    <a:pt x="60" y="84"/>
                  </a:lnTo>
                  <a:lnTo>
                    <a:pt x="8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11" name=""/>
            <p:cNvSpPr/>
            <p:nvPr/>
          </p:nvSpPr>
          <p:spPr>
            <a:xfrm rot="0">
              <a:off x="3248" y="1055"/>
              <a:ext cx="21" cy="21"/>
            </a:xfrm>
            <a:custGeom>
              <a:avLst/>
              <a:ahLst/>
              <a:rect l="0" t="0" r="r" b="b"/>
              <a:pathLst>
                <a:path w="85" h="84">
                  <a:moveTo>
                    <a:pt x="85" y="27"/>
                  </a:moveTo>
                  <a:lnTo>
                    <a:pt x="55" y="13"/>
                  </a:lnTo>
                  <a:lnTo>
                    <a:pt x="25" y="0"/>
                  </a:lnTo>
                  <a:lnTo>
                    <a:pt x="0" y="58"/>
                  </a:lnTo>
                  <a:lnTo>
                    <a:pt x="30" y="71"/>
                  </a:lnTo>
                  <a:lnTo>
                    <a:pt x="60" y="84"/>
                  </a:lnTo>
                  <a:lnTo>
                    <a:pt x="85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0" name=""/>
          <p:cNvGrpSpPr/>
          <p:nvPr/>
        </p:nvGrpSpPr>
        <p:grpSpPr>
          <a:xfrm rot="0">
            <a:off x="708025" y="1039812"/>
            <a:ext cx="5741987" cy="4075112"/>
            <a:chOff x="446" y="655"/>
            <a:chExt cx="3617" cy="2567"/>
          </a:xfrm>
        </p:grpSpPr>
        <p:sp>
          <p:nvSpPr>
            <p:cNvPr id="1064212" name=""/>
            <p:cNvSpPr/>
            <p:nvPr/>
          </p:nvSpPr>
          <p:spPr>
            <a:xfrm rot="0">
              <a:off x="3247" y="1069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13" name=""/>
            <p:cNvSpPr/>
            <p:nvPr/>
          </p:nvSpPr>
          <p:spPr>
            <a:xfrm rot="0" flipH="1">
              <a:off x="3247" y="10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14" name=""/>
            <p:cNvSpPr/>
            <p:nvPr/>
          </p:nvSpPr>
          <p:spPr>
            <a:xfrm rot="0">
              <a:off x="3241" y="1069"/>
              <a:ext cx="22" cy="21"/>
            </a:xfrm>
            <a:custGeom>
              <a:avLst/>
              <a:ahLst/>
              <a:rect l="0" t="0" r="r" b="b"/>
              <a:pathLst>
                <a:path w="86" h="84">
                  <a:moveTo>
                    <a:pt x="86" y="26"/>
                  </a:moveTo>
                  <a:lnTo>
                    <a:pt x="55" y="13"/>
                  </a:lnTo>
                  <a:lnTo>
                    <a:pt x="23" y="0"/>
                  </a:lnTo>
                  <a:lnTo>
                    <a:pt x="0" y="58"/>
                  </a:lnTo>
                  <a:lnTo>
                    <a:pt x="31" y="71"/>
                  </a:lnTo>
                  <a:lnTo>
                    <a:pt x="63" y="84"/>
                  </a:lnTo>
                  <a:lnTo>
                    <a:pt x="8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15" name=""/>
            <p:cNvSpPr/>
            <p:nvPr/>
          </p:nvSpPr>
          <p:spPr>
            <a:xfrm rot="0">
              <a:off x="3241" y="1069"/>
              <a:ext cx="22" cy="21"/>
            </a:xfrm>
            <a:custGeom>
              <a:avLst/>
              <a:ahLst/>
              <a:rect l="0" t="0" r="r" b="b"/>
              <a:pathLst>
                <a:path w="86" h="84">
                  <a:moveTo>
                    <a:pt x="86" y="26"/>
                  </a:moveTo>
                  <a:lnTo>
                    <a:pt x="55" y="13"/>
                  </a:lnTo>
                  <a:lnTo>
                    <a:pt x="23" y="0"/>
                  </a:lnTo>
                  <a:lnTo>
                    <a:pt x="0" y="58"/>
                  </a:lnTo>
                  <a:lnTo>
                    <a:pt x="31" y="71"/>
                  </a:lnTo>
                  <a:lnTo>
                    <a:pt x="63" y="84"/>
                  </a:lnTo>
                  <a:lnTo>
                    <a:pt x="86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16" name=""/>
            <p:cNvSpPr/>
            <p:nvPr/>
          </p:nvSpPr>
          <p:spPr>
            <a:xfrm rot="0">
              <a:off x="3241" y="1084"/>
              <a:ext cx="8" cy="3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17" name=""/>
            <p:cNvSpPr/>
            <p:nvPr/>
          </p:nvSpPr>
          <p:spPr>
            <a:xfrm rot="0">
              <a:off x="3241" y="1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18" name=""/>
            <p:cNvSpPr/>
            <p:nvPr/>
          </p:nvSpPr>
          <p:spPr>
            <a:xfrm rot="0">
              <a:off x="3237" y="1084"/>
              <a:ext cx="20" cy="20"/>
            </a:xfrm>
            <a:custGeom>
              <a:avLst/>
              <a:ahLst/>
              <a:rect l="0" t="0" r="r" b="b"/>
              <a:pathLst>
                <a:path w="83" h="80">
                  <a:moveTo>
                    <a:pt x="83" y="21"/>
                  </a:moveTo>
                  <a:lnTo>
                    <a:pt x="51" y="10"/>
                  </a:lnTo>
                  <a:lnTo>
                    <a:pt x="20" y="0"/>
                  </a:lnTo>
                  <a:lnTo>
                    <a:pt x="0" y="59"/>
                  </a:lnTo>
                  <a:lnTo>
                    <a:pt x="32" y="69"/>
                  </a:lnTo>
                  <a:lnTo>
                    <a:pt x="63" y="80"/>
                  </a:lnTo>
                  <a:lnTo>
                    <a:pt x="83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19" name=""/>
            <p:cNvSpPr/>
            <p:nvPr/>
          </p:nvSpPr>
          <p:spPr>
            <a:xfrm rot="0">
              <a:off x="3237" y="1084"/>
              <a:ext cx="20" cy="20"/>
            </a:xfrm>
            <a:custGeom>
              <a:avLst/>
              <a:ahLst/>
              <a:rect l="0" t="0" r="r" b="b"/>
              <a:pathLst>
                <a:path w="83" h="80">
                  <a:moveTo>
                    <a:pt x="83" y="21"/>
                  </a:moveTo>
                  <a:lnTo>
                    <a:pt x="51" y="10"/>
                  </a:lnTo>
                  <a:lnTo>
                    <a:pt x="20" y="0"/>
                  </a:lnTo>
                  <a:lnTo>
                    <a:pt x="0" y="59"/>
                  </a:lnTo>
                  <a:lnTo>
                    <a:pt x="32" y="69"/>
                  </a:lnTo>
                  <a:lnTo>
                    <a:pt x="63" y="80"/>
                  </a:lnTo>
                  <a:lnTo>
                    <a:pt x="83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20" name=""/>
            <p:cNvSpPr/>
            <p:nvPr/>
          </p:nvSpPr>
          <p:spPr>
            <a:xfrm rot="0">
              <a:off x="3236" y="1099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21" name=""/>
            <p:cNvSpPr/>
            <p:nvPr/>
          </p:nvSpPr>
          <p:spPr>
            <a:xfrm rot="0" flipH="1">
              <a:off x="3236" y="1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22" name=""/>
            <p:cNvSpPr/>
            <p:nvPr/>
          </p:nvSpPr>
          <p:spPr>
            <a:xfrm rot="0">
              <a:off x="3232" y="1100"/>
              <a:ext cx="21" cy="19"/>
            </a:xfrm>
            <a:custGeom>
              <a:avLst/>
              <a:ahLst/>
              <a:rect l="0" t="0" r="r" b="b"/>
              <a:pathLst>
                <a:path w="81" h="78">
                  <a:moveTo>
                    <a:pt x="81" y="16"/>
                  </a:moveTo>
                  <a:lnTo>
                    <a:pt x="49" y="8"/>
                  </a:lnTo>
                  <a:lnTo>
                    <a:pt x="16" y="0"/>
                  </a:lnTo>
                  <a:lnTo>
                    <a:pt x="0" y="62"/>
                  </a:lnTo>
                  <a:lnTo>
                    <a:pt x="33" y="70"/>
                  </a:lnTo>
                  <a:lnTo>
                    <a:pt x="66" y="78"/>
                  </a:lnTo>
                  <a:lnTo>
                    <a:pt x="8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23" name=""/>
            <p:cNvSpPr/>
            <p:nvPr/>
          </p:nvSpPr>
          <p:spPr>
            <a:xfrm rot="0">
              <a:off x="3232" y="1100"/>
              <a:ext cx="21" cy="19"/>
            </a:xfrm>
            <a:custGeom>
              <a:avLst/>
              <a:ahLst/>
              <a:rect l="0" t="0" r="r" b="b"/>
              <a:pathLst>
                <a:path w="81" h="78">
                  <a:moveTo>
                    <a:pt x="81" y="16"/>
                  </a:moveTo>
                  <a:lnTo>
                    <a:pt x="49" y="8"/>
                  </a:lnTo>
                  <a:lnTo>
                    <a:pt x="16" y="0"/>
                  </a:lnTo>
                  <a:lnTo>
                    <a:pt x="0" y="62"/>
                  </a:lnTo>
                  <a:lnTo>
                    <a:pt x="33" y="70"/>
                  </a:lnTo>
                  <a:lnTo>
                    <a:pt x="66" y="78"/>
                  </a:lnTo>
                  <a:lnTo>
                    <a:pt x="81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24" name=""/>
            <p:cNvSpPr/>
            <p:nvPr/>
          </p:nvSpPr>
          <p:spPr>
            <a:xfrm rot="0">
              <a:off x="3232" y="1115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25" name=""/>
            <p:cNvSpPr/>
            <p:nvPr/>
          </p:nvSpPr>
          <p:spPr>
            <a:xfrm rot="0">
              <a:off x="3232" y="11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26" name=""/>
            <p:cNvSpPr/>
            <p:nvPr/>
          </p:nvSpPr>
          <p:spPr>
            <a:xfrm rot="0">
              <a:off x="3229" y="1115"/>
              <a:ext cx="20" cy="19"/>
            </a:xfrm>
            <a:custGeom>
              <a:avLst/>
              <a:ahLst/>
              <a:rect l="0" t="0" r="r" b="b"/>
              <a:pathLst>
                <a:path w="81" h="76">
                  <a:moveTo>
                    <a:pt x="81" y="16"/>
                  </a:moveTo>
                  <a:lnTo>
                    <a:pt x="48" y="8"/>
                  </a:lnTo>
                  <a:lnTo>
                    <a:pt x="15" y="0"/>
                  </a:lnTo>
                  <a:lnTo>
                    <a:pt x="0" y="61"/>
                  </a:lnTo>
                  <a:lnTo>
                    <a:pt x="33" y="69"/>
                  </a:lnTo>
                  <a:lnTo>
                    <a:pt x="66" y="76"/>
                  </a:lnTo>
                  <a:lnTo>
                    <a:pt x="8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27" name=""/>
            <p:cNvSpPr/>
            <p:nvPr/>
          </p:nvSpPr>
          <p:spPr>
            <a:xfrm rot="0">
              <a:off x="3229" y="1115"/>
              <a:ext cx="20" cy="19"/>
            </a:xfrm>
            <a:custGeom>
              <a:avLst/>
              <a:ahLst/>
              <a:rect l="0" t="0" r="r" b="b"/>
              <a:pathLst>
                <a:path w="81" h="76">
                  <a:moveTo>
                    <a:pt x="81" y="16"/>
                  </a:moveTo>
                  <a:lnTo>
                    <a:pt x="48" y="8"/>
                  </a:lnTo>
                  <a:lnTo>
                    <a:pt x="15" y="0"/>
                  </a:lnTo>
                  <a:lnTo>
                    <a:pt x="0" y="61"/>
                  </a:lnTo>
                  <a:lnTo>
                    <a:pt x="33" y="69"/>
                  </a:lnTo>
                  <a:lnTo>
                    <a:pt x="66" y="76"/>
                  </a:lnTo>
                  <a:lnTo>
                    <a:pt x="81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28" name=""/>
            <p:cNvSpPr/>
            <p:nvPr/>
          </p:nvSpPr>
          <p:spPr>
            <a:xfrm rot="0">
              <a:off x="3229" y="1130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29" name=""/>
            <p:cNvSpPr/>
            <p:nvPr/>
          </p:nvSpPr>
          <p:spPr>
            <a:xfrm rot="0">
              <a:off x="3229" y="11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30" name=""/>
            <p:cNvSpPr/>
            <p:nvPr/>
          </p:nvSpPr>
          <p:spPr>
            <a:xfrm rot="0">
              <a:off x="3226" y="1131"/>
              <a:ext cx="19" cy="18"/>
            </a:xfrm>
            <a:custGeom>
              <a:avLst/>
              <a:ahLst/>
              <a:rect l="0" t="0" r="r" b="b"/>
              <a:pathLst>
                <a:path w="76" h="73">
                  <a:moveTo>
                    <a:pt x="76" y="11"/>
                  </a:moveTo>
                  <a:lnTo>
                    <a:pt x="43" y="6"/>
                  </a:lnTo>
                  <a:lnTo>
                    <a:pt x="10" y="0"/>
                  </a:lnTo>
                  <a:lnTo>
                    <a:pt x="0" y="62"/>
                  </a:lnTo>
                  <a:lnTo>
                    <a:pt x="33" y="67"/>
                  </a:lnTo>
                  <a:lnTo>
                    <a:pt x="66" y="73"/>
                  </a:lnTo>
                  <a:lnTo>
                    <a:pt x="7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31" name=""/>
            <p:cNvSpPr/>
            <p:nvPr/>
          </p:nvSpPr>
          <p:spPr>
            <a:xfrm rot="0">
              <a:off x="3226" y="1131"/>
              <a:ext cx="19" cy="18"/>
            </a:xfrm>
            <a:custGeom>
              <a:avLst/>
              <a:ahLst/>
              <a:rect l="0" t="0" r="r" b="b"/>
              <a:pathLst>
                <a:path w="76" h="73">
                  <a:moveTo>
                    <a:pt x="76" y="11"/>
                  </a:moveTo>
                  <a:lnTo>
                    <a:pt x="43" y="6"/>
                  </a:lnTo>
                  <a:lnTo>
                    <a:pt x="10" y="0"/>
                  </a:lnTo>
                  <a:lnTo>
                    <a:pt x="0" y="62"/>
                  </a:lnTo>
                  <a:lnTo>
                    <a:pt x="33" y="67"/>
                  </a:lnTo>
                  <a:lnTo>
                    <a:pt x="66" y="73"/>
                  </a:lnTo>
                  <a:lnTo>
                    <a:pt x="76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32" name=""/>
            <p:cNvSpPr/>
            <p:nvPr/>
          </p:nvSpPr>
          <p:spPr>
            <a:xfrm rot="0">
              <a:off x="3226" y="1147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33" name=""/>
            <p:cNvSpPr/>
            <p:nvPr/>
          </p:nvSpPr>
          <p:spPr>
            <a:xfrm rot="0">
              <a:off x="3226" y="11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34" name=""/>
            <p:cNvSpPr/>
            <p:nvPr/>
          </p:nvSpPr>
          <p:spPr>
            <a:xfrm rot="0">
              <a:off x="3224" y="1147"/>
              <a:ext cx="18" cy="18"/>
            </a:xfrm>
            <a:custGeom>
              <a:avLst/>
              <a:ahLst/>
              <a:rect l="0" t="0" r="r" b="b"/>
              <a:pathLst>
                <a:path w="74" h="71">
                  <a:moveTo>
                    <a:pt x="74" y="8"/>
                  </a:moveTo>
                  <a:lnTo>
                    <a:pt x="41" y="4"/>
                  </a:lnTo>
                  <a:lnTo>
                    <a:pt x="8" y="0"/>
                  </a:lnTo>
                  <a:lnTo>
                    <a:pt x="0" y="63"/>
                  </a:lnTo>
                  <a:lnTo>
                    <a:pt x="33" y="67"/>
                  </a:lnTo>
                  <a:lnTo>
                    <a:pt x="66" y="71"/>
                  </a:lnTo>
                  <a:lnTo>
                    <a:pt x="74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35" name=""/>
            <p:cNvSpPr/>
            <p:nvPr/>
          </p:nvSpPr>
          <p:spPr>
            <a:xfrm rot="0">
              <a:off x="3224" y="1147"/>
              <a:ext cx="18" cy="18"/>
            </a:xfrm>
            <a:custGeom>
              <a:avLst/>
              <a:ahLst/>
              <a:rect l="0" t="0" r="r" b="b"/>
              <a:pathLst>
                <a:path w="74" h="71">
                  <a:moveTo>
                    <a:pt x="74" y="8"/>
                  </a:moveTo>
                  <a:lnTo>
                    <a:pt x="41" y="4"/>
                  </a:lnTo>
                  <a:lnTo>
                    <a:pt x="8" y="0"/>
                  </a:lnTo>
                  <a:lnTo>
                    <a:pt x="0" y="63"/>
                  </a:lnTo>
                  <a:lnTo>
                    <a:pt x="33" y="67"/>
                  </a:lnTo>
                  <a:lnTo>
                    <a:pt x="66" y="71"/>
                  </a:lnTo>
                  <a:lnTo>
                    <a:pt x="74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36" name=""/>
            <p:cNvSpPr/>
            <p:nvPr/>
          </p:nvSpPr>
          <p:spPr>
            <a:xfrm rot="0">
              <a:off x="3224" y="1163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37" name=""/>
            <p:cNvSpPr/>
            <p:nvPr/>
          </p:nvSpPr>
          <p:spPr>
            <a:xfrm rot="0">
              <a:off x="3224" y="11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38" name=""/>
            <p:cNvSpPr/>
            <p:nvPr/>
          </p:nvSpPr>
          <p:spPr>
            <a:xfrm rot="0">
              <a:off x="3223" y="1163"/>
              <a:ext cx="17" cy="17"/>
            </a:xfrm>
            <a:custGeom>
              <a:avLst/>
              <a:ahLst/>
              <a:rect l="0" t="0" r="r" b="b"/>
              <a:pathLst>
                <a:path w="70" h="67">
                  <a:moveTo>
                    <a:pt x="70" y="5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62"/>
                  </a:lnTo>
                  <a:lnTo>
                    <a:pt x="33" y="64"/>
                  </a:lnTo>
                  <a:lnTo>
                    <a:pt x="66" y="67"/>
                  </a:lnTo>
                  <a:lnTo>
                    <a:pt x="7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39" name=""/>
            <p:cNvSpPr/>
            <p:nvPr/>
          </p:nvSpPr>
          <p:spPr>
            <a:xfrm rot="0">
              <a:off x="3223" y="1163"/>
              <a:ext cx="17" cy="17"/>
            </a:xfrm>
            <a:custGeom>
              <a:avLst/>
              <a:ahLst/>
              <a:rect l="0" t="0" r="r" b="b"/>
              <a:pathLst>
                <a:path w="70" h="67">
                  <a:moveTo>
                    <a:pt x="70" y="5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62"/>
                  </a:lnTo>
                  <a:lnTo>
                    <a:pt x="33" y="64"/>
                  </a:lnTo>
                  <a:lnTo>
                    <a:pt x="66" y="67"/>
                  </a:lnTo>
                  <a:lnTo>
                    <a:pt x="7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40" name=""/>
            <p:cNvSpPr/>
            <p:nvPr/>
          </p:nvSpPr>
          <p:spPr>
            <a:xfrm rot="0">
              <a:off x="3223" y="1178"/>
              <a:ext cx="8" cy="1"/>
            </a:xfrm>
            <a:custGeom>
              <a:avLst/>
              <a:ahLst/>
              <a:rect l="0" t="0" r="r" b="b"/>
              <a:pathLst>
                <a:path w="33" h="2">
                  <a:moveTo>
                    <a:pt x="33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41" name=""/>
            <p:cNvSpPr/>
            <p:nvPr/>
          </p:nvSpPr>
          <p:spPr>
            <a:xfrm rot="0">
              <a:off x="3223" y="11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42" name=""/>
            <p:cNvSpPr/>
            <p:nvPr/>
          </p:nvSpPr>
          <p:spPr>
            <a:xfrm rot="0">
              <a:off x="3223" y="1179"/>
              <a:ext cx="16" cy="16"/>
            </a:xfrm>
            <a:custGeom>
              <a:avLst/>
              <a:ahLst/>
              <a:rect l="0" t="0" r="r" b="b"/>
              <a:pathLst>
                <a:path w="67" h="66">
                  <a:moveTo>
                    <a:pt x="67" y="3"/>
                  </a:moveTo>
                  <a:lnTo>
                    <a:pt x="34" y="1"/>
                  </a:lnTo>
                  <a:lnTo>
                    <a:pt x="1" y="0"/>
                  </a:lnTo>
                  <a:lnTo>
                    <a:pt x="0" y="63"/>
                  </a:lnTo>
                  <a:lnTo>
                    <a:pt x="33" y="64"/>
                  </a:lnTo>
                  <a:lnTo>
                    <a:pt x="66" y="66"/>
                  </a:lnTo>
                  <a:lnTo>
                    <a:pt x="6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43" name=""/>
            <p:cNvSpPr/>
            <p:nvPr/>
          </p:nvSpPr>
          <p:spPr>
            <a:xfrm rot="0">
              <a:off x="3223" y="1179"/>
              <a:ext cx="16" cy="16"/>
            </a:xfrm>
            <a:custGeom>
              <a:avLst/>
              <a:ahLst/>
              <a:rect l="0" t="0" r="r" b="b"/>
              <a:pathLst>
                <a:path w="67" h="66">
                  <a:moveTo>
                    <a:pt x="67" y="3"/>
                  </a:moveTo>
                  <a:lnTo>
                    <a:pt x="34" y="1"/>
                  </a:lnTo>
                  <a:lnTo>
                    <a:pt x="1" y="0"/>
                  </a:lnTo>
                  <a:lnTo>
                    <a:pt x="0" y="63"/>
                  </a:lnTo>
                  <a:lnTo>
                    <a:pt x="33" y="64"/>
                  </a:lnTo>
                  <a:lnTo>
                    <a:pt x="66" y="66"/>
                  </a:lnTo>
                  <a:lnTo>
                    <a:pt x="67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44" name=""/>
            <p:cNvSpPr/>
            <p:nvPr/>
          </p:nvSpPr>
          <p:spPr>
            <a:xfrm rot="0">
              <a:off x="3223" y="1194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3"/>
                  </a:lnTo>
                  <a:lnTo>
                    <a:pt x="64" y="12"/>
                  </a:lnTo>
                  <a:lnTo>
                    <a:pt x="59" y="21"/>
                  </a:lnTo>
                  <a:lnTo>
                    <a:pt x="52" y="29"/>
                  </a:lnTo>
                  <a:lnTo>
                    <a:pt x="42" y="33"/>
                  </a:lnTo>
                  <a:lnTo>
                    <a:pt x="31" y="34"/>
                  </a:lnTo>
                  <a:lnTo>
                    <a:pt x="22" y="33"/>
                  </a:lnTo>
                  <a:lnTo>
                    <a:pt x="13" y="28"/>
                  </a:lnTo>
                  <a:lnTo>
                    <a:pt x="5" y="21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45" name=""/>
            <p:cNvSpPr/>
            <p:nvPr/>
          </p:nvSpPr>
          <p:spPr>
            <a:xfrm rot="0">
              <a:off x="3223" y="1194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66" y="3"/>
                  </a:moveTo>
                  <a:lnTo>
                    <a:pt x="64" y="12"/>
                  </a:lnTo>
                  <a:lnTo>
                    <a:pt x="59" y="21"/>
                  </a:lnTo>
                  <a:lnTo>
                    <a:pt x="52" y="29"/>
                  </a:lnTo>
                  <a:lnTo>
                    <a:pt x="42" y="33"/>
                  </a:lnTo>
                  <a:lnTo>
                    <a:pt x="31" y="34"/>
                  </a:lnTo>
                  <a:lnTo>
                    <a:pt x="22" y="33"/>
                  </a:lnTo>
                  <a:lnTo>
                    <a:pt x="13" y="28"/>
                  </a:lnTo>
                  <a:lnTo>
                    <a:pt x="5" y="21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46" name=""/>
            <p:cNvSpPr/>
            <p:nvPr/>
          </p:nvSpPr>
          <p:spPr>
            <a:xfrm rot="0">
              <a:off x="4055" y="118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47" name=""/>
            <p:cNvSpPr/>
            <p:nvPr/>
          </p:nvSpPr>
          <p:spPr>
            <a:xfrm rot="0">
              <a:off x="4055" y="1186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48" name=""/>
            <p:cNvSpPr/>
            <p:nvPr/>
          </p:nvSpPr>
          <p:spPr>
            <a:xfrm rot="0">
              <a:off x="3870" y="1186"/>
              <a:ext cx="185" cy="17"/>
            </a:xfrm>
            <a:custGeom>
              <a:avLst/>
              <a:ahLst/>
              <a:rect l="0" t="0" r="r" b="b"/>
              <a:pathLst>
                <a:path w="741" h="67">
                  <a:moveTo>
                    <a:pt x="741" y="67"/>
                  </a:moveTo>
                  <a:lnTo>
                    <a:pt x="741" y="34"/>
                  </a:lnTo>
                  <a:lnTo>
                    <a:pt x="74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4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49" name=""/>
            <p:cNvSpPr/>
            <p:nvPr/>
          </p:nvSpPr>
          <p:spPr>
            <a:xfrm rot="0">
              <a:off x="3870" y="1186"/>
              <a:ext cx="185" cy="17"/>
            </a:xfrm>
            <a:custGeom>
              <a:avLst/>
              <a:ahLst/>
              <a:rect l="0" t="0" r="r" b="b"/>
              <a:pathLst>
                <a:path w="741" h="67">
                  <a:moveTo>
                    <a:pt x="741" y="67"/>
                  </a:moveTo>
                  <a:lnTo>
                    <a:pt x="741" y="34"/>
                  </a:lnTo>
                  <a:lnTo>
                    <a:pt x="741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4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0" name=""/>
            <p:cNvSpPr/>
            <p:nvPr/>
          </p:nvSpPr>
          <p:spPr>
            <a:xfrm rot="0">
              <a:off x="3861" y="1186"/>
              <a:ext cx="9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51" name=""/>
            <p:cNvSpPr/>
            <p:nvPr/>
          </p:nvSpPr>
          <p:spPr>
            <a:xfrm rot="0">
              <a:off x="3861" y="1186"/>
              <a:ext cx="9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2" name=""/>
            <p:cNvSpPr/>
            <p:nvPr/>
          </p:nvSpPr>
          <p:spPr>
            <a:xfrm rot="0">
              <a:off x="3550" y="655"/>
              <a:ext cx="1" cy="11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3" name=""/>
            <p:cNvSpPr/>
            <p:nvPr/>
          </p:nvSpPr>
          <p:spPr>
            <a:xfrm rot="0">
              <a:off x="3550" y="804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4" name=""/>
            <p:cNvSpPr/>
            <p:nvPr/>
          </p:nvSpPr>
          <p:spPr>
            <a:xfrm rot="0">
              <a:off x="3550" y="869"/>
              <a:ext cx="1" cy="19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5" name=""/>
            <p:cNvSpPr/>
            <p:nvPr/>
          </p:nvSpPr>
          <p:spPr>
            <a:xfrm rot="0">
              <a:off x="3550" y="1093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6" name=""/>
            <p:cNvSpPr/>
            <p:nvPr/>
          </p:nvSpPr>
          <p:spPr>
            <a:xfrm rot="0">
              <a:off x="3550" y="1157"/>
              <a:ext cx="1" cy="1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7" name=""/>
            <p:cNvSpPr/>
            <p:nvPr/>
          </p:nvSpPr>
          <p:spPr>
            <a:xfrm rot="0">
              <a:off x="3550" y="1368"/>
              <a:ext cx="1" cy="9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8" name=""/>
            <p:cNvSpPr/>
            <p:nvPr/>
          </p:nvSpPr>
          <p:spPr>
            <a:xfrm rot="0">
              <a:off x="3550" y="1498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59" name=""/>
            <p:cNvSpPr/>
            <p:nvPr/>
          </p:nvSpPr>
          <p:spPr>
            <a:xfrm rot="0">
              <a:off x="3550" y="1563"/>
              <a:ext cx="1" cy="19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0" name=""/>
            <p:cNvSpPr/>
            <p:nvPr/>
          </p:nvSpPr>
          <p:spPr>
            <a:xfrm rot="0">
              <a:off x="3550" y="1787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1" name=""/>
            <p:cNvSpPr/>
            <p:nvPr/>
          </p:nvSpPr>
          <p:spPr>
            <a:xfrm rot="0">
              <a:off x="3550" y="1851"/>
              <a:ext cx="1" cy="19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2" name=""/>
            <p:cNvSpPr/>
            <p:nvPr/>
          </p:nvSpPr>
          <p:spPr>
            <a:xfrm rot="0">
              <a:off x="3550" y="2076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3" name=""/>
            <p:cNvSpPr/>
            <p:nvPr/>
          </p:nvSpPr>
          <p:spPr>
            <a:xfrm rot="0">
              <a:off x="3550" y="2140"/>
              <a:ext cx="1" cy="9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4" name=""/>
            <p:cNvSpPr/>
            <p:nvPr/>
          </p:nvSpPr>
          <p:spPr>
            <a:xfrm rot="0" flipH="1">
              <a:off x="1784" y="2962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5" name=""/>
            <p:cNvSpPr/>
            <p:nvPr/>
          </p:nvSpPr>
          <p:spPr>
            <a:xfrm rot="0" flipH="1">
              <a:off x="1711" y="2962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6" name=""/>
            <p:cNvSpPr/>
            <p:nvPr/>
          </p:nvSpPr>
          <p:spPr>
            <a:xfrm rot="0" flipH="1">
              <a:off x="1639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7" name=""/>
            <p:cNvSpPr/>
            <p:nvPr/>
          </p:nvSpPr>
          <p:spPr>
            <a:xfrm rot="0" flipH="1">
              <a:off x="1567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8" name=""/>
            <p:cNvSpPr/>
            <p:nvPr/>
          </p:nvSpPr>
          <p:spPr>
            <a:xfrm rot="0" flipH="1">
              <a:off x="1495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69" name=""/>
            <p:cNvSpPr/>
            <p:nvPr/>
          </p:nvSpPr>
          <p:spPr>
            <a:xfrm rot="0" flipH="1">
              <a:off x="1423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70" name=""/>
            <p:cNvSpPr/>
            <p:nvPr/>
          </p:nvSpPr>
          <p:spPr>
            <a:xfrm rot="0" flipH="1">
              <a:off x="1351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71" name=""/>
            <p:cNvSpPr/>
            <p:nvPr/>
          </p:nvSpPr>
          <p:spPr>
            <a:xfrm rot="0" flipH="1">
              <a:off x="1295" y="2962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72" name=""/>
            <p:cNvSpPr/>
            <p:nvPr/>
          </p:nvSpPr>
          <p:spPr>
            <a:xfrm rot="0">
              <a:off x="1287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73" name=""/>
            <p:cNvSpPr/>
            <p:nvPr/>
          </p:nvSpPr>
          <p:spPr>
            <a:xfrm rot="0">
              <a:off x="1287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74" name=""/>
            <p:cNvSpPr/>
            <p:nvPr/>
          </p:nvSpPr>
          <p:spPr>
            <a:xfrm rot="0">
              <a:off x="1287" y="2419"/>
              <a:ext cx="17" cy="795"/>
            </a:xfrm>
            <a:custGeom>
              <a:avLst/>
              <a:ahLst/>
              <a:rect l="0" t="0" r="r" b="b"/>
              <a:pathLst>
                <a:path w="67" h="318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180"/>
                  </a:lnTo>
                  <a:lnTo>
                    <a:pt x="33" y="3180"/>
                  </a:lnTo>
                  <a:lnTo>
                    <a:pt x="67" y="3180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75" name=""/>
            <p:cNvSpPr/>
            <p:nvPr/>
          </p:nvSpPr>
          <p:spPr>
            <a:xfrm rot="0">
              <a:off x="1287" y="2419"/>
              <a:ext cx="17" cy="795"/>
            </a:xfrm>
            <a:custGeom>
              <a:avLst/>
              <a:ahLst/>
              <a:rect l="0" t="0" r="r" b="b"/>
              <a:pathLst>
                <a:path w="67" h="318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180"/>
                  </a:lnTo>
                  <a:lnTo>
                    <a:pt x="33" y="3180"/>
                  </a:lnTo>
                  <a:lnTo>
                    <a:pt x="67" y="318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76" name=""/>
            <p:cNvSpPr/>
            <p:nvPr/>
          </p:nvSpPr>
          <p:spPr>
            <a:xfrm rot="0">
              <a:off x="1287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77" name=""/>
            <p:cNvSpPr/>
            <p:nvPr/>
          </p:nvSpPr>
          <p:spPr>
            <a:xfrm rot="0">
              <a:off x="1287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78" name=""/>
            <p:cNvSpPr/>
            <p:nvPr/>
          </p:nvSpPr>
          <p:spPr>
            <a:xfrm rot="0">
              <a:off x="1287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79" name=""/>
            <p:cNvSpPr/>
            <p:nvPr/>
          </p:nvSpPr>
          <p:spPr>
            <a:xfrm rot="0">
              <a:off x="1287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80" name=""/>
            <p:cNvSpPr/>
            <p:nvPr/>
          </p:nvSpPr>
          <p:spPr>
            <a:xfrm rot="0">
              <a:off x="1295" y="3206"/>
              <a:ext cx="520" cy="16"/>
            </a:xfrm>
            <a:custGeom>
              <a:avLst/>
              <a:ahLst/>
              <a:rect l="0" t="0" r="r" b="b"/>
              <a:pathLst>
                <a:path w="2081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81" y="67"/>
                  </a:lnTo>
                  <a:lnTo>
                    <a:pt x="2081" y="34"/>
                  </a:lnTo>
                  <a:lnTo>
                    <a:pt x="208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81" name=""/>
            <p:cNvSpPr/>
            <p:nvPr/>
          </p:nvSpPr>
          <p:spPr>
            <a:xfrm rot="0">
              <a:off x="1295" y="3206"/>
              <a:ext cx="520" cy="16"/>
            </a:xfrm>
            <a:custGeom>
              <a:avLst/>
              <a:ahLst/>
              <a:rect l="0" t="0" r="r" b="b"/>
              <a:pathLst>
                <a:path w="2081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81" y="67"/>
                  </a:lnTo>
                  <a:lnTo>
                    <a:pt x="2081" y="34"/>
                  </a:lnTo>
                  <a:lnTo>
                    <a:pt x="208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82" name=""/>
            <p:cNvSpPr/>
            <p:nvPr/>
          </p:nvSpPr>
          <p:spPr>
            <a:xfrm rot="0">
              <a:off x="1815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83" name=""/>
            <p:cNvSpPr/>
            <p:nvPr/>
          </p:nvSpPr>
          <p:spPr>
            <a:xfrm rot="0">
              <a:off x="1815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84" name=""/>
            <p:cNvSpPr/>
            <p:nvPr/>
          </p:nvSpPr>
          <p:spPr>
            <a:xfrm rot="0">
              <a:off x="1287" y="2411"/>
              <a:ext cx="13" cy="15"/>
            </a:xfrm>
            <a:custGeom>
              <a:avLst/>
              <a:ahLst/>
              <a:rect l="0" t="0" r="r" b="b"/>
              <a:pathLst>
                <a:path w="52" h="61">
                  <a:moveTo>
                    <a:pt x="33" y="33"/>
                  </a:moveTo>
                  <a:lnTo>
                    <a:pt x="15" y="61"/>
                  </a:lnTo>
                  <a:lnTo>
                    <a:pt x="7" y="54"/>
                  </a:lnTo>
                  <a:lnTo>
                    <a:pt x="2" y="44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1" y="1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52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85" name=""/>
            <p:cNvSpPr/>
            <p:nvPr/>
          </p:nvSpPr>
          <p:spPr>
            <a:xfrm rot="0">
              <a:off x="1287" y="2411"/>
              <a:ext cx="13" cy="15"/>
            </a:xfrm>
            <a:custGeom>
              <a:avLst/>
              <a:ahLst/>
              <a:rect l="0" t="0" r="r" b="b"/>
              <a:pathLst>
                <a:path w="52" h="61">
                  <a:moveTo>
                    <a:pt x="15" y="61"/>
                  </a:moveTo>
                  <a:lnTo>
                    <a:pt x="7" y="54"/>
                  </a:lnTo>
                  <a:lnTo>
                    <a:pt x="2" y="44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1" y="1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5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86" name=""/>
            <p:cNvSpPr/>
            <p:nvPr/>
          </p:nvSpPr>
          <p:spPr>
            <a:xfrm rot="0">
              <a:off x="1290" y="2412"/>
              <a:ext cx="530" cy="342"/>
            </a:xfrm>
            <a:custGeom>
              <a:avLst/>
              <a:ahLst/>
              <a:rect l="0" t="0" r="r" b="b"/>
              <a:pathLst>
                <a:path w="2117" h="1368">
                  <a:moveTo>
                    <a:pt x="37" y="0"/>
                  </a:moveTo>
                  <a:lnTo>
                    <a:pt x="18" y="29"/>
                  </a:lnTo>
                  <a:lnTo>
                    <a:pt x="0" y="57"/>
                  </a:lnTo>
                  <a:lnTo>
                    <a:pt x="2080" y="1368"/>
                  </a:lnTo>
                  <a:lnTo>
                    <a:pt x="2099" y="1339"/>
                  </a:lnTo>
                  <a:lnTo>
                    <a:pt x="2117" y="1310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87" name=""/>
            <p:cNvSpPr/>
            <p:nvPr/>
          </p:nvSpPr>
          <p:spPr>
            <a:xfrm rot="0">
              <a:off x="1290" y="2412"/>
              <a:ext cx="530" cy="342"/>
            </a:xfrm>
            <a:custGeom>
              <a:avLst/>
              <a:ahLst/>
              <a:rect l="0" t="0" r="r" b="b"/>
              <a:pathLst>
                <a:path w="2117" h="1368">
                  <a:moveTo>
                    <a:pt x="37" y="0"/>
                  </a:moveTo>
                  <a:lnTo>
                    <a:pt x="18" y="29"/>
                  </a:lnTo>
                  <a:lnTo>
                    <a:pt x="0" y="57"/>
                  </a:lnTo>
                  <a:lnTo>
                    <a:pt x="2080" y="1368"/>
                  </a:lnTo>
                  <a:lnTo>
                    <a:pt x="2099" y="1339"/>
                  </a:lnTo>
                  <a:lnTo>
                    <a:pt x="2117" y="1310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88" name=""/>
            <p:cNvSpPr/>
            <p:nvPr/>
          </p:nvSpPr>
          <p:spPr>
            <a:xfrm rot="0">
              <a:off x="1811" y="2739"/>
              <a:ext cx="12" cy="16"/>
            </a:xfrm>
            <a:custGeom>
              <a:avLst/>
              <a:ahLst/>
              <a:rect l="0" t="0" r="r" b="b"/>
              <a:pathLst>
                <a:path w="52" h="62">
                  <a:moveTo>
                    <a:pt x="19" y="29"/>
                  </a:moveTo>
                  <a:lnTo>
                    <a:pt x="37" y="0"/>
                  </a:lnTo>
                  <a:lnTo>
                    <a:pt x="45" y="8"/>
                  </a:lnTo>
                  <a:lnTo>
                    <a:pt x="50" y="17"/>
                  </a:lnTo>
                  <a:lnTo>
                    <a:pt x="52" y="26"/>
                  </a:lnTo>
                  <a:lnTo>
                    <a:pt x="52" y="37"/>
                  </a:lnTo>
                  <a:lnTo>
                    <a:pt x="48" y="47"/>
                  </a:lnTo>
                  <a:lnTo>
                    <a:pt x="40" y="55"/>
                  </a:lnTo>
                  <a:lnTo>
                    <a:pt x="30" y="61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89" name=""/>
            <p:cNvSpPr/>
            <p:nvPr/>
          </p:nvSpPr>
          <p:spPr>
            <a:xfrm rot="0">
              <a:off x="1811" y="2739"/>
              <a:ext cx="12" cy="16"/>
            </a:xfrm>
            <a:custGeom>
              <a:avLst/>
              <a:ahLst/>
              <a:rect l="0" t="0" r="r" b="b"/>
              <a:pathLst>
                <a:path w="52" h="62">
                  <a:moveTo>
                    <a:pt x="37" y="0"/>
                  </a:moveTo>
                  <a:lnTo>
                    <a:pt x="45" y="8"/>
                  </a:lnTo>
                  <a:lnTo>
                    <a:pt x="50" y="17"/>
                  </a:lnTo>
                  <a:lnTo>
                    <a:pt x="52" y="26"/>
                  </a:lnTo>
                  <a:lnTo>
                    <a:pt x="52" y="37"/>
                  </a:lnTo>
                  <a:lnTo>
                    <a:pt x="48" y="47"/>
                  </a:lnTo>
                  <a:lnTo>
                    <a:pt x="40" y="55"/>
                  </a:lnTo>
                  <a:lnTo>
                    <a:pt x="30" y="61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90" name=""/>
            <p:cNvSpPr/>
            <p:nvPr/>
          </p:nvSpPr>
          <p:spPr>
            <a:xfrm rot="0">
              <a:off x="1807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91" name=""/>
            <p:cNvSpPr/>
            <p:nvPr/>
          </p:nvSpPr>
          <p:spPr>
            <a:xfrm rot="0">
              <a:off x="1807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92" name=""/>
            <p:cNvSpPr/>
            <p:nvPr/>
          </p:nvSpPr>
          <p:spPr>
            <a:xfrm rot="0">
              <a:off x="1807" y="2747"/>
              <a:ext cx="17" cy="467"/>
            </a:xfrm>
            <a:custGeom>
              <a:avLst/>
              <a:ahLst/>
              <a:rect l="0" t="0" r="r" b="b"/>
              <a:pathLst>
                <a:path w="67" h="187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870"/>
                  </a:lnTo>
                  <a:lnTo>
                    <a:pt x="33" y="1870"/>
                  </a:lnTo>
                  <a:lnTo>
                    <a:pt x="67" y="1870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93" name=""/>
            <p:cNvSpPr/>
            <p:nvPr/>
          </p:nvSpPr>
          <p:spPr>
            <a:xfrm rot="0">
              <a:off x="1807" y="2747"/>
              <a:ext cx="17" cy="467"/>
            </a:xfrm>
            <a:custGeom>
              <a:avLst/>
              <a:ahLst/>
              <a:rect l="0" t="0" r="r" b="b"/>
              <a:pathLst>
                <a:path w="67" h="187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870"/>
                  </a:lnTo>
                  <a:lnTo>
                    <a:pt x="33" y="1870"/>
                  </a:lnTo>
                  <a:lnTo>
                    <a:pt x="67" y="187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94" name=""/>
            <p:cNvSpPr/>
            <p:nvPr/>
          </p:nvSpPr>
          <p:spPr>
            <a:xfrm rot="0">
              <a:off x="1807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95" name=""/>
            <p:cNvSpPr/>
            <p:nvPr/>
          </p:nvSpPr>
          <p:spPr>
            <a:xfrm rot="0">
              <a:off x="1807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96" name=""/>
            <p:cNvSpPr/>
            <p:nvPr/>
          </p:nvSpPr>
          <p:spPr>
            <a:xfrm rot="0">
              <a:off x="1031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97" name=""/>
            <p:cNvSpPr/>
            <p:nvPr/>
          </p:nvSpPr>
          <p:spPr>
            <a:xfrm rot="0">
              <a:off x="1031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5"/>
                  </a:lnTo>
                  <a:lnTo>
                    <a:pt x="64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298" name=""/>
            <p:cNvSpPr/>
            <p:nvPr/>
          </p:nvSpPr>
          <p:spPr>
            <a:xfrm rot="0">
              <a:off x="1031" y="2419"/>
              <a:ext cx="17" cy="328"/>
            </a:xfrm>
            <a:custGeom>
              <a:avLst/>
              <a:ahLst/>
              <a:rect l="0" t="0" r="r" b="b"/>
              <a:pathLst>
                <a:path w="67" h="131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10"/>
                  </a:lnTo>
                  <a:lnTo>
                    <a:pt x="33" y="1310"/>
                  </a:lnTo>
                  <a:lnTo>
                    <a:pt x="67" y="1310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299" name=""/>
            <p:cNvSpPr/>
            <p:nvPr/>
          </p:nvSpPr>
          <p:spPr>
            <a:xfrm rot="0">
              <a:off x="1031" y="2419"/>
              <a:ext cx="17" cy="328"/>
            </a:xfrm>
            <a:custGeom>
              <a:avLst/>
              <a:ahLst/>
              <a:rect l="0" t="0" r="r" b="b"/>
              <a:pathLst>
                <a:path w="67" h="131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10"/>
                  </a:lnTo>
                  <a:lnTo>
                    <a:pt x="33" y="1310"/>
                  </a:lnTo>
                  <a:lnTo>
                    <a:pt x="67" y="131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00" name=""/>
            <p:cNvSpPr/>
            <p:nvPr/>
          </p:nvSpPr>
          <p:spPr>
            <a:xfrm rot="0">
              <a:off x="1031" y="2747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01" name=""/>
            <p:cNvSpPr/>
            <p:nvPr/>
          </p:nvSpPr>
          <p:spPr>
            <a:xfrm rot="0">
              <a:off x="1031" y="2747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02" name=""/>
            <p:cNvSpPr/>
            <p:nvPr/>
          </p:nvSpPr>
          <p:spPr>
            <a:xfrm rot="0">
              <a:off x="1039" y="2411"/>
              <a:ext cx="9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0" y="1"/>
                  </a:lnTo>
                  <a:lnTo>
                    <a:pt x="19" y="5"/>
                  </a:lnTo>
                  <a:lnTo>
                    <a:pt x="26" y="13"/>
                  </a:lnTo>
                  <a:lnTo>
                    <a:pt x="31" y="22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4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03" name=""/>
            <p:cNvSpPr/>
            <p:nvPr/>
          </p:nvSpPr>
          <p:spPr>
            <a:xfrm rot="0">
              <a:off x="1039" y="2411"/>
              <a:ext cx="9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0" y="1"/>
                  </a:lnTo>
                  <a:lnTo>
                    <a:pt x="19" y="5"/>
                  </a:lnTo>
                  <a:lnTo>
                    <a:pt x="26" y="13"/>
                  </a:lnTo>
                  <a:lnTo>
                    <a:pt x="31" y="22"/>
                  </a:lnTo>
                  <a:lnTo>
                    <a:pt x="33" y="33"/>
                  </a:lnTo>
                  <a:lnTo>
                    <a:pt x="31" y="43"/>
                  </a:lnTo>
                  <a:lnTo>
                    <a:pt x="27" y="52"/>
                  </a:lnTo>
                  <a:lnTo>
                    <a:pt x="19" y="59"/>
                  </a:lnTo>
                  <a:lnTo>
                    <a:pt x="10" y="64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04" name=""/>
            <p:cNvSpPr/>
            <p:nvPr/>
          </p:nvSpPr>
          <p:spPr>
            <a:xfrm rot="0">
              <a:off x="1015" y="2411"/>
              <a:ext cx="24" cy="16"/>
            </a:xfrm>
            <a:custGeom>
              <a:avLst/>
              <a:ahLst/>
              <a:rect l="0" t="0" r="r" b="b"/>
              <a:pathLst>
                <a:path w="99" h="67">
                  <a:moveTo>
                    <a:pt x="99" y="65"/>
                  </a:moveTo>
                  <a:lnTo>
                    <a:pt x="99" y="33"/>
                  </a:lnTo>
                  <a:lnTo>
                    <a:pt x="99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99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05" name=""/>
            <p:cNvSpPr/>
            <p:nvPr/>
          </p:nvSpPr>
          <p:spPr>
            <a:xfrm rot="0">
              <a:off x="1015" y="2411"/>
              <a:ext cx="24" cy="16"/>
            </a:xfrm>
            <a:custGeom>
              <a:avLst/>
              <a:ahLst/>
              <a:rect l="0" t="0" r="r" b="b"/>
              <a:pathLst>
                <a:path w="99" h="67">
                  <a:moveTo>
                    <a:pt x="99" y="65"/>
                  </a:moveTo>
                  <a:lnTo>
                    <a:pt x="99" y="33"/>
                  </a:lnTo>
                  <a:lnTo>
                    <a:pt x="99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99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06" name=""/>
            <p:cNvSpPr/>
            <p:nvPr/>
          </p:nvSpPr>
          <p:spPr>
            <a:xfrm rot="0">
              <a:off x="1014" y="2411"/>
              <a:ext cx="1" cy="8"/>
            </a:xfrm>
            <a:custGeom>
              <a:avLst/>
              <a:ahLst/>
              <a:rect l="0" t="0" r="r" b="b"/>
              <a:pathLst>
                <a:path w="1" h="33">
                  <a:moveTo>
                    <a:pt x="1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07" name=""/>
            <p:cNvSpPr/>
            <p:nvPr/>
          </p:nvSpPr>
          <p:spPr>
            <a:xfrm rot="0" flipH="1">
              <a:off x="1014" y="24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08" name=""/>
            <p:cNvSpPr/>
            <p:nvPr/>
          </p:nvSpPr>
          <p:spPr>
            <a:xfrm rot="0">
              <a:off x="990" y="2411"/>
              <a:ext cx="25" cy="17"/>
            </a:xfrm>
            <a:custGeom>
              <a:avLst/>
              <a:ahLst/>
              <a:rect l="0" t="0" r="r" b="b"/>
              <a:pathLst>
                <a:path w="100" h="70">
                  <a:moveTo>
                    <a:pt x="100" y="66"/>
                  </a:moveTo>
                  <a:lnTo>
                    <a:pt x="98" y="33"/>
                  </a:lnTo>
                  <a:lnTo>
                    <a:pt x="97" y="0"/>
                  </a:lnTo>
                  <a:lnTo>
                    <a:pt x="0" y="4"/>
                  </a:lnTo>
                  <a:lnTo>
                    <a:pt x="1" y="37"/>
                  </a:lnTo>
                  <a:lnTo>
                    <a:pt x="2" y="70"/>
                  </a:lnTo>
                  <a:lnTo>
                    <a:pt x="10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09" name=""/>
            <p:cNvSpPr/>
            <p:nvPr/>
          </p:nvSpPr>
          <p:spPr>
            <a:xfrm rot="0">
              <a:off x="990" y="2411"/>
              <a:ext cx="25" cy="17"/>
            </a:xfrm>
            <a:custGeom>
              <a:avLst/>
              <a:ahLst/>
              <a:rect l="0" t="0" r="r" b="b"/>
              <a:pathLst>
                <a:path w="100" h="70">
                  <a:moveTo>
                    <a:pt x="100" y="66"/>
                  </a:moveTo>
                  <a:lnTo>
                    <a:pt x="98" y="33"/>
                  </a:lnTo>
                  <a:lnTo>
                    <a:pt x="97" y="0"/>
                  </a:lnTo>
                  <a:lnTo>
                    <a:pt x="0" y="4"/>
                  </a:lnTo>
                  <a:lnTo>
                    <a:pt x="1" y="37"/>
                  </a:lnTo>
                  <a:lnTo>
                    <a:pt x="2" y="70"/>
                  </a:lnTo>
                  <a:lnTo>
                    <a:pt x="10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10" name=""/>
            <p:cNvSpPr/>
            <p:nvPr/>
          </p:nvSpPr>
          <p:spPr>
            <a:xfrm rot="0">
              <a:off x="990" y="2412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11" name=""/>
            <p:cNvSpPr/>
            <p:nvPr/>
          </p:nvSpPr>
          <p:spPr>
            <a:xfrm rot="0" flipH="1">
              <a:off x="990" y="2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12" name=""/>
            <p:cNvSpPr/>
            <p:nvPr/>
          </p:nvSpPr>
          <p:spPr>
            <a:xfrm rot="0">
              <a:off x="966" y="2412"/>
              <a:ext cx="25" cy="18"/>
            </a:xfrm>
            <a:custGeom>
              <a:avLst/>
              <a:ahLst/>
              <a:rect l="0" t="0" r="r" b="b"/>
              <a:pathLst>
                <a:path w="103" h="74">
                  <a:moveTo>
                    <a:pt x="103" y="66"/>
                  </a:moveTo>
                  <a:lnTo>
                    <a:pt x="100" y="33"/>
                  </a:lnTo>
                  <a:lnTo>
                    <a:pt x="97" y="0"/>
                  </a:lnTo>
                  <a:lnTo>
                    <a:pt x="0" y="8"/>
                  </a:lnTo>
                  <a:lnTo>
                    <a:pt x="3" y="41"/>
                  </a:lnTo>
                  <a:lnTo>
                    <a:pt x="5" y="74"/>
                  </a:lnTo>
                  <a:lnTo>
                    <a:pt x="103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13" name=""/>
            <p:cNvSpPr/>
            <p:nvPr/>
          </p:nvSpPr>
          <p:spPr>
            <a:xfrm rot="0">
              <a:off x="966" y="2412"/>
              <a:ext cx="25" cy="18"/>
            </a:xfrm>
            <a:custGeom>
              <a:avLst/>
              <a:ahLst/>
              <a:rect l="0" t="0" r="r" b="b"/>
              <a:pathLst>
                <a:path w="103" h="74">
                  <a:moveTo>
                    <a:pt x="103" y="66"/>
                  </a:moveTo>
                  <a:lnTo>
                    <a:pt x="100" y="33"/>
                  </a:lnTo>
                  <a:lnTo>
                    <a:pt x="97" y="0"/>
                  </a:lnTo>
                  <a:lnTo>
                    <a:pt x="0" y="8"/>
                  </a:lnTo>
                  <a:lnTo>
                    <a:pt x="3" y="41"/>
                  </a:lnTo>
                  <a:lnTo>
                    <a:pt x="5" y="74"/>
                  </a:lnTo>
                  <a:lnTo>
                    <a:pt x="10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14" name=""/>
            <p:cNvSpPr/>
            <p:nvPr/>
          </p:nvSpPr>
          <p:spPr>
            <a:xfrm rot="0">
              <a:off x="965" y="241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15" name=""/>
            <p:cNvSpPr/>
            <p:nvPr/>
          </p:nvSpPr>
          <p:spPr>
            <a:xfrm rot="0" flipH="1">
              <a:off x="965" y="24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16" name=""/>
            <p:cNvSpPr/>
            <p:nvPr/>
          </p:nvSpPr>
          <p:spPr>
            <a:xfrm rot="0">
              <a:off x="941" y="2414"/>
              <a:ext cx="26" cy="19"/>
            </a:xfrm>
            <a:custGeom>
              <a:avLst/>
              <a:ahLst/>
              <a:rect l="0" t="0" r="r" b="b"/>
              <a:pathLst>
                <a:path w="107" h="76">
                  <a:moveTo>
                    <a:pt x="107" y="66"/>
                  </a:moveTo>
                  <a:lnTo>
                    <a:pt x="103" y="33"/>
                  </a:lnTo>
                  <a:lnTo>
                    <a:pt x="99" y="0"/>
                  </a:lnTo>
                  <a:lnTo>
                    <a:pt x="0" y="10"/>
                  </a:lnTo>
                  <a:lnTo>
                    <a:pt x="4" y="43"/>
                  </a:lnTo>
                  <a:lnTo>
                    <a:pt x="8" y="76"/>
                  </a:lnTo>
                  <a:lnTo>
                    <a:pt x="10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17" name=""/>
            <p:cNvSpPr/>
            <p:nvPr/>
          </p:nvSpPr>
          <p:spPr>
            <a:xfrm rot="0">
              <a:off x="941" y="2414"/>
              <a:ext cx="26" cy="19"/>
            </a:xfrm>
            <a:custGeom>
              <a:avLst/>
              <a:ahLst/>
              <a:rect l="0" t="0" r="r" b="b"/>
              <a:pathLst>
                <a:path w="107" h="76">
                  <a:moveTo>
                    <a:pt x="107" y="66"/>
                  </a:moveTo>
                  <a:lnTo>
                    <a:pt x="103" y="33"/>
                  </a:lnTo>
                  <a:lnTo>
                    <a:pt x="99" y="0"/>
                  </a:lnTo>
                  <a:lnTo>
                    <a:pt x="0" y="10"/>
                  </a:lnTo>
                  <a:lnTo>
                    <a:pt x="4" y="43"/>
                  </a:lnTo>
                  <a:lnTo>
                    <a:pt x="8" y="76"/>
                  </a:lnTo>
                  <a:lnTo>
                    <a:pt x="10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18" name=""/>
            <p:cNvSpPr/>
            <p:nvPr/>
          </p:nvSpPr>
          <p:spPr>
            <a:xfrm rot="0">
              <a:off x="941" y="2417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19" name=""/>
            <p:cNvSpPr/>
            <p:nvPr/>
          </p:nvSpPr>
          <p:spPr>
            <a:xfrm rot="0">
              <a:off x="941" y="24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20" name=""/>
            <p:cNvSpPr/>
            <p:nvPr/>
          </p:nvSpPr>
          <p:spPr>
            <a:xfrm rot="0">
              <a:off x="917" y="2417"/>
              <a:ext cx="26" cy="19"/>
            </a:xfrm>
            <a:custGeom>
              <a:avLst/>
              <a:ahLst/>
              <a:rect l="0" t="0" r="r" b="b"/>
              <a:pathLst>
                <a:path w="104" h="79">
                  <a:moveTo>
                    <a:pt x="104" y="66"/>
                  </a:moveTo>
                  <a:lnTo>
                    <a:pt x="100" y="33"/>
                  </a:lnTo>
                  <a:lnTo>
                    <a:pt x="96" y="0"/>
                  </a:lnTo>
                  <a:lnTo>
                    <a:pt x="0" y="13"/>
                  </a:lnTo>
                  <a:lnTo>
                    <a:pt x="4" y="46"/>
                  </a:lnTo>
                  <a:lnTo>
                    <a:pt x="8" y="79"/>
                  </a:lnTo>
                  <a:lnTo>
                    <a:pt x="10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21" name=""/>
            <p:cNvSpPr/>
            <p:nvPr/>
          </p:nvSpPr>
          <p:spPr>
            <a:xfrm rot="0">
              <a:off x="917" y="2417"/>
              <a:ext cx="26" cy="19"/>
            </a:xfrm>
            <a:custGeom>
              <a:avLst/>
              <a:ahLst/>
              <a:rect l="0" t="0" r="r" b="b"/>
              <a:pathLst>
                <a:path w="104" h="79">
                  <a:moveTo>
                    <a:pt x="104" y="66"/>
                  </a:moveTo>
                  <a:lnTo>
                    <a:pt x="100" y="33"/>
                  </a:lnTo>
                  <a:lnTo>
                    <a:pt x="96" y="0"/>
                  </a:lnTo>
                  <a:lnTo>
                    <a:pt x="0" y="13"/>
                  </a:lnTo>
                  <a:lnTo>
                    <a:pt x="4" y="46"/>
                  </a:lnTo>
                  <a:lnTo>
                    <a:pt x="8" y="79"/>
                  </a:lnTo>
                  <a:lnTo>
                    <a:pt x="10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22" name=""/>
            <p:cNvSpPr/>
            <p:nvPr/>
          </p:nvSpPr>
          <p:spPr>
            <a:xfrm rot="0">
              <a:off x="916" y="2420"/>
              <a:ext cx="2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23" name=""/>
            <p:cNvSpPr/>
            <p:nvPr/>
          </p:nvSpPr>
          <p:spPr>
            <a:xfrm rot="0" flipH="1">
              <a:off x="916" y="24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24" name=""/>
            <p:cNvSpPr/>
            <p:nvPr/>
          </p:nvSpPr>
          <p:spPr>
            <a:xfrm rot="0">
              <a:off x="892" y="2420"/>
              <a:ext cx="27" cy="21"/>
            </a:xfrm>
            <a:custGeom>
              <a:avLst/>
              <a:ahLst/>
              <a:rect l="0" t="0" r="r" b="b"/>
              <a:pathLst>
                <a:path w="107" h="83">
                  <a:moveTo>
                    <a:pt x="107" y="66"/>
                  </a:moveTo>
                  <a:lnTo>
                    <a:pt x="102" y="33"/>
                  </a:lnTo>
                  <a:lnTo>
                    <a:pt x="97" y="0"/>
                  </a:lnTo>
                  <a:lnTo>
                    <a:pt x="0" y="18"/>
                  </a:lnTo>
                  <a:lnTo>
                    <a:pt x="5" y="50"/>
                  </a:lnTo>
                  <a:lnTo>
                    <a:pt x="10" y="83"/>
                  </a:lnTo>
                  <a:lnTo>
                    <a:pt x="10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25" name=""/>
            <p:cNvSpPr/>
            <p:nvPr/>
          </p:nvSpPr>
          <p:spPr>
            <a:xfrm rot="0">
              <a:off x="892" y="2420"/>
              <a:ext cx="27" cy="21"/>
            </a:xfrm>
            <a:custGeom>
              <a:avLst/>
              <a:ahLst/>
              <a:rect l="0" t="0" r="r" b="b"/>
              <a:pathLst>
                <a:path w="107" h="83">
                  <a:moveTo>
                    <a:pt x="107" y="66"/>
                  </a:moveTo>
                  <a:lnTo>
                    <a:pt x="102" y="33"/>
                  </a:lnTo>
                  <a:lnTo>
                    <a:pt x="97" y="0"/>
                  </a:lnTo>
                  <a:lnTo>
                    <a:pt x="0" y="18"/>
                  </a:lnTo>
                  <a:lnTo>
                    <a:pt x="5" y="50"/>
                  </a:lnTo>
                  <a:lnTo>
                    <a:pt x="10" y="83"/>
                  </a:lnTo>
                  <a:lnTo>
                    <a:pt x="10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26" name=""/>
            <p:cNvSpPr/>
            <p:nvPr/>
          </p:nvSpPr>
          <p:spPr>
            <a:xfrm rot="0">
              <a:off x="892" y="2424"/>
              <a:ext cx="1" cy="8"/>
            </a:xfrm>
            <a:custGeom>
              <a:avLst/>
              <a:ahLst/>
              <a:rect l="0" t="0" r="r" b="b"/>
              <a:pathLst>
                <a:path w="7" h="32">
                  <a:moveTo>
                    <a:pt x="7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7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27" name=""/>
            <p:cNvSpPr/>
            <p:nvPr/>
          </p:nvSpPr>
          <p:spPr>
            <a:xfrm rot="0" flipH="1">
              <a:off x="892" y="24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28" name=""/>
            <p:cNvSpPr/>
            <p:nvPr/>
          </p:nvSpPr>
          <p:spPr>
            <a:xfrm rot="0">
              <a:off x="868" y="2424"/>
              <a:ext cx="27" cy="21"/>
            </a:xfrm>
            <a:custGeom>
              <a:avLst/>
              <a:ahLst/>
              <a:rect l="0" t="0" r="r" b="b"/>
              <a:pathLst>
                <a:path w="109" h="85">
                  <a:moveTo>
                    <a:pt x="109" y="65"/>
                  </a:moveTo>
                  <a:lnTo>
                    <a:pt x="103" y="32"/>
                  </a:lnTo>
                  <a:lnTo>
                    <a:pt x="96" y="0"/>
                  </a:lnTo>
                  <a:lnTo>
                    <a:pt x="0" y="19"/>
                  </a:lnTo>
                  <a:lnTo>
                    <a:pt x="7" y="52"/>
                  </a:lnTo>
                  <a:lnTo>
                    <a:pt x="14" y="85"/>
                  </a:lnTo>
                  <a:lnTo>
                    <a:pt x="109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29" name=""/>
            <p:cNvSpPr/>
            <p:nvPr/>
          </p:nvSpPr>
          <p:spPr>
            <a:xfrm rot="0">
              <a:off x="868" y="2424"/>
              <a:ext cx="27" cy="21"/>
            </a:xfrm>
            <a:custGeom>
              <a:avLst/>
              <a:ahLst/>
              <a:rect l="0" t="0" r="r" b="b"/>
              <a:pathLst>
                <a:path w="109" h="85">
                  <a:moveTo>
                    <a:pt x="109" y="65"/>
                  </a:moveTo>
                  <a:lnTo>
                    <a:pt x="103" y="32"/>
                  </a:lnTo>
                  <a:lnTo>
                    <a:pt x="96" y="0"/>
                  </a:lnTo>
                  <a:lnTo>
                    <a:pt x="0" y="19"/>
                  </a:lnTo>
                  <a:lnTo>
                    <a:pt x="7" y="52"/>
                  </a:lnTo>
                  <a:lnTo>
                    <a:pt x="14" y="85"/>
                  </a:lnTo>
                  <a:lnTo>
                    <a:pt x="109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30" name=""/>
            <p:cNvSpPr/>
            <p:nvPr/>
          </p:nvSpPr>
          <p:spPr>
            <a:xfrm rot="0">
              <a:off x="867" y="2429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31" name=""/>
            <p:cNvSpPr/>
            <p:nvPr/>
          </p:nvSpPr>
          <p:spPr>
            <a:xfrm rot="0" flipH="1">
              <a:off x="867" y="24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32" name=""/>
            <p:cNvSpPr/>
            <p:nvPr/>
          </p:nvSpPr>
          <p:spPr>
            <a:xfrm rot="0">
              <a:off x="844" y="2429"/>
              <a:ext cx="27" cy="22"/>
            </a:xfrm>
            <a:custGeom>
              <a:avLst/>
              <a:ahLst/>
              <a:rect l="0" t="0" r="r" b="b"/>
              <a:pathLst>
                <a:path w="111" h="88">
                  <a:moveTo>
                    <a:pt x="111" y="66"/>
                  </a:moveTo>
                  <a:lnTo>
                    <a:pt x="103" y="33"/>
                  </a:lnTo>
                  <a:lnTo>
                    <a:pt x="95" y="0"/>
                  </a:lnTo>
                  <a:lnTo>
                    <a:pt x="0" y="23"/>
                  </a:lnTo>
                  <a:lnTo>
                    <a:pt x="8" y="55"/>
                  </a:lnTo>
                  <a:lnTo>
                    <a:pt x="16" y="88"/>
                  </a:lnTo>
                  <a:lnTo>
                    <a:pt x="111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33" name=""/>
            <p:cNvSpPr/>
            <p:nvPr/>
          </p:nvSpPr>
          <p:spPr>
            <a:xfrm rot="0">
              <a:off x="844" y="2429"/>
              <a:ext cx="27" cy="22"/>
            </a:xfrm>
            <a:custGeom>
              <a:avLst/>
              <a:ahLst/>
              <a:rect l="0" t="0" r="r" b="b"/>
              <a:pathLst>
                <a:path w="111" h="88">
                  <a:moveTo>
                    <a:pt x="111" y="66"/>
                  </a:moveTo>
                  <a:lnTo>
                    <a:pt x="103" y="33"/>
                  </a:lnTo>
                  <a:lnTo>
                    <a:pt x="95" y="0"/>
                  </a:lnTo>
                  <a:lnTo>
                    <a:pt x="0" y="23"/>
                  </a:lnTo>
                  <a:lnTo>
                    <a:pt x="8" y="55"/>
                  </a:lnTo>
                  <a:lnTo>
                    <a:pt x="16" y="88"/>
                  </a:lnTo>
                  <a:lnTo>
                    <a:pt x="111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34" name=""/>
            <p:cNvSpPr/>
            <p:nvPr/>
          </p:nvSpPr>
          <p:spPr>
            <a:xfrm rot="0">
              <a:off x="843" y="2435"/>
              <a:ext cx="3" cy="8"/>
            </a:xfrm>
            <a:custGeom>
              <a:avLst/>
              <a:ahLst/>
              <a:rect l="0" t="0" r="r" b="b"/>
              <a:pathLst>
                <a:path w="9" h="32">
                  <a:moveTo>
                    <a:pt x="9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35" name=""/>
            <p:cNvSpPr/>
            <p:nvPr/>
          </p:nvSpPr>
          <p:spPr>
            <a:xfrm rot="0" flipH="1">
              <a:off x="843" y="24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36" name=""/>
            <p:cNvSpPr/>
            <p:nvPr/>
          </p:nvSpPr>
          <p:spPr>
            <a:xfrm rot="0">
              <a:off x="820" y="2435"/>
              <a:ext cx="28" cy="22"/>
            </a:xfrm>
            <a:custGeom>
              <a:avLst/>
              <a:ahLst/>
              <a:rect l="0" t="0" r="r" b="b"/>
              <a:pathLst>
                <a:path w="113" h="90">
                  <a:moveTo>
                    <a:pt x="113" y="65"/>
                  </a:moveTo>
                  <a:lnTo>
                    <a:pt x="103" y="32"/>
                  </a:lnTo>
                  <a:lnTo>
                    <a:pt x="94" y="0"/>
                  </a:lnTo>
                  <a:lnTo>
                    <a:pt x="0" y="25"/>
                  </a:lnTo>
                  <a:lnTo>
                    <a:pt x="9" y="57"/>
                  </a:lnTo>
                  <a:lnTo>
                    <a:pt x="18" y="90"/>
                  </a:lnTo>
                  <a:lnTo>
                    <a:pt x="113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37" name=""/>
            <p:cNvSpPr/>
            <p:nvPr/>
          </p:nvSpPr>
          <p:spPr>
            <a:xfrm rot="0">
              <a:off x="820" y="2435"/>
              <a:ext cx="28" cy="22"/>
            </a:xfrm>
            <a:custGeom>
              <a:avLst/>
              <a:ahLst/>
              <a:rect l="0" t="0" r="r" b="b"/>
              <a:pathLst>
                <a:path w="113" h="90">
                  <a:moveTo>
                    <a:pt x="113" y="65"/>
                  </a:moveTo>
                  <a:lnTo>
                    <a:pt x="103" y="32"/>
                  </a:lnTo>
                  <a:lnTo>
                    <a:pt x="94" y="0"/>
                  </a:lnTo>
                  <a:lnTo>
                    <a:pt x="0" y="25"/>
                  </a:lnTo>
                  <a:lnTo>
                    <a:pt x="9" y="57"/>
                  </a:lnTo>
                  <a:lnTo>
                    <a:pt x="18" y="90"/>
                  </a:lnTo>
                  <a:lnTo>
                    <a:pt x="113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38" name=""/>
            <p:cNvSpPr/>
            <p:nvPr/>
          </p:nvSpPr>
          <p:spPr>
            <a:xfrm rot="0">
              <a:off x="819" y="2441"/>
              <a:ext cx="3" cy="8"/>
            </a:xfrm>
            <a:custGeom>
              <a:avLst/>
              <a:ahLst/>
              <a:rect l="0" t="0" r="r" b="b"/>
              <a:pathLst>
                <a:path w="11" h="32">
                  <a:moveTo>
                    <a:pt x="11" y="3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39" name=""/>
            <p:cNvSpPr/>
            <p:nvPr/>
          </p:nvSpPr>
          <p:spPr>
            <a:xfrm rot="0" flipH="1">
              <a:off x="819" y="24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40" name=""/>
            <p:cNvSpPr/>
            <p:nvPr/>
          </p:nvSpPr>
          <p:spPr>
            <a:xfrm rot="0">
              <a:off x="796" y="2441"/>
              <a:ext cx="29" cy="23"/>
            </a:xfrm>
            <a:custGeom>
              <a:avLst/>
              <a:ahLst/>
              <a:rect l="0" t="0" r="r" b="b"/>
              <a:pathLst>
                <a:path w="114" h="92">
                  <a:moveTo>
                    <a:pt x="114" y="63"/>
                  </a:moveTo>
                  <a:lnTo>
                    <a:pt x="104" y="31"/>
                  </a:lnTo>
                  <a:lnTo>
                    <a:pt x="93" y="0"/>
                  </a:lnTo>
                  <a:lnTo>
                    <a:pt x="0" y="29"/>
                  </a:lnTo>
                  <a:lnTo>
                    <a:pt x="10" y="60"/>
                  </a:lnTo>
                  <a:lnTo>
                    <a:pt x="21" y="92"/>
                  </a:lnTo>
                  <a:lnTo>
                    <a:pt x="11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41" name=""/>
            <p:cNvSpPr/>
            <p:nvPr/>
          </p:nvSpPr>
          <p:spPr>
            <a:xfrm rot="0">
              <a:off x="796" y="2441"/>
              <a:ext cx="29" cy="23"/>
            </a:xfrm>
            <a:custGeom>
              <a:avLst/>
              <a:ahLst/>
              <a:rect l="0" t="0" r="r" b="b"/>
              <a:pathLst>
                <a:path w="114" h="92">
                  <a:moveTo>
                    <a:pt x="114" y="63"/>
                  </a:moveTo>
                  <a:lnTo>
                    <a:pt x="104" y="31"/>
                  </a:lnTo>
                  <a:lnTo>
                    <a:pt x="93" y="0"/>
                  </a:lnTo>
                  <a:lnTo>
                    <a:pt x="0" y="29"/>
                  </a:lnTo>
                  <a:lnTo>
                    <a:pt x="10" y="60"/>
                  </a:lnTo>
                  <a:lnTo>
                    <a:pt x="21" y="92"/>
                  </a:lnTo>
                  <a:lnTo>
                    <a:pt x="11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42" name=""/>
            <p:cNvSpPr/>
            <p:nvPr/>
          </p:nvSpPr>
          <p:spPr>
            <a:xfrm rot="0">
              <a:off x="796" y="2448"/>
              <a:ext cx="3" cy="8"/>
            </a:xfrm>
            <a:custGeom>
              <a:avLst/>
              <a:ahLst/>
              <a:rect l="0" t="0" r="r" b="b"/>
              <a:pathLst>
                <a:path w="10" h="31">
                  <a:moveTo>
                    <a:pt x="10" y="3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43" name=""/>
            <p:cNvSpPr/>
            <p:nvPr/>
          </p:nvSpPr>
          <p:spPr>
            <a:xfrm rot="0">
              <a:off x="796" y="24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44" name=""/>
            <p:cNvSpPr/>
            <p:nvPr/>
          </p:nvSpPr>
          <p:spPr>
            <a:xfrm rot="0">
              <a:off x="773" y="2448"/>
              <a:ext cx="28" cy="24"/>
            </a:xfrm>
            <a:custGeom>
              <a:avLst/>
              <a:ahLst/>
              <a:rect l="0" t="0" r="r" b="b"/>
              <a:pathLst>
                <a:path w="114" h="93">
                  <a:moveTo>
                    <a:pt x="114" y="63"/>
                  </a:moveTo>
                  <a:lnTo>
                    <a:pt x="103" y="31"/>
                  </a:lnTo>
                  <a:lnTo>
                    <a:pt x="93" y="0"/>
                  </a:lnTo>
                  <a:lnTo>
                    <a:pt x="0" y="30"/>
                  </a:lnTo>
                  <a:lnTo>
                    <a:pt x="10" y="62"/>
                  </a:lnTo>
                  <a:lnTo>
                    <a:pt x="21" y="93"/>
                  </a:lnTo>
                  <a:lnTo>
                    <a:pt x="11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45" name=""/>
            <p:cNvSpPr/>
            <p:nvPr/>
          </p:nvSpPr>
          <p:spPr>
            <a:xfrm rot="0">
              <a:off x="773" y="2448"/>
              <a:ext cx="28" cy="24"/>
            </a:xfrm>
            <a:custGeom>
              <a:avLst/>
              <a:ahLst/>
              <a:rect l="0" t="0" r="r" b="b"/>
              <a:pathLst>
                <a:path w="114" h="93">
                  <a:moveTo>
                    <a:pt x="114" y="63"/>
                  </a:moveTo>
                  <a:lnTo>
                    <a:pt x="103" y="31"/>
                  </a:lnTo>
                  <a:lnTo>
                    <a:pt x="93" y="0"/>
                  </a:lnTo>
                  <a:lnTo>
                    <a:pt x="0" y="30"/>
                  </a:lnTo>
                  <a:lnTo>
                    <a:pt x="10" y="62"/>
                  </a:lnTo>
                  <a:lnTo>
                    <a:pt x="21" y="93"/>
                  </a:lnTo>
                  <a:lnTo>
                    <a:pt x="11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46" name=""/>
            <p:cNvSpPr/>
            <p:nvPr/>
          </p:nvSpPr>
          <p:spPr>
            <a:xfrm rot="0">
              <a:off x="772" y="2456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47" name=""/>
            <p:cNvSpPr/>
            <p:nvPr/>
          </p:nvSpPr>
          <p:spPr>
            <a:xfrm rot="0" flipH="1">
              <a:off x="772" y="24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48" name=""/>
            <p:cNvSpPr/>
            <p:nvPr/>
          </p:nvSpPr>
          <p:spPr>
            <a:xfrm rot="0">
              <a:off x="749" y="245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116" y="63"/>
                  </a:moveTo>
                  <a:lnTo>
                    <a:pt x="104" y="32"/>
                  </a:lnTo>
                  <a:lnTo>
                    <a:pt x="92" y="0"/>
                  </a:lnTo>
                  <a:lnTo>
                    <a:pt x="0" y="34"/>
                  </a:lnTo>
                  <a:lnTo>
                    <a:pt x="12" y="66"/>
                  </a:lnTo>
                  <a:lnTo>
                    <a:pt x="24" y="97"/>
                  </a:lnTo>
                  <a:lnTo>
                    <a:pt x="11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49" name=""/>
            <p:cNvSpPr/>
            <p:nvPr/>
          </p:nvSpPr>
          <p:spPr>
            <a:xfrm rot="0">
              <a:off x="749" y="245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116" y="63"/>
                  </a:moveTo>
                  <a:lnTo>
                    <a:pt x="104" y="32"/>
                  </a:lnTo>
                  <a:lnTo>
                    <a:pt x="92" y="0"/>
                  </a:lnTo>
                  <a:lnTo>
                    <a:pt x="0" y="34"/>
                  </a:lnTo>
                  <a:lnTo>
                    <a:pt x="12" y="66"/>
                  </a:lnTo>
                  <a:lnTo>
                    <a:pt x="24" y="97"/>
                  </a:lnTo>
                  <a:lnTo>
                    <a:pt x="11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50" name=""/>
            <p:cNvSpPr/>
            <p:nvPr/>
          </p:nvSpPr>
          <p:spPr>
            <a:xfrm rot="0">
              <a:off x="749" y="2465"/>
              <a:ext cx="3" cy="7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51" name=""/>
            <p:cNvSpPr/>
            <p:nvPr/>
          </p:nvSpPr>
          <p:spPr>
            <a:xfrm rot="0" flipH="1">
              <a:off x="749" y="24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52" name=""/>
            <p:cNvSpPr/>
            <p:nvPr/>
          </p:nvSpPr>
          <p:spPr>
            <a:xfrm rot="0">
              <a:off x="726" y="2465"/>
              <a:ext cx="30" cy="25"/>
            </a:xfrm>
            <a:custGeom>
              <a:avLst/>
              <a:ahLst/>
              <a:rect l="0" t="0" r="r" b="b"/>
              <a:pathLst>
                <a:path w="117" h="100">
                  <a:moveTo>
                    <a:pt x="117" y="63"/>
                  </a:moveTo>
                  <a:lnTo>
                    <a:pt x="104" y="32"/>
                  </a:lnTo>
                  <a:lnTo>
                    <a:pt x="91" y="0"/>
                  </a:lnTo>
                  <a:lnTo>
                    <a:pt x="0" y="37"/>
                  </a:lnTo>
                  <a:lnTo>
                    <a:pt x="13" y="69"/>
                  </a:lnTo>
                  <a:lnTo>
                    <a:pt x="27" y="100"/>
                  </a:lnTo>
                  <a:lnTo>
                    <a:pt x="117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53" name=""/>
            <p:cNvSpPr/>
            <p:nvPr/>
          </p:nvSpPr>
          <p:spPr>
            <a:xfrm rot="0">
              <a:off x="726" y="2465"/>
              <a:ext cx="30" cy="25"/>
            </a:xfrm>
            <a:custGeom>
              <a:avLst/>
              <a:ahLst/>
              <a:rect l="0" t="0" r="r" b="b"/>
              <a:pathLst>
                <a:path w="117" h="100">
                  <a:moveTo>
                    <a:pt x="117" y="63"/>
                  </a:moveTo>
                  <a:lnTo>
                    <a:pt x="104" y="32"/>
                  </a:lnTo>
                  <a:lnTo>
                    <a:pt x="91" y="0"/>
                  </a:lnTo>
                  <a:lnTo>
                    <a:pt x="0" y="37"/>
                  </a:lnTo>
                  <a:lnTo>
                    <a:pt x="13" y="69"/>
                  </a:lnTo>
                  <a:lnTo>
                    <a:pt x="27" y="100"/>
                  </a:lnTo>
                  <a:lnTo>
                    <a:pt x="117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54" name=""/>
            <p:cNvSpPr/>
            <p:nvPr/>
          </p:nvSpPr>
          <p:spPr>
            <a:xfrm rot="0">
              <a:off x="726" y="2474"/>
              <a:ext cx="4" cy="8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55" name=""/>
            <p:cNvSpPr/>
            <p:nvPr/>
          </p:nvSpPr>
          <p:spPr>
            <a:xfrm rot="0">
              <a:off x="726" y="24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56" name=""/>
            <p:cNvSpPr/>
            <p:nvPr/>
          </p:nvSpPr>
          <p:spPr>
            <a:xfrm rot="0">
              <a:off x="704" y="2474"/>
              <a:ext cx="29" cy="25"/>
            </a:xfrm>
            <a:custGeom>
              <a:avLst/>
              <a:ahLst/>
              <a:rect l="0" t="0" r="r" b="b"/>
              <a:pathLst>
                <a:path w="116" h="100">
                  <a:moveTo>
                    <a:pt x="116" y="61"/>
                  </a:moveTo>
                  <a:lnTo>
                    <a:pt x="102" y="31"/>
                  </a:lnTo>
                  <a:lnTo>
                    <a:pt x="89" y="0"/>
                  </a:lnTo>
                  <a:lnTo>
                    <a:pt x="0" y="40"/>
                  </a:lnTo>
                  <a:lnTo>
                    <a:pt x="13" y="70"/>
                  </a:lnTo>
                  <a:lnTo>
                    <a:pt x="26" y="100"/>
                  </a:lnTo>
                  <a:lnTo>
                    <a:pt x="116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57" name=""/>
            <p:cNvSpPr/>
            <p:nvPr/>
          </p:nvSpPr>
          <p:spPr>
            <a:xfrm rot="0">
              <a:off x="704" y="2474"/>
              <a:ext cx="29" cy="25"/>
            </a:xfrm>
            <a:custGeom>
              <a:avLst/>
              <a:ahLst/>
              <a:rect l="0" t="0" r="r" b="b"/>
              <a:pathLst>
                <a:path w="116" h="100">
                  <a:moveTo>
                    <a:pt x="116" y="61"/>
                  </a:moveTo>
                  <a:lnTo>
                    <a:pt x="102" y="31"/>
                  </a:lnTo>
                  <a:lnTo>
                    <a:pt x="89" y="0"/>
                  </a:lnTo>
                  <a:lnTo>
                    <a:pt x="0" y="40"/>
                  </a:lnTo>
                  <a:lnTo>
                    <a:pt x="13" y="70"/>
                  </a:lnTo>
                  <a:lnTo>
                    <a:pt x="26" y="100"/>
                  </a:lnTo>
                  <a:lnTo>
                    <a:pt x="116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58" name=""/>
            <p:cNvSpPr/>
            <p:nvPr/>
          </p:nvSpPr>
          <p:spPr>
            <a:xfrm rot="0">
              <a:off x="704" y="2484"/>
              <a:ext cx="3" cy="8"/>
            </a:xfrm>
            <a:custGeom>
              <a:avLst/>
              <a:ahLst/>
              <a:rect l="0" t="0" r="r" b="b"/>
              <a:pathLst>
                <a:path w="14" h="30">
                  <a:moveTo>
                    <a:pt x="14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59" name=""/>
            <p:cNvSpPr/>
            <p:nvPr/>
          </p:nvSpPr>
          <p:spPr>
            <a:xfrm rot="0" flipH="1">
              <a:off x="704" y="24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60" name=""/>
            <p:cNvSpPr/>
            <p:nvPr/>
          </p:nvSpPr>
          <p:spPr>
            <a:xfrm rot="0">
              <a:off x="682" y="2484"/>
              <a:ext cx="29" cy="26"/>
            </a:xfrm>
            <a:custGeom>
              <a:avLst/>
              <a:ahLst/>
              <a:rect l="0" t="0" r="r" b="b"/>
              <a:pathLst>
                <a:path w="117" h="102">
                  <a:moveTo>
                    <a:pt x="117" y="60"/>
                  </a:moveTo>
                  <a:lnTo>
                    <a:pt x="102" y="30"/>
                  </a:lnTo>
                  <a:lnTo>
                    <a:pt x="88" y="0"/>
                  </a:lnTo>
                  <a:lnTo>
                    <a:pt x="0" y="42"/>
                  </a:lnTo>
                  <a:lnTo>
                    <a:pt x="14" y="72"/>
                  </a:lnTo>
                  <a:lnTo>
                    <a:pt x="28" y="102"/>
                  </a:lnTo>
                  <a:lnTo>
                    <a:pt x="11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61" name=""/>
            <p:cNvSpPr/>
            <p:nvPr/>
          </p:nvSpPr>
          <p:spPr>
            <a:xfrm rot="0">
              <a:off x="682" y="2484"/>
              <a:ext cx="29" cy="26"/>
            </a:xfrm>
            <a:custGeom>
              <a:avLst/>
              <a:ahLst/>
              <a:rect l="0" t="0" r="r" b="b"/>
              <a:pathLst>
                <a:path w="117" h="102">
                  <a:moveTo>
                    <a:pt x="117" y="60"/>
                  </a:moveTo>
                  <a:lnTo>
                    <a:pt x="102" y="30"/>
                  </a:lnTo>
                  <a:lnTo>
                    <a:pt x="88" y="0"/>
                  </a:lnTo>
                  <a:lnTo>
                    <a:pt x="0" y="42"/>
                  </a:lnTo>
                  <a:lnTo>
                    <a:pt x="14" y="72"/>
                  </a:lnTo>
                  <a:lnTo>
                    <a:pt x="28" y="102"/>
                  </a:lnTo>
                  <a:lnTo>
                    <a:pt x="11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62" name=""/>
            <p:cNvSpPr/>
            <p:nvPr/>
          </p:nvSpPr>
          <p:spPr>
            <a:xfrm rot="0">
              <a:off x="681" y="2494"/>
              <a:ext cx="4" cy="8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63" name=""/>
            <p:cNvSpPr/>
            <p:nvPr/>
          </p:nvSpPr>
          <p:spPr>
            <a:xfrm rot="0" flipH="1">
              <a:off x="681" y="2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64" name=""/>
            <p:cNvSpPr/>
            <p:nvPr/>
          </p:nvSpPr>
          <p:spPr>
            <a:xfrm rot="0">
              <a:off x="660" y="2494"/>
              <a:ext cx="29" cy="27"/>
            </a:xfrm>
            <a:custGeom>
              <a:avLst/>
              <a:ahLst/>
              <a:rect l="0" t="0" r="r" b="b"/>
              <a:pathLst>
                <a:path w="118" h="106">
                  <a:moveTo>
                    <a:pt x="118" y="60"/>
                  </a:moveTo>
                  <a:lnTo>
                    <a:pt x="102" y="30"/>
                  </a:lnTo>
                  <a:lnTo>
                    <a:pt x="86" y="0"/>
                  </a:lnTo>
                  <a:lnTo>
                    <a:pt x="0" y="46"/>
                  </a:lnTo>
                  <a:lnTo>
                    <a:pt x="15" y="76"/>
                  </a:lnTo>
                  <a:lnTo>
                    <a:pt x="31" y="106"/>
                  </a:lnTo>
                  <a:lnTo>
                    <a:pt x="118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65" name=""/>
            <p:cNvSpPr/>
            <p:nvPr/>
          </p:nvSpPr>
          <p:spPr>
            <a:xfrm rot="0">
              <a:off x="660" y="2494"/>
              <a:ext cx="29" cy="27"/>
            </a:xfrm>
            <a:custGeom>
              <a:avLst/>
              <a:ahLst/>
              <a:rect l="0" t="0" r="r" b="b"/>
              <a:pathLst>
                <a:path w="118" h="106">
                  <a:moveTo>
                    <a:pt x="118" y="60"/>
                  </a:moveTo>
                  <a:lnTo>
                    <a:pt x="102" y="30"/>
                  </a:lnTo>
                  <a:lnTo>
                    <a:pt x="86" y="0"/>
                  </a:lnTo>
                  <a:lnTo>
                    <a:pt x="0" y="46"/>
                  </a:lnTo>
                  <a:lnTo>
                    <a:pt x="15" y="76"/>
                  </a:lnTo>
                  <a:lnTo>
                    <a:pt x="31" y="106"/>
                  </a:lnTo>
                  <a:lnTo>
                    <a:pt x="118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66" name=""/>
            <p:cNvSpPr/>
            <p:nvPr/>
          </p:nvSpPr>
          <p:spPr>
            <a:xfrm rot="0">
              <a:off x="660" y="2506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67" name=""/>
            <p:cNvSpPr/>
            <p:nvPr/>
          </p:nvSpPr>
          <p:spPr>
            <a:xfrm rot="0">
              <a:off x="660" y="25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68" name=""/>
            <p:cNvSpPr/>
            <p:nvPr/>
          </p:nvSpPr>
          <p:spPr>
            <a:xfrm rot="0">
              <a:off x="638" y="2506"/>
              <a:ext cx="30" cy="27"/>
            </a:xfrm>
            <a:custGeom>
              <a:avLst/>
              <a:ahLst/>
              <a:rect l="0" t="0" r="r" b="b"/>
              <a:pathLst>
                <a:path w="118" h="105">
                  <a:moveTo>
                    <a:pt x="118" y="58"/>
                  </a:moveTo>
                  <a:lnTo>
                    <a:pt x="102" y="29"/>
                  </a:lnTo>
                  <a:lnTo>
                    <a:pt x="87" y="0"/>
                  </a:lnTo>
                  <a:lnTo>
                    <a:pt x="0" y="47"/>
                  </a:lnTo>
                  <a:lnTo>
                    <a:pt x="16" y="76"/>
                  </a:lnTo>
                  <a:lnTo>
                    <a:pt x="31" y="105"/>
                  </a:lnTo>
                  <a:lnTo>
                    <a:pt x="11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69" name=""/>
            <p:cNvSpPr/>
            <p:nvPr/>
          </p:nvSpPr>
          <p:spPr>
            <a:xfrm rot="0">
              <a:off x="638" y="2506"/>
              <a:ext cx="30" cy="27"/>
            </a:xfrm>
            <a:custGeom>
              <a:avLst/>
              <a:ahLst/>
              <a:rect l="0" t="0" r="r" b="b"/>
              <a:pathLst>
                <a:path w="118" h="105">
                  <a:moveTo>
                    <a:pt x="118" y="58"/>
                  </a:moveTo>
                  <a:lnTo>
                    <a:pt x="102" y="29"/>
                  </a:lnTo>
                  <a:lnTo>
                    <a:pt x="87" y="0"/>
                  </a:lnTo>
                  <a:lnTo>
                    <a:pt x="0" y="47"/>
                  </a:lnTo>
                  <a:lnTo>
                    <a:pt x="16" y="76"/>
                  </a:lnTo>
                  <a:lnTo>
                    <a:pt x="31" y="105"/>
                  </a:lnTo>
                  <a:lnTo>
                    <a:pt x="11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70" name=""/>
            <p:cNvSpPr/>
            <p:nvPr/>
          </p:nvSpPr>
          <p:spPr>
            <a:xfrm rot="0">
              <a:off x="638" y="2518"/>
              <a:ext cx="4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71" name=""/>
            <p:cNvSpPr/>
            <p:nvPr/>
          </p:nvSpPr>
          <p:spPr>
            <a:xfrm rot="0" flipH="1">
              <a:off x="638" y="25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72" name=""/>
            <p:cNvSpPr/>
            <p:nvPr/>
          </p:nvSpPr>
          <p:spPr>
            <a:xfrm rot="0">
              <a:off x="617" y="2518"/>
              <a:ext cx="29" cy="27"/>
            </a:xfrm>
            <a:custGeom>
              <a:avLst/>
              <a:ahLst/>
              <a:rect l="0" t="0" r="r" b="b"/>
              <a:pathLst>
                <a:path w="117" h="108">
                  <a:moveTo>
                    <a:pt x="117" y="58"/>
                  </a:moveTo>
                  <a:lnTo>
                    <a:pt x="100" y="29"/>
                  </a:lnTo>
                  <a:lnTo>
                    <a:pt x="82" y="0"/>
                  </a:lnTo>
                  <a:lnTo>
                    <a:pt x="0" y="50"/>
                  </a:lnTo>
                  <a:lnTo>
                    <a:pt x="17" y="79"/>
                  </a:lnTo>
                  <a:lnTo>
                    <a:pt x="34" y="108"/>
                  </a:lnTo>
                  <a:lnTo>
                    <a:pt x="11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73" name=""/>
            <p:cNvSpPr/>
            <p:nvPr/>
          </p:nvSpPr>
          <p:spPr>
            <a:xfrm rot="0">
              <a:off x="617" y="2518"/>
              <a:ext cx="29" cy="27"/>
            </a:xfrm>
            <a:custGeom>
              <a:avLst/>
              <a:ahLst/>
              <a:rect l="0" t="0" r="r" b="b"/>
              <a:pathLst>
                <a:path w="117" h="108">
                  <a:moveTo>
                    <a:pt x="117" y="58"/>
                  </a:moveTo>
                  <a:lnTo>
                    <a:pt x="100" y="29"/>
                  </a:lnTo>
                  <a:lnTo>
                    <a:pt x="82" y="0"/>
                  </a:lnTo>
                  <a:lnTo>
                    <a:pt x="0" y="50"/>
                  </a:lnTo>
                  <a:lnTo>
                    <a:pt x="17" y="79"/>
                  </a:lnTo>
                  <a:lnTo>
                    <a:pt x="34" y="108"/>
                  </a:lnTo>
                  <a:lnTo>
                    <a:pt x="11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74" name=""/>
            <p:cNvSpPr/>
            <p:nvPr/>
          </p:nvSpPr>
          <p:spPr>
            <a:xfrm rot="0">
              <a:off x="617" y="2531"/>
              <a:ext cx="4" cy="7"/>
            </a:xfrm>
            <a:custGeom>
              <a:avLst/>
              <a:ahLst/>
              <a:rect l="0" t="0" r="r" b="b"/>
              <a:pathLst>
                <a:path w="19" h="29">
                  <a:moveTo>
                    <a:pt x="19" y="2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75" name=""/>
            <p:cNvSpPr/>
            <p:nvPr/>
          </p:nvSpPr>
          <p:spPr>
            <a:xfrm rot="0" flipH="1">
              <a:off x="617" y="25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76" name=""/>
            <p:cNvSpPr/>
            <p:nvPr/>
          </p:nvSpPr>
          <p:spPr>
            <a:xfrm rot="0">
              <a:off x="596" y="2531"/>
              <a:ext cx="30" cy="27"/>
            </a:xfrm>
            <a:custGeom>
              <a:avLst/>
              <a:ahLst/>
              <a:rect l="0" t="0" r="r" b="b"/>
              <a:pathLst>
                <a:path w="119" h="111">
                  <a:moveTo>
                    <a:pt x="119" y="58"/>
                  </a:moveTo>
                  <a:lnTo>
                    <a:pt x="101" y="29"/>
                  </a:lnTo>
                  <a:lnTo>
                    <a:pt x="82" y="0"/>
                  </a:lnTo>
                  <a:lnTo>
                    <a:pt x="0" y="53"/>
                  </a:lnTo>
                  <a:lnTo>
                    <a:pt x="18" y="82"/>
                  </a:lnTo>
                  <a:lnTo>
                    <a:pt x="36" y="111"/>
                  </a:lnTo>
                  <a:lnTo>
                    <a:pt x="119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77" name=""/>
            <p:cNvSpPr/>
            <p:nvPr/>
          </p:nvSpPr>
          <p:spPr>
            <a:xfrm rot="0">
              <a:off x="596" y="2531"/>
              <a:ext cx="30" cy="27"/>
            </a:xfrm>
            <a:custGeom>
              <a:avLst/>
              <a:ahLst/>
              <a:rect l="0" t="0" r="r" b="b"/>
              <a:pathLst>
                <a:path w="119" h="111">
                  <a:moveTo>
                    <a:pt x="119" y="58"/>
                  </a:moveTo>
                  <a:lnTo>
                    <a:pt x="101" y="29"/>
                  </a:lnTo>
                  <a:lnTo>
                    <a:pt x="82" y="0"/>
                  </a:lnTo>
                  <a:lnTo>
                    <a:pt x="0" y="53"/>
                  </a:lnTo>
                  <a:lnTo>
                    <a:pt x="18" y="82"/>
                  </a:lnTo>
                  <a:lnTo>
                    <a:pt x="36" y="111"/>
                  </a:lnTo>
                  <a:lnTo>
                    <a:pt x="119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78" name=""/>
            <p:cNvSpPr/>
            <p:nvPr/>
          </p:nvSpPr>
          <p:spPr>
            <a:xfrm rot="0">
              <a:off x="596" y="2544"/>
              <a:ext cx="4" cy="7"/>
            </a:xfrm>
            <a:custGeom>
              <a:avLst/>
              <a:ahLst/>
              <a:rect l="0" t="0" r="r" b="b"/>
              <a:pathLst>
                <a:path w="20" h="29">
                  <a:moveTo>
                    <a:pt x="20" y="2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79" name=""/>
            <p:cNvSpPr/>
            <p:nvPr/>
          </p:nvSpPr>
          <p:spPr>
            <a:xfrm rot="0" flipH="1">
              <a:off x="596" y="25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80" name=""/>
            <p:cNvSpPr/>
            <p:nvPr/>
          </p:nvSpPr>
          <p:spPr>
            <a:xfrm rot="0">
              <a:off x="575" y="2544"/>
              <a:ext cx="30" cy="28"/>
            </a:xfrm>
            <a:custGeom>
              <a:avLst/>
              <a:ahLst/>
              <a:rect l="0" t="0" r="r" b="b"/>
              <a:pathLst>
                <a:path w="121" h="112">
                  <a:moveTo>
                    <a:pt x="121" y="56"/>
                  </a:moveTo>
                  <a:lnTo>
                    <a:pt x="101" y="28"/>
                  </a:lnTo>
                  <a:lnTo>
                    <a:pt x="81" y="0"/>
                  </a:lnTo>
                  <a:lnTo>
                    <a:pt x="0" y="57"/>
                  </a:lnTo>
                  <a:lnTo>
                    <a:pt x="19" y="84"/>
                  </a:lnTo>
                  <a:lnTo>
                    <a:pt x="39" y="112"/>
                  </a:lnTo>
                  <a:lnTo>
                    <a:pt x="121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81" name=""/>
            <p:cNvSpPr/>
            <p:nvPr/>
          </p:nvSpPr>
          <p:spPr>
            <a:xfrm rot="0">
              <a:off x="575" y="2544"/>
              <a:ext cx="30" cy="28"/>
            </a:xfrm>
            <a:custGeom>
              <a:avLst/>
              <a:ahLst/>
              <a:rect l="0" t="0" r="r" b="b"/>
              <a:pathLst>
                <a:path w="121" h="112">
                  <a:moveTo>
                    <a:pt x="121" y="56"/>
                  </a:moveTo>
                  <a:lnTo>
                    <a:pt x="101" y="28"/>
                  </a:lnTo>
                  <a:lnTo>
                    <a:pt x="81" y="0"/>
                  </a:lnTo>
                  <a:lnTo>
                    <a:pt x="0" y="57"/>
                  </a:lnTo>
                  <a:lnTo>
                    <a:pt x="19" y="84"/>
                  </a:lnTo>
                  <a:lnTo>
                    <a:pt x="39" y="112"/>
                  </a:lnTo>
                  <a:lnTo>
                    <a:pt x="12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82" name=""/>
            <p:cNvSpPr/>
            <p:nvPr/>
          </p:nvSpPr>
          <p:spPr>
            <a:xfrm rot="0">
              <a:off x="575" y="2558"/>
              <a:ext cx="5" cy="7"/>
            </a:xfrm>
            <a:custGeom>
              <a:avLst/>
              <a:ahLst/>
              <a:rect l="0" t="0" r="r" b="b"/>
              <a:pathLst>
                <a:path w="19" h="27">
                  <a:moveTo>
                    <a:pt x="19" y="2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83" name=""/>
            <p:cNvSpPr/>
            <p:nvPr/>
          </p:nvSpPr>
          <p:spPr>
            <a:xfrm rot="0">
              <a:off x="575" y="25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84" name=""/>
            <p:cNvSpPr/>
            <p:nvPr/>
          </p:nvSpPr>
          <p:spPr>
            <a:xfrm rot="0">
              <a:off x="555" y="2558"/>
              <a:ext cx="30" cy="28"/>
            </a:xfrm>
            <a:custGeom>
              <a:avLst/>
              <a:ahLst/>
              <a:rect l="0" t="0" r="r" b="b"/>
              <a:pathLst>
                <a:path w="118" h="113">
                  <a:moveTo>
                    <a:pt x="118" y="55"/>
                  </a:moveTo>
                  <a:lnTo>
                    <a:pt x="98" y="27"/>
                  </a:lnTo>
                  <a:lnTo>
                    <a:pt x="79" y="0"/>
                  </a:lnTo>
                  <a:lnTo>
                    <a:pt x="0" y="58"/>
                  </a:lnTo>
                  <a:lnTo>
                    <a:pt x="20" y="85"/>
                  </a:lnTo>
                  <a:lnTo>
                    <a:pt x="39" y="113"/>
                  </a:lnTo>
                  <a:lnTo>
                    <a:pt x="11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85" name=""/>
            <p:cNvSpPr/>
            <p:nvPr/>
          </p:nvSpPr>
          <p:spPr>
            <a:xfrm rot="0">
              <a:off x="555" y="2558"/>
              <a:ext cx="30" cy="28"/>
            </a:xfrm>
            <a:custGeom>
              <a:avLst/>
              <a:ahLst/>
              <a:rect l="0" t="0" r="r" b="b"/>
              <a:pathLst>
                <a:path w="118" h="113">
                  <a:moveTo>
                    <a:pt x="118" y="55"/>
                  </a:moveTo>
                  <a:lnTo>
                    <a:pt x="98" y="27"/>
                  </a:lnTo>
                  <a:lnTo>
                    <a:pt x="79" y="0"/>
                  </a:lnTo>
                  <a:lnTo>
                    <a:pt x="0" y="58"/>
                  </a:lnTo>
                  <a:lnTo>
                    <a:pt x="20" y="85"/>
                  </a:lnTo>
                  <a:lnTo>
                    <a:pt x="39" y="113"/>
                  </a:lnTo>
                  <a:lnTo>
                    <a:pt x="11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86" name=""/>
            <p:cNvSpPr/>
            <p:nvPr/>
          </p:nvSpPr>
          <p:spPr>
            <a:xfrm rot="0">
              <a:off x="555" y="2573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87" name=""/>
            <p:cNvSpPr/>
            <p:nvPr/>
          </p:nvSpPr>
          <p:spPr>
            <a:xfrm rot="0" flipH="1">
              <a:off x="555" y="2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88" name=""/>
            <p:cNvSpPr/>
            <p:nvPr/>
          </p:nvSpPr>
          <p:spPr>
            <a:xfrm rot="0">
              <a:off x="536" y="2573"/>
              <a:ext cx="30" cy="28"/>
            </a:xfrm>
            <a:custGeom>
              <a:avLst/>
              <a:ahLst/>
              <a:rect l="0" t="0" r="r" b="b"/>
              <a:pathLst>
                <a:path w="119" h="112">
                  <a:moveTo>
                    <a:pt x="119" y="53"/>
                  </a:moveTo>
                  <a:lnTo>
                    <a:pt x="98" y="26"/>
                  </a:lnTo>
                  <a:lnTo>
                    <a:pt x="77" y="0"/>
                  </a:lnTo>
                  <a:lnTo>
                    <a:pt x="0" y="59"/>
                  </a:lnTo>
                  <a:lnTo>
                    <a:pt x="21" y="85"/>
                  </a:lnTo>
                  <a:lnTo>
                    <a:pt x="42" y="112"/>
                  </a:lnTo>
                  <a:lnTo>
                    <a:pt x="119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89" name=""/>
            <p:cNvSpPr/>
            <p:nvPr/>
          </p:nvSpPr>
          <p:spPr>
            <a:xfrm rot="0">
              <a:off x="536" y="2573"/>
              <a:ext cx="30" cy="28"/>
            </a:xfrm>
            <a:custGeom>
              <a:avLst/>
              <a:ahLst/>
              <a:rect l="0" t="0" r="r" b="b"/>
              <a:pathLst>
                <a:path w="119" h="112">
                  <a:moveTo>
                    <a:pt x="119" y="53"/>
                  </a:moveTo>
                  <a:lnTo>
                    <a:pt x="98" y="26"/>
                  </a:lnTo>
                  <a:lnTo>
                    <a:pt x="77" y="0"/>
                  </a:lnTo>
                  <a:lnTo>
                    <a:pt x="0" y="59"/>
                  </a:lnTo>
                  <a:lnTo>
                    <a:pt x="21" y="85"/>
                  </a:lnTo>
                  <a:lnTo>
                    <a:pt x="42" y="112"/>
                  </a:lnTo>
                  <a:lnTo>
                    <a:pt x="119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90" name=""/>
            <p:cNvSpPr/>
            <p:nvPr/>
          </p:nvSpPr>
          <p:spPr>
            <a:xfrm rot="0">
              <a:off x="536" y="2588"/>
              <a:ext cx="5" cy="6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91" name=""/>
            <p:cNvSpPr/>
            <p:nvPr/>
          </p:nvSpPr>
          <p:spPr>
            <a:xfrm rot="0">
              <a:off x="536" y="25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92" name=""/>
            <p:cNvSpPr/>
            <p:nvPr/>
          </p:nvSpPr>
          <p:spPr>
            <a:xfrm rot="0">
              <a:off x="517" y="2588"/>
              <a:ext cx="30" cy="29"/>
            </a:xfrm>
            <a:custGeom>
              <a:avLst/>
              <a:ahLst/>
              <a:rect l="0" t="0" r="r" b="b"/>
              <a:pathLst>
                <a:path w="118" h="116">
                  <a:moveTo>
                    <a:pt x="118" y="53"/>
                  </a:moveTo>
                  <a:lnTo>
                    <a:pt x="97" y="26"/>
                  </a:lnTo>
                  <a:lnTo>
                    <a:pt x="76" y="0"/>
                  </a:lnTo>
                  <a:lnTo>
                    <a:pt x="0" y="63"/>
                  </a:lnTo>
                  <a:lnTo>
                    <a:pt x="21" y="90"/>
                  </a:lnTo>
                  <a:lnTo>
                    <a:pt x="42" y="116"/>
                  </a:lnTo>
                  <a:lnTo>
                    <a:pt x="118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93" name=""/>
            <p:cNvSpPr/>
            <p:nvPr/>
          </p:nvSpPr>
          <p:spPr>
            <a:xfrm rot="0">
              <a:off x="517" y="2588"/>
              <a:ext cx="30" cy="29"/>
            </a:xfrm>
            <a:custGeom>
              <a:avLst/>
              <a:ahLst/>
              <a:rect l="0" t="0" r="r" b="b"/>
              <a:pathLst>
                <a:path w="118" h="116">
                  <a:moveTo>
                    <a:pt x="118" y="53"/>
                  </a:moveTo>
                  <a:lnTo>
                    <a:pt x="97" y="26"/>
                  </a:lnTo>
                  <a:lnTo>
                    <a:pt x="76" y="0"/>
                  </a:lnTo>
                  <a:lnTo>
                    <a:pt x="0" y="63"/>
                  </a:lnTo>
                  <a:lnTo>
                    <a:pt x="21" y="90"/>
                  </a:lnTo>
                  <a:lnTo>
                    <a:pt x="42" y="116"/>
                  </a:lnTo>
                  <a:lnTo>
                    <a:pt x="118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94" name=""/>
            <p:cNvSpPr/>
            <p:nvPr/>
          </p:nvSpPr>
          <p:spPr>
            <a:xfrm rot="0">
              <a:off x="517" y="2604"/>
              <a:ext cx="5" cy="6"/>
            </a:xfrm>
            <a:custGeom>
              <a:avLst/>
              <a:ahLst/>
              <a:rect l="0" t="0" r="r" b="b"/>
              <a:pathLst>
                <a:path w="22" h="27">
                  <a:moveTo>
                    <a:pt x="22" y="2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95" name=""/>
            <p:cNvSpPr/>
            <p:nvPr/>
          </p:nvSpPr>
          <p:spPr>
            <a:xfrm rot="0" flipH="1">
              <a:off x="517" y="2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96" name=""/>
            <p:cNvSpPr/>
            <p:nvPr/>
          </p:nvSpPr>
          <p:spPr>
            <a:xfrm rot="0">
              <a:off x="498" y="2604"/>
              <a:ext cx="30" cy="28"/>
            </a:xfrm>
            <a:custGeom>
              <a:avLst/>
              <a:ahLst/>
              <a:rect l="0" t="0" r="r" b="b"/>
              <a:pathLst>
                <a:path w="119" h="114">
                  <a:moveTo>
                    <a:pt x="119" y="49"/>
                  </a:moveTo>
                  <a:lnTo>
                    <a:pt x="96" y="25"/>
                  </a:lnTo>
                  <a:lnTo>
                    <a:pt x="74" y="0"/>
                  </a:lnTo>
                  <a:lnTo>
                    <a:pt x="0" y="64"/>
                  </a:lnTo>
                  <a:lnTo>
                    <a:pt x="23" y="89"/>
                  </a:lnTo>
                  <a:lnTo>
                    <a:pt x="45" y="114"/>
                  </a:lnTo>
                  <a:lnTo>
                    <a:pt x="11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97" name=""/>
            <p:cNvSpPr/>
            <p:nvPr/>
          </p:nvSpPr>
          <p:spPr>
            <a:xfrm rot="0">
              <a:off x="498" y="2604"/>
              <a:ext cx="30" cy="28"/>
            </a:xfrm>
            <a:custGeom>
              <a:avLst/>
              <a:ahLst/>
              <a:rect l="0" t="0" r="r" b="b"/>
              <a:pathLst>
                <a:path w="119" h="114">
                  <a:moveTo>
                    <a:pt x="119" y="49"/>
                  </a:moveTo>
                  <a:lnTo>
                    <a:pt x="96" y="25"/>
                  </a:lnTo>
                  <a:lnTo>
                    <a:pt x="74" y="0"/>
                  </a:lnTo>
                  <a:lnTo>
                    <a:pt x="0" y="64"/>
                  </a:lnTo>
                  <a:lnTo>
                    <a:pt x="23" y="89"/>
                  </a:lnTo>
                  <a:lnTo>
                    <a:pt x="45" y="114"/>
                  </a:lnTo>
                  <a:lnTo>
                    <a:pt x="11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398" name=""/>
            <p:cNvSpPr/>
            <p:nvPr/>
          </p:nvSpPr>
          <p:spPr>
            <a:xfrm rot="0">
              <a:off x="498" y="2620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399" name=""/>
            <p:cNvSpPr/>
            <p:nvPr/>
          </p:nvSpPr>
          <p:spPr>
            <a:xfrm rot="0" flipH="1">
              <a:off x="498" y="26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00" name=""/>
            <p:cNvSpPr/>
            <p:nvPr/>
          </p:nvSpPr>
          <p:spPr>
            <a:xfrm rot="0">
              <a:off x="480" y="2620"/>
              <a:ext cx="30" cy="2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50"/>
                  </a:moveTo>
                  <a:lnTo>
                    <a:pt x="95" y="25"/>
                  </a:lnTo>
                  <a:lnTo>
                    <a:pt x="71" y="0"/>
                  </a:lnTo>
                  <a:lnTo>
                    <a:pt x="0" y="67"/>
                  </a:lnTo>
                  <a:lnTo>
                    <a:pt x="24" y="92"/>
                  </a:lnTo>
                  <a:lnTo>
                    <a:pt x="47" y="117"/>
                  </a:lnTo>
                  <a:lnTo>
                    <a:pt x="118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01" name=""/>
            <p:cNvSpPr/>
            <p:nvPr/>
          </p:nvSpPr>
          <p:spPr>
            <a:xfrm rot="0">
              <a:off x="480" y="2620"/>
              <a:ext cx="30" cy="2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50"/>
                  </a:moveTo>
                  <a:lnTo>
                    <a:pt x="95" y="25"/>
                  </a:lnTo>
                  <a:lnTo>
                    <a:pt x="71" y="0"/>
                  </a:lnTo>
                  <a:lnTo>
                    <a:pt x="0" y="67"/>
                  </a:lnTo>
                  <a:lnTo>
                    <a:pt x="24" y="92"/>
                  </a:lnTo>
                  <a:lnTo>
                    <a:pt x="47" y="117"/>
                  </a:lnTo>
                  <a:lnTo>
                    <a:pt x="11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02" name=""/>
            <p:cNvSpPr/>
            <p:nvPr/>
          </p:nvSpPr>
          <p:spPr>
            <a:xfrm rot="0">
              <a:off x="480" y="2637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03" name=""/>
            <p:cNvSpPr/>
            <p:nvPr/>
          </p:nvSpPr>
          <p:spPr>
            <a:xfrm rot="0">
              <a:off x="480" y="2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04" name=""/>
            <p:cNvSpPr/>
            <p:nvPr/>
          </p:nvSpPr>
          <p:spPr>
            <a:xfrm rot="0">
              <a:off x="463" y="2637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8"/>
                  </a:moveTo>
                  <a:lnTo>
                    <a:pt x="94" y="24"/>
                  </a:lnTo>
                  <a:lnTo>
                    <a:pt x="70" y="0"/>
                  </a:lnTo>
                  <a:lnTo>
                    <a:pt x="0" y="70"/>
                  </a:lnTo>
                  <a:lnTo>
                    <a:pt x="24" y="94"/>
                  </a:lnTo>
                  <a:lnTo>
                    <a:pt x="48" y="117"/>
                  </a:lnTo>
                  <a:lnTo>
                    <a:pt x="117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05" name=""/>
            <p:cNvSpPr/>
            <p:nvPr/>
          </p:nvSpPr>
          <p:spPr>
            <a:xfrm rot="0">
              <a:off x="463" y="2637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8"/>
                  </a:moveTo>
                  <a:lnTo>
                    <a:pt x="94" y="24"/>
                  </a:lnTo>
                  <a:lnTo>
                    <a:pt x="70" y="0"/>
                  </a:lnTo>
                  <a:lnTo>
                    <a:pt x="0" y="70"/>
                  </a:lnTo>
                  <a:lnTo>
                    <a:pt x="24" y="94"/>
                  </a:lnTo>
                  <a:lnTo>
                    <a:pt x="48" y="117"/>
                  </a:lnTo>
                  <a:lnTo>
                    <a:pt x="11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06" name=""/>
            <p:cNvSpPr/>
            <p:nvPr/>
          </p:nvSpPr>
          <p:spPr>
            <a:xfrm rot="0">
              <a:off x="462" y="2654"/>
              <a:ext cx="7" cy="6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07" name=""/>
            <p:cNvSpPr/>
            <p:nvPr/>
          </p:nvSpPr>
          <p:spPr>
            <a:xfrm rot="0" flipH="1">
              <a:off x="462" y="26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08" name=""/>
            <p:cNvSpPr/>
            <p:nvPr/>
          </p:nvSpPr>
          <p:spPr>
            <a:xfrm rot="0">
              <a:off x="446" y="2655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5"/>
                  </a:moveTo>
                  <a:lnTo>
                    <a:pt x="92" y="23"/>
                  </a:lnTo>
                  <a:lnTo>
                    <a:pt x="67" y="0"/>
                  </a:lnTo>
                  <a:lnTo>
                    <a:pt x="0" y="73"/>
                  </a:lnTo>
                  <a:lnTo>
                    <a:pt x="25" y="95"/>
                  </a:lnTo>
                  <a:lnTo>
                    <a:pt x="50" y="117"/>
                  </a:lnTo>
                  <a:lnTo>
                    <a:pt x="11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09" name=""/>
            <p:cNvSpPr/>
            <p:nvPr/>
          </p:nvSpPr>
          <p:spPr>
            <a:xfrm rot="0">
              <a:off x="446" y="2655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5"/>
                  </a:moveTo>
                  <a:lnTo>
                    <a:pt x="92" y="23"/>
                  </a:lnTo>
                  <a:lnTo>
                    <a:pt x="67" y="0"/>
                  </a:lnTo>
                  <a:lnTo>
                    <a:pt x="0" y="73"/>
                  </a:lnTo>
                  <a:lnTo>
                    <a:pt x="25" y="95"/>
                  </a:lnTo>
                  <a:lnTo>
                    <a:pt x="50" y="117"/>
                  </a:lnTo>
                  <a:lnTo>
                    <a:pt x="117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10" name=""/>
            <p:cNvSpPr/>
            <p:nvPr/>
          </p:nvSpPr>
          <p:spPr>
            <a:xfrm rot="0">
              <a:off x="446" y="2673"/>
              <a:ext cx="6" cy="5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11" name=""/>
            <p:cNvSpPr/>
            <p:nvPr/>
          </p:nvSpPr>
          <p:spPr>
            <a:xfrm rot="0">
              <a:off x="446" y="26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1" name=""/>
          <p:cNvGrpSpPr/>
          <p:nvPr/>
        </p:nvGrpSpPr>
        <p:grpSpPr>
          <a:xfrm rot="0">
            <a:off x="374650" y="4243387"/>
            <a:ext cx="1289050" cy="871537"/>
            <a:chOff x="236" y="2673"/>
            <a:chExt cx="812" cy="549"/>
          </a:xfrm>
        </p:grpSpPr>
        <p:sp>
          <p:nvSpPr>
            <p:cNvPr id="1064412" name=""/>
            <p:cNvSpPr/>
            <p:nvPr/>
          </p:nvSpPr>
          <p:spPr>
            <a:xfrm rot="0">
              <a:off x="430" y="2673"/>
              <a:ext cx="28" cy="29"/>
            </a:xfrm>
            <a:custGeom>
              <a:avLst/>
              <a:ahLst/>
              <a:rect l="0" t="0" r="r" b="b"/>
              <a:pathLst>
                <a:path w="114" h="117">
                  <a:moveTo>
                    <a:pt x="114" y="44"/>
                  </a:moveTo>
                  <a:lnTo>
                    <a:pt x="89" y="22"/>
                  </a:lnTo>
                  <a:lnTo>
                    <a:pt x="64" y="0"/>
                  </a:lnTo>
                  <a:lnTo>
                    <a:pt x="0" y="72"/>
                  </a:lnTo>
                  <a:lnTo>
                    <a:pt x="25" y="94"/>
                  </a:lnTo>
                  <a:lnTo>
                    <a:pt x="49" y="117"/>
                  </a:lnTo>
                  <a:lnTo>
                    <a:pt x="114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13" name=""/>
            <p:cNvSpPr/>
            <p:nvPr/>
          </p:nvSpPr>
          <p:spPr>
            <a:xfrm rot="0">
              <a:off x="430" y="2673"/>
              <a:ext cx="28" cy="29"/>
            </a:xfrm>
            <a:custGeom>
              <a:avLst/>
              <a:ahLst/>
              <a:rect l="0" t="0" r="r" b="b"/>
              <a:pathLst>
                <a:path w="114" h="117">
                  <a:moveTo>
                    <a:pt x="114" y="44"/>
                  </a:moveTo>
                  <a:lnTo>
                    <a:pt x="89" y="22"/>
                  </a:lnTo>
                  <a:lnTo>
                    <a:pt x="64" y="0"/>
                  </a:lnTo>
                  <a:lnTo>
                    <a:pt x="0" y="72"/>
                  </a:lnTo>
                  <a:lnTo>
                    <a:pt x="25" y="94"/>
                  </a:lnTo>
                  <a:lnTo>
                    <a:pt x="49" y="117"/>
                  </a:lnTo>
                  <a:lnTo>
                    <a:pt x="114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14" name=""/>
            <p:cNvSpPr/>
            <p:nvPr/>
          </p:nvSpPr>
          <p:spPr>
            <a:xfrm rot="0">
              <a:off x="429" y="2691"/>
              <a:ext cx="7" cy="6"/>
            </a:xfrm>
            <a:custGeom>
              <a:avLst/>
              <a:ahLst/>
              <a:rect l="0" t="0" r="r" b="b"/>
              <a:pathLst>
                <a:path w="27" h="22">
                  <a:moveTo>
                    <a:pt x="27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15" name=""/>
            <p:cNvSpPr/>
            <p:nvPr/>
          </p:nvSpPr>
          <p:spPr>
            <a:xfrm rot="0" flipH="1">
              <a:off x="429" y="2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16" name=""/>
            <p:cNvSpPr/>
            <p:nvPr/>
          </p:nvSpPr>
          <p:spPr>
            <a:xfrm rot="0">
              <a:off x="414" y="2691"/>
              <a:ext cx="28" cy="30"/>
            </a:xfrm>
            <a:custGeom>
              <a:avLst/>
              <a:ahLst/>
              <a:rect l="0" t="0" r="r" b="b"/>
              <a:pathLst>
                <a:path w="115" h="118">
                  <a:moveTo>
                    <a:pt x="115" y="42"/>
                  </a:moveTo>
                  <a:lnTo>
                    <a:pt x="89" y="21"/>
                  </a:lnTo>
                  <a:lnTo>
                    <a:pt x="62" y="0"/>
                  </a:lnTo>
                  <a:lnTo>
                    <a:pt x="0" y="76"/>
                  </a:lnTo>
                  <a:lnTo>
                    <a:pt x="27" y="97"/>
                  </a:lnTo>
                  <a:lnTo>
                    <a:pt x="53" y="118"/>
                  </a:lnTo>
                  <a:lnTo>
                    <a:pt x="115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17" name=""/>
            <p:cNvSpPr/>
            <p:nvPr/>
          </p:nvSpPr>
          <p:spPr>
            <a:xfrm rot="0">
              <a:off x="414" y="2691"/>
              <a:ext cx="28" cy="30"/>
            </a:xfrm>
            <a:custGeom>
              <a:avLst/>
              <a:ahLst/>
              <a:rect l="0" t="0" r="r" b="b"/>
              <a:pathLst>
                <a:path w="115" h="118">
                  <a:moveTo>
                    <a:pt x="115" y="42"/>
                  </a:moveTo>
                  <a:lnTo>
                    <a:pt x="89" y="21"/>
                  </a:lnTo>
                  <a:lnTo>
                    <a:pt x="62" y="0"/>
                  </a:lnTo>
                  <a:lnTo>
                    <a:pt x="0" y="76"/>
                  </a:lnTo>
                  <a:lnTo>
                    <a:pt x="27" y="97"/>
                  </a:lnTo>
                  <a:lnTo>
                    <a:pt x="53" y="118"/>
                  </a:lnTo>
                  <a:lnTo>
                    <a:pt x="115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18" name=""/>
            <p:cNvSpPr/>
            <p:nvPr/>
          </p:nvSpPr>
          <p:spPr>
            <a:xfrm rot="0">
              <a:off x="414" y="2710"/>
              <a:ext cx="6" cy="6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19" name=""/>
            <p:cNvSpPr/>
            <p:nvPr/>
          </p:nvSpPr>
          <p:spPr>
            <a:xfrm rot="0">
              <a:off x="414" y="2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20" name=""/>
            <p:cNvSpPr/>
            <p:nvPr/>
          </p:nvSpPr>
          <p:spPr>
            <a:xfrm rot="0">
              <a:off x="399" y="2710"/>
              <a:ext cx="28" cy="30"/>
            </a:xfrm>
            <a:custGeom>
              <a:avLst/>
              <a:ahLst/>
              <a:rect l="0" t="0" r="r" b="b"/>
              <a:pathLst>
                <a:path w="113" h="120">
                  <a:moveTo>
                    <a:pt x="113" y="42"/>
                  </a:moveTo>
                  <a:lnTo>
                    <a:pt x="87" y="21"/>
                  </a:lnTo>
                  <a:lnTo>
                    <a:pt x="60" y="0"/>
                  </a:lnTo>
                  <a:lnTo>
                    <a:pt x="0" y="78"/>
                  </a:lnTo>
                  <a:lnTo>
                    <a:pt x="26" y="99"/>
                  </a:lnTo>
                  <a:lnTo>
                    <a:pt x="53" y="120"/>
                  </a:lnTo>
                  <a:lnTo>
                    <a:pt x="113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21" name=""/>
            <p:cNvSpPr/>
            <p:nvPr/>
          </p:nvSpPr>
          <p:spPr>
            <a:xfrm rot="0">
              <a:off x="399" y="2710"/>
              <a:ext cx="28" cy="30"/>
            </a:xfrm>
            <a:custGeom>
              <a:avLst/>
              <a:ahLst/>
              <a:rect l="0" t="0" r="r" b="b"/>
              <a:pathLst>
                <a:path w="113" h="120">
                  <a:moveTo>
                    <a:pt x="113" y="42"/>
                  </a:moveTo>
                  <a:lnTo>
                    <a:pt x="87" y="21"/>
                  </a:lnTo>
                  <a:lnTo>
                    <a:pt x="60" y="0"/>
                  </a:lnTo>
                  <a:lnTo>
                    <a:pt x="0" y="78"/>
                  </a:lnTo>
                  <a:lnTo>
                    <a:pt x="26" y="99"/>
                  </a:lnTo>
                  <a:lnTo>
                    <a:pt x="53" y="120"/>
                  </a:lnTo>
                  <a:lnTo>
                    <a:pt x="113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22" name=""/>
            <p:cNvSpPr/>
            <p:nvPr/>
          </p:nvSpPr>
          <p:spPr>
            <a:xfrm rot="0">
              <a:off x="398" y="2730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23" name=""/>
            <p:cNvSpPr/>
            <p:nvPr/>
          </p:nvSpPr>
          <p:spPr>
            <a:xfrm rot="0" flipH="1">
              <a:off x="398" y="2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24" name=""/>
            <p:cNvSpPr/>
            <p:nvPr/>
          </p:nvSpPr>
          <p:spPr>
            <a:xfrm rot="0">
              <a:off x="384" y="2730"/>
              <a:ext cx="28" cy="30"/>
            </a:xfrm>
            <a:custGeom>
              <a:avLst/>
              <a:ahLst/>
              <a:rect l="0" t="0" r="r" b="b"/>
              <a:pathLst>
                <a:path w="113" h="119">
                  <a:moveTo>
                    <a:pt x="113" y="40"/>
                  </a:moveTo>
                  <a:lnTo>
                    <a:pt x="85" y="20"/>
                  </a:lnTo>
                  <a:lnTo>
                    <a:pt x="58" y="0"/>
                  </a:lnTo>
                  <a:lnTo>
                    <a:pt x="0" y="79"/>
                  </a:lnTo>
                  <a:lnTo>
                    <a:pt x="27" y="99"/>
                  </a:lnTo>
                  <a:lnTo>
                    <a:pt x="55" y="119"/>
                  </a:lnTo>
                  <a:lnTo>
                    <a:pt x="113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25" name=""/>
            <p:cNvSpPr/>
            <p:nvPr/>
          </p:nvSpPr>
          <p:spPr>
            <a:xfrm rot="0">
              <a:off x="384" y="2730"/>
              <a:ext cx="28" cy="30"/>
            </a:xfrm>
            <a:custGeom>
              <a:avLst/>
              <a:ahLst/>
              <a:rect l="0" t="0" r="r" b="b"/>
              <a:pathLst>
                <a:path w="113" h="119">
                  <a:moveTo>
                    <a:pt x="113" y="40"/>
                  </a:moveTo>
                  <a:lnTo>
                    <a:pt x="85" y="20"/>
                  </a:lnTo>
                  <a:lnTo>
                    <a:pt x="58" y="0"/>
                  </a:lnTo>
                  <a:lnTo>
                    <a:pt x="0" y="79"/>
                  </a:lnTo>
                  <a:lnTo>
                    <a:pt x="27" y="99"/>
                  </a:lnTo>
                  <a:lnTo>
                    <a:pt x="55" y="119"/>
                  </a:lnTo>
                  <a:lnTo>
                    <a:pt x="113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26" name=""/>
            <p:cNvSpPr/>
            <p:nvPr/>
          </p:nvSpPr>
          <p:spPr>
            <a:xfrm rot="0">
              <a:off x="384" y="2750"/>
              <a:ext cx="7" cy="5"/>
            </a:xfrm>
            <a:custGeom>
              <a:avLst/>
              <a:ahLst/>
              <a:rect l="0" t="0" r="r" b="b"/>
              <a:pathLst>
                <a:path w="27" h="20">
                  <a:moveTo>
                    <a:pt x="27" y="2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27" name=""/>
            <p:cNvSpPr/>
            <p:nvPr/>
          </p:nvSpPr>
          <p:spPr>
            <a:xfrm rot="0">
              <a:off x="384" y="27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28" name=""/>
            <p:cNvSpPr/>
            <p:nvPr/>
          </p:nvSpPr>
          <p:spPr>
            <a:xfrm rot="0">
              <a:off x="370" y="2750"/>
              <a:ext cx="28" cy="29"/>
            </a:xfrm>
            <a:custGeom>
              <a:avLst/>
              <a:ahLst/>
              <a:rect l="0" t="0" r="r" b="b"/>
              <a:pathLst>
                <a:path w="110" h="117">
                  <a:moveTo>
                    <a:pt x="110" y="37"/>
                  </a:moveTo>
                  <a:lnTo>
                    <a:pt x="82" y="19"/>
                  </a:lnTo>
                  <a:lnTo>
                    <a:pt x="55" y="0"/>
                  </a:lnTo>
                  <a:lnTo>
                    <a:pt x="0" y="81"/>
                  </a:lnTo>
                  <a:lnTo>
                    <a:pt x="27" y="99"/>
                  </a:lnTo>
                  <a:lnTo>
                    <a:pt x="55" y="117"/>
                  </a:lnTo>
                  <a:lnTo>
                    <a:pt x="11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29" name=""/>
            <p:cNvSpPr/>
            <p:nvPr/>
          </p:nvSpPr>
          <p:spPr>
            <a:xfrm rot="0">
              <a:off x="370" y="2750"/>
              <a:ext cx="28" cy="29"/>
            </a:xfrm>
            <a:custGeom>
              <a:avLst/>
              <a:ahLst/>
              <a:rect l="0" t="0" r="r" b="b"/>
              <a:pathLst>
                <a:path w="110" h="117">
                  <a:moveTo>
                    <a:pt x="110" y="37"/>
                  </a:moveTo>
                  <a:lnTo>
                    <a:pt x="82" y="19"/>
                  </a:lnTo>
                  <a:lnTo>
                    <a:pt x="55" y="0"/>
                  </a:lnTo>
                  <a:lnTo>
                    <a:pt x="0" y="81"/>
                  </a:lnTo>
                  <a:lnTo>
                    <a:pt x="27" y="99"/>
                  </a:lnTo>
                  <a:lnTo>
                    <a:pt x="55" y="117"/>
                  </a:lnTo>
                  <a:lnTo>
                    <a:pt x="11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30" name=""/>
            <p:cNvSpPr/>
            <p:nvPr/>
          </p:nvSpPr>
          <p:spPr>
            <a:xfrm rot="0">
              <a:off x="370" y="2770"/>
              <a:ext cx="7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31" name=""/>
            <p:cNvSpPr/>
            <p:nvPr/>
          </p:nvSpPr>
          <p:spPr>
            <a:xfrm rot="0" flipH="1">
              <a:off x="370" y="2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32" name=""/>
            <p:cNvSpPr/>
            <p:nvPr/>
          </p:nvSpPr>
          <p:spPr>
            <a:xfrm rot="0">
              <a:off x="357" y="2770"/>
              <a:ext cx="27" cy="30"/>
            </a:xfrm>
            <a:custGeom>
              <a:avLst/>
              <a:ahLst/>
              <a:rect l="0" t="0" r="r" b="b"/>
              <a:pathLst>
                <a:path w="110" h="119">
                  <a:moveTo>
                    <a:pt x="110" y="36"/>
                  </a:moveTo>
                  <a:lnTo>
                    <a:pt x="81" y="18"/>
                  </a:lnTo>
                  <a:lnTo>
                    <a:pt x="52" y="0"/>
                  </a:lnTo>
                  <a:lnTo>
                    <a:pt x="0" y="82"/>
                  </a:lnTo>
                  <a:lnTo>
                    <a:pt x="29" y="101"/>
                  </a:lnTo>
                  <a:lnTo>
                    <a:pt x="58" y="119"/>
                  </a:lnTo>
                  <a:lnTo>
                    <a:pt x="11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33" name=""/>
            <p:cNvSpPr/>
            <p:nvPr/>
          </p:nvSpPr>
          <p:spPr>
            <a:xfrm rot="0">
              <a:off x="357" y="2770"/>
              <a:ext cx="27" cy="30"/>
            </a:xfrm>
            <a:custGeom>
              <a:avLst/>
              <a:ahLst/>
              <a:rect l="0" t="0" r="r" b="b"/>
              <a:pathLst>
                <a:path w="110" h="119">
                  <a:moveTo>
                    <a:pt x="110" y="36"/>
                  </a:moveTo>
                  <a:lnTo>
                    <a:pt x="81" y="18"/>
                  </a:lnTo>
                  <a:lnTo>
                    <a:pt x="52" y="0"/>
                  </a:lnTo>
                  <a:lnTo>
                    <a:pt x="0" y="82"/>
                  </a:lnTo>
                  <a:lnTo>
                    <a:pt x="29" y="101"/>
                  </a:lnTo>
                  <a:lnTo>
                    <a:pt x="58" y="119"/>
                  </a:lnTo>
                  <a:lnTo>
                    <a:pt x="11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34" name=""/>
            <p:cNvSpPr/>
            <p:nvPr/>
          </p:nvSpPr>
          <p:spPr>
            <a:xfrm rot="0">
              <a:off x="357" y="2791"/>
              <a:ext cx="7" cy="4"/>
            </a:xfrm>
            <a:custGeom>
              <a:avLst/>
              <a:ahLst/>
              <a:rect l="0" t="0" r="r" b="b"/>
              <a:pathLst>
                <a:path w="29" h="19">
                  <a:moveTo>
                    <a:pt x="29" y="19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35" name=""/>
            <p:cNvSpPr/>
            <p:nvPr/>
          </p:nvSpPr>
          <p:spPr>
            <a:xfrm rot="0">
              <a:off x="357" y="2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36" name=""/>
            <p:cNvSpPr/>
            <p:nvPr/>
          </p:nvSpPr>
          <p:spPr>
            <a:xfrm rot="0">
              <a:off x="344" y="2791"/>
              <a:ext cx="27" cy="30"/>
            </a:xfrm>
            <a:custGeom>
              <a:avLst/>
              <a:ahLst/>
              <a:rect l="0" t="0" r="r" b="b"/>
              <a:pathLst>
                <a:path w="109" h="118">
                  <a:moveTo>
                    <a:pt x="109" y="34"/>
                  </a:moveTo>
                  <a:lnTo>
                    <a:pt x="80" y="17"/>
                  </a:lnTo>
                  <a:lnTo>
                    <a:pt x="51" y="0"/>
                  </a:lnTo>
                  <a:lnTo>
                    <a:pt x="0" y="84"/>
                  </a:lnTo>
                  <a:lnTo>
                    <a:pt x="28" y="101"/>
                  </a:lnTo>
                  <a:lnTo>
                    <a:pt x="57" y="118"/>
                  </a:lnTo>
                  <a:lnTo>
                    <a:pt x="109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37" name=""/>
            <p:cNvSpPr/>
            <p:nvPr/>
          </p:nvSpPr>
          <p:spPr>
            <a:xfrm rot="0">
              <a:off x="344" y="2791"/>
              <a:ext cx="27" cy="30"/>
            </a:xfrm>
            <a:custGeom>
              <a:avLst/>
              <a:ahLst/>
              <a:rect l="0" t="0" r="r" b="b"/>
              <a:pathLst>
                <a:path w="109" h="118">
                  <a:moveTo>
                    <a:pt x="109" y="34"/>
                  </a:moveTo>
                  <a:lnTo>
                    <a:pt x="80" y="17"/>
                  </a:lnTo>
                  <a:lnTo>
                    <a:pt x="51" y="0"/>
                  </a:lnTo>
                  <a:lnTo>
                    <a:pt x="0" y="84"/>
                  </a:lnTo>
                  <a:lnTo>
                    <a:pt x="28" y="101"/>
                  </a:lnTo>
                  <a:lnTo>
                    <a:pt x="57" y="118"/>
                  </a:lnTo>
                  <a:lnTo>
                    <a:pt x="109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38" name=""/>
            <p:cNvSpPr/>
            <p:nvPr/>
          </p:nvSpPr>
          <p:spPr>
            <a:xfrm rot="0">
              <a:off x="344" y="2812"/>
              <a:ext cx="7" cy="4"/>
            </a:xfrm>
            <a:custGeom>
              <a:avLst/>
              <a:ahLst/>
              <a:rect l="0" t="0" r="r" b="b"/>
              <a:pathLst>
                <a:path w="28" h="17">
                  <a:moveTo>
                    <a:pt x="28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39" name=""/>
            <p:cNvSpPr/>
            <p:nvPr/>
          </p:nvSpPr>
          <p:spPr>
            <a:xfrm rot="0">
              <a:off x="344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40" name=""/>
            <p:cNvSpPr/>
            <p:nvPr/>
          </p:nvSpPr>
          <p:spPr>
            <a:xfrm rot="0">
              <a:off x="332" y="2813"/>
              <a:ext cx="26" cy="29"/>
            </a:xfrm>
            <a:custGeom>
              <a:avLst/>
              <a:ahLst/>
              <a:rect l="0" t="0" r="r" b="b"/>
              <a:pathLst>
                <a:path w="105" h="117">
                  <a:moveTo>
                    <a:pt x="105" y="32"/>
                  </a:moveTo>
                  <a:lnTo>
                    <a:pt x="76" y="16"/>
                  </a:lnTo>
                  <a:lnTo>
                    <a:pt x="48" y="0"/>
                  </a:lnTo>
                  <a:lnTo>
                    <a:pt x="0" y="86"/>
                  </a:lnTo>
                  <a:lnTo>
                    <a:pt x="29" y="101"/>
                  </a:lnTo>
                  <a:lnTo>
                    <a:pt x="58" y="117"/>
                  </a:lnTo>
                  <a:lnTo>
                    <a:pt x="105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41" name=""/>
            <p:cNvSpPr/>
            <p:nvPr/>
          </p:nvSpPr>
          <p:spPr>
            <a:xfrm rot="0">
              <a:off x="332" y="2813"/>
              <a:ext cx="26" cy="29"/>
            </a:xfrm>
            <a:custGeom>
              <a:avLst/>
              <a:ahLst/>
              <a:rect l="0" t="0" r="r" b="b"/>
              <a:pathLst>
                <a:path w="105" h="117">
                  <a:moveTo>
                    <a:pt x="105" y="32"/>
                  </a:moveTo>
                  <a:lnTo>
                    <a:pt x="76" y="16"/>
                  </a:lnTo>
                  <a:lnTo>
                    <a:pt x="48" y="0"/>
                  </a:lnTo>
                  <a:lnTo>
                    <a:pt x="0" y="86"/>
                  </a:lnTo>
                  <a:lnTo>
                    <a:pt x="29" y="101"/>
                  </a:lnTo>
                  <a:lnTo>
                    <a:pt x="58" y="117"/>
                  </a:lnTo>
                  <a:lnTo>
                    <a:pt x="105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42" name=""/>
            <p:cNvSpPr/>
            <p:nvPr/>
          </p:nvSpPr>
          <p:spPr>
            <a:xfrm rot="0">
              <a:off x="332" y="2834"/>
              <a:ext cx="7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43" name=""/>
            <p:cNvSpPr/>
            <p:nvPr/>
          </p:nvSpPr>
          <p:spPr>
            <a:xfrm rot="0" flipH="1">
              <a:off x="332" y="2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44" name=""/>
            <p:cNvSpPr/>
            <p:nvPr/>
          </p:nvSpPr>
          <p:spPr>
            <a:xfrm rot="0">
              <a:off x="321" y="2834"/>
              <a:ext cx="26" cy="29"/>
            </a:xfrm>
            <a:custGeom>
              <a:avLst/>
              <a:ahLst/>
              <a:rect l="0" t="0" r="r" b="b"/>
              <a:pathLst>
                <a:path w="105" h="118">
                  <a:moveTo>
                    <a:pt x="105" y="31"/>
                  </a:moveTo>
                  <a:lnTo>
                    <a:pt x="75" y="15"/>
                  </a:lnTo>
                  <a:lnTo>
                    <a:pt x="45" y="0"/>
                  </a:lnTo>
                  <a:lnTo>
                    <a:pt x="0" y="86"/>
                  </a:lnTo>
                  <a:lnTo>
                    <a:pt x="30" y="102"/>
                  </a:lnTo>
                  <a:lnTo>
                    <a:pt x="61" y="118"/>
                  </a:lnTo>
                  <a:lnTo>
                    <a:pt x="10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45" name=""/>
            <p:cNvSpPr/>
            <p:nvPr/>
          </p:nvSpPr>
          <p:spPr>
            <a:xfrm rot="0">
              <a:off x="321" y="2834"/>
              <a:ext cx="26" cy="29"/>
            </a:xfrm>
            <a:custGeom>
              <a:avLst/>
              <a:ahLst/>
              <a:rect l="0" t="0" r="r" b="b"/>
              <a:pathLst>
                <a:path w="105" h="118">
                  <a:moveTo>
                    <a:pt x="105" y="31"/>
                  </a:moveTo>
                  <a:lnTo>
                    <a:pt x="75" y="15"/>
                  </a:lnTo>
                  <a:lnTo>
                    <a:pt x="45" y="0"/>
                  </a:lnTo>
                  <a:lnTo>
                    <a:pt x="0" y="86"/>
                  </a:lnTo>
                  <a:lnTo>
                    <a:pt x="30" y="102"/>
                  </a:lnTo>
                  <a:lnTo>
                    <a:pt x="61" y="118"/>
                  </a:lnTo>
                  <a:lnTo>
                    <a:pt x="105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46" name=""/>
            <p:cNvSpPr/>
            <p:nvPr/>
          </p:nvSpPr>
          <p:spPr>
            <a:xfrm rot="0">
              <a:off x="321" y="2856"/>
              <a:ext cx="7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47" name=""/>
            <p:cNvSpPr/>
            <p:nvPr/>
          </p:nvSpPr>
          <p:spPr>
            <a:xfrm rot="0">
              <a:off x="321" y="28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48" name=""/>
            <p:cNvSpPr/>
            <p:nvPr/>
          </p:nvSpPr>
          <p:spPr>
            <a:xfrm rot="0">
              <a:off x="310" y="2856"/>
              <a:ext cx="26" cy="30"/>
            </a:xfrm>
            <a:custGeom>
              <a:avLst/>
              <a:ahLst/>
              <a:rect l="0" t="0" r="r" b="b"/>
              <a:pathLst>
                <a:path w="103" h="118">
                  <a:moveTo>
                    <a:pt x="103" y="29"/>
                  </a:moveTo>
                  <a:lnTo>
                    <a:pt x="72" y="14"/>
                  </a:lnTo>
                  <a:lnTo>
                    <a:pt x="42" y="0"/>
                  </a:lnTo>
                  <a:lnTo>
                    <a:pt x="0" y="89"/>
                  </a:lnTo>
                  <a:lnTo>
                    <a:pt x="30" y="104"/>
                  </a:lnTo>
                  <a:lnTo>
                    <a:pt x="61" y="118"/>
                  </a:lnTo>
                  <a:lnTo>
                    <a:pt x="10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49" name=""/>
            <p:cNvSpPr/>
            <p:nvPr/>
          </p:nvSpPr>
          <p:spPr>
            <a:xfrm rot="0">
              <a:off x="310" y="2856"/>
              <a:ext cx="26" cy="30"/>
            </a:xfrm>
            <a:custGeom>
              <a:avLst/>
              <a:ahLst/>
              <a:rect l="0" t="0" r="r" b="b"/>
              <a:pathLst>
                <a:path w="103" h="118">
                  <a:moveTo>
                    <a:pt x="103" y="29"/>
                  </a:moveTo>
                  <a:lnTo>
                    <a:pt x="72" y="14"/>
                  </a:lnTo>
                  <a:lnTo>
                    <a:pt x="42" y="0"/>
                  </a:lnTo>
                  <a:lnTo>
                    <a:pt x="0" y="89"/>
                  </a:lnTo>
                  <a:lnTo>
                    <a:pt x="30" y="104"/>
                  </a:lnTo>
                  <a:lnTo>
                    <a:pt x="61" y="118"/>
                  </a:lnTo>
                  <a:lnTo>
                    <a:pt x="103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50" name=""/>
            <p:cNvSpPr/>
            <p:nvPr/>
          </p:nvSpPr>
          <p:spPr>
            <a:xfrm rot="0">
              <a:off x="310" y="2878"/>
              <a:ext cx="8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51" name=""/>
            <p:cNvSpPr/>
            <p:nvPr/>
          </p:nvSpPr>
          <p:spPr>
            <a:xfrm rot="0">
              <a:off x="310" y="28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52" name=""/>
            <p:cNvSpPr/>
            <p:nvPr/>
          </p:nvSpPr>
          <p:spPr>
            <a:xfrm rot="0">
              <a:off x="300" y="2879"/>
              <a:ext cx="25" cy="29"/>
            </a:xfrm>
            <a:custGeom>
              <a:avLst/>
              <a:ahLst/>
              <a:rect l="0" t="0" r="r" b="b"/>
              <a:pathLst>
                <a:path w="100" h="116">
                  <a:moveTo>
                    <a:pt x="100" y="27"/>
                  </a:moveTo>
                  <a:lnTo>
                    <a:pt x="69" y="14"/>
                  </a:lnTo>
                  <a:lnTo>
                    <a:pt x="39" y="0"/>
                  </a:lnTo>
                  <a:lnTo>
                    <a:pt x="0" y="90"/>
                  </a:lnTo>
                  <a:lnTo>
                    <a:pt x="30" y="103"/>
                  </a:lnTo>
                  <a:lnTo>
                    <a:pt x="60" y="116"/>
                  </a:lnTo>
                  <a:lnTo>
                    <a:pt x="10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53" name=""/>
            <p:cNvSpPr/>
            <p:nvPr/>
          </p:nvSpPr>
          <p:spPr>
            <a:xfrm rot="0">
              <a:off x="300" y="2879"/>
              <a:ext cx="25" cy="29"/>
            </a:xfrm>
            <a:custGeom>
              <a:avLst/>
              <a:ahLst/>
              <a:rect l="0" t="0" r="r" b="b"/>
              <a:pathLst>
                <a:path w="100" h="116">
                  <a:moveTo>
                    <a:pt x="100" y="27"/>
                  </a:moveTo>
                  <a:lnTo>
                    <a:pt x="69" y="14"/>
                  </a:lnTo>
                  <a:lnTo>
                    <a:pt x="39" y="0"/>
                  </a:lnTo>
                  <a:lnTo>
                    <a:pt x="0" y="90"/>
                  </a:lnTo>
                  <a:lnTo>
                    <a:pt x="30" y="103"/>
                  </a:lnTo>
                  <a:lnTo>
                    <a:pt x="60" y="116"/>
                  </a:lnTo>
                  <a:lnTo>
                    <a:pt x="10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54" name=""/>
            <p:cNvSpPr/>
            <p:nvPr/>
          </p:nvSpPr>
          <p:spPr>
            <a:xfrm rot="0">
              <a:off x="300" y="2901"/>
              <a:ext cx="8" cy="3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55" name=""/>
            <p:cNvSpPr/>
            <p:nvPr/>
          </p:nvSpPr>
          <p:spPr>
            <a:xfrm rot="0" flipH="1">
              <a:off x="300" y="29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56" name=""/>
            <p:cNvSpPr/>
            <p:nvPr/>
          </p:nvSpPr>
          <p:spPr>
            <a:xfrm rot="0">
              <a:off x="291" y="2901"/>
              <a:ext cx="25" cy="29"/>
            </a:xfrm>
            <a:custGeom>
              <a:avLst/>
              <a:ahLst/>
              <a:rect l="0" t="0" r="r" b="b"/>
              <a:pathLst>
                <a:path w="100" h="117">
                  <a:moveTo>
                    <a:pt x="100" y="26"/>
                  </a:moveTo>
                  <a:lnTo>
                    <a:pt x="68" y="13"/>
                  </a:lnTo>
                  <a:lnTo>
                    <a:pt x="36" y="0"/>
                  </a:lnTo>
                  <a:lnTo>
                    <a:pt x="0" y="90"/>
                  </a:lnTo>
                  <a:lnTo>
                    <a:pt x="31" y="104"/>
                  </a:lnTo>
                  <a:lnTo>
                    <a:pt x="63" y="117"/>
                  </a:lnTo>
                  <a:lnTo>
                    <a:pt x="10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57" name=""/>
            <p:cNvSpPr/>
            <p:nvPr/>
          </p:nvSpPr>
          <p:spPr>
            <a:xfrm rot="0">
              <a:off x="291" y="2901"/>
              <a:ext cx="25" cy="29"/>
            </a:xfrm>
            <a:custGeom>
              <a:avLst/>
              <a:ahLst/>
              <a:rect l="0" t="0" r="r" b="b"/>
              <a:pathLst>
                <a:path w="100" h="117">
                  <a:moveTo>
                    <a:pt x="100" y="26"/>
                  </a:moveTo>
                  <a:lnTo>
                    <a:pt x="68" y="13"/>
                  </a:lnTo>
                  <a:lnTo>
                    <a:pt x="36" y="0"/>
                  </a:lnTo>
                  <a:lnTo>
                    <a:pt x="0" y="90"/>
                  </a:lnTo>
                  <a:lnTo>
                    <a:pt x="31" y="104"/>
                  </a:lnTo>
                  <a:lnTo>
                    <a:pt x="63" y="117"/>
                  </a:lnTo>
                  <a:lnTo>
                    <a:pt x="10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58" name=""/>
            <p:cNvSpPr/>
            <p:nvPr/>
          </p:nvSpPr>
          <p:spPr>
            <a:xfrm rot="0">
              <a:off x="291" y="2924"/>
              <a:ext cx="8" cy="3"/>
            </a:xfrm>
            <a:custGeom>
              <a:avLst/>
              <a:ahLst/>
              <a:rect l="0" t="0" r="r" b="b"/>
              <a:pathLst>
                <a:path w="31" h="14">
                  <a:moveTo>
                    <a:pt x="31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59" name=""/>
            <p:cNvSpPr/>
            <p:nvPr/>
          </p:nvSpPr>
          <p:spPr>
            <a:xfrm rot="0">
              <a:off x="291" y="29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60" name=""/>
            <p:cNvSpPr/>
            <p:nvPr/>
          </p:nvSpPr>
          <p:spPr>
            <a:xfrm rot="0">
              <a:off x="282" y="2924"/>
              <a:ext cx="24" cy="29"/>
            </a:xfrm>
            <a:custGeom>
              <a:avLst/>
              <a:ahLst/>
              <a:rect l="0" t="0" r="r" b="b"/>
              <a:pathLst>
                <a:path w="98" h="115">
                  <a:moveTo>
                    <a:pt x="98" y="23"/>
                  </a:moveTo>
                  <a:lnTo>
                    <a:pt x="66" y="12"/>
                  </a:lnTo>
                  <a:lnTo>
                    <a:pt x="35" y="0"/>
                  </a:lnTo>
                  <a:lnTo>
                    <a:pt x="0" y="92"/>
                  </a:lnTo>
                  <a:lnTo>
                    <a:pt x="32" y="104"/>
                  </a:lnTo>
                  <a:lnTo>
                    <a:pt x="64" y="115"/>
                  </a:lnTo>
                  <a:lnTo>
                    <a:pt x="98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61" name=""/>
            <p:cNvSpPr/>
            <p:nvPr/>
          </p:nvSpPr>
          <p:spPr>
            <a:xfrm rot="0">
              <a:off x="282" y="2924"/>
              <a:ext cx="24" cy="29"/>
            </a:xfrm>
            <a:custGeom>
              <a:avLst/>
              <a:ahLst/>
              <a:rect l="0" t="0" r="r" b="b"/>
              <a:pathLst>
                <a:path w="98" h="115">
                  <a:moveTo>
                    <a:pt x="98" y="23"/>
                  </a:moveTo>
                  <a:lnTo>
                    <a:pt x="66" y="12"/>
                  </a:lnTo>
                  <a:lnTo>
                    <a:pt x="35" y="0"/>
                  </a:lnTo>
                  <a:lnTo>
                    <a:pt x="0" y="92"/>
                  </a:lnTo>
                  <a:lnTo>
                    <a:pt x="32" y="104"/>
                  </a:lnTo>
                  <a:lnTo>
                    <a:pt x="64" y="115"/>
                  </a:lnTo>
                  <a:lnTo>
                    <a:pt x="98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62" name=""/>
            <p:cNvSpPr/>
            <p:nvPr/>
          </p:nvSpPr>
          <p:spPr>
            <a:xfrm rot="0">
              <a:off x="282" y="2947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63" name=""/>
            <p:cNvSpPr/>
            <p:nvPr/>
          </p:nvSpPr>
          <p:spPr>
            <a:xfrm rot="0">
              <a:off x="282" y="2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64" name=""/>
            <p:cNvSpPr/>
            <p:nvPr/>
          </p:nvSpPr>
          <p:spPr>
            <a:xfrm rot="0">
              <a:off x="274" y="2947"/>
              <a:ext cx="24" cy="29"/>
            </a:xfrm>
            <a:custGeom>
              <a:avLst/>
              <a:ahLst/>
              <a:rect l="0" t="0" r="r" b="b"/>
              <a:pathLst>
                <a:path w="95" h="114">
                  <a:moveTo>
                    <a:pt x="95" y="21"/>
                  </a:moveTo>
                  <a:lnTo>
                    <a:pt x="63" y="11"/>
                  </a:lnTo>
                  <a:lnTo>
                    <a:pt x="31" y="0"/>
                  </a:lnTo>
                  <a:lnTo>
                    <a:pt x="0" y="93"/>
                  </a:lnTo>
                  <a:lnTo>
                    <a:pt x="31" y="104"/>
                  </a:lnTo>
                  <a:lnTo>
                    <a:pt x="63" y="114"/>
                  </a:lnTo>
                  <a:lnTo>
                    <a:pt x="95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65" name=""/>
            <p:cNvSpPr/>
            <p:nvPr/>
          </p:nvSpPr>
          <p:spPr>
            <a:xfrm rot="0">
              <a:off x="274" y="2947"/>
              <a:ext cx="24" cy="29"/>
            </a:xfrm>
            <a:custGeom>
              <a:avLst/>
              <a:ahLst/>
              <a:rect l="0" t="0" r="r" b="b"/>
              <a:pathLst>
                <a:path w="95" h="114">
                  <a:moveTo>
                    <a:pt x="95" y="21"/>
                  </a:moveTo>
                  <a:lnTo>
                    <a:pt x="63" y="11"/>
                  </a:lnTo>
                  <a:lnTo>
                    <a:pt x="31" y="0"/>
                  </a:lnTo>
                  <a:lnTo>
                    <a:pt x="0" y="93"/>
                  </a:lnTo>
                  <a:lnTo>
                    <a:pt x="31" y="104"/>
                  </a:lnTo>
                  <a:lnTo>
                    <a:pt x="63" y="114"/>
                  </a:lnTo>
                  <a:lnTo>
                    <a:pt x="9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66" name=""/>
            <p:cNvSpPr/>
            <p:nvPr/>
          </p:nvSpPr>
          <p:spPr>
            <a:xfrm rot="0">
              <a:off x="274" y="2971"/>
              <a:ext cx="8" cy="2"/>
            </a:xfrm>
            <a:custGeom>
              <a:avLst/>
              <a:ahLst/>
              <a:rect l="0" t="0" r="r" b="b"/>
              <a:pathLst>
                <a:path w="31" h="11">
                  <a:moveTo>
                    <a:pt x="31" y="1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67" name=""/>
            <p:cNvSpPr/>
            <p:nvPr/>
          </p:nvSpPr>
          <p:spPr>
            <a:xfrm rot="0">
              <a:off x="274" y="2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68" name=""/>
            <p:cNvSpPr/>
            <p:nvPr/>
          </p:nvSpPr>
          <p:spPr>
            <a:xfrm rot="0">
              <a:off x="267" y="2971"/>
              <a:ext cx="23" cy="28"/>
            </a:xfrm>
            <a:custGeom>
              <a:avLst/>
              <a:ahLst/>
              <a:rect l="0" t="0" r="r" b="b"/>
              <a:pathLst>
                <a:path w="91" h="111">
                  <a:moveTo>
                    <a:pt x="91" y="18"/>
                  </a:moveTo>
                  <a:lnTo>
                    <a:pt x="59" y="9"/>
                  </a:lnTo>
                  <a:lnTo>
                    <a:pt x="28" y="0"/>
                  </a:lnTo>
                  <a:lnTo>
                    <a:pt x="0" y="93"/>
                  </a:lnTo>
                  <a:lnTo>
                    <a:pt x="32" y="102"/>
                  </a:lnTo>
                  <a:lnTo>
                    <a:pt x="63" y="111"/>
                  </a:lnTo>
                  <a:lnTo>
                    <a:pt x="9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69" name=""/>
            <p:cNvSpPr/>
            <p:nvPr/>
          </p:nvSpPr>
          <p:spPr>
            <a:xfrm rot="0">
              <a:off x="267" y="2971"/>
              <a:ext cx="23" cy="28"/>
            </a:xfrm>
            <a:custGeom>
              <a:avLst/>
              <a:ahLst/>
              <a:rect l="0" t="0" r="r" b="b"/>
              <a:pathLst>
                <a:path w="91" h="111">
                  <a:moveTo>
                    <a:pt x="91" y="18"/>
                  </a:moveTo>
                  <a:lnTo>
                    <a:pt x="59" y="9"/>
                  </a:lnTo>
                  <a:lnTo>
                    <a:pt x="28" y="0"/>
                  </a:lnTo>
                  <a:lnTo>
                    <a:pt x="0" y="93"/>
                  </a:lnTo>
                  <a:lnTo>
                    <a:pt x="32" y="102"/>
                  </a:lnTo>
                  <a:lnTo>
                    <a:pt x="63" y="111"/>
                  </a:lnTo>
                  <a:lnTo>
                    <a:pt x="91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70" name=""/>
            <p:cNvSpPr/>
            <p:nvPr/>
          </p:nvSpPr>
          <p:spPr>
            <a:xfrm rot="0">
              <a:off x="267" y="2994"/>
              <a:ext cx="8" cy="3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71" name=""/>
            <p:cNvSpPr/>
            <p:nvPr/>
          </p:nvSpPr>
          <p:spPr>
            <a:xfrm rot="0" flipH="1">
              <a:off x="267" y="29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72" name=""/>
            <p:cNvSpPr/>
            <p:nvPr/>
          </p:nvSpPr>
          <p:spPr>
            <a:xfrm rot="0">
              <a:off x="260" y="2994"/>
              <a:ext cx="23" cy="29"/>
            </a:xfrm>
            <a:custGeom>
              <a:avLst/>
              <a:ahLst/>
              <a:rect l="0" t="0" r="r" b="b"/>
              <a:pathLst>
                <a:path w="92" h="113">
                  <a:moveTo>
                    <a:pt x="92" y="18"/>
                  </a:moveTo>
                  <a:lnTo>
                    <a:pt x="59" y="9"/>
                  </a:lnTo>
                  <a:lnTo>
                    <a:pt x="26" y="0"/>
                  </a:lnTo>
                  <a:lnTo>
                    <a:pt x="0" y="95"/>
                  </a:lnTo>
                  <a:lnTo>
                    <a:pt x="33" y="104"/>
                  </a:lnTo>
                  <a:lnTo>
                    <a:pt x="65" y="113"/>
                  </a:lnTo>
                  <a:lnTo>
                    <a:pt x="92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73" name=""/>
            <p:cNvSpPr/>
            <p:nvPr/>
          </p:nvSpPr>
          <p:spPr>
            <a:xfrm rot="0">
              <a:off x="260" y="2994"/>
              <a:ext cx="23" cy="29"/>
            </a:xfrm>
            <a:custGeom>
              <a:avLst/>
              <a:ahLst/>
              <a:rect l="0" t="0" r="r" b="b"/>
              <a:pathLst>
                <a:path w="92" h="113">
                  <a:moveTo>
                    <a:pt x="92" y="18"/>
                  </a:moveTo>
                  <a:lnTo>
                    <a:pt x="59" y="9"/>
                  </a:lnTo>
                  <a:lnTo>
                    <a:pt x="26" y="0"/>
                  </a:lnTo>
                  <a:lnTo>
                    <a:pt x="0" y="95"/>
                  </a:lnTo>
                  <a:lnTo>
                    <a:pt x="33" y="104"/>
                  </a:lnTo>
                  <a:lnTo>
                    <a:pt x="65" y="113"/>
                  </a:lnTo>
                  <a:lnTo>
                    <a:pt x="92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74" name=""/>
            <p:cNvSpPr/>
            <p:nvPr/>
          </p:nvSpPr>
          <p:spPr>
            <a:xfrm rot="0">
              <a:off x="260" y="3018"/>
              <a:ext cx="9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75" name=""/>
            <p:cNvSpPr/>
            <p:nvPr/>
          </p:nvSpPr>
          <p:spPr>
            <a:xfrm rot="0">
              <a:off x="260" y="30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76" name=""/>
            <p:cNvSpPr/>
            <p:nvPr/>
          </p:nvSpPr>
          <p:spPr>
            <a:xfrm rot="0">
              <a:off x="255" y="3018"/>
              <a:ext cx="22" cy="28"/>
            </a:xfrm>
            <a:custGeom>
              <a:avLst/>
              <a:ahLst/>
              <a:rect l="0" t="0" r="r" b="b"/>
              <a:pathLst>
                <a:path w="88" h="112">
                  <a:moveTo>
                    <a:pt x="88" y="16"/>
                  </a:moveTo>
                  <a:lnTo>
                    <a:pt x="56" y="8"/>
                  </a:lnTo>
                  <a:lnTo>
                    <a:pt x="23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88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77" name=""/>
            <p:cNvSpPr/>
            <p:nvPr/>
          </p:nvSpPr>
          <p:spPr>
            <a:xfrm rot="0">
              <a:off x="255" y="3018"/>
              <a:ext cx="22" cy="28"/>
            </a:xfrm>
            <a:custGeom>
              <a:avLst/>
              <a:ahLst/>
              <a:rect l="0" t="0" r="r" b="b"/>
              <a:pathLst>
                <a:path w="88" h="112">
                  <a:moveTo>
                    <a:pt x="88" y="16"/>
                  </a:moveTo>
                  <a:lnTo>
                    <a:pt x="56" y="8"/>
                  </a:lnTo>
                  <a:lnTo>
                    <a:pt x="23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88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78" name=""/>
            <p:cNvSpPr/>
            <p:nvPr/>
          </p:nvSpPr>
          <p:spPr>
            <a:xfrm rot="0">
              <a:off x="255" y="3042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79" name=""/>
            <p:cNvSpPr/>
            <p:nvPr/>
          </p:nvSpPr>
          <p:spPr>
            <a:xfrm rot="0">
              <a:off x="255" y="30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80" name=""/>
            <p:cNvSpPr/>
            <p:nvPr/>
          </p:nvSpPr>
          <p:spPr>
            <a:xfrm rot="0">
              <a:off x="250" y="3043"/>
              <a:ext cx="21" cy="27"/>
            </a:xfrm>
            <a:custGeom>
              <a:avLst/>
              <a:ahLst/>
              <a:rect l="0" t="0" r="r" b="b"/>
              <a:pathLst>
                <a:path w="85" h="109">
                  <a:moveTo>
                    <a:pt x="85" y="13"/>
                  </a:moveTo>
                  <a:lnTo>
                    <a:pt x="52" y="7"/>
                  </a:lnTo>
                  <a:lnTo>
                    <a:pt x="19" y="0"/>
                  </a:lnTo>
                  <a:lnTo>
                    <a:pt x="0" y="96"/>
                  </a:lnTo>
                  <a:lnTo>
                    <a:pt x="33" y="103"/>
                  </a:lnTo>
                  <a:lnTo>
                    <a:pt x="65" y="109"/>
                  </a:lnTo>
                  <a:lnTo>
                    <a:pt x="8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81" name=""/>
            <p:cNvSpPr/>
            <p:nvPr/>
          </p:nvSpPr>
          <p:spPr>
            <a:xfrm rot="0">
              <a:off x="250" y="3043"/>
              <a:ext cx="21" cy="27"/>
            </a:xfrm>
            <a:custGeom>
              <a:avLst/>
              <a:ahLst/>
              <a:rect l="0" t="0" r="r" b="b"/>
              <a:pathLst>
                <a:path w="85" h="109">
                  <a:moveTo>
                    <a:pt x="85" y="13"/>
                  </a:moveTo>
                  <a:lnTo>
                    <a:pt x="52" y="7"/>
                  </a:lnTo>
                  <a:lnTo>
                    <a:pt x="19" y="0"/>
                  </a:lnTo>
                  <a:lnTo>
                    <a:pt x="0" y="96"/>
                  </a:lnTo>
                  <a:lnTo>
                    <a:pt x="33" y="103"/>
                  </a:lnTo>
                  <a:lnTo>
                    <a:pt x="65" y="109"/>
                  </a:lnTo>
                  <a:lnTo>
                    <a:pt x="85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82" name=""/>
            <p:cNvSpPr/>
            <p:nvPr/>
          </p:nvSpPr>
          <p:spPr>
            <a:xfrm rot="0">
              <a:off x="250" y="3067"/>
              <a:ext cx="8" cy="1"/>
            </a:xfrm>
            <a:custGeom>
              <a:avLst/>
              <a:ahLst/>
              <a:rect l="0" t="0" r="r" b="b"/>
              <a:pathLst>
                <a:path w="33" h="7">
                  <a:moveTo>
                    <a:pt x="33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83" name=""/>
            <p:cNvSpPr/>
            <p:nvPr/>
          </p:nvSpPr>
          <p:spPr>
            <a:xfrm rot="0">
              <a:off x="250" y="3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84" name=""/>
            <p:cNvSpPr/>
            <p:nvPr/>
          </p:nvSpPr>
          <p:spPr>
            <a:xfrm rot="0">
              <a:off x="246" y="3067"/>
              <a:ext cx="20" cy="27"/>
            </a:xfrm>
            <a:custGeom>
              <a:avLst/>
              <a:ahLst/>
              <a:rect l="0" t="0" r="r" b="b"/>
              <a:pathLst>
                <a:path w="81" h="106">
                  <a:moveTo>
                    <a:pt x="81" y="10"/>
                  </a:moveTo>
                  <a:lnTo>
                    <a:pt x="49" y="5"/>
                  </a:lnTo>
                  <a:lnTo>
                    <a:pt x="16" y="0"/>
                  </a:lnTo>
                  <a:lnTo>
                    <a:pt x="0" y="96"/>
                  </a:lnTo>
                  <a:lnTo>
                    <a:pt x="33" y="101"/>
                  </a:lnTo>
                  <a:lnTo>
                    <a:pt x="66" y="106"/>
                  </a:lnTo>
                  <a:lnTo>
                    <a:pt x="8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85" name=""/>
            <p:cNvSpPr/>
            <p:nvPr/>
          </p:nvSpPr>
          <p:spPr>
            <a:xfrm rot="0">
              <a:off x="246" y="3067"/>
              <a:ext cx="20" cy="27"/>
            </a:xfrm>
            <a:custGeom>
              <a:avLst/>
              <a:ahLst/>
              <a:rect l="0" t="0" r="r" b="b"/>
              <a:pathLst>
                <a:path w="81" h="106">
                  <a:moveTo>
                    <a:pt x="81" y="10"/>
                  </a:moveTo>
                  <a:lnTo>
                    <a:pt x="49" y="5"/>
                  </a:lnTo>
                  <a:lnTo>
                    <a:pt x="16" y="0"/>
                  </a:lnTo>
                  <a:lnTo>
                    <a:pt x="0" y="96"/>
                  </a:lnTo>
                  <a:lnTo>
                    <a:pt x="33" y="101"/>
                  </a:lnTo>
                  <a:lnTo>
                    <a:pt x="66" y="106"/>
                  </a:lnTo>
                  <a:lnTo>
                    <a:pt x="81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86" name=""/>
            <p:cNvSpPr/>
            <p:nvPr/>
          </p:nvSpPr>
          <p:spPr>
            <a:xfrm rot="0">
              <a:off x="246" y="3091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87" name=""/>
            <p:cNvSpPr/>
            <p:nvPr/>
          </p:nvSpPr>
          <p:spPr>
            <a:xfrm rot="0">
              <a:off x="246" y="30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88" name=""/>
            <p:cNvSpPr/>
            <p:nvPr/>
          </p:nvSpPr>
          <p:spPr>
            <a:xfrm rot="0">
              <a:off x="243" y="3091"/>
              <a:ext cx="19" cy="26"/>
            </a:xfrm>
            <a:custGeom>
              <a:avLst/>
              <a:ahLst/>
              <a:rect l="0" t="0" r="r" b="b"/>
              <a:pathLst>
                <a:path w="79" h="105">
                  <a:moveTo>
                    <a:pt x="79" y="8"/>
                  </a:moveTo>
                  <a:lnTo>
                    <a:pt x="46" y="4"/>
                  </a:lnTo>
                  <a:lnTo>
                    <a:pt x="13" y="0"/>
                  </a:lnTo>
                  <a:lnTo>
                    <a:pt x="0" y="97"/>
                  </a:lnTo>
                  <a:lnTo>
                    <a:pt x="33" y="101"/>
                  </a:lnTo>
                  <a:lnTo>
                    <a:pt x="65" y="105"/>
                  </a:lnTo>
                  <a:lnTo>
                    <a:pt x="79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89" name=""/>
            <p:cNvSpPr/>
            <p:nvPr/>
          </p:nvSpPr>
          <p:spPr>
            <a:xfrm rot="0">
              <a:off x="243" y="3091"/>
              <a:ext cx="19" cy="26"/>
            </a:xfrm>
            <a:custGeom>
              <a:avLst/>
              <a:ahLst/>
              <a:rect l="0" t="0" r="r" b="b"/>
              <a:pathLst>
                <a:path w="79" h="105">
                  <a:moveTo>
                    <a:pt x="79" y="8"/>
                  </a:moveTo>
                  <a:lnTo>
                    <a:pt x="46" y="4"/>
                  </a:lnTo>
                  <a:lnTo>
                    <a:pt x="13" y="0"/>
                  </a:lnTo>
                  <a:lnTo>
                    <a:pt x="0" y="97"/>
                  </a:lnTo>
                  <a:lnTo>
                    <a:pt x="33" y="101"/>
                  </a:lnTo>
                  <a:lnTo>
                    <a:pt x="65" y="105"/>
                  </a:lnTo>
                  <a:lnTo>
                    <a:pt x="79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90" name=""/>
            <p:cNvSpPr/>
            <p:nvPr/>
          </p:nvSpPr>
          <p:spPr>
            <a:xfrm rot="0">
              <a:off x="243" y="3116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91" name=""/>
            <p:cNvSpPr/>
            <p:nvPr/>
          </p:nvSpPr>
          <p:spPr>
            <a:xfrm rot="0">
              <a:off x="243" y="3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92" name=""/>
            <p:cNvSpPr/>
            <p:nvPr/>
          </p:nvSpPr>
          <p:spPr>
            <a:xfrm rot="0">
              <a:off x="240" y="3116"/>
              <a:ext cx="19" cy="26"/>
            </a:xfrm>
            <a:custGeom>
              <a:avLst/>
              <a:ahLst/>
              <a:rect l="0" t="0" r="r" b="b"/>
              <a:pathLst>
                <a:path w="76" h="105">
                  <a:moveTo>
                    <a:pt x="76" y="8"/>
                  </a:moveTo>
                  <a:lnTo>
                    <a:pt x="44" y="4"/>
                  </a:lnTo>
                  <a:lnTo>
                    <a:pt x="11" y="0"/>
                  </a:lnTo>
                  <a:lnTo>
                    <a:pt x="0" y="97"/>
                  </a:lnTo>
                  <a:lnTo>
                    <a:pt x="33" y="101"/>
                  </a:lnTo>
                  <a:lnTo>
                    <a:pt x="66" y="105"/>
                  </a:lnTo>
                  <a:lnTo>
                    <a:pt x="7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93" name=""/>
            <p:cNvSpPr/>
            <p:nvPr/>
          </p:nvSpPr>
          <p:spPr>
            <a:xfrm rot="0">
              <a:off x="240" y="3116"/>
              <a:ext cx="19" cy="26"/>
            </a:xfrm>
            <a:custGeom>
              <a:avLst/>
              <a:ahLst/>
              <a:rect l="0" t="0" r="r" b="b"/>
              <a:pathLst>
                <a:path w="76" h="105">
                  <a:moveTo>
                    <a:pt x="76" y="8"/>
                  </a:moveTo>
                  <a:lnTo>
                    <a:pt x="44" y="4"/>
                  </a:lnTo>
                  <a:lnTo>
                    <a:pt x="11" y="0"/>
                  </a:lnTo>
                  <a:lnTo>
                    <a:pt x="0" y="97"/>
                  </a:lnTo>
                  <a:lnTo>
                    <a:pt x="33" y="101"/>
                  </a:lnTo>
                  <a:lnTo>
                    <a:pt x="66" y="105"/>
                  </a:lnTo>
                  <a:lnTo>
                    <a:pt x="7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94" name=""/>
            <p:cNvSpPr/>
            <p:nvPr/>
          </p:nvSpPr>
          <p:spPr>
            <a:xfrm rot="0">
              <a:off x="240" y="3140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95" name=""/>
            <p:cNvSpPr/>
            <p:nvPr/>
          </p:nvSpPr>
          <p:spPr>
            <a:xfrm rot="0">
              <a:off x="240" y="31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96" name=""/>
            <p:cNvSpPr/>
            <p:nvPr/>
          </p:nvSpPr>
          <p:spPr>
            <a:xfrm rot="0">
              <a:off x="238" y="3140"/>
              <a:ext cx="18" cy="26"/>
            </a:xfrm>
            <a:custGeom>
              <a:avLst/>
              <a:ahLst/>
              <a:rect l="0" t="0" r="r" b="b"/>
              <a:pathLst>
                <a:path w="74" h="102">
                  <a:moveTo>
                    <a:pt x="74" y="5"/>
                  </a:moveTo>
                  <a:lnTo>
                    <a:pt x="41" y="2"/>
                  </a:lnTo>
                  <a:lnTo>
                    <a:pt x="8" y="0"/>
                  </a:lnTo>
                  <a:lnTo>
                    <a:pt x="0" y="97"/>
                  </a:lnTo>
                  <a:lnTo>
                    <a:pt x="33" y="100"/>
                  </a:lnTo>
                  <a:lnTo>
                    <a:pt x="66" y="102"/>
                  </a:lnTo>
                  <a:lnTo>
                    <a:pt x="7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97" name=""/>
            <p:cNvSpPr/>
            <p:nvPr/>
          </p:nvSpPr>
          <p:spPr>
            <a:xfrm rot="0">
              <a:off x="238" y="3140"/>
              <a:ext cx="18" cy="26"/>
            </a:xfrm>
            <a:custGeom>
              <a:avLst/>
              <a:ahLst/>
              <a:rect l="0" t="0" r="r" b="b"/>
              <a:pathLst>
                <a:path w="74" h="102">
                  <a:moveTo>
                    <a:pt x="74" y="5"/>
                  </a:moveTo>
                  <a:lnTo>
                    <a:pt x="41" y="2"/>
                  </a:lnTo>
                  <a:lnTo>
                    <a:pt x="8" y="0"/>
                  </a:lnTo>
                  <a:lnTo>
                    <a:pt x="0" y="97"/>
                  </a:lnTo>
                  <a:lnTo>
                    <a:pt x="33" y="100"/>
                  </a:lnTo>
                  <a:lnTo>
                    <a:pt x="66" y="102"/>
                  </a:lnTo>
                  <a:lnTo>
                    <a:pt x="74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498" name=""/>
            <p:cNvSpPr/>
            <p:nvPr/>
          </p:nvSpPr>
          <p:spPr>
            <a:xfrm rot="0">
              <a:off x="238" y="3164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499" name=""/>
            <p:cNvSpPr/>
            <p:nvPr/>
          </p:nvSpPr>
          <p:spPr>
            <a:xfrm rot="0">
              <a:off x="238" y="31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00" name=""/>
            <p:cNvSpPr/>
            <p:nvPr/>
          </p:nvSpPr>
          <p:spPr>
            <a:xfrm rot="0">
              <a:off x="237" y="3165"/>
              <a:ext cx="18" cy="25"/>
            </a:xfrm>
            <a:custGeom>
              <a:avLst/>
              <a:ahLst/>
              <a:rect l="0" t="0" r="r" b="b"/>
              <a:pathLst>
                <a:path w="71" h="101">
                  <a:moveTo>
                    <a:pt x="71" y="3"/>
                  </a:moveTo>
                  <a:lnTo>
                    <a:pt x="38" y="2"/>
                  </a:lnTo>
                  <a:lnTo>
                    <a:pt x="5" y="0"/>
                  </a:lnTo>
                  <a:lnTo>
                    <a:pt x="0" y="99"/>
                  </a:lnTo>
                  <a:lnTo>
                    <a:pt x="33" y="100"/>
                  </a:lnTo>
                  <a:lnTo>
                    <a:pt x="66" y="101"/>
                  </a:lnTo>
                  <a:lnTo>
                    <a:pt x="7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01" name=""/>
            <p:cNvSpPr/>
            <p:nvPr/>
          </p:nvSpPr>
          <p:spPr>
            <a:xfrm rot="0">
              <a:off x="237" y="3165"/>
              <a:ext cx="18" cy="25"/>
            </a:xfrm>
            <a:custGeom>
              <a:avLst/>
              <a:ahLst/>
              <a:rect l="0" t="0" r="r" b="b"/>
              <a:pathLst>
                <a:path w="71" h="101">
                  <a:moveTo>
                    <a:pt x="71" y="3"/>
                  </a:moveTo>
                  <a:lnTo>
                    <a:pt x="38" y="2"/>
                  </a:lnTo>
                  <a:lnTo>
                    <a:pt x="5" y="0"/>
                  </a:lnTo>
                  <a:lnTo>
                    <a:pt x="0" y="99"/>
                  </a:lnTo>
                  <a:lnTo>
                    <a:pt x="33" y="100"/>
                  </a:lnTo>
                  <a:lnTo>
                    <a:pt x="66" y="101"/>
                  </a:lnTo>
                  <a:lnTo>
                    <a:pt x="7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02" name=""/>
            <p:cNvSpPr/>
            <p:nvPr/>
          </p:nvSpPr>
          <p:spPr>
            <a:xfrm rot="0">
              <a:off x="237" y="3189"/>
              <a:ext cx="8" cy="1"/>
            </a:xfrm>
            <a:custGeom>
              <a:avLst/>
              <a:ahLst/>
              <a:rect l="0" t="0" r="r" b="b"/>
              <a:pathLst>
                <a:path w="33" h="1">
                  <a:moveTo>
                    <a:pt x="33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03" name=""/>
            <p:cNvSpPr/>
            <p:nvPr/>
          </p:nvSpPr>
          <p:spPr>
            <a:xfrm rot="0">
              <a:off x="237" y="31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04" name=""/>
            <p:cNvSpPr/>
            <p:nvPr/>
          </p:nvSpPr>
          <p:spPr>
            <a:xfrm rot="0">
              <a:off x="236" y="3190"/>
              <a:ext cx="17" cy="24"/>
            </a:xfrm>
            <a:custGeom>
              <a:avLst/>
              <a:ahLst/>
              <a:rect l="0" t="0" r="r" b="b"/>
              <a:pathLst>
                <a:path w="67" h="9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97"/>
                  </a:lnTo>
                  <a:lnTo>
                    <a:pt x="33" y="97"/>
                  </a:lnTo>
                  <a:lnTo>
                    <a:pt x="65" y="9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05" name=""/>
            <p:cNvSpPr/>
            <p:nvPr/>
          </p:nvSpPr>
          <p:spPr>
            <a:xfrm rot="0">
              <a:off x="236" y="3190"/>
              <a:ext cx="17" cy="24"/>
            </a:xfrm>
            <a:custGeom>
              <a:avLst/>
              <a:ahLst/>
              <a:rect l="0" t="0" r="r" b="b"/>
              <a:pathLst>
                <a:path w="67" h="9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97"/>
                  </a:lnTo>
                  <a:lnTo>
                    <a:pt x="33" y="97"/>
                  </a:lnTo>
                  <a:lnTo>
                    <a:pt x="65" y="9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06" name=""/>
            <p:cNvSpPr/>
            <p:nvPr/>
          </p:nvSpPr>
          <p:spPr>
            <a:xfrm rot="0">
              <a:off x="236" y="3214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3" y="0"/>
                  </a:moveTo>
                  <a:lnTo>
                    <a:pt x="65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07" name=""/>
            <p:cNvSpPr/>
            <p:nvPr/>
          </p:nvSpPr>
          <p:spPr>
            <a:xfrm rot="0">
              <a:off x="236" y="3214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65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08" name=""/>
            <p:cNvSpPr/>
            <p:nvPr/>
          </p:nvSpPr>
          <p:spPr>
            <a:xfrm rot="0">
              <a:off x="236" y="3206"/>
              <a:ext cx="9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09" name=""/>
            <p:cNvSpPr/>
            <p:nvPr/>
          </p:nvSpPr>
          <p:spPr>
            <a:xfrm rot="0">
              <a:off x="236" y="3206"/>
              <a:ext cx="9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10" name=""/>
            <p:cNvSpPr/>
            <p:nvPr/>
          </p:nvSpPr>
          <p:spPr>
            <a:xfrm rot="0">
              <a:off x="245" y="3206"/>
              <a:ext cx="327" cy="16"/>
            </a:xfrm>
            <a:custGeom>
              <a:avLst/>
              <a:ahLst/>
              <a:rect l="0" t="0" r="r" b="b"/>
              <a:pathLst>
                <a:path w="131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310" y="67"/>
                  </a:lnTo>
                  <a:lnTo>
                    <a:pt x="1310" y="34"/>
                  </a:lnTo>
                  <a:lnTo>
                    <a:pt x="131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11" name=""/>
            <p:cNvSpPr/>
            <p:nvPr/>
          </p:nvSpPr>
          <p:spPr>
            <a:xfrm rot="0">
              <a:off x="245" y="3206"/>
              <a:ext cx="327" cy="16"/>
            </a:xfrm>
            <a:custGeom>
              <a:avLst/>
              <a:ahLst/>
              <a:rect l="0" t="0" r="r" b="b"/>
              <a:pathLst>
                <a:path w="131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310" y="67"/>
                  </a:lnTo>
                  <a:lnTo>
                    <a:pt x="1310" y="34"/>
                  </a:lnTo>
                  <a:lnTo>
                    <a:pt x="131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12" name=""/>
            <p:cNvSpPr/>
            <p:nvPr/>
          </p:nvSpPr>
          <p:spPr>
            <a:xfrm rot="0">
              <a:off x="572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13" name=""/>
            <p:cNvSpPr/>
            <p:nvPr/>
          </p:nvSpPr>
          <p:spPr>
            <a:xfrm rot="0">
              <a:off x="572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14" name=""/>
            <p:cNvSpPr/>
            <p:nvPr/>
          </p:nvSpPr>
          <p:spPr>
            <a:xfrm rot="0">
              <a:off x="1031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15" name=""/>
            <p:cNvSpPr/>
            <p:nvPr/>
          </p:nvSpPr>
          <p:spPr>
            <a:xfrm rot="0">
              <a:off x="1031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16" name=""/>
            <p:cNvSpPr/>
            <p:nvPr/>
          </p:nvSpPr>
          <p:spPr>
            <a:xfrm rot="0">
              <a:off x="1031" y="2747"/>
              <a:ext cx="17" cy="215"/>
            </a:xfrm>
            <a:custGeom>
              <a:avLst/>
              <a:ahLst/>
              <a:rect l="0" t="0" r="r" b="b"/>
              <a:pathLst>
                <a:path w="67" h="86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861"/>
                  </a:lnTo>
                  <a:lnTo>
                    <a:pt x="33" y="861"/>
                  </a:lnTo>
                  <a:lnTo>
                    <a:pt x="67" y="861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17" name=""/>
            <p:cNvSpPr/>
            <p:nvPr/>
          </p:nvSpPr>
          <p:spPr>
            <a:xfrm rot="0">
              <a:off x="1031" y="2747"/>
              <a:ext cx="17" cy="215"/>
            </a:xfrm>
            <a:custGeom>
              <a:avLst/>
              <a:ahLst/>
              <a:rect l="0" t="0" r="r" b="b"/>
              <a:pathLst>
                <a:path w="67" h="86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861"/>
                  </a:lnTo>
                  <a:lnTo>
                    <a:pt x="33" y="861"/>
                  </a:lnTo>
                  <a:lnTo>
                    <a:pt x="67" y="86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18" name=""/>
            <p:cNvSpPr/>
            <p:nvPr/>
          </p:nvSpPr>
          <p:spPr>
            <a:xfrm rot="0">
              <a:off x="1031" y="2962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19" name=""/>
            <p:cNvSpPr/>
            <p:nvPr/>
          </p:nvSpPr>
          <p:spPr>
            <a:xfrm rot="0">
              <a:off x="1031" y="2962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20" name=""/>
            <p:cNvSpPr/>
            <p:nvPr/>
          </p:nvSpPr>
          <p:spPr>
            <a:xfrm rot="0">
              <a:off x="564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21" name=""/>
            <p:cNvSpPr/>
            <p:nvPr/>
          </p:nvSpPr>
          <p:spPr>
            <a:xfrm rot="0">
              <a:off x="564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22" name=""/>
            <p:cNvSpPr/>
            <p:nvPr/>
          </p:nvSpPr>
          <p:spPr>
            <a:xfrm rot="0">
              <a:off x="572" y="3206"/>
              <a:ext cx="215" cy="16"/>
            </a:xfrm>
            <a:custGeom>
              <a:avLst/>
              <a:ahLst/>
              <a:rect l="0" t="0" r="r" b="b"/>
              <a:pathLst>
                <a:path w="85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859" y="67"/>
                  </a:lnTo>
                  <a:lnTo>
                    <a:pt x="859" y="34"/>
                  </a:lnTo>
                  <a:lnTo>
                    <a:pt x="85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23" name=""/>
            <p:cNvSpPr/>
            <p:nvPr/>
          </p:nvSpPr>
          <p:spPr>
            <a:xfrm rot="0">
              <a:off x="572" y="3206"/>
              <a:ext cx="215" cy="16"/>
            </a:xfrm>
            <a:custGeom>
              <a:avLst/>
              <a:ahLst/>
              <a:rect l="0" t="0" r="r" b="b"/>
              <a:pathLst>
                <a:path w="85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859" y="67"/>
                  </a:lnTo>
                  <a:lnTo>
                    <a:pt x="859" y="34"/>
                  </a:lnTo>
                  <a:lnTo>
                    <a:pt x="85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24" name=""/>
            <p:cNvSpPr/>
            <p:nvPr/>
          </p:nvSpPr>
          <p:spPr>
            <a:xfrm rot="0">
              <a:off x="787" y="3206"/>
              <a:ext cx="9" cy="16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25" name=""/>
            <p:cNvSpPr/>
            <p:nvPr/>
          </p:nvSpPr>
          <p:spPr>
            <a:xfrm rot="0">
              <a:off x="787" y="3206"/>
              <a:ext cx="9" cy="16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26" name=""/>
            <p:cNvSpPr/>
            <p:nvPr/>
          </p:nvSpPr>
          <p:spPr>
            <a:xfrm rot="0">
              <a:off x="1039" y="2954"/>
              <a:ext cx="9" cy="16"/>
            </a:xfrm>
            <a:custGeom>
              <a:avLst/>
              <a:ahLst/>
              <a:rect l="0" t="0" r="r" b="b"/>
              <a:pathLst>
                <a:path w="35" h="66">
                  <a:moveTo>
                    <a:pt x="2" y="33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20" y="5"/>
                  </a:lnTo>
                  <a:lnTo>
                    <a:pt x="28" y="12"/>
                  </a:lnTo>
                  <a:lnTo>
                    <a:pt x="33" y="21"/>
                  </a:lnTo>
                  <a:lnTo>
                    <a:pt x="35" y="32"/>
                  </a:lnTo>
                  <a:lnTo>
                    <a:pt x="35" y="42"/>
                  </a:lnTo>
                  <a:lnTo>
                    <a:pt x="29" y="51"/>
                  </a:lnTo>
                  <a:lnTo>
                    <a:pt x="23" y="59"/>
                  </a:lnTo>
                  <a:lnTo>
                    <a:pt x="14" y="65"/>
                  </a:lnTo>
                  <a:lnTo>
                    <a:pt x="3" y="66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27" name=""/>
            <p:cNvSpPr/>
            <p:nvPr/>
          </p:nvSpPr>
          <p:spPr>
            <a:xfrm rot="0">
              <a:off x="1039" y="2954"/>
              <a:ext cx="9" cy="16"/>
            </a:xfrm>
            <a:custGeom>
              <a:avLst/>
              <a:ahLst/>
              <a:rect l="0" t="0" r="r" b="b"/>
              <a:pathLst>
                <a:path w="35" h="66">
                  <a:moveTo>
                    <a:pt x="0" y="0"/>
                  </a:moveTo>
                  <a:lnTo>
                    <a:pt x="11" y="0"/>
                  </a:lnTo>
                  <a:lnTo>
                    <a:pt x="20" y="5"/>
                  </a:lnTo>
                  <a:lnTo>
                    <a:pt x="28" y="12"/>
                  </a:lnTo>
                  <a:lnTo>
                    <a:pt x="33" y="21"/>
                  </a:lnTo>
                  <a:lnTo>
                    <a:pt x="35" y="32"/>
                  </a:lnTo>
                  <a:lnTo>
                    <a:pt x="35" y="42"/>
                  </a:lnTo>
                  <a:lnTo>
                    <a:pt x="29" y="51"/>
                  </a:lnTo>
                  <a:lnTo>
                    <a:pt x="23" y="59"/>
                  </a:lnTo>
                  <a:lnTo>
                    <a:pt x="14" y="65"/>
                  </a:lnTo>
                  <a:lnTo>
                    <a:pt x="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28" name=""/>
            <p:cNvSpPr/>
            <p:nvPr/>
          </p:nvSpPr>
          <p:spPr>
            <a:xfrm rot="0">
              <a:off x="1025" y="2954"/>
              <a:ext cx="15" cy="17"/>
            </a:xfrm>
            <a:custGeom>
              <a:avLst/>
              <a:ahLst/>
              <a:rect l="0" t="0" r="r" b="b"/>
              <a:pathLst>
                <a:path w="58" h="68">
                  <a:moveTo>
                    <a:pt x="58" y="66"/>
                  </a:moveTo>
                  <a:lnTo>
                    <a:pt x="57" y="33"/>
                  </a:lnTo>
                  <a:lnTo>
                    <a:pt x="55" y="0"/>
                  </a:lnTo>
                  <a:lnTo>
                    <a:pt x="0" y="3"/>
                  </a:lnTo>
                  <a:lnTo>
                    <a:pt x="2" y="36"/>
                  </a:lnTo>
                  <a:lnTo>
                    <a:pt x="3" y="68"/>
                  </a:lnTo>
                  <a:lnTo>
                    <a:pt x="5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29" name=""/>
            <p:cNvSpPr/>
            <p:nvPr/>
          </p:nvSpPr>
          <p:spPr>
            <a:xfrm rot="0">
              <a:off x="1025" y="2954"/>
              <a:ext cx="15" cy="17"/>
            </a:xfrm>
            <a:custGeom>
              <a:avLst/>
              <a:ahLst/>
              <a:rect l="0" t="0" r="r" b="b"/>
              <a:pathLst>
                <a:path w="58" h="68">
                  <a:moveTo>
                    <a:pt x="58" y="66"/>
                  </a:moveTo>
                  <a:lnTo>
                    <a:pt x="57" y="33"/>
                  </a:lnTo>
                  <a:lnTo>
                    <a:pt x="55" y="0"/>
                  </a:lnTo>
                  <a:lnTo>
                    <a:pt x="0" y="3"/>
                  </a:lnTo>
                  <a:lnTo>
                    <a:pt x="2" y="36"/>
                  </a:lnTo>
                  <a:lnTo>
                    <a:pt x="3" y="68"/>
                  </a:lnTo>
                  <a:lnTo>
                    <a:pt x="5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30" name=""/>
            <p:cNvSpPr/>
            <p:nvPr/>
          </p:nvSpPr>
          <p:spPr>
            <a:xfrm rot="0">
              <a:off x="1025" y="2954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31" name=""/>
            <p:cNvSpPr/>
            <p:nvPr/>
          </p:nvSpPr>
          <p:spPr>
            <a:xfrm rot="0" flipH="1">
              <a:off x="1025" y="2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32" name=""/>
            <p:cNvSpPr/>
            <p:nvPr/>
          </p:nvSpPr>
          <p:spPr>
            <a:xfrm rot="0">
              <a:off x="1012" y="2954"/>
              <a:ext cx="14" cy="18"/>
            </a:xfrm>
            <a:custGeom>
              <a:avLst/>
              <a:ahLst/>
              <a:rect l="0" t="0" r="r" b="b"/>
              <a:pathLst>
                <a:path w="59" h="69">
                  <a:moveTo>
                    <a:pt x="59" y="65"/>
                  </a:moveTo>
                  <a:lnTo>
                    <a:pt x="57" y="33"/>
                  </a:lnTo>
                  <a:lnTo>
                    <a:pt x="54" y="0"/>
                  </a:lnTo>
                  <a:lnTo>
                    <a:pt x="0" y="4"/>
                  </a:lnTo>
                  <a:lnTo>
                    <a:pt x="3" y="37"/>
                  </a:lnTo>
                  <a:lnTo>
                    <a:pt x="5" y="69"/>
                  </a:lnTo>
                  <a:lnTo>
                    <a:pt x="59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33" name=""/>
            <p:cNvSpPr/>
            <p:nvPr/>
          </p:nvSpPr>
          <p:spPr>
            <a:xfrm rot="0">
              <a:off x="1012" y="2954"/>
              <a:ext cx="14" cy="18"/>
            </a:xfrm>
            <a:custGeom>
              <a:avLst/>
              <a:ahLst/>
              <a:rect l="0" t="0" r="r" b="b"/>
              <a:pathLst>
                <a:path w="59" h="69">
                  <a:moveTo>
                    <a:pt x="59" y="65"/>
                  </a:moveTo>
                  <a:lnTo>
                    <a:pt x="57" y="33"/>
                  </a:lnTo>
                  <a:lnTo>
                    <a:pt x="54" y="0"/>
                  </a:lnTo>
                  <a:lnTo>
                    <a:pt x="0" y="4"/>
                  </a:lnTo>
                  <a:lnTo>
                    <a:pt x="3" y="37"/>
                  </a:lnTo>
                  <a:lnTo>
                    <a:pt x="5" y="69"/>
                  </a:lnTo>
                  <a:lnTo>
                    <a:pt x="59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34" name=""/>
            <p:cNvSpPr/>
            <p:nvPr/>
          </p:nvSpPr>
          <p:spPr>
            <a:xfrm rot="0">
              <a:off x="1011" y="2955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6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35" name=""/>
            <p:cNvSpPr/>
            <p:nvPr/>
          </p:nvSpPr>
          <p:spPr>
            <a:xfrm rot="0" flipH="1">
              <a:off x="1011" y="29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36" name=""/>
            <p:cNvSpPr/>
            <p:nvPr/>
          </p:nvSpPr>
          <p:spPr>
            <a:xfrm rot="0">
              <a:off x="997" y="2955"/>
              <a:ext cx="16" cy="19"/>
            </a:xfrm>
            <a:custGeom>
              <a:avLst/>
              <a:ahLst/>
              <a:rect l="0" t="0" r="r" b="b"/>
              <a:pathLst>
                <a:path w="64" h="73">
                  <a:moveTo>
                    <a:pt x="64" y="65"/>
                  </a:moveTo>
                  <a:lnTo>
                    <a:pt x="59" y="33"/>
                  </a:lnTo>
                  <a:lnTo>
                    <a:pt x="53" y="0"/>
                  </a:lnTo>
                  <a:lnTo>
                    <a:pt x="0" y="8"/>
                  </a:lnTo>
                  <a:lnTo>
                    <a:pt x="5" y="40"/>
                  </a:lnTo>
                  <a:lnTo>
                    <a:pt x="10" y="73"/>
                  </a:lnTo>
                  <a:lnTo>
                    <a:pt x="64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37" name=""/>
            <p:cNvSpPr/>
            <p:nvPr/>
          </p:nvSpPr>
          <p:spPr>
            <a:xfrm rot="0">
              <a:off x="997" y="2955"/>
              <a:ext cx="16" cy="19"/>
            </a:xfrm>
            <a:custGeom>
              <a:avLst/>
              <a:ahLst/>
              <a:rect l="0" t="0" r="r" b="b"/>
              <a:pathLst>
                <a:path w="64" h="73">
                  <a:moveTo>
                    <a:pt x="64" y="65"/>
                  </a:moveTo>
                  <a:lnTo>
                    <a:pt x="59" y="33"/>
                  </a:lnTo>
                  <a:lnTo>
                    <a:pt x="53" y="0"/>
                  </a:lnTo>
                  <a:lnTo>
                    <a:pt x="0" y="8"/>
                  </a:lnTo>
                  <a:lnTo>
                    <a:pt x="5" y="40"/>
                  </a:lnTo>
                  <a:lnTo>
                    <a:pt x="10" y="73"/>
                  </a:lnTo>
                  <a:lnTo>
                    <a:pt x="64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38" name=""/>
            <p:cNvSpPr/>
            <p:nvPr/>
          </p:nvSpPr>
          <p:spPr>
            <a:xfrm rot="0">
              <a:off x="997" y="2957"/>
              <a:ext cx="2" cy="8"/>
            </a:xfrm>
            <a:custGeom>
              <a:avLst/>
              <a:ahLst/>
              <a:rect l="0" t="0" r="r" b="b"/>
              <a:pathLst>
                <a:path w="5" h="32">
                  <a:moveTo>
                    <a:pt x="5" y="3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39" name=""/>
            <p:cNvSpPr/>
            <p:nvPr/>
          </p:nvSpPr>
          <p:spPr>
            <a:xfrm rot="0">
              <a:off x="997" y="2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40" name=""/>
            <p:cNvSpPr/>
            <p:nvPr/>
          </p:nvSpPr>
          <p:spPr>
            <a:xfrm rot="0">
              <a:off x="984" y="2957"/>
              <a:ext cx="16" cy="19"/>
            </a:xfrm>
            <a:custGeom>
              <a:avLst/>
              <a:ahLst/>
              <a:rect l="0" t="0" r="r" b="b"/>
              <a:pathLst>
                <a:path w="64" h="74">
                  <a:moveTo>
                    <a:pt x="64" y="65"/>
                  </a:moveTo>
                  <a:lnTo>
                    <a:pt x="59" y="32"/>
                  </a:lnTo>
                  <a:lnTo>
                    <a:pt x="54" y="0"/>
                  </a:lnTo>
                  <a:lnTo>
                    <a:pt x="0" y="9"/>
                  </a:lnTo>
                  <a:lnTo>
                    <a:pt x="5" y="42"/>
                  </a:lnTo>
                  <a:lnTo>
                    <a:pt x="10" y="74"/>
                  </a:lnTo>
                  <a:lnTo>
                    <a:pt x="64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41" name=""/>
            <p:cNvSpPr/>
            <p:nvPr/>
          </p:nvSpPr>
          <p:spPr>
            <a:xfrm rot="0">
              <a:off x="984" y="2957"/>
              <a:ext cx="16" cy="19"/>
            </a:xfrm>
            <a:custGeom>
              <a:avLst/>
              <a:ahLst/>
              <a:rect l="0" t="0" r="r" b="b"/>
              <a:pathLst>
                <a:path w="64" h="74">
                  <a:moveTo>
                    <a:pt x="64" y="65"/>
                  </a:moveTo>
                  <a:lnTo>
                    <a:pt x="59" y="32"/>
                  </a:lnTo>
                  <a:lnTo>
                    <a:pt x="54" y="0"/>
                  </a:lnTo>
                  <a:lnTo>
                    <a:pt x="0" y="9"/>
                  </a:lnTo>
                  <a:lnTo>
                    <a:pt x="5" y="42"/>
                  </a:lnTo>
                  <a:lnTo>
                    <a:pt x="10" y="74"/>
                  </a:lnTo>
                  <a:lnTo>
                    <a:pt x="64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42" name=""/>
            <p:cNvSpPr/>
            <p:nvPr/>
          </p:nvSpPr>
          <p:spPr>
            <a:xfrm rot="0">
              <a:off x="983" y="2959"/>
              <a:ext cx="2" cy="9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43" name=""/>
            <p:cNvSpPr/>
            <p:nvPr/>
          </p:nvSpPr>
          <p:spPr>
            <a:xfrm rot="0" flipH="1">
              <a:off x="983" y="2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44" name=""/>
            <p:cNvSpPr/>
            <p:nvPr/>
          </p:nvSpPr>
          <p:spPr>
            <a:xfrm rot="0">
              <a:off x="970" y="2959"/>
              <a:ext cx="17" cy="20"/>
            </a:xfrm>
            <a:custGeom>
              <a:avLst/>
              <a:ahLst/>
              <a:rect l="0" t="0" r="r" b="b"/>
              <a:pathLst>
                <a:path w="70" h="79">
                  <a:moveTo>
                    <a:pt x="70" y="65"/>
                  </a:moveTo>
                  <a:lnTo>
                    <a:pt x="62" y="33"/>
                  </a:lnTo>
                  <a:lnTo>
                    <a:pt x="54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7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45" name=""/>
            <p:cNvSpPr/>
            <p:nvPr/>
          </p:nvSpPr>
          <p:spPr>
            <a:xfrm rot="0">
              <a:off x="970" y="2959"/>
              <a:ext cx="17" cy="20"/>
            </a:xfrm>
            <a:custGeom>
              <a:avLst/>
              <a:ahLst/>
              <a:rect l="0" t="0" r="r" b="b"/>
              <a:pathLst>
                <a:path w="70" h="79">
                  <a:moveTo>
                    <a:pt x="70" y="65"/>
                  </a:moveTo>
                  <a:lnTo>
                    <a:pt x="62" y="33"/>
                  </a:lnTo>
                  <a:lnTo>
                    <a:pt x="54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7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46" name=""/>
            <p:cNvSpPr/>
            <p:nvPr/>
          </p:nvSpPr>
          <p:spPr>
            <a:xfrm rot="0">
              <a:off x="969" y="2963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47" name=""/>
            <p:cNvSpPr/>
            <p:nvPr/>
          </p:nvSpPr>
          <p:spPr>
            <a:xfrm rot="0" flipH="1">
              <a:off x="969" y="2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48" name=""/>
            <p:cNvSpPr/>
            <p:nvPr/>
          </p:nvSpPr>
          <p:spPr>
            <a:xfrm rot="0">
              <a:off x="956" y="2963"/>
              <a:ext cx="18" cy="20"/>
            </a:xfrm>
            <a:custGeom>
              <a:avLst/>
              <a:ahLst/>
              <a:rect l="0" t="0" r="r" b="b"/>
              <a:pathLst>
                <a:path w="73" h="80">
                  <a:moveTo>
                    <a:pt x="73" y="63"/>
                  </a:moveTo>
                  <a:lnTo>
                    <a:pt x="62" y="32"/>
                  </a:lnTo>
                  <a:lnTo>
                    <a:pt x="52" y="0"/>
                  </a:lnTo>
                  <a:lnTo>
                    <a:pt x="0" y="17"/>
                  </a:lnTo>
                  <a:lnTo>
                    <a:pt x="11" y="49"/>
                  </a:lnTo>
                  <a:lnTo>
                    <a:pt x="21" y="80"/>
                  </a:lnTo>
                  <a:lnTo>
                    <a:pt x="7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49" name=""/>
            <p:cNvSpPr/>
            <p:nvPr/>
          </p:nvSpPr>
          <p:spPr>
            <a:xfrm rot="0">
              <a:off x="956" y="2963"/>
              <a:ext cx="18" cy="20"/>
            </a:xfrm>
            <a:custGeom>
              <a:avLst/>
              <a:ahLst/>
              <a:rect l="0" t="0" r="r" b="b"/>
              <a:pathLst>
                <a:path w="73" h="80">
                  <a:moveTo>
                    <a:pt x="73" y="63"/>
                  </a:moveTo>
                  <a:lnTo>
                    <a:pt x="62" y="32"/>
                  </a:lnTo>
                  <a:lnTo>
                    <a:pt x="52" y="0"/>
                  </a:lnTo>
                  <a:lnTo>
                    <a:pt x="0" y="17"/>
                  </a:lnTo>
                  <a:lnTo>
                    <a:pt x="11" y="49"/>
                  </a:lnTo>
                  <a:lnTo>
                    <a:pt x="21" y="80"/>
                  </a:lnTo>
                  <a:lnTo>
                    <a:pt x="7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50" name=""/>
            <p:cNvSpPr/>
            <p:nvPr/>
          </p:nvSpPr>
          <p:spPr>
            <a:xfrm rot="0">
              <a:off x="956" y="2967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51" name=""/>
            <p:cNvSpPr/>
            <p:nvPr/>
          </p:nvSpPr>
          <p:spPr>
            <a:xfrm rot="0" flipH="1">
              <a:off x="956" y="2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52" name=""/>
            <p:cNvSpPr/>
            <p:nvPr/>
          </p:nvSpPr>
          <p:spPr>
            <a:xfrm rot="0">
              <a:off x="943" y="2967"/>
              <a:ext cx="19" cy="21"/>
            </a:xfrm>
            <a:custGeom>
              <a:avLst/>
              <a:ahLst/>
              <a:rect l="0" t="0" r="r" b="b"/>
              <a:pathLst>
                <a:path w="75" h="82">
                  <a:moveTo>
                    <a:pt x="75" y="63"/>
                  </a:moveTo>
                  <a:lnTo>
                    <a:pt x="63" y="32"/>
                  </a:lnTo>
                  <a:lnTo>
                    <a:pt x="51" y="0"/>
                  </a:lnTo>
                  <a:lnTo>
                    <a:pt x="0" y="19"/>
                  </a:lnTo>
                  <a:lnTo>
                    <a:pt x="12" y="50"/>
                  </a:lnTo>
                  <a:lnTo>
                    <a:pt x="23" y="82"/>
                  </a:lnTo>
                  <a:lnTo>
                    <a:pt x="75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53" name=""/>
            <p:cNvSpPr/>
            <p:nvPr/>
          </p:nvSpPr>
          <p:spPr>
            <a:xfrm rot="0">
              <a:off x="943" y="2967"/>
              <a:ext cx="19" cy="21"/>
            </a:xfrm>
            <a:custGeom>
              <a:avLst/>
              <a:ahLst/>
              <a:rect l="0" t="0" r="r" b="b"/>
              <a:pathLst>
                <a:path w="75" h="82">
                  <a:moveTo>
                    <a:pt x="75" y="63"/>
                  </a:moveTo>
                  <a:lnTo>
                    <a:pt x="63" y="32"/>
                  </a:lnTo>
                  <a:lnTo>
                    <a:pt x="51" y="0"/>
                  </a:lnTo>
                  <a:lnTo>
                    <a:pt x="0" y="19"/>
                  </a:lnTo>
                  <a:lnTo>
                    <a:pt x="12" y="50"/>
                  </a:lnTo>
                  <a:lnTo>
                    <a:pt x="23" y="82"/>
                  </a:lnTo>
                  <a:lnTo>
                    <a:pt x="7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54" name=""/>
            <p:cNvSpPr/>
            <p:nvPr/>
          </p:nvSpPr>
          <p:spPr>
            <a:xfrm rot="0">
              <a:off x="943" y="2972"/>
              <a:ext cx="3" cy="8"/>
            </a:xfrm>
            <a:custGeom>
              <a:avLst/>
              <a:ahLst/>
              <a:rect l="0" t="0" r="r" b="b"/>
              <a:pathLst>
                <a:path w="14" h="31">
                  <a:moveTo>
                    <a:pt x="14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55" name=""/>
            <p:cNvSpPr/>
            <p:nvPr/>
          </p:nvSpPr>
          <p:spPr>
            <a:xfrm rot="0" flipH="1">
              <a:off x="943" y="29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56" name=""/>
            <p:cNvSpPr/>
            <p:nvPr/>
          </p:nvSpPr>
          <p:spPr>
            <a:xfrm rot="0">
              <a:off x="930" y="2972"/>
              <a:ext cx="19" cy="21"/>
            </a:xfrm>
            <a:custGeom>
              <a:avLst/>
              <a:ahLst/>
              <a:rect l="0" t="0" r="r" b="b"/>
              <a:pathLst>
                <a:path w="77" h="84">
                  <a:moveTo>
                    <a:pt x="77" y="63"/>
                  </a:moveTo>
                  <a:lnTo>
                    <a:pt x="64" y="31"/>
                  </a:lnTo>
                  <a:lnTo>
                    <a:pt x="50" y="0"/>
                  </a:lnTo>
                  <a:lnTo>
                    <a:pt x="0" y="21"/>
                  </a:lnTo>
                  <a:lnTo>
                    <a:pt x="14" y="52"/>
                  </a:lnTo>
                  <a:lnTo>
                    <a:pt x="27" y="84"/>
                  </a:lnTo>
                  <a:lnTo>
                    <a:pt x="77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57" name=""/>
            <p:cNvSpPr/>
            <p:nvPr/>
          </p:nvSpPr>
          <p:spPr>
            <a:xfrm rot="0">
              <a:off x="930" y="2972"/>
              <a:ext cx="19" cy="21"/>
            </a:xfrm>
            <a:custGeom>
              <a:avLst/>
              <a:ahLst/>
              <a:rect l="0" t="0" r="r" b="b"/>
              <a:pathLst>
                <a:path w="77" h="84">
                  <a:moveTo>
                    <a:pt x="77" y="63"/>
                  </a:moveTo>
                  <a:lnTo>
                    <a:pt x="64" y="31"/>
                  </a:lnTo>
                  <a:lnTo>
                    <a:pt x="50" y="0"/>
                  </a:lnTo>
                  <a:lnTo>
                    <a:pt x="0" y="21"/>
                  </a:lnTo>
                  <a:lnTo>
                    <a:pt x="14" y="52"/>
                  </a:lnTo>
                  <a:lnTo>
                    <a:pt x="27" y="84"/>
                  </a:lnTo>
                  <a:lnTo>
                    <a:pt x="77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58" name=""/>
            <p:cNvSpPr/>
            <p:nvPr/>
          </p:nvSpPr>
          <p:spPr>
            <a:xfrm rot="0">
              <a:off x="930" y="2977"/>
              <a:ext cx="4" cy="8"/>
            </a:xfrm>
            <a:custGeom>
              <a:avLst/>
              <a:ahLst/>
              <a:rect l="0" t="0" r="r" b="b"/>
              <a:pathLst>
                <a:path w="15" h="31">
                  <a:moveTo>
                    <a:pt x="15" y="3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59" name=""/>
            <p:cNvSpPr/>
            <p:nvPr/>
          </p:nvSpPr>
          <p:spPr>
            <a:xfrm rot="0" flipH="1">
              <a:off x="930" y="2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60" name=""/>
            <p:cNvSpPr/>
            <p:nvPr/>
          </p:nvSpPr>
          <p:spPr>
            <a:xfrm rot="0">
              <a:off x="918" y="2978"/>
              <a:ext cx="19" cy="21"/>
            </a:xfrm>
            <a:custGeom>
              <a:avLst/>
              <a:ahLst/>
              <a:rect l="0" t="0" r="r" b="b"/>
              <a:pathLst>
                <a:path w="79" h="85">
                  <a:moveTo>
                    <a:pt x="79" y="61"/>
                  </a:moveTo>
                  <a:lnTo>
                    <a:pt x="65" y="30"/>
                  </a:lnTo>
                  <a:lnTo>
                    <a:pt x="50" y="0"/>
                  </a:lnTo>
                  <a:lnTo>
                    <a:pt x="0" y="25"/>
                  </a:lnTo>
                  <a:lnTo>
                    <a:pt x="15" y="55"/>
                  </a:lnTo>
                  <a:lnTo>
                    <a:pt x="29" y="85"/>
                  </a:lnTo>
                  <a:lnTo>
                    <a:pt x="79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61" name=""/>
            <p:cNvSpPr/>
            <p:nvPr/>
          </p:nvSpPr>
          <p:spPr>
            <a:xfrm rot="0">
              <a:off x="918" y="2978"/>
              <a:ext cx="19" cy="21"/>
            </a:xfrm>
            <a:custGeom>
              <a:avLst/>
              <a:ahLst/>
              <a:rect l="0" t="0" r="r" b="b"/>
              <a:pathLst>
                <a:path w="79" h="85">
                  <a:moveTo>
                    <a:pt x="79" y="61"/>
                  </a:moveTo>
                  <a:lnTo>
                    <a:pt x="65" y="30"/>
                  </a:lnTo>
                  <a:lnTo>
                    <a:pt x="50" y="0"/>
                  </a:lnTo>
                  <a:lnTo>
                    <a:pt x="0" y="25"/>
                  </a:lnTo>
                  <a:lnTo>
                    <a:pt x="15" y="55"/>
                  </a:lnTo>
                  <a:lnTo>
                    <a:pt x="29" y="85"/>
                  </a:lnTo>
                  <a:lnTo>
                    <a:pt x="79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62" name=""/>
            <p:cNvSpPr/>
            <p:nvPr/>
          </p:nvSpPr>
          <p:spPr>
            <a:xfrm rot="0">
              <a:off x="917" y="2984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63" name=""/>
            <p:cNvSpPr/>
            <p:nvPr/>
          </p:nvSpPr>
          <p:spPr>
            <a:xfrm rot="0" flipH="1">
              <a:off x="917" y="2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64" name=""/>
            <p:cNvSpPr/>
            <p:nvPr/>
          </p:nvSpPr>
          <p:spPr>
            <a:xfrm rot="0">
              <a:off x="905" y="2984"/>
              <a:ext cx="20" cy="21"/>
            </a:xfrm>
            <a:custGeom>
              <a:avLst/>
              <a:ahLst/>
              <a:rect l="0" t="0" r="r" b="b"/>
              <a:pathLst>
                <a:path w="78" h="84">
                  <a:moveTo>
                    <a:pt x="78" y="58"/>
                  </a:moveTo>
                  <a:lnTo>
                    <a:pt x="63" y="29"/>
                  </a:lnTo>
                  <a:lnTo>
                    <a:pt x="47" y="0"/>
                  </a:lnTo>
                  <a:lnTo>
                    <a:pt x="0" y="27"/>
                  </a:lnTo>
                  <a:lnTo>
                    <a:pt x="15" y="56"/>
                  </a:lnTo>
                  <a:lnTo>
                    <a:pt x="31" y="84"/>
                  </a:lnTo>
                  <a:lnTo>
                    <a:pt x="7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65" name=""/>
            <p:cNvSpPr/>
            <p:nvPr/>
          </p:nvSpPr>
          <p:spPr>
            <a:xfrm rot="0">
              <a:off x="905" y="2984"/>
              <a:ext cx="20" cy="21"/>
            </a:xfrm>
            <a:custGeom>
              <a:avLst/>
              <a:ahLst/>
              <a:rect l="0" t="0" r="r" b="b"/>
              <a:pathLst>
                <a:path w="78" h="84">
                  <a:moveTo>
                    <a:pt x="78" y="58"/>
                  </a:moveTo>
                  <a:lnTo>
                    <a:pt x="63" y="29"/>
                  </a:lnTo>
                  <a:lnTo>
                    <a:pt x="47" y="0"/>
                  </a:lnTo>
                  <a:lnTo>
                    <a:pt x="0" y="27"/>
                  </a:lnTo>
                  <a:lnTo>
                    <a:pt x="15" y="56"/>
                  </a:lnTo>
                  <a:lnTo>
                    <a:pt x="31" y="84"/>
                  </a:lnTo>
                  <a:lnTo>
                    <a:pt x="7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66" name=""/>
            <p:cNvSpPr/>
            <p:nvPr/>
          </p:nvSpPr>
          <p:spPr>
            <a:xfrm rot="0">
              <a:off x="905" y="2991"/>
              <a:ext cx="4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67" name=""/>
            <p:cNvSpPr/>
            <p:nvPr/>
          </p:nvSpPr>
          <p:spPr>
            <a:xfrm rot="0" flipH="1">
              <a:off x="905" y="2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68" name=""/>
            <p:cNvSpPr/>
            <p:nvPr/>
          </p:nvSpPr>
          <p:spPr>
            <a:xfrm rot="0">
              <a:off x="893" y="2991"/>
              <a:ext cx="21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5"/>
                  </a:moveTo>
                  <a:lnTo>
                    <a:pt x="64" y="28"/>
                  </a:lnTo>
                  <a:lnTo>
                    <a:pt x="46" y="0"/>
                  </a:lnTo>
                  <a:lnTo>
                    <a:pt x="0" y="30"/>
                  </a:lnTo>
                  <a:lnTo>
                    <a:pt x="18" y="58"/>
                  </a:lnTo>
                  <a:lnTo>
                    <a:pt x="37" y="85"/>
                  </a:lnTo>
                  <a:lnTo>
                    <a:pt x="83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69" name=""/>
            <p:cNvSpPr/>
            <p:nvPr/>
          </p:nvSpPr>
          <p:spPr>
            <a:xfrm rot="0">
              <a:off x="893" y="2991"/>
              <a:ext cx="21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5"/>
                  </a:moveTo>
                  <a:lnTo>
                    <a:pt x="64" y="28"/>
                  </a:lnTo>
                  <a:lnTo>
                    <a:pt x="46" y="0"/>
                  </a:lnTo>
                  <a:lnTo>
                    <a:pt x="0" y="30"/>
                  </a:lnTo>
                  <a:lnTo>
                    <a:pt x="18" y="58"/>
                  </a:lnTo>
                  <a:lnTo>
                    <a:pt x="37" y="85"/>
                  </a:lnTo>
                  <a:lnTo>
                    <a:pt x="83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70" name=""/>
            <p:cNvSpPr/>
            <p:nvPr/>
          </p:nvSpPr>
          <p:spPr>
            <a:xfrm rot="0">
              <a:off x="893" y="2999"/>
              <a:ext cx="5" cy="6"/>
            </a:xfrm>
            <a:custGeom>
              <a:avLst/>
              <a:ahLst/>
              <a:rect l="0" t="0" r="r" b="b"/>
              <a:pathLst>
                <a:path w="19" h="28">
                  <a:moveTo>
                    <a:pt x="19" y="28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71" name=""/>
            <p:cNvSpPr/>
            <p:nvPr/>
          </p:nvSpPr>
          <p:spPr>
            <a:xfrm rot="0" flipH="1">
              <a:off x="893" y="2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72" name=""/>
            <p:cNvSpPr/>
            <p:nvPr/>
          </p:nvSpPr>
          <p:spPr>
            <a:xfrm rot="0">
              <a:off x="882" y="2999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5"/>
                  </a:moveTo>
                  <a:lnTo>
                    <a:pt x="64" y="28"/>
                  </a:lnTo>
                  <a:lnTo>
                    <a:pt x="45" y="0"/>
                  </a:lnTo>
                  <a:lnTo>
                    <a:pt x="0" y="32"/>
                  </a:lnTo>
                  <a:lnTo>
                    <a:pt x="20" y="59"/>
                  </a:lnTo>
                  <a:lnTo>
                    <a:pt x="39" y="87"/>
                  </a:lnTo>
                  <a:lnTo>
                    <a:pt x="8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73" name=""/>
            <p:cNvSpPr/>
            <p:nvPr/>
          </p:nvSpPr>
          <p:spPr>
            <a:xfrm rot="0">
              <a:off x="882" y="2999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5"/>
                  </a:moveTo>
                  <a:lnTo>
                    <a:pt x="64" y="28"/>
                  </a:lnTo>
                  <a:lnTo>
                    <a:pt x="45" y="0"/>
                  </a:lnTo>
                  <a:lnTo>
                    <a:pt x="0" y="32"/>
                  </a:lnTo>
                  <a:lnTo>
                    <a:pt x="20" y="59"/>
                  </a:lnTo>
                  <a:lnTo>
                    <a:pt x="39" y="87"/>
                  </a:lnTo>
                  <a:lnTo>
                    <a:pt x="8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74" name=""/>
            <p:cNvSpPr/>
            <p:nvPr/>
          </p:nvSpPr>
          <p:spPr>
            <a:xfrm rot="0">
              <a:off x="881" y="3006"/>
              <a:ext cx="6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75" name=""/>
            <p:cNvSpPr/>
            <p:nvPr/>
          </p:nvSpPr>
          <p:spPr>
            <a:xfrm rot="0" flipH="1">
              <a:off x="881" y="30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76" name=""/>
            <p:cNvSpPr/>
            <p:nvPr/>
          </p:nvSpPr>
          <p:spPr>
            <a:xfrm rot="0">
              <a:off x="871" y="3007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3"/>
                  </a:moveTo>
                  <a:lnTo>
                    <a:pt x="63" y="26"/>
                  </a:lnTo>
                  <a:lnTo>
                    <a:pt x="42" y="0"/>
                  </a:lnTo>
                  <a:lnTo>
                    <a:pt x="0" y="34"/>
                  </a:lnTo>
                  <a:lnTo>
                    <a:pt x="21" y="60"/>
                  </a:lnTo>
                  <a:lnTo>
                    <a:pt x="42" y="87"/>
                  </a:lnTo>
                  <a:lnTo>
                    <a:pt x="84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77" name=""/>
            <p:cNvSpPr/>
            <p:nvPr/>
          </p:nvSpPr>
          <p:spPr>
            <a:xfrm rot="0">
              <a:off x="871" y="3007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3"/>
                  </a:moveTo>
                  <a:lnTo>
                    <a:pt x="63" y="26"/>
                  </a:lnTo>
                  <a:lnTo>
                    <a:pt x="42" y="0"/>
                  </a:lnTo>
                  <a:lnTo>
                    <a:pt x="0" y="34"/>
                  </a:lnTo>
                  <a:lnTo>
                    <a:pt x="21" y="60"/>
                  </a:lnTo>
                  <a:lnTo>
                    <a:pt x="42" y="87"/>
                  </a:lnTo>
                  <a:lnTo>
                    <a:pt x="84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78" name=""/>
            <p:cNvSpPr/>
            <p:nvPr/>
          </p:nvSpPr>
          <p:spPr>
            <a:xfrm rot="0">
              <a:off x="871" y="3015"/>
              <a:ext cx="5" cy="7"/>
            </a:xfrm>
            <a:custGeom>
              <a:avLst/>
              <a:ahLst/>
              <a:rect l="0" t="0" r="r" b="b"/>
              <a:pathLst>
                <a:path w="23" h="26">
                  <a:moveTo>
                    <a:pt x="23" y="2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79" name=""/>
            <p:cNvSpPr/>
            <p:nvPr/>
          </p:nvSpPr>
          <p:spPr>
            <a:xfrm rot="0" flipH="1">
              <a:off x="871" y="3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80" name=""/>
            <p:cNvSpPr/>
            <p:nvPr/>
          </p:nvSpPr>
          <p:spPr>
            <a:xfrm rot="0">
              <a:off x="860" y="3016"/>
              <a:ext cx="22" cy="21"/>
            </a:xfrm>
            <a:custGeom>
              <a:avLst/>
              <a:ahLst/>
              <a:rect l="0" t="0" r="r" b="b"/>
              <a:pathLst>
                <a:path w="85" h="86">
                  <a:moveTo>
                    <a:pt x="85" y="49"/>
                  </a:moveTo>
                  <a:lnTo>
                    <a:pt x="63" y="24"/>
                  </a:lnTo>
                  <a:lnTo>
                    <a:pt x="40" y="0"/>
                  </a:lnTo>
                  <a:lnTo>
                    <a:pt x="0" y="36"/>
                  </a:lnTo>
                  <a:lnTo>
                    <a:pt x="22" y="61"/>
                  </a:lnTo>
                  <a:lnTo>
                    <a:pt x="44" y="86"/>
                  </a:lnTo>
                  <a:lnTo>
                    <a:pt x="85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81" name=""/>
            <p:cNvSpPr/>
            <p:nvPr/>
          </p:nvSpPr>
          <p:spPr>
            <a:xfrm rot="0">
              <a:off x="860" y="3016"/>
              <a:ext cx="22" cy="21"/>
            </a:xfrm>
            <a:custGeom>
              <a:avLst/>
              <a:ahLst/>
              <a:rect l="0" t="0" r="r" b="b"/>
              <a:pathLst>
                <a:path w="85" h="86">
                  <a:moveTo>
                    <a:pt x="85" y="49"/>
                  </a:moveTo>
                  <a:lnTo>
                    <a:pt x="63" y="24"/>
                  </a:lnTo>
                  <a:lnTo>
                    <a:pt x="40" y="0"/>
                  </a:lnTo>
                  <a:lnTo>
                    <a:pt x="0" y="36"/>
                  </a:lnTo>
                  <a:lnTo>
                    <a:pt x="22" y="61"/>
                  </a:lnTo>
                  <a:lnTo>
                    <a:pt x="44" y="86"/>
                  </a:lnTo>
                  <a:lnTo>
                    <a:pt x="85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82" name=""/>
            <p:cNvSpPr/>
            <p:nvPr/>
          </p:nvSpPr>
          <p:spPr>
            <a:xfrm rot="0">
              <a:off x="860" y="3025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83" name=""/>
            <p:cNvSpPr/>
            <p:nvPr/>
          </p:nvSpPr>
          <p:spPr>
            <a:xfrm rot="0" flipH="1">
              <a:off x="860" y="3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84" name=""/>
            <p:cNvSpPr/>
            <p:nvPr/>
          </p:nvSpPr>
          <p:spPr>
            <a:xfrm rot="0">
              <a:off x="851" y="3025"/>
              <a:ext cx="21" cy="22"/>
            </a:xfrm>
            <a:custGeom>
              <a:avLst/>
              <a:ahLst/>
              <a:rect l="0" t="0" r="r" b="b"/>
              <a:pathLst>
                <a:path w="85" h="85">
                  <a:moveTo>
                    <a:pt x="85" y="47"/>
                  </a:moveTo>
                  <a:lnTo>
                    <a:pt x="62" y="23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24" y="61"/>
                  </a:lnTo>
                  <a:lnTo>
                    <a:pt x="47" y="85"/>
                  </a:lnTo>
                  <a:lnTo>
                    <a:pt x="85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85" name=""/>
            <p:cNvSpPr/>
            <p:nvPr/>
          </p:nvSpPr>
          <p:spPr>
            <a:xfrm rot="0">
              <a:off x="851" y="3025"/>
              <a:ext cx="21" cy="22"/>
            </a:xfrm>
            <a:custGeom>
              <a:avLst/>
              <a:ahLst/>
              <a:rect l="0" t="0" r="r" b="b"/>
              <a:pathLst>
                <a:path w="85" h="85">
                  <a:moveTo>
                    <a:pt x="85" y="47"/>
                  </a:moveTo>
                  <a:lnTo>
                    <a:pt x="62" y="23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24" y="61"/>
                  </a:lnTo>
                  <a:lnTo>
                    <a:pt x="47" y="85"/>
                  </a:lnTo>
                  <a:lnTo>
                    <a:pt x="85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86" name=""/>
            <p:cNvSpPr/>
            <p:nvPr/>
          </p:nvSpPr>
          <p:spPr>
            <a:xfrm rot="0">
              <a:off x="850" y="3035"/>
              <a:ext cx="6" cy="6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87" name=""/>
            <p:cNvSpPr/>
            <p:nvPr/>
          </p:nvSpPr>
          <p:spPr>
            <a:xfrm rot="0" flipH="1">
              <a:off x="850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88" name=""/>
            <p:cNvSpPr/>
            <p:nvPr/>
          </p:nvSpPr>
          <p:spPr>
            <a:xfrm rot="0">
              <a:off x="841" y="3035"/>
              <a:ext cx="22" cy="21"/>
            </a:xfrm>
            <a:custGeom>
              <a:avLst/>
              <a:ahLst/>
              <a:rect l="0" t="0" r="r" b="b"/>
              <a:pathLst>
                <a:path w="87" h="86">
                  <a:moveTo>
                    <a:pt x="87" y="45"/>
                  </a:moveTo>
                  <a:lnTo>
                    <a:pt x="62" y="22"/>
                  </a:lnTo>
                  <a:lnTo>
                    <a:pt x="37" y="0"/>
                  </a:lnTo>
                  <a:lnTo>
                    <a:pt x="0" y="41"/>
                  </a:lnTo>
                  <a:lnTo>
                    <a:pt x="25" y="63"/>
                  </a:lnTo>
                  <a:lnTo>
                    <a:pt x="50" y="86"/>
                  </a:lnTo>
                  <a:lnTo>
                    <a:pt x="8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89" name=""/>
            <p:cNvSpPr/>
            <p:nvPr/>
          </p:nvSpPr>
          <p:spPr>
            <a:xfrm rot="0">
              <a:off x="841" y="3035"/>
              <a:ext cx="22" cy="21"/>
            </a:xfrm>
            <a:custGeom>
              <a:avLst/>
              <a:ahLst/>
              <a:rect l="0" t="0" r="r" b="b"/>
              <a:pathLst>
                <a:path w="87" h="86">
                  <a:moveTo>
                    <a:pt x="87" y="45"/>
                  </a:moveTo>
                  <a:lnTo>
                    <a:pt x="62" y="22"/>
                  </a:lnTo>
                  <a:lnTo>
                    <a:pt x="37" y="0"/>
                  </a:lnTo>
                  <a:lnTo>
                    <a:pt x="0" y="41"/>
                  </a:lnTo>
                  <a:lnTo>
                    <a:pt x="25" y="63"/>
                  </a:lnTo>
                  <a:lnTo>
                    <a:pt x="50" y="86"/>
                  </a:lnTo>
                  <a:lnTo>
                    <a:pt x="87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90" name=""/>
            <p:cNvSpPr/>
            <p:nvPr/>
          </p:nvSpPr>
          <p:spPr>
            <a:xfrm rot="0">
              <a:off x="841" y="3045"/>
              <a:ext cx="6" cy="6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91" name=""/>
            <p:cNvSpPr/>
            <p:nvPr/>
          </p:nvSpPr>
          <p:spPr>
            <a:xfrm rot="0" flipH="1">
              <a:off x="841" y="3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92" name=""/>
            <p:cNvSpPr/>
            <p:nvPr/>
          </p:nvSpPr>
          <p:spPr>
            <a:xfrm rot="0">
              <a:off x="832" y="3046"/>
              <a:ext cx="22" cy="21"/>
            </a:xfrm>
            <a:custGeom>
              <a:avLst/>
              <a:ahLst/>
              <a:rect l="0" t="0" r="r" b="b"/>
              <a:pathLst>
                <a:path w="87" h="86">
                  <a:moveTo>
                    <a:pt x="87" y="42"/>
                  </a:moveTo>
                  <a:lnTo>
                    <a:pt x="61" y="21"/>
                  </a:lnTo>
                  <a:lnTo>
                    <a:pt x="35" y="0"/>
                  </a:lnTo>
                  <a:lnTo>
                    <a:pt x="0" y="44"/>
                  </a:lnTo>
                  <a:lnTo>
                    <a:pt x="27" y="65"/>
                  </a:lnTo>
                  <a:lnTo>
                    <a:pt x="53" y="86"/>
                  </a:lnTo>
                  <a:lnTo>
                    <a:pt x="8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93" name=""/>
            <p:cNvSpPr/>
            <p:nvPr/>
          </p:nvSpPr>
          <p:spPr>
            <a:xfrm rot="0">
              <a:off x="832" y="3046"/>
              <a:ext cx="22" cy="21"/>
            </a:xfrm>
            <a:custGeom>
              <a:avLst/>
              <a:ahLst/>
              <a:rect l="0" t="0" r="r" b="b"/>
              <a:pathLst>
                <a:path w="87" h="86">
                  <a:moveTo>
                    <a:pt x="87" y="42"/>
                  </a:moveTo>
                  <a:lnTo>
                    <a:pt x="61" y="21"/>
                  </a:lnTo>
                  <a:lnTo>
                    <a:pt x="35" y="0"/>
                  </a:lnTo>
                  <a:lnTo>
                    <a:pt x="0" y="44"/>
                  </a:lnTo>
                  <a:lnTo>
                    <a:pt x="27" y="65"/>
                  </a:lnTo>
                  <a:lnTo>
                    <a:pt x="53" y="86"/>
                  </a:lnTo>
                  <a:lnTo>
                    <a:pt x="8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94" name=""/>
            <p:cNvSpPr/>
            <p:nvPr/>
          </p:nvSpPr>
          <p:spPr>
            <a:xfrm rot="0">
              <a:off x="832" y="3056"/>
              <a:ext cx="7" cy="6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95" name=""/>
            <p:cNvSpPr/>
            <p:nvPr/>
          </p:nvSpPr>
          <p:spPr>
            <a:xfrm rot="0" flipH="1">
              <a:off x="832" y="3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96" name=""/>
            <p:cNvSpPr/>
            <p:nvPr/>
          </p:nvSpPr>
          <p:spPr>
            <a:xfrm rot="0">
              <a:off x="824" y="3057"/>
              <a:ext cx="22" cy="20"/>
            </a:xfrm>
            <a:custGeom>
              <a:avLst/>
              <a:ahLst/>
              <a:rect l="0" t="0" r="r" b="b"/>
              <a:pathLst>
                <a:path w="86" h="83">
                  <a:moveTo>
                    <a:pt x="86" y="39"/>
                  </a:moveTo>
                  <a:lnTo>
                    <a:pt x="59" y="20"/>
                  </a:lnTo>
                  <a:lnTo>
                    <a:pt x="31" y="0"/>
                  </a:lnTo>
                  <a:lnTo>
                    <a:pt x="0" y="43"/>
                  </a:lnTo>
                  <a:lnTo>
                    <a:pt x="27" y="63"/>
                  </a:lnTo>
                  <a:lnTo>
                    <a:pt x="55" y="83"/>
                  </a:lnTo>
                  <a:lnTo>
                    <a:pt x="86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97" name=""/>
            <p:cNvSpPr/>
            <p:nvPr/>
          </p:nvSpPr>
          <p:spPr>
            <a:xfrm rot="0">
              <a:off x="824" y="3057"/>
              <a:ext cx="22" cy="20"/>
            </a:xfrm>
            <a:custGeom>
              <a:avLst/>
              <a:ahLst/>
              <a:rect l="0" t="0" r="r" b="b"/>
              <a:pathLst>
                <a:path w="86" h="83">
                  <a:moveTo>
                    <a:pt x="86" y="39"/>
                  </a:moveTo>
                  <a:lnTo>
                    <a:pt x="59" y="20"/>
                  </a:lnTo>
                  <a:lnTo>
                    <a:pt x="31" y="0"/>
                  </a:lnTo>
                  <a:lnTo>
                    <a:pt x="0" y="43"/>
                  </a:lnTo>
                  <a:lnTo>
                    <a:pt x="27" y="63"/>
                  </a:lnTo>
                  <a:lnTo>
                    <a:pt x="55" y="83"/>
                  </a:lnTo>
                  <a:lnTo>
                    <a:pt x="86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598" name=""/>
            <p:cNvSpPr/>
            <p:nvPr/>
          </p:nvSpPr>
          <p:spPr>
            <a:xfrm rot="0">
              <a:off x="824" y="3068"/>
              <a:ext cx="7" cy="4"/>
            </a:xfrm>
            <a:custGeom>
              <a:avLst/>
              <a:ahLst/>
              <a:rect l="0" t="0" r="r" b="b"/>
              <a:pathLst>
                <a:path w="27" h="20">
                  <a:moveTo>
                    <a:pt x="27" y="2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599" name=""/>
            <p:cNvSpPr/>
            <p:nvPr/>
          </p:nvSpPr>
          <p:spPr>
            <a:xfrm rot="0">
              <a:off x="824" y="3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00" name=""/>
            <p:cNvSpPr/>
            <p:nvPr/>
          </p:nvSpPr>
          <p:spPr>
            <a:xfrm rot="0">
              <a:off x="816" y="3068"/>
              <a:ext cx="22" cy="21"/>
            </a:xfrm>
            <a:custGeom>
              <a:avLst/>
              <a:ahLst/>
              <a:rect l="0" t="0" r="r" b="b"/>
              <a:pathLst>
                <a:path w="86" h="82">
                  <a:moveTo>
                    <a:pt x="86" y="36"/>
                  </a:moveTo>
                  <a:lnTo>
                    <a:pt x="58" y="18"/>
                  </a:lnTo>
                  <a:lnTo>
                    <a:pt x="31" y="0"/>
                  </a:lnTo>
                  <a:lnTo>
                    <a:pt x="0" y="46"/>
                  </a:lnTo>
                  <a:lnTo>
                    <a:pt x="28" y="64"/>
                  </a:lnTo>
                  <a:lnTo>
                    <a:pt x="56" y="82"/>
                  </a:lnTo>
                  <a:lnTo>
                    <a:pt x="8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01" name=""/>
            <p:cNvSpPr/>
            <p:nvPr/>
          </p:nvSpPr>
          <p:spPr>
            <a:xfrm rot="0">
              <a:off x="816" y="3068"/>
              <a:ext cx="22" cy="21"/>
            </a:xfrm>
            <a:custGeom>
              <a:avLst/>
              <a:ahLst/>
              <a:rect l="0" t="0" r="r" b="b"/>
              <a:pathLst>
                <a:path w="86" h="82">
                  <a:moveTo>
                    <a:pt x="86" y="36"/>
                  </a:moveTo>
                  <a:lnTo>
                    <a:pt x="58" y="18"/>
                  </a:lnTo>
                  <a:lnTo>
                    <a:pt x="31" y="0"/>
                  </a:lnTo>
                  <a:lnTo>
                    <a:pt x="0" y="46"/>
                  </a:lnTo>
                  <a:lnTo>
                    <a:pt x="28" y="64"/>
                  </a:lnTo>
                  <a:lnTo>
                    <a:pt x="56" y="82"/>
                  </a:lnTo>
                  <a:lnTo>
                    <a:pt x="86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02" name=""/>
            <p:cNvSpPr/>
            <p:nvPr/>
          </p:nvSpPr>
          <p:spPr>
            <a:xfrm rot="0">
              <a:off x="816" y="3079"/>
              <a:ext cx="7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03" name=""/>
            <p:cNvSpPr/>
            <p:nvPr/>
          </p:nvSpPr>
          <p:spPr>
            <a:xfrm rot="0" flipH="1">
              <a:off x="816" y="30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04" name=""/>
            <p:cNvSpPr/>
            <p:nvPr/>
          </p:nvSpPr>
          <p:spPr>
            <a:xfrm rot="0">
              <a:off x="809" y="3080"/>
              <a:ext cx="21" cy="20"/>
            </a:xfrm>
            <a:custGeom>
              <a:avLst/>
              <a:ahLst/>
              <a:rect l="0" t="0" r="r" b="b"/>
              <a:pathLst>
                <a:path w="84" h="80">
                  <a:moveTo>
                    <a:pt x="84" y="32"/>
                  </a:moveTo>
                  <a:lnTo>
                    <a:pt x="55" y="16"/>
                  </a:lnTo>
                  <a:lnTo>
                    <a:pt x="26" y="0"/>
                  </a:lnTo>
                  <a:lnTo>
                    <a:pt x="0" y="49"/>
                  </a:lnTo>
                  <a:lnTo>
                    <a:pt x="29" y="65"/>
                  </a:lnTo>
                  <a:lnTo>
                    <a:pt x="58" y="80"/>
                  </a:lnTo>
                  <a:lnTo>
                    <a:pt x="8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05" name=""/>
            <p:cNvSpPr/>
            <p:nvPr/>
          </p:nvSpPr>
          <p:spPr>
            <a:xfrm rot="0">
              <a:off x="809" y="3080"/>
              <a:ext cx="21" cy="20"/>
            </a:xfrm>
            <a:custGeom>
              <a:avLst/>
              <a:ahLst/>
              <a:rect l="0" t="0" r="r" b="b"/>
              <a:pathLst>
                <a:path w="84" h="80">
                  <a:moveTo>
                    <a:pt x="84" y="32"/>
                  </a:moveTo>
                  <a:lnTo>
                    <a:pt x="55" y="16"/>
                  </a:lnTo>
                  <a:lnTo>
                    <a:pt x="26" y="0"/>
                  </a:lnTo>
                  <a:lnTo>
                    <a:pt x="0" y="49"/>
                  </a:lnTo>
                  <a:lnTo>
                    <a:pt x="29" y="65"/>
                  </a:lnTo>
                  <a:lnTo>
                    <a:pt x="58" y="80"/>
                  </a:lnTo>
                  <a:lnTo>
                    <a:pt x="84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06" name=""/>
            <p:cNvSpPr/>
            <p:nvPr/>
          </p:nvSpPr>
          <p:spPr>
            <a:xfrm rot="0">
              <a:off x="809" y="3092"/>
              <a:ext cx="8" cy="4"/>
            </a:xfrm>
            <a:custGeom>
              <a:avLst/>
              <a:ahLst/>
              <a:rect l="0" t="0" r="r" b="b"/>
              <a:pathLst>
                <a:path w="31" h="16">
                  <a:moveTo>
                    <a:pt x="31" y="1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07" name=""/>
            <p:cNvSpPr/>
            <p:nvPr/>
          </p:nvSpPr>
          <p:spPr>
            <a:xfrm rot="0" flipH="1">
              <a:off x="809" y="3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08" name=""/>
            <p:cNvSpPr/>
            <p:nvPr/>
          </p:nvSpPr>
          <p:spPr>
            <a:xfrm rot="0">
              <a:off x="803" y="3092"/>
              <a:ext cx="21" cy="20"/>
            </a:xfrm>
            <a:custGeom>
              <a:avLst/>
              <a:ahLst/>
              <a:rect l="0" t="0" r="r" b="b"/>
              <a:pathLst>
                <a:path w="85" h="80">
                  <a:moveTo>
                    <a:pt x="85" y="31"/>
                  </a:moveTo>
                  <a:lnTo>
                    <a:pt x="55" y="16"/>
                  </a:lnTo>
                  <a:lnTo>
                    <a:pt x="24" y="0"/>
                  </a:lnTo>
                  <a:lnTo>
                    <a:pt x="0" y="48"/>
                  </a:lnTo>
                  <a:lnTo>
                    <a:pt x="30" y="64"/>
                  </a:lnTo>
                  <a:lnTo>
                    <a:pt x="60" y="80"/>
                  </a:lnTo>
                  <a:lnTo>
                    <a:pt x="8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09" name=""/>
            <p:cNvSpPr/>
            <p:nvPr/>
          </p:nvSpPr>
          <p:spPr>
            <a:xfrm rot="0">
              <a:off x="803" y="3092"/>
              <a:ext cx="21" cy="20"/>
            </a:xfrm>
            <a:custGeom>
              <a:avLst/>
              <a:ahLst/>
              <a:rect l="0" t="0" r="r" b="b"/>
              <a:pathLst>
                <a:path w="85" h="80">
                  <a:moveTo>
                    <a:pt x="85" y="31"/>
                  </a:moveTo>
                  <a:lnTo>
                    <a:pt x="55" y="16"/>
                  </a:lnTo>
                  <a:lnTo>
                    <a:pt x="24" y="0"/>
                  </a:lnTo>
                  <a:lnTo>
                    <a:pt x="0" y="48"/>
                  </a:lnTo>
                  <a:lnTo>
                    <a:pt x="30" y="64"/>
                  </a:lnTo>
                  <a:lnTo>
                    <a:pt x="60" y="80"/>
                  </a:lnTo>
                  <a:lnTo>
                    <a:pt x="85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10" name=""/>
            <p:cNvSpPr/>
            <p:nvPr/>
          </p:nvSpPr>
          <p:spPr>
            <a:xfrm rot="0">
              <a:off x="803" y="3104"/>
              <a:ext cx="7" cy="4"/>
            </a:xfrm>
            <a:custGeom>
              <a:avLst/>
              <a:ahLst/>
              <a:rect l="0" t="0" r="r" b="b"/>
              <a:pathLst>
                <a:path w="32" h="16">
                  <a:moveTo>
                    <a:pt x="32" y="16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11" name=""/>
            <p:cNvSpPr/>
            <p:nvPr/>
          </p:nvSpPr>
          <p:spPr>
            <a:xfrm rot="0" flipH="1">
              <a:off x="803" y="31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2" name=""/>
          <p:cNvGrpSpPr/>
          <p:nvPr/>
        </p:nvGrpSpPr>
        <p:grpSpPr>
          <a:xfrm rot="0">
            <a:off x="895350" y="4346575"/>
            <a:ext cx="5441950" cy="884237"/>
            <a:chOff x="564" y="2738"/>
            <a:chExt cx="3428" cy="557"/>
          </a:xfrm>
        </p:grpSpPr>
        <p:sp>
          <p:nvSpPr>
            <p:cNvPr id="1064612" name=""/>
            <p:cNvSpPr/>
            <p:nvPr/>
          </p:nvSpPr>
          <p:spPr>
            <a:xfrm rot="0">
              <a:off x="797" y="3105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26"/>
                  </a:moveTo>
                  <a:lnTo>
                    <a:pt x="53" y="13"/>
                  </a:lnTo>
                  <a:lnTo>
                    <a:pt x="21" y="0"/>
                  </a:lnTo>
                  <a:lnTo>
                    <a:pt x="0" y="50"/>
                  </a:lnTo>
                  <a:lnTo>
                    <a:pt x="32" y="63"/>
                  </a:lnTo>
                  <a:lnTo>
                    <a:pt x="63" y="76"/>
                  </a:lnTo>
                  <a:lnTo>
                    <a:pt x="8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13" name=""/>
            <p:cNvSpPr/>
            <p:nvPr/>
          </p:nvSpPr>
          <p:spPr>
            <a:xfrm rot="0">
              <a:off x="797" y="3105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26"/>
                  </a:moveTo>
                  <a:lnTo>
                    <a:pt x="53" y="13"/>
                  </a:lnTo>
                  <a:lnTo>
                    <a:pt x="21" y="0"/>
                  </a:lnTo>
                  <a:lnTo>
                    <a:pt x="0" y="50"/>
                  </a:lnTo>
                  <a:lnTo>
                    <a:pt x="32" y="63"/>
                  </a:lnTo>
                  <a:lnTo>
                    <a:pt x="63" y="76"/>
                  </a:lnTo>
                  <a:lnTo>
                    <a:pt x="8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14" name=""/>
            <p:cNvSpPr/>
            <p:nvPr/>
          </p:nvSpPr>
          <p:spPr>
            <a:xfrm rot="0">
              <a:off x="797" y="3117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15" name=""/>
            <p:cNvSpPr/>
            <p:nvPr/>
          </p:nvSpPr>
          <p:spPr>
            <a:xfrm rot="0">
              <a:off x="797" y="3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16" name=""/>
            <p:cNvSpPr/>
            <p:nvPr/>
          </p:nvSpPr>
          <p:spPr>
            <a:xfrm rot="0">
              <a:off x="793" y="3118"/>
              <a:ext cx="20" cy="19"/>
            </a:xfrm>
            <a:custGeom>
              <a:avLst/>
              <a:ahLst/>
              <a:rect l="0" t="0" r="r" b="b"/>
              <a:pathLst>
                <a:path w="81" h="75">
                  <a:moveTo>
                    <a:pt x="81" y="24"/>
                  </a:moveTo>
                  <a:lnTo>
                    <a:pt x="50" y="12"/>
                  </a:lnTo>
                  <a:lnTo>
                    <a:pt x="18" y="0"/>
                  </a:lnTo>
                  <a:lnTo>
                    <a:pt x="0" y="52"/>
                  </a:lnTo>
                  <a:lnTo>
                    <a:pt x="31" y="63"/>
                  </a:lnTo>
                  <a:lnTo>
                    <a:pt x="63" y="75"/>
                  </a:lnTo>
                  <a:lnTo>
                    <a:pt x="8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17" name=""/>
            <p:cNvSpPr/>
            <p:nvPr/>
          </p:nvSpPr>
          <p:spPr>
            <a:xfrm rot="0">
              <a:off x="793" y="3118"/>
              <a:ext cx="20" cy="19"/>
            </a:xfrm>
            <a:custGeom>
              <a:avLst/>
              <a:ahLst/>
              <a:rect l="0" t="0" r="r" b="b"/>
              <a:pathLst>
                <a:path w="81" h="75">
                  <a:moveTo>
                    <a:pt x="81" y="24"/>
                  </a:moveTo>
                  <a:lnTo>
                    <a:pt x="50" y="12"/>
                  </a:lnTo>
                  <a:lnTo>
                    <a:pt x="18" y="0"/>
                  </a:lnTo>
                  <a:lnTo>
                    <a:pt x="0" y="52"/>
                  </a:lnTo>
                  <a:lnTo>
                    <a:pt x="31" y="63"/>
                  </a:lnTo>
                  <a:lnTo>
                    <a:pt x="63" y="75"/>
                  </a:lnTo>
                  <a:lnTo>
                    <a:pt x="81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18" name=""/>
            <p:cNvSpPr/>
            <p:nvPr/>
          </p:nvSpPr>
          <p:spPr>
            <a:xfrm rot="0">
              <a:off x="793" y="3131"/>
              <a:ext cx="8" cy="3"/>
            </a:xfrm>
            <a:custGeom>
              <a:avLst/>
              <a:ahLst/>
              <a:rect l="0" t="0" r="r" b="b"/>
              <a:pathLst>
                <a:path w="31" h="11">
                  <a:moveTo>
                    <a:pt x="31" y="1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19" name=""/>
            <p:cNvSpPr/>
            <p:nvPr/>
          </p:nvSpPr>
          <p:spPr>
            <a:xfrm rot="0">
              <a:off x="793" y="31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20" name=""/>
            <p:cNvSpPr/>
            <p:nvPr/>
          </p:nvSpPr>
          <p:spPr>
            <a:xfrm rot="0">
              <a:off x="788" y="3131"/>
              <a:ext cx="20" cy="18"/>
            </a:xfrm>
            <a:custGeom>
              <a:avLst/>
              <a:ahLst/>
              <a:rect l="0" t="0" r="r" b="b"/>
              <a:pathLst>
                <a:path w="80" h="73">
                  <a:moveTo>
                    <a:pt x="80" y="21"/>
                  </a:moveTo>
                  <a:lnTo>
                    <a:pt x="48" y="10"/>
                  </a:lnTo>
                  <a:lnTo>
                    <a:pt x="17" y="0"/>
                  </a:lnTo>
                  <a:lnTo>
                    <a:pt x="0" y="52"/>
                  </a:lnTo>
                  <a:lnTo>
                    <a:pt x="31" y="63"/>
                  </a:lnTo>
                  <a:lnTo>
                    <a:pt x="63" y="73"/>
                  </a:lnTo>
                  <a:lnTo>
                    <a:pt x="8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21" name=""/>
            <p:cNvSpPr/>
            <p:nvPr/>
          </p:nvSpPr>
          <p:spPr>
            <a:xfrm rot="0">
              <a:off x="788" y="3131"/>
              <a:ext cx="20" cy="18"/>
            </a:xfrm>
            <a:custGeom>
              <a:avLst/>
              <a:ahLst/>
              <a:rect l="0" t="0" r="r" b="b"/>
              <a:pathLst>
                <a:path w="80" h="73">
                  <a:moveTo>
                    <a:pt x="80" y="21"/>
                  </a:moveTo>
                  <a:lnTo>
                    <a:pt x="48" y="10"/>
                  </a:lnTo>
                  <a:lnTo>
                    <a:pt x="17" y="0"/>
                  </a:lnTo>
                  <a:lnTo>
                    <a:pt x="0" y="52"/>
                  </a:lnTo>
                  <a:lnTo>
                    <a:pt x="31" y="63"/>
                  </a:lnTo>
                  <a:lnTo>
                    <a:pt x="63" y="73"/>
                  </a:lnTo>
                  <a:lnTo>
                    <a:pt x="8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22" name=""/>
            <p:cNvSpPr/>
            <p:nvPr/>
          </p:nvSpPr>
          <p:spPr>
            <a:xfrm rot="0">
              <a:off x="788" y="3144"/>
              <a:ext cx="8" cy="3"/>
            </a:xfrm>
            <a:custGeom>
              <a:avLst/>
              <a:ahLst/>
              <a:rect l="0" t="0" r="r" b="b"/>
              <a:pathLst>
                <a:path w="33" h="11">
                  <a:moveTo>
                    <a:pt x="33" y="11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23" name=""/>
            <p:cNvSpPr/>
            <p:nvPr/>
          </p:nvSpPr>
          <p:spPr>
            <a:xfrm rot="0" flipH="1">
              <a:off x="788" y="31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24" name=""/>
            <p:cNvSpPr/>
            <p:nvPr/>
          </p:nvSpPr>
          <p:spPr>
            <a:xfrm rot="0">
              <a:off x="785" y="3145"/>
              <a:ext cx="20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79" y="16"/>
                  </a:moveTo>
                  <a:lnTo>
                    <a:pt x="46" y="8"/>
                  </a:lnTo>
                  <a:lnTo>
                    <a:pt x="13" y="0"/>
                  </a:lnTo>
                  <a:lnTo>
                    <a:pt x="0" y="53"/>
                  </a:lnTo>
                  <a:lnTo>
                    <a:pt x="33" y="61"/>
                  </a:lnTo>
                  <a:lnTo>
                    <a:pt x="66" y="68"/>
                  </a:lnTo>
                  <a:lnTo>
                    <a:pt x="7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25" name=""/>
            <p:cNvSpPr/>
            <p:nvPr/>
          </p:nvSpPr>
          <p:spPr>
            <a:xfrm rot="0">
              <a:off x="785" y="3145"/>
              <a:ext cx="20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79" y="16"/>
                  </a:moveTo>
                  <a:lnTo>
                    <a:pt x="46" y="8"/>
                  </a:lnTo>
                  <a:lnTo>
                    <a:pt x="13" y="0"/>
                  </a:lnTo>
                  <a:lnTo>
                    <a:pt x="0" y="53"/>
                  </a:lnTo>
                  <a:lnTo>
                    <a:pt x="33" y="61"/>
                  </a:lnTo>
                  <a:lnTo>
                    <a:pt x="66" y="68"/>
                  </a:lnTo>
                  <a:lnTo>
                    <a:pt x="79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26" name=""/>
            <p:cNvSpPr/>
            <p:nvPr/>
          </p:nvSpPr>
          <p:spPr>
            <a:xfrm rot="0">
              <a:off x="785" y="3158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27" name=""/>
            <p:cNvSpPr/>
            <p:nvPr/>
          </p:nvSpPr>
          <p:spPr>
            <a:xfrm rot="0">
              <a:off x="785" y="3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28" name=""/>
            <p:cNvSpPr/>
            <p:nvPr/>
          </p:nvSpPr>
          <p:spPr>
            <a:xfrm rot="0">
              <a:off x="783" y="3159"/>
              <a:ext cx="18" cy="16"/>
            </a:xfrm>
            <a:custGeom>
              <a:avLst/>
              <a:ahLst/>
              <a:rect l="0" t="0" r="r" b="b"/>
              <a:pathLst>
                <a:path w="75" h="65">
                  <a:moveTo>
                    <a:pt x="75" y="11"/>
                  </a:moveTo>
                  <a:lnTo>
                    <a:pt x="42" y="6"/>
                  </a:lnTo>
                  <a:lnTo>
                    <a:pt x="9" y="0"/>
                  </a:lnTo>
                  <a:lnTo>
                    <a:pt x="0" y="54"/>
                  </a:lnTo>
                  <a:lnTo>
                    <a:pt x="33" y="59"/>
                  </a:lnTo>
                  <a:lnTo>
                    <a:pt x="66" y="65"/>
                  </a:lnTo>
                  <a:lnTo>
                    <a:pt x="7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29" name=""/>
            <p:cNvSpPr/>
            <p:nvPr/>
          </p:nvSpPr>
          <p:spPr>
            <a:xfrm rot="0">
              <a:off x="783" y="3159"/>
              <a:ext cx="18" cy="16"/>
            </a:xfrm>
            <a:custGeom>
              <a:avLst/>
              <a:ahLst/>
              <a:rect l="0" t="0" r="r" b="b"/>
              <a:pathLst>
                <a:path w="75" h="65">
                  <a:moveTo>
                    <a:pt x="75" y="11"/>
                  </a:moveTo>
                  <a:lnTo>
                    <a:pt x="42" y="6"/>
                  </a:lnTo>
                  <a:lnTo>
                    <a:pt x="9" y="0"/>
                  </a:lnTo>
                  <a:lnTo>
                    <a:pt x="0" y="54"/>
                  </a:lnTo>
                  <a:lnTo>
                    <a:pt x="33" y="59"/>
                  </a:lnTo>
                  <a:lnTo>
                    <a:pt x="66" y="65"/>
                  </a:lnTo>
                  <a:lnTo>
                    <a:pt x="75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30" name=""/>
            <p:cNvSpPr/>
            <p:nvPr/>
          </p:nvSpPr>
          <p:spPr>
            <a:xfrm rot="0">
              <a:off x="783" y="3172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31" name=""/>
            <p:cNvSpPr/>
            <p:nvPr/>
          </p:nvSpPr>
          <p:spPr>
            <a:xfrm rot="0">
              <a:off x="783" y="31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32" name=""/>
            <p:cNvSpPr/>
            <p:nvPr/>
          </p:nvSpPr>
          <p:spPr>
            <a:xfrm rot="0">
              <a:off x="781" y="3172"/>
              <a:ext cx="18" cy="16"/>
            </a:xfrm>
            <a:custGeom>
              <a:avLst/>
              <a:ahLst/>
              <a:rect l="0" t="0" r="r" b="b"/>
              <a:pathLst>
                <a:path w="74" h="65">
                  <a:moveTo>
                    <a:pt x="74" y="11"/>
                  </a:moveTo>
                  <a:lnTo>
                    <a:pt x="41" y="5"/>
                  </a:lnTo>
                  <a:lnTo>
                    <a:pt x="8" y="0"/>
                  </a:lnTo>
                  <a:lnTo>
                    <a:pt x="0" y="54"/>
                  </a:lnTo>
                  <a:lnTo>
                    <a:pt x="33" y="59"/>
                  </a:lnTo>
                  <a:lnTo>
                    <a:pt x="66" y="65"/>
                  </a:lnTo>
                  <a:lnTo>
                    <a:pt x="7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33" name=""/>
            <p:cNvSpPr/>
            <p:nvPr/>
          </p:nvSpPr>
          <p:spPr>
            <a:xfrm rot="0">
              <a:off x="781" y="3172"/>
              <a:ext cx="18" cy="16"/>
            </a:xfrm>
            <a:custGeom>
              <a:avLst/>
              <a:ahLst/>
              <a:rect l="0" t="0" r="r" b="b"/>
              <a:pathLst>
                <a:path w="74" h="65">
                  <a:moveTo>
                    <a:pt x="74" y="11"/>
                  </a:moveTo>
                  <a:lnTo>
                    <a:pt x="41" y="5"/>
                  </a:lnTo>
                  <a:lnTo>
                    <a:pt x="8" y="0"/>
                  </a:lnTo>
                  <a:lnTo>
                    <a:pt x="0" y="54"/>
                  </a:lnTo>
                  <a:lnTo>
                    <a:pt x="33" y="59"/>
                  </a:lnTo>
                  <a:lnTo>
                    <a:pt x="66" y="65"/>
                  </a:lnTo>
                  <a:lnTo>
                    <a:pt x="74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34" name=""/>
            <p:cNvSpPr/>
            <p:nvPr/>
          </p:nvSpPr>
          <p:spPr>
            <a:xfrm rot="0">
              <a:off x="781" y="3186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35" name=""/>
            <p:cNvSpPr/>
            <p:nvPr/>
          </p:nvSpPr>
          <p:spPr>
            <a:xfrm rot="0">
              <a:off x="781" y="31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36" name=""/>
            <p:cNvSpPr/>
            <p:nvPr/>
          </p:nvSpPr>
          <p:spPr>
            <a:xfrm rot="0">
              <a:off x="780" y="3186"/>
              <a:ext cx="17" cy="15"/>
            </a:xfrm>
            <a:custGeom>
              <a:avLst/>
              <a:ahLst/>
              <a:rect l="0" t="0" r="r" b="b"/>
              <a:pathLst>
                <a:path w="70" h="60">
                  <a:moveTo>
                    <a:pt x="70" y="5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55"/>
                  </a:lnTo>
                  <a:lnTo>
                    <a:pt x="33" y="58"/>
                  </a:lnTo>
                  <a:lnTo>
                    <a:pt x="66" y="60"/>
                  </a:lnTo>
                  <a:lnTo>
                    <a:pt x="7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37" name=""/>
            <p:cNvSpPr/>
            <p:nvPr/>
          </p:nvSpPr>
          <p:spPr>
            <a:xfrm rot="0">
              <a:off x="780" y="3186"/>
              <a:ext cx="17" cy="15"/>
            </a:xfrm>
            <a:custGeom>
              <a:avLst/>
              <a:ahLst/>
              <a:rect l="0" t="0" r="r" b="b"/>
              <a:pathLst>
                <a:path w="70" h="60">
                  <a:moveTo>
                    <a:pt x="70" y="5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55"/>
                  </a:lnTo>
                  <a:lnTo>
                    <a:pt x="33" y="58"/>
                  </a:lnTo>
                  <a:lnTo>
                    <a:pt x="66" y="60"/>
                  </a:lnTo>
                  <a:lnTo>
                    <a:pt x="7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38" name=""/>
            <p:cNvSpPr/>
            <p:nvPr/>
          </p:nvSpPr>
          <p:spPr>
            <a:xfrm rot="0">
              <a:off x="780" y="3200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39" name=""/>
            <p:cNvSpPr/>
            <p:nvPr/>
          </p:nvSpPr>
          <p:spPr>
            <a:xfrm rot="0">
              <a:off x="780" y="32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40" name=""/>
            <p:cNvSpPr/>
            <p:nvPr/>
          </p:nvSpPr>
          <p:spPr>
            <a:xfrm rot="0">
              <a:off x="779" y="3200"/>
              <a:ext cx="17" cy="14"/>
            </a:xfrm>
            <a:custGeom>
              <a:avLst/>
              <a:ahLst/>
              <a:rect l="0" t="0" r="r" b="b"/>
              <a:pathLst>
                <a:path w="68" h="57">
                  <a:moveTo>
                    <a:pt x="68" y="3"/>
                  </a:moveTo>
                  <a:lnTo>
                    <a:pt x="35" y="2"/>
                  </a:lnTo>
                  <a:lnTo>
                    <a:pt x="2" y="0"/>
                  </a:lnTo>
                  <a:lnTo>
                    <a:pt x="0" y="54"/>
                  </a:lnTo>
                  <a:lnTo>
                    <a:pt x="32" y="55"/>
                  </a:lnTo>
                  <a:lnTo>
                    <a:pt x="65" y="57"/>
                  </a:lnTo>
                  <a:lnTo>
                    <a:pt x="68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41" name=""/>
            <p:cNvSpPr/>
            <p:nvPr/>
          </p:nvSpPr>
          <p:spPr>
            <a:xfrm rot="0">
              <a:off x="779" y="3200"/>
              <a:ext cx="17" cy="14"/>
            </a:xfrm>
            <a:custGeom>
              <a:avLst/>
              <a:ahLst/>
              <a:rect l="0" t="0" r="r" b="b"/>
              <a:pathLst>
                <a:path w="68" h="57">
                  <a:moveTo>
                    <a:pt x="68" y="3"/>
                  </a:moveTo>
                  <a:lnTo>
                    <a:pt x="35" y="2"/>
                  </a:lnTo>
                  <a:lnTo>
                    <a:pt x="2" y="0"/>
                  </a:lnTo>
                  <a:lnTo>
                    <a:pt x="0" y="54"/>
                  </a:lnTo>
                  <a:lnTo>
                    <a:pt x="32" y="55"/>
                  </a:lnTo>
                  <a:lnTo>
                    <a:pt x="65" y="57"/>
                  </a:lnTo>
                  <a:lnTo>
                    <a:pt x="68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42" name=""/>
            <p:cNvSpPr/>
            <p:nvPr/>
          </p:nvSpPr>
          <p:spPr>
            <a:xfrm rot="0">
              <a:off x="779" y="3214"/>
              <a:ext cx="16" cy="8"/>
            </a:xfrm>
            <a:custGeom>
              <a:avLst/>
              <a:ahLst/>
              <a:rect l="0" t="0" r="r" b="b"/>
              <a:pathLst>
                <a:path w="65" h="34">
                  <a:moveTo>
                    <a:pt x="32" y="1"/>
                  </a:moveTo>
                  <a:lnTo>
                    <a:pt x="65" y="3"/>
                  </a:lnTo>
                  <a:lnTo>
                    <a:pt x="64" y="13"/>
                  </a:lnTo>
                  <a:lnTo>
                    <a:pt x="59" y="22"/>
                  </a:lnTo>
                  <a:lnTo>
                    <a:pt x="51" y="29"/>
                  </a:lnTo>
                  <a:lnTo>
                    <a:pt x="42" y="34"/>
                  </a:lnTo>
                  <a:lnTo>
                    <a:pt x="31" y="34"/>
                  </a:lnTo>
                  <a:lnTo>
                    <a:pt x="21" y="33"/>
                  </a:lnTo>
                  <a:lnTo>
                    <a:pt x="11" y="28"/>
                  </a:lnTo>
                  <a:lnTo>
                    <a:pt x="5" y="20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43" name=""/>
            <p:cNvSpPr/>
            <p:nvPr/>
          </p:nvSpPr>
          <p:spPr>
            <a:xfrm rot="0">
              <a:off x="779" y="3214"/>
              <a:ext cx="16" cy="8"/>
            </a:xfrm>
            <a:custGeom>
              <a:avLst/>
              <a:ahLst/>
              <a:rect l="0" t="0" r="r" b="b"/>
              <a:pathLst>
                <a:path w="65" h="34">
                  <a:moveTo>
                    <a:pt x="65" y="3"/>
                  </a:moveTo>
                  <a:lnTo>
                    <a:pt x="64" y="13"/>
                  </a:lnTo>
                  <a:lnTo>
                    <a:pt x="59" y="22"/>
                  </a:lnTo>
                  <a:lnTo>
                    <a:pt x="51" y="29"/>
                  </a:lnTo>
                  <a:lnTo>
                    <a:pt x="42" y="34"/>
                  </a:lnTo>
                  <a:lnTo>
                    <a:pt x="31" y="34"/>
                  </a:lnTo>
                  <a:lnTo>
                    <a:pt x="21" y="33"/>
                  </a:lnTo>
                  <a:lnTo>
                    <a:pt x="11" y="28"/>
                  </a:lnTo>
                  <a:lnTo>
                    <a:pt x="5" y="2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44" name=""/>
            <p:cNvSpPr/>
            <p:nvPr/>
          </p:nvSpPr>
          <p:spPr>
            <a:xfrm rot="0">
              <a:off x="1039" y="2738"/>
              <a:ext cx="9" cy="17"/>
            </a:xfrm>
            <a:custGeom>
              <a:avLst/>
              <a:ahLst/>
              <a:rect l="0" t="0" r="r" b="b"/>
              <a:pathLst>
                <a:path w="33" h="66">
                  <a:moveTo>
                    <a:pt x="0" y="33"/>
                  </a:moveTo>
                  <a:lnTo>
                    <a:pt x="0" y="0"/>
                  </a:lnTo>
                  <a:lnTo>
                    <a:pt x="9" y="1"/>
                  </a:lnTo>
                  <a:lnTo>
                    <a:pt x="19" y="5"/>
                  </a:lnTo>
                  <a:lnTo>
                    <a:pt x="26" y="13"/>
                  </a:lnTo>
                  <a:lnTo>
                    <a:pt x="31" y="22"/>
                  </a:lnTo>
                  <a:lnTo>
                    <a:pt x="33" y="33"/>
                  </a:lnTo>
                  <a:lnTo>
                    <a:pt x="31" y="42"/>
                  </a:lnTo>
                  <a:lnTo>
                    <a:pt x="27" y="53"/>
                  </a:lnTo>
                  <a:lnTo>
                    <a:pt x="19" y="59"/>
                  </a:lnTo>
                  <a:lnTo>
                    <a:pt x="10" y="65"/>
                  </a:lnTo>
                  <a:lnTo>
                    <a:pt x="0" y="66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45" name=""/>
            <p:cNvSpPr/>
            <p:nvPr/>
          </p:nvSpPr>
          <p:spPr>
            <a:xfrm rot="0">
              <a:off x="1039" y="2738"/>
              <a:ext cx="9" cy="17"/>
            </a:xfrm>
            <a:custGeom>
              <a:avLst/>
              <a:ahLst/>
              <a:rect l="0" t="0" r="r" b="b"/>
              <a:pathLst>
                <a:path w="33" h="66">
                  <a:moveTo>
                    <a:pt x="0" y="0"/>
                  </a:moveTo>
                  <a:lnTo>
                    <a:pt x="9" y="1"/>
                  </a:lnTo>
                  <a:lnTo>
                    <a:pt x="19" y="5"/>
                  </a:lnTo>
                  <a:lnTo>
                    <a:pt x="26" y="13"/>
                  </a:lnTo>
                  <a:lnTo>
                    <a:pt x="31" y="22"/>
                  </a:lnTo>
                  <a:lnTo>
                    <a:pt x="33" y="33"/>
                  </a:lnTo>
                  <a:lnTo>
                    <a:pt x="31" y="42"/>
                  </a:lnTo>
                  <a:lnTo>
                    <a:pt x="27" y="53"/>
                  </a:lnTo>
                  <a:lnTo>
                    <a:pt x="19" y="59"/>
                  </a:lnTo>
                  <a:lnTo>
                    <a:pt x="10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46" name=""/>
            <p:cNvSpPr/>
            <p:nvPr/>
          </p:nvSpPr>
          <p:spPr>
            <a:xfrm rot="0">
              <a:off x="1020" y="2738"/>
              <a:ext cx="19" cy="17"/>
            </a:xfrm>
            <a:custGeom>
              <a:avLst/>
              <a:ahLst/>
              <a:rect l="0" t="0" r="r" b="b"/>
              <a:pathLst>
                <a:path w="76" h="67">
                  <a:moveTo>
                    <a:pt x="76" y="66"/>
                  </a:moveTo>
                  <a:lnTo>
                    <a:pt x="76" y="33"/>
                  </a:lnTo>
                  <a:lnTo>
                    <a:pt x="76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47" name=""/>
            <p:cNvSpPr/>
            <p:nvPr/>
          </p:nvSpPr>
          <p:spPr>
            <a:xfrm rot="0">
              <a:off x="1020" y="2738"/>
              <a:ext cx="19" cy="17"/>
            </a:xfrm>
            <a:custGeom>
              <a:avLst/>
              <a:ahLst/>
              <a:rect l="0" t="0" r="r" b="b"/>
              <a:pathLst>
                <a:path w="76" h="67">
                  <a:moveTo>
                    <a:pt x="76" y="66"/>
                  </a:moveTo>
                  <a:lnTo>
                    <a:pt x="76" y="33"/>
                  </a:lnTo>
                  <a:lnTo>
                    <a:pt x="76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48" name=""/>
            <p:cNvSpPr/>
            <p:nvPr/>
          </p:nvSpPr>
          <p:spPr>
            <a:xfrm rot="0">
              <a:off x="1020" y="2739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49" name=""/>
            <p:cNvSpPr/>
            <p:nvPr/>
          </p:nvSpPr>
          <p:spPr>
            <a:xfrm rot="0" flipH="1">
              <a:off x="1020" y="27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50" name=""/>
            <p:cNvSpPr/>
            <p:nvPr/>
          </p:nvSpPr>
          <p:spPr>
            <a:xfrm rot="0">
              <a:off x="1001" y="2739"/>
              <a:ext cx="20" cy="17"/>
            </a:xfrm>
            <a:custGeom>
              <a:avLst/>
              <a:ahLst/>
              <a:rect l="0" t="0" r="r" b="b"/>
              <a:pathLst>
                <a:path w="80" h="71">
                  <a:moveTo>
                    <a:pt x="80" y="66"/>
                  </a:moveTo>
                  <a:lnTo>
                    <a:pt x="78" y="33"/>
                  </a:lnTo>
                  <a:lnTo>
                    <a:pt x="75" y="0"/>
                  </a:lnTo>
                  <a:lnTo>
                    <a:pt x="0" y="6"/>
                  </a:lnTo>
                  <a:lnTo>
                    <a:pt x="3" y="39"/>
                  </a:lnTo>
                  <a:lnTo>
                    <a:pt x="5" y="71"/>
                  </a:lnTo>
                  <a:lnTo>
                    <a:pt x="8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51" name=""/>
            <p:cNvSpPr/>
            <p:nvPr/>
          </p:nvSpPr>
          <p:spPr>
            <a:xfrm rot="0">
              <a:off x="1001" y="2739"/>
              <a:ext cx="20" cy="17"/>
            </a:xfrm>
            <a:custGeom>
              <a:avLst/>
              <a:ahLst/>
              <a:rect l="0" t="0" r="r" b="b"/>
              <a:pathLst>
                <a:path w="80" h="71">
                  <a:moveTo>
                    <a:pt x="80" y="66"/>
                  </a:moveTo>
                  <a:lnTo>
                    <a:pt x="78" y="33"/>
                  </a:lnTo>
                  <a:lnTo>
                    <a:pt x="75" y="0"/>
                  </a:lnTo>
                  <a:lnTo>
                    <a:pt x="0" y="6"/>
                  </a:lnTo>
                  <a:lnTo>
                    <a:pt x="3" y="39"/>
                  </a:lnTo>
                  <a:lnTo>
                    <a:pt x="5" y="71"/>
                  </a:lnTo>
                  <a:lnTo>
                    <a:pt x="8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52" name=""/>
            <p:cNvSpPr/>
            <p:nvPr/>
          </p:nvSpPr>
          <p:spPr>
            <a:xfrm rot="0">
              <a:off x="1001" y="2740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53" name=""/>
            <p:cNvSpPr/>
            <p:nvPr/>
          </p:nvSpPr>
          <p:spPr>
            <a:xfrm rot="0" flipH="1">
              <a:off x="1001" y="27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54" name=""/>
            <p:cNvSpPr/>
            <p:nvPr/>
          </p:nvSpPr>
          <p:spPr>
            <a:xfrm rot="0">
              <a:off x="982" y="2740"/>
              <a:ext cx="21" cy="18"/>
            </a:xfrm>
            <a:custGeom>
              <a:avLst/>
              <a:ahLst/>
              <a:rect l="0" t="0" r="r" b="b"/>
              <a:pathLst>
                <a:path w="83" h="73">
                  <a:moveTo>
                    <a:pt x="83" y="65"/>
                  </a:moveTo>
                  <a:lnTo>
                    <a:pt x="79" y="33"/>
                  </a:lnTo>
                  <a:lnTo>
                    <a:pt x="75" y="0"/>
                  </a:lnTo>
                  <a:lnTo>
                    <a:pt x="0" y="8"/>
                  </a:lnTo>
                  <a:lnTo>
                    <a:pt x="4" y="40"/>
                  </a:lnTo>
                  <a:lnTo>
                    <a:pt x="8" y="73"/>
                  </a:lnTo>
                  <a:lnTo>
                    <a:pt x="83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55" name=""/>
            <p:cNvSpPr/>
            <p:nvPr/>
          </p:nvSpPr>
          <p:spPr>
            <a:xfrm rot="0">
              <a:off x="982" y="2740"/>
              <a:ext cx="21" cy="18"/>
            </a:xfrm>
            <a:custGeom>
              <a:avLst/>
              <a:ahLst/>
              <a:rect l="0" t="0" r="r" b="b"/>
              <a:pathLst>
                <a:path w="83" h="73">
                  <a:moveTo>
                    <a:pt x="83" y="65"/>
                  </a:moveTo>
                  <a:lnTo>
                    <a:pt x="79" y="33"/>
                  </a:lnTo>
                  <a:lnTo>
                    <a:pt x="75" y="0"/>
                  </a:lnTo>
                  <a:lnTo>
                    <a:pt x="0" y="8"/>
                  </a:lnTo>
                  <a:lnTo>
                    <a:pt x="4" y="40"/>
                  </a:lnTo>
                  <a:lnTo>
                    <a:pt x="8" y="73"/>
                  </a:lnTo>
                  <a:lnTo>
                    <a:pt x="83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56" name=""/>
            <p:cNvSpPr/>
            <p:nvPr/>
          </p:nvSpPr>
          <p:spPr>
            <a:xfrm rot="0">
              <a:off x="982" y="2742"/>
              <a:ext cx="1" cy="8"/>
            </a:xfrm>
            <a:custGeom>
              <a:avLst/>
              <a:ahLst/>
              <a:rect l="0" t="0" r="r" b="b"/>
              <a:pathLst>
                <a:path w="6" h="32">
                  <a:moveTo>
                    <a:pt x="6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57" name=""/>
            <p:cNvSpPr/>
            <p:nvPr/>
          </p:nvSpPr>
          <p:spPr>
            <a:xfrm rot="0" flipH="1">
              <a:off x="982" y="27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58" name=""/>
            <p:cNvSpPr/>
            <p:nvPr/>
          </p:nvSpPr>
          <p:spPr>
            <a:xfrm rot="0">
              <a:off x="963" y="2742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65"/>
                  </a:moveTo>
                  <a:lnTo>
                    <a:pt x="79" y="32"/>
                  </a:lnTo>
                  <a:lnTo>
                    <a:pt x="73" y="0"/>
                  </a:lnTo>
                  <a:lnTo>
                    <a:pt x="0" y="10"/>
                  </a:lnTo>
                  <a:lnTo>
                    <a:pt x="5" y="43"/>
                  </a:lnTo>
                  <a:lnTo>
                    <a:pt x="10" y="76"/>
                  </a:lnTo>
                  <a:lnTo>
                    <a:pt x="84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59" name=""/>
            <p:cNvSpPr/>
            <p:nvPr/>
          </p:nvSpPr>
          <p:spPr>
            <a:xfrm rot="0">
              <a:off x="963" y="2742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65"/>
                  </a:moveTo>
                  <a:lnTo>
                    <a:pt x="79" y="32"/>
                  </a:lnTo>
                  <a:lnTo>
                    <a:pt x="73" y="0"/>
                  </a:lnTo>
                  <a:lnTo>
                    <a:pt x="0" y="10"/>
                  </a:lnTo>
                  <a:lnTo>
                    <a:pt x="5" y="43"/>
                  </a:lnTo>
                  <a:lnTo>
                    <a:pt x="10" y="76"/>
                  </a:lnTo>
                  <a:lnTo>
                    <a:pt x="84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60" name=""/>
            <p:cNvSpPr/>
            <p:nvPr/>
          </p:nvSpPr>
          <p:spPr>
            <a:xfrm rot="0">
              <a:off x="963" y="2745"/>
              <a:ext cx="2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61" name=""/>
            <p:cNvSpPr/>
            <p:nvPr/>
          </p:nvSpPr>
          <p:spPr>
            <a:xfrm rot="0">
              <a:off x="963" y="2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62" name=""/>
            <p:cNvSpPr/>
            <p:nvPr/>
          </p:nvSpPr>
          <p:spPr>
            <a:xfrm rot="0">
              <a:off x="944" y="2745"/>
              <a:ext cx="22" cy="19"/>
            </a:xfrm>
            <a:custGeom>
              <a:avLst/>
              <a:ahLst/>
              <a:rect l="0" t="0" r="r" b="b"/>
              <a:pathLst>
                <a:path w="85" h="79">
                  <a:moveTo>
                    <a:pt x="85" y="66"/>
                  </a:moveTo>
                  <a:lnTo>
                    <a:pt x="80" y="33"/>
                  </a:lnTo>
                  <a:lnTo>
                    <a:pt x="75" y="0"/>
                  </a:lnTo>
                  <a:lnTo>
                    <a:pt x="0" y="13"/>
                  </a:lnTo>
                  <a:lnTo>
                    <a:pt x="5" y="46"/>
                  </a:lnTo>
                  <a:lnTo>
                    <a:pt x="10" y="79"/>
                  </a:lnTo>
                  <a:lnTo>
                    <a:pt x="85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63" name=""/>
            <p:cNvSpPr/>
            <p:nvPr/>
          </p:nvSpPr>
          <p:spPr>
            <a:xfrm rot="0">
              <a:off x="944" y="2745"/>
              <a:ext cx="22" cy="19"/>
            </a:xfrm>
            <a:custGeom>
              <a:avLst/>
              <a:ahLst/>
              <a:rect l="0" t="0" r="r" b="b"/>
              <a:pathLst>
                <a:path w="85" h="79">
                  <a:moveTo>
                    <a:pt x="85" y="66"/>
                  </a:moveTo>
                  <a:lnTo>
                    <a:pt x="80" y="33"/>
                  </a:lnTo>
                  <a:lnTo>
                    <a:pt x="75" y="0"/>
                  </a:lnTo>
                  <a:lnTo>
                    <a:pt x="0" y="13"/>
                  </a:lnTo>
                  <a:lnTo>
                    <a:pt x="5" y="46"/>
                  </a:lnTo>
                  <a:lnTo>
                    <a:pt x="10" y="79"/>
                  </a:lnTo>
                  <a:lnTo>
                    <a:pt x="85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64" name=""/>
            <p:cNvSpPr/>
            <p:nvPr/>
          </p:nvSpPr>
          <p:spPr>
            <a:xfrm rot="0">
              <a:off x="944" y="2748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65" name=""/>
            <p:cNvSpPr/>
            <p:nvPr/>
          </p:nvSpPr>
          <p:spPr>
            <a:xfrm rot="0" flipH="1">
              <a:off x="944" y="2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66" name=""/>
            <p:cNvSpPr/>
            <p:nvPr/>
          </p:nvSpPr>
          <p:spPr>
            <a:xfrm rot="0">
              <a:off x="925" y="2748"/>
              <a:ext cx="23" cy="21"/>
            </a:xfrm>
            <a:custGeom>
              <a:avLst/>
              <a:ahLst/>
              <a:rect l="0" t="0" r="r" b="b"/>
              <a:pathLst>
                <a:path w="89" h="83">
                  <a:moveTo>
                    <a:pt x="89" y="66"/>
                  </a:moveTo>
                  <a:lnTo>
                    <a:pt x="81" y="33"/>
                  </a:lnTo>
                  <a:lnTo>
                    <a:pt x="73" y="0"/>
                  </a:lnTo>
                  <a:lnTo>
                    <a:pt x="0" y="17"/>
                  </a:lnTo>
                  <a:lnTo>
                    <a:pt x="8" y="50"/>
                  </a:lnTo>
                  <a:lnTo>
                    <a:pt x="15" y="83"/>
                  </a:lnTo>
                  <a:lnTo>
                    <a:pt x="89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67" name=""/>
            <p:cNvSpPr/>
            <p:nvPr/>
          </p:nvSpPr>
          <p:spPr>
            <a:xfrm rot="0">
              <a:off x="925" y="2748"/>
              <a:ext cx="23" cy="21"/>
            </a:xfrm>
            <a:custGeom>
              <a:avLst/>
              <a:ahLst/>
              <a:rect l="0" t="0" r="r" b="b"/>
              <a:pathLst>
                <a:path w="89" h="83">
                  <a:moveTo>
                    <a:pt x="89" y="66"/>
                  </a:moveTo>
                  <a:lnTo>
                    <a:pt x="81" y="33"/>
                  </a:lnTo>
                  <a:lnTo>
                    <a:pt x="73" y="0"/>
                  </a:lnTo>
                  <a:lnTo>
                    <a:pt x="0" y="17"/>
                  </a:lnTo>
                  <a:lnTo>
                    <a:pt x="8" y="50"/>
                  </a:lnTo>
                  <a:lnTo>
                    <a:pt x="15" y="83"/>
                  </a:lnTo>
                  <a:lnTo>
                    <a:pt x="89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68" name=""/>
            <p:cNvSpPr/>
            <p:nvPr/>
          </p:nvSpPr>
          <p:spPr>
            <a:xfrm rot="0">
              <a:off x="925" y="2752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69" name=""/>
            <p:cNvSpPr/>
            <p:nvPr/>
          </p:nvSpPr>
          <p:spPr>
            <a:xfrm rot="0">
              <a:off x="925" y="27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70" name=""/>
            <p:cNvSpPr/>
            <p:nvPr/>
          </p:nvSpPr>
          <p:spPr>
            <a:xfrm rot="0">
              <a:off x="907" y="2752"/>
              <a:ext cx="22" cy="21"/>
            </a:xfrm>
            <a:custGeom>
              <a:avLst/>
              <a:ahLst/>
              <a:rect l="0" t="0" r="r" b="b"/>
              <a:pathLst>
                <a:path w="88" h="84">
                  <a:moveTo>
                    <a:pt x="88" y="66"/>
                  </a:moveTo>
                  <a:lnTo>
                    <a:pt x="81" y="33"/>
                  </a:lnTo>
                  <a:lnTo>
                    <a:pt x="73" y="0"/>
                  </a:lnTo>
                  <a:lnTo>
                    <a:pt x="0" y="19"/>
                  </a:lnTo>
                  <a:lnTo>
                    <a:pt x="8" y="52"/>
                  </a:lnTo>
                  <a:lnTo>
                    <a:pt x="16" y="84"/>
                  </a:lnTo>
                  <a:lnTo>
                    <a:pt x="8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71" name=""/>
            <p:cNvSpPr/>
            <p:nvPr/>
          </p:nvSpPr>
          <p:spPr>
            <a:xfrm rot="0">
              <a:off x="907" y="2752"/>
              <a:ext cx="22" cy="21"/>
            </a:xfrm>
            <a:custGeom>
              <a:avLst/>
              <a:ahLst/>
              <a:rect l="0" t="0" r="r" b="b"/>
              <a:pathLst>
                <a:path w="88" h="84">
                  <a:moveTo>
                    <a:pt x="88" y="66"/>
                  </a:moveTo>
                  <a:lnTo>
                    <a:pt x="81" y="33"/>
                  </a:lnTo>
                  <a:lnTo>
                    <a:pt x="73" y="0"/>
                  </a:lnTo>
                  <a:lnTo>
                    <a:pt x="0" y="19"/>
                  </a:lnTo>
                  <a:lnTo>
                    <a:pt x="8" y="52"/>
                  </a:lnTo>
                  <a:lnTo>
                    <a:pt x="16" y="84"/>
                  </a:lnTo>
                  <a:lnTo>
                    <a:pt x="8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72" name=""/>
            <p:cNvSpPr/>
            <p:nvPr/>
          </p:nvSpPr>
          <p:spPr>
            <a:xfrm rot="0">
              <a:off x="907" y="2757"/>
              <a:ext cx="2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73" name=""/>
            <p:cNvSpPr/>
            <p:nvPr/>
          </p:nvSpPr>
          <p:spPr>
            <a:xfrm rot="0" flipH="1">
              <a:off x="907" y="2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74" name=""/>
            <p:cNvSpPr/>
            <p:nvPr/>
          </p:nvSpPr>
          <p:spPr>
            <a:xfrm rot="0">
              <a:off x="889" y="2757"/>
              <a:ext cx="23" cy="21"/>
            </a:xfrm>
            <a:custGeom>
              <a:avLst/>
              <a:ahLst/>
              <a:rect l="0" t="0" r="r" b="b"/>
              <a:pathLst>
                <a:path w="93" h="86">
                  <a:moveTo>
                    <a:pt x="93" y="63"/>
                  </a:moveTo>
                  <a:lnTo>
                    <a:pt x="82" y="32"/>
                  </a:lnTo>
                  <a:lnTo>
                    <a:pt x="72" y="0"/>
                  </a:lnTo>
                  <a:lnTo>
                    <a:pt x="0" y="22"/>
                  </a:lnTo>
                  <a:lnTo>
                    <a:pt x="10" y="54"/>
                  </a:lnTo>
                  <a:lnTo>
                    <a:pt x="21" y="86"/>
                  </a:lnTo>
                  <a:lnTo>
                    <a:pt x="9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75" name=""/>
            <p:cNvSpPr/>
            <p:nvPr/>
          </p:nvSpPr>
          <p:spPr>
            <a:xfrm rot="0">
              <a:off x="889" y="2757"/>
              <a:ext cx="23" cy="21"/>
            </a:xfrm>
            <a:custGeom>
              <a:avLst/>
              <a:ahLst/>
              <a:rect l="0" t="0" r="r" b="b"/>
              <a:pathLst>
                <a:path w="93" h="86">
                  <a:moveTo>
                    <a:pt x="93" y="63"/>
                  </a:moveTo>
                  <a:lnTo>
                    <a:pt x="82" y="32"/>
                  </a:lnTo>
                  <a:lnTo>
                    <a:pt x="72" y="0"/>
                  </a:lnTo>
                  <a:lnTo>
                    <a:pt x="0" y="22"/>
                  </a:lnTo>
                  <a:lnTo>
                    <a:pt x="10" y="54"/>
                  </a:lnTo>
                  <a:lnTo>
                    <a:pt x="21" y="86"/>
                  </a:lnTo>
                  <a:lnTo>
                    <a:pt x="9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76" name=""/>
            <p:cNvSpPr/>
            <p:nvPr/>
          </p:nvSpPr>
          <p:spPr>
            <a:xfrm rot="0">
              <a:off x="888" y="2763"/>
              <a:ext cx="3" cy="7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77" name=""/>
            <p:cNvSpPr/>
            <p:nvPr/>
          </p:nvSpPr>
          <p:spPr>
            <a:xfrm rot="0" flipH="1">
              <a:off x="888" y="2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78" name=""/>
            <p:cNvSpPr/>
            <p:nvPr/>
          </p:nvSpPr>
          <p:spPr>
            <a:xfrm rot="0">
              <a:off x="871" y="2763"/>
              <a:ext cx="23" cy="22"/>
            </a:xfrm>
            <a:custGeom>
              <a:avLst/>
              <a:ahLst/>
              <a:rect l="0" t="0" r="r" b="b"/>
              <a:pathLst>
                <a:path w="93" h="90">
                  <a:moveTo>
                    <a:pt x="93" y="64"/>
                  </a:moveTo>
                  <a:lnTo>
                    <a:pt x="81" y="32"/>
                  </a:lnTo>
                  <a:lnTo>
                    <a:pt x="69" y="0"/>
                  </a:lnTo>
                  <a:lnTo>
                    <a:pt x="0" y="27"/>
                  </a:lnTo>
                  <a:lnTo>
                    <a:pt x="11" y="58"/>
                  </a:lnTo>
                  <a:lnTo>
                    <a:pt x="23" y="90"/>
                  </a:lnTo>
                  <a:lnTo>
                    <a:pt x="9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79" name=""/>
            <p:cNvSpPr/>
            <p:nvPr/>
          </p:nvSpPr>
          <p:spPr>
            <a:xfrm rot="0">
              <a:off x="871" y="2763"/>
              <a:ext cx="23" cy="22"/>
            </a:xfrm>
            <a:custGeom>
              <a:avLst/>
              <a:ahLst/>
              <a:rect l="0" t="0" r="r" b="b"/>
              <a:pathLst>
                <a:path w="93" h="90">
                  <a:moveTo>
                    <a:pt x="93" y="64"/>
                  </a:moveTo>
                  <a:lnTo>
                    <a:pt x="81" y="32"/>
                  </a:lnTo>
                  <a:lnTo>
                    <a:pt x="69" y="0"/>
                  </a:lnTo>
                  <a:lnTo>
                    <a:pt x="0" y="27"/>
                  </a:lnTo>
                  <a:lnTo>
                    <a:pt x="11" y="58"/>
                  </a:lnTo>
                  <a:lnTo>
                    <a:pt x="23" y="90"/>
                  </a:lnTo>
                  <a:lnTo>
                    <a:pt x="93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80" name=""/>
            <p:cNvSpPr/>
            <p:nvPr/>
          </p:nvSpPr>
          <p:spPr>
            <a:xfrm rot="0">
              <a:off x="871" y="2769"/>
              <a:ext cx="3" cy="8"/>
            </a:xfrm>
            <a:custGeom>
              <a:avLst/>
              <a:ahLst/>
              <a:rect l="0" t="0" r="r" b="b"/>
              <a:pathLst>
                <a:path w="11" h="31">
                  <a:moveTo>
                    <a:pt x="11" y="3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81" name=""/>
            <p:cNvSpPr/>
            <p:nvPr/>
          </p:nvSpPr>
          <p:spPr>
            <a:xfrm rot="0">
              <a:off x="871" y="27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82" name=""/>
            <p:cNvSpPr/>
            <p:nvPr/>
          </p:nvSpPr>
          <p:spPr>
            <a:xfrm rot="0">
              <a:off x="853" y="2769"/>
              <a:ext cx="24" cy="23"/>
            </a:xfrm>
            <a:custGeom>
              <a:avLst/>
              <a:ahLst/>
              <a:rect l="0" t="0" r="r" b="b"/>
              <a:pathLst>
                <a:path w="94" h="90">
                  <a:moveTo>
                    <a:pt x="94" y="63"/>
                  </a:moveTo>
                  <a:lnTo>
                    <a:pt x="82" y="31"/>
                  </a:lnTo>
                  <a:lnTo>
                    <a:pt x="71" y="0"/>
                  </a:lnTo>
                  <a:lnTo>
                    <a:pt x="0" y="27"/>
                  </a:lnTo>
                  <a:lnTo>
                    <a:pt x="11" y="59"/>
                  </a:lnTo>
                  <a:lnTo>
                    <a:pt x="23" y="90"/>
                  </a:lnTo>
                  <a:lnTo>
                    <a:pt x="9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83" name=""/>
            <p:cNvSpPr/>
            <p:nvPr/>
          </p:nvSpPr>
          <p:spPr>
            <a:xfrm rot="0">
              <a:off x="853" y="2769"/>
              <a:ext cx="24" cy="23"/>
            </a:xfrm>
            <a:custGeom>
              <a:avLst/>
              <a:ahLst/>
              <a:rect l="0" t="0" r="r" b="b"/>
              <a:pathLst>
                <a:path w="94" h="90">
                  <a:moveTo>
                    <a:pt x="94" y="63"/>
                  </a:moveTo>
                  <a:lnTo>
                    <a:pt x="82" y="31"/>
                  </a:lnTo>
                  <a:lnTo>
                    <a:pt x="71" y="0"/>
                  </a:lnTo>
                  <a:lnTo>
                    <a:pt x="0" y="27"/>
                  </a:lnTo>
                  <a:lnTo>
                    <a:pt x="11" y="59"/>
                  </a:lnTo>
                  <a:lnTo>
                    <a:pt x="23" y="90"/>
                  </a:lnTo>
                  <a:lnTo>
                    <a:pt x="9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84" name=""/>
            <p:cNvSpPr/>
            <p:nvPr/>
          </p:nvSpPr>
          <p:spPr>
            <a:xfrm rot="0">
              <a:off x="852" y="2776"/>
              <a:ext cx="4" cy="8"/>
            </a:xfrm>
            <a:custGeom>
              <a:avLst/>
              <a:ahLst/>
              <a:rect l="0" t="0" r="r" b="b"/>
              <a:pathLst>
                <a:path w="14" h="32">
                  <a:moveTo>
                    <a:pt x="14" y="3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1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85" name=""/>
            <p:cNvSpPr/>
            <p:nvPr/>
          </p:nvSpPr>
          <p:spPr>
            <a:xfrm rot="0" flipH="1">
              <a:off x="852" y="27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86" name=""/>
            <p:cNvSpPr/>
            <p:nvPr/>
          </p:nvSpPr>
          <p:spPr>
            <a:xfrm rot="0">
              <a:off x="835" y="2776"/>
              <a:ext cx="25" cy="23"/>
            </a:xfrm>
            <a:custGeom>
              <a:avLst/>
              <a:ahLst/>
              <a:rect l="0" t="0" r="r" b="b"/>
              <a:pathLst>
                <a:path w="97" h="92">
                  <a:moveTo>
                    <a:pt x="97" y="60"/>
                  </a:moveTo>
                  <a:lnTo>
                    <a:pt x="82" y="30"/>
                  </a:lnTo>
                  <a:lnTo>
                    <a:pt x="68" y="0"/>
                  </a:lnTo>
                  <a:lnTo>
                    <a:pt x="0" y="31"/>
                  </a:lnTo>
                  <a:lnTo>
                    <a:pt x="14" y="61"/>
                  </a:lnTo>
                  <a:lnTo>
                    <a:pt x="29" y="92"/>
                  </a:lnTo>
                  <a:lnTo>
                    <a:pt x="9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87" name=""/>
            <p:cNvSpPr/>
            <p:nvPr/>
          </p:nvSpPr>
          <p:spPr>
            <a:xfrm rot="0">
              <a:off x="835" y="2776"/>
              <a:ext cx="25" cy="23"/>
            </a:xfrm>
            <a:custGeom>
              <a:avLst/>
              <a:ahLst/>
              <a:rect l="0" t="0" r="r" b="b"/>
              <a:pathLst>
                <a:path w="97" h="92">
                  <a:moveTo>
                    <a:pt x="97" y="60"/>
                  </a:moveTo>
                  <a:lnTo>
                    <a:pt x="82" y="30"/>
                  </a:lnTo>
                  <a:lnTo>
                    <a:pt x="68" y="0"/>
                  </a:lnTo>
                  <a:lnTo>
                    <a:pt x="0" y="31"/>
                  </a:lnTo>
                  <a:lnTo>
                    <a:pt x="14" y="61"/>
                  </a:lnTo>
                  <a:lnTo>
                    <a:pt x="29" y="92"/>
                  </a:lnTo>
                  <a:lnTo>
                    <a:pt x="9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88" name=""/>
            <p:cNvSpPr/>
            <p:nvPr/>
          </p:nvSpPr>
          <p:spPr>
            <a:xfrm rot="0">
              <a:off x="835" y="2784"/>
              <a:ext cx="4" cy="8"/>
            </a:xfrm>
            <a:custGeom>
              <a:avLst/>
              <a:ahLst/>
              <a:rect l="0" t="0" r="r" b="b"/>
              <a:pathLst>
                <a:path w="14" h="30">
                  <a:moveTo>
                    <a:pt x="14" y="3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89" name=""/>
            <p:cNvSpPr/>
            <p:nvPr/>
          </p:nvSpPr>
          <p:spPr>
            <a:xfrm rot="0">
              <a:off x="835" y="2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90" name=""/>
            <p:cNvSpPr/>
            <p:nvPr/>
          </p:nvSpPr>
          <p:spPr>
            <a:xfrm rot="0">
              <a:off x="819" y="2784"/>
              <a:ext cx="24" cy="24"/>
            </a:xfrm>
            <a:custGeom>
              <a:avLst/>
              <a:ahLst/>
              <a:rect l="0" t="0" r="r" b="b"/>
              <a:pathLst>
                <a:path w="96" h="93">
                  <a:moveTo>
                    <a:pt x="96" y="61"/>
                  </a:moveTo>
                  <a:lnTo>
                    <a:pt x="81" y="30"/>
                  </a:lnTo>
                  <a:lnTo>
                    <a:pt x="67" y="0"/>
                  </a:lnTo>
                  <a:lnTo>
                    <a:pt x="0" y="33"/>
                  </a:lnTo>
                  <a:lnTo>
                    <a:pt x="14" y="63"/>
                  </a:lnTo>
                  <a:lnTo>
                    <a:pt x="29" y="93"/>
                  </a:lnTo>
                  <a:lnTo>
                    <a:pt x="96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91" name=""/>
            <p:cNvSpPr/>
            <p:nvPr/>
          </p:nvSpPr>
          <p:spPr>
            <a:xfrm rot="0">
              <a:off x="819" y="2784"/>
              <a:ext cx="24" cy="24"/>
            </a:xfrm>
            <a:custGeom>
              <a:avLst/>
              <a:ahLst/>
              <a:rect l="0" t="0" r="r" b="b"/>
              <a:pathLst>
                <a:path w="96" h="93">
                  <a:moveTo>
                    <a:pt x="96" y="61"/>
                  </a:moveTo>
                  <a:lnTo>
                    <a:pt x="81" y="30"/>
                  </a:lnTo>
                  <a:lnTo>
                    <a:pt x="67" y="0"/>
                  </a:lnTo>
                  <a:lnTo>
                    <a:pt x="0" y="33"/>
                  </a:lnTo>
                  <a:lnTo>
                    <a:pt x="14" y="63"/>
                  </a:lnTo>
                  <a:lnTo>
                    <a:pt x="29" y="93"/>
                  </a:lnTo>
                  <a:lnTo>
                    <a:pt x="96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92" name=""/>
            <p:cNvSpPr/>
            <p:nvPr/>
          </p:nvSpPr>
          <p:spPr>
            <a:xfrm rot="0">
              <a:off x="818" y="2793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93" name=""/>
            <p:cNvSpPr/>
            <p:nvPr/>
          </p:nvSpPr>
          <p:spPr>
            <a:xfrm rot="0" flipH="1">
              <a:off x="818" y="2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94" name=""/>
            <p:cNvSpPr/>
            <p:nvPr/>
          </p:nvSpPr>
          <p:spPr>
            <a:xfrm rot="0">
              <a:off x="802" y="2793"/>
              <a:ext cx="24" cy="23"/>
            </a:xfrm>
            <a:custGeom>
              <a:avLst/>
              <a:ahLst/>
              <a:rect l="0" t="0" r="r" b="b"/>
              <a:pathLst>
                <a:path w="97" h="95">
                  <a:moveTo>
                    <a:pt x="97" y="58"/>
                  </a:moveTo>
                  <a:lnTo>
                    <a:pt x="81" y="29"/>
                  </a:lnTo>
                  <a:lnTo>
                    <a:pt x="65" y="0"/>
                  </a:lnTo>
                  <a:lnTo>
                    <a:pt x="0" y="37"/>
                  </a:lnTo>
                  <a:lnTo>
                    <a:pt x="15" y="66"/>
                  </a:lnTo>
                  <a:lnTo>
                    <a:pt x="31" y="95"/>
                  </a:lnTo>
                  <a:lnTo>
                    <a:pt x="9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95" name=""/>
            <p:cNvSpPr/>
            <p:nvPr/>
          </p:nvSpPr>
          <p:spPr>
            <a:xfrm rot="0">
              <a:off x="802" y="2793"/>
              <a:ext cx="24" cy="23"/>
            </a:xfrm>
            <a:custGeom>
              <a:avLst/>
              <a:ahLst/>
              <a:rect l="0" t="0" r="r" b="b"/>
              <a:pathLst>
                <a:path w="97" h="95">
                  <a:moveTo>
                    <a:pt x="97" y="58"/>
                  </a:moveTo>
                  <a:lnTo>
                    <a:pt x="81" y="29"/>
                  </a:lnTo>
                  <a:lnTo>
                    <a:pt x="65" y="0"/>
                  </a:lnTo>
                  <a:lnTo>
                    <a:pt x="0" y="37"/>
                  </a:lnTo>
                  <a:lnTo>
                    <a:pt x="15" y="66"/>
                  </a:lnTo>
                  <a:lnTo>
                    <a:pt x="31" y="95"/>
                  </a:lnTo>
                  <a:lnTo>
                    <a:pt x="9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96" name=""/>
            <p:cNvSpPr/>
            <p:nvPr/>
          </p:nvSpPr>
          <p:spPr>
            <a:xfrm rot="0">
              <a:off x="802" y="2802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97" name=""/>
            <p:cNvSpPr/>
            <p:nvPr/>
          </p:nvSpPr>
          <p:spPr>
            <a:xfrm rot="0" flipH="1">
              <a:off x="802" y="2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698" name=""/>
            <p:cNvSpPr/>
            <p:nvPr/>
          </p:nvSpPr>
          <p:spPr>
            <a:xfrm rot="0">
              <a:off x="785" y="2802"/>
              <a:ext cx="25" cy="24"/>
            </a:xfrm>
            <a:custGeom>
              <a:avLst/>
              <a:ahLst/>
              <a:rect l="0" t="0" r="r" b="b"/>
              <a:pathLst>
                <a:path w="98" h="97">
                  <a:moveTo>
                    <a:pt x="98" y="58"/>
                  </a:moveTo>
                  <a:lnTo>
                    <a:pt x="81" y="29"/>
                  </a:lnTo>
                  <a:lnTo>
                    <a:pt x="64" y="0"/>
                  </a:lnTo>
                  <a:lnTo>
                    <a:pt x="0" y="40"/>
                  </a:lnTo>
                  <a:lnTo>
                    <a:pt x="17" y="68"/>
                  </a:lnTo>
                  <a:lnTo>
                    <a:pt x="34" y="97"/>
                  </a:lnTo>
                  <a:lnTo>
                    <a:pt x="9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699" name=""/>
            <p:cNvSpPr/>
            <p:nvPr/>
          </p:nvSpPr>
          <p:spPr>
            <a:xfrm rot="0">
              <a:off x="785" y="2802"/>
              <a:ext cx="25" cy="24"/>
            </a:xfrm>
            <a:custGeom>
              <a:avLst/>
              <a:ahLst/>
              <a:rect l="0" t="0" r="r" b="b"/>
              <a:pathLst>
                <a:path w="98" h="97">
                  <a:moveTo>
                    <a:pt x="98" y="58"/>
                  </a:moveTo>
                  <a:lnTo>
                    <a:pt x="81" y="29"/>
                  </a:lnTo>
                  <a:lnTo>
                    <a:pt x="64" y="0"/>
                  </a:lnTo>
                  <a:lnTo>
                    <a:pt x="0" y="40"/>
                  </a:lnTo>
                  <a:lnTo>
                    <a:pt x="17" y="68"/>
                  </a:lnTo>
                  <a:lnTo>
                    <a:pt x="34" y="97"/>
                  </a:lnTo>
                  <a:lnTo>
                    <a:pt x="9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00" name=""/>
            <p:cNvSpPr/>
            <p:nvPr/>
          </p:nvSpPr>
          <p:spPr>
            <a:xfrm rot="0">
              <a:off x="785" y="2812"/>
              <a:ext cx="5" cy="7"/>
            </a:xfrm>
            <a:custGeom>
              <a:avLst/>
              <a:ahLst/>
              <a:rect l="0" t="0" r="r" b="b"/>
              <a:pathLst>
                <a:path w="18" h="28">
                  <a:moveTo>
                    <a:pt x="18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01" name=""/>
            <p:cNvSpPr/>
            <p:nvPr/>
          </p:nvSpPr>
          <p:spPr>
            <a:xfrm rot="0" flipH="1">
              <a:off x="785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02" name=""/>
            <p:cNvSpPr/>
            <p:nvPr/>
          </p:nvSpPr>
          <p:spPr>
            <a:xfrm rot="0">
              <a:off x="769" y="2812"/>
              <a:ext cx="25" cy="24"/>
            </a:xfrm>
            <a:custGeom>
              <a:avLst/>
              <a:ahLst/>
              <a:rect l="0" t="0" r="r" b="b"/>
              <a:pathLst>
                <a:path w="100" h="96">
                  <a:moveTo>
                    <a:pt x="100" y="55"/>
                  </a:moveTo>
                  <a:lnTo>
                    <a:pt x="82" y="27"/>
                  </a:lnTo>
                  <a:lnTo>
                    <a:pt x="64" y="0"/>
                  </a:lnTo>
                  <a:lnTo>
                    <a:pt x="0" y="41"/>
                  </a:lnTo>
                  <a:lnTo>
                    <a:pt x="19" y="68"/>
                  </a:lnTo>
                  <a:lnTo>
                    <a:pt x="37" y="96"/>
                  </a:lnTo>
                  <a:lnTo>
                    <a:pt x="10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03" name=""/>
            <p:cNvSpPr/>
            <p:nvPr/>
          </p:nvSpPr>
          <p:spPr>
            <a:xfrm rot="0">
              <a:off x="769" y="2812"/>
              <a:ext cx="25" cy="24"/>
            </a:xfrm>
            <a:custGeom>
              <a:avLst/>
              <a:ahLst/>
              <a:rect l="0" t="0" r="r" b="b"/>
              <a:pathLst>
                <a:path w="100" h="96">
                  <a:moveTo>
                    <a:pt x="100" y="55"/>
                  </a:moveTo>
                  <a:lnTo>
                    <a:pt x="82" y="27"/>
                  </a:lnTo>
                  <a:lnTo>
                    <a:pt x="64" y="0"/>
                  </a:lnTo>
                  <a:lnTo>
                    <a:pt x="0" y="41"/>
                  </a:lnTo>
                  <a:lnTo>
                    <a:pt x="19" y="68"/>
                  </a:lnTo>
                  <a:lnTo>
                    <a:pt x="37" y="96"/>
                  </a:lnTo>
                  <a:lnTo>
                    <a:pt x="10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04" name=""/>
            <p:cNvSpPr/>
            <p:nvPr/>
          </p:nvSpPr>
          <p:spPr>
            <a:xfrm rot="0">
              <a:off x="769" y="2822"/>
              <a:ext cx="5" cy="7"/>
            </a:xfrm>
            <a:custGeom>
              <a:avLst/>
              <a:ahLst/>
              <a:rect l="0" t="0" r="r" b="b"/>
              <a:pathLst>
                <a:path w="20" h="27">
                  <a:moveTo>
                    <a:pt x="20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05" name=""/>
            <p:cNvSpPr/>
            <p:nvPr/>
          </p:nvSpPr>
          <p:spPr>
            <a:xfrm rot="0" flipH="1">
              <a:off x="769" y="28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06" name=""/>
            <p:cNvSpPr/>
            <p:nvPr/>
          </p:nvSpPr>
          <p:spPr>
            <a:xfrm rot="0">
              <a:off x="754" y="2822"/>
              <a:ext cx="25" cy="25"/>
            </a:xfrm>
            <a:custGeom>
              <a:avLst/>
              <a:ahLst/>
              <a:rect l="0" t="0" r="r" b="b"/>
              <a:pathLst>
                <a:path w="100" h="100">
                  <a:moveTo>
                    <a:pt x="100" y="55"/>
                  </a:moveTo>
                  <a:lnTo>
                    <a:pt x="80" y="27"/>
                  </a:lnTo>
                  <a:lnTo>
                    <a:pt x="60" y="0"/>
                  </a:lnTo>
                  <a:lnTo>
                    <a:pt x="0" y="44"/>
                  </a:lnTo>
                  <a:lnTo>
                    <a:pt x="19" y="72"/>
                  </a:lnTo>
                  <a:lnTo>
                    <a:pt x="39" y="100"/>
                  </a:lnTo>
                  <a:lnTo>
                    <a:pt x="10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07" name=""/>
            <p:cNvSpPr/>
            <p:nvPr/>
          </p:nvSpPr>
          <p:spPr>
            <a:xfrm rot="0">
              <a:off x="754" y="2822"/>
              <a:ext cx="25" cy="25"/>
            </a:xfrm>
            <a:custGeom>
              <a:avLst/>
              <a:ahLst/>
              <a:rect l="0" t="0" r="r" b="b"/>
              <a:pathLst>
                <a:path w="100" h="100">
                  <a:moveTo>
                    <a:pt x="100" y="55"/>
                  </a:moveTo>
                  <a:lnTo>
                    <a:pt x="80" y="27"/>
                  </a:lnTo>
                  <a:lnTo>
                    <a:pt x="60" y="0"/>
                  </a:lnTo>
                  <a:lnTo>
                    <a:pt x="0" y="44"/>
                  </a:lnTo>
                  <a:lnTo>
                    <a:pt x="19" y="72"/>
                  </a:lnTo>
                  <a:lnTo>
                    <a:pt x="39" y="100"/>
                  </a:lnTo>
                  <a:lnTo>
                    <a:pt x="10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08" name=""/>
            <p:cNvSpPr/>
            <p:nvPr/>
          </p:nvSpPr>
          <p:spPr>
            <a:xfrm rot="0">
              <a:off x="754" y="2834"/>
              <a:ext cx="5" cy="6"/>
            </a:xfrm>
            <a:custGeom>
              <a:avLst/>
              <a:ahLst/>
              <a:rect l="0" t="0" r="r" b="b"/>
              <a:pathLst>
                <a:path w="21" h="28">
                  <a:moveTo>
                    <a:pt x="21" y="28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09" name=""/>
            <p:cNvSpPr/>
            <p:nvPr/>
          </p:nvSpPr>
          <p:spPr>
            <a:xfrm rot="0" flipH="1">
              <a:off x="754" y="2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10" name=""/>
            <p:cNvSpPr/>
            <p:nvPr/>
          </p:nvSpPr>
          <p:spPr>
            <a:xfrm rot="0">
              <a:off x="739" y="2834"/>
              <a:ext cx="25" cy="25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2"/>
                  </a:moveTo>
                  <a:lnTo>
                    <a:pt x="80" y="26"/>
                  </a:lnTo>
                  <a:lnTo>
                    <a:pt x="59" y="0"/>
                  </a:lnTo>
                  <a:lnTo>
                    <a:pt x="0" y="46"/>
                  </a:lnTo>
                  <a:lnTo>
                    <a:pt x="21" y="72"/>
                  </a:lnTo>
                  <a:lnTo>
                    <a:pt x="42" y="98"/>
                  </a:lnTo>
                  <a:lnTo>
                    <a:pt x="10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11" name=""/>
            <p:cNvSpPr/>
            <p:nvPr/>
          </p:nvSpPr>
          <p:spPr>
            <a:xfrm rot="0">
              <a:off x="739" y="2834"/>
              <a:ext cx="25" cy="25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2"/>
                  </a:moveTo>
                  <a:lnTo>
                    <a:pt x="80" y="26"/>
                  </a:lnTo>
                  <a:lnTo>
                    <a:pt x="59" y="0"/>
                  </a:lnTo>
                  <a:lnTo>
                    <a:pt x="0" y="46"/>
                  </a:lnTo>
                  <a:lnTo>
                    <a:pt x="21" y="72"/>
                  </a:lnTo>
                  <a:lnTo>
                    <a:pt x="42" y="98"/>
                  </a:lnTo>
                  <a:lnTo>
                    <a:pt x="10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12" name=""/>
            <p:cNvSpPr/>
            <p:nvPr/>
          </p:nvSpPr>
          <p:spPr>
            <a:xfrm rot="0">
              <a:off x="739" y="2845"/>
              <a:ext cx="5" cy="7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13" name=""/>
            <p:cNvSpPr/>
            <p:nvPr/>
          </p:nvSpPr>
          <p:spPr>
            <a:xfrm rot="0">
              <a:off x="739" y="2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14" name=""/>
            <p:cNvSpPr/>
            <p:nvPr/>
          </p:nvSpPr>
          <p:spPr>
            <a:xfrm rot="0">
              <a:off x="724" y="2845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2"/>
                  </a:moveTo>
                  <a:lnTo>
                    <a:pt x="79" y="26"/>
                  </a:lnTo>
                  <a:lnTo>
                    <a:pt x="58" y="0"/>
                  </a:lnTo>
                  <a:lnTo>
                    <a:pt x="0" y="48"/>
                  </a:lnTo>
                  <a:lnTo>
                    <a:pt x="21" y="75"/>
                  </a:lnTo>
                  <a:lnTo>
                    <a:pt x="42" y="101"/>
                  </a:lnTo>
                  <a:lnTo>
                    <a:pt x="10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15" name=""/>
            <p:cNvSpPr/>
            <p:nvPr/>
          </p:nvSpPr>
          <p:spPr>
            <a:xfrm rot="0">
              <a:off x="724" y="2845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2"/>
                  </a:moveTo>
                  <a:lnTo>
                    <a:pt x="79" y="26"/>
                  </a:lnTo>
                  <a:lnTo>
                    <a:pt x="58" y="0"/>
                  </a:lnTo>
                  <a:lnTo>
                    <a:pt x="0" y="48"/>
                  </a:lnTo>
                  <a:lnTo>
                    <a:pt x="21" y="75"/>
                  </a:lnTo>
                  <a:lnTo>
                    <a:pt x="42" y="101"/>
                  </a:lnTo>
                  <a:lnTo>
                    <a:pt x="10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16" name=""/>
            <p:cNvSpPr/>
            <p:nvPr/>
          </p:nvSpPr>
          <p:spPr>
            <a:xfrm rot="0">
              <a:off x="724" y="2858"/>
              <a:ext cx="6" cy="6"/>
            </a:xfrm>
            <a:custGeom>
              <a:avLst/>
              <a:ahLst/>
              <a:rect l="0" t="0" r="r" b="b"/>
              <a:pathLst>
                <a:path w="22" h="27">
                  <a:moveTo>
                    <a:pt x="22" y="2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17" name=""/>
            <p:cNvSpPr/>
            <p:nvPr/>
          </p:nvSpPr>
          <p:spPr>
            <a:xfrm rot="0" flipH="1">
              <a:off x="724" y="28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18" name=""/>
            <p:cNvSpPr/>
            <p:nvPr/>
          </p:nvSpPr>
          <p:spPr>
            <a:xfrm rot="0">
              <a:off x="710" y="2858"/>
              <a:ext cx="25" cy="25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0"/>
                  </a:moveTo>
                  <a:lnTo>
                    <a:pt x="77" y="25"/>
                  </a:lnTo>
                  <a:lnTo>
                    <a:pt x="55" y="0"/>
                  </a:lnTo>
                  <a:lnTo>
                    <a:pt x="0" y="51"/>
                  </a:lnTo>
                  <a:lnTo>
                    <a:pt x="22" y="76"/>
                  </a:lnTo>
                  <a:lnTo>
                    <a:pt x="45" y="101"/>
                  </a:lnTo>
                  <a:lnTo>
                    <a:pt x="10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19" name=""/>
            <p:cNvSpPr/>
            <p:nvPr/>
          </p:nvSpPr>
          <p:spPr>
            <a:xfrm rot="0">
              <a:off x="710" y="2858"/>
              <a:ext cx="25" cy="25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0"/>
                  </a:moveTo>
                  <a:lnTo>
                    <a:pt x="77" y="25"/>
                  </a:lnTo>
                  <a:lnTo>
                    <a:pt x="55" y="0"/>
                  </a:lnTo>
                  <a:lnTo>
                    <a:pt x="0" y="51"/>
                  </a:lnTo>
                  <a:lnTo>
                    <a:pt x="22" y="76"/>
                  </a:lnTo>
                  <a:lnTo>
                    <a:pt x="45" y="101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20" name=""/>
            <p:cNvSpPr/>
            <p:nvPr/>
          </p:nvSpPr>
          <p:spPr>
            <a:xfrm rot="0">
              <a:off x="710" y="2871"/>
              <a:ext cx="6" cy="6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21" name=""/>
            <p:cNvSpPr/>
            <p:nvPr/>
          </p:nvSpPr>
          <p:spPr>
            <a:xfrm rot="0" flipH="1">
              <a:off x="710" y="28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22" name=""/>
            <p:cNvSpPr/>
            <p:nvPr/>
          </p:nvSpPr>
          <p:spPr>
            <a:xfrm rot="0">
              <a:off x="696" y="2871"/>
              <a:ext cx="26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47"/>
                  </a:moveTo>
                  <a:lnTo>
                    <a:pt x="77" y="24"/>
                  </a:lnTo>
                  <a:lnTo>
                    <a:pt x="54" y="0"/>
                  </a:lnTo>
                  <a:lnTo>
                    <a:pt x="0" y="54"/>
                  </a:lnTo>
                  <a:lnTo>
                    <a:pt x="23" y="78"/>
                  </a:lnTo>
                  <a:lnTo>
                    <a:pt x="47" y="101"/>
                  </a:lnTo>
                  <a:lnTo>
                    <a:pt x="101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23" name=""/>
            <p:cNvSpPr/>
            <p:nvPr/>
          </p:nvSpPr>
          <p:spPr>
            <a:xfrm rot="0">
              <a:off x="696" y="2871"/>
              <a:ext cx="26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47"/>
                  </a:moveTo>
                  <a:lnTo>
                    <a:pt x="77" y="24"/>
                  </a:lnTo>
                  <a:lnTo>
                    <a:pt x="54" y="0"/>
                  </a:lnTo>
                  <a:lnTo>
                    <a:pt x="0" y="54"/>
                  </a:lnTo>
                  <a:lnTo>
                    <a:pt x="23" y="78"/>
                  </a:lnTo>
                  <a:lnTo>
                    <a:pt x="47" y="101"/>
                  </a:lnTo>
                  <a:lnTo>
                    <a:pt x="101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24" name=""/>
            <p:cNvSpPr/>
            <p:nvPr/>
          </p:nvSpPr>
          <p:spPr>
            <a:xfrm rot="0">
              <a:off x="696" y="2885"/>
              <a:ext cx="6" cy="5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25" name=""/>
            <p:cNvSpPr/>
            <p:nvPr/>
          </p:nvSpPr>
          <p:spPr>
            <a:xfrm rot="0" flipH="1">
              <a:off x="696" y="2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26" name=""/>
            <p:cNvSpPr/>
            <p:nvPr/>
          </p:nvSpPr>
          <p:spPr>
            <a:xfrm rot="0">
              <a:off x="683" y="2885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45"/>
                  </a:moveTo>
                  <a:lnTo>
                    <a:pt x="76" y="23"/>
                  </a:lnTo>
                  <a:lnTo>
                    <a:pt x="51" y="0"/>
                  </a:lnTo>
                  <a:lnTo>
                    <a:pt x="0" y="56"/>
                  </a:lnTo>
                  <a:lnTo>
                    <a:pt x="25" y="78"/>
                  </a:lnTo>
                  <a:lnTo>
                    <a:pt x="50" y="100"/>
                  </a:lnTo>
                  <a:lnTo>
                    <a:pt x="10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27" name=""/>
            <p:cNvSpPr/>
            <p:nvPr/>
          </p:nvSpPr>
          <p:spPr>
            <a:xfrm rot="0">
              <a:off x="683" y="2885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45"/>
                  </a:moveTo>
                  <a:lnTo>
                    <a:pt x="76" y="23"/>
                  </a:lnTo>
                  <a:lnTo>
                    <a:pt x="51" y="0"/>
                  </a:lnTo>
                  <a:lnTo>
                    <a:pt x="0" y="56"/>
                  </a:lnTo>
                  <a:lnTo>
                    <a:pt x="25" y="78"/>
                  </a:lnTo>
                  <a:lnTo>
                    <a:pt x="50" y="100"/>
                  </a:lnTo>
                  <a:lnTo>
                    <a:pt x="101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28" name=""/>
            <p:cNvSpPr/>
            <p:nvPr/>
          </p:nvSpPr>
          <p:spPr>
            <a:xfrm rot="0">
              <a:off x="683" y="2899"/>
              <a:ext cx="7" cy="5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29" name=""/>
            <p:cNvSpPr/>
            <p:nvPr/>
          </p:nvSpPr>
          <p:spPr>
            <a:xfrm rot="0">
              <a:off x="683" y="2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30" name=""/>
            <p:cNvSpPr/>
            <p:nvPr/>
          </p:nvSpPr>
          <p:spPr>
            <a:xfrm rot="0">
              <a:off x="671" y="2899"/>
              <a:ext cx="25" cy="25"/>
            </a:xfrm>
            <a:custGeom>
              <a:avLst/>
              <a:ahLst/>
              <a:rect l="0" t="0" r="r" b="b"/>
              <a:pathLst>
                <a:path w="98" h="101">
                  <a:moveTo>
                    <a:pt x="98" y="44"/>
                  </a:moveTo>
                  <a:lnTo>
                    <a:pt x="73" y="22"/>
                  </a:lnTo>
                  <a:lnTo>
                    <a:pt x="48" y="0"/>
                  </a:lnTo>
                  <a:lnTo>
                    <a:pt x="0" y="56"/>
                  </a:lnTo>
                  <a:lnTo>
                    <a:pt x="24" y="78"/>
                  </a:lnTo>
                  <a:lnTo>
                    <a:pt x="49" y="101"/>
                  </a:lnTo>
                  <a:lnTo>
                    <a:pt x="98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31" name=""/>
            <p:cNvSpPr/>
            <p:nvPr/>
          </p:nvSpPr>
          <p:spPr>
            <a:xfrm rot="0">
              <a:off x="671" y="2899"/>
              <a:ext cx="25" cy="25"/>
            </a:xfrm>
            <a:custGeom>
              <a:avLst/>
              <a:ahLst/>
              <a:rect l="0" t="0" r="r" b="b"/>
              <a:pathLst>
                <a:path w="98" h="101">
                  <a:moveTo>
                    <a:pt x="98" y="44"/>
                  </a:moveTo>
                  <a:lnTo>
                    <a:pt x="73" y="22"/>
                  </a:lnTo>
                  <a:lnTo>
                    <a:pt x="48" y="0"/>
                  </a:lnTo>
                  <a:lnTo>
                    <a:pt x="0" y="56"/>
                  </a:lnTo>
                  <a:lnTo>
                    <a:pt x="24" y="78"/>
                  </a:lnTo>
                  <a:lnTo>
                    <a:pt x="49" y="101"/>
                  </a:lnTo>
                  <a:lnTo>
                    <a:pt x="98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32" name=""/>
            <p:cNvSpPr/>
            <p:nvPr/>
          </p:nvSpPr>
          <p:spPr>
            <a:xfrm rot="0">
              <a:off x="671" y="2913"/>
              <a:ext cx="6" cy="5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33" name=""/>
            <p:cNvSpPr/>
            <p:nvPr/>
          </p:nvSpPr>
          <p:spPr>
            <a:xfrm rot="0" flipH="1">
              <a:off x="671" y="2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34" name=""/>
            <p:cNvSpPr/>
            <p:nvPr/>
          </p:nvSpPr>
          <p:spPr>
            <a:xfrm rot="0">
              <a:off x="659" y="2913"/>
              <a:ext cx="25" cy="25"/>
            </a:xfrm>
            <a:custGeom>
              <a:avLst/>
              <a:ahLst/>
              <a:rect l="0" t="0" r="r" b="b"/>
              <a:pathLst>
                <a:path w="99" h="102">
                  <a:moveTo>
                    <a:pt x="99" y="42"/>
                  </a:moveTo>
                  <a:lnTo>
                    <a:pt x="72" y="21"/>
                  </a:lnTo>
                  <a:lnTo>
                    <a:pt x="46" y="0"/>
                  </a:lnTo>
                  <a:lnTo>
                    <a:pt x="0" y="60"/>
                  </a:lnTo>
                  <a:lnTo>
                    <a:pt x="26" y="81"/>
                  </a:lnTo>
                  <a:lnTo>
                    <a:pt x="53" y="102"/>
                  </a:lnTo>
                  <a:lnTo>
                    <a:pt x="99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35" name=""/>
            <p:cNvSpPr/>
            <p:nvPr/>
          </p:nvSpPr>
          <p:spPr>
            <a:xfrm rot="0">
              <a:off x="659" y="2913"/>
              <a:ext cx="25" cy="25"/>
            </a:xfrm>
            <a:custGeom>
              <a:avLst/>
              <a:ahLst/>
              <a:rect l="0" t="0" r="r" b="b"/>
              <a:pathLst>
                <a:path w="99" h="102">
                  <a:moveTo>
                    <a:pt x="99" y="42"/>
                  </a:moveTo>
                  <a:lnTo>
                    <a:pt x="72" y="21"/>
                  </a:lnTo>
                  <a:lnTo>
                    <a:pt x="46" y="0"/>
                  </a:lnTo>
                  <a:lnTo>
                    <a:pt x="0" y="60"/>
                  </a:lnTo>
                  <a:lnTo>
                    <a:pt x="26" y="81"/>
                  </a:lnTo>
                  <a:lnTo>
                    <a:pt x="53" y="102"/>
                  </a:lnTo>
                  <a:lnTo>
                    <a:pt x="99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36" name=""/>
            <p:cNvSpPr/>
            <p:nvPr/>
          </p:nvSpPr>
          <p:spPr>
            <a:xfrm rot="0">
              <a:off x="659" y="2928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37" name=""/>
            <p:cNvSpPr/>
            <p:nvPr/>
          </p:nvSpPr>
          <p:spPr>
            <a:xfrm rot="0" flipH="1">
              <a:off x="659" y="2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38" name=""/>
            <p:cNvSpPr/>
            <p:nvPr/>
          </p:nvSpPr>
          <p:spPr>
            <a:xfrm rot="0">
              <a:off x="648" y="2928"/>
              <a:ext cx="25" cy="26"/>
            </a:xfrm>
            <a:custGeom>
              <a:avLst/>
              <a:ahLst/>
              <a:rect l="0" t="0" r="r" b="b"/>
              <a:pathLst>
                <a:path w="98" h="101">
                  <a:moveTo>
                    <a:pt x="98" y="39"/>
                  </a:moveTo>
                  <a:lnTo>
                    <a:pt x="70" y="20"/>
                  </a:lnTo>
                  <a:lnTo>
                    <a:pt x="43" y="0"/>
                  </a:lnTo>
                  <a:lnTo>
                    <a:pt x="0" y="62"/>
                  </a:lnTo>
                  <a:lnTo>
                    <a:pt x="27" y="81"/>
                  </a:lnTo>
                  <a:lnTo>
                    <a:pt x="55" y="101"/>
                  </a:lnTo>
                  <a:lnTo>
                    <a:pt x="98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39" name=""/>
            <p:cNvSpPr/>
            <p:nvPr/>
          </p:nvSpPr>
          <p:spPr>
            <a:xfrm rot="0">
              <a:off x="648" y="2928"/>
              <a:ext cx="25" cy="26"/>
            </a:xfrm>
            <a:custGeom>
              <a:avLst/>
              <a:ahLst/>
              <a:rect l="0" t="0" r="r" b="b"/>
              <a:pathLst>
                <a:path w="98" h="101">
                  <a:moveTo>
                    <a:pt x="98" y="39"/>
                  </a:moveTo>
                  <a:lnTo>
                    <a:pt x="70" y="20"/>
                  </a:lnTo>
                  <a:lnTo>
                    <a:pt x="43" y="0"/>
                  </a:lnTo>
                  <a:lnTo>
                    <a:pt x="0" y="62"/>
                  </a:lnTo>
                  <a:lnTo>
                    <a:pt x="27" y="81"/>
                  </a:lnTo>
                  <a:lnTo>
                    <a:pt x="55" y="101"/>
                  </a:lnTo>
                  <a:lnTo>
                    <a:pt x="98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40" name=""/>
            <p:cNvSpPr/>
            <p:nvPr/>
          </p:nvSpPr>
          <p:spPr>
            <a:xfrm rot="0">
              <a:off x="648" y="2944"/>
              <a:ext cx="7" cy="5"/>
            </a:xfrm>
            <a:custGeom>
              <a:avLst/>
              <a:ahLst/>
              <a:rect l="0" t="0" r="r" b="b"/>
              <a:pathLst>
                <a:path w="27" h="19">
                  <a:moveTo>
                    <a:pt x="27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41" name=""/>
            <p:cNvSpPr/>
            <p:nvPr/>
          </p:nvSpPr>
          <p:spPr>
            <a:xfrm rot="0">
              <a:off x="648" y="29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42" name=""/>
            <p:cNvSpPr/>
            <p:nvPr/>
          </p:nvSpPr>
          <p:spPr>
            <a:xfrm rot="0">
              <a:off x="638" y="2944"/>
              <a:ext cx="24" cy="25"/>
            </a:xfrm>
            <a:custGeom>
              <a:avLst/>
              <a:ahLst/>
              <a:rect l="0" t="0" r="r" b="b"/>
              <a:pathLst>
                <a:path w="98" h="100">
                  <a:moveTo>
                    <a:pt x="98" y="37"/>
                  </a:moveTo>
                  <a:lnTo>
                    <a:pt x="70" y="18"/>
                  </a:lnTo>
                  <a:lnTo>
                    <a:pt x="43" y="0"/>
                  </a:lnTo>
                  <a:lnTo>
                    <a:pt x="0" y="63"/>
                  </a:lnTo>
                  <a:lnTo>
                    <a:pt x="28" y="81"/>
                  </a:lnTo>
                  <a:lnTo>
                    <a:pt x="56" y="100"/>
                  </a:lnTo>
                  <a:lnTo>
                    <a:pt x="98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43" name=""/>
            <p:cNvSpPr/>
            <p:nvPr/>
          </p:nvSpPr>
          <p:spPr>
            <a:xfrm rot="0">
              <a:off x="638" y="2944"/>
              <a:ext cx="24" cy="25"/>
            </a:xfrm>
            <a:custGeom>
              <a:avLst/>
              <a:ahLst/>
              <a:rect l="0" t="0" r="r" b="b"/>
              <a:pathLst>
                <a:path w="98" h="100">
                  <a:moveTo>
                    <a:pt x="98" y="37"/>
                  </a:moveTo>
                  <a:lnTo>
                    <a:pt x="70" y="18"/>
                  </a:lnTo>
                  <a:lnTo>
                    <a:pt x="43" y="0"/>
                  </a:lnTo>
                  <a:lnTo>
                    <a:pt x="0" y="63"/>
                  </a:lnTo>
                  <a:lnTo>
                    <a:pt x="28" y="81"/>
                  </a:lnTo>
                  <a:lnTo>
                    <a:pt x="56" y="100"/>
                  </a:lnTo>
                  <a:lnTo>
                    <a:pt x="98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44" name=""/>
            <p:cNvSpPr/>
            <p:nvPr/>
          </p:nvSpPr>
          <p:spPr>
            <a:xfrm rot="0">
              <a:off x="637" y="2960"/>
              <a:ext cx="8" cy="4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45" name=""/>
            <p:cNvSpPr/>
            <p:nvPr/>
          </p:nvSpPr>
          <p:spPr>
            <a:xfrm rot="0" flipH="1">
              <a:off x="637" y="2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46" name=""/>
            <p:cNvSpPr/>
            <p:nvPr/>
          </p:nvSpPr>
          <p:spPr>
            <a:xfrm rot="0">
              <a:off x="627" y="2960"/>
              <a:ext cx="25" cy="25"/>
            </a:xfrm>
            <a:custGeom>
              <a:avLst/>
              <a:ahLst/>
              <a:rect l="0" t="0" r="r" b="b"/>
              <a:pathLst>
                <a:path w="97" h="99">
                  <a:moveTo>
                    <a:pt x="97" y="35"/>
                  </a:moveTo>
                  <a:lnTo>
                    <a:pt x="68" y="17"/>
                  </a:lnTo>
                  <a:lnTo>
                    <a:pt x="39" y="0"/>
                  </a:lnTo>
                  <a:lnTo>
                    <a:pt x="0" y="65"/>
                  </a:lnTo>
                  <a:lnTo>
                    <a:pt x="29" y="82"/>
                  </a:lnTo>
                  <a:lnTo>
                    <a:pt x="58" y="99"/>
                  </a:lnTo>
                  <a:lnTo>
                    <a:pt x="97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47" name=""/>
            <p:cNvSpPr/>
            <p:nvPr/>
          </p:nvSpPr>
          <p:spPr>
            <a:xfrm rot="0">
              <a:off x="627" y="2960"/>
              <a:ext cx="25" cy="25"/>
            </a:xfrm>
            <a:custGeom>
              <a:avLst/>
              <a:ahLst/>
              <a:rect l="0" t="0" r="r" b="b"/>
              <a:pathLst>
                <a:path w="97" h="99">
                  <a:moveTo>
                    <a:pt x="97" y="35"/>
                  </a:moveTo>
                  <a:lnTo>
                    <a:pt x="68" y="17"/>
                  </a:lnTo>
                  <a:lnTo>
                    <a:pt x="39" y="0"/>
                  </a:lnTo>
                  <a:lnTo>
                    <a:pt x="0" y="65"/>
                  </a:lnTo>
                  <a:lnTo>
                    <a:pt x="29" y="82"/>
                  </a:lnTo>
                  <a:lnTo>
                    <a:pt x="58" y="99"/>
                  </a:lnTo>
                  <a:lnTo>
                    <a:pt x="9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48" name=""/>
            <p:cNvSpPr/>
            <p:nvPr/>
          </p:nvSpPr>
          <p:spPr>
            <a:xfrm rot="0">
              <a:off x="627" y="2976"/>
              <a:ext cx="8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49" name=""/>
            <p:cNvSpPr/>
            <p:nvPr/>
          </p:nvSpPr>
          <p:spPr>
            <a:xfrm rot="0">
              <a:off x="627" y="2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50" name=""/>
            <p:cNvSpPr/>
            <p:nvPr/>
          </p:nvSpPr>
          <p:spPr>
            <a:xfrm rot="0">
              <a:off x="619" y="2977"/>
              <a:ext cx="23" cy="24"/>
            </a:xfrm>
            <a:custGeom>
              <a:avLst/>
              <a:ahLst/>
              <a:rect l="0" t="0" r="r" b="b"/>
              <a:pathLst>
                <a:path w="94" h="97">
                  <a:moveTo>
                    <a:pt x="94" y="32"/>
                  </a:moveTo>
                  <a:lnTo>
                    <a:pt x="65" y="16"/>
                  </a:lnTo>
                  <a:lnTo>
                    <a:pt x="36" y="0"/>
                  </a:lnTo>
                  <a:lnTo>
                    <a:pt x="0" y="66"/>
                  </a:lnTo>
                  <a:lnTo>
                    <a:pt x="29" y="82"/>
                  </a:lnTo>
                  <a:lnTo>
                    <a:pt x="58" y="97"/>
                  </a:lnTo>
                  <a:lnTo>
                    <a:pt x="9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51" name=""/>
            <p:cNvSpPr/>
            <p:nvPr/>
          </p:nvSpPr>
          <p:spPr>
            <a:xfrm rot="0">
              <a:off x="619" y="2977"/>
              <a:ext cx="23" cy="24"/>
            </a:xfrm>
            <a:custGeom>
              <a:avLst/>
              <a:ahLst/>
              <a:rect l="0" t="0" r="r" b="b"/>
              <a:pathLst>
                <a:path w="94" h="97">
                  <a:moveTo>
                    <a:pt x="94" y="32"/>
                  </a:moveTo>
                  <a:lnTo>
                    <a:pt x="65" y="16"/>
                  </a:lnTo>
                  <a:lnTo>
                    <a:pt x="36" y="0"/>
                  </a:lnTo>
                  <a:lnTo>
                    <a:pt x="0" y="66"/>
                  </a:lnTo>
                  <a:lnTo>
                    <a:pt x="29" y="82"/>
                  </a:lnTo>
                  <a:lnTo>
                    <a:pt x="58" y="97"/>
                  </a:lnTo>
                  <a:lnTo>
                    <a:pt x="94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52" name=""/>
            <p:cNvSpPr/>
            <p:nvPr/>
          </p:nvSpPr>
          <p:spPr>
            <a:xfrm rot="0">
              <a:off x="618" y="2993"/>
              <a:ext cx="8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53" name=""/>
            <p:cNvSpPr/>
            <p:nvPr/>
          </p:nvSpPr>
          <p:spPr>
            <a:xfrm rot="0" flipH="1">
              <a:off x="618" y="29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54" name=""/>
            <p:cNvSpPr/>
            <p:nvPr/>
          </p:nvSpPr>
          <p:spPr>
            <a:xfrm rot="0">
              <a:off x="610" y="2993"/>
              <a:ext cx="23" cy="25"/>
            </a:xfrm>
            <a:custGeom>
              <a:avLst/>
              <a:ahLst/>
              <a:rect l="0" t="0" r="r" b="b"/>
              <a:pathLst>
                <a:path w="94" h="98">
                  <a:moveTo>
                    <a:pt x="94" y="31"/>
                  </a:moveTo>
                  <a:lnTo>
                    <a:pt x="64" y="16"/>
                  </a:lnTo>
                  <a:lnTo>
                    <a:pt x="34" y="0"/>
                  </a:lnTo>
                  <a:lnTo>
                    <a:pt x="0" y="67"/>
                  </a:lnTo>
                  <a:lnTo>
                    <a:pt x="30" y="83"/>
                  </a:lnTo>
                  <a:lnTo>
                    <a:pt x="60" y="98"/>
                  </a:lnTo>
                  <a:lnTo>
                    <a:pt x="9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55" name=""/>
            <p:cNvSpPr/>
            <p:nvPr/>
          </p:nvSpPr>
          <p:spPr>
            <a:xfrm rot="0">
              <a:off x="610" y="2993"/>
              <a:ext cx="23" cy="25"/>
            </a:xfrm>
            <a:custGeom>
              <a:avLst/>
              <a:ahLst/>
              <a:rect l="0" t="0" r="r" b="b"/>
              <a:pathLst>
                <a:path w="94" h="98">
                  <a:moveTo>
                    <a:pt x="94" y="31"/>
                  </a:moveTo>
                  <a:lnTo>
                    <a:pt x="64" y="16"/>
                  </a:lnTo>
                  <a:lnTo>
                    <a:pt x="34" y="0"/>
                  </a:lnTo>
                  <a:lnTo>
                    <a:pt x="0" y="67"/>
                  </a:lnTo>
                  <a:lnTo>
                    <a:pt x="30" y="83"/>
                  </a:lnTo>
                  <a:lnTo>
                    <a:pt x="60" y="98"/>
                  </a:lnTo>
                  <a:lnTo>
                    <a:pt x="94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56" name=""/>
            <p:cNvSpPr/>
            <p:nvPr/>
          </p:nvSpPr>
          <p:spPr>
            <a:xfrm rot="0">
              <a:off x="610" y="3010"/>
              <a:ext cx="7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57" name=""/>
            <p:cNvSpPr/>
            <p:nvPr/>
          </p:nvSpPr>
          <p:spPr>
            <a:xfrm rot="0">
              <a:off x="610" y="30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58" name=""/>
            <p:cNvSpPr/>
            <p:nvPr/>
          </p:nvSpPr>
          <p:spPr>
            <a:xfrm rot="0">
              <a:off x="602" y="3010"/>
              <a:ext cx="23" cy="24"/>
            </a:xfrm>
            <a:custGeom>
              <a:avLst/>
              <a:ahLst/>
              <a:rect l="0" t="0" r="r" b="b"/>
              <a:pathLst>
                <a:path w="90" h="96">
                  <a:moveTo>
                    <a:pt x="90" y="27"/>
                  </a:moveTo>
                  <a:lnTo>
                    <a:pt x="60" y="14"/>
                  </a:lnTo>
                  <a:lnTo>
                    <a:pt x="30" y="0"/>
                  </a:lnTo>
                  <a:lnTo>
                    <a:pt x="0" y="70"/>
                  </a:lnTo>
                  <a:lnTo>
                    <a:pt x="30" y="83"/>
                  </a:lnTo>
                  <a:lnTo>
                    <a:pt x="60" y="96"/>
                  </a:lnTo>
                  <a:lnTo>
                    <a:pt x="9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59" name=""/>
            <p:cNvSpPr/>
            <p:nvPr/>
          </p:nvSpPr>
          <p:spPr>
            <a:xfrm rot="0">
              <a:off x="602" y="3010"/>
              <a:ext cx="23" cy="24"/>
            </a:xfrm>
            <a:custGeom>
              <a:avLst/>
              <a:ahLst/>
              <a:rect l="0" t="0" r="r" b="b"/>
              <a:pathLst>
                <a:path w="90" h="96">
                  <a:moveTo>
                    <a:pt x="90" y="27"/>
                  </a:moveTo>
                  <a:lnTo>
                    <a:pt x="60" y="14"/>
                  </a:lnTo>
                  <a:lnTo>
                    <a:pt x="30" y="0"/>
                  </a:lnTo>
                  <a:lnTo>
                    <a:pt x="0" y="70"/>
                  </a:lnTo>
                  <a:lnTo>
                    <a:pt x="30" y="83"/>
                  </a:lnTo>
                  <a:lnTo>
                    <a:pt x="60" y="96"/>
                  </a:lnTo>
                  <a:lnTo>
                    <a:pt x="9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60" name=""/>
            <p:cNvSpPr/>
            <p:nvPr/>
          </p:nvSpPr>
          <p:spPr>
            <a:xfrm rot="0">
              <a:off x="602" y="3028"/>
              <a:ext cx="8" cy="3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61" name=""/>
            <p:cNvSpPr/>
            <p:nvPr/>
          </p:nvSpPr>
          <p:spPr>
            <a:xfrm rot="0" flipH="1">
              <a:off x="602" y="30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62" name=""/>
            <p:cNvSpPr/>
            <p:nvPr/>
          </p:nvSpPr>
          <p:spPr>
            <a:xfrm rot="0">
              <a:off x="595" y="3028"/>
              <a:ext cx="23" cy="24"/>
            </a:xfrm>
            <a:custGeom>
              <a:avLst/>
              <a:ahLst/>
              <a:rect l="0" t="0" r="r" b="b"/>
              <a:pathLst>
                <a:path w="92" h="96">
                  <a:moveTo>
                    <a:pt x="92" y="26"/>
                  </a:moveTo>
                  <a:lnTo>
                    <a:pt x="61" y="13"/>
                  </a:lnTo>
                  <a:lnTo>
                    <a:pt x="29" y="0"/>
                  </a:lnTo>
                  <a:lnTo>
                    <a:pt x="0" y="70"/>
                  </a:lnTo>
                  <a:lnTo>
                    <a:pt x="32" y="83"/>
                  </a:lnTo>
                  <a:lnTo>
                    <a:pt x="63" y="96"/>
                  </a:lnTo>
                  <a:lnTo>
                    <a:pt x="9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63" name=""/>
            <p:cNvSpPr/>
            <p:nvPr/>
          </p:nvSpPr>
          <p:spPr>
            <a:xfrm rot="0">
              <a:off x="595" y="3028"/>
              <a:ext cx="23" cy="24"/>
            </a:xfrm>
            <a:custGeom>
              <a:avLst/>
              <a:ahLst/>
              <a:rect l="0" t="0" r="r" b="b"/>
              <a:pathLst>
                <a:path w="92" h="96">
                  <a:moveTo>
                    <a:pt x="92" y="26"/>
                  </a:moveTo>
                  <a:lnTo>
                    <a:pt x="61" y="13"/>
                  </a:lnTo>
                  <a:lnTo>
                    <a:pt x="29" y="0"/>
                  </a:lnTo>
                  <a:lnTo>
                    <a:pt x="0" y="70"/>
                  </a:lnTo>
                  <a:lnTo>
                    <a:pt x="32" y="83"/>
                  </a:lnTo>
                  <a:lnTo>
                    <a:pt x="63" y="96"/>
                  </a:lnTo>
                  <a:lnTo>
                    <a:pt x="9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64" name=""/>
            <p:cNvSpPr/>
            <p:nvPr/>
          </p:nvSpPr>
          <p:spPr>
            <a:xfrm rot="0">
              <a:off x="595" y="3045"/>
              <a:ext cx="7" cy="3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65" name=""/>
            <p:cNvSpPr/>
            <p:nvPr/>
          </p:nvSpPr>
          <p:spPr>
            <a:xfrm rot="0">
              <a:off x="595" y="3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66" name=""/>
            <p:cNvSpPr/>
            <p:nvPr/>
          </p:nvSpPr>
          <p:spPr>
            <a:xfrm rot="0">
              <a:off x="588" y="3046"/>
              <a:ext cx="22" cy="23"/>
            </a:xfrm>
            <a:custGeom>
              <a:avLst/>
              <a:ahLst/>
              <a:rect l="0" t="0" r="r" b="b"/>
              <a:pathLst>
                <a:path w="88" h="92">
                  <a:moveTo>
                    <a:pt x="88" y="21"/>
                  </a:moveTo>
                  <a:lnTo>
                    <a:pt x="57" y="11"/>
                  </a:lnTo>
                  <a:lnTo>
                    <a:pt x="25" y="0"/>
                  </a:lnTo>
                  <a:lnTo>
                    <a:pt x="0" y="71"/>
                  </a:lnTo>
                  <a:lnTo>
                    <a:pt x="32" y="82"/>
                  </a:lnTo>
                  <a:lnTo>
                    <a:pt x="63" y="92"/>
                  </a:lnTo>
                  <a:lnTo>
                    <a:pt x="8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67" name=""/>
            <p:cNvSpPr/>
            <p:nvPr/>
          </p:nvSpPr>
          <p:spPr>
            <a:xfrm rot="0">
              <a:off x="588" y="3046"/>
              <a:ext cx="22" cy="23"/>
            </a:xfrm>
            <a:custGeom>
              <a:avLst/>
              <a:ahLst/>
              <a:rect l="0" t="0" r="r" b="b"/>
              <a:pathLst>
                <a:path w="88" h="92">
                  <a:moveTo>
                    <a:pt x="88" y="21"/>
                  </a:moveTo>
                  <a:lnTo>
                    <a:pt x="57" y="11"/>
                  </a:lnTo>
                  <a:lnTo>
                    <a:pt x="25" y="0"/>
                  </a:lnTo>
                  <a:lnTo>
                    <a:pt x="0" y="71"/>
                  </a:lnTo>
                  <a:lnTo>
                    <a:pt x="32" y="82"/>
                  </a:lnTo>
                  <a:lnTo>
                    <a:pt x="63" y="92"/>
                  </a:lnTo>
                  <a:lnTo>
                    <a:pt x="88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68" name=""/>
            <p:cNvSpPr/>
            <p:nvPr/>
          </p:nvSpPr>
          <p:spPr>
            <a:xfrm rot="0">
              <a:off x="588" y="3064"/>
              <a:ext cx="8" cy="2"/>
            </a:xfrm>
            <a:custGeom>
              <a:avLst/>
              <a:ahLst/>
              <a:rect l="0" t="0" r="r" b="b"/>
              <a:pathLst>
                <a:path w="32" h="11">
                  <a:moveTo>
                    <a:pt x="32" y="1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69" name=""/>
            <p:cNvSpPr/>
            <p:nvPr/>
          </p:nvSpPr>
          <p:spPr>
            <a:xfrm rot="0">
              <a:off x="588" y="30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70" name=""/>
            <p:cNvSpPr/>
            <p:nvPr/>
          </p:nvSpPr>
          <p:spPr>
            <a:xfrm rot="0">
              <a:off x="583" y="3064"/>
              <a:ext cx="21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21"/>
                  </a:moveTo>
                  <a:lnTo>
                    <a:pt x="54" y="11"/>
                  </a:lnTo>
                  <a:lnTo>
                    <a:pt x="22" y="0"/>
                  </a:lnTo>
                  <a:lnTo>
                    <a:pt x="0" y="71"/>
                  </a:lnTo>
                  <a:lnTo>
                    <a:pt x="32" y="82"/>
                  </a:lnTo>
                  <a:lnTo>
                    <a:pt x="63" y="92"/>
                  </a:lnTo>
                  <a:lnTo>
                    <a:pt x="85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71" name=""/>
            <p:cNvSpPr/>
            <p:nvPr/>
          </p:nvSpPr>
          <p:spPr>
            <a:xfrm rot="0">
              <a:off x="583" y="3064"/>
              <a:ext cx="21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21"/>
                  </a:moveTo>
                  <a:lnTo>
                    <a:pt x="54" y="11"/>
                  </a:lnTo>
                  <a:lnTo>
                    <a:pt x="22" y="0"/>
                  </a:lnTo>
                  <a:lnTo>
                    <a:pt x="0" y="71"/>
                  </a:lnTo>
                  <a:lnTo>
                    <a:pt x="32" y="82"/>
                  </a:lnTo>
                  <a:lnTo>
                    <a:pt x="63" y="92"/>
                  </a:lnTo>
                  <a:lnTo>
                    <a:pt x="8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72" name=""/>
            <p:cNvSpPr/>
            <p:nvPr/>
          </p:nvSpPr>
          <p:spPr>
            <a:xfrm rot="0">
              <a:off x="582" y="3081"/>
              <a:ext cx="9" cy="3"/>
            </a:xfrm>
            <a:custGeom>
              <a:avLst/>
              <a:ahLst/>
              <a:rect l="0" t="0" r="r" b="b"/>
              <a:pathLst>
                <a:path w="33" h="11">
                  <a:moveTo>
                    <a:pt x="33" y="1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73" name=""/>
            <p:cNvSpPr/>
            <p:nvPr/>
          </p:nvSpPr>
          <p:spPr>
            <a:xfrm rot="0" flipH="1">
              <a:off x="582" y="30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74" name=""/>
            <p:cNvSpPr/>
            <p:nvPr/>
          </p:nvSpPr>
          <p:spPr>
            <a:xfrm rot="0">
              <a:off x="577" y="3082"/>
              <a:ext cx="22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18"/>
                  </a:moveTo>
                  <a:lnTo>
                    <a:pt x="53" y="9"/>
                  </a:lnTo>
                  <a:lnTo>
                    <a:pt x="20" y="0"/>
                  </a:lnTo>
                  <a:lnTo>
                    <a:pt x="0" y="73"/>
                  </a:lnTo>
                  <a:lnTo>
                    <a:pt x="33" y="83"/>
                  </a:lnTo>
                  <a:lnTo>
                    <a:pt x="66" y="92"/>
                  </a:lnTo>
                  <a:lnTo>
                    <a:pt x="85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75" name=""/>
            <p:cNvSpPr/>
            <p:nvPr/>
          </p:nvSpPr>
          <p:spPr>
            <a:xfrm rot="0">
              <a:off x="577" y="3082"/>
              <a:ext cx="22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18"/>
                  </a:moveTo>
                  <a:lnTo>
                    <a:pt x="53" y="9"/>
                  </a:lnTo>
                  <a:lnTo>
                    <a:pt x="20" y="0"/>
                  </a:lnTo>
                  <a:lnTo>
                    <a:pt x="0" y="73"/>
                  </a:lnTo>
                  <a:lnTo>
                    <a:pt x="33" y="83"/>
                  </a:lnTo>
                  <a:lnTo>
                    <a:pt x="66" y="92"/>
                  </a:lnTo>
                  <a:lnTo>
                    <a:pt x="85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76" name=""/>
            <p:cNvSpPr/>
            <p:nvPr/>
          </p:nvSpPr>
          <p:spPr>
            <a:xfrm rot="0">
              <a:off x="577" y="3100"/>
              <a:ext cx="9" cy="2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77" name=""/>
            <p:cNvSpPr/>
            <p:nvPr/>
          </p:nvSpPr>
          <p:spPr>
            <a:xfrm rot="0">
              <a:off x="577" y="3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78" name=""/>
            <p:cNvSpPr/>
            <p:nvPr/>
          </p:nvSpPr>
          <p:spPr>
            <a:xfrm rot="0">
              <a:off x="574" y="3101"/>
              <a:ext cx="20" cy="21"/>
            </a:xfrm>
            <a:custGeom>
              <a:avLst/>
              <a:ahLst/>
              <a:rect l="0" t="0" r="r" b="b"/>
              <a:pathLst>
                <a:path w="82" h="87">
                  <a:moveTo>
                    <a:pt x="82" y="13"/>
                  </a:moveTo>
                  <a:lnTo>
                    <a:pt x="49" y="7"/>
                  </a:lnTo>
                  <a:lnTo>
                    <a:pt x="16" y="0"/>
                  </a:lnTo>
                  <a:lnTo>
                    <a:pt x="0" y="74"/>
                  </a:lnTo>
                  <a:lnTo>
                    <a:pt x="33" y="80"/>
                  </a:lnTo>
                  <a:lnTo>
                    <a:pt x="66" y="87"/>
                  </a:lnTo>
                  <a:lnTo>
                    <a:pt x="8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79" name=""/>
            <p:cNvSpPr/>
            <p:nvPr/>
          </p:nvSpPr>
          <p:spPr>
            <a:xfrm rot="0">
              <a:off x="574" y="3101"/>
              <a:ext cx="20" cy="21"/>
            </a:xfrm>
            <a:custGeom>
              <a:avLst/>
              <a:ahLst/>
              <a:rect l="0" t="0" r="r" b="b"/>
              <a:pathLst>
                <a:path w="82" h="87">
                  <a:moveTo>
                    <a:pt x="82" y="13"/>
                  </a:moveTo>
                  <a:lnTo>
                    <a:pt x="49" y="7"/>
                  </a:lnTo>
                  <a:lnTo>
                    <a:pt x="16" y="0"/>
                  </a:lnTo>
                  <a:lnTo>
                    <a:pt x="0" y="74"/>
                  </a:lnTo>
                  <a:lnTo>
                    <a:pt x="33" y="80"/>
                  </a:lnTo>
                  <a:lnTo>
                    <a:pt x="66" y="87"/>
                  </a:lnTo>
                  <a:lnTo>
                    <a:pt x="82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80" name=""/>
            <p:cNvSpPr/>
            <p:nvPr/>
          </p:nvSpPr>
          <p:spPr>
            <a:xfrm rot="0">
              <a:off x="574" y="3119"/>
              <a:ext cx="8" cy="2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81" name=""/>
            <p:cNvSpPr/>
            <p:nvPr/>
          </p:nvSpPr>
          <p:spPr>
            <a:xfrm rot="0">
              <a:off x="574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82" name=""/>
            <p:cNvSpPr/>
            <p:nvPr/>
          </p:nvSpPr>
          <p:spPr>
            <a:xfrm rot="0">
              <a:off x="570" y="3119"/>
              <a:ext cx="20" cy="22"/>
            </a:xfrm>
            <a:custGeom>
              <a:avLst/>
              <a:ahLst/>
              <a:rect l="0" t="0" r="r" b="b"/>
              <a:pathLst>
                <a:path w="80" h="86">
                  <a:moveTo>
                    <a:pt x="80" y="13"/>
                  </a:moveTo>
                  <a:lnTo>
                    <a:pt x="47" y="6"/>
                  </a:lnTo>
                  <a:lnTo>
                    <a:pt x="14" y="0"/>
                  </a:lnTo>
                  <a:lnTo>
                    <a:pt x="0" y="73"/>
                  </a:lnTo>
                  <a:lnTo>
                    <a:pt x="33" y="80"/>
                  </a:lnTo>
                  <a:lnTo>
                    <a:pt x="65" y="86"/>
                  </a:lnTo>
                  <a:lnTo>
                    <a:pt x="8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83" name=""/>
            <p:cNvSpPr/>
            <p:nvPr/>
          </p:nvSpPr>
          <p:spPr>
            <a:xfrm rot="0">
              <a:off x="570" y="3119"/>
              <a:ext cx="20" cy="22"/>
            </a:xfrm>
            <a:custGeom>
              <a:avLst/>
              <a:ahLst/>
              <a:rect l="0" t="0" r="r" b="b"/>
              <a:pathLst>
                <a:path w="80" h="86">
                  <a:moveTo>
                    <a:pt x="80" y="13"/>
                  </a:moveTo>
                  <a:lnTo>
                    <a:pt x="47" y="6"/>
                  </a:lnTo>
                  <a:lnTo>
                    <a:pt x="14" y="0"/>
                  </a:lnTo>
                  <a:lnTo>
                    <a:pt x="0" y="73"/>
                  </a:lnTo>
                  <a:lnTo>
                    <a:pt x="33" y="80"/>
                  </a:lnTo>
                  <a:lnTo>
                    <a:pt x="65" y="86"/>
                  </a:lnTo>
                  <a:lnTo>
                    <a:pt x="8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84" name=""/>
            <p:cNvSpPr/>
            <p:nvPr/>
          </p:nvSpPr>
          <p:spPr>
            <a:xfrm rot="0">
              <a:off x="570" y="3138"/>
              <a:ext cx="8" cy="1"/>
            </a:xfrm>
            <a:custGeom>
              <a:avLst/>
              <a:ahLst/>
              <a:rect l="0" t="0" r="r" b="b"/>
              <a:pathLst>
                <a:path w="33" h="7">
                  <a:moveTo>
                    <a:pt x="33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85" name=""/>
            <p:cNvSpPr/>
            <p:nvPr/>
          </p:nvSpPr>
          <p:spPr>
            <a:xfrm rot="0">
              <a:off x="570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86" name=""/>
            <p:cNvSpPr/>
            <p:nvPr/>
          </p:nvSpPr>
          <p:spPr>
            <a:xfrm rot="0">
              <a:off x="567" y="3138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76" y="11"/>
                  </a:moveTo>
                  <a:lnTo>
                    <a:pt x="44" y="6"/>
                  </a:lnTo>
                  <a:lnTo>
                    <a:pt x="11" y="0"/>
                  </a:lnTo>
                  <a:lnTo>
                    <a:pt x="0" y="75"/>
                  </a:lnTo>
                  <a:lnTo>
                    <a:pt x="33" y="81"/>
                  </a:lnTo>
                  <a:lnTo>
                    <a:pt x="66" y="86"/>
                  </a:lnTo>
                  <a:lnTo>
                    <a:pt x="7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87" name=""/>
            <p:cNvSpPr/>
            <p:nvPr/>
          </p:nvSpPr>
          <p:spPr>
            <a:xfrm rot="0">
              <a:off x="567" y="3138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76" y="11"/>
                  </a:moveTo>
                  <a:lnTo>
                    <a:pt x="44" y="6"/>
                  </a:lnTo>
                  <a:lnTo>
                    <a:pt x="11" y="0"/>
                  </a:lnTo>
                  <a:lnTo>
                    <a:pt x="0" y="75"/>
                  </a:lnTo>
                  <a:lnTo>
                    <a:pt x="33" y="81"/>
                  </a:lnTo>
                  <a:lnTo>
                    <a:pt x="66" y="86"/>
                  </a:lnTo>
                  <a:lnTo>
                    <a:pt x="76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88" name=""/>
            <p:cNvSpPr/>
            <p:nvPr/>
          </p:nvSpPr>
          <p:spPr>
            <a:xfrm rot="0">
              <a:off x="567" y="3157"/>
              <a:ext cx="9" cy="1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89" name=""/>
            <p:cNvSpPr/>
            <p:nvPr/>
          </p:nvSpPr>
          <p:spPr>
            <a:xfrm rot="0">
              <a:off x="567" y="31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90" name=""/>
            <p:cNvSpPr/>
            <p:nvPr/>
          </p:nvSpPr>
          <p:spPr>
            <a:xfrm rot="0">
              <a:off x="566" y="3157"/>
              <a:ext cx="18" cy="20"/>
            </a:xfrm>
            <a:custGeom>
              <a:avLst/>
              <a:ahLst/>
              <a:rect l="0" t="0" r="r" b="b"/>
              <a:pathLst>
                <a:path w="72" h="80">
                  <a:moveTo>
                    <a:pt x="72" y="5"/>
                  </a:moveTo>
                  <a:lnTo>
                    <a:pt x="39" y="3"/>
                  </a:lnTo>
                  <a:lnTo>
                    <a:pt x="6" y="0"/>
                  </a:lnTo>
                  <a:lnTo>
                    <a:pt x="0" y="75"/>
                  </a:lnTo>
                  <a:lnTo>
                    <a:pt x="32" y="78"/>
                  </a:lnTo>
                  <a:lnTo>
                    <a:pt x="65" y="80"/>
                  </a:lnTo>
                  <a:lnTo>
                    <a:pt x="7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91" name=""/>
            <p:cNvSpPr/>
            <p:nvPr/>
          </p:nvSpPr>
          <p:spPr>
            <a:xfrm rot="0">
              <a:off x="566" y="3157"/>
              <a:ext cx="18" cy="20"/>
            </a:xfrm>
            <a:custGeom>
              <a:avLst/>
              <a:ahLst/>
              <a:rect l="0" t="0" r="r" b="b"/>
              <a:pathLst>
                <a:path w="72" h="80">
                  <a:moveTo>
                    <a:pt x="72" y="5"/>
                  </a:moveTo>
                  <a:lnTo>
                    <a:pt x="39" y="3"/>
                  </a:lnTo>
                  <a:lnTo>
                    <a:pt x="6" y="0"/>
                  </a:lnTo>
                  <a:lnTo>
                    <a:pt x="0" y="75"/>
                  </a:lnTo>
                  <a:lnTo>
                    <a:pt x="32" y="78"/>
                  </a:lnTo>
                  <a:lnTo>
                    <a:pt x="65" y="80"/>
                  </a:lnTo>
                  <a:lnTo>
                    <a:pt x="72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92" name=""/>
            <p:cNvSpPr/>
            <p:nvPr/>
          </p:nvSpPr>
          <p:spPr>
            <a:xfrm rot="0">
              <a:off x="566" y="3176"/>
              <a:ext cx="8" cy="1"/>
            </a:xfrm>
            <a:custGeom>
              <a:avLst/>
              <a:ahLst/>
              <a:rect l="0" t="0" r="r" b="b"/>
              <a:pathLst>
                <a:path w="32" h="3">
                  <a:moveTo>
                    <a:pt x="32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93" name=""/>
            <p:cNvSpPr/>
            <p:nvPr/>
          </p:nvSpPr>
          <p:spPr>
            <a:xfrm rot="0">
              <a:off x="566" y="31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94" name=""/>
            <p:cNvSpPr/>
            <p:nvPr/>
          </p:nvSpPr>
          <p:spPr>
            <a:xfrm rot="0">
              <a:off x="564" y="3176"/>
              <a:ext cx="18" cy="20"/>
            </a:xfrm>
            <a:custGeom>
              <a:avLst/>
              <a:ahLst/>
              <a:rect l="0" t="0" r="r" b="b"/>
              <a:pathLst>
                <a:path w="71" h="80">
                  <a:moveTo>
                    <a:pt x="71" y="5"/>
                  </a:moveTo>
                  <a:lnTo>
                    <a:pt x="38" y="3"/>
                  </a:lnTo>
                  <a:lnTo>
                    <a:pt x="6" y="0"/>
                  </a:lnTo>
                  <a:lnTo>
                    <a:pt x="0" y="75"/>
                  </a:lnTo>
                  <a:lnTo>
                    <a:pt x="33" y="78"/>
                  </a:lnTo>
                  <a:lnTo>
                    <a:pt x="66" y="80"/>
                  </a:lnTo>
                  <a:lnTo>
                    <a:pt x="7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95" name=""/>
            <p:cNvSpPr/>
            <p:nvPr/>
          </p:nvSpPr>
          <p:spPr>
            <a:xfrm rot="0">
              <a:off x="564" y="3176"/>
              <a:ext cx="18" cy="20"/>
            </a:xfrm>
            <a:custGeom>
              <a:avLst/>
              <a:ahLst/>
              <a:rect l="0" t="0" r="r" b="b"/>
              <a:pathLst>
                <a:path w="71" h="80">
                  <a:moveTo>
                    <a:pt x="71" y="5"/>
                  </a:moveTo>
                  <a:lnTo>
                    <a:pt x="38" y="3"/>
                  </a:lnTo>
                  <a:lnTo>
                    <a:pt x="6" y="0"/>
                  </a:lnTo>
                  <a:lnTo>
                    <a:pt x="0" y="75"/>
                  </a:lnTo>
                  <a:lnTo>
                    <a:pt x="33" y="78"/>
                  </a:lnTo>
                  <a:lnTo>
                    <a:pt x="66" y="80"/>
                  </a:lnTo>
                  <a:lnTo>
                    <a:pt x="7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96" name=""/>
            <p:cNvSpPr/>
            <p:nvPr/>
          </p:nvSpPr>
          <p:spPr>
            <a:xfrm rot="0">
              <a:off x="564" y="3195"/>
              <a:ext cx="9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97" name=""/>
            <p:cNvSpPr/>
            <p:nvPr/>
          </p:nvSpPr>
          <p:spPr>
            <a:xfrm rot="0">
              <a:off x="564" y="31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798" name=""/>
            <p:cNvSpPr/>
            <p:nvPr/>
          </p:nvSpPr>
          <p:spPr>
            <a:xfrm rot="0">
              <a:off x="564" y="3195"/>
              <a:ext cx="17" cy="19"/>
            </a:xfrm>
            <a:custGeom>
              <a:avLst/>
              <a:ahLst/>
              <a:rect l="0" t="0" r="r" b="b"/>
              <a:pathLst>
                <a:path w="67" h="74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4"/>
                  </a:lnTo>
                  <a:lnTo>
                    <a:pt x="33" y="74"/>
                  </a:lnTo>
                  <a:lnTo>
                    <a:pt x="66" y="74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799" name=""/>
            <p:cNvSpPr/>
            <p:nvPr/>
          </p:nvSpPr>
          <p:spPr>
            <a:xfrm rot="0">
              <a:off x="564" y="3195"/>
              <a:ext cx="17" cy="19"/>
            </a:xfrm>
            <a:custGeom>
              <a:avLst/>
              <a:ahLst/>
              <a:rect l="0" t="0" r="r" b="b"/>
              <a:pathLst>
                <a:path w="67" h="74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4"/>
                  </a:lnTo>
                  <a:lnTo>
                    <a:pt x="33" y="74"/>
                  </a:lnTo>
                  <a:lnTo>
                    <a:pt x="66" y="74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0" name=""/>
            <p:cNvSpPr/>
            <p:nvPr/>
          </p:nvSpPr>
          <p:spPr>
            <a:xfrm rot="0">
              <a:off x="564" y="3214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3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01" name=""/>
            <p:cNvSpPr/>
            <p:nvPr/>
          </p:nvSpPr>
          <p:spPr>
            <a:xfrm rot="0">
              <a:off x="564" y="3214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3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2" name=""/>
            <p:cNvSpPr/>
            <p:nvPr/>
          </p:nvSpPr>
          <p:spPr>
            <a:xfrm rot="0">
              <a:off x="1039" y="2962"/>
              <a:ext cx="1" cy="1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3" name=""/>
            <p:cNvSpPr/>
            <p:nvPr/>
          </p:nvSpPr>
          <p:spPr>
            <a:xfrm rot="0">
              <a:off x="1039" y="311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4" name=""/>
            <p:cNvSpPr/>
            <p:nvPr/>
          </p:nvSpPr>
          <p:spPr>
            <a:xfrm rot="0">
              <a:off x="1039" y="3176"/>
              <a:ext cx="1" cy="1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5" name=""/>
            <p:cNvSpPr/>
            <p:nvPr/>
          </p:nvSpPr>
          <p:spPr>
            <a:xfrm rot="0">
              <a:off x="787" y="3214"/>
              <a:ext cx="1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6" name=""/>
            <p:cNvSpPr/>
            <p:nvPr/>
          </p:nvSpPr>
          <p:spPr>
            <a:xfrm rot="0">
              <a:off x="950" y="3214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7" name=""/>
            <p:cNvSpPr/>
            <p:nvPr/>
          </p:nvSpPr>
          <p:spPr>
            <a:xfrm rot="0">
              <a:off x="1014" y="3214"/>
              <a:ext cx="1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8" name=""/>
            <p:cNvSpPr/>
            <p:nvPr/>
          </p:nvSpPr>
          <p:spPr>
            <a:xfrm rot="0">
              <a:off x="3633" y="3214"/>
              <a:ext cx="1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09" name=""/>
            <p:cNvSpPr/>
            <p:nvPr/>
          </p:nvSpPr>
          <p:spPr>
            <a:xfrm rot="0">
              <a:off x="3796" y="3214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10" name=""/>
            <p:cNvSpPr/>
            <p:nvPr/>
          </p:nvSpPr>
          <p:spPr>
            <a:xfrm rot="0">
              <a:off x="3860" y="3214"/>
              <a:ext cx="1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11" name=""/>
            <p:cNvSpPr/>
            <p:nvPr/>
          </p:nvSpPr>
          <p:spPr>
            <a:xfrm rot="0">
              <a:off x="3885" y="2962"/>
              <a:ext cx="1" cy="1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3" name=""/>
          <p:cNvGrpSpPr/>
          <p:nvPr/>
        </p:nvGrpSpPr>
        <p:grpSpPr>
          <a:xfrm rot="0">
            <a:off x="5413375" y="4346575"/>
            <a:ext cx="766762" cy="884237"/>
            <a:chOff x="3410" y="2738"/>
            <a:chExt cx="483" cy="557"/>
          </a:xfrm>
        </p:grpSpPr>
        <p:sp>
          <p:nvSpPr>
            <p:cNvPr id="1064812" name=""/>
            <p:cNvSpPr/>
            <p:nvPr/>
          </p:nvSpPr>
          <p:spPr>
            <a:xfrm rot="0">
              <a:off x="3885" y="3112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13" name=""/>
            <p:cNvSpPr/>
            <p:nvPr/>
          </p:nvSpPr>
          <p:spPr>
            <a:xfrm rot="0">
              <a:off x="3885" y="3176"/>
              <a:ext cx="1" cy="1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14" name=""/>
            <p:cNvSpPr/>
            <p:nvPr/>
          </p:nvSpPr>
          <p:spPr>
            <a:xfrm rot="0">
              <a:off x="3885" y="2738"/>
              <a:ext cx="8" cy="17"/>
            </a:xfrm>
            <a:custGeom>
              <a:avLst/>
              <a:ahLst/>
              <a:rect l="0" t="0" r="r" b="b"/>
              <a:pathLst>
                <a:path w="33" h="66">
                  <a:moveTo>
                    <a:pt x="0" y="33"/>
                  </a:moveTo>
                  <a:lnTo>
                    <a:pt x="0" y="0"/>
                  </a:lnTo>
                  <a:lnTo>
                    <a:pt x="9" y="1"/>
                  </a:lnTo>
                  <a:lnTo>
                    <a:pt x="20" y="5"/>
                  </a:lnTo>
                  <a:lnTo>
                    <a:pt x="27" y="13"/>
                  </a:lnTo>
                  <a:lnTo>
                    <a:pt x="32" y="22"/>
                  </a:lnTo>
                  <a:lnTo>
                    <a:pt x="33" y="33"/>
                  </a:lnTo>
                  <a:lnTo>
                    <a:pt x="32" y="42"/>
                  </a:lnTo>
                  <a:lnTo>
                    <a:pt x="28" y="53"/>
                  </a:lnTo>
                  <a:lnTo>
                    <a:pt x="20" y="59"/>
                  </a:lnTo>
                  <a:lnTo>
                    <a:pt x="11" y="65"/>
                  </a:lnTo>
                  <a:lnTo>
                    <a:pt x="0" y="66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15" name=""/>
            <p:cNvSpPr/>
            <p:nvPr/>
          </p:nvSpPr>
          <p:spPr>
            <a:xfrm rot="0">
              <a:off x="3885" y="2738"/>
              <a:ext cx="8" cy="17"/>
            </a:xfrm>
            <a:custGeom>
              <a:avLst/>
              <a:ahLst/>
              <a:rect l="0" t="0" r="r" b="b"/>
              <a:pathLst>
                <a:path w="33" h="66">
                  <a:moveTo>
                    <a:pt x="0" y="0"/>
                  </a:moveTo>
                  <a:lnTo>
                    <a:pt x="9" y="1"/>
                  </a:lnTo>
                  <a:lnTo>
                    <a:pt x="20" y="5"/>
                  </a:lnTo>
                  <a:lnTo>
                    <a:pt x="27" y="13"/>
                  </a:lnTo>
                  <a:lnTo>
                    <a:pt x="32" y="22"/>
                  </a:lnTo>
                  <a:lnTo>
                    <a:pt x="33" y="33"/>
                  </a:lnTo>
                  <a:lnTo>
                    <a:pt x="32" y="42"/>
                  </a:lnTo>
                  <a:lnTo>
                    <a:pt x="28" y="53"/>
                  </a:lnTo>
                  <a:lnTo>
                    <a:pt x="20" y="59"/>
                  </a:lnTo>
                  <a:lnTo>
                    <a:pt x="11" y="65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16" name=""/>
            <p:cNvSpPr/>
            <p:nvPr/>
          </p:nvSpPr>
          <p:spPr>
            <a:xfrm rot="0">
              <a:off x="3866" y="2738"/>
              <a:ext cx="19" cy="17"/>
            </a:xfrm>
            <a:custGeom>
              <a:avLst/>
              <a:ahLst/>
              <a:rect l="0" t="0" r="r" b="b"/>
              <a:pathLst>
                <a:path w="75" h="67">
                  <a:moveTo>
                    <a:pt x="75" y="66"/>
                  </a:moveTo>
                  <a:lnTo>
                    <a:pt x="75" y="33"/>
                  </a:lnTo>
                  <a:lnTo>
                    <a:pt x="75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5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17" name=""/>
            <p:cNvSpPr/>
            <p:nvPr/>
          </p:nvSpPr>
          <p:spPr>
            <a:xfrm rot="0">
              <a:off x="3866" y="2738"/>
              <a:ext cx="19" cy="17"/>
            </a:xfrm>
            <a:custGeom>
              <a:avLst/>
              <a:ahLst/>
              <a:rect l="0" t="0" r="r" b="b"/>
              <a:pathLst>
                <a:path w="75" h="67">
                  <a:moveTo>
                    <a:pt x="75" y="66"/>
                  </a:moveTo>
                  <a:lnTo>
                    <a:pt x="75" y="33"/>
                  </a:lnTo>
                  <a:lnTo>
                    <a:pt x="75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75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18" name=""/>
            <p:cNvSpPr/>
            <p:nvPr/>
          </p:nvSpPr>
          <p:spPr>
            <a:xfrm rot="0">
              <a:off x="3866" y="2739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2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19" name=""/>
            <p:cNvSpPr/>
            <p:nvPr/>
          </p:nvSpPr>
          <p:spPr>
            <a:xfrm rot="0" flipH="1">
              <a:off x="3866" y="27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20" name=""/>
            <p:cNvSpPr/>
            <p:nvPr/>
          </p:nvSpPr>
          <p:spPr>
            <a:xfrm rot="0">
              <a:off x="3847" y="2739"/>
              <a:ext cx="20" cy="17"/>
            </a:xfrm>
            <a:custGeom>
              <a:avLst/>
              <a:ahLst/>
              <a:rect l="0" t="0" r="r" b="b"/>
              <a:pathLst>
                <a:path w="80" h="71">
                  <a:moveTo>
                    <a:pt x="80" y="66"/>
                  </a:moveTo>
                  <a:lnTo>
                    <a:pt x="77" y="33"/>
                  </a:lnTo>
                  <a:lnTo>
                    <a:pt x="75" y="0"/>
                  </a:lnTo>
                  <a:lnTo>
                    <a:pt x="0" y="6"/>
                  </a:lnTo>
                  <a:lnTo>
                    <a:pt x="2" y="39"/>
                  </a:lnTo>
                  <a:lnTo>
                    <a:pt x="5" y="71"/>
                  </a:lnTo>
                  <a:lnTo>
                    <a:pt x="8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21" name=""/>
            <p:cNvSpPr/>
            <p:nvPr/>
          </p:nvSpPr>
          <p:spPr>
            <a:xfrm rot="0">
              <a:off x="3847" y="2739"/>
              <a:ext cx="20" cy="17"/>
            </a:xfrm>
            <a:custGeom>
              <a:avLst/>
              <a:ahLst/>
              <a:rect l="0" t="0" r="r" b="b"/>
              <a:pathLst>
                <a:path w="80" h="71">
                  <a:moveTo>
                    <a:pt x="80" y="66"/>
                  </a:moveTo>
                  <a:lnTo>
                    <a:pt x="77" y="33"/>
                  </a:lnTo>
                  <a:lnTo>
                    <a:pt x="75" y="0"/>
                  </a:lnTo>
                  <a:lnTo>
                    <a:pt x="0" y="6"/>
                  </a:lnTo>
                  <a:lnTo>
                    <a:pt x="2" y="39"/>
                  </a:lnTo>
                  <a:lnTo>
                    <a:pt x="5" y="71"/>
                  </a:lnTo>
                  <a:lnTo>
                    <a:pt x="8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22" name=""/>
            <p:cNvSpPr/>
            <p:nvPr/>
          </p:nvSpPr>
          <p:spPr>
            <a:xfrm rot="0">
              <a:off x="3847" y="2740"/>
              <a:ext cx="1" cy="8"/>
            </a:xfrm>
            <a:custGeom>
              <a:avLst/>
              <a:ahLst/>
              <a:rect l="0" t="0" r="r" b="b"/>
              <a:pathLst>
                <a:path w="3" h="33">
                  <a:moveTo>
                    <a:pt x="3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23" name=""/>
            <p:cNvSpPr/>
            <p:nvPr/>
          </p:nvSpPr>
          <p:spPr>
            <a:xfrm rot="0" flipH="1">
              <a:off x="3847" y="27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24" name=""/>
            <p:cNvSpPr/>
            <p:nvPr/>
          </p:nvSpPr>
          <p:spPr>
            <a:xfrm rot="0">
              <a:off x="3828" y="2740"/>
              <a:ext cx="21" cy="18"/>
            </a:xfrm>
            <a:custGeom>
              <a:avLst/>
              <a:ahLst/>
              <a:rect l="0" t="0" r="r" b="b"/>
              <a:pathLst>
                <a:path w="82" h="73">
                  <a:moveTo>
                    <a:pt x="82" y="65"/>
                  </a:moveTo>
                  <a:lnTo>
                    <a:pt x="78" y="33"/>
                  </a:lnTo>
                  <a:lnTo>
                    <a:pt x="75" y="0"/>
                  </a:lnTo>
                  <a:lnTo>
                    <a:pt x="0" y="8"/>
                  </a:lnTo>
                  <a:lnTo>
                    <a:pt x="4" y="40"/>
                  </a:lnTo>
                  <a:lnTo>
                    <a:pt x="7" y="73"/>
                  </a:lnTo>
                  <a:lnTo>
                    <a:pt x="82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25" name=""/>
            <p:cNvSpPr/>
            <p:nvPr/>
          </p:nvSpPr>
          <p:spPr>
            <a:xfrm rot="0">
              <a:off x="3828" y="2740"/>
              <a:ext cx="21" cy="18"/>
            </a:xfrm>
            <a:custGeom>
              <a:avLst/>
              <a:ahLst/>
              <a:rect l="0" t="0" r="r" b="b"/>
              <a:pathLst>
                <a:path w="82" h="73">
                  <a:moveTo>
                    <a:pt x="82" y="65"/>
                  </a:moveTo>
                  <a:lnTo>
                    <a:pt x="78" y="33"/>
                  </a:lnTo>
                  <a:lnTo>
                    <a:pt x="75" y="0"/>
                  </a:lnTo>
                  <a:lnTo>
                    <a:pt x="0" y="8"/>
                  </a:lnTo>
                  <a:lnTo>
                    <a:pt x="4" y="40"/>
                  </a:lnTo>
                  <a:lnTo>
                    <a:pt x="7" y="73"/>
                  </a:lnTo>
                  <a:lnTo>
                    <a:pt x="82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26" name=""/>
            <p:cNvSpPr/>
            <p:nvPr/>
          </p:nvSpPr>
          <p:spPr>
            <a:xfrm rot="0">
              <a:off x="3828" y="2742"/>
              <a:ext cx="1" cy="8"/>
            </a:xfrm>
            <a:custGeom>
              <a:avLst/>
              <a:ahLst/>
              <a:rect l="0" t="0" r="r" b="b"/>
              <a:pathLst>
                <a:path w="6" h="32">
                  <a:moveTo>
                    <a:pt x="6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27" name=""/>
            <p:cNvSpPr/>
            <p:nvPr/>
          </p:nvSpPr>
          <p:spPr>
            <a:xfrm rot="0" flipH="1">
              <a:off x="3828" y="27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28" name=""/>
            <p:cNvSpPr/>
            <p:nvPr/>
          </p:nvSpPr>
          <p:spPr>
            <a:xfrm rot="0">
              <a:off x="3809" y="2742"/>
              <a:ext cx="21" cy="19"/>
            </a:xfrm>
            <a:custGeom>
              <a:avLst/>
              <a:ahLst/>
              <a:rect l="0" t="0" r="r" b="b"/>
              <a:pathLst>
                <a:path w="86" h="76">
                  <a:moveTo>
                    <a:pt x="86" y="65"/>
                  </a:moveTo>
                  <a:lnTo>
                    <a:pt x="81" y="32"/>
                  </a:lnTo>
                  <a:lnTo>
                    <a:pt x="75" y="0"/>
                  </a:lnTo>
                  <a:lnTo>
                    <a:pt x="0" y="10"/>
                  </a:lnTo>
                  <a:lnTo>
                    <a:pt x="6" y="43"/>
                  </a:lnTo>
                  <a:lnTo>
                    <a:pt x="11" y="76"/>
                  </a:lnTo>
                  <a:lnTo>
                    <a:pt x="86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29" name=""/>
            <p:cNvSpPr/>
            <p:nvPr/>
          </p:nvSpPr>
          <p:spPr>
            <a:xfrm rot="0">
              <a:off x="3809" y="2742"/>
              <a:ext cx="21" cy="19"/>
            </a:xfrm>
            <a:custGeom>
              <a:avLst/>
              <a:ahLst/>
              <a:rect l="0" t="0" r="r" b="b"/>
              <a:pathLst>
                <a:path w="86" h="76">
                  <a:moveTo>
                    <a:pt x="86" y="65"/>
                  </a:moveTo>
                  <a:lnTo>
                    <a:pt x="81" y="32"/>
                  </a:lnTo>
                  <a:lnTo>
                    <a:pt x="75" y="0"/>
                  </a:lnTo>
                  <a:lnTo>
                    <a:pt x="0" y="10"/>
                  </a:lnTo>
                  <a:lnTo>
                    <a:pt x="6" y="43"/>
                  </a:lnTo>
                  <a:lnTo>
                    <a:pt x="11" y="76"/>
                  </a:lnTo>
                  <a:lnTo>
                    <a:pt x="86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30" name=""/>
            <p:cNvSpPr/>
            <p:nvPr/>
          </p:nvSpPr>
          <p:spPr>
            <a:xfrm rot="0">
              <a:off x="3809" y="2745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6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31" name=""/>
            <p:cNvSpPr/>
            <p:nvPr/>
          </p:nvSpPr>
          <p:spPr>
            <a:xfrm rot="0">
              <a:off x="3809" y="2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32" name=""/>
            <p:cNvSpPr/>
            <p:nvPr/>
          </p:nvSpPr>
          <p:spPr>
            <a:xfrm rot="0">
              <a:off x="3790" y="2745"/>
              <a:ext cx="21" cy="19"/>
            </a:xfrm>
            <a:custGeom>
              <a:avLst/>
              <a:ahLst/>
              <a:rect l="0" t="0" r="r" b="b"/>
              <a:pathLst>
                <a:path w="84" h="79">
                  <a:moveTo>
                    <a:pt x="84" y="66"/>
                  </a:moveTo>
                  <a:lnTo>
                    <a:pt x="79" y="33"/>
                  </a:lnTo>
                  <a:lnTo>
                    <a:pt x="73" y="0"/>
                  </a:lnTo>
                  <a:lnTo>
                    <a:pt x="0" y="13"/>
                  </a:lnTo>
                  <a:lnTo>
                    <a:pt x="5" y="46"/>
                  </a:lnTo>
                  <a:lnTo>
                    <a:pt x="10" y="79"/>
                  </a:lnTo>
                  <a:lnTo>
                    <a:pt x="8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33" name=""/>
            <p:cNvSpPr/>
            <p:nvPr/>
          </p:nvSpPr>
          <p:spPr>
            <a:xfrm rot="0">
              <a:off x="3790" y="2745"/>
              <a:ext cx="21" cy="19"/>
            </a:xfrm>
            <a:custGeom>
              <a:avLst/>
              <a:ahLst/>
              <a:rect l="0" t="0" r="r" b="b"/>
              <a:pathLst>
                <a:path w="84" h="79">
                  <a:moveTo>
                    <a:pt x="84" y="66"/>
                  </a:moveTo>
                  <a:lnTo>
                    <a:pt x="79" y="33"/>
                  </a:lnTo>
                  <a:lnTo>
                    <a:pt x="73" y="0"/>
                  </a:lnTo>
                  <a:lnTo>
                    <a:pt x="0" y="13"/>
                  </a:lnTo>
                  <a:lnTo>
                    <a:pt x="5" y="46"/>
                  </a:lnTo>
                  <a:lnTo>
                    <a:pt x="10" y="79"/>
                  </a:lnTo>
                  <a:lnTo>
                    <a:pt x="8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34" name=""/>
            <p:cNvSpPr/>
            <p:nvPr/>
          </p:nvSpPr>
          <p:spPr>
            <a:xfrm rot="0">
              <a:off x="3790" y="2748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35" name=""/>
            <p:cNvSpPr/>
            <p:nvPr/>
          </p:nvSpPr>
          <p:spPr>
            <a:xfrm rot="0" flipH="1">
              <a:off x="3790" y="2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36" name=""/>
            <p:cNvSpPr/>
            <p:nvPr/>
          </p:nvSpPr>
          <p:spPr>
            <a:xfrm rot="0">
              <a:off x="3771" y="2748"/>
              <a:ext cx="23" cy="21"/>
            </a:xfrm>
            <a:custGeom>
              <a:avLst/>
              <a:ahLst/>
              <a:rect l="0" t="0" r="r" b="b"/>
              <a:pathLst>
                <a:path w="89" h="83">
                  <a:moveTo>
                    <a:pt x="89" y="66"/>
                  </a:moveTo>
                  <a:lnTo>
                    <a:pt x="81" y="33"/>
                  </a:lnTo>
                  <a:lnTo>
                    <a:pt x="73" y="0"/>
                  </a:lnTo>
                  <a:lnTo>
                    <a:pt x="0" y="17"/>
                  </a:lnTo>
                  <a:lnTo>
                    <a:pt x="7" y="50"/>
                  </a:lnTo>
                  <a:lnTo>
                    <a:pt x="15" y="83"/>
                  </a:lnTo>
                  <a:lnTo>
                    <a:pt x="89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37" name=""/>
            <p:cNvSpPr/>
            <p:nvPr/>
          </p:nvSpPr>
          <p:spPr>
            <a:xfrm rot="0">
              <a:off x="3771" y="2748"/>
              <a:ext cx="23" cy="21"/>
            </a:xfrm>
            <a:custGeom>
              <a:avLst/>
              <a:ahLst/>
              <a:rect l="0" t="0" r="r" b="b"/>
              <a:pathLst>
                <a:path w="89" h="83">
                  <a:moveTo>
                    <a:pt x="89" y="66"/>
                  </a:moveTo>
                  <a:lnTo>
                    <a:pt x="81" y="33"/>
                  </a:lnTo>
                  <a:lnTo>
                    <a:pt x="73" y="0"/>
                  </a:lnTo>
                  <a:lnTo>
                    <a:pt x="0" y="17"/>
                  </a:lnTo>
                  <a:lnTo>
                    <a:pt x="7" y="50"/>
                  </a:lnTo>
                  <a:lnTo>
                    <a:pt x="15" y="83"/>
                  </a:lnTo>
                  <a:lnTo>
                    <a:pt x="89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38" name=""/>
            <p:cNvSpPr/>
            <p:nvPr/>
          </p:nvSpPr>
          <p:spPr>
            <a:xfrm rot="0">
              <a:off x="3771" y="2752"/>
              <a:ext cx="2" cy="8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39" name=""/>
            <p:cNvSpPr/>
            <p:nvPr/>
          </p:nvSpPr>
          <p:spPr>
            <a:xfrm rot="0">
              <a:off x="3771" y="27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40" name=""/>
            <p:cNvSpPr/>
            <p:nvPr/>
          </p:nvSpPr>
          <p:spPr>
            <a:xfrm rot="0">
              <a:off x="3753" y="2752"/>
              <a:ext cx="22" cy="21"/>
            </a:xfrm>
            <a:custGeom>
              <a:avLst/>
              <a:ahLst/>
              <a:rect l="0" t="0" r="r" b="b"/>
              <a:pathLst>
                <a:path w="88" h="84">
                  <a:moveTo>
                    <a:pt x="88" y="66"/>
                  </a:moveTo>
                  <a:lnTo>
                    <a:pt x="80" y="33"/>
                  </a:lnTo>
                  <a:lnTo>
                    <a:pt x="73" y="0"/>
                  </a:lnTo>
                  <a:lnTo>
                    <a:pt x="0" y="19"/>
                  </a:lnTo>
                  <a:lnTo>
                    <a:pt x="8" y="52"/>
                  </a:lnTo>
                  <a:lnTo>
                    <a:pt x="16" y="84"/>
                  </a:lnTo>
                  <a:lnTo>
                    <a:pt x="8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41" name=""/>
            <p:cNvSpPr/>
            <p:nvPr/>
          </p:nvSpPr>
          <p:spPr>
            <a:xfrm rot="0">
              <a:off x="3753" y="2752"/>
              <a:ext cx="22" cy="21"/>
            </a:xfrm>
            <a:custGeom>
              <a:avLst/>
              <a:ahLst/>
              <a:rect l="0" t="0" r="r" b="b"/>
              <a:pathLst>
                <a:path w="88" h="84">
                  <a:moveTo>
                    <a:pt x="88" y="66"/>
                  </a:moveTo>
                  <a:lnTo>
                    <a:pt x="80" y="33"/>
                  </a:lnTo>
                  <a:lnTo>
                    <a:pt x="73" y="0"/>
                  </a:lnTo>
                  <a:lnTo>
                    <a:pt x="0" y="19"/>
                  </a:lnTo>
                  <a:lnTo>
                    <a:pt x="8" y="52"/>
                  </a:lnTo>
                  <a:lnTo>
                    <a:pt x="16" y="84"/>
                  </a:lnTo>
                  <a:lnTo>
                    <a:pt x="88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42" name=""/>
            <p:cNvSpPr/>
            <p:nvPr/>
          </p:nvSpPr>
          <p:spPr>
            <a:xfrm rot="0">
              <a:off x="3753" y="2757"/>
              <a:ext cx="2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43" name=""/>
            <p:cNvSpPr/>
            <p:nvPr/>
          </p:nvSpPr>
          <p:spPr>
            <a:xfrm rot="0" flipH="1">
              <a:off x="3753" y="2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44" name=""/>
            <p:cNvSpPr/>
            <p:nvPr/>
          </p:nvSpPr>
          <p:spPr>
            <a:xfrm rot="0">
              <a:off x="3735" y="2757"/>
              <a:ext cx="23" cy="21"/>
            </a:xfrm>
            <a:custGeom>
              <a:avLst/>
              <a:ahLst/>
              <a:rect l="0" t="0" r="r" b="b"/>
              <a:pathLst>
                <a:path w="94" h="86">
                  <a:moveTo>
                    <a:pt x="94" y="63"/>
                  </a:moveTo>
                  <a:lnTo>
                    <a:pt x="83" y="32"/>
                  </a:lnTo>
                  <a:lnTo>
                    <a:pt x="73" y="0"/>
                  </a:lnTo>
                  <a:lnTo>
                    <a:pt x="0" y="22"/>
                  </a:lnTo>
                  <a:lnTo>
                    <a:pt x="11" y="54"/>
                  </a:lnTo>
                  <a:lnTo>
                    <a:pt x="21" y="86"/>
                  </a:lnTo>
                  <a:lnTo>
                    <a:pt x="9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45" name=""/>
            <p:cNvSpPr/>
            <p:nvPr/>
          </p:nvSpPr>
          <p:spPr>
            <a:xfrm rot="0">
              <a:off x="3735" y="2757"/>
              <a:ext cx="23" cy="21"/>
            </a:xfrm>
            <a:custGeom>
              <a:avLst/>
              <a:ahLst/>
              <a:rect l="0" t="0" r="r" b="b"/>
              <a:pathLst>
                <a:path w="94" h="86">
                  <a:moveTo>
                    <a:pt x="94" y="63"/>
                  </a:moveTo>
                  <a:lnTo>
                    <a:pt x="83" y="32"/>
                  </a:lnTo>
                  <a:lnTo>
                    <a:pt x="73" y="0"/>
                  </a:lnTo>
                  <a:lnTo>
                    <a:pt x="0" y="22"/>
                  </a:lnTo>
                  <a:lnTo>
                    <a:pt x="11" y="54"/>
                  </a:lnTo>
                  <a:lnTo>
                    <a:pt x="21" y="86"/>
                  </a:lnTo>
                  <a:lnTo>
                    <a:pt x="9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46" name=""/>
            <p:cNvSpPr/>
            <p:nvPr/>
          </p:nvSpPr>
          <p:spPr>
            <a:xfrm rot="0">
              <a:off x="3734" y="2763"/>
              <a:ext cx="3" cy="7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47" name=""/>
            <p:cNvSpPr/>
            <p:nvPr/>
          </p:nvSpPr>
          <p:spPr>
            <a:xfrm rot="0" flipH="1">
              <a:off x="3734" y="2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48" name=""/>
            <p:cNvSpPr/>
            <p:nvPr/>
          </p:nvSpPr>
          <p:spPr>
            <a:xfrm rot="0">
              <a:off x="3717" y="2763"/>
              <a:ext cx="23" cy="22"/>
            </a:xfrm>
            <a:custGeom>
              <a:avLst/>
              <a:ahLst/>
              <a:rect l="0" t="0" r="r" b="b"/>
              <a:pathLst>
                <a:path w="95" h="90">
                  <a:moveTo>
                    <a:pt x="95" y="64"/>
                  </a:moveTo>
                  <a:lnTo>
                    <a:pt x="83" y="32"/>
                  </a:lnTo>
                  <a:lnTo>
                    <a:pt x="71" y="0"/>
                  </a:lnTo>
                  <a:lnTo>
                    <a:pt x="0" y="27"/>
                  </a:lnTo>
                  <a:lnTo>
                    <a:pt x="12" y="58"/>
                  </a:lnTo>
                  <a:lnTo>
                    <a:pt x="24" y="90"/>
                  </a:lnTo>
                  <a:lnTo>
                    <a:pt x="95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49" name=""/>
            <p:cNvSpPr/>
            <p:nvPr/>
          </p:nvSpPr>
          <p:spPr>
            <a:xfrm rot="0">
              <a:off x="3717" y="2763"/>
              <a:ext cx="23" cy="22"/>
            </a:xfrm>
            <a:custGeom>
              <a:avLst/>
              <a:ahLst/>
              <a:rect l="0" t="0" r="r" b="b"/>
              <a:pathLst>
                <a:path w="95" h="90">
                  <a:moveTo>
                    <a:pt x="95" y="64"/>
                  </a:moveTo>
                  <a:lnTo>
                    <a:pt x="83" y="32"/>
                  </a:lnTo>
                  <a:lnTo>
                    <a:pt x="71" y="0"/>
                  </a:lnTo>
                  <a:lnTo>
                    <a:pt x="0" y="27"/>
                  </a:lnTo>
                  <a:lnTo>
                    <a:pt x="12" y="58"/>
                  </a:lnTo>
                  <a:lnTo>
                    <a:pt x="24" y="90"/>
                  </a:lnTo>
                  <a:lnTo>
                    <a:pt x="9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50" name=""/>
            <p:cNvSpPr/>
            <p:nvPr/>
          </p:nvSpPr>
          <p:spPr>
            <a:xfrm rot="0">
              <a:off x="3717" y="2769"/>
              <a:ext cx="2" cy="8"/>
            </a:xfrm>
            <a:custGeom>
              <a:avLst/>
              <a:ahLst/>
              <a:rect l="0" t="0" r="r" b="b"/>
              <a:pathLst>
                <a:path w="12" h="31">
                  <a:moveTo>
                    <a:pt x="12" y="3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51" name=""/>
            <p:cNvSpPr/>
            <p:nvPr/>
          </p:nvSpPr>
          <p:spPr>
            <a:xfrm rot="0">
              <a:off x="3717" y="27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52" name=""/>
            <p:cNvSpPr/>
            <p:nvPr/>
          </p:nvSpPr>
          <p:spPr>
            <a:xfrm rot="0">
              <a:off x="3699" y="2769"/>
              <a:ext cx="23" cy="23"/>
            </a:xfrm>
            <a:custGeom>
              <a:avLst/>
              <a:ahLst/>
              <a:rect l="0" t="0" r="r" b="b"/>
              <a:pathLst>
                <a:path w="94" h="90">
                  <a:moveTo>
                    <a:pt x="94" y="63"/>
                  </a:moveTo>
                  <a:lnTo>
                    <a:pt x="82" y="31"/>
                  </a:lnTo>
                  <a:lnTo>
                    <a:pt x="70" y="0"/>
                  </a:lnTo>
                  <a:lnTo>
                    <a:pt x="0" y="27"/>
                  </a:lnTo>
                  <a:lnTo>
                    <a:pt x="12" y="59"/>
                  </a:lnTo>
                  <a:lnTo>
                    <a:pt x="24" y="90"/>
                  </a:lnTo>
                  <a:lnTo>
                    <a:pt x="9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53" name=""/>
            <p:cNvSpPr/>
            <p:nvPr/>
          </p:nvSpPr>
          <p:spPr>
            <a:xfrm rot="0">
              <a:off x="3699" y="2769"/>
              <a:ext cx="23" cy="23"/>
            </a:xfrm>
            <a:custGeom>
              <a:avLst/>
              <a:ahLst/>
              <a:rect l="0" t="0" r="r" b="b"/>
              <a:pathLst>
                <a:path w="94" h="90">
                  <a:moveTo>
                    <a:pt x="94" y="63"/>
                  </a:moveTo>
                  <a:lnTo>
                    <a:pt x="82" y="31"/>
                  </a:lnTo>
                  <a:lnTo>
                    <a:pt x="70" y="0"/>
                  </a:lnTo>
                  <a:lnTo>
                    <a:pt x="0" y="27"/>
                  </a:lnTo>
                  <a:lnTo>
                    <a:pt x="12" y="59"/>
                  </a:lnTo>
                  <a:lnTo>
                    <a:pt x="24" y="90"/>
                  </a:lnTo>
                  <a:lnTo>
                    <a:pt x="9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54" name=""/>
            <p:cNvSpPr/>
            <p:nvPr/>
          </p:nvSpPr>
          <p:spPr>
            <a:xfrm rot="0">
              <a:off x="3698" y="2776"/>
              <a:ext cx="4" cy="8"/>
            </a:xfrm>
            <a:custGeom>
              <a:avLst/>
              <a:ahLst/>
              <a:rect l="0" t="0" r="r" b="b"/>
              <a:pathLst>
                <a:path w="14" h="32">
                  <a:moveTo>
                    <a:pt x="14" y="3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55" name=""/>
            <p:cNvSpPr/>
            <p:nvPr/>
          </p:nvSpPr>
          <p:spPr>
            <a:xfrm rot="0" flipH="1">
              <a:off x="3698" y="27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56" name=""/>
            <p:cNvSpPr/>
            <p:nvPr/>
          </p:nvSpPr>
          <p:spPr>
            <a:xfrm rot="0">
              <a:off x="3681" y="2776"/>
              <a:ext cx="25" cy="23"/>
            </a:xfrm>
            <a:custGeom>
              <a:avLst/>
              <a:ahLst/>
              <a:rect l="0" t="0" r="r" b="b"/>
              <a:pathLst>
                <a:path w="98" h="92">
                  <a:moveTo>
                    <a:pt x="98" y="60"/>
                  </a:moveTo>
                  <a:lnTo>
                    <a:pt x="83" y="30"/>
                  </a:lnTo>
                  <a:lnTo>
                    <a:pt x="69" y="0"/>
                  </a:lnTo>
                  <a:lnTo>
                    <a:pt x="0" y="31"/>
                  </a:lnTo>
                  <a:lnTo>
                    <a:pt x="15" y="61"/>
                  </a:lnTo>
                  <a:lnTo>
                    <a:pt x="29" y="92"/>
                  </a:lnTo>
                  <a:lnTo>
                    <a:pt x="98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57" name=""/>
            <p:cNvSpPr/>
            <p:nvPr/>
          </p:nvSpPr>
          <p:spPr>
            <a:xfrm rot="0">
              <a:off x="3681" y="2776"/>
              <a:ext cx="25" cy="23"/>
            </a:xfrm>
            <a:custGeom>
              <a:avLst/>
              <a:ahLst/>
              <a:rect l="0" t="0" r="r" b="b"/>
              <a:pathLst>
                <a:path w="98" h="92">
                  <a:moveTo>
                    <a:pt x="98" y="60"/>
                  </a:moveTo>
                  <a:lnTo>
                    <a:pt x="83" y="30"/>
                  </a:lnTo>
                  <a:lnTo>
                    <a:pt x="69" y="0"/>
                  </a:lnTo>
                  <a:lnTo>
                    <a:pt x="0" y="31"/>
                  </a:lnTo>
                  <a:lnTo>
                    <a:pt x="15" y="61"/>
                  </a:lnTo>
                  <a:lnTo>
                    <a:pt x="29" y="92"/>
                  </a:lnTo>
                  <a:lnTo>
                    <a:pt x="98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58" name=""/>
            <p:cNvSpPr/>
            <p:nvPr/>
          </p:nvSpPr>
          <p:spPr>
            <a:xfrm rot="0">
              <a:off x="3681" y="2784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59" name=""/>
            <p:cNvSpPr/>
            <p:nvPr/>
          </p:nvSpPr>
          <p:spPr>
            <a:xfrm rot="0">
              <a:off x="3681" y="2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60" name=""/>
            <p:cNvSpPr/>
            <p:nvPr/>
          </p:nvSpPr>
          <p:spPr>
            <a:xfrm rot="0">
              <a:off x="3665" y="2784"/>
              <a:ext cx="24" cy="24"/>
            </a:xfrm>
            <a:custGeom>
              <a:avLst/>
              <a:ahLst/>
              <a:rect l="0" t="0" r="r" b="b"/>
              <a:pathLst>
                <a:path w="96" h="93">
                  <a:moveTo>
                    <a:pt x="96" y="61"/>
                  </a:moveTo>
                  <a:lnTo>
                    <a:pt x="82" y="30"/>
                  </a:lnTo>
                  <a:lnTo>
                    <a:pt x="67" y="0"/>
                  </a:lnTo>
                  <a:lnTo>
                    <a:pt x="0" y="33"/>
                  </a:lnTo>
                  <a:lnTo>
                    <a:pt x="15" y="63"/>
                  </a:lnTo>
                  <a:lnTo>
                    <a:pt x="29" y="93"/>
                  </a:lnTo>
                  <a:lnTo>
                    <a:pt x="96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61" name=""/>
            <p:cNvSpPr/>
            <p:nvPr/>
          </p:nvSpPr>
          <p:spPr>
            <a:xfrm rot="0">
              <a:off x="3665" y="2784"/>
              <a:ext cx="24" cy="24"/>
            </a:xfrm>
            <a:custGeom>
              <a:avLst/>
              <a:ahLst/>
              <a:rect l="0" t="0" r="r" b="b"/>
              <a:pathLst>
                <a:path w="96" h="93">
                  <a:moveTo>
                    <a:pt x="96" y="61"/>
                  </a:moveTo>
                  <a:lnTo>
                    <a:pt x="82" y="30"/>
                  </a:lnTo>
                  <a:lnTo>
                    <a:pt x="67" y="0"/>
                  </a:lnTo>
                  <a:lnTo>
                    <a:pt x="0" y="33"/>
                  </a:lnTo>
                  <a:lnTo>
                    <a:pt x="15" y="63"/>
                  </a:lnTo>
                  <a:lnTo>
                    <a:pt x="29" y="93"/>
                  </a:lnTo>
                  <a:lnTo>
                    <a:pt x="96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62" name=""/>
            <p:cNvSpPr/>
            <p:nvPr/>
          </p:nvSpPr>
          <p:spPr>
            <a:xfrm rot="0">
              <a:off x="3664" y="2793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63" name=""/>
            <p:cNvSpPr/>
            <p:nvPr/>
          </p:nvSpPr>
          <p:spPr>
            <a:xfrm rot="0" flipH="1">
              <a:off x="3664" y="2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64" name=""/>
            <p:cNvSpPr/>
            <p:nvPr/>
          </p:nvSpPr>
          <p:spPr>
            <a:xfrm rot="0">
              <a:off x="3648" y="2793"/>
              <a:ext cx="24" cy="23"/>
            </a:xfrm>
            <a:custGeom>
              <a:avLst/>
              <a:ahLst/>
              <a:rect l="0" t="0" r="r" b="b"/>
              <a:pathLst>
                <a:path w="99" h="95">
                  <a:moveTo>
                    <a:pt x="99" y="58"/>
                  </a:moveTo>
                  <a:lnTo>
                    <a:pt x="83" y="29"/>
                  </a:lnTo>
                  <a:lnTo>
                    <a:pt x="67" y="0"/>
                  </a:lnTo>
                  <a:lnTo>
                    <a:pt x="0" y="37"/>
                  </a:lnTo>
                  <a:lnTo>
                    <a:pt x="16" y="66"/>
                  </a:lnTo>
                  <a:lnTo>
                    <a:pt x="32" y="95"/>
                  </a:lnTo>
                  <a:lnTo>
                    <a:pt x="99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65" name=""/>
            <p:cNvSpPr/>
            <p:nvPr/>
          </p:nvSpPr>
          <p:spPr>
            <a:xfrm rot="0">
              <a:off x="3648" y="2793"/>
              <a:ext cx="24" cy="23"/>
            </a:xfrm>
            <a:custGeom>
              <a:avLst/>
              <a:ahLst/>
              <a:rect l="0" t="0" r="r" b="b"/>
              <a:pathLst>
                <a:path w="99" h="95">
                  <a:moveTo>
                    <a:pt x="99" y="58"/>
                  </a:moveTo>
                  <a:lnTo>
                    <a:pt x="83" y="29"/>
                  </a:lnTo>
                  <a:lnTo>
                    <a:pt x="67" y="0"/>
                  </a:lnTo>
                  <a:lnTo>
                    <a:pt x="0" y="37"/>
                  </a:lnTo>
                  <a:lnTo>
                    <a:pt x="16" y="66"/>
                  </a:lnTo>
                  <a:lnTo>
                    <a:pt x="32" y="95"/>
                  </a:lnTo>
                  <a:lnTo>
                    <a:pt x="99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66" name=""/>
            <p:cNvSpPr/>
            <p:nvPr/>
          </p:nvSpPr>
          <p:spPr>
            <a:xfrm rot="0">
              <a:off x="3647" y="2802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67" name=""/>
            <p:cNvSpPr/>
            <p:nvPr/>
          </p:nvSpPr>
          <p:spPr>
            <a:xfrm rot="0" flipH="1">
              <a:off x="3647" y="2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68" name=""/>
            <p:cNvSpPr/>
            <p:nvPr/>
          </p:nvSpPr>
          <p:spPr>
            <a:xfrm rot="0">
              <a:off x="3631" y="2802"/>
              <a:ext cx="25" cy="24"/>
            </a:xfrm>
            <a:custGeom>
              <a:avLst/>
              <a:ahLst/>
              <a:rect l="0" t="0" r="r" b="b"/>
              <a:pathLst>
                <a:path w="99" h="97">
                  <a:moveTo>
                    <a:pt x="99" y="58"/>
                  </a:moveTo>
                  <a:lnTo>
                    <a:pt x="82" y="29"/>
                  </a:lnTo>
                  <a:lnTo>
                    <a:pt x="65" y="0"/>
                  </a:lnTo>
                  <a:lnTo>
                    <a:pt x="0" y="40"/>
                  </a:lnTo>
                  <a:lnTo>
                    <a:pt x="17" y="68"/>
                  </a:lnTo>
                  <a:lnTo>
                    <a:pt x="35" y="97"/>
                  </a:lnTo>
                  <a:lnTo>
                    <a:pt x="99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69" name=""/>
            <p:cNvSpPr/>
            <p:nvPr/>
          </p:nvSpPr>
          <p:spPr>
            <a:xfrm rot="0">
              <a:off x="3631" y="2802"/>
              <a:ext cx="25" cy="24"/>
            </a:xfrm>
            <a:custGeom>
              <a:avLst/>
              <a:ahLst/>
              <a:rect l="0" t="0" r="r" b="b"/>
              <a:pathLst>
                <a:path w="99" h="97">
                  <a:moveTo>
                    <a:pt x="99" y="58"/>
                  </a:moveTo>
                  <a:lnTo>
                    <a:pt x="82" y="29"/>
                  </a:lnTo>
                  <a:lnTo>
                    <a:pt x="65" y="0"/>
                  </a:lnTo>
                  <a:lnTo>
                    <a:pt x="0" y="40"/>
                  </a:lnTo>
                  <a:lnTo>
                    <a:pt x="17" y="68"/>
                  </a:lnTo>
                  <a:lnTo>
                    <a:pt x="35" y="97"/>
                  </a:lnTo>
                  <a:lnTo>
                    <a:pt x="99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70" name=""/>
            <p:cNvSpPr/>
            <p:nvPr/>
          </p:nvSpPr>
          <p:spPr>
            <a:xfrm rot="0">
              <a:off x="3631" y="2812"/>
              <a:ext cx="4" cy="7"/>
            </a:xfrm>
            <a:custGeom>
              <a:avLst/>
              <a:ahLst/>
              <a:rect l="0" t="0" r="r" b="b"/>
              <a:pathLst>
                <a:path w="18" h="28">
                  <a:moveTo>
                    <a:pt x="18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71" name=""/>
            <p:cNvSpPr/>
            <p:nvPr/>
          </p:nvSpPr>
          <p:spPr>
            <a:xfrm rot="0" flipH="1">
              <a:off x="3631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72" name=""/>
            <p:cNvSpPr/>
            <p:nvPr/>
          </p:nvSpPr>
          <p:spPr>
            <a:xfrm rot="0">
              <a:off x="3615" y="2812"/>
              <a:ext cx="25" cy="24"/>
            </a:xfrm>
            <a:custGeom>
              <a:avLst/>
              <a:ahLst/>
              <a:rect l="0" t="0" r="r" b="b"/>
              <a:pathLst>
                <a:path w="99" h="96">
                  <a:moveTo>
                    <a:pt x="99" y="55"/>
                  </a:moveTo>
                  <a:lnTo>
                    <a:pt x="80" y="27"/>
                  </a:lnTo>
                  <a:lnTo>
                    <a:pt x="62" y="0"/>
                  </a:lnTo>
                  <a:lnTo>
                    <a:pt x="0" y="41"/>
                  </a:lnTo>
                  <a:lnTo>
                    <a:pt x="19" y="68"/>
                  </a:lnTo>
                  <a:lnTo>
                    <a:pt x="37" y="96"/>
                  </a:lnTo>
                  <a:lnTo>
                    <a:pt x="99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73" name=""/>
            <p:cNvSpPr/>
            <p:nvPr/>
          </p:nvSpPr>
          <p:spPr>
            <a:xfrm rot="0">
              <a:off x="3615" y="2812"/>
              <a:ext cx="25" cy="24"/>
            </a:xfrm>
            <a:custGeom>
              <a:avLst/>
              <a:ahLst/>
              <a:rect l="0" t="0" r="r" b="b"/>
              <a:pathLst>
                <a:path w="99" h="96">
                  <a:moveTo>
                    <a:pt x="99" y="55"/>
                  </a:moveTo>
                  <a:lnTo>
                    <a:pt x="80" y="27"/>
                  </a:lnTo>
                  <a:lnTo>
                    <a:pt x="62" y="0"/>
                  </a:lnTo>
                  <a:lnTo>
                    <a:pt x="0" y="41"/>
                  </a:lnTo>
                  <a:lnTo>
                    <a:pt x="19" y="68"/>
                  </a:lnTo>
                  <a:lnTo>
                    <a:pt x="37" y="96"/>
                  </a:lnTo>
                  <a:lnTo>
                    <a:pt x="99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74" name=""/>
            <p:cNvSpPr/>
            <p:nvPr/>
          </p:nvSpPr>
          <p:spPr>
            <a:xfrm rot="0">
              <a:off x="3615" y="2822"/>
              <a:ext cx="5" cy="7"/>
            </a:xfrm>
            <a:custGeom>
              <a:avLst/>
              <a:ahLst/>
              <a:rect l="0" t="0" r="r" b="b"/>
              <a:pathLst>
                <a:path w="20" h="27">
                  <a:moveTo>
                    <a:pt x="20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75" name=""/>
            <p:cNvSpPr/>
            <p:nvPr/>
          </p:nvSpPr>
          <p:spPr>
            <a:xfrm rot="0" flipH="1">
              <a:off x="3615" y="28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76" name=""/>
            <p:cNvSpPr/>
            <p:nvPr/>
          </p:nvSpPr>
          <p:spPr>
            <a:xfrm rot="0">
              <a:off x="3600" y="2822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5"/>
                  </a:moveTo>
                  <a:lnTo>
                    <a:pt x="82" y="27"/>
                  </a:lnTo>
                  <a:lnTo>
                    <a:pt x="62" y="0"/>
                  </a:lnTo>
                  <a:lnTo>
                    <a:pt x="0" y="44"/>
                  </a:lnTo>
                  <a:lnTo>
                    <a:pt x="20" y="72"/>
                  </a:lnTo>
                  <a:lnTo>
                    <a:pt x="40" y="100"/>
                  </a:lnTo>
                  <a:lnTo>
                    <a:pt x="10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77" name=""/>
            <p:cNvSpPr/>
            <p:nvPr/>
          </p:nvSpPr>
          <p:spPr>
            <a:xfrm rot="0">
              <a:off x="3600" y="2822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5"/>
                  </a:moveTo>
                  <a:lnTo>
                    <a:pt x="82" y="27"/>
                  </a:lnTo>
                  <a:lnTo>
                    <a:pt x="62" y="0"/>
                  </a:lnTo>
                  <a:lnTo>
                    <a:pt x="0" y="44"/>
                  </a:lnTo>
                  <a:lnTo>
                    <a:pt x="20" y="72"/>
                  </a:lnTo>
                  <a:lnTo>
                    <a:pt x="40" y="100"/>
                  </a:lnTo>
                  <a:lnTo>
                    <a:pt x="10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78" name=""/>
            <p:cNvSpPr/>
            <p:nvPr/>
          </p:nvSpPr>
          <p:spPr>
            <a:xfrm rot="0">
              <a:off x="3599" y="2834"/>
              <a:ext cx="5" cy="6"/>
            </a:xfrm>
            <a:custGeom>
              <a:avLst/>
              <a:ahLst/>
              <a:rect l="0" t="0" r="r" b="b"/>
              <a:pathLst>
                <a:path w="21" h="28">
                  <a:moveTo>
                    <a:pt x="21" y="2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79" name=""/>
            <p:cNvSpPr/>
            <p:nvPr/>
          </p:nvSpPr>
          <p:spPr>
            <a:xfrm rot="0" flipH="1">
              <a:off x="3599" y="2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80" name=""/>
            <p:cNvSpPr/>
            <p:nvPr/>
          </p:nvSpPr>
          <p:spPr>
            <a:xfrm rot="0">
              <a:off x="3584" y="2834"/>
              <a:ext cx="26" cy="25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2"/>
                  </a:moveTo>
                  <a:lnTo>
                    <a:pt x="80" y="26"/>
                  </a:lnTo>
                  <a:lnTo>
                    <a:pt x="59" y="0"/>
                  </a:lnTo>
                  <a:lnTo>
                    <a:pt x="0" y="46"/>
                  </a:lnTo>
                  <a:lnTo>
                    <a:pt x="21" y="72"/>
                  </a:lnTo>
                  <a:lnTo>
                    <a:pt x="42" y="98"/>
                  </a:lnTo>
                  <a:lnTo>
                    <a:pt x="10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81" name=""/>
            <p:cNvSpPr/>
            <p:nvPr/>
          </p:nvSpPr>
          <p:spPr>
            <a:xfrm rot="0">
              <a:off x="3584" y="2834"/>
              <a:ext cx="26" cy="25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2"/>
                  </a:moveTo>
                  <a:lnTo>
                    <a:pt x="80" y="26"/>
                  </a:lnTo>
                  <a:lnTo>
                    <a:pt x="59" y="0"/>
                  </a:lnTo>
                  <a:lnTo>
                    <a:pt x="0" y="46"/>
                  </a:lnTo>
                  <a:lnTo>
                    <a:pt x="21" y="72"/>
                  </a:lnTo>
                  <a:lnTo>
                    <a:pt x="42" y="98"/>
                  </a:lnTo>
                  <a:lnTo>
                    <a:pt x="10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82" name=""/>
            <p:cNvSpPr/>
            <p:nvPr/>
          </p:nvSpPr>
          <p:spPr>
            <a:xfrm rot="0">
              <a:off x="3584" y="2845"/>
              <a:ext cx="6" cy="7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83" name=""/>
            <p:cNvSpPr/>
            <p:nvPr/>
          </p:nvSpPr>
          <p:spPr>
            <a:xfrm rot="0">
              <a:off x="3584" y="2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84" name=""/>
            <p:cNvSpPr/>
            <p:nvPr/>
          </p:nvSpPr>
          <p:spPr>
            <a:xfrm rot="0">
              <a:off x="3570" y="2845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2"/>
                  </a:moveTo>
                  <a:lnTo>
                    <a:pt x="79" y="26"/>
                  </a:lnTo>
                  <a:lnTo>
                    <a:pt x="58" y="0"/>
                  </a:lnTo>
                  <a:lnTo>
                    <a:pt x="0" y="48"/>
                  </a:lnTo>
                  <a:lnTo>
                    <a:pt x="21" y="75"/>
                  </a:lnTo>
                  <a:lnTo>
                    <a:pt x="42" y="101"/>
                  </a:lnTo>
                  <a:lnTo>
                    <a:pt x="10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85" name=""/>
            <p:cNvSpPr/>
            <p:nvPr/>
          </p:nvSpPr>
          <p:spPr>
            <a:xfrm rot="0">
              <a:off x="3570" y="2845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2"/>
                  </a:moveTo>
                  <a:lnTo>
                    <a:pt x="79" y="26"/>
                  </a:lnTo>
                  <a:lnTo>
                    <a:pt x="58" y="0"/>
                  </a:lnTo>
                  <a:lnTo>
                    <a:pt x="0" y="48"/>
                  </a:lnTo>
                  <a:lnTo>
                    <a:pt x="21" y="75"/>
                  </a:lnTo>
                  <a:lnTo>
                    <a:pt x="42" y="101"/>
                  </a:lnTo>
                  <a:lnTo>
                    <a:pt x="10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86" name=""/>
            <p:cNvSpPr/>
            <p:nvPr/>
          </p:nvSpPr>
          <p:spPr>
            <a:xfrm rot="0">
              <a:off x="3570" y="2858"/>
              <a:ext cx="5" cy="6"/>
            </a:xfrm>
            <a:custGeom>
              <a:avLst/>
              <a:ahLst/>
              <a:rect l="0" t="0" r="r" b="b"/>
              <a:pathLst>
                <a:path w="22" h="27">
                  <a:moveTo>
                    <a:pt x="22" y="2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87" name=""/>
            <p:cNvSpPr/>
            <p:nvPr/>
          </p:nvSpPr>
          <p:spPr>
            <a:xfrm rot="0" flipH="1">
              <a:off x="3570" y="28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88" name=""/>
            <p:cNvSpPr/>
            <p:nvPr/>
          </p:nvSpPr>
          <p:spPr>
            <a:xfrm rot="0">
              <a:off x="3556" y="2858"/>
              <a:ext cx="25" cy="25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0"/>
                  </a:moveTo>
                  <a:lnTo>
                    <a:pt x="78" y="25"/>
                  </a:lnTo>
                  <a:lnTo>
                    <a:pt x="56" y="0"/>
                  </a:lnTo>
                  <a:lnTo>
                    <a:pt x="0" y="51"/>
                  </a:lnTo>
                  <a:lnTo>
                    <a:pt x="23" y="76"/>
                  </a:lnTo>
                  <a:lnTo>
                    <a:pt x="45" y="101"/>
                  </a:lnTo>
                  <a:lnTo>
                    <a:pt x="10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89" name=""/>
            <p:cNvSpPr/>
            <p:nvPr/>
          </p:nvSpPr>
          <p:spPr>
            <a:xfrm rot="0">
              <a:off x="3556" y="2858"/>
              <a:ext cx="25" cy="25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50"/>
                  </a:moveTo>
                  <a:lnTo>
                    <a:pt x="78" y="25"/>
                  </a:lnTo>
                  <a:lnTo>
                    <a:pt x="56" y="0"/>
                  </a:lnTo>
                  <a:lnTo>
                    <a:pt x="0" y="51"/>
                  </a:lnTo>
                  <a:lnTo>
                    <a:pt x="23" y="76"/>
                  </a:lnTo>
                  <a:lnTo>
                    <a:pt x="45" y="101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90" name=""/>
            <p:cNvSpPr/>
            <p:nvPr/>
          </p:nvSpPr>
          <p:spPr>
            <a:xfrm rot="0">
              <a:off x="3556" y="2871"/>
              <a:ext cx="5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91" name=""/>
            <p:cNvSpPr/>
            <p:nvPr/>
          </p:nvSpPr>
          <p:spPr>
            <a:xfrm rot="0" flipH="1">
              <a:off x="3556" y="28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92" name=""/>
            <p:cNvSpPr/>
            <p:nvPr/>
          </p:nvSpPr>
          <p:spPr>
            <a:xfrm rot="0">
              <a:off x="3542" y="2871"/>
              <a:ext cx="25" cy="25"/>
            </a:xfrm>
            <a:custGeom>
              <a:avLst/>
              <a:ahLst/>
              <a:rect l="0" t="0" r="r" b="b"/>
              <a:pathLst>
                <a:path w="99" h="101">
                  <a:moveTo>
                    <a:pt x="99" y="47"/>
                  </a:moveTo>
                  <a:lnTo>
                    <a:pt x="76" y="24"/>
                  </a:lnTo>
                  <a:lnTo>
                    <a:pt x="52" y="0"/>
                  </a:lnTo>
                  <a:lnTo>
                    <a:pt x="0" y="54"/>
                  </a:lnTo>
                  <a:lnTo>
                    <a:pt x="23" y="78"/>
                  </a:lnTo>
                  <a:lnTo>
                    <a:pt x="47" y="101"/>
                  </a:lnTo>
                  <a:lnTo>
                    <a:pt x="99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93" name=""/>
            <p:cNvSpPr/>
            <p:nvPr/>
          </p:nvSpPr>
          <p:spPr>
            <a:xfrm rot="0">
              <a:off x="3542" y="2871"/>
              <a:ext cx="25" cy="25"/>
            </a:xfrm>
            <a:custGeom>
              <a:avLst/>
              <a:ahLst/>
              <a:rect l="0" t="0" r="r" b="b"/>
              <a:pathLst>
                <a:path w="99" h="101">
                  <a:moveTo>
                    <a:pt x="99" y="47"/>
                  </a:moveTo>
                  <a:lnTo>
                    <a:pt x="76" y="24"/>
                  </a:lnTo>
                  <a:lnTo>
                    <a:pt x="52" y="0"/>
                  </a:lnTo>
                  <a:lnTo>
                    <a:pt x="0" y="54"/>
                  </a:lnTo>
                  <a:lnTo>
                    <a:pt x="23" y="78"/>
                  </a:lnTo>
                  <a:lnTo>
                    <a:pt x="47" y="101"/>
                  </a:lnTo>
                  <a:lnTo>
                    <a:pt x="99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94" name=""/>
            <p:cNvSpPr/>
            <p:nvPr/>
          </p:nvSpPr>
          <p:spPr>
            <a:xfrm rot="0">
              <a:off x="3542" y="2885"/>
              <a:ext cx="6" cy="5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95" name=""/>
            <p:cNvSpPr/>
            <p:nvPr/>
          </p:nvSpPr>
          <p:spPr>
            <a:xfrm rot="0" flipH="1">
              <a:off x="3542" y="2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96" name=""/>
            <p:cNvSpPr/>
            <p:nvPr/>
          </p:nvSpPr>
          <p:spPr>
            <a:xfrm rot="0">
              <a:off x="3529" y="2885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45"/>
                  </a:moveTo>
                  <a:lnTo>
                    <a:pt x="76" y="23"/>
                  </a:lnTo>
                  <a:lnTo>
                    <a:pt x="51" y="0"/>
                  </a:lnTo>
                  <a:lnTo>
                    <a:pt x="0" y="56"/>
                  </a:lnTo>
                  <a:lnTo>
                    <a:pt x="25" y="78"/>
                  </a:lnTo>
                  <a:lnTo>
                    <a:pt x="50" y="100"/>
                  </a:lnTo>
                  <a:lnTo>
                    <a:pt x="10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97" name=""/>
            <p:cNvSpPr/>
            <p:nvPr/>
          </p:nvSpPr>
          <p:spPr>
            <a:xfrm rot="0">
              <a:off x="3529" y="2885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45"/>
                  </a:moveTo>
                  <a:lnTo>
                    <a:pt x="76" y="23"/>
                  </a:lnTo>
                  <a:lnTo>
                    <a:pt x="51" y="0"/>
                  </a:lnTo>
                  <a:lnTo>
                    <a:pt x="0" y="56"/>
                  </a:lnTo>
                  <a:lnTo>
                    <a:pt x="25" y="78"/>
                  </a:lnTo>
                  <a:lnTo>
                    <a:pt x="50" y="100"/>
                  </a:lnTo>
                  <a:lnTo>
                    <a:pt x="101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898" name=""/>
            <p:cNvSpPr/>
            <p:nvPr/>
          </p:nvSpPr>
          <p:spPr>
            <a:xfrm rot="0">
              <a:off x="3529" y="2899"/>
              <a:ext cx="6" cy="5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899" name=""/>
            <p:cNvSpPr/>
            <p:nvPr/>
          </p:nvSpPr>
          <p:spPr>
            <a:xfrm rot="0">
              <a:off x="3529" y="2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00" name=""/>
            <p:cNvSpPr/>
            <p:nvPr/>
          </p:nvSpPr>
          <p:spPr>
            <a:xfrm rot="0">
              <a:off x="3517" y="2899"/>
              <a:ext cx="25" cy="25"/>
            </a:xfrm>
            <a:custGeom>
              <a:avLst/>
              <a:ahLst/>
              <a:rect l="0" t="0" r="r" b="b"/>
              <a:pathLst>
                <a:path w="99" h="101">
                  <a:moveTo>
                    <a:pt x="99" y="44"/>
                  </a:moveTo>
                  <a:lnTo>
                    <a:pt x="74" y="22"/>
                  </a:lnTo>
                  <a:lnTo>
                    <a:pt x="49" y="0"/>
                  </a:lnTo>
                  <a:lnTo>
                    <a:pt x="0" y="56"/>
                  </a:lnTo>
                  <a:lnTo>
                    <a:pt x="25" y="78"/>
                  </a:lnTo>
                  <a:lnTo>
                    <a:pt x="50" y="101"/>
                  </a:lnTo>
                  <a:lnTo>
                    <a:pt x="99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01" name=""/>
            <p:cNvSpPr/>
            <p:nvPr/>
          </p:nvSpPr>
          <p:spPr>
            <a:xfrm rot="0">
              <a:off x="3517" y="2899"/>
              <a:ext cx="25" cy="25"/>
            </a:xfrm>
            <a:custGeom>
              <a:avLst/>
              <a:ahLst/>
              <a:rect l="0" t="0" r="r" b="b"/>
              <a:pathLst>
                <a:path w="99" h="101">
                  <a:moveTo>
                    <a:pt x="99" y="44"/>
                  </a:moveTo>
                  <a:lnTo>
                    <a:pt x="74" y="22"/>
                  </a:lnTo>
                  <a:lnTo>
                    <a:pt x="49" y="0"/>
                  </a:lnTo>
                  <a:lnTo>
                    <a:pt x="0" y="56"/>
                  </a:lnTo>
                  <a:lnTo>
                    <a:pt x="25" y="78"/>
                  </a:lnTo>
                  <a:lnTo>
                    <a:pt x="50" y="101"/>
                  </a:lnTo>
                  <a:lnTo>
                    <a:pt x="99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02" name=""/>
            <p:cNvSpPr/>
            <p:nvPr/>
          </p:nvSpPr>
          <p:spPr>
            <a:xfrm rot="0">
              <a:off x="3517" y="2913"/>
              <a:ext cx="6" cy="5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03" name=""/>
            <p:cNvSpPr/>
            <p:nvPr/>
          </p:nvSpPr>
          <p:spPr>
            <a:xfrm rot="0" flipH="1">
              <a:off x="3517" y="2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04" name=""/>
            <p:cNvSpPr/>
            <p:nvPr/>
          </p:nvSpPr>
          <p:spPr>
            <a:xfrm rot="0">
              <a:off x="3505" y="2913"/>
              <a:ext cx="25" cy="25"/>
            </a:xfrm>
            <a:custGeom>
              <a:avLst/>
              <a:ahLst/>
              <a:rect l="0" t="0" r="r" b="b"/>
              <a:pathLst>
                <a:path w="99" h="102">
                  <a:moveTo>
                    <a:pt x="99" y="42"/>
                  </a:moveTo>
                  <a:lnTo>
                    <a:pt x="72" y="21"/>
                  </a:lnTo>
                  <a:lnTo>
                    <a:pt x="46" y="0"/>
                  </a:lnTo>
                  <a:lnTo>
                    <a:pt x="0" y="60"/>
                  </a:lnTo>
                  <a:lnTo>
                    <a:pt x="26" y="81"/>
                  </a:lnTo>
                  <a:lnTo>
                    <a:pt x="53" y="102"/>
                  </a:lnTo>
                  <a:lnTo>
                    <a:pt x="99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05" name=""/>
            <p:cNvSpPr/>
            <p:nvPr/>
          </p:nvSpPr>
          <p:spPr>
            <a:xfrm rot="0">
              <a:off x="3505" y="2913"/>
              <a:ext cx="25" cy="25"/>
            </a:xfrm>
            <a:custGeom>
              <a:avLst/>
              <a:ahLst/>
              <a:rect l="0" t="0" r="r" b="b"/>
              <a:pathLst>
                <a:path w="99" h="102">
                  <a:moveTo>
                    <a:pt x="99" y="42"/>
                  </a:moveTo>
                  <a:lnTo>
                    <a:pt x="72" y="21"/>
                  </a:lnTo>
                  <a:lnTo>
                    <a:pt x="46" y="0"/>
                  </a:lnTo>
                  <a:lnTo>
                    <a:pt x="0" y="60"/>
                  </a:lnTo>
                  <a:lnTo>
                    <a:pt x="26" y="81"/>
                  </a:lnTo>
                  <a:lnTo>
                    <a:pt x="53" y="102"/>
                  </a:lnTo>
                  <a:lnTo>
                    <a:pt x="99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06" name=""/>
            <p:cNvSpPr/>
            <p:nvPr/>
          </p:nvSpPr>
          <p:spPr>
            <a:xfrm rot="0">
              <a:off x="3505" y="2928"/>
              <a:ext cx="7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07" name=""/>
            <p:cNvSpPr/>
            <p:nvPr/>
          </p:nvSpPr>
          <p:spPr>
            <a:xfrm rot="0" flipH="1">
              <a:off x="3505" y="2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08" name=""/>
            <p:cNvSpPr/>
            <p:nvPr/>
          </p:nvSpPr>
          <p:spPr>
            <a:xfrm rot="0">
              <a:off x="3494" y="2928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39"/>
                  </a:moveTo>
                  <a:lnTo>
                    <a:pt x="72" y="20"/>
                  </a:lnTo>
                  <a:lnTo>
                    <a:pt x="45" y="0"/>
                  </a:lnTo>
                  <a:lnTo>
                    <a:pt x="0" y="62"/>
                  </a:lnTo>
                  <a:lnTo>
                    <a:pt x="28" y="81"/>
                  </a:lnTo>
                  <a:lnTo>
                    <a:pt x="55" y="101"/>
                  </a:lnTo>
                  <a:lnTo>
                    <a:pt x="10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09" name=""/>
            <p:cNvSpPr/>
            <p:nvPr/>
          </p:nvSpPr>
          <p:spPr>
            <a:xfrm rot="0">
              <a:off x="3494" y="2928"/>
              <a:ext cx="25" cy="26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39"/>
                  </a:moveTo>
                  <a:lnTo>
                    <a:pt x="72" y="20"/>
                  </a:lnTo>
                  <a:lnTo>
                    <a:pt x="45" y="0"/>
                  </a:lnTo>
                  <a:lnTo>
                    <a:pt x="0" y="62"/>
                  </a:lnTo>
                  <a:lnTo>
                    <a:pt x="28" y="81"/>
                  </a:lnTo>
                  <a:lnTo>
                    <a:pt x="55" y="101"/>
                  </a:lnTo>
                  <a:lnTo>
                    <a:pt x="10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10" name=""/>
            <p:cNvSpPr/>
            <p:nvPr/>
          </p:nvSpPr>
          <p:spPr>
            <a:xfrm rot="0">
              <a:off x="3494" y="2944"/>
              <a:ext cx="7" cy="5"/>
            </a:xfrm>
            <a:custGeom>
              <a:avLst/>
              <a:ahLst/>
              <a:rect l="0" t="0" r="r" b="b"/>
              <a:pathLst>
                <a:path w="28" h="19">
                  <a:moveTo>
                    <a:pt x="28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11" name=""/>
            <p:cNvSpPr/>
            <p:nvPr/>
          </p:nvSpPr>
          <p:spPr>
            <a:xfrm rot="0">
              <a:off x="3494" y="29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12" name=""/>
            <p:cNvSpPr/>
            <p:nvPr/>
          </p:nvSpPr>
          <p:spPr>
            <a:xfrm rot="0">
              <a:off x="3484" y="2944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96" y="37"/>
                  </a:moveTo>
                  <a:lnTo>
                    <a:pt x="69" y="18"/>
                  </a:lnTo>
                  <a:lnTo>
                    <a:pt x="41" y="0"/>
                  </a:lnTo>
                  <a:lnTo>
                    <a:pt x="0" y="63"/>
                  </a:lnTo>
                  <a:lnTo>
                    <a:pt x="28" y="81"/>
                  </a:lnTo>
                  <a:lnTo>
                    <a:pt x="55" y="100"/>
                  </a:lnTo>
                  <a:lnTo>
                    <a:pt x="9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13" name=""/>
            <p:cNvSpPr/>
            <p:nvPr/>
          </p:nvSpPr>
          <p:spPr>
            <a:xfrm rot="0">
              <a:off x="3484" y="2944"/>
              <a:ext cx="24" cy="25"/>
            </a:xfrm>
            <a:custGeom>
              <a:avLst/>
              <a:ahLst/>
              <a:rect l="0" t="0" r="r" b="b"/>
              <a:pathLst>
                <a:path w="96" h="100">
                  <a:moveTo>
                    <a:pt x="96" y="37"/>
                  </a:moveTo>
                  <a:lnTo>
                    <a:pt x="69" y="18"/>
                  </a:lnTo>
                  <a:lnTo>
                    <a:pt x="41" y="0"/>
                  </a:lnTo>
                  <a:lnTo>
                    <a:pt x="0" y="63"/>
                  </a:lnTo>
                  <a:lnTo>
                    <a:pt x="28" y="81"/>
                  </a:lnTo>
                  <a:lnTo>
                    <a:pt x="55" y="100"/>
                  </a:lnTo>
                  <a:lnTo>
                    <a:pt x="96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14" name=""/>
            <p:cNvSpPr/>
            <p:nvPr/>
          </p:nvSpPr>
          <p:spPr>
            <a:xfrm rot="0">
              <a:off x="3483" y="2960"/>
              <a:ext cx="7" cy="4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15" name=""/>
            <p:cNvSpPr/>
            <p:nvPr/>
          </p:nvSpPr>
          <p:spPr>
            <a:xfrm rot="0" flipH="1">
              <a:off x="3483" y="2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16" name=""/>
            <p:cNvSpPr/>
            <p:nvPr/>
          </p:nvSpPr>
          <p:spPr>
            <a:xfrm rot="0">
              <a:off x="3473" y="2960"/>
              <a:ext cx="25" cy="25"/>
            </a:xfrm>
            <a:custGeom>
              <a:avLst/>
              <a:ahLst/>
              <a:rect l="0" t="0" r="r" b="b"/>
              <a:pathLst>
                <a:path w="97" h="99">
                  <a:moveTo>
                    <a:pt x="97" y="35"/>
                  </a:moveTo>
                  <a:lnTo>
                    <a:pt x="68" y="17"/>
                  </a:lnTo>
                  <a:lnTo>
                    <a:pt x="39" y="0"/>
                  </a:lnTo>
                  <a:lnTo>
                    <a:pt x="0" y="65"/>
                  </a:lnTo>
                  <a:lnTo>
                    <a:pt x="28" y="82"/>
                  </a:lnTo>
                  <a:lnTo>
                    <a:pt x="57" y="99"/>
                  </a:lnTo>
                  <a:lnTo>
                    <a:pt x="97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17" name=""/>
            <p:cNvSpPr/>
            <p:nvPr/>
          </p:nvSpPr>
          <p:spPr>
            <a:xfrm rot="0">
              <a:off x="3473" y="2960"/>
              <a:ext cx="25" cy="25"/>
            </a:xfrm>
            <a:custGeom>
              <a:avLst/>
              <a:ahLst/>
              <a:rect l="0" t="0" r="r" b="b"/>
              <a:pathLst>
                <a:path w="97" h="99">
                  <a:moveTo>
                    <a:pt x="97" y="35"/>
                  </a:moveTo>
                  <a:lnTo>
                    <a:pt x="68" y="17"/>
                  </a:lnTo>
                  <a:lnTo>
                    <a:pt x="39" y="0"/>
                  </a:lnTo>
                  <a:lnTo>
                    <a:pt x="0" y="65"/>
                  </a:lnTo>
                  <a:lnTo>
                    <a:pt x="28" y="82"/>
                  </a:lnTo>
                  <a:lnTo>
                    <a:pt x="57" y="99"/>
                  </a:lnTo>
                  <a:lnTo>
                    <a:pt x="9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18" name=""/>
            <p:cNvSpPr/>
            <p:nvPr/>
          </p:nvSpPr>
          <p:spPr>
            <a:xfrm rot="0">
              <a:off x="3473" y="2976"/>
              <a:ext cx="8" cy="4"/>
            </a:xfrm>
            <a:custGeom>
              <a:avLst/>
              <a:ahLst/>
              <a:rect l="0" t="0" r="r" b="b"/>
              <a:pathLst>
                <a:path w="28" h="17">
                  <a:moveTo>
                    <a:pt x="28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19" name=""/>
            <p:cNvSpPr/>
            <p:nvPr/>
          </p:nvSpPr>
          <p:spPr>
            <a:xfrm rot="0">
              <a:off x="3473" y="2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20" name=""/>
            <p:cNvSpPr/>
            <p:nvPr/>
          </p:nvSpPr>
          <p:spPr>
            <a:xfrm rot="0">
              <a:off x="3464" y="2977"/>
              <a:ext cx="24" cy="24"/>
            </a:xfrm>
            <a:custGeom>
              <a:avLst/>
              <a:ahLst/>
              <a:rect l="0" t="0" r="r" b="b"/>
              <a:pathLst>
                <a:path w="94" h="97">
                  <a:moveTo>
                    <a:pt x="94" y="32"/>
                  </a:moveTo>
                  <a:lnTo>
                    <a:pt x="65" y="16"/>
                  </a:lnTo>
                  <a:lnTo>
                    <a:pt x="37" y="0"/>
                  </a:lnTo>
                  <a:lnTo>
                    <a:pt x="0" y="66"/>
                  </a:lnTo>
                  <a:lnTo>
                    <a:pt x="29" y="82"/>
                  </a:lnTo>
                  <a:lnTo>
                    <a:pt x="58" y="97"/>
                  </a:lnTo>
                  <a:lnTo>
                    <a:pt x="9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21" name=""/>
            <p:cNvSpPr/>
            <p:nvPr/>
          </p:nvSpPr>
          <p:spPr>
            <a:xfrm rot="0">
              <a:off x="3464" y="2977"/>
              <a:ext cx="24" cy="24"/>
            </a:xfrm>
            <a:custGeom>
              <a:avLst/>
              <a:ahLst/>
              <a:rect l="0" t="0" r="r" b="b"/>
              <a:pathLst>
                <a:path w="94" h="97">
                  <a:moveTo>
                    <a:pt x="94" y="32"/>
                  </a:moveTo>
                  <a:lnTo>
                    <a:pt x="65" y="16"/>
                  </a:lnTo>
                  <a:lnTo>
                    <a:pt x="37" y="0"/>
                  </a:lnTo>
                  <a:lnTo>
                    <a:pt x="0" y="66"/>
                  </a:lnTo>
                  <a:lnTo>
                    <a:pt x="29" y="82"/>
                  </a:lnTo>
                  <a:lnTo>
                    <a:pt x="58" y="97"/>
                  </a:lnTo>
                  <a:lnTo>
                    <a:pt x="94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22" name=""/>
            <p:cNvSpPr/>
            <p:nvPr/>
          </p:nvSpPr>
          <p:spPr>
            <a:xfrm rot="0">
              <a:off x="3464" y="2993"/>
              <a:ext cx="7" cy="4"/>
            </a:xfrm>
            <a:custGeom>
              <a:avLst/>
              <a:ahLst/>
              <a:rect l="0" t="0" r="r" b="b"/>
              <a:pathLst>
                <a:path w="31" h="16">
                  <a:moveTo>
                    <a:pt x="31" y="1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23" name=""/>
            <p:cNvSpPr/>
            <p:nvPr/>
          </p:nvSpPr>
          <p:spPr>
            <a:xfrm rot="0" flipH="1">
              <a:off x="3464" y="29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24" name=""/>
            <p:cNvSpPr/>
            <p:nvPr/>
          </p:nvSpPr>
          <p:spPr>
            <a:xfrm rot="0">
              <a:off x="3456" y="2993"/>
              <a:ext cx="23" cy="24"/>
            </a:xfrm>
            <a:custGeom>
              <a:avLst/>
              <a:ahLst/>
              <a:rect l="0" t="0" r="r" b="b"/>
              <a:pathLst>
                <a:path w="93" h="96">
                  <a:moveTo>
                    <a:pt x="93" y="29"/>
                  </a:moveTo>
                  <a:lnTo>
                    <a:pt x="63" y="15"/>
                  </a:lnTo>
                  <a:lnTo>
                    <a:pt x="32" y="0"/>
                  </a:lnTo>
                  <a:lnTo>
                    <a:pt x="0" y="67"/>
                  </a:lnTo>
                  <a:lnTo>
                    <a:pt x="30" y="82"/>
                  </a:lnTo>
                  <a:lnTo>
                    <a:pt x="60" y="96"/>
                  </a:lnTo>
                  <a:lnTo>
                    <a:pt x="9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25" name=""/>
            <p:cNvSpPr/>
            <p:nvPr/>
          </p:nvSpPr>
          <p:spPr>
            <a:xfrm rot="0">
              <a:off x="3456" y="2993"/>
              <a:ext cx="23" cy="24"/>
            </a:xfrm>
            <a:custGeom>
              <a:avLst/>
              <a:ahLst/>
              <a:rect l="0" t="0" r="r" b="b"/>
              <a:pathLst>
                <a:path w="93" h="96">
                  <a:moveTo>
                    <a:pt x="93" y="29"/>
                  </a:moveTo>
                  <a:lnTo>
                    <a:pt x="63" y="15"/>
                  </a:lnTo>
                  <a:lnTo>
                    <a:pt x="32" y="0"/>
                  </a:lnTo>
                  <a:lnTo>
                    <a:pt x="0" y="67"/>
                  </a:lnTo>
                  <a:lnTo>
                    <a:pt x="30" y="82"/>
                  </a:lnTo>
                  <a:lnTo>
                    <a:pt x="60" y="96"/>
                  </a:lnTo>
                  <a:lnTo>
                    <a:pt x="93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26" name=""/>
            <p:cNvSpPr/>
            <p:nvPr/>
          </p:nvSpPr>
          <p:spPr>
            <a:xfrm rot="0">
              <a:off x="3456" y="3010"/>
              <a:ext cx="7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27" name=""/>
            <p:cNvSpPr/>
            <p:nvPr/>
          </p:nvSpPr>
          <p:spPr>
            <a:xfrm rot="0">
              <a:off x="3456" y="30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28" name=""/>
            <p:cNvSpPr/>
            <p:nvPr/>
          </p:nvSpPr>
          <p:spPr>
            <a:xfrm rot="0">
              <a:off x="3448" y="3010"/>
              <a:ext cx="23" cy="25"/>
            </a:xfrm>
            <a:custGeom>
              <a:avLst/>
              <a:ahLst/>
              <a:rect l="0" t="0" r="r" b="b"/>
              <a:pathLst>
                <a:path w="92" h="99">
                  <a:moveTo>
                    <a:pt x="92" y="29"/>
                  </a:moveTo>
                  <a:lnTo>
                    <a:pt x="62" y="15"/>
                  </a:lnTo>
                  <a:lnTo>
                    <a:pt x="32" y="0"/>
                  </a:lnTo>
                  <a:lnTo>
                    <a:pt x="0" y="70"/>
                  </a:lnTo>
                  <a:lnTo>
                    <a:pt x="30" y="84"/>
                  </a:lnTo>
                  <a:lnTo>
                    <a:pt x="61" y="99"/>
                  </a:lnTo>
                  <a:lnTo>
                    <a:pt x="9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29" name=""/>
            <p:cNvSpPr/>
            <p:nvPr/>
          </p:nvSpPr>
          <p:spPr>
            <a:xfrm rot="0">
              <a:off x="3448" y="3010"/>
              <a:ext cx="23" cy="25"/>
            </a:xfrm>
            <a:custGeom>
              <a:avLst/>
              <a:ahLst/>
              <a:rect l="0" t="0" r="r" b="b"/>
              <a:pathLst>
                <a:path w="92" h="99">
                  <a:moveTo>
                    <a:pt x="92" y="29"/>
                  </a:moveTo>
                  <a:lnTo>
                    <a:pt x="62" y="15"/>
                  </a:lnTo>
                  <a:lnTo>
                    <a:pt x="32" y="0"/>
                  </a:lnTo>
                  <a:lnTo>
                    <a:pt x="0" y="70"/>
                  </a:lnTo>
                  <a:lnTo>
                    <a:pt x="30" y="84"/>
                  </a:lnTo>
                  <a:lnTo>
                    <a:pt x="61" y="99"/>
                  </a:lnTo>
                  <a:lnTo>
                    <a:pt x="9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30" name=""/>
            <p:cNvSpPr/>
            <p:nvPr/>
          </p:nvSpPr>
          <p:spPr>
            <a:xfrm rot="0">
              <a:off x="3447" y="3027"/>
              <a:ext cx="8" cy="4"/>
            </a:xfrm>
            <a:custGeom>
              <a:avLst/>
              <a:ahLst/>
              <a:rect l="0" t="0" r="r" b="b"/>
              <a:pathLst>
                <a:path w="31" h="14">
                  <a:moveTo>
                    <a:pt x="31" y="1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31" name=""/>
            <p:cNvSpPr/>
            <p:nvPr/>
          </p:nvSpPr>
          <p:spPr>
            <a:xfrm rot="0" flipH="1">
              <a:off x="3447" y="30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32" name=""/>
            <p:cNvSpPr/>
            <p:nvPr/>
          </p:nvSpPr>
          <p:spPr>
            <a:xfrm rot="0">
              <a:off x="3441" y="3028"/>
              <a:ext cx="22" cy="23"/>
            </a:xfrm>
            <a:custGeom>
              <a:avLst/>
              <a:ahLst/>
              <a:rect l="0" t="0" r="r" b="b"/>
              <a:pathLst>
                <a:path w="91" h="94">
                  <a:moveTo>
                    <a:pt x="91" y="24"/>
                  </a:moveTo>
                  <a:lnTo>
                    <a:pt x="59" y="12"/>
                  </a:lnTo>
                  <a:lnTo>
                    <a:pt x="28" y="0"/>
                  </a:lnTo>
                  <a:lnTo>
                    <a:pt x="0" y="70"/>
                  </a:lnTo>
                  <a:lnTo>
                    <a:pt x="32" y="82"/>
                  </a:lnTo>
                  <a:lnTo>
                    <a:pt x="63" y="94"/>
                  </a:lnTo>
                  <a:lnTo>
                    <a:pt x="9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33" name=""/>
            <p:cNvSpPr/>
            <p:nvPr/>
          </p:nvSpPr>
          <p:spPr>
            <a:xfrm rot="0">
              <a:off x="3441" y="3028"/>
              <a:ext cx="22" cy="23"/>
            </a:xfrm>
            <a:custGeom>
              <a:avLst/>
              <a:ahLst/>
              <a:rect l="0" t="0" r="r" b="b"/>
              <a:pathLst>
                <a:path w="91" h="94">
                  <a:moveTo>
                    <a:pt x="91" y="24"/>
                  </a:moveTo>
                  <a:lnTo>
                    <a:pt x="59" y="12"/>
                  </a:lnTo>
                  <a:lnTo>
                    <a:pt x="28" y="0"/>
                  </a:lnTo>
                  <a:lnTo>
                    <a:pt x="0" y="70"/>
                  </a:lnTo>
                  <a:lnTo>
                    <a:pt x="32" y="82"/>
                  </a:lnTo>
                  <a:lnTo>
                    <a:pt x="63" y="94"/>
                  </a:lnTo>
                  <a:lnTo>
                    <a:pt x="91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34" name=""/>
            <p:cNvSpPr/>
            <p:nvPr/>
          </p:nvSpPr>
          <p:spPr>
            <a:xfrm rot="0">
              <a:off x="3441" y="3046"/>
              <a:ext cx="7" cy="2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35" name=""/>
            <p:cNvSpPr/>
            <p:nvPr/>
          </p:nvSpPr>
          <p:spPr>
            <a:xfrm rot="0">
              <a:off x="3441" y="30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36" name=""/>
            <p:cNvSpPr/>
            <p:nvPr/>
          </p:nvSpPr>
          <p:spPr>
            <a:xfrm rot="0">
              <a:off x="3434" y="3046"/>
              <a:ext cx="22" cy="23"/>
            </a:xfrm>
            <a:custGeom>
              <a:avLst/>
              <a:ahLst/>
              <a:rect l="0" t="0" r="r" b="b"/>
              <a:pathLst>
                <a:path w="88" h="92">
                  <a:moveTo>
                    <a:pt x="88" y="21"/>
                  </a:moveTo>
                  <a:lnTo>
                    <a:pt x="57" y="11"/>
                  </a:lnTo>
                  <a:lnTo>
                    <a:pt x="25" y="0"/>
                  </a:lnTo>
                  <a:lnTo>
                    <a:pt x="0" y="71"/>
                  </a:lnTo>
                  <a:lnTo>
                    <a:pt x="32" y="82"/>
                  </a:lnTo>
                  <a:lnTo>
                    <a:pt x="63" y="92"/>
                  </a:lnTo>
                  <a:lnTo>
                    <a:pt x="8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37" name=""/>
            <p:cNvSpPr/>
            <p:nvPr/>
          </p:nvSpPr>
          <p:spPr>
            <a:xfrm rot="0">
              <a:off x="3434" y="3046"/>
              <a:ext cx="22" cy="23"/>
            </a:xfrm>
            <a:custGeom>
              <a:avLst/>
              <a:ahLst/>
              <a:rect l="0" t="0" r="r" b="b"/>
              <a:pathLst>
                <a:path w="88" h="92">
                  <a:moveTo>
                    <a:pt x="88" y="21"/>
                  </a:moveTo>
                  <a:lnTo>
                    <a:pt x="57" y="11"/>
                  </a:lnTo>
                  <a:lnTo>
                    <a:pt x="25" y="0"/>
                  </a:lnTo>
                  <a:lnTo>
                    <a:pt x="0" y="71"/>
                  </a:lnTo>
                  <a:lnTo>
                    <a:pt x="32" y="82"/>
                  </a:lnTo>
                  <a:lnTo>
                    <a:pt x="63" y="92"/>
                  </a:lnTo>
                  <a:lnTo>
                    <a:pt x="88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38" name=""/>
            <p:cNvSpPr/>
            <p:nvPr/>
          </p:nvSpPr>
          <p:spPr>
            <a:xfrm rot="0">
              <a:off x="3434" y="3064"/>
              <a:ext cx="8" cy="2"/>
            </a:xfrm>
            <a:custGeom>
              <a:avLst/>
              <a:ahLst/>
              <a:rect l="0" t="0" r="r" b="b"/>
              <a:pathLst>
                <a:path w="32" h="11">
                  <a:moveTo>
                    <a:pt x="32" y="1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39" name=""/>
            <p:cNvSpPr/>
            <p:nvPr/>
          </p:nvSpPr>
          <p:spPr>
            <a:xfrm rot="0">
              <a:off x="3434" y="30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40" name=""/>
            <p:cNvSpPr/>
            <p:nvPr/>
          </p:nvSpPr>
          <p:spPr>
            <a:xfrm rot="0">
              <a:off x="3429" y="3064"/>
              <a:ext cx="21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21"/>
                  </a:moveTo>
                  <a:lnTo>
                    <a:pt x="54" y="11"/>
                  </a:lnTo>
                  <a:lnTo>
                    <a:pt x="22" y="0"/>
                  </a:lnTo>
                  <a:lnTo>
                    <a:pt x="0" y="71"/>
                  </a:lnTo>
                  <a:lnTo>
                    <a:pt x="31" y="82"/>
                  </a:lnTo>
                  <a:lnTo>
                    <a:pt x="63" y="92"/>
                  </a:lnTo>
                  <a:lnTo>
                    <a:pt x="85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41" name=""/>
            <p:cNvSpPr/>
            <p:nvPr/>
          </p:nvSpPr>
          <p:spPr>
            <a:xfrm rot="0">
              <a:off x="3429" y="3064"/>
              <a:ext cx="21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21"/>
                  </a:moveTo>
                  <a:lnTo>
                    <a:pt x="54" y="11"/>
                  </a:lnTo>
                  <a:lnTo>
                    <a:pt x="22" y="0"/>
                  </a:lnTo>
                  <a:lnTo>
                    <a:pt x="0" y="71"/>
                  </a:lnTo>
                  <a:lnTo>
                    <a:pt x="31" y="82"/>
                  </a:lnTo>
                  <a:lnTo>
                    <a:pt x="63" y="92"/>
                  </a:lnTo>
                  <a:lnTo>
                    <a:pt x="8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42" name=""/>
            <p:cNvSpPr/>
            <p:nvPr/>
          </p:nvSpPr>
          <p:spPr>
            <a:xfrm rot="0">
              <a:off x="3428" y="3081"/>
              <a:ext cx="9" cy="3"/>
            </a:xfrm>
            <a:custGeom>
              <a:avLst/>
              <a:ahLst/>
              <a:rect l="0" t="0" r="r" b="b"/>
              <a:pathLst>
                <a:path w="32" h="11">
                  <a:moveTo>
                    <a:pt x="32" y="1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43" name=""/>
            <p:cNvSpPr/>
            <p:nvPr/>
          </p:nvSpPr>
          <p:spPr>
            <a:xfrm rot="0" flipH="1">
              <a:off x="3428" y="30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44" name=""/>
            <p:cNvSpPr/>
            <p:nvPr/>
          </p:nvSpPr>
          <p:spPr>
            <a:xfrm rot="0">
              <a:off x="3423" y="3082"/>
              <a:ext cx="22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18"/>
                  </a:moveTo>
                  <a:lnTo>
                    <a:pt x="52" y="9"/>
                  </a:lnTo>
                  <a:lnTo>
                    <a:pt x="20" y="0"/>
                  </a:lnTo>
                  <a:lnTo>
                    <a:pt x="0" y="73"/>
                  </a:lnTo>
                  <a:lnTo>
                    <a:pt x="33" y="83"/>
                  </a:lnTo>
                  <a:lnTo>
                    <a:pt x="66" y="92"/>
                  </a:lnTo>
                  <a:lnTo>
                    <a:pt x="85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45" name=""/>
            <p:cNvSpPr/>
            <p:nvPr/>
          </p:nvSpPr>
          <p:spPr>
            <a:xfrm rot="0">
              <a:off x="3423" y="3082"/>
              <a:ext cx="22" cy="23"/>
            </a:xfrm>
            <a:custGeom>
              <a:avLst/>
              <a:ahLst/>
              <a:rect l="0" t="0" r="r" b="b"/>
              <a:pathLst>
                <a:path w="85" h="92">
                  <a:moveTo>
                    <a:pt x="85" y="18"/>
                  </a:moveTo>
                  <a:lnTo>
                    <a:pt x="52" y="9"/>
                  </a:lnTo>
                  <a:lnTo>
                    <a:pt x="20" y="0"/>
                  </a:lnTo>
                  <a:lnTo>
                    <a:pt x="0" y="73"/>
                  </a:lnTo>
                  <a:lnTo>
                    <a:pt x="33" y="83"/>
                  </a:lnTo>
                  <a:lnTo>
                    <a:pt x="66" y="92"/>
                  </a:lnTo>
                  <a:lnTo>
                    <a:pt x="85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46" name=""/>
            <p:cNvSpPr/>
            <p:nvPr/>
          </p:nvSpPr>
          <p:spPr>
            <a:xfrm rot="0">
              <a:off x="3423" y="3100"/>
              <a:ext cx="9" cy="2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47" name=""/>
            <p:cNvSpPr/>
            <p:nvPr/>
          </p:nvSpPr>
          <p:spPr>
            <a:xfrm rot="0">
              <a:off x="3423" y="3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48" name=""/>
            <p:cNvSpPr/>
            <p:nvPr/>
          </p:nvSpPr>
          <p:spPr>
            <a:xfrm rot="0">
              <a:off x="3419" y="3100"/>
              <a:ext cx="21" cy="23"/>
            </a:xfrm>
            <a:custGeom>
              <a:avLst/>
              <a:ahLst/>
              <a:rect l="0" t="0" r="r" b="b"/>
              <a:pathLst>
                <a:path w="83" h="89">
                  <a:moveTo>
                    <a:pt x="83" y="15"/>
                  </a:moveTo>
                  <a:lnTo>
                    <a:pt x="50" y="8"/>
                  </a:lnTo>
                  <a:lnTo>
                    <a:pt x="17" y="0"/>
                  </a:lnTo>
                  <a:lnTo>
                    <a:pt x="0" y="73"/>
                  </a:lnTo>
                  <a:lnTo>
                    <a:pt x="33" y="81"/>
                  </a:lnTo>
                  <a:lnTo>
                    <a:pt x="65" y="89"/>
                  </a:lnTo>
                  <a:lnTo>
                    <a:pt x="8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49" name=""/>
            <p:cNvSpPr/>
            <p:nvPr/>
          </p:nvSpPr>
          <p:spPr>
            <a:xfrm rot="0">
              <a:off x="3419" y="3100"/>
              <a:ext cx="21" cy="23"/>
            </a:xfrm>
            <a:custGeom>
              <a:avLst/>
              <a:ahLst/>
              <a:rect l="0" t="0" r="r" b="b"/>
              <a:pathLst>
                <a:path w="83" h="89">
                  <a:moveTo>
                    <a:pt x="83" y="15"/>
                  </a:moveTo>
                  <a:lnTo>
                    <a:pt x="50" y="8"/>
                  </a:lnTo>
                  <a:lnTo>
                    <a:pt x="17" y="0"/>
                  </a:lnTo>
                  <a:lnTo>
                    <a:pt x="0" y="73"/>
                  </a:lnTo>
                  <a:lnTo>
                    <a:pt x="33" y="81"/>
                  </a:lnTo>
                  <a:lnTo>
                    <a:pt x="65" y="89"/>
                  </a:lnTo>
                  <a:lnTo>
                    <a:pt x="83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50" name=""/>
            <p:cNvSpPr/>
            <p:nvPr/>
          </p:nvSpPr>
          <p:spPr>
            <a:xfrm rot="0">
              <a:off x="3419" y="3119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51" name=""/>
            <p:cNvSpPr/>
            <p:nvPr/>
          </p:nvSpPr>
          <p:spPr>
            <a:xfrm rot="0">
              <a:off x="3419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52" name=""/>
            <p:cNvSpPr/>
            <p:nvPr/>
          </p:nvSpPr>
          <p:spPr>
            <a:xfrm rot="0">
              <a:off x="3416" y="3119"/>
              <a:ext cx="20" cy="22"/>
            </a:xfrm>
            <a:custGeom>
              <a:avLst/>
              <a:ahLst/>
              <a:rect l="0" t="0" r="r" b="b"/>
              <a:pathLst>
                <a:path w="78" h="84">
                  <a:moveTo>
                    <a:pt x="78" y="10"/>
                  </a:moveTo>
                  <a:lnTo>
                    <a:pt x="46" y="5"/>
                  </a:lnTo>
                  <a:lnTo>
                    <a:pt x="13" y="0"/>
                  </a:lnTo>
                  <a:lnTo>
                    <a:pt x="0" y="73"/>
                  </a:lnTo>
                  <a:lnTo>
                    <a:pt x="32" y="79"/>
                  </a:lnTo>
                  <a:lnTo>
                    <a:pt x="65" y="84"/>
                  </a:lnTo>
                  <a:lnTo>
                    <a:pt x="7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53" name=""/>
            <p:cNvSpPr/>
            <p:nvPr/>
          </p:nvSpPr>
          <p:spPr>
            <a:xfrm rot="0">
              <a:off x="3416" y="3119"/>
              <a:ext cx="20" cy="22"/>
            </a:xfrm>
            <a:custGeom>
              <a:avLst/>
              <a:ahLst/>
              <a:rect l="0" t="0" r="r" b="b"/>
              <a:pathLst>
                <a:path w="78" h="84">
                  <a:moveTo>
                    <a:pt x="78" y="10"/>
                  </a:moveTo>
                  <a:lnTo>
                    <a:pt x="46" y="5"/>
                  </a:lnTo>
                  <a:lnTo>
                    <a:pt x="13" y="0"/>
                  </a:lnTo>
                  <a:lnTo>
                    <a:pt x="0" y="73"/>
                  </a:lnTo>
                  <a:lnTo>
                    <a:pt x="32" y="79"/>
                  </a:lnTo>
                  <a:lnTo>
                    <a:pt x="65" y="84"/>
                  </a:lnTo>
                  <a:lnTo>
                    <a:pt x="78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54" name=""/>
            <p:cNvSpPr/>
            <p:nvPr/>
          </p:nvSpPr>
          <p:spPr>
            <a:xfrm rot="0">
              <a:off x="3416" y="3138"/>
              <a:ext cx="8" cy="1"/>
            </a:xfrm>
            <a:custGeom>
              <a:avLst/>
              <a:ahLst/>
              <a:rect l="0" t="0" r="r" b="b"/>
              <a:pathLst>
                <a:path w="32" h="6">
                  <a:moveTo>
                    <a:pt x="32" y="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55" name=""/>
            <p:cNvSpPr/>
            <p:nvPr/>
          </p:nvSpPr>
          <p:spPr>
            <a:xfrm rot="0">
              <a:off x="3416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56" name=""/>
            <p:cNvSpPr/>
            <p:nvPr/>
          </p:nvSpPr>
          <p:spPr>
            <a:xfrm rot="0">
              <a:off x="3413" y="3138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76" y="11"/>
                  </a:moveTo>
                  <a:lnTo>
                    <a:pt x="43" y="6"/>
                  </a:lnTo>
                  <a:lnTo>
                    <a:pt x="11" y="0"/>
                  </a:lnTo>
                  <a:lnTo>
                    <a:pt x="0" y="75"/>
                  </a:lnTo>
                  <a:lnTo>
                    <a:pt x="33" y="81"/>
                  </a:lnTo>
                  <a:lnTo>
                    <a:pt x="66" y="86"/>
                  </a:lnTo>
                  <a:lnTo>
                    <a:pt x="7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57" name=""/>
            <p:cNvSpPr/>
            <p:nvPr/>
          </p:nvSpPr>
          <p:spPr>
            <a:xfrm rot="0">
              <a:off x="3413" y="3138"/>
              <a:ext cx="19" cy="21"/>
            </a:xfrm>
            <a:custGeom>
              <a:avLst/>
              <a:ahLst/>
              <a:rect l="0" t="0" r="r" b="b"/>
              <a:pathLst>
                <a:path w="76" h="86">
                  <a:moveTo>
                    <a:pt x="76" y="11"/>
                  </a:moveTo>
                  <a:lnTo>
                    <a:pt x="43" y="6"/>
                  </a:lnTo>
                  <a:lnTo>
                    <a:pt x="11" y="0"/>
                  </a:lnTo>
                  <a:lnTo>
                    <a:pt x="0" y="75"/>
                  </a:lnTo>
                  <a:lnTo>
                    <a:pt x="33" y="81"/>
                  </a:lnTo>
                  <a:lnTo>
                    <a:pt x="66" y="86"/>
                  </a:lnTo>
                  <a:lnTo>
                    <a:pt x="76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58" name=""/>
            <p:cNvSpPr/>
            <p:nvPr/>
          </p:nvSpPr>
          <p:spPr>
            <a:xfrm rot="0">
              <a:off x="3413" y="3157"/>
              <a:ext cx="8" cy="1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59" name=""/>
            <p:cNvSpPr/>
            <p:nvPr/>
          </p:nvSpPr>
          <p:spPr>
            <a:xfrm rot="0">
              <a:off x="3413" y="31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60" name=""/>
            <p:cNvSpPr/>
            <p:nvPr/>
          </p:nvSpPr>
          <p:spPr>
            <a:xfrm rot="0">
              <a:off x="3411" y="3157"/>
              <a:ext cx="19" cy="21"/>
            </a:xfrm>
            <a:custGeom>
              <a:avLst/>
              <a:ahLst/>
              <a:rect l="0" t="0" r="r" b="b"/>
              <a:pathLst>
                <a:path w="74" h="83">
                  <a:moveTo>
                    <a:pt x="74" y="8"/>
                  </a:moveTo>
                  <a:lnTo>
                    <a:pt x="41" y="4"/>
                  </a:lnTo>
                  <a:lnTo>
                    <a:pt x="8" y="0"/>
                  </a:lnTo>
                  <a:lnTo>
                    <a:pt x="0" y="75"/>
                  </a:lnTo>
                  <a:lnTo>
                    <a:pt x="33" y="79"/>
                  </a:lnTo>
                  <a:lnTo>
                    <a:pt x="66" y="83"/>
                  </a:lnTo>
                  <a:lnTo>
                    <a:pt x="74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61" name=""/>
            <p:cNvSpPr/>
            <p:nvPr/>
          </p:nvSpPr>
          <p:spPr>
            <a:xfrm rot="0">
              <a:off x="3411" y="3157"/>
              <a:ext cx="19" cy="21"/>
            </a:xfrm>
            <a:custGeom>
              <a:avLst/>
              <a:ahLst/>
              <a:rect l="0" t="0" r="r" b="b"/>
              <a:pathLst>
                <a:path w="74" h="83">
                  <a:moveTo>
                    <a:pt x="74" y="8"/>
                  </a:moveTo>
                  <a:lnTo>
                    <a:pt x="41" y="4"/>
                  </a:lnTo>
                  <a:lnTo>
                    <a:pt x="8" y="0"/>
                  </a:lnTo>
                  <a:lnTo>
                    <a:pt x="0" y="75"/>
                  </a:lnTo>
                  <a:lnTo>
                    <a:pt x="33" y="79"/>
                  </a:lnTo>
                  <a:lnTo>
                    <a:pt x="66" y="83"/>
                  </a:lnTo>
                  <a:lnTo>
                    <a:pt x="74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62" name=""/>
            <p:cNvSpPr/>
            <p:nvPr/>
          </p:nvSpPr>
          <p:spPr>
            <a:xfrm rot="0">
              <a:off x="3411" y="3176"/>
              <a:ext cx="9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63" name=""/>
            <p:cNvSpPr/>
            <p:nvPr/>
          </p:nvSpPr>
          <p:spPr>
            <a:xfrm rot="0">
              <a:off x="3411" y="31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64" name=""/>
            <p:cNvSpPr/>
            <p:nvPr/>
          </p:nvSpPr>
          <p:spPr>
            <a:xfrm rot="0">
              <a:off x="3410" y="3176"/>
              <a:ext cx="18" cy="20"/>
            </a:xfrm>
            <a:custGeom>
              <a:avLst/>
              <a:ahLst/>
              <a:rect l="0" t="0" r="r" b="b"/>
              <a:pathLst>
                <a:path w="70" h="78">
                  <a:moveTo>
                    <a:pt x="70" y="3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75"/>
                  </a:lnTo>
                  <a:lnTo>
                    <a:pt x="33" y="77"/>
                  </a:lnTo>
                  <a:lnTo>
                    <a:pt x="66" y="78"/>
                  </a:lnTo>
                  <a:lnTo>
                    <a:pt x="7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65" name=""/>
            <p:cNvSpPr/>
            <p:nvPr/>
          </p:nvSpPr>
          <p:spPr>
            <a:xfrm rot="0">
              <a:off x="3410" y="3176"/>
              <a:ext cx="18" cy="20"/>
            </a:xfrm>
            <a:custGeom>
              <a:avLst/>
              <a:ahLst/>
              <a:rect l="0" t="0" r="r" b="b"/>
              <a:pathLst>
                <a:path w="70" h="78">
                  <a:moveTo>
                    <a:pt x="70" y="3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75"/>
                  </a:lnTo>
                  <a:lnTo>
                    <a:pt x="33" y="77"/>
                  </a:lnTo>
                  <a:lnTo>
                    <a:pt x="66" y="78"/>
                  </a:lnTo>
                  <a:lnTo>
                    <a:pt x="7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66" name=""/>
            <p:cNvSpPr/>
            <p:nvPr/>
          </p:nvSpPr>
          <p:spPr>
            <a:xfrm rot="0">
              <a:off x="3410" y="3195"/>
              <a:ext cx="9" cy="1"/>
            </a:xfrm>
            <a:custGeom>
              <a:avLst/>
              <a:ahLst/>
              <a:rect l="0" t="0" r="r" b="b"/>
              <a:pathLst>
                <a:path w="33" h="2">
                  <a:moveTo>
                    <a:pt x="33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67" name=""/>
            <p:cNvSpPr/>
            <p:nvPr/>
          </p:nvSpPr>
          <p:spPr>
            <a:xfrm rot="0">
              <a:off x="3410" y="31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68" name=""/>
            <p:cNvSpPr/>
            <p:nvPr/>
          </p:nvSpPr>
          <p:spPr>
            <a:xfrm rot="0">
              <a:off x="3410" y="3195"/>
              <a:ext cx="17" cy="19"/>
            </a:xfrm>
            <a:custGeom>
              <a:avLst/>
              <a:ahLst/>
              <a:rect l="0" t="0" r="r" b="b"/>
              <a:pathLst>
                <a:path w="67" h="74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4"/>
                  </a:lnTo>
                  <a:lnTo>
                    <a:pt x="33" y="74"/>
                  </a:lnTo>
                  <a:lnTo>
                    <a:pt x="66" y="74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69" name=""/>
            <p:cNvSpPr/>
            <p:nvPr/>
          </p:nvSpPr>
          <p:spPr>
            <a:xfrm rot="0">
              <a:off x="3410" y="3195"/>
              <a:ext cx="17" cy="19"/>
            </a:xfrm>
            <a:custGeom>
              <a:avLst/>
              <a:ahLst/>
              <a:rect l="0" t="0" r="r" b="b"/>
              <a:pathLst>
                <a:path w="67" h="74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74"/>
                  </a:lnTo>
                  <a:lnTo>
                    <a:pt x="33" y="74"/>
                  </a:lnTo>
                  <a:lnTo>
                    <a:pt x="66" y="74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70" name=""/>
            <p:cNvSpPr/>
            <p:nvPr/>
          </p:nvSpPr>
          <p:spPr>
            <a:xfrm rot="0">
              <a:off x="3410" y="3214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71" name=""/>
            <p:cNvSpPr/>
            <p:nvPr/>
          </p:nvSpPr>
          <p:spPr>
            <a:xfrm rot="0">
              <a:off x="3410" y="3214"/>
              <a:ext cx="16" cy="8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72" name=""/>
            <p:cNvSpPr/>
            <p:nvPr/>
          </p:nvSpPr>
          <p:spPr>
            <a:xfrm rot="0">
              <a:off x="3885" y="2954"/>
              <a:ext cx="8" cy="16"/>
            </a:xfrm>
            <a:custGeom>
              <a:avLst/>
              <a:ahLst/>
              <a:rect l="0" t="0" r="r" b="b"/>
              <a:pathLst>
                <a:path w="34" h="66">
                  <a:moveTo>
                    <a:pt x="1" y="33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0" y="5"/>
                  </a:lnTo>
                  <a:lnTo>
                    <a:pt x="28" y="12"/>
                  </a:lnTo>
                  <a:lnTo>
                    <a:pt x="33" y="21"/>
                  </a:lnTo>
                  <a:lnTo>
                    <a:pt x="34" y="32"/>
                  </a:lnTo>
                  <a:lnTo>
                    <a:pt x="34" y="42"/>
                  </a:lnTo>
                  <a:lnTo>
                    <a:pt x="29" y="51"/>
                  </a:lnTo>
                  <a:lnTo>
                    <a:pt x="22" y="59"/>
                  </a:lnTo>
                  <a:lnTo>
                    <a:pt x="13" y="65"/>
                  </a:lnTo>
                  <a:lnTo>
                    <a:pt x="3" y="66"/>
                  </a:lnTo>
                  <a:lnTo>
                    <a:pt x="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73" name=""/>
            <p:cNvSpPr/>
            <p:nvPr/>
          </p:nvSpPr>
          <p:spPr>
            <a:xfrm rot="0">
              <a:off x="3885" y="2954"/>
              <a:ext cx="8" cy="16"/>
            </a:xfrm>
            <a:custGeom>
              <a:avLst/>
              <a:ahLst/>
              <a:rect l="0" t="0" r="r" b="b"/>
              <a:pathLst>
                <a:path w="34" h="66">
                  <a:moveTo>
                    <a:pt x="0" y="0"/>
                  </a:moveTo>
                  <a:lnTo>
                    <a:pt x="10" y="0"/>
                  </a:lnTo>
                  <a:lnTo>
                    <a:pt x="20" y="5"/>
                  </a:lnTo>
                  <a:lnTo>
                    <a:pt x="28" y="12"/>
                  </a:lnTo>
                  <a:lnTo>
                    <a:pt x="33" y="21"/>
                  </a:lnTo>
                  <a:lnTo>
                    <a:pt x="34" y="32"/>
                  </a:lnTo>
                  <a:lnTo>
                    <a:pt x="34" y="42"/>
                  </a:lnTo>
                  <a:lnTo>
                    <a:pt x="29" y="51"/>
                  </a:lnTo>
                  <a:lnTo>
                    <a:pt x="22" y="59"/>
                  </a:lnTo>
                  <a:lnTo>
                    <a:pt x="13" y="65"/>
                  </a:lnTo>
                  <a:lnTo>
                    <a:pt x="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74" name=""/>
            <p:cNvSpPr/>
            <p:nvPr/>
          </p:nvSpPr>
          <p:spPr>
            <a:xfrm rot="0">
              <a:off x="3871" y="2954"/>
              <a:ext cx="14" cy="17"/>
            </a:xfrm>
            <a:custGeom>
              <a:avLst/>
              <a:ahLst/>
              <a:rect l="0" t="0" r="r" b="b"/>
              <a:pathLst>
                <a:path w="57" h="68">
                  <a:moveTo>
                    <a:pt x="57" y="66"/>
                  </a:moveTo>
                  <a:lnTo>
                    <a:pt x="55" y="33"/>
                  </a:lnTo>
                  <a:lnTo>
                    <a:pt x="54" y="0"/>
                  </a:lnTo>
                  <a:lnTo>
                    <a:pt x="0" y="3"/>
                  </a:lnTo>
                  <a:lnTo>
                    <a:pt x="1" y="36"/>
                  </a:lnTo>
                  <a:lnTo>
                    <a:pt x="3" y="68"/>
                  </a:lnTo>
                  <a:lnTo>
                    <a:pt x="5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75" name=""/>
            <p:cNvSpPr/>
            <p:nvPr/>
          </p:nvSpPr>
          <p:spPr>
            <a:xfrm rot="0">
              <a:off x="3871" y="2954"/>
              <a:ext cx="14" cy="17"/>
            </a:xfrm>
            <a:custGeom>
              <a:avLst/>
              <a:ahLst/>
              <a:rect l="0" t="0" r="r" b="b"/>
              <a:pathLst>
                <a:path w="57" h="68">
                  <a:moveTo>
                    <a:pt x="57" y="66"/>
                  </a:moveTo>
                  <a:lnTo>
                    <a:pt x="55" y="33"/>
                  </a:lnTo>
                  <a:lnTo>
                    <a:pt x="54" y="0"/>
                  </a:lnTo>
                  <a:lnTo>
                    <a:pt x="0" y="3"/>
                  </a:lnTo>
                  <a:lnTo>
                    <a:pt x="1" y="36"/>
                  </a:lnTo>
                  <a:lnTo>
                    <a:pt x="3" y="68"/>
                  </a:lnTo>
                  <a:lnTo>
                    <a:pt x="5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76" name=""/>
            <p:cNvSpPr/>
            <p:nvPr/>
          </p:nvSpPr>
          <p:spPr>
            <a:xfrm rot="0">
              <a:off x="3871" y="2954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2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77" name=""/>
            <p:cNvSpPr/>
            <p:nvPr/>
          </p:nvSpPr>
          <p:spPr>
            <a:xfrm rot="0" flipH="1">
              <a:off x="3871" y="2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78" name=""/>
            <p:cNvSpPr/>
            <p:nvPr/>
          </p:nvSpPr>
          <p:spPr>
            <a:xfrm rot="0">
              <a:off x="3857" y="2954"/>
              <a:ext cx="15" cy="18"/>
            </a:xfrm>
            <a:custGeom>
              <a:avLst/>
              <a:ahLst/>
              <a:rect l="0" t="0" r="r" b="b"/>
              <a:pathLst>
                <a:path w="60" h="69">
                  <a:moveTo>
                    <a:pt x="60" y="65"/>
                  </a:moveTo>
                  <a:lnTo>
                    <a:pt x="57" y="33"/>
                  </a:lnTo>
                  <a:lnTo>
                    <a:pt x="55" y="0"/>
                  </a:lnTo>
                  <a:lnTo>
                    <a:pt x="0" y="4"/>
                  </a:lnTo>
                  <a:lnTo>
                    <a:pt x="2" y="37"/>
                  </a:lnTo>
                  <a:lnTo>
                    <a:pt x="5" y="69"/>
                  </a:lnTo>
                  <a:lnTo>
                    <a:pt x="6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79" name=""/>
            <p:cNvSpPr/>
            <p:nvPr/>
          </p:nvSpPr>
          <p:spPr>
            <a:xfrm rot="0">
              <a:off x="3857" y="2954"/>
              <a:ext cx="15" cy="18"/>
            </a:xfrm>
            <a:custGeom>
              <a:avLst/>
              <a:ahLst/>
              <a:rect l="0" t="0" r="r" b="b"/>
              <a:pathLst>
                <a:path w="60" h="69">
                  <a:moveTo>
                    <a:pt x="60" y="65"/>
                  </a:moveTo>
                  <a:lnTo>
                    <a:pt x="57" y="33"/>
                  </a:lnTo>
                  <a:lnTo>
                    <a:pt x="55" y="0"/>
                  </a:lnTo>
                  <a:lnTo>
                    <a:pt x="0" y="4"/>
                  </a:lnTo>
                  <a:lnTo>
                    <a:pt x="2" y="37"/>
                  </a:lnTo>
                  <a:lnTo>
                    <a:pt x="5" y="69"/>
                  </a:lnTo>
                  <a:lnTo>
                    <a:pt x="6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80" name=""/>
            <p:cNvSpPr/>
            <p:nvPr/>
          </p:nvSpPr>
          <p:spPr>
            <a:xfrm rot="0">
              <a:off x="3856" y="2955"/>
              <a:ext cx="2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81" name=""/>
            <p:cNvSpPr/>
            <p:nvPr/>
          </p:nvSpPr>
          <p:spPr>
            <a:xfrm rot="0" flipH="1">
              <a:off x="3856" y="29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82" name=""/>
            <p:cNvSpPr/>
            <p:nvPr/>
          </p:nvSpPr>
          <p:spPr>
            <a:xfrm rot="0">
              <a:off x="3843" y="2955"/>
              <a:ext cx="16" cy="19"/>
            </a:xfrm>
            <a:custGeom>
              <a:avLst/>
              <a:ahLst/>
              <a:rect l="0" t="0" r="r" b="b"/>
              <a:pathLst>
                <a:path w="64" h="73">
                  <a:moveTo>
                    <a:pt x="64" y="65"/>
                  </a:moveTo>
                  <a:lnTo>
                    <a:pt x="59" y="33"/>
                  </a:lnTo>
                  <a:lnTo>
                    <a:pt x="54" y="0"/>
                  </a:lnTo>
                  <a:lnTo>
                    <a:pt x="0" y="8"/>
                  </a:lnTo>
                  <a:lnTo>
                    <a:pt x="5" y="40"/>
                  </a:lnTo>
                  <a:lnTo>
                    <a:pt x="11" y="73"/>
                  </a:lnTo>
                  <a:lnTo>
                    <a:pt x="64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83" name=""/>
            <p:cNvSpPr/>
            <p:nvPr/>
          </p:nvSpPr>
          <p:spPr>
            <a:xfrm rot="0">
              <a:off x="3843" y="2955"/>
              <a:ext cx="16" cy="19"/>
            </a:xfrm>
            <a:custGeom>
              <a:avLst/>
              <a:ahLst/>
              <a:rect l="0" t="0" r="r" b="b"/>
              <a:pathLst>
                <a:path w="64" h="73">
                  <a:moveTo>
                    <a:pt x="64" y="65"/>
                  </a:moveTo>
                  <a:lnTo>
                    <a:pt x="59" y="33"/>
                  </a:lnTo>
                  <a:lnTo>
                    <a:pt x="54" y="0"/>
                  </a:lnTo>
                  <a:lnTo>
                    <a:pt x="0" y="8"/>
                  </a:lnTo>
                  <a:lnTo>
                    <a:pt x="5" y="40"/>
                  </a:lnTo>
                  <a:lnTo>
                    <a:pt x="11" y="73"/>
                  </a:lnTo>
                  <a:lnTo>
                    <a:pt x="64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84" name=""/>
            <p:cNvSpPr/>
            <p:nvPr/>
          </p:nvSpPr>
          <p:spPr>
            <a:xfrm rot="0">
              <a:off x="3843" y="2957"/>
              <a:ext cx="1" cy="8"/>
            </a:xfrm>
            <a:custGeom>
              <a:avLst/>
              <a:ahLst/>
              <a:rect l="0" t="0" r="r" b="b"/>
              <a:pathLst>
                <a:path w="5" h="32">
                  <a:moveTo>
                    <a:pt x="5" y="3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85" name=""/>
            <p:cNvSpPr/>
            <p:nvPr/>
          </p:nvSpPr>
          <p:spPr>
            <a:xfrm rot="0">
              <a:off x="3843" y="2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86" name=""/>
            <p:cNvSpPr/>
            <p:nvPr/>
          </p:nvSpPr>
          <p:spPr>
            <a:xfrm rot="0">
              <a:off x="3830" y="2957"/>
              <a:ext cx="16" cy="19"/>
            </a:xfrm>
            <a:custGeom>
              <a:avLst/>
              <a:ahLst/>
              <a:rect l="0" t="0" r="r" b="b"/>
              <a:pathLst>
                <a:path w="65" h="74">
                  <a:moveTo>
                    <a:pt x="65" y="65"/>
                  </a:moveTo>
                  <a:lnTo>
                    <a:pt x="59" y="32"/>
                  </a:lnTo>
                  <a:lnTo>
                    <a:pt x="54" y="0"/>
                  </a:lnTo>
                  <a:lnTo>
                    <a:pt x="0" y="9"/>
                  </a:lnTo>
                  <a:lnTo>
                    <a:pt x="5" y="42"/>
                  </a:lnTo>
                  <a:lnTo>
                    <a:pt x="11" y="74"/>
                  </a:lnTo>
                  <a:lnTo>
                    <a:pt x="6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87" name=""/>
            <p:cNvSpPr/>
            <p:nvPr/>
          </p:nvSpPr>
          <p:spPr>
            <a:xfrm rot="0">
              <a:off x="3830" y="2957"/>
              <a:ext cx="16" cy="19"/>
            </a:xfrm>
            <a:custGeom>
              <a:avLst/>
              <a:ahLst/>
              <a:rect l="0" t="0" r="r" b="b"/>
              <a:pathLst>
                <a:path w="65" h="74">
                  <a:moveTo>
                    <a:pt x="65" y="65"/>
                  </a:moveTo>
                  <a:lnTo>
                    <a:pt x="59" y="32"/>
                  </a:lnTo>
                  <a:lnTo>
                    <a:pt x="54" y="0"/>
                  </a:lnTo>
                  <a:lnTo>
                    <a:pt x="0" y="9"/>
                  </a:lnTo>
                  <a:lnTo>
                    <a:pt x="5" y="42"/>
                  </a:lnTo>
                  <a:lnTo>
                    <a:pt x="11" y="74"/>
                  </a:lnTo>
                  <a:lnTo>
                    <a:pt x="6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88" name=""/>
            <p:cNvSpPr/>
            <p:nvPr/>
          </p:nvSpPr>
          <p:spPr>
            <a:xfrm rot="0">
              <a:off x="3829" y="2959"/>
              <a:ext cx="2" cy="9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89" name=""/>
            <p:cNvSpPr/>
            <p:nvPr/>
          </p:nvSpPr>
          <p:spPr>
            <a:xfrm rot="0" flipH="1">
              <a:off x="3829" y="2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90" name=""/>
            <p:cNvSpPr/>
            <p:nvPr/>
          </p:nvSpPr>
          <p:spPr>
            <a:xfrm rot="0">
              <a:off x="3816" y="2959"/>
              <a:ext cx="17" cy="20"/>
            </a:xfrm>
            <a:custGeom>
              <a:avLst/>
              <a:ahLst/>
              <a:rect l="0" t="0" r="r" b="b"/>
              <a:pathLst>
                <a:path w="68" h="79">
                  <a:moveTo>
                    <a:pt x="68" y="65"/>
                  </a:moveTo>
                  <a:lnTo>
                    <a:pt x="60" y="33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68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91" name=""/>
            <p:cNvSpPr/>
            <p:nvPr/>
          </p:nvSpPr>
          <p:spPr>
            <a:xfrm rot="0">
              <a:off x="3816" y="2959"/>
              <a:ext cx="17" cy="20"/>
            </a:xfrm>
            <a:custGeom>
              <a:avLst/>
              <a:ahLst/>
              <a:rect l="0" t="0" r="r" b="b"/>
              <a:pathLst>
                <a:path w="68" h="79">
                  <a:moveTo>
                    <a:pt x="68" y="65"/>
                  </a:moveTo>
                  <a:lnTo>
                    <a:pt x="60" y="33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68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92" name=""/>
            <p:cNvSpPr/>
            <p:nvPr/>
          </p:nvSpPr>
          <p:spPr>
            <a:xfrm rot="0">
              <a:off x="3815" y="2963"/>
              <a:ext cx="3" cy="8"/>
            </a:xfrm>
            <a:custGeom>
              <a:avLst/>
              <a:ahLst/>
              <a:rect l="0" t="0" r="r" b="b"/>
              <a:pathLst>
                <a:path w="11" h="33">
                  <a:moveTo>
                    <a:pt x="11" y="33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93" name=""/>
            <p:cNvSpPr/>
            <p:nvPr/>
          </p:nvSpPr>
          <p:spPr>
            <a:xfrm rot="0" flipH="1">
              <a:off x="3815" y="2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94" name=""/>
            <p:cNvSpPr/>
            <p:nvPr/>
          </p:nvSpPr>
          <p:spPr>
            <a:xfrm rot="0">
              <a:off x="3802" y="2963"/>
              <a:ext cx="18" cy="20"/>
            </a:xfrm>
            <a:custGeom>
              <a:avLst/>
              <a:ahLst/>
              <a:rect l="0" t="0" r="r" b="b"/>
              <a:pathLst>
                <a:path w="73" h="80">
                  <a:moveTo>
                    <a:pt x="73" y="63"/>
                  </a:moveTo>
                  <a:lnTo>
                    <a:pt x="63" y="32"/>
                  </a:lnTo>
                  <a:lnTo>
                    <a:pt x="52" y="0"/>
                  </a:lnTo>
                  <a:lnTo>
                    <a:pt x="0" y="17"/>
                  </a:lnTo>
                  <a:lnTo>
                    <a:pt x="10" y="49"/>
                  </a:lnTo>
                  <a:lnTo>
                    <a:pt x="21" y="80"/>
                  </a:lnTo>
                  <a:lnTo>
                    <a:pt x="7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95" name=""/>
            <p:cNvSpPr/>
            <p:nvPr/>
          </p:nvSpPr>
          <p:spPr>
            <a:xfrm rot="0">
              <a:off x="3802" y="2963"/>
              <a:ext cx="18" cy="20"/>
            </a:xfrm>
            <a:custGeom>
              <a:avLst/>
              <a:ahLst/>
              <a:rect l="0" t="0" r="r" b="b"/>
              <a:pathLst>
                <a:path w="73" h="80">
                  <a:moveTo>
                    <a:pt x="73" y="63"/>
                  </a:moveTo>
                  <a:lnTo>
                    <a:pt x="63" y="32"/>
                  </a:lnTo>
                  <a:lnTo>
                    <a:pt x="52" y="0"/>
                  </a:lnTo>
                  <a:lnTo>
                    <a:pt x="0" y="17"/>
                  </a:lnTo>
                  <a:lnTo>
                    <a:pt x="10" y="49"/>
                  </a:lnTo>
                  <a:lnTo>
                    <a:pt x="21" y="80"/>
                  </a:lnTo>
                  <a:lnTo>
                    <a:pt x="7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96" name=""/>
            <p:cNvSpPr/>
            <p:nvPr/>
          </p:nvSpPr>
          <p:spPr>
            <a:xfrm rot="0">
              <a:off x="3802" y="2967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97" name=""/>
            <p:cNvSpPr/>
            <p:nvPr/>
          </p:nvSpPr>
          <p:spPr>
            <a:xfrm rot="0" flipH="1">
              <a:off x="3802" y="2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4998" name=""/>
            <p:cNvSpPr/>
            <p:nvPr/>
          </p:nvSpPr>
          <p:spPr>
            <a:xfrm rot="0">
              <a:off x="3789" y="2967"/>
              <a:ext cx="19" cy="21"/>
            </a:xfrm>
            <a:custGeom>
              <a:avLst/>
              <a:ahLst/>
              <a:rect l="0" t="0" r="r" b="b"/>
              <a:pathLst>
                <a:path w="75" h="82">
                  <a:moveTo>
                    <a:pt x="75" y="63"/>
                  </a:moveTo>
                  <a:lnTo>
                    <a:pt x="63" y="32"/>
                  </a:lnTo>
                  <a:lnTo>
                    <a:pt x="51" y="0"/>
                  </a:lnTo>
                  <a:lnTo>
                    <a:pt x="0" y="19"/>
                  </a:lnTo>
                  <a:lnTo>
                    <a:pt x="12" y="50"/>
                  </a:lnTo>
                  <a:lnTo>
                    <a:pt x="24" y="82"/>
                  </a:lnTo>
                  <a:lnTo>
                    <a:pt x="75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4999" name=""/>
            <p:cNvSpPr/>
            <p:nvPr/>
          </p:nvSpPr>
          <p:spPr>
            <a:xfrm rot="0">
              <a:off x="3789" y="2967"/>
              <a:ext cx="19" cy="21"/>
            </a:xfrm>
            <a:custGeom>
              <a:avLst/>
              <a:ahLst/>
              <a:rect l="0" t="0" r="r" b="b"/>
              <a:pathLst>
                <a:path w="75" h="82">
                  <a:moveTo>
                    <a:pt x="75" y="63"/>
                  </a:moveTo>
                  <a:lnTo>
                    <a:pt x="63" y="32"/>
                  </a:lnTo>
                  <a:lnTo>
                    <a:pt x="51" y="0"/>
                  </a:lnTo>
                  <a:lnTo>
                    <a:pt x="0" y="19"/>
                  </a:lnTo>
                  <a:lnTo>
                    <a:pt x="12" y="50"/>
                  </a:lnTo>
                  <a:lnTo>
                    <a:pt x="24" y="82"/>
                  </a:lnTo>
                  <a:lnTo>
                    <a:pt x="7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00" name=""/>
            <p:cNvSpPr/>
            <p:nvPr/>
          </p:nvSpPr>
          <p:spPr>
            <a:xfrm rot="0">
              <a:off x="3788" y="2972"/>
              <a:ext cx="4" cy="8"/>
            </a:xfrm>
            <a:custGeom>
              <a:avLst/>
              <a:ahLst/>
              <a:rect l="0" t="0" r="r" b="b"/>
              <a:pathLst>
                <a:path w="13" h="31">
                  <a:moveTo>
                    <a:pt x="13" y="3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01" name=""/>
            <p:cNvSpPr/>
            <p:nvPr/>
          </p:nvSpPr>
          <p:spPr>
            <a:xfrm rot="0" flipH="1">
              <a:off x="3788" y="29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02" name=""/>
            <p:cNvSpPr/>
            <p:nvPr/>
          </p:nvSpPr>
          <p:spPr>
            <a:xfrm rot="0">
              <a:off x="3776" y="2972"/>
              <a:ext cx="19" cy="21"/>
            </a:xfrm>
            <a:custGeom>
              <a:avLst/>
              <a:ahLst/>
              <a:rect l="0" t="0" r="r" b="b"/>
              <a:pathLst>
                <a:path w="76" h="84">
                  <a:moveTo>
                    <a:pt x="76" y="63"/>
                  </a:moveTo>
                  <a:lnTo>
                    <a:pt x="63" y="31"/>
                  </a:lnTo>
                  <a:lnTo>
                    <a:pt x="50" y="0"/>
                  </a:lnTo>
                  <a:lnTo>
                    <a:pt x="0" y="21"/>
                  </a:lnTo>
                  <a:lnTo>
                    <a:pt x="13" y="52"/>
                  </a:lnTo>
                  <a:lnTo>
                    <a:pt x="26" y="84"/>
                  </a:lnTo>
                  <a:lnTo>
                    <a:pt x="7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03" name=""/>
            <p:cNvSpPr/>
            <p:nvPr/>
          </p:nvSpPr>
          <p:spPr>
            <a:xfrm rot="0">
              <a:off x="3776" y="2972"/>
              <a:ext cx="19" cy="21"/>
            </a:xfrm>
            <a:custGeom>
              <a:avLst/>
              <a:ahLst/>
              <a:rect l="0" t="0" r="r" b="b"/>
              <a:pathLst>
                <a:path w="76" h="84">
                  <a:moveTo>
                    <a:pt x="76" y="63"/>
                  </a:moveTo>
                  <a:lnTo>
                    <a:pt x="63" y="31"/>
                  </a:lnTo>
                  <a:lnTo>
                    <a:pt x="50" y="0"/>
                  </a:lnTo>
                  <a:lnTo>
                    <a:pt x="0" y="21"/>
                  </a:lnTo>
                  <a:lnTo>
                    <a:pt x="13" y="52"/>
                  </a:lnTo>
                  <a:lnTo>
                    <a:pt x="26" y="84"/>
                  </a:lnTo>
                  <a:lnTo>
                    <a:pt x="7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04" name=""/>
            <p:cNvSpPr/>
            <p:nvPr/>
          </p:nvSpPr>
          <p:spPr>
            <a:xfrm rot="0">
              <a:off x="3775" y="2977"/>
              <a:ext cx="4" cy="8"/>
            </a:xfrm>
            <a:custGeom>
              <a:avLst/>
              <a:ahLst/>
              <a:rect l="0" t="0" r="r" b="b"/>
              <a:pathLst>
                <a:path w="16" h="31">
                  <a:moveTo>
                    <a:pt x="16" y="31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05" name=""/>
            <p:cNvSpPr/>
            <p:nvPr/>
          </p:nvSpPr>
          <p:spPr>
            <a:xfrm rot="0" flipH="1">
              <a:off x="3775" y="2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06" name=""/>
            <p:cNvSpPr/>
            <p:nvPr/>
          </p:nvSpPr>
          <p:spPr>
            <a:xfrm rot="0">
              <a:off x="3763" y="2978"/>
              <a:ext cx="20" cy="21"/>
            </a:xfrm>
            <a:custGeom>
              <a:avLst/>
              <a:ahLst/>
              <a:rect l="0" t="0" r="r" b="b"/>
              <a:pathLst>
                <a:path w="80" h="85">
                  <a:moveTo>
                    <a:pt x="80" y="61"/>
                  </a:moveTo>
                  <a:lnTo>
                    <a:pt x="64" y="30"/>
                  </a:lnTo>
                  <a:lnTo>
                    <a:pt x="48" y="0"/>
                  </a:lnTo>
                  <a:lnTo>
                    <a:pt x="0" y="25"/>
                  </a:lnTo>
                  <a:lnTo>
                    <a:pt x="15" y="55"/>
                  </a:lnTo>
                  <a:lnTo>
                    <a:pt x="31" y="85"/>
                  </a:lnTo>
                  <a:lnTo>
                    <a:pt x="8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07" name=""/>
            <p:cNvSpPr/>
            <p:nvPr/>
          </p:nvSpPr>
          <p:spPr>
            <a:xfrm rot="0">
              <a:off x="3763" y="2978"/>
              <a:ext cx="20" cy="21"/>
            </a:xfrm>
            <a:custGeom>
              <a:avLst/>
              <a:ahLst/>
              <a:rect l="0" t="0" r="r" b="b"/>
              <a:pathLst>
                <a:path w="80" h="85">
                  <a:moveTo>
                    <a:pt x="80" y="61"/>
                  </a:moveTo>
                  <a:lnTo>
                    <a:pt x="64" y="30"/>
                  </a:lnTo>
                  <a:lnTo>
                    <a:pt x="48" y="0"/>
                  </a:lnTo>
                  <a:lnTo>
                    <a:pt x="0" y="25"/>
                  </a:lnTo>
                  <a:lnTo>
                    <a:pt x="15" y="55"/>
                  </a:lnTo>
                  <a:lnTo>
                    <a:pt x="31" y="85"/>
                  </a:lnTo>
                  <a:lnTo>
                    <a:pt x="8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08" name=""/>
            <p:cNvSpPr/>
            <p:nvPr/>
          </p:nvSpPr>
          <p:spPr>
            <a:xfrm rot="0">
              <a:off x="3763" y="2984"/>
              <a:ext cx="4" cy="7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09" name=""/>
            <p:cNvSpPr/>
            <p:nvPr/>
          </p:nvSpPr>
          <p:spPr>
            <a:xfrm rot="0">
              <a:off x="3763" y="2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10" name=""/>
            <p:cNvSpPr/>
            <p:nvPr/>
          </p:nvSpPr>
          <p:spPr>
            <a:xfrm rot="0">
              <a:off x="3751" y="2984"/>
              <a:ext cx="20" cy="21"/>
            </a:xfrm>
            <a:custGeom>
              <a:avLst/>
              <a:ahLst/>
              <a:rect l="0" t="0" r="r" b="b"/>
              <a:pathLst>
                <a:path w="79" h="84">
                  <a:moveTo>
                    <a:pt x="79" y="58"/>
                  </a:moveTo>
                  <a:lnTo>
                    <a:pt x="63" y="29"/>
                  </a:lnTo>
                  <a:lnTo>
                    <a:pt x="48" y="0"/>
                  </a:lnTo>
                  <a:lnTo>
                    <a:pt x="0" y="27"/>
                  </a:lnTo>
                  <a:lnTo>
                    <a:pt x="16" y="56"/>
                  </a:lnTo>
                  <a:lnTo>
                    <a:pt x="32" y="84"/>
                  </a:lnTo>
                  <a:lnTo>
                    <a:pt x="79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11" name=""/>
            <p:cNvSpPr/>
            <p:nvPr/>
          </p:nvSpPr>
          <p:spPr>
            <a:xfrm rot="0">
              <a:off x="3751" y="2984"/>
              <a:ext cx="20" cy="21"/>
            </a:xfrm>
            <a:custGeom>
              <a:avLst/>
              <a:ahLst/>
              <a:rect l="0" t="0" r="r" b="b"/>
              <a:pathLst>
                <a:path w="79" h="84">
                  <a:moveTo>
                    <a:pt x="79" y="58"/>
                  </a:moveTo>
                  <a:lnTo>
                    <a:pt x="63" y="29"/>
                  </a:lnTo>
                  <a:lnTo>
                    <a:pt x="48" y="0"/>
                  </a:lnTo>
                  <a:lnTo>
                    <a:pt x="0" y="27"/>
                  </a:lnTo>
                  <a:lnTo>
                    <a:pt x="16" y="56"/>
                  </a:lnTo>
                  <a:lnTo>
                    <a:pt x="32" y="84"/>
                  </a:lnTo>
                  <a:lnTo>
                    <a:pt x="79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4" name=""/>
          <p:cNvGrpSpPr/>
          <p:nvPr/>
        </p:nvGrpSpPr>
        <p:grpSpPr>
          <a:xfrm rot="0">
            <a:off x="4892675" y="3827462"/>
            <a:ext cx="1289050" cy="1287462"/>
            <a:chOff x="3082" y="2411"/>
            <a:chExt cx="812" cy="811"/>
          </a:xfrm>
        </p:grpSpPr>
        <p:sp>
          <p:nvSpPr>
            <p:cNvPr id="1065012" name=""/>
            <p:cNvSpPr/>
            <p:nvPr/>
          </p:nvSpPr>
          <p:spPr>
            <a:xfrm rot="0">
              <a:off x="3751" y="2991"/>
              <a:ext cx="4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13" name=""/>
            <p:cNvSpPr/>
            <p:nvPr/>
          </p:nvSpPr>
          <p:spPr>
            <a:xfrm rot="0" flipH="1">
              <a:off x="3751" y="2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14" name=""/>
            <p:cNvSpPr/>
            <p:nvPr/>
          </p:nvSpPr>
          <p:spPr>
            <a:xfrm rot="0">
              <a:off x="3739" y="2991"/>
              <a:ext cx="21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5"/>
                  </a:moveTo>
                  <a:lnTo>
                    <a:pt x="64" y="28"/>
                  </a:lnTo>
                  <a:lnTo>
                    <a:pt x="46" y="0"/>
                  </a:lnTo>
                  <a:lnTo>
                    <a:pt x="0" y="30"/>
                  </a:lnTo>
                  <a:lnTo>
                    <a:pt x="18" y="58"/>
                  </a:lnTo>
                  <a:lnTo>
                    <a:pt x="37" y="85"/>
                  </a:lnTo>
                  <a:lnTo>
                    <a:pt x="83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15" name=""/>
            <p:cNvSpPr/>
            <p:nvPr/>
          </p:nvSpPr>
          <p:spPr>
            <a:xfrm rot="0">
              <a:off x="3739" y="2991"/>
              <a:ext cx="21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5"/>
                  </a:moveTo>
                  <a:lnTo>
                    <a:pt x="64" y="28"/>
                  </a:lnTo>
                  <a:lnTo>
                    <a:pt x="46" y="0"/>
                  </a:lnTo>
                  <a:lnTo>
                    <a:pt x="0" y="30"/>
                  </a:lnTo>
                  <a:lnTo>
                    <a:pt x="18" y="58"/>
                  </a:lnTo>
                  <a:lnTo>
                    <a:pt x="37" y="85"/>
                  </a:lnTo>
                  <a:lnTo>
                    <a:pt x="83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16" name=""/>
            <p:cNvSpPr/>
            <p:nvPr/>
          </p:nvSpPr>
          <p:spPr>
            <a:xfrm rot="0">
              <a:off x="3739" y="2999"/>
              <a:ext cx="5" cy="6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17" name=""/>
            <p:cNvSpPr/>
            <p:nvPr/>
          </p:nvSpPr>
          <p:spPr>
            <a:xfrm rot="0" flipH="1">
              <a:off x="3739" y="2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18" name=""/>
            <p:cNvSpPr/>
            <p:nvPr/>
          </p:nvSpPr>
          <p:spPr>
            <a:xfrm rot="0">
              <a:off x="3728" y="2999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5"/>
                  </a:moveTo>
                  <a:lnTo>
                    <a:pt x="64" y="28"/>
                  </a:lnTo>
                  <a:lnTo>
                    <a:pt x="44" y="0"/>
                  </a:lnTo>
                  <a:lnTo>
                    <a:pt x="0" y="32"/>
                  </a:lnTo>
                  <a:lnTo>
                    <a:pt x="19" y="59"/>
                  </a:lnTo>
                  <a:lnTo>
                    <a:pt x="39" y="87"/>
                  </a:lnTo>
                  <a:lnTo>
                    <a:pt x="8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19" name=""/>
            <p:cNvSpPr/>
            <p:nvPr/>
          </p:nvSpPr>
          <p:spPr>
            <a:xfrm rot="0">
              <a:off x="3728" y="2999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5"/>
                  </a:moveTo>
                  <a:lnTo>
                    <a:pt x="64" y="28"/>
                  </a:lnTo>
                  <a:lnTo>
                    <a:pt x="44" y="0"/>
                  </a:lnTo>
                  <a:lnTo>
                    <a:pt x="0" y="32"/>
                  </a:lnTo>
                  <a:lnTo>
                    <a:pt x="19" y="59"/>
                  </a:lnTo>
                  <a:lnTo>
                    <a:pt x="39" y="87"/>
                  </a:lnTo>
                  <a:lnTo>
                    <a:pt x="8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20" name=""/>
            <p:cNvSpPr/>
            <p:nvPr/>
          </p:nvSpPr>
          <p:spPr>
            <a:xfrm rot="0">
              <a:off x="3727" y="3006"/>
              <a:ext cx="6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21" name=""/>
            <p:cNvSpPr/>
            <p:nvPr/>
          </p:nvSpPr>
          <p:spPr>
            <a:xfrm rot="0" flipH="1">
              <a:off x="3727" y="30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22" name=""/>
            <p:cNvSpPr/>
            <p:nvPr/>
          </p:nvSpPr>
          <p:spPr>
            <a:xfrm rot="0">
              <a:off x="3717" y="3007"/>
              <a:ext cx="21" cy="21"/>
            </a:xfrm>
            <a:custGeom>
              <a:avLst/>
              <a:ahLst/>
              <a:rect l="0" t="0" r="r" b="b"/>
              <a:pathLst>
                <a:path w="85" h="87">
                  <a:moveTo>
                    <a:pt x="85" y="53"/>
                  </a:moveTo>
                  <a:lnTo>
                    <a:pt x="63" y="26"/>
                  </a:lnTo>
                  <a:lnTo>
                    <a:pt x="42" y="0"/>
                  </a:lnTo>
                  <a:lnTo>
                    <a:pt x="0" y="34"/>
                  </a:lnTo>
                  <a:lnTo>
                    <a:pt x="21" y="60"/>
                  </a:lnTo>
                  <a:lnTo>
                    <a:pt x="42" y="87"/>
                  </a:lnTo>
                  <a:lnTo>
                    <a:pt x="85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23" name=""/>
            <p:cNvSpPr/>
            <p:nvPr/>
          </p:nvSpPr>
          <p:spPr>
            <a:xfrm rot="0">
              <a:off x="3717" y="3007"/>
              <a:ext cx="21" cy="21"/>
            </a:xfrm>
            <a:custGeom>
              <a:avLst/>
              <a:ahLst/>
              <a:rect l="0" t="0" r="r" b="b"/>
              <a:pathLst>
                <a:path w="85" h="87">
                  <a:moveTo>
                    <a:pt x="85" y="53"/>
                  </a:moveTo>
                  <a:lnTo>
                    <a:pt x="63" y="26"/>
                  </a:lnTo>
                  <a:lnTo>
                    <a:pt x="42" y="0"/>
                  </a:lnTo>
                  <a:lnTo>
                    <a:pt x="0" y="34"/>
                  </a:lnTo>
                  <a:lnTo>
                    <a:pt x="21" y="60"/>
                  </a:lnTo>
                  <a:lnTo>
                    <a:pt x="42" y="87"/>
                  </a:lnTo>
                  <a:lnTo>
                    <a:pt x="85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24" name=""/>
            <p:cNvSpPr/>
            <p:nvPr/>
          </p:nvSpPr>
          <p:spPr>
            <a:xfrm rot="0">
              <a:off x="3717" y="3015"/>
              <a:ext cx="5" cy="7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25" name=""/>
            <p:cNvSpPr/>
            <p:nvPr/>
          </p:nvSpPr>
          <p:spPr>
            <a:xfrm rot="0" flipH="1">
              <a:off x="3717" y="3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26" name=""/>
            <p:cNvSpPr/>
            <p:nvPr/>
          </p:nvSpPr>
          <p:spPr>
            <a:xfrm rot="0">
              <a:off x="3706" y="3016"/>
              <a:ext cx="22" cy="21"/>
            </a:xfrm>
            <a:custGeom>
              <a:avLst/>
              <a:ahLst/>
              <a:rect l="0" t="0" r="r" b="b"/>
              <a:pathLst>
                <a:path w="86" h="86">
                  <a:moveTo>
                    <a:pt x="86" y="49"/>
                  </a:moveTo>
                  <a:lnTo>
                    <a:pt x="63" y="24"/>
                  </a:lnTo>
                  <a:lnTo>
                    <a:pt x="41" y="0"/>
                  </a:lnTo>
                  <a:lnTo>
                    <a:pt x="0" y="36"/>
                  </a:lnTo>
                  <a:lnTo>
                    <a:pt x="23" y="61"/>
                  </a:lnTo>
                  <a:lnTo>
                    <a:pt x="45" y="86"/>
                  </a:lnTo>
                  <a:lnTo>
                    <a:pt x="8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27" name=""/>
            <p:cNvSpPr/>
            <p:nvPr/>
          </p:nvSpPr>
          <p:spPr>
            <a:xfrm rot="0">
              <a:off x="3706" y="3016"/>
              <a:ext cx="22" cy="21"/>
            </a:xfrm>
            <a:custGeom>
              <a:avLst/>
              <a:ahLst/>
              <a:rect l="0" t="0" r="r" b="b"/>
              <a:pathLst>
                <a:path w="86" h="86">
                  <a:moveTo>
                    <a:pt x="86" y="49"/>
                  </a:moveTo>
                  <a:lnTo>
                    <a:pt x="63" y="24"/>
                  </a:lnTo>
                  <a:lnTo>
                    <a:pt x="41" y="0"/>
                  </a:lnTo>
                  <a:lnTo>
                    <a:pt x="0" y="36"/>
                  </a:lnTo>
                  <a:lnTo>
                    <a:pt x="23" y="61"/>
                  </a:lnTo>
                  <a:lnTo>
                    <a:pt x="45" y="86"/>
                  </a:lnTo>
                  <a:lnTo>
                    <a:pt x="86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28" name=""/>
            <p:cNvSpPr/>
            <p:nvPr/>
          </p:nvSpPr>
          <p:spPr>
            <a:xfrm rot="0">
              <a:off x="3706" y="3025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29" name=""/>
            <p:cNvSpPr/>
            <p:nvPr/>
          </p:nvSpPr>
          <p:spPr>
            <a:xfrm rot="0" flipH="1">
              <a:off x="3706" y="3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30" name=""/>
            <p:cNvSpPr/>
            <p:nvPr/>
          </p:nvSpPr>
          <p:spPr>
            <a:xfrm rot="0">
              <a:off x="3696" y="3025"/>
              <a:ext cx="22" cy="22"/>
            </a:xfrm>
            <a:custGeom>
              <a:avLst/>
              <a:ahLst/>
              <a:rect l="0" t="0" r="r" b="b"/>
              <a:pathLst>
                <a:path w="86" h="85">
                  <a:moveTo>
                    <a:pt x="86" y="47"/>
                  </a:moveTo>
                  <a:lnTo>
                    <a:pt x="63" y="23"/>
                  </a:lnTo>
                  <a:lnTo>
                    <a:pt x="39" y="0"/>
                  </a:lnTo>
                  <a:lnTo>
                    <a:pt x="0" y="38"/>
                  </a:lnTo>
                  <a:lnTo>
                    <a:pt x="23" y="61"/>
                  </a:lnTo>
                  <a:lnTo>
                    <a:pt x="47" y="85"/>
                  </a:lnTo>
                  <a:lnTo>
                    <a:pt x="86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31" name=""/>
            <p:cNvSpPr/>
            <p:nvPr/>
          </p:nvSpPr>
          <p:spPr>
            <a:xfrm rot="0">
              <a:off x="3696" y="3025"/>
              <a:ext cx="22" cy="22"/>
            </a:xfrm>
            <a:custGeom>
              <a:avLst/>
              <a:ahLst/>
              <a:rect l="0" t="0" r="r" b="b"/>
              <a:pathLst>
                <a:path w="86" h="85">
                  <a:moveTo>
                    <a:pt x="86" y="47"/>
                  </a:moveTo>
                  <a:lnTo>
                    <a:pt x="63" y="23"/>
                  </a:lnTo>
                  <a:lnTo>
                    <a:pt x="39" y="0"/>
                  </a:lnTo>
                  <a:lnTo>
                    <a:pt x="0" y="38"/>
                  </a:lnTo>
                  <a:lnTo>
                    <a:pt x="23" y="61"/>
                  </a:lnTo>
                  <a:lnTo>
                    <a:pt x="47" y="85"/>
                  </a:lnTo>
                  <a:lnTo>
                    <a:pt x="86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32" name=""/>
            <p:cNvSpPr/>
            <p:nvPr/>
          </p:nvSpPr>
          <p:spPr>
            <a:xfrm rot="0">
              <a:off x="3696" y="3035"/>
              <a:ext cx="6" cy="6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33" name=""/>
            <p:cNvSpPr/>
            <p:nvPr/>
          </p:nvSpPr>
          <p:spPr>
            <a:xfrm rot="0" flipH="1">
              <a:off x="3696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34" name=""/>
            <p:cNvSpPr/>
            <p:nvPr/>
          </p:nvSpPr>
          <p:spPr>
            <a:xfrm rot="0">
              <a:off x="3687" y="3035"/>
              <a:ext cx="21" cy="21"/>
            </a:xfrm>
            <a:custGeom>
              <a:avLst/>
              <a:ahLst/>
              <a:rect l="0" t="0" r="r" b="b"/>
              <a:pathLst>
                <a:path w="85" h="86">
                  <a:moveTo>
                    <a:pt x="85" y="45"/>
                  </a:moveTo>
                  <a:lnTo>
                    <a:pt x="60" y="22"/>
                  </a:lnTo>
                  <a:lnTo>
                    <a:pt x="35" y="0"/>
                  </a:lnTo>
                  <a:lnTo>
                    <a:pt x="0" y="41"/>
                  </a:lnTo>
                  <a:lnTo>
                    <a:pt x="25" y="63"/>
                  </a:lnTo>
                  <a:lnTo>
                    <a:pt x="50" y="86"/>
                  </a:lnTo>
                  <a:lnTo>
                    <a:pt x="8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35" name=""/>
            <p:cNvSpPr/>
            <p:nvPr/>
          </p:nvSpPr>
          <p:spPr>
            <a:xfrm rot="0">
              <a:off x="3687" y="3035"/>
              <a:ext cx="21" cy="21"/>
            </a:xfrm>
            <a:custGeom>
              <a:avLst/>
              <a:ahLst/>
              <a:rect l="0" t="0" r="r" b="b"/>
              <a:pathLst>
                <a:path w="85" h="86">
                  <a:moveTo>
                    <a:pt x="85" y="45"/>
                  </a:moveTo>
                  <a:lnTo>
                    <a:pt x="60" y="22"/>
                  </a:lnTo>
                  <a:lnTo>
                    <a:pt x="35" y="0"/>
                  </a:lnTo>
                  <a:lnTo>
                    <a:pt x="0" y="41"/>
                  </a:lnTo>
                  <a:lnTo>
                    <a:pt x="25" y="63"/>
                  </a:lnTo>
                  <a:lnTo>
                    <a:pt x="50" y="86"/>
                  </a:lnTo>
                  <a:lnTo>
                    <a:pt x="8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36" name=""/>
            <p:cNvSpPr/>
            <p:nvPr/>
          </p:nvSpPr>
          <p:spPr>
            <a:xfrm rot="0">
              <a:off x="3687" y="3045"/>
              <a:ext cx="6" cy="6"/>
            </a:xfrm>
            <a:custGeom>
              <a:avLst/>
              <a:ahLst/>
              <a:rect l="0" t="0" r="r" b="b"/>
              <a:pathLst>
                <a:path w="27" h="22">
                  <a:moveTo>
                    <a:pt x="27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37" name=""/>
            <p:cNvSpPr/>
            <p:nvPr/>
          </p:nvSpPr>
          <p:spPr>
            <a:xfrm rot="0" flipH="1">
              <a:off x="3687" y="3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38" name=""/>
            <p:cNvSpPr/>
            <p:nvPr/>
          </p:nvSpPr>
          <p:spPr>
            <a:xfrm rot="0">
              <a:off x="3678" y="3046"/>
              <a:ext cx="22" cy="21"/>
            </a:xfrm>
            <a:custGeom>
              <a:avLst/>
              <a:ahLst/>
              <a:rect l="0" t="0" r="r" b="b"/>
              <a:pathLst>
                <a:path w="87" h="86">
                  <a:moveTo>
                    <a:pt x="87" y="42"/>
                  </a:moveTo>
                  <a:lnTo>
                    <a:pt x="61" y="21"/>
                  </a:lnTo>
                  <a:lnTo>
                    <a:pt x="34" y="0"/>
                  </a:lnTo>
                  <a:lnTo>
                    <a:pt x="0" y="44"/>
                  </a:lnTo>
                  <a:lnTo>
                    <a:pt x="27" y="65"/>
                  </a:lnTo>
                  <a:lnTo>
                    <a:pt x="53" y="86"/>
                  </a:lnTo>
                  <a:lnTo>
                    <a:pt x="8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39" name=""/>
            <p:cNvSpPr/>
            <p:nvPr/>
          </p:nvSpPr>
          <p:spPr>
            <a:xfrm rot="0">
              <a:off x="3678" y="3046"/>
              <a:ext cx="22" cy="21"/>
            </a:xfrm>
            <a:custGeom>
              <a:avLst/>
              <a:ahLst/>
              <a:rect l="0" t="0" r="r" b="b"/>
              <a:pathLst>
                <a:path w="87" h="86">
                  <a:moveTo>
                    <a:pt x="87" y="42"/>
                  </a:moveTo>
                  <a:lnTo>
                    <a:pt x="61" y="21"/>
                  </a:lnTo>
                  <a:lnTo>
                    <a:pt x="34" y="0"/>
                  </a:lnTo>
                  <a:lnTo>
                    <a:pt x="0" y="44"/>
                  </a:lnTo>
                  <a:lnTo>
                    <a:pt x="27" y="65"/>
                  </a:lnTo>
                  <a:lnTo>
                    <a:pt x="53" y="86"/>
                  </a:lnTo>
                  <a:lnTo>
                    <a:pt x="8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40" name=""/>
            <p:cNvSpPr/>
            <p:nvPr/>
          </p:nvSpPr>
          <p:spPr>
            <a:xfrm rot="0">
              <a:off x="3678" y="3056"/>
              <a:ext cx="7" cy="6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41" name=""/>
            <p:cNvSpPr/>
            <p:nvPr/>
          </p:nvSpPr>
          <p:spPr>
            <a:xfrm rot="0">
              <a:off x="3678" y="3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42" name=""/>
            <p:cNvSpPr/>
            <p:nvPr/>
          </p:nvSpPr>
          <p:spPr>
            <a:xfrm rot="0">
              <a:off x="3670" y="3057"/>
              <a:ext cx="21" cy="20"/>
            </a:xfrm>
            <a:custGeom>
              <a:avLst/>
              <a:ahLst/>
              <a:rect l="0" t="0" r="r" b="b"/>
              <a:pathLst>
                <a:path w="86" h="83">
                  <a:moveTo>
                    <a:pt x="86" y="39"/>
                  </a:moveTo>
                  <a:lnTo>
                    <a:pt x="60" y="20"/>
                  </a:lnTo>
                  <a:lnTo>
                    <a:pt x="33" y="0"/>
                  </a:lnTo>
                  <a:lnTo>
                    <a:pt x="0" y="43"/>
                  </a:lnTo>
                  <a:lnTo>
                    <a:pt x="27" y="63"/>
                  </a:lnTo>
                  <a:lnTo>
                    <a:pt x="53" y="83"/>
                  </a:lnTo>
                  <a:lnTo>
                    <a:pt x="86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43" name=""/>
            <p:cNvSpPr/>
            <p:nvPr/>
          </p:nvSpPr>
          <p:spPr>
            <a:xfrm rot="0">
              <a:off x="3670" y="3057"/>
              <a:ext cx="21" cy="20"/>
            </a:xfrm>
            <a:custGeom>
              <a:avLst/>
              <a:ahLst/>
              <a:rect l="0" t="0" r="r" b="b"/>
              <a:pathLst>
                <a:path w="86" h="83">
                  <a:moveTo>
                    <a:pt x="86" y="39"/>
                  </a:moveTo>
                  <a:lnTo>
                    <a:pt x="60" y="20"/>
                  </a:lnTo>
                  <a:lnTo>
                    <a:pt x="33" y="0"/>
                  </a:lnTo>
                  <a:lnTo>
                    <a:pt x="0" y="43"/>
                  </a:lnTo>
                  <a:lnTo>
                    <a:pt x="27" y="63"/>
                  </a:lnTo>
                  <a:lnTo>
                    <a:pt x="53" y="83"/>
                  </a:lnTo>
                  <a:lnTo>
                    <a:pt x="86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44" name=""/>
            <p:cNvSpPr/>
            <p:nvPr/>
          </p:nvSpPr>
          <p:spPr>
            <a:xfrm rot="0">
              <a:off x="3669" y="3068"/>
              <a:ext cx="7" cy="4"/>
            </a:xfrm>
            <a:custGeom>
              <a:avLst/>
              <a:ahLst/>
              <a:rect l="0" t="0" r="r" b="b"/>
              <a:pathLst>
                <a:path w="29" h="20">
                  <a:moveTo>
                    <a:pt x="29" y="2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45" name=""/>
            <p:cNvSpPr/>
            <p:nvPr/>
          </p:nvSpPr>
          <p:spPr>
            <a:xfrm rot="0" flipH="1">
              <a:off x="3669" y="3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46" name=""/>
            <p:cNvSpPr/>
            <p:nvPr/>
          </p:nvSpPr>
          <p:spPr>
            <a:xfrm rot="0">
              <a:off x="3662" y="3068"/>
              <a:ext cx="22" cy="21"/>
            </a:xfrm>
            <a:custGeom>
              <a:avLst/>
              <a:ahLst/>
              <a:rect l="0" t="0" r="r" b="b"/>
              <a:pathLst>
                <a:path w="87" h="82">
                  <a:moveTo>
                    <a:pt x="87" y="36"/>
                  </a:moveTo>
                  <a:lnTo>
                    <a:pt x="58" y="18"/>
                  </a:lnTo>
                  <a:lnTo>
                    <a:pt x="29" y="0"/>
                  </a:lnTo>
                  <a:lnTo>
                    <a:pt x="0" y="46"/>
                  </a:lnTo>
                  <a:lnTo>
                    <a:pt x="29" y="64"/>
                  </a:lnTo>
                  <a:lnTo>
                    <a:pt x="58" y="82"/>
                  </a:lnTo>
                  <a:lnTo>
                    <a:pt x="8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47" name=""/>
            <p:cNvSpPr/>
            <p:nvPr/>
          </p:nvSpPr>
          <p:spPr>
            <a:xfrm rot="0">
              <a:off x="3662" y="3068"/>
              <a:ext cx="22" cy="21"/>
            </a:xfrm>
            <a:custGeom>
              <a:avLst/>
              <a:ahLst/>
              <a:rect l="0" t="0" r="r" b="b"/>
              <a:pathLst>
                <a:path w="87" h="82">
                  <a:moveTo>
                    <a:pt x="87" y="36"/>
                  </a:moveTo>
                  <a:lnTo>
                    <a:pt x="58" y="18"/>
                  </a:lnTo>
                  <a:lnTo>
                    <a:pt x="29" y="0"/>
                  </a:lnTo>
                  <a:lnTo>
                    <a:pt x="0" y="46"/>
                  </a:lnTo>
                  <a:lnTo>
                    <a:pt x="29" y="64"/>
                  </a:lnTo>
                  <a:lnTo>
                    <a:pt x="58" y="82"/>
                  </a:lnTo>
                  <a:lnTo>
                    <a:pt x="87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48" name=""/>
            <p:cNvSpPr/>
            <p:nvPr/>
          </p:nvSpPr>
          <p:spPr>
            <a:xfrm rot="0">
              <a:off x="3662" y="3079"/>
              <a:ext cx="7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49" name=""/>
            <p:cNvSpPr/>
            <p:nvPr/>
          </p:nvSpPr>
          <p:spPr>
            <a:xfrm rot="0">
              <a:off x="3662" y="30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50" name=""/>
            <p:cNvSpPr/>
            <p:nvPr/>
          </p:nvSpPr>
          <p:spPr>
            <a:xfrm rot="0">
              <a:off x="3655" y="3080"/>
              <a:ext cx="21" cy="20"/>
            </a:xfrm>
            <a:custGeom>
              <a:avLst/>
              <a:ahLst/>
              <a:rect l="0" t="0" r="r" b="b"/>
              <a:pathLst>
                <a:path w="86" h="83">
                  <a:moveTo>
                    <a:pt x="86" y="34"/>
                  </a:moveTo>
                  <a:lnTo>
                    <a:pt x="57" y="17"/>
                  </a:lnTo>
                  <a:lnTo>
                    <a:pt x="28" y="0"/>
                  </a:lnTo>
                  <a:lnTo>
                    <a:pt x="0" y="48"/>
                  </a:lnTo>
                  <a:lnTo>
                    <a:pt x="29" y="66"/>
                  </a:lnTo>
                  <a:lnTo>
                    <a:pt x="58" y="83"/>
                  </a:lnTo>
                  <a:lnTo>
                    <a:pt x="8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51" name=""/>
            <p:cNvSpPr/>
            <p:nvPr/>
          </p:nvSpPr>
          <p:spPr>
            <a:xfrm rot="0">
              <a:off x="3655" y="3080"/>
              <a:ext cx="21" cy="20"/>
            </a:xfrm>
            <a:custGeom>
              <a:avLst/>
              <a:ahLst/>
              <a:rect l="0" t="0" r="r" b="b"/>
              <a:pathLst>
                <a:path w="86" h="83">
                  <a:moveTo>
                    <a:pt x="86" y="34"/>
                  </a:moveTo>
                  <a:lnTo>
                    <a:pt x="57" y="17"/>
                  </a:lnTo>
                  <a:lnTo>
                    <a:pt x="28" y="0"/>
                  </a:lnTo>
                  <a:lnTo>
                    <a:pt x="0" y="48"/>
                  </a:lnTo>
                  <a:lnTo>
                    <a:pt x="29" y="66"/>
                  </a:lnTo>
                  <a:lnTo>
                    <a:pt x="58" y="83"/>
                  </a:lnTo>
                  <a:lnTo>
                    <a:pt x="8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52" name=""/>
            <p:cNvSpPr/>
            <p:nvPr/>
          </p:nvSpPr>
          <p:spPr>
            <a:xfrm rot="0">
              <a:off x="3655" y="3092"/>
              <a:ext cx="7" cy="4"/>
            </a:xfrm>
            <a:custGeom>
              <a:avLst/>
              <a:ahLst/>
              <a:rect l="0" t="0" r="r" b="b"/>
              <a:pathLst>
                <a:path w="30" h="18">
                  <a:moveTo>
                    <a:pt x="30" y="18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3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53" name=""/>
            <p:cNvSpPr/>
            <p:nvPr/>
          </p:nvSpPr>
          <p:spPr>
            <a:xfrm rot="0" flipH="1">
              <a:off x="3655" y="3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54" name=""/>
            <p:cNvSpPr/>
            <p:nvPr/>
          </p:nvSpPr>
          <p:spPr>
            <a:xfrm rot="0">
              <a:off x="3649" y="3093"/>
              <a:ext cx="21" cy="19"/>
            </a:xfrm>
            <a:custGeom>
              <a:avLst/>
              <a:ahLst/>
              <a:rect l="0" t="0" r="r" b="b"/>
              <a:pathLst>
                <a:path w="84" h="78">
                  <a:moveTo>
                    <a:pt x="84" y="29"/>
                  </a:moveTo>
                  <a:lnTo>
                    <a:pt x="54" y="15"/>
                  </a:lnTo>
                  <a:lnTo>
                    <a:pt x="24" y="0"/>
                  </a:lnTo>
                  <a:lnTo>
                    <a:pt x="0" y="49"/>
                  </a:lnTo>
                  <a:lnTo>
                    <a:pt x="31" y="63"/>
                  </a:lnTo>
                  <a:lnTo>
                    <a:pt x="61" y="78"/>
                  </a:lnTo>
                  <a:lnTo>
                    <a:pt x="8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55" name=""/>
            <p:cNvSpPr/>
            <p:nvPr/>
          </p:nvSpPr>
          <p:spPr>
            <a:xfrm rot="0">
              <a:off x="3649" y="3093"/>
              <a:ext cx="21" cy="19"/>
            </a:xfrm>
            <a:custGeom>
              <a:avLst/>
              <a:ahLst/>
              <a:rect l="0" t="0" r="r" b="b"/>
              <a:pathLst>
                <a:path w="84" h="78">
                  <a:moveTo>
                    <a:pt x="84" y="29"/>
                  </a:moveTo>
                  <a:lnTo>
                    <a:pt x="54" y="15"/>
                  </a:lnTo>
                  <a:lnTo>
                    <a:pt x="24" y="0"/>
                  </a:lnTo>
                  <a:lnTo>
                    <a:pt x="0" y="49"/>
                  </a:lnTo>
                  <a:lnTo>
                    <a:pt x="31" y="63"/>
                  </a:lnTo>
                  <a:lnTo>
                    <a:pt x="61" y="78"/>
                  </a:lnTo>
                  <a:lnTo>
                    <a:pt x="84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56" name=""/>
            <p:cNvSpPr/>
            <p:nvPr/>
          </p:nvSpPr>
          <p:spPr>
            <a:xfrm rot="0">
              <a:off x="3649" y="3105"/>
              <a:ext cx="7" cy="3"/>
            </a:xfrm>
            <a:custGeom>
              <a:avLst/>
              <a:ahLst/>
              <a:rect l="0" t="0" r="r" b="b"/>
              <a:pathLst>
                <a:path w="32" h="14">
                  <a:moveTo>
                    <a:pt x="32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57" name=""/>
            <p:cNvSpPr/>
            <p:nvPr/>
          </p:nvSpPr>
          <p:spPr>
            <a:xfrm rot="0" flipH="1">
              <a:off x="3649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58" name=""/>
            <p:cNvSpPr/>
            <p:nvPr/>
          </p:nvSpPr>
          <p:spPr>
            <a:xfrm rot="0">
              <a:off x="3643" y="3105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26"/>
                  </a:moveTo>
                  <a:lnTo>
                    <a:pt x="53" y="13"/>
                  </a:lnTo>
                  <a:lnTo>
                    <a:pt x="21" y="0"/>
                  </a:lnTo>
                  <a:lnTo>
                    <a:pt x="0" y="50"/>
                  </a:lnTo>
                  <a:lnTo>
                    <a:pt x="32" y="63"/>
                  </a:lnTo>
                  <a:lnTo>
                    <a:pt x="63" y="76"/>
                  </a:lnTo>
                  <a:lnTo>
                    <a:pt x="8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59" name=""/>
            <p:cNvSpPr/>
            <p:nvPr/>
          </p:nvSpPr>
          <p:spPr>
            <a:xfrm rot="0">
              <a:off x="3643" y="3105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84" y="26"/>
                  </a:moveTo>
                  <a:lnTo>
                    <a:pt x="53" y="13"/>
                  </a:lnTo>
                  <a:lnTo>
                    <a:pt x="21" y="0"/>
                  </a:lnTo>
                  <a:lnTo>
                    <a:pt x="0" y="50"/>
                  </a:lnTo>
                  <a:lnTo>
                    <a:pt x="32" y="63"/>
                  </a:lnTo>
                  <a:lnTo>
                    <a:pt x="63" y="76"/>
                  </a:lnTo>
                  <a:lnTo>
                    <a:pt x="8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60" name=""/>
            <p:cNvSpPr/>
            <p:nvPr/>
          </p:nvSpPr>
          <p:spPr>
            <a:xfrm rot="0">
              <a:off x="3643" y="3117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61" name=""/>
            <p:cNvSpPr/>
            <p:nvPr/>
          </p:nvSpPr>
          <p:spPr>
            <a:xfrm rot="0">
              <a:off x="3643" y="3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62" name=""/>
            <p:cNvSpPr/>
            <p:nvPr/>
          </p:nvSpPr>
          <p:spPr>
            <a:xfrm rot="0">
              <a:off x="3638" y="3118"/>
              <a:ext cx="21" cy="19"/>
            </a:xfrm>
            <a:custGeom>
              <a:avLst/>
              <a:ahLst/>
              <a:rect l="0" t="0" r="r" b="b"/>
              <a:pathLst>
                <a:path w="83" h="75">
                  <a:moveTo>
                    <a:pt x="83" y="24"/>
                  </a:moveTo>
                  <a:lnTo>
                    <a:pt x="52" y="12"/>
                  </a:lnTo>
                  <a:lnTo>
                    <a:pt x="20" y="0"/>
                  </a:lnTo>
                  <a:lnTo>
                    <a:pt x="0" y="52"/>
                  </a:lnTo>
                  <a:lnTo>
                    <a:pt x="32" y="63"/>
                  </a:lnTo>
                  <a:lnTo>
                    <a:pt x="63" y="75"/>
                  </a:lnTo>
                  <a:lnTo>
                    <a:pt x="8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63" name=""/>
            <p:cNvSpPr/>
            <p:nvPr/>
          </p:nvSpPr>
          <p:spPr>
            <a:xfrm rot="0">
              <a:off x="3638" y="3118"/>
              <a:ext cx="21" cy="19"/>
            </a:xfrm>
            <a:custGeom>
              <a:avLst/>
              <a:ahLst/>
              <a:rect l="0" t="0" r="r" b="b"/>
              <a:pathLst>
                <a:path w="83" h="75">
                  <a:moveTo>
                    <a:pt x="83" y="24"/>
                  </a:moveTo>
                  <a:lnTo>
                    <a:pt x="52" y="12"/>
                  </a:lnTo>
                  <a:lnTo>
                    <a:pt x="20" y="0"/>
                  </a:lnTo>
                  <a:lnTo>
                    <a:pt x="0" y="52"/>
                  </a:lnTo>
                  <a:lnTo>
                    <a:pt x="32" y="63"/>
                  </a:lnTo>
                  <a:lnTo>
                    <a:pt x="63" y="75"/>
                  </a:lnTo>
                  <a:lnTo>
                    <a:pt x="83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64" name=""/>
            <p:cNvSpPr/>
            <p:nvPr/>
          </p:nvSpPr>
          <p:spPr>
            <a:xfrm rot="0">
              <a:off x="3638" y="3131"/>
              <a:ext cx="8" cy="3"/>
            </a:xfrm>
            <a:custGeom>
              <a:avLst/>
              <a:ahLst/>
              <a:rect l="0" t="0" r="r" b="b"/>
              <a:pathLst>
                <a:path w="32" h="11">
                  <a:moveTo>
                    <a:pt x="32" y="1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65" name=""/>
            <p:cNvSpPr/>
            <p:nvPr/>
          </p:nvSpPr>
          <p:spPr>
            <a:xfrm rot="0">
              <a:off x="3638" y="31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66" name=""/>
            <p:cNvSpPr/>
            <p:nvPr/>
          </p:nvSpPr>
          <p:spPr>
            <a:xfrm rot="0">
              <a:off x="3634" y="3131"/>
              <a:ext cx="20" cy="18"/>
            </a:xfrm>
            <a:custGeom>
              <a:avLst/>
              <a:ahLst/>
              <a:rect l="0" t="0" r="r" b="b"/>
              <a:pathLst>
                <a:path w="78" h="71">
                  <a:moveTo>
                    <a:pt x="78" y="19"/>
                  </a:moveTo>
                  <a:lnTo>
                    <a:pt x="47" y="9"/>
                  </a:lnTo>
                  <a:lnTo>
                    <a:pt x="15" y="0"/>
                  </a:lnTo>
                  <a:lnTo>
                    <a:pt x="0" y="53"/>
                  </a:lnTo>
                  <a:lnTo>
                    <a:pt x="31" y="62"/>
                  </a:lnTo>
                  <a:lnTo>
                    <a:pt x="63" y="71"/>
                  </a:lnTo>
                  <a:lnTo>
                    <a:pt x="7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67" name=""/>
            <p:cNvSpPr/>
            <p:nvPr/>
          </p:nvSpPr>
          <p:spPr>
            <a:xfrm rot="0">
              <a:off x="3634" y="3131"/>
              <a:ext cx="20" cy="18"/>
            </a:xfrm>
            <a:custGeom>
              <a:avLst/>
              <a:ahLst/>
              <a:rect l="0" t="0" r="r" b="b"/>
              <a:pathLst>
                <a:path w="78" h="71">
                  <a:moveTo>
                    <a:pt x="78" y="19"/>
                  </a:moveTo>
                  <a:lnTo>
                    <a:pt x="47" y="9"/>
                  </a:lnTo>
                  <a:lnTo>
                    <a:pt x="15" y="0"/>
                  </a:lnTo>
                  <a:lnTo>
                    <a:pt x="0" y="53"/>
                  </a:lnTo>
                  <a:lnTo>
                    <a:pt x="31" y="62"/>
                  </a:lnTo>
                  <a:lnTo>
                    <a:pt x="63" y="71"/>
                  </a:lnTo>
                  <a:lnTo>
                    <a:pt x="78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68" name=""/>
            <p:cNvSpPr/>
            <p:nvPr/>
          </p:nvSpPr>
          <p:spPr>
            <a:xfrm rot="0">
              <a:off x="3634" y="3144"/>
              <a:ext cx="8" cy="3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69" name=""/>
            <p:cNvSpPr/>
            <p:nvPr/>
          </p:nvSpPr>
          <p:spPr>
            <a:xfrm rot="0" flipH="1">
              <a:off x="3634" y="31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70" name=""/>
            <p:cNvSpPr/>
            <p:nvPr/>
          </p:nvSpPr>
          <p:spPr>
            <a:xfrm rot="0">
              <a:off x="3631" y="3145"/>
              <a:ext cx="19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79" y="16"/>
                  </a:moveTo>
                  <a:lnTo>
                    <a:pt x="46" y="8"/>
                  </a:lnTo>
                  <a:lnTo>
                    <a:pt x="13" y="0"/>
                  </a:lnTo>
                  <a:lnTo>
                    <a:pt x="0" y="53"/>
                  </a:lnTo>
                  <a:lnTo>
                    <a:pt x="33" y="61"/>
                  </a:lnTo>
                  <a:lnTo>
                    <a:pt x="66" y="68"/>
                  </a:lnTo>
                  <a:lnTo>
                    <a:pt x="7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71" name=""/>
            <p:cNvSpPr/>
            <p:nvPr/>
          </p:nvSpPr>
          <p:spPr>
            <a:xfrm rot="0">
              <a:off x="3631" y="3145"/>
              <a:ext cx="19" cy="17"/>
            </a:xfrm>
            <a:custGeom>
              <a:avLst/>
              <a:ahLst/>
              <a:rect l="0" t="0" r="r" b="b"/>
              <a:pathLst>
                <a:path w="79" h="68">
                  <a:moveTo>
                    <a:pt x="79" y="16"/>
                  </a:moveTo>
                  <a:lnTo>
                    <a:pt x="46" y="8"/>
                  </a:lnTo>
                  <a:lnTo>
                    <a:pt x="13" y="0"/>
                  </a:lnTo>
                  <a:lnTo>
                    <a:pt x="0" y="53"/>
                  </a:lnTo>
                  <a:lnTo>
                    <a:pt x="33" y="61"/>
                  </a:lnTo>
                  <a:lnTo>
                    <a:pt x="66" y="68"/>
                  </a:lnTo>
                  <a:lnTo>
                    <a:pt x="79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72" name=""/>
            <p:cNvSpPr/>
            <p:nvPr/>
          </p:nvSpPr>
          <p:spPr>
            <a:xfrm rot="0">
              <a:off x="3631" y="3158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73" name=""/>
            <p:cNvSpPr/>
            <p:nvPr/>
          </p:nvSpPr>
          <p:spPr>
            <a:xfrm rot="0">
              <a:off x="3631" y="3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74" name=""/>
            <p:cNvSpPr/>
            <p:nvPr/>
          </p:nvSpPr>
          <p:spPr>
            <a:xfrm rot="0">
              <a:off x="3628" y="3158"/>
              <a:ext cx="19" cy="17"/>
            </a:xfrm>
            <a:custGeom>
              <a:avLst/>
              <a:ahLst/>
              <a:rect l="0" t="0" r="r" b="b"/>
              <a:pathLst>
                <a:path w="76" h="67">
                  <a:moveTo>
                    <a:pt x="76" y="13"/>
                  </a:moveTo>
                  <a:lnTo>
                    <a:pt x="43" y="7"/>
                  </a:lnTo>
                  <a:lnTo>
                    <a:pt x="10" y="0"/>
                  </a:lnTo>
                  <a:lnTo>
                    <a:pt x="0" y="54"/>
                  </a:lnTo>
                  <a:lnTo>
                    <a:pt x="32" y="60"/>
                  </a:lnTo>
                  <a:lnTo>
                    <a:pt x="65" y="67"/>
                  </a:lnTo>
                  <a:lnTo>
                    <a:pt x="7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75" name=""/>
            <p:cNvSpPr/>
            <p:nvPr/>
          </p:nvSpPr>
          <p:spPr>
            <a:xfrm rot="0">
              <a:off x="3628" y="3158"/>
              <a:ext cx="19" cy="17"/>
            </a:xfrm>
            <a:custGeom>
              <a:avLst/>
              <a:ahLst/>
              <a:rect l="0" t="0" r="r" b="b"/>
              <a:pathLst>
                <a:path w="76" h="67">
                  <a:moveTo>
                    <a:pt x="76" y="13"/>
                  </a:moveTo>
                  <a:lnTo>
                    <a:pt x="43" y="7"/>
                  </a:lnTo>
                  <a:lnTo>
                    <a:pt x="10" y="0"/>
                  </a:lnTo>
                  <a:lnTo>
                    <a:pt x="0" y="54"/>
                  </a:lnTo>
                  <a:lnTo>
                    <a:pt x="32" y="60"/>
                  </a:lnTo>
                  <a:lnTo>
                    <a:pt x="65" y="67"/>
                  </a:lnTo>
                  <a:lnTo>
                    <a:pt x="76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76" name=""/>
            <p:cNvSpPr/>
            <p:nvPr/>
          </p:nvSpPr>
          <p:spPr>
            <a:xfrm rot="0">
              <a:off x="3628" y="3172"/>
              <a:ext cx="8" cy="1"/>
            </a:xfrm>
            <a:custGeom>
              <a:avLst/>
              <a:ahLst/>
              <a:rect l="0" t="0" r="r" b="b"/>
              <a:pathLst>
                <a:path w="32" h="6">
                  <a:moveTo>
                    <a:pt x="32" y="6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77" name=""/>
            <p:cNvSpPr/>
            <p:nvPr/>
          </p:nvSpPr>
          <p:spPr>
            <a:xfrm rot="0">
              <a:off x="3628" y="31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78" name=""/>
            <p:cNvSpPr/>
            <p:nvPr/>
          </p:nvSpPr>
          <p:spPr>
            <a:xfrm rot="0">
              <a:off x="3626" y="3172"/>
              <a:ext cx="19" cy="16"/>
            </a:xfrm>
            <a:custGeom>
              <a:avLst/>
              <a:ahLst/>
              <a:rect l="0" t="0" r="r" b="b"/>
              <a:pathLst>
                <a:path w="72" h="61">
                  <a:moveTo>
                    <a:pt x="72" y="7"/>
                  </a:moveTo>
                  <a:lnTo>
                    <a:pt x="39" y="3"/>
                  </a:lnTo>
                  <a:lnTo>
                    <a:pt x="7" y="0"/>
                  </a:lnTo>
                  <a:lnTo>
                    <a:pt x="0" y="53"/>
                  </a:lnTo>
                  <a:lnTo>
                    <a:pt x="33" y="57"/>
                  </a:lnTo>
                  <a:lnTo>
                    <a:pt x="66" y="61"/>
                  </a:lnTo>
                  <a:lnTo>
                    <a:pt x="7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79" name=""/>
            <p:cNvSpPr/>
            <p:nvPr/>
          </p:nvSpPr>
          <p:spPr>
            <a:xfrm rot="0">
              <a:off x="3626" y="3172"/>
              <a:ext cx="19" cy="16"/>
            </a:xfrm>
            <a:custGeom>
              <a:avLst/>
              <a:ahLst/>
              <a:rect l="0" t="0" r="r" b="b"/>
              <a:pathLst>
                <a:path w="72" h="61">
                  <a:moveTo>
                    <a:pt x="72" y="7"/>
                  </a:moveTo>
                  <a:lnTo>
                    <a:pt x="39" y="3"/>
                  </a:lnTo>
                  <a:lnTo>
                    <a:pt x="7" y="0"/>
                  </a:lnTo>
                  <a:lnTo>
                    <a:pt x="0" y="53"/>
                  </a:lnTo>
                  <a:lnTo>
                    <a:pt x="33" y="57"/>
                  </a:lnTo>
                  <a:lnTo>
                    <a:pt x="66" y="61"/>
                  </a:lnTo>
                  <a:lnTo>
                    <a:pt x="72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80" name=""/>
            <p:cNvSpPr/>
            <p:nvPr/>
          </p:nvSpPr>
          <p:spPr>
            <a:xfrm rot="0">
              <a:off x="3626" y="3186"/>
              <a:ext cx="9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81" name=""/>
            <p:cNvSpPr/>
            <p:nvPr/>
          </p:nvSpPr>
          <p:spPr>
            <a:xfrm rot="0">
              <a:off x="3626" y="31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82" name=""/>
            <p:cNvSpPr/>
            <p:nvPr/>
          </p:nvSpPr>
          <p:spPr>
            <a:xfrm rot="0">
              <a:off x="3625" y="3186"/>
              <a:ext cx="18" cy="15"/>
            </a:xfrm>
            <a:custGeom>
              <a:avLst/>
              <a:ahLst/>
              <a:rect l="0" t="0" r="r" b="b"/>
              <a:pathLst>
                <a:path w="71" h="60">
                  <a:moveTo>
                    <a:pt x="71" y="5"/>
                  </a:moveTo>
                  <a:lnTo>
                    <a:pt x="38" y="2"/>
                  </a:lnTo>
                  <a:lnTo>
                    <a:pt x="5" y="0"/>
                  </a:lnTo>
                  <a:lnTo>
                    <a:pt x="0" y="55"/>
                  </a:lnTo>
                  <a:lnTo>
                    <a:pt x="33" y="58"/>
                  </a:lnTo>
                  <a:lnTo>
                    <a:pt x="65" y="60"/>
                  </a:lnTo>
                  <a:lnTo>
                    <a:pt x="7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83" name=""/>
            <p:cNvSpPr/>
            <p:nvPr/>
          </p:nvSpPr>
          <p:spPr>
            <a:xfrm rot="0">
              <a:off x="3625" y="3186"/>
              <a:ext cx="18" cy="15"/>
            </a:xfrm>
            <a:custGeom>
              <a:avLst/>
              <a:ahLst/>
              <a:rect l="0" t="0" r="r" b="b"/>
              <a:pathLst>
                <a:path w="71" h="60">
                  <a:moveTo>
                    <a:pt x="71" y="5"/>
                  </a:moveTo>
                  <a:lnTo>
                    <a:pt x="38" y="2"/>
                  </a:lnTo>
                  <a:lnTo>
                    <a:pt x="5" y="0"/>
                  </a:lnTo>
                  <a:lnTo>
                    <a:pt x="0" y="55"/>
                  </a:lnTo>
                  <a:lnTo>
                    <a:pt x="33" y="58"/>
                  </a:lnTo>
                  <a:lnTo>
                    <a:pt x="65" y="60"/>
                  </a:lnTo>
                  <a:lnTo>
                    <a:pt x="7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84" name=""/>
            <p:cNvSpPr/>
            <p:nvPr/>
          </p:nvSpPr>
          <p:spPr>
            <a:xfrm rot="0">
              <a:off x="3625" y="3200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85" name=""/>
            <p:cNvSpPr/>
            <p:nvPr/>
          </p:nvSpPr>
          <p:spPr>
            <a:xfrm rot="0">
              <a:off x="3625" y="32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86" name=""/>
            <p:cNvSpPr/>
            <p:nvPr/>
          </p:nvSpPr>
          <p:spPr>
            <a:xfrm rot="0">
              <a:off x="3625" y="3200"/>
              <a:ext cx="17" cy="14"/>
            </a:xfrm>
            <a:custGeom>
              <a:avLst/>
              <a:ahLst/>
              <a:rect l="0" t="0" r="r" b="b"/>
              <a:pathLst>
                <a:path w="67" h="57">
                  <a:moveTo>
                    <a:pt x="67" y="3"/>
                  </a:moveTo>
                  <a:lnTo>
                    <a:pt x="35" y="2"/>
                  </a:lnTo>
                  <a:lnTo>
                    <a:pt x="2" y="0"/>
                  </a:lnTo>
                  <a:lnTo>
                    <a:pt x="0" y="54"/>
                  </a:lnTo>
                  <a:lnTo>
                    <a:pt x="33" y="55"/>
                  </a:lnTo>
                  <a:lnTo>
                    <a:pt x="66" y="57"/>
                  </a:lnTo>
                  <a:lnTo>
                    <a:pt x="6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87" name=""/>
            <p:cNvSpPr/>
            <p:nvPr/>
          </p:nvSpPr>
          <p:spPr>
            <a:xfrm rot="0">
              <a:off x="3625" y="3200"/>
              <a:ext cx="17" cy="14"/>
            </a:xfrm>
            <a:custGeom>
              <a:avLst/>
              <a:ahLst/>
              <a:rect l="0" t="0" r="r" b="b"/>
              <a:pathLst>
                <a:path w="67" h="57">
                  <a:moveTo>
                    <a:pt x="67" y="3"/>
                  </a:moveTo>
                  <a:lnTo>
                    <a:pt x="35" y="2"/>
                  </a:lnTo>
                  <a:lnTo>
                    <a:pt x="2" y="0"/>
                  </a:lnTo>
                  <a:lnTo>
                    <a:pt x="0" y="54"/>
                  </a:lnTo>
                  <a:lnTo>
                    <a:pt x="33" y="55"/>
                  </a:lnTo>
                  <a:lnTo>
                    <a:pt x="66" y="57"/>
                  </a:lnTo>
                  <a:lnTo>
                    <a:pt x="67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88" name=""/>
            <p:cNvSpPr/>
            <p:nvPr/>
          </p:nvSpPr>
          <p:spPr>
            <a:xfrm rot="0">
              <a:off x="3625" y="3214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3"/>
                  </a:lnTo>
                  <a:lnTo>
                    <a:pt x="65" y="12"/>
                  </a:lnTo>
                  <a:lnTo>
                    <a:pt x="60" y="21"/>
                  </a:lnTo>
                  <a:lnTo>
                    <a:pt x="52" y="29"/>
                  </a:lnTo>
                  <a:lnTo>
                    <a:pt x="42" y="33"/>
                  </a:lnTo>
                  <a:lnTo>
                    <a:pt x="32" y="34"/>
                  </a:lnTo>
                  <a:lnTo>
                    <a:pt x="23" y="33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89" name=""/>
            <p:cNvSpPr/>
            <p:nvPr/>
          </p:nvSpPr>
          <p:spPr>
            <a:xfrm rot="0">
              <a:off x="3625" y="3214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66" y="3"/>
                  </a:moveTo>
                  <a:lnTo>
                    <a:pt x="65" y="12"/>
                  </a:lnTo>
                  <a:lnTo>
                    <a:pt x="60" y="21"/>
                  </a:lnTo>
                  <a:lnTo>
                    <a:pt x="52" y="29"/>
                  </a:lnTo>
                  <a:lnTo>
                    <a:pt x="42" y="33"/>
                  </a:lnTo>
                  <a:lnTo>
                    <a:pt x="32" y="34"/>
                  </a:lnTo>
                  <a:lnTo>
                    <a:pt x="23" y="33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90" name=""/>
            <p:cNvSpPr/>
            <p:nvPr/>
          </p:nvSpPr>
          <p:spPr>
            <a:xfrm rot="0">
              <a:off x="3410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91" name=""/>
            <p:cNvSpPr/>
            <p:nvPr/>
          </p:nvSpPr>
          <p:spPr>
            <a:xfrm rot="0">
              <a:off x="3410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92" name=""/>
            <p:cNvSpPr/>
            <p:nvPr/>
          </p:nvSpPr>
          <p:spPr>
            <a:xfrm rot="0">
              <a:off x="3418" y="3206"/>
              <a:ext cx="215" cy="16"/>
            </a:xfrm>
            <a:custGeom>
              <a:avLst/>
              <a:ahLst/>
              <a:rect l="0" t="0" r="r" b="b"/>
              <a:pathLst>
                <a:path w="85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859" y="67"/>
                  </a:lnTo>
                  <a:lnTo>
                    <a:pt x="859" y="34"/>
                  </a:lnTo>
                  <a:lnTo>
                    <a:pt x="85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93" name=""/>
            <p:cNvSpPr/>
            <p:nvPr/>
          </p:nvSpPr>
          <p:spPr>
            <a:xfrm rot="0">
              <a:off x="3418" y="3206"/>
              <a:ext cx="215" cy="16"/>
            </a:xfrm>
            <a:custGeom>
              <a:avLst/>
              <a:ahLst/>
              <a:rect l="0" t="0" r="r" b="b"/>
              <a:pathLst>
                <a:path w="85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859" y="67"/>
                  </a:lnTo>
                  <a:lnTo>
                    <a:pt x="859" y="34"/>
                  </a:lnTo>
                  <a:lnTo>
                    <a:pt x="85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94" name=""/>
            <p:cNvSpPr/>
            <p:nvPr/>
          </p:nvSpPr>
          <p:spPr>
            <a:xfrm rot="0">
              <a:off x="3633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95" name=""/>
            <p:cNvSpPr/>
            <p:nvPr/>
          </p:nvSpPr>
          <p:spPr>
            <a:xfrm rot="0">
              <a:off x="3633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96" name=""/>
            <p:cNvSpPr/>
            <p:nvPr/>
          </p:nvSpPr>
          <p:spPr>
            <a:xfrm rot="0">
              <a:off x="3877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97" name=""/>
            <p:cNvSpPr/>
            <p:nvPr/>
          </p:nvSpPr>
          <p:spPr>
            <a:xfrm rot="0">
              <a:off x="3877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098" name=""/>
            <p:cNvSpPr/>
            <p:nvPr/>
          </p:nvSpPr>
          <p:spPr>
            <a:xfrm rot="0">
              <a:off x="3877" y="2747"/>
              <a:ext cx="17" cy="215"/>
            </a:xfrm>
            <a:custGeom>
              <a:avLst/>
              <a:ahLst/>
              <a:rect l="0" t="0" r="r" b="b"/>
              <a:pathLst>
                <a:path w="67" h="86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861"/>
                  </a:lnTo>
                  <a:lnTo>
                    <a:pt x="33" y="861"/>
                  </a:lnTo>
                  <a:lnTo>
                    <a:pt x="67" y="861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099" name=""/>
            <p:cNvSpPr/>
            <p:nvPr/>
          </p:nvSpPr>
          <p:spPr>
            <a:xfrm rot="0">
              <a:off x="3877" y="2747"/>
              <a:ext cx="17" cy="215"/>
            </a:xfrm>
            <a:custGeom>
              <a:avLst/>
              <a:ahLst/>
              <a:rect l="0" t="0" r="r" b="b"/>
              <a:pathLst>
                <a:path w="67" h="86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861"/>
                  </a:lnTo>
                  <a:lnTo>
                    <a:pt x="33" y="861"/>
                  </a:lnTo>
                  <a:lnTo>
                    <a:pt x="67" y="86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00" name=""/>
            <p:cNvSpPr/>
            <p:nvPr/>
          </p:nvSpPr>
          <p:spPr>
            <a:xfrm rot="0">
              <a:off x="3877" y="2962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01" name=""/>
            <p:cNvSpPr/>
            <p:nvPr/>
          </p:nvSpPr>
          <p:spPr>
            <a:xfrm rot="0">
              <a:off x="3877" y="2962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02" name=""/>
            <p:cNvSpPr/>
            <p:nvPr/>
          </p:nvSpPr>
          <p:spPr>
            <a:xfrm rot="0">
              <a:off x="3082" y="3206"/>
              <a:ext cx="9" cy="16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03" name=""/>
            <p:cNvSpPr/>
            <p:nvPr/>
          </p:nvSpPr>
          <p:spPr>
            <a:xfrm rot="0">
              <a:off x="3082" y="3206"/>
              <a:ext cx="9" cy="16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04" name=""/>
            <p:cNvSpPr/>
            <p:nvPr/>
          </p:nvSpPr>
          <p:spPr>
            <a:xfrm rot="0">
              <a:off x="3091" y="3206"/>
              <a:ext cx="327" cy="16"/>
            </a:xfrm>
            <a:custGeom>
              <a:avLst/>
              <a:ahLst/>
              <a:rect l="0" t="0" r="r" b="b"/>
              <a:pathLst>
                <a:path w="1311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311" y="67"/>
                  </a:lnTo>
                  <a:lnTo>
                    <a:pt x="1311" y="34"/>
                  </a:lnTo>
                  <a:lnTo>
                    <a:pt x="131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05" name=""/>
            <p:cNvSpPr/>
            <p:nvPr/>
          </p:nvSpPr>
          <p:spPr>
            <a:xfrm rot="0">
              <a:off x="3091" y="3206"/>
              <a:ext cx="327" cy="16"/>
            </a:xfrm>
            <a:custGeom>
              <a:avLst/>
              <a:ahLst/>
              <a:rect l="0" t="0" r="r" b="b"/>
              <a:pathLst>
                <a:path w="1311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311" y="67"/>
                  </a:lnTo>
                  <a:lnTo>
                    <a:pt x="1311" y="34"/>
                  </a:lnTo>
                  <a:lnTo>
                    <a:pt x="13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06" name=""/>
            <p:cNvSpPr/>
            <p:nvPr/>
          </p:nvSpPr>
          <p:spPr>
            <a:xfrm rot="0">
              <a:off x="3418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07" name=""/>
            <p:cNvSpPr/>
            <p:nvPr/>
          </p:nvSpPr>
          <p:spPr>
            <a:xfrm rot="0">
              <a:off x="3418" y="3206"/>
              <a:ext cx="9" cy="16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08" name=""/>
            <p:cNvSpPr/>
            <p:nvPr/>
          </p:nvSpPr>
          <p:spPr>
            <a:xfrm rot="0">
              <a:off x="3885" y="2411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33"/>
                  </a:moveTo>
                  <a:lnTo>
                    <a:pt x="0" y="0"/>
                  </a:lnTo>
                  <a:lnTo>
                    <a:pt x="11" y="1"/>
                  </a:lnTo>
                  <a:lnTo>
                    <a:pt x="20" y="5"/>
                  </a:lnTo>
                  <a:lnTo>
                    <a:pt x="27" y="13"/>
                  </a:lnTo>
                  <a:lnTo>
                    <a:pt x="32" y="22"/>
                  </a:lnTo>
                  <a:lnTo>
                    <a:pt x="33" y="33"/>
                  </a:lnTo>
                  <a:lnTo>
                    <a:pt x="32" y="43"/>
                  </a:lnTo>
                  <a:lnTo>
                    <a:pt x="28" y="52"/>
                  </a:lnTo>
                  <a:lnTo>
                    <a:pt x="20" y="59"/>
                  </a:lnTo>
                  <a:lnTo>
                    <a:pt x="11" y="64"/>
                  </a:lnTo>
                  <a:lnTo>
                    <a:pt x="0" y="65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09" name=""/>
            <p:cNvSpPr/>
            <p:nvPr/>
          </p:nvSpPr>
          <p:spPr>
            <a:xfrm rot="0">
              <a:off x="3885" y="2411"/>
              <a:ext cx="8" cy="16"/>
            </a:xfrm>
            <a:custGeom>
              <a:avLst/>
              <a:ahLst/>
              <a:rect l="0" t="0" r="r" b="b"/>
              <a:pathLst>
                <a:path w="33" h="65">
                  <a:moveTo>
                    <a:pt x="0" y="0"/>
                  </a:moveTo>
                  <a:lnTo>
                    <a:pt x="11" y="1"/>
                  </a:lnTo>
                  <a:lnTo>
                    <a:pt x="20" y="5"/>
                  </a:lnTo>
                  <a:lnTo>
                    <a:pt x="27" y="13"/>
                  </a:lnTo>
                  <a:lnTo>
                    <a:pt x="32" y="22"/>
                  </a:lnTo>
                  <a:lnTo>
                    <a:pt x="33" y="33"/>
                  </a:lnTo>
                  <a:lnTo>
                    <a:pt x="32" y="43"/>
                  </a:lnTo>
                  <a:lnTo>
                    <a:pt x="28" y="52"/>
                  </a:lnTo>
                  <a:lnTo>
                    <a:pt x="20" y="59"/>
                  </a:lnTo>
                  <a:lnTo>
                    <a:pt x="11" y="64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10" name=""/>
            <p:cNvSpPr/>
            <p:nvPr/>
          </p:nvSpPr>
          <p:spPr>
            <a:xfrm rot="0">
              <a:off x="3861" y="2411"/>
              <a:ext cx="24" cy="16"/>
            </a:xfrm>
            <a:custGeom>
              <a:avLst/>
              <a:ahLst/>
              <a:rect l="0" t="0" r="r" b="b"/>
              <a:pathLst>
                <a:path w="97" h="67">
                  <a:moveTo>
                    <a:pt x="97" y="65"/>
                  </a:moveTo>
                  <a:lnTo>
                    <a:pt x="97" y="33"/>
                  </a:lnTo>
                  <a:lnTo>
                    <a:pt x="97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97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11" name=""/>
            <p:cNvSpPr/>
            <p:nvPr/>
          </p:nvSpPr>
          <p:spPr>
            <a:xfrm rot="0">
              <a:off x="3861" y="2411"/>
              <a:ext cx="24" cy="16"/>
            </a:xfrm>
            <a:custGeom>
              <a:avLst/>
              <a:ahLst/>
              <a:rect l="0" t="0" r="r" b="b"/>
              <a:pathLst>
                <a:path w="97" h="67">
                  <a:moveTo>
                    <a:pt x="97" y="65"/>
                  </a:moveTo>
                  <a:lnTo>
                    <a:pt x="97" y="33"/>
                  </a:lnTo>
                  <a:lnTo>
                    <a:pt x="97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97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12" name=""/>
            <p:cNvSpPr/>
            <p:nvPr/>
          </p:nvSpPr>
          <p:spPr>
            <a:xfrm rot="0">
              <a:off x="3860" y="2411"/>
              <a:ext cx="1" cy="8"/>
            </a:xfrm>
            <a:custGeom>
              <a:avLst/>
              <a:ahLst/>
              <a:rect l="0" t="0" r="r" b="b"/>
              <a:pathLst>
                <a:path w="1" h="33">
                  <a:moveTo>
                    <a:pt x="1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13" name=""/>
            <p:cNvSpPr/>
            <p:nvPr/>
          </p:nvSpPr>
          <p:spPr>
            <a:xfrm rot="0" flipH="1">
              <a:off x="3860" y="24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14" name=""/>
            <p:cNvSpPr/>
            <p:nvPr/>
          </p:nvSpPr>
          <p:spPr>
            <a:xfrm rot="0">
              <a:off x="3836" y="2411"/>
              <a:ext cx="25" cy="17"/>
            </a:xfrm>
            <a:custGeom>
              <a:avLst/>
              <a:ahLst/>
              <a:rect l="0" t="0" r="r" b="b"/>
              <a:pathLst>
                <a:path w="101" h="70">
                  <a:moveTo>
                    <a:pt x="101" y="66"/>
                  </a:moveTo>
                  <a:lnTo>
                    <a:pt x="100" y="33"/>
                  </a:lnTo>
                  <a:lnTo>
                    <a:pt x="99" y="0"/>
                  </a:lnTo>
                  <a:lnTo>
                    <a:pt x="0" y="4"/>
                  </a:lnTo>
                  <a:lnTo>
                    <a:pt x="1" y="37"/>
                  </a:lnTo>
                  <a:lnTo>
                    <a:pt x="3" y="70"/>
                  </a:lnTo>
                  <a:lnTo>
                    <a:pt x="101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15" name=""/>
            <p:cNvSpPr/>
            <p:nvPr/>
          </p:nvSpPr>
          <p:spPr>
            <a:xfrm rot="0">
              <a:off x="3836" y="2411"/>
              <a:ext cx="25" cy="17"/>
            </a:xfrm>
            <a:custGeom>
              <a:avLst/>
              <a:ahLst/>
              <a:rect l="0" t="0" r="r" b="b"/>
              <a:pathLst>
                <a:path w="101" h="70">
                  <a:moveTo>
                    <a:pt x="101" y="66"/>
                  </a:moveTo>
                  <a:lnTo>
                    <a:pt x="100" y="33"/>
                  </a:lnTo>
                  <a:lnTo>
                    <a:pt x="99" y="0"/>
                  </a:lnTo>
                  <a:lnTo>
                    <a:pt x="0" y="4"/>
                  </a:lnTo>
                  <a:lnTo>
                    <a:pt x="1" y="37"/>
                  </a:lnTo>
                  <a:lnTo>
                    <a:pt x="3" y="70"/>
                  </a:lnTo>
                  <a:lnTo>
                    <a:pt x="101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16" name=""/>
            <p:cNvSpPr/>
            <p:nvPr/>
          </p:nvSpPr>
          <p:spPr>
            <a:xfrm rot="0">
              <a:off x="3835" y="2412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2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17" name=""/>
            <p:cNvSpPr/>
            <p:nvPr/>
          </p:nvSpPr>
          <p:spPr>
            <a:xfrm rot="0" flipH="1">
              <a:off x="3835" y="2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18" name=""/>
            <p:cNvSpPr/>
            <p:nvPr/>
          </p:nvSpPr>
          <p:spPr>
            <a:xfrm rot="0">
              <a:off x="3811" y="2412"/>
              <a:ext cx="26" cy="18"/>
            </a:xfrm>
            <a:custGeom>
              <a:avLst/>
              <a:ahLst/>
              <a:rect l="0" t="0" r="r" b="b"/>
              <a:pathLst>
                <a:path w="102" h="74">
                  <a:moveTo>
                    <a:pt x="102" y="66"/>
                  </a:moveTo>
                  <a:lnTo>
                    <a:pt x="99" y="33"/>
                  </a:lnTo>
                  <a:lnTo>
                    <a:pt x="97" y="0"/>
                  </a:lnTo>
                  <a:lnTo>
                    <a:pt x="0" y="8"/>
                  </a:lnTo>
                  <a:lnTo>
                    <a:pt x="2" y="41"/>
                  </a:lnTo>
                  <a:lnTo>
                    <a:pt x="5" y="74"/>
                  </a:lnTo>
                  <a:lnTo>
                    <a:pt x="102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19" name=""/>
            <p:cNvSpPr/>
            <p:nvPr/>
          </p:nvSpPr>
          <p:spPr>
            <a:xfrm rot="0">
              <a:off x="3811" y="2412"/>
              <a:ext cx="26" cy="18"/>
            </a:xfrm>
            <a:custGeom>
              <a:avLst/>
              <a:ahLst/>
              <a:rect l="0" t="0" r="r" b="b"/>
              <a:pathLst>
                <a:path w="102" h="74">
                  <a:moveTo>
                    <a:pt x="102" y="66"/>
                  </a:moveTo>
                  <a:lnTo>
                    <a:pt x="99" y="33"/>
                  </a:lnTo>
                  <a:lnTo>
                    <a:pt x="97" y="0"/>
                  </a:lnTo>
                  <a:lnTo>
                    <a:pt x="0" y="8"/>
                  </a:lnTo>
                  <a:lnTo>
                    <a:pt x="2" y="41"/>
                  </a:lnTo>
                  <a:lnTo>
                    <a:pt x="5" y="74"/>
                  </a:lnTo>
                  <a:lnTo>
                    <a:pt x="102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20" name=""/>
            <p:cNvSpPr/>
            <p:nvPr/>
          </p:nvSpPr>
          <p:spPr>
            <a:xfrm rot="0">
              <a:off x="3811" y="241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21" name=""/>
            <p:cNvSpPr/>
            <p:nvPr/>
          </p:nvSpPr>
          <p:spPr>
            <a:xfrm rot="0" flipH="1">
              <a:off x="3811" y="24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22" name=""/>
            <p:cNvSpPr/>
            <p:nvPr/>
          </p:nvSpPr>
          <p:spPr>
            <a:xfrm rot="0">
              <a:off x="3787" y="2414"/>
              <a:ext cx="26" cy="19"/>
            </a:xfrm>
            <a:custGeom>
              <a:avLst/>
              <a:ahLst/>
              <a:rect l="0" t="0" r="r" b="b"/>
              <a:pathLst>
                <a:path w="105" h="76">
                  <a:moveTo>
                    <a:pt x="105" y="66"/>
                  </a:moveTo>
                  <a:lnTo>
                    <a:pt x="101" y="33"/>
                  </a:lnTo>
                  <a:lnTo>
                    <a:pt x="97" y="0"/>
                  </a:lnTo>
                  <a:lnTo>
                    <a:pt x="0" y="10"/>
                  </a:lnTo>
                  <a:lnTo>
                    <a:pt x="4" y="43"/>
                  </a:lnTo>
                  <a:lnTo>
                    <a:pt x="8" y="76"/>
                  </a:lnTo>
                  <a:lnTo>
                    <a:pt x="105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23" name=""/>
            <p:cNvSpPr/>
            <p:nvPr/>
          </p:nvSpPr>
          <p:spPr>
            <a:xfrm rot="0">
              <a:off x="3787" y="2414"/>
              <a:ext cx="26" cy="19"/>
            </a:xfrm>
            <a:custGeom>
              <a:avLst/>
              <a:ahLst/>
              <a:rect l="0" t="0" r="r" b="b"/>
              <a:pathLst>
                <a:path w="105" h="76">
                  <a:moveTo>
                    <a:pt x="105" y="66"/>
                  </a:moveTo>
                  <a:lnTo>
                    <a:pt x="101" y="33"/>
                  </a:lnTo>
                  <a:lnTo>
                    <a:pt x="97" y="0"/>
                  </a:lnTo>
                  <a:lnTo>
                    <a:pt x="0" y="10"/>
                  </a:lnTo>
                  <a:lnTo>
                    <a:pt x="4" y="43"/>
                  </a:lnTo>
                  <a:lnTo>
                    <a:pt x="8" y="76"/>
                  </a:lnTo>
                  <a:lnTo>
                    <a:pt x="105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24" name=""/>
            <p:cNvSpPr/>
            <p:nvPr/>
          </p:nvSpPr>
          <p:spPr>
            <a:xfrm rot="0">
              <a:off x="3787" y="2417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25" name=""/>
            <p:cNvSpPr/>
            <p:nvPr/>
          </p:nvSpPr>
          <p:spPr>
            <a:xfrm rot="0">
              <a:off x="3787" y="24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26" name=""/>
            <p:cNvSpPr/>
            <p:nvPr/>
          </p:nvSpPr>
          <p:spPr>
            <a:xfrm rot="0">
              <a:off x="3762" y="2417"/>
              <a:ext cx="26" cy="19"/>
            </a:xfrm>
            <a:custGeom>
              <a:avLst/>
              <a:ahLst/>
              <a:rect l="0" t="0" r="r" b="b"/>
              <a:pathLst>
                <a:path w="105" h="79">
                  <a:moveTo>
                    <a:pt x="105" y="66"/>
                  </a:moveTo>
                  <a:lnTo>
                    <a:pt x="101" y="33"/>
                  </a:lnTo>
                  <a:lnTo>
                    <a:pt x="97" y="0"/>
                  </a:lnTo>
                  <a:lnTo>
                    <a:pt x="0" y="13"/>
                  </a:lnTo>
                  <a:lnTo>
                    <a:pt x="4" y="46"/>
                  </a:lnTo>
                  <a:lnTo>
                    <a:pt x="8" y="79"/>
                  </a:lnTo>
                  <a:lnTo>
                    <a:pt x="105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27" name=""/>
            <p:cNvSpPr/>
            <p:nvPr/>
          </p:nvSpPr>
          <p:spPr>
            <a:xfrm rot="0">
              <a:off x="3762" y="2417"/>
              <a:ext cx="26" cy="19"/>
            </a:xfrm>
            <a:custGeom>
              <a:avLst/>
              <a:ahLst/>
              <a:rect l="0" t="0" r="r" b="b"/>
              <a:pathLst>
                <a:path w="105" h="79">
                  <a:moveTo>
                    <a:pt x="105" y="66"/>
                  </a:moveTo>
                  <a:lnTo>
                    <a:pt x="101" y="33"/>
                  </a:lnTo>
                  <a:lnTo>
                    <a:pt x="97" y="0"/>
                  </a:lnTo>
                  <a:lnTo>
                    <a:pt x="0" y="13"/>
                  </a:lnTo>
                  <a:lnTo>
                    <a:pt x="4" y="46"/>
                  </a:lnTo>
                  <a:lnTo>
                    <a:pt x="8" y="79"/>
                  </a:lnTo>
                  <a:lnTo>
                    <a:pt x="105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28" name=""/>
            <p:cNvSpPr/>
            <p:nvPr/>
          </p:nvSpPr>
          <p:spPr>
            <a:xfrm rot="0">
              <a:off x="3762" y="2420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6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29" name=""/>
            <p:cNvSpPr/>
            <p:nvPr/>
          </p:nvSpPr>
          <p:spPr>
            <a:xfrm rot="0" flipH="1">
              <a:off x="3762" y="24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30" name=""/>
            <p:cNvSpPr/>
            <p:nvPr/>
          </p:nvSpPr>
          <p:spPr>
            <a:xfrm rot="0">
              <a:off x="3738" y="2420"/>
              <a:ext cx="26" cy="21"/>
            </a:xfrm>
            <a:custGeom>
              <a:avLst/>
              <a:ahLst/>
              <a:rect l="0" t="0" r="r" b="b"/>
              <a:pathLst>
                <a:path w="106" h="83">
                  <a:moveTo>
                    <a:pt x="106" y="66"/>
                  </a:moveTo>
                  <a:lnTo>
                    <a:pt x="101" y="33"/>
                  </a:lnTo>
                  <a:lnTo>
                    <a:pt x="95" y="0"/>
                  </a:lnTo>
                  <a:lnTo>
                    <a:pt x="0" y="18"/>
                  </a:lnTo>
                  <a:lnTo>
                    <a:pt x="5" y="50"/>
                  </a:lnTo>
                  <a:lnTo>
                    <a:pt x="10" y="83"/>
                  </a:lnTo>
                  <a:lnTo>
                    <a:pt x="10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31" name=""/>
            <p:cNvSpPr/>
            <p:nvPr/>
          </p:nvSpPr>
          <p:spPr>
            <a:xfrm rot="0">
              <a:off x="3738" y="2420"/>
              <a:ext cx="26" cy="21"/>
            </a:xfrm>
            <a:custGeom>
              <a:avLst/>
              <a:ahLst/>
              <a:rect l="0" t="0" r="r" b="b"/>
              <a:pathLst>
                <a:path w="106" h="83">
                  <a:moveTo>
                    <a:pt x="106" y="66"/>
                  </a:moveTo>
                  <a:lnTo>
                    <a:pt x="101" y="33"/>
                  </a:lnTo>
                  <a:lnTo>
                    <a:pt x="95" y="0"/>
                  </a:lnTo>
                  <a:lnTo>
                    <a:pt x="0" y="18"/>
                  </a:lnTo>
                  <a:lnTo>
                    <a:pt x="5" y="50"/>
                  </a:lnTo>
                  <a:lnTo>
                    <a:pt x="10" y="83"/>
                  </a:lnTo>
                  <a:lnTo>
                    <a:pt x="10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32" name=""/>
            <p:cNvSpPr/>
            <p:nvPr/>
          </p:nvSpPr>
          <p:spPr>
            <a:xfrm rot="0">
              <a:off x="3738" y="2424"/>
              <a:ext cx="1" cy="8"/>
            </a:xfrm>
            <a:custGeom>
              <a:avLst/>
              <a:ahLst/>
              <a:rect l="0" t="0" r="r" b="b"/>
              <a:pathLst>
                <a:path w="7" h="32">
                  <a:moveTo>
                    <a:pt x="7" y="3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7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33" name=""/>
            <p:cNvSpPr/>
            <p:nvPr/>
          </p:nvSpPr>
          <p:spPr>
            <a:xfrm rot="0" flipH="1">
              <a:off x="3738" y="24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34" name=""/>
            <p:cNvSpPr/>
            <p:nvPr/>
          </p:nvSpPr>
          <p:spPr>
            <a:xfrm rot="0">
              <a:off x="3714" y="2424"/>
              <a:ext cx="27" cy="21"/>
            </a:xfrm>
            <a:custGeom>
              <a:avLst/>
              <a:ahLst/>
              <a:rect l="0" t="0" r="r" b="b"/>
              <a:pathLst>
                <a:path w="109" h="85">
                  <a:moveTo>
                    <a:pt x="109" y="65"/>
                  </a:moveTo>
                  <a:lnTo>
                    <a:pt x="103" y="32"/>
                  </a:lnTo>
                  <a:lnTo>
                    <a:pt x="96" y="0"/>
                  </a:lnTo>
                  <a:lnTo>
                    <a:pt x="0" y="19"/>
                  </a:lnTo>
                  <a:lnTo>
                    <a:pt x="7" y="52"/>
                  </a:lnTo>
                  <a:lnTo>
                    <a:pt x="13" y="85"/>
                  </a:lnTo>
                  <a:lnTo>
                    <a:pt x="109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35" name=""/>
            <p:cNvSpPr/>
            <p:nvPr/>
          </p:nvSpPr>
          <p:spPr>
            <a:xfrm rot="0">
              <a:off x="3714" y="2424"/>
              <a:ext cx="27" cy="21"/>
            </a:xfrm>
            <a:custGeom>
              <a:avLst/>
              <a:ahLst/>
              <a:rect l="0" t="0" r="r" b="b"/>
              <a:pathLst>
                <a:path w="109" h="85">
                  <a:moveTo>
                    <a:pt x="109" y="65"/>
                  </a:moveTo>
                  <a:lnTo>
                    <a:pt x="103" y="32"/>
                  </a:lnTo>
                  <a:lnTo>
                    <a:pt x="96" y="0"/>
                  </a:lnTo>
                  <a:lnTo>
                    <a:pt x="0" y="19"/>
                  </a:lnTo>
                  <a:lnTo>
                    <a:pt x="7" y="52"/>
                  </a:lnTo>
                  <a:lnTo>
                    <a:pt x="13" y="85"/>
                  </a:lnTo>
                  <a:lnTo>
                    <a:pt x="109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36" name=""/>
            <p:cNvSpPr/>
            <p:nvPr/>
          </p:nvSpPr>
          <p:spPr>
            <a:xfrm rot="0">
              <a:off x="3713" y="2429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37" name=""/>
            <p:cNvSpPr/>
            <p:nvPr/>
          </p:nvSpPr>
          <p:spPr>
            <a:xfrm rot="0" flipH="1">
              <a:off x="3713" y="24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38" name=""/>
            <p:cNvSpPr/>
            <p:nvPr/>
          </p:nvSpPr>
          <p:spPr>
            <a:xfrm rot="0">
              <a:off x="3689" y="2429"/>
              <a:ext cx="28" cy="22"/>
            </a:xfrm>
            <a:custGeom>
              <a:avLst/>
              <a:ahLst/>
              <a:rect l="0" t="0" r="r" b="b"/>
              <a:pathLst>
                <a:path w="112" h="88">
                  <a:moveTo>
                    <a:pt x="112" y="66"/>
                  </a:moveTo>
                  <a:lnTo>
                    <a:pt x="104" y="33"/>
                  </a:lnTo>
                  <a:lnTo>
                    <a:pt x="96" y="0"/>
                  </a:lnTo>
                  <a:lnTo>
                    <a:pt x="0" y="23"/>
                  </a:lnTo>
                  <a:lnTo>
                    <a:pt x="8" y="55"/>
                  </a:lnTo>
                  <a:lnTo>
                    <a:pt x="16" y="88"/>
                  </a:lnTo>
                  <a:lnTo>
                    <a:pt x="112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39" name=""/>
            <p:cNvSpPr/>
            <p:nvPr/>
          </p:nvSpPr>
          <p:spPr>
            <a:xfrm rot="0">
              <a:off x="3689" y="2429"/>
              <a:ext cx="28" cy="22"/>
            </a:xfrm>
            <a:custGeom>
              <a:avLst/>
              <a:ahLst/>
              <a:rect l="0" t="0" r="r" b="b"/>
              <a:pathLst>
                <a:path w="112" h="88">
                  <a:moveTo>
                    <a:pt x="112" y="66"/>
                  </a:moveTo>
                  <a:lnTo>
                    <a:pt x="104" y="33"/>
                  </a:lnTo>
                  <a:lnTo>
                    <a:pt x="96" y="0"/>
                  </a:lnTo>
                  <a:lnTo>
                    <a:pt x="0" y="23"/>
                  </a:lnTo>
                  <a:lnTo>
                    <a:pt x="8" y="55"/>
                  </a:lnTo>
                  <a:lnTo>
                    <a:pt x="16" y="88"/>
                  </a:lnTo>
                  <a:lnTo>
                    <a:pt x="112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40" name=""/>
            <p:cNvSpPr/>
            <p:nvPr/>
          </p:nvSpPr>
          <p:spPr>
            <a:xfrm rot="0">
              <a:off x="3689" y="2435"/>
              <a:ext cx="2" cy="8"/>
            </a:xfrm>
            <a:custGeom>
              <a:avLst/>
              <a:ahLst/>
              <a:rect l="0" t="0" r="r" b="b"/>
              <a:pathLst>
                <a:path w="9" h="32">
                  <a:moveTo>
                    <a:pt x="9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41" name=""/>
            <p:cNvSpPr/>
            <p:nvPr/>
          </p:nvSpPr>
          <p:spPr>
            <a:xfrm rot="0" flipH="1">
              <a:off x="3689" y="24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42" name=""/>
            <p:cNvSpPr/>
            <p:nvPr/>
          </p:nvSpPr>
          <p:spPr>
            <a:xfrm rot="0">
              <a:off x="3665" y="2435"/>
              <a:ext cx="29" cy="22"/>
            </a:xfrm>
            <a:custGeom>
              <a:avLst/>
              <a:ahLst/>
              <a:rect l="0" t="0" r="r" b="b"/>
              <a:pathLst>
                <a:path w="113" h="90">
                  <a:moveTo>
                    <a:pt x="113" y="65"/>
                  </a:moveTo>
                  <a:lnTo>
                    <a:pt x="104" y="32"/>
                  </a:lnTo>
                  <a:lnTo>
                    <a:pt x="95" y="0"/>
                  </a:lnTo>
                  <a:lnTo>
                    <a:pt x="0" y="25"/>
                  </a:lnTo>
                  <a:lnTo>
                    <a:pt x="9" y="57"/>
                  </a:lnTo>
                  <a:lnTo>
                    <a:pt x="18" y="90"/>
                  </a:lnTo>
                  <a:lnTo>
                    <a:pt x="113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43" name=""/>
            <p:cNvSpPr/>
            <p:nvPr/>
          </p:nvSpPr>
          <p:spPr>
            <a:xfrm rot="0">
              <a:off x="3665" y="2435"/>
              <a:ext cx="29" cy="22"/>
            </a:xfrm>
            <a:custGeom>
              <a:avLst/>
              <a:ahLst/>
              <a:rect l="0" t="0" r="r" b="b"/>
              <a:pathLst>
                <a:path w="113" h="90">
                  <a:moveTo>
                    <a:pt x="113" y="65"/>
                  </a:moveTo>
                  <a:lnTo>
                    <a:pt x="104" y="32"/>
                  </a:lnTo>
                  <a:lnTo>
                    <a:pt x="95" y="0"/>
                  </a:lnTo>
                  <a:lnTo>
                    <a:pt x="0" y="25"/>
                  </a:lnTo>
                  <a:lnTo>
                    <a:pt x="9" y="57"/>
                  </a:lnTo>
                  <a:lnTo>
                    <a:pt x="18" y="90"/>
                  </a:lnTo>
                  <a:lnTo>
                    <a:pt x="113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44" name=""/>
            <p:cNvSpPr/>
            <p:nvPr/>
          </p:nvSpPr>
          <p:spPr>
            <a:xfrm rot="0">
              <a:off x="3665" y="2441"/>
              <a:ext cx="3" cy="8"/>
            </a:xfrm>
            <a:custGeom>
              <a:avLst/>
              <a:ahLst/>
              <a:rect l="0" t="0" r="r" b="b"/>
              <a:pathLst>
                <a:path w="10" h="32">
                  <a:moveTo>
                    <a:pt x="10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45" name=""/>
            <p:cNvSpPr/>
            <p:nvPr/>
          </p:nvSpPr>
          <p:spPr>
            <a:xfrm rot="0" flipH="1">
              <a:off x="3665" y="24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46" name=""/>
            <p:cNvSpPr/>
            <p:nvPr/>
          </p:nvSpPr>
          <p:spPr>
            <a:xfrm rot="0">
              <a:off x="3642" y="2441"/>
              <a:ext cx="28" cy="23"/>
            </a:xfrm>
            <a:custGeom>
              <a:avLst/>
              <a:ahLst/>
              <a:rect l="0" t="0" r="r" b="b"/>
              <a:pathLst>
                <a:path w="115" h="92">
                  <a:moveTo>
                    <a:pt x="115" y="63"/>
                  </a:moveTo>
                  <a:lnTo>
                    <a:pt x="104" y="31"/>
                  </a:lnTo>
                  <a:lnTo>
                    <a:pt x="94" y="0"/>
                  </a:lnTo>
                  <a:lnTo>
                    <a:pt x="0" y="29"/>
                  </a:lnTo>
                  <a:lnTo>
                    <a:pt x="11" y="60"/>
                  </a:lnTo>
                  <a:lnTo>
                    <a:pt x="21" y="92"/>
                  </a:lnTo>
                  <a:lnTo>
                    <a:pt x="115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47" name=""/>
            <p:cNvSpPr/>
            <p:nvPr/>
          </p:nvSpPr>
          <p:spPr>
            <a:xfrm rot="0">
              <a:off x="3642" y="2441"/>
              <a:ext cx="28" cy="23"/>
            </a:xfrm>
            <a:custGeom>
              <a:avLst/>
              <a:ahLst/>
              <a:rect l="0" t="0" r="r" b="b"/>
              <a:pathLst>
                <a:path w="115" h="92">
                  <a:moveTo>
                    <a:pt x="115" y="63"/>
                  </a:moveTo>
                  <a:lnTo>
                    <a:pt x="104" y="31"/>
                  </a:lnTo>
                  <a:lnTo>
                    <a:pt x="94" y="0"/>
                  </a:lnTo>
                  <a:lnTo>
                    <a:pt x="0" y="29"/>
                  </a:lnTo>
                  <a:lnTo>
                    <a:pt x="11" y="60"/>
                  </a:lnTo>
                  <a:lnTo>
                    <a:pt x="21" y="92"/>
                  </a:lnTo>
                  <a:lnTo>
                    <a:pt x="11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48" name=""/>
            <p:cNvSpPr/>
            <p:nvPr/>
          </p:nvSpPr>
          <p:spPr>
            <a:xfrm rot="0">
              <a:off x="3642" y="2448"/>
              <a:ext cx="2" cy="8"/>
            </a:xfrm>
            <a:custGeom>
              <a:avLst/>
              <a:ahLst/>
              <a:rect l="0" t="0" r="r" b="b"/>
              <a:pathLst>
                <a:path w="11" h="31">
                  <a:moveTo>
                    <a:pt x="11" y="3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49" name=""/>
            <p:cNvSpPr/>
            <p:nvPr/>
          </p:nvSpPr>
          <p:spPr>
            <a:xfrm rot="0">
              <a:off x="3642" y="24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50" name=""/>
            <p:cNvSpPr/>
            <p:nvPr/>
          </p:nvSpPr>
          <p:spPr>
            <a:xfrm rot="0">
              <a:off x="3619" y="2448"/>
              <a:ext cx="28" cy="24"/>
            </a:xfrm>
            <a:custGeom>
              <a:avLst/>
              <a:ahLst/>
              <a:rect l="0" t="0" r="r" b="b"/>
              <a:pathLst>
                <a:path w="113" h="93">
                  <a:moveTo>
                    <a:pt x="113" y="63"/>
                  </a:moveTo>
                  <a:lnTo>
                    <a:pt x="103" y="31"/>
                  </a:lnTo>
                  <a:lnTo>
                    <a:pt x="92" y="0"/>
                  </a:lnTo>
                  <a:lnTo>
                    <a:pt x="0" y="30"/>
                  </a:lnTo>
                  <a:lnTo>
                    <a:pt x="11" y="62"/>
                  </a:lnTo>
                  <a:lnTo>
                    <a:pt x="21" y="93"/>
                  </a:lnTo>
                  <a:lnTo>
                    <a:pt x="11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51" name=""/>
            <p:cNvSpPr/>
            <p:nvPr/>
          </p:nvSpPr>
          <p:spPr>
            <a:xfrm rot="0">
              <a:off x="3619" y="2448"/>
              <a:ext cx="28" cy="24"/>
            </a:xfrm>
            <a:custGeom>
              <a:avLst/>
              <a:ahLst/>
              <a:rect l="0" t="0" r="r" b="b"/>
              <a:pathLst>
                <a:path w="113" h="93">
                  <a:moveTo>
                    <a:pt x="113" y="63"/>
                  </a:moveTo>
                  <a:lnTo>
                    <a:pt x="103" y="31"/>
                  </a:lnTo>
                  <a:lnTo>
                    <a:pt x="92" y="0"/>
                  </a:lnTo>
                  <a:lnTo>
                    <a:pt x="0" y="30"/>
                  </a:lnTo>
                  <a:lnTo>
                    <a:pt x="11" y="62"/>
                  </a:lnTo>
                  <a:lnTo>
                    <a:pt x="21" y="93"/>
                  </a:lnTo>
                  <a:lnTo>
                    <a:pt x="11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52" name=""/>
            <p:cNvSpPr/>
            <p:nvPr/>
          </p:nvSpPr>
          <p:spPr>
            <a:xfrm rot="0">
              <a:off x="3618" y="2456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53" name=""/>
            <p:cNvSpPr/>
            <p:nvPr/>
          </p:nvSpPr>
          <p:spPr>
            <a:xfrm rot="0" flipH="1">
              <a:off x="3618" y="24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54" name=""/>
            <p:cNvSpPr/>
            <p:nvPr/>
          </p:nvSpPr>
          <p:spPr>
            <a:xfrm rot="0">
              <a:off x="3595" y="245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116" y="63"/>
                  </a:moveTo>
                  <a:lnTo>
                    <a:pt x="104" y="32"/>
                  </a:lnTo>
                  <a:lnTo>
                    <a:pt x="92" y="0"/>
                  </a:lnTo>
                  <a:lnTo>
                    <a:pt x="0" y="34"/>
                  </a:lnTo>
                  <a:lnTo>
                    <a:pt x="12" y="66"/>
                  </a:lnTo>
                  <a:lnTo>
                    <a:pt x="24" y="97"/>
                  </a:lnTo>
                  <a:lnTo>
                    <a:pt x="11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55" name=""/>
            <p:cNvSpPr/>
            <p:nvPr/>
          </p:nvSpPr>
          <p:spPr>
            <a:xfrm rot="0">
              <a:off x="3595" y="245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116" y="63"/>
                  </a:moveTo>
                  <a:lnTo>
                    <a:pt x="104" y="32"/>
                  </a:lnTo>
                  <a:lnTo>
                    <a:pt x="92" y="0"/>
                  </a:lnTo>
                  <a:lnTo>
                    <a:pt x="0" y="34"/>
                  </a:lnTo>
                  <a:lnTo>
                    <a:pt x="12" y="66"/>
                  </a:lnTo>
                  <a:lnTo>
                    <a:pt x="24" y="97"/>
                  </a:lnTo>
                  <a:lnTo>
                    <a:pt x="11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56" name=""/>
            <p:cNvSpPr/>
            <p:nvPr/>
          </p:nvSpPr>
          <p:spPr>
            <a:xfrm rot="0">
              <a:off x="3595" y="2465"/>
              <a:ext cx="3" cy="7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57" name=""/>
            <p:cNvSpPr/>
            <p:nvPr/>
          </p:nvSpPr>
          <p:spPr>
            <a:xfrm rot="0" flipH="1">
              <a:off x="3595" y="24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58" name=""/>
            <p:cNvSpPr/>
            <p:nvPr/>
          </p:nvSpPr>
          <p:spPr>
            <a:xfrm rot="0">
              <a:off x="3572" y="2465"/>
              <a:ext cx="30" cy="25"/>
            </a:xfrm>
            <a:custGeom>
              <a:avLst/>
              <a:ahLst/>
              <a:rect l="0" t="0" r="r" b="b"/>
              <a:pathLst>
                <a:path w="117" h="100">
                  <a:moveTo>
                    <a:pt x="117" y="63"/>
                  </a:moveTo>
                  <a:lnTo>
                    <a:pt x="104" y="32"/>
                  </a:lnTo>
                  <a:lnTo>
                    <a:pt x="91" y="0"/>
                  </a:lnTo>
                  <a:lnTo>
                    <a:pt x="0" y="37"/>
                  </a:lnTo>
                  <a:lnTo>
                    <a:pt x="13" y="69"/>
                  </a:lnTo>
                  <a:lnTo>
                    <a:pt x="26" y="100"/>
                  </a:lnTo>
                  <a:lnTo>
                    <a:pt x="117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59" name=""/>
            <p:cNvSpPr/>
            <p:nvPr/>
          </p:nvSpPr>
          <p:spPr>
            <a:xfrm rot="0">
              <a:off x="3572" y="2465"/>
              <a:ext cx="30" cy="25"/>
            </a:xfrm>
            <a:custGeom>
              <a:avLst/>
              <a:ahLst/>
              <a:rect l="0" t="0" r="r" b="b"/>
              <a:pathLst>
                <a:path w="117" h="100">
                  <a:moveTo>
                    <a:pt x="117" y="63"/>
                  </a:moveTo>
                  <a:lnTo>
                    <a:pt x="104" y="32"/>
                  </a:lnTo>
                  <a:lnTo>
                    <a:pt x="91" y="0"/>
                  </a:lnTo>
                  <a:lnTo>
                    <a:pt x="0" y="37"/>
                  </a:lnTo>
                  <a:lnTo>
                    <a:pt x="13" y="69"/>
                  </a:lnTo>
                  <a:lnTo>
                    <a:pt x="26" y="100"/>
                  </a:lnTo>
                  <a:lnTo>
                    <a:pt x="117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60" name=""/>
            <p:cNvSpPr/>
            <p:nvPr/>
          </p:nvSpPr>
          <p:spPr>
            <a:xfrm rot="0">
              <a:off x="3572" y="2474"/>
              <a:ext cx="4" cy="8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61" name=""/>
            <p:cNvSpPr/>
            <p:nvPr/>
          </p:nvSpPr>
          <p:spPr>
            <a:xfrm rot="0">
              <a:off x="3572" y="24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62" name=""/>
            <p:cNvSpPr/>
            <p:nvPr/>
          </p:nvSpPr>
          <p:spPr>
            <a:xfrm rot="0">
              <a:off x="3550" y="2474"/>
              <a:ext cx="29" cy="25"/>
            </a:xfrm>
            <a:custGeom>
              <a:avLst/>
              <a:ahLst/>
              <a:rect l="0" t="0" r="r" b="b"/>
              <a:pathLst>
                <a:path w="117" h="100">
                  <a:moveTo>
                    <a:pt x="117" y="61"/>
                  </a:moveTo>
                  <a:lnTo>
                    <a:pt x="104" y="31"/>
                  </a:lnTo>
                  <a:lnTo>
                    <a:pt x="91" y="0"/>
                  </a:lnTo>
                  <a:lnTo>
                    <a:pt x="0" y="40"/>
                  </a:lnTo>
                  <a:lnTo>
                    <a:pt x="14" y="70"/>
                  </a:lnTo>
                  <a:lnTo>
                    <a:pt x="27" y="100"/>
                  </a:lnTo>
                  <a:lnTo>
                    <a:pt x="11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63" name=""/>
            <p:cNvSpPr/>
            <p:nvPr/>
          </p:nvSpPr>
          <p:spPr>
            <a:xfrm rot="0">
              <a:off x="3550" y="2474"/>
              <a:ext cx="29" cy="25"/>
            </a:xfrm>
            <a:custGeom>
              <a:avLst/>
              <a:ahLst/>
              <a:rect l="0" t="0" r="r" b="b"/>
              <a:pathLst>
                <a:path w="117" h="100">
                  <a:moveTo>
                    <a:pt x="117" y="61"/>
                  </a:moveTo>
                  <a:lnTo>
                    <a:pt x="104" y="31"/>
                  </a:lnTo>
                  <a:lnTo>
                    <a:pt x="91" y="0"/>
                  </a:lnTo>
                  <a:lnTo>
                    <a:pt x="0" y="40"/>
                  </a:lnTo>
                  <a:lnTo>
                    <a:pt x="14" y="70"/>
                  </a:lnTo>
                  <a:lnTo>
                    <a:pt x="27" y="100"/>
                  </a:lnTo>
                  <a:lnTo>
                    <a:pt x="11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64" name=""/>
            <p:cNvSpPr/>
            <p:nvPr/>
          </p:nvSpPr>
          <p:spPr>
            <a:xfrm rot="0">
              <a:off x="3549" y="2484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65" name=""/>
            <p:cNvSpPr/>
            <p:nvPr/>
          </p:nvSpPr>
          <p:spPr>
            <a:xfrm rot="0" flipH="1">
              <a:off x="3549" y="24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66" name=""/>
            <p:cNvSpPr/>
            <p:nvPr/>
          </p:nvSpPr>
          <p:spPr>
            <a:xfrm rot="0">
              <a:off x="3527" y="2484"/>
              <a:ext cx="30" cy="26"/>
            </a:xfrm>
            <a:custGeom>
              <a:avLst/>
              <a:ahLst/>
              <a:rect l="0" t="0" r="r" b="b"/>
              <a:pathLst>
                <a:path w="117" h="102">
                  <a:moveTo>
                    <a:pt x="117" y="60"/>
                  </a:moveTo>
                  <a:lnTo>
                    <a:pt x="103" y="30"/>
                  </a:lnTo>
                  <a:lnTo>
                    <a:pt x="88" y="0"/>
                  </a:lnTo>
                  <a:lnTo>
                    <a:pt x="0" y="42"/>
                  </a:lnTo>
                  <a:lnTo>
                    <a:pt x="15" y="72"/>
                  </a:lnTo>
                  <a:lnTo>
                    <a:pt x="29" y="102"/>
                  </a:lnTo>
                  <a:lnTo>
                    <a:pt x="11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67" name=""/>
            <p:cNvSpPr/>
            <p:nvPr/>
          </p:nvSpPr>
          <p:spPr>
            <a:xfrm rot="0">
              <a:off x="3527" y="2484"/>
              <a:ext cx="30" cy="26"/>
            </a:xfrm>
            <a:custGeom>
              <a:avLst/>
              <a:ahLst/>
              <a:rect l="0" t="0" r="r" b="b"/>
              <a:pathLst>
                <a:path w="117" h="102">
                  <a:moveTo>
                    <a:pt x="117" y="60"/>
                  </a:moveTo>
                  <a:lnTo>
                    <a:pt x="103" y="30"/>
                  </a:lnTo>
                  <a:lnTo>
                    <a:pt x="88" y="0"/>
                  </a:lnTo>
                  <a:lnTo>
                    <a:pt x="0" y="42"/>
                  </a:lnTo>
                  <a:lnTo>
                    <a:pt x="15" y="72"/>
                  </a:lnTo>
                  <a:lnTo>
                    <a:pt x="29" y="102"/>
                  </a:lnTo>
                  <a:lnTo>
                    <a:pt x="11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68" name=""/>
            <p:cNvSpPr/>
            <p:nvPr/>
          </p:nvSpPr>
          <p:spPr>
            <a:xfrm rot="0">
              <a:off x="3527" y="2494"/>
              <a:ext cx="4" cy="8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69" name=""/>
            <p:cNvSpPr/>
            <p:nvPr/>
          </p:nvSpPr>
          <p:spPr>
            <a:xfrm rot="0" flipH="1">
              <a:off x="3527" y="2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70" name=""/>
            <p:cNvSpPr/>
            <p:nvPr/>
          </p:nvSpPr>
          <p:spPr>
            <a:xfrm rot="0">
              <a:off x="3505" y="2494"/>
              <a:ext cx="30" cy="27"/>
            </a:xfrm>
            <a:custGeom>
              <a:avLst/>
              <a:ahLst/>
              <a:rect l="0" t="0" r="r" b="b"/>
              <a:pathLst>
                <a:path w="118" h="106">
                  <a:moveTo>
                    <a:pt x="118" y="60"/>
                  </a:moveTo>
                  <a:lnTo>
                    <a:pt x="103" y="30"/>
                  </a:lnTo>
                  <a:lnTo>
                    <a:pt x="87" y="0"/>
                  </a:lnTo>
                  <a:lnTo>
                    <a:pt x="0" y="46"/>
                  </a:lnTo>
                  <a:lnTo>
                    <a:pt x="16" y="76"/>
                  </a:lnTo>
                  <a:lnTo>
                    <a:pt x="32" y="106"/>
                  </a:lnTo>
                  <a:lnTo>
                    <a:pt x="118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71" name=""/>
            <p:cNvSpPr/>
            <p:nvPr/>
          </p:nvSpPr>
          <p:spPr>
            <a:xfrm rot="0">
              <a:off x="3505" y="2494"/>
              <a:ext cx="30" cy="27"/>
            </a:xfrm>
            <a:custGeom>
              <a:avLst/>
              <a:ahLst/>
              <a:rect l="0" t="0" r="r" b="b"/>
              <a:pathLst>
                <a:path w="118" h="106">
                  <a:moveTo>
                    <a:pt x="118" y="60"/>
                  </a:moveTo>
                  <a:lnTo>
                    <a:pt x="103" y="30"/>
                  </a:lnTo>
                  <a:lnTo>
                    <a:pt x="87" y="0"/>
                  </a:lnTo>
                  <a:lnTo>
                    <a:pt x="0" y="46"/>
                  </a:lnTo>
                  <a:lnTo>
                    <a:pt x="16" y="76"/>
                  </a:lnTo>
                  <a:lnTo>
                    <a:pt x="32" y="106"/>
                  </a:lnTo>
                  <a:lnTo>
                    <a:pt x="118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72" name=""/>
            <p:cNvSpPr/>
            <p:nvPr/>
          </p:nvSpPr>
          <p:spPr>
            <a:xfrm rot="0">
              <a:off x="3505" y="2506"/>
              <a:ext cx="4" cy="8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73" name=""/>
            <p:cNvSpPr/>
            <p:nvPr/>
          </p:nvSpPr>
          <p:spPr>
            <a:xfrm rot="0">
              <a:off x="3505" y="25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74" name=""/>
            <p:cNvSpPr/>
            <p:nvPr/>
          </p:nvSpPr>
          <p:spPr>
            <a:xfrm rot="0">
              <a:off x="3484" y="2506"/>
              <a:ext cx="29" cy="27"/>
            </a:xfrm>
            <a:custGeom>
              <a:avLst/>
              <a:ahLst/>
              <a:rect l="0" t="0" r="r" b="b"/>
              <a:pathLst>
                <a:path w="117" h="105">
                  <a:moveTo>
                    <a:pt x="117" y="58"/>
                  </a:moveTo>
                  <a:lnTo>
                    <a:pt x="101" y="29"/>
                  </a:lnTo>
                  <a:lnTo>
                    <a:pt x="85" y="0"/>
                  </a:lnTo>
                  <a:lnTo>
                    <a:pt x="0" y="47"/>
                  </a:lnTo>
                  <a:lnTo>
                    <a:pt x="15" y="76"/>
                  </a:lnTo>
                  <a:lnTo>
                    <a:pt x="31" y="105"/>
                  </a:lnTo>
                  <a:lnTo>
                    <a:pt x="11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75" name=""/>
            <p:cNvSpPr/>
            <p:nvPr/>
          </p:nvSpPr>
          <p:spPr>
            <a:xfrm rot="0">
              <a:off x="3484" y="2506"/>
              <a:ext cx="29" cy="27"/>
            </a:xfrm>
            <a:custGeom>
              <a:avLst/>
              <a:ahLst/>
              <a:rect l="0" t="0" r="r" b="b"/>
              <a:pathLst>
                <a:path w="117" h="105">
                  <a:moveTo>
                    <a:pt x="117" y="58"/>
                  </a:moveTo>
                  <a:lnTo>
                    <a:pt x="101" y="29"/>
                  </a:lnTo>
                  <a:lnTo>
                    <a:pt x="85" y="0"/>
                  </a:lnTo>
                  <a:lnTo>
                    <a:pt x="0" y="47"/>
                  </a:lnTo>
                  <a:lnTo>
                    <a:pt x="15" y="76"/>
                  </a:lnTo>
                  <a:lnTo>
                    <a:pt x="31" y="105"/>
                  </a:lnTo>
                  <a:lnTo>
                    <a:pt x="11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76" name=""/>
            <p:cNvSpPr/>
            <p:nvPr/>
          </p:nvSpPr>
          <p:spPr>
            <a:xfrm rot="0">
              <a:off x="3484" y="2518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77" name=""/>
            <p:cNvSpPr/>
            <p:nvPr/>
          </p:nvSpPr>
          <p:spPr>
            <a:xfrm rot="0" flipH="1">
              <a:off x="3484" y="25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78" name=""/>
            <p:cNvSpPr/>
            <p:nvPr/>
          </p:nvSpPr>
          <p:spPr>
            <a:xfrm rot="0">
              <a:off x="3463" y="2518"/>
              <a:ext cx="29" cy="27"/>
            </a:xfrm>
            <a:custGeom>
              <a:avLst/>
              <a:ahLst/>
              <a:rect l="0" t="0" r="r" b="b"/>
              <a:pathLst>
                <a:path w="118" h="108">
                  <a:moveTo>
                    <a:pt x="118" y="58"/>
                  </a:moveTo>
                  <a:lnTo>
                    <a:pt x="101" y="29"/>
                  </a:lnTo>
                  <a:lnTo>
                    <a:pt x="84" y="0"/>
                  </a:lnTo>
                  <a:lnTo>
                    <a:pt x="0" y="50"/>
                  </a:lnTo>
                  <a:lnTo>
                    <a:pt x="17" y="79"/>
                  </a:lnTo>
                  <a:lnTo>
                    <a:pt x="34" y="108"/>
                  </a:lnTo>
                  <a:lnTo>
                    <a:pt x="11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79" name=""/>
            <p:cNvSpPr/>
            <p:nvPr/>
          </p:nvSpPr>
          <p:spPr>
            <a:xfrm rot="0">
              <a:off x="3463" y="2518"/>
              <a:ext cx="29" cy="27"/>
            </a:xfrm>
            <a:custGeom>
              <a:avLst/>
              <a:ahLst/>
              <a:rect l="0" t="0" r="r" b="b"/>
              <a:pathLst>
                <a:path w="118" h="108">
                  <a:moveTo>
                    <a:pt x="118" y="58"/>
                  </a:moveTo>
                  <a:lnTo>
                    <a:pt x="101" y="29"/>
                  </a:lnTo>
                  <a:lnTo>
                    <a:pt x="84" y="0"/>
                  </a:lnTo>
                  <a:lnTo>
                    <a:pt x="0" y="50"/>
                  </a:lnTo>
                  <a:lnTo>
                    <a:pt x="17" y="79"/>
                  </a:lnTo>
                  <a:lnTo>
                    <a:pt x="34" y="108"/>
                  </a:lnTo>
                  <a:lnTo>
                    <a:pt x="11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80" name=""/>
            <p:cNvSpPr/>
            <p:nvPr/>
          </p:nvSpPr>
          <p:spPr>
            <a:xfrm rot="0">
              <a:off x="3462" y="2531"/>
              <a:ext cx="5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81" name=""/>
            <p:cNvSpPr/>
            <p:nvPr/>
          </p:nvSpPr>
          <p:spPr>
            <a:xfrm rot="0" flipH="1">
              <a:off x="3462" y="25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82" name=""/>
            <p:cNvSpPr/>
            <p:nvPr/>
          </p:nvSpPr>
          <p:spPr>
            <a:xfrm rot="0">
              <a:off x="3442" y="2531"/>
              <a:ext cx="29" cy="27"/>
            </a:xfrm>
            <a:custGeom>
              <a:avLst/>
              <a:ahLst/>
              <a:rect l="0" t="0" r="r" b="b"/>
              <a:pathLst>
                <a:path w="120" h="111">
                  <a:moveTo>
                    <a:pt x="120" y="58"/>
                  </a:moveTo>
                  <a:lnTo>
                    <a:pt x="101" y="29"/>
                  </a:lnTo>
                  <a:lnTo>
                    <a:pt x="83" y="0"/>
                  </a:lnTo>
                  <a:lnTo>
                    <a:pt x="0" y="53"/>
                  </a:lnTo>
                  <a:lnTo>
                    <a:pt x="18" y="82"/>
                  </a:lnTo>
                  <a:lnTo>
                    <a:pt x="37" y="111"/>
                  </a:lnTo>
                  <a:lnTo>
                    <a:pt x="12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83" name=""/>
            <p:cNvSpPr/>
            <p:nvPr/>
          </p:nvSpPr>
          <p:spPr>
            <a:xfrm rot="0">
              <a:off x="3442" y="2531"/>
              <a:ext cx="29" cy="27"/>
            </a:xfrm>
            <a:custGeom>
              <a:avLst/>
              <a:ahLst/>
              <a:rect l="0" t="0" r="r" b="b"/>
              <a:pathLst>
                <a:path w="120" h="111">
                  <a:moveTo>
                    <a:pt x="120" y="58"/>
                  </a:moveTo>
                  <a:lnTo>
                    <a:pt x="101" y="29"/>
                  </a:lnTo>
                  <a:lnTo>
                    <a:pt x="83" y="0"/>
                  </a:lnTo>
                  <a:lnTo>
                    <a:pt x="0" y="53"/>
                  </a:lnTo>
                  <a:lnTo>
                    <a:pt x="18" y="82"/>
                  </a:lnTo>
                  <a:lnTo>
                    <a:pt x="37" y="111"/>
                  </a:lnTo>
                  <a:lnTo>
                    <a:pt x="12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84" name=""/>
            <p:cNvSpPr/>
            <p:nvPr/>
          </p:nvSpPr>
          <p:spPr>
            <a:xfrm rot="0">
              <a:off x="3441" y="2544"/>
              <a:ext cx="5" cy="7"/>
            </a:xfrm>
            <a:custGeom>
              <a:avLst/>
              <a:ahLst/>
              <a:rect l="0" t="0" r="r" b="b"/>
              <a:pathLst>
                <a:path w="19" h="29">
                  <a:moveTo>
                    <a:pt x="19" y="2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85" name=""/>
            <p:cNvSpPr/>
            <p:nvPr/>
          </p:nvSpPr>
          <p:spPr>
            <a:xfrm rot="0" flipH="1">
              <a:off x="3441" y="25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86" name=""/>
            <p:cNvSpPr/>
            <p:nvPr/>
          </p:nvSpPr>
          <p:spPr>
            <a:xfrm rot="0">
              <a:off x="3421" y="2544"/>
              <a:ext cx="30" cy="28"/>
            </a:xfrm>
            <a:custGeom>
              <a:avLst/>
              <a:ahLst/>
              <a:rect l="0" t="0" r="r" b="b"/>
              <a:pathLst>
                <a:path w="119" h="112">
                  <a:moveTo>
                    <a:pt x="119" y="56"/>
                  </a:moveTo>
                  <a:lnTo>
                    <a:pt x="99" y="28"/>
                  </a:lnTo>
                  <a:lnTo>
                    <a:pt x="80" y="0"/>
                  </a:lnTo>
                  <a:lnTo>
                    <a:pt x="0" y="57"/>
                  </a:lnTo>
                  <a:lnTo>
                    <a:pt x="19" y="84"/>
                  </a:lnTo>
                  <a:lnTo>
                    <a:pt x="39" y="112"/>
                  </a:lnTo>
                  <a:lnTo>
                    <a:pt x="119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87" name=""/>
            <p:cNvSpPr/>
            <p:nvPr/>
          </p:nvSpPr>
          <p:spPr>
            <a:xfrm rot="0">
              <a:off x="3421" y="2544"/>
              <a:ext cx="30" cy="28"/>
            </a:xfrm>
            <a:custGeom>
              <a:avLst/>
              <a:ahLst/>
              <a:rect l="0" t="0" r="r" b="b"/>
              <a:pathLst>
                <a:path w="119" h="112">
                  <a:moveTo>
                    <a:pt x="119" y="56"/>
                  </a:moveTo>
                  <a:lnTo>
                    <a:pt x="99" y="28"/>
                  </a:lnTo>
                  <a:lnTo>
                    <a:pt x="80" y="0"/>
                  </a:lnTo>
                  <a:lnTo>
                    <a:pt x="0" y="57"/>
                  </a:lnTo>
                  <a:lnTo>
                    <a:pt x="19" y="84"/>
                  </a:lnTo>
                  <a:lnTo>
                    <a:pt x="39" y="112"/>
                  </a:lnTo>
                  <a:lnTo>
                    <a:pt x="119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88" name=""/>
            <p:cNvSpPr/>
            <p:nvPr/>
          </p:nvSpPr>
          <p:spPr>
            <a:xfrm rot="0">
              <a:off x="3421" y="2558"/>
              <a:ext cx="5" cy="7"/>
            </a:xfrm>
            <a:custGeom>
              <a:avLst/>
              <a:ahLst/>
              <a:rect l="0" t="0" r="r" b="b"/>
              <a:pathLst>
                <a:path w="19" h="27">
                  <a:moveTo>
                    <a:pt x="19" y="2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89" name=""/>
            <p:cNvSpPr/>
            <p:nvPr/>
          </p:nvSpPr>
          <p:spPr>
            <a:xfrm rot="0">
              <a:off x="3421" y="25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90" name=""/>
            <p:cNvSpPr/>
            <p:nvPr/>
          </p:nvSpPr>
          <p:spPr>
            <a:xfrm rot="0">
              <a:off x="3401" y="2558"/>
              <a:ext cx="30" cy="28"/>
            </a:xfrm>
            <a:custGeom>
              <a:avLst/>
              <a:ahLst/>
              <a:rect l="0" t="0" r="r" b="b"/>
              <a:pathLst>
                <a:path w="118" h="113">
                  <a:moveTo>
                    <a:pt x="118" y="55"/>
                  </a:moveTo>
                  <a:lnTo>
                    <a:pt x="98" y="27"/>
                  </a:lnTo>
                  <a:lnTo>
                    <a:pt x="79" y="0"/>
                  </a:lnTo>
                  <a:lnTo>
                    <a:pt x="0" y="58"/>
                  </a:lnTo>
                  <a:lnTo>
                    <a:pt x="19" y="85"/>
                  </a:lnTo>
                  <a:lnTo>
                    <a:pt x="39" y="113"/>
                  </a:lnTo>
                  <a:lnTo>
                    <a:pt x="11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91" name=""/>
            <p:cNvSpPr/>
            <p:nvPr/>
          </p:nvSpPr>
          <p:spPr>
            <a:xfrm rot="0">
              <a:off x="3401" y="2558"/>
              <a:ext cx="30" cy="28"/>
            </a:xfrm>
            <a:custGeom>
              <a:avLst/>
              <a:ahLst/>
              <a:rect l="0" t="0" r="r" b="b"/>
              <a:pathLst>
                <a:path w="118" h="113">
                  <a:moveTo>
                    <a:pt x="118" y="55"/>
                  </a:moveTo>
                  <a:lnTo>
                    <a:pt x="98" y="27"/>
                  </a:lnTo>
                  <a:lnTo>
                    <a:pt x="79" y="0"/>
                  </a:lnTo>
                  <a:lnTo>
                    <a:pt x="0" y="58"/>
                  </a:lnTo>
                  <a:lnTo>
                    <a:pt x="19" y="85"/>
                  </a:lnTo>
                  <a:lnTo>
                    <a:pt x="39" y="113"/>
                  </a:lnTo>
                  <a:lnTo>
                    <a:pt x="11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92" name=""/>
            <p:cNvSpPr/>
            <p:nvPr/>
          </p:nvSpPr>
          <p:spPr>
            <a:xfrm rot="0">
              <a:off x="3401" y="2573"/>
              <a:ext cx="5" cy="7"/>
            </a:xfrm>
            <a:custGeom>
              <a:avLst/>
              <a:ahLst/>
              <a:rect l="0" t="0" r="r" b="b"/>
              <a:pathLst>
                <a:path w="19" h="27">
                  <a:moveTo>
                    <a:pt x="19" y="2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93" name=""/>
            <p:cNvSpPr/>
            <p:nvPr/>
          </p:nvSpPr>
          <p:spPr>
            <a:xfrm rot="0">
              <a:off x="3401" y="2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94" name=""/>
            <p:cNvSpPr/>
            <p:nvPr/>
          </p:nvSpPr>
          <p:spPr>
            <a:xfrm rot="0">
              <a:off x="3382" y="2573"/>
              <a:ext cx="29" cy="28"/>
            </a:xfrm>
            <a:custGeom>
              <a:avLst/>
              <a:ahLst/>
              <a:rect l="0" t="0" r="r" b="b"/>
              <a:pathLst>
                <a:path w="117" h="112">
                  <a:moveTo>
                    <a:pt x="117" y="53"/>
                  </a:moveTo>
                  <a:lnTo>
                    <a:pt x="97" y="26"/>
                  </a:lnTo>
                  <a:lnTo>
                    <a:pt x="78" y="0"/>
                  </a:lnTo>
                  <a:lnTo>
                    <a:pt x="0" y="59"/>
                  </a:lnTo>
                  <a:lnTo>
                    <a:pt x="20" y="85"/>
                  </a:lnTo>
                  <a:lnTo>
                    <a:pt x="40" y="112"/>
                  </a:lnTo>
                  <a:lnTo>
                    <a:pt x="117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95" name=""/>
            <p:cNvSpPr/>
            <p:nvPr/>
          </p:nvSpPr>
          <p:spPr>
            <a:xfrm rot="0">
              <a:off x="3382" y="2573"/>
              <a:ext cx="29" cy="28"/>
            </a:xfrm>
            <a:custGeom>
              <a:avLst/>
              <a:ahLst/>
              <a:rect l="0" t="0" r="r" b="b"/>
              <a:pathLst>
                <a:path w="117" h="112">
                  <a:moveTo>
                    <a:pt x="117" y="53"/>
                  </a:moveTo>
                  <a:lnTo>
                    <a:pt x="97" y="26"/>
                  </a:lnTo>
                  <a:lnTo>
                    <a:pt x="78" y="0"/>
                  </a:lnTo>
                  <a:lnTo>
                    <a:pt x="0" y="59"/>
                  </a:lnTo>
                  <a:lnTo>
                    <a:pt x="20" y="85"/>
                  </a:lnTo>
                  <a:lnTo>
                    <a:pt x="40" y="112"/>
                  </a:lnTo>
                  <a:lnTo>
                    <a:pt x="117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96" name=""/>
            <p:cNvSpPr/>
            <p:nvPr/>
          </p:nvSpPr>
          <p:spPr>
            <a:xfrm rot="0">
              <a:off x="3382" y="2588"/>
              <a:ext cx="5" cy="6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97" name=""/>
            <p:cNvSpPr/>
            <p:nvPr/>
          </p:nvSpPr>
          <p:spPr>
            <a:xfrm rot="0" flipH="1">
              <a:off x="3382" y="25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198" name=""/>
            <p:cNvSpPr/>
            <p:nvPr/>
          </p:nvSpPr>
          <p:spPr>
            <a:xfrm rot="0">
              <a:off x="3363" y="2588"/>
              <a:ext cx="29" cy="29"/>
            </a:xfrm>
            <a:custGeom>
              <a:avLst/>
              <a:ahLst/>
              <a:rect l="0" t="0" r="r" b="b"/>
              <a:pathLst>
                <a:path w="117" h="116">
                  <a:moveTo>
                    <a:pt x="117" y="53"/>
                  </a:moveTo>
                  <a:lnTo>
                    <a:pt x="96" y="26"/>
                  </a:lnTo>
                  <a:lnTo>
                    <a:pt x="75" y="0"/>
                  </a:lnTo>
                  <a:lnTo>
                    <a:pt x="0" y="63"/>
                  </a:lnTo>
                  <a:lnTo>
                    <a:pt x="21" y="90"/>
                  </a:lnTo>
                  <a:lnTo>
                    <a:pt x="42" y="116"/>
                  </a:lnTo>
                  <a:lnTo>
                    <a:pt x="117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199" name=""/>
            <p:cNvSpPr/>
            <p:nvPr/>
          </p:nvSpPr>
          <p:spPr>
            <a:xfrm rot="0">
              <a:off x="3363" y="2588"/>
              <a:ext cx="29" cy="29"/>
            </a:xfrm>
            <a:custGeom>
              <a:avLst/>
              <a:ahLst/>
              <a:rect l="0" t="0" r="r" b="b"/>
              <a:pathLst>
                <a:path w="117" h="116">
                  <a:moveTo>
                    <a:pt x="117" y="53"/>
                  </a:moveTo>
                  <a:lnTo>
                    <a:pt x="96" y="26"/>
                  </a:lnTo>
                  <a:lnTo>
                    <a:pt x="75" y="0"/>
                  </a:lnTo>
                  <a:lnTo>
                    <a:pt x="0" y="63"/>
                  </a:lnTo>
                  <a:lnTo>
                    <a:pt x="21" y="90"/>
                  </a:lnTo>
                  <a:lnTo>
                    <a:pt x="42" y="116"/>
                  </a:lnTo>
                  <a:lnTo>
                    <a:pt x="117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00" name=""/>
            <p:cNvSpPr/>
            <p:nvPr/>
          </p:nvSpPr>
          <p:spPr>
            <a:xfrm rot="0">
              <a:off x="3363" y="2604"/>
              <a:ext cx="5" cy="6"/>
            </a:xfrm>
            <a:custGeom>
              <a:avLst/>
              <a:ahLst/>
              <a:rect l="0" t="0" r="r" b="b"/>
              <a:pathLst>
                <a:path w="22" h="27">
                  <a:moveTo>
                    <a:pt x="22" y="2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01" name=""/>
            <p:cNvSpPr/>
            <p:nvPr/>
          </p:nvSpPr>
          <p:spPr>
            <a:xfrm rot="0" flipH="1">
              <a:off x="3363" y="2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02" name=""/>
            <p:cNvSpPr/>
            <p:nvPr/>
          </p:nvSpPr>
          <p:spPr>
            <a:xfrm rot="0">
              <a:off x="3344" y="2604"/>
              <a:ext cx="30" cy="28"/>
            </a:xfrm>
            <a:custGeom>
              <a:avLst/>
              <a:ahLst/>
              <a:rect l="0" t="0" r="r" b="b"/>
              <a:pathLst>
                <a:path w="118" h="114">
                  <a:moveTo>
                    <a:pt x="118" y="49"/>
                  </a:moveTo>
                  <a:lnTo>
                    <a:pt x="96" y="25"/>
                  </a:lnTo>
                  <a:lnTo>
                    <a:pt x="74" y="0"/>
                  </a:lnTo>
                  <a:lnTo>
                    <a:pt x="0" y="64"/>
                  </a:lnTo>
                  <a:lnTo>
                    <a:pt x="22" y="89"/>
                  </a:lnTo>
                  <a:lnTo>
                    <a:pt x="45" y="114"/>
                  </a:lnTo>
                  <a:lnTo>
                    <a:pt x="118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03" name=""/>
            <p:cNvSpPr/>
            <p:nvPr/>
          </p:nvSpPr>
          <p:spPr>
            <a:xfrm rot="0">
              <a:off x="3344" y="2604"/>
              <a:ext cx="30" cy="28"/>
            </a:xfrm>
            <a:custGeom>
              <a:avLst/>
              <a:ahLst/>
              <a:rect l="0" t="0" r="r" b="b"/>
              <a:pathLst>
                <a:path w="118" h="114">
                  <a:moveTo>
                    <a:pt x="118" y="49"/>
                  </a:moveTo>
                  <a:lnTo>
                    <a:pt x="96" y="25"/>
                  </a:lnTo>
                  <a:lnTo>
                    <a:pt x="74" y="0"/>
                  </a:lnTo>
                  <a:lnTo>
                    <a:pt x="0" y="64"/>
                  </a:lnTo>
                  <a:lnTo>
                    <a:pt x="22" y="89"/>
                  </a:lnTo>
                  <a:lnTo>
                    <a:pt x="45" y="114"/>
                  </a:lnTo>
                  <a:lnTo>
                    <a:pt x="118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04" name=""/>
            <p:cNvSpPr/>
            <p:nvPr/>
          </p:nvSpPr>
          <p:spPr>
            <a:xfrm rot="0">
              <a:off x="3344" y="2620"/>
              <a:ext cx="6" cy="6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05" name=""/>
            <p:cNvSpPr/>
            <p:nvPr/>
          </p:nvSpPr>
          <p:spPr>
            <a:xfrm rot="0" flipH="1">
              <a:off x="3344" y="26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06" name=""/>
            <p:cNvSpPr/>
            <p:nvPr/>
          </p:nvSpPr>
          <p:spPr>
            <a:xfrm rot="0">
              <a:off x="3326" y="2620"/>
              <a:ext cx="30" cy="2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50"/>
                  </a:moveTo>
                  <a:lnTo>
                    <a:pt x="94" y="25"/>
                  </a:lnTo>
                  <a:lnTo>
                    <a:pt x="71" y="0"/>
                  </a:lnTo>
                  <a:lnTo>
                    <a:pt x="0" y="67"/>
                  </a:lnTo>
                  <a:lnTo>
                    <a:pt x="23" y="92"/>
                  </a:lnTo>
                  <a:lnTo>
                    <a:pt x="47" y="117"/>
                  </a:lnTo>
                  <a:lnTo>
                    <a:pt x="118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07" name=""/>
            <p:cNvSpPr/>
            <p:nvPr/>
          </p:nvSpPr>
          <p:spPr>
            <a:xfrm rot="0">
              <a:off x="3326" y="2620"/>
              <a:ext cx="30" cy="2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50"/>
                  </a:moveTo>
                  <a:lnTo>
                    <a:pt x="94" y="25"/>
                  </a:lnTo>
                  <a:lnTo>
                    <a:pt x="71" y="0"/>
                  </a:lnTo>
                  <a:lnTo>
                    <a:pt x="0" y="67"/>
                  </a:lnTo>
                  <a:lnTo>
                    <a:pt x="23" y="92"/>
                  </a:lnTo>
                  <a:lnTo>
                    <a:pt x="47" y="117"/>
                  </a:lnTo>
                  <a:lnTo>
                    <a:pt x="118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08" name=""/>
            <p:cNvSpPr/>
            <p:nvPr/>
          </p:nvSpPr>
          <p:spPr>
            <a:xfrm rot="0">
              <a:off x="3326" y="2637"/>
              <a:ext cx="6" cy="6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09" name=""/>
            <p:cNvSpPr/>
            <p:nvPr/>
          </p:nvSpPr>
          <p:spPr>
            <a:xfrm rot="0">
              <a:off x="3326" y="2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10" name=""/>
            <p:cNvSpPr/>
            <p:nvPr/>
          </p:nvSpPr>
          <p:spPr>
            <a:xfrm rot="0">
              <a:off x="3309" y="2637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8"/>
                  </a:moveTo>
                  <a:lnTo>
                    <a:pt x="93" y="24"/>
                  </a:lnTo>
                  <a:lnTo>
                    <a:pt x="70" y="0"/>
                  </a:lnTo>
                  <a:lnTo>
                    <a:pt x="0" y="70"/>
                  </a:lnTo>
                  <a:lnTo>
                    <a:pt x="24" y="94"/>
                  </a:lnTo>
                  <a:lnTo>
                    <a:pt x="47" y="117"/>
                  </a:lnTo>
                  <a:lnTo>
                    <a:pt x="117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11" name=""/>
            <p:cNvSpPr/>
            <p:nvPr/>
          </p:nvSpPr>
          <p:spPr>
            <a:xfrm rot="0">
              <a:off x="3309" y="2637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8"/>
                  </a:moveTo>
                  <a:lnTo>
                    <a:pt x="93" y="24"/>
                  </a:lnTo>
                  <a:lnTo>
                    <a:pt x="70" y="0"/>
                  </a:lnTo>
                  <a:lnTo>
                    <a:pt x="0" y="70"/>
                  </a:lnTo>
                  <a:lnTo>
                    <a:pt x="24" y="94"/>
                  </a:lnTo>
                  <a:lnTo>
                    <a:pt x="47" y="117"/>
                  </a:lnTo>
                  <a:lnTo>
                    <a:pt x="11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5" name=""/>
          <p:cNvGrpSpPr/>
          <p:nvPr/>
        </p:nvGrpSpPr>
        <p:grpSpPr>
          <a:xfrm rot="0">
            <a:off x="190500" y="620712"/>
            <a:ext cx="5991225" cy="5694362"/>
            <a:chOff x="120" y="391"/>
            <a:chExt cx="3774" cy="3587"/>
          </a:xfrm>
        </p:grpSpPr>
        <p:sp>
          <p:nvSpPr>
            <p:cNvPr id="1065212" name=""/>
            <p:cNvSpPr/>
            <p:nvPr/>
          </p:nvSpPr>
          <p:spPr>
            <a:xfrm rot="0">
              <a:off x="3308" y="2654"/>
              <a:ext cx="7" cy="6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13" name=""/>
            <p:cNvSpPr/>
            <p:nvPr/>
          </p:nvSpPr>
          <p:spPr>
            <a:xfrm rot="0" flipH="1">
              <a:off x="3308" y="26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14" name=""/>
            <p:cNvSpPr/>
            <p:nvPr/>
          </p:nvSpPr>
          <p:spPr>
            <a:xfrm rot="0">
              <a:off x="3292" y="2655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5"/>
                  </a:moveTo>
                  <a:lnTo>
                    <a:pt x="92" y="23"/>
                  </a:lnTo>
                  <a:lnTo>
                    <a:pt x="67" y="0"/>
                  </a:lnTo>
                  <a:lnTo>
                    <a:pt x="0" y="73"/>
                  </a:lnTo>
                  <a:lnTo>
                    <a:pt x="25" y="95"/>
                  </a:lnTo>
                  <a:lnTo>
                    <a:pt x="50" y="117"/>
                  </a:lnTo>
                  <a:lnTo>
                    <a:pt x="11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15" name=""/>
            <p:cNvSpPr/>
            <p:nvPr/>
          </p:nvSpPr>
          <p:spPr>
            <a:xfrm rot="0">
              <a:off x="3292" y="2655"/>
              <a:ext cx="29" cy="29"/>
            </a:xfrm>
            <a:custGeom>
              <a:avLst/>
              <a:ahLst/>
              <a:rect l="0" t="0" r="r" b="b"/>
              <a:pathLst>
                <a:path w="117" h="117">
                  <a:moveTo>
                    <a:pt x="117" y="45"/>
                  </a:moveTo>
                  <a:lnTo>
                    <a:pt x="92" y="23"/>
                  </a:lnTo>
                  <a:lnTo>
                    <a:pt x="67" y="0"/>
                  </a:lnTo>
                  <a:lnTo>
                    <a:pt x="0" y="73"/>
                  </a:lnTo>
                  <a:lnTo>
                    <a:pt x="25" y="95"/>
                  </a:lnTo>
                  <a:lnTo>
                    <a:pt x="50" y="117"/>
                  </a:lnTo>
                  <a:lnTo>
                    <a:pt x="117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16" name=""/>
            <p:cNvSpPr/>
            <p:nvPr/>
          </p:nvSpPr>
          <p:spPr>
            <a:xfrm rot="0">
              <a:off x="3292" y="2673"/>
              <a:ext cx="6" cy="5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17" name=""/>
            <p:cNvSpPr/>
            <p:nvPr/>
          </p:nvSpPr>
          <p:spPr>
            <a:xfrm rot="0">
              <a:off x="3292" y="26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18" name=""/>
            <p:cNvSpPr/>
            <p:nvPr/>
          </p:nvSpPr>
          <p:spPr>
            <a:xfrm rot="0">
              <a:off x="3276" y="2673"/>
              <a:ext cx="28" cy="29"/>
            </a:xfrm>
            <a:custGeom>
              <a:avLst/>
              <a:ahLst/>
              <a:rect l="0" t="0" r="r" b="b"/>
              <a:pathLst>
                <a:path w="115" h="117">
                  <a:moveTo>
                    <a:pt x="115" y="44"/>
                  </a:moveTo>
                  <a:lnTo>
                    <a:pt x="90" y="22"/>
                  </a:lnTo>
                  <a:lnTo>
                    <a:pt x="65" y="0"/>
                  </a:lnTo>
                  <a:lnTo>
                    <a:pt x="0" y="72"/>
                  </a:lnTo>
                  <a:lnTo>
                    <a:pt x="25" y="94"/>
                  </a:lnTo>
                  <a:lnTo>
                    <a:pt x="50" y="117"/>
                  </a:lnTo>
                  <a:lnTo>
                    <a:pt x="115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19" name=""/>
            <p:cNvSpPr/>
            <p:nvPr/>
          </p:nvSpPr>
          <p:spPr>
            <a:xfrm rot="0">
              <a:off x="3276" y="2673"/>
              <a:ext cx="28" cy="29"/>
            </a:xfrm>
            <a:custGeom>
              <a:avLst/>
              <a:ahLst/>
              <a:rect l="0" t="0" r="r" b="b"/>
              <a:pathLst>
                <a:path w="115" h="117">
                  <a:moveTo>
                    <a:pt x="115" y="44"/>
                  </a:moveTo>
                  <a:lnTo>
                    <a:pt x="90" y="22"/>
                  </a:lnTo>
                  <a:lnTo>
                    <a:pt x="65" y="0"/>
                  </a:lnTo>
                  <a:lnTo>
                    <a:pt x="0" y="72"/>
                  </a:lnTo>
                  <a:lnTo>
                    <a:pt x="25" y="94"/>
                  </a:lnTo>
                  <a:lnTo>
                    <a:pt x="50" y="117"/>
                  </a:lnTo>
                  <a:lnTo>
                    <a:pt x="115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20" name=""/>
            <p:cNvSpPr/>
            <p:nvPr/>
          </p:nvSpPr>
          <p:spPr>
            <a:xfrm rot="0">
              <a:off x="3275" y="2691"/>
              <a:ext cx="7" cy="6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21" name=""/>
            <p:cNvSpPr/>
            <p:nvPr/>
          </p:nvSpPr>
          <p:spPr>
            <a:xfrm rot="0" flipH="1">
              <a:off x="3275" y="2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22" name=""/>
            <p:cNvSpPr/>
            <p:nvPr/>
          </p:nvSpPr>
          <p:spPr>
            <a:xfrm rot="0">
              <a:off x="3259" y="2691"/>
              <a:ext cx="29" cy="30"/>
            </a:xfrm>
            <a:custGeom>
              <a:avLst/>
              <a:ahLst/>
              <a:rect l="0" t="0" r="r" b="b"/>
              <a:pathLst>
                <a:path w="116" h="118">
                  <a:moveTo>
                    <a:pt x="116" y="42"/>
                  </a:moveTo>
                  <a:lnTo>
                    <a:pt x="89" y="21"/>
                  </a:lnTo>
                  <a:lnTo>
                    <a:pt x="63" y="0"/>
                  </a:lnTo>
                  <a:lnTo>
                    <a:pt x="0" y="76"/>
                  </a:lnTo>
                  <a:lnTo>
                    <a:pt x="26" y="97"/>
                  </a:lnTo>
                  <a:lnTo>
                    <a:pt x="53" y="118"/>
                  </a:lnTo>
                  <a:lnTo>
                    <a:pt x="11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23" name=""/>
            <p:cNvSpPr/>
            <p:nvPr/>
          </p:nvSpPr>
          <p:spPr>
            <a:xfrm rot="0">
              <a:off x="3259" y="2691"/>
              <a:ext cx="29" cy="30"/>
            </a:xfrm>
            <a:custGeom>
              <a:avLst/>
              <a:ahLst/>
              <a:rect l="0" t="0" r="r" b="b"/>
              <a:pathLst>
                <a:path w="116" h="118">
                  <a:moveTo>
                    <a:pt x="116" y="42"/>
                  </a:moveTo>
                  <a:lnTo>
                    <a:pt x="89" y="21"/>
                  </a:lnTo>
                  <a:lnTo>
                    <a:pt x="63" y="0"/>
                  </a:lnTo>
                  <a:lnTo>
                    <a:pt x="0" y="76"/>
                  </a:lnTo>
                  <a:lnTo>
                    <a:pt x="26" y="97"/>
                  </a:lnTo>
                  <a:lnTo>
                    <a:pt x="53" y="118"/>
                  </a:lnTo>
                  <a:lnTo>
                    <a:pt x="11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24" name=""/>
            <p:cNvSpPr/>
            <p:nvPr/>
          </p:nvSpPr>
          <p:spPr>
            <a:xfrm rot="0">
              <a:off x="3259" y="2710"/>
              <a:ext cx="7" cy="6"/>
            </a:xfrm>
            <a:custGeom>
              <a:avLst/>
              <a:ahLst/>
              <a:rect l="0" t="0" r="r" b="b"/>
              <a:pathLst>
                <a:path w="26" h="21">
                  <a:moveTo>
                    <a:pt x="26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25" name=""/>
            <p:cNvSpPr/>
            <p:nvPr/>
          </p:nvSpPr>
          <p:spPr>
            <a:xfrm rot="0">
              <a:off x="3259" y="2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26" name=""/>
            <p:cNvSpPr/>
            <p:nvPr/>
          </p:nvSpPr>
          <p:spPr>
            <a:xfrm rot="0">
              <a:off x="3244" y="2710"/>
              <a:ext cx="29" cy="30"/>
            </a:xfrm>
            <a:custGeom>
              <a:avLst/>
              <a:ahLst/>
              <a:rect l="0" t="0" r="r" b="b"/>
              <a:pathLst>
                <a:path w="113" h="120">
                  <a:moveTo>
                    <a:pt x="113" y="42"/>
                  </a:moveTo>
                  <a:lnTo>
                    <a:pt x="86" y="21"/>
                  </a:lnTo>
                  <a:lnTo>
                    <a:pt x="60" y="0"/>
                  </a:lnTo>
                  <a:lnTo>
                    <a:pt x="0" y="78"/>
                  </a:lnTo>
                  <a:lnTo>
                    <a:pt x="26" y="99"/>
                  </a:lnTo>
                  <a:lnTo>
                    <a:pt x="52" y="120"/>
                  </a:lnTo>
                  <a:lnTo>
                    <a:pt x="113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27" name=""/>
            <p:cNvSpPr/>
            <p:nvPr/>
          </p:nvSpPr>
          <p:spPr>
            <a:xfrm rot="0">
              <a:off x="3244" y="2710"/>
              <a:ext cx="29" cy="30"/>
            </a:xfrm>
            <a:custGeom>
              <a:avLst/>
              <a:ahLst/>
              <a:rect l="0" t="0" r="r" b="b"/>
              <a:pathLst>
                <a:path w="113" h="120">
                  <a:moveTo>
                    <a:pt x="113" y="42"/>
                  </a:moveTo>
                  <a:lnTo>
                    <a:pt x="86" y="21"/>
                  </a:lnTo>
                  <a:lnTo>
                    <a:pt x="60" y="0"/>
                  </a:lnTo>
                  <a:lnTo>
                    <a:pt x="0" y="78"/>
                  </a:lnTo>
                  <a:lnTo>
                    <a:pt x="26" y="99"/>
                  </a:lnTo>
                  <a:lnTo>
                    <a:pt x="52" y="120"/>
                  </a:lnTo>
                  <a:lnTo>
                    <a:pt x="113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28" name=""/>
            <p:cNvSpPr/>
            <p:nvPr/>
          </p:nvSpPr>
          <p:spPr>
            <a:xfrm rot="0">
              <a:off x="3244" y="2730"/>
              <a:ext cx="7" cy="5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29" name=""/>
            <p:cNvSpPr/>
            <p:nvPr/>
          </p:nvSpPr>
          <p:spPr>
            <a:xfrm rot="0" flipH="1">
              <a:off x="3244" y="2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30" name=""/>
            <p:cNvSpPr/>
            <p:nvPr/>
          </p:nvSpPr>
          <p:spPr>
            <a:xfrm rot="0">
              <a:off x="3230" y="2730"/>
              <a:ext cx="28" cy="30"/>
            </a:xfrm>
            <a:custGeom>
              <a:avLst/>
              <a:ahLst/>
              <a:rect l="0" t="0" r="r" b="b"/>
              <a:pathLst>
                <a:path w="113" h="119">
                  <a:moveTo>
                    <a:pt x="113" y="40"/>
                  </a:moveTo>
                  <a:lnTo>
                    <a:pt x="86" y="20"/>
                  </a:lnTo>
                  <a:lnTo>
                    <a:pt x="58" y="0"/>
                  </a:lnTo>
                  <a:lnTo>
                    <a:pt x="0" y="79"/>
                  </a:lnTo>
                  <a:lnTo>
                    <a:pt x="28" y="99"/>
                  </a:lnTo>
                  <a:lnTo>
                    <a:pt x="56" y="119"/>
                  </a:lnTo>
                  <a:lnTo>
                    <a:pt x="113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31" name=""/>
            <p:cNvSpPr/>
            <p:nvPr/>
          </p:nvSpPr>
          <p:spPr>
            <a:xfrm rot="0">
              <a:off x="3230" y="2730"/>
              <a:ext cx="28" cy="30"/>
            </a:xfrm>
            <a:custGeom>
              <a:avLst/>
              <a:ahLst/>
              <a:rect l="0" t="0" r="r" b="b"/>
              <a:pathLst>
                <a:path w="113" h="119">
                  <a:moveTo>
                    <a:pt x="113" y="40"/>
                  </a:moveTo>
                  <a:lnTo>
                    <a:pt x="86" y="20"/>
                  </a:lnTo>
                  <a:lnTo>
                    <a:pt x="58" y="0"/>
                  </a:lnTo>
                  <a:lnTo>
                    <a:pt x="0" y="79"/>
                  </a:lnTo>
                  <a:lnTo>
                    <a:pt x="28" y="99"/>
                  </a:lnTo>
                  <a:lnTo>
                    <a:pt x="56" y="119"/>
                  </a:lnTo>
                  <a:lnTo>
                    <a:pt x="113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32" name=""/>
            <p:cNvSpPr/>
            <p:nvPr/>
          </p:nvSpPr>
          <p:spPr>
            <a:xfrm rot="0">
              <a:off x="3230" y="2750"/>
              <a:ext cx="7" cy="5"/>
            </a:xfrm>
            <a:custGeom>
              <a:avLst/>
              <a:ahLst/>
              <a:rect l="0" t="0" r="r" b="b"/>
              <a:pathLst>
                <a:path w="28" h="20">
                  <a:moveTo>
                    <a:pt x="28" y="2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33" name=""/>
            <p:cNvSpPr/>
            <p:nvPr/>
          </p:nvSpPr>
          <p:spPr>
            <a:xfrm rot="0">
              <a:off x="3230" y="27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34" name=""/>
            <p:cNvSpPr/>
            <p:nvPr/>
          </p:nvSpPr>
          <p:spPr>
            <a:xfrm rot="0">
              <a:off x="3216" y="2750"/>
              <a:ext cx="27" cy="29"/>
            </a:xfrm>
            <a:custGeom>
              <a:avLst/>
              <a:ahLst/>
              <a:rect l="0" t="0" r="r" b="b"/>
              <a:pathLst>
                <a:path w="111" h="117">
                  <a:moveTo>
                    <a:pt x="111" y="37"/>
                  </a:moveTo>
                  <a:lnTo>
                    <a:pt x="83" y="19"/>
                  </a:lnTo>
                  <a:lnTo>
                    <a:pt x="55" y="0"/>
                  </a:lnTo>
                  <a:lnTo>
                    <a:pt x="0" y="81"/>
                  </a:lnTo>
                  <a:lnTo>
                    <a:pt x="28" y="99"/>
                  </a:lnTo>
                  <a:lnTo>
                    <a:pt x="55" y="117"/>
                  </a:lnTo>
                  <a:lnTo>
                    <a:pt x="111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35" name=""/>
            <p:cNvSpPr/>
            <p:nvPr/>
          </p:nvSpPr>
          <p:spPr>
            <a:xfrm rot="0">
              <a:off x="3216" y="2750"/>
              <a:ext cx="27" cy="29"/>
            </a:xfrm>
            <a:custGeom>
              <a:avLst/>
              <a:ahLst/>
              <a:rect l="0" t="0" r="r" b="b"/>
              <a:pathLst>
                <a:path w="111" h="117">
                  <a:moveTo>
                    <a:pt x="111" y="37"/>
                  </a:moveTo>
                  <a:lnTo>
                    <a:pt x="83" y="19"/>
                  </a:lnTo>
                  <a:lnTo>
                    <a:pt x="55" y="0"/>
                  </a:lnTo>
                  <a:lnTo>
                    <a:pt x="0" y="81"/>
                  </a:lnTo>
                  <a:lnTo>
                    <a:pt x="28" y="99"/>
                  </a:lnTo>
                  <a:lnTo>
                    <a:pt x="55" y="117"/>
                  </a:lnTo>
                  <a:lnTo>
                    <a:pt x="111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36" name=""/>
            <p:cNvSpPr/>
            <p:nvPr/>
          </p:nvSpPr>
          <p:spPr>
            <a:xfrm rot="0">
              <a:off x="3215" y="2770"/>
              <a:ext cx="8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37" name=""/>
            <p:cNvSpPr/>
            <p:nvPr/>
          </p:nvSpPr>
          <p:spPr>
            <a:xfrm rot="0" flipH="1">
              <a:off x="3215" y="2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38" name=""/>
            <p:cNvSpPr/>
            <p:nvPr/>
          </p:nvSpPr>
          <p:spPr>
            <a:xfrm rot="0">
              <a:off x="3202" y="2770"/>
              <a:ext cx="28" cy="30"/>
            </a:xfrm>
            <a:custGeom>
              <a:avLst/>
              <a:ahLst/>
              <a:rect l="0" t="0" r="r" b="b"/>
              <a:pathLst>
                <a:path w="111" h="119">
                  <a:moveTo>
                    <a:pt x="111" y="36"/>
                  </a:moveTo>
                  <a:lnTo>
                    <a:pt x="82" y="18"/>
                  </a:lnTo>
                  <a:lnTo>
                    <a:pt x="53" y="0"/>
                  </a:lnTo>
                  <a:lnTo>
                    <a:pt x="0" y="82"/>
                  </a:lnTo>
                  <a:lnTo>
                    <a:pt x="29" y="101"/>
                  </a:lnTo>
                  <a:lnTo>
                    <a:pt x="58" y="119"/>
                  </a:lnTo>
                  <a:lnTo>
                    <a:pt x="11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39" name=""/>
            <p:cNvSpPr/>
            <p:nvPr/>
          </p:nvSpPr>
          <p:spPr>
            <a:xfrm rot="0">
              <a:off x="3202" y="2770"/>
              <a:ext cx="28" cy="30"/>
            </a:xfrm>
            <a:custGeom>
              <a:avLst/>
              <a:ahLst/>
              <a:rect l="0" t="0" r="r" b="b"/>
              <a:pathLst>
                <a:path w="111" h="119">
                  <a:moveTo>
                    <a:pt x="111" y="36"/>
                  </a:moveTo>
                  <a:lnTo>
                    <a:pt x="82" y="18"/>
                  </a:lnTo>
                  <a:lnTo>
                    <a:pt x="53" y="0"/>
                  </a:lnTo>
                  <a:lnTo>
                    <a:pt x="0" y="82"/>
                  </a:lnTo>
                  <a:lnTo>
                    <a:pt x="29" y="101"/>
                  </a:lnTo>
                  <a:lnTo>
                    <a:pt x="58" y="119"/>
                  </a:lnTo>
                  <a:lnTo>
                    <a:pt x="111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40" name=""/>
            <p:cNvSpPr/>
            <p:nvPr/>
          </p:nvSpPr>
          <p:spPr>
            <a:xfrm rot="0">
              <a:off x="3202" y="2791"/>
              <a:ext cx="8" cy="4"/>
            </a:xfrm>
            <a:custGeom>
              <a:avLst/>
              <a:ahLst/>
              <a:rect l="0" t="0" r="r" b="b"/>
              <a:pathLst>
                <a:path w="29" h="19">
                  <a:moveTo>
                    <a:pt x="29" y="19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41" name=""/>
            <p:cNvSpPr/>
            <p:nvPr/>
          </p:nvSpPr>
          <p:spPr>
            <a:xfrm rot="0">
              <a:off x="3202" y="2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42" name=""/>
            <p:cNvSpPr/>
            <p:nvPr/>
          </p:nvSpPr>
          <p:spPr>
            <a:xfrm rot="0">
              <a:off x="3190" y="2791"/>
              <a:ext cx="27" cy="30"/>
            </a:xfrm>
            <a:custGeom>
              <a:avLst/>
              <a:ahLst/>
              <a:rect l="0" t="0" r="r" b="b"/>
              <a:pathLst>
                <a:path w="108" h="118">
                  <a:moveTo>
                    <a:pt x="108" y="34"/>
                  </a:moveTo>
                  <a:lnTo>
                    <a:pt x="79" y="17"/>
                  </a:lnTo>
                  <a:lnTo>
                    <a:pt x="50" y="0"/>
                  </a:lnTo>
                  <a:lnTo>
                    <a:pt x="0" y="84"/>
                  </a:lnTo>
                  <a:lnTo>
                    <a:pt x="29" y="101"/>
                  </a:lnTo>
                  <a:lnTo>
                    <a:pt x="58" y="118"/>
                  </a:lnTo>
                  <a:lnTo>
                    <a:pt x="108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43" name=""/>
            <p:cNvSpPr/>
            <p:nvPr/>
          </p:nvSpPr>
          <p:spPr>
            <a:xfrm rot="0">
              <a:off x="3190" y="2791"/>
              <a:ext cx="27" cy="30"/>
            </a:xfrm>
            <a:custGeom>
              <a:avLst/>
              <a:ahLst/>
              <a:rect l="0" t="0" r="r" b="b"/>
              <a:pathLst>
                <a:path w="108" h="118">
                  <a:moveTo>
                    <a:pt x="108" y="34"/>
                  </a:moveTo>
                  <a:lnTo>
                    <a:pt x="79" y="17"/>
                  </a:lnTo>
                  <a:lnTo>
                    <a:pt x="50" y="0"/>
                  </a:lnTo>
                  <a:lnTo>
                    <a:pt x="0" y="84"/>
                  </a:lnTo>
                  <a:lnTo>
                    <a:pt x="29" y="101"/>
                  </a:lnTo>
                  <a:lnTo>
                    <a:pt x="58" y="118"/>
                  </a:lnTo>
                  <a:lnTo>
                    <a:pt x="108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44" name=""/>
            <p:cNvSpPr/>
            <p:nvPr/>
          </p:nvSpPr>
          <p:spPr>
            <a:xfrm rot="0">
              <a:off x="3190" y="2812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45" name=""/>
            <p:cNvSpPr/>
            <p:nvPr/>
          </p:nvSpPr>
          <p:spPr>
            <a:xfrm rot="0">
              <a:off x="3190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46" name=""/>
            <p:cNvSpPr/>
            <p:nvPr/>
          </p:nvSpPr>
          <p:spPr>
            <a:xfrm rot="0">
              <a:off x="3178" y="2813"/>
              <a:ext cx="26" cy="29"/>
            </a:xfrm>
            <a:custGeom>
              <a:avLst/>
              <a:ahLst/>
              <a:rect l="0" t="0" r="r" b="b"/>
              <a:pathLst>
                <a:path w="105" h="117">
                  <a:moveTo>
                    <a:pt x="105" y="32"/>
                  </a:moveTo>
                  <a:lnTo>
                    <a:pt x="76" y="16"/>
                  </a:lnTo>
                  <a:lnTo>
                    <a:pt x="47" y="0"/>
                  </a:lnTo>
                  <a:lnTo>
                    <a:pt x="0" y="86"/>
                  </a:lnTo>
                  <a:lnTo>
                    <a:pt x="29" y="101"/>
                  </a:lnTo>
                  <a:lnTo>
                    <a:pt x="58" y="117"/>
                  </a:lnTo>
                  <a:lnTo>
                    <a:pt x="105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47" name=""/>
            <p:cNvSpPr/>
            <p:nvPr/>
          </p:nvSpPr>
          <p:spPr>
            <a:xfrm rot="0">
              <a:off x="3178" y="2813"/>
              <a:ext cx="26" cy="29"/>
            </a:xfrm>
            <a:custGeom>
              <a:avLst/>
              <a:ahLst/>
              <a:rect l="0" t="0" r="r" b="b"/>
              <a:pathLst>
                <a:path w="105" h="117">
                  <a:moveTo>
                    <a:pt x="105" y="32"/>
                  </a:moveTo>
                  <a:lnTo>
                    <a:pt x="76" y="16"/>
                  </a:lnTo>
                  <a:lnTo>
                    <a:pt x="47" y="0"/>
                  </a:lnTo>
                  <a:lnTo>
                    <a:pt x="0" y="86"/>
                  </a:lnTo>
                  <a:lnTo>
                    <a:pt x="29" y="101"/>
                  </a:lnTo>
                  <a:lnTo>
                    <a:pt x="58" y="117"/>
                  </a:lnTo>
                  <a:lnTo>
                    <a:pt x="105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48" name=""/>
            <p:cNvSpPr/>
            <p:nvPr/>
          </p:nvSpPr>
          <p:spPr>
            <a:xfrm rot="0">
              <a:off x="3178" y="2834"/>
              <a:ext cx="7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49" name=""/>
            <p:cNvSpPr/>
            <p:nvPr/>
          </p:nvSpPr>
          <p:spPr>
            <a:xfrm rot="0" flipH="1">
              <a:off x="3178" y="2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50" name=""/>
            <p:cNvSpPr/>
            <p:nvPr/>
          </p:nvSpPr>
          <p:spPr>
            <a:xfrm rot="0">
              <a:off x="3166" y="2834"/>
              <a:ext cx="27" cy="29"/>
            </a:xfrm>
            <a:custGeom>
              <a:avLst/>
              <a:ahLst/>
              <a:rect l="0" t="0" r="r" b="b"/>
              <a:pathLst>
                <a:path w="106" h="118">
                  <a:moveTo>
                    <a:pt x="106" y="31"/>
                  </a:moveTo>
                  <a:lnTo>
                    <a:pt x="76" y="15"/>
                  </a:lnTo>
                  <a:lnTo>
                    <a:pt x="46" y="0"/>
                  </a:lnTo>
                  <a:lnTo>
                    <a:pt x="0" y="86"/>
                  </a:lnTo>
                  <a:lnTo>
                    <a:pt x="30" y="102"/>
                  </a:lnTo>
                  <a:lnTo>
                    <a:pt x="60" y="118"/>
                  </a:lnTo>
                  <a:lnTo>
                    <a:pt x="10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51" name=""/>
            <p:cNvSpPr/>
            <p:nvPr/>
          </p:nvSpPr>
          <p:spPr>
            <a:xfrm rot="0">
              <a:off x="3166" y="2834"/>
              <a:ext cx="27" cy="29"/>
            </a:xfrm>
            <a:custGeom>
              <a:avLst/>
              <a:ahLst/>
              <a:rect l="0" t="0" r="r" b="b"/>
              <a:pathLst>
                <a:path w="106" h="118">
                  <a:moveTo>
                    <a:pt x="106" y="31"/>
                  </a:moveTo>
                  <a:lnTo>
                    <a:pt x="76" y="15"/>
                  </a:lnTo>
                  <a:lnTo>
                    <a:pt x="46" y="0"/>
                  </a:lnTo>
                  <a:lnTo>
                    <a:pt x="0" y="86"/>
                  </a:lnTo>
                  <a:lnTo>
                    <a:pt x="30" y="102"/>
                  </a:lnTo>
                  <a:lnTo>
                    <a:pt x="60" y="118"/>
                  </a:lnTo>
                  <a:lnTo>
                    <a:pt x="106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52" name=""/>
            <p:cNvSpPr/>
            <p:nvPr/>
          </p:nvSpPr>
          <p:spPr>
            <a:xfrm rot="0">
              <a:off x="3166" y="2856"/>
              <a:ext cx="8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53" name=""/>
            <p:cNvSpPr/>
            <p:nvPr/>
          </p:nvSpPr>
          <p:spPr>
            <a:xfrm rot="0">
              <a:off x="3166" y="28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54" name=""/>
            <p:cNvSpPr/>
            <p:nvPr/>
          </p:nvSpPr>
          <p:spPr>
            <a:xfrm rot="0">
              <a:off x="3156" y="2856"/>
              <a:ext cx="25" cy="30"/>
            </a:xfrm>
            <a:custGeom>
              <a:avLst/>
              <a:ahLst/>
              <a:rect l="0" t="0" r="r" b="b"/>
              <a:pathLst>
                <a:path w="102" h="118">
                  <a:moveTo>
                    <a:pt x="102" y="29"/>
                  </a:moveTo>
                  <a:lnTo>
                    <a:pt x="72" y="14"/>
                  </a:lnTo>
                  <a:lnTo>
                    <a:pt x="42" y="0"/>
                  </a:lnTo>
                  <a:lnTo>
                    <a:pt x="0" y="89"/>
                  </a:lnTo>
                  <a:lnTo>
                    <a:pt x="30" y="104"/>
                  </a:lnTo>
                  <a:lnTo>
                    <a:pt x="60" y="118"/>
                  </a:lnTo>
                  <a:lnTo>
                    <a:pt x="10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55" name=""/>
            <p:cNvSpPr/>
            <p:nvPr/>
          </p:nvSpPr>
          <p:spPr>
            <a:xfrm rot="0">
              <a:off x="3156" y="2856"/>
              <a:ext cx="25" cy="30"/>
            </a:xfrm>
            <a:custGeom>
              <a:avLst/>
              <a:ahLst/>
              <a:rect l="0" t="0" r="r" b="b"/>
              <a:pathLst>
                <a:path w="102" h="118">
                  <a:moveTo>
                    <a:pt x="102" y="29"/>
                  </a:moveTo>
                  <a:lnTo>
                    <a:pt x="72" y="14"/>
                  </a:lnTo>
                  <a:lnTo>
                    <a:pt x="42" y="0"/>
                  </a:lnTo>
                  <a:lnTo>
                    <a:pt x="0" y="89"/>
                  </a:lnTo>
                  <a:lnTo>
                    <a:pt x="30" y="104"/>
                  </a:lnTo>
                  <a:lnTo>
                    <a:pt x="60" y="118"/>
                  </a:lnTo>
                  <a:lnTo>
                    <a:pt x="10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56" name=""/>
            <p:cNvSpPr/>
            <p:nvPr/>
          </p:nvSpPr>
          <p:spPr>
            <a:xfrm rot="0">
              <a:off x="3156" y="2878"/>
              <a:ext cx="7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57" name=""/>
            <p:cNvSpPr/>
            <p:nvPr/>
          </p:nvSpPr>
          <p:spPr>
            <a:xfrm rot="0">
              <a:off x="3156" y="28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58" name=""/>
            <p:cNvSpPr/>
            <p:nvPr/>
          </p:nvSpPr>
          <p:spPr>
            <a:xfrm rot="0">
              <a:off x="3146" y="2879"/>
              <a:ext cx="25" cy="29"/>
            </a:xfrm>
            <a:custGeom>
              <a:avLst/>
              <a:ahLst/>
              <a:rect l="0" t="0" r="r" b="b"/>
              <a:pathLst>
                <a:path w="100" h="116">
                  <a:moveTo>
                    <a:pt x="100" y="27"/>
                  </a:moveTo>
                  <a:lnTo>
                    <a:pt x="70" y="14"/>
                  </a:lnTo>
                  <a:lnTo>
                    <a:pt x="40" y="0"/>
                  </a:lnTo>
                  <a:lnTo>
                    <a:pt x="0" y="90"/>
                  </a:lnTo>
                  <a:lnTo>
                    <a:pt x="31" y="103"/>
                  </a:lnTo>
                  <a:lnTo>
                    <a:pt x="61" y="116"/>
                  </a:lnTo>
                  <a:lnTo>
                    <a:pt x="10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59" name=""/>
            <p:cNvSpPr/>
            <p:nvPr/>
          </p:nvSpPr>
          <p:spPr>
            <a:xfrm rot="0">
              <a:off x="3146" y="2879"/>
              <a:ext cx="25" cy="29"/>
            </a:xfrm>
            <a:custGeom>
              <a:avLst/>
              <a:ahLst/>
              <a:rect l="0" t="0" r="r" b="b"/>
              <a:pathLst>
                <a:path w="100" h="116">
                  <a:moveTo>
                    <a:pt x="100" y="27"/>
                  </a:moveTo>
                  <a:lnTo>
                    <a:pt x="70" y="14"/>
                  </a:lnTo>
                  <a:lnTo>
                    <a:pt x="40" y="0"/>
                  </a:lnTo>
                  <a:lnTo>
                    <a:pt x="0" y="90"/>
                  </a:lnTo>
                  <a:lnTo>
                    <a:pt x="31" y="103"/>
                  </a:lnTo>
                  <a:lnTo>
                    <a:pt x="61" y="116"/>
                  </a:lnTo>
                  <a:lnTo>
                    <a:pt x="10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60" name=""/>
            <p:cNvSpPr/>
            <p:nvPr/>
          </p:nvSpPr>
          <p:spPr>
            <a:xfrm rot="0">
              <a:off x="3145" y="2901"/>
              <a:ext cx="8" cy="3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61" name=""/>
            <p:cNvSpPr/>
            <p:nvPr/>
          </p:nvSpPr>
          <p:spPr>
            <a:xfrm rot="0" flipH="1">
              <a:off x="3145" y="29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62" name=""/>
            <p:cNvSpPr/>
            <p:nvPr/>
          </p:nvSpPr>
          <p:spPr>
            <a:xfrm rot="0">
              <a:off x="3136" y="2901"/>
              <a:ext cx="25" cy="29"/>
            </a:xfrm>
            <a:custGeom>
              <a:avLst/>
              <a:ahLst/>
              <a:rect l="0" t="0" r="r" b="b"/>
              <a:pathLst>
                <a:path w="100" h="117">
                  <a:moveTo>
                    <a:pt x="100" y="26"/>
                  </a:moveTo>
                  <a:lnTo>
                    <a:pt x="69" y="13"/>
                  </a:lnTo>
                  <a:lnTo>
                    <a:pt x="37" y="0"/>
                  </a:lnTo>
                  <a:lnTo>
                    <a:pt x="0" y="90"/>
                  </a:lnTo>
                  <a:lnTo>
                    <a:pt x="32" y="104"/>
                  </a:lnTo>
                  <a:lnTo>
                    <a:pt x="63" y="117"/>
                  </a:lnTo>
                  <a:lnTo>
                    <a:pt x="10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63" name=""/>
            <p:cNvSpPr/>
            <p:nvPr/>
          </p:nvSpPr>
          <p:spPr>
            <a:xfrm rot="0">
              <a:off x="3136" y="2901"/>
              <a:ext cx="25" cy="29"/>
            </a:xfrm>
            <a:custGeom>
              <a:avLst/>
              <a:ahLst/>
              <a:rect l="0" t="0" r="r" b="b"/>
              <a:pathLst>
                <a:path w="100" h="117">
                  <a:moveTo>
                    <a:pt x="100" y="26"/>
                  </a:moveTo>
                  <a:lnTo>
                    <a:pt x="69" y="13"/>
                  </a:lnTo>
                  <a:lnTo>
                    <a:pt x="37" y="0"/>
                  </a:lnTo>
                  <a:lnTo>
                    <a:pt x="0" y="90"/>
                  </a:lnTo>
                  <a:lnTo>
                    <a:pt x="32" y="104"/>
                  </a:lnTo>
                  <a:lnTo>
                    <a:pt x="63" y="117"/>
                  </a:lnTo>
                  <a:lnTo>
                    <a:pt x="10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64" name=""/>
            <p:cNvSpPr/>
            <p:nvPr/>
          </p:nvSpPr>
          <p:spPr>
            <a:xfrm rot="0">
              <a:off x="3136" y="2924"/>
              <a:ext cx="8" cy="3"/>
            </a:xfrm>
            <a:custGeom>
              <a:avLst/>
              <a:ahLst/>
              <a:rect l="0" t="0" r="r" b="b"/>
              <a:pathLst>
                <a:path w="32" h="14">
                  <a:moveTo>
                    <a:pt x="32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65" name=""/>
            <p:cNvSpPr/>
            <p:nvPr/>
          </p:nvSpPr>
          <p:spPr>
            <a:xfrm rot="0">
              <a:off x="3136" y="29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66" name=""/>
            <p:cNvSpPr/>
            <p:nvPr/>
          </p:nvSpPr>
          <p:spPr>
            <a:xfrm rot="0">
              <a:off x="3128" y="2924"/>
              <a:ext cx="24" cy="29"/>
            </a:xfrm>
            <a:custGeom>
              <a:avLst/>
              <a:ahLst/>
              <a:rect l="0" t="0" r="r" b="b"/>
              <a:pathLst>
                <a:path w="97" h="115">
                  <a:moveTo>
                    <a:pt x="97" y="23"/>
                  </a:moveTo>
                  <a:lnTo>
                    <a:pt x="66" y="12"/>
                  </a:lnTo>
                  <a:lnTo>
                    <a:pt x="34" y="0"/>
                  </a:lnTo>
                  <a:lnTo>
                    <a:pt x="0" y="92"/>
                  </a:lnTo>
                  <a:lnTo>
                    <a:pt x="32" y="104"/>
                  </a:lnTo>
                  <a:lnTo>
                    <a:pt x="63" y="115"/>
                  </a:lnTo>
                  <a:lnTo>
                    <a:pt x="9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67" name=""/>
            <p:cNvSpPr/>
            <p:nvPr/>
          </p:nvSpPr>
          <p:spPr>
            <a:xfrm rot="0">
              <a:off x="3128" y="2924"/>
              <a:ext cx="24" cy="29"/>
            </a:xfrm>
            <a:custGeom>
              <a:avLst/>
              <a:ahLst/>
              <a:rect l="0" t="0" r="r" b="b"/>
              <a:pathLst>
                <a:path w="97" h="115">
                  <a:moveTo>
                    <a:pt x="97" y="23"/>
                  </a:moveTo>
                  <a:lnTo>
                    <a:pt x="66" y="12"/>
                  </a:lnTo>
                  <a:lnTo>
                    <a:pt x="34" y="0"/>
                  </a:lnTo>
                  <a:lnTo>
                    <a:pt x="0" y="92"/>
                  </a:lnTo>
                  <a:lnTo>
                    <a:pt x="32" y="104"/>
                  </a:lnTo>
                  <a:lnTo>
                    <a:pt x="63" y="115"/>
                  </a:lnTo>
                  <a:lnTo>
                    <a:pt x="97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68" name=""/>
            <p:cNvSpPr/>
            <p:nvPr/>
          </p:nvSpPr>
          <p:spPr>
            <a:xfrm rot="0">
              <a:off x="3128" y="2947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69" name=""/>
            <p:cNvSpPr/>
            <p:nvPr/>
          </p:nvSpPr>
          <p:spPr>
            <a:xfrm rot="0">
              <a:off x="3128" y="2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70" name=""/>
            <p:cNvSpPr/>
            <p:nvPr/>
          </p:nvSpPr>
          <p:spPr>
            <a:xfrm rot="0">
              <a:off x="3120" y="2947"/>
              <a:ext cx="24" cy="29"/>
            </a:xfrm>
            <a:custGeom>
              <a:avLst/>
              <a:ahLst/>
              <a:rect l="0" t="0" r="r" b="b"/>
              <a:pathLst>
                <a:path w="93" h="114">
                  <a:moveTo>
                    <a:pt x="93" y="21"/>
                  </a:moveTo>
                  <a:lnTo>
                    <a:pt x="62" y="11"/>
                  </a:lnTo>
                  <a:lnTo>
                    <a:pt x="30" y="0"/>
                  </a:lnTo>
                  <a:lnTo>
                    <a:pt x="0" y="93"/>
                  </a:lnTo>
                  <a:lnTo>
                    <a:pt x="31" y="104"/>
                  </a:lnTo>
                  <a:lnTo>
                    <a:pt x="63" y="114"/>
                  </a:lnTo>
                  <a:lnTo>
                    <a:pt x="93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71" name=""/>
            <p:cNvSpPr/>
            <p:nvPr/>
          </p:nvSpPr>
          <p:spPr>
            <a:xfrm rot="0">
              <a:off x="3120" y="2947"/>
              <a:ext cx="24" cy="29"/>
            </a:xfrm>
            <a:custGeom>
              <a:avLst/>
              <a:ahLst/>
              <a:rect l="0" t="0" r="r" b="b"/>
              <a:pathLst>
                <a:path w="93" h="114">
                  <a:moveTo>
                    <a:pt x="93" y="21"/>
                  </a:moveTo>
                  <a:lnTo>
                    <a:pt x="62" y="11"/>
                  </a:lnTo>
                  <a:lnTo>
                    <a:pt x="30" y="0"/>
                  </a:lnTo>
                  <a:lnTo>
                    <a:pt x="0" y="93"/>
                  </a:lnTo>
                  <a:lnTo>
                    <a:pt x="31" y="104"/>
                  </a:lnTo>
                  <a:lnTo>
                    <a:pt x="63" y="114"/>
                  </a:lnTo>
                  <a:lnTo>
                    <a:pt x="93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72" name=""/>
            <p:cNvSpPr/>
            <p:nvPr/>
          </p:nvSpPr>
          <p:spPr>
            <a:xfrm rot="0">
              <a:off x="3120" y="2971"/>
              <a:ext cx="8" cy="2"/>
            </a:xfrm>
            <a:custGeom>
              <a:avLst/>
              <a:ahLst/>
              <a:rect l="0" t="0" r="r" b="b"/>
              <a:pathLst>
                <a:path w="31" h="11">
                  <a:moveTo>
                    <a:pt x="31" y="1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73" name=""/>
            <p:cNvSpPr/>
            <p:nvPr/>
          </p:nvSpPr>
          <p:spPr>
            <a:xfrm rot="0">
              <a:off x="3120" y="2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74" name=""/>
            <p:cNvSpPr/>
            <p:nvPr/>
          </p:nvSpPr>
          <p:spPr>
            <a:xfrm rot="0">
              <a:off x="3113" y="2971"/>
              <a:ext cx="23" cy="28"/>
            </a:xfrm>
            <a:custGeom>
              <a:avLst/>
              <a:ahLst/>
              <a:rect l="0" t="0" r="r" b="b"/>
              <a:pathLst>
                <a:path w="92" h="115">
                  <a:moveTo>
                    <a:pt x="92" y="21"/>
                  </a:moveTo>
                  <a:lnTo>
                    <a:pt x="60" y="11"/>
                  </a:lnTo>
                  <a:lnTo>
                    <a:pt x="29" y="0"/>
                  </a:lnTo>
                  <a:lnTo>
                    <a:pt x="0" y="94"/>
                  </a:lnTo>
                  <a:lnTo>
                    <a:pt x="31" y="104"/>
                  </a:lnTo>
                  <a:lnTo>
                    <a:pt x="63" y="115"/>
                  </a:lnTo>
                  <a:lnTo>
                    <a:pt x="92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75" name=""/>
            <p:cNvSpPr/>
            <p:nvPr/>
          </p:nvSpPr>
          <p:spPr>
            <a:xfrm rot="0">
              <a:off x="3113" y="2971"/>
              <a:ext cx="23" cy="28"/>
            </a:xfrm>
            <a:custGeom>
              <a:avLst/>
              <a:ahLst/>
              <a:rect l="0" t="0" r="r" b="b"/>
              <a:pathLst>
                <a:path w="92" h="115">
                  <a:moveTo>
                    <a:pt x="92" y="21"/>
                  </a:moveTo>
                  <a:lnTo>
                    <a:pt x="60" y="11"/>
                  </a:lnTo>
                  <a:lnTo>
                    <a:pt x="29" y="0"/>
                  </a:lnTo>
                  <a:lnTo>
                    <a:pt x="0" y="94"/>
                  </a:lnTo>
                  <a:lnTo>
                    <a:pt x="31" y="104"/>
                  </a:lnTo>
                  <a:lnTo>
                    <a:pt x="63" y="115"/>
                  </a:lnTo>
                  <a:lnTo>
                    <a:pt x="92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76" name=""/>
            <p:cNvSpPr/>
            <p:nvPr/>
          </p:nvSpPr>
          <p:spPr>
            <a:xfrm rot="0">
              <a:off x="3113" y="2994"/>
              <a:ext cx="8" cy="3"/>
            </a:xfrm>
            <a:custGeom>
              <a:avLst/>
              <a:ahLst/>
              <a:rect l="0" t="0" r="r" b="b"/>
              <a:pathLst>
                <a:path w="32" h="10">
                  <a:moveTo>
                    <a:pt x="32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77" name=""/>
            <p:cNvSpPr/>
            <p:nvPr/>
          </p:nvSpPr>
          <p:spPr>
            <a:xfrm rot="0" flipH="1">
              <a:off x="3113" y="29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78" name=""/>
            <p:cNvSpPr/>
            <p:nvPr/>
          </p:nvSpPr>
          <p:spPr>
            <a:xfrm rot="0">
              <a:off x="3106" y="2994"/>
              <a:ext cx="23" cy="29"/>
            </a:xfrm>
            <a:custGeom>
              <a:avLst/>
              <a:ahLst/>
              <a:rect l="0" t="0" r="r" b="b"/>
              <a:pathLst>
                <a:path w="90" h="113">
                  <a:moveTo>
                    <a:pt x="90" y="18"/>
                  </a:moveTo>
                  <a:lnTo>
                    <a:pt x="57" y="9"/>
                  </a:lnTo>
                  <a:lnTo>
                    <a:pt x="25" y="0"/>
                  </a:lnTo>
                  <a:lnTo>
                    <a:pt x="0" y="95"/>
                  </a:lnTo>
                  <a:lnTo>
                    <a:pt x="32" y="104"/>
                  </a:lnTo>
                  <a:lnTo>
                    <a:pt x="65" y="113"/>
                  </a:lnTo>
                  <a:lnTo>
                    <a:pt x="9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79" name=""/>
            <p:cNvSpPr/>
            <p:nvPr/>
          </p:nvSpPr>
          <p:spPr>
            <a:xfrm rot="0">
              <a:off x="3106" y="2994"/>
              <a:ext cx="23" cy="29"/>
            </a:xfrm>
            <a:custGeom>
              <a:avLst/>
              <a:ahLst/>
              <a:rect l="0" t="0" r="r" b="b"/>
              <a:pathLst>
                <a:path w="90" h="113">
                  <a:moveTo>
                    <a:pt x="90" y="18"/>
                  </a:moveTo>
                  <a:lnTo>
                    <a:pt x="57" y="9"/>
                  </a:lnTo>
                  <a:lnTo>
                    <a:pt x="25" y="0"/>
                  </a:lnTo>
                  <a:lnTo>
                    <a:pt x="0" y="95"/>
                  </a:lnTo>
                  <a:lnTo>
                    <a:pt x="32" y="104"/>
                  </a:lnTo>
                  <a:lnTo>
                    <a:pt x="65" y="113"/>
                  </a:lnTo>
                  <a:lnTo>
                    <a:pt x="9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80" name=""/>
            <p:cNvSpPr/>
            <p:nvPr/>
          </p:nvSpPr>
          <p:spPr>
            <a:xfrm rot="0">
              <a:off x="3106" y="3018"/>
              <a:ext cx="9" cy="2"/>
            </a:xfrm>
            <a:custGeom>
              <a:avLst/>
              <a:ahLst/>
              <a:rect l="0" t="0" r="r" b="b"/>
              <a:pathLst>
                <a:path w="32" h="9">
                  <a:moveTo>
                    <a:pt x="32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81" name=""/>
            <p:cNvSpPr/>
            <p:nvPr/>
          </p:nvSpPr>
          <p:spPr>
            <a:xfrm rot="0">
              <a:off x="3106" y="30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82" name=""/>
            <p:cNvSpPr/>
            <p:nvPr/>
          </p:nvSpPr>
          <p:spPr>
            <a:xfrm rot="0">
              <a:off x="3101" y="3018"/>
              <a:ext cx="22" cy="28"/>
            </a:xfrm>
            <a:custGeom>
              <a:avLst/>
              <a:ahLst/>
              <a:rect l="0" t="0" r="r" b="b"/>
              <a:pathLst>
                <a:path w="88" h="112">
                  <a:moveTo>
                    <a:pt x="88" y="16"/>
                  </a:moveTo>
                  <a:lnTo>
                    <a:pt x="55" y="8"/>
                  </a:lnTo>
                  <a:lnTo>
                    <a:pt x="23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88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83" name=""/>
            <p:cNvSpPr/>
            <p:nvPr/>
          </p:nvSpPr>
          <p:spPr>
            <a:xfrm rot="0">
              <a:off x="3101" y="3018"/>
              <a:ext cx="22" cy="28"/>
            </a:xfrm>
            <a:custGeom>
              <a:avLst/>
              <a:ahLst/>
              <a:rect l="0" t="0" r="r" b="b"/>
              <a:pathLst>
                <a:path w="88" h="112">
                  <a:moveTo>
                    <a:pt x="88" y="16"/>
                  </a:moveTo>
                  <a:lnTo>
                    <a:pt x="55" y="8"/>
                  </a:lnTo>
                  <a:lnTo>
                    <a:pt x="23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88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84" name=""/>
            <p:cNvSpPr/>
            <p:nvPr/>
          </p:nvSpPr>
          <p:spPr>
            <a:xfrm rot="0">
              <a:off x="3101" y="3042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85" name=""/>
            <p:cNvSpPr/>
            <p:nvPr/>
          </p:nvSpPr>
          <p:spPr>
            <a:xfrm rot="0">
              <a:off x="3101" y="30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86" name=""/>
            <p:cNvSpPr/>
            <p:nvPr/>
          </p:nvSpPr>
          <p:spPr>
            <a:xfrm rot="0">
              <a:off x="3096" y="3043"/>
              <a:ext cx="21" cy="27"/>
            </a:xfrm>
            <a:custGeom>
              <a:avLst/>
              <a:ahLst/>
              <a:rect l="0" t="0" r="r" b="b"/>
              <a:pathLst>
                <a:path w="85" h="109">
                  <a:moveTo>
                    <a:pt x="85" y="13"/>
                  </a:moveTo>
                  <a:lnTo>
                    <a:pt x="52" y="7"/>
                  </a:lnTo>
                  <a:lnTo>
                    <a:pt x="19" y="0"/>
                  </a:lnTo>
                  <a:lnTo>
                    <a:pt x="0" y="96"/>
                  </a:lnTo>
                  <a:lnTo>
                    <a:pt x="32" y="103"/>
                  </a:lnTo>
                  <a:lnTo>
                    <a:pt x="65" y="109"/>
                  </a:lnTo>
                  <a:lnTo>
                    <a:pt x="8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87" name=""/>
            <p:cNvSpPr/>
            <p:nvPr/>
          </p:nvSpPr>
          <p:spPr>
            <a:xfrm rot="0">
              <a:off x="3096" y="3043"/>
              <a:ext cx="21" cy="27"/>
            </a:xfrm>
            <a:custGeom>
              <a:avLst/>
              <a:ahLst/>
              <a:rect l="0" t="0" r="r" b="b"/>
              <a:pathLst>
                <a:path w="85" h="109">
                  <a:moveTo>
                    <a:pt x="85" y="13"/>
                  </a:moveTo>
                  <a:lnTo>
                    <a:pt x="52" y="7"/>
                  </a:lnTo>
                  <a:lnTo>
                    <a:pt x="19" y="0"/>
                  </a:lnTo>
                  <a:lnTo>
                    <a:pt x="0" y="96"/>
                  </a:lnTo>
                  <a:lnTo>
                    <a:pt x="32" y="103"/>
                  </a:lnTo>
                  <a:lnTo>
                    <a:pt x="65" y="109"/>
                  </a:lnTo>
                  <a:lnTo>
                    <a:pt x="85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88" name=""/>
            <p:cNvSpPr/>
            <p:nvPr/>
          </p:nvSpPr>
          <p:spPr>
            <a:xfrm rot="0">
              <a:off x="3096" y="3067"/>
              <a:ext cx="8" cy="1"/>
            </a:xfrm>
            <a:custGeom>
              <a:avLst/>
              <a:ahLst/>
              <a:rect l="0" t="0" r="r" b="b"/>
              <a:pathLst>
                <a:path w="32" h="7">
                  <a:moveTo>
                    <a:pt x="32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89" name=""/>
            <p:cNvSpPr/>
            <p:nvPr/>
          </p:nvSpPr>
          <p:spPr>
            <a:xfrm rot="0">
              <a:off x="3096" y="3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90" name=""/>
            <p:cNvSpPr/>
            <p:nvPr/>
          </p:nvSpPr>
          <p:spPr>
            <a:xfrm rot="0">
              <a:off x="3092" y="3067"/>
              <a:ext cx="20" cy="27"/>
            </a:xfrm>
            <a:custGeom>
              <a:avLst/>
              <a:ahLst/>
              <a:rect l="0" t="0" r="r" b="b"/>
              <a:pathLst>
                <a:path w="81" h="106">
                  <a:moveTo>
                    <a:pt x="81" y="10"/>
                  </a:moveTo>
                  <a:lnTo>
                    <a:pt x="48" y="5"/>
                  </a:lnTo>
                  <a:lnTo>
                    <a:pt x="16" y="0"/>
                  </a:lnTo>
                  <a:lnTo>
                    <a:pt x="0" y="96"/>
                  </a:lnTo>
                  <a:lnTo>
                    <a:pt x="33" y="101"/>
                  </a:lnTo>
                  <a:lnTo>
                    <a:pt x="65" y="106"/>
                  </a:lnTo>
                  <a:lnTo>
                    <a:pt x="8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91" name=""/>
            <p:cNvSpPr/>
            <p:nvPr/>
          </p:nvSpPr>
          <p:spPr>
            <a:xfrm rot="0">
              <a:off x="3092" y="3067"/>
              <a:ext cx="20" cy="27"/>
            </a:xfrm>
            <a:custGeom>
              <a:avLst/>
              <a:ahLst/>
              <a:rect l="0" t="0" r="r" b="b"/>
              <a:pathLst>
                <a:path w="81" h="106">
                  <a:moveTo>
                    <a:pt x="81" y="10"/>
                  </a:moveTo>
                  <a:lnTo>
                    <a:pt x="48" y="5"/>
                  </a:lnTo>
                  <a:lnTo>
                    <a:pt x="16" y="0"/>
                  </a:lnTo>
                  <a:lnTo>
                    <a:pt x="0" y="96"/>
                  </a:lnTo>
                  <a:lnTo>
                    <a:pt x="33" y="101"/>
                  </a:lnTo>
                  <a:lnTo>
                    <a:pt x="65" y="106"/>
                  </a:lnTo>
                  <a:lnTo>
                    <a:pt x="81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92" name=""/>
            <p:cNvSpPr/>
            <p:nvPr/>
          </p:nvSpPr>
          <p:spPr>
            <a:xfrm rot="0">
              <a:off x="3092" y="3091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93" name=""/>
            <p:cNvSpPr/>
            <p:nvPr/>
          </p:nvSpPr>
          <p:spPr>
            <a:xfrm rot="0">
              <a:off x="3092" y="30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94" name=""/>
            <p:cNvSpPr/>
            <p:nvPr/>
          </p:nvSpPr>
          <p:spPr>
            <a:xfrm rot="0">
              <a:off x="3088" y="3091"/>
              <a:ext cx="20" cy="27"/>
            </a:xfrm>
            <a:custGeom>
              <a:avLst/>
              <a:ahLst/>
              <a:rect l="0" t="0" r="r" b="b"/>
              <a:pathLst>
                <a:path w="80" h="107">
                  <a:moveTo>
                    <a:pt x="80" y="10"/>
                  </a:moveTo>
                  <a:lnTo>
                    <a:pt x="48" y="5"/>
                  </a:lnTo>
                  <a:lnTo>
                    <a:pt x="15" y="0"/>
                  </a:lnTo>
                  <a:lnTo>
                    <a:pt x="0" y="97"/>
                  </a:lnTo>
                  <a:lnTo>
                    <a:pt x="33" y="102"/>
                  </a:lnTo>
                  <a:lnTo>
                    <a:pt x="66" y="107"/>
                  </a:lnTo>
                  <a:lnTo>
                    <a:pt x="8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95" name=""/>
            <p:cNvSpPr/>
            <p:nvPr/>
          </p:nvSpPr>
          <p:spPr>
            <a:xfrm rot="0">
              <a:off x="3088" y="3091"/>
              <a:ext cx="20" cy="27"/>
            </a:xfrm>
            <a:custGeom>
              <a:avLst/>
              <a:ahLst/>
              <a:rect l="0" t="0" r="r" b="b"/>
              <a:pathLst>
                <a:path w="80" h="107">
                  <a:moveTo>
                    <a:pt x="80" y="10"/>
                  </a:moveTo>
                  <a:lnTo>
                    <a:pt x="48" y="5"/>
                  </a:lnTo>
                  <a:lnTo>
                    <a:pt x="15" y="0"/>
                  </a:lnTo>
                  <a:lnTo>
                    <a:pt x="0" y="97"/>
                  </a:lnTo>
                  <a:lnTo>
                    <a:pt x="33" y="102"/>
                  </a:lnTo>
                  <a:lnTo>
                    <a:pt x="66" y="107"/>
                  </a:lnTo>
                  <a:lnTo>
                    <a:pt x="8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96" name=""/>
            <p:cNvSpPr/>
            <p:nvPr/>
          </p:nvSpPr>
          <p:spPr>
            <a:xfrm rot="0">
              <a:off x="3088" y="3115"/>
              <a:ext cx="9" cy="2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97" name=""/>
            <p:cNvSpPr/>
            <p:nvPr/>
          </p:nvSpPr>
          <p:spPr>
            <a:xfrm rot="0">
              <a:off x="3088" y="31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298" name=""/>
            <p:cNvSpPr/>
            <p:nvPr/>
          </p:nvSpPr>
          <p:spPr>
            <a:xfrm rot="0">
              <a:off x="3086" y="3116"/>
              <a:ext cx="19" cy="26"/>
            </a:xfrm>
            <a:custGeom>
              <a:avLst/>
              <a:ahLst/>
              <a:rect l="0" t="0" r="r" b="b"/>
              <a:pathLst>
                <a:path w="76" h="105">
                  <a:moveTo>
                    <a:pt x="76" y="8"/>
                  </a:moveTo>
                  <a:lnTo>
                    <a:pt x="43" y="4"/>
                  </a:lnTo>
                  <a:lnTo>
                    <a:pt x="10" y="0"/>
                  </a:lnTo>
                  <a:lnTo>
                    <a:pt x="0" y="97"/>
                  </a:lnTo>
                  <a:lnTo>
                    <a:pt x="33" y="101"/>
                  </a:lnTo>
                  <a:lnTo>
                    <a:pt x="65" y="105"/>
                  </a:lnTo>
                  <a:lnTo>
                    <a:pt x="7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299" name=""/>
            <p:cNvSpPr/>
            <p:nvPr/>
          </p:nvSpPr>
          <p:spPr>
            <a:xfrm rot="0">
              <a:off x="3086" y="3116"/>
              <a:ext cx="19" cy="26"/>
            </a:xfrm>
            <a:custGeom>
              <a:avLst/>
              <a:ahLst/>
              <a:rect l="0" t="0" r="r" b="b"/>
              <a:pathLst>
                <a:path w="76" h="105">
                  <a:moveTo>
                    <a:pt x="76" y="8"/>
                  </a:moveTo>
                  <a:lnTo>
                    <a:pt x="43" y="4"/>
                  </a:lnTo>
                  <a:lnTo>
                    <a:pt x="10" y="0"/>
                  </a:lnTo>
                  <a:lnTo>
                    <a:pt x="0" y="97"/>
                  </a:lnTo>
                  <a:lnTo>
                    <a:pt x="33" y="101"/>
                  </a:lnTo>
                  <a:lnTo>
                    <a:pt x="65" y="105"/>
                  </a:lnTo>
                  <a:lnTo>
                    <a:pt x="7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00" name=""/>
            <p:cNvSpPr/>
            <p:nvPr/>
          </p:nvSpPr>
          <p:spPr>
            <a:xfrm rot="0">
              <a:off x="3086" y="3140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01" name=""/>
            <p:cNvSpPr/>
            <p:nvPr/>
          </p:nvSpPr>
          <p:spPr>
            <a:xfrm rot="0">
              <a:off x="3086" y="31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02" name=""/>
            <p:cNvSpPr/>
            <p:nvPr/>
          </p:nvSpPr>
          <p:spPr>
            <a:xfrm rot="0">
              <a:off x="3084" y="3140"/>
              <a:ext cx="18" cy="26"/>
            </a:xfrm>
            <a:custGeom>
              <a:avLst/>
              <a:ahLst/>
              <a:rect l="0" t="0" r="r" b="b"/>
              <a:pathLst>
                <a:path w="73" h="102">
                  <a:moveTo>
                    <a:pt x="73" y="5"/>
                  </a:moveTo>
                  <a:lnTo>
                    <a:pt x="41" y="2"/>
                  </a:lnTo>
                  <a:lnTo>
                    <a:pt x="8" y="0"/>
                  </a:lnTo>
                  <a:lnTo>
                    <a:pt x="0" y="97"/>
                  </a:lnTo>
                  <a:lnTo>
                    <a:pt x="33" y="100"/>
                  </a:lnTo>
                  <a:lnTo>
                    <a:pt x="66" y="102"/>
                  </a:lnTo>
                  <a:lnTo>
                    <a:pt x="7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03" name=""/>
            <p:cNvSpPr/>
            <p:nvPr/>
          </p:nvSpPr>
          <p:spPr>
            <a:xfrm rot="0">
              <a:off x="3084" y="3140"/>
              <a:ext cx="18" cy="26"/>
            </a:xfrm>
            <a:custGeom>
              <a:avLst/>
              <a:ahLst/>
              <a:rect l="0" t="0" r="r" b="b"/>
              <a:pathLst>
                <a:path w="73" h="102">
                  <a:moveTo>
                    <a:pt x="73" y="5"/>
                  </a:moveTo>
                  <a:lnTo>
                    <a:pt x="41" y="2"/>
                  </a:lnTo>
                  <a:lnTo>
                    <a:pt x="8" y="0"/>
                  </a:lnTo>
                  <a:lnTo>
                    <a:pt x="0" y="97"/>
                  </a:lnTo>
                  <a:lnTo>
                    <a:pt x="33" y="100"/>
                  </a:lnTo>
                  <a:lnTo>
                    <a:pt x="66" y="102"/>
                  </a:lnTo>
                  <a:lnTo>
                    <a:pt x="73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04" name=""/>
            <p:cNvSpPr/>
            <p:nvPr/>
          </p:nvSpPr>
          <p:spPr>
            <a:xfrm rot="0">
              <a:off x="3084" y="3164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05" name=""/>
            <p:cNvSpPr/>
            <p:nvPr/>
          </p:nvSpPr>
          <p:spPr>
            <a:xfrm rot="0">
              <a:off x="3084" y="31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06" name=""/>
            <p:cNvSpPr/>
            <p:nvPr/>
          </p:nvSpPr>
          <p:spPr>
            <a:xfrm rot="0">
              <a:off x="3083" y="3165"/>
              <a:ext cx="17" cy="25"/>
            </a:xfrm>
            <a:custGeom>
              <a:avLst/>
              <a:ahLst/>
              <a:rect l="0" t="0" r="r" b="b"/>
              <a:pathLst>
                <a:path w="70" h="101">
                  <a:moveTo>
                    <a:pt x="70" y="3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99"/>
                  </a:lnTo>
                  <a:lnTo>
                    <a:pt x="33" y="100"/>
                  </a:lnTo>
                  <a:lnTo>
                    <a:pt x="66" y="101"/>
                  </a:lnTo>
                  <a:lnTo>
                    <a:pt x="7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07" name=""/>
            <p:cNvSpPr/>
            <p:nvPr/>
          </p:nvSpPr>
          <p:spPr>
            <a:xfrm rot="0">
              <a:off x="3083" y="3165"/>
              <a:ext cx="17" cy="25"/>
            </a:xfrm>
            <a:custGeom>
              <a:avLst/>
              <a:ahLst/>
              <a:rect l="0" t="0" r="r" b="b"/>
              <a:pathLst>
                <a:path w="70" h="101">
                  <a:moveTo>
                    <a:pt x="70" y="3"/>
                  </a:moveTo>
                  <a:lnTo>
                    <a:pt x="37" y="2"/>
                  </a:lnTo>
                  <a:lnTo>
                    <a:pt x="4" y="0"/>
                  </a:lnTo>
                  <a:lnTo>
                    <a:pt x="0" y="99"/>
                  </a:lnTo>
                  <a:lnTo>
                    <a:pt x="33" y="100"/>
                  </a:lnTo>
                  <a:lnTo>
                    <a:pt x="66" y="101"/>
                  </a:lnTo>
                  <a:lnTo>
                    <a:pt x="7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08" name=""/>
            <p:cNvSpPr/>
            <p:nvPr/>
          </p:nvSpPr>
          <p:spPr>
            <a:xfrm rot="0">
              <a:off x="3083" y="3189"/>
              <a:ext cx="8" cy="1"/>
            </a:xfrm>
            <a:custGeom>
              <a:avLst/>
              <a:ahLst/>
              <a:rect l="0" t="0" r="r" b="b"/>
              <a:pathLst>
                <a:path w="33" h="1">
                  <a:moveTo>
                    <a:pt x="33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09" name=""/>
            <p:cNvSpPr/>
            <p:nvPr/>
          </p:nvSpPr>
          <p:spPr>
            <a:xfrm rot="0">
              <a:off x="3083" y="31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10" name=""/>
            <p:cNvSpPr/>
            <p:nvPr/>
          </p:nvSpPr>
          <p:spPr>
            <a:xfrm rot="0">
              <a:off x="3082" y="3190"/>
              <a:ext cx="17" cy="24"/>
            </a:xfrm>
            <a:custGeom>
              <a:avLst/>
              <a:ahLst/>
              <a:rect l="0" t="0" r="r" b="b"/>
              <a:pathLst>
                <a:path w="67" h="9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97"/>
                  </a:lnTo>
                  <a:lnTo>
                    <a:pt x="32" y="97"/>
                  </a:lnTo>
                  <a:lnTo>
                    <a:pt x="65" y="9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11" name=""/>
            <p:cNvSpPr/>
            <p:nvPr/>
          </p:nvSpPr>
          <p:spPr>
            <a:xfrm rot="0">
              <a:off x="3082" y="3190"/>
              <a:ext cx="17" cy="24"/>
            </a:xfrm>
            <a:custGeom>
              <a:avLst/>
              <a:ahLst/>
              <a:rect l="0" t="0" r="r" b="b"/>
              <a:pathLst>
                <a:path w="67" h="9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97"/>
                  </a:lnTo>
                  <a:lnTo>
                    <a:pt x="32" y="97"/>
                  </a:lnTo>
                  <a:lnTo>
                    <a:pt x="65" y="9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12" name=""/>
            <p:cNvSpPr/>
            <p:nvPr/>
          </p:nvSpPr>
          <p:spPr>
            <a:xfrm rot="0">
              <a:off x="3082" y="3214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2" y="0"/>
                  </a:moveTo>
                  <a:lnTo>
                    <a:pt x="65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13" name=""/>
            <p:cNvSpPr/>
            <p:nvPr/>
          </p:nvSpPr>
          <p:spPr>
            <a:xfrm rot="0">
              <a:off x="3082" y="3214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65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14" name=""/>
            <p:cNvSpPr/>
            <p:nvPr/>
          </p:nvSpPr>
          <p:spPr>
            <a:xfrm rot="0">
              <a:off x="3877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15" name=""/>
            <p:cNvSpPr/>
            <p:nvPr/>
          </p:nvSpPr>
          <p:spPr>
            <a:xfrm rot="0">
              <a:off x="3877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16" name=""/>
            <p:cNvSpPr/>
            <p:nvPr/>
          </p:nvSpPr>
          <p:spPr>
            <a:xfrm rot="0">
              <a:off x="3877" y="2419"/>
              <a:ext cx="17" cy="328"/>
            </a:xfrm>
            <a:custGeom>
              <a:avLst/>
              <a:ahLst/>
              <a:rect l="0" t="0" r="r" b="b"/>
              <a:pathLst>
                <a:path w="67" h="131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10"/>
                  </a:lnTo>
                  <a:lnTo>
                    <a:pt x="33" y="1310"/>
                  </a:lnTo>
                  <a:lnTo>
                    <a:pt x="67" y="1310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17" name=""/>
            <p:cNvSpPr/>
            <p:nvPr/>
          </p:nvSpPr>
          <p:spPr>
            <a:xfrm rot="0">
              <a:off x="3877" y="2419"/>
              <a:ext cx="17" cy="328"/>
            </a:xfrm>
            <a:custGeom>
              <a:avLst/>
              <a:ahLst/>
              <a:rect l="0" t="0" r="r" b="b"/>
              <a:pathLst>
                <a:path w="67" h="131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310"/>
                  </a:lnTo>
                  <a:lnTo>
                    <a:pt x="33" y="1310"/>
                  </a:lnTo>
                  <a:lnTo>
                    <a:pt x="67" y="131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18" name=""/>
            <p:cNvSpPr/>
            <p:nvPr/>
          </p:nvSpPr>
          <p:spPr>
            <a:xfrm rot="0">
              <a:off x="3877" y="2747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19" name=""/>
            <p:cNvSpPr/>
            <p:nvPr/>
          </p:nvSpPr>
          <p:spPr>
            <a:xfrm rot="0">
              <a:off x="3877" y="2747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20" name=""/>
            <p:cNvSpPr/>
            <p:nvPr/>
          </p:nvSpPr>
          <p:spPr>
            <a:xfrm rot="0">
              <a:off x="3885" y="3961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21" name=""/>
            <p:cNvSpPr/>
            <p:nvPr/>
          </p:nvSpPr>
          <p:spPr>
            <a:xfrm rot="0">
              <a:off x="3885" y="3961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22" name=""/>
            <p:cNvSpPr/>
            <p:nvPr/>
          </p:nvSpPr>
          <p:spPr>
            <a:xfrm rot="0">
              <a:off x="3418" y="3961"/>
              <a:ext cx="467" cy="17"/>
            </a:xfrm>
            <a:custGeom>
              <a:avLst/>
              <a:ahLst/>
              <a:rect l="0" t="0" r="r" b="b"/>
              <a:pathLst>
                <a:path w="1867" h="67">
                  <a:moveTo>
                    <a:pt x="1867" y="67"/>
                  </a:moveTo>
                  <a:lnTo>
                    <a:pt x="1867" y="34"/>
                  </a:lnTo>
                  <a:lnTo>
                    <a:pt x="186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867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23" name=""/>
            <p:cNvSpPr/>
            <p:nvPr/>
          </p:nvSpPr>
          <p:spPr>
            <a:xfrm rot="0">
              <a:off x="3418" y="3961"/>
              <a:ext cx="467" cy="17"/>
            </a:xfrm>
            <a:custGeom>
              <a:avLst/>
              <a:ahLst/>
              <a:rect l="0" t="0" r="r" b="b"/>
              <a:pathLst>
                <a:path w="1867" h="67">
                  <a:moveTo>
                    <a:pt x="1867" y="67"/>
                  </a:moveTo>
                  <a:lnTo>
                    <a:pt x="1867" y="34"/>
                  </a:lnTo>
                  <a:lnTo>
                    <a:pt x="186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1867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24" name=""/>
            <p:cNvSpPr/>
            <p:nvPr/>
          </p:nvSpPr>
          <p:spPr>
            <a:xfrm rot="0">
              <a:off x="3410" y="3961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25" name=""/>
            <p:cNvSpPr/>
            <p:nvPr/>
          </p:nvSpPr>
          <p:spPr>
            <a:xfrm rot="0">
              <a:off x="3410" y="3961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26" name=""/>
            <p:cNvSpPr/>
            <p:nvPr/>
          </p:nvSpPr>
          <p:spPr>
            <a:xfrm rot="0">
              <a:off x="3877" y="344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27" name=""/>
            <p:cNvSpPr/>
            <p:nvPr/>
          </p:nvSpPr>
          <p:spPr>
            <a:xfrm rot="0">
              <a:off x="3877" y="344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28" name=""/>
            <p:cNvSpPr/>
            <p:nvPr/>
          </p:nvSpPr>
          <p:spPr>
            <a:xfrm rot="0">
              <a:off x="3877" y="3449"/>
              <a:ext cx="17" cy="521"/>
            </a:xfrm>
            <a:custGeom>
              <a:avLst/>
              <a:ahLst/>
              <a:rect l="0" t="0" r="r" b="b"/>
              <a:pathLst>
                <a:path w="67" h="208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83"/>
                  </a:lnTo>
                  <a:lnTo>
                    <a:pt x="33" y="2083"/>
                  </a:lnTo>
                  <a:lnTo>
                    <a:pt x="67" y="2083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29" name=""/>
            <p:cNvSpPr/>
            <p:nvPr/>
          </p:nvSpPr>
          <p:spPr>
            <a:xfrm rot="0">
              <a:off x="3877" y="3449"/>
              <a:ext cx="17" cy="521"/>
            </a:xfrm>
            <a:custGeom>
              <a:avLst/>
              <a:ahLst/>
              <a:rect l="0" t="0" r="r" b="b"/>
              <a:pathLst>
                <a:path w="67" h="208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83"/>
                  </a:lnTo>
                  <a:lnTo>
                    <a:pt x="33" y="2083"/>
                  </a:lnTo>
                  <a:lnTo>
                    <a:pt x="67" y="2083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30" name=""/>
            <p:cNvSpPr/>
            <p:nvPr/>
          </p:nvSpPr>
          <p:spPr>
            <a:xfrm rot="0">
              <a:off x="3877" y="3970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31" name=""/>
            <p:cNvSpPr/>
            <p:nvPr/>
          </p:nvSpPr>
          <p:spPr>
            <a:xfrm rot="0">
              <a:off x="3877" y="3970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32" name=""/>
            <p:cNvSpPr/>
            <p:nvPr/>
          </p:nvSpPr>
          <p:spPr>
            <a:xfrm rot="0">
              <a:off x="3885" y="344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33" name=""/>
            <p:cNvSpPr/>
            <p:nvPr/>
          </p:nvSpPr>
          <p:spPr>
            <a:xfrm rot="0">
              <a:off x="3885" y="344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34" name=""/>
            <p:cNvSpPr/>
            <p:nvPr/>
          </p:nvSpPr>
          <p:spPr>
            <a:xfrm rot="0">
              <a:off x="3091" y="3440"/>
              <a:ext cx="794" cy="17"/>
            </a:xfrm>
            <a:custGeom>
              <a:avLst/>
              <a:ahLst/>
              <a:rect l="0" t="0" r="r" b="b"/>
              <a:pathLst>
                <a:path w="3178" h="67">
                  <a:moveTo>
                    <a:pt x="3178" y="67"/>
                  </a:moveTo>
                  <a:lnTo>
                    <a:pt x="3178" y="34"/>
                  </a:lnTo>
                  <a:lnTo>
                    <a:pt x="317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3178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35" name=""/>
            <p:cNvSpPr/>
            <p:nvPr/>
          </p:nvSpPr>
          <p:spPr>
            <a:xfrm rot="0">
              <a:off x="3091" y="3440"/>
              <a:ext cx="794" cy="17"/>
            </a:xfrm>
            <a:custGeom>
              <a:avLst/>
              <a:ahLst/>
              <a:rect l="0" t="0" r="r" b="b"/>
              <a:pathLst>
                <a:path w="3178" h="67">
                  <a:moveTo>
                    <a:pt x="3178" y="67"/>
                  </a:moveTo>
                  <a:lnTo>
                    <a:pt x="3178" y="34"/>
                  </a:lnTo>
                  <a:lnTo>
                    <a:pt x="3178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3178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36" name=""/>
            <p:cNvSpPr/>
            <p:nvPr/>
          </p:nvSpPr>
          <p:spPr>
            <a:xfrm rot="0">
              <a:off x="3082" y="3440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37" name=""/>
            <p:cNvSpPr/>
            <p:nvPr/>
          </p:nvSpPr>
          <p:spPr>
            <a:xfrm rot="0">
              <a:off x="3082" y="3440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38" name=""/>
            <p:cNvSpPr/>
            <p:nvPr/>
          </p:nvSpPr>
          <p:spPr>
            <a:xfrm rot="0" flipV="1">
              <a:off x="3633" y="3938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39" name=""/>
            <p:cNvSpPr/>
            <p:nvPr/>
          </p:nvSpPr>
          <p:spPr>
            <a:xfrm rot="0" flipV="1">
              <a:off x="3633" y="3865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0" name=""/>
            <p:cNvSpPr/>
            <p:nvPr/>
          </p:nvSpPr>
          <p:spPr>
            <a:xfrm rot="0" flipV="1">
              <a:off x="3633" y="3793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1" name=""/>
            <p:cNvSpPr/>
            <p:nvPr/>
          </p:nvSpPr>
          <p:spPr>
            <a:xfrm rot="0" flipV="1">
              <a:off x="3633" y="3721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2" name=""/>
            <p:cNvSpPr/>
            <p:nvPr/>
          </p:nvSpPr>
          <p:spPr>
            <a:xfrm rot="0" flipV="1">
              <a:off x="3633" y="3649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3" name=""/>
            <p:cNvSpPr/>
            <p:nvPr/>
          </p:nvSpPr>
          <p:spPr>
            <a:xfrm rot="0" flipV="1">
              <a:off x="3633" y="3577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4" name=""/>
            <p:cNvSpPr/>
            <p:nvPr/>
          </p:nvSpPr>
          <p:spPr>
            <a:xfrm rot="0" flipV="1">
              <a:off x="3633" y="3505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5" name=""/>
            <p:cNvSpPr/>
            <p:nvPr/>
          </p:nvSpPr>
          <p:spPr>
            <a:xfrm rot="0" flipV="1">
              <a:off x="3633" y="3449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6" name=""/>
            <p:cNvSpPr/>
            <p:nvPr/>
          </p:nvSpPr>
          <p:spPr>
            <a:xfrm rot="0">
              <a:off x="3082" y="344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47" name=""/>
            <p:cNvSpPr/>
            <p:nvPr/>
          </p:nvSpPr>
          <p:spPr>
            <a:xfrm rot="0">
              <a:off x="3082" y="344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48" name=""/>
            <p:cNvSpPr/>
            <p:nvPr/>
          </p:nvSpPr>
          <p:spPr>
            <a:xfrm rot="0">
              <a:off x="3082" y="3449"/>
              <a:ext cx="17" cy="260"/>
            </a:xfrm>
            <a:custGeom>
              <a:avLst/>
              <a:ahLst/>
              <a:rect l="0" t="0" r="r" b="b"/>
              <a:pathLst>
                <a:path w="67" h="1041">
                  <a:moveTo>
                    <a:pt x="67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041"/>
                  </a:lnTo>
                  <a:lnTo>
                    <a:pt x="32" y="1041"/>
                  </a:lnTo>
                  <a:lnTo>
                    <a:pt x="67" y="1041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49" name=""/>
            <p:cNvSpPr/>
            <p:nvPr/>
          </p:nvSpPr>
          <p:spPr>
            <a:xfrm rot="0">
              <a:off x="3082" y="3449"/>
              <a:ext cx="17" cy="260"/>
            </a:xfrm>
            <a:custGeom>
              <a:avLst/>
              <a:ahLst/>
              <a:rect l="0" t="0" r="r" b="b"/>
              <a:pathLst>
                <a:path w="67" h="1041">
                  <a:moveTo>
                    <a:pt x="67" y="0"/>
                  </a:moveTo>
                  <a:lnTo>
                    <a:pt x="32" y="0"/>
                  </a:lnTo>
                  <a:lnTo>
                    <a:pt x="0" y="0"/>
                  </a:lnTo>
                  <a:lnTo>
                    <a:pt x="0" y="1041"/>
                  </a:lnTo>
                  <a:lnTo>
                    <a:pt x="32" y="1041"/>
                  </a:lnTo>
                  <a:lnTo>
                    <a:pt x="67" y="104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50" name=""/>
            <p:cNvSpPr/>
            <p:nvPr/>
          </p:nvSpPr>
          <p:spPr>
            <a:xfrm rot="0">
              <a:off x="3082" y="3709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2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51" name=""/>
            <p:cNvSpPr/>
            <p:nvPr/>
          </p:nvSpPr>
          <p:spPr>
            <a:xfrm rot="0">
              <a:off x="3082" y="3709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52" name=""/>
            <p:cNvSpPr/>
            <p:nvPr/>
          </p:nvSpPr>
          <p:spPr>
            <a:xfrm rot="0">
              <a:off x="3082" y="3700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34"/>
                  </a:moveTo>
                  <a:lnTo>
                    <a:pt x="32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3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53" name=""/>
            <p:cNvSpPr/>
            <p:nvPr/>
          </p:nvSpPr>
          <p:spPr>
            <a:xfrm rot="0">
              <a:off x="3082" y="3700"/>
              <a:ext cx="9" cy="17"/>
            </a:xfrm>
            <a:custGeom>
              <a:avLst/>
              <a:ahLst/>
              <a:rect l="0" t="0" r="r" b="b"/>
              <a:pathLst>
                <a:path w="32" h="67">
                  <a:moveTo>
                    <a:pt x="32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54" name=""/>
            <p:cNvSpPr/>
            <p:nvPr/>
          </p:nvSpPr>
          <p:spPr>
            <a:xfrm rot="0">
              <a:off x="3091" y="3700"/>
              <a:ext cx="794" cy="17"/>
            </a:xfrm>
            <a:custGeom>
              <a:avLst/>
              <a:ahLst/>
              <a:rect l="0" t="0" r="r" b="b"/>
              <a:pathLst>
                <a:path w="317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178" y="67"/>
                  </a:lnTo>
                  <a:lnTo>
                    <a:pt x="3178" y="34"/>
                  </a:lnTo>
                  <a:lnTo>
                    <a:pt x="317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55" name=""/>
            <p:cNvSpPr/>
            <p:nvPr/>
          </p:nvSpPr>
          <p:spPr>
            <a:xfrm rot="0">
              <a:off x="3091" y="3700"/>
              <a:ext cx="794" cy="17"/>
            </a:xfrm>
            <a:custGeom>
              <a:avLst/>
              <a:ahLst/>
              <a:rect l="0" t="0" r="r" b="b"/>
              <a:pathLst>
                <a:path w="317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178" y="67"/>
                  </a:lnTo>
                  <a:lnTo>
                    <a:pt x="3178" y="34"/>
                  </a:lnTo>
                  <a:lnTo>
                    <a:pt x="31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56" name=""/>
            <p:cNvSpPr/>
            <p:nvPr/>
          </p:nvSpPr>
          <p:spPr>
            <a:xfrm rot="0">
              <a:off x="3885" y="370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57" name=""/>
            <p:cNvSpPr/>
            <p:nvPr/>
          </p:nvSpPr>
          <p:spPr>
            <a:xfrm rot="0">
              <a:off x="3885" y="370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58" name=""/>
            <p:cNvSpPr/>
            <p:nvPr/>
          </p:nvSpPr>
          <p:spPr>
            <a:xfrm rot="0">
              <a:off x="3410" y="370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59" name=""/>
            <p:cNvSpPr/>
            <p:nvPr/>
          </p:nvSpPr>
          <p:spPr>
            <a:xfrm rot="0">
              <a:off x="3410" y="370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0" name=""/>
            <p:cNvSpPr/>
            <p:nvPr/>
          </p:nvSpPr>
          <p:spPr>
            <a:xfrm rot="0">
              <a:off x="3410" y="3709"/>
              <a:ext cx="17" cy="261"/>
            </a:xfrm>
            <a:custGeom>
              <a:avLst/>
              <a:ahLst/>
              <a:rect l="0" t="0" r="r" b="b"/>
              <a:pathLst>
                <a:path w="67" h="1042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42"/>
                  </a:lnTo>
                  <a:lnTo>
                    <a:pt x="33" y="1042"/>
                  </a:lnTo>
                  <a:lnTo>
                    <a:pt x="67" y="1042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61" name=""/>
            <p:cNvSpPr/>
            <p:nvPr/>
          </p:nvSpPr>
          <p:spPr>
            <a:xfrm rot="0">
              <a:off x="3410" y="3709"/>
              <a:ext cx="17" cy="261"/>
            </a:xfrm>
            <a:custGeom>
              <a:avLst/>
              <a:ahLst/>
              <a:rect l="0" t="0" r="r" b="b"/>
              <a:pathLst>
                <a:path w="67" h="1042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42"/>
                  </a:lnTo>
                  <a:lnTo>
                    <a:pt x="33" y="1042"/>
                  </a:lnTo>
                  <a:lnTo>
                    <a:pt x="67" y="1042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2" name=""/>
            <p:cNvSpPr/>
            <p:nvPr/>
          </p:nvSpPr>
          <p:spPr>
            <a:xfrm rot="0">
              <a:off x="3410" y="3970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363" name=""/>
            <p:cNvSpPr/>
            <p:nvPr/>
          </p:nvSpPr>
          <p:spPr>
            <a:xfrm rot="0">
              <a:off x="3410" y="3970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4" name=""/>
            <p:cNvSpPr/>
            <p:nvPr/>
          </p:nvSpPr>
          <p:spPr>
            <a:xfrm rot="0">
              <a:off x="704" y="1117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100" y="38"/>
                  </a:lnTo>
                  <a:lnTo>
                    <a:pt x="96" y="28"/>
                  </a:lnTo>
                  <a:lnTo>
                    <a:pt x="89" y="18"/>
                  </a:lnTo>
                  <a:lnTo>
                    <a:pt x="81" y="11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0" y="0"/>
                  </a:lnTo>
                  <a:lnTo>
                    <a:pt x="39" y="1"/>
                  </a:lnTo>
                  <a:lnTo>
                    <a:pt x="29" y="4"/>
                  </a:lnTo>
                  <a:lnTo>
                    <a:pt x="18" y="11"/>
                  </a:lnTo>
                  <a:lnTo>
                    <a:pt x="10" y="18"/>
                  </a:lnTo>
                  <a:lnTo>
                    <a:pt x="5" y="28"/>
                  </a:lnTo>
                  <a:lnTo>
                    <a:pt x="1" y="38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10" y="82"/>
                  </a:lnTo>
                  <a:lnTo>
                    <a:pt x="18" y="89"/>
                  </a:lnTo>
                  <a:lnTo>
                    <a:pt x="29" y="96"/>
                  </a:lnTo>
                  <a:lnTo>
                    <a:pt x="39" y="99"/>
                  </a:lnTo>
                  <a:lnTo>
                    <a:pt x="50" y="100"/>
                  </a:lnTo>
                  <a:lnTo>
                    <a:pt x="62" y="99"/>
                  </a:lnTo>
                  <a:lnTo>
                    <a:pt x="72" y="96"/>
                  </a:lnTo>
                  <a:lnTo>
                    <a:pt x="81" y="89"/>
                  </a:lnTo>
                  <a:lnTo>
                    <a:pt x="89" y="82"/>
                  </a:lnTo>
                  <a:lnTo>
                    <a:pt x="96" y="72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5" name=""/>
            <p:cNvSpPr/>
            <p:nvPr/>
          </p:nvSpPr>
          <p:spPr>
            <a:xfrm rot="0">
              <a:off x="715" y="1037"/>
              <a:ext cx="33" cy="57"/>
            </a:xfrm>
            <a:custGeom>
              <a:avLst/>
              <a:ahLst/>
              <a:rect l="0" t="0" r="r" b="b"/>
              <a:pathLst>
                <a:path w="133" h="228">
                  <a:moveTo>
                    <a:pt x="63" y="0"/>
                  </a:moveTo>
                  <a:lnTo>
                    <a:pt x="0" y="228"/>
                  </a:lnTo>
                  <a:lnTo>
                    <a:pt x="57" y="228"/>
                  </a:lnTo>
                  <a:lnTo>
                    <a:pt x="82" y="221"/>
                  </a:lnTo>
                  <a:lnTo>
                    <a:pt x="101" y="209"/>
                  </a:lnTo>
                  <a:lnTo>
                    <a:pt x="113" y="190"/>
                  </a:lnTo>
                  <a:lnTo>
                    <a:pt x="133" y="120"/>
                  </a:lnTo>
                  <a:lnTo>
                    <a:pt x="133" y="102"/>
                  </a:lnTo>
                  <a:lnTo>
                    <a:pt x="126" y="83"/>
                  </a:lnTo>
                  <a:lnTo>
                    <a:pt x="108" y="77"/>
                  </a:lnTo>
                  <a:lnTo>
                    <a:pt x="45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6" name=""/>
            <p:cNvSpPr/>
            <p:nvPr/>
          </p:nvSpPr>
          <p:spPr>
            <a:xfrm rot="0" flipV="1">
              <a:off x="772" y="1037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7" name=""/>
            <p:cNvSpPr/>
            <p:nvPr/>
          </p:nvSpPr>
          <p:spPr>
            <a:xfrm rot="0">
              <a:off x="3171" y="1912"/>
              <a:ext cx="29" cy="37"/>
            </a:xfrm>
            <a:custGeom>
              <a:avLst/>
              <a:ahLst/>
              <a:rect l="0" t="0" r="r" b="b"/>
              <a:pathLst>
                <a:path w="113" h="151">
                  <a:moveTo>
                    <a:pt x="101" y="151"/>
                  </a:moveTo>
                  <a:lnTo>
                    <a:pt x="81" y="120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7"/>
                  </a:lnTo>
                  <a:lnTo>
                    <a:pt x="25" y="18"/>
                  </a:lnTo>
                  <a:lnTo>
                    <a:pt x="18" y="32"/>
                  </a:lnTo>
                  <a:lnTo>
                    <a:pt x="0" y="113"/>
                  </a:lnTo>
                  <a:lnTo>
                    <a:pt x="0" y="126"/>
                  </a:lnTo>
                  <a:lnTo>
                    <a:pt x="6" y="145"/>
                  </a:lnTo>
                  <a:lnTo>
                    <a:pt x="18" y="151"/>
                  </a:lnTo>
                  <a:lnTo>
                    <a:pt x="38" y="151"/>
                  </a:lnTo>
                  <a:lnTo>
                    <a:pt x="56" y="145"/>
                  </a:lnTo>
                  <a:lnTo>
                    <a:pt x="69" y="139"/>
                  </a:lnTo>
                  <a:lnTo>
                    <a:pt x="81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8" name=""/>
            <p:cNvSpPr/>
            <p:nvPr/>
          </p:nvSpPr>
          <p:spPr>
            <a:xfrm rot="0">
              <a:off x="3127" y="1964"/>
              <a:ext cx="25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50"/>
                  </a:moveTo>
                  <a:lnTo>
                    <a:pt x="100" y="39"/>
                  </a:lnTo>
                  <a:lnTo>
                    <a:pt x="96" y="28"/>
                  </a:lnTo>
                  <a:lnTo>
                    <a:pt x="90" y="18"/>
                  </a:lnTo>
                  <a:lnTo>
                    <a:pt x="82" y="11"/>
                  </a:lnTo>
                  <a:lnTo>
                    <a:pt x="73" y="4"/>
                  </a:lnTo>
                  <a:lnTo>
                    <a:pt x="62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1" y="18"/>
                  </a:lnTo>
                  <a:lnTo>
                    <a:pt x="6" y="28"/>
                  </a:lnTo>
                  <a:lnTo>
                    <a:pt x="2" y="39"/>
                  </a:lnTo>
                  <a:lnTo>
                    <a:pt x="0" y="50"/>
                  </a:lnTo>
                  <a:lnTo>
                    <a:pt x="2" y="62"/>
                  </a:lnTo>
                  <a:lnTo>
                    <a:pt x="6" y="72"/>
                  </a:lnTo>
                  <a:lnTo>
                    <a:pt x="11" y="82"/>
                  </a:lnTo>
                  <a:lnTo>
                    <a:pt x="19" y="89"/>
                  </a:lnTo>
                  <a:lnTo>
                    <a:pt x="29" y="96"/>
                  </a:lnTo>
                  <a:lnTo>
                    <a:pt x="40" y="100"/>
                  </a:lnTo>
                  <a:lnTo>
                    <a:pt x="50" y="101"/>
                  </a:lnTo>
                  <a:lnTo>
                    <a:pt x="62" y="100"/>
                  </a:lnTo>
                  <a:lnTo>
                    <a:pt x="73" y="96"/>
                  </a:lnTo>
                  <a:lnTo>
                    <a:pt x="82" y="89"/>
                  </a:lnTo>
                  <a:lnTo>
                    <a:pt x="90" y="82"/>
                  </a:lnTo>
                  <a:lnTo>
                    <a:pt x="96" y="72"/>
                  </a:lnTo>
                  <a:lnTo>
                    <a:pt x="100" y="62"/>
                  </a:lnTo>
                  <a:lnTo>
                    <a:pt x="102" y="5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69" name=""/>
            <p:cNvSpPr/>
            <p:nvPr/>
          </p:nvSpPr>
          <p:spPr>
            <a:xfrm rot="0">
              <a:off x="3850" y="1541"/>
              <a:ext cx="33" cy="56"/>
            </a:xfrm>
            <a:custGeom>
              <a:avLst/>
              <a:ahLst/>
              <a:rect l="0" t="0" r="r" b="b"/>
              <a:pathLst>
                <a:path w="131" h="227">
                  <a:moveTo>
                    <a:pt x="63" y="0"/>
                  </a:moveTo>
                  <a:lnTo>
                    <a:pt x="0" y="227"/>
                  </a:lnTo>
                  <a:lnTo>
                    <a:pt x="56" y="227"/>
                  </a:lnTo>
                  <a:lnTo>
                    <a:pt x="81" y="221"/>
                  </a:lnTo>
                  <a:lnTo>
                    <a:pt x="100" y="209"/>
                  </a:lnTo>
                  <a:lnTo>
                    <a:pt x="113" y="189"/>
                  </a:lnTo>
                  <a:lnTo>
                    <a:pt x="131" y="120"/>
                  </a:lnTo>
                  <a:lnTo>
                    <a:pt x="131" y="101"/>
                  </a:lnTo>
                  <a:lnTo>
                    <a:pt x="126" y="82"/>
                  </a:lnTo>
                  <a:lnTo>
                    <a:pt x="106" y="76"/>
                  </a:lnTo>
                  <a:lnTo>
                    <a:pt x="43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0" name=""/>
            <p:cNvSpPr/>
            <p:nvPr/>
          </p:nvSpPr>
          <p:spPr>
            <a:xfrm rot="0">
              <a:off x="3805" y="1599"/>
              <a:ext cx="25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51"/>
                  </a:moveTo>
                  <a:lnTo>
                    <a:pt x="99" y="39"/>
                  </a:lnTo>
                  <a:lnTo>
                    <a:pt x="96" y="29"/>
                  </a:lnTo>
                  <a:lnTo>
                    <a:pt x="90" y="20"/>
                  </a:lnTo>
                  <a:lnTo>
                    <a:pt x="81" y="12"/>
                  </a:lnTo>
                  <a:lnTo>
                    <a:pt x="72" y="5"/>
                  </a:lnTo>
                  <a:lnTo>
                    <a:pt x="61" y="1"/>
                  </a:lnTo>
                  <a:lnTo>
                    <a:pt x="50" y="0"/>
                  </a:lnTo>
                  <a:lnTo>
                    <a:pt x="39" y="1"/>
                  </a:lnTo>
                  <a:lnTo>
                    <a:pt x="29" y="5"/>
                  </a:lnTo>
                  <a:lnTo>
                    <a:pt x="19" y="12"/>
                  </a:lnTo>
                  <a:lnTo>
                    <a:pt x="10" y="20"/>
                  </a:lnTo>
                  <a:lnTo>
                    <a:pt x="5" y="29"/>
                  </a:lnTo>
                  <a:lnTo>
                    <a:pt x="1" y="39"/>
                  </a:lnTo>
                  <a:lnTo>
                    <a:pt x="0" y="51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10" y="83"/>
                  </a:lnTo>
                  <a:lnTo>
                    <a:pt x="19" y="91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0" y="101"/>
                  </a:lnTo>
                  <a:lnTo>
                    <a:pt x="61" y="100"/>
                  </a:lnTo>
                  <a:lnTo>
                    <a:pt x="72" y="96"/>
                  </a:lnTo>
                  <a:lnTo>
                    <a:pt x="81" y="91"/>
                  </a:lnTo>
                  <a:lnTo>
                    <a:pt x="90" y="83"/>
                  </a:lnTo>
                  <a:lnTo>
                    <a:pt x="96" y="72"/>
                  </a:lnTo>
                  <a:lnTo>
                    <a:pt x="99" y="62"/>
                  </a:lnTo>
                  <a:lnTo>
                    <a:pt x="101" y="5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1" name=""/>
            <p:cNvSpPr/>
            <p:nvPr/>
          </p:nvSpPr>
          <p:spPr>
            <a:xfrm rot="0">
              <a:off x="447" y="2892"/>
              <a:ext cx="28" cy="38"/>
            </a:xfrm>
            <a:custGeom>
              <a:avLst/>
              <a:ahLst/>
              <a:rect l="0" t="0" r="r" b="b"/>
              <a:pathLst>
                <a:path w="113" h="151">
                  <a:moveTo>
                    <a:pt x="101" y="151"/>
                  </a:moveTo>
                  <a:lnTo>
                    <a:pt x="81" y="119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6"/>
                  </a:lnTo>
                  <a:lnTo>
                    <a:pt x="25" y="18"/>
                  </a:lnTo>
                  <a:lnTo>
                    <a:pt x="18" y="31"/>
                  </a:lnTo>
                  <a:lnTo>
                    <a:pt x="0" y="113"/>
                  </a:lnTo>
                  <a:lnTo>
                    <a:pt x="0" y="126"/>
                  </a:lnTo>
                  <a:lnTo>
                    <a:pt x="6" y="144"/>
                  </a:lnTo>
                  <a:lnTo>
                    <a:pt x="18" y="151"/>
                  </a:lnTo>
                  <a:lnTo>
                    <a:pt x="38" y="151"/>
                  </a:lnTo>
                  <a:lnTo>
                    <a:pt x="56" y="144"/>
                  </a:lnTo>
                  <a:lnTo>
                    <a:pt x="70" y="139"/>
                  </a:lnTo>
                  <a:lnTo>
                    <a:pt x="81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2" name=""/>
            <p:cNvSpPr/>
            <p:nvPr/>
          </p:nvSpPr>
          <p:spPr>
            <a:xfrm rot="0" flipV="1">
              <a:off x="500" y="2873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3" name=""/>
            <p:cNvSpPr/>
            <p:nvPr/>
          </p:nvSpPr>
          <p:spPr>
            <a:xfrm rot="0">
              <a:off x="491" y="2928"/>
              <a:ext cx="25" cy="25"/>
            </a:xfrm>
            <a:custGeom>
              <a:avLst/>
              <a:ahLst/>
              <a:rect l="0" t="0" r="r" b="b"/>
              <a:pathLst>
                <a:path w="101" h="99">
                  <a:moveTo>
                    <a:pt x="101" y="50"/>
                  </a:moveTo>
                  <a:lnTo>
                    <a:pt x="100" y="38"/>
                  </a:lnTo>
                  <a:lnTo>
                    <a:pt x="96" y="27"/>
                  </a:lnTo>
                  <a:lnTo>
                    <a:pt x="91" y="18"/>
                  </a:lnTo>
                  <a:lnTo>
                    <a:pt x="83" y="10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4"/>
                  </a:lnTo>
                  <a:lnTo>
                    <a:pt x="20" y="10"/>
                  </a:lnTo>
                  <a:lnTo>
                    <a:pt x="12" y="18"/>
                  </a:lnTo>
                  <a:lnTo>
                    <a:pt x="5" y="27"/>
                  </a:lnTo>
                  <a:lnTo>
                    <a:pt x="1" y="38"/>
                  </a:lnTo>
                  <a:lnTo>
                    <a:pt x="0" y="50"/>
                  </a:lnTo>
                  <a:lnTo>
                    <a:pt x="1" y="61"/>
                  </a:lnTo>
                  <a:lnTo>
                    <a:pt x="5" y="72"/>
                  </a:lnTo>
                  <a:lnTo>
                    <a:pt x="12" y="81"/>
                  </a:lnTo>
                  <a:lnTo>
                    <a:pt x="20" y="89"/>
                  </a:lnTo>
                  <a:lnTo>
                    <a:pt x="29" y="96"/>
                  </a:lnTo>
                  <a:lnTo>
                    <a:pt x="39" y="99"/>
                  </a:lnTo>
                  <a:lnTo>
                    <a:pt x="51" y="99"/>
                  </a:lnTo>
                  <a:lnTo>
                    <a:pt x="62" y="99"/>
                  </a:lnTo>
                  <a:lnTo>
                    <a:pt x="72" y="96"/>
                  </a:lnTo>
                  <a:lnTo>
                    <a:pt x="83" y="89"/>
                  </a:lnTo>
                  <a:lnTo>
                    <a:pt x="91" y="81"/>
                  </a:lnTo>
                  <a:lnTo>
                    <a:pt x="96" y="72"/>
                  </a:lnTo>
                  <a:lnTo>
                    <a:pt x="100" y="61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4" name=""/>
            <p:cNvSpPr/>
            <p:nvPr/>
          </p:nvSpPr>
          <p:spPr>
            <a:xfrm rot="0">
              <a:off x="677" y="3113"/>
              <a:ext cx="25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52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89" y="20"/>
                  </a:lnTo>
                  <a:lnTo>
                    <a:pt x="81" y="12"/>
                  </a:lnTo>
                  <a:lnTo>
                    <a:pt x="72" y="6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39" y="2"/>
                  </a:lnTo>
                  <a:lnTo>
                    <a:pt x="29" y="6"/>
                  </a:lnTo>
                  <a:lnTo>
                    <a:pt x="18" y="12"/>
                  </a:lnTo>
                  <a:lnTo>
                    <a:pt x="10" y="20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0" y="83"/>
                  </a:lnTo>
                  <a:lnTo>
                    <a:pt x="18" y="91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0" y="101"/>
                  </a:lnTo>
                  <a:lnTo>
                    <a:pt x="62" y="100"/>
                  </a:lnTo>
                  <a:lnTo>
                    <a:pt x="72" y="96"/>
                  </a:lnTo>
                  <a:lnTo>
                    <a:pt x="81" y="91"/>
                  </a:lnTo>
                  <a:lnTo>
                    <a:pt x="89" y="83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5" name=""/>
            <p:cNvSpPr/>
            <p:nvPr/>
          </p:nvSpPr>
          <p:spPr>
            <a:xfrm rot="0">
              <a:off x="688" y="3033"/>
              <a:ext cx="33" cy="57"/>
            </a:xfrm>
            <a:custGeom>
              <a:avLst/>
              <a:ahLst/>
              <a:rect l="0" t="0" r="r" b="b"/>
              <a:pathLst>
                <a:path w="133" h="227">
                  <a:moveTo>
                    <a:pt x="63" y="0"/>
                  </a:moveTo>
                  <a:lnTo>
                    <a:pt x="0" y="227"/>
                  </a:lnTo>
                  <a:lnTo>
                    <a:pt x="57" y="227"/>
                  </a:lnTo>
                  <a:lnTo>
                    <a:pt x="82" y="221"/>
                  </a:lnTo>
                  <a:lnTo>
                    <a:pt x="101" y="208"/>
                  </a:lnTo>
                  <a:lnTo>
                    <a:pt x="113" y="189"/>
                  </a:lnTo>
                  <a:lnTo>
                    <a:pt x="133" y="119"/>
                  </a:lnTo>
                  <a:lnTo>
                    <a:pt x="133" y="101"/>
                  </a:lnTo>
                  <a:lnTo>
                    <a:pt x="126" y="81"/>
                  </a:lnTo>
                  <a:lnTo>
                    <a:pt x="108" y="75"/>
                  </a:lnTo>
                  <a:lnTo>
                    <a:pt x="4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6" name=""/>
            <p:cNvSpPr/>
            <p:nvPr/>
          </p:nvSpPr>
          <p:spPr>
            <a:xfrm rot="0" flipV="1">
              <a:off x="744" y="3033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7" name=""/>
            <p:cNvSpPr/>
            <p:nvPr/>
          </p:nvSpPr>
          <p:spPr>
            <a:xfrm rot="0">
              <a:off x="3315" y="2808"/>
              <a:ext cx="33" cy="57"/>
            </a:xfrm>
            <a:custGeom>
              <a:avLst/>
              <a:ahLst/>
              <a:rect l="0" t="0" r="r" b="b"/>
              <a:pathLst>
                <a:path w="132" h="227">
                  <a:moveTo>
                    <a:pt x="63" y="0"/>
                  </a:moveTo>
                  <a:lnTo>
                    <a:pt x="0" y="227"/>
                  </a:lnTo>
                  <a:lnTo>
                    <a:pt x="57" y="227"/>
                  </a:lnTo>
                  <a:lnTo>
                    <a:pt x="82" y="221"/>
                  </a:lnTo>
                  <a:lnTo>
                    <a:pt x="100" y="209"/>
                  </a:lnTo>
                  <a:lnTo>
                    <a:pt x="113" y="189"/>
                  </a:lnTo>
                  <a:lnTo>
                    <a:pt x="132" y="119"/>
                  </a:lnTo>
                  <a:lnTo>
                    <a:pt x="132" y="101"/>
                  </a:lnTo>
                  <a:lnTo>
                    <a:pt x="127" y="81"/>
                  </a:lnTo>
                  <a:lnTo>
                    <a:pt x="107" y="76"/>
                  </a:lnTo>
                  <a:lnTo>
                    <a:pt x="44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8" name=""/>
            <p:cNvSpPr/>
            <p:nvPr/>
          </p:nvSpPr>
          <p:spPr>
            <a:xfrm rot="0" flipV="1">
              <a:off x="3372" y="2808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79" name=""/>
            <p:cNvSpPr/>
            <p:nvPr/>
          </p:nvSpPr>
          <p:spPr>
            <a:xfrm rot="0">
              <a:off x="3304" y="2888"/>
              <a:ext cx="25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51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90" y="20"/>
                  </a:lnTo>
                  <a:lnTo>
                    <a:pt x="83" y="12"/>
                  </a:lnTo>
                  <a:lnTo>
                    <a:pt x="72" y="5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5"/>
                  </a:lnTo>
                  <a:lnTo>
                    <a:pt x="19" y="12"/>
                  </a:lnTo>
                  <a:lnTo>
                    <a:pt x="12" y="20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1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2" y="83"/>
                  </a:lnTo>
                  <a:lnTo>
                    <a:pt x="19" y="91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1" y="101"/>
                  </a:lnTo>
                  <a:lnTo>
                    <a:pt x="61" y="100"/>
                  </a:lnTo>
                  <a:lnTo>
                    <a:pt x="72" y="96"/>
                  </a:lnTo>
                  <a:lnTo>
                    <a:pt x="83" y="91"/>
                  </a:lnTo>
                  <a:lnTo>
                    <a:pt x="90" y="83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0" name=""/>
            <p:cNvSpPr/>
            <p:nvPr/>
          </p:nvSpPr>
          <p:spPr>
            <a:xfrm rot="0">
              <a:off x="3519" y="3557"/>
              <a:ext cx="29" cy="38"/>
            </a:xfrm>
            <a:custGeom>
              <a:avLst/>
              <a:ahLst/>
              <a:rect l="0" t="0" r="r" b="b"/>
              <a:pathLst>
                <a:path w="113" h="152">
                  <a:moveTo>
                    <a:pt x="101" y="152"/>
                  </a:moveTo>
                  <a:lnTo>
                    <a:pt x="81" y="120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7"/>
                  </a:lnTo>
                  <a:lnTo>
                    <a:pt x="25" y="19"/>
                  </a:lnTo>
                  <a:lnTo>
                    <a:pt x="18" y="32"/>
                  </a:lnTo>
                  <a:lnTo>
                    <a:pt x="0" y="113"/>
                  </a:lnTo>
                  <a:lnTo>
                    <a:pt x="0" y="127"/>
                  </a:lnTo>
                  <a:lnTo>
                    <a:pt x="6" y="145"/>
                  </a:lnTo>
                  <a:lnTo>
                    <a:pt x="18" y="152"/>
                  </a:lnTo>
                  <a:lnTo>
                    <a:pt x="38" y="152"/>
                  </a:lnTo>
                  <a:lnTo>
                    <a:pt x="56" y="145"/>
                  </a:lnTo>
                  <a:lnTo>
                    <a:pt x="69" y="140"/>
                  </a:lnTo>
                  <a:lnTo>
                    <a:pt x="81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1" name=""/>
            <p:cNvSpPr/>
            <p:nvPr/>
          </p:nvSpPr>
          <p:spPr>
            <a:xfrm rot="0">
              <a:off x="3475" y="3609"/>
              <a:ext cx="25" cy="25"/>
            </a:xfrm>
            <a:custGeom>
              <a:avLst/>
              <a:ahLst/>
              <a:rect l="0" t="0" r="r" b="b"/>
              <a:pathLst>
                <a:path w="101" h="102">
                  <a:moveTo>
                    <a:pt x="101" y="50"/>
                  </a:moveTo>
                  <a:lnTo>
                    <a:pt x="100" y="40"/>
                  </a:lnTo>
                  <a:lnTo>
                    <a:pt x="96" y="28"/>
                  </a:lnTo>
                  <a:lnTo>
                    <a:pt x="89" y="19"/>
                  </a:lnTo>
                  <a:lnTo>
                    <a:pt x="82" y="11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1" y="19"/>
                  </a:lnTo>
                  <a:lnTo>
                    <a:pt x="5" y="28"/>
                  </a:lnTo>
                  <a:lnTo>
                    <a:pt x="1" y="40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1" y="82"/>
                  </a:lnTo>
                  <a:lnTo>
                    <a:pt x="19" y="90"/>
                  </a:lnTo>
                  <a:lnTo>
                    <a:pt x="29" y="96"/>
                  </a:lnTo>
                  <a:lnTo>
                    <a:pt x="40" y="100"/>
                  </a:lnTo>
                  <a:lnTo>
                    <a:pt x="50" y="102"/>
                  </a:lnTo>
                  <a:lnTo>
                    <a:pt x="62" y="100"/>
                  </a:lnTo>
                  <a:lnTo>
                    <a:pt x="72" y="96"/>
                  </a:lnTo>
                  <a:lnTo>
                    <a:pt x="82" y="90"/>
                  </a:lnTo>
                  <a:lnTo>
                    <a:pt x="89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2" name=""/>
            <p:cNvSpPr/>
            <p:nvPr/>
          </p:nvSpPr>
          <p:spPr>
            <a:xfrm rot="0" flipV="1">
              <a:off x="121" y="412"/>
              <a:ext cx="4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3" name=""/>
            <p:cNvSpPr/>
            <p:nvPr/>
          </p:nvSpPr>
          <p:spPr>
            <a:xfrm rot="0">
              <a:off x="154" y="393"/>
              <a:ext cx="8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4" name=""/>
            <p:cNvSpPr/>
            <p:nvPr/>
          </p:nvSpPr>
          <p:spPr>
            <a:xfrm rot="0">
              <a:off x="133" y="391"/>
              <a:ext cx="12" cy="87"/>
            </a:xfrm>
            <a:custGeom>
              <a:avLst/>
              <a:ahLst/>
              <a:rect l="0" t="0" r="r" b="b"/>
              <a:pathLst>
                <a:path w="47" h="347">
                  <a:moveTo>
                    <a:pt x="47" y="0"/>
                  </a:moveTo>
                  <a:lnTo>
                    <a:pt x="47" y="347"/>
                  </a:lnTo>
                  <a:lnTo>
                    <a:pt x="0" y="2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5" name=""/>
            <p:cNvSpPr/>
            <p:nvPr/>
          </p:nvSpPr>
          <p:spPr>
            <a:xfrm rot="0" flipV="1">
              <a:off x="120" y="443"/>
              <a:ext cx="21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6" name=""/>
            <p:cNvSpPr/>
            <p:nvPr/>
          </p:nvSpPr>
          <p:spPr>
            <a:xfrm rot="0" flipH="1" flipV="1">
              <a:off x="126" y="424"/>
              <a:ext cx="8" cy="1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7" name=""/>
            <p:cNvSpPr/>
            <p:nvPr/>
          </p:nvSpPr>
          <p:spPr>
            <a:xfrm rot="0">
              <a:off x="145" y="429"/>
              <a:ext cx="28" cy="34"/>
            </a:xfrm>
            <a:custGeom>
              <a:avLst/>
              <a:ahLst/>
              <a:rect l="0" t="0" r="r" b="b"/>
              <a:pathLst>
                <a:path w="113" h="136">
                  <a:moveTo>
                    <a:pt x="0" y="0"/>
                  </a:moveTo>
                  <a:lnTo>
                    <a:pt x="78" y="136"/>
                  </a:lnTo>
                  <a:lnTo>
                    <a:pt x="113" y="1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8" name=""/>
            <p:cNvSpPr/>
            <p:nvPr/>
          </p:nvSpPr>
          <p:spPr>
            <a:xfrm rot="0" flipH="1">
              <a:off x="150" y="424"/>
              <a:ext cx="14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89" name=""/>
            <p:cNvSpPr/>
            <p:nvPr/>
          </p:nvSpPr>
          <p:spPr>
            <a:xfrm rot="0">
              <a:off x="196" y="410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0" name=""/>
            <p:cNvSpPr/>
            <p:nvPr/>
          </p:nvSpPr>
          <p:spPr>
            <a:xfrm rot="0">
              <a:off x="205" y="393"/>
              <a:ext cx="12" cy="46"/>
            </a:xfrm>
            <a:custGeom>
              <a:avLst/>
              <a:ahLst/>
              <a:rect l="0" t="0" r="r" b="b"/>
              <a:pathLst>
                <a:path w="50" h="183">
                  <a:moveTo>
                    <a:pt x="50" y="0"/>
                  </a:moveTo>
                  <a:lnTo>
                    <a:pt x="31" y="101"/>
                  </a:lnTo>
                  <a:lnTo>
                    <a:pt x="0" y="1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1" name=""/>
            <p:cNvSpPr/>
            <p:nvPr/>
          </p:nvSpPr>
          <p:spPr>
            <a:xfrm rot="0" flipV="1">
              <a:off x="213" y="414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2" name=""/>
            <p:cNvSpPr/>
            <p:nvPr/>
          </p:nvSpPr>
          <p:spPr>
            <a:xfrm rot="0" flipV="1">
              <a:off x="216" y="434"/>
              <a:ext cx="16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3" name=""/>
            <p:cNvSpPr/>
            <p:nvPr/>
          </p:nvSpPr>
          <p:spPr>
            <a:xfrm rot="0" flipH="1">
              <a:off x="216" y="451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4" name=""/>
            <p:cNvSpPr/>
            <p:nvPr/>
          </p:nvSpPr>
          <p:spPr>
            <a:xfrm rot="0" flipH="1">
              <a:off x="183" y="415"/>
              <a:ext cx="10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5" name=""/>
            <p:cNvSpPr/>
            <p:nvPr/>
          </p:nvSpPr>
          <p:spPr>
            <a:xfrm rot="0">
              <a:off x="216" y="418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6" name=""/>
            <p:cNvSpPr/>
            <p:nvPr/>
          </p:nvSpPr>
          <p:spPr>
            <a:xfrm rot="0" flipH="1">
              <a:off x="193" y="394"/>
              <a:ext cx="7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7" name=""/>
            <p:cNvSpPr/>
            <p:nvPr/>
          </p:nvSpPr>
          <p:spPr>
            <a:xfrm rot="0" flipV="1">
              <a:off x="249" y="466"/>
              <a:ext cx="52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8" name=""/>
            <p:cNvSpPr/>
            <p:nvPr/>
          </p:nvSpPr>
          <p:spPr>
            <a:xfrm rot="0">
              <a:off x="268" y="427"/>
              <a:ext cx="5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399" name=""/>
            <p:cNvSpPr/>
            <p:nvPr/>
          </p:nvSpPr>
          <p:spPr>
            <a:xfrm rot="0" flipV="1">
              <a:off x="257" y="414"/>
              <a:ext cx="42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0" name=""/>
            <p:cNvSpPr/>
            <p:nvPr/>
          </p:nvSpPr>
          <p:spPr>
            <a:xfrm rot="0">
              <a:off x="277" y="397"/>
              <a:ext cx="3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1" name=""/>
            <p:cNvSpPr/>
            <p:nvPr/>
          </p:nvSpPr>
          <p:spPr>
            <a:xfrm rot="0" flipH="1">
              <a:off x="278" y="416"/>
              <a:ext cx="9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2" name=""/>
            <p:cNvSpPr/>
            <p:nvPr/>
          </p:nvSpPr>
          <p:spPr>
            <a:xfrm rot="0" flipH="1">
              <a:off x="311" y="394"/>
              <a:ext cx="19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3" name=""/>
            <p:cNvSpPr/>
            <p:nvPr/>
          </p:nvSpPr>
          <p:spPr>
            <a:xfrm rot="0">
              <a:off x="347" y="392"/>
              <a:ext cx="1" cy="8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4" name=""/>
            <p:cNvSpPr/>
            <p:nvPr/>
          </p:nvSpPr>
          <p:spPr>
            <a:xfrm rot="0">
              <a:off x="325" y="416"/>
              <a:ext cx="19" cy="46"/>
            </a:xfrm>
            <a:custGeom>
              <a:avLst/>
              <a:ahLst/>
              <a:rect l="0" t="0" r="r" b="b"/>
              <a:pathLst>
                <a:path w="75" h="184">
                  <a:moveTo>
                    <a:pt x="75" y="0"/>
                  </a:moveTo>
                  <a:lnTo>
                    <a:pt x="55" y="64"/>
                  </a:lnTo>
                  <a:lnTo>
                    <a:pt x="31" y="121"/>
                  </a:lnTo>
                  <a:lnTo>
                    <a:pt x="0" y="1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5" name=""/>
            <p:cNvSpPr/>
            <p:nvPr/>
          </p:nvSpPr>
          <p:spPr>
            <a:xfrm rot="0">
              <a:off x="347" y="416"/>
              <a:ext cx="22" cy="40"/>
            </a:xfrm>
            <a:custGeom>
              <a:avLst/>
              <a:ahLst/>
              <a:rect l="0" t="0" r="r" b="b"/>
              <a:pathLst>
                <a:path w="90" h="161">
                  <a:moveTo>
                    <a:pt x="0" y="0"/>
                  </a:moveTo>
                  <a:lnTo>
                    <a:pt x="74" y="161"/>
                  </a:lnTo>
                  <a:lnTo>
                    <a:pt x="90" y="1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6" name=""/>
            <p:cNvSpPr/>
            <p:nvPr/>
          </p:nvSpPr>
          <p:spPr>
            <a:xfrm rot="0" flipV="1">
              <a:off x="335" y="453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7" name=""/>
            <p:cNvSpPr/>
            <p:nvPr/>
          </p:nvSpPr>
          <p:spPr>
            <a:xfrm rot="0" flipV="1">
              <a:off x="322" y="411"/>
              <a:ext cx="1" cy="6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8" name=""/>
            <p:cNvSpPr/>
            <p:nvPr/>
          </p:nvSpPr>
          <p:spPr>
            <a:xfrm rot="0" flipV="1">
              <a:off x="328" y="413"/>
              <a:ext cx="3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09" name=""/>
            <p:cNvSpPr/>
            <p:nvPr/>
          </p:nvSpPr>
          <p:spPr>
            <a:xfrm rot="0" flipH="1">
              <a:off x="388" y="394"/>
              <a:ext cx="5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0" name=""/>
            <p:cNvSpPr/>
            <p:nvPr/>
          </p:nvSpPr>
          <p:spPr>
            <a:xfrm rot="0" flipV="1">
              <a:off x="384" y="457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1" name=""/>
            <p:cNvSpPr/>
            <p:nvPr/>
          </p:nvSpPr>
          <p:spPr>
            <a:xfrm rot="0" flipV="1">
              <a:off x="399" y="414"/>
              <a:ext cx="2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6" name=""/>
          <p:cNvGrpSpPr/>
          <p:nvPr/>
        </p:nvGrpSpPr>
        <p:grpSpPr>
          <a:xfrm rot="0">
            <a:off x="609600" y="620712"/>
            <a:ext cx="3740150" cy="2884487"/>
            <a:chOff x="384" y="391"/>
            <a:chExt cx="2356" cy="1817"/>
          </a:xfrm>
        </p:grpSpPr>
        <p:sp>
          <p:nvSpPr>
            <p:cNvPr id="1065412" name=""/>
            <p:cNvSpPr/>
            <p:nvPr/>
          </p:nvSpPr>
          <p:spPr>
            <a:xfrm rot="0" flipH="1">
              <a:off x="385" y="417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3" name=""/>
            <p:cNvSpPr/>
            <p:nvPr/>
          </p:nvSpPr>
          <p:spPr>
            <a:xfrm rot="0" flipV="1">
              <a:off x="384" y="437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4" name=""/>
            <p:cNvSpPr/>
            <p:nvPr/>
          </p:nvSpPr>
          <p:spPr>
            <a:xfrm rot="0" flipH="1">
              <a:off x="404" y="393"/>
              <a:ext cx="1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5" name=""/>
            <p:cNvSpPr/>
            <p:nvPr/>
          </p:nvSpPr>
          <p:spPr>
            <a:xfrm rot="0" flipH="1" flipV="1">
              <a:off x="414" y="464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6" name=""/>
            <p:cNvSpPr/>
            <p:nvPr/>
          </p:nvSpPr>
          <p:spPr>
            <a:xfrm rot="0">
              <a:off x="411" y="431"/>
              <a:ext cx="7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7" name=""/>
            <p:cNvSpPr/>
            <p:nvPr/>
          </p:nvSpPr>
          <p:spPr>
            <a:xfrm rot="0">
              <a:off x="422" y="412"/>
              <a:ext cx="7" cy="66"/>
            </a:xfrm>
            <a:custGeom>
              <a:avLst/>
              <a:ahLst/>
              <a:rect l="0" t="0" r="r" b="b"/>
              <a:pathLst>
                <a:path w="28" h="261">
                  <a:moveTo>
                    <a:pt x="0" y="261"/>
                  </a:moveTo>
                  <a:lnTo>
                    <a:pt x="16" y="15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8" name=""/>
            <p:cNvSpPr/>
            <p:nvPr/>
          </p:nvSpPr>
          <p:spPr>
            <a:xfrm rot="0" flipV="1">
              <a:off x="409" y="415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19" name=""/>
            <p:cNvSpPr/>
            <p:nvPr/>
          </p:nvSpPr>
          <p:spPr>
            <a:xfrm rot="0">
              <a:off x="384" y="413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0" name=""/>
            <p:cNvSpPr/>
            <p:nvPr/>
          </p:nvSpPr>
          <p:spPr>
            <a:xfrm rot="0" flipV="1">
              <a:off x="473" y="402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1" name=""/>
            <p:cNvSpPr/>
            <p:nvPr/>
          </p:nvSpPr>
          <p:spPr>
            <a:xfrm rot="0" flipV="1">
              <a:off x="451" y="402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2" name=""/>
            <p:cNvSpPr/>
            <p:nvPr/>
          </p:nvSpPr>
          <p:spPr>
            <a:xfrm rot="0" flipV="1">
              <a:off x="440" y="392"/>
              <a:ext cx="17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3" name=""/>
            <p:cNvSpPr/>
            <p:nvPr/>
          </p:nvSpPr>
          <p:spPr>
            <a:xfrm rot="0" flipH="1" flipV="1">
              <a:off x="455" y="405"/>
              <a:ext cx="5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4" name=""/>
            <p:cNvSpPr/>
            <p:nvPr/>
          </p:nvSpPr>
          <p:spPr>
            <a:xfrm rot="0">
              <a:off x="475" y="405"/>
              <a:ext cx="9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5" name=""/>
            <p:cNvSpPr/>
            <p:nvPr/>
          </p:nvSpPr>
          <p:spPr>
            <a:xfrm rot="0">
              <a:off x="451" y="432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6" name=""/>
            <p:cNvSpPr/>
            <p:nvPr/>
          </p:nvSpPr>
          <p:spPr>
            <a:xfrm rot="0" flipV="1">
              <a:off x="450" y="446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7" name=""/>
            <p:cNvSpPr/>
            <p:nvPr/>
          </p:nvSpPr>
          <p:spPr>
            <a:xfrm rot="0">
              <a:off x="477" y="441"/>
              <a:ext cx="11" cy="31"/>
            </a:xfrm>
            <a:custGeom>
              <a:avLst/>
              <a:ahLst/>
              <a:rect l="0" t="0" r="r" b="b"/>
              <a:pathLst>
                <a:path w="42" h="125">
                  <a:moveTo>
                    <a:pt x="42" y="0"/>
                  </a:moveTo>
                  <a:lnTo>
                    <a:pt x="24" y="125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8" name=""/>
            <p:cNvSpPr/>
            <p:nvPr/>
          </p:nvSpPr>
          <p:spPr>
            <a:xfrm rot="0">
              <a:off x="437" y="450"/>
              <a:ext cx="30" cy="27"/>
            </a:xfrm>
            <a:custGeom>
              <a:avLst/>
              <a:ahLst/>
              <a:rect l="0" t="0" r="r" b="b"/>
              <a:pathLst>
                <a:path w="121" h="109">
                  <a:moveTo>
                    <a:pt x="121" y="0"/>
                  </a:moveTo>
                  <a:lnTo>
                    <a:pt x="71" y="51"/>
                  </a:lnTo>
                  <a:lnTo>
                    <a:pt x="0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29" name=""/>
            <p:cNvSpPr/>
            <p:nvPr/>
          </p:nvSpPr>
          <p:spPr>
            <a:xfrm rot="0" flipV="1">
              <a:off x="468" y="392"/>
              <a:ext cx="10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0" name=""/>
            <p:cNvSpPr/>
            <p:nvPr/>
          </p:nvSpPr>
          <p:spPr>
            <a:xfrm rot="0">
              <a:off x="467" y="422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1" name=""/>
            <p:cNvSpPr/>
            <p:nvPr/>
          </p:nvSpPr>
          <p:spPr>
            <a:xfrm rot="0" flipV="1">
              <a:off x="451" y="420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2" name=""/>
            <p:cNvSpPr/>
            <p:nvPr/>
          </p:nvSpPr>
          <p:spPr>
            <a:xfrm rot="0" flipV="1">
              <a:off x="480" y="418"/>
              <a:ext cx="2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3" name=""/>
            <p:cNvSpPr/>
            <p:nvPr/>
          </p:nvSpPr>
          <p:spPr>
            <a:xfrm rot="0" flipH="1">
              <a:off x="451" y="433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4" name=""/>
            <p:cNvSpPr/>
            <p:nvPr/>
          </p:nvSpPr>
          <p:spPr>
            <a:xfrm rot="0" flipV="1">
              <a:off x="516" y="432"/>
              <a:ext cx="31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5" name=""/>
            <p:cNvSpPr/>
            <p:nvPr/>
          </p:nvSpPr>
          <p:spPr>
            <a:xfrm rot="0" flipH="1">
              <a:off x="507" y="464"/>
              <a:ext cx="5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6" name=""/>
            <p:cNvSpPr/>
            <p:nvPr/>
          </p:nvSpPr>
          <p:spPr>
            <a:xfrm rot="0" flipV="1">
              <a:off x="512" y="405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7" name=""/>
            <p:cNvSpPr/>
            <p:nvPr/>
          </p:nvSpPr>
          <p:spPr>
            <a:xfrm rot="0" flipV="1">
              <a:off x="569" y="416"/>
              <a:ext cx="15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8" name=""/>
            <p:cNvSpPr/>
            <p:nvPr/>
          </p:nvSpPr>
          <p:spPr>
            <a:xfrm rot="0">
              <a:off x="581" y="431"/>
              <a:ext cx="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39" name=""/>
            <p:cNvSpPr/>
            <p:nvPr/>
          </p:nvSpPr>
          <p:spPr>
            <a:xfrm rot="0">
              <a:off x="581" y="426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0" name=""/>
            <p:cNvSpPr/>
            <p:nvPr/>
          </p:nvSpPr>
          <p:spPr>
            <a:xfrm rot="0">
              <a:off x="568" y="412"/>
              <a:ext cx="18" cy="35"/>
            </a:xfrm>
            <a:custGeom>
              <a:avLst/>
              <a:ahLst/>
              <a:rect l="0" t="0" r="r" b="b"/>
              <a:pathLst>
                <a:path w="73" h="136">
                  <a:moveTo>
                    <a:pt x="73" y="0"/>
                  </a:moveTo>
                  <a:lnTo>
                    <a:pt x="54" y="55"/>
                  </a:lnTo>
                  <a:lnTo>
                    <a:pt x="0" y="1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1" name=""/>
            <p:cNvSpPr/>
            <p:nvPr/>
          </p:nvSpPr>
          <p:spPr>
            <a:xfrm rot="0">
              <a:off x="577" y="394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2" name=""/>
            <p:cNvSpPr/>
            <p:nvPr/>
          </p:nvSpPr>
          <p:spPr>
            <a:xfrm rot="0">
              <a:off x="598" y="395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3" name=""/>
            <p:cNvSpPr/>
            <p:nvPr/>
          </p:nvSpPr>
          <p:spPr>
            <a:xfrm rot="0" flipV="1">
              <a:off x="615" y="397"/>
              <a:ext cx="2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4" name=""/>
            <p:cNvSpPr/>
            <p:nvPr/>
          </p:nvSpPr>
          <p:spPr>
            <a:xfrm rot="0" flipH="1">
              <a:off x="598" y="400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5" name=""/>
            <p:cNvSpPr/>
            <p:nvPr/>
          </p:nvSpPr>
          <p:spPr>
            <a:xfrm rot="0">
              <a:off x="599" y="411"/>
              <a:ext cx="8" cy="47"/>
            </a:xfrm>
            <a:custGeom>
              <a:avLst/>
              <a:ahLst/>
              <a:rect l="0" t="0" r="r" b="b"/>
              <a:pathLst>
                <a:path w="32" h="188">
                  <a:moveTo>
                    <a:pt x="32" y="0"/>
                  </a:moveTo>
                  <a:lnTo>
                    <a:pt x="20" y="117"/>
                  </a:lnTo>
                  <a:lnTo>
                    <a:pt x="0" y="1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6" name=""/>
            <p:cNvSpPr/>
            <p:nvPr/>
          </p:nvSpPr>
          <p:spPr>
            <a:xfrm rot="0">
              <a:off x="584" y="458"/>
              <a:ext cx="15" cy="18"/>
            </a:xfrm>
            <a:custGeom>
              <a:avLst/>
              <a:ahLst/>
              <a:rect l="0" t="0" r="r" b="b"/>
              <a:pathLst>
                <a:path w="57" h="69">
                  <a:moveTo>
                    <a:pt x="0" y="69"/>
                  </a:moveTo>
                  <a:lnTo>
                    <a:pt x="31" y="3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7" name=""/>
            <p:cNvSpPr/>
            <p:nvPr/>
          </p:nvSpPr>
          <p:spPr>
            <a:xfrm rot="0">
              <a:off x="608" y="438"/>
              <a:ext cx="15" cy="33"/>
            </a:xfrm>
            <a:custGeom>
              <a:avLst/>
              <a:ahLst/>
              <a:rect l="0" t="0" r="r" b="b"/>
              <a:pathLst>
                <a:path w="63" h="133">
                  <a:moveTo>
                    <a:pt x="63" y="63"/>
                  </a:moveTo>
                  <a:lnTo>
                    <a:pt x="63" y="133"/>
                  </a:lnTo>
                  <a:lnTo>
                    <a:pt x="16" y="133"/>
                  </a:lnTo>
                  <a:lnTo>
                    <a:pt x="0" y="12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8" name=""/>
            <p:cNvSpPr/>
            <p:nvPr/>
          </p:nvSpPr>
          <p:spPr>
            <a:xfrm rot="0" flipH="1">
              <a:off x="640" y="400"/>
              <a:ext cx="4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49" name=""/>
            <p:cNvSpPr/>
            <p:nvPr/>
          </p:nvSpPr>
          <p:spPr>
            <a:xfrm rot="0" flipV="1">
              <a:off x="640" y="467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0" name=""/>
            <p:cNvSpPr/>
            <p:nvPr/>
          </p:nvSpPr>
          <p:spPr>
            <a:xfrm rot="0" flipV="1">
              <a:off x="680" y="396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1" name=""/>
            <p:cNvSpPr/>
            <p:nvPr/>
          </p:nvSpPr>
          <p:spPr>
            <a:xfrm rot="0">
              <a:off x="678" y="467"/>
              <a:ext cx="2" cy="8"/>
            </a:xfrm>
            <a:custGeom>
              <a:avLst/>
              <a:ahLst/>
              <a:rect l="0" t="0" r="r" b="b"/>
              <a:pathLst>
                <a:path w="8" h="31">
                  <a:moveTo>
                    <a:pt x="8" y="31"/>
                  </a:moveTo>
                  <a:lnTo>
                    <a:pt x="8" y="2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2" name=""/>
            <p:cNvSpPr/>
            <p:nvPr/>
          </p:nvSpPr>
          <p:spPr>
            <a:xfrm rot="0">
              <a:off x="640" y="396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3" name=""/>
            <p:cNvSpPr/>
            <p:nvPr/>
          </p:nvSpPr>
          <p:spPr>
            <a:xfrm rot="0">
              <a:off x="640" y="395"/>
              <a:ext cx="1" cy="8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4" name=""/>
            <p:cNvSpPr/>
            <p:nvPr/>
          </p:nvSpPr>
          <p:spPr>
            <a:xfrm rot="0" flipH="1">
              <a:off x="646" y="407"/>
              <a:ext cx="15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5" name=""/>
            <p:cNvSpPr/>
            <p:nvPr/>
          </p:nvSpPr>
          <p:spPr>
            <a:xfrm rot="0">
              <a:off x="654" y="423"/>
              <a:ext cx="25" cy="21"/>
            </a:xfrm>
            <a:custGeom>
              <a:avLst/>
              <a:ahLst/>
              <a:rect l="0" t="0" r="r" b="b"/>
              <a:pathLst>
                <a:path w="99" h="82">
                  <a:moveTo>
                    <a:pt x="0" y="0"/>
                  </a:moveTo>
                  <a:lnTo>
                    <a:pt x="79" y="82"/>
                  </a:lnTo>
                  <a:lnTo>
                    <a:pt x="99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6" name=""/>
            <p:cNvSpPr/>
            <p:nvPr/>
          </p:nvSpPr>
          <p:spPr>
            <a:xfrm rot="0">
              <a:off x="657" y="443"/>
              <a:ext cx="7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7" name=""/>
            <p:cNvSpPr/>
            <p:nvPr/>
          </p:nvSpPr>
          <p:spPr>
            <a:xfrm rot="0">
              <a:off x="654" y="453"/>
              <a:ext cx="10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8" name=""/>
            <p:cNvSpPr/>
            <p:nvPr/>
          </p:nvSpPr>
          <p:spPr>
            <a:xfrm rot="0" flipV="1">
              <a:off x="655" y="415"/>
              <a:ext cx="1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59" name=""/>
            <p:cNvSpPr/>
            <p:nvPr/>
          </p:nvSpPr>
          <p:spPr>
            <a:xfrm rot="0">
              <a:off x="655" y="411"/>
              <a:ext cx="16" cy="26"/>
            </a:xfrm>
            <a:custGeom>
              <a:avLst/>
              <a:ahLst/>
              <a:rect l="0" t="0" r="r" b="b"/>
              <a:pathLst>
                <a:path w="64" h="101">
                  <a:moveTo>
                    <a:pt x="0" y="101"/>
                  </a:moveTo>
                  <a:lnTo>
                    <a:pt x="24" y="71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0" name=""/>
            <p:cNvSpPr/>
            <p:nvPr/>
          </p:nvSpPr>
          <p:spPr>
            <a:xfrm rot="0" flipV="1">
              <a:off x="642" y="437"/>
              <a:ext cx="13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1" name=""/>
            <p:cNvSpPr/>
            <p:nvPr/>
          </p:nvSpPr>
          <p:spPr>
            <a:xfrm rot="0">
              <a:off x="705" y="419"/>
              <a:ext cx="39" cy="57"/>
            </a:xfrm>
            <a:custGeom>
              <a:avLst/>
              <a:ahLst/>
              <a:rect l="0" t="0" r="r" b="b"/>
              <a:pathLst>
                <a:path w="155" h="226">
                  <a:moveTo>
                    <a:pt x="0" y="226"/>
                  </a:moveTo>
                  <a:lnTo>
                    <a:pt x="62" y="180"/>
                  </a:lnTo>
                  <a:lnTo>
                    <a:pt x="101" y="121"/>
                  </a:lnTo>
                  <a:lnTo>
                    <a:pt x="1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2" name=""/>
            <p:cNvSpPr/>
            <p:nvPr/>
          </p:nvSpPr>
          <p:spPr>
            <a:xfrm rot="0" flipH="1">
              <a:off x="729" y="421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3" name=""/>
            <p:cNvSpPr/>
            <p:nvPr/>
          </p:nvSpPr>
          <p:spPr>
            <a:xfrm rot="0" flipV="1">
              <a:off x="731" y="395"/>
              <a:ext cx="12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4" name=""/>
            <p:cNvSpPr/>
            <p:nvPr/>
          </p:nvSpPr>
          <p:spPr>
            <a:xfrm rot="0" flipH="1">
              <a:off x="709" y="397"/>
              <a:ext cx="33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5" name=""/>
            <p:cNvSpPr/>
            <p:nvPr/>
          </p:nvSpPr>
          <p:spPr>
            <a:xfrm rot="0" flipH="1">
              <a:off x="697" y="458"/>
              <a:ext cx="8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6" name=""/>
            <p:cNvSpPr/>
            <p:nvPr/>
          </p:nvSpPr>
          <p:spPr>
            <a:xfrm rot="0">
              <a:off x="705" y="402"/>
              <a:ext cx="17" cy="57"/>
            </a:xfrm>
            <a:custGeom>
              <a:avLst/>
              <a:ahLst/>
              <a:rect l="0" t="0" r="r" b="b"/>
              <a:pathLst>
                <a:path w="66" h="230">
                  <a:moveTo>
                    <a:pt x="66" y="0"/>
                  </a:moveTo>
                  <a:lnTo>
                    <a:pt x="54" y="105"/>
                  </a:lnTo>
                  <a:lnTo>
                    <a:pt x="0" y="2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7" name=""/>
            <p:cNvSpPr/>
            <p:nvPr/>
          </p:nvSpPr>
          <p:spPr>
            <a:xfrm rot="0">
              <a:off x="719" y="428"/>
              <a:ext cx="35" cy="48"/>
            </a:xfrm>
            <a:custGeom>
              <a:avLst/>
              <a:ahLst/>
              <a:rect l="0" t="0" r="r" b="b"/>
              <a:pathLst>
                <a:path w="141" h="190">
                  <a:moveTo>
                    <a:pt x="0" y="0"/>
                  </a:moveTo>
                  <a:lnTo>
                    <a:pt x="105" y="190"/>
                  </a:lnTo>
                  <a:lnTo>
                    <a:pt x="141" y="1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8" name=""/>
            <p:cNvSpPr/>
            <p:nvPr/>
          </p:nvSpPr>
          <p:spPr>
            <a:xfrm rot="0">
              <a:off x="788" y="392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69" name=""/>
            <p:cNvSpPr/>
            <p:nvPr/>
          </p:nvSpPr>
          <p:spPr>
            <a:xfrm rot="0" flipV="1">
              <a:off x="774" y="418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0" name=""/>
            <p:cNvSpPr/>
            <p:nvPr/>
          </p:nvSpPr>
          <p:spPr>
            <a:xfrm rot="0">
              <a:off x="760" y="433"/>
              <a:ext cx="27" cy="33"/>
            </a:xfrm>
            <a:custGeom>
              <a:avLst/>
              <a:ahLst/>
              <a:rect l="0" t="0" r="r" b="b"/>
              <a:pathLst>
                <a:path w="109" h="132">
                  <a:moveTo>
                    <a:pt x="109" y="0"/>
                  </a:moveTo>
                  <a:lnTo>
                    <a:pt x="66" y="58"/>
                  </a:lnTo>
                  <a:lnTo>
                    <a:pt x="0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1" name=""/>
            <p:cNvSpPr/>
            <p:nvPr/>
          </p:nvSpPr>
          <p:spPr>
            <a:xfrm rot="0">
              <a:off x="780" y="445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2" name=""/>
            <p:cNvSpPr/>
            <p:nvPr/>
          </p:nvSpPr>
          <p:spPr>
            <a:xfrm rot="0" flipV="1">
              <a:off x="778" y="463"/>
              <a:ext cx="14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3" name=""/>
            <p:cNvSpPr/>
            <p:nvPr/>
          </p:nvSpPr>
          <p:spPr>
            <a:xfrm rot="0">
              <a:off x="787" y="435"/>
              <a:ext cx="29" cy="36"/>
            </a:xfrm>
            <a:custGeom>
              <a:avLst/>
              <a:ahLst/>
              <a:rect l="0" t="0" r="r" b="b"/>
              <a:pathLst>
                <a:path w="117" h="144">
                  <a:moveTo>
                    <a:pt x="0" y="0"/>
                  </a:moveTo>
                  <a:lnTo>
                    <a:pt x="70" y="144"/>
                  </a:lnTo>
                  <a:lnTo>
                    <a:pt x="117" y="1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4" name=""/>
            <p:cNvSpPr/>
            <p:nvPr/>
          </p:nvSpPr>
          <p:spPr>
            <a:xfrm rot="0" flipH="1">
              <a:off x="796" y="438"/>
              <a:ext cx="10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5" name=""/>
            <p:cNvSpPr/>
            <p:nvPr/>
          </p:nvSpPr>
          <p:spPr>
            <a:xfrm rot="0" flipH="1">
              <a:off x="763" y="430"/>
              <a:ext cx="5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6" name=""/>
            <p:cNvSpPr/>
            <p:nvPr/>
          </p:nvSpPr>
          <p:spPr>
            <a:xfrm rot="0" flipV="1">
              <a:off x="769" y="405"/>
              <a:ext cx="3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7" name=""/>
            <p:cNvSpPr/>
            <p:nvPr/>
          </p:nvSpPr>
          <p:spPr>
            <a:xfrm rot="0" flipV="1">
              <a:off x="849" y="400"/>
              <a:ext cx="4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8" name=""/>
            <p:cNvSpPr/>
            <p:nvPr/>
          </p:nvSpPr>
          <p:spPr>
            <a:xfrm rot="0" flipH="1">
              <a:off x="835" y="419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79" name=""/>
            <p:cNvSpPr/>
            <p:nvPr/>
          </p:nvSpPr>
          <p:spPr>
            <a:xfrm rot="0" flipH="1">
              <a:off x="846" y="433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0" name=""/>
            <p:cNvSpPr/>
            <p:nvPr/>
          </p:nvSpPr>
          <p:spPr>
            <a:xfrm rot="0" flipV="1">
              <a:off x="846" y="447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1" name=""/>
            <p:cNvSpPr/>
            <p:nvPr/>
          </p:nvSpPr>
          <p:spPr>
            <a:xfrm rot="0" flipH="1">
              <a:off x="859" y="421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2" name=""/>
            <p:cNvSpPr/>
            <p:nvPr/>
          </p:nvSpPr>
          <p:spPr>
            <a:xfrm rot="0">
              <a:off x="846" y="422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3" name=""/>
            <p:cNvSpPr/>
            <p:nvPr/>
          </p:nvSpPr>
          <p:spPr>
            <a:xfrm rot="0" flipV="1">
              <a:off x="870" y="414"/>
              <a:ext cx="3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4" name=""/>
            <p:cNvSpPr/>
            <p:nvPr/>
          </p:nvSpPr>
          <p:spPr>
            <a:xfrm rot="0" flipV="1">
              <a:off x="836" y="464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5" name=""/>
            <p:cNvSpPr/>
            <p:nvPr/>
          </p:nvSpPr>
          <p:spPr>
            <a:xfrm rot="0">
              <a:off x="835" y="415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6" name=""/>
            <p:cNvSpPr/>
            <p:nvPr/>
          </p:nvSpPr>
          <p:spPr>
            <a:xfrm rot="0" flipH="1">
              <a:off x="828" y="398"/>
              <a:ext cx="5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7" name=""/>
            <p:cNvSpPr/>
            <p:nvPr/>
          </p:nvSpPr>
          <p:spPr>
            <a:xfrm rot="0" flipV="1">
              <a:off x="890" y="467"/>
              <a:ext cx="5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8" name=""/>
            <p:cNvSpPr/>
            <p:nvPr/>
          </p:nvSpPr>
          <p:spPr>
            <a:xfrm rot="0">
              <a:off x="918" y="394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89" name=""/>
            <p:cNvSpPr/>
            <p:nvPr/>
          </p:nvSpPr>
          <p:spPr>
            <a:xfrm rot="0" flipH="1">
              <a:off x="918" y="424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0" name=""/>
            <p:cNvSpPr/>
            <p:nvPr/>
          </p:nvSpPr>
          <p:spPr>
            <a:xfrm rot="0">
              <a:off x="970" y="419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1" name=""/>
            <p:cNvSpPr/>
            <p:nvPr/>
          </p:nvSpPr>
          <p:spPr>
            <a:xfrm rot="0" flipV="1">
              <a:off x="970" y="447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2" name=""/>
            <p:cNvSpPr/>
            <p:nvPr/>
          </p:nvSpPr>
          <p:spPr>
            <a:xfrm rot="0" flipV="1">
              <a:off x="993" y="422"/>
              <a:ext cx="1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3" name=""/>
            <p:cNvSpPr/>
            <p:nvPr/>
          </p:nvSpPr>
          <p:spPr>
            <a:xfrm rot="0" flipH="1">
              <a:off x="970" y="424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4" name=""/>
            <p:cNvSpPr/>
            <p:nvPr/>
          </p:nvSpPr>
          <p:spPr>
            <a:xfrm rot="0" flipV="1">
              <a:off x="982" y="391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5" name=""/>
            <p:cNvSpPr/>
            <p:nvPr/>
          </p:nvSpPr>
          <p:spPr>
            <a:xfrm rot="0" flipV="1">
              <a:off x="982" y="407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6" name=""/>
            <p:cNvSpPr/>
            <p:nvPr/>
          </p:nvSpPr>
          <p:spPr>
            <a:xfrm rot="0" flipH="1">
              <a:off x="958" y="453"/>
              <a:ext cx="4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7" name=""/>
            <p:cNvSpPr/>
            <p:nvPr/>
          </p:nvSpPr>
          <p:spPr>
            <a:xfrm rot="0">
              <a:off x="973" y="457"/>
              <a:ext cx="4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8" name=""/>
            <p:cNvSpPr/>
            <p:nvPr/>
          </p:nvSpPr>
          <p:spPr>
            <a:xfrm rot="0">
              <a:off x="986" y="457"/>
              <a:ext cx="3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499" name=""/>
            <p:cNvSpPr/>
            <p:nvPr/>
          </p:nvSpPr>
          <p:spPr>
            <a:xfrm rot="0">
              <a:off x="994" y="454"/>
              <a:ext cx="9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0" name=""/>
            <p:cNvSpPr/>
            <p:nvPr/>
          </p:nvSpPr>
          <p:spPr>
            <a:xfrm rot="0" flipH="1">
              <a:off x="1031" y="394"/>
              <a:ext cx="5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1" name=""/>
            <p:cNvSpPr/>
            <p:nvPr/>
          </p:nvSpPr>
          <p:spPr>
            <a:xfrm rot="0" flipV="1">
              <a:off x="1027" y="457"/>
              <a:ext cx="1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2" name=""/>
            <p:cNvSpPr/>
            <p:nvPr/>
          </p:nvSpPr>
          <p:spPr>
            <a:xfrm rot="0" flipV="1">
              <a:off x="1042" y="414"/>
              <a:ext cx="2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3" name=""/>
            <p:cNvSpPr/>
            <p:nvPr/>
          </p:nvSpPr>
          <p:spPr>
            <a:xfrm rot="0" flipH="1">
              <a:off x="1028" y="417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4" name=""/>
            <p:cNvSpPr/>
            <p:nvPr/>
          </p:nvSpPr>
          <p:spPr>
            <a:xfrm rot="0" flipV="1">
              <a:off x="1027" y="437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5" name=""/>
            <p:cNvSpPr/>
            <p:nvPr/>
          </p:nvSpPr>
          <p:spPr>
            <a:xfrm rot="0" flipH="1">
              <a:off x="1047" y="393"/>
              <a:ext cx="11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6" name=""/>
            <p:cNvSpPr/>
            <p:nvPr/>
          </p:nvSpPr>
          <p:spPr>
            <a:xfrm rot="0" flipH="1" flipV="1">
              <a:off x="1057" y="464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7" name=""/>
            <p:cNvSpPr/>
            <p:nvPr/>
          </p:nvSpPr>
          <p:spPr>
            <a:xfrm rot="0">
              <a:off x="1054" y="431"/>
              <a:ext cx="7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8" name=""/>
            <p:cNvSpPr/>
            <p:nvPr/>
          </p:nvSpPr>
          <p:spPr>
            <a:xfrm rot="0">
              <a:off x="1065" y="412"/>
              <a:ext cx="6" cy="66"/>
            </a:xfrm>
            <a:custGeom>
              <a:avLst/>
              <a:ahLst/>
              <a:rect l="0" t="0" r="r" b="b"/>
              <a:pathLst>
                <a:path w="26" h="261">
                  <a:moveTo>
                    <a:pt x="0" y="261"/>
                  </a:moveTo>
                  <a:lnTo>
                    <a:pt x="14" y="15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09" name=""/>
            <p:cNvSpPr/>
            <p:nvPr/>
          </p:nvSpPr>
          <p:spPr>
            <a:xfrm rot="0" flipV="1">
              <a:off x="1052" y="415"/>
              <a:ext cx="1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0" name=""/>
            <p:cNvSpPr/>
            <p:nvPr/>
          </p:nvSpPr>
          <p:spPr>
            <a:xfrm rot="0">
              <a:off x="1027" y="413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1" name=""/>
            <p:cNvSpPr/>
            <p:nvPr/>
          </p:nvSpPr>
          <p:spPr>
            <a:xfrm rot="0">
              <a:off x="1116" y="459"/>
              <a:ext cx="15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2" name=""/>
            <p:cNvSpPr/>
            <p:nvPr/>
          </p:nvSpPr>
          <p:spPr>
            <a:xfrm rot="0" flipV="1">
              <a:off x="1086" y="458"/>
              <a:ext cx="18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3" name=""/>
            <p:cNvSpPr/>
            <p:nvPr/>
          </p:nvSpPr>
          <p:spPr>
            <a:xfrm rot="0" flipV="1">
              <a:off x="1101" y="422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4" name=""/>
            <p:cNvSpPr/>
            <p:nvPr/>
          </p:nvSpPr>
          <p:spPr>
            <a:xfrm rot="0" flipV="1">
              <a:off x="1101" y="436"/>
              <a:ext cx="14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5" name=""/>
            <p:cNvSpPr/>
            <p:nvPr/>
          </p:nvSpPr>
          <p:spPr>
            <a:xfrm rot="0" flipV="1">
              <a:off x="1090" y="408"/>
              <a:ext cx="40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6" name=""/>
            <p:cNvSpPr/>
            <p:nvPr/>
          </p:nvSpPr>
          <p:spPr>
            <a:xfrm rot="0" flipH="1">
              <a:off x="1118" y="391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7" name=""/>
            <p:cNvSpPr/>
            <p:nvPr/>
          </p:nvSpPr>
          <p:spPr>
            <a:xfrm rot="0" flipV="1">
              <a:off x="1084" y="451"/>
              <a:ext cx="5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8" name=""/>
            <p:cNvSpPr/>
            <p:nvPr/>
          </p:nvSpPr>
          <p:spPr>
            <a:xfrm rot="0">
              <a:off x="1101" y="394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19" name=""/>
            <p:cNvSpPr/>
            <p:nvPr/>
          </p:nvSpPr>
          <p:spPr>
            <a:xfrm rot="0" flipV="1">
              <a:off x="1159" y="445"/>
              <a:ext cx="3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0" name=""/>
            <p:cNvSpPr/>
            <p:nvPr/>
          </p:nvSpPr>
          <p:spPr>
            <a:xfrm rot="0" flipV="1">
              <a:off x="1164" y="427"/>
              <a:ext cx="2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1" name=""/>
            <p:cNvSpPr/>
            <p:nvPr/>
          </p:nvSpPr>
          <p:spPr>
            <a:xfrm rot="0">
              <a:off x="1194" y="435"/>
              <a:ext cx="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2" name=""/>
            <p:cNvSpPr/>
            <p:nvPr/>
          </p:nvSpPr>
          <p:spPr>
            <a:xfrm rot="0">
              <a:off x="1147" y="393"/>
              <a:ext cx="28" cy="50"/>
            </a:xfrm>
            <a:custGeom>
              <a:avLst/>
              <a:ahLst/>
              <a:rect l="0" t="0" r="r" b="b"/>
              <a:pathLst>
                <a:path w="113" h="199">
                  <a:moveTo>
                    <a:pt x="113" y="0"/>
                  </a:moveTo>
                  <a:lnTo>
                    <a:pt x="66" y="121"/>
                  </a:lnTo>
                  <a:lnTo>
                    <a:pt x="0" y="1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3" name=""/>
            <p:cNvSpPr/>
            <p:nvPr/>
          </p:nvSpPr>
          <p:spPr>
            <a:xfrm rot="0">
              <a:off x="1172" y="401"/>
              <a:ext cx="22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4" name=""/>
            <p:cNvSpPr/>
            <p:nvPr/>
          </p:nvSpPr>
          <p:spPr>
            <a:xfrm rot="0">
              <a:off x="1164" y="428"/>
              <a:ext cx="11" cy="50"/>
            </a:xfrm>
            <a:custGeom>
              <a:avLst/>
              <a:ahLst/>
              <a:rect l="0" t="0" r="r" b="b"/>
              <a:pathLst>
                <a:path w="43" h="198">
                  <a:moveTo>
                    <a:pt x="43" y="0"/>
                  </a:moveTo>
                  <a:lnTo>
                    <a:pt x="43" y="198"/>
                  </a:lnTo>
                  <a:lnTo>
                    <a:pt x="0" y="1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5" name=""/>
            <p:cNvSpPr/>
            <p:nvPr/>
          </p:nvSpPr>
          <p:spPr>
            <a:xfrm rot="0" flipH="1">
              <a:off x="1151" y="453"/>
              <a:ext cx="16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6" name=""/>
            <p:cNvSpPr/>
            <p:nvPr/>
          </p:nvSpPr>
          <p:spPr>
            <a:xfrm rot="0">
              <a:off x="1180" y="452"/>
              <a:ext cx="16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7" name=""/>
            <p:cNvSpPr/>
            <p:nvPr/>
          </p:nvSpPr>
          <p:spPr>
            <a:xfrm rot="0" flipH="1">
              <a:off x="1215" y="416"/>
              <a:ext cx="2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8" name=""/>
            <p:cNvSpPr/>
            <p:nvPr/>
          </p:nvSpPr>
          <p:spPr>
            <a:xfrm rot="0">
              <a:off x="1218" y="391"/>
              <a:ext cx="8" cy="87"/>
            </a:xfrm>
            <a:custGeom>
              <a:avLst/>
              <a:ahLst/>
              <a:rect l="0" t="0" r="r" b="b"/>
              <a:pathLst>
                <a:path w="36" h="347">
                  <a:moveTo>
                    <a:pt x="36" y="0"/>
                  </a:moveTo>
                  <a:lnTo>
                    <a:pt x="36" y="347"/>
                  </a:lnTo>
                  <a:lnTo>
                    <a:pt x="0" y="3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29" name=""/>
            <p:cNvSpPr/>
            <p:nvPr/>
          </p:nvSpPr>
          <p:spPr>
            <a:xfrm rot="0" flipV="1">
              <a:off x="1213" y="429"/>
              <a:ext cx="2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0" name=""/>
            <p:cNvSpPr/>
            <p:nvPr/>
          </p:nvSpPr>
          <p:spPr>
            <a:xfrm rot="0">
              <a:off x="1234" y="393"/>
              <a:ext cx="9" cy="43"/>
            </a:xfrm>
            <a:custGeom>
              <a:avLst/>
              <a:ahLst/>
              <a:rect l="0" t="0" r="r" b="b"/>
              <a:pathLst>
                <a:path w="35" h="172">
                  <a:moveTo>
                    <a:pt x="35" y="0"/>
                  </a:moveTo>
                  <a:lnTo>
                    <a:pt x="27" y="93"/>
                  </a:lnTo>
                  <a:lnTo>
                    <a:pt x="0" y="1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1" name=""/>
            <p:cNvSpPr/>
            <p:nvPr/>
          </p:nvSpPr>
          <p:spPr>
            <a:xfrm rot="0" flipV="1">
              <a:off x="1243" y="399"/>
              <a:ext cx="1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2" name=""/>
            <p:cNvSpPr/>
            <p:nvPr/>
          </p:nvSpPr>
          <p:spPr>
            <a:xfrm rot="0">
              <a:off x="1253" y="397"/>
              <a:ext cx="12" cy="27"/>
            </a:xfrm>
            <a:custGeom>
              <a:avLst/>
              <a:ahLst/>
              <a:rect l="0" t="0" r="r" b="b"/>
              <a:pathLst>
                <a:path w="50" h="109">
                  <a:moveTo>
                    <a:pt x="0" y="0"/>
                  </a:moveTo>
                  <a:lnTo>
                    <a:pt x="0" y="109"/>
                  </a:lnTo>
                  <a:lnTo>
                    <a:pt x="50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3" name=""/>
            <p:cNvSpPr/>
            <p:nvPr/>
          </p:nvSpPr>
          <p:spPr>
            <a:xfrm rot="0">
              <a:off x="1239" y="443"/>
              <a:ext cx="27" cy="33"/>
            </a:xfrm>
            <a:custGeom>
              <a:avLst/>
              <a:ahLst/>
              <a:rect l="0" t="0" r="r" b="b"/>
              <a:pathLst>
                <a:path w="110" h="132">
                  <a:moveTo>
                    <a:pt x="0" y="0"/>
                  </a:moveTo>
                  <a:lnTo>
                    <a:pt x="75" y="132"/>
                  </a:lnTo>
                  <a:lnTo>
                    <a:pt x="110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4" name=""/>
            <p:cNvSpPr/>
            <p:nvPr/>
          </p:nvSpPr>
          <p:spPr>
            <a:xfrm rot="0" flipV="1">
              <a:off x="1238" y="433"/>
              <a:ext cx="1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5" name=""/>
            <p:cNvSpPr/>
            <p:nvPr/>
          </p:nvSpPr>
          <p:spPr>
            <a:xfrm rot="0">
              <a:off x="1230" y="430"/>
              <a:ext cx="28" cy="47"/>
            </a:xfrm>
            <a:custGeom>
              <a:avLst/>
              <a:ahLst/>
              <a:rect l="0" t="0" r="r" b="b"/>
              <a:pathLst>
                <a:path w="109" h="186">
                  <a:moveTo>
                    <a:pt x="109" y="0"/>
                  </a:moveTo>
                  <a:lnTo>
                    <a:pt x="66" y="109"/>
                  </a:lnTo>
                  <a:lnTo>
                    <a:pt x="0" y="1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6" name=""/>
            <p:cNvSpPr/>
            <p:nvPr/>
          </p:nvSpPr>
          <p:spPr>
            <a:xfrm rot="0">
              <a:off x="1300" y="440"/>
              <a:ext cx="30" cy="39"/>
            </a:xfrm>
            <a:custGeom>
              <a:avLst/>
              <a:ahLst/>
              <a:rect l="0" t="0" r="r" b="b"/>
              <a:pathLst>
                <a:path w="117" h="156">
                  <a:moveTo>
                    <a:pt x="117" y="0"/>
                  </a:moveTo>
                  <a:lnTo>
                    <a:pt x="58" y="98"/>
                  </a:lnTo>
                  <a:lnTo>
                    <a:pt x="0" y="1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7" name=""/>
            <p:cNvSpPr/>
            <p:nvPr/>
          </p:nvSpPr>
          <p:spPr>
            <a:xfrm rot="0" flipH="1">
              <a:off x="1311" y="421"/>
              <a:ext cx="16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8" name=""/>
            <p:cNvSpPr/>
            <p:nvPr/>
          </p:nvSpPr>
          <p:spPr>
            <a:xfrm rot="0" flipH="1">
              <a:off x="1311" y="396"/>
              <a:ext cx="14" cy="3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39" name=""/>
            <p:cNvSpPr/>
            <p:nvPr/>
          </p:nvSpPr>
          <p:spPr>
            <a:xfrm rot="0">
              <a:off x="1285" y="395"/>
              <a:ext cx="1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0" name=""/>
            <p:cNvSpPr/>
            <p:nvPr/>
          </p:nvSpPr>
          <p:spPr>
            <a:xfrm rot="0" flipV="1">
              <a:off x="1285" y="397"/>
              <a:ext cx="20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1" name=""/>
            <p:cNvSpPr/>
            <p:nvPr/>
          </p:nvSpPr>
          <p:spPr>
            <a:xfrm rot="0" flipH="1">
              <a:off x="1305" y="395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2" name=""/>
            <p:cNvSpPr/>
            <p:nvPr/>
          </p:nvSpPr>
          <p:spPr>
            <a:xfrm rot="0" flipH="1">
              <a:off x="1285" y="413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3" name=""/>
            <p:cNvSpPr/>
            <p:nvPr/>
          </p:nvSpPr>
          <p:spPr>
            <a:xfrm rot="0" flipV="1">
              <a:off x="1285" y="406"/>
              <a:ext cx="17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4" name=""/>
            <p:cNvSpPr/>
            <p:nvPr/>
          </p:nvSpPr>
          <p:spPr>
            <a:xfrm rot="0">
              <a:off x="1293" y="415"/>
              <a:ext cx="2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5" name=""/>
            <p:cNvSpPr/>
            <p:nvPr/>
          </p:nvSpPr>
          <p:spPr>
            <a:xfrm rot="0" flipV="1">
              <a:off x="1276" y="425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6" name=""/>
            <p:cNvSpPr/>
            <p:nvPr/>
          </p:nvSpPr>
          <p:spPr>
            <a:xfrm rot="0">
              <a:off x="1285" y="432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7" name=""/>
            <p:cNvSpPr/>
            <p:nvPr/>
          </p:nvSpPr>
          <p:spPr>
            <a:xfrm rot="0" flipV="1">
              <a:off x="1285" y="435"/>
              <a:ext cx="17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8" name=""/>
            <p:cNvSpPr/>
            <p:nvPr/>
          </p:nvSpPr>
          <p:spPr>
            <a:xfrm rot="0" flipH="1">
              <a:off x="1302" y="433"/>
              <a:ext cx="1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49" name=""/>
            <p:cNvSpPr/>
            <p:nvPr/>
          </p:nvSpPr>
          <p:spPr>
            <a:xfrm rot="0" flipH="1">
              <a:off x="1285" y="446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0" name=""/>
            <p:cNvSpPr/>
            <p:nvPr/>
          </p:nvSpPr>
          <p:spPr>
            <a:xfrm rot="0">
              <a:off x="1287" y="447"/>
              <a:ext cx="7" cy="31"/>
            </a:xfrm>
            <a:custGeom>
              <a:avLst/>
              <a:ahLst/>
              <a:rect l="0" t="0" r="r" b="b"/>
              <a:pathLst>
                <a:path w="28" h="125">
                  <a:moveTo>
                    <a:pt x="28" y="0"/>
                  </a:moveTo>
                  <a:lnTo>
                    <a:pt x="28" y="125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1" name=""/>
            <p:cNvSpPr/>
            <p:nvPr/>
          </p:nvSpPr>
          <p:spPr>
            <a:xfrm rot="0" flipH="1">
              <a:off x="1277" y="456"/>
              <a:ext cx="10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2" name=""/>
            <p:cNvSpPr/>
            <p:nvPr/>
          </p:nvSpPr>
          <p:spPr>
            <a:xfrm rot="0">
              <a:off x="1299" y="453"/>
              <a:ext cx="8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3" name=""/>
            <p:cNvSpPr/>
            <p:nvPr/>
          </p:nvSpPr>
          <p:spPr>
            <a:xfrm rot="0">
              <a:off x="1346" y="456"/>
              <a:ext cx="14" cy="14"/>
            </a:xfrm>
            <a:custGeom>
              <a:avLst/>
              <a:ahLst/>
              <a:rect l="0" t="0" r="r" b="b"/>
              <a:pathLst>
                <a:path w="55" h="54">
                  <a:moveTo>
                    <a:pt x="0" y="27"/>
                  </a:moveTo>
                  <a:lnTo>
                    <a:pt x="1" y="35"/>
                  </a:lnTo>
                  <a:lnTo>
                    <a:pt x="5" y="43"/>
                  </a:lnTo>
                  <a:lnTo>
                    <a:pt x="12" y="48"/>
                  </a:lnTo>
                  <a:lnTo>
                    <a:pt x="20" y="52"/>
                  </a:lnTo>
                  <a:lnTo>
                    <a:pt x="28" y="54"/>
                  </a:lnTo>
                  <a:lnTo>
                    <a:pt x="37" y="52"/>
                  </a:lnTo>
                  <a:lnTo>
                    <a:pt x="43" y="48"/>
                  </a:lnTo>
                  <a:lnTo>
                    <a:pt x="50" y="43"/>
                  </a:lnTo>
                  <a:lnTo>
                    <a:pt x="54" y="35"/>
                  </a:lnTo>
                  <a:lnTo>
                    <a:pt x="55" y="27"/>
                  </a:lnTo>
                  <a:lnTo>
                    <a:pt x="54" y="18"/>
                  </a:lnTo>
                  <a:lnTo>
                    <a:pt x="50" y="10"/>
                  </a:lnTo>
                  <a:lnTo>
                    <a:pt x="43" y="5"/>
                  </a:lnTo>
                  <a:lnTo>
                    <a:pt x="37" y="1"/>
                  </a:lnTo>
                  <a:lnTo>
                    <a:pt x="28" y="0"/>
                  </a:lnTo>
                  <a:lnTo>
                    <a:pt x="20" y="1"/>
                  </a:lnTo>
                  <a:lnTo>
                    <a:pt x="12" y="5"/>
                  </a:lnTo>
                  <a:lnTo>
                    <a:pt x="5" y="10"/>
                  </a:lnTo>
                  <a:lnTo>
                    <a:pt x="1" y="18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4" name=""/>
            <p:cNvSpPr/>
            <p:nvPr/>
          </p:nvSpPr>
          <p:spPr>
            <a:xfrm rot="0">
              <a:off x="1345" y="455"/>
              <a:ext cx="16" cy="16"/>
            </a:xfrm>
            <a:custGeom>
              <a:avLst/>
              <a:ahLst/>
              <a:rect l="0" t="0" r="r" b="b"/>
              <a:pathLst>
                <a:path w="63" h="62">
                  <a:moveTo>
                    <a:pt x="63" y="31"/>
                  </a:moveTo>
                  <a:lnTo>
                    <a:pt x="62" y="21"/>
                  </a:lnTo>
                  <a:lnTo>
                    <a:pt x="56" y="13"/>
                  </a:lnTo>
                  <a:lnTo>
                    <a:pt x="50" y="5"/>
                  </a:lnTo>
                  <a:lnTo>
                    <a:pt x="41" y="1"/>
                  </a:lnTo>
                  <a:lnTo>
                    <a:pt x="32" y="0"/>
                  </a:lnTo>
                  <a:lnTo>
                    <a:pt x="22" y="1"/>
                  </a:lnTo>
                  <a:lnTo>
                    <a:pt x="13" y="5"/>
                  </a:lnTo>
                  <a:lnTo>
                    <a:pt x="7" y="13"/>
                  </a:lnTo>
                  <a:lnTo>
                    <a:pt x="3" y="21"/>
                  </a:lnTo>
                  <a:lnTo>
                    <a:pt x="0" y="31"/>
                  </a:lnTo>
                  <a:lnTo>
                    <a:pt x="3" y="41"/>
                  </a:lnTo>
                  <a:lnTo>
                    <a:pt x="7" y="50"/>
                  </a:lnTo>
                  <a:lnTo>
                    <a:pt x="13" y="56"/>
                  </a:lnTo>
                  <a:lnTo>
                    <a:pt x="22" y="60"/>
                  </a:lnTo>
                  <a:lnTo>
                    <a:pt x="32" y="62"/>
                  </a:lnTo>
                  <a:lnTo>
                    <a:pt x="41" y="60"/>
                  </a:lnTo>
                  <a:lnTo>
                    <a:pt x="50" y="56"/>
                  </a:lnTo>
                  <a:lnTo>
                    <a:pt x="56" y="50"/>
                  </a:lnTo>
                  <a:lnTo>
                    <a:pt x="62" y="41"/>
                  </a:lnTo>
                  <a:lnTo>
                    <a:pt x="63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5" name=""/>
            <p:cNvSpPr/>
            <p:nvPr/>
          </p:nvSpPr>
          <p:spPr>
            <a:xfrm rot="0">
              <a:off x="816" y="949"/>
              <a:ext cx="26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51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90" y="20"/>
                  </a:lnTo>
                  <a:lnTo>
                    <a:pt x="82" y="12"/>
                  </a:lnTo>
                  <a:lnTo>
                    <a:pt x="73" y="5"/>
                  </a:lnTo>
                  <a:lnTo>
                    <a:pt x="62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29" y="5"/>
                  </a:lnTo>
                  <a:lnTo>
                    <a:pt x="19" y="12"/>
                  </a:lnTo>
                  <a:lnTo>
                    <a:pt x="11" y="20"/>
                  </a:lnTo>
                  <a:lnTo>
                    <a:pt x="6" y="29"/>
                  </a:lnTo>
                  <a:lnTo>
                    <a:pt x="2" y="40"/>
                  </a:lnTo>
                  <a:lnTo>
                    <a:pt x="0" y="51"/>
                  </a:lnTo>
                  <a:lnTo>
                    <a:pt x="2" y="62"/>
                  </a:lnTo>
                  <a:lnTo>
                    <a:pt x="6" y="74"/>
                  </a:lnTo>
                  <a:lnTo>
                    <a:pt x="11" y="83"/>
                  </a:lnTo>
                  <a:lnTo>
                    <a:pt x="19" y="91"/>
                  </a:lnTo>
                  <a:lnTo>
                    <a:pt x="29" y="97"/>
                  </a:lnTo>
                  <a:lnTo>
                    <a:pt x="40" y="100"/>
                  </a:lnTo>
                  <a:lnTo>
                    <a:pt x="50" y="101"/>
                  </a:lnTo>
                  <a:lnTo>
                    <a:pt x="62" y="100"/>
                  </a:lnTo>
                  <a:lnTo>
                    <a:pt x="73" y="97"/>
                  </a:lnTo>
                  <a:lnTo>
                    <a:pt x="82" y="91"/>
                  </a:lnTo>
                  <a:lnTo>
                    <a:pt x="90" y="83"/>
                  </a:lnTo>
                  <a:lnTo>
                    <a:pt x="96" y="74"/>
                  </a:lnTo>
                  <a:lnTo>
                    <a:pt x="100" y="62"/>
                  </a:lnTo>
                  <a:lnTo>
                    <a:pt x="102" y="5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6" name=""/>
            <p:cNvSpPr/>
            <p:nvPr/>
          </p:nvSpPr>
          <p:spPr>
            <a:xfrm rot="0">
              <a:off x="861" y="901"/>
              <a:ext cx="28" cy="38"/>
            </a:xfrm>
            <a:custGeom>
              <a:avLst/>
              <a:ahLst/>
              <a:rect l="0" t="0" r="r" b="b"/>
              <a:pathLst>
                <a:path w="113" h="151">
                  <a:moveTo>
                    <a:pt x="101" y="151"/>
                  </a:moveTo>
                  <a:lnTo>
                    <a:pt x="81" y="120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7"/>
                  </a:lnTo>
                  <a:lnTo>
                    <a:pt x="25" y="19"/>
                  </a:lnTo>
                  <a:lnTo>
                    <a:pt x="18" y="32"/>
                  </a:lnTo>
                  <a:lnTo>
                    <a:pt x="0" y="113"/>
                  </a:lnTo>
                  <a:lnTo>
                    <a:pt x="0" y="126"/>
                  </a:lnTo>
                  <a:lnTo>
                    <a:pt x="6" y="145"/>
                  </a:lnTo>
                  <a:lnTo>
                    <a:pt x="18" y="151"/>
                  </a:lnTo>
                  <a:lnTo>
                    <a:pt x="38" y="151"/>
                  </a:lnTo>
                  <a:lnTo>
                    <a:pt x="56" y="145"/>
                  </a:lnTo>
                  <a:lnTo>
                    <a:pt x="69" y="140"/>
                  </a:lnTo>
                  <a:lnTo>
                    <a:pt x="81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7" name=""/>
            <p:cNvSpPr/>
            <p:nvPr/>
          </p:nvSpPr>
          <p:spPr>
            <a:xfrm rot="0" flipV="1">
              <a:off x="914" y="882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58" name=""/>
            <p:cNvSpPr/>
            <p:nvPr/>
          </p:nvSpPr>
          <p:spPr>
            <a:xfrm rot="0">
              <a:off x="2675" y="1548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8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1"/>
                  </a:lnTo>
                  <a:lnTo>
                    <a:pt x="11" y="61"/>
                  </a:lnTo>
                  <a:lnTo>
                    <a:pt x="0" y="57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59" name=""/>
            <p:cNvSpPr/>
            <p:nvPr/>
          </p:nvSpPr>
          <p:spPr>
            <a:xfrm rot="0">
              <a:off x="2675" y="1548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34" y="0"/>
                  </a:moveTo>
                  <a:lnTo>
                    <a:pt x="42" y="6"/>
                  </a:lnTo>
                  <a:lnTo>
                    <a:pt x="48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1" y="59"/>
                  </a:lnTo>
                  <a:lnTo>
                    <a:pt x="21" y="61"/>
                  </a:lnTo>
                  <a:lnTo>
                    <a:pt x="11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60" name=""/>
            <p:cNvSpPr/>
            <p:nvPr/>
          </p:nvSpPr>
          <p:spPr>
            <a:xfrm rot="0">
              <a:off x="2497" y="1445"/>
              <a:ext cx="187" cy="118"/>
            </a:xfrm>
            <a:custGeom>
              <a:avLst/>
              <a:ahLst/>
              <a:rect l="0" t="0" r="r" b="b"/>
              <a:pathLst>
                <a:path w="749" h="470">
                  <a:moveTo>
                    <a:pt x="715" y="470"/>
                  </a:moveTo>
                  <a:lnTo>
                    <a:pt x="732" y="442"/>
                  </a:lnTo>
                  <a:lnTo>
                    <a:pt x="749" y="413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715" y="4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61" name=""/>
            <p:cNvSpPr/>
            <p:nvPr/>
          </p:nvSpPr>
          <p:spPr>
            <a:xfrm rot="0">
              <a:off x="2497" y="1445"/>
              <a:ext cx="187" cy="118"/>
            </a:xfrm>
            <a:custGeom>
              <a:avLst/>
              <a:ahLst/>
              <a:rect l="0" t="0" r="r" b="b"/>
              <a:pathLst>
                <a:path w="749" h="470">
                  <a:moveTo>
                    <a:pt x="715" y="470"/>
                  </a:moveTo>
                  <a:lnTo>
                    <a:pt x="732" y="442"/>
                  </a:lnTo>
                  <a:lnTo>
                    <a:pt x="749" y="413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715" y="4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62" name=""/>
            <p:cNvSpPr/>
            <p:nvPr/>
          </p:nvSpPr>
          <p:spPr>
            <a:xfrm rot="0">
              <a:off x="2493" y="1444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32" y="33"/>
                  </a:moveTo>
                  <a:lnTo>
                    <a:pt x="15" y="62"/>
                  </a:ln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63" name=""/>
            <p:cNvSpPr/>
            <p:nvPr/>
          </p:nvSpPr>
          <p:spPr>
            <a:xfrm rot="0">
              <a:off x="2493" y="1444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15" y="62"/>
                  </a:move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64" name=""/>
            <p:cNvSpPr/>
            <p:nvPr/>
          </p:nvSpPr>
          <p:spPr>
            <a:xfrm rot="0">
              <a:off x="2728" y="1870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65" name=""/>
            <p:cNvSpPr/>
            <p:nvPr/>
          </p:nvSpPr>
          <p:spPr>
            <a:xfrm rot="0">
              <a:off x="2728" y="1870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6"/>
                  </a:lnTo>
                  <a:lnTo>
                    <a:pt x="48" y="16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66" name=""/>
            <p:cNvSpPr/>
            <p:nvPr/>
          </p:nvSpPr>
          <p:spPr>
            <a:xfrm rot="0">
              <a:off x="2549" y="1767"/>
              <a:ext cx="187" cy="118"/>
            </a:xfrm>
            <a:custGeom>
              <a:avLst/>
              <a:ahLst/>
              <a:rect l="0" t="0" r="r" b="b"/>
              <a:pathLst>
                <a:path w="747" h="471">
                  <a:moveTo>
                    <a:pt x="713" y="471"/>
                  </a:moveTo>
                  <a:lnTo>
                    <a:pt x="730" y="442"/>
                  </a:lnTo>
                  <a:lnTo>
                    <a:pt x="747" y="413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713" y="4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67" name=""/>
            <p:cNvSpPr/>
            <p:nvPr/>
          </p:nvSpPr>
          <p:spPr>
            <a:xfrm rot="0">
              <a:off x="2549" y="1767"/>
              <a:ext cx="187" cy="118"/>
            </a:xfrm>
            <a:custGeom>
              <a:avLst/>
              <a:ahLst/>
              <a:rect l="0" t="0" r="r" b="b"/>
              <a:pathLst>
                <a:path w="747" h="471">
                  <a:moveTo>
                    <a:pt x="713" y="471"/>
                  </a:moveTo>
                  <a:lnTo>
                    <a:pt x="730" y="442"/>
                  </a:lnTo>
                  <a:lnTo>
                    <a:pt x="747" y="413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713" y="4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68" name=""/>
            <p:cNvSpPr/>
            <p:nvPr/>
          </p:nvSpPr>
          <p:spPr>
            <a:xfrm rot="0">
              <a:off x="2545" y="1766"/>
              <a:ext cx="13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69" name=""/>
            <p:cNvSpPr/>
            <p:nvPr/>
          </p:nvSpPr>
          <p:spPr>
            <a:xfrm rot="0">
              <a:off x="2545" y="1766"/>
              <a:ext cx="13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70" name=""/>
            <p:cNvSpPr/>
            <p:nvPr/>
          </p:nvSpPr>
          <p:spPr>
            <a:xfrm rot="0">
              <a:off x="2245" y="208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71" name=""/>
            <p:cNvSpPr/>
            <p:nvPr/>
          </p:nvSpPr>
          <p:spPr>
            <a:xfrm rot="0">
              <a:off x="2245" y="208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1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5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72" name=""/>
            <p:cNvSpPr/>
            <p:nvPr/>
          </p:nvSpPr>
          <p:spPr>
            <a:xfrm rot="0">
              <a:off x="2066" y="2089"/>
              <a:ext cx="187" cy="118"/>
            </a:xfrm>
            <a:custGeom>
              <a:avLst/>
              <a:ahLst/>
              <a:rect l="0" t="0" r="r" b="b"/>
              <a:pathLst>
                <a:path w="748" h="470">
                  <a:moveTo>
                    <a:pt x="748" y="58"/>
                  </a:moveTo>
                  <a:lnTo>
                    <a:pt x="730" y="29"/>
                  </a:lnTo>
                  <a:lnTo>
                    <a:pt x="713" y="0"/>
                  </a:lnTo>
                  <a:lnTo>
                    <a:pt x="0" y="413"/>
                  </a:lnTo>
                  <a:lnTo>
                    <a:pt x="17" y="441"/>
                  </a:lnTo>
                  <a:lnTo>
                    <a:pt x="34" y="470"/>
                  </a:lnTo>
                  <a:lnTo>
                    <a:pt x="74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73" name=""/>
            <p:cNvSpPr/>
            <p:nvPr/>
          </p:nvSpPr>
          <p:spPr>
            <a:xfrm rot="0">
              <a:off x="2066" y="2089"/>
              <a:ext cx="187" cy="118"/>
            </a:xfrm>
            <a:custGeom>
              <a:avLst/>
              <a:ahLst/>
              <a:rect l="0" t="0" r="r" b="b"/>
              <a:pathLst>
                <a:path w="748" h="470">
                  <a:moveTo>
                    <a:pt x="748" y="58"/>
                  </a:moveTo>
                  <a:lnTo>
                    <a:pt x="730" y="29"/>
                  </a:lnTo>
                  <a:lnTo>
                    <a:pt x="713" y="0"/>
                  </a:lnTo>
                  <a:lnTo>
                    <a:pt x="0" y="413"/>
                  </a:lnTo>
                  <a:lnTo>
                    <a:pt x="17" y="441"/>
                  </a:lnTo>
                  <a:lnTo>
                    <a:pt x="34" y="470"/>
                  </a:lnTo>
                  <a:lnTo>
                    <a:pt x="74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74" name=""/>
            <p:cNvSpPr/>
            <p:nvPr/>
          </p:nvSpPr>
          <p:spPr>
            <a:xfrm rot="0">
              <a:off x="2062" y="2192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33" y="28"/>
                  </a:moveTo>
                  <a:lnTo>
                    <a:pt x="50" y="57"/>
                  </a:lnTo>
                  <a:lnTo>
                    <a:pt x="39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0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75" name=""/>
            <p:cNvSpPr/>
            <p:nvPr/>
          </p:nvSpPr>
          <p:spPr>
            <a:xfrm rot="0">
              <a:off x="2062" y="2192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50" y="57"/>
                  </a:moveTo>
                  <a:lnTo>
                    <a:pt x="39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0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76" name=""/>
            <p:cNvSpPr/>
            <p:nvPr/>
          </p:nvSpPr>
          <p:spPr>
            <a:xfrm rot="0">
              <a:off x="2062" y="2199"/>
              <a:ext cx="17" cy="9"/>
            </a:xfrm>
            <a:custGeom>
              <a:avLst/>
              <a:ahLst/>
              <a:rect l="0" t="0" r="r" b="b"/>
              <a:pathLst>
                <a:path w="66" h="33">
                  <a:moveTo>
                    <a:pt x="33" y="0"/>
                  </a:moveTo>
                  <a:lnTo>
                    <a:pt x="66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3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77" name=""/>
            <p:cNvSpPr/>
            <p:nvPr/>
          </p:nvSpPr>
          <p:spPr>
            <a:xfrm rot="0">
              <a:off x="2062" y="2199"/>
              <a:ext cx="17" cy="9"/>
            </a:xfrm>
            <a:custGeom>
              <a:avLst/>
              <a:ahLst/>
              <a:rect l="0" t="0" r="r" b="b"/>
              <a:pathLst>
                <a:path w="66" h="33">
                  <a:moveTo>
                    <a:pt x="66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3" y="28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7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78" name=""/>
            <p:cNvSpPr/>
            <p:nvPr/>
          </p:nvSpPr>
          <p:spPr>
            <a:xfrm rot="0">
              <a:off x="2062" y="2179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0" y="82"/>
                  </a:moveTo>
                  <a:lnTo>
                    <a:pt x="33" y="82"/>
                  </a:lnTo>
                  <a:lnTo>
                    <a:pt x="66" y="82"/>
                  </a:lnTo>
                  <a:lnTo>
                    <a:pt x="67" y="0"/>
                  </a:lnTo>
                  <a:lnTo>
                    <a:pt x="34" y="0"/>
                  </a:lnTo>
                  <a:lnTo>
                    <a:pt x="1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79" name=""/>
            <p:cNvSpPr/>
            <p:nvPr/>
          </p:nvSpPr>
          <p:spPr>
            <a:xfrm rot="0">
              <a:off x="2062" y="2179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0" y="82"/>
                  </a:moveTo>
                  <a:lnTo>
                    <a:pt x="33" y="82"/>
                  </a:lnTo>
                  <a:lnTo>
                    <a:pt x="66" y="82"/>
                  </a:lnTo>
                  <a:lnTo>
                    <a:pt x="67" y="0"/>
                  </a:lnTo>
                  <a:lnTo>
                    <a:pt x="34" y="0"/>
                  </a:lnTo>
                  <a:lnTo>
                    <a:pt x="1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80" name=""/>
            <p:cNvSpPr/>
            <p:nvPr/>
          </p:nvSpPr>
          <p:spPr>
            <a:xfrm rot="0">
              <a:off x="2063" y="2178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81" name=""/>
            <p:cNvSpPr/>
            <p:nvPr/>
          </p:nvSpPr>
          <p:spPr>
            <a:xfrm rot="0" flipV="1">
              <a:off x="2063" y="21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82" name=""/>
            <p:cNvSpPr/>
            <p:nvPr/>
          </p:nvSpPr>
          <p:spPr>
            <a:xfrm rot="0">
              <a:off x="2063" y="2157"/>
              <a:ext cx="17" cy="22"/>
            </a:xfrm>
            <a:custGeom>
              <a:avLst/>
              <a:ahLst/>
              <a:rect l="0" t="0" r="r" b="b"/>
              <a:pathLst>
                <a:path w="71" h="90">
                  <a:moveTo>
                    <a:pt x="0" y="85"/>
                  </a:moveTo>
                  <a:lnTo>
                    <a:pt x="33" y="88"/>
                  </a:lnTo>
                  <a:lnTo>
                    <a:pt x="66" y="90"/>
                  </a:lnTo>
                  <a:lnTo>
                    <a:pt x="71" y="5"/>
                  </a:lnTo>
                  <a:lnTo>
                    <a:pt x="38" y="2"/>
                  </a:lnTo>
                  <a:lnTo>
                    <a:pt x="6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83" name=""/>
            <p:cNvSpPr/>
            <p:nvPr/>
          </p:nvSpPr>
          <p:spPr>
            <a:xfrm rot="0">
              <a:off x="2063" y="2157"/>
              <a:ext cx="17" cy="22"/>
            </a:xfrm>
            <a:custGeom>
              <a:avLst/>
              <a:ahLst/>
              <a:rect l="0" t="0" r="r" b="b"/>
              <a:pathLst>
                <a:path w="71" h="90">
                  <a:moveTo>
                    <a:pt x="0" y="85"/>
                  </a:moveTo>
                  <a:lnTo>
                    <a:pt x="33" y="88"/>
                  </a:lnTo>
                  <a:lnTo>
                    <a:pt x="66" y="90"/>
                  </a:lnTo>
                  <a:lnTo>
                    <a:pt x="71" y="5"/>
                  </a:lnTo>
                  <a:lnTo>
                    <a:pt x="38" y="2"/>
                  </a:lnTo>
                  <a:lnTo>
                    <a:pt x="6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84" name=""/>
            <p:cNvSpPr/>
            <p:nvPr/>
          </p:nvSpPr>
          <p:spPr>
            <a:xfrm rot="0">
              <a:off x="2064" y="2156"/>
              <a:ext cx="8" cy="1"/>
            </a:xfrm>
            <a:custGeom>
              <a:avLst/>
              <a:ahLst/>
              <a:rect l="0" t="0" r="r" b="b"/>
              <a:pathLst>
                <a:path w="32" h="4">
                  <a:moveTo>
                    <a:pt x="32" y="4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85" name=""/>
            <p:cNvSpPr/>
            <p:nvPr/>
          </p:nvSpPr>
          <p:spPr>
            <a:xfrm rot="0" flipV="1">
              <a:off x="2064" y="21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86" name=""/>
            <p:cNvSpPr/>
            <p:nvPr/>
          </p:nvSpPr>
          <p:spPr>
            <a:xfrm rot="0">
              <a:off x="2064" y="2135"/>
              <a:ext cx="19" cy="23"/>
            </a:xfrm>
            <a:custGeom>
              <a:avLst/>
              <a:ahLst/>
              <a:rect l="0" t="0" r="r" b="b"/>
              <a:pathLst>
                <a:path w="74" h="94">
                  <a:moveTo>
                    <a:pt x="0" y="86"/>
                  </a:moveTo>
                  <a:lnTo>
                    <a:pt x="32" y="90"/>
                  </a:lnTo>
                  <a:lnTo>
                    <a:pt x="65" y="94"/>
                  </a:lnTo>
                  <a:lnTo>
                    <a:pt x="74" y="7"/>
                  </a:lnTo>
                  <a:lnTo>
                    <a:pt x="42" y="3"/>
                  </a:lnTo>
                  <a:lnTo>
                    <a:pt x="9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87" name=""/>
            <p:cNvSpPr/>
            <p:nvPr/>
          </p:nvSpPr>
          <p:spPr>
            <a:xfrm rot="0">
              <a:off x="2064" y="2135"/>
              <a:ext cx="19" cy="23"/>
            </a:xfrm>
            <a:custGeom>
              <a:avLst/>
              <a:ahLst/>
              <a:rect l="0" t="0" r="r" b="b"/>
              <a:pathLst>
                <a:path w="74" h="94">
                  <a:moveTo>
                    <a:pt x="0" y="86"/>
                  </a:moveTo>
                  <a:lnTo>
                    <a:pt x="32" y="90"/>
                  </a:lnTo>
                  <a:lnTo>
                    <a:pt x="65" y="94"/>
                  </a:lnTo>
                  <a:lnTo>
                    <a:pt x="74" y="7"/>
                  </a:lnTo>
                  <a:lnTo>
                    <a:pt x="42" y="3"/>
                  </a:lnTo>
                  <a:lnTo>
                    <a:pt x="9" y="0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88" name=""/>
            <p:cNvSpPr/>
            <p:nvPr/>
          </p:nvSpPr>
          <p:spPr>
            <a:xfrm rot="0">
              <a:off x="2066" y="2135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89" name=""/>
            <p:cNvSpPr/>
            <p:nvPr/>
          </p:nvSpPr>
          <p:spPr>
            <a:xfrm rot="0">
              <a:off x="2066" y="2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90" name=""/>
            <p:cNvSpPr/>
            <p:nvPr/>
          </p:nvSpPr>
          <p:spPr>
            <a:xfrm rot="0">
              <a:off x="2066" y="2113"/>
              <a:ext cx="20" cy="24"/>
            </a:xfrm>
            <a:custGeom>
              <a:avLst/>
              <a:ahLst/>
              <a:rect l="0" t="0" r="r" b="b"/>
              <a:pathLst>
                <a:path w="77" h="96">
                  <a:moveTo>
                    <a:pt x="0" y="89"/>
                  </a:moveTo>
                  <a:lnTo>
                    <a:pt x="33" y="92"/>
                  </a:lnTo>
                  <a:lnTo>
                    <a:pt x="65" y="96"/>
                  </a:lnTo>
                  <a:lnTo>
                    <a:pt x="77" y="8"/>
                  </a:lnTo>
                  <a:lnTo>
                    <a:pt x="44" y="4"/>
                  </a:lnTo>
                  <a:lnTo>
                    <a:pt x="12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91" name=""/>
            <p:cNvSpPr/>
            <p:nvPr/>
          </p:nvSpPr>
          <p:spPr>
            <a:xfrm rot="0">
              <a:off x="2066" y="2113"/>
              <a:ext cx="20" cy="24"/>
            </a:xfrm>
            <a:custGeom>
              <a:avLst/>
              <a:ahLst/>
              <a:rect l="0" t="0" r="r" b="b"/>
              <a:pathLst>
                <a:path w="77" h="96">
                  <a:moveTo>
                    <a:pt x="0" y="89"/>
                  </a:moveTo>
                  <a:lnTo>
                    <a:pt x="33" y="92"/>
                  </a:lnTo>
                  <a:lnTo>
                    <a:pt x="65" y="96"/>
                  </a:lnTo>
                  <a:lnTo>
                    <a:pt x="77" y="8"/>
                  </a:lnTo>
                  <a:lnTo>
                    <a:pt x="44" y="4"/>
                  </a:lnTo>
                  <a:lnTo>
                    <a:pt x="12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92" name=""/>
            <p:cNvSpPr/>
            <p:nvPr/>
          </p:nvSpPr>
          <p:spPr>
            <a:xfrm rot="0">
              <a:off x="2069" y="2112"/>
              <a:ext cx="8" cy="2"/>
            </a:xfrm>
            <a:custGeom>
              <a:avLst/>
              <a:ahLst/>
              <a:rect l="0" t="0" r="r" b="b"/>
              <a:pathLst>
                <a:path w="32" h="5">
                  <a:moveTo>
                    <a:pt x="32" y="5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93" name=""/>
            <p:cNvSpPr/>
            <p:nvPr/>
          </p:nvSpPr>
          <p:spPr>
            <a:xfrm rot="0" flipV="1">
              <a:off x="2069" y="21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94" name=""/>
            <p:cNvSpPr/>
            <p:nvPr/>
          </p:nvSpPr>
          <p:spPr>
            <a:xfrm rot="0">
              <a:off x="2069" y="2090"/>
              <a:ext cx="21" cy="25"/>
            </a:xfrm>
            <a:custGeom>
              <a:avLst/>
              <a:ahLst/>
              <a:rect l="0" t="0" r="r" b="b"/>
              <a:pathLst>
                <a:path w="81" h="100">
                  <a:moveTo>
                    <a:pt x="0" y="89"/>
                  </a:moveTo>
                  <a:lnTo>
                    <a:pt x="32" y="94"/>
                  </a:lnTo>
                  <a:lnTo>
                    <a:pt x="65" y="100"/>
                  </a:lnTo>
                  <a:lnTo>
                    <a:pt x="81" y="10"/>
                  </a:lnTo>
                  <a:lnTo>
                    <a:pt x="48" y="5"/>
                  </a:lnTo>
                  <a:lnTo>
                    <a:pt x="15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95" name=""/>
            <p:cNvSpPr/>
            <p:nvPr/>
          </p:nvSpPr>
          <p:spPr>
            <a:xfrm rot="0">
              <a:off x="2069" y="2090"/>
              <a:ext cx="21" cy="25"/>
            </a:xfrm>
            <a:custGeom>
              <a:avLst/>
              <a:ahLst/>
              <a:rect l="0" t="0" r="r" b="b"/>
              <a:pathLst>
                <a:path w="81" h="100">
                  <a:moveTo>
                    <a:pt x="0" y="89"/>
                  </a:moveTo>
                  <a:lnTo>
                    <a:pt x="32" y="94"/>
                  </a:lnTo>
                  <a:lnTo>
                    <a:pt x="65" y="100"/>
                  </a:lnTo>
                  <a:lnTo>
                    <a:pt x="81" y="10"/>
                  </a:lnTo>
                  <a:lnTo>
                    <a:pt x="48" y="5"/>
                  </a:lnTo>
                  <a:lnTo>
                    <a:pt x="15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96" name=""/>
            <p:cNvSpPr/>
            <p:nvPr/>
          </p:nvSpPr>
          <p:spPr>
            <a:xfrm rot="0">
              <a:off x="2073" y="2090"/>
              <a:ext cx="8" cy="1"/>
            </a:xfrm>
            <a:custGeom>
              <a:avLst/>
              <a:ahLst/>
              <a:rect l="0" t="0" r="r" b="b"/>
              <a:pathLst>
                <a:path w="33" h="7">
                  <a:moveTo>
                    <a:pt x="33" y="7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97" name=""/>
            <p:cNvSpPr/>
            <p:nvPr/>
          </p:nvSpPr>
          <p:spPr>
            <a:xfrm rot="0" flipV="1">
              <a:off x="2073" y="20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598" name=""/>
            <p:cNvSpPr/>
            <p:nvPr/>
          </p:nvSpPr>
          <p:spPr>
            <a:xfrm rot="0">
              <a:off x="2073" y="2067"/>
              <a:ext cx="21" cy="26"/>
            </a:xfrm>
            <a:custGeom>
              <a:avLst/>
              <a:ahLst/>
              <a:rect l="0" t="0" r="r" b="b"/>
              <a:pathLst>
                <a:path w="86" h="104">
                  <a:moveTo>
                    <a:pt x="0" y="90"/>
                  </a:moveTo>
                  <a:lnTo>
                    <a:pt x="33" y="97"/>
                  </a:lnTo>
                  <a:lnTo>
                    <a:pt x="66" y="104"/>
                  </a:lnTo>
                  <a:lnTo>
                    <a:pt x="86" y="13"/>
                  </a:lnTo>
                  <a:lnTo>
                    <a:pt x="53" y="6"/>
                  </a:lnTo>
                  <a:lnTo>
                    <a:pt x="20" y="0"/>
                  </a:lnTo>
                  <a:lnTo>
                    <a:pt x="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599" name=""/>
            <p:cNvSpPr/>
            <p:nvPr/>
          </p:nvSpPr>
          <p:spPr>
            <a:xfrm rot="0">
              <a:off x="2073" y="2067"/>
              <a:ext cx="21" cy="26"/>
            </a:xfrm>
            <a:custGeom>
              <a:avLst/>
              <a:ahLst/>
              <a:rect l="0" t="0" r="r" b="b"/>
              <a:pathLst>
                <a:path w="86" h="104">
                  <a:moveTo>
                    <a:pt x="0" y="90"/>
                  </a:moveTo>
                  <a:lnTo>
                    <a:pt x="33" y="97"/>
                  </a:lnTo>
                  <a:lnTo>
                    <a:pt x="66" y="104"/>
                  </a:lnTo>
                  <a:lnTo>
                    <a:pt x="86" y="13"/>
                  </a:lnTo>
                  <a:lnTo>
                    <a:pt x="53" y="6"/>
                  </a:lnTo>
                  <a:lnTo>
                    <a:pt x="20" y="0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00" name=""/>
            <p:cNvSpPr/>
            <p:nvPr/>
          </p:nvSpPr>
          <p:spPr>
            <a:xfrm rot="0">
              <a:off x="2078" y="2067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01" name=""/>
            <p:cNvSpPr/>
            <p:nvPr/>
          </p:nvSpPr>
          <p:spPr>
            <a:xfrm rot="0" flipV="1">
              <a:off x="2078" y="2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02" name=""/>
            <p:cNvSpPr/>
            <p:nvPr/>
          </p:nvSpPr>
          <p:spPr>
            <a:xfrm rot="0">
              <a:off x="2078" y="2044"/>
              <a:ext cx="22" cy="27"/>
            </a:xfrm>
            <a:custGeom>
              <a:avLst/>
              <a:ahLst/>
              <a:rect l="0" t="0" r="r" b="b"/>
              <a:pathLst>
                <a:path w="88" h="106">
                  <a:moveTo>
                    <a:pt x="0" y="90"/>
                  </a:moveTo>
                  <a:lnTo>
                    <a:pt x="33" y="98"/>
                  </a:lnTo>
                  <a:lnTo>
                    <a:pt x="66" y="106"/>
                  </a:lnTo>
                  <a:lnTo>
                    <a:pt x="88" y="16"/>
                  </a:lnTo>
                  <a:lnTo>
                    <a:pt x="55" y="8"/>
                  </a:lnTo>
                  <a:lnTo>
                    <a:pt x="22" y="0"/>
                  </a:lnTo>
                  <a:lnTo>
                    <a:pt x="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03" name=""/>
            <p:cNvSpPr/>
            <p:nvPr/>
          </p:nvSpPr>
          <p:spPr>
            <a:xfrm rot="0">
              <a:off x="2078" y="2044"/>
              <a:ext cx="22" cy="27"/>
            </a:xfrm>
            <a:custGeom>
              <a:avLst/>
              <a:ahLst/>
              <a:rect l="0" t="0" r="r" b="b"/>
              <a:pathLst>
                <a:path w="88" h="106">
                  <a:moveTo>
                    <a:pt x="0" y="90"/>
                  </a:moveTo>
                  <a:lnTo>
                    <a:pt x="33" y="98"/>
                  </a:lnTo>
                  <a:lnTo>
                    <a:pt x="66" y="106"/>
                  </a:lnTo>
                  <a:lnTo>
                    <a:pt x="88" y="16"/>
                  </a:lnTo>
                  <a:lnTo>
                    <a:pt x="55" y="8"/>
                  </a:lnTo>
                  <a:lnTo>
                    <a:pt x="22" y="0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04" name=""/>
            <p:cNvSpPr/>
            <p:nvPr/>
          </p:nvSpPr>
          <p:spPr>
            <a:xfrm rot="0">
              <a:off x="2084" y="2044"/>
              <a:ext cx="8" cy="2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05" name=""/>
            <p:cNvSpPr/>
            <p:nvPr/>
          </p:nvSpPr>
          <p:spPr>
            <a:xfrm rot="0" flipV="1">
              <a:off x="2084" y="20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06" name=""/>
            <p:cNvSpPr/>
            <p:nvPr/>
          </p:nvSpPr>
          <p:spPr>
            <a:xfrm rot="0">
              <a:off x="2084" y="2021"/>
              <a:ext cx="23" cy="27"/>
            </a:xfrm>
            <a:custGeom>
              <a:avLst/>
              <a:ahLst/>
              <a:rect l="0" t="0" r="r" b="b"/>
              <a:pathLst>
                <a:path w="92" h="111">
                  <a:moveTo>
                    <a:pt x="0" y="92"/>
                  </a:moveTo>
                  <a:lnTo>
                    <a:pt x="33" y="102"/>
                  </a:lnTo>
                  <a:lnTo>
                    <a:pt x="66" y="111"/>
                  </a:lnTo>
                  <a:lnTo>
                    <a:pt x="92" y="19"/>
                  </a:lnTo>
                  <a:lnTo>
                    <a:pt x="60" y="10"/>
                  </a:lnTo>
                  <a:lnTo>
                    <a:pt x="27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07" name=""/>
            <p:cNvSpPr/>
            <p:nvPr/>
          </p:nvSpPr>
          <p:spPr>
            <a:xfrm rot="0">
              <a:off x="2084" y="2021"/>
              <a:ext cx="23" cy="27"/>
            </a:xfrm>
            <a:custGeom>
              <a:avLst/>
              <a:ahLst/>
              <a:rect l="0" t="0" r="r" b="b"/>
              <a:pathLst>
                <a:path w="92" h="111">
                  <a:moveTo>
                    <a:pt x="0" y="92"/>
                  </a:moveTo>
                  <a:lnTo>
                    <a:pt x="33" y="102"/>
                  </a:lnTo>
                  <a:lnTo>
                    <a:pt x="66" y="111"/>
                  </a:lnTo>
                  <a:lnTo>
                    <a:pt x="92" y="19"/>
                  </a:lnTo>
                  <a:lnTo>
                    <a:pt x="60" y="10"/>
                  </a:lnTo>
                  <a:lnTo>
                    <a:pt x="27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08" name=""/>
            <p:cNvSpPr/>
            <p:nvPr/>
          </p:nvSpPr>
          <p:spPr>
            <a:xfrm rot="0">
              <a:off x="2090" y="2020"/>
              <a:ext cx="8" cy="3"/>
            </a:xfrm>
            <a:custGeom>
              <a:avLst/>
              <a:ahLst/>
              <a:rect l="0" t="0" r="r" b="b"/>
              <a:pathLst>
                <a:path w="33" h="11">
                  <a:moveTo>
                    <a:pt x="33" y="1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09" name=""/>
            <p:cNvSpPr/>
            <p:nvPr/>
          </p:nvSpPr>
          <p:spPr>
            <a:xfrm rot="0" flipV="1">
              <a:off x="2090" y="20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10" name=""/>
            <p:cNvSpPr/>
            <p:nvPr/>
          </p:nvSpPr>
          <p:spPr>
            <a:xfrm rot="0">
              <a:off x="2090" y="1997"/>
              <a:ext cx="23" cy="29"/>
            </a:xfrm>
            <a:custGeom>
              <a:avLst/>
              <a:ahLst/>
              <a:rect l="0" t="0" r="r" b="b"/>
              <a:pathLst>
                <a:path w="92" h="113">
                  <a:moveTo>
                    <a:pt x="0" y="92"/>
                  </a:moveTo>
                  <a:lnTo>
                    <a:pt x="32" y="103"/>
                  </a:lnTo>
                  <a:lnTo>
                    <a:pt x="63" y="113"/>
                  </a:lnTo>
                  <a:lnTo>
                    <a:pt x="92" y="21"/>
                  </a:lnTo>
                  <a:lnTo>
                    <a:pt x="60" y="11"/>
                  </a:lnTo>
                  <a:lnTo>
                    <a:pt x="29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11" name=""/>
            <p:cNvSpPr/>
            <p:nvPr/>
          </p:nvSpPr>
          <p:spPr>
            <a:xfrm rot="0">
              <a:off x="2090" y="1997"/>
              <a:ext cx="23" cy="29"/>
            </a:xfrm>
            <a:custGeom>
              <a:avLst/>
              <a:ahLst/>
              <a:rect l="0" t="0" r="r" b="b"/>
              <a:pathLst>
                <a:path w="92" h="113">
                  <a:moveTo>
                    <a:pt x="0" y="92"/>
                  </a:moveTo>
                  <a:lnTo>
                    <a:pt x="32" y="103"/>
                  </a:lnTo>
                  <a:lnTo>
                    <a:pt x="63" y="113"/>
                  </a:lnTo>
                  <a:lnTo>
                    <a:pt x="92" y="21"/>
                  </a:lnTo>
                  <a:lnTo>
                    <a:pt x="60" y="11"/>
                  </a:lnTo>
                  <a:lnTo>
                    <a:pt x="29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7" name=""/>
          <p:cNvGrpSpPr/>
          <p:nvPr/>
        </p:nvGrpSpPr>
        <p:grpSpPr>
          <a:xfrm rot="0">
            <a:off x="3330575" y="2419350"/>
            <a:ext cx="1085850" cy="760412"/>
            <a:chOff x="2098" y="1524"/>
            <a:chExt cx="684" cy="479"/>
          </a:xfrm>
        </p:grpSpPr>
        <p:sp>
          <p:nvSpPr>
            <p:cNvPr id="1065612" name=""/>
            <p:cNvSpPr/>
            <p:nvPr/>
          </p:nvSpPr>
          <p:spPr>
            <a:xfrm rot="0">
              <a:off x="2098" y="1997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31" y="1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13" name=""/>
            <p:cNvSpPr/>
            <p:nvPr/>
          </p:nvSpPr>
          <p:spPr>
            <a:xfrm rot="0" flipV="1">
              <a:off x="2098" y="19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14" name=""/>
            <p:cNvSpPr/>
            <p:nvPr/>
          </p:nvSpPr>
          <p:spPr>
            <a:xfrm rot="0">
              <a:off x="2098" y="1974"/>
              <a:ext cx="24" cy="29"/>
            </a:xfrm>
            <a:custGeom>
              <a:avLst/>
              <a:ahLst/>
              <a:rect l="0" t="0" r="r" b="b"/>
              <a:pathLst>
                <a:path w="96" h="115">
                  <a:moveTo>
                    <a:pt x="0" y="92"/>
                  </a:moveTo>
                  <a:lnTo>
                    <a:pt x="31" y="104"/>
                  </a:lnTo>
                  <a:lnTo>
                    <a:pt x="63" y="115"/>
                  </a:lnTo>
                  <a:lnTo>
                    <a:pt x="96" y="23"/>
                  </a:lnTo>
                  <a:lnTo>
                    <a:pt x="64" y="12"/>
                  </a:lnTo>
                  <a:lnTo>
                    <a:pt x="33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15" name=""/>
            <p:cNvSpPr/>
            <p:nvPr/>
          </p:nvSpPr>
          <p:spPr>
            <a:xfrm rot="0">
              <a:off x="2098" y="1974"/>
              <a:ext cx="24" cy="29"/>
            </a:xfrm>
            <a:custGeom>
              <a:avLst/>
              <a:ahLst/>
              <a:rect l="0" t="0" r="r" b="b"/>
              <a:pathLst>
                <a:path w="96" h="115">
                  <a:moveTo>
                    <a:pt x="0" y="92"/>
                  </a:moveTo>
                  <a:lnTo>
                    <a:pt x="31" y="104"/>
                  </a:lnTo>
                  <a:lnTo>
                    <a:pt x="63" y="115"/>
                  </a:lnTo>
                  <a:lnTo>
                    <a:pt x="96" y="23"/>
                  </a:lnTo>
                  <a:lnTo>
                    <a:pt x="64" y="12"/>
                  </a:lnTo>
                  <a:lnTo>
                    <a:pt x="33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16" name=""/>
            <p:cNvSpPr/>
            <p:nvPr/>
          </p:nvSpPr>
          <p:spPr>
            <a:xfrm rot="0">
              <a:off x="2106" y="1974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31" y="1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17" name=""/>
            <p:cNvSpPr/>
            <p:nvPr/>
          </p:nvSpPr>
          <p:spPr>
            <a:xfrm rot="0">
              <a:off x="2106" y="19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18" name=""/>
            <p:cNvSpPr/>
            <p:nvPr/>
          </p:nvSpPr>
          <p:spPr>
            <a:xfrm rot="0">
              <a:off x="2106" y="1951"/>
              <a:ext cx="25" cy="29"/>
            </a:xfrm>
            <a:custGeom>
              <a:avLst/>
              <a:ahLst/>
              <a:rect l="0" t="0" r="r" b="b"/>
              <a:pathLst>
                <a:path w="98" h="114">
                  <a:moveTo>
                    <a:pt x="0" y="91"/>
                  </a:moveTo>
                  <a:lnTo>
                    <a:pt x="31" y="103"/>
                  </a:lnTo>
                  <a:lnTo>
                    <a:pt x="63" y="114"/>
                  </a:lnTo>
                  <a:lnTo>
                    <a:pt x="98" y="24"/>
                  </a:lnTo>
                  <a:lnTo>
                    <a:pt x="67" y="12"/>
                  </a:lnTo>
                  <a:lnTo>
                    <a:pt x="35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19" name=""/>
            <p:cNvSpPr/>
            <p:nvPr/>
          </p:nvSpPr>
          <p:spPr>
            <a:xfrm rot="0">
              <a:off x="2106" y="1951"/>
              <a:ext cx="25" cy="29"/>
            </a:xfrm>
            <a:custGeom>
              <a:avLst/>
              <a:ahLst/>
              <a:rect l="0" t="0" r="r" b="b"/>
              <a:pathLst>
                <a:path w="98" h="114">
                  <a:moveTo>
                    <a:pt x="0" y="91"/>
                  </a:moveTo>
                  <a:lnTo>
                    <a:pt x="31" y="103"/>
                  </a:lnTo>
                  <a:lnTo>
                    <a:pt x="63" y="114"/>
                  </a:lnTo>
                  <a:lnTo>
                    <a:pt x="98" y="24"/>
                  </a:lnTo>
                  <a:lnTo>
                    <a:pt x="67" y="12"/>
                  </a:lnTo>
                  <a:lnTo>
                    <a:pt x="35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20" name=""/>
            <p:cNvSpPr/>
            <p:nvPr/>
          </p:nvSpPr>
          <p:spPr>
            <a:xfrm rot="0">
              <a:off x="2115" y="1951"/>
              <a:ext cx="8" cy="3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21" name=""/>
            <p:cNvSpPr/>
            <p:nvPr/>
          </p:nvSpPr>
          <p:spPr>
            <a:xfrm rot="0" flipV="1">
              <a:off x="2115" y="19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22" name=""/>
            <p:cNvSpPr/>
            <p:nvPr/>
          </p:nvSpPr>
          <p:spPr>
            <a:xfrm rot="0">
              <a:off x="2115" y="1928"/>
              <a:ext cx="25" cy="30"/>
            </a:xfrm>
            <a:custGeom>
              <a:avLst/>
              <a:ahLst/>
              <a:rect l="0" t="0" r="r" b="b"/>
              <a:pathLst>
                <a:path w="101" h="118">
                  <a:moveTo>
                    <a:pt x="0" y="92"/>
                  </a:moveTo>
                  <a:lnTo>
                    <a:pt x="32" y="105"/>
                  </a:lnTo>
                  <a:lnTo>
                    <a:pt x="63" y="118"/>
                  </a:lnTo>
                  <a:lnTo>
                    <a:pt x="101" y="26"/>
                  </a:lnTo>
                  <a:lnTo>
                    <a:pt x="70" y="13"/>
                  </a:lnTo>
                  <a:lnTo>
                    <a:pt x="38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23" name=""/>
            <p:cNvSpPr/>
            <p:nvPr/>
          </p:nvSpPr>
          <p:spPr>
            <a:xfrm rot="0">
              <a:off x="2115" y="1928"/>
              <a:ext cx="25" cy="30"/>
            </a:xfrm>
            <a:custGeom>
              <a:avLst/>
              <a:ahLst/>
              <a:rect l="0" t="0" r="r" b="b"/>
              <a:pathLst>
                <a:path w="101" h="118">
                  <a:moveTo>
                    <a:pt x="0" y="92"/>
                  </a:moveTo>
                  <a:lnTo>
                    <a:pt x="32" y="105"/>
                  </a:lnTo>
                  <a:lnTo>
                    <a:pt x="63" y="118"/>
                  </a:lnTo>
                  <a:lnTo>
                    <a:pt x="101" y="26"/>
                  </a:lnTo>
                  <a:lnTo>
                    <a:pt x="70" y="13"/>
                  </a:lnTo>
                  <a:lnTo>
                    <a:pt x="38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24" name=""/>
            <p:cNvSpPr/>
            <p:nvPr/>
          </p:nvSpPr>
          <p:spPr>
            <a:xfrm rot="0">
              <a:off x="2124" y="1928"/>
              <a:ext cx="8" cy="3"/>
            </a:xfrm>
            <a:custGeom>
              <a:avLst/>
              <a:ahLst/>
              <a:rect l="0" t="0" r="r" b="b"/>
              <a:pathLst>
                <a:path w="32" h="15">
                  <a:moveTo>
                    <a:pt x="32" y="15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2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25" name=""/>
            <p:cNvSpPr/>
            <p:nvPr/>
          </p:nvSpPr>
          <p:spPr>
            <a:xfrm rot="0" flipV="1">
              <a:off x="2124" y="1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26" name=""/>
            <p:cNvSpPr/>
            <p:nvPr/>
          </p:nvSpPr>
          <p:spPr>
            <a:xfrm rot="0">
              <a:off x="2125" y="1905"/>
              <a:ext cx="25" cy="30"/>
            </a:xfrm>
            <a:custGeom>
              <a:avLst/>
              <a:ahLst/>
              <a:rect l="0" t="0" r="r" b="b"/>
              <a:pathLst>
                <a:path w="102" h="119">
                  <a:moveTo>
                    <a:pt x="0" y="90"/>
                  </a:moveTo>
                  <a:lnTo>
                    <a:pt x="30" y="105"/>
                  </a:lnTo>
                  <a:lnTo>
                    <a:pt x="60" y="119"/>
                  </a:lnTo>
                  <a:lnTo>
                    <a:pt x="102" y="29"/>
                  </a:lnTo>
                  <a:lnTo>
                    <a:pt x="72" y="14"/>
                  </a:lnTo>
                  <a:lnTo>
                    <a:pt x="42" y="0"/>
                  </a:lnTo>
                  <a:lnTo>
                    <a:pt x="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27" name=""/>
            <p:cNvSpPr/>
            <p:nvPr/>
          </p:nvSpPr>
          <p:spPr>
            <a:xfrm rot="0">
              <a:off x="2125" y="1905"/>
              <a:ext cx="25" cy="30"/>
            </a:xfrm>
            <a:custGeom>
              <a:avLst/>
              <a:ahLst/>
              <a:rect l="0" t="0" r="r" b="b"/>
              <a:pathLst>
                <a:path w="102" h="119">
                  <a:moveTo>
                    <a:pt x="0" y="90"/>
                  </a:moveTo>
                  <a:lnTo>
                    <a:pt x="30" y="105"/>
                  </a:lnTo>
                  <a:lnTo>
                    <a:pt x="60" y="119"/>
                  </a:lnTo>
                  <a:lnTo>
                    <a:pt x="102" y="29"/>
                  </a:lnTo>
                  <a:lnTo>
                    <a:pt x="72" y="14"/>
                  </a:lnTo>
                  <a:lnTo>
                    <a:pt x="42" y="0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28" name=""/>
            <p:cNvSpPr/>
            <p:nvPr/>
          </p:nvSpPr>
          <p:spPr>
            <a:xfrm rot="0">
              <a:off x="2135" y="1905"/>
              <a:ext cx="8" cy="4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29" name=""/>
            <p:cNvSpPr/>
            <p:nvPr/>
          </p:nvSpPr>
          <p:spPr>
            <a:xfrm rot="0">
              <a:off x="2135" y="19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30" name=""/>
            <p:cNvSpPr/>
            <p:nvPr/>
          </p:nvSpPr>
          <p:spPr>
            <a:xfrm rot="0">
              <a:off x="2135" y="1882"/>
              <a:ext cx="26" cy="30"/>
            </a:xfrm>
            <a:custGeom>
              <a:avLst/>
              <a:ahLst/>
              <a:rect l="0" t="0" r="r" b="b"/>
              <a:pathLst>
                <a:path w="105" h="120">
                  <a:moveTo>
                    <a:pt x="0" y="91"/>
                  </a:moveTo>
                  <a:lnTo>
                    <a:pt x="30" y="105"/>
                  </a:lnTo>
                  <a:lnTo>
                    <a:pt x="60" y="120"/>
                  </a:lnTo>
                  <a:lnTo>
                    <a:pt x="105" y="29"/>
                  </a:lnTo>
                  <a:lnTo>
                    <a:pt x="75" y="15"/>
                  </a:lnTo>
                  <a:lnTo>
                    <a:pt x="44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31" name=""/>
            <p:cNvSpPr/>
            <p:nvPr/>
          </p:nvSpPr>
          <p:spPr>
            <a:xfrm rot="0">
              <a:off x="2135" y="1882"/>
              <a:ext cx="26" cy="30"/>
            </a:xfrm>
            <a:custGeom>
              <a:avLst/>
              <a:ahLst/>
              <a:rect l="0" t="0" r="r" b="b"/>
              <a:pathLst>
                <a:path w="105" h="120">
                  <a:moveTo>
                    <a:pt x="0" y="91"/>
                  </a:moveTo>
                  <a:lnTo>
                    <a:pt x="30" y="105"/>
                  </a:lnTo>
                  <a:lnTo>
                    <a:pt x="60" y="120"/>
                  </a:lnTo>
                  <a:lnTo>
                    <a:pt x="105" y="29"/>
                  </a:lnTo>
                  <a:lnTo>
                    <a:pt x="75" y="15"/>
                  </a:lnTo>
                  <a:lnTo>
                    <a:pt x="44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32" name=""/>
            <p:cNvSpPr/>
            <p:nvPr/>
          </p:nvSpPr>
          <p:spPr>
            <a:xfrm rot="0">
              <a:off x="2146" y="1882"/>
              <a:ext cx="8" cy="4"/>
            </a:xfrm>
            <a:custGeom>
              <a:avLst/>
              <a:ahLst/>
              <a:rect l="0" t="0" r="r" b="b"/>
              <a:pathLst>
                <a:path w="31" h="16">
                  <a:moveTo>
                    <a:pt x="31" y="16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33" name=""/>
            <p:cNvSpPr/>
            <p:nvPr/>
          </p:nvSpPr>
          <p:spPr>
            <a:xfrm rot="0" flipV="1">
              <a:off x="2146" y="18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34" name=""/>
            <p:cNvSpPr/>
            <p:nvPr/>
          </p:nvSpPr>
          <p:spPr>
            <a:xfrm rot="0">
              <a:off x="2146" y="1860"/>
              <a:ext cx="27" cy="30"/>
            </a:xfrm>
            <a:custGeom>
              <a:avLst/>
              <a:ahLst/>
              <a:rect l="0" t="0" r="r" b="b"/>
              <a:pathLst>
                <a:path w="107" h="119">
                  <a:moveTo>
                    <a:pt x="0" y="88"/>
                  </a:moveTo>
                  <a:lnTo>
                    <a:pt x="31" y="104"/>
                  </a:lnTo>
                  <a:lnTo>
                    <a:pt x="61" y="119"/>
                  </a:lnTo>
                  <a:lnTo>
                    <a:pt x="107" y="31"/>
                  </a:lnTo>
                  <a:lnTo>
                    <a:pt x="77" y="15"/>
                  </a:lnTo>
                  <a:lnTo>
                    <a:pt x="46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35" name=""/>
            <p:cNvSpPr/>
            <p:nvPr/>
          </p:nvSpPr>
          <p:spPr>
            <a:xfrm rot="0">
              <a:off x="2146" y="1860"/>
              <a:ext cx="27" cy="30"/>
            </a:xfrm>
            <a:custGeom>
              <a:avLst/>
              <a:ahLst/>
              <a:rect l="0" t="0" r="r" b="b"/>
              <a:pathLst>
                <a:path w="107" h="119">
                  <a:moveTo>
                    <a:pt x="0" y="88"/>
                  </a:moveTo>
                  <a:lnTo>
                    <a:pt x="31" y="104"/>
                  </a:lnTo>
                  <a:lnTo>
                    <a:pt x="61" y="119"/>
                  </a:lnTo>
                  <a:lnTo>
                    <a:pt x="107" y="31"/>
                  </a:lnTo>
                  <a:lnTo>
                    <a:pt x="77" y="15"/>
                  </a:lnTo>
                  <a:lnTo>
                    <a:pt x="46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36" name=""/>
            <p:cNvSpPr/>
            <p:nvPr/>
          </p:nvSpPr>
          <p:spPr>
            <a:xfrm rot="0">
              <a:off x="2158" y="1856"/>
              <a:ext cx="16" cy="12"/>
            </a:xfrm>
            <a:custGeom>
              <a:avLst/>
              <a:ahLst/>
              <a:rect l="0" t="0" r="r" b="b"/>
              <a:pathLst>
                <a:path w="63" h="48">
                  <a:moveTo>
                    <a:pt x="31" y="32"/>
                  </a:moveTo>
                  <a:lnTo>
                    <a:pt x="0" y="17"/>
                  </a:lnTo>
                  <a:lnTo>
                    <a:pt x="7" y="9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2"/>
                  </a:lnTo>
                  <a:lnTo>
                    <a:pt x="54" y="9"/>
                  </a:lnTo>
                  <a:lnTo>
                    <a:pt x="61" y="18"/>
                  </a:lnTo>
                  <a:lnTo>
                    <a:pt x="63" y="27"/>
                  </a:lnTo>
                  <a:lnTo>
                    <a:pt x="63" y="38"/>
                  </a:lnTo>
                  <a:lnTo>
                    <a:pt x="61" y="48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37" name=""/>
            <p:cNvSpPr/>
            <p:nvPr/>
          </p:nvSpPr>
          <p:spPr>
            <a:xfrm rot="0">
              <a:off x="2158" y="1856"/>
              <a:ext cx="16" cy="12"/>
            </a:xfrm>
            <a:custGeom>
              <a:avLst/>
              <a:ahLst/>
              <a:rect l="0" t="0" r="r" b="b"/>
              <a:pathLst>
                <a:path w="63" h="48">
                  <a:moveTo>
                    <a:pt x="0" y="17"/>
                  </a:moveTo>
                  <a:lnTo>
                    <a:pt x="7" y="9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6" y="2"/>
                  </a:lnTo>
                  <a:lnTo>
                    <a:pt x="54" y="9"/>
                  </a:lnTo>
                  <a:lnTo>
                    <a:pt x="61" y="18"/>
                  </a:lnTo>
                  <a:lnTo>
                    <a:pt x="63" y="27"/>
                  </a:lnTo>
                  <a:lnTo>
                    <a:pt x="63" y="38"/>
                  </a:lnTo>
                  <a:lnTo>
                    <a:pt x="61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38" name=""/>
            <p:cNvSpPr/>
            <p:nvPr/>
          </p:nvSpPr>
          <p:spPr>
            <a:xfrm rot="0">
              <a:off x="2157" y="1860"/>
              <a:ext cx="16" cy="12"/>
            </a:xfrm>
            <a:custGeom>
              <a:avLst/>
              <a:ahLst/>
              <a:rect l="0" t="0" r="r" b="b"/>
              <a:pathLst>
                <a:path w="62" h="50">
                  <a:moveTo>
                    <a:pt x="33" y="17"/>
                  </a:moveTo>
                  <a:lnTo>
                    <a:pt x="62" y="35"/>
                  </a:lnTo>
                  <a:lnTo>
                    <a:pt x="55" y="42"/>
                  </a:lnTo>
                  <a:lnTo>
                    <a:pt x="47" y="48"/>
                  </a:lnTo>
                  <a:lnTo>
                    <a:pt x="37" y="50"/>
                  </a:lnTo>
                  <a:lnTo>
                    <a:pt x="26" y="50"/>
                  </a:lnTo>
                  <a:lnTo>
                    <a:pt x="16" y="46"/>
                  </a:lnTo>
                  <a:lnTo>
                    <a:pt x="8" y="40"/>
                  </a:lnTo>
                  <a:lnTo>
                    <a:pt x="2" y="32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4" y="0"/>
                  </a:lnTo>
                  <a:lnTo>
                    <a:pt x="3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39" name=""/>
            <p:cNvSpPr/>
            <p:nvPr/>
          </p:nvSpPr>
          <p:spPr>
            <a:xfrm rot="0">
              <a:off x="2157" y="1860"/>
              <a:ext cx="16" cy="12"/>
            </a:xfrm>
            <a:custGeom>
              <a:avLst/>
              <a:ahLst/>
              <a:rect l="0" t="0" r="r" b="b"/>
              <a:pathLst>
                <a:path w="62" h="50">
                  <a:moveTo>
                    <a:pt x="62" y="35"/>
                  </a:moveTo>
                  <a:lnTo>
                    <a:pt x="55" y="42"/>
                  </a:lnTo>
                  <a:lnTo>
                    <a:pt x="47" y="48"/>
                  </a:lnTo>
                  <a:lnTo>
                    <a:pt x="37" y="50"/>
                  </a:lnTo>
                  <a:lnTo>
                    <a:pt x="26" y="50"/>
                  </a:lnTo>
                  <a:lnTo>
                    <a:pt x="16" y="46"/>
                  </a:lnTo>
                  <a:lnTo>
                    <a:pt x="8" y="40"/>
                  </a:lnTo>
                  <a:lnTo>
                    <a:pt x="2" y="32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40" name=""/>
            <p:cNvSpPr/>
            <p:nvPr/>
          </p:nvSpPr>
          <p:spPr>
            <a:xfrm rot="0">
              <a:off x="2158" y="1838"/>
              <a:ext cx="27" cy="30"/>
            </a:xfrm>
            <a:custGeom>
              <a:avLst/>
              <a:ahLst/>
              <a:rect l="0" t="0" r="r" b="b"/>
              <a:pathLst>
                <a:path w="107" h="123">
                  <a:moveTo>
                    <a:pt x="0" y="88"/>
                  </a:moveTo>
                  <a:lnTo>
                    <a:pt x="29" y="105"/>
                  </a:lnTo>
                  <a:lnTo>
                    <a:pt x="58" y="123"/>
                  </a:lnTo>
                  <a:lnTo>
                    <a:pt x="107" y="34"/>
                  </a:lnTo>
                  <a:lnTo>
                    <a:pt x="79" y="17"/>
                  </a:lnTo>
                  <a:lnTo>
                    <a:pt x="50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41" name=""/>
            <p:cNvSpPr/>
            <p:nvPr/>
          </p:nvSpPr>
          <p:spPr>
            <a:xfrm rot="0">
              <a:off x="2158" y="1838"/>
              <a:ext cx="27" cy="30"/>
            </a:xfrm>
            <a:custGeom>
              <a:avLst/>
              <a:ahLst/>
              <a:rect l="0" t="0" r="r" b="b"/>
              <a:pathLst>
                <a:path w="107" h="123">
                  <a:moveTo>
                    <a:pt x="0" y="88"/>
                  </a:moveTo>
                  <a:lnTo>
                    <a:pt x="29" y="105"/>
                  </a:lnTo>
                  <a:lnTo>
                    <a:pt x="58" y="123"/>
                  </a:lnTo>
                  <a:lnTo>
                    <a:pt x="107" y="34"/>
                  </a:lnTo>
                  <a:lnTo>
                    <a:pt x="79" y="17"/>
                  </a:lnTo>
                  <a:lnTo>
                    <a:pt x="50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42" name=""/>
            <p:cNvSpPr/>
            <p:nvPr/>
          </p:nvSpPr>
          <p:spPr>
            <a:xfrm rot="0">
              <a:off x="2171" y="1838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43" name=""/>
            <p:cNvSpPr/>
            <p:nvPr/>
          </p:nvSpPr>
          <p:spPr>
            <a:xfrm rot="0">
              <a:off x="2171" y="18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44" name=""/>
            <p:cNvSpPr/>
            <p:nvPr/>
          </p:nvSpPr>
          <p:spPr>
            <a:xfrm rot="0">
              <a:off x="2171" y="1816"/>
              <a:ext cx="27" cy="30"/>
            </a:xfrm>
            <a:custGeom>
              <a:avLst/>
              <a:ahLst/>
              <a:rect l="0" t="0" r="r" b="b"/>
              <a:pathLst>
                <a:path w="110" h="119">
                  <a:moveTo>
                    <a:pt x="0" y="85"/>
                  </a:moveTo>
                  <a:lnTo>
                    <a:pt x="29" y="102"/>
                  </a:lnTo>
                  <a:lnTo>
                    <a:pt x="57" y="119"/>
                  </a:lnTo>
                  <a:lnTo>
                    <a:pt x="110" y="34"/>
                  </a:lnTo>
                  <a:lnTo>
                    <a:pt x="81" y="17"/>
                  </a:lnTo>
                  <a:lnTo>
                    <a:pt x="52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45" name=""/>
            <p:cNvSpPr/>
            <p:nvPr/>
          </p:nvSpPr>
          <p:spPr>
            <a:xfrm rot="0">
              <a:off x="2171" y="1816"/>
              <a:ext cx="27" cy="30"/>
            </a:xfrm>
            <a:custGeom>
              <a:avLst/>
              <a:ahLst/>
              <a:rect l="0" t="0" r="r" b="b"/>
              <a:pathLst>
                <a:path w="110" h="119">
                  <a:moveTo>
                    <a:pt x="0" y="85"/>
                  </a:moveTo>
                  <a:lnTo>
                    <a:pt x="29" y="102"/>
                  </a:lnTo>
                  <a:lnTo>
                    <a:pt x="57" y="119"/>
                  </a:lnTo>
                  <a:lnTo>
                    <a:pt x="110" y="34"/>
                  </a:lnTo>
                  <a:lnTo>
                    <a:pt x="81" y="17"/>
                  </a:lnTo>
                  <a:lnTo>
                    <a:pt x="52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46" name=""/>
            <p:cNvSpPr/>
            <p:nvPr/>
          </p:nvSpPr>
          <p:spPr>
            <a:xfrm rot="0">
              <a:off x="2184" y="1816"/>
              <a:ext cx="7" cy="4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47" name=""/>
            <p:cNvSpPr/>
            <p:nvPr/>
          </p:nvSpPr>
          <p:spPr>
            <a:xfrm rot="0" flipV="1">
              <a:off x="2184" y="18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48" name=""/>
            <p:cNvSpPr/>
            <p:nvPr/>
          </p:nvSpPr>
          <p:spPr>
            <a:xfrm rot="0">
              <a:off x="2184" y="1795"/>
              <a:ext cx="28" cy="30"/>
            </a:xfrm>
            <a:custGeom>
              <a:avLst/>
              <a:ahLst/>
              <a:rect l="0" t="0" r="r" b="b"/>
              <a:pathLst>
                <a:path w="112" h="122">
                  <a:moveTo>
                    <a:pt x="0" y="86"/>
                  </a:moveTo>
                  <a:lnTo>
                    <a:pt x="29" y="104"/>
                  </a:lnTo>
                  <a:lnTo>
                    <a:pt x="58" y="122"/>
                  </a:lnTo>
                  <a:lnTo>
                    <a:pt x="112" y="37"/>
                  </a:lnTo>
                  <a:lnTo>
                    <a:pt x="83" y="19"/>
                  </a:lnTo>
                  <a:lnTo>
                    <a:pt x="54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49" name=""/>
            <p:cNvSpPr/>
            <p:nvPr/>
          </p:nvSpPr>
          <p:spPr>
            <a:xfrm rot="0">
              <a:off x="2184" y="1795"/>
              <a:ext cx="28" cy="30"/>
            </a:xfrm>
            <a:custGeom>
              <a:avLst/>
              <a:ahLst/>
              <a:rect l="0" t="0" r="r" b="b"/>
              <a:pathLst>
                <a:path w="112" h="122">
                  <a:moveTo>
                    <a:pt x="0" y="86"/>
                  </a:moveTo>
                  <a:lnTo>
                    <a:pt x="29" y="104"/>
                  </a:lnTo>
                  <a:lnTo>
                    <a:pt x="58" y="122"/>
                  </a:lnTo>
                  <a:lnTo>
                    <a:pt x="112" y="37"/>
                  </a:lnTo>
                  <a:lnTo>
                    <a:pt x="83" y="19"/>
                  </a:lnTo>
                  <a:lnTo>
                    <a:pt x="54" y="0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50" name=""/>
            <p:cNvSpPr/>
            <p:nvPr/>
          </p:nvSpPr>
          <p:spPr>
            <a:xfrm rot="0">
              <a:off x="2197" y="1794"/>
              <a:ext cx="8" cy="5"/>
            </a:xfrm>
            <a:custGeom>
              <a:avLst/>
              <a:ahLst/>
              <a:rect l="0" t="0" r="r" b="b"/>
              <a:pathLst>
                <a:path w="29" h="20">
                  <a:moveTo>
                    <a:pt x="29" y="2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51" name=""/>
            <p:cNvSpPr/>
            <p:nvPr/>
          </p:nvSpPr>
          <p:spPr>
            <a:xfrm rot="0" flipV="1">
              <a:off x="2197" y="17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52" name=""/>
            <p:cNvSpPr/>
            <p:nvPr/>
          </p:nvSpPr>
          <p:spPr>
            <a:xfrm rot="0">
              <a:off x="2198" y="1774"/>
              <a:ext cx="28" cy="30"/>
            </a:xfrm>
            <a:custGeom>
              <a:avLst/>
              <a:ahLst/>
              <a:rect l="0" t="0" r="r" b="b"/>
              <a:pathLst>
                <a:path w="113" h="121">
                  <a:moveTo>
                    <a:pt x="0" y="82"/>
                  </a:moveTo>
                  <a:lnTo>
                    <a:pt x="28" y="102"/>
                  </a:lnTo>
                  <a:lnTo>
                    <a:pt x="56" y="121"/>
                  </a:lnTo>
                  <a:lnTo>
                    <a:pt x="113" y="40"/>
                  </a:lnTo>
                  <a:lnTo>
                    <a:pt x="86" y="20"/>
                  </a:lnTo>
                  <a:lnTo>
                    <a:pt x="58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53" name=""/>
            <p:cNvSpPr/>
            <p:nvPr/>
          </p:nvSpPr>
          <p:spPr>
            <a:xfrm rot="0">
              <a:off x="2198" y="1774"/>
              <a:ext cx="28" cy="30"/>
            </a:xfrm>
            <a:custGeom>
              <a:avLst/>
              <a:ahLst/>
              <a:rect l="0" t="0" r="r" b="b"/>
              <a:pathLst>
                <a:path w="113" h="121">
                  <a:moveTo>
                    <a:pt x="0" y="82"/>
                  </a:moveTo>
                  <a:lnTo>
                    <a:pt x="28" y="102"/>
                  </a:lnTo>
                  <a:lnTo>
                    <a:pt x="56" y="121"/>
                  </a:lnTo>
                  <a:lnTo>
                    <a:pt x="113" y="40"/>
                  </a:lnTo>
                  <a:lnTo>
                    <a:pt x="86" y="20"/>
                  </a:lnTo>
                  <a:lnTo>
                    <a:pt x="58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54" name=""/>
            <p:cNvSpPr/>
            <p:nvPr/>
          </p:nvSpPr>
          <p:spPr>
            <a:xfrm rot="0">
              <a:off x="2219" y="1779"/>
              <a:ext cx="7" cy="5"/>
            </a:xfrm>
            <a:custGeom>
              <a:avLst/>
              <a:ahLst/>
              <a:rect l="0" t="0" r="r" b="b"/>
              <a:pathLst>
                <a:path w="27" h="20">
                  <a:moveTo>
                    <a:pt x="0" y="0"/>
                  </a:moveTo>
                  <a:lnTo>
                    <a:pt x="27" y="20"/>
                  </a:lnTo>
                  <a:lnTo>
                    <a:pt x="27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55" name=""/>
            <p:cNvSpPr/>
            <p:nvPr/>
          </p:nvSpPr>
          <p:spPr>
            <a:xfrm rot="0">
              <a:off x="2226" y="1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56" name=""/>
            <p:cNvSpPr/>
            <p:nvPr/>
          </p:nvSpPr>
          <p:spPr>
            <a:xfrm rot="0">
              <a:off x="2212" y="1753"/>
              <a:ext cx="28" cy="31"/>
            </a:xfrm>
            <a:custGeom>
              <a:avLst/>
              <a:ahLst/>
              <a:rect l="0" t="0" r="r" b="b"/>
              <a:pathLst>
                <a:path w="113" h="121">
                  <a:moveTo>
                    <a:pt x="0" y="81"/>
                  </a:moveTo>
                  <a:lnTo>
                    <a:pt x="28" y="101"/>
                  </a:lnTo>
                  <a:lnTo>
                    <a:pt x="55" y="121"/>
                  </a:lnTo>
                  <a:lnTo>
                    <a:pt x="113" y="39"/>
                  </a:lnTo>
                  <a:lnTo>
                    <a:pt x="86" y="20"/>
                  </a:lnTo>
                  <a:lnTo>
                    <a:pt x="58" y="0"/>
                  </a:lnTo>
                  <a:lnTo>
                    <a:pt x="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57" name=""/>
            <p:cNvSpPr/>
            <p:nvPr/>
          </p:nvSpPr>
          <p:spPr>
            <a:xfrm rot="0">
              <a:off x="2212" y="1753"/>
              <a:ext cx="28" cy="31"/>
            </a:xfrm>
            <a:custGeom>
              <a:avLst/>
              <a:ahLst/>
              <a:rect l="0" t="0" r="r" b="b"/>
              <a:pathLst>
                <a:path w="113" h="121">
                  <a:moveTo>
                    <a:pt x="0" y="81"/>
                  </a:moveTo>
                  <a:lnTo>
                    <a:pt x="28" y="101"/>
                  </a:lnTo>
                  <a:lnTo>
                    <a:pt x="55" y="121"/>
                  </a:lnTo>
                  <a:lnTo>
                    <a:pt x="113" y="39"/>
                  </a:lnTo>
                  <a:lnTo>
                    <a:pt x="86" y="20"/>
                  </a:lnTo>
                  <a:lnTo>
                    <a:pt x="58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58" name=""/>
            <p:cNvSpPr/>
            <p:nvPr/>
          </p:nvSpPr>
          <p:spPr>
            <a:xfrm rot="0">
              <a:off x="2227" y="1753"/>
              <a:ext cx="6" cy="5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59" name=""/>
            <p:cNvSpPr/>
            <p:nvPr/>
          </p:nvSpPr>
          <p:spPr>
            <a:xfrm rot="0" flipV="1">
              <a:off x="2227" y="17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60" name=""/>
            <p:cNvSpPr/>
            <p:nvPr/>
          </p:nvSpPr>
          <p:spPr>
            <a:xfrm rot="0">
              <a:off x="2227" y="1734"/>
              <a:ext cx="28" cy="30"/>
            </a:xfrm>
            <a:custGeom>
              <a:avLst/>
              <a:ahLst/>
              <a:rect l="0" t="0" r="r" b="b"/>
              <a:pathLst>
                <a:path w="115" h="120">
                  <a:moveTo>
                    <a:pt x="0" y="78"/>
                  </a:moveTo>
                  <a:lnTo>
                    <a:pt x="27" y="99"/>
                  </a:lnTo>
                  <a:lnTo>
                    <a:pt x="53" y="120"/>
                  </a:lnTo>
                  <a:lnTo>
                    <a:pt x="115" y="42"/>
                  </a:lnTo>
                  <a:lnTo>
                    <a:pt x="88" y="21"/>
                  </a:lnTo>
                  <a:lnTo>
                    <a:pt x="62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61" name=""/>
            <p:cNvSpPr/>
            <p:nvPr/>
          </p:nvSpPr>
          <p:spPr>
            <a:xfrm rot="0">
              <a:off x="2227" y="1734"/>
              <a:ext cx="28" cy="30"/>
            </a:xfrm>
            <a:custGeom>
              <a:avLst/>
              <a:ahLst/>
              <a:rect l="0" t="0" r="r" b="b"/>
              <a:pathLst>
                <a:path w="115" h="120">
                  <a:moveTo>
                    <a:pt x="0" y="78"/>
                  </a:moveTo>
                  <a:lnTo>
                    <a:pt x="27" y="99"/>
                  </a:lnTo>
                  <a:lnTo>
                    <a:pt x="53" y="120"/>
                  </a:lnTo>
                  <a:lnTo>
                    <a:pt x="115" y="42"/>
                  </a:lnTo>
                  <a:lnTo>
                    <a:pt x="88" y="21"/>
                  </a:lnTo>
                  <a:lnTo>
                    <a:pt x="62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62" name=""/>
            <p:cNvSpPr/>
            <p:nvPr/>
          </p:nvSpPr>
          <p:spPr>
            <a:xfrm rot="0">
              <a:off x="2242" y="1734"/>
              <a:ext cx="7" cy="5"/>
            </a:xfrm>
            <a:custGeom>
              <a:avLst/>
              <a:ahLst/>
              <a:rect l="0" t="0" r="r" b="b"/>
              <a:pathLst>
                <a:path w="26" h="21">
                  <a:moveTo>
                    <a:pt x="26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63" name=""/>
            <p:cNvSpPr/>
            <p:nvPr/>
          </p:nvSpPr>
          <p:spPr>
            <a:xfrm rot="0">
              <a:off x="2242" y="17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64" name=""/>
            <p:cNvSpPr/>
            <p:nvPr/>
          </p:nvSpPr>
          <p:spPr>
            <a:xfrm rot="0">
              <a:off x="2242" y="1715"/>
              <a:ext cx="29" cy="29"/>
            </a:xfrm>
            <a:custGeom>
              <a:avLst/>
              <a:ahLst/>
              <a:rect l="0" t="0" r="r" b="b"/>
              <a:pathLst>
                <a:path w="114" h="117">
                  <a:moveTo>
                    <a:pt x="0" y="75"/>
                  </a:moveTo>
                  <a:lnTo>
                    <a:pt x="26" y="96"/>
                  </a:lnTo>
                  <a:lnTo>
                    <a:pt x="53" y="117"/>
                  </a:lnTo>
                  <a:lnTo>
                    <a:pt x="114" y="42"/>
                  </a:lnTo>
                  <a:lnTo>
                    <a:pt x="88" y="21"/>
                  </a:lnTo>
                  <a:lnTo>
                    <a:pt x="62" y="0"/>
                  </a:lnTo>
                  <a:lnTo>
                    <a:pt x="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65" name=""/>
            <p:cNvSpPr/>
            <p:nvPr/>
          </p:nvSpPr>
          <p:spPr>
            <a:xfrm rot="0">
              <a:off x="2242" y="1715"/>
              <a:ext cx="29" cy="29"/>
            </a:xfrm>
            <a:custGeom>
              <a:avLst/>
              <a:ahLst/>
              <a:rect l="0" t="0" r="r" b="b"/>
              <a:pathLst>
                <a:path w="114" h="117">
                  <a:moveTo>
                    <a:pt x="0" y="75"/>
                  </a:moveTo>
                  <a:lnTo>
                    <a:pt x="26" y="96"/>
                  </a:lnTo>
                  <a:lnTo>
                    <a:pt x="53" y="117"/>
                  </a:lnTo>
                  <a:lnTo>
                    <a:pt x="114" y="42"/>
                  </a:lnTo>
                  <a:lnTo>
                    <a:pt x="88" y="21"/>
                  </a:lnTo>
                  <a:lnTo>
                    <a:pt x="62" y="0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66" name=""/>
            <p:cNvSpPr/>
            <p:nvPr/>
          </p:nvSpPr>
          <p:spPr>
            <a:xfrm rot="0">
              <a:off x="2258" y="1715"/>
              <a:ext cx="6" cy="5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67" name=""/>
            <p:cNvSpPr/>
            <p:nvPr/>
          </p:nvSpPr>
          <p:spPr>
            <a:xfrm rot="0" flipV="1">
              <a:off x="2258" y="17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68" name=""/>
            <p:cNvSpPr/>
            <p:nvPr/>
          </p:nvSpPr>
          <p:spPr>
            <a:xfrm rot="0">
              <a:off x="2258" y="1696"/>
              <a:ext cx="29" cy="30"/>
            </a:xfrm>
            <a:custGeom>
              <a:avLst/>
              <a:ahLst/>
              <a:rect l="0" t="0" r="r" b="b"/>
              <a:pathLst>
                <a:path w="115" h="118">
                  <a:moveTo>
                    <a:pt x="0" y="74"/>
                  </a:moveTo>
                  <a:lnTo>
                    <a:pt x="25" y="96"/>
                  </a:lnTo>
                  <a:lnTo>
                    <a:pt x="50" y="118"/>
                  </a:lnTo>
                  <a:lnTo>
                    <a:pt x="115" y="45"/>
                  </a:lnTo>
                  <a:lnTo>
                    <a:pt x="90" y="22"/>
                  </a:lnTo>
                  <a:lnTo>
                    <a:pt x="65" y="0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69" name=""/>
            <p:cNvSpPr/>
            <p:nvPr/>
          </p:nvSpPr>
          <p:spPr>
            <a:xfrm rot="0">
              <a:off x="2258" y="1696"/>
              <a:ext cx="29" cy="30"/>
            </a:xfrm>
            <a:custGeom>
              <a:avLst/>
              <a:ahLst/>
              <a:rect l="0" t="0" r="r" b="b"/>
              <a:pathLst>
                <a:path w="115" h="118">
                  <a:moveTo>
                    <a:pt x="0" y="74"/>
                  </a:moveTo>
                  <a:lnTo>
                    <a:pt x="25" y="96"/>
                  </a:lnTo>
                  <a:lnTo>
                    <a:pt x="50" y="118"/>
                  </a:lnTo>
                  <a:lnTo>
                    <a:pt x="115" y="45"/>
                  </a:lnTo>
                  <a:lnTo>
                    <a:pt x="90" y="22"/>
                  </a:lnTo>
                  <a:lnTo>
                    <a:pt x="65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70" name=""/>
            <p:cNvSpPr/>
            <p:nvPr/>
          </p:nvSpPr>
          <p:spPr>
            <a:xfrm rot="0">
              <a:off x="2274" y="1696"/>
              <a:ext cx="6" cy="6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71" name=""/>
            <p:cNvSpPr/>
            <p:nvPr/>
          </p:nvSpPr>
          <p:spPr>
            <a:xfrm rot="0">
              <a:off x="2274" y="1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72" name=""/>
            <p:cNvSpPr/>
            <p:nvPr/>
          </p:nvSpPr>
          <p:spPr>
            <a:xfrm rot="0">
              <a:off x="2274" y="1679"/>
              <a:ext cx="29" cy="28"/>
            </a:xfrm>
            <a:custGeom>
              <a:avLst/>
              <a:ahLst/>
              <a:rect l="0" t="0" r="r" b="b"/>
              <a:pathLst>
                <a:path w="115" h="115">
                  <a:moveTo>
                    <a:pt x="0" y="70"/>
                  </a:moveTo>
                  <a:lnTo>
                    <a:pt x="25" y="92"/>
                  </a:lnTo>
                  <a:lnTo>
                    <a:pt x="50" y="115"/>
                  </a:lnTo>
                  <a:lnTo>
                    <a:pt x="115" y="45"/>
                  </a:lnTo>
                  <a:lnTo>
                    <a:pt x="90" y="23"/>
                  </a:lnTo>
                  <a:lnTo>
                    <a:pt x="65" y="0"/>
                  </a:lnTo>
                  <a:lnTo>
                    <a:pt x="0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73" name=""/>
            <p:cNvSpPr/>
            <p:nvPr/>
          </p:nvSpPr>
          <p:spPr>
            <a:xfrm rot="0">
              <a:off x="2274" y="1679"/>
              <a:ext cx="29" cy="28"/>
            </a:xfrm>
            <a:custGeom>
              <a:avLst/>
              <a:ahLst/>
              <a:rect l="0" t="0" r="r" b="b"/>
              <a:pathLst>
                <a:path w="115" h="115">
                  <a:moveTo>
                    <a:pt x="0" y="70"/>
                  </a:moveTo>
                  <a:lnTo>
                    <a:pt x="25" y="92"/>
                  </a:lnTo>
                  <a:lnTo>
                    <a:pt x="50" y="115"/>
                  </a:lnTo>
                  <a:lnTo>
                    <a:pt x="115" y="45"/>
                  </a:lnTo>
                  <a:lnTo>
                    <a:pt x="90" y="23"/>
                  </a:lnTo>
                  <a:lnTo>
                    <a:pt x="65" y="0"/>
                  </a:lnTo>
                  <a:lnTo>
                    <a:pt x="0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74" name=""/>
            <p:cNvSpPr/>
            <p:nvPr/>
          </p:nvSpPr>
          <p:spPr>
            <a:xfrm rot="0">
              <a:off x="2291" y="1679"/>
              <a:ext cx="6" cy="5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75" name=""/>
            <p:cNvSpPr/>
            <p:nvPr/>
          </p:nvSpPr>
          <p:spPr>
            <a:xfrm rot="0" flipV="1">
              <a:off x="2291" y="16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76" name=""/>
            <p:cNvSpPr/>
            <p:nvPr/>
          </p:nvSpPr>
          <p:spPr>
            <a:xfrm rot="0">
              <a:off x="2291" y="1662"/>
              <a:ext cx="28" cy="28"/>
            </a:xfrm>
            <a:custGeom>
              <a:avLst/>
              <a:ahLst/>
              <a:rect l="0" t="0" r="r" b="b"/>
              <a:pathLst>
                <a:path w="114" h="114">
                  <a:moveTo>
                    <a:pt x="0" y="67"/>
                  </a:moveTo>
                  <a:lnTo>
                    <a:pt x="23" y="91"/>
                  </a:lnTo>
                  <a:lnTo>
                    <a:pt x="47" y="114"/>
                  </a:lnTo>
                  <a:lnTo>
                    <a:pt x="114" y="47"/>
                  </a:lnTo>
                  <a:lnTo>
                    <a:pt x="90" y="24"/>
                  </a:lnTo>
                  <a:lnTo>
                    <a:pt x="67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77" name=""/>
            <p:cNvSpPr/>
            <p:nvPr/>
          </p:nvSpPr>
          <p:spPr>
            <a:xfrm rot="0">
              <a:off x="2291" y="1662"/>
              <a:ext cx="28" cy="28"/>
            </a:xfrm>
            <a:custGeom>
              <a:avLst/>
              <a:ahLst/>
              <a:rect l="0" t="0" r="r" b="b"/>
              <a:pathLst>
                <a:path w="114" h="114">
                  <a:moveTo>
                    <a:pt x="0" y="67"/>
                  </a:moveTo>
                  <a:lnTo>
                    <a:pt x="23" y="91"/>
                  </a:lnTo>
                  <a:lnTo>
                    <a:pt x="47" y="114"/>
                  </a:lnTo>
                  <a:lnTo>
                    <a:pt x="114" y="47"/>
                  </a:lnTo>
                  <a:lnTo>
                    <a:pt x="90" y="24"/>
                  </a:lnTo>
                  <a:lnTo>
                    <a:pt x="67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78" name=""/>
            <p:cNvSpPr/>
            <p:nvPr/>
          </p:nvSpPr>
          <p:spPr>
            <a:xfrm rot="0">
              <a:off x="2308" y="1661"/>
              <a:ext cx="6" cy="7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79" name=""/>
            <p:cNvSpPr/>
            <p:nvPr/>
          </p:nvSpPr>
          <p:spPr>
            <a:xfrm rot="0" flipV="1">
              <a:off x="2308" y="16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80" name=""/>
            <p:cNvSpPr/>
            <p:nvPr/>
          </p:nvSpPr>
          <p:spPr>
            <a:xfrm rot="0">
              <a:off x="2308" y="1646"/>
              <a:ext cx="28" cy="28"/>
            </a:xfrm>
            <a:custGeom>
              <a:avLst/>
              <a:ahLst/>
              <a:rect l="0" t="0" r="r" b="b"/>
              <a:pathLst>
                <a:path w="112" h="113">
                  <a:moveTo>
                    <a:pt x="0" y="63"/>
                  </a:moveTo>
                  <a:lnTo>
                    <a:pt x="22" y="88"/>
                  </a:lnTo>
                  <a:lnTo>
                    <a:pt x="45" y="113"/>
                  </a:lnTo>
                  <a:lnTo>
                    <a:pt x="112" y="50"/>
                  </a:lnTo>
                  <a:lnTo>
                    <a:pt x="89" y="25"/>
                  </a:lnTo>
                  <a:lnTo>
                    <a:pt x="67" y="0"/>
                  </a:lnTo>
                  <a:lnTo>
                    <a:pt x="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81" name=""/>
            <p:cNvSpPr/>
            <p:nvPr/>
          </p:nvSpPr>
          <p:spPr>
            <a:xfrm rot="0">
              <a:off x="2308" y="1646"/>
              <a:ext cx="28" cy="28"/>
            </a:xfrm>
            <a:custGeom>
              <a:avLst/>
              <a:ahLst/>
              <a:rect l="0" t="0" r="r" b="b"/>
              <a:pathLst>
                <a:path w="112" h="113">
                  <a:moveTo>
                    <a:pt x="0" y="63"/>
                  </a:moveTo>
                  <a:lnTo>
                    <a:pt x="22" y="88"/>
                  </a:lnTo>
                  <a:lnTo>
                    <a:pt x="45" y="113"/>
                  </a:lnTo>
                  <a:lnTo>
                    <a:pt x="112" y="50"/>
                  </a:lnTo>
                  <a:lnTo>
                    <a:pt x="89" y="25"/>
                  </a:lnTo>
                  <a:lnTo>
                    <a:pt x="67" y="0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82" name=""/>
            <p:cNvSpPr/>
            <p:nvPr/>
          </p:nvSpPr>
          <p:spPr>
            <a:xfrm rot="0">
              <a:off x="2325" y="1646"/>
              <a:ext cx="5" cy="6"/>
            </a:xfrm>
            <a:custGeom>
              <a:avLst/>
              <a:ahLst/>
              <a:rect l="0" t="0" r="r" b="b"/>
              <a:pathLst>
                <a:path w="22" h="25">
                  <a:moveTo>
                    <a:pt x="22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83" name=""/>
            <p:cNvSpPr/>
            <p:nvPr/>
          </p:nvSpPr>
          <p:spPr>
            <a:xfrm rot="0">
              <a:off x="2325" y="16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84" name=""/>
            <p:cNvSpPr/>
            <p:nvPr/>
          </p:nvSpPr>
          <p:spPr>
            <a:xfrm rot="0">
              <a:off x="2325" y="1631"/>
              <a:ext cx="28" cy="27"/>
            </a:xfrm>
            <a:custGeom>
              <a:avLst/>
              <a:ahLst/>
              <a:rect l="0" t="0" r="r" b="b"/>
              <a:pathLst>
                <a:path w="114" h="111">
                  <a:moveTo>
                    <a:pt x="0" y="61"/>
                  </a:moveTo>
                  <a:lnTo>
                    <a:pt x="22" y="86"/>
                  </a:lnTo>
                  <a:lnTo>
                    <a:pt x="45" y="111"/>
                  </a:lnTo>
                  <a:lnTo>
                    <a:pt x="114" y="50"/>
                  </a:lnTo>
                  <a:lnTo>
                    <a:pt x="92" y="25"/>
                  </a:lnTo>
                  <a:lnTo>
                    <a:pt x="7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85" name=""/>
            <p:cNvSpPr/>
            <p:nvPr/>
          </p:nvSpPr>
          <p:spPr>
            <a:xfrm rot="0">
              <a:off x="2325" y="1631"/>
              <a:ext cx="28" cy="27"/>
            </a:xfrm>
            <a:custGeom>
              <a:avLst/>
              <a:ahLst/>
              <a:rect l="0" t="0" r="r" b="b"/>
              <a:pathLst>
                <a:path w="114" h="111">
                  <a:moveTo>
                    <a:pt x="0" y="61"/>
                  </a:moveTo>
                  <a:lnTo>
                    <a:pt x="22" y="86"/>
                  </a:lnTo>
                  <a:lnTo>
                    <a:pt x="45" y="111"/>
                  </a:lnTo>
                  <a:lnTo>
                    <a:pt x="114" y="50"/>
                  </a:lnTo>
                  <a:lnTo>
                    <a:pt x="92" y="25"/>
                  </a:lnTo>
                  <a:lnTo>
                    <a:pt x="70" y="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86" name=""/>
            <p:cNvSpPr/>
            <p:nvPr/>
          </p:nvSpPr>
          <p:spPr>
            <a:xfrm rot="0">
              <a:off x="2342" y="1630"/>
              <a:ext cx="6" cy="7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87" name=""/>
            <p:cNvSpPr/>
            <p:nvPr/>
          </p:nvSpPr>
          <p:spPr>
            <a:xfrm rot="0" flipV="1">
              <a:off x="2342" y="16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88" name=""/>
            <p:cNvSpPr/>
            <p:nvPr/>
          </p:nvSpPr>
          <p:spPr>
            <a:xfrm rot="0">
              <a:off x="2342" y="1616"/>
              <a:ext cx="28" cy="27"/>
            </a:xfrm>
            <a:custGeom>
              <a:avLst/>
              <a:ahLst/>
              <a:rect l="0" t="0" r="r" b="b"/>
              <a:pathLst>
                <a:path w="112" h="109">
                  <a:moveTo>
                    <a:pt x="0" y="57"/>
                  </a:moveTo>
                  <a:lnTo>
                    <a:pt x="21" y="83"/>
                  </a:lnTo>
                  <a:lnTo>
                    <a:pt x="42" y="109"/>
                  </a:lnTo>
                  <a:lnTo>
                    <a:pt x="112" y="53"/>
                  </a:lnTo>
                  <a:lnTo>
                    <a:pt x="91" y="27"/>
                  </a:lnTo>
                  <a:lnTo>
                    <a:pt x="70" y="0"/>
                  </a:lnTo>
                  <a:lnTo>
                    <a:pt x="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89" name=""/>
            <p:cNvSpPr/>
            <p:nvPr/>
          </p:nvSpPr>
          <p:spPr>
            <a:xfrm rot="0">
              <a:off x="2342" y="1616"/>
              <a:ext cx="28" cy="27"/>
            </a:xfrm>
            <a:custGeom>
              <a:avLst/>
              <a:ahLst/>
              <a:rect l="0" t="0" r="r" b="b"/>
              <a:pathLst>
                <a:path w="112" h="109">
                  <a:moveTo>
                    <a:pt x="0" y="57"/>
                  </a:moveTo>
                  <a:lnTo>
                    <a:pt x="21" y="83"/>
                  </a:lnTo>
                  <a:lnTo>
                    <a:pt x="42" y="109"/>
                  </a:lnTo>
                  <a:lnTo>
                    <a:pt x="112" y="53"/>
                  </a:lnTo>
                  <a:lnTo>
                    <a:pt x="91" y="27"/>
                  </a:lnTo>
                  <a:lnTo>
                    <a:pt x="70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90" name=""/>
            <p:cNvSpPr/>
            <p:nvPr/>
          </p:nvSpPr>
          <p:spPr>
            <a:xfrm rot="0">
              <a:off x="2360" y="1616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91" name=""/>
            <p:cNvSpPr/>
            <p:nvPr/>
          </p:nvSpPr>
          <p:spPr>
            <a:xfrm rot="0">
              <a:off x="2360" y="16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92" name=""/>
            <p:cNvSpPr/>
            <p:nvPr/>
          </p:nvSpPr>
          <p:spPr>
            <a:xfrm rot="0">
              <a:off x="2360" y="1603"/>
              <a:ext cx="28" cy="26"/>
            </a:xfrm>
            <a:custGeom>
              <a:avLst/>
              <a:ahLst/>
              <a:rect l="0" t="0" r="r" b="b"/>
              <a:pathLst>
                <a:path w="110" h="105">
                  <a:moveTo>
                    <a:pt x="0" y="52"/>
                  </a:moveTo>
                  <a:lnTo>
                    <a:pt x="20" y="79"/>
                  </a:lnTo>
                  <a:lnTo>
                    <a:pt x="39" y="105"/>
                  </a:lnTo>
                  <a:lnTo>
                    <a:pt x="110" y="52"/>
                  </a:lnTo>
                  <a:lnTo>
                    <a:pt x="91" y="26"/>
                  </a:lnTo>
                  <a:lnTo>
                    <a:pt x="71" y="0"/>
                  </a:lnTo>
                  <a:lnTo>
                    <a:pt x="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93" name=""/>
            <p:cNvSpPr/>
            <p:nvPr/>
          </p:nvSpPr>
          <p:spPr>
            <a:xfrm rot="0">
              <a:off x="2360" y="1603"/>
              <a:ext cx="28" cy="26"/>
            </a:xfrm>
            <a:custGeom>
              <a:avLst/>
              <a:ahLst/>
              <a:rect l="0" t="0" r="r" b="b"/>
              <a:pathLst>
                <a:path w="110" h="105">
                  <a:moveTo>
                    <a:pt x="0" y="52"/>
                  </a:moveTo>
                  <a:lnTo>
                    <a:pt x="20" y="79"/>
                  </a:lnTo>
                  <a:lnTo>
                    <a:pt x="39" y="105"/>
                  </a:lnTo>
                  <a:lnTo>
                    <a:pt x="110" y="52"/>
                  </a:lnTo>
                  <a:lnTo>
                    <a:pt x="91" y="26"/>
                  </a:lnTo>
                  <a:lnTo>
                    <a:pt x="71" y="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94" name=""/>
            <p:cNvSpPr/>
            <p:nvPr/>
          </p:nvSpPr>
          <p:spPr>
            <a:xfrm rot="0">
              <a:off x="2378" y="1603"/>
              <a:ext cx="5" cy="7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95" name=""/>
            <p:cNvSpPr/>
            <p:nvPr/>
          </p:nvSpPr>
          <p:spPr>
            <a:xfrm rot="0" flipV="1">
              <a:off x="2378" y="1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96" name=""/>
            <p:cNvSpPr/>
            <p:nvPr/>
          </p:nvSpPr>
          <p:spPr>
            <a:xfrm rot="0">
              <a:off x="2378" y="1590"/>
              <a:ext cx="27" cy="26"/>
            </a:xfrm>
            <a:custGeom>
              <a:avLst/>
              <a:ahLst/>
              <a:rect l="0" t="0" r="r" b="b"/>
              <a:pathLst>
                <a:path w="109" h="104">
                  <a:moveTo>
                    <a:pt x="0" y="48"/>
                  </a:moveTo>
                  <a:lnTo>
                    <a:pt x="20" y="76"/>
                  </a:lnTo>
                  <a:lnTo>
                    <a:pt x="39" y="104"/>
                  </a:lnTo>
                  <a:lnTo>
                    <a:pt x="109" y="55"/>
                  </a:lnTo>
                  <a:lnTo>
                    <a:pt x="89" y="27"/>
                  </a:lnTo>
                  <a:lnTo>
                    <a:pt x="70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97" name=""/>
            <p:cNvSpPr/>
            <p:nvPr/>
          </p:nvSpPr>
          <p:spPr>
            <a:xfrm rot="0">
              <a:off x="2378" y="1590"/>
              <a:ext cx="27" cy="26"/>
            </a:xfrm>
            <a:custGeom>
              <a:avLst/>
              <a:ahLst/>
              <a:rect l="0" t="0" r="r" b="b"/>
              <a:pathLst>
                <a:path w="109" h="104">
                  <a:moveTo>
                    <a:pt x="0" y="48"/>
                  </a:moveTo>
                  <a:lnTo>
                    <a:pt x="20" y="76"/>
                  </a:lnTo>
                  <a:lnTo>
                    <a:pt x="39" y="104"/>
                  </a:lnTo>
                  <a:lnTo>
                    <a:pt x="109" y="55"/>
                  </a:lnTo>
                  <a:lnTo>
                    <a:pt x="89" y="27"/>
                  </a:lnTo>
                  <a:lnTo>
                    <a:pt x="70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698" name=""/>
            <p:cNvSpPr/>
            <p:nvPr/>
          </p:nvSpPr>
          <p:spPr>
            <a:xfrm rot="0">
              <a:off x="2395" y="1590"/>
              <a:ext cx="5" cy="7"/>
            </a:xfrm>
            <a:custGeom>
              <a:avLst/>
              <a:ahLst/>
              <a:rect l="0" t="0" r="r" b="b"/>
              <a:pathLst>
                <a:path w="19" h="28">
                  <a:moveTo>
                    <a:pt x="19" y="28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699" name=""/>
            <p:cNvSpPr/>
            <p:nvPr/>
          </p:nvSpPr>
          <p:spPr>
            <a:xfrm rot="0" flipV="1">
              <a:off x="2395" y="15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00" name=""/>
            <p:cNvSpPr/>
            <p:nvPr/>
          </p:nvSpPr>
          <p:spPr>
            <a:xfrm rot="0">
              <a:off x="2396" y="1579"/>
              <a:ext cx="27" cy="26"/>
            </a:xfrm>
            <a:custGeom>
              <a:avLst/>
              <a:ahLst/>
              <a:rect l="0" t="0" r="r" b="b"/>
              <a:pathLst>
                <a:path w="109" h="103">
                  <a:moveTo>
                    <a:pt x="0" y="46"/>
                  </a:moveTo>
                  <a:lnTo>
                    <a:pt x="18" y="74"/>
                  </a:lnTo>
                  <a:lnTo>
                    <a:pt x="37" y="103"/>
                  </a:lnTo>
                  <a:lnTo>
                    <a:pt x="109" y="57"/>
                  </a:lnTo>
                  <a:lnTo>
                    <a:pt x="91" y="28"/>
                  </a:lnTo>
                  <a:lnTo>
                    <a:pt x="72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01" name=""/>
            <p:cNvSpPr/>
            <p:nvPr/>
          </p:nvSpPr>
          <p:spPr>
            <a:xfrm rot="0">
              <a:off x="2396" y="1579"/>
              <a:ext cx="27" cy="26"/>
            </a:xfrm>
            <a:custGeom>
              <a:avLst/>
              <a:ahLst/>
              <a:rect l="0" t="0" r="r" b="b"/>
              <a:pathLst>
                <a:path w="109" h="103">
                  <a:moveTo>
                    <a:pt x="0" y="46"/>
                  </a:moveTo>
                  <a:lnTo>
                    <a:pt x="18" y="74"/>
                  </a:lnTo>
                  <a:lnTo>
                    <a:pt x="37" y="103"/>
                  </a:lnTo>
                  <a:lnTo>
                    <a:pt x="109" y="57"/>
                  </a:lnTo>
                  <a:lnTo>
                    <a:pt x="91" y="28"/>
                  </a:lnTo>
                  <a:lnTo>
                    <a:pt x="72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02" name=""/>
            <p:cNvSpPr/>
            <p:nvPr/>
          </p:nvSpPr>
          <p:spPr>
            <a:xfrm rot="0">
              <a:off x="2414" y="1579"/>
              <a:ext cx="4" cy="7"/>
            </a:xfrm>
            <a:custGeom>
              <a:avLst/>
              <a:ahLst/>
              <a:rect l="0" t="0" r="r" b="b"/>
              <a:pathLst>
                <a:path w="19" h="28">
                  <a:moveTo>
                    <a:pt x="19" y="28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9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03" name=""/>
            <p:cNvSpPr/>
            <p:nvPr/>
          </p:nvSpPr>
          <p:spPr>
            <a:xfrm rot="0">
              <a:off x="2414" y="15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04" name=""/>
            <p:cNvSpPr/>
            <p:nvPr/>
          </p:nvSpPr>
          <p:spPr>
            <a:xfrm rot="0">
              <a:off x="2414" y="1568"/>
              <a:ext cx="26" cy="25"/>
            </a:xfrm>
            <a:custGeom>
              <a:avLst/>
              <a:ahLst/>
              <a:rect l="0" t="0" r="r" b="b"/>
              <a:pathLst>
                <a:path w="106" h="98">
                  <a:moveTo>
                    <a:pt x="0" y="41"/>
                  </a:moveTo>
                  <a:lnTo>
                    <a:pt x="18" y="69"/>
                  </a:lnTo>
                  <a:lnTo>
                    <a:pt x="35" y="98"/>
                  </a:lnTo>
                  <a:lnTo>
                    <a:pt x="106" y="58"/>
                  </a:lnTo>
                  <a:lnTo>
                    <a:pt x="89" y="29"/>
                  </a:lnTo>
                  <a:lnTo>
                    <a:pt x="71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05" name=""/>
            <p:cNvSpPr/>
            <p:nvPr/>
          </p:nvSpPr>
          <p:spPr>
            <a:xfrm rot="0">
              <a:off x="2414" y="1568"/>
              <a:ext cx="26" cy="25"/>
            </a:xfrm>
            <a:custGeom>
              <a:avLst/>
              <a:ahLst/>
              <a:rect l="0" t="0" r="r" b="b"/>
              <a:pathLst>
                <a:path w="106" h="98">
                  <a:moveTo>
                    <a:pt x="0" y="41"/>
                  </a:moveTo>
                  <a:lnTo>
                    <a:pt x="18" y="69"/>
                  </a:lnTo>
                  <a:lnTo>
                    <a:pt x="35" y="98"/>
                  </a:lnTo>
                  <a:lnTo>
                    <a:pt x="106" y="58"/>
                  </a:lnTo>
                  <a:lnTo>
                    <a:pt x="89" y="29"/>
                  </a:lnTo>
                  <a:lnTo>
                    <a:pt x="71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06" name=""/>
            <p:cNvSpPr/>
            <p:nvPr/>
          </p:nvSpPr>
          <p:spPr>
            <a:xfrm rot="0">
              <a:off x="2432" y="1568"/>
              <a:ext cx="4" cy="8"/>
            </a:xfrm>
            <a:custGeom>
              <a:avLst/>
              <a:ahLst/>
              <a:rect l="0" t="0" r="r" b="b"/>
              <a:pathLst>
                <a:path w="18" h="31">
                  <a:moveTo>
                    <a:pt x="18" y="31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18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07" name=""/>
            <p:cNvSpPr/>
            <p:nvPr/>
          </p:nvSpPr>
          <p:spPr>
            <a:xfrm rot="0" flipV="1">
              <a:off x="2432" y="15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08" name=""/>
            <p:cNvSpPr/>
            <p:nvPr/>
          </p:nvSpPr>
          <p:spPr>
            <a:xfrm rot="0">
              <a:off x="2432" y="1559"/>
              <a:ext cx="26" cy="24"/>
            </a:xfrm>
            <a:custGeom>
              <a:avLst/>
              <a:ahLst/>
              <a:rect l="0" t="0" r="r" b="b"/>
              <a:pathLst>
                <a:path w="102" h="97">
                  <a:moveTo>
                    <a:pt x="0" y="36"/>
                  </a:moveTo>
                  <a:lnTo>
                    <a:pt x="16" y="67"/>
                  </a:lnTo>
                  <a:lnTo>
                    <a:pt x="31" y="97"/>
                  </a:lnTo>
                  <a:lnTo>
                    <a:pt x="102" y="60"/>
                  </a:lnTo>
                  <a:lnTo>
                    <a:pt x="87" y="30"/>
                  </a:lnTo>
                  <a:lnTo>
                    <a:pt x="71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09" name=""/>
            <p:cNvSpPr/>
            <p:nvPr/>
          </p:nvSpPr>
          <p:spPr>
            <a:xfrm rot="0">
              <a:off x="2432" y="1559"/>
              <a:ext cx="26" cy="24"/>
            </a:xfrm>
            <a:custGeom>
              <a:avLst/>
              <a:ahLst/>
              <a:rect l="0" t="0" r="r" b="b"/>
              <a:pathLst>
                <a:path w="102" h="97">
                  <a:moveTo>
                    <a:pt x="0" y="36"/>
                  </a:moveTo>
                  <a:lnTo>
                    <a:pt x="16" y="67"/>
                  </a:lnTo>
                  <a:lnTo>
                    <a:pt x="31" y="97"/>
                  </a:lnTo>
                  <a:lnTo>
                    <a:pt x="102" y="60"/>
                  </a:lnTo>
                  <a:lnTo>
                    <a:pt x="87" y="30"/>
                  </a:lnTo>
                  <a:lnTo>
                    <a:pt x="71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10" name=""/>
            <p:cNvSpPr/>
            <p:nvPr/>
          </p:nvSpPr>
          <p:spPr>
            <a:xfrm rot="0">
              <a:off x="2450" y="1559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11" name=""/>
            <p:cNvSpPr/>
            <p:nvPr/>
          </p:nvSpPr>
          <p:spPr>
            <a:xfrm rot="0">
              <a:off x="2450" y="15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12" name=""/>
            <p:cNvSpPr/>
            <p:nvPr/>
          </p:nvSpPr>
          <p:spPr>
            <a:xfrm rot="0">
              <a:off x="2450" y="1551"/>
              <a:ext cx="25" cy="23"/>
            </a:xfrm>
            <a:custGeom>
              <a:avLst/>
              <a:ahLst/>
              <a:rect l="0" t="0" r="r" b="b"/>
              <a:pathLst>
                <a:path w="100" h="93">
                  <a:moveTo>
                    <a:pt x="0" y="33"/>
                  </a:moveTo>
                  <a:lnTo>
                    <a:pt x="15" y="63"/>
                  </a:lnTo>
                  <a:lnTo>
                    <a:pt x="29" y="93"/>
                  </a:lnTo>
                  <a:lnTo>
                    <a:pt x="100" y="60"/>
                  </a:lnTo>
                  <a:lnTo>
                    <a:pt x="85" y="30"/>
                  </a:lnTo>
                  <a:lnTo>
                    <a:pt x="7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13" name=""/>
            <p:cNvSpPr/>
            <p:nvPr/>
          </p:nvSpPr>
          <p:spPr>
            <a:xfrm rot="0">
              <a:off x="2450" y="1551"/>
              <a:ext cx="25" cy="23"/>
            </a:xfrm>
            <a:custGeom>
              <a:avLst/>
              <a:ahLst/>
              <a:rect l="0" t="0" r="r" b="b"/>
              <a:pathLst>
                <a:path w="100" h="93">
                  <a:moveTo>
                    <a:pt x="0" y="33"/>
                  </a:moveTo>
                  <a:lnTo>
                    <a:pt x="15" y="63"/>
                  </a:lnTo>
                  <a:lnTo>
                    <a:pt x="29" y="93"/>
                  </a:lnTo>
                  <a:lnTo>
                    <a:pt x="100" y="60"/>
                  </a:lnTo>
                  <a:lnTo>
                    <a:pt x="85" y="30"/>
                  </a:lnTo>
                  <a:lnTo>
                    <a:pt x="71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14" name=""/>
            <p:cNvSpPr/>
            <p:nvPr/>
          </p:nvSpPr>
          <p:spPr>
            <a:xfrm rot="0">
              <a:off x="2468" y="1550"/>
              <a:ext cx="4" cy="8"/>
            </a:xfrm>
            <a:custGeom>
              <a:avLst/>
              <a:ahLst/>
              <a:rect l="0" t="0" r="r" b="b"/>
              <a:pathLst>
                <a:path w="14" h="31">
                  <a:moveTo>
                    <a:pt x="14" y="3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15" name=""/>
            <p:cNvSpPr/>
            <p:nvPr/>
          </p:nvSpPr>
          <p:spPr>
            <a:xfrm rot="0" flipV="1">
              <a:off x="2468" y="15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16" name=""/>
            <p:cNvSpPr/>
            <p:nvPr/>
          </p:nvSpPr>
          <p:spPr>
            <a:xfrm rot="0">
              <a:off x="2468" y="1543"/>
              <a:ext cx="24" cy="23"/>
            </a:xfrm>
            <a:custGeom>
              <a:avLst/>
              <a:ahLst/>
              <a:rect l="0" t="0" r="r" b="b"/>
              <a:pathLst>
                <a:path w="96" h="92">
                  <a:moveTo>
                    <a:pt x="0" y="29"/>
                  </a:moveTo>
                  <a:lnTo>
                    <a:pt x="13" y="60"/>
                  </a:lnTo>
                  <a:lnTo>
                    <a:pt x="27" y="92"/>
                  </a:lnTo>
                  <a:lnTo>
                    <a:pt x="96" y="63"/>
                  </a:lnTo>
                  <a:lnTo>
                    <a:pt x="83" y="31"/>
                  </a:lnTo>
                  <a:lnTo>
                    <a:pt x="7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17" name=""/>
            <p:cNvSpPr/>
            <p:nvPr/>
          </p:nvSpPr>
          <p:spPr>
            <a:xfrm rot="0">
              <a:off x="2468" y="1543"/>
              <a:ext cx="24" cy="23"/>
            </a:xfrm>
            <a:custGeom>
              <a:avLst/>
              <a:ahLst/>
              <a:rect l="0" t="0" r="r" b="b"/>
              <a:pathLst>
                <a:path w="96" h="92">
                  <a:moveTo>
                    <a:pt x="0" y="29"/>
                  </a:moveTo>
                  <a:lnTo>
                    <a:pt x="13" y="60"/>
                  </a:lnTo>
                  <a:lnTo>
                    <a:pt x="27" y="92"/>
                  </a:lnTo>
                  <a:lnTo>
                    <a:pt x="96" y="63"/>
                  </a:lnTo>
                  <a:lnTo>
                    <a:pt x="83" y="31"/>
                  </a:lnTo>
                  <a:lnTo>
                    <a:pt x="70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18" name=""/>
            <p:cNvSpPr/>
            <p:nvPr/>
          </p:nvSpPr>
          <p:spPr>
            <a:xfrm rot="0">
              <a:off x="2486" y="1543"/>
              <a:ext cx="3" cy="8"/>
            </a:xfrm>
            <a:custGeom>
              <a:avLst/>
              <a:ahLst/>
              <a:rect l="0" t="0" r="r" b="b"/>
              <a:pathLst>
                <a:path w="13" h="31">
                  <a:moveTo>
                    <a:pt x="13" y="31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1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19" name=""/>
            <p:cNvSpPr/>
            <p:nvPr/>
          </p:nvSpPr>
          <p:spPr>
            <a:xfrm rot="0">
              <a:off x="2486" y="15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20" name=""/>
            <p:cNvSpPr/>
            <p:nvPr/>
          </p:nvSpPr>
          <p:spPr>
            <a:xfrm rot="0">
              <a:off x="2486" y="1537"/>
              <a:ext cx="23" cy="22"/>
            </a:xfrm>
            <a:custGeom>
              <a:avLst/>
              <a:ahLst/>
              <a:rect l="0" t="0" r="r" b="b"/>
              <a:pathLst>
                <a:path w="90" h="87">
                  <a:moveTo>
                    <a:pt x="0" y="24"/>
                  </a:moveTo>
                  <a:lnTo>
                    <a:pt x="10" y="55"/>
                  </a:lnTo>
                  <a:lnTo>
                    <a:pt x="21" y="87"/>
                  </a:lnTo>
                  <a:lnTo>
                    <a:pt x="90" y="63"/>
                  </a:lnTo>
                  <a:lnTo>
                    <a:pt x="80" y="31"/>
                  </a:lnTo>
                  <a:lnTo>
                    <a:pt x="6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21" name=""/>
            <p:cNvSpPr/>
            <p:nvPr/>
          </p:nvSpPr>
          <p:spPr>
            <a:xfrm rot="0">
              <a:off x="2486" y="1537"/>
              <a:ext cx="23" cy="22"/>
            </a:xfrm>
            <a:custGeom>
              <a:avLst/>
              <a:ahLst/>
              <a:rect l="0" t="0" r="r" b="b"/>
              <a:pathLst>
                <a:path w="90" h="87">
                  <a:moveTo>
                    <a:pt x="0" y="24"/>
                  </a:moveTo>
                  <a:lnTo>
                    <a:pt x="10" y="55"/>
                  </a:lnTo>
                  <a:lnTo>
                    <a:pt x="21" y="87"/>
                  </a:lnTo>
                  <a:lnTo>
                    <a:pt x="90" y="63"/>
                  </a:lnTo>
                  <a:lnTo>
                    <a:pt x="80" y="31"/>
                  </a:lnTo>
                  <a:lnTo>
                    <a:pt x="69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22" name=""/>
            <p:cNvSpPr/>
            <p:nvPr/>
          </p:nvSpPr>
          <p:spPr>
            <a:xfrm rot="0">
              <a:off x="2504" y="1537"/>
              <a:ext cx="2" cy="8"/>
            </a:xfrm>
            <a:custGeom>
              <a:avLst/>
              <a:ahLst/>
              <a:rect l="0" t="0" r="r" b="b"/>
              <a:pathLst>
                <a:path w="11" h="32">
                  <a:moveTo>
                    <a:pt x="11" y="32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1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23" name=""/>
            <p:cNvSpPr/>
            <p:nvPr/>
          </p:nvSpPr>
          <p:spPr>
            <a:xfrm rot="0" flipV="1">
              <a:off x="2504" y="1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24" name=""/>
            <p:cNvSpPr/>
            <p:nvPr/>
          </p:nvSpPr>
          <p:spPr>
            <a:xfrm rot="0">
              <a:off x="2504" y="1532"/>
              <a:ext cx="22" cy="21"/>
            </a:xfrm>
            <a:custGeom>
              <a:avLst/>
              <a:ahLst/>
              <a:rect l="0" t="0" r="r" b="b"/>
              <a:pathLst>
                <a:path w="88" h="85">
                  <a:moveTo>
                    <a:pt x="0" y="20"/>
                  </a:moveTo>
                  <a:lnTo>
                    <a:pt x="9" y="52"/>
                  </a:lnTo>
                  <a:lnTo>
                    <a:pt x="18" y="85"/>
                  </a:lnTo>
                  <a:lnTo>
                    <a:pt x="88" y="66"/>
                  </a:lnTo>
                  <a:lnTo>
                    <a:pt x="78" y="33"/>
                  </a:lnTo>
                  <a:lnTo>
                    <a:pt x="69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25" name=""/>
            <p:cNvSpPr/>
            <p:nvPr/>
          </p:nvSpPr>
          <p:spPr>
            <a:xfrm rot="0">
              <a:off x="2504" y="1532"/>
              <a:ext cx="22" cy="21"/>
            </a:xfrm>
            <a:custGeom>
              <a:avLst/>
              <a:ahLst/>
              <a:rect l="0" t="0" r="r" b="b"/>
              <a:pathLst>
                <a:path w="88" h="85">
                  <a:moveTo>
                    <a:pt x="0" y="20"/>
                  </a:moveTo>
                  <a:lnTo>
                    <a:pt x="9" y="52"/>
                  </a:lnTo>
                  <a:lnTo>
                    <a:pt x="18" y="85"/>
                  </a:lnTo>
                  <a:lnTo>
                    <a:pt x="88" y="66"/>
                  </a:lnTo>
                  <a:lnTo>
                    <a:pt x="78" y="33"/>
                  </a:lnTo>
                  <a:lnTo>
                    <a:pt x="69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26" name=""/>
            <p:cNvSpPr/>
            <p:nvPr/>
          </p:nvSpPr>
          <p:spPr>
            <a:xfrm rot="0">
              <a:off x="2522" y="1532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27" name=""/>
            <p:cNvSpPr/>
            <p:nvPr/>
          </p:nvSpPr>
          <p:spPr>
            <a:xfrm rot="0">
              <a:off x="2522" y="15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28" name=""/>
            <p:cNvSpPr/>
            <p:nvPr/>
          </p:nvSpPr>
          <p:spPr>
            <a:xfrm rot="0">
              <a:off x="2522" y="1528"/>
              <a:ext cx="21" cy="20"/>
            </a:xfrm>
            <a:custGeom>
              <a:avLst/>
              <a:ahLst/>
              <a:rect l="0" t="0" r="r" b="b"/>
              <a:pathLst>
                <a:path w="81" h="81">
                  <a:moveTo>
                    <a:pt x="0" y="15"/>
                  </a:moveTo>
                  <a:lnTo>
                    <a:pt x="6" y="48"/>
                  </a:lnTo>
                  <a:lnTo>
                    <a:pt x="13" y="81"/>
                  </a:lnTo>
                  <a:lnTo>
                    <a:pt x="81" y="66"/>
                  </a:lnTo>
                  <a:lnTo>
                    <a:pt x="75" y="33"/>
                  </a:lnTo>
                  <a:lnTo>
                    <a:pt x="68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29" name=""/>
            <p:cNvSpPr/>
            <p:nvPr/>
          </p:nvSpPr>
          <p:spPr>
            <a:xfrm rot="0">
              <a:off x="2522" y="1528"/>
              <a:ext cx="21" cy="20"/>
            </a:xfrm>
            <a:custGeom>
              <a:avLst/>
              <a:ahLst/>
              <a:rect l="0" t="0" r="r" b="b"/>
              <a:pathLst>
                <a:path w="81" h="81">
                  <a:moveTo>
                    <a:pt x="0" y="15"/>
                  </a:moveTo>
                  <a:lnTo>
                    <a:pt x="6" y="48"/>
                  </a:lnTo>
                  <a:lnTo>
                    <a:pt x="13" y="81"/>
                  </a:lnTo>
                  <a:lnTo>
                    <a:pt x="81" y="66"/>
                  </a:lnTo>
                  <a:lnTo>
                    <a:pt x="75" y="33"/>
                  </a:lnTo>
                  <a:lnTo>
                    <a:pt x="68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30" name=""/>
            <p:cNvSpPr/>
            <p:nvPr/>
          </p:nvSpPr>
          <p:spPr>
            <a:xfrm rot="0">
              <a:off x="2539" y="1528"/>
              <a:ext cx="2" cy="9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31" name=""/>
            <p:cNvSpPr/>
            <p:nvPr/>
          </p:nvSpPr>
          <p:spPr>
            <a:xfrm rot="0">
              <a:off x="2539" y="1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32" name=""/>
            <p:cNvSpPr/>
            <p:nvPr/>
          </p:nvSpPr>
          <p:spPr>
            <a:xfrm rot="0">
              <a:off x="2540" y="1526"/>
              <a:ext cx="19" cy="19"/>
            </a:xfrm>
            <a:custGeom>
              <a:avLst/>
              <a:ahLst/>
              <a:rect l="0" t="0" r="r" b="b"/>
              <a:pathLst>
                <a:path w="76" h="76">
                  <a:moveTo>
                    <a:pt x="0" y="10"/>
                  </a:moveTo>
                  <a:lnTo>
                    <a:pt x="5" y="43"/>
                  </a:lnTo>
                  <a:lnTo>
                    <a:pt x="10" y="76"/>
                  </a:lnTo>
                  <a:lnTo>
                    <a:pt x="76" y="66"/>
                  </a:lnTo>
                  <a:lnTo>
                    <a:pt x="70" y="33"/>
                  </a:lnTo>
                  <a:lnTo>
                    <a:pt x="65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33" name=""/>
            <p:cNvSpPr/>
            <p:nvPr/>
          </p:nvSpPr>
          <p:spPr>
            <a:xfrm rot="0">
              <a:off x="2540" y="1526"/>
              <a:ext cx="19" cy="19"/>
            </a:xfrm>
            <a:custGeom>
              <a:avLst/>
              <a:ahLst/>
              <a:rect l="0" t="0" r="r" b="b"/>
              <a:pathLst>
                <a:path w="76" h="76">
                  <a:moveTo>
                    <a:pt x="0" y="10"/>
                  </a:moveTo>
                  <a:lnTo>
                    <a:pt x="5" y="43"/>
                  </a:lnTo>
                  <a:lnTo>
                    <a:pt x="10" y="76"/>
                  </a:lnTo>
                  <a:lnTo>
                    <a:pt x="76" y="66"/>
                  </a:lnTo>
                  <a:lnTo>
                    <a:pt x="70" y="33"/>
                  </a:lnTo>
                  <a:lnTo>
                    <a:pt x="65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34" name=""/>
            <p:cNvSpPr/>
            <p:nvPr/>
          </p:nvSpPr>
          <p:spPr>
            <a:xfrm rot="0">
              <a:off x="2556" y="1526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35" name=""/>
            <p:cNvSpPr/>
            <p:nvPr/>
          </p:nvSpPr>
          <p:spPr>
            <a:xfrm rot="0">
              <a:off x="2556" y="1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36" name=""/>
            <p:cNvSpPr/>
            <p:nvPr/>
          </p:nvSpPr>
          <p:spPr>
            <a:xfrm rot="0">
              <a:off x="2556" y="1524"/>
              <a:ext cx="19" cy="18"/>
            </a:xfrm>
            <a:custGeom>
              <a:avLst/>
              <a:ahLst/>
              <a:rect l="0" t="0" r="r" b="b"/>
              <a:pathLst>
                <a:path w="73" h="73">
                  <a:moveTo>
                    <a:pt x="0" y="7"/>
                  </a:moveTo>
                  <a:lnTo>
                    <a:pt x="3" y="40"/>
                  </a:lnTo>
                  <a:lnTo>
                    <a:pt x="7" y="73"/>
                  </a:lnTo>
                  <a:lnTo>
                    <a:pt x="73" y="66"/>
                  </a:lnTo>
                  <a:lnTo>
                    <a:pt x="69" y="33"/>
                  </a:lnTo>
                  <a:lnTo>
                    <a:pt x="6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37" name=""/>
            <p:cNvSpPr/>
            <p:nvPr/>
          </p:nvSpPr>
          <p:spPr>
            <a:xfrm rot="0">
              <a:off x="2556" y="1524"/>
              <a:ext cx="19" cy="18"/>
            </a:xfrm>
            <a:custGeom>
              <a:avLst/>
              <a:ahLst/>
              <a:rect l="0" t="0" r="r" b="b"/>
              <a:pathLst>
                <a:path w="73" h="73">
                  <a:moveTo>
                    <a:pt x="0" y="7"/>
                  </a:moveTo>
                  <a:lnTo>
                    <a:pt x="3" y="40"/>
                  </a:lnTo>
                  <a:lnTo>
                    <a:pt x="7" y="73"/>
                  </a:lnTo>
                  <a:lnTo>
                    <a:pt x="73" y="66"/>
                  </a:lnTo>
                  <a:lnTo>
                    <a:pt x="69" y="33"/>
                  </a:lnTo>
                  <a:lnTo>
                    <a:pt x="65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38" name=""/>
            <p:cNvSpPr/>
            <p:nvPr/>
          </p:nvSpPr>
          <p:spPr>
            <a:xfrm rot="0">
              <a:off x="2573" y="152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39" name=""/>
            <p:cNvSpPr/>
            <p:nvPr/>
          </p:nvSpPr>
          <p:spPr>
            <a:xfrm rot="0">
              <a:off x="2573" y="15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40" name=""/>
            <p:cNvSpPr/>
            <p:nvPr/>
          </p:nvSpPr>
          <p:spPr>
            <a:xfrm rot="0">
              <a:off x="2573" y="1524"/>
              <a:ext cx="17" cy="17"/>
            </a:xfrm>
            <a:custGeom>
              <a:avLst/>
              <a:ahLst/>
              <a:rect l="0" t="0" r="r" b="b"/>
              <a:pathLst>
                <a:path w="67" h="67">
                  <a:moveTo>
                    <a:pt x="0" y="1"/>
                  </a:moveTo>
                  <a:lnTo>
                    <a:pt x="1" y="34"/>
                  </a:lnTo>
                  <a:lnTo>
                    <a:pt x="3" y="67"/>
                  </a:lnTo>
                  <a:lnTo>
                    <a:pt x="67" y="66"/>
                  </a:lnTo>
                  <a:lnTo>
                    <a:pt x="66" y="33"/>
                  </a:lnTo>
                  <a:lnTo>
                    <a:pt x="64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41" name=""/>
            <p:cNvSpPr/>
            <p:nvPr/>
          </p:nvSpPr>
          <p:spPr>
            <a:xfrm rot="0">
              <a:off x="2573" y="1524"/>
              <a:ext cx="17" cy="17"/>
            </a:xfrm>
            <a:custGeom>
              <a:avLst/>
              <a:ahLst/>
              <a:rect l="0" t="0" r="r" b="b"/>
              <a:pathLst>
                <a:path w="67" h="67">
                  <a:moveTo>
                    <a:pt x="0" y="1"/>
                  </a:moveTo>
                  <a:lnTo>
                    <a:pt x="1" y="34"/>
                  </a:lnTo>
                  <a:lnTo>
                    <a:pt x="3" y="67"/>
                  </a:lnTo>
                  <a:lnTo>
                    <a:pt x="67" y="66"/>
                  </a:lnTo>
                  <a:lnTo>
                    <a:pt x="66" y="33"/>
                  </a:lnTo>
                  <a:lnTo>
                    <a:pt x="64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42" name=""/>
            <p:cNvSpPr/>
            <p:nvPr/>
          </p:nvSpPr>
          <p:spPr>
            <a:xfrm rot="0">
              <a:off x="2590" y="152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2" y="33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43" name=""/>
            <p:cNvSpPr/>
            <p:nvPr/>
          </p:nvSpPr>
          <p:spPr>
            <a:xfrm rot="0">
              <a:off x="2590" y="15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44" name=""/>
            <p:cNvSpPr/>
            <p:nvPr/>
          </p:nvSpPr>
          <p:spPr>
            <a:xfrm rot="0">
              <a:off x="2589" y="1524"/>
              <a:ext cx="17" cy="17"/>
            </a:xfrm>
            <a:custGeom>
              <a:avLst/>
              <a:ahLst/>
              <a:rect l="0" t="0" r="r" b="b"/>
              <a:pathLst>
                <a:path w="68" h="70">
                  <a:moveTo>
                    <a:pt x="5" y="0"/>
                  </a:moveTo>
                  <a:lnTo>
                    <a:pt x="3" y="33"/>
                  </a:lnTo>
                  <a:lnTo>
                    <a:pt x="0" y="66"/>
                  </a:lnTo>
                  <a:lnTo>
                    <a:pt x="63" y="70"/>
                  </a:lnTo>
                  <a:lnTo>
                    <a:pt x="66" y="37"/>
                  </a:lnTo>
                  <a:lnTo>
                    <a:pt x="68" y="4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45" name=""/>
            <p:cNvSpPr/>
            <p:nvPr/>
          </p:nvSpPr>
          <p:spPr>
            <a:xfrm rot="0">
              <a:off x="2589" y="1524"/>
              <a:ext cx="17" cy="17"/>
            </a:xfrm>
            <a:custGeom>
              <a:avLst/>
              <a:ahLst/>
              <a:rect l="0" t="0" r="r" b="b"/>
              <a:pathLst>
                <a:path w="68" h="70">
                  <a:moveTo>
                    <a:pt x="5" y="0"/>
                  </a:moveTo>
                  <a:lnTo>
                    <a:pt x="3" y="33"/>
                  </a:lnTo>
                  <a:lnTo>
                    <a:pt x="0" y="66"/>
                  </a:lnTo>
                  <a:lnTo>
                    <a:pt x="63" y="70"/>
                  </a:lnTo>
                  <a:lnTo>
                    <a:pt x="66" y="37"/>
                  </a:lnTo>
                  <a:lnTo>
                    <a:pt x="68" y="4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46" name=""/>
            <p:cNvSpPr/>
            <p:nvPr/>
          </p:nvSpPr>
          <p:spPr>
            <a:xfrm rot="0">
              <a:off x="2606" y="1525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47" name=""/>
            <p:cNvSpPr/>
            <p:nvPr/>
          </p:nvSpPr>
          <p:spPr>
            <a:xfrm rot="0">
              <a:off x="2606" y="1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48" name=""/>
            <p:cNvSpPr/>
            <p:nvPr/>
          </p:nvSpPr>
          <p:spPr>
            <a:xfrm rot="0">
              <a:off x="2605" y="1525"/>
              <a:ext cx="17" cy="18"/>
            </a:xfrm>
            <a:custGeom>
              <a:avLst/>
              <a:ahLst/>
              <a:rect l="0" t="0" r="r" b="b"/>
              <a:pathLst>
                <a:path w="68" h="72">
                  <a:moveTo>
                    <a:pt x="8" y="0"/>
                  </a:moveTo>
                  <a:lnTo>
                    <a:pt x="4" y="33"/>
                  </a:lnTo>
                  <a:lnTo>
                    <a:pt x="0" y="66"/>
                  </a:lnTo>
                  <a:lnTo>
                    <a:pt x="60" y="72"/>
                  </a:lnTo>
                  <a:lnTo>
                    <a:pt x="64" y="39"/>
                  </a:lnTo>
                  <a:lnTo>
                    <a:pt x="68" y="7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49" name=""/>
            <p:cNvSpPr/>
            <p:nvPr/>
          </p:nvSpPr>
          <p:spPr>
            <a:xfrm rot="0">
              <a:off x="2605" y="1525"/>
              <a:ext cx="17" cy="18"/>
            </a:xfrm>
            <a:custGeom>
              <a:avLst/>
              <a:ahLst/>
              <a:rect l="0" t="0" r="r" b="b"/>
              <a:pathLst>
                <a:path w="68" h="72">
                  <a:moveTo>
                    <a:pt x="8" y="0"/>
                  </a:moveTo>
                  <a:lnTo>
                    <a:pt x="4" y="33"/>
                  </a:lnTo>
                  <a:lnTo>
                    <a:pt x="0" y="66"/>
                  </a:lnTo>
                  <a:lnTo>
                    <a:pt x="60" y="72"/>
                  </a:lnTo>
                  <a:lnTo>
                    <a:pt x="64" y="39"/>
                  </a:lnTo>
                  <a:lnTo>
                    <a:pt x="68" y="7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50" name=""/>
            <p:cNvSpPr/>
            <p:nvPr/>
          </p:nvSpPr>
          <p:spPr>
            <a:xfrm rot="0">
              <a:off x="2621" y="1526"/>
              <a:ext cx="2" cy="9"/>
            </a:xfrm>
            <a:custGeom>
              <a:avLst/>
              <a:ahLst/>
              <a:rect l="0" t="0" r="r" b="b"/>
              <a:pathLst>
                <a:path w="8" h="32">
                  <a:moveTo>
                    <a:pt x="0" y="32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51" name=""/>
            <p:cNvSpPr/>
            <p:nvPr/>
          </p:nvSpPr>
          <p:spPr>
            <a:xfrm rot="0">
              <a:off x="2622" y="1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52" name=""/>
            <p:cNvSpPr/>
            <p:nvPr/>
          </p:nvSpPr>
          <p:spPr>
            <a:xfrm rot="0">
              <a:off x="2619" y="1526"/>
              <a:ext cx="19" cy="20"/>
            </a:xfrm>
            <a:custGeom>
              <a:avLst/>
              <a:ahLst/>
              <a:rect l="0" t="0" r="r" b="b"/>
              <a:pathLst>
                <a:path w="75" h="78">
                  <a:moveTo>
                    <a:pt x="16" y="0"/>
                  </a:moveTo>
                  <a:lnTo>
                    <a:pt x="8" y="32"/>
                  </a:lnTo>
                  <a:lnTo>
                    <a:pt x="0" y="65"/>
                  </a:lnTo>
                  <a:lnTo>
                    <a:pt x="59" y="78"/>
                  </a:lnTo>
                  <a:lnTo>
                    <a:pt x="67" y="46"/>
                  </a:lnTo>
                  <a:lnTo>
                    <a:pt x="75" y="13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53" name=""/>
            <p:cNvSpPr/>
            <p:nvPr/>
          </p:nvSpPr>
          <p:spPr>
            <a:xfrm rot="0">
              <a:off x="2619" y="1526"/>
              <a:ext cx="19" cy="20"/>
            </a:xfrm>
            <a:custGeom>
              <a:avLst/>
              <a:ahLst/>
              <a:rect l="0" t="0" r="r" b="b"/>
              <a:pathLst>
                <a:path w="75" h="78">
                  <a:moveTo>
                    <a:pt x="16" y="0"/>
                  </a:moveTo>
                  <a:lnTo>
                    <a:pt x="8" y="32"/>
                  </a:lnTo>
                  <a:lnTo>
                    <a:pt x="0" y="65"/>
                  </a:lnTo>
                  <a:lnTo>
                    <a:pt x="59" y="78"/>
                  </a:lnTo>
                  <a:lnTo>
                    <a:pt x="67" y="46"/>
                  </a:lnTo>
                  <a:lnTo>
                    <a:pt x="75" y="13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54" name=""/>
            <p:cNvSpPr/>
            <p:nvPr/>
          </p:nvSpPr>
          <p:spPr>
            <a:xfrm rot="0">
              <a:off x="2636" y="1530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0" y="33"/>
                  </a:moveTo>
                  <a:lnTo>
                    <a:pt x="8" y="0"/>
                  </a:lnTo>
                  <a:lnTo>
                    <a:pt x="9" y="1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55" name=""/>
            <p:cNvSpPr/>
            <p:nvPr/>
          </p:nvSpPr>
          <p:spPr>
            <a:xfrm rot="0">
              <a:off x="2638" y="15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56" name=""/>
            <p:cNvSpPr/>
            <p:nvPr/>
          </p:nvSpPr>
          <p:spPr>
            <a:xfrm rot="0">
              <a:off x="2633" y="1530"/>
              <a:ext cx="19" cy="20"/>
            </a:xfrm>
            <a:custGeom>
              <a:avLst/>
              <a:ahLst/>
              <a:rect l="0" t="0" r="r" b="b"/>
              <a:pathLst>
                <a:path w="75" h="80">
                  <a:moveTo>
                    <a:pt x="18" y="0"/>
                  </a:moveTo>
                  <a:lnTo>
                    <a:pt x="9" y="32"/>
                  </a:lnTo>
                  <a:lnTo>
                    <a:pt x="0" y="63"/>
                  </a:lnTo>
                  <a:lnTo>
                    <a:pt x="57" y="80"/>
                  </a:lnTo>
                  <a:lnTo>
                    <a:pt x="66" y="49"/>
                  </a:lnTo>
                  <a:lnTo>
                    <a:pt x="75" y="17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57" name=""/>
            <p:cNvSpPr/>
            <p:nvPr/>
          </p:nvSpPr>
          <p:spPr>
            <a:xfrm rot="0">
              <a:off x="2633" y="1530"/>
              <a:ext cx="19" cy="20"/>
            </a:xfrm>
            <a:custGeom>
              <a:avLst/>
              <a:ahLst/>
              <a:rect l="0" t="0" r="r" b="b"/>
              <a:pathLst>
                <a:path w="75" h="80">
                  <a:moveTo>
                    <a:pt x="18" y="0"/>
                  </a:moveTo>
                  <a:lnTo>
                    <a:pt x="9" y="32"/>
                  </a:lnTo>
                  <a:lnTo>
                    <a:pt x="0" y="63"/>
                  </a:lnTo>
                  <a:lnTo>
                    <a:pt x="57" y="80"/>
                  </a:lnTo>
                  <a:lnTo>
                    <a:pt x="66" y="49"/>
                  </a:lnTo>
                  <a:lnTo>
                    <a:pt x="75" y="17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58" name=""/>
            <p:cNvSpPr/>
            <p:nvPr/>
          </p:nvSpPr>
          <p:spPr>
            <a:xfrm rot="0">
              <a:off x="2650" y="1534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0" y="32"/>
                  </a:moveTo>
                  <a:lnTo>
                    <a:pt x="9" y="0"/>
                  </a:lnTo>
                  <a:lnTo>
                    <a:pt x="1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59" name=""/>
            <p:cNvSpPr/>
            <p:nvPr/>
          </p:nvSpPr>
          <p:spPr>
            <a:xfrm rot="0">
              <a:off x="2652" y="15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60" name=""/>
            <p:cNvSpPr/>
            <p:nvPr/>
          </p:nvSpPr>
          <p:spPr>
            <a:xfrm rot="0">
              <a:off x="2647" y="1534"/>
              <a:ext cx="19" cy="21"/>
            </a:xfrm>
            <a:custGeom>
              <a:avLst/>
              <a:ahLst/>
              <a:rect l="0" t="0" r="r" b="b"/>
              <a:pathLst>
                <a:path w="77" h="84">
                  <a:moveTo>
                    <a:pt x="24" y="0"/>
                  </a:moveTo>
                  <a:lnTo>
                    <a:pt x="12" y="32"/>
                  </a:lnTo>
                  <a:lnTo>
                    <a:pt x="0" y="63"/>
                  </a:lnTo>
                  <a:lnTo>
                    <a:pt x="54" y="84"/>
                  </a:lnTo>
                  <a:lnTo>
                    <a:pt x="66" y="53"/>
                  </a:lnTo>
                  <a:lnTo>
                    <a:pt x="77" y="21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61" name=""/>
            <p:cNvSpPr/>
            <p:nvPr/>
          </p:nvSpPr>
          <p:spPr>
            <a:xfrm rot="0">
              <a:off x="2647" y="1534"/>
              <a:ext cx="19" cy="21"/>
            </a:xfrm>
            <a:custGeom>
              <a:avLst/>
              <a:ahLst/>
              <a:rect l="0" t="0" r="r" b="b"/>
              <a:pathLst>
                <a:path w="77" h="84">
                  <a:moveTo>
                    <a:pt x="24" y="0"/>
                  </a:moveTo>
                  <a:lnTo>
                    <a:pt x="12" y="32"/>
                  </a:lnTo>
                  <a:lnTo>
                    <a:pt x="0" y="63"/>
                  </a:lnTo>
                  <a:lnTo>
                    <a:pt x="54" y="84"/>
                  </a:lnTo>
                  <a:lnTo>
                    <a:pt x="66" y="53"/>
                  </a:lnTo>
                  <a:lnTo>
                    <a:pt x="77" y="21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62" name=""/>
            <p:cNvSpPr/>
            <p:nvPr/>
          </p:nvSpPr>
          <p:spPr>
            <a:xfrm rot="0">
              <a:off x="2663" y="1540"/>
              <a:ext cx="4" cy="7"/>
            </a:xfrm>
            <a:custGeom>
              <a:avLst/>
              <a:ahLst/>
              <a:rect l="0" t="0" r="r" b="b"/>
              <a:pathLst>
                <a:path w="14" h="32">
                  <a:moveTo>
                    <a:pt x="0" y="32"/>
                  </a:moveTo>
                  <a:lnTo>
                    <a:pt x="11" y="0"/>
                  </a:lnTo>
                  <a:lnTo>
                    <a:pt x="14" y="1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63" name=""/>
            <p:cNvSpPr/>
            <p:nvPr/>
          </p:nvSpPr>
          <p:spPr>
            <a:xfrm rot="0">
              <a:off x="2666" y="15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64" name=""/>
            <p:cNvSpPr/>
            <p:nvPr/>
          </p:nvSpPr>
          <p:spPr>
            <a:xfrm rot="0">
              <a:off x="2660" y="1540"/>
              <a:ext cx="20" cy="22"/>
            </a:xfrm>
            <a:custGeom>
              <a:avLst/>
              <a:ahLst/>
              <a:rect l="0" t="0" r="r" b="b"/>
              <a:pathLst>
                <a:path w="82" h="87">
                  <a:moveTo>
                    <a:pt x="29" y="0"/>
                  </a:moveTo>
                  <a:lnTo>
                    <a:pt x="15" y="31"/>
                  </a:lnTo>
                  <a:lnTo>
                    <a:pt x="0" y="61"/>
                  </a:lnTo>
                  <a:lnTo>
                    <a:pt x="53" y="87"/>
                  </a:lnTo>
                  <a:lnTo>
                    <a:pt x="67" y="57"/>
                  </a:lnTo>
                  <a:lnTo>
                    <a:pt x="82" y="27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65" name=""/>
            <p:cNvSpPr/>
            <p:nvPr/>
          </p:nvSpPr>
          <p:spPr>
            <a:xfrm rot="0">
              <a:off x="2660" y="1540"/>
              <a:ext cx="20" cy="22"/>
            </a:xfrm>
            <a:custGeom>
              <a:avLst/>
              <a:ahLst/>
              <a:rect l="0" t="0" r="r" b="b"/>
              <a:pathLst>
                <a:path w="82" h="87">
                  <a:moveTo>
                    <a:pt x="29" y="0"/>
                  </a:moveTo>
                  <a:lnTo>
                    <a:pt x="15" y="31"/>
                  </a:lnTo>
                  <a:lnTo>
                    <a:pt x="0" y="61"/>
                  </a:lnTo>
                  <a:lnTo>
                    <a:pt x="53" y="87"/>
                  </a:lnTo>
                  <a:lnTo>
                    <a:pt x="67" y="57"/>
                  </a:lnTo>
                  <a:lnTo>
                    <a:pt x="82" y="27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66" name=""/>
            <p:cNvSpPr/>
            <p:nvPr/>
          </p:nvSpPr>
          <p:spPr>
            <a:xfrm rot="0">
              <a:off x="2676" y="1546"/>
              <a:ext cx="5" cy="8"/>
            </a:xfrm>
            <a:custGeom>
              <a:avLst/>
              <a:ahLst/>
              <a:rect l="0" t="0" r="r" b="b"/>
              <a:pathLst>
                <a:path w="17" h="30">
                  <a:moveTo>
                    <a:pt x="0" y="30"/>
                  </a:moveTo>
                  <a:lnTo>
                    <a:pt x="15" y="0"/>
                  </a:lnTo>
                  <a:lnTo>
                    <a:pt x="17" y="1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67" name=""/>
            <p:cNvSpPr/>
            <p:nvPr/>
          </p:nvSpPr>
          <p:spPr>
            <a:xfrm rot="0">
              <a:off x="2680" y="1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68" name=""/>
            <p:cNvSpPr/>
            <p:nvPr/>
          </p:nvSpPr>
          <p:spPr>
            <a:xfrm rot="0">
              <a:off x="2672" y="1547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50" y="88"/>
                  </a:lnTo>
                  <a:lnTo>
                    <a:pt x="67" y="59"/>
                  </a:lnTo>
                  <a:lnTo>
                    <a:pt x="84" y="3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69" name=""/>
            <p:cNvSpPr/>
            <p:nvPr/>
          </p:nvSpPr>
          <p:spPr>
            <a:xfrm rot="0">
              <a:off x="2672" y="1547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50" y="88"/>
                  </a:lnTo>
                  <a:lnTo>
                    <a:pt x="67" y="59"/>
                  </a:lnTo>
                  <a:lnTo>
                    <a:pt x="84" y="30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70" name=""/>
            <p:cNvSpPr/>
            <p:nvPr/>
          </p:nvSpPr>
          <p:spPr>
            <a:xfrm rot="0">
              <a:off x="2689" y="1554"/>
              <a:ext cx="5" cy="8"/>
            </a:xfrm>
            <a:custGeom>
              <a:avLst/>
              <a:ahLst/>
              <a:rect l="0" t="0" r="r" b="b"/>
              <a:pathLst>
                <a:path w="20" h="29">
                  <a:moveTo>
                    <a:pt x="0" y="29"/>
                  </a:moveTo>
                  <a:lnTo>
                    <a:pt x="17" y="0"/>
                  </a:lnTo>
                  <a:lnTo>
                    <a:pt x="20" y="2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71" name=""/>
            <p:cNvSpPr/>
            <p:nvPr/>
          </p:nvSpPr>
          <p:spPr>
            <a:xfrm rot="0">
              <a:off x="2693" y="1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72" name=""/>
            <p:cNvSpPr/>
            <p:nvPr/>
          </p:nvSpPr>
          <p:spPr>
            <a:xfrm rot="0">
              <a:off x="2684" y="1555"/>
              <a:ext cx="22" cy="22"/>
            </a:xfrm>
            <a:custGeom>
              <a:avLst/>
              <a:ahLst/>
              <a:rect l="0" t="0" r="r" b="b"/>
              <a:pathLst>
                <a:path w="87" h="89">
                  <a:moveTo>
                    <a:pt x="40" y="0"/>
                  </a:moveTo>
                  <a:lnTo>
                    <a:pt x="20" y="27"/>
                  </a:lnTo>
                  <a:lnTo>
                    <a:pt x="0" y="55"/>
                  </a:lnTo>
                  <a:lnTo>
                    <a:pt x="48" y="89"/>
                  </a:lnTo>
                  <a:lnTo>
                    <a:pt x="67" y="61"/>
                  </a:lnTo>
                  <a:lnTo>
                    <a:pt x="87" y="34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73" name=""/>
            <p:cNvSpPr/>
            <p:nvPr/>
          </p:nvSpPr>
          <p:spPr>
            <a:xfrm rot="0">
              <a:off x="2684" y="1555"/>
              <a:ext cx="22" cy="22"/>
            </a:xfrm>
            <a:custGeom>
              <a:avLst/>
              <a:ahLst/>
              <a:rect l="0" t="0" r="r" b="b"/>
              <a:pathLst>
                <a:path w="87" h="89">
                  <a:moveTo>
                    <a:pt x="40" y="0"/>
                  </a:moveTo>
                  <a:lnTo>
                    <a:pt x="20" y="27"/>
                  </a:lnTo>
                  <a:lnTo>
                    <a:pt x="0" y="55"/>
                  </a:lnTo>
                  <a:lnTo>
                    <a:pt x="48" y="89"/>
                  </a:lnTo>
                  <a:lnTo>
                    <a:pt x="67" y="61"/>
                  </a:lnTo>
                  <a:lnTo>
                    <a:pt x="87" y="34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74" name=""/>
            <p:cNvSpPr/>
            <p:nvPr/>
          </p:nvSpPr>
          <p:spPr>
            <a:xfrm rot="0">
              <a:off x="2701" y="1563"/>
              <a:ext cx="5" cy="7"/>
            </a:xfrm>
            <a:custGeom>
              <a:avLst/>
              <a:ahLst/>
              <a:rect l="0" t="0" r="r" b="b"/>
              <a:pathLst>
                <a:path w="23" h="27">
                  <a:moveTo>
                    <a:pt x="0" y="27"/>
                  </a:moveTo>
                  <a:lnTo>
                    <a:pt x="20" y="0"/>
                  </a:lnTo>
                  <a:lnTo>
                    <a:pt x="23" y="2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75" name=""/>
            <p:cNvSpPr/>
            <p:nvPr/>
          </p:nvSpPr>
          <p:spPr>
            <a:xfrm rot="0">
              <a:off x="2706" y="1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76" name=""/>
            <p:cNvSpPr/>
            <p:nvPr/>
          </p:nvSpPr>
          <p:spPr>
            <a:xfrm rot="0">
              <a:off x="2695" y="1564"/>
              <a:ext cx="22" cy="22"/>
            </a:xfrm>
            <a:custGeom>
              <a:avLst/>
              <a:ahLst/>
              <a:rect l="0" t="0" r="r" b="b"/>
              <a:pathLst>
                <a:path w="88" h="88">
                  <a:moveTo>
                    <a:pt x="45" y="0"/>
                  </a:moveTo>
                  <a:lnTo>
                    <a:pt x="22" y="25"/>
                  </a:lnTo>
                  <a:lnTo>
                    <a:pt x="0" y="50"/>
                  </a:lnTo>
                  <a:lnTo>
                    <a:pt x="44" y="88"/>
                  </a:lnTo>
                  <a:lnTo>
                    <a:pt x="66" y="63"/>
                  </a:lnTo>
                  <a:lnTo>
                    <a:pt x="88" y="39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77" name=""/>
            <p:cNvSpPr/>
            <p:nvPr/>
          </p:nvSpPr>
          <p:spPr>
            <a:xfrm rot="0">
              <a:off x="2695" y="1564"/>
              <a:ext cx="22" cy="22"/>
            </a:xfrm>
            <a:custGeom>
              <a:avLst/>
              <a:ahLst/>
              <a:rect l="0" t="0" r="r" b="b"/>
              <a:pathLst>
                <a:path w="88" h="88">
                  <a:moveTo>
                    <a:pt x="45" y="0"/>
                  </a:moveTo>
                  <a:lnTo>
                    <a:pt x="22" y="25"/>
                  </a:lnTo>
                  <a:lnTo>
                    <a:pt x="0" y="50"/>
                  </a:lnTo>
                  <a:lnTo>
                    <a:pt x="44" y="88"/>
                  </a:lnTo>
                  <a:lnTo>
                    <a:pt x="66" y="63"/>
                  </a:lnTo>
                  <a:lnTo>
                    <a:pt x="88" y="39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78" name=""/>
            <p:cNvSpPr/>
            <p:nvPr/>
          </p:nvSpPr>
          <p:spPr>
            <a:xfrm rot="0">
              <a:off x="2711" y="1573"/>
              <a:ext cx="6" cy="7"/>
            </a:xfrm>
            <a:custGeom>
              <a:avLst/>
              <a:ahLst/>
              <a:rect l="0" t="0" r="r" b="b"/>
              <a:pathLst>
                <a:path w="24" h="24">
                  <a:moveTo>
                    <a:pt x="0" y="24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79" name=""/>
            <p:cNvSpPr/>
            <p:nvPr/>
          </p:nvSpPr>
          <p:spPr>
            <a:xfrm rot="0">
              <a:off x="2717" y="1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80" name=""/>
            <p:cNvSpPr/>
            <p:nvPr/>
          </p:nvSpPr>
          <p:spPr>
            <a:xfrm rot="0">
              <a:off x="2706" y="1574"/>
              <a:ext cx="22" cy="22"/>
            </a:xfrm>
            <a:custGeom>
              <a:avLst/>
              <a:ahLst/>
              <a:rect l="0" t="0" r="r" b="b"/>
              <a:pathLst>
                <a:path w="90" h="91">
                  <a:moveTo>
                    <a:pt x="48" y="0"/>
                  </a:moveTo>
                  <a:lnTo>
                    <a:pt x="24" y="23"/>
                  </a:lnTo>
                  <a:lnTo>
                    <a:pt x="0" y="47"/>
                  </a:lnTo>
                  <a:lnTo>
                    <a:pt x="42" y="91"/>
                  </a:lnTo>
                  <a:lnTo>
                    <a:pt x="66" y="67"/>
                  </a:lnTo>
                  <a:lnTo>
                    <a:pt x="90" y="43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81" name=""/>
            <p:cNvSpPr/>
            <p:nvPr/>
          </p:nvSpPr>
          <p:spPr>
            <a:xfrm rot="0">
              <a:off x="2706" y="1574"/>
              <a:ext cx="22" cy="22"/>
            </a:xfrm>
            <a:custGeom>
              <a:avLst/>
              <a:ahLst/>
              <a:rect l="0" t="0" r="r" b="b"/>
              <a:pathLst>
                <a:path w="90" h="91">
                  <a:moveTo>
                    <a:pt x="48" y="0"/>
                  </a:moveTo>
                  <a:lnTo>
                    <a:pt x="24" y="23"/>
                  </a:lnTo>
                  <a:lnTo>
                    <a:pt x="0" y="47"/>
                  </a:lnTo>
                  <a:lnTo>
                    <a:pt x="42" y="91"/>
                  </a:lnTo>
                  <a:lnTo>
                    <a:pt x="66" y="67"/>
                  </a:lnTo>
                  <a:lnTo>
                    <a:pt x="90" y="43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82" name=""/>
            <p:cNvSpPr/>
            <p:nvPr/>
          </p:nvSpPr>
          <p:spPr>
            <a:xfrm rot="0">
              <a:off x="2722" y="1585"/>
              <a:ext cx="7" cy="5"/>
            </a:xfrm>
            <a:custGeom>
              <a:avLst/>
              <a:ahLst/>
              <a:rect l="0" t="0" r="r" b="b"/>
              <a:pathLst>
                <a:path w="26" h="24">
                  <a:moveTo>
                    <a:pt x="0" y="24"/>
                  </a:moveTo>
                  <a:lnTo>
                    <a:pt x="24" y="0"/>
                  </a:lnTo>
                  <a:lnTo>
                    <a:pt x="26" y="3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83" name=""/>
            <p:cNvSpPr/>
            <p:nvPr/>
          </p:nvSpPr>
          <p:spPr>
            <a:xfrm rot="0">
              <a:off x="2728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84" name=""/>
            <p:cNvSpPr/>
            <p:nvPr/>
          </p:nvSpPr>
          <p:spPr>
            <a:xfrm rot="0">
              <a:off x="2715" y="1585"/>
              <a:ext cx="23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52" y="0"/>
                  </a:moveTo>
                  <a:lnTo>
                    <a:pt x="26" y="21"/>
                  </a:lnTo>
                  <a:lnTo>
                    <a:pt x="0" y="42"/>
                  </a:lnTo>
                  <a:lnTo>
                    <a:pt x="38" y="88"/>
                  </a:lnTo>
                  <a:lnTo>
                    <a:pt x="64" y="67"/>
                  </a:lnTo>
                  <a:lnTo>
                    <a:pt x="90" y="46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85" name=""/>
            <p:cNvSpPr/>
            <p:nvPr/>
          </p:nvSpPr>
          <p:spPr>
            <a:xfrm rot="0">
              <a:off x="2715" y="1585"/>
              <a:ext cx="23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52" y="0"/>
                  </a:moveTo>
                  <a:lnTo>
                    <a:pt x="26" y="21"/>
                  </a:lnTo>
                  <a:lnTo>
                    <a:pt x="0" y="42"/>
                  </a:lnTo>
                  <a:lnTo>
                    <a:pt x="38" y="88"/>
                  </a:lnTo>
                  <a:lnTo>
                    <a:pt x="64" y="67"/>
                  </a:lnTo>
                  <a:lnTo>
                    <a:pt x="90" y="46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86" name=""/>
            <p:cNvSpPr/>
            <p:nvPr/>
          </p:nvSpPr>
          <p:spPr>
            <a:xfrm rot="0">
              <a:off x="2732" y="1597"/>
              <a:ext cx="6" cy="5"/>
            </a:xfrm>
            <a:custGeom>
              <a:avLst/>
              <a:ahLst/>
              <a:rect l="0" t="0" r="r" b="b"/>
              <a:pathLst>
                <a:path w="28" h="21">
                  <a:moveTo>
                    <a:pt x="0" y="21"/>
                  </a:moveTo>
                  <a:lnTo>
                    <a:pt x="26" y="0"/>
                  </a:lnTo>
                  <a:lnTo>
                    <a:pt x="28" y="1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87" name=""/>
            <p:cNvSpPr/>
            <p:nvPr/>
          </p:nvSpPr>
          <p:spPr>
            <a:xfrm rot="0">
              <a:off x="2738" y="15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88" name=""/>
            <p:cNvSpPr/>
            <p:nvPr/>
          </p:nvSpPr>
          <p:spPr>
            <a:xfrm rot="0">
              <a:off x="2725" y="1597"/>
              <a:ext cx="22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56" y="0"/>
                  </a:moveTo>
                  <a:lnTo>
                    <a:pt x="28" y="20"/>
                  </a:lnTo>
                  <a:lnTo>
                    <a:pt x="0" y="40"/>
                  </a:lnTo>
                  <a:lnTo>
                    <a:pt x="36" y="91"/>
                  </a:lnTo>
                  <a:lnTo>
                    <a:pt x="64" y="71"/>
                  </a:lnTo>
                  <a:lnTo>
                    <a:pt x="91" y="51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89" name=""/>
            <p:cNvSpPr/>
            <p:nvPr/>
          </p:nvSpPr>
          <p:spPr>
            <a:xfrm rot="0">
              <a:off x="2725" y="1597"/>
              <a:ext cx="22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56" y="0"/>
                  </a:moveTo>
                  <a:lnTo>
                    <a:pt x="28" y="20"/>
                  </a:lnTo>
                  <a:lnTo>
                    <a:pt x="0" y="40"/>
                  </a:lnTo>
                  <a:lnTo>
                    <a:pt x="36" y="91"/>
                  </a:lnTo>
                  <a:lnTo>
                    <a:pt x="64" y="71"/>
                  </a:lnTo>
                  <a:lnTo>
                    <a:pt x="91" y="51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90" name=""/>
            <p:cNvSpPr/>
            <p:nvPr/>
          </p:nvSpPr>
          <p:spPr>
            <a:xfrm rot="0">
              <a:off x="2740" y="1610"/>
              <a:ext cx="8" cy="5"/>
            </a:xfrm>
            <a:custGeom>
              <a:avLst/>
              <a:ahLst/>
              <a:rect l="0" t="0" r="r" b="b"/>
              <a:pathLst>
                <a:path w="28" h="20">
                  <a:moveTo>
                    <a:pt x="0" y="20"/>
                  </a:moveTo>
                  <a:lnTo>
                    <a:pt x="27" y="0"/>
                  </a:lnTo>
                  <a:lnTo>
                    <a:pt x="28" y="3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91" name=""/>
            <p:cNvSpPr/>
            <p:nvPr/>
          </p:nvSpPr>
          <p:spPr>
            <a:xfrm rot="0">
              <a:off x="2747" y="16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92" name=""/>
            <p:cNvSpPr/>
            <p:nvPr/>
          </p:nvSpPr>
          <p:spPr>
            <a:xfrm rot="0">
              <a:off x="2733" y="1611"/>
              <a:ext cx="23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57" y="0"/>
                  </a:moveTo>
                  <a:lnTo>
                    <a:pt x="29" y="17"/>
                  </a:lnTo>
                  <a:lnTo>
                    <a:pt x="0" y="34"/>
                  </a:lnTo>
                  <a:lnTo>
                    <a:pt x="32" y="88"/>
                  </a:lnTo>
                  <a:lnTo>
                    <a:pt x="61" y="71"/>
                  </a:lnTo>
                  <a:lnTo>
                    <a:pt x="90" y="54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93" name=""/>
            <p:cNvSpPr/>
            <p:nvPr/>
          </p:nvSpPr>
          <p:spPr>
            <a:xfrm rot="0">
              <a:off x="2733" y="1611"/>
              <a:ext cx="23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57" y="0"/>
                  </a:moveTo>
                  <a:lnTo>
                    <a:pt x="29" y="17"/>
                  </a:lnTo>
                  <a:lnTo>
                    <a:pt x="0" y="34"/>
                  </a:lnTo>
                  <a:lnTo>
                    <a:pt x="32" y="88"/>
                  </a:lnTo>
                  <a:lnTo>
                    <a:pt x="61" y="71"/>
                  </a:lnTo>
                  <a:lnTo>
                    <a:pt x="90" y="54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94" name=""/>
            <p:cNvSpPr/>
            <p:nvPr/>
          </p:nvSpPr>
          <p:spPr>
            <a:xfrm rot="0">
              <a:off x="2749" y="1624"/>
              <a:ext cx="7" cy="4"/>
            </a:xfrm>
            <a:custGeom>
              <a:avLst/>
              <a:ahLst/>
              <a:rect l="0" t="0" r="r" b="b"/>
              <a:pathLst>
                <a:path w="31" h="17">
                  <a:moveTo>
                    <a:pt x="0" y="17"/>
                  </a:moveTo>
                  <a:lnTo>
                    <a:pt x="29" y="0"/>
                  </a:lnTo>
                  <a:lnTo>
                    <a:pt x="31" y="3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95" name=""/>
            <p:cNvSpPr/>
            <p:nvPr/>
          </p:nvSpPr>
          <p:spPr>
            <a:xfrm rot="0">
              <a:off x="2756" y="16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96" name=""/>
            <p:cNvSpPr/>
            <p:nvPr/>
          </p:nvSpPr>
          <p:spPr>
            <a:xfrm rot="0">
              <a:off x="2741" y="1625"/>
              <a:ext cx="22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61" y="0"/>
                  </a:moveTo>
                  <a:lnTo>
                    <a:pt x="30" y="14"/>
                  </a:lnTo>
                  <a:lnTo>
                    <a:pt x="0" y="28"/>
                  </a:lnTo>
                  <a:lnTo>
                    <a:pt x="29" y="88"/>
                  </a:lnTo>
                  <a:lnTo>
                    <a:pt x="59" y="73"/>
                  </a:lnTo>
                  <a:lnTo>
                    <a:pt x="90" y="59"/>
                  </a:lnTo>
                  <a:lnTo>
                    <a:pt x="6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97" name=""/>
            <p:cNvSpPr/>
            <p:nvPr/>
          </p:nvSpPr>
          <p:spPr>
            <a:xfrm rot="0">
              <a:off x="2741" y="1625"/>
              <a:ext cx="22" cy="22"/>
            </a:xfrm>
            <a:custGeom>
              <a:avLst/>
              <a:ahLst/>
              <a:rect l="0" t="0" r="r" b="b"/>
              <a:pathLst>
                <a:path w="90" h="88">
                  <a:moveTo>
                    <a:pt x="61" y="0"/>
                  </a:moveTo>
                  <a:lnTo>
                    <a:pt x="30" y="14"/>
                  </a:lnTo>
                  <a:lnTo>
                    <a:pt x="0" y="28"/>
                  </a:lnTo>
                  <a:lnTo>
                    <a:pt x="29" y="88"/>
                  </a:lnTo>
                  <a:lnTo>
                    <a:pt x="59" y="73"/>
                  </a:lnTo>
                  <a:lnTo>
                    <a:pt x="90" y="59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798" name=""/>
            <p:cNvSpPr/>
            <p:nvPr/>
          </p:nvSpPr>
          <p:spPr>
            <a:xfrm rot="0">
              <a:off x="2756" y="1639"/>
              <a:ext cx="7" cy="4"/>
            </a:xfrm>
            <a:custGeom>
              <a:avLst/>
              <a:ahLst/>
              <a:rect l="0" t="0" r="r" b="b"/>
              <a:pathLst>
                <a:path w="31" h="14">
                  <a:moveTo>
                    <a:pt x="0" y="14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799" name=""/>
            <p:cNvSpPr/>
            <p:nvPr/>
          </p:nvSpPr>
          <p:spPr>
            <a:xfrm rot="0">
              <a:off x="2763" y="16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00" name=""/>
            <p:cNvSpPr/>
            <p:nvPr/>
          </p:nvSpPr>
          <p:spPr>
            <a:xfrm rot="0">
              <a:off x="2748" y="1640"/>
              <a:ext cx="22" cy="21"/>
            </a:xfrm>
            <a:custGeom>
              <a:avLst/>
              <a:ahLst/>
              <a:rect l="0" t="0" r="r" b="b"/>
              <a:pathLst>
                <a:path w="87" h="87">
                  <a:moveTo>
                    <a:pt x="61" y="0"/>
                  </a:moveTo>
                  <a:lnTo>
                    <a:pt x="30" y="13"/>
                  </a:lnTo>
                  <a:lnTo>
                    <a:pt x="0" y="26"/>
                  </a:lnTo>
                  <a:lnTo>
                    <a:pt x="26" y="87"/>
                  </a:lnTo>
                  <a:lnTo>
                    <a:pt x="57" y="74"/>
                  </a:lnTo>
                  <a:lnTo>
                    <a:pt x="87" y="60"/>
                  </a:lnTo>
                  <a:lnTo>
                    <a:pt x="6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01" name=""/>
            <p:cNvSpPr/>
            <p:nvPr/>
          </p:nvSpPr>
          <p:spPr>
            <a:xfrm rot="0">
              <a:off x="2748" y="1640"/>
              <a:ext cx="22" cy="21"/>
            </a:xfrm>
            <a:custGeom>
              <a:avLst/>
              <a:ahLst/>
              <a:rect l="0" t="0" r="r" b="b"/>
              <a:pathLst>
                <a:path w="87" h="87">
                  <a:moveTo>
                    <a:pt x="61" y="0"/>
                  </a:moveTo>
                  <a:lnTo>
                    <a:pt x="30" y="13"/>
                  </a:lnTo>
                  <a:lnTo>
                    <a:pt x="0" y="26"/>
                  </a:lnTo>
                  <a:lnTo>
                    <a:pt x="26" y="87"/>
                  </a:lnTo>
                  <a:lnTo>
                    <a:pt x="57" y="74"/>
                  </a:lnTo>
                  <a:lnTo>
                    <a:pt x="87" y="60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02" name=""/>
            <p:cNvSpPr/>
            <p:nvPr/>
          </p:nvSpPr>
          <p:spPr>
            <a:xfrm rot="0">
              <a:off x="2762" y="1655"/>
              <a:ext cx="8" cy="3"/>
            </a:xfrm>
            <a:custGeom>
              <a:avLst/>
              <a:ahLst/>
              <a:rect l="0" t="0" r="r" b="b"/>
              <a:pathLst>
                <a:path w="31" h="14">
                  <a:moveTo>
                    <a:pt x="0" y="14"/>
                  </a:moveTo>
                  <a:lnTo>
                    <a:pt x="30" y="0"/>
                  </a:lnTo>
                  <a:lnTo>
                    <a:pt x="31" y="3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03" name=""/>
            <p:cNvSpPr/>
            <p:nvPr/>
          </p:nvSpPr>
          <p:spPr>
            <a:xfrm rot="0">
              <a:off x="2770" y="16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04" name=""/>
            <p:cNvSpPr/>
            <p:nvPr/>
          </p:nvSpPr>
          <p:spPr>
            <a:xfrm rot="0">
              <a:off x="2755" y="1656"/>
              <a:ext cx="21" cy="21"/>
            </a:xfrm>
            <a:custGeom>
              <a:avLst/>
              <a:ahLst/>
              <a:rect l="0" t="0" r="r" b="b"/>
              <a:pathLst>
                <a:path w="85" h="87">
                  <a:moveTo>
                    <a:pt x="63" y="0"/>
                  </a:moveTo>
                  <a:lnTo>
                    <a:pt x="32" y="11"/>
                  </a:lnTo>
                  <a:lnTo>
                    <a:pt x="0" y="21"/>
                  </a:lnTo>
                  <a:lnTo>
                    <a:pt x="22" y="87"/>
                  </a:lnTo>
                  <a:lnTo>
                    <a:pt x="54" y="76"/>
                  </a:lnTo>
                  <a:lnTo>
                    <a:pt x="85" y="66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05" name=""/>
            <p:cNvSpPr/>
            <p:nvPr/>
          </p:nvSpPr>
          <p:spPr>
            <a:xfrm rot="0">
              <a:off x="2755" y="1656"/>
              <a:ext cx="21" cy="21"/>
            </a:xfrm>
            <a:custGeom>
              <a:avLst/>
              <a:ahLst/>
              <a:rect l="0" t="0" r="r" b="b"/>
              <a:pathLst>
                <a:path w="85" h="87">
                  <a:moveTo>
                    <a:pt x="63" y="0"/>
                  </a:moveTo>
                  <a:lnTo>
                    <a:pt x="32" y="11"/>
                  </a:lnTo>
                  <a:lnTo>
                    <a:pt x="0" y="21"/>
                  </a:lnTo>
                  <a:lnTo>
                    <a:pt x="22" y="87"/>
                  </a:lnTo>
                  <a:lnTo>
                    <a:pt x="54" y="76"/>
                  </a:lnTo>
                  <a:lnTo>
                    <a:pt x="85" y="66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06" name=""/>
            <p:cNvSpPr/>
            <p:nvPr/>
          </p:nvSpPr>
          <p:spPr>
            <a:xfrm rot="0">
              <a:off x="2768" y="1672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0" y="10"/>
                  </a:moveTo>
                  <a:lnTo>
                    <a:pt x="31" y="0"/>
                  </a:lnTo>
                  <a:lnTo>
                    <a:pt x="33" y="1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07" name=""/>
            <p:cNvSpPr/>
            <p:nvPr/>
          </p:nvSpPr>
          <p:spPr>
            <a:xfrm rot="0">
              <a:off x="2776" y="16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08" name=""/>
            <p:cNvSpPr/>
            <p:nvPr/>
          </p:nvSpPr>
          <p:spPr>
            <a:xfrm rot="0">
              <a:off x="2760" y="1672"/>
              <a:ext cx="21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66" y="0"/>
                  </a:moveTo>
                  <a:lnTo>
                    <a:pt x="33" y="9"/>
                  </a:lnTo>
                  <a:lnTo>
                    <a:pt x="0" y="19"/>
                  </a:lnTo>
                  <a:lnTo>
                    <a:pt x="20" y="87"/>
                  </a:lnTo>
                  <a:lnTo>
                    <a:pt x="53" y="78"/>
                  </a:lnTo>
                  <a:lnTo>
                    <a:pt x="85" y="69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09" name=""/>
            <p:cNvSpPr/>
            <p:nvPr/>
          </p:nvSpPr>
          <p:spPr>
            <a:xfrm rot="0">
              <a:off x="2760" y="1672"/>
              <a:ext cx="21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66" y="0"/>
                  </a:moveTo>
                  <a:lnTo>
                    <a:pt x="33" y="9"/>
                  </a:lnTo>
                  <a:lnTo>
                    <a:pt x="0" y="19"/>
                  </a:lnTo>
                  <a:lnTo>
                    <a:pt x="20" y="87"/>
                  </a:lnTo>
                  <a:lnTo>
                    <a:pt x="53" y="78"/>
                  </a:lnTo>
                  <a:lnTo>
                    <a:pt x="85" y="69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10" name=""/>
            <p:cNvSpPr/>
            <p:nvPr/>
          </p:nvSpPr>
          <p:spPr>
            <a:xfrm rot="0">
              <a:off x="2773" y="1689"/>
              <a:ext cx="8" cy="3"/>
            </a:xfrm>
            <a:custGeom>
              <a:avLst/>
              <a:ahLst/>
              <a:rect l="0" t="0" r="r" b="b"/>
              <a:pathLst>
                <a:path w="32" h="9">
                  <a:moveTo>
                    <a:pt x="0" y="9"/>
                  </a:moveTo>
                  <a:lnTo>
                    <a:pt x="32" y="0"/>
                  </a:lnTo>
                  <a:lnTo>
                    <a:pt x="32" y="1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11" name=""/>
            <p:cNvSpPr/>
            <p:nvPr/>
          </p:nvSpPr>
          <p:spPr>
            <a:xfrm rot="0">
              <a:off x="2781" y="1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8" name=""/>
          <p:cNvGrpSpPr/>
          <p:nvPr/>
        </p:nvGrpSpPr>
        <p:grpSpPr>
          <a:xfrm rot="0">
            <a:off x="376237" y="944562"/>
            <a:ext cx="7850187" cy="5599112"/>
            <a:chOff x="237" y="595"/>
            <a:chExt cx="4945" cy="3527"/>
          </a:xfrm>
        </p:grpSpPr>
        <p:sp>
          <p:nvSpPr>
            <p:cNvPr id="1065812" name=""/>
            <p:cNvSpPr/>
            <p:nvPr/>
          </p:nvSpPr>
          <p:spPr>
            <a:xfrm rot="0">
              <a:off x="2765" y="1690"/>
              <a:ext cx="20" cy="21"/>
            </a:xfrm>
            <a:custGeom>
              <a:avLst/>
              <a:ahLst/>
              <a:rect l="0" t="0" r="r" b="b"/>
              <a:pathLst>
                <a:path w="81" h="87">
                  <a:moveTo>
                    <a:pt x="65" y="0"/>
                  </a:moveTo>
                  <a:lnTo>
                    <a:pt x="33" y="8"/>
                  </a:lnTo>
                  <a:lnTo>
                    <a:pt x="0" y="16"/>
                  </a:lnTo>
                  <a:lnTo>
                    <a:pt x="16" y="87"/>
                  </a:lnTo>
                  <a:lnTo>
                    <a:pt x="48" y="79"/>
                  </a:lnTo>
                  <a:lnTo>
                    <a:pt x="81" y="71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13" name=""/>
            <p:cNvSpPr/>
            <p:nvPr/>
          </p:nvSpPr>
          <p:spPr>
            <a:xfrm rot="0">
              <a:off x="2765" y="1690"/>
              <a:ext cx="20" cy="21"/>
            </a:xfrm>
            <a:custGeom>
              <a:avLst/>
              <a:ahLst/>
              <a:rect l="0" t="0" r="r" b="b"/>
              <a:pathLst>
                <a:path w="81" h="87">
                  <a:moveTo>
                    <a:pt x="65" y="0"/>
                  </a:moveTo>
                  <a:lnTo>
                    <a:pt x="33" y="8"/>
                  </a:lnTo>
                  <a:lnTo>
                    <a:pt x="0" y="16"/>
                  </a:lnTo>
                  <a:lnTo>
                    <a:pt x="16" y="87"/>
                  </a:lnTo>
                  <a:lnTo>
                    <a:pt x="48" y="79"/>
                  </a:lnTo>
                  <a:lnTo>
                    <a:pt x="81" y="71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14" name=""/>
            <p:cNvSpPr/>
            <p:nvPr/>
          </p:nvSpPr>
          <p:spPr>
            <a:xfrm rot="0">
              <a:off x="2777" y="1707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0" y="8"/>
                  </a:moveTo>
                  <a:lnTo>
                    <a:pt x="33" y="0"/>
                  </a:lnTo>
                  <a:lnTo>
                    <a:pt x="33" y="2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15" name=""/>
            <p:cNvSpPr/>
            <p:nvPr/>
          </p:nvSpPr>
          <p:spPr>
            <a:xfrm rot="0">
              <a:off x="2785" y="17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16" name=""/>
            <p:cNvSpPr/>
            <p:nvPr/>
          </p:nvSpPr>
          <p:spPr>
            <a:xfrm rot="0">
              <a:off x="2769" y="1708"/>
              <a:ext cx="19" cy="21"/>
            </a:xfrm>
            <a:custGeom>
              <a:avLst/>
              <a:ahLst/>
              <a:rect l="0" t="0" r="r" b="b"/>
              <a:pathLst>
                <a:path w="78" h="85">
                  <a:moveTo>
                    <a:pt x="65" y="0"/>
                  </a:moveTo>
                  <a:lnTo>
                    <a:pt x="32" y="6"/>
                  </a:lnTo>
                  <a:lnTo>
                    <a:pt x="0" y="11"/>
                  </a:lnTo>
                  <a:lnTo>
                    <a:pt x="13" y="85"/>
                  </a:lnTo>
                  <a:lnTo>
                    <a:pt x="46" y="79"/>
                  </a:lnTo>
                  <a:lnTo>
                    <a:pt x="78" y="74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17" name=""/>
            <p:cNvSpPr/>
            <p:nvPr/>
          </p:nvSpPr>
          <p:spPr>
            <a:xfrm rot="0">
              <a:off x="2769" y="1708"/>
              <a:ext cx="19" cy="21"/>
            </a:xfrm>
            <a:custGeom>
              <a:avLst/>
              <a:ahLst/>
              <a:rect l="0" t="0" r="r" b="b"/>
              <a:pathLst>
                <a:path w="78" h="85">
                  <a:moveTo>
                    <a:pt x="65" y="0"/>
                  </a:moveTo>
                  <a:lnTo>
                    <a:pt x="32" y="6"/>
                  </a:lnTo>
                  <a:lnTo>
                    <a:pt x="0" y="11"/>
                  </a:lnTo>
                  <a:lnTo>
                    <a:pt x="13" y="85"/>
                  </a:lnTo>
                  <a:lnTo>
                    <a:pt x="46" y="79"/>
                  </a:lnTo>
                  <a:lnTo>
                    <a:pt x="78" y="74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18" name=""/>
            <p:cNvSpPr/>
            <p:nvPr/>
          </p:nvSpPr>
          <p:spPr>
            <a:xfrm rot="0">
              <a:off x="2780" y="1727"/>
              <a:ext cx="8" cy="1"/>
            </a:xfrm>
            <a:custGeom>
              <a:avLst/>
              <a:ahLst/>
              <a:rect l="0" t="0" r="r" b="b"/>
              <a:pathLst>
                <a:path w="32" h="5">
                  <a:moveTo>
                    <a:pt x="0" y="5"/>
                  </a:moveTo>
                  <a:lnTo>
                    <a:pt x="32" y="0"/>
                  </a:lnTo>
                  <a:lnTo>
                    <a:pt x="32" y="1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19" name=""/>
            <p:cNvSpPr/>
            <p:nvPr/>
          </p:nvSpPr>
          <p:spPr>
            <a:xfrm rot="0">
              <a:off x="2788" y="17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20" name=""/>
            <p:cNvSpPr/>
            <p:nvPr/>
          </p:nvSpPr>
          <p:spPr>
            <a:xfrm rot="0">
              <a:off x="2772" y="1727"/>
              <a:ext cx="18" cy="21"/>
            </a:xfrm>
            <a:custGeom>
              <a:avLst/>
              <a:ahLst/>
              <a:rect l="0" t="0" r="r" b="b"/>
              <a:pathLst>
                <a:path w="73" h="84">
                  <a:moveTo>
                    <a:pt x="65" y="0"/>
                  </a:moveTo>
                  <a:lnTo>
                    <a:pt x="33" y="4"/>
                  </a:lnTo>
                  <a:lnTo>
                    <a:pt x="0" y="8"/>
                  </a:lnTo>
                  <a:lnTo>
                    <a:pt x="8" y="84"/>
                  </a:lnTo>
                  <a:lnTo>
                    <a:pt x="40" y="81"/>
                  </a:lnTo>
                  <a:lnTo>
                    <a:pt x="73" y="77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21" name=""/>
            <p:cNvSpPr/>
            <p:nvPr/>
          </p:nvSpPr>
          <p:spPr>
            <a:xfrm rot="0">
              <a:off x="2772" y="1727"/>
              <a:ext cx="18" cy="21"/>
            </a:xfrm>
            <a:custGeom>
              <a:avLst/>
              <a:ahLst/>
              <a:rect l="0" t="0" r="r" b="b"/>
              <a:pathLst>
                <a:path w="73" h="84">
                  <a:moveTo>
                    <a:pt x="65" y="0"/>
                  </a:moveTo>
                  <a:lnTo>
                    <a:pt x="33" y="4"/>
                  </a:lnTo>
                  <a:lnTo>
                    <a:pt x="0" y="8"/>
                  </a:lnTo>
                  <a:lnTo>
                    <a:pt x="8" y="84"/>
                  </a:lnTo>
                  <a:lnTo>
                    <a:pt x="40" y="81"/>
                  </a:lnTo>
                  <a:lnTo>
                    <a:pt x="73" y="77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22" name=""/>
            <p:cNvSpPr/>
            <p:nvPr/>
          </p:nvSpPr>
          <p:spPr>
            <a:xfrm rot="0">
              <a:off x="2782" y="1746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0" y="4"/>
                  </a:moveTo>
                  <a:lnTo>
                    <a:pt x="33" y="0"/>
                  </a:lnTo>
                  <a:lnTo>
                    <a:pt x="33" y="1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23" name=""/>
            <p:cNvSpPr/>
            <p:nvPr/>
          </p:nvSpPr>
          <p:spPr>
            <a:xfrm rot="0">
              <a:off x="2790" y="17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24" name=""/>
            <p:cNvSpPr/>
            <p:nvPr/>
          </p:nvSpPr>
          <p:spPr>
            <a:xfrm rot="0">
              <a:off x="2774" y="1746"/>
              <a:ext cx="18" cy="21"/>
            </a:xfrm>
            <a:custGeom>
              <a:avLst/>
              <a:ahLst/>
              <a:rect l="0" t="0" r="r" b="b"/>
              <a:pathLst>
                <a:path w="71" h="84">
                  <a:moveTo>
                    <a:pt x="65" y="0"/>
                  </a:moveTo>
                  <a:lnTo>
                    <a:pt x="32" y="3"/>
                  </a:lnTo>
                  <a:lnTo>
                    <a:pt x="0" y="5"/>
                  </a:lnTo>
                  <a:lnTo>
                    <a:pt x="5" y="84"/>
                  </a:lnTo>
                  <a:lnTo>
                    <a:pt x="38" y="81"/>
                  </a:lnTo>
                  <a:lnTo>
                    <a:pt x="71" y="79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25" name=""/>
            <p:cNvSpPr/>
            <p:nvPr/>
          </p:nvSpPr>
          <p:spPr>
            <a:xfrm rot="0">
              <a:off x="2774" y="1746"/>
              <a:ext cx="18" cy="21"/>
            </a:xfrm>
            <a:custGeom>
              <a:avLst/>
              <a:ahLst/>
              <a:rect l="0" t="0" r="r" b="b"/>
              <a:pathLst>
                <a:path w="71" h="84">
                  <a:moveTo>
                    <a:pt x="65" y="0"/>
                  </a:moveTo>
                  <a:lnTo>
                    <a:pt x="32" y="3"/>
                  </a:lnTo>
                  <a:lnTo>
                    <a:pt x="0" y="5"/>
                  </a:lnTo>
                  <a:lnTo>
                    <a:pt x="5" y="84"/>
                  </a:lnTo>
                  <a:lnTo>
                    <a:pt x="38" y="81"/>
                  </a:lnTo>
                  <a:lnTo>
                    <a:pt x="71" y="79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26" name=""/>
            <p:cNvSpPr/>
            <p:nvPr/>
          </p:nvSpPr>
          <p:spPr>
            <a:xfrm rot="0">
              <a:off x="2783" y="1766"/>
              <a:ext cx="9" cy="1"/>
            </a:xfrm>
            <a:custGeom>
              <a:avLst/>
              <a:ahLst/>
              <a:rect l="0" t="0" r="r" b="b"/>
              <a:pathLst>
                <a:path w="33" h="2">
                  <a:moveTo>
                    <a:pt x="0" y="2"/>
                  </a:moveTo>
                  <a:lnTo>
                    <a:pt x="33" y="0"/>
                  </a:lnTo>
                  <a:lnTo>
                    <a:pt x="33" y="1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27" name=""/>
            <p:cNvSpPr/>
            <p:nvPr/>
          </p:nvSpPr>
          <p:spPr>
            <a:xfrm rot="0">
              <a:off x="2792" y="17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28" name=""/>
            <p:cNvSpPr/>
            <p:nvPr/>
          </p:nvSpPr>
          <p:spPr>
            <a:xfrm rot="0">
              <a:off x="2775" y="1766"/>
              <a:ext cx="17" cy="21"/>
            </a:xfrm>
            <a:custGeom>
              <a:avLst/>
              <a:ahLst/>
              <a:rect l="0" t="0" r="r" b="b"/>
              <a:pathLst>
                <a:path w="68" h="84">
                  <a:moveTo>
                    <a:pt x="66" y="0"/>
                  </a:moveTo>
                  <a:lnTo>
                    <a:pt x="33" y="1"/>
                  </a:lnTo>
                  <a:lnTo>
                    <a:pt x="0" y="3"/>
                  </a:lnTo>
                  <a:lnTo>
                    <a:pt x="2" y="84"/>
                  </a:lnTo>
                  <a:lnTo>
                    <a:pt x="35" y="83"/>
                  </a:lnTo>
                  <a:lnTo>
                    <a:pt x="68" y="82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29" name=""/>
            <p:cNvSpPr/>
            <p:nvPr/>
          </p:nvSpPr>
          <p:spPr>
            <a:xfrm rot="0">
              <a:off x="2775" y="1766"/>
              <a:ext cx="17" cy="21"/>
            </a:xfrm>
            <a:custGeom>
              <a:avLst/>
              <a:ahLst/>
              <a:rect l="0" t="0" r="r" b="b"/>
              <a:pathLst>
                <a:path w="68" h="84">
                  <a:moveTo>
                    <a:pt x="66" y="0"/>
                  </a:moveTo>
                  <a:lnTo>
                    <a:pt x="33" y="1"/>
                  </a:lnTo>
                  <a:lnTo>
                    <a:pt x="0" y="3"/>
                  </a:lnTo>
                  <a:lnTo>
                    <a:pt x="2" y="84"/>
                  </a:lnTo>
                  <a:lnTo>
                    <a:pt x="35" y="83"/>
                  </a:lnTo>
                  <a:lnTo>
                    <a:pt x="68" y="82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30" name=""/>
            <p:cNvSpPr/>
            <p:nvPr/>
          </p:nvSpPr>
          <p:spPr>
            <a:xfrm rot="0">
              <a:off x="2776" y="1787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0"/>
                  </a:lnTo>
                  <a:lnTo>
                    <a:pt x="65" y="10"/>
                  </a:lnTo>
                  <a:lnTo>
                    <a:pt x="61" y="19"/>
                  </a:lnTo>
                  <a:lnTo>
                    <a:pt x="54" y="27"/>
                  </a:lnTo>
                  <a:lnTo>
                    <a:pt x="45" y="32"/>
                  </a:lnTo>
                  <a:lnTo>
                    <a:pt x="35" y="34"/>
                  </a:lnTo>
                  <a:lnTo>
                    <a:pt x="24" y="32"/>
                  </a:lnTo>
                  <a:lnTo>
                    <a:pt x="15" y="28"/>
                  </a:lnTo>
                  <a:lnTo>
                    <a:pt x="7" y="22"/>
                  </a:lnTo>
                  <a:lnTo>
                    <a:pt x="2" y="13"/>
                  </a:lnTo>
                  <a:lnTo>
                    <a:pt x="0" y="2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5831" name=""/>
            <p:cNvSpPr/>
            <p:nvPr/>
          </p:nvSpPr>
          <p:spPr>
            <a:xfrm rot="0">
              <a:off x="2776" y="1787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66" y="0"/>
                  </a:moveTo>
                  <a:lnTo>
                    <a:pt x="65" y="10"/>
                  </a:lnTo>
                  <a:lnTo>
                    <a:pt x="61" y="19"/>
                  </a:lnTo>
                  <a:lnTo>
                    <a:pt x="54" y="27"/>
                  </a:lnTo>
                  <a:lnTo>
                    <a:pt x="45" y="32"/>
                  </a:lnTo>
                  <a:lnTo>
                    <a:pt x="35" y="34"/>
                  </a:lnTo>
                  <a:lnTo>
                    <a:pt x="24" y="32"/>
                  </a:lnTo>
                  <a:lnTo>
                    <a:pt x="15" y="28"/>
                  </a:lnTo>
                  <a:lnTo>
                    <a:pt x="7" y="22"/>
                  </a:lnTo>
                  <a:lnTo>
                    <a:pt x="2" y="13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32" name=""/>
            <p:cNvSpPr/>
            <p:nvPr/>
          </p:nvSpPr>
          <p:spPr>
            <a:xfrm rot="0">
              <a:off x="1333" y="1513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33" name=""/>
            <p:cNvSpPr/>
            <p:nvPr/>
          </p:nvSpPr>
          <p:spPr>
            <a:xfrm rot="0">
              <a:off x="1333" y="1513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4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34" name=""/>
            <p:cNvSpPr/>
            <p:nvPr/>
          </p:nvSpPr>
          <p:spPr>
            <a:xfrm rot="0">
              <a:off x="324" y="1513"/>
              <a:ext cx="1009" cy="17"/>
            </a:xfrm>
            <a:custGeom>
              <a:avLst/>
              <a:ahLst/>
              <a:rect l="0" t="0" r="r" b="b"/>
              <a:pathLst>
                <a:path w="4037" h="67">
                  <a:moveTo>
                    <a:pt x="4037" y="67"/>
                  </a:moveTo>
                  <a:lnTo>
                    <a:pt x="4037" y="34"/>
                  </a:lnTo>
                  <a:lnTo>
                    <a:pt x="403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037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35" name=""/>
            <p:cNvSpPr/>
            <p:nvPr/>
          </p:nvSpPr>
          <p:spPr>
            <a:xfrm rot="0">
              <a:off x="324" y="1513"/>
              <a:ext cx="1009" cy="17"/>
            </a:xfrm>
            <a:custGeom>
              <a:avLst/>
              <a:ahLst/>
              <a:rect l="0" t="0" r="r" b="b"/>
              <a:pathLst>
                <a:path w="4037" h="67">
                  <a:moveTo>
                    <a:pt x="4037" y="67"/>
                  </a:moveTo>
                  <a:lnTo>
                    <a:pt x="4037" y="34"/>
                  </a:lnTo>
                  <a:lnTo>
                    <a:pt x="4037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037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36" name=""/>
            <p:cNvSpPr/>
            <p:nvPr/>
          </p:nvSpPr>
          <p:spPr>
            <a:xfrm rot="0">
              <a:off x="316" y="1513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37" name=""/>
            <p:cNvSpPr/>
            <p:nvPr/>
          </p:nvSpPr>
          <p:spPr>
            <a:xfrm rot="0">
              <a:off x="316" y="1513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38" name=""/>
            <p:cNvSpPr/>
            <p:nvPr/>
          </p:nvSpPr>
          <p:spPr>
            <a:xfrm rot="0">
              <a:off x="316" y="1513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39" name=""/>
            <p:cNvSpPr/>
            <p:nvPr/>
          </p:nvSpPr>
          <p:spPr>
            <a:xfrm rot="0">
              <a:off x="316" y="1513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2" y="7"/>
                  </a:lnTo>
                  <a:lnTo>
                    <a:pt x="60" y="14"/>
                  </a:lnTo>
                  <a:lnTo>
                    <a:pt x="64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40" name=""/>
            <p:cNvSpPr/>
            <p:nvPr/>
          </p:nvSpPr>
          <p:spPr>
            <a:xfrm rot="0">
              <a:off x="316" y="1522"/>
              <a:ext cx="17" cy="252"/>
            </a:xfrm>
            <a:custGeom>
              <a:avLst/>
              <a:ahLst/>
              <a:rect l="0" t="0" r="r" b="b"/>
              <a:pathLst>
                <a:path w="67" h="101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33" y="1011"/>
                  </a:lnTo>
                  <a:lnTo>
                    <a:pt x="67" y="1011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41" name=""/>
            <p:cNvSpPr/>
            <p:nvPr/>
          </p:nvSpPr>
          <p:spPr>
            <a:xfrm rot="0">
              <a:off x="316" y="1522"/>
              <a:ext cx="17" cy="252"/>
            </a:xfrm>
            <a:custGeom>
              <a:avLst/>
              <a:ahLst/>
              <a:rect l="0" t="0" r="r" b="b"/>
              <a:pathLst>
                <a:path w="67" h="101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33" y="1011"/>
                  </a:lnTo>
                  <a:lnTo>
                    <a:pt x="67" y="101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42" name=""/>
            <p:cNvSpPr/>
            <p:nvPr/>
          </p:nvSpPr>
          <p:spPr>
            <a:xfrm rot="0">
              <a:off x="316" y="1774"/>
              <a:ext cx="17" cy="9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0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43" name=""/>
            <p:cNvSpPr/>
            <p:nvPr/>
          </p:nvSpPr>
          <p:spPr>
            <a:xfrm rot="0">
              <a:off x="316" y="1774"/>
              <a:ext cx="17" cy="9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0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44" name=""/>
            <p:cNvSpPr/>
            <p:nvPr/>
          </p:nvSpPr>
          <p:spPr>
            <a:xfrm rot="0">
              <a:off x="316" y="176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45" name=""/>
            <p:cNvSpPr/>
            <p:nvPr/>
          </p:nvSpPr>
          <p:spPr>
            <a:xfrm rot="0">
              <a:off x="316" y="176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46" name=""/>
            <p:cNvSpPr/>
            <p:nvPr/>
          </p:nvSpPr>
          <p:spPr>
            <a:xfrm rot="0">
              <a:off x="324" y="1766"/>
              <a:ext cx="1009" cy="17"/>
            </a:xfrm>
            <a:custGeom>
              <a:avLst/>
              <a:ahLst/>
              <a:rect l="0" t="0" r="r" b="b"/>
              <a:pathLst>
                <a:path w="4037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4037" y="67"/>
                  </a:lnTo>
                  <a:lnTo>
                    <a:pt x="4037" y="34"/>
                  </a:lnTo>
                  <a:lnTo>
                    <a:pt x="403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47" name=""/>
            <p:cNvSpPr/>
            <p:nvPr/>
          </p:nvSpPr>
          <p:spPr>
            <a:xfrm rot="0">
              <a:off x="324" y="1766"/>
              <a:ext cx="1009" cy="17"/>
            </a:xfrm>
            <a:custGeom>
              <a:avLst/>
              <a:ahLst/>
              <a:rect l="0" t="0" r="r" b="b"/>
              <a:pathLst>
                <a:path w="4037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4037" y="67"/>
                  </a:lnTo>
                  <a:lnTo>
                    <a:pt x="4037" y="34"/>
                  </a:lnTo>
                  <a:lnTo>
                    <a:pt x="403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48" name=""/>
            <p:cNvSpPr/>
            <p:nvPr/>
          </p:nvSpPr>
          <p:spPr>
            <a:xfrm rot="0">
              <a:off x="1333" y="176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49" name=""/>
            <p:cNvSpPr/>
            <p:nvPr/>
          </p:nvSpPr>
          <p:spPr>
            <a:xfrm rot="0">
              <a:off x="1333" y="176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50" name=""/>
            <p:cNvSpPr/>
            <p:nvPr/>
          </p:nvSpPr>
          <p:spPr>
            <a:xfrm rot="0">
              <a:off x="1325" y="1774"/>
              <a:ext cx="17" cy="9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51" name=""/>
            <p:cNvSpPr/>
            <p:nvPr/>
          </p:nvSpPr>
          <p:spPr>
            <a:xfrm rot="0">
              <a:off x="1325" y="1774"/>
              <a:ext cx="17" cy="9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0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1"/>
                  </a:lnTo>
                  <a:lnTo>
                    <a:pt x="33" y="33"/>
                  </a:lnTo>
                  <a:lnTo>
                    <a:pt x="22" y="31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52" name=""/>
            <p:cNvSpPr/>
            <p:nvPr/>
          </p:nvSpPr>
          <p:spPr>
            <a:xfrm rot="0">
              <a:off x="1325" y="1522"/>
              <a:ext cx="17" cy="252"/>
            </a:xfrm>
            <a:custGeom>
              <a:avLst/>
              <a:ahLst/>
              <a:rect l="0" t="0" r="r" b="b"/>
              <a:pathLst>
                <a:path w="67" h="1011">
                  <a:moveTo>
                    <a:pt x="0" y="1011"/>
                  </a:moveTo>
                  <a:lnTo>
                    <a:pt x="33" y="1011"/>
                  </a:lnTo>
                  <a:lnTo>
                    <a:pt x="67" y="101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53" name=""/>
            <p:cNvSpPr/>
            <p:nvPr/>
          </p:nvSpPr>
          <p:spPr>
            <a:xfrm rot="0">
              <a:off x="1325" y="1522"/>
              <a:ext cx="17" cy="252"/>
            </a:xfrm>
            <a:custGeom>
              <a:avLst/>
              <a:ahLst/>
              <a:rect l="0" t="0" r="r" b="b"/>
              <a:pathLst>
                <a:path w="67" h="1011">
                  <a:moveTo>
                    <a:pt x="0" y="1011"/>
                  </a:moveTo>
                  <a:lnTo>
                    <a:pt x="33" y="1011"/>
                  </a:lnTo>
                  <a:lnTo>
                    <a:pt x="67" y="1011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54" name=""/>
            <p:cNvSpPr/>
            <p:nvPr/>
          </p:nvSpPr>
          <p:spPr>
            <a:xfrm rot="0">
              <a:off x="1325" y="1513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55" name=""/>
            <p:cNvSpPr/>
            <p:nvPr/>
          </p:nvSpPr>
          <p:spPr>
            <a:xfrm rot="0">
              <a:off x="1325" y="1513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4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56" name=""/>
            <p:cNvSpPr/>
            <p:nvPr/>
          </p:nvSpPr>
          <p:spPr>
            <a:xfrm rot="0">
              <a:off x="568" y="1766"/>
              <a:ext cx="17" cy="8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57" name=""/>
            <p:cNvSpPr/>
            <p:nvPr/>
          </p:nvSpPr>
          <p:spPr>
            <a:xfrm rot="0">
              <a:off x="568" y="1766"/>
              <a:ext cx="17" cy="8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58" name=""/>
            <p:cNvSpPr/>
            <p:nvPr/>
          </p:nvSpPr>
          <p:spPr>
            <a:xfrm rot="0">
              <a:off x="568" y="1774"/>
              <a:ext cx="17" cy="253"/>
            </a:xfrm>
            <a:custGeom>
              <a:avLst/>
              <a:ahLst/>
              <a:rect l="0" t="0" r="r" b="b"/>
              <a:pathLst>
                <a:path w="68" h="100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1" y="1009"/>
                  </a:lnTo>
                  <a:lnTo>
                    <a:pt x="34" y="1009"/>
                  </a:lnTo>
                  <a:lnTo>
                    <a:pt x="68" y="1009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59" name=""/>
            <p:cNvSpPr/>
            <p:nvPr/>
          </p:nvSpPr>
          <p:spPr>
            <a:xfrm rot="0">
              <a:off x="568" y="1774"/>
              <a:ext cx="17" cy="253"/>
            </a:xfrm>
            <a:custGeom>
              <a:avLst/>
              <a:ahLst/>
              <a:rect l="0" t="0" r="r" b="b"/>
              <a:pathLst>
                <a:path w="68" h="100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1" y="1009"/>
                  </a:lnTo>
                  <a:lnTo>
                    <a:pt x="34" y="1009"/>
                  </a:lnTo>
                  <a:lnTo>
                    <a:pt x="68" y="1009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60" name=""/>
            <p:cNvSpPr/>
            <p:nvPr/>
          </p:nvSpPr>
          <p:spPr>
            <a:xfrm rot="0">
              <a:off x="569" y="2027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61" name=""/>
            <p:cNvSpPr/>
            <p:nvPr/>
          </p:nvSpPr>
          <p:spPr>
            <a:xfrm rot="0">
              <a:off x="569" y="2027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62" name=""/>
            <p:cNvSpPr/>
            <p:nvPr/>
          </p:nvSpPr>
          <p:spPr>
            <a:xfrm rot="0">
              <a:off x="569" y="2018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63" name=""/>
            <p:cNvSpPr/>
            <p:nvPr/>
          </p:nvSpPr>
          <p:spPr>
            <a:xfrm rot="0">
              <a:off x="569" y="2018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4" y="62"/>
                  </a:lnTo>
                  <a:lnTo>
                    <a:pt x="6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64" name=""/>
            <p:cNvSpPr/>
            <p:nvPr/>
          </p:nvSpPr>
          <p:spPr>
            <a:xfrm rot="0">
              <a:off x="577" y="2018"/>
              <a:ext cx="504" cy="17"/>
            </a:xfrm>
            <a:custGeom>
              <a:avLst/>
              <a:ahLst/>
              <a:rect l="0" t="0" r="r" b="b"/>
              <a:pathLst>
                <a:path w="201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18" y="67"/>
                  </a:lnTo>
                  <a:lnTo>
                    <a:pt x="2018" y="34"/>
                  </a:lnTo>
                  <a:lnTo>
                    <a:pt x="201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65" name=""/>
            <p:cNvSpPr/>
            <p:nvPr/>
          </p:nvSpPr>
          <p:spPr>
            <a:xfrm rot="0">
              <a:off x="577" y="2018"/>
              <a:ext cx="504" cy="17"/>
            </a:xfrm>
            <a:custGeom>
              <a:avLst/>
              <a:ahLst/>
              <a:rect l="0" t="0" r="r" b="b"/>
              <a:pathLst>
                <a:path w="201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18" y="67"/>
                  </a:lnTo>
                  <a:lnTo>
                    <a:pt x="2018" y="34"/>
                  </a:lnTo>
                  <a:lnTo>
                    <a:pt x="201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66" name=""/>
            <p:cNvSpPr/>
            <p:nvPr/>
          </p:nvSpPr>
          <p:spPr>
            <a:xfrm rot="0">
              <a:off x="1081" y="2018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67" name=""/>
            <p:cNvSpPr/>
            <p:nvPr/>
          </p:nvSpPr>
          <p:spPr>
            <a:xfrm rot="0">
              <a:off x="1081" y="2018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68" name=""/>
            <p:cNvSpPr/>
            <p:nvPr/>
          </p:nvSpPr>
          <p:spPr>
            <a:xfrm rot="0">
              <a:off x="1073" y="2027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69" name=""/>
            <p:cNvSpPr/>
            <p:nvPr/>
          </p:nvSpPr>
          <p:spPr>
            <a:xfrm rot="0">
              <a:off x="1073" y="2027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0" name=""/>
            <p:cNvSpPr/>
            <p:nvPr/>
          </p:nvSpPr>
          <p:spPr>
            <a:xfrm rot="0">
              <a:off x="1073" y="1774"/>
              <a:ext cx="17" cy="253"/>
            </a:xfrm>
            <a:custGeom>
              <a:avLst/>
              <a:ahLst/>
              <a:rect l="0" t="0" r="r" b="b"/>
              <a:pathLst>
                <a:path w="67" h="1009">
                  <a:moveTo>
                    <a:pt x="0" y="1009"/>
                  </a:moveTo>
                  <a:lnTo>
                    <a:pt x="33" y="1009"/>
                  </a:lnTo>
                  <a:lnTo>
                    <a:pt x="67" y="1009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0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71" name=""/>
            <p:cNvSpPr/>
            <p:nvPr/>
          </p:nvSpPr>
          <p:spPr>
            <a:xfrm rot="0">
              <a:off x="1073" y="1774"/>
              <a:ext cx="17" cy="253"/>
            </a:xfrm>
            <a:custGeom>
              <a:avLst/>
              <a:ahLst/>
              <a:rect l="0" t="0" r="r" b="b"/>
              <a:pathLst>
                <a:path w="67" h="1009">
                  <a:moveTo>
                    <a:pt x="0" y="1009"/>
                  </a:moveTo>
                  <a:lnTo>
                    <a:pt x="33" y="1009"/>
                  </a:lnTo>
                  <a:lnTo>
                    <a:pt x="67" y="1009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00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2" name=""/>
            <p:cNvSpPr/>
            <p:nvPr/>
          </p:nvSpPr>
          <p:spPr>
            <a:xfrm rot="0">
              <a:off x="1073" y="1766"/>
              <a:ext cx="17" cy="8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73" name=""/>
            <p:cNvSpPr/>
            <p:nvPr/>
          </p:nvSpPr>
          <p:spPr>
            <a:xfrm rot="0">
              <a:off x="1073" y="1766"/>
              <a:ext cx="17" cy="8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4" name=""/>
            <p:cNvSpPr/>
            <p:nvPr/>
          </p:nvSpPr>
          <p:spPr>
            <a:xfrm rot="0">
              <a:off x="716" y="1130"/>
              <a:ext cx="1" cy="89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5" name=""/>
            <p:cNvSpPr/>
            <p:nvPr/>
          </p:nvSpPr>
          <p:spPr>
            <a:xfrm rot="0">
              <a:off x="716" y="1130"/>
              <a:ext cx="153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6" name=""/>
            <p:cNvSpPr/>
            <p:nvPr/>
          </p:nvSpPr>
          <p:spPr>
            <a:xfrm rot="0">
              <a:off x="687" y="2075"/>
              <a:ext cx="33" cy="57"/>
            </a:xfrm>
            <a:custGeom>
              <a:avLst/>
              <a:ahLst/>
              <a:rect l="0" t="0" r="r" b="b"/>
              <a:pathLst>
                <a:path w="131" h="228">
                  <a:moveTo>
                    <a:pt x="63" y="0"/>
                  </a:moveTo>
                  <a:lnTo>
                    <a:pt x="0" y="228"/>
                  </a:lnTo>
                  <a:lnTo>
                    <a:pt x="56" y="228"/>
                  </a:lnTo>
                  <a:lnTo>
                    <a:pt x="81" y="222"/>
                  </a:lnTo>
                  <a:lnTo>
                    <a:pt x="99" y="209"/>
                  </a:lnTo>
                  <a:lnTo>
                    <a:pt x="113" y="191"/>
                  </a:lnTo>
                  <a:lnTo>
                    <a:pt x="131" y="121"/>
                  </a:lnTo>
                  <a:lnTo>
                    <a:pt x="131" y="102"/>
                  </a:lnTo>
                  <a:lnTo>
                    <a:pt x="126" y="83"/>
                  </a:lnTo>
                  <a:lnTo>
                    <a:pt x="106" y="77"/>
                  </a:lnTo>
                  <a:lnTo>
                    <a:pt x="43" y="7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7" name=""/>
            <p:cNvSpPr/>
            <p:nvPr/>
          </p:nvSpPr>
          <p:spPr>
            <a:xfrm rot="0">
              <a:off x="2299" y="1098"/>
              <a:ext cx="33" cy="56"/>
            </a:xfrm>
            <a:custGeom>
              <a:avLst/>
              <a:ahLst/>
              <a:rect l="0" t="0" r="r" b="b"/>
              <a:pathLst>
                <a:path w="131" h="228">
                  <a:moveTo>
                    <a:pt x="63" y="0"/>
                  </a:moveTo>
                  <a:lnTo>
                    <a:pt x="0" y="228"/>
                  </a:lnTo>
                  <a:lnTo>
                    <a:pt x="56" y="228"/>
                  </a:lnTo>
                  <a:lnTo>
                    <a:pt x="81" y="221"/>
                  </a:lnTo>
                  <a:lnTo>
                    <a:pt x="100" y="209"/>
                  </a:lnTo>
                  <a:lnTo>
                    <a:pt x="113" y="190"/>
                  </a:lnTo>
                  <a:lnTo>
                    <a:pt x="131" y="120"/>
                  </a:lnTo>
                  <a:lnTo>
                    <a:pt x="131" y="101"/>
                  </a:lnTo>
                  <a:lnTo>
                    <a:pt x="126" y="83"/>
                  </a:lnTo>
                  <a:lnTo>
                    <a:pt x="106" y="76"/>
                  </a:lnTo>
                  <a:lnTo>
                    <a:pt x="43" y="7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8" name=""/>
            <p:cNvSpPr/>
            <p:nvPr/>
          </p:nvSpPr>
          <p:spPr>
            <a:xfrm rot="0" flipV="1">
              <a:off x="2356" y="1098"/>
              <a:ext cx="7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79" name=""/>
            <p:cNvSpPr/>
            <p:nvPr/>
          </p:nvSpPr>
          <p:spPr>
            <a:xfrm rot="0" flipH="1">
              <a:off x="2372" y="1098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0" name=""/>
            <p:cNvSpPr/>
            <p:nvPr/>
          </p:nvSpPr>
          <p:spPr>
            <a:xfrm rot="0">
              <a:off x="2263" y="886"/>
              <a:ext cx="28" cy="38"/>
            </a:xfrm>
            <a:custGeom>
              <a:avLst/>
              <a:ahLst/>
              <a:rect l="0" t="0" r="r" b="b"/>
              <a:pathLst>
                <a:path w="114" h="151">
                  <a:moveTo>
                    <a:pt x="101" y="151"/>
                  </a:moveTo>
                  <a:lnTo>
                    <a:pt x="82" y="120"/>
                  </a:lnTo>
                  <a:lnTo>
                    <a:pt x="114" y="0"/>
                  </a:lnTo>
                  <a:lnTo>
                    <a:pt x="63" y="0"/>
                  </a:lnTo>
                  <a:lnTo>
                    <a:pt x="38" y="5"/>
                  </a:lnTo>
                  <a:lnTo>
                    <a:pt x="25" y="18"/>
                  </a:lnTo>
                  <a:lnTo>
                    <a:pt x="19" y="32"/>
                  </a:lnTo>
                  <a:lnTo>
                    <a:pt x="0" y="113"/>
                  </a:lnTo>
                  <a:lnTo>
                    <a:pt x="0" y="126"/>
                  </a:lnTo>
                  <a:lnTo>
                    <a:pt x="6" y="145"/>
                  </a:lnTo>
                  <a:lnTo>
                    <a:pt x="19" y="151"/>
                  </a:lnTo>
                  <a:lnTo>
                    <a:pt x="38" y="151"/>
                  </a:lnTo>
                  <a:lnTo>
                    <a:pt x="56" y="145"/>
                  </a:lnTo>
                  <a:lnTo>
                    <a:pt x="69" y="138"/>
                  </a:lnTo>
                  <a:lnTo>
                    <a:pt x="82" y="1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1" name=""/>
            <p:cNvSpPr/>
            <p:nvPr/>
          </p:nvSpPr>
          <p:spPr>
            <a:xfrm rot="0" flipV="1">
              <a:off x="2316" y="86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2" name=""/>
            <p:cNvSpPr/>
            <p:nvPr/>
          </p:nvSpPr>
          <p:spPr>
            <a:xfrm rot="0" flipH="1">
              <a:off x="2332" y="86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3" name=""/>
            <p:cNvSpPr/>
            <p:nvPr/>
          </p:nvSpPr>
          <p:spPr>
            <a:xfrm rot="0">
              <a:off x="857" y="2094"/>
              <a:ext cx="28" cy="38"/>
            </a:xfrm>
            <a:custGeom>
              <a:avLst/>
              <a:ahLst/>
              <a:rect l="0" t="0" r="r" b="b"/>
              <a:pathLst>
                <a:path w="113" h="151">
                  <a:moveTo>
                    <a:pt x="101" y="151"/>
                  </a:moveTo>
                  <a:lnTo>
                    <a:pt x="82" y="119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6"/>
                  </a:lnTo>
                  <a:lnTo>
                    <a:pt x="25" y="18"/>
                  </a:lnTo>
                  <a:lnTo>
                    <a:pt x="18" y="31"/>
                  </a:lnTo>
                  <a:lnTo>
                    <a:pt x="0" y="114"/>
                  </a:lnTo>
                  <a:lnTo>
                    <a:pt x="0" y="126"/>
                  </a:lnTo>
                  <a:lnTo>
                    <a:pt x="7" y="145"/>
                  </a:lnTo>
                  <a:lnTo>
                    <a:pt x="18" y="151"/>
                  </a:lnTo>
                  <a:lnTo>
                    <a:pt x="38" y="151"/>
                  </a:lnTo>
                  <a:lnTo>
                    <a:pt x="57" y="145"/>
                  </a:lnTo>
                  <a:lnTo>
                    <a:pt x="70" y="139"/>
                  </a:lnTo>
                  <a:lnTo>
                    <a:pt x="82" y="1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4" name=""/>
            <p:cNvSpPr/>
            <p:nvPr/>
          </p:nvSpPr>
          <p:spPr>
            <a:xfrm rot="0">
              <a:off x="704" y="2014"/>
              <a:ext cx="25" cy="26"/>
            </a:xfrm>
            <a:custGeom>
              <a:avLst/>
              <a:ahLst/>
              <a:rect l="0" t="0" r="r" b="b"/>
              <a:pathLst>
                <a:path w="101" h="102">
                  <a:moveTo>
                    <a:pt x="101" y="50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89" y="20"/>
                  </a:lnTo>
                  <a:lnTo>
                    <a:pt x="81" y="11"/>
                  </a:lnTo>
                  <a:lnTo>
                    <a:pt x="72" y="6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39" y="2"/>
                  </a:lnTo>
                  <a:lnTo>
                    <a:pt x="29" y="6"/>
                  </a:lnTo>
                  <a:lnTo>
                    <a:pt x="18" y="11"/>
                  </a:lnTo>
                  <a:lnTo>
                    <a:pt x="10" y="20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0" y="82"/>
                  </a:lnTo>
                  <a:lnTo>
                    <a:pt x="18" y="91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0" y="102"/>
                  </a:lnTo>
                  <a:lnTo>
                    <a:pt x="62" y="100"/>
                  </a:lnTo>
                  <a:lnTo>
                    <a:pt x="72" y="96"/>
                  </a:lnTo>
                  <a:lnTo>
                    <a:pt x="81" y="91"/>
                  </a:lnTo>
                  <a:lnTo>
                    <a:pt x="89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5" name=""/>
            <p:cNvSpPr/>
            <p:nvPr/>
          </p:nvSpPr>
          <p:spPr>
            <a:xfrm rot="0">
              <a:off x="816" y="2014"/>
              <a:ext cx="26" cy="26"/>
            </a:xfrm>
            <a:custGeom>
              <a:avLst/>
              <a:ahLst/>
              <a:rect l="0" t="0" r="r" b="b"/>
              <a:pathLst>
                <a:path w="102" h="102">
                  <a:moveTo>
                    <a:pt x="102" y="50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90" y="20"/>
                  </a:lnTo>
                  <a:lnTo>
                    <a:pt x="82" y="11"/>
                  </a:lnTo>
                  <a:lnTo>
                    <a:pt x="73" y="6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29" y="6"/>
                  </a:lnTo>
                  <a:lnTo>
                    <a:pt x="19" y="11"/>
                  </a:lnTo>
                  <a:lnTo>
                    <a:pt x="11" y="20"/>
                  </a:lnTo>
                  <a:lnTo>
                    <a:pt x="6" y="29"/>
                  </a:lnTo>
                  <a:lnTo>
                    <a:pt x="2" y="40"/>
                  </a:lnTo>
                  <a:lnTo>
                    <a:pt x="0" y="50"/>
                  </a:lnTo>
                  <a:lnTo>
                    <a:pt x="2" y="62"/>
                  </a:lnTo>
                  <a:lnTo>
                    <a:pt x="6" y="73"/>
                  </a:lnTo>
                  <a:lnTo>
                    <a:pt x="11" y="82"/>
                  </a:lnTo>
                  <a:lnTo>
                    <a:pt x="19" y="91"/>
                  </a:lnTo>
                  <a:lnTo>
                    <a:pt x="29" y="96"/>
                  </a:lnTo>
                  <a:lnTo>
                    <a:pt x="40" y="100"/>
                  </a:lnTo>
                  <a:lnTo>
                    <a:pt x="50" y="102"/>
                  </a:lnTo>
                  <a:lnTo>
                    <a:pt x="62" y="100"/>
                  </a:lnTo>
                  <a:lnTo>
                    <a:pt x="73" y="96"/>
                  </a:lnTo>
                  <a:lnTo>
                    <a:pt x="82" y="91"/>
                  </a:lnTo>
                  <a:lnTo>
                    <a:pt x="90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2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6" name=""/>
            <p:cNvSpPr/>
            <p:nvPr/>
          </p:nvSpPr>
          <p:spPr>
            <a:xfrm rot="0">
              <a:off x="2238" y="949"/>
              <a:ext cx="26" cy="25"/>
            </a:xfrm>
            <a:custGeom>
              <a:avLst/>
              <a:ahLst/>
              <a:rect l="0" t="0" r="r" b="b"/>
              <a:pathLst>
                <a:path w="102" h="101">
                  <a:moveTo>
                    <a:pt x="102" y="51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90" y="20"/>
                  </a:lnTo>
                  <a:lnTo>
                    <a:pt x="82" y="12"/>
                  </a:lnTo>
                  <a:lnTo>
                    <a:pt x="73" y="5"/>
                  </a:lnTo>
                  <a:lnTo>
                    <a:pt x="62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29" y="5"/>
                  </a:lnTo>
                  <a:lnTo>
                    <a:pt x="19" y="12"/>
                  </a:lnTo>
                  <a:lnTo>
                    <a:pt x="11" y="20"/>
                  </a:lnTo>
                  <a:lnTo>
                    <a:pt x="6" y="29"/>
                  </a:lnTo>
                  <a:lnTo>
                    <a:pt x="2" y="40"/>
                  </a:lnTo>
                  <a:lnTo>
                    <a:pt x="0" y="51"/>
                  </a:lnTo>
                  <a:lnTo>
                    <a:pt x="2" y="62"/>
                  </a:lnTo>
                  <a:lnTo>
                    <a:pt x="6" y="74"/>
                  </a:lnTo>
                  <a:lnTo>
                    <a:pt x="11" y="83"/>
                  </a:lnTo>
                  <a:lnTo>
                    <a:pt x="19" y="91"/>
                  </a:lnTo>
                  <a:lnTo>
                    <a:pt x="29" y="97"/>
                  </a:lnTo>
                  <a:lnTo>
                    <a:pt x="40" y="100"/>
                  </a:lnTo>
                  <a:lnTo>
                    <a:pt x="50" y="101"/>
                  </a:lnTo>
                  <a:lnTo>
                    <a:pt x="62" y="100"/>
                  </a:lnTo>
                  <a:lnTo>
                    <a:pt x="73" y="97"/>
                  </a:lnTo>
                  <a:lnTo>
                    <a:pt x="82" y="91"/>
                  </a:lnTo>
                  <a:lnTo>
                    <a:pt x="90" y="83"/>
                  </a:lnTo>
                  <a:lnTo>
                    <a:pt x="96" y="74"/>
                  </a:lnTo>
                  <a:lnTo>
                    <a:pt x="100" y="62"/>
                  </a:lnTo>
                  <a:lnTo>
                    <a:pt x="102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7" name=""/>
            <p:cNvSpPr/>
            <p:nvPr/>
          </p:nvSpPr>
          <p:spPr>
            <a:xfrm rot="0">
              <a:off x="2238" y="1117"/>
              <a:ext cx="26" cy="25"/>
            </a:xfrm>
            <a:custGeom>
              <a:avLst/>
              <a:ahLst/>
              <a:rect l="0" t="0" r="r" b="b"/>
              <a:pathLst>
                <a:path w="102" h="100">
                  <a:moveTo>
                    <a:pt x="102" y="50"/>
                  </a:moveTo>
                  <a:lnTo>
                    <a:pt x="100" y="38"/>
                  </a:lnTo>
                  <a:lnTo>
                    <a:pt x="96" y="28"/>
                  </a:lnTo>
                  <a:lnTo>
                    <a:pt x="90" y="18"/>
                  </a:lnTo>
                  <a:lnTo>
                    <a:pt x="82" y="11"/>
                  </a:lnTo>
                  <a:lnTo>
                    <a:pt x="73" y="4"/>
                  </a:lnTo>
                  <a:lnTo>
                    <a:pt x="62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1" y="18"/>
                  </a:lnTo>
                  <a:lnTo>
                    <a:pt x="6" y="28"/>
                  </a:lnTo>
                  <a:lnTo>
                    <a:pt x="2" y="38"/>
                  </a:lnTo>
                  <a:lnTo>
                    <a:pt x="0" y="50"/>
                  </a:lnTo>
                  <a:lnTo>
                    <a:pt x="2" y="62"/>
                  </a:lnTo>
                  <a:lnTo>
                    <a:pt x="6" y="72"/>
                  </a:lnTo>
                  <a:lnTo>
                    <a:pt x="11" y="82"/>
                  </a:lnTo>
                  <a:lnTo>
                    <a:pt x="19" y="89"/>
                  </a:lnTo>
                  <a:lnTo>
                    <a:pt x="29" y="96"/>
                  </a:lnTo>
                  <a:lnTo>
                    <a:pt x="40" y="99"/>
                  </a:lnTo>
                  <a:lnTo>
                    <a:pt x="50" y="100"/>
                  </a:lnTo>
                  <a:lnTo>
                    <a:pt x="62" y="99"/>
                  </a:lnTo>
                  <a:lnTo>
                    <a:pt x="73" y="96"/>
                  </a:lnTo>
                  <a:lnTo>
                    <a:pt x="82" y="89"/>
                  </a:lnTo>
                  <a:lnTo>
                    <a:pt x="90" y="82"/>
                  </a:lnTo>
                  <a:lnTo>
                    <a:pt x="96" y="72"/>
                  </a:lnTo>
                  <a:lnTo>
                    <a:pt x="100" y="62"/>
                  </a:lnTo>
                  <a:lnTo>
                    <a:pt x="102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88" name=""/>
            <p:cNvSpPr/>
            <p:nvPr/>
          </p:nvSpPr>
          <p:spPr>
            <a:xfrm rot="0">
              <a:off x="4767" y="681"/>
              <a:ext cx="16" cy="8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89" name=""/>
            <p:cNvSpPr/>
            <p:nvPr/>
          </p:nvSpPr>
          <p:spPr>
            <a:xfrm rot="0">
              <a:off x="4767" y="681"/>
              <a:ext cx="16" cy="8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3"/>
                  </a:lnTo>
                  <a:lnTo>
                    <a:pt x="6" y="14"/>
                  </a:lnTo>
                  <a:lnTo>
                    <a:pt x="14" y="6"/>
                  </a:lnTo>
                  <a:lnTo>
                    <a:pt x="23" y="2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3" y="6"/>
                  </a:lnTo>
                  <a:lnTo>
                    <a:pt x="61" y="14"/>
                  </a:lnTo>
                  <a:lnTo>
                    <a:pt x="65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90" name=""/>
            <p:cNvSpPr/>
            <p:nvPr/>
          </p:nvSpPr>
          <p:spPr>
            <a:xfrm rot="0">
              <a:off x="4767" y="689"/>
              <a:ext cx="16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91" name=""/>
            <p:cNvSpPr/>
            <p:nvPr/>
          </p:nvSpPr>
          <p:spPr>
            <a:xfrm rot="0">
              <a:off x="4767" y="689"/>
              <a:ext cx="16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92" name=""/>
            <p:cNvSpPr/>
            <p:nvPr/>
          </p:nvSpPr>
          <p:spPr>
            <a:xfrm rot="0">
              <a:off x="4767" y="1195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93" name=""/>
            <p:cNvSpPr/>
            <p:nvPr/>
          </p:nvSpPr>
          <p:spPr>
            <a:xfrm rot="0">
              <a:off x="4767" y="1195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4" y="28"/>
                  </a:lnTo>
                  <a:lnTo>
                    <a:pt x="6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94" name=""/>
            <p:cNvSpPr/>
            <p:nvPr/>
          </p:nvSpPr>
          <p:spPr>
            <a:xfrm rot="0">
              <a:off x="4406" y="681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95" name=""/>
            <p:cNvSpPr/>
            <p:nvPr/>
          </p:nvSpPr>
          <p:spPr>
            <a:xfrm rot="0">
              <a:off x="4406" y="681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1"/>
                  </a:lnTo>
                  <a:lnTo>
                    <a:pt x="5" y="53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96" name=""/>
            <p:cNvSpPr/>
            <p:nvPr/>
          </p:nvSpPr>
          <p:spPr>
            <a:xfrm rot="0">
              <a:off x="4414" y="681"/>
              <a:ext cx="361" cy="17"/>
            </a:xfrm>
            <a:custGeom>
              <a:avLst/>
              <a:ahLst/>
              <a:rect l="0" t="0" r="r" b="b"/>
              <a:pathLst>
                <a:path w="144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444" y="67"/>
                  </a:lnTo>
                  <a:lnTo>
                    <a:pt x="1444" y="34"/>
                  </a:lnTo>
                  <a:lnTo>
                    <a:pt x="144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97" name=""/>
            <p:cNvSpPr/>
            <p:nvPr/>
          </p:nvSpPr>
          <p:spPr>
            <a:xfrm rot="0">
              <a:off x="4414" y="681"/>
              <a:ext cx="361" cy="17"/>
            </a:xfrm>
            <a:custGeom>
              <a:avLst/>
              <a:ahLst/>
              <a:rect l="0" t="0" r="r" b="b"/>
              <a:pathLst>
                <a:path w="1444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444" y="67"/>
                  </a:lnTo>
                  <a:lnTo>
                    <a:pt x="1444" y="34"/>
                  </a:lnTo>
                  <a:lnTo>
                    <a:pt x="144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898" name=""/>
            <p:cNvSpPr/>
            <p:nvPr/>
          </p:nvSpPr>
          <p:spPr>
            <a:xfrm rot="0">
              <a:off x="4775" y="681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899" name=""/>
            <p:cNvSpPr/>
            <p:nvPr/>
          </p:nvSpPr>
          <p:spPr>
            <a:xfrm rot="0">
              <a:off x="4775" y="681"/>
              <a:ext cx="8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4" y="34"/>
                  </a:lnTo>
                  <a:lnTo>
                    <a:pt x="32" y="44"/>
                  </a:lnTo>
                  <a:lnTo>
                    <a:pt x="28" y="53"/>
                  </a:lnTo>
                  <a:lnTo>
                    <a:pt x="20" y="61"/>
                  </a:lnTo>
                  <a:lnTo>
                    <a:pt x="11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00" name=""/>
            <p:cNvSpPr/>
            <p:nvPr/>
          </p:nvSpPr>
          <p:spPr>
            <a:xfrm rot="0">
              <a:off x="4406" y="681"/>
              <a:ext cx="16" cy="8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01" name=""/>
            <p:cNvSpPr/>
            <p:nvPr/>
          </p:nvSpPr>
          <p:spPr>
            <a:xfrm rot="0">
              <a:off x="4406" y="681"/>
              <a:ext cx="16" cy="8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02" name=""/>
            <p:cNvSpPr/>
            <p:nvPr/>
          </p:nvSpPr>
          <p:spPr>
            <a:xfrm rot="0">
              <a:off x="4406" y="689"/>
              <a:ext cx="16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03" name=""/>
            <p:cNvSpPr/>
            <p:nvPr/>
          </p:nvSpPr>
          <p:spPr>
            <a:xfrm rot="0">
              <a:off x="4406" y="689"/>
              <a:ext cx="16" cy="506"/>
            </a:xfrm>
            <a:custGeom>
              <a:avLst/>
              <a:ahLst/>
              <a:rect l="0" t="0" r="r" b="b"/>
              <a:pathLst>
                <a:path w="67" h="2021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21"/>
                  </a:lnTo>
                  <a:lnTo>
                    <a:pt x="33" y="2021"/>
                  </a:lnTo>
                  <a:lnTo>
                    <a:pt x="67" y="2021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04" name=""/>
            <p:cNvSpPr/>
            <p:nvPr/>
          </p:nvSpPr>
          <p:spPr>
            <a:xfrm rot="0">
              <a:off x="4406" y="1195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05" name=""/>
            <p:cNvSpPr/>
            <p:nvPr/>
          </p:nvSpPr>
          <p:spPr>
            <a:xfrm rot="0">
              <a:off x="4406" y="1195"/>
              <a:ext cx="16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06" name=""/>
            <p:cNvSpPr/>
            <p:nvPr/>
          </p:nvSpPr>
          <p:spPr>
            <a:xfrm rot="0">
              <a:off x="4767" y="681"/>
              <a:ext cx="11" cy="16"/>
            </a:xfrm>
            <a:custGeom>
              <a:avLst/>
              <a:ahLst/>
              <a:rect l="0" t="0" r="r" b="b"/>
              <a:pathLst>
                <a:path w="48" h="63">
                  <a:moveTo>
                    <a:pt x="33" y="33"/>
                  </a:moveTo>
                  <a:lnTo>
                    <a:pt x="19" y="63"/>
                  </a:lnTo>
                  <a:lnTo>
                    <a:pt x="11" y="58"/>
                  </a:lnTo>
                  <a:lnTo>
                    <a:pt x="4" y="48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8" y="10"/>
                  </a:lnTo>
                  <a:lnTo>
                    <a:pt x="17" y="4"/>
                  </a:lnTo>
                  <a:lnTo>
                    <a:pt x="27" y="0"/>
                  </a:lnTo>
                  <a:lnTo>
                    <a:pt x="37" y="0"/>
                  </a:lnTo>
                  <a:lnTo>
                    <a:pt x="48" y="2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07" name=""/>
            <p:cNvSpPr/>
            <p:nvPr/>
          </p:nvSpPr>
          <p:spPr>
            <a:xfrm rot="0">
              <a:off x="4767" y="681"/>
              <a:ext cx="11" cy="16"/>
            </a:xfrm>
            <a:custGeom>
              <a:avLst/>
              <a:ahLst/>
              <a:rect l="0" t="0" r="r" b="b"/>
              <a:pathLst>
                <a:path w="48" h="63">
                  <a:moveTo>
                    <a:pt x="19" y="63"/>
                  </a:moveTo>
                  <a:lnTo>
                    <a:pt x="11" y="58"/>
                  </a:lnTo>
                  <a:lnTo>
                    <a:pt x="4" y="48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8" y="10"/>
                  </a:lnTo>
                  <a:lnTo>
                    <a:pt x="17" y="4"/>
                  </a:lnTo>
                  <a:lnTo>
                    <a:pt x="27" y="0"/>
                  </a:lnTo>
                  <a:lnTo>
                    <a:pt x="37" y="0"/>
                  </a:lnTo>
                  <a:lnTo>
                    <a:pt x="48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08" name=""/>
            <p:cNvSpPr/>
            <p:nvPr/>
          </p:nvSpPr>
          <p:spPr>
            <a:xfrm rot="0">
              <a:off x="4771" y="682"/>
              <a:ext cx="406" cy="201"/>
            </a:xfrm>
            <a:custGeom>
              <a:avLst/>
              <a:ahLst/>
              <a:rect l="0" t="0" r="r" b="b"/>
              <a:pathLst>
                <a:path w="1622" h="804">
                  <a:moveTo>
                    <a:pt x="29" y="0"/>
                  </a:moveTo>
                  <a:lnTo>
                    <a:pt x="14" y="31"/>
                  </a:lnTo>
                  <a:lnTo>
                    <a:pt x="0" y="61"/>
                  </a:lnTo>
                  <a:lnTo>
                    <a:pt x="1593" y="804"/>
                  </a:lnTo>
                  <a:lnTo>
                    <a:pt x="1607" y="773"/>
                  </a:lnTo>
                  <a:lnTo>
                    <a:pt x="1622" y="743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09" name=""/>
            <p:cNvSpPr/>
            <p:nvPr/>
          </p:nvSpPr>
          <p:spPr>
            <a:xfrm rot="0">
              <a:off x="4771" y="682"/>
              <a:ext cx="406" cy="201"/>
            </a:xfrm>
            <a:custGeom>
              <a:avLst/>
              <a:ahLst/>
              <a:rect l="0" t="0" r="r" b="b"/>
              <a:pathLst>
                <a:path w="1622" h="804">
                  <a:moveTo>
                    <a:pt x="29" y="0"/>
                  </a:moveTo>
                  <a:lnTo>
                    <a:pt x="14" y="31"/>
                  </a:lnTo>
                  <a:lnTo>
                    <a:pt x="0" y="61"/>
                  </a:lnTo>
                  <a:lnTo>
                    <a:pt x="1593" y="804"/>
                  </a:lnTo>
                  <a:lnTo>
                    <a:pt x="1607" y="773"/>
                  </a:lnTo>
                  <a:lnTo>
                    <a:pt x="1622" y="74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10" name=""/>
            <p:cNvSpPr/>
            <p:nvPr/>
          </p:nvSpPr>
          <p:spPr>
            <a:xfrm rot="0">
              <a:off x="5169" y="868"/>
              <a:ext cx="12" cy="15"/>
            </a:xfrm>
            <a:custGeom>
              <a:avLst/>
              <a:ahLst/>
              <a:rect l="0" t="0" r="r" b="b"/>
              <a:pathLst>
                <a:path w="47" h="63">
                  <a:moveTo>
                    <a:pt x="14" y="30"/>
                  </a:moveTo>
                  <a:lnTo>
                    <a:pt x="29" y="0"/>
                  </a:lnTo>
                  <a:lnTo>
                    <a:pt x="36" y="5"/>
                  </a:lnTo>
                  <a:lnTo>
                    <a:pt x="43" y="15"/>
                  </a:lnTo>
                  <a:lnTo>
                    <a:pt x="47" y="24"/>
                  </a:lnTo>
                  <a:lnTo>
                    <a:pt x="47" y="34"/>
                  </a:lnTo>
                  <a:lnTo>
                    <a:pt x="44" y="45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61"/>
                  </a:lnTo>
                  <a:lnTo>
                    <a:pt x="14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11" name=""/>
            <p:cNvSpPr/>
            <p:nvPr/>
          </p:nvSpPr>
          <p:spPr>
            <a:xfrm rot="0">
              <a:off x="5169" y="868"/>
              <a:ext cx="12" cy="15"/>
            </a:xfrm>
            <a:custGeom>
              <a:avLst/>
              <a:ahLst/>
              <a:rect l="0" t="0" r="r" b="b"/>
              <a:pathLst>
                <a:path w="47" h="63">
                  <a:moveTo>
                    <a:pt x="29" y="0"/>
                  </a:moveTo>
                  <a:lnTo>
                    <a:pt x="36" y="5"/>
                  </a:lnTo>
                  <a:lnTo>
                    <a:pt x="43" y="15"/>
                  </a:lnTo>
                  <a:lnTo>
                    <a:pt x="47" y="24"/>
                  </a:lnTo>
                  <a:lnTo>
                    <a:pt x="47" y="34"/>
                  </a:lnTo>
                  <a:lnTo>
                    <a:pt x="44" y="45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3"/>
                  </a:lnTo>
                  <a:lnTo>
                    <a:pt x="10" y="63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12" name=""/>
            <p:cNvSpPr/>
            <p:nvPr/>
          </p:nvSpPr>
          <p:spPr>
            <a:xfrm rot="0">
              <a:off x="5165" y="867"/>
              <a:ext cx="17" cy="8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13" name=""/>
            <p:cNvSpPr/>
            <p:nvPr/>
          </p:nvSpPr>
          <p:spPr>
            <a:xfrm rot="0">
              <a:off x="5165" y="867"/>
              <a:ext cx="17" cy="8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14" name=""/>
            <p:cNvSpPr/>
            <p:nvPr/>
          </p:nvSpPr>
          <p:spPr>
            <a:xfrm rot="0">
              <a:off x="5165" y="875"/>
              <a:ext cx="17" cy="320"/>
            </a:xfrm>
            <a:custGeom>
              <a:avLst/>
              <a:ahLst/>
              <a:rect l="0" t="0" r="r" b="b"/>
              <a:pathLst>
                <a:path w="67" h="127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279"/>
                  </a:lnTo>
                  <a:lnTo>
                    <a:pt x="33" y="1279"/>
                  </a:lnTo>
                  <a:lnTo>
                    <a:pt x="67" y="1279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15" name=""/>
            <p:cNvSpPr/>
            <p:nvPr/>
          </p:nvSpPr>
          <p:spPr>
            <a:xfrm rot="0">
              <a:off x="5165" y="875"/>
              <a:ext cx="17" cy="320"/>
            </a:xfrm>
            <a:custGeom>
              <a:avLst/>
              <a:ahLst/>
              <a:rect l="0" t="0" r="r" b="b"/>
              <a:pathLst>
                <a:path w="67" h="1279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1279"/>
                  </a:lnTo>
                  <a:lnTo>
                    <a:pt x="33" y="1279"/>
                  </a:lnTo>
                  <a:lnTo>
                    <a:pt x="67" y="1279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16" name=""/>
            <p:cNvSpPr/>
            <p:nvPr/>
          </p:nvSpPr>
          <p:spPr>
            <a:xfrm rot="0">
              <a:off x="5165" y="1195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17" name=""/>
            <p:cNvSpPr/>
            <p:nvPr/>
          </p:nvSpPr>
          <p:spPr>
            <a:xfrm rot="0">
              <a:off x="5165" y="1195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18" name=""/>
            <p:cNvSpPr/>
            <p:nvPr/>
          </p:nvSpPr>
          <p:spPr>
            <a:xfrm rot="0">
              <a:off x="4406" y="118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19" name=""/>
            <p:cNvSpPr/>
            <p:nvPr/>
          </p:nvSpPr>
          <p:spPr>
            <a:xfrm rot="0">
              <a:off x="4406" y="1186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0" name=""/>
            <p:cNvSpPr/>
            <p:nvPr/>
          </p:nvSpPr>
          <p:spPr>
            <a:xfrm rot="0">
              <a:off x="4414" y="1186"/>
              <a:ext cx="759" cy="17"/>
            </a:xfrm>
            <a:custGeom>
              <a:avLst/>
              <a:ahLst/>
              <a:rect l="0" t="0" r="r" b="b"/>
              <a:pathLst>
                <a:path w="3037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037" y="67"/>
                  </a:lnTo>
                  <a:lnTo>
                    <a:pt x="3037" y="34"/>
                  </a:lnTo>
                  <a:lnTo>
                    <a:pt x="303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21" name=""/>
            <p:cNvSpPr/>
            <p:nvPr/>
          </p:nvSpPr>
          <p:spPr>
            <a:xfrm rot="0">
              <a:off x="4414" y="1186"/>
              <a:ext cx="759" cy="17"/>
            </a:xfrm>
            <a:custGeom>
              <a:avLst/>
              <a:ahLst/>
              <a:rect l="0" t="0" r="r" b="b"/>
              <a:pathLst>
                <a:path w="3037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037" y="67"/>
                  </a:lnTo>
                  <a:lnTo>
                    <a:pt x="3037" y="34"/>
                  </a:lnTo>
                  <a:lnTo>
                    <a:pt x="303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2" name=""/>
            <p:cNvSpPr/>
            <p:nvPr/>
          </p:nvSpPr>
          <p:spPr>
            <a:xfrm rot="0">
              <a:off x="5173" y="118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23" name=""/>
            <p:cNvSpPr/>
            <p:nvPr/>
          </p:nvSpPr>
          <p:spPr>
            <a:xfrm rot="0">
              <a:off x="5173" y="1186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4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4" name=""/>
            <p:cNvSpPr/>
            <p:nvPr/>
          </p:nvSpPr>
          <p:spPr>
            <a:xfrm rot="0" flipV="1">
              <a:off x="3817" y="766"/>
              <a:ext cx="1" cy="84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5" name=""/>
            <p:cNvSpPr/>
            <p:nvPr/>
          </p:nvSpPr>
          <p:spPr>
            <a:xfrm rot="0">
              <a:off x="3817" y="766"/>
              <a:ext cx="7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6" name=""/>
            <p:cNvSpPr/>
            <p:nvPr/>
          </p:nvSpPr>
          <p:spPr>
            <a:xfrm rot="0">
              <a:off x="3140" y="1976"/>
              <a:ext cx="41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7" name=""/>
            <p:cNvSpPr/>
            <p:nvPr/>
          </p:nvSpPr>
          <p:spPr>
            <a:xfrm rot="0" flipV="1">
              <a:off x="3140" y="1195"/>
              <a:ext cx="1" cy="78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8" name=""/>
            <p:cNvSpPr/>
            <p:nvPr/>
          </p:nvSpPr>
          <p:spPr>
            <a:xfrm rot="0">
              <a:off x="4055" y="1412"/>
              <a:ext cx="35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29" name=""/>
            <p:cNvSpPr/>
            <p:nvPr/>
          </p:nvSpPr>
          <p:spPr>
            <a:xfrm rot="0" flipH="1" flipV="1">
              <a:off x="4413" y="1195"/>
              <a:ext cx="1" cy="21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0" name=""/>
            <p:cNvSpPr/>
            <p:nvPr/>
          </p:nvSpPr>
          <p:spPr>
            <a:xfrm rot="0">
              <a:off x="4414" y="1412"/>
              <a:ext cx="700" cy="70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1" name=""/>
            <p:cNvSpPr/>
            <p:nvPr/>
          </p:nvSpPr>
          <p:spPr>
            <a:xfrm rot="0">
              <a:off x="3817" y="1612"/>
              <a:ext cx="7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2" name=""/>
            <p:cNvSpPr/>
            <p:nvPr/>
          </p:nvSpPr>
          <p:spPr>
            <a:xfrm rot="0" flipV="1">
              <a:off x="4613" y="766"/>
              <a:ext cx="1" cy="84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3" name=""/>
            <p:cNvSpPr/>
            <p:nvPr/>
          </p:nvSpPr>
          <p:spPr>
            <a:xfrm rot="0">
              <a:off x="3550" y="1976"/>
              <a:ext cx="142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4" name=""/>
            <p:cNvSpPr/>
            <p:nvPr/>
          </p:nvSpPr>
          <p:spPr>
            <a:xfrm rot="0" flipV="1">
              <a:off x="4977" y="1195"/>
              <a:ext cx="1" cy="78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5" name=""/>
            <p:cNvSpPr/>
            <p:nvPr/>
          </p:nvSpPr>
          <p:spPr>
            <a:xfrm rot="0">
              <a:off x="3127" y="1182"/>
              <a:ext cx="25" cy="25"/>
            </a:xfrm>
            <a:custGeom>
              <a:avLst/>
              <a:ahLst/>
              <a:rect l="0" t="0" r="r" b="b"/>
              <a:pathLst>
                <a:path w="102" h="100">
                  <a:moveTo>
                    <a:pt x="102" y="50"/>
                  </a:moveTo>
                  <a:lnTo>
                    <a:pt x="100" y="38"/>
                  </a:lnTo>
                  <a:lnTo>
                    <a:pt x="96" y="28"/>
                  </a:lnTo>
                  <a:lnTo>
                    <a:pt x="90" y="19"/>
                  </a:lnTo>
                  <a:lnTo>
                    <a:pt x="82" y="11"/>
                  </a:lnTo>
                  <a:lnTo>
                    <a:pt x="73" y="4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1" y="19"/>
                  </a:lnTo>
                  <a:lnTo>
                    <a:pt x="6" y="28"/>
                  </a:lnTo>
                  <a:lnTo>
                    <a:pt x="2" y="38"/>
                  </a:lnTo>
                  <a:lnTo>
                    <a:pt x="0" y="50"/>
                  </a:lnTo>
                  <a:lnTo>
                    <a:pt x="2" y="62"/>
                  </a:lnTo>
                  <a:lnTo>
                    <a:pt x="6" y="73"/>
                  </a:lnTo>
                  <a:lnTo>
                    <a:pt x="11" y="82"/>
                  </a:lnTo>
                  <a:lnTo>
                    <a:pt x="19" y="90"/>
                  </a:lnTo>
                  <a:lnTo>
                    <a:pt x="29" y="96"/>
                  </a:lnTo>
                  <a:lnTo>
                    <a:pt x="40" y="99"/>
                  </a:lnTo>
                  <a:lnTo>
                    <a:pt x="50" y="100"/>
                  </a:lnTo>
                  <a:lnTo>
                    <a:pt x="62" y="99"/>
                  </a:lnTo>
                  <a:lnTo>
                    <a:pt x="73" y="96"/>
                  </a:lnTo>
                  <a:lnTo>
                    <a:pt x="82" y="90"/>
                  </a:lnTo>
                  <a:lnTo>
                    <a:pt x="90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2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6" name=""/>
            <p:cNvSpPr/>
            <p:nvPr/>
          </p:nvSpPr>
          <p:spPr>
            <a:xfrm rot="0">
              <a:off x="3805" y="754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99" y="38"/>
                  </a:lnTo>
                  <a:lnTo>
                    <a:pt x="96" y="28"/>
                  </a:lnTo>
                  <a:lnTo>
                    <a:pt x="90" y="19"/>
                  </a:lnTo>
                  <a:lnTo>
                    <a:pt x="81" y="11"/>
                  </a:lnTo>
                  <a:lnTo>
                    <a:pt x="72" y="4"/>
                  </a:lnTo>
                  <a:lnTo>
                    <a:pt x="61" y="0"/>
                  </a:lnTo>
                  <a:lnTo>
                    <a:pt x="50" y="0"/>
                  </a:lnTo>
                  <a:lnTo>
                    <a:pt x="39" y="0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0" y="19"/>
                  </a:lnTo>
                  <a:lnTo>
                    <a:pt x="5" y="28"/>
                  </a:lnTo>
                  <a:lnTo>
                    <a:pt x="1" y="38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0" y="82"/>
                  </a:lnTo>
                  <a:lnTo>
                    <a:pt x="19" y="90"/>
                  </a:lnTo>
                  <a:lnTo>
                    <a:pt x="29" y="96"/>
                  </a:lnTo>
                  <a:lnTo>
                    <a:pt x="39" y="99"/>
                  </a:lnTo>
                  <a:lnTo>
                    <a:pt x="50" y="100"/>
                  </a:lnTo>
                  <a:lnTo>
                    <a:pt x="61" y="99"/>
                  </a:lnTo>
                  <a:lnTo>
                    <a:pt x="72" y="96"/>
                  </a:lnTo>
                  <a:lnTo>
                    <a:pt x="81" y="90"/>
                  </a:lnTo>
                  <a:lnTo>
                    <a:pt x="90" y="82"/>
                  </a:lnTo>
                  <a:lnTo>
                    <a:pt x="96" y="73"/>
                  </a:lnTo>
                  <a:lnTo>
                    <a:pt x="99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7" name=""/>
            <p:cNvSpPr/>
            <p:nvPr/>
          </p:nvSpPr>
          <p:spPr>
            <a:xfrm rot="0">
              <a:off x="4600" y="754"/>
              <a:ext cx="26" cy="25"/>
            </a:xfrm>
            <a:custGeom>
              <a:avLst/>
              <a:ahLst/>
              <a:rect l="0" t="0" r="r" b="b"/>
              <a:pathLst>
                <a:path w="102" h="100">
                  <a:moveTo>
                    <a:pt x="102" y="50"/>
                  </a:moveTo>
                  <a:lnTo>
                    <a:pt x="100" y="38"/>
                  </a:lnTo>
                  <a:lnTo>
                    <a:pt x="96" y="28"/>
                  </a:lnTo>
                  <a:lnTo>
                    <a:pt x="90" y="19"/>
                  </a:lnTo>
                  <a:lnTo>
                    <a:pt x="82" y="11"/>
                  </a:lnTo>
                  <a:lnTo>
                    <a:pt x="73" y="4"/>
                  </a:lnTo>
                  <a:lnTo>
                    <a:pt x="62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29" y="4"/>
                  </a:lnTo>
                  <a:lnTo>
                    <a:pt x="19" y="11"/>
                  </a:lnTo>
                  <a:lnTo>
                    <a:pt x="11" y="19"/>
                  </a:lnTo>
                  <a:lnTo>
                    <a:pt x="6" y="28"/>
                  </a:lnTo>
                  <a:lnTo>
                    <a:pt x="2" y="38"/>
                  </a:lnTo>
                  <a:lnTo>
                    <a:pt x="0" y="50"/>
                  </a:lnTo>
                  <a:lnTo>
                    <a:pt x="2" y="62"/>
                  </a:lnTo>
                  <a:lnTo>
                    <a:pt x="6" y="73"/>
                  </a:lnTo>
                  <a:lnTo>
                    <a:pt x="11" y="82"/>
                  </a:lnTo>
                  <a:lnTo>
                    <a:pt x="19" y="90"/>
                  </a:lnTo>
                  <a:lnTo>
                    <a:pt x="29" y="96"/>
                  </a:lnTo>
                  <a:lnTo>
                    <a:pt x="40" y="99"/>
                  </a:lnTo>
                  <a:lnTo>
                    <a:pt x="50" y="100"/>
                  </a:lnTo>
                  <a:lnTo>
                    <a:pt x="62" y="99"/>
                  </a:lnTo>
                  <a:lnTo>
                    <a:pt x="73" y="96"/>
                  </a:lnTo>
                  <a:lnTo>
                    <a:pt x="82" y="90"/>
                  </a:lnTo>
                  <a:lnTo>
                    <a:pt x="90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2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8" name=""/>
            <p:cNvSpPr/>
            <p:nvPr/>
          </p:nvSpPr>
          <p:spPr>
            <a:xfrm rot="0">
              <a:off x="4964" y="1182"/>
              <a:ext cx="26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99" y="38"/>
                  </a:lnTo>
                  <a:lnTo>
                    <a:pt x="95" y="28"/>
                  </a:lnTo>
                  <a:lnTo>
                    <a:pt x="90" y="19"/>
                  </a:lnTo>
                  <a:lnTo>
                    <a:pt x="82" y="11"/>
                  </a:lnTo>
                  <a:lnTo>
                    <a:pt x="72" y="4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8" y="4"/>
                  </a:lnTo>
                  <a:lnTo>
                    <a:pt x="19" y="11"/>
                  </a:lnTo>
                  <a:lnTo>
                    <a:pt x="11" y="19"/>
                  </a:lnTo>
                  <a:lnTo>
                    <a:pt x="5" y="28"/>
                  </a:lnTo>
                  <a:lnTo>
                    <a:pt x="1" y="38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1" y="82"/>
                  </a:lnTo>
                  <a:lnTo>
                    <a:pt x="19" y="90"/>
                  </a:lnTo>
                  <a:lnTo>
                    <a:pt x="28" y="96"/>
                  </a:lnTo>
                  <a:lnTo>
                    <a:pt x="39" y="99"/>
                  </a:lnTo>
                  <a:lnTo>
                    <a:pt x="51" y="100"/>
                  </a:lnTo>
                  <a:lnTo>
                    <a:pt x="61" y="99"/>
                  </a:lnTo>
                  <a:lnTo>
                    <a:pt x="72" y="96"/>
                  </a:lnTo>
                  <a:lnTo>
                    <a:pt x="82" y="90"/>
                  </a:lnTo>
                  <a:lnTo>
                    <a:pt x="90" y="82"/>
                  </a:lnTo>
                  <a:lnTo>
                    <a:pt x="95" y="73"/>
                  </a:lnTo>
                  <a:lnTo>
                    <a:pt x="99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39" name=""/>
            <p:cNvSpPr/>
            <p:nvPr/>
          </p:nvSpPr>
          <p:spPr>
            <a:xfrm rot="0">
              <a:off x="3111" y="1098"/>
              <a:ext cx="28" cy="38"/>
            </a:xfrm>
            <a:custGeom>
              <a:avLst/>
              <a:ahLst/>
              <a:rect l="0" t="0" r="r" b="b"/>
              <a:pathLst>
                <a:path w="113" h="153">
                  <a:moveTo>
                    <a:pt x="101" y="153"/>
                  </a:moveTo>
                  <a:lnTo>
                    <a:pt x="81" y="120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7"/>
                  </a:lnTo>
                  <a:lnTo>
                    <a:pt x="25" y="20"/>
                  </a:lnTo>
                  <a:lnTo>
                    <a:pt x="18" y="32"/>
                  </a:lnTo>
                  <a:lnTo>
                    <a:pt x="0" y="115"/>
                  </a:lnTo>
                  <a:lnTo>
                    <a:pt x="0" y="126"/>
                  </a:lnTo>
                  <a:lnTo>
                    <a:pt x="6" y="146"/>
                  </a:lnTo>
                  <a:lnTo>
                    <a:pt x="18" y="153"/>
                  </a:lnTo>
                  <a:lnTo>
                    <a:pt x="38" y="153"/>
                  </a:lnTo>
                  <a:lnTo>
                    <a:pt x="56" y="146"/>
                  </a:lnTo>
                  <a:lnTo>
                    <a:pt x="69" y="140"/>
                  </a:lnTo>
                  <a:lnTo>
                    <a:pt x="81" y="1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0" name=""/>
            <p:cNvSpPr/>
            <p:nvPr/>
          </p:nvSpPr>
          <p:spPr>
            <a:xfrm rot="0" flipV="1">
              <a:off x="3164" y="1079"/>
              <a:ext cx="6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1" name=""/>
            <p:cNvSpPr/>
            <p:nvPr/>
          </p:nvSpPr>
          <p:spPr>
            <a:xfrm rot="0">
              <a:off x="3795" y="643"/>
              <a:ext cx="33" cy="57"/>
            </a:xfrm>
            <a:custGeom>
              <a:avLst/>
              <a:ahLst/>
              <a:rect l="0" t="0" r="r" b="b"/>
              <a:pathLst>
                <a:path w="132" h="228">
                  <a:moveTo>
                    <a:pt x="63" y="0"/>
                  </a:moveTo>
                  <a:lnTo>
                    <a:pt x="0" y="228"/>
                  </a:lnTo>
                  <a:lnTo>
                    <a:pt x="57" y="228"/>
                  </a:lnTo>
                  <a:lnTo>
                    <a:pt x="82" y="221"/>
                  </a:lnTo>
                  <a:lnTo>
                    <a:pt x="100" y="209"/>
                  </a:lnTo>
                  <a:lnTo>
                    <a:pt x="113" y="190"/>
                  </a:lnTo>
                  <a:lnTo>
                    <a:pt x="132" y="120"/>
                  </a:lnTo>
                  <a:lnTo>
                    <a:pt x="132" y="102"/>
                  </a:lnTo>
                  <a:lnTo>
                    <a:pt x="126" y="83"/>
                  </a:lnTo>
                  <a:lnTo>
                    <a:pt x="107" y="77"/>
                  </a:lnTo>
                  <a:lnTo>
                    <a:pt x="44" y="7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2" name=""/>
            <p:cNvSpPr/>
            <p:nvPr/>
          </p:nvSpPr>
          <p:spPr>
            <a:xfrm rot="0" flipV="1">
              <a:off x="3852" y="64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3" name=""/>
            <p:cNvSpPr/>
            <p:nvPr/>
          </p:nvSpPr>
          <p:spPr>
            <a:xfrm rot="0">
              <a:off x="4950" y="1127"/>
              <a:ext cx="29" cy="38"/>
            </a:xfrm>
            <a:custGeom>
              <a:avLst/>
              <a:ahLst/>
              <a:rect l="0" t="0" r="r" b="b"/>
              <a:pathLst>
                <a:path w="113" h="151">
                  <a:moveTo>
                    <a:pt x="101" y="151"/>
                  </a:moveTo>
                  <a:lnTo>
                    <a:pt x="81" y="119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6"/>
                  </a:lnTo>
                  <a:lnTo>
                    <a:pt x="25" y="18"/>
                  </a:lnTo>
                  <a:lnTo>
                    <a:pt x="18" y="31"/>
                  </a:lnTo>
                  <a:lnTo>
                    <a:pt x="0" y="114"/>
                  </a:lnTo>
                  <a:lnTo>
                    <a:pt x="0" y="126"/>
                  </a:lnTo>
                  <a:lnTo>
                    <a:pt x="7" y="146"/>
                  </a:lnTo>
                  <a:lnTo>
                    <a:pt x="18" y="151"/>
                  </a:lnTo>
                  <a:lnTo>
                    <a:pt x="38" y="151"/>
                  </a:lnTo>
                  <a:lnTo>
                    <a:pt x="57" y="146"/>
                  </a:lnTo>
                  <a:lnTo>
                    <a:pt x="70" y="139"/>
                  </a:lnTo>
                  <a:lnTo>
                    <a:pt x="81" y="1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4" name=""/>
            <p:cNvSpPr/>
            <p:nvPr/>
          </p:nvSpPr>
          <p:spPr>
            <a:xfrm rot="0" flipV="1">
              <a:off x="5004" y="1108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5" name=""/>
            <p:cNvSpPr/>
            <p:nvPr/>
          </p:nvSpPr>
          <p:spPr>
            <a:xfrm rot="0" flipH="1">
              <a:off x="5020" y="1108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6" name=""/>
            <p:cNvSpPr/>
            <p:nvPr/>
          </p:nvSpPr>
          <p:spPr>
            <a:xfrm rot="0">
              <a:off x="4534" y="595"/>
              <a:ext cx="17" cy="66"/>
            </a:xfrm>
            <a:custGeom>
              <a:avLst/>
              <a:ahLst/>
              <a:rect l="0" t="0" r="r" b="b"/>
              <a:pathLst>
                <a:path w="68" h="266">
                  <a:moveTo>
                    <a:pt x="5" y="266"/>
                  </a:moveTo>
                  <a:lnTo>
                    <a:pt x="0" y="239"/>
                  </a:lnTo>
                  <a:lnTo>
                    <a:pt x="0" y="208"/>
                  </a:lnTo>
                  <a:lnTo>
                    <a:pt x="5" y="151"/>
                  </a:lnTo>
                  <a:lnTo>
                    <a:pt x="25" y="88"/>
                  </a:lnTo>
                  <a:lnTo>
                    <a:pt x="50" y="32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7" name=""/>
            <p:cNvSpPr/>
            <p:nvPr/>
          </p:nvSpPr>
          <p:spPr>
            <a:xfrm rot="0">
              <a:off x="4560" y="598"/>
              <a:ext cx="33" cy="57"/>
            </a:xfrm>
            <a:custGeom>
              <a:avLst/>
              <a:ahLst/>
              <a:rect l="0" t="0" r="r" b="b"/>
              <a:pathLst>
                <a:path w="133" h="227">
                  <a:moveTo>
                    <a:pt x="63" y="0"/>
                  </a:moveTo>
                  <a:lnTo>
                    <a:pt x="0" y="227"/>
                  </a:lnTo>
                  <a:lnTo>
                    <a:pt x="57" y="227"/>
                  </a:lnTo>
                  <a:lnTo>
                    <a:pt x="83" y="222"/>
                  </a:lnTo>
                  <a:lnTo>
                    <a:pt x="101" y="209"/>
                  </a:lnTo>
                  <a:lnTo>
                    <a:pt x="114" y="191"/>
                  </a:lnTo>
                  <a:lnTo>
                    <a:pt x="133" y="121"/>
                  </a:lnTo>
                  <a:lnTo>
                    <a:pt x="133" y="101"/>
                  </a:lnTo>
                  <a:lnTo>
                    <a:pt x="126" y="83"/>
                  </a:lnTo>
                  <a:lnTo>
                    <a:pt x="108" y="76"/>
                  </a:lnTo>
                  <a:lnTo>
                    <a:pt x="45" y="7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8" name=""/>
            <p:cNvSpPr/>
            <p:nvPr/>
          </p:nvSpPr>
          <p:spPr>
            <a:xfrm rot="0" flipV="1">
              <a:off x="4617" y="598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49" name=""/>
            <p:cNvSpPr/>
            <p:nvPr/>
          </p:nvSpPr>
          <p:spPr>
            <a:xfrm rot="0" flipH="1">
              <a:off x="4633" y="598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0" name=""/>
            <p:cNvSpPr/>
            <p:nvPr/>
          </p:nvSpPr>
          <p:spPr>
            <a:xfrm rot="0">
              <a:off x="4645" y="595"/>
              <a:ext cx="21" cy="66"/>
            </a:xfrm>
            <a:custGeom>
              <a:avLst/>
              <a:ahLst/>
              <a:rect l="0" t="0" r="r" b="b"/>
              <a:pathLst>
                <a:path w="83" h="266">
                  <a:moveTo>
                    <a:pt x="0" y="266"/>
                  </a:moveTo>
                  <a:lnTo>
                    <a:pt x="20" y="239"/>
                  </a:lnTo>
                  <a:lnTo>
                    <a:pt x="52" y="176"/>
                  </a:lnTo>
                  <a:lnTo>
                    <a:pt x="70" y="120"/>
                  </a:lnTo>
                  <a:lnTo>
                    <a:pt x="83" y="57"/>
                  </a:lnTo>
                  <a:lnTo>
                    <a:pt x="8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1" name=""/>
            <p:cNvSpPr/>
            <p:nvPr/>
          </p:nvSpPr>
          <p:spPr>
            <a:xfrm rot="0">
              <a:off x="1031" y="344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3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52" name=""/>
            <p:cNvSpPr/>
            <p:nvPr/>
          </p:nvSpPr>
          <p:spPr>
            <a:xfrm rot="0">
              <a:off x="1031" y="3440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3" name=""/>
            <p:cNvSpPr/>
            <p:nvPr/>
          </p:nvSpPr>
          <p:spPr>
            <a:xfrm rot="0">
              <a:off x="1031" y="3449"/>
              <a:ext cx="17" cy="521"/>
            </a:xfrm>
            <a:custGeom>
              <a:avLst/>
              <a:ahLst/>
              <a:rect l="0" t="0" r="r" b="b"/>
              <a:pathLst>
                <a:path w="67" h="208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83"/>
                  </a:lnTo>
                  <a:lnTo>
                    <a:pt x="33" y="2083"/>
                  </a:lnTo>
                  <a:lnTo>
                    <a:pt x="67" y="2083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54" name=""/>
            <p:cNvSpPr/>
            <p:nvPr/>
          </p:nvSpPr>
          <p:spPr>
            <a:xfrm rot="0">
              <a:off x="1031" y="3449"/>
              <a:ext cx="17" cy="521"/>
            </a:xfrm>
            <a:custGeom>
              <a:avLst/>
              <a:ahLst/>
              <a:rect l="0" t="0" r="r" b="b"/>
              <a:pathLst>
                <a:path w="67" h="2083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2083"/>
                  </a:lnTo>
                  <a:lnTo>
                    <a:pt x="33" y="2083"/>
                  </a:lnTo>
                  <a:lnTo>
                    <a:pt x="67" y="2083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5" name=""/>
            <p:cNvSpPr/>
            <p:nvPr/>
          </p:nvSpPr>
          <p:spPr>
            <a:xfrm rot="0">
              <a:off x="1031" y="3970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56" name=""/>
            <p:cNvSpPr/>
            <p:nvPr/>
          </p:nvSpPr>
          <p:spPr>
            <a:xfrm rot="0">
              <a:off x="1031" y="3970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7" name=""/>
            <p:cNvSpPr/>
            <p:nvPr/>
          </p:nvSpPr>
          <p:spPr>
            <a:xfrm rot="0" flipV="1">
              <a:off x="787" y="3910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8" name=""/>
            <p:cNvSpPr/>
            <p:nvPr/>
          </p:nvSpPr>
          <p:spPr>
            <a:xfrm rot="0" flipV="1">
              <a:off x="787" y="3789"/>
              <a:ext cx="1" cy="8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59" name=""/>
            <p:cNvSpPr/>
            <p:nvPr/>
          </p:nvSpPr>
          <p:spPr>
            <a:xfrm rot="0" flipV="1">
              <a:off x="787" y="3669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60" name=""/>
            <p:cNvSpPr/>
            <p:nvPr/>
          </p:nvSpPr>
          <p:spPr>
            <a:xfrm rot="0" flipV="1">
              <a:off x="787" y="3549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61" name=""/>
            <p:cNvSpPr/>
            <p:nvPr/>
          </p:nvSpPr>
          <p:spPr>
            <a:xfrm rot="0" flipV="1">
              <a:off x="787" y="3449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62" name=""/>
            <p:cNvSpPr/>
            <p:nvPr/>
          </p:nvSpPr>
          <p:spPr>
            <a:xfrm rot="0">
              <a:off x="237" y="3440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63" name=""/>
            <p:cNvSpPr/>
            <p:nvPr/>
          </p:nvSpPr>
          <p:spPr>
            <a:xfrm rot="0">
              <a:off x="237" y="3440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5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4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64" name=""/>
            <p:cNvSpPr/>
            <p:nvPr/>
          </p:nvSpPr>
          <p:spPr>
            <a:xfrm rot="0">
              <a:off x="245" y="3440"/>
              <a:ext cx="794" cy="17"/>
            </a:xfrm>
            <a:custGeom>
              <a:avLst/>
              <a:ahLst/>
              <a:rect l="0" t="0" r="r" b="b"/>
              <a:pathLst>
                <a:path w="317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178" y="67"/>
                  </a:lnTo>
                  <a:lnTo>
                    <a:pt x="3178" y="34"/>
                  </a:lnTo>
                  <a:lnTo>
                    <a:pt x="317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65" name=""/>
            <p:cNvSpPr/>
            <p:nvPr/>
          </p:nvSpPr>
          <p:spPr>
            <a:xfrm rot="0">
              <a:off x="245" y="3440"/>
              <a:ext cx="794" cy="17"/>
            </a:xfrm>
            <a:custGeom>
              <a:avLst/>
              <a:ahLst/>
              <a:rect l="0" t="0" r="r" b="b"/>
              <a:pathLst>
                <a:path w="3178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3178" y="67"/>
                  </a:lnTo>
                  <a:lnTo>
                    <a:pt x="3178" y="34"/>
                  </a:lnTo>
                  <a:lnTo>
                    <a:pt x="31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66" name=""/>
            <p:cNvSpPr/>
            <p:nvPr/>
          </p:nvSpPr>
          <p:spPr>
            <a:xfrm rot="0">
              <a:off x="1039" y="344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5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67" name=""/>
            <p:cNvSpPr/>
            <p:nvPr/>
          </p:nvSpPr>
          <p:spPr>
            <a:xfrm rot="0">
              <a:off x="1039" y="344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7" y="14"/>
                  </a:lnTo>
                  <a:lnTo>
                    <a:pt x="31" y="23"/>
                  </a:lnTo>
                  <a:lnTo>
                    <a:pt x="34" y="34"/>
                  </a:lnTo>
                  <a:lnTo>
                    <a:pt x="31" y="44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5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68" name=""/>
            <p:cNvSpPr/>
            <p:nvPr/>
          </p:nvSpPr>
          <p:spPr>
            <a:xfrm rot="0">
              <a:off x="237" y="3441"/>
              <a:ext cx="15" cy="12"/>
            </a:xfrm>
            <a:custGeom>
              <a:avLst/>
              <a:ahLst/>
              <a:rect l="0" t="0" r="r" b="b"/>
              <a:pathLst>
                <a:path w="62" h="51">
                  <a:moveTo>
                    <a:pt x="33" y="33"/>
                  </a:moveTo>
                  <a:lnTo>
                    <a:pt x="4" y="51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7" y="12"/>
                  </a:lnTo>
                  <a:lnTo>
                    <a:pt x="15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5" y="1"/>
                  </a:lnTo>
                  <a:lnTo>
                    <a:pt x="54" y="7"/>
                  </a:lnTo>
                  <a:lnTo>
                    <a:pt x="62" y="15"/>
                  </a:lnTo>
                  <a:lnTo>
                    <a:pt x="33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69" name=""/>
            <p:cNvSpPr/>
            <p:nvPr/>
          </p:nvSpPr>
          <p:spPr>
            <a:xfrm rot="0">
              <a:off x="237" y="3441"/>
              <a:ext cx="15" cy="12"/>
            </a:xfrm>
            <a:custGeom>
              <a:avLst/>
              <a:ahLst/>
              <a:rect l="0" t="0" r="r" b="b"/>
              <a:pathLst>
                <a:path w="62" h="51">
                  <a:moveTo>
                    <a:pt x="4" y="51"/>
                  </a:moveTo>
                  <a:lnTo>
                    <a:pt x="0" y="41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7" y="12"/>
                  </a:lnTo>
                  <a:lnTo>
                    <a:pt x="15" y="4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5" y="1"/>
                  </a:lnTo>
                  <a:lnTo>
                    <a:pt x="54" y="7"/>
                  </a:lnTo>
                  <a:lnTo>
                    <a:pt x="62" y="1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70" name=""/>
            <p:cNvSpPr/>
            <p:nvPr/>
          </p:nvSpPr>
          <p:spPr>
            <a:xfrm rot="0">
              <a:off x="238" y="3444"/>
              <a:ext cx="341" cy="530"/>
            </a:xfrm>
            <a:custGeom>
              <a:avLst/>
              <a:ahLst/>
              <a:rect l="0" t="0" r="r" b="b"/>
              <a:pathLst>
                <a:path w="1367" h="2120">
                  <a:moveTo>
                    <a:pt x="58" y="0"/>
                  </a:moveTo>
                  <a:lnTo>
                    <a:pt x="29" y="18"/>
                  </a:lnTo>
                  <a:lnTo>
                    <a:pt x="0" y="36"/>
                  </a:lnTo>
                  <a:lnTo>
                    <a:pt x="1309" y="2120"/>
                  </a:lnTo>
                  <a:lnTo>
                    <a:pt x="1338" y="2101"/>
                  </a:lnTo>
                  <a:lnTo>
                    <a:pt x="1367" y="2083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71" name=""/>
            <p:cNvSpPr/>
            <p:nvPr/>
          </p:nvSpPr>
          <p:spPr>
            <a:xfrm rot="0">
              <a:off x="238" y="3444"/>
              <a:ext cx="341" cy="530"/>
            </a:xfrm>
            <a:custGeom>
              <a:avLst/>
              <a:ahLst/>
              <a:rect l="0" t="0" r="r" b="b"/>
              <a:pathLst>
                <a:path w="1367" h="2120">
                  <a:moveTo>
                    <a:pt x="58" y="0"/>
                  </a:moveTo>
                  <a:lnTo>
                    <a:pt x="29" y="18"/>
                  </a:lnTo>
                  <a:lnTo>
                    <a:pt x="0" y="36"/>
                  </a:lnTo>
                  <a:lnTo>
                    <a:pt x="1309" y="2120"/>
                  </a:lnTo>
                  <a:lnTo>
                    <a:pt x="1338" y="2101"/>
                  </a:lnTo>
                  <a:lnTo>
                    <a:pt x="1367" y="2083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72" name=""/>
            <p:cNvSpPr/>
            <p:nvPr/>
          </p:nvSpPr>
          <p:spPr>
            <a:xfrm rot="0">
              <a:off x="565" y="3965"/>
              <a:ext cx="15" cy="13"/>
            </a:xfrm>
            <a:custGeom>
              <a:avLst/>
              <a:ahLst/>
              <a:rect l="0" t="0" r="r" b="b"/>
              <a:pathLst>
                <a:path w="62" h="51">
                  <a:moveTo>
                    <a:pt x="29" y="18"/>
                  </a:moveTo>
                  <a:lnTo>
                    <a:pt x="58" y="0"/>
                  </a:lnTo>
                  <a:lnTo>
                    <a:pt x="62" y="10"/>
                  </a:lnTo>
                  <a:lnTo>
                    <a:pt x="62" y="21"/>
                  </a:lnTo>
                  <a:lnTo>
                    <a:pt x="60" y="30"/>
                  </a:lnTo>
                  <a:lnTo>
                    <a:pt x="55" y="39"/>
                  </a:lnTo>
                  <a:lnTo>
                    <a:pt x="47" y="47"/>
                  </a:lnTo>
                  <a:lnTo>
                    <a:pt x="37" y="51"/>
                  </a:lnTo>
                  <a:lnTo>
                    <a:pt x="26" y="51"/>
                  </a:lnTo>
                  <a:lnTo>
                    <a:pt x="17" y="50"/>
                  </a:lnTo>
                  <a:lnTo>
                    <a:pt x="8" y="45"/>
                  </a:lnTo>
                  <a:lnTo>
                    <a:pt x="0" y="37"/>
                  </a:lnTo>
                  <a:lnTo>
                    <a:pt x="29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73" name=""/>
            <p:cNvSpPr/>
            <p:nvPr/>
          </p:nvSpPr>
          <p:spPr>
            <a:xfrm rot="0">
              <a:off x="565" y="3965"/>
              <a:ext cx="15" cy="13"/>
            </a:xfrm>
            <a:custGeom>
              <a:avLst/>
              <a:ahLst/>
              <a:rect l="0" t="0" r="r" b="b"/>
              <a:pathLst>
                <a:path w="62" h="51">
                  <a:moveTo>
                    <a:pt x="58" y="0"/>
                  </a:moveTo>
                  <a:lnTo>
                    <a:pt x="62" y="10"/>
                  </a:lnTo>
                  <a:lnTo>
                    <a:pt x="62" y="21"/>
                  </a:lnTo>
                  <a:lnTo>
                    <a:pt x="60" y="30"/>
                  </a:lnTo>
                  <a:lnTo>
                    <a:pt x="55" y="39"/>
                  </a:lnTo>
                  <a:lnTo>
                    <a:pt x="47" y="47"/>
                  </a:lnTo>
                  <a:lnTo>
                    <a:pt x="37" y="51"/>
                  </a:lnTo>
                  <a:lnTo>
                    <a:pt x="26" y="51"/>
                  </a:lnTo>
                  <a:lnTo>
                    <a:pt x="17" y="50"/>
                  </a:lnTo>
                  <a:lnTo>
                    <a:pt x="8" y="45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74" name=""/>
            <p:cNvSpPr/>
            <p:nvPr/>
          </p:nvSpPr>
          <p:spPr>
            <a:xfrm rot="0">
              <a:off x="564" y="3961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75" name=""/>
            <p:cNvSpPr/>
            <p:nvPr/>
          </p:nvSpPr>
          <p:spPr>
            <a:xfrm rot="0">
              <a:off x="564" y="3961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76" name=""/>
            <p:cNvSpPr/>
            <p:nvPr/>
          </p:nvSpPr>
          <p:spPr>
            <a:xfrm rot="0">
              <a:off x="572" y="3961"/>
              <a:ext cx="467" cy="17"/>
            </a:xfrm>
            <a:custGeom>
              <a:avLst/>
              <a:ahLst/>
              <a:rect l="0" t="0" r="r" b="b"/>
              <a:pathLst>
                <a:path w="186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869" y="67"/>
                  </a:lnTo>
                  <a:lnTo>
                    <a:pt x="1869" y="34"/>
                  </a:lnTo>
                  <a:lnTo>
                    <a:pt x="186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77" name=""/>
            <p:cNvSpPr/>
            <p:nvPr/>
          </p:nvSpPr>
          <p:spPr>
            <a:xfrm rot="0">
              <a:off x="572" y="3961"/>
              <a:ext cx="467" cy="17"/>
            </a:xfrm>
            <a:custGeom>
              <a:avLst/>
              <a:ahLst/>
              <a:rect l="0" t="0" r="r" b="b"/>
              <a:pathLst>
                <a:path w="186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869" y="67"/>
                  </a:lnTo>
                  <a:lnTo>
                    <a:pt x="1869" y="34"/>
                  </a:lnTo>
                  <a:lnTo>
                    <a:pt x="186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78" name=""/>
            <p:cNvSpPr/>
            <p:nvPr/>
          </p:nvSpPr>
          <p:spPr>
            <a:xfrm rot="0">
              <a:off x="1039" y="3961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4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5979" name=""/>
            <p:cNvSpPr/>
            <p:nvPr/>
          </p:nvSpPr>
          <p:spPr>
            <a:xfrm rot="0">
              <a:off x="1039" y="3961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7" y="15"/>
                  </a:lnTo>
                  <a:lnTo>
                    <a:pt x="31" y="24"/>
                  </a:lnTo>
                  <a:lnTo>
                    <a:pt x="34" y="34"/>
                  </a:lnTo>
                  <a:lnTo>
                    <a:pt x="31" y="45"/>
                  </a:lnTo>
                  <a:lnTo>
                    <a:pt x="27" y="54"/>
                  </a:lnTo>
                  <a:lnTo>
                    <a:pt x="19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0" name=""/>
            <p:cNvSpPr/>
            <p:nvPr/>
          </p:nvSpPr>
          <p:spPr>
            <a:xfrm rot="0">
              <a:off x="438" y="2612"/>
              <a:ext cx="601" cy="602"/>
            </a:xfrm>
            <a:custGeom>
              <a:avLst/>
              <a:ahLst/>
              <a:rect l="0" t="0" r="r" b="b"/>
              <a:pathLst>
                <a:path w="2408" h="2409">
                  <a:moveTo>
                    <a:pt x="2408" y="0"/>
                  </a:moveTo>
                  <a:lnTo>
                    <a:pt x="2321" y="3"/>
                  </a:lnTo>
                  <a:lnTo>
                    <a:pt x="2236" y="7"/>
                  </a:lnTo>
                  <a:lnTo>
                    <a:pt x="2150" y="15"/>
                  </a:lnTo>
                  <a:lnTo>
                    <a:pt x="2065" y="25"/>
                  </a:lnTo>
                  <a:lnTo>
                    <a:pt x="1981" y="38"/>
                  </a:lnTo>
                  <a:lnTo>
                    <a:pt x="1895" y="55"/>
                  </a:lnTo>
                  <a:lnTo>
                    <a:pt x="1812" y="75"/>
                  </a:lnTo>
                  <a:lnTo>
                    <a:pt x="1730" y="99"/>
                  </a:lnTo>
                  <a:lnTo>
                    <a:pt x="1647" y="124"/>
                  </a:lnTo>
                  <a:lnTo>
                    <a:pt x="1567" y="153"/>
                  </a:lnTo>
                  <a:lnTo>
                    <a:pt x="1486" y="184"/>
                  </a:lnTo>
                  <a:lnTo>
                    <a:pt x="1408" y="218"/>
                  </a:lnTo>
                  <a:lnTo>
                    <a:pt x="1330" y="255"/>
                  </a:lnTo>
                  <a:lnTo>
                    <a:pt x="1254" y="296"/>
                  </a:lnTo>
                  <a:lnTo>
                    <a:pt x="1179" y="338"/>
                  </a:lnTo>
                  <a:lnTo>
                    <a:pt x="1107" y="383"/>
                  </a:lnTo>
                  <a:lnTo>
                    <a:pt x="1034" y="431"/>
                  </a:lnTo>
                  <a:lnTo>
                    <a:pt x="965" y="481"/>
                  </a:lnTo>
                  <a:lnTo>
                    <a:pt x="898" y="534"/>
                  </a:lnTo>
                  <a:lnTo>
                    <a:pt x="831" y="589"/>
                  </a:lnTo>
                  <a:lnTo>
                    <a:pt x="768" y="647"/>
                  </a:lnTo>
                  <a:lnTo>
                    <a:pt x="706" y="706"/>
                  </a:lnTo>
                  <a:lnTo>
                    <a:pt x="645" y="768"/>
                  </a:lnTo>
                  <a:lnTo>
                    <a:pt x="589" y="832"/>
                  </a:lnTo>
                  <a:lnTo>
                    <a:pt x="534" y="898"/>
                  </a:lnTo>
                  <a:lnTo>
                    <a:pt x="481" y="966"/>
                  </a:lnTo>
                  <a:lnTo>
                    <a:pt x="430" y="1036"/>
                  </a:lnTo>
                  <a:lnTo>
                    <a:pt x="383" y="1107"/>
                  </a:lnTo>
                  <a:lnTo>
                    <a:pt x="338" y="1180"/>
                  </a:lnTo>
                  <a:lnTo>
                    <a:pt x="294" y="1255"/>
                  </a:lnTo>
                  <a:lnTo>
                    <a:pt x="255" y="1332"/>
                  </a:lnTo>
                  <a:lnTo>
                    <a:pt x="218" y="1409"/>
                  </a:lnTo>
                  <a:lnTo>
                    <a:pt x="184" y="1488"/>
                  </a:lnTo>
                  <a:lnTo>
                    <a:pt x="153" y="1568"/>
                  </a:lnTo>
                  <a:lnTo>
                    <a:pt x="124" y="1650"/>
                  </a:lnTo>
                  <a:lnTo>
                    <a:pt x="99" y="1731"/>
                  </a:lnTo>
                  <a:lnTo>
                    <a:pt x="75" y="1814"/>
                  </a:lnTo>
                  <a:lnTo>
                    <a:pt x="55" y="1898"/>
                  </a:lnTo>
                  <a:lnTo>
                    <a:pt x="40" y="1982"/>
                  </a:lnTo>
                  <a:lnTo>
                    <a:pt x="25" y="2068"/>
                  </a:lnTo>
                  <a:lnTo>
                    <a:pt x="15" y="2152"/>
                  </a:lnTo>
                  <a:lnTo>
                    <a:pt x="7" y="2239"/>
                  </a:lnTo>
                  <a:lnTo>
                    <a:pt x="3" y="2324"/>
                  </a:lnTo>
                  <a:lnTo>
                    <a:pt x="0" y="240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1" name=""/>
            <p:cNvSpPr/>
            <p:nvPr/>
          </p:nvSpPr>
          <p:spPr>
            <a:xfrm rot="0">
              <a:off x="438" y="3214"/>
              <a:ext cx="1" cy="54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2" name=""/>
            <p:cNvSpPr/>
            <p:nvPr/>
          </p:nvSpPr>
          <p:spPr>
            <a:xfrm rot="0">
              <a:off x="438" y="3755"/>
              <a:ext cx="60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3" name=""/>
            <p:cNvSpPr/>
            <p:nvPr/>
          </p:nvSpPr>
          <p:spPr>
            <a:xfrm rot="0">
              <a:off x="504" y="2940"/>
              <a:ext cx="1" cy="81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4" name=""/>
            <p:cNvSpPr/>
            <p:nvPr/>
          </p:nvSpPr>
          <p:spPr>
            <a:xfrm rot="0">
              <a:off x="1039" y="3449"/>
              <a:ext cx="25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5" name=""/>
            <p:cNvSpPr/>
            <p:nvPr/>
          </p:nvSpPr>
          <p:spPr>
            <a:xfrm rot="0" flipV="1">
              <a:off x="1295" y="3214"/>
              <a:ext cx="1" cy="23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6" name=""/>
            <p:cNvSpPr/>
            <p:nvPr/>
          </p:nvSpPr>
          <p:spPr>
            <a:xfrm rot="0">
              <a:off x="1295" y="3449"/>
              <a:ext cx="672" cy="67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7" name=""/>
            <p:cNvSpPr/>
            <p:nvPr/>
          </p:nvSpPr>
          <p:spPr>
            <a:xfrm rot="0">
              <a:off x="504" y="2940"/>
              <a:ext cx="109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8" name=""/>
            <p:cNvSpPr/>
            <p:nvPr/>
          </p:nvSpPr>
          <p:spPr>
            <a:xfrm rot="0">
              <a:off x="1039" y="3755"/>
              <a:ext cx="56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89" name=""/>
            <p:cNvSpPr/>
            <p:nvPr/>
          </p:nvSpPr>
          <p:spPr>
            <a:xfrm rot="0" flipV="1">
              <a:off x="1601" y="2940"/>
              <a:ext cx="1" cy="81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0" name=""/>
            <p:cNvSpPr/>
            <p:nvPr/>
          </p:nvSpPr>
          <p:spPr>
            <a:xfrm rot="0">
              <a:off x="689" y="3125"/>
              <a:ext cx="112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1" name=""/>
            <p:cNvSpPr/>
            <p:nvPr/>
          </p:nvSpPr>
          <p:spPr>
            <a:xfrm rot="0">
              <a:off x="689" y="3125"/>
              <a:ext cx="1" cy="84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2" name=""/>
            <p:cNvSpPr/>
            <p:nvPr/>
          </p:nvSpPr>
          <p:spPr>
            <a:xfrm rot="0">
              <a:off x="491" y="3743"/>
              <a:ext cx="25" cy="25"/>
            </a:xfrm>
            <a:custGeom>
              <a:avLst/>
              <a:ahLst/>
              <a:rect l="0" t="0" r="r" b="b"/>
              <a:pathLst>
                <a:path w="101" h="102">
                  <a:moveTo>
                    <a:pt x="101" y="50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91" y="19"/>
                  </a:lnTo>
                  <a:lnTo>
                    <a:pt x="83" y="11"/>
                  </a:lnTo>
                  <a:lnTo>
                    <a:pt x="72" y="6"/>
                  </a:lnTo>
                  <a:lnTo>
                    <a:pt x="62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6"/>
                  </a:lnTo>
                  <a:lnTo>
                    <a:pt x="20" y="11"/>
                  </a:lnTo>
                  <a:lnTo>
                    <a:pt x="12" y="19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2" y="82"/>
                  </a:lnTo>
                  <a:lnTo>
                    <a:pt x="20" y="90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1" y="102"/>
                  </a:lnTo>
                  <a:lnTo>
                    <a:pt x="62" y="100"/>
                  </a:lnTo>
                  <a:lnTo>
                    <a:pt x="72" y="96"/>
                  </a:lnTo>
                  <a:lnTo>
                    <a:pt x="83" y="90"/>
                  </a:lnTo>
                  <a:lnTo>
                    <a:pt x="91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3" name=""/>
            <p:cNvSpPr/>
            <p:nvPr/>
          </p:nvSpPr>
          <p:spPr>
            <a:xfrm rot="0">
              <a:off x="1589" y="2928"/>
              <a:ext cx="25" cy="25"/>
            </a:xfrm>
            <a:custGeom>
              <a:avLst/>
              <a:ahLst/>
              <a:rect l="0" t="0" r="r" b="b"/>
              <a:pathLst>
                <a:path w="101" h="99">
                  <a:moveTo>
                    <a:pt x="101" y="50"/>
                  </a:moveTo>
                  <a:lnTo>
                    <a:pt x="100" y="38"/>
                  </a:lnTo>
                  <a:lnTo>
                    <a:pt x="96" y="27"/>
                  </a:lnTo>
                  <a:lnTo>
                    <a:pt x="90" y="18"/>
                  </a:lnTo>
                  <a:lnTo>
                    <a:pt x="82" y="10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29" y="4"/>
                  </a:lnTo>
                  <a:lnTo>
                    <a:pt x="19" y="10"/>
                  </a:lnTo>
                  <a:lnTo>
                    <a:pt x="11" y="18"/>
                  </a:lnTo>
                  <a:lnTo>
                    <a:pt x="5" y="27"/>
                  </a:lnTo>
                  <a:lnTo>
                    <a:pt x="1" y="38"/>
                  </a:lnTo>
                  <a:lnTo>
                    <a:pt x="0" y="50"/>
                  </a:lnTo>
                  <a:lnTo>
                    <a:pt x="1" y="61"/>
                  </a:lnTo>
                  <a:lnTo>
                    <a:pt x="5" y="72"/>
                  </a:lnTo>
                  <a:lnTo>
                    <a:pt x="11" y="81"/>
                  </a:lnTo>
                  <a:lnTo>
                    <a:pt x="19" y="89"/>
                  </a:lnTo>
                  <a:lnTo>
                    <a:pt x="29" y="96"/>
                  </a:lnTo>
                  <a:lnTo>
                    <a:pt x="40" y="99"/>
                  </a:lnTo>
                  <a:lnTo>
                    <a:pt x="50" y="99"/>
                  </a:lnTo>
                  <a:lnTo>
                    <a:pt x="62" y="99"/>
                  </a:lnTo>
                  <a:lnTo>
                    <a:pt x="72" y="96"/>
                  </a:lnTo>
                  <a:lnTo>
                    <a:pt x="82" y="89"/>
                  </a:lnTo>
                  <a:lnTo>
                    <a:pt x="90" y="81"/>
                  </a:lnTo>
                  <a:lnTo>
                    <a:pt x="96" y="72"/>
                  </a:lnTo>
                  <a:lnTo>
                    <a:pt x="100" y="61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4" name=""/>
            <p:cNvSpPr/>
            <p:nvPr/>
          </p:nvSpPr>
          <p:spPr>
            <a:xfrm rot="0">
              <a:off x="1803" y="3113"/>
              <a:ext cx="25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52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89" y="20"/>
                  </a:lnTo>
                  <a:lnTo>
                    <a:pt x="81" y="12"/>
                  </a:lnTo>
                  <a:lnTo>
                    <a:pt x="72" y="6"/>
                  </a:lnTo>
                  <a:lnTo>
                    <a:pt x="61" y="2"/>
                  </a:lnTo>
                  <a:lnTo>
                    <a:pt x="50" y="0"/>
                  </a:lnTo>
                  <a:lnTo>
                    <a:pt x="39" y="2"/>
                  </a:lnTo>
                  <a:lnTo>
                    <a:pt x="29" y="6"/>
                  </a:lnTo>
                  <a:lnTo>
                    <a:pt x="18" y="12"/>
                  </a:lnTo>
                  <a:lnTo>
                    <a:pt x="10" y="20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0" y="83"/>
                  </a:lnTo>
                  <a:lnTo>
                    <a:pt x="18" y="91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0" y="101"/>
                  </a:lnTo>
                  <a:lnTo>
                    <a:pt x="61" y="100"/>
                  </a:lnTo>
                  <a:lnTo>
                    <a:pt x="72" y="96"/>
                  </a:lnTo>
                  <a:lnTo>
                    <a:pt x="81" y="91"/>
                  </a:lnTo>
                  <a:lnTo>
                    <a:pt x="89" y="83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5" name=""/>
            <p:cNvSpPr/>
            <p:nvPr/>
          </p:nvSpPr>
          <p:spPr>
            <a:xfrm rot="0">
              <a:off x="677" y="3957"/>
              <a:ext cx="25" cy="25"/>
            </a:xfrm>
            <a:custGeom>
              <a:avLst/>
              <a:ahLst/>
              <a:rect l="0" t="0" r="r" b="b"/>
              <a:pathLst>
                <a:path w="101" h="100">
                  <a:moveTo>
                    <a:pt x="101" y="50"/>
                  </a:moveTo>
                  <a:lnTo>
                    <a:pt x="100" y="38"/>
                  </a:lnTo>
                  <a:lnTo>
                    <a:pt x="96" y="28"/>
                  </a:lnTo>
                  <a:lnTo>
                    <a:pt x="89" y="19"/>
                  </a:lnTo>
                  <a:lnTo>
                    <a:pt x="81" y="11"/>
                  </a:lnTo>
                  <a:lnTo>
                    <a:pt x="72" y="4"/>
                  </a:lnTo>
                  <a:lnTo>
                    <a:pt x="62" y="0"/>
                  </a:lnTo>
                  <a:lnTo>
                    <a:pt x="50" y="0"/>
                  </a:lnTo>
                  <a:lnTo>
                    <a:pt x="39" y="0"/>
                  </a:lnTo>
                  <a:lnTo>
                    <a:pt x="29" y="4"/>
                  </a:lnTo>
                  <a:lnTo>
                    <a:pt x="18" y="11"/>
                  </a:lnTo>
                  <a:lnTo>
                    <a:pt x="10" y="19"/>
                  </a:lnTo>
                  <a:lnTo>
                    <a:pt x="5" y="28"/>
                  </a:lnTo>
                  <a:lnTo>
                    <a:pt x="1" y="38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0" y="82"/>
                  </a:lnTo>
                  <a:lnTo>
                    <a:pt x="18" y="90"/>
                  </a:lnTo>
                  <a:lnTo>
                    <a:pt x="29" y="96"/>
                  </a:lnTo>
                  <a:lnTo>
                    <a:pt x="39" y="99"/>
                  </a:lnTo>
                  <a:lnTo>
                    <a:pt x="50" y="100"/>
                  </a:lnTo>
                  <a:lnTo>
                    <a:pt x="62" y="99"/>
                  </a:lnTo>
                  <a:lnTo>
                    <a:pt x="72" y="96"/>
                  </a:lnTo>
                  <a:lnTo>
                    <a:pt x="81" y="90"/>
                  </a:lnTo>
                  <a:lnTo>
                    <a:pt x="89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6" name=""/>
            <p:cNvSpPr/>
            <p:nvPr/>
          </p:nvSpPr>
          <p:spPr>
            <a:xfrm rot="0">
              <a:off x="533" y="3677"/>
              <a:ext cx="29" cy="38"/>
            </a:xfrm>
            <a:custGeom>
              <a:avLst/>
              <a:ahLst/>
              <a:rect l="0" t="0" r="r" b="b"/>
              <a:pathLst>
                <a:path w="113" h="152">
                  <a:moveTo>
                    <a:pt x="100" y="152"/>
                  </a:moveTo>
                  <a:lnTo>
                    <a:pt x="81" y="120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7" y="7"/>
                  </a:lnTo>
                  <a:lnTo>
                    <a:pt x="25" y="19"/>
                  </a:lnTo>
                  <a:lnTo>
                    <a:pt x="18" y="32"/>
                  </a:lnTo>
                  <a:lnTo>
                    <a:pt x="0" y="114"/>
                  </a:lnTo>
                  <a:lnTo>
                    <a:pt x="0" y="127"/>
                  </a:lnTo>
                  <a:lnTo>
                    <a:pt x="5" y="145"/>
                  </a:lnTo>
                  <a:lnTo>
                    <a:pt x="18" y="152"/>
                  </a:lnTo>
                  <a:lnTo>
                    <a:pt x="37" y="152"/>
                  </a:lnTo>
                  <a:lnTo>
                    <a:pt x="56" y="145"/>
                  </a:lnTo>
                  <a:lnTo>
                    <a:pt x="68" y="138"/>
                  </a:lnTo>
                  <a:lnTo>
                    <a:pt x="81" y="1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7" name=""/>
            <p:cNvSpPr/>
            <p:nvPr/>
          </p:nvSpPr>
          <p:spPr>
            <a:xfrm rot="0">
              <a:off x="660" y="3992"/>
              <a:ext cx="33" cy="56"/>
            </a:xfrm>
            <a:custGeom>
              <a:avLst/>
              <a:ahLst/>
              <a:rect l="0" t="0" r="r" b="b"/>
              <a:pathLst>
                <a:path w="133" h="228">
                  <a:moveTo>
                    <a:pt x="63" y="0"/>
                  </a:moveTo>
                  <a:lnTo>
                    <a:pt x="0" y="228"/>
                  </a:lnTo>
                  <a:lnTo>
                    <a:pt x="58" y="228"/>
                  </a:lnTo>
                  <a:lnTo>
                    <a:pt x="83" y="221"/>
                  </a:lnTo>
                  <a:lnTo>
                    <a:pt x="101" y="208"/>
                  </a:lnTo>
                  <a:lnTo>
                    <a:pt x="114" y="190"/>
                  </a:lnTo>
                  <a:lnTo>
                    <a:pt x="133" y="120"/>
                  </a:lnTo>
                  <a:lnTo>
                    <a:pt x="133" y="102"/>
                  </a:lnTo>
                  <a:lnTo>
                    <a:pt x="126" y="82"/>
                  </a:lnTo>
                  <a:lnTo>
                    <a:pt x="108" y="75"/>
                  </a:lnTo>
                  <a:lnTo>
                    <a:pt x="45" y="7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8" name=""/>
            <p:cNvSpPr/>
            <p:nvPr/>
          </p:nvSpPr>
          <p:spPr>
            <a:xfrm rot="0">
              <a:off x="1875" y="3097"/>
              <a:ext cx="33" cy="57"/>
            </a:xfrm>
            <a:custGeom>
              <a:avLst/>
              <a:ahLst/>
              <a:rect l="0" t="0" r="r" b="b"/>
              <a:pathLst>
                <a:path w="131" h="227">
                  <a:moveTo>
                    <a:pt x="63" y="0"/>
                  </a:moveTo>
                  <a:lnTo>
                    <a:pt x="0" y="227"/>
                  </a:lnTo>
                  <a:lnTo>
                    <a:pt x="56" y="227"/>
                  </a:lnTo>
                  <a:lnTo>
                    <a:pt x="81" y="220"/>
                  </a:lnTo>
                  <a:lnTo>
                    <a:pt x="100" y="208"/>
                  </a:lnTo>
                  <a:lnTo>
                    <a:pt x="113" y="189"/>
                  </a:lnTo>
                  <a:lnTo>
                    <a:pt x="131" y="119"/>
                  </a:lnTo>
                  <a:lnTo>
                    <a:pt x="131" y="101"/>
                  </a:lnTo>
                  <a:lnTo>
                    <a:pt x="126" y="82"/>
                  </a:lnTo>
                  <a:lnTo>
                    <a:pt x="106" y="76"/>
                  </a:lnTo>
                  <a:lnTo>
                    <a:pt x="43" y="7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5999" name=""/>
            <p:cNvSpPr/>
            <p:nvPr/>
          </p:nvSpPr>
          <p:spPr>
            <a:xfrm rot="0" flipV="1">
              <a:off x="1931" y="309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0" name=""/>
            <p:cNvSpPr/>
            <p:nvPr/>
          </p:nvSpPr>
          <p:spPr>
            <a:xfrm rot="0" flipH="1">
              <a:off x="1947" y="309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1" name=""/>
            <p:cNvSpPr/>
            <p:nvPr/>
          </p:nvSpPr>
          <p:spPr>
            <a:xfrm rot="0">
              <a:off x="1498" y="2856"/>
              <a:ext cx="28" cy="38"/>
            </a:xfrm>
            <a:custGeom>
              <a:avLst/>
              <a:ahLst/>
              <a:rect l="0" t="0" r="r" b="b"/>
              <a:pathLst>
                <a:path w="114" h="151">
                  <a:moveTo>
                    <a:pt x="101" y="151"/>
                  </a:moveTo>
                  <a:lnTo>
                    <a:pt x="83" y="119"/>
                  </a:lnTo>
                  <a:lnTo>
                    <a:pt x="114" y="0"/>
                  </a:lnTo>
                  <a:lnTo>
                    <a:pt x="63" y="0"/>
                  </a:lnTo>
                  <a:lnTo>
                    <a:pt x="38" y="6"/>
                  </a:lnTo>
                  <a:lnTo>
                    <a:pt x="25" y="18"/>
                  </a:lnTo>
                  <a:lnTo>
                    <a:pt x="20" y="31"/>
                  </a:lnTo>
                  <a:lnTo>
                    <a:pt x="0" y="113"/>
                  </a:lnTo>
                  <a:lnTo>
                    <a:pt x="0" y="126"/>
                  </a:lnTo>
                  <a:lnTo>
                    <a:pt x="7" y="146"/>
                  </a:lnTo>
                  <a:lnTo>
                    <a:pt x="20" y="151"/>
                  </a:lnTo>
                  <a:lnTo>
                    <a:pt x="38" y="151"/>
                  </a:lnTo>
                  <a:lnTo>
                    <a:pt x="57" y="146"/>
                  </a:lnTo>
                  <a:lnTo>
                    <a:pt x="70" y="139"/>
                  </a:lnTo>
                  <a:lnTo>
                    <a:pt x="83" y="1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2" name=""/>
            <p:cNvSpPr/>
            <p:nvPr/>
          </p:nvSpPr>
          <p:spPr>
            <a:xfrm rot="0" flipV="1">
              <a:off x="1551" y="283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3" name=""/>
            <p:cNvSpPr/>
            <p:nvPr/>
          </p:nvSpPr>
          <p:spPr>
            <a:xfrm rot="0" flipH="1">
              <a:off x="1567" y="2837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4" name=""/>
            <p:cNvSpPr/>
            <p:nvPr/>
          </p:nvSpPr>
          <p:spPr>
            <a:xfrm rot="0">
              <a:off x="4653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2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05" name=""/>
            <p:cNvSpPr/>
            <p:nvPr/>
          </p:nvSpPr>
          <p:spPr>
            <a:xfrm rot="0">
              <a:off x="4653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0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2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6" name=""/>
            <p:cNvSpPr/>
            <p:nvPr/>
          </p:nvSpPr>
          <p:spPr>
            <a:xfrm rot="0">
              <a:off x="4653" y="2747"/>
              <a:ext cx="17" cy="467"/>
            </a:xfrm>
            <a:custGeom>
              <a:avLst/>
              <a:ahLst/>
              <a:rect l="0" t="0" r="r" b="b"/>
              <a:pathLst>
                <a:path w="67" h="1870">
                  <a:moveTo>
                    <a:pt x="0" y="1870"/>
                  </a:moveTo>
                  <a:lnTo>
                    <a:pt x="32" y="1870"/>
                  </a:lnTo>
                  <a:lnTo>
                    <a:pt x="67" y="1870"/>
                  </a:lnTo>
                  <a:lnTo>
                    <a:pt x="67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87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07" name=""/>
            <p:cNvSpPr/>
            <p:nvPr/>
          </p:nvSpPr>
          <p:spPr>
            <a:xfrm rot="0">
              <a:off x="4653" y="2747"/>
              <a:ext cx="17" cy="467"/>
            </a:xfrm>
            <a:custGeom>
              <a:avLst/>
              <a:ahLst/>
              <a:rect l="0" t="0" r="r" b="b"/>
              <a:pathLst>
                <a:path w="67" h="1870">
                  <a:moveTo>
                    <a:pt x="0" y="1870"/>
                  </a:moveTo>
                  <a:lnTo>
                    <a:pt x="32" y="1870"/>
                  </a:lnTo>
                  <a:lnTo>
                    <a:pt x="67" y="1870"/>
                  </a:lnTo>
                  <a:lnTo>
                    <a:pt x="67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187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08" name=""/>
            <p:cNvSpPr/>
            <p:nvPr/>
          </p:nvSpPr>
          <p:spPr>
            <a:xfrm rot="0">
              <a:off x="4653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32" y="34"/>
                  </a:move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  <a:lnTo>
                    <a:pt x="3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09" name=""/>
            <p:cNvSpPr/>
            <p:nvPr/>
          </p:nvSpPr>
          <p:spPr>
            <a:xfrm rot="0">
              <a:off x="4653" y="2738"/>
              <a:ext cx="17" cy="9"/>
            </a:xfrm>
            <a:custGeom>
              <a:avLst/>
              <a:ahLst/>
              <a:rect l="0" t="0" r="r" b="b"/>
              <a:pathLst>
                <a:path w="67" h="34">
                  <a:moveTo>
                    <a:pt x="0" y="34"/>
                  </a:move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2" y="6"/>
                  </a:lnTo>
                  <a:lnTo>
                    <a:pt x="60" y="14"/>
                  </a:lnTo>
                  <a:lnTo>
                    <a:pt x="64" y="23"/>
                  </a:lnTo>
                  <a:lnTo>
                    <a:pt x="67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10" name=""/>
            <p:cNvSpPr/>
            <p:nvPr/>
          </p:nvSpPr>
          <p:spPr>
            <a:xfrm rot="0">
              <a:off x="4133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11" name=""/>
            <p:cNvSpPr/>
            <p:nvPr/>
          </p:nvSpPr>
          <p:spPr>
            <a:xfrm rot="0">
              <a:off x="4133" y="3206"/>
              <a:ext cx="8" cy="16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19" name=""/>
          <p:cNvGrpSpPr/>
          <p:nvPr/>
        </p:nvGrpSpPr>
        <p:grpSpPr>
          <a:xfrm rot="0">
            <a:off x="2990850" y="2784475"/>
            <a:ext cx="4649787" cy="3759200"/>
            <a:chOff x="1884" y="1754"/>
            <a:chExt cx="2929" cy="2368"/>
          </a:xfrm>
        </p:grpSpPr>
        <p:sp>
          <p:nvSpPr>
            <p:cNvPr id="1066012" name=""/>
            <p:cNvSpPr/>
            <p:nvPr/>
          </p:nvSpPr>
          <p:spPr>
            <a:xfrm rot="0">
              <a:off x="4141" y="3206"/>
              <a:ext cx="520" cy="16"/>
            </a:xfrm>
            <a:custGeom>
              <a:avLst/>
              <a:ahLst/>
              <a:rect l="0" t="0" r="r" b="b"/>
              <a:pathLst>
                <a:path w="208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80" y="67"/>
                  </a:lnTo>
                  <a:lnTo>
                    <a:pt x="2080" y="34"/>
                  </a:lnTo>
                  <a:lnTo>
                    <a:pt x="208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13" name=""/>
            <p:cNvSpPr/>
            <p:nvPr/>
          </p:nvSpPr>
          <p:spPr>
            <a:xfrm rot="0">
              <a:off x="4141" y="3206"/>
              <a:ext cx="520" cy="16"/>
            </a:xfrm>
            <a:custGeom>
              <a:avLst/>
              <a:ahLst/>
              <a:rect l="0" t="0" r="r" b="b"/>
              <a:pathLst>
                <a:path w="2080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2080" y="67"/>
                  </a:lnTo>
                  <a:lnTo>
                    <a:pt x="2080" y="34"/>
                  </a:lnTo>
                  <a:lnTo>
                    <a:pt x="208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14" name=""/>
            <p:cNvSpPr/>
            <p:nvPr/>
          </p:nvSpPr>
          <p:spPr>
            <a:xfrm rot="0">
              <a:off x="4661" y="3206"/>
              <a:ext cx="9" cy="16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15" name=""/>
            <p:cNvSpPr/>
            <p:nvPr/>
          </p:nvSpPr>
          <p:spPr>
            <a:xfrm rot="0">
              <a:off x="4661" y="3206"/>
              <a:ext cx="9" cy="16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2" y="24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16" name=""/>
            <p:cNvSpPr/>
            <p:nvPr/>
          </p:nvSpPr>
          <p:spPr>
            <a:xfrm rot="0">
              <a:off x="4133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17" name=""/>
            <p:cNvSpPr/>
            <p:nvPr/>
          </p:nvSpPr>
          <p:spPr>
            <a:xfrm rot="0">
              <a:off x="4133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5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4" y="32"/>
                  </a:lnTo>
                  <a:lnTo>
                    <a:pt x="33" y="33"/>
                  </a:lnTo>
                  <a:lnTo>
                    <a:pt x="23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18" name=""/>
            <p:cNvSpPr/>
            <p:nvPr/>
          </p:nvSpPr>
          <p:spPr>
            <a:xfrm rot="0">
              <a:off x="4133" y="2419"/>
              <a:ext cx="17" cy="795"/>
            </a:xfrm>
            <a:custGeom>
              <a:avLst/>
              <a:ahLst/>
              <a:rect l="0" t="0" r="r" b="b"/>
              <a:pathLst>
                <a:path w="67" h="3180">
                  <a:moveTo>
                    <a:pt x="0" y="3180"/>
                  </a:moveTo>
                  <a:lnTo>
                    <a:pt x="33" y="3180"/>
                  </a:lnTo>
                  <a:lnTo>
                    <a:pt x="67" y="318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18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19" name=""/>
            <p:cNvSpPr/>
            <p:nvPr/>
          </p:nvSpPr>
          <p:spPr>
            <a:xfrm rot="0">
              <a:off x="4133" y="2419"/>
              <a:ext cx="17" cy="795"/>
            </a:xfrm>
            <a:custGeom>
              <a:avLst/>
              <a:ahLst/>
              <a:rect l="0" t="0" r="r" b="b"/>
              <a:pathLst>
                <a:path w="67" h="3180">
                  <a:moveTo>
                    <a:pt x="0" y="3180"/>
                  </a:moveTo>
                  <a:lnTo>
                    <a:pt x="33" y="3180"/>
                  </a:lnTo>
                  <a:lnTo>
                    <a:pt x="67" y="3180"/>
                  </a:lnTo>
                  <a:lnTo>
                    <a:pt x="67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18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0" name=""/>
            <p:cNvSpPr/>
            <p:nvPr/>
          </p:nvSpPr>
          <p:spPr>
            <a:xfrm rot="0">
              <a:off x="4133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21" name=""/>
            <p:cNvSpPr/>
            <p:nvPr/>
          </p:nvSpPr>
          <p:spPr>
            <a:xfrm rot="0">
              <a:off x="4133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44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5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2" name=""/>
            <p:cNvSpPr/>
            <p:nvPr/>
          </p:nvSpPr>
          <p:spPr>
            <a:xfrm rot="0" flipH="1">
              <a:off x="4630" y="2962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3" name=""/>
            <p:cNvSpPr/>
            <p:nvPr/>
          </p:nvSpPr>
          <p:spPr>
            <a:xfrm rot="0" flipH="1">
              <a:off x="4557" y="2962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4" name=""/>
            <p:cNvSpPr/>
            <p:nvPr/>
          </p:nvSpPr>
          <p:spPr>
            <a:xfrm rot="0" flipH="1">
              <a:off x="4485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5" name=""/>
            <p:cNvSpPr/>
            <p:nvPr/>
          </p:nvSpPr>
          <p:spPr>
            <a:xfrm rot="0" flipH="1">
              <a:off x="4413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6" name=""/>
            <p:cNvSpPr/>
            <p:nvPr/>
          </p:nvSpPr>
          <p:spPr>
            <a:xfrm rot="0" flipH="1">
              <a:off x="4341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7" name=""/>
            <p:cNvSpPr/>
            <p:nvPr/>
          </p:nvSpPr>
          <p:spPr>
            <a:xfrm rot="0" flipH="1">
              <a:off x="4269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8" name=""/>
            <p:cNvSpPr/>
            <p:nvPr/>
          </p:nvSpPr>
          <p:spPr>
            <a:xfrm rot="0" flipH="1">
              <a:off x="4197" y="2962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29" name=""/>
            <p:cNvSpPr/>
            <p:nvPr/>
          </p:nvSpPr>
          <p:spPr>
            <a:xfrm rot="0" flipH="1">
              <a:off x="4141" y="2962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30" name=""/>
            <p:cNvSpPr/>
            <p:nvPr/>
          </p:nvSpPr>
          <p:spPr>
            <a:xfrm rot="0">
              <a:off x="4133" y="2410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5"/>
                  </a:moveTo>
                  <a:lnTo>
                    <a:pt x="33" y="67"/>
                  </a:ln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31" name=""/>
            <p:cNvSpPr/>
            <p:nvPr/>
          </p:nvSpPr>
          <p:spPr>
            <a:xfrm rot="0">
              <a:off x="4133" y="2410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3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3" y="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32" name=""/>
            <p:cNvSpPr/>
            <p:nvPr/>
          </p:nvSpPr>
          <p:spPr>
            <a:xfrm rot="0">
              <a:off x="4141" y="2410"/>
              <a:ext cx="260" cy="17"/>
            </a:xfrm>
            <a:custGeom>
              <a:avLst/>
              <a:ahLst/>
              <a:rect l="0" t="0" r="r" b="b"/>
              <a:pathLst>
                <a:path w="1041" h="67">
                  <a:moveTo>
                    <a:pt x="0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1041" y="67"/>
                  </a:lnTo>
                  <a:lnTo>
                    <a:pt x="1041" y="35"/>
                  </a:lnTo>
                  <a:lnTo>
                    <a:pt x="104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33" name=""/>
            <p:cNvSpPr/>
            <p:nvPr/>
          </p:nvSpPr>
          <p:spPr>
            <a:xfrm rot="0">
              <a:off x="4141" y="2410"/>
              <a:ext cx="260" cy="17"/>
            </a:xfrm>
            <a:custGeom>
              <a:avLst/>
              <a:ahLst/>
              <a:rect l="0" t="0" r="r" b="b"/>
              <a:pathLst>
                <a:path w="1041" h="67">
                  <a:moveTo>
                    <a:pt x="0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1041" y="67"/>
                  </a:lnTo>
                  <a:lnTo>
                    <a:pt x="1041" y="35"/>
                  </a:lnTo>
                  <a:lnTo>
                    <a:pt x="104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34" name=""/>
            <p:cNvSpPr/>
            <p:nvPr/>
          </p:nvSpPr>
          <p:spPr>
            <a:xfrm rot="0">
              <a:off x="4401" y="241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35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5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35" name=""/>
            <p:cNvSpPr/>
            <p:nvPr/>
          </p:nvSpPr>
          <p:spPr>
            <a:xfrm rot="0">
              <a:off x="4401" y="2410"/>
              <a:ext cx="9" cy="17"/>
            </a:xfrm>
            <a:custGeom>
              <a:avLst/>
              <a:ahLst/>
              <a:rect l="0" t="0" r="r" b="b"/>
              <a:pathLst>
                <a:path w="34" h="67">
                  <a:moveTo>
                    <a:pt x="0" y="0"/>
                  </a:moveTo>
                  <a:lnTo>
                    <a:pt x="10" y="3"/>
                  </a:lnTo>
                  <a:lnTo>
                    <a:pt x="20" y="7"/>
                  </a:lnTo>
                  <a:lnTo>
                    <a:pt x="28" y="15"/>
                  </a:lnTo>
                  <a:lnTo>
                    <a:pt x="31" y="24"/>
                  </a:lnTo>
                  <a:lnTo>
                    <a:pt x="34" y="35"/>
                  </a:lnTo>
                  <a:lnTo>
                    <a:pt x="31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0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36" name=""/>
            <p:cNvSpPr/>
            <p:nvPr/>
          </p:nvSpPr>
          <p:spPr>
            <a:xfrm rot="0">
              <a:off x="4393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33" y="35"/>
                  </a:moveTo>
                  <a:lnTo>
                    <a:pt x="0" y="35"/>
                  </a:ln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4" y="24"/>
                  </a:lnTo>
                  <a:lnTo>
                    <a:pt x="67" y="35"/>
                  </a:lnTo>
                  <a:lnTo>
                    <a:pt x="3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37" name=""/>
            <p:cNvSpPr/>
            <p:nvPr/>
          </p:nvSpPr>
          <p:spPr>
            <a:xfrm rot="0">
              <a:off x="4393" y="2410"/>
              <a:ext cx="17" cy="9"/>
            </a:xfrm>
            <a:custGeom>
              <a:avLst/>
              <a:ahLst/>
              <a:rect l="0" t="0" r="r" b="b"/>
              <a:pathLst>
                <a:path w="67" h="35">
                  <a:moveTo>
                    <a:pt x="0" y="35"/>
                  </a:moveTo>
                  <a:lnTo>
                    <a:pt x="1" y="24"/>
                  </a:lnTo>
                  <a:lnTo>
                    <a:pt x="5" y="15"/>
                  </a:lnTo>
                  <a:lnTo>
                    <a:pt x="13" y="7"/>
                  </a:lnTo>
                  <a:lnTo>
                    <a:pt x="22" y="3"/>
                  </a:lnTo>
                  <a:lnTo>
                    <a:pt x="33" y="0"/>
                  </a:lnTo>
                  <a:lnTo>
                    <a:pt x="43" y="3"/>
                  </a:lnTo>
                  <a:lnTo>
                    <a:pt x="53" y="7"/>
                  </a:lnTo>
                  <a:lnTo>
                    <a:pt x="61" y="15"/>
                  </a:lnTo>
                  <a:lnTo>
                    <a:pt x="64" y="24"/>
                  </a:lnTo>
                  <a:lnTo>
                    <a:pt x="67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38" name=""/>
            <p:cNvSpPr/>
            <p:nvPr/>
          </p:nvSpPr>
          <p:spPr>
            <a:xfrm rot="0">
              <a:off x="4393" y="2419"/>
              <a:ext cx="17" cy="795"/>
            </a:xfrm>
            <a:custGeom>
              <a:avLst/>
              <a:ahLst/>
              <a:rect l="0" t="0" r="r" b="b"/>
              <a:pathLst>
                <a:path w="67" h="318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180"/>
                  </a:lnTo>
                  <a:lnTo>
                    <a:pt x="33" y="3180"/>
                  </a:lnTo>
                  <a:lnTo>
                    <a:pt x="67" y="3180"/>
                  </a:lnTo>
                  <a:lnTo>
                    <a:pt x="6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39" name=""/>
            <p:cNvSpPr/>
            <p:nvPr/>
          </p:nvSpPr>
          <p:spPr>
            <a:xfrm rot="0">
              <a:off x="4393" y="2419"/>
              <a:ext cx="17" cy="795"/>
            </a:xfrm>
            <a:custGeom>
              <a:avLst/>
              <a:ahLst/>
              <a:rect l="0" t="0" r="r" b="b"/>
              <a:pathLst>
                <a:path w="67" h="3180">
                  <a:moveTo>
                    <a:pt x="67" y="0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0" y="3180"/>
                  </a:lnTo>
                  <a:lnTo>
                    <a:pt x="33" y="3180"/>
                  </a:lnTo>
                  <a:lnTo>
                    <a:pt x="67" y="3180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40" name=""/>
            <p:cNvSpPr/>
            <p:nvPr/>
          </p:nvSpPr>
          <p:spPr>
            <a:xfrm rot="0">
              <a:off x="4393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33" y="0"/>
                  </a:moveTo>
                  <a:lnTo>
                    <a:pt x="67" y="0"/>
                  </a:lnTo>
                  <a:lnTo>
                    <a:pt x="64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41" name=""/>
            <p:cNvSpPr/>
            <p:nvPr/>
          </p:nvSpPr>
          <p:spPr>
            <a:xfrm rot="0">
              <a:off x="4393" y="3214"/>
              <a:ext cx="17" cy="8"/>
            </a:xfrm>
            <a:custGeom>
              <a:avLst/>
              <a:ahLst/>
              <a:rect l="0" t="0" r="r" b="b"/>
              <a:pathLst>
                <a:path w="67" h="33">
                  <a:moveTo>
                    <a:pt x="67" y="0"/>
                  </a:moveTo>
                  <a:lnTo>
                    <a:pt x="64" y="11"/>
                  </a:lnTo>
                  <a:lnTo>
                    <a:pt x="61" y="20"/>
                  </a:lnTo>
                  <a:lnTo>
                    <a:pt x="53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42" name=""/>
            <p:cNvSpPr/>
            <p:nvPr/>
          </p:nvSpPr>
          <p:spPr>
            <a:xfrm rot="0">
              <a:off x="4393" y="2738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34"/>
                  </a:moveTo>
                  <a:lnTo>
                    <a:pt x="33" y="67"/>
                  </a:ln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  <a:lnTo>
                    <a:pt x="3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43" name=""/>
            <p:cNvSpPr/>
            <p:nvPr/>
          </p:nvSpPr>
          <p:spPr>
            <a:xfrm rot="0">
              <a:off x="4393" y="2738"/>
              <a:ext cx="8" cy="17"/>
            </a:xfrm>
            <a:custGeom>
              <a:avLst/>
              <a:ahLst/>
              <a:rect l="0" t="0" r="r" b="b"/>
              <a:pathLst>
                <a:path w="33" h="67">
                  <a:moveTo>
                    <a:pt x="33" y="67"/>
                  </a:moveTo>
                  <a:lnTo>
                    <a:pt x="22" y="66"/>
                  </a:lnTo>
                  <a:lnTo>
                    <a:pt x="13" y="62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2" y="2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44" name=""/>
            <p:cNvSpPr/>
            <p:nvPr/>
          </p:nvSpPr>
          <p:spPr>
            <a:xfrm rot="0">
              <a:off x="4401" y="2738"/>
              <a:ext cx="260" cy="17"/>
            </a:xfrm>
            <a:custGeom>
              <a:avLst/>
              <a:ahLst/>
              <a:rect l="0" t="0" r="r" b="b"/>
              <a:pathLst>
                <a:path w="103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39" y="67"/>
                  </a:lnTo>
                  <a:lnTo>
                    <a:pt x="1039" y="34"/>
                  </a:lnTo>
                  <a:lnTo>
                    <a:pt x="103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45" name=""/>
            <p:cNvSpPr/>
            <p:nvPr/>
          </p:nvSpPr>
          <p:spPr>
            <a:xfrm rot="0">
              <a:off x="4401" y="2738"/>
              <a:ext cx="260" cy="17"/>
            </a:xfrm>
            <a:custGeom>
              <a:avLst/>
              <a:ahLst/>
              <a:rect l="0" t="0" r="r" b="b"/>
              <a:pathLst>
                <a:path w="1039" h="67">
                  <a:moveTo>
                    <a:pt x="0" y="0"/>
                  </a:moveTo>
                  <a:lnTo>
                    <a:pt x="0" y="34"/>
                  </a:lnTo>
                  <a:lnTo>
                    <a:pt x="0" y="67"/>
                  </a:lnTo>
                  <a:lnTo>
                    <a:pt x="1039" y="67"/>
                  </a:lnTo>
                  <a:lnTo>
                    <a:pt x="1039" y="34"/>
                  </a:lnTo>
                  <a:lnTo>
                    <a:pt x="103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46" name=""/>
            <p:cNvSpPr/>
            <p:nvPr/>
          </p:nvSpPr>
          <p:spPr>
            <a:xfrm rot="0">
              <a:off x="4661" y="2738"/>
              <a:ext cx="9" cy="17"/>
            </a:xfrm>
            <a:custGeom>
              <a:avLst/>
              <a:ahLst/>
              <a:rect l="0" t="0" r="r" b="b"/>
              <a:pathLst>
                <a:path w="35" h="67">
                  <a:moveTo>
                    <a:pt x="0" y="34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6047" name=""/>
            <p:cNvSpPr/>
            <p:nvPr/>
          </p:nvSpPr>
          <p:spPr>
            <a:xfrm rot="0">
              <a:off x="4661" y="2738"/>
              <a:ext cx="9" cy="17"/>
            </a:xfrm>
            <a:custGeom>
              <a:avLst/>
              <a:ahLst/>
              <a:rect l="0" t="0" r="r" b="b"/>
              <a:pathLst>
                <a:path w="35" h="67">
                  <a:moveTo>
                    <a:pt x="0" y="0"/>
                  </a:moveTo>
                  <a:lnTo>
                    <a:pt x="11" y="2"/>
                  </a:lnTo>
                  <a:lnTo>
                    <a:pt x="20" y="6"/>
                  </a:lnTo>
                  <a:lnTo>
                    <a:pt x="28" y="14"/>
                  </a:lnTo>
                  <a:lnTo>
                    <a:pt x="32" y="23"/>
                  </a:lnTo>
                  <a:lnTo>
                    <a:pt x="35" y="34"/>
                  </a:lnTo>
                  <a:lnTo>
                    <a:pt x="32" y="45"/>
                  </a:lnTo>
                  <a:lnTo>
                    <a:pt x="28" y="54"/>
                  </a:lnTo>
                  <a:lnTo>
                    <a:pt x="20" y="62"/>
                  </a:lnTo>
                  <a:lnTo>
                    <a:pt x="11" y="66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48" name=""/>
            <p:cNvSpPr/>
            <p:nvPr/>
          </p:nvSpPr>
          <p:spPr>
            <a:xfrm rot="0">
              <a:off x="3885" y="3449"/>
              <a:ext cx="25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49" name=""/>
            <p:cNvSpPr/>
            <p:nvPr/>
          </p:nvSpPr>
          <p:spPr>
            <a:xfrm rot="0" flipV="1">
              <a:off x="4141" y="3214"/>
              <a:ext cx="1" cy="23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0" name=""/>
            <p:cNvSpPr/>
            <p:nvPr/>
          </p:nvSpPr>
          <p:spPr>
            <a:xfrm rot="0">
              <a:off x="4141" y="3449"/>
              <a:ext cx="672" cy="67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1" name=""/>
            <p:cNvSpPr/>
            <p:nvPr/>
          </p:nvSpPr>
          <p:spPr>
            <a:xfrm rot="0">
              <a:off x="3317" y="2901"/>
              <a:ext cx="1" cy="80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2" name=""/>
            <p:cNvSpPr/>
            <p:nvPr/>
          </p:nvSpPr>
          <p:spPr>
            <a:xfrm rot="0">
              <a:off x="3317" y="2901"/>
              <a:ext cx="108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3" name=""/>
            <p:cNvSpPr/>
            <p:nvPr/>
          </p:nvSpPr>
          <p:spPr>
            <a:xfrm rot="0" flipV="1">
              <a:off x="3488" y="2525"/>
              <a:ext cx="1" cy="109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4" name=""/>
            <p:cNvSpPr/>
            <p:nvPr/>
          </p:nvSpPr>
          <p:spPr>
            <a:xfrm rot="0">
              <a:off x="3488" y="2525"/>
              <a:ext cx="82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5" name=""/>
            <p:cNvSpPr/>
            <p:nvPr/>
          </p:nvSpPr>
          <p:spPr>
            <a:xfrm rot="0">
              <a:off x="3488" y="3622"/>
              <a:ext cx="82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6" name=""/>
            <p:cNvSpPr/>
            <p:nvPr/>
          </p:nvSpPr>
          <p:spPr>
            <a:xfrm rot="0" flipV="1">
              <a:off x="4314" y="2525"/>
              <a:ext cx="1" cy="109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7" name=""/>
            <p:cNvSpPr/>
            <p:nvPr/>
          </p:nvSpPr>
          <p:spPr>
            <a:xfrm rot="0">
              <a:off x="3475" y="2513"/>
              <a:ext cx="25" cy="25"/>
            </a:xfrm>
            <a:custGeom>
              <a:avLst/>
              <a:ahLst/>
              <a:rect l="0" t="0" r="r" b="b"/>
              <a:pathLst>
                <a:path w="101" h="102">
                  <a:moveTo>
                    <a:pt x="101" y="50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89" y="19"/>
                  </a:lnTo>
                  <a:lnTo>
                    <a:pt x="82" y="11"/>
                  </a:lnTo>
                  <a:lnTo>
                    <a:pt x="72" y="6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29" y="6"/>
                  </a:lnTo>
                  <a:lnTo>
                    <a:pt x="19" y="11"/>
                  </a:lnTo>
                  <a:lnTo>
                    <a:pt x="11" y="19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1" y="82"/>
                  </a:lnTo>
                  <a:lnTo>
                    <a:pt x="19" y="90"/>
                  </a:lnTo>
                  <a:lnTo>
                    <a:pt x="29" y="96"/>
                  </a:lnTo>
                  <a:lnTo>
                    <a:pt x="40" y="100"/>
                  </a:lnTo>
                  <a:lnTo>
                    <a:pt x="50" y="102"/>
                  </a:lnTo>
                  <a:lnTo>
                    <a:pt x="62" y="100"/>
                  </a:lnTo>
                  <a:lnTo>
                    <a:pt x="72" y="96"/>
                  </a:lnTo>
                  <a:lnTo>
                    <a:pt x="82" y="90"/>
                  </a:lnTo>
                  <a:lnTo>
                    <a:pt x="89" y="82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8" name=""/>
            <p:cNvSpPr/>
            <p:nvPr/>
          </p:nvSpPr>
          <p:spPr>
            <a:xfrm rot="0">
              <a:off x="4301" y="2513"/>
              <a:ext cx="25" cy="25"/>
            </a:xfrm>
            <a:custGeom>
              <a:avLst/>
              <a:ahLst/>
              <a:rect l="0" t="0" r="r" b="b"/>
              <a:pathLst>
                <a:path w="100" h="102">
                  <a:moveTo>
                    <a:pt x="100" y="50"/>
                  </a:moveTo>
                  <a:lnTo>
                    <a:pt x="99" y="40"/>
                  </a:lnTo>
                  <a:lnTo>
                    <a:pt x="96" y="29"/>
                  </a:lnTo>
                  <a:lnTo>
                    <a:pt x="90" y="19"/>
                  </a:lnTo>
                  <a:lnTo>
                    <a:pt x="82" y="11"/>
                  </a:lnTo>
                  <a:lnTo>
                    <a:pt x="73" y="6"/>
                  </a:lnTo>
                  <a:lnTo>
                    <a:pt x="61" y="2"/>
                  </a:lnTo>
                  <a:lnTo>
                    <a:pt x="50" y="0"/>
                  </a:lnTo>
                  <a:lnTo>
                    <a:pt x="39" y="2"/>
                  </a:lnTo>
                  <a:lnTo>
                    <a:pt x="28" y="6"/>
                  </a:lnTo>
                  <a:lnTo>
                    <a:pt x="19" y="11"/>
                  </a:lnTo>
                  <a:lnTo>
                    <a:pt x="11" y="19"/>
                  </a:lnTo>
                  <a:lnTo>
                    <a:pt x="4" y="29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62"/>
                  </a:lnTo>
                  <a:lnTo>
                    <a:pt x="4" y="73"/>
                  </a:lnTo>
                  <a:lnTo>
                    <a:pt x="11" y="82"/>
                  </a:lnTo>
                  <a:lnTo>
                    <a:pt x="19" y="90"/>
                  </a:lnTo>
                  <a:lnTo>
                    <a:pt x="28" y="96"/>
                  </a:lnTo>
                  <a:lnTo>
                    <a:pt x="39" y="100"/>
                  </a:lnTo>
                  <a:lnTo>
                    <a:pt x="50" y="102"/>
                  </a:lnTo>
                  <a:lnTo>
                    <a:pt x="61" y="100"/>
                  </a:lnTo>
                  <a:lnTo>
                    <a:pt x="73" y="96"/>
                  </a:lnTo>
                  <a:lnTo>
                    <a:pt x="82" y="90"/>
                  </a:lnTo>
                  <a:lnTo>
                    <a:pt x="90" y="82"/>
                  </a:lnTo>
                  <a:lnTo>
                    <a:pt x="96" y="73"/>
                  </a:lnTo>
                  <a:lnTo>
                    <a:pt x="99" y="62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59" name=""/>
            <p:cNvSpPr/>
            <p:nvPr/>
          </p:nvSpPr>
          <p:spPr>
            <a:xfrm rot="0">
              <a:off x="3304" y="3697"/>
              <a:ext cx="25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50"/>
                  </a:moveTo>
                  <a:lnTo>
                    <a:pt x="100" y="39"/>
                  </a:lnTo>
                  <a:lnTo>
                    <a:pt x="96" y="29"/>
                  </a:lnTo>
                  <a:lnTo>
                    <a:pt x="90" y="18"/>
                  </a:lnTo>
                  <a:lnTo>
                    <a:pt x="83" y="11"/>
                  </a:lnTo>
                  <a:lnTo>
                    <a:pt x="72" y="5"/>
                  </a:lnTo>
                  <a:lnTo>
                    <a:pt x="61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5"/>
                  </a:lnTo>
                  <a:lnTo>
                    <a:pt x="19" y="11"/>
                  </a:lnTo>
                  <a:lnTo>
                    <a:pt x="12" y="18"/>
                  </a:lnTo>
                  <a:lnTo>
                    <a:pt x="5" y="29"/>
                  </a:lnTo>
                  <a:lnTo>
                    <a:pt x="1" y="39"/>
                  </a:lnTo>
                  <a:lnTo>
                    <a:pt x="0" y="50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12" y="82"/>
                  </a:lnTo>
                  <a:lnTo>
                    <a:pt x="19" y="89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1" y="101"/>
                  </a:lnTo>
                  <a:lnTo>
                    <a:pt x="61" y="100"/>
                  </a:lnTo>
                  <a:lnTo>
                    <a:pt x="72" y="96"/>
                  </a:lnTo>
                  <a:lnTo>
                    <a:pt x="83" y="89"/>
                  </a:lnTo>
                  <a:lnTo>
                    <a:pt x="90" y="82"/>
                  </a:lnTo>
                  <a:lnTo>
                    <a:pt x="96" y="72"/>
                  </a:lnTo>
                  <a:lnTo>
                    <a:pt x="100" y="62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0" name=""/>
            <p:cNvSpPr/>
            <p:nvPr/>
          </p:nvSpPr>
          <p:spPr>
            <a:xfrm rot="0">
              <a:off x="4388" y="2888"/>
              <a:ext cx="26" cy="25"/>
            </a:xfrm>
            <a:custGeom>
              <a:avLst/>
              <a:ahLst/>
              <a:rect l="0" t="0" r="r" b="b"/>
              <a:pathLst>
                <a:path w="101" h="101">
                  <a:moveTo>
                    <a:pt x="101" y="51"/>
                  </a:moveTo>
                  <a:lnTo>
                    <a:pt x="100" y="40"/>
                  </a:lnTo>
                  <a:lnTo>
                    <a:pt x="96" y="29"/>
                  </a:lnTo>
                  <a:lnTo>
                    <a:pt x="90" y="20"/>
                  </a:lnTo>
                  <a:lnTo>
                    <a:pt x="82" y="12"/>
                  </a:lnTo>
                  <a:lnTo>
                    <a:pt x="73" y="5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5"/>
                  </a:lnTo>
                  <a:lnTo>
                    <a:pt x="19" y="12"/>
                  </a:lnTo>
                  <a:lnTo>
                    <a:pt x="12" y="20"/>
                  </a:lnTo>
                  <a:lnTo>
                    <a:pt x="5" y="29"/>
                  </a:lnTo>
                  <a:lnTo>
                    <a:pt x="1" y="40"/>
                  </a:lnTo>
                  <a:lnTo>
                    <a:pt x="0" y="51"/>
                  </a:lnTo>
                  <a:lnTo>
                    <a:pt x="1" y="62"/>
                  </a:lnTo>
                  <a:lnTo>
                    <a:pt x="5" y="73"/>
                  </a:lnTo>
                  <a:lnTo>
                    <a:pt x="12" y="83"/>
                  </a:lnTo>
                  <a:lnTo>
                    <a:pt x="19" y="91"/>
                  </a:lnTo>
                  <a:lnTo>
                    <a:pt x="29" y="96"/>
                  </a:lnTo>
                  <a:lnTo>
                    <a:pt x="39" y="100"/>
                  </a:lnTo>
                  <a:lnTo>
                    <a:pt x="51" y="101"/>
                  </a:lnTo>
                  <a:lnTo>
                    <a:pt x="61" y="100"/>
                  </a:lnTo>
                  <a:lnTo>
                    <a:pt x="73" y="96"/>
                  </a:lnTo>
                  <a:lnTo>
                    <a:pt x="82" y="91"/>
                  </a:lnTo>
                  <a:lnTo>
                    <a:pt x="90" y="83"/>
                  </a:lnTo>
                  <a:lnTo>
                    <a:pt x="96" y="73"/>
                  </a:lnTo>
                  <a:lnTo>
                    <a:pt x="100" y="62"/>
                  </a:lnTo>
                  <a:lnTo>
                    <a:pt x="101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1" name=""/>
            <p:cNvSpPr/>
            <p:nvPr/>
          </p:nvSpPr>
          <p:spPr>
            <a:xfrm rot="0">
              <a:off x="3227" y="3783"/>
              <a:ext cx="33" cy="56"/>
            </a:xfrm>
            <a:custGeom>
              <a:avLst/>
              <a:ahLst/>
              <a:rect l="0" t="0" r="r" b="b"/>
              <a:pathLst>
                <a:path w="131" h="228">
                  <a:moveTo>
                    <a:pt x="63" y="0"/>
                  </a:moveTo>
                  <a:lnTo>
                    <a:pt x="0" y="228"/>
                  </a:lnTo>
                  <a:lnTo>
                    <a:pt x="56" y="228"/>
                  </a:lnTo>
                  <a:lnTo>
                    <a:pt x="81" y="223"/>
                  </a:lnTo>
                  <a:lnTo>
                    <a:pt x="100" y="209"/>
                  </a:lnTo>
                  <a:lnTo>
                    <a:pt x="113" y="191"/>
                  </a:lnTo>
                  <a:lnTo>
                    <a:pt x="131" y="121"/>
                  </a:lnTo>
                  <a:lnTo>
                    <a:pt x="131" y="102"/>
                  </a:lnTo>
                  <a:lnTo>
                    <a:pt x="126" y="83"/>
                  </a:lnTo>
                  <a:lnTo>
                    <a:pt x="106" y="77"/>
                  </a:lnTo>
                  <a:lnTo>
                    <a:pt x="43" y="7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2" name=""/>
            <p:cNvSpPr/>
            <p:nvPr/>
          </p:nvSpPr>
          <p:spPr>
            <a:xfrm rot="0">
              <a:off x="4446" y="2876"/>
              <a:ext cx="33" cy="57"/>
            </a:xfrm>
            <a:custGeom>
              <a:avLst/>
              <a:ahLst/>
              <a:rect l="0" t="0" r="r" b="b"/>
              <a:pathLst>
                <a:path w="133" h="228">
                  <a:moveTo>
                    <a:pt x="63" y="0"/>
                  </a:moveTo>
                  <a:lnTo>
                    <a:pt x="0" y="228"/>
                  </a:lnTo>
                  <a:lnTo>
                    <a:pt x="58" y="228"/>
                  </a:lnTo>
                  <a:lnTo>
                    <a:pt x="83" y="221"/>
                  </a:lnTo>
                  <a:lnTo>
                    <a:pt x="101" y="208"/>
                  </a:lnTo>
                  <a:lnTo>
                    <a:pt x="114" y="189"/>
                  </a:lnTo>
                  <a:lnTo>
                    <a:pt x="133" y="120"/>
                  </a:lnTo>
                  <a:lnTo>
                    <a:pt x="133" y="101"/>
                  </a:lnTo>
                  <a:lnTo>
                    <a:pt x="126" y="82"/>
                  </a:lnTo>
                  <a:lnTo>
                    <a:pt x="108" y="75"/>
                  </a:lnTo>
                  <a:lnTo>
                    <a:pt x="45" y="7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3" name=""/>
            <p:cNvSpPr/>
            <p:nvPr/>
          </p:nvSpPr>
          <p:spPr>
            <a:xfrm rot="0" flipV="1">
              <a:off x="4503" y="2876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4" name=""/>
            <p:cNvSpPr/>
            <p:nvPr/>
          </p:nvSpPr>
          <p:spPr>
            <a:xfrm rot="0" flipH="1">
              <a:off x="4519" y="2876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5" name=""/>
            <p:cNvSpPr/>
            <p:nvPr/>
          </p:nvSpPr>
          <p:spPr>
            <a:xfrm rot="0">
              <a:off x="4209" y="2632"/>
              <a:ext cx="28" cy="38"/>
            </a:xfrm>
            <a:custGeom>
              <a:avLst/>
              <a:ahLst/>
              <a:rect l="0" t="0" r="r" b="b"/>
              <a:pathLst>
                <a:path w="113" h="151">
                  <a:moveTo>
                    <a:pt x="101" y="151"/>
                  </a:moveTo>
                  <a:lnTo>
                    <a:pt x="82" y="119"/>
                  </a:lnTo>
                  <a:lnTo>
                    <a:pt x="113" y="0"/>
                  </a:lnTo>
                  <a:lnTo>
                    <a:pt x="63" y="0"/>
                  </a:lnTo>
                  <a:lnTo>
                    <a:pt x="38" y="6"/>
                  </a:lnTo>
                  <a:lnTo>
                    <a:pt x="25" y="19"/>
                  </a:lnTo>
                  <a:lnTo>
                    <a:pt x="19" y="31"/>
                  </a:lnTo>
                  <a:lnTo>
                    <a:pt x="0" y="114"/>
                  </a:lnTo>
                  <a:lnTo>
                    <a:pt x="0" y="126"/>
                  </a:lnTo>
                  <a:lnTo>
                    <a:pt x="7" y="145"/>
                  </a:lnTo>
                  <a:lnTo>
                    <a:pt x="19" y="151"/>
                  </a:lnTo>
                  <a:lnTo>
                    <a:pt x="38" y="151"/>
                  </a:lnTo>
                  <a:lnTo>
                    <a:pt x="57" y="145"/>
                  </a:lnTo>
                  <a:lnTo>
                    <a:pt x="70" y="139"/>
                  </a:lnTo>
                  <a:lnTo>
                    <a:pt x="82" y="1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6" name=""/>
            <p:cNvSpPr/>
            <p:nvPr/>
          </p:nvSpPr>
          <p:spPr>
            <a:xfrm rot="0" flipV="1">
              <a:off x="4263" y="2613"/>
              <a:ext cx="6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7" name=""/>
            <p:cNvSpPr/>
            <p:nvPr/>
          </p:nvSpPr>
          <p:spPr>
            <a:xfrm rot="0" flipH="1">
              <a:off x="4278" y="2613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8" name=""/>
            <p:cNvSpPr/>
            <p:nvPr/>
          </p:nvSpPr>
          <p:spPr>
            <a:xfrm rot="0">
              <a:off x="3415" y="2470"/>
              <a:ext cx="28" cy="38"/>
            </a:xfrm>
            <a:custGeom>
              <a:avLst/>
              <a:ahLst/>
              <a:rect l="0" t="0" r="r" b="b"/>
              <a:pathLst>
                <a:path w="115" h="153">
                  <a:moveTo>
                    <a:pt x="102" y="153"/>
                  </a:moveTo>
                  <a:lnTo>
                    <a:pt x="83" y="121"/>
                  </a:lnTo>
                  <a:lnTo>
                    <a:pt x="115" y="0"/>
                  </a:lnTo>
                  <a:lnTo>
                    <a:pt x="63" y="0"/>
                  </a:lnTo>
                  <a:lnTo>
                    <a:pt x="38" y="7"/>
                  </a:lnTo>
                  <a:lnTo>
                    <a:pt x="25" y="20"/>
                  </a:lnTo>
                  <a:lnTo>
                    <a:pt x="20" y="32"/>
                  </a:lnTo>
                  <a:lnTo>
                    <a:pt x="0" y="115"/>
                  </a:lnTo>
                  <a:lnTo>
                    <a:pt x="0" y="126"/>
                  </a:lnTo>
                  <a:lnTo>
                    <a:pt x="7" y="146"/>
                  </a:lnTo>
                  <a:lnTo>
                    <a:pt x="20" y="153"/>
                  </a:lnTo>
                  <a:lnTo>
                    <a:pt x="38" y="153"/>
                  </a:lnTo>
                  <a:lnTo>
                    <a:pt x="57" y="146"/>
                  </a:lnTo>
                  <a:lnTo>
                    <a:pt x="70" y="140"/>
                  </a:lnTo>
                  <a:lnTo>
                    <a:pt x="83" y="1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69" name=""/>
            <p:cNvSpPr/>
            <p:nvPr/>
          </p:nvSpPr>
          <p:spPr>
            <a:xfrm rot="0" flipV="1">
              <a:off x="3468" y="2451"/>
              <a:ext cx="7" cy="1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70" name=""/>
            <p:cNvSpPr/>
            <p:nvPr/>
          </p:nvSpPr>
          <p:spPr>
            <a:xfrm rot="0">
              <a:off x="2780" y="1779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71" name=""/>
            <p:cNvSpPr/>
            <p:nvPr/>
          </p:nvSpPr>
          <p:spPr>
            <a:xfrm rot="0">
              <a:off x="2780" y="1779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6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5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72" name=""/>
            <p:cNvSpPr/>
            <p:nvPr/>
          </p:nvSpPr>
          <p:spPr>
            <a:xfrm rot="0">
              <a:off x="2675" y="1780"/>
              <a:ext cx="113" cy="75"/>
            </a:xfrm>
            <a:custGeom>
              <a:avLst/>
              <a:ahLst/>
              <a:rect l="0" t="0" r="r" b="b"/>
              <a:pathLst>
                <a:path w="452" h="300">
                  <a:moveTo>
                    <a:pt x="452" y="58"/>
                  </a:moveTo>
                  <a:lnTo>
                    <a:pt x="435" y="29"/>
                  </a:lnTo>
                  <a:lnTo>
                    <a:pt x="418" y="0"/>
                  </a:lnTo>
                  <a:lnTo>
                    <a:pt x="0" y="242"/>
                  </a:lnTo>
                  <a:lnTo>
                    <a:pt x="17" y="271"/>
                  </a:lnTo>
                  <a:lnTo>
                    <a:pt x="34" y="300"/>
                  </a:lnTo>
                  <a:lnTo>
                    <a:pt x="45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73" name=""/>
            <p:cNvSpPr/>
            <p:nvPr/>
          </p:nvSpPr>
          <p:spPr>
            <a:xfrm rot="0">
              <a:off x="2675" y="1780"/>
              <a:ext cx="113" cy="75"/>
            </a:xfrm>
            <a:custGeom>
              <a:avLst/>
              <a:ahLst/>
              <a:rect l="0" t="0" r="r" b="b"/>
              <a:pathLst>
                <a:path w="452" h="300">
                  <a:moveTo>
                    <a:pt x="452" y="58"/>
                  </a:moveTo>
                  <a:lnTo>
                    <a:pt x="435" y="29"/>
                  </a:lnTo>
                  <a:lnTo>
                    <a:pt x="418" y="0"/>
                  </a:lnTo>
                  <a:lnTo>
                    <a:pt x="0" y="242"/>
                  </a:lnTo>
                  <a:lnTo>
                    <a:pt x="17" y="271"/>
                  </a:lnTo>
                  <a:lnTo>
                    <a:pt x="34" y="300"/>
                  </a:lnTo>
                  <a:lnTo>
                    <a:pt x="45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74" name=""/>
            <p:cNvSpPr/>
            <p:nvPr/>
          </p:nvSpPr>
          <p:spPr>
            <a:xfrm rot="0">
              <a:off x="2671" y="1840"/>
              <a:ext cx="13" cy="16"/>
            </a:xfrm>
            <a:custGeom>
              <a:avLst/>
              <a:ahLst/>
              <a:rect l="0" t="0" r="r" b="b"/>
              <a:pathLst>
                <a:path w="49" h="62">
                  <a:moveTo>
                    <a:pt x="32" y="29"/>
                  </a:moveTo>
                  <a:lnTo>
                    <a:pt x="49" y="58"/>
                  </a:lnTo>
                  <a:lnTo>
                    <a:pt x="39" y="62"/>
                  </a:lnTo>
                  <a:lnTo>
                    <a:pt x="28" y="62"/>
                  </a:lnTo>
                  <a:lnTo>
                    <a:pt x="19" y="59"/>
                  </a:lnTo>
                  <a:lnTo>
                    <a:pt x="10" y="54"/>
                  </a:lnTo>
                  <a:lnTo>
                    <a:pt x="3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7" y="6"/>
                  </a:lnTo>
                  <a:lnTo>
                    <a:pt x="15" y="0"/>
                  </a:lnTo>
                  <a:lnTo>
                    <a:pt x="3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75" name=""/>
            <p:cNvSpPr/>
            <p:nvPr/>
          </p:nvSpPr>
          <p:spPr>
            <a:xfrm rot="0">
              <a:off x="2671" y="1840"/>
              <a:ext cx="13" cy="16"/>
            </a:xfrm>
            <a:custGeom>
              <a:avLst/>
              <a:ahLst/>
              <a:rect l="0" t="0" r="r" b="b"/>
              <a:pathLst>
                <a:path w="49" h="62">
                  <a:moveTo>
                    <a:pt x="49" y="58"/>
                  </a:moveTo>
                  <a:lnTo>
                    <a:pt x="39" y="62"/>
                  </a:lnTo>
                  <a:lnTo>
                    <a:pt x="28" y="62"/>
                  </a:lnTo>
                  <a:lnTo>
                    <a:pt x="19" y="59"/>
                  </a:lnTo>
                  <a:lnTo>
                    <a:pt x="10" y="54"/>
                  </a:lnTo>
                  <a:lnTo>
                    <a:pt x="3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7" y="6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76" name=""/>
            <p:cNvSpPr/>
            <p:nvPr/>
          </p:nvSpPr>
          <p:spPr>
            <a:xfrm rot="0">
              <a:off x="2550" y="1767"/>
              <a:ext cx="12" cy="16"/>
            </a:xfrm>
            <a:custGeom>
              <a:avLst/>
              <a:ahLst/>
              <a:rect l="0" t="0" r="r" b="b"/>
              <a:pathLst>
                <a:path w="48" h="63">
                  <a:moveTo>
                    <a:pt x="15" y="30"/>
                  </a:moveTo>
                  <a:lnTo>
                    <a:pt x="29" y="0"/>
                  </a:lnTo>
                  <a:lnTo>
                    <a:pt x="38" y="6"/>
                  </a:lnTo>
                  <a:lnTo>
                    <a:pt x="44" y="14"/>
                  </a:lnTo>
                  <a:lnTo>
                    <a:pt x="48" y="23"/>
                  </a:lnTo>
                  <a:lnTo>
                    <a:pt x="48" y="34"/>
                  </a:lnTo>
                  <a:lnTo>
                    <a:pt x="45" y="44"/>
                  </a:lnTo>
                  <a:lnTo>
                    <a:pt x="38" y="54"/>
                  </a:lnTo>
                  <a:lnTo>
                    <a:pt x="30" y="59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60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77" name=""/>
            <p:cNvSpPr/>
            <p:nvPr/>
          </p:nvSpPr>
          <p:spPr>
            <a:xfrm rot="0">
              <a:off x="2550" y="1767"/>
              <a:ext cx="12" cy="16"/>
            </a:xfrm>
            <a:custGeom>
              <a:avLst/>
              <a:ahLst/>
              <a:rect l="0" t="0" r="r" b="b"/>
              <a:pathLst>
                <a:path w="48" h="63">
                  <a:moveTo>
                    <a:pt x="29" y="0"/>
                  </a:moveTo>
                  <a:lnTo>
                    <a:pt x="38" y="6"/>
                  </a:lnTo>
                  <a:lnTo>
                    <a:pt x="44" y="14"/>
                  </a:lnTo>
                  <a:lnTo>
                    <a:pt x="48" y="23"/>
                  </a:lnTo>
                  <a:lnTo>
                    <a:pt x="48" y="34"/>
                  </a:lnTo>
                  <a:lnTo>
                    <a:pt x="45" y="44"/>
                  </a:lnTo>
                  <a:lnTo>
                    <a:pt x="38" y="54"/>
                  </a:lnTo>
                  <a:lnTo>
                    <a:pt x="30" y="59"/>
                  </a:lnTo>
                  <a:lnTo>
                    <a:pt x="21" y="63"/>
                  </a:lnTo>
                  <a:lnTo>
                    <a:pt x="11" y="63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78" name=""/>
            <p:cNvSpPr/>
            <p:nvPr/>
          </p:nvSpPr>
          <p:spPr>
            <a:xfrm rot="0">
              <a:off x="2540" y="1762"/>
              <a:ext cx="17" cy="20"/>
            </a:xfrm>
            <a:custGeom>
              <a:avLst/>
              <a:ahLst/>
              <a:rect l="0" t="0" r="r" b="b"/>
              <a:pathLst>
                <a:path w="67" h="79">
                  <a:moveTo>
                    <a:pt x="38" y="79"/>
                  </a:moveTo>
                  <a:lnTo>
                    <a:pt x="53" y="49"/>
                  </a:lnTo>
                  <a:lnTo>
                    <a:pt x="67" y="19"/>
                  </a:lnTo>
                  <a:lnTo>
                    <a:pt x="29" y="0"/>
                  </a:lnTo>
                  <a:lnTo>
                    <a:pt x="15" y="31"/>
                  </a:lnTo>
                  <a:lnTo>
                    <a:pt x="0" y="61"/>
                  </a:lnTo>
                  <a:lnTo>
                    <a:pt x="38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79" name=""/>
            <p:cNvSpPr/>
            <p:nvPr/>
          </p:nvSpPr>
          <p:spPr>
            <a:xfrm rot="0">
              <a:off x="2540" y="1762"/>
              <a:ext cx="17" cy="20"/>
            </a:xfrm>
            <a:custGeom>
              <a:avLst/>
              <a:ahLst/>
              <a:rect l="0" t="0" r="r" b="b"/>
              <a:pathLst>
                <a:path w="67" h="79">
                  <a:moveTo>
                    <a:pt x="38" y="79"/>
                  </a:moveTo>
                  <a:lnTo>
                    <a:pt x="53" y="49"/>
                  </a:lnTo>
                  <a:lnTo>
                    <a:pt x="67" y="19"/>
                  </a:lnTo>
                  <a:lnTo>
                    <a:pt x="29" y="0"/>
                  </a:lnTo>
                  <a:lnTo>
                    <a:pt x="15" y="31"/>
                  </a:lnTo>
                  <a:lnTo>
                    <a:pt x="0" y="61"/>
                  </a:lnTo>
                  <a:lnTo>
                    <a:pt x="38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80" name=""/>
            <p:cNvSpPr/>
            <p:nvPr/>
          </p:nvSpPr>
          <p:spPr>
            <a:xfrm rot="0">
              <a:off x="2544" y="1762"/>
              <a:ext cx="4" cy="8"/>
            </a:xfrm>
            <a:custGeom>
              <a:avLst/>
              <a:ahLst/>
              <a:rect l="0" t="0" r="r" b="b"/>
              <a:pathLst>
                <a:path w="14" h="32">
                  <a:moveTo>
                    <a:pt x="0" y="32"/>
                  </a:moveTo>
                  <a:lnTo>
                    <a:pt x="14" y="1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81" name=""/>
            <p:cNvSpPr/>
            <p:nvPr/>
          </p:nvSpPr>
          <p:spPr>
            <a:xfrm rot="0" flipH="1" flipV="1">
              <a:off x="2547" y="1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82" name=""/>
            <p:cNvSpPr/>
            <p:nvPr/>
          </p:nvSpPr>
          <p:spPr>
            <a:xfrm rot="0">
              <a:off x="2531" y="1758"/>
              <a:ext cx="16" cy="20"/>
            </a:xfrm>
            <a:custGeom>
              <a:avLst/>
              <a:ahLst/>
              <a:rect l="0" t="0" r="r" b="b"/>
              <a:pathLst>
                <a:path w="63" h="77">
                  <a:moveTo>
                    <a:pt x="40" y="77"/>
                  </a:moveTo>
                  <a:lnTo>
                    <a:pt x="52" y="46"/>
                  </a:lnTo>
                  <a:lnTo>
                    <a:pt x="63" y="14"/>
                  </a:lnTo>
                  <a:lnTo>
                    <a:pt x="24" y="0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83" name=""/>
            <p:cNvSpPr/>
            <p:nvPr/>
          </p:nvSpPr>
          <p:spPr>
            <a:xfrm rot="0">
              <a:off x="2531" y="1758"/>
              <a:ext cx="16" cy="20"/>
            </a:xfrm>
            <a:custGeom>
              <a:avLst/>
              <a:ahLst/>
              <a:rect l="0" t="0" r="r" b="b"/>
              <a:pathLst>
                <a:path w="63" h="77">
                  <a:moveTo>
                    <a:pt x="40" y="77"/>
                  </a:moveTo>
                  <a:lnTo>
                    <a:pt x="52" y="46"/>
                  </a:lnTo>
                  <a:lnTo>
                    <a:pt x="63" y="14"/>
                  </a:lnTo>
                  <a:lnTo>
                    <a:pt x="24" y="0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84" name=""/>
            <p:cNvSpPr/>
            <p:nvPr/>
          </p:nvSpPr>
          <p:spPr>
            <a:xfrm rot="0">
              <a:off x="2534" y="1758"/>
              <a:ext cx="3" cy="8"/>
            </a:xfrm>
            <a:custGeom>
              <a:avLst/>
              <a:ahLst/>
              <a:rect l="0" t="0" r="r" b="b"/>
              <a:pathLst>
                <a:path w="12" h="33">
                  <a:moveTo>
                    <a:pt x="0" y="33"/>
                  </a:moveTo>
                  <a:lnTo>
                    <a:pt x="12" y="2"/>
                  </a:lnTo>
                  <a:lnTo>
                    <a:pt x="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85" name=""/>
            <p:cNvSpPr/>
            <p:nvPr/>
          </p:nvSpPr>
          <p:spPr>
            <a:xfrm rot="0" flipH="1" flipV="1">
              <a:off x="2536" y="17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86" name=""/>
            <p:cNvSpPr/>
            <p:nvPr/>
          </p:nvSpPr>
          <p:spPr>
            <a:xfrm rot="0">
              <a:off x="2522" y="1756"/>
              <a:ext cx="14" cy="18"/>
            </a:xfrm>
            <a:custGeom>
              <a:avLst/>
              <a:ahLst/>
              <a:rect l="0" t="0" r="r" b="b"/>
              <a:pathLst>
                <a:path w="55" h="75">
                  <a:moveTo>
                    <a:pt x="42" y="75"/>
                  </a:moveTo>
                  <a:lnTo>
                    <a:pt x="48" y="42"/>
                  </a:lnTo>
                  <a:lnTo>
                    <a:pt x="55" y="9"/>
                  </a:lnTo>
                  <a:lnTo>
                    <a:pt x="13" y="0"/>
                  </a:lnTo>
                  <a:lnTo>
                    <a:pt x="6" y="33"/>
                  </a:lnTo>
                  <a:lnTo>
                    <a:pt x="0" y="66"/>
                  </a:lnTo>
                  <a:lnTo>
                    <a:pt x="4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87" name=""/>
            <p:cNvSpPr/>
            <p:nvPr/>
          </p:nvSpPr>
          <p:spPr>
            <a:xfrm rot="0">
              <a:off x="2522" y="1756"/>
              <a:ext cx="14" cy="18"/>
            </a:xfrm>
            <a:custGeom>
              <a:avLst/>
              <a:ahLst/>
              <a:rect l="0" t="0" r="r" b="b"/>
              <a:pathLst>
                <a:path w="55" h="75">
                  <a:moveTo>
                    <a:pt x="42" y="75"/>
                  </a:moveTo>
                  <a:lnTo>
                    <a:pt x="48" y="42"/>
                  </a:lnTo>
                  <a:lnTo>
                    <a:pt x="55" y="9"/>
                  </a:lnTo>
                  <a:lnTo>
                    <a:pt x="13" y="0"/>
                  </a:lnTo>
                  <a:lnTo>
                    <a:pt x="6" y="33"/>
                  </a:lnTo>
                  <a:lnTo>
                    <a:pt x="0" y="66"/>
                  </a:lnTo>
                  <a:lnTo>
                    <a:pt x="4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88" name=""/>
            <p:cNvSpPr/>
            <p:nvPr/>
          </p:nvSpPr>
          <p:spPr>
            <a:xfrm rot="0">
              <a:off x="2524" y="1756"/>
              <a:ext cx="1" cy="8"/>
            </a:xfrm>
            <a:custGeom>
              <a:avLst/>
              <a:ahLst/>
              <a:rect l="0" t="0" r="r" b="b"/>
              <a:pathLst>
                <a:path w="7" h="33">
                  <a:moveTo>
                    <a:pt x="0" y="33"/>
                  </a:moveTo>
                  <a:lnTo>
                    <a:pt x="7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89" name=""/>
            <p:cNvSpPr/>
            <p:nvPr/>
          </p:nvSpPr>
          <p:spPr>
            <a:xfrm rot="0" flipH="1">
              <a:off x="2525" y="1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90" name=""/>
            <p:cNvSpPr/>
            <p:nvPr/>
          </p:nvSpPr>
          <p:spPr>
            <a:xfrm rot="0">
              <a:off x="2512" y="1754"/>
              <a:ext cx="13" cy="18"/>
            </a:xfrm>
            <a:custGeom>
              <a:avLst/>
              <a:ahLst/>
              <a:rect l="0" t="0" r="r" b="b"/>
              <a:pathLst>
                <a:path w="51" h="71">
                  <a:moveTo>
                    <a:pt x="43" y="71"/>
                  </a:moveTo>
                  <a:lnTo>
                    <a:pt x="47" y="38"/>
                  </a:lnTo>
                  <a:lnTo>
                    <a:pt x="51" y="5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5"/>
                  </a:lnTo>
                  <a:lnTo>
                    <a:pt x="43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91" name=""/>
            <p:cNvSpPr/>
            <p:nvPr/>
          </p:nvSpPr>
          <p:spPr>
            <a:xfrm rot="0">
              <a:off x="2512" y="1754"/>
              <a:ext cx="13" cy="18"/>
            </a:xfrm>
            <a:custGeom>
              <a:avLst/>
              <a:ahLst/>
              <a:rect l="0" t="0" r="r" b="b"/>
              <a:pathLst>
                <a:path w="51" h="71">
                  <a:moveTo>
                    <a:pt x="43" y="71"/>
                  </a:moveTo>
                  <a:lnTo>
                    <a:pt x="47" y="38"/>
                  </a:lnTo>
                  <a:lnTo>
                    <a:pt x="51" y="5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5"/>
                  </a:lnTo>
                  <a:lnTo>
                    <a:pt x="43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92" name=""/>
            <p:cNvSpPr/>
            <p:nvPr/>
          </p:nvSpPr>
          <p:spPr>
            <a:xfrm rot="0">
              <a:off x="2513" y="1754"/>
              <a:ext cx="1" cy="9"/>
            </a:xfrm>
            <a:custGeom>
              <a:avLst/>
              <a:ahLst/>
              <a:rect l="0" t="0" r="r" b="b"/>
              <a:pathLst>
                <a:path w="4" h="35">
                  <a:moveTo>
                    <a:pt x="0" y="35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93" name=""/>
            <p:cNvSpPr/>
            <p:nvPr/>
          </p:nvSpPr>
          <p:spPr>
            <a:xfrm rot="0" flipH="1" flipV="1">
              <a:off x="2513" y="17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94" name=""/>
            <p:cNvSpPr/>
            <p:nvPr/>
          </p:nvSpPr>
          <p:spPr>
            <a:xfrm rot="0">
              <a:off x="2501" y="1754"/>
              <a:ext cx="12" cy="17"/>
            </a:xfrm>
            <a:custGeom>
              <a:avLst/>
              <a:ahLst/>
              <a:rect l="0" t="0" r="r" b="b"/>
              <a:pathLst>
                <a:path w="46" h="67">
                  <a:moveTo>
                    <a:pt x="46" y="67"/>
                  </a:moveTo>
                  <a:lnTo>
                    <a:pt x="46" y="35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7"/>
                  </a:lnTo>
                  <a:lnTo>
                    <a:pt x="4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95" name=""/>
            <p:cNvSpPr/>
            <p:nvPr/>
          </p:nvSpPr>
          <p:spPr>
            <a:xfrm rot="0">
              <a:off x="2501" y="1754"/>
              <a:ext cx="12" cy="17"/>
            </a:xfrm>
            <a:custGeom>
              <a:avLst/>
              <a:ahLst/>
              <a:rect l="0" t="0" r="r" b="b"/>
              <a:pathLst>
                <a:path w="46" h="67">
                  <a:moveTo>
                    <a:pt x="46" y="67"/>
                  </a:moveTo>
                  <a:lnTo>
                    <a:pt x="46" y="35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67"/>
                  </a:lnTo>
                  <a:lnTo>
                    <a:pt x="4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96" name=""/>
            <p:cNvSpPr/>
            <p:nvPr/>
          </p:nvSpPr>
          <p:spPr>
            <a:xfrm rot="0">
              <a:off x="2500" y="1754"/>
              <a:ext cx="1" cy="9"/>
            </a:xfrm>
            <a:custGeom>
              <a:avLst/>
              <a:ahLst/>
              <a:rect l="0" t="0" r="r" b="b"/>
              <a:pathLst>
                <a:path w="4" h="35">
                  <a:moveTo>
                    <a:pt x="4" y="35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97" name=""/>
            <p:cNvSpPr/>
            <p:nvPr/>
          </p:nvSpPr>
          <p:spPr>
            <a:xfrm rot="0" flipH="1">
              <a:off x="2500" y="17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098" name=""/>
            <p:cNvSpPr/>
            <p:nvPr/>
          </p:nvSpPr>
          <p:spPr>
            <a:xfrm rot="0">
              <a:off x="2488" y="1754"/>
              <a:ext cx="14" cy="18"/>
            </a:xfrm>
            <a:custGeom>
              <a:avLst/>
              <a:ahLst/>
              <a:rect l="0" t="0" r="r" b="b"/>
              <a:pathLst>
                <a:path w="55" h="71">
                  <a:moveTo>
                    <a:pt x="55" y="65"/>
                  </a:moveTo>
                  <a:lnTo>
                    <a:pt x="51" y="33"/>
                  </a:lnTo>
                  <a:lnTo>
                    <a:pt x="47" y="0"/>
                  </a:lnTo>
                  <a:lnTo>
                    <a:pt x="0" y="5"/>
                  </a:lnTo>
                  <a:lnTo>
                    <a:pt x="3" y="38"/>
                  </a:lnTo>
                  <a:lnTo>
                    <a:pt x="7" y="71"/>
                  </a:lnTo>
                  <a:lnTo>
                    <a:pt x="5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099" name=""/>
            <p:cNvSpPr/>
            <p:nvPr/>
          </p:nvSpPr>
          <p:spPr>
            <a:xfrm rot="0">
              <a:off x="2488" y="1754"/>
              <a:ext cx="14" cy="18"/>
            </a:xfrm>
            <a:custGeom>
              <a:avLst/>
              <a:ahLst/>
              <a:rect l="0" t="0" r="r" b="b"/>
              <a:pathLst>
                <a:path w="55" h="71">
                  <a:moveTo>
                    <a:pt x="55" y="65"/>
                  </a:moveTo>
                  <a:lnTo>
                    <a:pt x="51" y="33"/>
                  </a:lnTo>
                  <a:lnTo>
                    <a:pt x="47" y="0"/>
                  </a:lnTo>
                  <a:lnTo>
                    <a:pt x="0" y="5"/>
                  </a:lnTo>
                  <a:lnTo>
                    <a:pt x="3" y="38"/>
                  </a:lnTo>
                  <a:lnTo>
                    <a:pt x="7" y="71"/>
                  </a:lnTo>
                  <a:lnTo>
                    <a:pt x="5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00" name=""/>
            <p:cNvSpPr/>
            <p:nvPr/>
          </p:nvSpPr>
          <p:spPr>
            <a:xfrm rot="0">
              <a:off x="2488" y="1756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6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01" name=""/>
            <p:cNvSpPr/>
            <p:nvPr/>
          </p:nvSpPr>
          <p:spPr>
            <a:xfrm rot="0" flipH="1">
              <a:off x="2488" y="1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02" name=""/>
            <p:cNvSpPr/>
            <p:nvPr/>
          </p:nvSpPr>
          <p:spPr>
            <a:xfrm rot="0">
              <a:off x="2476" y="1756"/>
              <a:ext cx="15" cy="18"/>
            </a:xfrm>
            <a:custGeom>
              <a:avLst/>
              <a:ahLst/>
              <a:rect l="0" t="0" r="r" b="b"/>
              <a:pathLst>
                <a:path w="60" h="75">
                  <a:moveTo>
                    <a:pt x="60" y="66"/>
                  </a:moveTo>
                  <a:lnTo>
                    <a:pt x="53" y="33"/>
                  </a:lnTo>
                  <a:lnTo>
                    <a:pt x="47" y="0"/>
                  </a:lnTo>
                  <a:lnTo>
                    <a:pt x="0" y="9"/>
                  </a:lnTo>
                  <a:lnTo>
                    <a:pt x="6" y="42"/>
                  </a:lnTo>
                  <a:lnTo>
                    <a:pt x="13" y="75"/>
                  </a:lnTo>
                  <a:lnTo>
                    <a:pt x="6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03" name=""/>
            <p:cNvSpPr/>
            <p:nvPr/>
          </p:nvSpPr>
          <p:spPr>
            <a:xfrm rot="0">
              <a:off x="2476" y="1756"/>
              <a:ext cx="15" cy="18"/>
            </a:xfrm>
            <a:custGeom>
              <a:avLst/>
              <a:ahLst/>
              <a:rect l="0" t="0" r="r" b="b"/>
              <a:pathLst>
                <a:path w="60" h="75">
                  <a:moveTo>
                    <a:pt x="60" y="66"/>
                  </a:moveTo>
                  <a:lnTo>
                    <a:pt x="53" y="33"/>
                  </a:lnTo>
                  <a:lnTo>
                    <a:pt x="47" y="0"/>
                  </a:lnTo>
                  <a:lnTo>
                    <a:pt x="0" y="9"/>
                  </a:lnTo>
                  <a:lnTo>
                    <a:pt x="6" y="42"/>
                  </a:lnTo>
                  <a:lnTo>
                    <a:pt x="13" y="75"/>
                  </a:lnTo>
                  <a:lnTo>
                    <a:pt x="6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04" name=""/>
            <p:cNvSpPr/>
            <p:nvPr/>
          </p:nvSpPr>
          <p:spPr>
            <a:xfrm rot="0">
              <a:off x="2475" y="1758"/>
              <a:ext cx="3" cy="8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05" name=""/>
            <p:cNvSpPr/>
            <p:nvPr/>
          </p:nvSpPr>
          <p:spPr>
            <a:xfrm rot="0" flipH="1">
              <a:off x="2475" y="17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06" name=""/>
            <p:cNvSpPr/>
            <p:nvPr/>
          </p:nvSpPr>
          <p:spPr>
            <a:xfrm rot="0">
              <a:off x="2463" y="1758"/>
              <a:ext cx="17" cy="20"/>
            </a:xfrm>
            <a:custGeom>
              <a:avLst/>
              <a:ahLst/>
              <a:rect l="0" t="0" r="r" b="b"/>
              <a:pathLst>
                <a:path w="68" h="77">
                  <a:moveTo>
                    <a:pt x="68" y="63"/>
                  </a:moveTo>
                  <a:lnTo>
                    <a:pt x="59" y="31"/>
                  </a:lnTo>
                  <a:lnTo>
                    <a:pt x="50" y="0"/>
                  </a:lnTo>
                  <a:lnTo>
                    <a:pt x="0" y="14"/>
                  </a:lnTo>
                  <a:lnTo>
                    <a:pt x="9" y="46"/>
                  </a:lnTo>
                  <a:lnTo>
                    <a:pt x="18" y="77"/>
                  </a:lnTo>
                  <a:lnTo>
                    <a:pt x="6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07" name=""/>
            <p:cNvSpPr/>
            <p:nvPr/>
          </p:nvSpPr>
          <p:spPr>
            <a:xfrm rot="0">
              <a:off x="2463" y="1758"/>
              <a:ext cx="17" cy="20"/>
            </a:xfrm>
            <a:custGeom>
              <a:avLst/>
              <a:ahLst/>
              <a:rect l="0" t="0" r="r" b="b"/>
              <a:pathLst>
                <a:path w="68" h="77">
                  <a:moveTo>
                    <a:pt x="68" y="63"/>
                  </a:moveTo>
                  <a:lnTo>
                    <a:pt x="59" y="31"/>
                  </a:lnTo>
                  <a:lnTo>
                    <a:pt x="50" y="0"/>
                  </a:lnTo>
                  <a:lnTo>
                    <a:pt x="0" y="14"/>
                  </a:lnTo>
                  <a:lnTo>
                    <a:pt x="9" y="46"/>
                  </a:lnTo>
                  <a:lnTo>
                    <a:pt x="18" y="77"/>
                  </a:lnTo>
                  <a:lnTo>
                    <a:pt x="68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08" name=""/>
            <p:cNvSpPr/>
            <p:nvPr/>
          </p:nvSpPr>
          <p:spPr>
            <a:xfrm rot="0">
              <a:off x="2462" y="1762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09" name=""/>
            <p:cNvSpPr/>
            <p:nvPr/>
          </p:nvSpPr>
          <p:spPr>
            <a:xfrm rot="0" flipH="1">
              <a:off x="2462" y="1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10" name=""/>
            <p:cNvSpPr/>
            <p:nvPr/>
          </p:nvSpPr>
          <p:spPr>
            <a:xfrm rot="0">
              <a:off x="2450" y="1762"/>
              <a:ext cx="18" cy="20"/>
            </a:xfrm>
            <a:custGeom>
              <a:avLst/>
              <a:ahLst/>
              <a:rect l="0" t="0" r="r" b="b"/>
              <a:pathLst>
                <a:path w="74" h="81">
                  <a:moveTo>
                    <a:pt x="74" y="63"/>
                  </a:moveTo>
                  <a:lnTo>
                    <a:pt x="62" y="32"/>
                  </a:lnTo>
                  <a:lnTo>
                    <a:pt x="50" y="0"/>
                  </a:lnTo>
                  <a:lnTo>
                    <a:pt x="0" y="18"/>
                  </a:lnTo>
                  <a:lnTo>
                    <a:pt x="12" y="50"/>
                  </a:lnTo>
                  <a:lnTo>
                    <a:pt x="24" y="81"/>
                  </a:lnTo>
                  <a:lnTo>
                    <a:pt x="7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11" name=""/>
            <p:cNvSpPr/>
            <p:nvPr/>
          </p:nvSpPr>
          <p:spPr>
            <a:xfrm rot="0">
              <a:off x="2450" y="1762"/>
              <a:ext cx="18" cy="20"/>
            </a:xfrm>
            <a:custGeom>
              <a:avLst/>
              <a:ahLst/>
              <a:rect l="0" t="0" r="r" b="b"/>
              <a:pathLst>
                <a:path w="74" h="81">
                  <a:moveTo>
                    <a:pt x="74" y="63"/>
                  </a:moveTo>
                  <a:lnTo>
                    <a:pt x="62" y="32"/>
                  </a:lnTo>
                  <a:lnTo>
                    <a:pt x="50" y="0"/>
                  </a:lnTo>
                  <a:lnTo>
                    <a:pt x="0" y="18"/>
                  </a:lnTo>
                  <a:lnTo>
                    <a:pt x="12" y="50"/>
                  </a:lnTo>
                  <a:lnTo>
                    <a:pt x="24" y="81"/>
                  </a:lnTo>
                  <a:lnTo>
                    <a:pt x="7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12" name=""/>
            <p:cNvSpPr/>
            <p:nvPr/>
          </p:nvSpPr>
          <p:spPr>
            <a:xfrm rot="0">
              <a:off x="2449" y="1767"/>
              <a:ext cx="4" cy="7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13" name=""/>
            <p:cNvSpPr/>
            <p:nvPr/>
          </p:nvSpPr>
          <p:spPr>
            <a:xfrm rot="0" flipH="1">
              <a:off x="2449" y="17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14" name=""/>
            <p:cNvSpPr/>
            <p:nvPr/>
          </p:nvSpPr>
          <p:spPr>
            <a:xfrm rot="0">
              <a:off x="2436" y="1767"/>
              <a:ext cx="20" cy="21"/>
            </a:xfrm>
            <a:custGeom>
              <a:avLst/>
              <a:ahLst/>
              <a:rect l="0" t="0" r="r" b="b"/>
              <a:pathLst>
                <a:path w="77" h="83">
                  <a:moveTo>
                    <a:pt x="77" y="60"/>
                  </a:moveTo>
                  <a:lnTo>
                    <a:pt x="64" y="30"/>
                  </a:lnTo>
                  <a:lnTo>
                    <a:pt x="51" y="0"/>
                  </a:lnTo>
                  <a:lnTo>
                    <a:pt x="0" y="22"/>
                  </a:lnTo>
                  <a:lnTo>
                    <a:pt x="13" y="52"/>
                  </a:lnTo>
                  <a:lnTo>
                    <a:pt x="26" y="83"/>
                  </a:lnTo>
                  <a:lnTo>
                    <a:pt x="7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15" name=""/>
            <p:cNvSpPr/>
            <p:nvPr/>
          </p:nvSpPr>
          <p:spPr>
            <a:xfrm rot="0">
              <a:off x="2436" y="1767"/>
              <a:ext cx="20" cy="21"/>
            </a:xfrm>
            <a:custGeom>
              <a:avLst/>
              <a:ahLst/>
              <a:rect l="0" t="0" r="r" b="b"/>
              <a:pathLst>
                <a:path w="77" h="83">
                  <a:moveTo>
                    <a:pt x="77" y="60"/>
                  </a:moveTo>
                  <a:lnTo>
                    <a:pt x="64" y="30"/>
                  </a:lnTo>
                  <a:lnTo>
                    <a:pt x="51" y="0"/>
                  </a:lnTo>
                  <a:lnTo>
                    <a:pt x="0" y="22"/>
                  </a:lnTo>
                  <a:lnTo>
                    <a:pt x="13" y="52"/>
                  </a:lnTo>
                  <a:lnTo>
                    <a:pt x="26" y="83"/>
                  </a:lnTo>
                  <a:lnTo>
                    <a:pt x="7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16" name=""/>
            <p:cNvSpPr/>
            <p:nvPr/>
          </p:nvSpPr>
          <p:spPr>
            <a:xfrm rot="0">
              <a:off x="2436" y="1773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17" name=""/>
            <p:cNvSpPr/>
            <p:nvPr/>
          </p:nvSpPr>
          <p:spPr>
            <a:xfrm rot="0" flipH="1">
              <a:off x="2436" y="17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18" name=""/>
            <p:cNvSpPr/>
            <p:nvPr/>
          </p:nvSpPr>
          <p:spPr>
            <a:xfrm rot="0">
              <a:off x="2423" y="1773"/>
              <a:ext cx="21" cy="21"/>
            </a:xfrm>
            <a:custGeom>
              <a:avLst/>
              <a:ahLst/>
              <a:rect l="0" t="0" r="r" b="b"/>
              <a:pathLst>
                <a:path w="82" h="86">
                  <a:moveTo>
                    <a:pt x="82" y="58"/>
                  </a:moveTo>
                  <a:lnTo>
                    <a:pt x="66" y="29"/>
                  </a:lnTo>
                  <a:lnTo>
                    <a:pt x="50" y="0"/>
                  </a:lnTo>
                  <a:lnTo>
                    <a:pt x="0" y="28"/>
                  </a:lnTo>
                  <a:lnTo>
                    <a:pt x="16" y="57"/>
                  </a:lnTo>
                  <a:lnTo>
                    <a:pt x="32" y="86"/>
                  </a:lnTo>
                  <a:lnTo>
                    <a:pt x="8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19" name=""/>
            <p:cNvSpPr/>
            <p:nvPr/>
          </p:nvSpPr>
          <p:spPr>
            <a:xfrm rot="0">
              <a:off x="2423" y="1773"/>
              <a:ext cx="21" cy="21"/>
            </a:xfrm>
            <a:custGeom>
              <a:avLst/>
              <a:ahLst/>
              <a:rect l="0" t="0" r="r" b="b"/>
              <a:pathLst>
                <a:path w="82" h="86">
                  <a:moveTo>
                    <a:pt x="82" y="58"/>
                  </a:moveTo>
                  <a:lnTo>
                    <a:pt x="66" y="29"/>
                  </a:lnTo>
                  <a:lnTo>
                    <a:pt x="50" y="0"/>
                  </a:lnTo>
                  <a:lnTo>
                    <a:pt x="0" y="28"/>
                  </a:lnTo>
                  <a:lnTo>
                    <a:pt x="16" y="57"/>
                  </a:lnTo>
                  <a:lnTo>
                    <a:pt x="32" y="86"/>
                  </a:lnTo>
                  <a:lnTo>
                    <a:pt x="8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20" name=""/>
            <p:cNvSpPr/>
            <p:nvPr/>
          </p:nvSpPr>
          <p:spPr>
            <a:xfrm rot="0">
              <a:off x="2423" y="1780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21" name=""/>
            <p:cNvSpPr/>
            <p:nvPr/>
          </p:nvSpPr>
          <p:spPr>
            <a:xfrm rot="0" flipH="1">
              <a:off x="2423" y="17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22" name=""/>
            <p:cNvSpPr/>
            <p:nvPr/>
          </p:nvSpPr>
          <p:spPr>
            <a:xfrm rot="0">
              <a:off x="2410" y="1780"/>
              <a:ext cx="22" cy="22"/>
            </a:xfrm>
            <a:custGeom>
              <a:avLst/>
              <a:ahLst/>
              <a:rect l="0" t="0" r="r" b="b"/>
              <a:pathLst>
                <a:path w="85" h="89">
                  <a:moveTo>
                    <a:pt x="85" y="58"/>
                  </a:moveTo>
                  <a:lnTo>
                    <a:pt x="68" y="29"/>
                  </a:lnTo>
                  <a:lnTo>
                    <a:pt x="51" y="0"/>
                  </a:lnTo>
                  <a:lnTo>
                    <a:pt x="0" y="32"/>
                  </a:lnTo>
                  <a:lnTo>
                    <a:pt x="17" y="60"/>
                  </a:lnTo>
                  <a:lnTo>
                    <a:pt x="34" y="89"/>
                  </a:lnTo>
                  <a:lnTo>
                    <a:pt x="85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23" name=""/>
            <p:cNvSpPr/>
            <p:nvPr/>
          </p:nvSpPr>
          <p:spPr>
            <a:xfrm rot="0">
              <a:off x="2410" y="1780"/>
              <a:ext cx="22" cy="22"/>
            </a:xfrm>
            <a:custGeom>
              <a:avLst/>
              <a:ahLst/>
              <a:rect l="0" t="0" r="r" b="b"/>
              <a:pathLst>
                <a:path w="85" h="89">
                  <a:moveTo>
                    <a:pt x="85" y="58"/>
                  </a:moveTo>
                  <a:lnTo>
                    <a:pt x="68" y="29"/>
                  </a:lnTo>
                  <a:lnTo>
                    <a:pt x="51" y="0"/>
                  </a:lnTo>
                  <a:lnTo>
                    <a:pt x="0" y="32"/>
                  </a:lnTo>
                  <a:lnTo>
                    <a:pt x="17" y="60"/>
                  </a:lnTo>
                  <a:lnTo>
                    <a:pt x="34" y="89"/>
                  </a:lnTo>
                  <a:lnTo>
                    <a:pt x="85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24" name=""/>
            <p:cNvSpPr/>
            <p:nvPr/>
          </p:nvSpPr>
          <p:spPr>
            <a:xfrm rot="0">
              <a:off x="2410" y="1788"/>
              <a:ext cx="4" cy="7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25" name=""/>
            <p:cNvSpPr/>
            <p:nvPr/>
          </p:nvSpPr>
          <p:spPr>
            <a:xfrm rot="0" flipH="1">
              <a:off x="2410" y="17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26" name=""/>
            <p:cNvSpPr/>
            <p:nvPr/>
          </p:nvSpPr>
          <p:spPr>
            <a:xfrm rot="0">
              <a:off x="2397" y="1788"/>
              <a:ext cx="22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91" y="55"/>
                  </a:moveTo>
                  <a:lnTo>
                    <a:pt x="71" y="27"/>
                  </a:lnTo>
                  <a:lnTo>
                    <a:pt x="51" y="0"/>
                  </a:lnTo>
                  <a:lnTo>
                    <a:pt x="0" y="35"/>
                  </a:lnTo>
                  <a:lnTo>
                    <a:pt x="20" y="63"/>
                  </a:lnTo>
                  <a:lnTo>
                    <a:pt x="39" y="91"/>
                  </a:lnTo>
                  <a:lnTo>
                    <a:pt x="9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27" name=""/>
            <p:cNvSpPr/>
            <p:nvPr/>
          </p:nvSpPr>
          <p:spPr>
            <a:xfrm rot="0">
              <a:off x="2397" y="1788"/>
              <a:ext cx="22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91" y="55"/>
                  </a:moveTo>
                  <a:lnTo>
                    <a:pt x="71" y="27"/>
                  </a:lnTo>
                  <a:lnTo>
                    <a:pt x="51" y="0"/>
                  </a:lnTo>
                  <a:lnTo>
                    <a:pt x="0" y="35"/>
                  </a:lnTo>
                  <a:lnTo>
                    <a:pt x="20" y="63"/>
                  </a:lnTo>
                  <a:lnTo>
                    <a:pt x="39" y="91"/>
                  </a:lnTo>
                  <a:lnTo>
                    <a:pt x="9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28" name=""/>
            <p:cNvSpPr/>
            <p:nvPr/>
          </p:nvSpPr>
          <p:spPr>
            <a:xfrm rot="0">
              <a:off x="2396" y="1797"/>
              <a:ext cx="6" cy="7"/>
            </a:xfrm>
            <a:custGeom>
              <a:avLst/>
              <a:ahLst/>
              <a:rect l="0" t="0" r="r" b="b"/>
              <a:pathLst>
                <a:path w="21" h="28">
                  <a:moveTo>
                    <a:pt x="21" y="2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29" name=""/>
            <p:cNvSpPr/>
            <p:nvPr/>
          </p:nvSpPr>
          <p:spPr>
            <a:xfrm rot="0" flipH="1">
              <a:off x="2396" y="1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30" name=""/>
            <p:cNvSpPr/>
            <p:nvPr/>
          </p:nvSpPr>
          <p:spPr>
            <a:xfrm rot="0">
              <a:off x="2384" y="1797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92" y="52"/>
                  </a:moveTo>
                  <a:lnTo>
                    <a:pt x="71" y="26"/>
                  </a:lnTo>
                  <a:lnTo>
                    <a:pt x="50" y="0"/>
                  </a:lnTo>
                  <a:lnTo>
                    <a:pt x="0" y="39"/>
                  </a:lnTo>
                  <a:lnTo>
                    <a:pt x="21" y="65"/>
                  </a:lnTo>
                  <a:lnTo>
                    <a:pt x="42" y="92"/>
                  </a:lnTo>
                  <a:lnTo>
                    <a:pt x="92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31" name=""/>
            <p:cNvSpPr/>
            <p:nvPr/>
          </p:nvSpPr>
          <p:spPr>
            <a:xfrm rot="0">
              <a:off x="2384" y="1797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92" y="52"/>
                  </a:moveTo>
                  <a:lnTo>
                    <a:pt x="71" y="26"/>
                  </a:lnTo>
                  <a:lnTo>
                    <a:pt x="50" y="0"/>
                  </a:lnTo>
                  <a:lnTo>
                    <a:pt x="0" y="39"/>
                  </a:lnTo>
                  <a:lnTo>
                    <a:pt x="21" y="65"/>
                  </a:lnTo>
                  <a:lnTo>
                    <a:pt x="42" y="92"/>
                  </a:lnTo>
                  <a:lnTo>
                    <a:pt x="92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32" name=""/>
            <p:cNvSpPr/>
            <p:nvPr/>
          </p:nvSpPr>
          <p:spPr>
            <a:xfrm rot="0">
              <a:off x="2384" y="1807"/>
              <a:ext cx="5" cy="7"/>
            </a:xfrm>
            <a:custGeom>
              <a:avLst/>
              <a:ahLst/>
              <a:rect l="0" t="0" r="r" b="b"/>
              <a:pathLst>
                <a:path w="23" h="26">
                  <a:moveTo>
                    <a:pt x="23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33" name=""/>
            <p:cNvSpPr/>
            <p:nvPr/>
          </p:nvSpPr>
          <p:spPr>
            <a:xfrm rot="0" flipH="1">
              <a:off x="2384" y="1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34" name=""/>
            <p:cNvSpPr/>
            <p:nvPr/>
          </p:nvSpPr>
          <p:spPr>
            <a:xfrm rot="0">
              <a:off x="2371" y="1807"/>
              <a:ext cx="24" cy="24"/>
            </a:xfrm>
            <a:custGeom>
              <a:avLst/>
              <a:ahLst/>
              <a:rect l="0" t="0" r="r" b="b"/>
              <a:pathLst>
                <a:path w="93" h="94">
                  <a:moveTo>
                    <a:pt x="93" y="50"/>
                  </a:moveTo>
                  <a:lnTo>
                    <a:pt x="71" y="25"/>
                  </a:lnTo>
                  <a:lnTo>
                    <a:pt x="48" y="0"/>
                  </a:lnTo>
                  <a:lnTo>
                    <a:pt x="0" y="44"/>
                  </a:lnTo>
                  <a:lnTo>
                    <a:pt x="22" y="69"/>
                  </a:lnTo>
                  <a:lnTo>
                    <a:pt x="44" y="94"/>
                  </a:lnTo>
                  <a:lnTo>
                    <a:pt x="93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35" name=""/>
            <p:cNvSpPr/>
            <p:nvPr/>
          </p:nvSpPr>
          <p:spPr>
            <a:xfrm rot="0">
              <a:off x="2371" y="1807"/>
              <a:ext cx="24" cy="24"/>
            </a:xfrm>
            <a:custGeom>
              <a:avLst/>
              <a:ahLst/>
              <a:rect l="0" t="0" r="r" b="b"/>
              <a:pathLst>
                <a:path w="93" h="94">
                  <a:moveTo>
                    <a:pt x="93" y="50"/>
                  </a:moveTo>
                  <a:lnTo>
                    <a:pt x="71" y="25"/>
                  </a:lnTo>
                  <a:lnTo>
                    <a:pt x="48" y="0"/>
                  </a:lnTo>
                  <a:lnTo>
                    <a:pt x="0" y="44"/>
                  </a:lnTo>
                  <a:lnTo>
                    <a:pt x="22" y="69"/>
                  </a:lnTo>
                  <a:lnTo>
                    <a:pt x="44" y="94"/>
                  </a:lnTo>
                  <a:lnTo>
                    <a:pt x="93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36" name=""/>
            <p:cNvSpPr/>
            <p:nvPr/>
          </p:nvSpPr>
          <p:spPr>
            <a:xfrm rot="0">
              <a:off x="2371" y="1818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37" name=""/>
            <p:cNvSpPr/>
            <p:nvPr/>
          </p:nvSpPr>
          <p:spPr>
            <a:xfrm rot="0" flipH="1">
              <a:off x="2371" y="1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38" name=""/>
            <p:cNvSpPr/>
            <p:nvPr/>
          </p:nvSpPr>
          <p:spPr>
            <a:xfrm rot="0">
              <a:off x="2359" y="1818"/>
              <a:ext cx="24" cy="24"/>
            </a:xfrm>
            <a:custGeom>
              <a:avLst/>
              <a:ahLst/>
              <a:rect l="0" t="0" r="r" b="b"/>
              <a:pathLst>
                <a:path w="96" h="96">
                  <a:moveTo>
                    <a:pt x="96" y="50"/>
                  </a:moveTo>
                  <a:lnTo>
                    <a:pt x="72" y="25"/>
                  </a:lnTo>
                  <a:lnTo>
                    <a:pt x="48" y="0"/>
                  </a:lnTo>
                  <a:lnTo>
                    <a:pt x="0" y="46"/>
                  </a:lnTo>
                  <a:lnTo>
                    <a:pt x="23" y="71"/>
                  </a:lnTo>
                  <a:lnTo>
                    <a:pt x="47" y="96"/>
                  </a:lnTo>
                  <a:lnTo>
                    <a:pt x="96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39" name=""/>
            <p:cNvSpPr/>
            <p:nvPr/>
          </p:nvSpPr>
          <p:spPr>
            <a:xfrm rot="0">
              <a:off x="2359" y="1818"/>
              <a:ext cx="24" cy="24"/>
            </a:xfrm>
            <a:custGeom>
              <a:avLst/>
              <a:ahLst/>
              <a:rect l="0" t="0" r="r" b="b"/>
              <a:pathLst>
                <a:path w="96" h="96">
                  <a:moveTo>
                    <a:pt x="96" y="50"/>
                  </a:moveTo>
                  <a:lnTo>
                    <a:pt x="72" y="25"/>
                  </a:lnTo>
                  <a:lnTo>
                    <a:pt x="48" y="0"/>
                  </a:lnTo>
                  <a:lnTo>
                    <a:pt x="0" y="46"/>
                  </a:lnTo>
                  <a:lnTo>
                    <a:pt x="23" y="71"/>
                  </a:lnTo>
                  <a:lnTo>
                    <a:pt x="47" y="96"/>
                  </a:lnTo>
                  <a:lnTo>
                    <a:pt x="96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40" name=""/>
            <p:cNvSpPr/>
            <p:nvPr/>
          </p:nvSpPr>
          <p:spPr>
            <a:xfrm rot="0">
              <a:off x="2359" y="1830"/>
              <a:ext cx="6" cy="6"/>
            </a:xfrm>
            <a:custGeom>
              <a:avLst/>
              <a:ahLst/>
              <a:rect l="0" t="0" r="r" b="b"/>
              <a:pathLst>
                <a:path w="25" h="25">
                  <a:moveTo>
                    <a:pt x="25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41" name=""/>
            <p:cNvSpPr/>
            <p:nvPr/>
          </p:nvSpPr>
          <p:spPr>
            <a:xfrm rot="0" flipH="1">
              <a:off x="2359" y="1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42" name=""/>
            <p:cNvSpPr/>
            <p:nvPr/>
          </p:nvSpPr>
          <p:spPr>
            <a:xfrm rot="0">
              <a:off x="2347" y="1830"/>
              <a:ext cx="24" cy="24"/>
            </a:xfrm>
            <a:custGeom>
              <a:avLst/>
              <a:ahLst/>
              <a:rect l="0" t="0" r="r" b="b"/>
              <a:pathLst>
                <a:path w="97" h="97">
                  <a:moveTo>
                    <a:pt x="97" y="47"/>
                  </a:moveTo>
                  <a:lnTo>
                    <a:pt x="72" y="24"/>
                  </a:lnTo>
                  <a:lnTo>
                    <a:pt x="47" y="0"/>
                  </a:lnTo>
                  <a:lnTo>
                    <a:pt x="0" y="50"/>
                  </a:lnTo>
                  <a:lnTo>
                    <a:pt x="25" y="74"/>
                  </a:lnTo>
                  <a:lnTo>
                    <a:pt x="50" y="97"/>
                  </a:lnTo>
                  <a:lnTo>
                    <a:pt x="97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43" name=""/>
            <p:cNvSpPr/>
            <p:nvPr/>
          </p:nvSpPr>
          <p:spPr>
            <a:xfrm rot="0">
              <a:off x="2347" y="1830"/>
              <a:ext cx="24" cy="24"/>
            </a:xfrm>
            <a:custGeom>
              <a:avLst/>
              <a:ahLst/>
              <a:rect l="0" t="0" r="r" b="b"/>
              <a:pathLst>
                <a:path w="97" h="97">
                  <a:moveTo>
                    <a:pt x="97" y="47"/>
                  </a:moveTo>
                  <a:lnTo>
                    <a:pt x="72" y="24"/>
                  </a:lnTo>
                  <a:lnTo>
                    <a:pt x="47" y="0"/>
                  </a:lnTo>
                  <a:lnTo>
                    <a:pt x="0" y="50"/>
                  </a:lnTo>
                  <a:lnTo>
                    <a:pt x="25" y="74"/>
                  </a:lnTo>
                  <a:lnTo>
                    <a:pt x="50" y="97"/>
                  </a:lnTo>
                  <a:lnTo>
                    <a:pt x="97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44" name=""/>
            <p:cNvSpPr/>
            <p:nvPr/>
          </p:nvSpPr>
          <p:spPr>
            <a:xfrm rot="0">
              <a:off x="2347" y="1843"/>
              <a:ext cx="6" cy="5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45" name=""/>
            <p:cNvSpPr/>
            <p:nvPr/>
          </p:nvSpPr>
          <p:spPr>
            <a:xfrm rot="0">
              <a:off x="2347" y="18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46" name=""/>
            <p:cNvSpPr/>
            <p:nvPr/>
          </p:nvSpPr>
          <p:spPr>
            <a:xfrm rot="0">
              <a:off x="2335" y="1843"/>
              <a:ext cx="24" cy="24"/>
            </a:xfrm>
            <a:custGeom>
              <a:avLst/>
              <a:ahLst/>
              <a:rect l="0" t="0" r="r" b="b"/>
              <a:pathLst>
                <a:path w="96" h="98">
                  <a:moveTo>
                    <a:pt x="96" y="45"/>
                  </a:moveTo>
                  <a:lnTo>
                    <a:pt x="71" y="23"/>
                  </a:lnTo>
                  <a:lnTo>
                    <a:pt x="46" y="0"/>
                  </a:lnTo>
                  <a:lnTo>
                    <a:pt x="0" y="53"/>
                  </a:lnTo>
                  <a:lnTo>
                    <a:pt x="25" y="75"/>
                  </a:lnTo>
                  <a:lnTo>
                    <a:pt x="50" y="98"/>
                  </a:lnTo>
                  <a:lnTo>
                    <a:pt x="96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47" name=""/>
            <p:cNvSpPr/>
            <p:nvPr/>
          </p:nvSpPr>
          <p:spPr>
            <a:xfrm rot="0">
              <a:off x="2335" y="1843"/>
              <a:ext cx="24" cy="24"/>
            </a:xfrm>
            <a:custGeom>
              <a:avLst/>
              <a:ahLst/>
              <a:rect l="0" t="0" r="r" b="b"/>
              <a:pathLst>
                <a:path w="96" h="98">
                  <a:moveTo>
                    <a:pt x="96" y="45"/>
                  </a:moveTo>
                  <a:lnTo>
                    <a:pt x="71" y="23"/>
                  </a:lnTo>
                  <a:lnTo>
                    <a:pt x="46" y="0"/>
                  </a:lnTo>
                  <a:lnTo>
                    <a:pt x="0" y="53"/>
                  </a:lnTo>
                  <a:lnTo>
                    <a:pt x="25" y="75"/>
                  </a:lnTo>
                  <a:lnTo>
                    <a:pt x="50" y="98"/>
                  </a:lnTo>
                  <a:lnTo>
                    <a:pt x="96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48" name=""/>
            <p:cNvSpPr/>
            <p:nvPr/>
          </p:nvSpPr>
          <p:spPr>
            <a:xfrm rot="0">
              <a:off x="2335" y="1856"/>
              <a:ext cx="7" cy="6"/>
            </a:xfrm>
            <a:custGeom>
              <a:avLst/>
              <a:ahLst/>
              <a:rect l="0" t="0" r="r" b="b"/>
              <a:pathLst>
                <a:path w="26" h="22">
                  <a:moveTo>
                    <a:pt x="2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49" name=""/>
            <p:cNvSpPr/>
            <p:nvPr/>
          </p:nvSpPr>
          <p:spPr>
            <a:xfrm rot="0" flipH="1">
              <a:off x="2335" y="18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50" name=""/>
            <p:cNvSpPr/>
            <p:nvPr/>
          </p:nvSpPr>
          <p:spPr>
            <a:xfrm rot="0">
              <a:off x="2324" y="1856"/>
              <a:ext cx="24" cy="25"/>
            </a:xfrm>
            <a:custGeom>
              <a:avLst/>
              <a:ahLst/>
              <a:rect l="0" t="0" r="r" b="b"/>
              <a:pathLst>
                <a:path w="96" h="98">
                  <a:moveTo>
                    <a:pt x="96" y="42"/>
                  </a:moveTo>
                  <a:lnTo>
                    <a:pt x="70" y="21"/>
                  </a:lnTo>
                  <a:lnTo>
                    <a:pt x="44" y="0"/>
                  </a:lnTo>
                  <a:lnTo>
                    <a:pt x="0" y="55"/>
                  </a:lnTo>
                  <a:lnTo>
                    <a:pt x="27" y="76"/>
                  </a:lnTo>
                  <a:lnTo>
                    <a:pt x="53" y="98"/>
                  </a:lnTo>
                  <a:lnTo>
                    <a:pt x="9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51" name=""/>
            <p:cNvSpPr/>
            <p:nvPr/>
          </p:nvSpPr>
          <p:spPr>
            <a:xfrm rot="0">
              <a:off x="2324" y="1856"/>
              <a:ext cx="24" cy="25"/>
            </a:xfrm>
            <a:custGeom>
              <a:avLst/>
              <a:ahLst/>
              <a:rect l="0" t="0" r="r" b="b"/>
              <a:pathLst>
                <a:path w="96" h="98">
                  <a:moveTo>
                    <a:pt x="96" y="42"/>
                  </a:moveTo>
                  <a:lnTo>
                    <a:pt x="70" y="21"/>
                  </a:lnTo>
                  <a:lnTo>
                    <a:pt x="44" y="0"/>
                  </a:lnTo>
                  <a:lnTo>
                    <a:pt x="0" y="55"/>
                  </a:lnTo>
                  <a:lnTo>
                    <a:pt x="27" y="76"/>
                  </a:lnTo>
                  <a:lnTo>
                    <a:pt x="53" y="98"/>
                  </a:lnTo>
                  <a:lnTo>
                    <a:pt x="9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52" name=""/>
            <p:cNvSpPr/>
            <p:nvPr/>
          </p:nvSpPr>
          <p:spPr>
            <a:xfrm rot="0">
              <a:off x="2324" y="1870"/>
              <a:ext cx="7" cy="5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53" name=""/>
            <p:cNvSpPr/>
            <p:nvPr/>
          </p:nvSpPr>
          <p:spPr>
            <a:xfrm rot="0" flipH="1">
              <a:off x="2324" y="1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54" name=""/>
            <p:cNvSpPr/>
            <p:nvPr/>
          </p:nvSpPr>
          <p:spPr>
            <a:xfrm rot="0">
              <a:off x="2313" y="1870"/>
              <a:ext cx="25" cy="25"/>
            </a:xfrm>
            <a:custGeom>
              <a:avLst/>
              <a:ahLst/>
              <a:rect l="0" t="0" r="r" b="b"/>
              <a:pathLst>
                <a:path w="97" h="97">
                  <a:moveTo>
                    <a:pt x="97" y="39"/>
                  </a:moveTo>
                  <a:lnTo>
                    <a:pt x="70" y="19"/>
                  </a:lnTo>
                  <a:lnTo>
                    <a:pt x="42" y="0"/>
                  </a:lnTo>
                  <a:lnTo>
                    <a:pt x="0" y="58"/>
                  </a:lnTo>
                  <a:lnTo>
                    <a:pt x="28" y="77"/>
                  </a:lnTo>
                  <a:lnTo>
                    <a:pt x="55" y="97"/>
                  </a:lnTo>
                  <a:lnTo>
                    <a:pt x="97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55" name=""/>
            <p:cNvSpPr/>
            <p:nvPr/>
          </p:nvSpPr>
          <p:spPr>
            <a:xfrm rot="0">
              <a:off x="2313" y="1870"/>
              <a:ext cx="25" cy="25"/>
            </a:xfrm>
            <a:custGeom>
              <a:avLst/>
              <a:ahLst/>
              <a:rect l="0" t="0" r="r" b="b"/>
              <a:pathLst>
                <a:path w="97" h="97">
                  <a:moveTo>
                    <a:pt x="97" y="39"/>
                  </a:moveTo>
                  <a:lnTo>
                    <a:pt x="70" y="19"/>
                  </a:lnTo>
                  <a:lnTo>
                    <a:pt x="42" y="0"/>
                  </a:lnTo>
                  <a:lnTo>
                    <a:pt x="0" y="58"/>
                  </a:lnTo>
                  <a:lnTo>
                    <a:pt x="28" y="77"/>
                  </a:lnTo>
                  <a:lnTo>
                    <a:pt x="55" y="97"/>
                  </a:lnTo>
                  <a:lnTo>
                    <a:pt x="97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56" name=""/>
            <p:cNvSpPr/>
            <p:nvPr/>
          </p:nvSpPr>
          <p:spPr>
            <a:xfrm rot="0">
              <a:off x="2313" y="1885"/>
              <a:ext cx="7" cy="5"/>
            </a:xfrm>
            <a:custGeom>
              <a:avLst/>
              <a:ahLst/>
              <a:rect l="0" t="0" r="r" b="b"/>
              <a:pathLst>
                <a:path w="28" h="19">
                  <a:moveTo>
                    <a:pt x="28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57" name=""/>
            <p:cNvSpPr/>
            <p:nvPr/>
          </p:nvSpPr>
          <p:spPr>
            <a:xfrm rot="0">
              <a:off x="2313" y="1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58" name=""/>
            <p:cNvSpPr/>
            <p:nvPr/>
          </p:nvSpPr>
          <p:spPr>
            <a:xfrm rot="0">
              <a:off x="2303" y="1885"/>
              <a:ext cx="24" cy="25"/>
            </a:xfrm>
            <a:custGeom>
              <a:avLst/>
              <a:ahLst/>
              <a:rect l="0" t="0" r="r" b="b"/>
              <a:pathLst>
                <a:path w="94" h="97">
                  <a:moveTo>
                    <a:pt x="94" y="37"/>
                  </a:moveTo>
                  <a:lnTo>
                    <a:pt x="67" y="18"/>
                  </a:lnTo>
                  <a:lnTo>
                    <a:pt x="39" y="0"/>
                  </a:lnTo>
                  <a:lnTo>
                    <a:pt x="0" y="60"/>
                  </a:lnTo>
                  <a:lnTo>
                    <a:pt x="27" y="79"/>
                  </a:lnTo>
                  <a:lnTo>
                    <a:pt x="55" y="97"/>
                  </a:lnTo>
                  <a:lnTo>
                    <a:pt x="94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59" name=""/>
            <p:cNvSpPr/>
            <p:nvPr/>
          </p:nvSpPr>
          <p:spPr>
            <a:xfrm rot="0">
              <a:off x="2303" y="1885"/>
              <a:ext cx="24" cy="25"/>
            </a:xfrm>
            <a:custGeom>
              <a:avLst/>
              <a:ahLst/>
              <a:rect l="0" t="0" r="r" b="b"/>
              <a:pathLst>
                <a:path w="94" h="97">
                  <a:moveTo>
                    <a:pt x="94" y="37"/>
                  </a:moveTo>
                  <a:lnTo>
                    <a:pt x="67" y="18"/>
                  </a:lnTo>
                  <a:lnTo>
                    <a:pt x="39" y="0"/>
                  </a:lnTo>
                  <a:lnTo>
                    <a:pt x="0" y="60"/>
                  </a:lnTo>
                  <a:lnTo>
                    <a:pt x="27" y="79"/>
                  </a:lnTo>
                  <a:lnTo>
                    <a:pt x="55" y="97"/>
                  </a:lnTo>
                  <a:lnTo>
                    <a:pt x="94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60" name=""/>
            <p:cNvSpPr/>
            <p:nvPr/>
          </p:nvSpPr>
          <p:spPr>
            <a:xfrm rot="0">
              <a:off x="2303" y="1900"/>
              <a:ext cx="7" cy="5"/>
            </a:xfrm>
            <a:custGeom>
              <a:avLst/>
              <a:ahLst/>
              <a:rect l="0" t="0" r="r" b="b"/>
              <a:pathLst>
                <a:path w="29" h="19">
                  <a:moveTo>
                    <a:pt x="29" y="1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61" name=""/>
            <p:cNvSpPr/>
            <p:nvPr/>
          </p:nvSpPr>
          <p:spPr>
            <a:xfrm rot="0" flipH="1">
              <a:off x="2303" y="19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62" name=""/>
            <p:cNvSpPr/>
            <p:nvPr/>
          </p:nvSpPr>
          <p:spPr>
            <a:xfrm rot="0">
              <a:off x="2294" y="1901"/>
              <a:ext cx="24" cy="24"/>
            </a:xfrm>
            <a:custGeom>
              <a:avLst/>
              <a:ahLst/>
              <a:rect l="0" t="0" r="r" b="b"/>
              <a:pathLst>
                <a:path w="95" h="96">
                  <a:moveTo>
                    <a:pt x="95" y="34"/>
                  </a:moveTo>
                  <a:lnTo>
                    <a:pt x="66" y="17"/>
                  </a:lnTo>
                  <a:lnTo>
                    <a:pt x="37" y="0"/>
                  </a:lnTo>
                  <a:lnTo>
                    <a:pt x="0" y="61"/>
                  </a:lnTo>
                  <a:lnTo>
                    <a:pt x="29" y="79"/>
                  </a:lnTo>
                  <a:lnTo>
                    <a:pt x="58" y="96"/>
                  </a:lnTo>
                  <a:lnTo>
                    <a:pt x="9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63" name=""/>
            <p:cNvSpPr/>
            <p:nvPr/>
          </p:nvSpPr>
          <p:spPr>
            <a:xfrm rot="0">
              <a:off x="2294" y="1901"/>
              <a:ext cx="24" cy="24"/>
            </a:xfrm>
            <a:custGeom>
              <a:avLst/>
              <a:ahLst/>
              <a:rect l="0" t="0" r="r" b="b"/>
              <a:pathLst>
                <a:path w="95" h="96">
                  <a:moveTo>
                    <a:pt x="95" y="34"/>
                  </a:moveTo>
                  <a:lnTo>
                    <a:pt x="66" y="17"/>
                  </a:lnTo>
                  <a:lnTo>
                    <a:pt x="37" y="0"/>
                  </a:lnTo>
                  <a:lnTo>
                    <a:pt x="0" y="61"/>
                  </a:lnTo>
                  <a:lnTo>
                    <a:pt x="29" y="79"/>
                  </a:lnTo>
                  <a:lnTo>
                    <a:pt x="58" y="96"/>
                  </a:lnTo>
                  <a:lnTo>
                    <a:pt x="95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64" name=""/>
            <p:cNvSpPr/>
            <p:nvPr/>
          </p:nvSpPr>
          <p:spPr>
            <a:xfrm rot="0">
              <a:off x="2294" y="1916"/>
              <a:ext cx="7" cy="4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65" name=""/>
            <p:cNvSpPr/>
            <p:nvPr/>
          </p:nvSpPr>
          <p:spPr>
            <a:xfrm rot="0">
              <a:off x="2294" y="1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66" name=""/>
            <p:cNvSpPr/>
            <p:nvPr/>
          </p:nvSpPr>
          <p:spPr>
            <a:xfrm rot="0">
              <a:off x="2285" y="1916"/>
              <a:ext cx="23" cy="24"/>
            </a:xfrm>
            <a:custGeom>
              <a:avLst/>
              <a:ahLst/>
              <a:rect l="0" t="0" r="r" b="b"/>
              <a:pathLst>
                <a:path w="93" h="98">
                  <a:moveTo>
                    <a:pt x="93" y="35"/>
                  </a:moveTo>
                  <a:lnTo>
                    <a:pt x="64" y="18"/>
                  </a:lnTo>
                  <a:lnTo>
                    <a:pt x="35" y="0"/>
                  </a:lnTo>
                  <a:lnTo>
                    <a:pt x="0" y="64"/>
                  </a:lnTo>
                  <a:lnTo>
                    <a:pt x="29" y="81"/>
                  </a:lnTo>
                  <a:lnTo>
                    <a:pt x="58" y="98"/>
                  </a:lnTo>
                  <a:lnTo>
                    <a:pt x="9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67" name=""/>
            <p:cNvSpPr/>
            <p:nvPr/>
          </p:nvSpPr>
          <p:spPr>
            <a:xfrm rot="0">
              <a:off x="2285" y="1916"/>
              <a:ext cx="23" cy="24"/>
            </a:xfrm>
            <a:custGeom>
              <a:avLst/>
              <a:ahLst/>
              <a:rect l="0" t="0" r="r" b="b"/>
              <a:pathLst>
                <a:path w="93" h="98">
                  <a:moveTo>
                    <a:pt x="93" y="35"/>
                  </a:moveTo>
                  <a:lnTo>
                    <a:pt x="64" y="18"/>
                  </a:lnTo>
                  <a:lnTo>
                    <a:pt x="35" y="0"/>
                  </a:lnTo>
                  <a:lnTo>
                    <a:pt x="0" y="64"/>
                  </a:lnTo>
                  <a:lnTo>
                    <a:pt x="29" y="81"/>
                  </a:lnTo>
                  <a:lnTo>
                    <a:pt x="58" y="98"/>
                  </a:lnTo>
                  <a:lnTo>
                    <a:pt x="93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68" name=""/>
            <p:cNvSpPr/>
            <p:nvPr/>
          </p:nvSpPr>
          <p:spPr>
            <a:xfrm rot="0">
              <a:off x="2285" y="1932"/>
              <a:ext cx="7" cy="4"/>
            </a:xfrm>
            <a:custGeom>
              <a:avLst/>
              <a:ahLst/>
              <a:rect l="0" t="0" r="r" b="b"/>
              <a:pathLst>
                <a:path w="30" h="17">
                  <a:moveTo>
                    <a:pt x="30" y="1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69" name=""/>
            <p:cNvSpPr/>
            <p:nvPr/>
          </p:nvSpPr>
          <p:spPr>
            <a:xfrm rot="0" flipH="1">
              <a:off x="2285" y="1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70" name=""/>
            <p:cNvSpPr/>
            <p:nvPr/>
          </p:nvSpPr>
          <p:spPr>
            <a:xfrm rot="0">
              <a:off x="2277" y="1933"/>
              <a:ext cx="23" cy="23"/>
            </a:xfrm>
            <a:custGeom>
              <a:avLst/>
              <a:ahLst/>
              <a:rect l="0" t="0" r="r" b="b"/>
              <a:pathLst>
                <a:path w="92" h="94">
                  <a:moveTo>
                    <a:pt x="92" y="29"/>
                  </a:moveTo>
                  <a:lnTo>
                    <a:pt x="62" y="15"/>
                  </a:lnTo>
                  <a:lnTo>
                    <a:pt x="32" y="0"/>
                  </a:lnTo>
                  <a:lnTo>
                    <a:pt x="0" y="65"/>
                  </a:lnTo>
                  <a:lnTo>
                    <a:pt x="30" y="79"/>
                  </a:lnTo>
                  <a:lnTo>
                    <a:pt x="61" y="94"/>
                  </a:lnTo>
                  <a:lnTo>
                    <a:pt x="9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71" name=""/>
            <p:cNvSpPr/>
            <p:nvPr/>
          </p:nvSpPr>
          <p:spPr>
            <a:xfrm rot="0">
              <a:off x="2277" y="1933"/>
              <a:ext cx="23" cy="23"/>
            </a:xfrm>
            <a:custGeom>
              <a:avLst/>
              <a:ahLst/>
              <a:rect l="0" t="0" r="r" b="b"/>
              <a:pathLst>
                <a:path w="92" h="94">
                  <a:moveTo>
                    <a:pt x="92" y="29"/>
                  </a:moveTo>
                  <a:lnTo>
                    <a:pt x="62" y="15"/>
                  </a:lnTo>
                  <a:lnTo>
                    <a:pt x="32" y="0"/>
                  </a:lnTo>
                  <a:lnTo>
                    <a:pt x="0" y="65"/>
                  </a:lnTo>
                  <a:lnTo>
                    <a:pt x="30" y="79"/>
                  </a:lnTo>
                  <a:lnTo>
                    <a:pt x="61" y="94"/>
                  </a:lnTo>
                  <a:lnTo>
                    <a:pt x="9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72" name=""/>
            <p:cNvSpPr/>
            <p:nvPr/>
          </p:nvSpPr>
          <p:spPr>
            <a:xfrm rot="0">
              <a:off x="2277" y="1949"/>
              <a:ext cx="7" cy="3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73" name=""/>
            <p:cNvSpPr/>
            <p:nvPr/>
          </p:nvSpPr>
          <p:spPr>
            <a:xfrm rot="0">
              <a:off x="2277" y="19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74" name=""/>
            <p:cNvSpPr/>
            <p:nvPr/>
          </p:nvSpPr>
          <p:spPr>
            <a:xfrm rot="0">
              <a:off x="2270" y="1949"/>
              <a:ext cx="22" cy="23"/>
            </a:xfrm>
            <a:custGeom>
              <a:avLst/>
              <a:ahLst/>
              <a:rect l="0" t="0" r="r" b="b"/>
              <a:pathLst>
                <a:path w="90" h="91">
                  <a:moveTo>
                    <a:pt x="90" y="26"/>
                  </a:moveTo>
                  <a:lnTo>
                    <a:pt x="59" y="13"/>
                  </a:lnTo>
                  <a:lnTo>
                    <a:pt x="29" y="0"/>
                  </a:lnTo>
                  <a:lnTo>
                    <a:pt x="0" y="64"/>
                  </a:lnTo>
                  <a:lnTo>
                    <a:pt x="30" y="77"/>
                  </a:lnTo>
                  <a:lnTo>
                    <a:pt x="61" y="91"/>
                  </a:lnTo>
                  <a:lnTo>
                    <a:pt x="9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75" name=""/>
            <p:cNvSpPr/>
            <p:nvPr/>
          </p:nvSpPr>
          <p:spPr>
            <a:xfrm rot="0">
              <a:off x="2270" y="1949"/>
              <a:ext cx="22" cy="23"/>
            </a:xfrm>
            <a:custGeom>
              <a:avLst/>
              <a:ahLst/>
              <a:rect l="0" t="0" r="r" b="b"/>
              <a:pathLst>
                <a:path w="90" h="91">
                  <a:moveTo>
                    <a:pt x="90" y="26"/>
                  </a:moveTo>
                  <a:lnTo>
                    <a:pt x="59" y="13"/>
                  </a:lnTo>
                  <a:lnTo>
                    <a:pt x="29" y="0"/>
                  </a:lnTo>
                  <a:lnTo>
                    <a:pt x="0" y="64"/>
                  </a:lnTo>
                  <a:lnTo>
                    <a:pt x="30" y="77"/>
                  </a:lnTo>
                  <a:lnTo>
                    <a:pt x="61" y="91"/>
                  </a:lnTo>
                  <a:lnTo>
                    <a:pt x="9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76" name=""/>
            <p:cNvSpPr/>
            <p:nvPr/>
          </p:nvSpPr>
          <p:spPr>
            <a:xfrm rot="0">
              <a:off x="2269" y="1965"/>
              <a:ext cx="8" cy="3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77" name=""/>
            <p:cNvSpPr/>
            <p:nvPr/>
          </p:nvSpPr>
          <p:spPr>
            <a:xfrm rot="0" flipH="1">
              <a:off x="2269" y="1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78" name=""/>
            <p:cNvSpPr/>
            <p:nvPr/>
          </p:nvSpPr>
          <p:spPr>
            <a:xfrm rot="0">
              <a:off x="2263" y="1965"/>
              <a:ext cx="22" cy="23"/>
            </a:xfrm>
            <a:custGeom>
              <a:avLst/>
              <a:ahLst/>
              <a:rect l="0" t="0" r="r" b="b"/>
              <a:pathLst>
                <a:path w="89" h="89">
                  <a:moveTo>
                    <a:pt x="89" y="23"/>
                  </a:moveTo>
                  <a:lnTo>
                    <a:pt x="57" y="11"/>
                  </a:lnTo>
                  <a:lnTo>
                    <a:pt x="26" y="0"/>
                  </a:lnTo>
                  <a:lnTo>
                    <a:pt x="0" y="65"/>
                  </a:lnTo>
                  <a:lnTo>
                    <a:pt x="31" y="77"/>
                  </a:lnTo>
                  <a:lnTo>
                    <a:pt x="63" y="89"/>
                  </a:lnTo>
                  <a:lnTo>
                    <a:pt x="89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79" name=""/>
            <p:cNvSpPr/>
            <p:nvPr/>
          </p:nvSpPr>
          <p:spPr>
            <a:xfrm rot="0">
              <a:off x="2263" y="1965"/>
              <a:ext cx="22" cy="23"/>
            </a:xfrm>
            <a:custGeom>
              <a:avLst/>
              <a:ahLst/>
              <a:rect l="0" t="0" r="r" b="b"/>
              <a:pathLst>
                <a:path w="89" h="89">
                  <a:moveTo>
                    <a:pt x="89" y="23"/>
                  </a:moveTo>
                  <a:lnTo>
                    <a:pt x="57" y="11"/>
                  </a:lnTo>
                  <a:lnTo>
                    <a:pt x="26" y="0"/>
                  </a:lnTo>
                  <a:lnTo>
                    <a:pt x="0" y="65"/>
                  </a:lnTo>
                  <a:lnTo>
                    <a:pt x="31" y="77"/>
                  </a:lnTo>
                  <a:lnTo>
                    <a:pt x="63" y="89"/>
                  </a:lnTo>
                  <a:lnTo>
                    <a:pt x="89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80" name=""/>
            <p:cNvSpPr/>
            <p:nvPr/>
          </p:nvSpPr>
          <p:spPr>
            <a:xfrm rot="0">
              <a:off x="2263" y="1982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31" y="1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81" name=""/>
            <p:cNvSpPr/>
            <p:nvPr/>
          </p:nvSpPr>
          <p:spPr>
            <a:xfrm rot="0">
              <a:off x="2263" y="1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82" name=""/>
            <p:cNvSpPr/>
            <p:nvPr/>
          </p:nvSpPr>
          <p:spPr>
            <a:xfrm rot="0">
              <a:off x="2257" y="1982"/>
              <a:ext cx="21" cy="22"/>
            </a:xfrm>
            <a:custGeom>
              <a:avLst/>
              <a:ahLst/>
              <a:rect l="0" t="0" r="r" b="b"/>
              <a:pathLst>
                <a:path w="86" h="86">
                  <a:moveTo>
                    <a:pt x="86" y="21"/>
                  </a:moveTo>
                  <a:lnTo>
                    <a:pt x="54" y="10"/>
                  </a:lnTo>
                  <a:lnTo>
                    <a:pt x="23" y="0"/>
                  </a:lnTo>
                  <a:lnTo>
                    <a:pt x="0" y="65"/>
                  </a:lnTo>
                  <a:lnTo>
                    <a:pt x="32" y="76"/>
                  </a:lnTo>
                  <a:lnTo>
                    <a:pt x="63" y="86"/>
                  </a:lnTo>
                  <a:lnTo>
                    <a:pt x="8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83" name=""/>
            <p:cNvSpPr/>
            <p:nvPr/>
          </p:nvSpPr>
          <p:spPr>
            <a:xfrm rot="0">
              <a:off x="2257" y="1982"/>
              <a:ext cx="21" cy="22"/>
            </a:xfrm>
            <a:custGeom>
              <a:avLst/>
              <a:ahLst/>
              <a:rect l="0" t="0" r="r" b="b"/>
              <a:pathLst>
                <a:path w="86" h="86">
                  <a:moveTo>
                    <a:pt x="86" y="21"/>
                  </a:moveTo>
                  <a:lnTo>
                    <a:pt x="54" y="10"/>
                  </a:lnTo>
                  <a:lnTo>
                    <a:pt x="23" y="0"/>
                  </a:lnTo>
                  <a:lnTo>
                    <a:pt x="0" y="65"/>
                  </a:lnTo>
                  <a:lnTo>
                    <a:pt x="32" y="76"/>
                  </a:lnTo>
                  <a:lnTo>
                    <a:pt x="63" y="86"/>
                  </a:lnTo>
                  <a:lnTo>
                    <a:pt x="86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84" name=""/>
            <p:cNvSpPr/>
            <p:nvPr/>
          </p:nvSpPr>
          <p:spPr>
            <a:xfrm rot="0">
              <a:off x="2257" y="1999"/>
              <a:ext cx="8" cy="2"/>
            </a:xfrm>
            <a:custGeom>
              <a:avLst/>
              <a:ahLst/>
              <a:rect l="0" t="0" r="r" b="b"/>
              <a:pathLst>
                <a:path w="32" h="11">
                  <a:moveTo>
                    <a:pt x="32" y="1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85" name=""/>
            <p:cNvSpPr/>
            <p:nvPr/>
          </p:nvSpPr>
          <p:spPr>
            <a:xfrm rot="0">
              <a:off x="2257" y="1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86" name=""/>
            <p:cNvSpPr/>
            <p:nvPr/>
          </p:nvSpPr>
          <p:spPr>
            <a:xfrm rot="0">
              <a:off x="2252" y="1999"/>
              <a:ext cx="21" cy="21"/>
            </a:xfrm>
            <a:custGeom>
              <a:avLst/>
              <a:ahLst/>
              <a:rect l="0" t="0" r="r" b="b"/>
              <a:pathLst>
                <a:path w="82" h="84">
                  <a:moveTo>
                    <a:pt x="82" y="18"/>
                  </a:moveTo>
                  <a:lnTo>
                    <a:pt x="51" y="9"/>
                  </a:lnTo>
                  <a:lnTo>
                    <a:pt x="19" y="0"/>
                  </a:lnTo>
                  <a:lnTo>
                    <a:pt x="0" y="65"/>
                  </a:lnTo>
                  <a:lnTo>
                    <a:pt x="31" y="75"/>
                  </a:lnTo>
                  <a:lnTo>
                    <a:pt x="63" y="84"/>
                  </a:lnTo>
                  <a:lnTo>
                    <a:pt x="82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87" name=""/>
            <p:cNvSpPr/>
            <p:nvPr/>
          </p:nvSpPr>
          <p:spPr>
            <a:xfrm rot="0">
              <a:off x="2252" y="1999"/>
              <a:ext cx="21" cy="21"/>
            </a:xfrm>
            <a:custGeom>
              <a:avLst/>
              <a:ahLst/>
              <a:rect l="0" t="0" r="r" b="b"/>
              <a:pathLst>
                <a:path w="82" h="84">
                  <a:moveTo>
                    <a:pt x="82" y="18"/>
                  </a:moveTo>
                  <a:lnTo>
                    <a:pt x="51" y="9"/>
                  </a:lnTo>
                  <a:lnTo>
                    <a:pt x="19" y="0"/>
                  </a:lnTo>
                  <a:lnTo>
                    <a:pt x="0" y="65"/>
                  </a:lnTo>
                  <a:lnTo>
                    <a:pt x="31" y="75"/>
                  </a:lnTo>
                  <a:lnTo>
                    <a:pt x="63" y="84"/>
                  </a:lnTo>
                  <a:lnTo>
                    <a:pt x="82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88" name=""/>
            <p:cNvSpPr/>
            <p:nvPr/>
          </p:nvSpPr>
          <p:spPr>
            <a:xfrm rot="0">
              <a:off x="2252" y="2015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89" name=""/>
            <p:cNvSpPr/>
            <p:nvPr/>
          </p:nvSpPr>
          <p:spPr>
            <a:xfrm rot="0" flipH="1">
              <a:off x="2252" y="2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90" name=""/>
            <p:cNvSpPr/>
            <p:nvPr/>
          </p:nvSpPr>
          <p:spPr>
            <a:xfrm rot="0">
              <a:off x="2248" y="2016"/>
              <a:ext cx="20" cy="20"/>
            </a:xfrm>
            <a:custGeom>
              <a:avLst/>
              <a:ahLst/>
              <a:rect l="0" t="0" r="r" b="b"/>
              <a:pathLst>
                <a:path w="82" h="81">
                  <a:moveTo>
                    <a:pt x="82" y="16"/>
                  </a:moveTo>
                  <a:lnTo>
                    <a:pt x="49" y="8"/>
                  </a:lnTo>
                  <a:lnTo>
                    <a:pt x="16" y="0"/>
                  </a:lnTo>
                  <a:lnTo>
                    <a:pt x="0" y="65"/>
                  </a:lnTo>
                  <a:lnTo>
                    <a:pt x="33" y="73"/>
                  </a:lnTo>
                  <a:lnTo>
                    <a:pt x="66" y="81"/>
                  </a:lnTo>
                  <a:lnTo>
                    <a:pt x="8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91" name=""/>
            <p:cNvSpPr/>
            <p:nvPr/>
          </p:nvSpPr>
          <p:spPr>
            <a:xfrm rot="0">
              <a:off x="2248" y="2016"/>
              <a:ext cx="20" cy="20"/>
            </a:xfrm>
            <a:custGeom>
              <a:avLst/>
              <a:ahLst/>
              <a:rect l="0" t="0" r="r" b="b"/>
              <a:pathLst>
                <a:path w="82" h="81">
                  <a:moveTo>
                    <a:pt x="82" y="16"/>
                  </a:moveTo>
                  <a:lnTo>
                    <a:pt x="49" y="8"/>
                  </a:lnTo>
                  <a:lnTo>
                    <a:pt x="16" y="0"/>
                  </a:lnTo>
                  <a:lnTo>
                    <a:pt x="0" y="65"/>
                  </a:lnTo>
                  <a:lnTo>
                    <a:pt x="33" y="73"/>
                  </a:lnTo>
                  <a:lnTo>
                    <a:pt x="66" y="81"/>
                  </a:lnTo>
                  <a:lnTo>
                    <a:pt x="82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92" name=""/>
            <p:cNvSpPr/>
            <p:nvPr/>
          </p:nvSpPr>
          <p:spPr>
            <a:xfrm rot="0">
              <a:off x="2248" y="2032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93" name=""/>
            <p:cNvSpPr/>
            <p:nvPr/>
          </p:nvSpPr>
          <p:spPr>
            <a:xfrm rot="0">
              <a:off x="2248" y="2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94" name=""/>
            <p:cNvSpPr/>
            <p:nvPr/>
          </p:nvSpPr>
          <p:spPr>
            <a:xfrm rot="0">
              <a:off x="2245" y="2032"/>
              <a:ext cx="19" cy="20"/>
            </a:xfrm>
            <a:custGeom>
              <a:avLst/>
              <a:ahLst/>
              <a:rect l="0" t="0" r="r" b="b"/>
              <a:pathLst>
                <a:path w="79" h="77">
                  <a:moveTo>
                    <a:pt x="79" y="13"/>
                  </a:moveTo>
                  <a:lnTo>
                    <a:pt x="46" y="6"/>
                  </a:lnTo>
                  <a:lnTo>
                    <a:pt x="13" y="0"/>
                  </a:lnTo>
                  <a:lnTo>
                    <a:pt x="0" y="64"/>
                  </a:lnTo>
                  <a:lnTo>
                    <a:pt x="33" y="71"/>
                  </a:lnTo>
                  <a:lnTo>
                    <a:pt x="66" y="77"/>
                  </a:lnTo>
                  <a:lnTo>
                    <a:pt x="79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95" name=""/>
            <p:cNvSpPr/>
            <p:nvPr/>
          </p:nvSpPr>
          <p:spPr>
            <a:xfrm rot="0">
              <a:off x="2245" y="2032"/>
              <a:ext cx="19" cy="20"/>
            </a:xfrm>
            <a:custGeom>
              <a:avLst/>
              <a:ahLst/>
              <a:rect l="0" t="0" r="r" b="b"/>
              <a:pathLst>
                <a:path w="79" h="77">
                  <a:moveTo>
                    <a:pt x="79" y="13"/>
                  </a:moveTo>
                  <a:lnTo>
                    <a:pt x="46" y="6"/>
                  </a:lnTo>
                  <a:lnTo>
                    <a:pt x="13" y="0"/>
                  </a:lnTo>
                  <a:lnTo>
                    <a:pt x="0" y="64"/>
                  </a:lnTo>
                  <a:lnTo>
                    <a:pt x="33" y="71"/>
                  </a:lnTo>
                  <a:lnTo>
                    <a:pt x="66" y="77"/>
                  </a:lnTo>
                  <a:lnTo>
                    <a:pt x="79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96" name=""/>
            <p:cNvSpPr/>
            <p:nvPr/>
          </p:nvSpPr>
          <p:spPr>
            <a:xfrm rot="0">
              <a:off x="2245" y="2049"/>
              <a:ext cx="8" cy="1"/>
            </a:xfrm>
            <a:custGeom>
              <a:avLst/>
              <a:ahLst/>
              <a:rect l="0" t="0" r="r" b="b"/>
              <a:pathLst>
                <a:path w="33" h="7">
                  <a:moveTo>
                    <a:pt x="33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97" name=""/>
            <p:cNvSpPr/>
            <p:nvPr/>
          </p:nvSpPr>
          <p:spPr>
            <a:xfrm rot="0">
              <a:off x="2245" y="20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198" name=""/>
            <p:cNvSpPr/>
            <p:nvPr/>
          </p:nvSpPr>
          <p:spPr>
            <a:xfrm rot="0">
              <a:off x="2242" y="2049"/>
              <a:ext cx="19" cy="18"/>
            </a:xfrm>
            <a:custGeom>
              <a:avLst/>
              <a:ahLst/>
              <a:rect l="0" t="0" r="r" b="b"/>
              <a:pathLst>
                <a:path w="75" h="74">
                  <a:moveTo>
                    <a:pt x="75" y="11"/>
                  </a:moveTo>
                  <a:lnTo>
                    <a:pt x="42" y="6"/>
                  </a:lnTo>
                  <a:lnTo>
                    <a:pt x="9" y="0"/>
                  </a:lnTo>
                  <a:lnTo>
                    <a:pt x="0" y="64"/>
                  </a:lnTo>
                  <a:lnTo>
                    <a:pt x="33" y="69"/>
                  </a:lnTo>
                  <a:lnTo>
                    <a:pt x="66" y="74"/>
                  </a:lnTo>
                  <a:lnTo>
                    <a:pt x="7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199" name=""/>
            <p:cNvSpPr/>
            <p:nvPr/>
          </p:nvSpPr>
          <p:spPr>
            <a:xfrm rot="0">
              <a:off x="2242" y="2049"/>
              <a:ext cx="19" cy="18"/>
            </a:xfrm>
            <a:custGeom>
              <a:avLst/>
              <a:ahLst/>
              <a:rect l="0" t="0" r="r" b="b"/>
              <a:pathLst>
                <a:path w="75" h="74">
                  <a:moveTo>
                    <a:pt x="75" y="11"/>
                  </a:moveTo>
                  <a:lnTo>
                    <a:pt x="42" y="6"/>
                  </a:lnTo>
                  <a:lnTo>
                    <a:pt x="9" y="0"/>
                  </a:lnTo>
                  <a:lnTo>
                    <a:pt x="0" y="64"/>
                  </a:lnTo>
                  <a:lnTo>
                    <a:pt x="33" y="69"/>
                  </a:lnTo>
                  <a:lnTo>
                    <a:pt x="66" y="74"/>
                  </a:lnTo>
                  <a:lnTo>
                    <a:pt x="75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00" name=""/>
            <p:cNvSpPr/>
            <p:nvPr/>
          </p:nvSpPr>
          <p:spPr>
            <a:xfrm rot="0">
              <a:off x="2242" y="2065"/>
              <a:ext cx="9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01" name=""/>
            <p:cNvSpPr/>
            <p:nvPr/>
          </p:nvSpPr>
          <p:spPr>
            <a:xfrm rot="0">
              <a:off x="2242" y="20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02" name=""/>
            <p:cNvSpPr/>
            <p:nvPr/>
          </p:nvSpPr>
          <p:spPr>
            <a:xfrm rot="0">
              <a:off x="2241" y="2065"/>
              <a:ext cx="18" cy="17"/>
            </a:xfrm>
            <a:custGeom>
              <a:avLst/>
              <a:ahLst/>
              <a:rect l="0" t="0" r="r" b="b"/>
              <a:pathLst>
                <a:path w="71" h="67">
                  <a:moveTo>
                    <a:pt x="71" y="5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62"/>
                  </a:lnTo>
                  <a:lnTo>
                    <a:pt x="33" y="65"/>
                  </a:lnTo>
                  <a:lnTo>
                    <a:pt x="66" y="67"/>
                  </a:lnTo>
                  <a:lnTo>
                    <a:pt x="7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03" name=""/>
            <p:cNvSpPr/>
            <p:nvPr/>
          </p:nvSpPr>
          <p:spPr>
            <a:xfrm rot="0">
              <a:off x="2241" y="2065"/>
              <a:ext cx="18" cy="17"/>
            </a:xfrm>
            <a:custGeom>
              <a:avLst/>
              <a:ahLst/>
              <a:rect l="0" t="0" r="r" b="b"/>
              <a:pathLst>
                <a:path w="71" h="67">
                  <a:moveTo>
                    <a:pt x="71" y="5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62"/>
                  </a:lnTo>
                  <a:lnTo>
                    <a:pt x="33" y="65"/>
                  </a:lnTo>
                  <a:lnTo>
                    <a:pt x="66" y="67"/>
                  </a:lnTo>
                  <a:lnTo>
                    <a:pt x="7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04" name=""/>
            <p:cNvSpPr/>
            <p:nvPr/>
          </p:nvSpPr>
          <p:spPr>
            <a:xfrm rot="0">
              <a:off x="2241" y="2081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05" name=""/>
            <p:cNvSpPr/>
            <p:nvPr/>
          </p:nvSpPr>
          <p:spPr>
            <a:xfrm rot="0">
              <a:off x="2241" y="20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06" name=""/>
            <p:cNvSpPr/>
            <p:nvPr/>
          </p:nvSpPr>
          <p:spPr>
            <a:xfrm rot="0">
              <a:off x="2241" y="2081"/>
              <a:ext cx="16" cy="16"/>
            </a:xfrm>
            <a:custGeom>
              <a:avLst/>
              <a:ahLst/>
              <a:rect l="0" t="0" r="r" b="b"/>
              <a:pathLst>
                <a:path w="67" h="62">
                  <a:moveTo>
                    <a:pt x="67" y="3"/>
                  </a:moveTo>
                  <a:lnTo>
                    <a:pt x="34" y="2"/>
                  </a:lnTo>
                  <a:lnTo>
                    <a:pt x="1" y="0"/>
                  </a:lnTo>
                  <a:lnTo>
                    <a:pt x="0" y="59"/>
                  </a:lnTo>
                  <a:lnTo>
                    <a:pt x="32" y="61"/>
                  </a:lnTo>
                  <a:lnTo>
                    <a:pt x="65" y="62"/>
                  </a:lnTo>
                  <a:lnTo>
                    <a:pt x="6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07" name=""/>
            <p:cNvSpPr/>
            <p:nvPr/>
          </p:nvSpPr>
          <p:spPr>
            <a:xfrm rot="0">
              <a:off x="2241" y="2081"/>
              <a:ext cx="16" cy="16"/>
            </a:xfrm>
            <a:custGeom>
              <a:avLst/>
              <a:ahLst/>
              <a:rect l="0" t="0" r="r" b="b"/>
              <a:pathLst>
                <a:path w="67" h="62">
                  <a:moveTo>
                    <a:pt x="67" y="3"/>
                  </a:moveTo>
                  <a:lnTo>
                    <a:pt x="34" y="2"/>
                  </a:lnTo>
                  <a:lnTo>
                    <a:pt x="1" y="0"/>
                  </a:lnTo>
                  <a:lnTo>
                    <a:pt x="0" y="59"/>
                  </a:lnTo>
                  <a:lnTo>
                    <a:pt x="32" y="61"/>
                  </a:lnTo>
                  <a:lnTo>
                    <a:pt x="65" y="62"/>
                  </a:lnTo>
                  <a:lnTo>
                    <a:pt x="67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08" name=""/>
            <p:cNvSpPr/>
            <p:nvPr/>
          </p:nvSpPr>
          <p:spPr>
            <a:xfrm rot="0">
              <a:off x="2241" y="2096"/>
              <a:ext cx="16" cy="8"/>
            </a:xfrm>
            <a:custGeom>
              <a:avLst/>
              <a:ahLst/>
              <a:rect l="0" t="0" r="r" b="b"/>
              <a:pathLst>
                <a:path w="65" h="35">
                  <a:moveTo>
                    <a:pt x="32" y="2"/>
                  </a:moveTo>
                  <a:lnTo>
                    <a:pt x="65" y="3"/>
                  </a:lnTo>
                  <a:lnTo>
                    <a:pt x="64" y="12"/>
                  </a:lnTo>
                  <a:lnTo>
                    <a:pt x="59" y="21"/>
                  </a:lnTo>
                  <a:lnTo>
                    <a:pt x="52" y="29"/>
                  </a:lnTo>
                  <a:lnTo>
                    <a:pt x="42" y="33"/>
                  </a:lnTo>
                  <a:lnTo>
                    <a:pt x="31" y="35"/>
                  </a:lnTo>
                  <a:lnTo>
                    <a:pt x="22" y="33"/>
                  </a:lnTo>
                  <a:lnTo>
                    <a:pt x="13" y="28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09" name=""/>
            <p:cNvSpPr/>
            <p:nvPr/>
          </p:nvSpPr>
          <p:spPr>
            <a:xfrm rot="0">
              <a:off x="2241" y="2096"/>
              <a:ext cx="16" cy="8"/>
            </a:xfrm>
            <a:custGeom>
              <a:avLst/>
              <a:ahLst/>
              <a:rect l="0" t="0" r="r" b="b"/>
              <a:pathLst>
                <a:path w="65" h="35">
                  <a:moveTo>
                    <a:pt x="65" y="3"/>
                  </a:moveTo>
                  <a:lnTo>
                    <a:pt x="64" y="12"/>
                  </a:lnTo>
                  <a:lnTo>
                    <a:pt x="59" y="21"/>
                  </a:lnTo>
                  <a:lnTo>
                    <a:pt x="52" y="29"/>
                  </a:lnTo>
                  <a:lnTo>
                    <a:pt x="42" y="33"/>
                  </a:lnTo>
                  <a:lnTo>
                    <a:pt x="31" y="35"/>
                  </a:lnTo>
                  <a:lnTo>
                    <a:pt x="22" y="33"/>
                  </a:lnTo>
                  <a:lnTo>
                    <a:pt x="13" y="28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10" name=""/>
            <p:cNvSpPr/>
            <p:nvPr/>
          </p:nvSpPr>
          <p:spPr>
            <a:xfrm rot="0">
              <a:off x="1884" y="208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11" name=""/>
            <p:cNvSpPr/>
            <p:nvPr/>
          </p:nvSpPr>
          <p:spPr>
            <a:xfrm rot="0">
              <a:off x="1884" y="208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20" name=""/>
          <p:cNvGrpSpPr/>
          <p:nvPr/>
        </p:nvGrpSpPr>
        <p:grpSpPr>
          <a:xfrm rot="0">
            <a:off x="2990850" y="2255837"/>
            <a:ext cx="992187" cy="1249362"/>
            <a:chOff x="1884" y="1421"/>
            <a:chExt cx="625" cy="787"/>
          </a:xfrm>
        </p:grpSpPr>
        <p:sp>
          <p:nvSpPr>
            <p:cNvPr id="1066212" name=""/>
            <p:cNvSpPr/>
            <p:nvPr/>
          </p:nvSpPr>
          <p:spPr>
            <a:xfrm rot="0">
              <a:off x="1887" y="2089"/>
              <a:ext cx="188" cy="118"/>
            </a:xfrm>
            <a:custGeom>
              <a:avLst/>
              <a:ahLst/>
              <a:rect l="0" t="0" r="r" b="b"/>
              <a:pathLst>
                <a:path w="749" h="470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715" y="470"/>
                  </a:lnTo>
                  <a:lnTo>
                    <a:pt x="732" y="441"/>
                  </a:lnTo>
                  <a:lnTo>
                    <a:pt x="749" y="41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13" name=""/>
            <p:cNvSpPr/>
            <p:nvPr/>
          </p:nvSpPr>
          <p:spPr>
            <a:xfrm rot="0">
              <a:off x="1887" y="2089"/>
              <a:ext cx="188" cy="118"/>
            </a:xfrm>
            <a:custGeom>
              <a:avLst/>
              <a:ahLst/>
              <a:rect l="0" t="0" r="r" b="b"/>
              <a:pathLst>
                <a:path w="749" h="470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715" y="470"/>
                  </a:lnTo>
                  <a:lnTo>
                    <a:pt x="732" y="441"/>
                  </a:lnTo>
                  <a:lnTo>
                    <a:pt x="749" y="41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14" name=""/>
            <p:cNvSpPr/>
            <p:nvPr/>
          </p:nvSpPr>
          <p:spPr>
            <a:xfrm rot="0">
              <a:off x="2066" y="2192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17" y="28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  <a:lnTo>
                    <a:pt x="1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15" name=""/>
            <p:cNvSpPr/>
            <p:nvPr/>
          </p:nvSpPr>
          <p:spPr>
            <a:xfrm rot="0">
              <a:off x="2066" y="2192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34" y="0"/>
                  </a:moveTo>
                  <a:lnTo>
                    <a:pt x="42" y="6"/>
                  </a:lnTo>
                  <a:lnTo>
                    <a:pt x="47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16" name=""/>
            <p:cNvSpPr/>
            <p:nvPr/>
          </p:nvSpPr>
          <p:spPr>
            <a:xfrm rot="0">
              <a:off x="1884" y="2096"/>
              <a:ext cx="16" cy="8"/>
            </a:xfrm>
            <a:custGeom>
              <a:avLst/>
              <a:ahLst/>
              <a:rect l="0" t="0" r="r" b="b"/>
              <a:pathLst>
                <a:path w="66" h="35">
                  <a:moveTo>
                    <a:pt x="33" y="2"/>
                  </a:moveTo>
                  <a:lnTo>
                    <a:pt x="66" y="3"/>
                  </a:lnTo>
                  <a:lnTo>
                    <a:pt x="64" y="14"/>
                  </a:lnTo>
                  <a:lnTo>
                    <a:pt x="59" y="23"/>
                  </a:lnTo>
                  <a:lnTo>
                    <a:pt x="51" y="29"/>
                  </a:lnTo>
                  <a:lnTo>
                    <a:pt x="42" y="33"/>
                  </a:lnTo>
                  <a:lnTo>
                    <a:pt x="32" y="35"/>
                  </a:lnTo>
                  <a:lnTo>
                    <a:pt x="21" y="33"/>
                  </a:lnTo>
                  <a:lnTo>
                    <a:pt x="12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17" name=""/>
            <p:cNvSpPr/>
            <p:nvPr/>
          </p:nvSpPr>
          <p:spPr>
            <a:xfrm rot="0">
              <a:off x="1884" y="2096"/>
              <a:ext cx="16" cy="8"/>
            </a:xfrm>
            <a:custGeom>
              <a:avLst/>
              <a:ahLst/>
              <a:rect l="0" t="0" r="r" b="b"/>
              <a:pathLst>
                <a:path w="66" h="35">
                  <a:moveTo>
                    <a:pt x="66" y="3"/>
                  </a:moveTo>
                  <a:lnTo>
                    <a:pt x="64" y="14"/>
                  </a:lnTo>
                  <a:lnTo>
                    <a:pt x="59" y="23"/>
                  </a:lnTo>
                  <a:lnTo>
                    <a:pt x="51" y="29"/>
                  </a:lnTo>
                  <a:lnTo>
                    <a:pt x="42" y="33"/>
                  </a:lnTo>
                  <a:lnTo>
                    <a:pt x="32" y="35"/>
                  </a:lnTo>
                  <a:lnTo>
                    <a:pt x="21" y="33"/>
                  </a:lnTo>
                  <a:lnTo>
                    <a:pt x="12" y="28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18" name=""/>
            <p:cNvSpPr/>
            <p:nvPr/>
          </p:nvSpPr>
          <p:spPr>
            <a:xfrm rot="0">
              <a:off x="1884" y="2075"/>
              <a:ext cx="17" cy="22"/>
            </a:xfrm>
            <a:custGeom>
              <a:avLst/>
              <a:ahLst/>
              <a:rect l="0" t="0" r="r" b="b"/>
              <a:pathLst>
                <a:path w="68" h="85">
                  <a:moveTo>
                    <a:pt x="0" y="82"/>
                  </a:moveTo>
                  <a:lnTo>
                    <a:pt x="33" y="84"/>
                  </a:lnTo>
                  <a:lnTo>
                    <a:pt x="66" y="85"/>
                  </a:lnTo>
                  <a:lnTo>
                    <a:pt x="68" y="2"/>
                  </a:lnTo>
                  <a:lnTo>
                    <a:pt x="35" y="1"/>
                  </a:lnTo>
                  <a:lnTo>
                    <a:pt x="3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19" name=""/>
            <p:cNvSpPr/>
            <p:nvPr/>
          </p:nvSpPr>
          <p:spPr>
            <a:xfrm rot="0">
              <a:off x="1884" y="2075"/>
              <a:ext cx="17" cy="22"/>
            </a:xfrm>
            <a:custGeom>
              <a:avLst/>
              <a:ahLst/>
              <a:rect l="0" t="0" r="r" b="b"/>
              <a:pathLst>
                <a:path w="68" h="85">
                  <a:moveTo>
                    <a:pt x="0" y="82"/>
                  </a:moveTo>
                  <a:lnTo>
                    <a:pt x="33" y="84"/>
                  </a:lnTo>
                  <a:lnTo>
                    <a:pt x="66" y="85"/>
                  </a:lnTo>
                  <a:lnTo>
                    <a:pt x="68" y="2"/>
                  </a:lnTo>
                  <a:lnTo>
                    <a:pt x="35" y="1"/>
                  </a:lnTo>
                  <a:lnTo>
                    <a:pt x="3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20" name=""/>
            <p:cNvSpPr/>
            <p:nvPr/>
          </p:nvSpPr>
          <p:spPr>
            <a:xfrm rot="0">
              <a:off x="1884" y="2075"/>
              <a:ext cx="8" cy="1"/>
            </a:xfrm>
            <a:custGeom>
              <a:avLst/>
              <a:ahLst/>
              <a:rect l="0" t="0" r="r" b="b"/>
              <a:pathLst>
                <a:path w="32" h="3">
                  <a:moveTo>
                    <a:pt x="32" y="3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21" name=""/>
            <p:cNvSpPr/>
            <p:nvPr/>
          </p:nvSpPr>
          <p:spPr>
            <a:xfrm rot="0" flipV="1">
              <a:off x="1884" y="2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22" name=""/>
            <p:cNvSpPr/>
            <p:nvPr/>
          </p:nvSpPr>
          <p:spPr>
            <a:xfrm rot="0">
              <a:off x="1884" y="2053"/>
              <a:ext cx="18" cy="23"/>
            </a:xfrm>
            <a:custGeom>
              <a:avLst/>
              <a:ahLst/>
              <a:rect l="0" t="0" r="r" b="b"/>
              <a:pathLst>
                <a:path w="71" h="91">
                  <a:moveTo>
                    <a:pt x="0" y="85"/>
                  </a:moveTo>
                  <a:lnTo>
                    <a:pt x="32" y="88"/>
                  </a:lnTo>
                  <a:lnTo>
                    <a:pt x="65" y="91"/>
                  </a:lnTo>
                  <a:lnTo>
                    <a:pt x="71" y="5"/>
                  </a:lnTo>
                  <a:lnTo>
                    <a:pt x="38" y="3"/>
                  </a:lnTo>
                  <a:lnTo>
                    <a:pt x="5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23" name=""/>
            <p:cNvSpPr/>
            <p:nvPr/>
          </p:nvSpPr>
          <p:spPr>
            <a:xfrm rot="0">
              <a:off x="1884" y="2053"/>
              <a:ext cx="18" cy="23"/>
            </a:xfrm>
            <a:custGeom>
              <a:avLst/>
              <a:ahLst/>
              <a:rect l="0" t="0" r="r" b="b"/>
              <a:pathLst>
                <a:path w="71" h="91">
                  <a:moveTo>
                    <a:pt x="0" y="85"/>
                  </a:moveTo>
                  <a:lnTo>
                    <a:pt x="32" y="88"/>
                  </a:lnTo>
                  <a:lnTo>
                    <a:pt x="65" y="91"/>
                  </a:lnTo>
                  <a:lnTo>
                    <a:pt x="71" y="5"/>
                  </a:lnTo>
                  <a:lnTo>
                    <a:pt x="38" y="3"/>
                  </a:lnTo>
                  <a:lnTo>
                    <a:pt x="5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24" name=""/>
            <p:cNvSpPr/>
            <p:nvPr/>
          </p:nvSpPr>
          <p:spPr>
            <a:xfrm rot="0">
              <a:off x="1885" y="2053"/>
              <a:ext cx="9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25" name=""/>
            <p:cNvSpPr/>
            <p:nvPr/>
          </p:nvSpPr>
          <p:spPr>
            <a:xfrm rot="0" flipV="1">
              <a:off x="1885" y="20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26" name=""/>
            <p:cNvSpPr/>
            <p:nvPr/>
          </p:nvSpPr>
          <p:spPr>
            <a:xfrm rot="0">
              <a:off x="1885" y="2031"/>
              <a:ext cx="19" cy="24"/>
            </a:xfrm>
            <a:custGeom>
              <a:avLst/>
              <a:ahLst/>
              <a:rect l="0" t="0" r="r" b="b"/>
              <a:pathLst>
                <a:path w="75" h="94">
                  <a:moveTo>
                    <a:pt x="0" y="87"/>
                  </a:moveTo>
                  <a:lnTo>
                    <a:pt x="33" y="91"/>
                  </a:lnTo>
                  <a:lnTo>
                    <a:pt x="66" y="94"/>
                  </a:lnTo>
                  <a:lnTo>
                    <a:pt x="75" y="8"/>
                  </a:lnTo>
                  <a:lnTo>
                    <a:pt x="42" y="4"/>
                  </a:lnTo>
                  <a:lnTo>
                    <a:pt x="9" y="0"/>
                  </a:lnTo>
                  <a:lnTo>
                    <a:pt x="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27" name=""/>
            <p:cNvSpPr/>
            <p:nvPr/>
          </p:nvSpPr>
          <p:spPr>
            <a:xfrm rot="0">
              <a:off x="1885" y="2031"/>
              <a:ext cx="19" cy="24"/>
            </a:xfrm>
            <a:custGeom>
              <a:avLst/>
              <a:ahLst/>
              <a:rect l="0" t="0" r="r" b="b"/>
              <a:pathLst>
                <a:path w="75" h="94">
                  <a:moveTo>
                    <a:pt x="0" y="87"/>
                  </a:moveTo>
                  <a:lnTo>
                    <a:pt x="33" y="91"/>
                  </a:lnTo>
                  <a:lnTo>
                    <a:pt x="66" y="94"/>
                  </a:lnTo>
                  <a:lnTo>
                    <a:pt x="75" y="8"/>
                  </a:lnTo>
                  <a:lnTo>
                    <a:pt x="42" y="4"/>
                  </a:lnTo>
                  <a:lnTo>
                    <a:pt x="9" y="0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28" name=""/>
            <p:cNvSpPr/>
            <p:nvPr/>
          </p:nvSpPr>
          <p:spPr>
            <a:xfrm rot="0">
              <a:off x="1888" y="2031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29" name=""/>
            <p:cNvSpPr/>
            <p:nvPr/>
          </p:nvSpPr>
          <p:spPr>
            <a:xfrm rot="0">
              <a:off x="1888" y="20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30" name=""/>
            <p:cNvSpPr/>
            <p:nvPr/>
          </p:nvSpPr>
          <p:spPr>
            <a:xfrm rot="0">
              <a:off x="1888" y="2009"/>
              <a:ext cx="19" cy="24"/>
            </a:xfrm>
            <a:custGeom>
              <a:avLst/>
              <a:ahLst/>
              <a:rect l="0" t="0" r="r" b="b"/>
              <a:pathLst>
                <a:path w="78" h="96">
                  <a:moveTo>
                    <a:pt x="0" y="88"/>
                  </a:moveTo>
                  <a:lnTo>
                    <a:pt x="33" y="92"/>
                  </a:lnTo>
                  <a:lnTo>
                    <a:pt x="66" y="96"/>
                  </a:lnTo>
                  <a:lnTo>
                    <a:pt x="78" y="8"/>
                  </a:lnTo>
                  <a:lnTo>
                    <a:pt x="45" y="4"/>
                  </a:lnTo>
                  <a:lnTo>
                    <a:pt x="12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31" name=""/>
            <p:cNvSpPr/>
            <p:nvPr/>
          </p:nvSpPr>
          <p:spPr>
            <a:xfrm rot="0">
              <a:off x="1888" y="2009"/>
              <a:ext cx="19" cy="24"/>
            </a:xfrm>
            <a:custGeom>
              <a:avLst/>
              <a:ahLst/>
              <a:rect l="0" t="0" r="r" b="b"/>
              <a:pathLst>
                <a:path w="78" h="96">
                  <a:moveTo>
                    <a:pt x="0" y="88"/>
                  </a:moveTo>
                  <a:lnTo>
                    <a:pt x="33" y="92"/>
                  </a:lnTo>
                  <a:lnTo>
                    <a:pt x="66" y="96"/>
                  </a:lnTo>
                  <a:lnTo>
                    <a:pt x="78" y="8"/>
                  </a:lnTo>
                  <a:lnTo>
                    <a:pt x="45" y="4"/>
                  </a:lnTo>
                  <a:lnTo>
                    <a:pt x="12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32" name=""/>
            <p:cNvSpPr/>
            <p:nvPr/>
          </p:nvSpPr>
          <p:spPr>
            <a:xfrm rot="0">
              <a:off x="1891" y="2009"/>
              <a:ext cx="8" cy="1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33" name=""/>
            <p:cNvSpPr/>
            <p:nvPr/>
          </p:nvSpPr>
          <p:spPr>
            <a:xfrm rot="0" flipV="1">
              <a:off x="1891" y="20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34" name=""/>
            <p:cNvSpPr/>
            <p:nvPr/>
          </p:nvSpPr>
          <p:spPr>
            <a:xfrm rot="0">
              <a:off x="1891" y="1987"/>
              <a:ext cx="20" cy="25"/>
            </a:xfrm>
            <a:custGeom>
              <a:avLst/>
              <a:ahLst/>
              <a:rect l="0" t="0" r="r" b="b"/>
              <a:pathLst>
                <a:path w="81" h="100">
                  <a:moveTo>
                    <a:pt x="0" y="89"/>
                  </a:moveTo>
                  <a:lnTo>
                    <a:pt x="33" y="95"/>
                  </a:lnTo>
                  <a:lnTo>
                    <a:pt x="66" y="100"/>
                  </a:lnTo>
                  <a:lnTo>
                    <a:pt x="81" y="11"/>
                  </a:lnTo>
                  <a:lnTo>
                    <a:pt x="49" y="5"/>
                  </a:lnTo>
                  <a:lnTo>
                    <a:pt x="16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35" name=""/>
            <p:cNvSpPr/>
            <p:nvPr/>
          </p:nvSpPr>
          <p:spPr>
            <a:xfrm rot="0">
              <a:off x="1891" y="1987"/>
              <a:ext cx="20" cy="25"/>
            </a:xfrm>
            <a:custGeom>
              <a:avLst/>
              <a:ahLst/>
              <a:rect l="0" t="0" r="r" b="b"/>
              <a:pathLst>
                <a:path w="81" h="100">
                  <a:moveTo>
                    <a:pt x="0" y="89"/>
                  </a:moveTo>
                  <a:lnTo>
                    <a:pt x="33" y="95"/>
                  </a:lnTo>
                  <a:lnTo>
                    <a:pt x="66" y="100"/>
                  </a:lnTo>
                  <a:lnTo>
                    <a:pt x="81" y="11"/>
                  </a:lnTo>
                  <a:lnTo>
                    <a:pt x="49" y="5"/>
                  </a:lnTo>
                  <a:lnTo>
                    <a:pt x="16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36" name=""/>
            <p:cNvSpPr/>
            <p:nvPr/>
          </p:nvSpPr>
          <p:spPr>
            <a:xfrm rot="0">
              <a:off x="1895" y="1986"/>
              <a:ext cx="8" cy="2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37" name=""/>
            <p:cNvSpPr/>
            <p:nvPr/>
          </p:nvSpPr>
          <p:spPr>
            <a:xfrm rot="0" flipV="1">
              <a:off x="1895" y="19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38" name=""/>
            <p:cNvSpPr/>
            <p:nvPr/>
          </p:nvSpPr>
          <p:spPr>
            <a:xfrm rot="0">
              <a:off x="1895" y="1964"/>
              <a:ext cx="21" cy="26"/>
            </a:xfrm>
            <a:custGeom>
              <a:avLst/>
              <a:ahLst/>
              <a:rect l="0" t="0" r="r" b="b"/>
              <a:pathLst>
                <a:path w="85" h="104">
                  <a:moveTo>
                    <a:pt x="0" y="91"/>
                  </a:moveTo>
                  <a:lnTo>
                    <a:pt x="33" y="97"/>
                  </a:lnTo>
                  <a:lnTo>
                    <a:pt x="65" y="104"/>
                  </a:lnTo>
                  <a:lnTo>
                    <a:pt x="85" y="13"/>
                  </a:lnTo>
                  <a:lnTo>
                    <a:pt x="52" y="7"/>
                  </a:lnTo>
                  <a:lnTo>
                    <a:pt x="19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39" name=""/>
            <p:cNvSpPr/>
            <p:nvPr/>
          </p:nvSpPr>
          <p:spPr>
            <a:xfrm rot="0">
              <a:off x="1895" y="1964"/>
              <a:ext cx="21" cy="26"/>
            </a:xfrm>
            <a:custGeom>
              <a:avLst/>
              <a:ahLst/>
              <a:rect l="0" t="0" r="r" b="b"/>
              <a:pathLst>
                <a:path w="85" h="104">
                  <a:moveTo>
                    <a:pt x="0" y="91"/>
                  </a:moveTo>
                  <a:lnTo>
                    <a:pt x="33" y="97"/>
                  </a:lnTo>
                  <a:lnTo>
                    <a:pt x="65" y="104"/>
                  </a:lnTo>
                  <a:lnTo>
                    <a:pt x="85" y="13"/>
                  </a:lnTo>
                  <a:lnTo>
                    <a:pt x="52" y="7"/>
                  </a:lnTo>
                  <a:lnTo>
                    <a:pt x="19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40" name=""/>
            <p:cNvSpPr/>
            <p:nvPr/>
          </p:nvSpPr>
          <p:spPr>
            <a:xfrm rot="0">
              <a:off x="1900" y="1963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41" name=""/>
            <p:cNvSpPr/>
            <p:nvPr/>
          </p:nvSpPr>
          <p:spPr>
            <a:xfrm rot="0" flipV="1">
              <a:off x="1900" y="1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42" name=""/>
            <p:cNvSpPr/>
            <p:nvPr/>
          </p:nvSpPr>
          <p:spPr>
            <a:xfrm rot="0">
              <a:off x="1900" y="1941"/>
              <a:ext cx="22" cy="26"/>
            </a:xfrm>
            <a:custGeom>
              <a:avLst/>
              <a:ahLst/>
              <a:rect l="0" t="0" r="r" b="b"/>
              <a:pathLst>
                <a:path w="88" h="107">
                  <a:moveTo>
                    <a:pt x="0" y="91"/>
                  </a:moveTo>
                  <a:lnTo>
                    <a:pt x="33" y="99"/>
                  </a:lnTo>
                  <a:lnTo>
                    <a:pt x="66" y="107"/>
                  </a:lnTo>
                  <a:lnTo>
                    <a:pt x="88" y="16"/>
                  </a:lnTo>
                  <a:lnTo>
                    <a:pt x="56" y="8"/>
                  </a:lnTo>
                  <a:lnTo>
                    <a:pt x="23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43" name=""/>
            <p:cNvSpPr/>
            <p:nvPr/>
          </p:nvSpPr>
          <p:spPr>
            <a:xfrm rot="0">
              <a:off x="1900" y="1941"/>
              <a:ext cx="22" cy="26"/>
            </a:xfrm>
            <a:custGeom>
              <a:avLst/>
              <a:ahLst/>
              <a:rect l="0" t="0" r="r" b="b"/>
              <a:pathLst>
                <a:path w="88" h="107">
                  <a:moveTo>
                    <a:pt x="0" y="91"/>
                  </a:moveTo>
                  <a:lnTo>
                    <a:pt x="33" y="99"/>
                  </a:lnTo>
                  <a:lnTo>
                    <a:pt x="66" y="107"/>
                  </a:lnTo>
                  <a:lnTo>
                    <a:pt x="88" y="16"/>
                  </a:lnTo>
                  <a:lnTo>
                    <a:pt x="56" y="8"/>
                  </a:lnTo>
                  <a:lnTo>
                    <a:pt x="23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44" name=""/>
            <p:cNvSpPr/>
            <p:nvPr/>
          </p:nvSpPr>
          <p:spPr>
            <a:xfrm rot="0">
              <a:off x="1905" y="1940"/>
              <a:ext cx="8" cy="3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45" name=""/>
            <p:cNvSpPr/>
            <p:nvPr/>
          </p:nvSpPr>
          <p:spPr>
            <a:xfrm rot="0" flipV="1">
              <a:off x="1905" y="1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46" name=""/>
            <p:cNvSpPr/>
            <p:nvPr/>
          </p:nvSpPr>
          <p:spPr>
            <a:xfrm rot="0">
              <a:off x="1905" y="1917"/>
              <a:ext cx="23" cy="28"/>
            </a:xfrm>
            <a:custGeom>
              <a:avLst/>
              <a:ahLst/>
              <a:rect l="0" t="0" r="r" b="b"/>
              <a:pathLst>
                <a:path w="92" h="110">
                  <a:moveTo>
                    <a:pt x="0" y="92"/>
                  </a:moveTo>
                  <a:lnTo>
                    <a:pt x="33" y="101"/>
                  </a:lnTo>
                  <a:lnTo>
                    <a:pt x="65" y="110"/>
                  </a:lnTo>
                  <a:lnTo>
                    <a:pt x="92" y="18"/>
                  </a:lnTo>
                  <a:lnTo>
                    <a:pt x="59" y="9"/>
                  </a:lnTo>
                  <a:lnTo>
                    <a:pt x="26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47" name=""/>
            <p:cNvSpPr/>
            <p:nvPr/>
          </p:nvSpPr>
          <p:spPr>
            <a:xfrm rot="0">
              <a:off x="1905" y="1917"/>
              <a:ext cx="23" cy="28"/>
            </a:xfrm>
            <a:custGeom>
              <a:avLst/>
              <a:ahLst/>
              <a:rect l="0" t="0" r="r" b="b"/>
              <a:pathLst>
                <a:path w="92" h="110">
                  <a:moveTo>
                    <a:pt x="0" y="92"/>
                  </a:moveTo>
                  <a:lnTo>
                    <a:pt x="33" y="101"/>
                  </a:lnTo>
                  <a:lnTo>
                    <a:pt x="65" y="110"/>
                  </a:lnTo>
                  <a:lnTo>
                    <a:pt x="92" y="18"/>
                  </a:lnTo>
                  <a:lnTo>
                    <a:pt x="59" y="9"/>
                  </a:lnTo>
                  <a:lnTo>
                    <a:pt x="26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48" name=""/>
            <p:cNvSpPr/>
            <p:nvPr/>
          </p:nvSpPr>
          <p:spPr>
            <a:xfrm rot="0">
              <a:off x="1912" y="1917"/>
              <a:ext cx="8" cy="3"/>
            </a:xfrm>
            <a:custGeom>
              <a:avLst/>
              <a:ahLst/>
              <a:rect l="0" t="0" r="r" b="b"/>
              <a:pathLst>
                <a:path w="33" h="11">
                  <a:moveTo>
                    <a:pt x="33" y="11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3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49" name=""/>
            <p:cNvSpPr/>
            <p:nvPr/>
          </p:nvSpPr>
          <p:spPr>
            <a:xfrm rot="0" flipV="1">
              <a:off x="1912" y="1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50" name=""/>
            <p:cNvSpPr/>
            <p:nvPr/>
          </p:nvSpPr>
          <p:spPr>
            <a:xfrm rot="0">
              <a:off x="1912" y="1894"/>
              <a:ext cx="23" cy="28"/>
            </a:xfrm>
            <a:custGeom>
              <a:avLst/>
              <a:ahLst/>
              <a:rect l="0" t="0" r="r" b="b"/>
              <a:pathLst>
                <a:path w="92" h="111">
                  <a:moveTo>
                    <a:pt x="0" y="90"/>
                  </a:moveTo>
                  <a:lnTo>
                    <a:pt x="32" y="101"/>
                  </a:lnTo>
                  <a:lnTo>
                    <a:pt x="63" y="111"/>
                  </a:lnTo>
                  <a:lnTo>
                    <a:pt x="92" y="21"/>
                  </a:lnTo>
                  <a:lnTo>
                    <a:pt x="61" y="10"/>
                  </a:lnTo>
                  <a:lnTo>
                    <a:pt x="29" y="0"/>
                  </a:lnTo>
                  <a:lnTo>
                    <a:pt x="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51" name=""/>
            <p:cNvSpPr/>
            <p:nvPr/>
          </p:nvSpPr>
          <p:spPr>
            <a:xfrm rot="0">
              <a:off x="1912" y="1894"/>
              <a:ext cx="23" cy="28"/>
            </a:xfrm>
            <a:custGeom>
              <a:avLst/>
              <a:ahLst/>
              <a:rect l="0" t="0" r="r" b="b"/>
              <a:pathLst>
                <a:path w="92" h="111">
                  <a:moveTo>
                    <a:pt x="0" y="90"/>
                  </a:moveTo>
                  <a:lnTo>
                    <a:pt x="32" y="101"/>
                  </a:lnTo>
                  <a:lnTo>
                    <a:pt x="63" y="111"/>
                  </a:lnTo>
                  <a:lnTo>
                    <a:pt x="92" y="21"/>
                  </a:lnTo>
                  <a:lnTo>
                    <a:pt x="61" y="10"/>
                  </a:lnTo>
                  <a:lnTo>
                    <a:pt x="29" y="0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52" name=""/>
            <p:cNvSpPr/>
            <p:nvPr/>
          </p:nvSpPr>
          <p:spPr>
            <a:xfrm rot="0">
              <a:off x="1919" y="1894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53" name=""/>
            <p:cNvSpPr/>
            <p:nvPr/>
          </p:nvSpPr>
          <p:spPr>
            <a:xfrm rot="0" flipV="1">
              <a:off x="1919" y="1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54" name=""/>
            <p:cNvSpPr/>
            <p:nvPr/>
          </p:nvSpPr>
          <p:spPr>
            <a:xfrm rot="0">
              <a:off x="1919" y="1871"/>
              <a:ext cx="24" cy="29"/>
            </a:xfrm>
            <a:custGeom>
              <a:avLst/>
              <a:ahLst/>
              <a:rect l="0" t="0" r="r" b="b"/>
              <a:pathLst>
                <a:path w="96" h="116">
                  <a:moveTo>
                    <a:pt x="0" y="92"/>
                  </a:moveTo>
                  <a:lnTo>
                    <a:pt x="32" y="104"/>
                  </a:lnTo>
                  <a:lnTo>
                    <a:pt x="63" y="116"/>
                  </a:lnTo>
                  <a:lnTo>
                    <a:pt x="96" y="24"/>
                  </a:lnTo>
                  <a:lnTo>
                    <a:pt x="65" y="12"/>
                  </a:lnTo>
                  <a:lnTo>
                    <a:pt x="33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55" name=""/>
            <p:cNvSpPr/>
            <p:nvPr/>
          </p:nvSpPr>
          <p:spPr>
            <a:xfrm rot="0">
              <a:off x="1919" y="1871"/>
              <a:ext cx="24" cy="29"/>
            </a:xfrm>
            <a:custGeom>
              <a:avLst/>
              <a:ahLst/>
              <a:rect l="0" t="0" r="r" b="b"/>
              <a:pathLst>
                <a:path w="96" h="116">
                  <a:moveTo>
                    <a:pt x="0" y="92"/>
                  </a:moveTo>
                  <a:lnTo>
                    <a:pt x="32" y="104"/>
                  </a:lnTo>
                  <a:lnTo>
                    <a:pt x="63" y="116"/>
                  </a:lnTo>
                  <a:lnTo>
                    <a:pt x="96" y="24"/>
                  </a:lnTo>
                  <a:lnTo>
                    <a:pt x="65" y="12"/>
                  </a:lnTo>
                  <a:lnTo>
                    <a:pt x="33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56" name=""/>
            <p:cNvSpPr/>
            <p:nvPr/>
          </p:nvSpPr>
          <p:spPr>
            <a:xfrm rot="0">
              <a:off x="1928" y="1871"/>
              <a:ext cx="7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57" name=""/>
            <p:cNvSpPr/>
            <p:nvPr/>
          </p:nvSpPr>
          <p:spPr>
            <a:xfrm rot="0">
              <a:off x="1928" y="18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58" name=""/>
            <p:cNvSpPr/>
            <p:nvPr/>
          </p:nvSpPr>
          <p:spPr>
            <a:xfrm rot="0">
              <a:off x="1928" y="1848"/>
              <a:ext cx="24" cy="29"/>
            </a:xfrm>
            <a:custGeom>
              <a:avLst/>
              <a:ahLst/>
              <a:rect l="0" t="0" r="r" b="b"/>
              <a:pathLst>
                <a:path w="99" h="116">
                  <a:moveTo>
                    <a:pt x="0" y="92"/>
                  </a:moveTo>
                  <a:lnTo>
                    <a:pt x="32" y="104"/>
                  </a:lnTo>
                  <a:lnTo>
                    <a:pt x="63" y="116"/>
                  </a:lnTo>
                  <a:lnTo>
                    <a:pt x="99" y="24"/>
                  </a:lnTo>
                  <a:lnTo>
                    <a:pt x="67" y="12"/>
                  </a:lnTo>
                  <a:lnTo>
                    <a:pt x="36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59" name=""/>
            <p:cNvSpPr/>
            <p:nvPr/>
          </p:nvSpPr>
          <p:spPr>
            <a:xfrm rot="0">
              <a:off x="1928" y="1848"/>
              <a:ext cx="24" cy="29"/>
            </a:xfrm>
            <a:custGeom>
              <a:avLst/>
              <a:ahLst/>
              <a:rect l="0" t="0" r="r" b="b"/>
              <a:pathLst>
                <a:path w="99" h="116">
                  <a:moveTo>
                    <a:pt x="0" y="92"/>
                  </a:moveTo>
                  <a:lnTo>
                    <a:pt x="32" y="104"/>
                  </a:lnTo>
                  <a:lnTo>
                    <a:pt x="63" y="116"/>
                  </a:lnTo>
                  <a:lnTo>
                    <a:pt x="99" y="24"/>
                  </a:lnTo>
                  <a:lnTo>
                    <a:pt x="67" y="12"/>
                  </a:lnTo>
                  <a:lnTo>
                    <a:pt x="36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60" name=""/>
            <p:cNvSpPr/>
            <p:nvPr/>
          </p:nvSpPr>
          <p:spPr>
            <a:xfrm rot="0">
              <a:off x="1936" y="1848"/>
              <a:ext cx="8" cy="3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61" name=""/>
            <p:cNvSpPr/>
            <p:nvPr/>
          </p:nvSpPr>
          <p:spPr>
            <a:xfrm rot="0" flipV="1">
              <a:off x="1936" y="1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62" name=""/>
            <p:cNvSpPr/>
            <p:nvPr/>
          </p:nvSpPr>
          <p:spPr>
            <a:xfrm rot="0">
              <a:off x="1936" y="1825"/>
              <a:ext cx="26" cy="29"/>
            </a:xfrm>
            <a:custGeom>
              <a:avLst/>
              <a:ahLst/>
              <a:rect l="0" t="0" r="r" b="b"/>
              <a:pathLst>
                <a:path w="101" h="118">
                  <a:moveTo>
                    <a:pt x="0" y="92"/>
                  </a:moveTo>
                  <a:lnTo>
                    <a:pt x="31" y="105"/>
                  </a:lnTo>
                  <a:lnTo>
                    <a:pt x="63" y="118"/>
                  </a:lnTo>
                  <a:lnTo>
                    <a:pt x="101" y="26"/>
                  </a:lnTo>
                  <a:lnTo>
                    <a:pt x="69" y="13"/>
                  </a:lnTo>
                  <a:lnTo>
                    <a:pt x="38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63" name=""/>
            <p:cNvSpPr/>
            <p:nvPr/>
          </p:nvSpPr>
          <p:spPr>
            <a:xfrm rot="0">
              <a:off x="1936" y="1825"/>
              <a:ext cx="26" cy="29"/>
            </a:xfrm>
            <a:custGeom>
              <a:avLst/>
              <a:ahLst/>
              <a:rect l="0" t="0" r="r" b="b"/>
              <a:pathLst>
                <a:path w="101" h="118">
                  <a:moveTo>
                    <a:pt x="0" y="92"/>
                  </a:moveTo>
                  <a:lnTo>
                    <a:pt x="31" y="105"/>
                  </a:lnTo>
                  <a:lnTo>
                    <a:pt x="63" y="118"/>
                  </a:lnTo>
                  <a:lnTo>
                    <a:pt x="101" y="26"/>
                  </a:lnTo>
                  <a:lnTo>
                    <a:pt x="69" y="13"/>
                  </a:lnTo>
                  <a:lnTo>
                    <a:pt x="38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64" name=""/>
            <p:cNvSpPr/>
            <p:nvPr/>
          </p:nvSpPr>
          <p:spPr>
            <a:xfrm rot="0">
              <a:off x="1946" y="1824"/>
              <a:ext cx="8" cy="4"/>
            </a:xfrm>
            <a:custGeom>
              <a:avLst/>
              <a:ahLst/>
              <a:rect l="0" t="0" r="r" b="b"/>
              <a:pathLst>
                <a:path w="31" h="14">
                  <a:moveTo>
                    <a:pt x="31" y="14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65" name=""/>
            <p:cNvSpPr/>
            <p:nvPr/>
          </p:nvSpPr>
          <p:spPr>
            <a:xfrm rot="0" flipV="1">
              <a:off x="1946" y="18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66" name=""/>
            <p:cNvSpPr/>
            <p:nvPr/>
          </p:nvSpPr>
          <p:spPr>
            <a:xfrm rot="0">
              <a:off x="1946" y="1802"/>
              <a:ext cx="26" cy="30"/>
            </a:xfrm>
            <a:custGeom>
              <a:avLst/>
              <a:ahLst/>
              <a:rect l="0" t="0" r="r" b="b"/>
              <a:pathLst>
                <a:path w="103" h="120">
                  <a:moveTo>
                    <a:pt x="0" y="91"/>
                  </a:moveTo>
                  <a:lnTo>
                    <a:pt x="30" y="105"/>
                  </a:lnTo>
                  <a:lnTo>
                    <a:pt x="60" y="120"/>
                  </a:lnTo>
                  <a:lnTo>
                    <a:pt x="103" y="29"/>
                  </a:lnTo>
                  <a:lnTo>
                    <a:pt x="72" y="14"/>
                  </a:lnTo>
                  <a:lnTo>
                    <a:pt x="42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67" name=""/>
            <p:cNvSpPr/>
            <p:nvPr/>
          </p:nvSpPr>
          <p:spPr>
            <a:xfrm rot="0">
              <a:off x="1946" y="1802"/>
              <a:ext cx="26" cy="30"/>
            </a:xfrm>
            <a:custGeom>
              <a:avLst/>
              <a:ahLst/>
              <a:rect l="0" t="0" r="r" b="b"/>
              <a:pathLst>
                <a:path w="103" h="120">
                  <a:moveTo>
                    <a:pt x="0" y="91"/>
                  </a:moveTo>
                  <a:lnTo>
                    <a:pt x="30" y="105"/>
                  </a:lnTo>
                  <a:lnTo>
                    <a:pt x="60" y="120"/>
                  </a:lnTo>
                  <a:lnTo>
                    <a:pt x="103" y="29"/>
                  </a:lnTo>
                  <a:lnTo>
                    <a:pt x="72" y="14"/>
                  </a:lnTo>
                  <a:lnTo>
                    <a:pt x="42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68" name=""/>
            <p:cNvSpPr/>
            <p:nvPr/>
          </p:nvSpPr>
          <p:spPr>
            <a:xfrm rot="0">
              <a:off x="1957" y="1802"/>
              <a:ext cx="7" cy="3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69" name=""/>
            <p:cNvSpPr/>
            <p:nvPr/>
          </p:nvSpPr>
          <p:spPr>
            <a:xfrm rot="0">
              <a:off x="1957" y="1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70" name=""/>
            <p:cNvSpPr/>
            <p:nvPr/>
          </p:nvSpPr>
          <p:spPr>
            <a:xfrm rot="0">
              <a:off x="1957" y="1779"/>
              <a:ext cx="26" cy="30"/>
            </a:xfrm>
            <a:custGeom>
              <a:avLst/>
              <a:ahLst/>
              <a:rect l="0" t="0" r="r" b="b"/>
              <a:pathLst>
                <a:path w="105" h="118">
                  <a:moveTo>
                    <a:pt x="0" y="89"/>
                  </a:moveTo>
                  <a:lnTo>
                    <a:pt x="30" y="103"/>
                  </a:lnTo>
                  <a:lnTo>
                    <a:pt x="61" y="118"/>
                  </a:lnTo>
                  <a:lnTo>
                    <a:pt x="105" y="29"/>
                  </a:lnTo>
                  <a:lnTo>
                    <a:pt x="75" y="14"/>
                  </a:lnTo>
                  <a:lnTo>
                    <a:pt x="45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71" name=""/>
            <p:cNvSpPr/>
            <p:nvPr/>
          </p:nvSpPr>
          <p:spPr>
            <a:xfrm rot="0">
              <a:off x="1957" y="1779"/>
              <a:ext cx="26" cy="30"/>
            </a:xfrm>
            <a:custGeom>
              <a:avLst/>
              <a:ahLst/>
              <a:rect l="0" t="0" r="r" b="b"/>
              <a:pathLst>
                <a:path w="105" h="118">
                  <a:moveTo>
                    <a:pt x="0" y="89"/>
                  </a:moveTo>
                  <a:lnTo>
                    <a:pt x="30" y="103"/>
                  </a:lnTo>
                  <a:lnTo>
                    <a:pt x="61" y="118"/>
                  </a:lnTo>
                  <a:lnTo>
                    <a:pt x="105" y="29"/>
                  </a:lnTo>
                  <a:lnTo>
                    <a:pt x="75" y="14"/>
                  </a:lnTo>
                  <a:lnTo>
                    <a:pt x="45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72" name=""/>
            <p:cNvSpPr/>
            <p:nvPr/>
          </p:nvSpPr>
          <p:spPr>
            <a:xfrm rot="0">
              <a:off x="1968" y="1779"/>
              <a:ext cx="7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73" name=""/>
            <p:cNvSpPr/>
            <p:nvPr/>
          </p:nvSpPr>
          <p:spPr>
            <a:xfrm rot="0" flipV="1">
              <a:off x="1968" y="1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74" name=""/>
            <p:cNvSpPr/>
            <p:nvPr/>
          </p:nvSpPr>
          <p:spPr>
            <a:xfrm rot="0">
              <a:off x="1968" y="1757"/>
              <a:ext cx="27" cy="30"/>
            </a:xfrm>
            <a:custGeom>
              <a:avLst/>
              <a:ahLst/>
              <a:rect l="0" t="0" r="r" b="b"/>
              <a:pathLst>
                <a:path w="106" h="121">
                  <a:moveTo>
                    <a:pt x="0" y="89"/>
                  </a:moveTo>
                  <a:lnTo>
                    <a:pt x="30" y="105"/>
                  </a:lnTo>
                  <a:lnTo>
                    <a:pt x="60" y="121"/>
                  </a:lnTo>
                  <a:lnTo>
                    <a:pt x="106" y="32"/>
                  </a:lnTo>
                  <a:lnTo>
                    <a:pt x="76" y="16"/>
                  </a:lnTo>
                  <a:lnTo>
                    <a:pt x="46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75" name=""/>
            <p:cNvSpPr/>
            <p:nvPr/>
          </p:nvSpPr>
          <p:spPr>
            <a:xfrm rot="0">
              <a:off x="1968" y="1757"/>
              <a:ext cx="27" cy="30"/>
            </a:xfrm>
            <a:custGeom>
              <a:avLst/>
              <a:ahLst/>
              <a:rect l="0" t="0" r="r" b="b"/>
              <a:pathLst>
                <a:path w="106" h="121">
                  <a:moveTo>
                    <a:pt x="0" y="89"/>
                  </a:moveTo>
                  <a:lnTo>
                    <a:pt x="30" y="105"/>
                  </a:lnTo>
                  <a:lnTo>
                    <a:pt x="60" y="121"/>
                  </a:lnTo>
                  <a:lnTo>
                    <a:pt x="106" y="32"/>
                  </a:lnTo>
                  <a:lnTo>
                    <a:pt x="76" y="16"/>
                  </a:lnTo>
                  <a:lnTo>
                    <a:pt x="46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76" name=""/>
            <p:cNvSpPr/>
            <p:nvPr/>
          </p:nvSpPr>
          <p:spPr>
            <a:xfrm rot="0">
              <a:off x="1979" y="1756"/>
              <a:ext cx="8" cy="5"/>
            </a:xfrm>
            <a:custGeom>
              <a:avLst/>
              <a:ahLst/>
              <a:rect l="0" t="0" r="r" b="b"/>
              <a:pathLst>
                <a:path w="30" h="17">
                  <a:moveTo>
                    <a:pt x="30" y="17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77" name=""/>
            <p:cNvSpPr/>
            <p:nvPr/>
          </p:nvSpPr>
          <p:spPr>
            <a:xfrm rot="0" flipV="1">
              <a:off x="1979" y="1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78" name=""/>
            <p:cNvSpPr/>
            <p:nvPr/>
          </p:nvSpPr>
          <p:spPr>
            <a:xfrm rot="0">
              <a:off x="1980" y="1734"/>
              <a:ext cx="27" cy="31"/>
            </a:xfrm>
            <a:custGeom>
              <a:avLst/>
              <a:ahLst/>
              <a:rect l="0" t="0" r="r" b="b"/>
              <a:pathLst>
                <a:path w="108" h="122">
                  <a:moveTo>
                    <a:pt x="0" y="88"/>
                  </a:moveTo>
                  <a:lnTo>
                    <a:pt x="29" y="105"/>
                  </a:lnTo>
                  <a:lnTo>
                    <a:pt x="58" y="122"/>
                  </a:lnTo>
                  <a:lnTo>
                    <a:pt x="108" y="34"/>
                  </a:lnTo>
                  <a:lnTo>
                    <a:pt x="79" y="17"/>
                  </a:lnTo>
                  <a:lnTo>
                    <a:pt x="50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79" name=""/>
            <p:cNvSpPr/>
            <p:nvPr/>
          </p:nvSpPr>
          <p:spPr>
            <a:xfrm rot="0">
              <a:off x="1980" y="1734"/>
              <a:ext cx="27" cy="31"/>
            </a:xfrm>
            <a:custGeom>
              <a:avLst/>
              <a:ahLst/>
              <a:rect l="0" t="0" r="r" b="b"/>
              <a:pathLst>
                <a:path w="108" h="122">
                  <a:moveTo>
                    <a:pt x="0" y="88"/>
                  </a:moveTo>
                  <a:lnTo>
                    <a:pt x="29" y="105"/>
                  </a:lnTo>
                  <a:lnTo>
                    <a:pt x="58" y="122"/>
                  </a:lnTo>
                  <a:lnTo>
                    <a:pt x="108" y="34"/>
                  </a:lnTo>
                  <a:lnTo>
                    <a:pt x="79" y="17"/>
                  </a:lnTo>
                  <a:lnTo>
                    <a:pt x="50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80" name=""/>
            <p:cNvSpPr/>
            <p:nvPr/>
          </p:nvSpPr>
          <p:spPr>
            <a:xfrm rot="0">
              <a:off x="1992" y="1734"/>
              <a:ext cx="7" cy="5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81" name=""/>
            <p:cNvSpPr/>
            <p:nvPr/>
          </p:nvSpPr>
          <p:spPr>
            <a:xfrm rot="0">
              <a:off x="1992" y="17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82" name=""/>
            <p:cNvSpPr/>
            <p:nvPr/>
          </p:nvSpPr>
          <p:spPr>
            <a:xfrm rot="0">
              <a:off x="1992" y="1713"/>
              <a:ext cx="28" cy="30"/>
            </a:xfrm>
            <a:custGeom>
              <a:avLst/>
              <a:ahLst/>
              <a:rect l="0" t="0" r="r" b="b"/>
              <a:pathLst>
                <a:path w="110" h="120">
                  <a:moveTo>
                    <a:pt x="0" y="86"/>
                  </a:moveTo>
                  <a:lnTo>
                    <a:pt x="29" y="103"/>
                  </a:lnTo>
                  <a:lnTo>
                    <a:pt x="58" y="120"/>
                  </a:lnTo>
                  <a:lnTo>
                    <a:pt x="110" y="34"/>
                  </a:lnTo>
                  <a:lnTo>
                    <a:pt x="81" y="17"/>
                  </a:lnTo>
                  <a:lnTo>
                    <a:pt x="53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83" name=""/>
            <p:cNvSpPr/>
            <p:nvPr/>
          </p:nvSpPr>
          <p:spPr>
            <a:xfrm rot="0">
              <a:off x="1992" y="1713"/>
              <a:ext cx="28" cy="30"/>
            </a:xfrm>
            <a:custGeom>
              <a:avLst/>
              <a:ahLst/>
              <a:rect l="0" t="0" r="r" b="b"/>
              <a:pathLst>
                <a:path w="110" h="120">
                  <a:moveTo>
                    <a:pt x="0" y="86"/>
                  </a:moveTo>
                  <a:lnTo>
                    <a:pt x="29" y="103"/>
                  </a:lnTo>
                  <a:lnTo>
                    <a:pt x="58" y="120"/>
                  </a:lnTo>
                  <a:lnTo>
                    <a:pt x="110" y="34"/>
                  </a:lnTo>
                  <a:lnTo>
                    <a:pt x="81" y="17"/>
                  </a:lnTo>
                  <a:lnTo>
                    <a:pt x="53" y="0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84" name=""/>
            <p:cNvSpPr/>
            <p:nvPr/>
          </p:nvSpPr>
          <p:spPr>
            <a:xfrm rot="0">
              <a:off x="2005" y="1713"/>
              <a:ext cx="8" cy="4"/>
            </a:xfrm>
            <a:custGeom>
              <a:avLst/>
              <a:ahLst/>
              <a:rect l="0" t="0" r="r" b="b"/>
              <a:pathLst>
                <a:path w="28" h="18">
                  <a:moveTo>
                    <a:pt x="28" y="18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85" name=""/>
            <p:cNvSpPr/>
            <p:nvPr/>
          </p:nvSpPr>
          <p:spPr>
            <a:xfrm rot="0" flipV="1">
              <a:off x="2005" y="17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86" name=""/>
            <p:cNvSpPr/>
            <p:nvPr/>
          </p:nvSpPr>
          <p:spPr>
            <a:xfrm rot="0">
              <a:off x="2006" y="1692"/>
              <a:ext cx="27" cy="30"/>
            </a:xfrm>
            <a:custGeom>
              <a:avLst/>
              <a:ahLst/>
              <a:rect l="0" t="0" r="r" b="b"/>
              <a:pathLst>
                <a:path w="109" h="121">
                  <a:moveTo>
                    <a:pt x="0" y="84"/>
                  </a:moveTo>
                  <a:lnTo>
                    <a:pt x="27" y="102"/>
                  </a:lnTo>
                  <a:lnTo>
                    <a:pt x="55" y="121"/>
                  </a:lnTo>
                  <a:lnTo>
                    <a:pt x="109" y="37"/>
                  </a:lnTo>
                  <a:lnTo>
                    <a:pt x="81" y="18"/>
                  </a:lnTo>
                  <a:lnTo>
                    <a:pt x="54" y="0"/>
                  </a:lnTo>
                  <a:lnTo>
                    <a:pt x="0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87" name=""/>
            <p:cNvSpPr/>
            <p:nvPr/>
          </p:nvSpPr>
          <p:spPr>
            <a:xfrm rot="0">
              <a:off x="2006" y="1692"/>
              <a:ext cx="27" cy="30"/>
            </a:xfrm>
            <a:custGeom>
              <a:avLst/>
              <a:ahLst/>
              <a:rect l="0" t="0" r="r" b="b"/>
              <a:pathLst>
                <a:path w="109" h="121">
                  <a:moveTo>
                    <a:pt x="0" y="84"/>
                  </a:moveTo>
                  <a:lnTo>
                    <a:pt x="27" y="102"/>
                  </a:lnTo>
                  <a:lnTo>
                    <a:pt x="55" y="121"/>
                  </a:lnTo>
                  <a:lnTo>
                    <a:pt x="109" y="37"/>
                  </a:lnTo>
                  <a:lnTo>
                    <a:pt x="81" y="18"/>
                  </a:lnTo>
                  <a:lnTo>
                    <a:pt x="54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88" name=""/>
            <p:cNvSpPr/>
            <p:nvPr/>
          </p:nvSpPr>
          <p:spPr>
            <a:xfrm rot="0">
              <a:off x="2019" y="1691"/>
              <a:ext cx="7" cy="5"/>
            </a:xfrm>
            <a:custGeom>
              <a:avLst/>
              <a:ahLst/>
              <a:rect l="0" t="0" r="r" b="b"/>
              <a:pathLst>
                <a:path w="27" h="20">
                  <a:moveTo>
                    <a:pt x="27" y="2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89" name=""/>
            <p:cNvSpPr/>
            <p:nvPr/>
          </p:nvSpPr>
          <p:spPr>
            <a:xfrm rot="0" flipV="1">
              <a:off x="2019" y="1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90" name=""/>
            <p:cNvSpPr/>
            <p:nvPr/>
          </p:nvSpPr>
          <p:spPr>
            <a:xfrm rot="0">
              <a:off x="2019" y="1671"/>
              <a:ext cx="28" cy="30"/>
            </a:xfrm>
            <a:custGeom>
              <a:avLst/>
              <a:ahLst/>
              <a:rect l="0" t="0" r="r" b="b"/>
              <a:pathLst>
                <a:path w="113" h="122">
                  <a:moveTo>
                    <a:pt x="0" y="82"/>
                  </a:moveTo>
                  <a:lnTo>
                    <a:pt x="27" y="102"/>
                  </a:lnTo>
                  <a:lnTo>
                    <a:pt x="55" y="122"/>
                  </a:lnTo>
                  <a:lnTo>
                    <a:pt x="113" y="39"/>
                  </a:lnTo>
                  <a:lnTo>
                    <a:pt x="85" y="19"/>
                  </a:lnTo>
                  <a:lnTo>
                    <a:pt x="58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91" name=""/>
            <p:cNvSpPr/>
            <p:nvPr/>
          </p:nvSpPr>
          <p:spPr>
            <a:xfrm rot="0">
              <a:off x="2019" y="1671"/>
              <a:ext cx="28" cy="30"/>
            </a:xfrm>
            <a:custGeom>
              <a:avLst/>
              <a:ahLst/>
              <a:rect l="0" t="0" r="r" b="b"/>
              <a:pathLst>
                <a:path w="113" h="122">
                  <a:moveTo>
                    <a:pt x="0" y="82"/>
                  </a:moveTo>
                  <a:lnTo>
                    <a:pt x="27" y="102"/>
                  </a:lnTo>
                  <a:lnTo>
                    <a:pt x="55" y="122"/>
                  </a:lnTo>
                  <a:lnTo>
                    <a:pt x="113" y="39"/>
                  </a:lnTo>
                  <a:lnTo>
                    <a:pt x="85" y="19"/>
                  </a:lnTo>
                  <a:lnTo>
                    <a:pt x="58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92" name=""/>
            <p:cNvSpPr/>
            <p:nvPr/>
          </p:nvSpPr>
          <p:spPr>
            <a:xfrm rot="0">
              <a:off x="2034" y="1671"/>
              <a:ext cx="7" cy="5"/>
            </a:xfrm>
            <a:custGeom>
              <a:avLst/>
              <a:ahLst/>
              <a:rect l="0" t="0" r="r" b="b"/>
              <a:pathLst>
                <a:path w="27" h="19">
                  <a:moveTo>
                    <a:pt x="27" y="1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93" name=""/>
            <p:cNvSpPr/>
            <p:nvPr/>
          </p:nvSpPr>
          <p:spPr>
            <a:xfrm rot="0">
              <a:off x="2034" y="16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94" name=""/>
            <p:cNvSpPr/>
            <p:nvPr/>
          </p:nvSpPr>
          <p:spPr>
            <a:xfrm rot="0">
              <a:off x="2034" y="1651"/>
              <a:ext cx="28" cy="30"/>
            </a:xfrm>
            <a:custGeom>
              <a:avLst/>
              <a:ahLst/>
              <a:rect l="0" t="0" r="r" b="b"/>
              <a:pathLst>
                <a:path w="113" h="120">
                  <a:moveTo>
                    <a:pt x="0" y="81"/>
                  </a:moveTo>
                  <a:lnTo>
                    <a:pt x="27" y="100"/>
                  </a:lnTo>
                  <a:lnTo>
                    <a:pt x="55" y="120"/>
                  </a:lnTo>
                  <a:lnTo>
                    <a:pt x="113" y="40"/>
                  </a:lnTo>
                  <a:lnTo>
                    <a:pt x="85" y="20"/>
                  </a:lnTo>
                  <a:lnTo>
                    <a:pt x="57" y="0"/>
                  </a:lnTo>
                  <a:lnTo>
                    <a:pt x="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95" name=""/>
            <p:cNvSpPr/>
            <p:nvPr/>
          </p:nvSpPr>
          <p:spPr>
            <a:xfrm rot="0">
              <a:off x="2034" y="1651"/>
              <a:ext cx="28" cy="30"/>
            </a:xfrm>
            <a:custGeom>
              <a:avLst/>
              <a:ahLst/>
              <a:rect l="0" t="0" r="r" b="b"/>
              <a:pathLst>
                <a:path w="113" h="120">
                  <a:moveTo>
                    <a:pt x="0" y="81"/>
                  </a:moveTo>
                  <a:lnTo>
                    <a:pt x="27" y="100"/>
                  </a:lnTo>
                  <a:lnTo>
                    <a:pt x="55" y="120"/>
                  </a:lnTo>
                  <a:lnTo>
                    <a:pt x="113" y="40"/>
                  </a:lnTo>
                  <a:lnTo>
                    <a:pt x="85" y="20"/>
                  </a:lnTo>
                  <a:lnTo>
                    <a:pt x="57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96" name=""/>
            <p:cNvSpPr/>
            <p:nvPr/>
          </p:nvSpPr>
          <p:spPr>
            <a:xfrm rot="0">
              <a:off x="2048" y="1650"/>
              <a:ext cx="7" cy="6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97" name=""/>
            <p:cNvSpPr/>
            <p:nvPr/>
          </p:nvSpPr>
          <p:spPr>
            <a:xfrm rot="0" flipV="1">
              <a:off x="2048" y="16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298" name=""/>
            <p:cNvSpPr/>
            <p:nvPr/>
          </p:nvSpPr>
          <p:spPr>
            <a:xfrm rot="0">
              <a:off x="2048" y="1631"/>
              <a:ext cx="29" cy="30"/>
            </a:xfrm>
            <a:custGeom>
              <a:avLst/>
              <a:ahLst/>
              <a:rect l="0" t="0" r="r" b="b"/>
              <a:pathLst>
                <a:path w="114" h="121">
                  <a:moveTo>
                    <a:pt x="0" y="79"/>
                  </a:moveTo>
                  <a:lnTo>
                    <a:pt x="26" y="100"/>
                  </a:lnTo>
                  <a:lnTo>
                    <a:pt x="52" y="121"/>
                  </a:lnTo>
                  <a:lnTo>
                    <a:pt x="114" y="42"/>
                  </a:lnTo>
                  <a:lnTo>
                    <a:pt x="88" y="21"/>
                  </a:lnTo>
                  <a:lnTo>
                    <a:pt x="62" y="0"/>
                  </a:lnTo>
                  <a:lnTo>
                    <a:pt x="0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299" name=""/>
            <p:cNvSpPr/>
            <p:nvPr/>
          </p:nvSpPr>
          <p:spPr>
            <a:xfrm rot="0">
              <a:off x="2048" y="1631"/>
              <a:ext cx="29" cy="30"/>
            </a:xfrm>
            <a:custGeom>
              <a:avLst/>
              <a:ahLst/>
              <a:rect l="0" t="0" r="r" b="b"/>
              <a:pathLst>
                <a:path w="114" h="121">
                  <a:moveTo>
                    <a:pt x="0" y="79"/>
                  </a:moveTo>
                  <a:lnTo>
                    <a:pt x="26" y="100"/>
                  </a:lnTo>
                  <a:lnTo>
                    <a:pt x="52" y="121"/>
                  </a:lnTo>
                  <a:lnTo>
                    <a:pt x="114" y="42"/>
                  </a:lnTo>
                  <a:lnTo>
                    <a:pt x="88" y="21"/>
                  </a:lnTo>
                  <a:lnTo>
                    <a:pt x="62" y="0"/>
                  </a:lnTo>
                  <a:lnTo>
                    <a:pt x="0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00" name=""/>
            <p:cNvSpPr/>
            <p:nvPr/>
          </p:nvSpPr>
          <p:spPr>
            <a:xfrm rot="0">
              <a:off x="2064" y="1631"/>
              <a:ext cx="6" cy="5"/>
            </a:xfrm>
            <a:custGeom>
              <a:avLst/>
              <a:ahLst/>
              <a:rect l="0" t="0" r="r" b="b"/>
              <a:pathLst>
                <a:path w="26" h="21">
                  <a:moveTo>
                    <a:pt x="26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01" name=""/>
            <p:cNvSpPr/>
            <p:nvPr/>
          </p:nvSpPr>
          <p:spPr>
            <a:xfrm rot="0">
              <a:off x="2064" y="1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02" name=""/>
            <p:cNvSpPr/>
            <p:nvPr/>
          </p:nvSpPr>
          <p:spPr>
            <a:xfrm rot="0">
              <a:off x="2064" y="1612"/>
              <a:ext cx="28" cy="29"/>
            </a:xfrm>
            <a:custGeom>
              <a:avLst/>
              <a:ahLst/>
              <a:rect l="0" t="0" r="r" b="b"/>
              <a:pathLst>
                <a:path w="114" h="117">
                  <a:moveTo>
                    <a:pt x="0" y="75"/>
                  </a:moveTo>
                  <a:lnTo>
                    <a:pt x="26" y="96"/>
                  </a:lnTo>
                  <a:lnTo>
                    <a:pt x="52" y="117"/>
                  </a:lnTo>
                  <a:lnTo>
                    <a:pt x="114" y="42"/>
                  </a:lnTo>
                  <a:lnTo>
                    <a:pt x="88" y="21"/>
                  </a:lnTo>
                  <a:lnTo>
                    <a:pt x="61" y="0"/>
                  </a:lnTo>
                  <a:lnTo>
                    <a:pt x="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03" name=""/>
            <p:cNvSpPr/>
            <p:nvPr/>
          </p:nvSpPr>
          <p:spPr>
            <a:xfrm rot="0">
              <a:off x="2064" y="1612"/>
              <a:ext cx="28" cy="29"/>
            </a:xfrm>
            <a:custGeom>
              <a:avLst/>
              <a:ahLst/>
              <a:rect l="0" t="0" r="r" b="b"/>
              <a:pathLst>
                <a:path w="114" h="117">
                  <a:moveTo>
                    <a:pt x="0" y="75"/>
                  </a:moveTo>
                  <a:lnTo>
                    <a:pt x="26" y="96"/>
                  </a:lnTo>
                  <a:lnTo>
                    <a:pt x="52" y="117"/>
                  </a:lnTo>
                  <a:lnTo>
                    <a:pt x="114" y="42"/>
                  </a:lnTo>
                  <a:lnTo>
                    <a:pt x="88" y="21"/>
                  </a:lnTo>
                  <a:lnTo>
                    <a:pt x="61" y="0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04" name=""/>
            <p:cNvSpPr/>
            <p:nvPr/>
          </p:nvSpPr>
          <p:spPr>
            <a:xfrm rot="0">
              <a:off x="2079" y="1611"/>
              <a:ext cx="7" cy="6"/>
            </a:xfrm>
            <a:custGeom>
              <a:avLst/>
              <a:ahLst/>
              <a:rect l="0" t="0" r="r" b="b"/>
              <a:pathLst>
                <a:path w="27" h="22">
                  <a:moveTo>
                    <a:pt x="27" y="22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05" name=""/>
            <p:cNvSpPr/>
            <p:nvPr/>
          </p:nvSpPr>
          <p:spPr>
            <a:xfrm rot="0" flipV="1">
              <a:off x="2079" y="16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06" name=""/>
            <p:cNvSpPr/>
            <p:nvPr/>
          </p:nvSpPr>
          <p:spPr>
            <a:xfrm rot="0">
              <a:off x="2080" y="1593"/>
              <a:ext cx="28" cy="30"/>
            </a:xfrm>
            <a:custGeom>
              <a:avLst/>
              <a:ahLst/>
              <a:rect l="0" t="0" r="r" b="b"/>
              <a:pathLst>
                <a:path w="114" h="117">
                  <a:moveTo>
                    <a:pt x="0" y="72"/>
                  </a:moveTo>
                  <a:lnTo>
                    <a:pt x="25" y="94"/>
                  </a:lnTo>
                  <a:lnTo>
                    <a:pt x="50" y="117"/>
                  </a:lnTo>
                  <a:lnTo>
                    <a:pt x="114" y="44"/>
                  </a:lnTo>
                  <a:lnTo>
                    <a:pt x="89" y="22"/>
                  </a:lnTo>
                  <a:lnTo>
                    <a:pt x="64" y="0"/>
                  </a:lnTo>
                  <a:lnTo>
                    <a:pt x="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07" name=""/>
            <p:cNvSpPr/>
            <p:nvPr/>
          </p:nvSpPr>
          <p:spPr>
            <a:xfrm rot="0">
              <a:off x="2080" y="1593"/>
              <a:ext cx="28" cy="30"/>
            </a:xfrm>
            <a:custGeom>
              <a:avLst/>
              <a:ahLst/>
              <a:rect l="0" t="0" r="r" b="b"/>
              <a:pathLst>
                <a:path w="114" h="117">
                  <a:moveTo>
                    <a:pt x="0" y="72"/>
                  </a:moveTo>
                  <a:lnTo>
                    <a:pt x="25" y="94"/>
                  </a:lnTo>
                  <a:lnTo>
                    <a:pt x="50" y="117"/>
                  </a:lnTo>
                  <a:lnTo>
                    <a:pt x="114" y="44"/>
                  </a:lnTo>
                  <a:lnTo>
                    <a:pt x="89" y="22"/>
                  </a:lnTo>
                  <a:lnTo>
                    <a:pt x="64" y="0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08" name=""/>
            <p:cNvSpPr/>
            <p:nvPr/>
          </p:nvSpPr>
          <p:spPr>
            <a:xfrm rot="0">
              <a:off x="2096" y="1593"/>
              <a:ext cx="6" cy="6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09" name=""/>
            <p:cNvSpPr/>
            <p:nvPr/>
          </p:nvSpPr>
          <p:spPr>
            <a:xfrm rot="0">
              <a:off x="2096" y="15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10" name=""/>
            <p:cNvSpPr/>
            <p:nvPr/>
          </p:nvSpPr>
          <p:spPr>
            <a:xfrm rot="0">
              <a:off x="2096" y="1576"/>
              <a:ext cx="29" cy="29"/>
            </a:xfrm>
            <a:custGeom>
              <a:avLst/>
              <a:ahLst/>
              <a:rect l="0" t="0" r="r" b="b"/>
              <a:pathLst>
                <a:path w="116" h="115">
                  <a:moveTo>
                    <a:pt x="0" y="71"/>
                  </a:moveTo>
                  <a:lnTo>
                    <a:pt x="25" y="93"/>
                  </a:lnTo>
                  <a:lnTo>
                    <a:pt x="50" y="115"/>
                  </a:lnTo>
                  <a:lnTo>
                    <a:pt x="116" y="44"/>
                  </a:lnTo>
                  <a:lnTo>
                    <a:pt x="91" y="22"/>
                  </a:lnTo>
                  <a:lnTo>
                    <a:pt x="66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11" name=""/>
            <p:cNvSpPr/>
            <p:nvPr/>
          </p:nvSpPr>
          <p:spPr>
            <a:xfrm rot="0">
              <a:off x="2096" y="1576"/>
              <a:ext cx="29" cy="29"/>
            </a:xfrm>
            <a:custGeom>
              <a:avLst/>
              <a:ahLst/>
              <a:rect l="0" t="0" r="r" b="b"/>
              <a:pathLst>
                <a:path w="116" h="115">
                  <a:moveTo>
                    <a:pt x="0" y="71"/>
                  </a:moveTo>
                  <a:lnTo>
                    <a:pt x="25" y="93"/>
                  </a:lnTo>
                  <a:lnTo>
                    <a:pt x="50" y="115"/>
                  </a:lnTo>
                  <a:lnTo>
                    <a:pt x="116" y="44"/>
                  </a:lnTo>
                  <a:lnTo>
                    <a:pt x="91" y="22"/>
                  </a:lnTo>
                  <a:lnTo>
                    <a:pt x="66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12" name=""/>
            <p:cNvSpPr/>
            <p:nvPr/>
          </p:nvSpPr>
          <p:spPr>
            <a:xfrm rot="0">
              <a:off x="2112" y="1575"/>
              <a:ext cx="6" cy="6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13" name=""/>
            <p:cNvSpPr/>
            <p:nvPr/>
          </p:nvSpPr>
          <p:spPr>
            <a:xfrm rot="0" flipV="1">
              <a:off x="2112" y="1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14" name=""/>
            <p:cNvSpPr/>
            <p:nvPr/>
          </p:nvSpPr>
          <p:spPr>
            <a:xfrm rot="0">
              <a:off x="2113" y="1559"/>
              <a:ext cx="28" cy="28"/>
            </a:xfrm>
            <a:custGeom>
              <a:avLst/>
              <a:ahLst/>
              <a:rect l="0" t="0" r="r" b="b"/>
              <a:pathLst>
                <a:path w="114" h="113">
                  <a:moveTo>
                    <a:pt x="0" y="65"/>
                  </a:moveTo>
                  <a:lnTo>
                    <a:pt x="24" y="89"/>
                  </a:lnTo>
                  <a:lnTo>
                    <a:pt x="47" y="113"/>
                  </a:lnTo>
                  <a:lnTo>
                    <a:pt x="114" y="47"/>
                  </a:lnTo>
                  <a:lnTo>
                    <a:pt x="91" y="23"/>
                  </a:lnTo>
                  <a:lnTo>
                    <a:pt x="67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15" name=""/>
            <p:cNvSpPr/>
            <p:nvPr/>
          </p:nvSpPr>
          <p:spPr>
            <a:xfrm rot="0">
              <a:off x="2113" y="1559"/>
              <a:ext cx="28" cy="28"/>
            </a:xfrm>
            <a:custGeom>
              <a:avLst/>
              <a:ahLst/>
              <a:rect l="0" t="0" r="r" b="b"/>
              <a:pathLst>
                <a:path w="114" h="113">
                  <a:moveTo>
                    <a:pt x="0" y="65"/>
                  </a:moveTo>
                  <a:lnTo>
                    <a:pt x="24" y="89"/>
                  </a:lnTo>
                  <a:lnTo>
                    <a:pt x="47" y="113"/>
                  </a:lnTo>
                  <a:lnTo>
                    <a:pt x="114" y="47"/>
                  </a:lnTo>
                  <a:lnTo>
                    <a:pt x="91" y="23"/>
                  </a:lnTo>
                  <a:lnTo>
                    <a:pt x="67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16" name=""/>
            <p:cNvSpPr/>
            <p:nvPr/>
          </p:nvSpPr>
          <p:spPr>
            <a:xfrm rot="0">
              <a:off x="2129" y="1559"/>
              <a:ext cx="6" cy="6"/>
            </a:xfrm>
            <a:custGeom>
              <a:avLst/>
              <a:ahLst/>
              <a:rect l="0" t="0" r="r" b="b"/>
              <a:pathLst>
                <a:path w="24" h="23">
                  <a:moveTo>
                    <a:pt x="24" y="2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17" name=""/>
            <p:cNvSpPr/>
            <p:nvPr/>
          </p:nvSpPr>
          <p:spPr>
            <a:xfrm rot="0">
              <a:off x="2129" y="15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18" name=""/>
            <p:cNvSpPr/>
            <p:nvPr/>
          </p:nvSpPr>
          <p:spPr>
            <a:xfrm rot="0">
              <a:off x="2129" y="1543"/>
              <a:ext cx="29" cy="28"/>
            </a:xfrm>
            <a:custGeom>
              <a:avLst/>
              <a:ahLst/>
              <a:rect l="0" t="0" r="r" b="b"/>
              <a:pathLst>
                <a:path w="114" h="112">
                  <a:moveTo>
                    <a:pt x="0" y="65"/>
                  </a:moveTo>
                  <a:lnTo>
                    <a:pt x="24" y="88"/>
                  </a:lnTo>
                  <a:lnTo>
                    <a:pt x="47" y="112"/>
                  </a:lnTo>
                  <a:lnTo>
                    <a:pt x="114" y="48"/>
                  </a:lnTo>
                  <a:lnTo>
                    <a:pt x="91" y="24"/>
                  </a:lnTo>
                  <a:lnTo>
                    <a:pt x="67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19" name=""/>
            <p:cNvSpPr/>
            <p:nvPr/>
          </p:nvSpPr>
          <p:spPr>
            <a:xfrm rot="0">
              <a:off x="2129" y="1543"/>
              <a:ext cx="29" cy="28"/>
            </a:xfrm>
            <a:custGeom>
              <a:avLst/>
              <a:ahLst/>
              <a:rect l="0" t="0" r="r" b="b"/>
              <a:pathLst>
                <a:path w="114" h="112">
                  <a:moveTo>
                    <a:pt x="0" y="65"/>
                  </a:moveTo>
                  <a:lnTo>
                    <a:pt x="24" y="88"/>
                  </a:lnTo>
                  <a:lnTo>
                    <a:pt x="47" y="112"/>
                  </a:lnTo>
                  <a:lnTo>
                    <a:pt x="114" y="48"/>
                  </a:lnTo>
                  <a:lnTo>
                    <a:pt x="91" y="24"/>
                  </a:lnTo>
                  <a:lnTo>
                    <a:pt x="67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20" name=""/>
            <p:cNvSpPr/>
            <p:nvPr/>
          </p:nvSpPr>
          <p:spPr>
            <a:xfrm rot="0">
              <a:off x="2146" y="1542"/>
              <a:ext cx="6" cy="7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21" name=""/>
            <p:cNvSpPr/>
            <p:nvPr/>
          </p:nvSpPr>
          <p:spPr>
            <a:xfrm rot="0" flipV="1">
              <a:off x="2146" y="15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22" name=""/>
            <p:cNvSpPr/>
            <p:nvPr/>
          </p:nvSpPr>
          <p:spPr>
            <a:xfrm rot="0">
              <a:off x="2146" y="1527"/>
              <a:ext cx="29" cy="28"/>
            </a:xfrm>
            <a:custGeom>
              <a:avLst/>
              <a:ahLst/>
              <a:rect l="0" t="0" r="r" b="b"/>
              <a:pathLst>
                <a:path w="115" h="111">
                  <a:moveTo>
                    <a:pt x="0" y="61"/>
                  </a:moveTo>
                  <a:lnTo>
                    <a:pt x="23" y="86"/>
                  </a:lnTo>
                  <a:lnTo>
                    <a:pt x="45" y="111"/>
                  </a:lnTo>
                  <a:lnTo>
                    <a:pt x="115" y="50"/>
                  </a:lnTo>
                  <a:lnTo>
                    <a:pt x="92" y="25"/>
                  </a:lnTo>
                  <a:lnTo>
                    <a:pt x="7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23" name=""/>
            <p:cNvSpPr/>
            <p:nvPr/>
          </p:nvSpPr>
          <p:spPr>
            <a:xfrm rot="0">
              <a:off x="2146" y="1527"/>
              <a:ext cx="29" cy="28"/>
            </a:xfrm>
            <a:custGeom>
              <a:avLst/>
              <a:ahLst/>
              <a:rect l="0" t="0" r="r" b="b"/>
              <a:pathLst>
                <a:path w="115" h="111">
                  <a:moveTo>
                    <a:pt x="0" y="61"/>
                  </a:moveTo>
                  <a:lnTo>
                    <a:pt x="23" y="86"/>
                  </a:lnTo>
                  <a:lnTo>
                    <a:pt x="45" y="111"/>
                  </a:lnTo>
                  <a:lnTo>
                    <a:pt x="115" y="50"/>
                  </a:lnTo>
                  <a:lnTo>
                    <a:pt x="92" y="25"/>
                  </a:lnTo>
                  <a:lnTo>
                    <a:pt x="70" y="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24" name=""/>
            <p:cNvSpPr/>
            <p:nvPr/>
          </p:nvSpPr>
          <p:spPr>
            <a:xfrm rot="0">
              <a:off x="2164" y="1527"/>
              <a:ext cx="5" cy="7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25" name=""/>
            <p:cNvSpPr/>
            <p:nvPr/>
          </p:nvSpPr>
          <p:spPr>
            <a:xfrm rot="0" flipV="1">
              <a:off x="2164" y="15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26" name=""/>
            <p:cNvSpPr/>
            <p:nvPr/>
          </p:nvSpPr>
          <p:spPr>
            <a:xfrm rot="0">
              <a:off x="2164" y="1513"/>
              <a:ext cx="28" cy="27"/>
            </a:xfrm>
            <a:custGeom>
              <a:avLst/>
              <a:ahLst/>
              <a:rect l="0" t="0" r="r" b="b"/>
              <a:pathLst>
                <a:path w="112" h="109">
                  <a:moveTo>
                    <a:pt x="0" y="56"/>
                  </a:moveTo>
                  <a:lnTo>
                    <a:pt x="21" y="82"/>
                  </a:lnTo>
                  <a:lnTo>
                    <a:pt x="42" y="109"/>
                  </a:lnTo>
                  <a:lnTo>
                    <a:pt x="112" y="52"/>
                  </a:lnTo>
                  <a:lnTo>
                    <a:pt x="91" y="26"/>
                  </a:lnTo>
                  <a:lnTo>
                    <a:pt x="70" y="0"/>
                  </a:lnTo>
                  <a:lnTo>
                    <a:pt x="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27" name=""/>
            <p:cNvSpPr/>
            <p:nvPr/>
          </p:nvSpPr>
          <p:spPr>
            <a:xfrm rot="0">
              <a:off x="2164" y="1513"/>
              <a:ext cx="28" cy="27"/>
            </a:xfrm>
            <a:custGeom>
              <a:avLst/>
              <a:ahLst/>
              <a:rect l="0" t="0" r="r" b="b"/>
              <a:pathLst>
                <a:path w="112" h="109">
                  <a:moveTo>
                    <a:pt x="0" y="56"/>
                  </a:moveTo>
                  <a:lnTo>
                    <a:pt x="21" y="82"/>
                  </a:lnTo>
                  <a:lnTo>
                    <a:pt x="42" y="109"/>
                  </a:lnTo>
                  <a:lnTo>
                    <a:pt x="112" y="52"/>
                  </a:lnTo>
                  <a:lnTo>
                    <a:pt x="91" y="26"/>
                  </a:lnTo>
                  <a:lnTo>
                    <a:pt x="70" y="0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28" name=""/>
            <p:cNvSpPr/>
            <p:nvPr/>
          </p:nvSpPr>
          <p:spPr>
            <a:xfrm rot="0">
              <a:off x="2182" y="1513"/>
              <a:ext cx="5" cy="6"/>
            </a:xfrm>
            <a:custGeom>
              <a:avLst/>
              <a:ahLst/>
              <a:rect l="0" t="0" r="r" b="b"/>
              <a:pathLst>
                <a:path w="21" h="26">
                  <a:moveTo>
                    <a:pt x="21" y="26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29" name=""/>
            <p:cNvSpPr/>
            <p:nvPr/>
          </p:nvSpPr>
          <p:spPr>
            <a:xfrm rot="0">
              <a:off x="2182" y="15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30" name=""/>
            <p:cNvSpPr/>
            <p:nvPr/>
          </p:nvSpPr>
          <p:spPr>
            <a:xfrm rot="0">
              <a:off x="2182" y="1500"/>
              <a:ext cx="27" cy="26"/>
            </a:xfrm>
            <a:custGeom>
              <a:avLst/>
              <a:ahLst/>
              <a:rect l="0" t="0" r="r" b="b"/>
              <a:pathLst>
                <a:path w="111" h="105">
                  <a:moveTo>
                    <a:pt x="0" y="53"/>
                  </a:moveTo>
                  <a:lnTo>
                    <a:pt x="20" y="79"/>
                  </a:lnTo>
                  <a:lnTo>
                    <a:pt x="40" y="105"/>
                  </a:lnTo>
                  <a:lnTo>
                    <a:pt x="111" y="53"/>
                  </a:lnTo>
                  <a:lnTo>
                    <a:pt x="91" y="26"/>
                  </a:lnTo>
                  <a:lnTo>
                    <a:pt x="71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31" name=""/>
            <p:cNvSpPr/>
            <p:nvPr/>
          </p:nvSpPr>
          <p:spPr>
            <a:xfrm rot="0">
              <a:off x="2182" y="1500"/>
              <a:ext cx="27" cy="26"/>
            </a:xfrm>
            <a:custGeom>
              <a:avLst/>
              <a:ahLst/>
              <a:rect l="0" t="0" r="r" b="b"/>
              <a:pathLst>
                <a:path w="111" h="105">
                  <a:moveTo>
                    <a:pt x="0" y="53"/>
                  </a:moveTo>
                  <a:lnTo>
                    <a:pt x="20" y="79"/>
                  </a:lnTo>
                  <a:lnTo>
                    <a:pt x="40" y="105"/>
                  </a:lnTo>
                  <a:lnTo>
                    <a:pt x="111" y="53"/>
                  </a:lnTo>
                  <a:lnTo>
                    <a:pt x="91" y="26"/>
                  </a:lnTo>
                  <a:lnTo>
                    <a:pt x="71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32" name=""/>
            <p:cNvSpPr/>
            <p:nvPr/>
          </p:nvSpPr>
          <p:spPr>
            <a:xfrm rot="0">
              <a:off x="2200" y="1499"/>
              <a:ext cx="5" cy="7"/>
            </a:xfrm>
            <a:custGeom>
              <a:avLst/>
              <a:ahLst/>
              <a:rect l="0" t="0" r="r" b="b"/>
              <a:pathLst>
                <a:path w="20" h="27">
                  <a:moveTo>
                    <a:pt x="20" y="27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33" name=""/>
            <p:cNvSpPr/>
            <p:nvPr/>
          </p:nvSpPr>
          <p:spPr>
            <a:xfrm rot="0" flipV="1">
              <a:off x="2200" y="1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34" name=""/>
            <p:cNvSpPr/>
            <p:nvPr/>
          </p:nvSpPr>
          <p:spPr>
            <a:xfrm rot="0">
              <a:off x="2200" y="1487"/>
              <a:ext cx="27" cy="26"/>
            </a:xfrm>
            <a:custGeom>
              <a:avLst/>
              <a:ahLst/>
              <a:rect l="0" t="0" r="r" b="b"/>
              <a:pathLst>
                <a:path w="109" h="104">
                  <a:moveTo>
                    <a:pt x="0" y="49"/>
                  </a:moveTo>
                  <a:lnTo>
                    <a:pt x="20" y="76"/>
                  </a:lnTo>
                  <a:lnTo>
                    <a:pt x="40" y="104"/>
                  </a:lnTo>
                  <a:lnTo>
                    <a:pt x="109" y="55"/>
                  </a:lnTo>
                  <a:lnTo>
                    <a:pt x="90" y="28"/>
                  </a:lnTo>
                  <a:lnTo>
                    <a:pt x="70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35" name=""/>
            <p:cNvSpPr/>
            <p:nvPr/>
          </p:nvSpPr>
          <p:spPr>
            <a:xfrm rot="0">
              <a:off x="2200" y="1487"/>
              <a:ext cx="27" cy="26"/>
            </a:xfrm>
            <a:custGeom>
              <a:avLst/>
              <a:ahLst/>
              <a:rect l="0" t="0" r="r" b="b"/>
              <a:pathLst>
                <a:path w="109" h="104">
                  <a:moveTo>
                    <a:pt x="0" y="49"/>
                  </a:moveTo>
                  <a:lnTo>
                    <a:pt x="20" y="76"/>
                  </a:lnTo>
                  <a:lnTo>
                    <a:pt x="40" y="104"/>
                  </a:lnTo>
                  <a:lnTo>
                    <a:pt x="109" y="55"/>
                  </a:lnTo>
                  <a:lnTo>
                    <a:pt x="90" y="28"/>
                  </a:lnTo>
                  <a:lnTo>
                    <a:pt x="70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36" name=""/>
            <p:cNvSpPr/>
            <p:nvPr/>
          </p:nvSpPr>
          <p:spPr>
            <a:xfrm rot="0">
              <a:off x="2217" y="1487"/>
              <a:ext cx="5" cy="7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37" name=""/>
            <p:cNvSpPr/>
            <p:nvPr/>
          </p:nvSpPr>
          <p:spPr>
            <a:xfrm rot="0">
              <a:off x="2217" y="14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38" name=""/>
            <p:cNvSpPr/>
            <p:nvPr/>
          </p:nvSpPr>
          <p:spPr>
            <a:xfrm rot="0">
              <a:off x="2217" y="1476"/>
              <a:ext cx="27" cy="25"/>
            </a:xfrm>
            <a:custGeom>
              <a:avLst/>
              <a:ahLst/>
              <a:rect l="0" t="0" r="r" b="b"/>
              <a:pathLst>
                <a:path w="108" h="101">
                  <a:moveTo>
                    <a:pt x="0" y="46"/>
                  </a:moveTo>
                  <a:lnTo>
                    <a:pt x="19" y="74"/>
                  </a:lnTo>
                  <a:lnTo>
                    <a:pt x="37" y="101"/>
                  </a:lnTo>
                  <a:lnTo>
                    <a:pt x="108" y="55"/>
                  </a:lnTo>
                  <a:lnTo>
                    <a:pt x="90" y="28"/>
                  </a:lnTo>
                  <a:lnTo>
                    <a:pt x="71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39" name=""/>
            <p:cNvSpPr/>
            <p:nvPr/>
          </p:nvSpPr>
          <p:spPr>
            <a:xfrm rot="0">
              <a:off x="2217" y="1476"/>
              <a:ext cx="27" cy="25"/>
            </a:xfrm>
            <a:custGeom>
              <a:avLst/>
              <a:ahLst/>
              <a:rect l="0" t="0" r="r" b="b"/>
              <a:pathLst>
                <a:path w="108" h="101">
                  <a:moveTo>
                    <a:pt x="0" y="46"/>
                  </a:moveTo>
                  <a:lnTo>
                    <a:pt x="19" y="74"/>
                  </a:lnTo>
                  <a:lnTo>
                    <a:pt x="37" y="101"/>
                  </a:lnTo>
                  <a:lnTo>
                    <a:pt x="108" y="55"/>
                  </a:lnTo>
                  <a:lnTo>
                    <a:pt x="90" y="28"/>
                  </a:lnTo>
                  <a:lnTo>
                    <a:pt x="71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40" name=""/>
            <p:cNvSpPr/>
            <p:nvPr/>
          </p:nvSpPr>
          <p:spPr>
            <a:xfrm rot="0">
              <a:off x="2235" y="1474"/>
              <a:ext cx="13" cy="16"/>
            </a:xfrm>
            <a:custGeom>
              <a:avLst/>
              <a:ahLst/>
              <a:rect l="0" t="0" r="r" b="b"/>
              <a:pathLst>
                <a:path w="51" h="60">
                  <a:moveTo>
                    <a:pt x="19" y="33"/>
                  </a:moveTo>
                  <a:lnTo>
                    <a:pt x="0" y="5"/>
                  </a:lnTo>
                  <a:lnTo>
                    <a:pt x="9" y="0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40" y="6"/>
                  </a:lnTo>
                  <a:lnTo>
                    <a:pt x="46" y="14"/>
                  </a:lnTo>
                  <a:lnTo>
                    <a:pt x="51" y="24"/>
                  </a:lnTo>
                  <a:lnTo>
                    <a:pt x="51" y="34"/>
                  </a:lnTo>
                  <a:lnTo>
                    <a:pt x="50" y="45"/>
                  </a:lnTo>
                  <a:lnTo>
                    <a:pt x="45" y="54"/>
                  </a:lnTo>
                  <a:lnTo>
                    <a:pt x="37" y="60"/>
                  </a:lnTo>
                  <a:lnTo>
                    <a:pt x="1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41" name=""/>
            <p:cNvSpPr/>
            <p:nvPr/>
          </p:nvSpPr>
          <p:spPr>
            <a:xfrm rot="0">
              <a:off x="2235" y="1474"/>
              <a:ext cx="13" cy="16"/>
            </a:xfrm>
            <a:custGeom>
              <a:avLst/>
              <a:ahLst/>
              <a:rect l="0" t="0" r="r" b="b"/>
              <a:pathLst>
                <a:path w="51" h="60">
                  <a:moveTo>
                    <a:pt x="0" y="5"/>
                  </a:moveTo>
                  <a:lnTo>
                    <a:pt x="9" y="0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40" y="6"/>
                  </a:lnTo>
                  <a:lnTo>
                    <a:pt x="46" y="14"/>
                  </a:lnTo>
                  <a:lnTo>
                    <a:pt x="51" y="24"/>
                  </a:lnTo>
                  <a:lnTo>
                    <a:pt x="51" y="34"/>
                  </a:lnTo>
                  <a:lnTo>
                    <a:pt x="50" y="45"/>
                  </a:lnTo>
                  <a:lnTo>
                    <a:pt x="45" y="54"/>
                  </a:lnTo>
                  <a:lnTo>
                    <a:pt x="3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42" name=""/>
            <p:cNvSpPr/>
            <p:nvPr/>
          </p:nvSpPr>
          <p:spPr>
            <a:xfrm rot="0">
              <a:off x="2231" y="1475"/>
              <a:ext cx="13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33" y="29"/>
                  </a:moveTo>
                  <a:lnTo>
                    <a:pt x="50" y="58"/>
                  </a:lnTo>
                  <a:lnTo>
                    <a:pt x="39" y="62"/>
                  </a:lnTo>
                  <a:lnTo>
                    <a:pt x="29" y="62"/>
                  </a:lnTo>
                  <a:lnTo>
                    <a:pt x="18" y="59"/>
                  </a:lnTo>
                  <a:lnTo>
                    <a:pt x="10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2" y="14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43" name=""/>
            <p:cNvSpPr/>
            <p:nvPr/>
          </p:nvSpPr>
          <p:spPr>
            <a:xfrm rot="0">
              <a:off x="2231" y="1475"/>
              <a:ext cx="13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50" y="58"/>
                  </a:moveTo>
                  <a:lnTo>
                    <a:pt x="39" y="62"/>
                  </a:lnTo>
                  <a:lnTo>
                    <a:pt x="29" y="62"/>
                  </a:lnTo>
                  <a:lnTo>
                    <a:pt x="18" y="59"/>
                  </a:lnTo>
                  <a:lnTo>
                    <a:pt x="10" y="54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2" y="14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44" name=""/>
            <p:cNvSpPr/>
            <p:nvPr/>
          </p:nvSpPr>
          <p:spPr>
            <a:xfrm rot="0">
              <a:off x="2235" y="1465"/>
              <a:ext cx="27" cy="25"/>
            </a:xfrm>
            <a:custGeom>
              <a:avLst/>
              <a:ahLst/>
              <a:rect l="0" t="0" r="r" b="b"/>
              <a:pathLst>
                <a:path w="106" h="99">
                  <a:moveTo>
                    <a:pt x="0" y="41"/>
                  </a:moveTo>
                  <a:lnTo>
                    <a:pt x="17" y="70"/>
                  </a:lnTo>
                  <a:lnTo>
                    <a:pt x="34" y="99"/>
                  </a:lnTo>
                  <a:lnTo>
                    <a:pt x="106" y="58"/>
                  </a:lnTo>
                  <a:lnTo>
                    <a:pt x="89" y="29"/>
                  </a:lnTo>
                  <a:lnTo>
                    <a:pt x="72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45" name=""/>
            <p:cNvSpPr/>
            <p:nvPr/>
          </p:nvSpPr>
          <p:spPr>
            <a:xfrm rot="0">
              <a:off x="2235" y="1465"/>
              <a:ext cx="27" cy="25"/>
            </a:xfrm>
            <a:custGeom>
              <a:avLst/>
              <a:ahLst/>
              <a:rect l="0" t="0" r="r" b="b"/>
              <a:pathLst>
                <a:path w="106" h="99">
                  <a:moveTo>
                    <a:pt x="0" y="41"/>
                  </a:moveTo>
                  <a:lnTo>
                    <a:pt x="17" y="70"/>
                  </a:lnTo>
                  <a:lnTo>
                    <a:pt x="34" y="99"/>
                  </a:lnTo>
                  <a:lnTo>
                    <a:pt x="106" y="58"/>
                  </a:lnTo>
                  <a:lnTo>
                    <a:pt x="89" y="29"/>
                  </a:lnTo>
                  <a:lnTo>
                    <a:pt x="72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46" name=""/>
            <p:cNvSpPr/>
            <p:nvPr/>
          </p:nvSpPr>
          <p:spPr>
            <a:xfrm rot="0">
              <a:off x="2253" y="1465"/>
              <a:ext cx="5" cy="7"/>
            </a:xfrm>
            <a:custGeom>
              <a:avLst/>
              <a:ahLst/>
              <a:rect l="0" t="0" r="r" b="b"/>
              <a:pathLst>
                <a:path w="17" h="30">
                  <a:moveTo>
                    <a:pt x="17" y="3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47" name=""/>
            <p:cNvSpPr/>
            <p:nvPr/>
          </p:nvSpPr>
          <p:spPr>
            <a:xfrm rot="0" flipV="1">
              <a:off x="2253" y="14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48" name=""/>
            <p:cNvSpPr/>
            <p:nvPr/>
          </p:nvSpPr>
          <p:spPr>
            <a:xfrm rot="0">
              <a:off x="2254" y="1456"/>
              <a:ext cx="25" cy="24"/>
            </a:xfrm>
            <a:custGeom>
              <a:avLst/>
              <a:ahLst/>
              <a:rect l="0" t="0" r="r" b="b"/>
              <a:pathLst>
                <a:path w="103" h="97">
                  <a:moveTo>
                    <a:pt x="0" y="37"/>
                  </a:moveTo>
                  <a:lnTo>
                    <a:pt x="16" y="67"/>
                  </a:lnTo>
                  <a:lnTo>
                    <a:pt x="32" y="97"/>
                  </a:lnTo>
                  <a:lnTo>
                    <a:pt x="103" y="60"/>
                  </a:lnTo>
                  <a:lnTo>
                    <a:pt x="87" y="30"/>
                  </a:lnTo>
                  <a:lnTo>
                    <a:pt x="71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49" name=""/>
            <p:cNvSpPr/>
            <p:nvPr/>
          </p:nvSpPr>
          <p:spPr>
            <a:xfrm rot="0">
              <a:off x="2254" y="1456"/>
              <a:ext cx="25" cy="24"/>
            </a:xfrm>
            <a:custGeom>
              <a:avLst/>
              <a:ahLst/>
              <a:rect l="0" t="0" r="r" b="b"/>
              <a:pathLst>
                <a:path w="103" h="97">
                  <a:moveTo>
                    <a:pt x="0" y="37"/>
                  </a:moveTo>
                  <a:lnTo>
                    <a:pt x="16" y="67"/>
                  </a:lnTo>
                  <a:lnTo>
                    <a:pt x="32" y="97"/>
                  </a:lnTo>
                  <a:lnTo>
                    <a:pt x="103" y="60"/>
                  </a:lnTo>
                  <a:lnTo>
                    <a:pt x="87" y="30"/>
                  </a:lnTo>
                  <a:lnTo>
                    <a:pt x="71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50" name=""/>
            <p:cNvSpPr/>
            <p:nvPr/>
          </p:nvSpPr>
          <p:spPr>
            <a:xfrm rot="0">
              <a:off x="2272" y="1456"/>
              <a:ext cx="3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51" name=""/>
            <p:cNvSpPr/>
            <p:nvPr/>
          </p:nvSpPr>
          <p:spPr>
            <a:xfrm rot="0">
              <a:off x="2272" y="14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52" name=""/>
            <p:cNvSpPr/>
            <p:nvPr/>
          </p:nvSpPr>
          <p:spPr>
            <a:xfrm rot="0">
              <a:off x="2272" y="1448"/>
              <a:ext cx="25" cy="23"/>
            </a:xfrm>
            <a:custGeom>
              <a:avLst/>
              <a:ahLst/>
              <a:rect l="0" t="0" r="r" b="b"/>
              <a:pathLst>
                <a:path w="100" h="93">
                  <a:moveTo>
                    <a:pt x="0" y="33"/>
                  </a:moveTo>
                  <a:lnTo>
                    <a:pt x="15" y="63"/>
                  </a:lnTo>
                  <a:lnTo>
                    <a:pt x="29" y="93"/>
                  </a:lnTo>
                  <a:lnTo>
                    <a:pt x="100" y="61"/>
                  </a:lnTo>
                  <a:lnTo>
                    <a:pt x="86" y="30"/>
                  </a:lnTo>
                  <a:lnTo>
                    <a:pt x="7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53" name=""/>
            <p:cNvSpPr/>
            <p:nvPr/>
          </p:nvSpPr>
          <p:spPr>
            <a:xfrm rot="0">
              <a:off x="2272" y="1448"/>
              <a:ext cx="25" cy="23"/>
            </a:xfrm>
            <a:custGeom>
              <a:avLst/>
              <a:ahLst/>
              <a:rect l="0" t="0" r="r" b="b"/>
              <a:pathLst>
                <a:path w="100" h="93">
                  <a:moveTo>
                    <a:pt x="0" y="33"/>
                  </a:moveTo>
                  <a:lnTo>
                    <a:pt x="15" y="63"/>
                  </a:lnTo>
                  <a:lnTo>
                    <a:pt x="29" y="93"/>
                  </a:lnTo>
                  <a:lnTo>
                    <a:pt x="100" y="61"/>
                  </a:lnTo>
                  <a:lnTo>
                    <a:pt x="86" y="30"/>
                  </a:lnTo>
                  <a:lnTo>
                    <a:pt x="71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54" name=""/>
            <p:cNvSpPr/>
            <p:nvPr/>
          </p:nvSpPr>
          <p:spPr>
            <a:xfrm rot="0">
              <a:off x="2290" y="1447"/>
              <a:ext cx="3" cy="8"/>
            </a:xfrm>
            <a:custGeom>
              <a:avLst/>
              <a:ahLst/>
              <a:rect l="0" t="0" r="r" b="b"/>
              <a:pathLst>
                <a:path w="15" h="31">
                  <a:moveTo>
                    <a:pt x="15" y="3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1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55" name=""/>
            <p:cNvSpPr/>
            <p:nvPr/>
          </p:nvSpPr>
          <p:spPr>
            <a:xfrm rot="0" flipV="1">
              <a:off x="2290" y="1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56" name=""/>
            <p:cNvSpPr/>
            <p:nvPr/>
          </p:nvSpPr>
          <p:spPr>
            <a:xfrm rot="0">
              <a:off x="2290" y="1440"/>
              <a:ext cx="24" cy="23"/>
            </a:xfrm>
            <a:custGeom>
              <a:avLst/>
              <a:ahLst/>
              <a:rect l="0" t="0" r="r" b="b"/>
              <a:pathLst>
                <a:path w="96" h="92">
                  <a:moveTo>
                    <a:pt x="0" y="29"/>
                  </a:moveTo>
                  <a:lnTo>
                    <a:pt x="13" y="60"/>
                  </a:lnTo>
                  <a:lnTo>
                    <a:pt x="26" y="92"/>
                  </a:lnTo>
                  <a:lnTo>
                    <a:pt x="96" y="63"/>
                  </a:lnTo>
                  <a:lnTo>
                    <a:pt x="83" y="31"/>
                  </a:lnTo>
                  <a:lnTo>
                    <a:pt x="69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57" name=""/>
            <p:cNvSpPr/>
            <p:nvPr/>
          </p:nvSpPr>
          <p:spPr>
            <a:xfrm rot="0">
              <a:off x="2290" y="1440"/>
              <a:ext cx="24" cy="23"/>
            </a:xfrm>
            <a:custGeom>
              <a:avLst/>
              <a:ahLst/>
              <a:rect l="0" t="0" r="r" b="b"/>
              <a:pathLst>
                <a:path w="96" h="92">
                  <a:moveTo>
                    <a:pt x="0" y="29"/>
                  </a:moveTo>
                  <a:lnTo>
                    <a:pt x="13" y="60"/>
                  </a:lnTo>
                  <a:lnTo>
                    <a:pt x="26" y="92"/>
                  </a:lnTo>
                  <a:lnTo>
                    <a:pt x="96" y="63"/>
                  </a:lnTo>
                  <a:lnTo>
                    <a:pt x="83" y="31"/>
                  </a:lnTo>
                  <a:lnTo>
                    <a:pt x="69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58" name=""/>
            <p:cNvSpPr/>
            <p:nvPr/>
          </p:nvSpPr>
          <p:spPr>
            <a:xfrm rot="0">
              <a:off x="2307" y="1440"/>
              <a:ext cx="4" cy="8"/>
            </a:xfrm>
            <a:custGeom>
              <a:avLst/>
              <a:ahLst/>
              <a:rect l="0" t="0" r="r" b="b"/>
              <a:pathLst>
                <a:path w="14" h="31">
                  <a:moveTo>
                    <a:pt x="14" y="31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1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59" name=""/>
            <p:cNvSpPr/>
            <p:nvPr/>
          </p:nvSpPr>
          <p:spPr>
            <a:xfrm rot="0">
              <a:off x="2307" y="14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60" name=""/>
            <p:cNvSpPr/>
            <p:nvPr/>
          </p:nvSpPr>
          <p:spPr>
            <a:xfrm rot="0">
              <a:off x="2308" y="1434"/>
              <a:ext cx="23" cy="22"/>
            </a:xfrm>
            <a:custGeom>
              <a:avLst/>
              <a:ahLst/>
              <a:rect l="0" t="0" r="r" b="b"/>
              <a:pathLst>
                <a:path w="91" h="87">
                  <a:moveTo>
                    <a:pt x="0" y="24"/>
                  </a:moveTo>
                  <a:lnTo>
                    <a:pt x="11" y="55"/>
                  </a:lnTo>
                  <a:lnTo>
                    <a:pt x="21" y="87"/>
                  </a:lnTo>
                  <a:lnTo>
                    <a:pt x="91" y="63"/>
                  </a:lnTo>
                  <a:lnTo>
                    <a:pt x="80" y="32"/>
                  </a:lnTo>
                  <a:lnTo>
                    <a:pt x="70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61" name=""/>
            <p:cNvSpPr/>
            <p:nvPr/>
          </p:nvSpPr>
          <p:spPr>
            <a:xfrm rot="0">
              <a:off x="2308" y="1434"/>
              <a:ext cx="23" cy="22"/>
            </a:xfrm>
            <a:custGeom>
              <a:avLst/>
              <a:ahLst/>
              <a:rect l="0" t="0" r="r" b="b"/>
              <a:pathLst>
                <a:path w="91" h="87">
                  <a:moveTo>
                    <a:pt x="0" y="24"/>
                  </a:moveTo>
                  <a:lnTo>
                    <a:pt x="11" y="55"/>
                  </a:lnTo>
                  <a:lnTo>
                    <a:pt x="21" y="87"/>
                  </a:lnTo>
                  <a:lnTo>
                    <a:pt x="91" y="63"/>
                  </a:lnTo>
                  <a:lnTo>
                    <a:pt x="80" y="32"/>
                  </a:lnTo>
                  <a:lnTo>
                    <a:pt x="70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62" name=""/>
            <p:cNvSpPr/>
            <p:nvPr/>
          </p:nvSpPr>
          <p:spPr>
            <a:xfrm rot="0">
              <a:off x="2325" y="1434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63" name=""/>
            <p:cNvSpPr/>
            <p:nvPr/>
          </p:nvSpPr>
          <p:spPr>
            <a:xfrm rot="0" flipV="1">
              <a:off x="2325" y="14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64" name=""/>
            <p:cNvSpPr/>
            <p:nvPr/>
          </p:nvSpPr>
          <p:spPr>
            <a:xfrm rot="0">
              <a:off x="2326" y="1429"/>
              <a:ext cx="22" cy="21"/>
            </a:xfrm>
            <a:custGeom>
              <a:avLst/>
              <a:ahLst/>
              <a:rect l="0" t="0" r="r" b="b"/>
              <a:pathLst>
                <a:path w="88" h="86">
                  <a:moveTo>
                    <a:pt x="0" y="20"/>
                  </a:moveTo>
                  <a:lnTo>
                    <a:pt x="9" y="53"/>
                  </a:lnTo>
                  <a:lnTo>
                    <a:pt x="18" y="86"/>
                  </a:lnTo>
                  <a:lnTo>
                    <a:pt x="88" y="66"/>
                  </a:lnTo>
                  <a:lnTo>
                    <a:pt x="79" y="33"/>
                  </a:lnTo>
                  <a:lnTo>
                    <a:pt x="70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65" name=""/>
            <p:cNvSpPr/>
            <p:nvPr/>
          </p:nvSpPr>
          <p:spPr>
            <a:xfrm rot="0">
              <a:off x="2326" y="1429"/>
              <a:ext cx="22" cy="21"/>
            </a:xfrm>
            <a:custGeom>
              <a:avLst/>
              <a:ahLst/>
              <a:rect l="0" t="0" r="r" b="b"/>
              <a:pathLst>
                <a:path w="88" h="86">
                  <a:moveTo>
                    <a:pt x="0" y="20"/>
                  </a:moveTo>
                  <a:lnTo>
                    <a:pt x="9" y="53"/>
                  </a:lnTo>
                  <a:lnTo>
                    <a:pt x="18" y="86"/>
                  </a:lnTo>
                  <a:lnTo>
                    <a:pt x="88" y="66"/>
                  </a:lnTo>
                  <a:lnTo>
                    <a:pt x="79" y="33"/>
                  </a:lnTo>
                  <a:lnTo>
                    <a:pt x="70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66" name=""/>
            <p:cNvSpPr/>
            <p:nvPr/>
          </p:nvSpPr>
          <p:spPr>
            <a:xfrm rot="0">
              <a:off x="2343" y="1429"/>
              <a:ext cx="2" cy="8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67" name=""/>
            <p:cNvSpPr/>
            <p:nvPr/>
          </p:nvSpPr>
          <p:spPr>
            <a:xfrm rot="0">
              <a:off x="2343" y="14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68" name=""/>
            <p:cNvSpPr/>
            <p:nvPr/>
          </p:nvSpPr>
          <p:spPr>
            <a:xfrm rot="0">
              <a:off x="2344" y="1425"/>
              <a:ext cx="20" cy="20"/>
            </a:xfrm>
            <a:custGeom>
              <a:avLst/>
              <a:ahLst/>
              <a:rect l="0" t="0" r="r" b="b"/>
              <a:pathLst>
                <a:path w="80" h="80">
                  <a:moveTo>
                    <a:pt x="0" y="14"/>
                  </a:moveTo>
                  <a:lnTo>
                    <a:pt x="7" y="47"/>
                  </a:lnTo>
                  <a:lnTo>
                    <a:pt x="13" y="80"/>
                  </a:lnTo>
                  <a:lnTo>
                    <a:pt x="80" y="65"/>
                  </a:lnTo>
                  <a:lnTo>
                    <a:pt x="74" y="33"/>
                  </a:lnTo>
                  <a:lnTo>
                    <a:pt x="67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69" name=""/>
            <p:cNvSpPr/>
            <p:nvPr/>
          </p:nvSpPr>
          <p:spPr>
            <a:xfrm rot="0">
              <a:off x="2344" y="1425"/>
              <a:ext cx="20" cy="20"/>
            </a:xfrm>
            <a:custGeom>
              <a:avLst/>
              <a:ahLst/>
              <a:rect l="0" t="0" r="r" b="b"/>
              <a:pathLst>
                <a:path w="80" h="80">
                  <a:moveTo>
                    <a:pt x="0" y="14"/>
                  </a:moveTo>
                  <a:lnTo>
                    <a:pt x="7" y="47"/>
                  </a:lnTo>
                  <a:lnTo>
                    <a:pt x="13" y="80"/>
                  </a:lnTo>
                  <a:lnTo>
                    <a:pt x="80" y="65"/>
                  </a:lnTo>
                  <a:lnTo>
                    <a:pt x="74" y="33"/>
                  </a:lnTo>
                  <a:lnTo>
                    <a:pt x="67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70" name=""/>
            <p:cNvSpPr/>
            <p:nvPr/>
          </p:nvSpPr>
          <p:spPr>
            <a:xfrm rot="0">
              <a:off x="2361" y="1425"/>
              <a:ext cx="1" cy="8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71" name=""/>
            <p:cNvSpPr/>
            <p:nvPr/>
          </p:nvSpPr>
          <p:spPr>
            <a:xfrm rot="0">
              <a:off x="2361" y="14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72" name=""/>
            <p:cNvSpPr/>
            <p:nvPr/>
          </p:nvSpPr>
          <p:spPr>
            <a:xfrm rot="0">
              <a:off x="2361" y="1423"/>
              <a:ext cx="19" cy="19"/>
            </a:xfrm>
            <a:custGeom>
              <a:avLst/>
              <a:ahLst/>
              <a:rect l="0" t="0" r="r" b="b"/>
              <a:pathLst>
                <a:path w="77" h="76">
                  <a:moveTo>
                    <a:pt x="0" y="11"/>
                  </a:moveTo>
                  <a:lnTo>
                    <a:pt x="5" y="44"/>
                  </a:lnTo>
                  <a:lnTo>
                    <a:pt x="10" y="76"/>
                  </a:lnTo>
                  <a:lnTo>
                    <a:pt x="77" y="66"/>
                  </a:lnTo>
                  <a:lnTo>
                    <a:pt x="72" y="33"/>
                  </a:lnTo>
                  <a:lnTo>
                    <a:pt x="67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73" name=""/>
            <p:cNvSpPr/>
            <p:nvPr/>
          </p:nvSpPr>
          <p:spPr>
            <a:xfrm rot="0">
              <a:off x="2361" y="1423"/>
              <a:ext cx="19" cy="19"/>
            </a:xfrm>
            <a:custGeom>
              <a:avLst/>
              <a:ahLst/>
              <a:rect l="0" t="0" r="r" b="b"/>
              <a:pathLst>
                <a:path w="77" h="76">
                  <a:moveTo>
                    <a:pt x="0" y="11"/>
                  </a:moveTo>
                  <a:lnTo>
                    <a:pt x="5" y="44"/>
                  </a:lnTo>
                  <a:lnTo>
                    <a:pt x="10" y="76"/>
                  </a:lnTo>
                  <a:lnTo>
                    <a:pt x="77" y="66"/>
                  </a:lnTo>
                  <a:lnTo>
                    <a:pt x="72" y="33"/>
                  </a:lnTo>
                  <a:lnTo>
                    <a:pt x="67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74" name=""/>
            <p:cNvSpPr/>
            <p:nvPr/>
          </p:nvSpPr>
          <p:spPr>
            <a:xfrm rot="0">
              <a:off x="2378" y="1423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75" name=""/>
            <p:cNvSpPr/>
            <p:nvPr/>
          </p:nvSpPr>
          <p:spPr>
            <a:xfrm rot="0">
              <a:off x="2378" y="14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76" name=""/>
            <p:cNvSpPr/>
            <p:nvPr/>
          </p:nvSpPr>
          <p:spPr>
            <a:xfrm rot="0">
              <a:off x="2378" y="1421"/>
              <a:ext cx="18" cy="18"/>
            </a:xfrm>
            <a:custGeom>
              <a:avLst/>
              <a:ahLst/>
              <a:rect l="0" t="0" r="r" b="b"/>
              <a:pathLst>
                <a:path w="74" h="72">
                  <a:moveTo>
                    <a:pt x="0" y="6"/>
                  </a:moveTo>
                  <a:lnTo>
                    <a:pt x="4" y="39"/>
                  </a:lnTo>
                  <a:lnTo>
                    <a:pt x="8" y="72"/>
                  </a:lnTo>
                  <a:lnTo>
                    <a:pt x="74" y="65"/>
                  </a:lnTo>
                  <a:lnTo>
                    <a:pt x="70" y="32"/>
                  </a:lnTo>
                  <a:lnTo>
                    <a:pt x="6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77" name=""/>
            <p:cNvSpPr/>
            <p:nvPr/>
          </p:nvSpPr>
          <p:spPr>
            <a:xfrm rot="0">
              <a:off x="2378" y="1421"/>
              <a:ext cx="18" cy="18"/>
            </a:xfrm>
            <a:custGeom>
              <a:avLst/>
              <a:ahLst/>
              <a:rect l="0" t="0" r="r" b="b"/>
              <a:pathLst>
                <a:path w="74" h="72">
                  <a:moveTo>
                    <a:pt x="0" y="6"/>
                  </a:moveTo>
                  <a:lnTo>
                    <a:pt x="4" y="39"/>
                  </a:lnTo>
                  <a:lnTo>
                    <a:pt x="8" y="72"/>
                  </a:lnTo>
                  <a:lnTo>
                    <a:pt x="74" y="65"/>
                  </a:lnTo>
                  <a:lnTo>
                    <a:pt x="70" y="32"/>
                  </a:lnTo>
                  <a:lnTo>
                    <a:pt x="66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78" name=""/>
            <p:cNvSpPr/>
            <p:nvPr/>
          </p:nvSpPr>
          <p:spPr>
            <a:xfrm rot="0">
              <a:off x="2394" y="1421"/>
              <a:ext cx="1" cy="8"/>
            </a:xfrm>
            <a:custGeom>
              <a:avLst/>
              <a:ahLst/>
              <a:rect l="0" t="0" r="r" b="b"/>
              <a:pathLst>
                <a:path w="4" h="32">
                  <a:moveTo>
                    <a:pt x="4" y="32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79" name=""/>
            <p:cNvSpPr/>
            <p:nvPr/>
          </p:nvSpPr>
          <p:spPr>
            <a:xfrm rot="0">
              <a:off x="2394" y="14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80" name=""/>
            <p:cNvSpPr/>
            <p:nvPr/>
          </p:nvSpPr>
          <p:spPr>
            <a:xfrm rot="0">
              <a:off x="2395" y="1421"/>
              <a:ext cx="17" cy="16"/>
            </a:xfrm>
            <a:custGeom>
              <a:avLst/>
              <a:ahLst/>
              <a:rect l="0" t="0" r="r" b="b"/>
              <a:pathLst>
                <a:path w="67" h="67">
                  <a:moveTo>
                    <a:pt x="0" y="2"/>
                  </a:moveTo>
                  <a:lnTo>
                    <a:pt x="2" y="34"/>
                  </a:lnTo>
                  <a:lnTo>
                    <a:pt x="3" y="67"/>
                  </a:lnTo>
                  <a:lnTo>
                    <a:pt x="67" y="66"/>
                  </a:lnTo>
                  <a:lnTo>
                    <a:pt x="66" y="33"/>
                  </a:lnTo>
                  <a:lnTo>
                    <a:pt x="65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81" name=""/>
            <p:cNvSpPr/>
            <p:nvPr/>
          </p:nvSpPr>
          <p:spPr>
            <a:xfrm rot="0">
              <a:off x="2395" y="1421"/>
              <a:ext cx="17" cy="16"/>
            </a:xfrm>
            <a:custGeom>
              <a:avLst/>
              <a:ahLst/>
              <a:rect l="0" t="0" r="r" b="b"/>
              <a:pathLst>
                <a:path w="67" h="67">
                  <a:moveTo>
                    <a:pt x="0" y="2"/>
                  </a:moveTo>
                  <a:lnTo>
                    <a:pt x="2" y="34"/>
                  </a:lnTo>
                  <a:lnTo>
                    <a:pt x="3" y="67"/>
                  </a:lnTo>
                  <a:lnTo>
                    <a:pt x="67" y="66"/>
                  </a:lnTo>
                  <a:lnTo>
                    <a:pt x="66" y="33"/>
                  </a:lnTo>
                  <a:lnTo>
                    <a:pt x="65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82" name=""/>
            <p:cNvSpPr/>
            <p:nvPr/>
          </p:nvSpPr>
          <p:spPr>
            <a:xfrm rot="0">
              <a:off x="2411" y="1421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1" y="33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83" name=""/>
            <p:cNvSpPr/>
            <p:nvPr/>
          </p:nvSpPr>
          <p:spPr>
            <a:xfrm rot="0">
              <a:off x="2411" y="14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84" name=""/>
            <p:cNvSpPr/>
            <p:nvPr/>
          </p:nvSpPr>
          <p:spPr>
            <a:xfrm rot="0">
              <a:off x="2411" y="1421"/>
              <a:ext cx="17" cy="17"/>
            </a:xfrm>
            <a:custGeom>
              <a:avLst/>
              <a:ahLst/>
              <a:rect l="0" t="0" r="r" b="b"/>
              <a:pathLst>
                <a:path w="69" h="70">
                  <a:moveTo>
                    <a:pt x="6" y="0"/>
                  </a:moveTo>
                  <a:lnTo>
                    <a:pt x="3" y="33"/>
                  </a:lnTo>
                  <a:lnTo>
                    <a:pt x="0" y="66"/>
                  </a:lnTo>
                  <a:lnTo>
                    <a:pt x="63" y="70"/>
                  </a:lnTo>
                  <a:lnTo>
                    <a:pt x="66" y="37"/>
                  </a:lnTo>
                  <a:lnTo>
                    <a:pt x="69" y="4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85" name=""/>
            <p:cNvSpPr/>
            <p:nvPr/>
          </p:nvSpPr>
          <p:spPr>
            <a:xfrm rot="0">
              <a:off x="2411" y="1421"/>
              <a:ext cx="17" cy="17"/>
            </a:xfrm>
            <a:custGeom>
              <a:avLst/>
              <a:ahLst/>
              <a:rect l="0" t="0" r="r" b="b"/>
              <a:pathLst>
                <a:path w="69" h="70">
                  <a:moveTo>
                    <a:pt x="6" y="0"/>
                  </a:moveTo>
                  <a:lnTo>
                    <a:pt x="3" y="33"/>
                  </a:lnTo>
                  <a:lnTo>
                    <a:pt x="0" y="66"/>
                  </a:lnTo>
                  <a:lnTo>
                    <a:pt x="63" y="70"/>
                  </a:lnTo>
                  <a:lnTo>
                    <a:pt x="66" y="37"/>
                  </a:lnTo>
                  <a:lnTo>
                    <a:pt x="69" y="4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86" name=""/>
            <p:cNvSpPr/>
            <p:nvPr/>
          </p:nvSpPr>
          <p:spPr>
            <a:xfrm rot="0">
              <a:off x="2427" y="1422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87" name=""/>
            <p:cNvSpPr/>
            <p:nvPr/>
          </p:nvSpPr>
          <p:spPr>
            <a:xfrm rot="0">
              <a:off x="2428" y="1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88" name=""/>
            <p:cNvSpPr/>
            <p:nvPr/>
          </p:nvSpPr>
          <p:spPr>
            <a:xfrm rot="0">
              <a:off x="2426" y="1422"/>
              <a:ext cx="17" cy="18"/>
            </a:xfrm>
            <a:custGeom>
              <a:avLst/>
              <a:ahLst/>
              <a:rect l="0" t="0" r="r" b="b"/>
              <a:pathLst>
                <a:path w="68" h="74">
                  <a:moveTo>
                    <a:pt x="8" y="0"/>
                  </a:moveTo>
                  <a:lnTo>
                    <a:pt x="4" y="33"/>
                  </a:lnTo>
                  <a:lnTo>
                    <a:pt x="0" y="66"/>
                  </a:lnTo>
                  <a:lnTo>
                    <a:pt x="61" y="74"/>
                  </a:lnTo>
                  <a:lnTo>
                    <a:pt x="65" y="41"/>
                  </a:lnTo>
                  <a:lnTo>
                    <a:pt x="68" y="8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89" name=""/>
            <p:cNvSpPr/>
            <p:nvPr/>
          </p:nvSpPr>
          <p:spPr>
            <a:xfrm rot="0">
              <a:off x="2426" y="1422"/>
              <a:ext cx="17" cy="18"/>
            </a:xfrm>
            <a:custGeom>
              <a:avLst/>
              <a:ahLst/>
              <a:rect l="0" t="0" r="r" b="b"/>
              <a:pathLst>
                <a:path w="68" h="74">
                  <a:moveTo>
                    <a:pt x="8" y="0"/>
                  </a:moveTo>
                  <a:lnTo>
                    <a:pt x="4" y="33"/>
                  </a:lnTo>
                  <a:lnTo>
                    <a:pt x="0" y="66"/>
                  </a:lnTo>
                  <a:lnTo>
                    <a:pt x="61" y="74"/>
                  </a:lnTo>
                  <a:lnTo>
                    <a:pt x="65" y="41"/>
                  </a:lnTo>
                  <a:lnTo>
                    <a:pt x="68" y="8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90" name=""/>
            <p:cNvSpPr/>
            <p:nvPr/>
          </p:nvSpPr>
          <p:spPr>
            <a:xfrm rot="0">
              <a:off x="2442" y="1424"/>
              <a:ext cx="2" cy="8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3" y="0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91" name=""/>
            <p:cNvSpPr/>
            <p:nvPr/>
          </p:nvSpPr>
          <p:spPr>
            <a:xfrm rot="0">
              <a:off x="2443" y="14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92" name=""/>
            <p:cNvSpPr/>
            <p:nvPr/>
          </p:nvSpPr>
          <p:spPr>
            <a:xfrm rot="0">
              <a:off x="2441" y="1424"/>
              <a:ext cx="18" cy="19"/>
            </a:xfrm>
            <a:custGeom>
              <a:avLst/>
              <a:ahLst/>
              <a:rect l="0" t="0" r="r" b="b"/>
              <a:pathLst>
                <a:path w="72" h="78">
                  <a:moveTo>
                    <a:pt x="13" y="0"/>
                  </a:moveTo>
                  <a:lnTo>
                    <a:pt x="7" y="33"/>
                  </a:lnTo>
                  <a:lnTo>
                    <a:pt x="0" y="66"/>
                  </a:lnTo>
                  <a:lnTo>
                    <a:pt x="59" y="78"/>
                  </a:lnTo>
                  <a:lnTo>
                    <a:pt x="66" y="45"/>
                  </a:lnTo>
                  <a:lnTo>
                    <a:pt x="72" y="12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93" name=""/>
            <p:cNvSpPr/>
            <p:nvPr/>
          </p:nvSpPr>
          <p:spPr>
            <a:xfrm rot="0">
              <a:off x="2441" y="1424"/>
              <a:ext cx="18" cy="19"/>
            </a:xfrm>
            <a:custGeom>
              <a:avLst/>
              <a:ahLst/>
              <a:rect l="0" t="0" r="r" b="b"/>
              <a:pathLst>
                <a:path w="72" h="78">
                  <a:moveTo>
                    <a:pt x="13" y="0"/>
                  </a:moveTo>
                  <a:lnTo>
                    <a:pt x="7" y="33"/>
                  </a:lnTo>
                  <a:lnTo>
                    <a:pt x="0" y="66"/>
                  </a:lnTo>
                  <a:lnTo>
                    <a:pt x="59" y="78"/>
                  </a:lnTo>
                  <a:lnTo>
                    <a:pt x="66" y="45"/>
                  </a:lnTo>
                  <a:lnTo>
                    <a:pt x="72" y="12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94" name=""/>
            <p:cNvSpPr/>
            <p:nvPr/>
          </p:nvSpPr>
          <p:spPr>
            <a:xfrm rot="0">
              <a:off x="2457" y="1426"/>
              <a:ext cx="2" cy="9"/>
            </a:xfrm>
            <a:custGeom>
              <a:avLst/>
              <a:ahLst/>
              <a:rect l="0" t="0" r="r" b="b"/>
              <a:pathLst>
                <a:path w="9" h="33">
                  <a:moveTo>
                    <a:pt x="0" y="33"/>
                  </a:moveTo>
                  <a:lnTo>
                    <a:pt x="6" y="0"/>
                  </a:lnTo>
                  <a:lnTo>
                    <a:pt x="9" y="1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95" name=""/>
            <p:cNvSpPr/>
            <p:nvPr/>
          </p:nvSpPr>
          <p:spPr>
            <a:xfrm rot="0">
              <a:off x="2459" y="14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96" name=""/>
            <p:cNvSpPr/>
            <p:nvPr/>
          </p:nvSpPr>
          <p:spPr>
            <a:xfrm rot="0">
              <a:off x="2455" y="1427"/>
              <a:ext cx="19" cy="20"/>
            </a:xfrm>
            <a:custGeom>
              <a:avLst/>
              <a:ahLst/>
              <a:rect l="0" t="0" r="r" b="b"/>
              <a:pathLst>
                <a:path w="75" h="80">
                  <a:moveTo>
                    <a:pt x="19" y="0"/>
                  </a:moveTo>
                  <a:lnTo>
                    <a:pt x="10" y="32"/>
                  </a:lnTo>
                  <a:lnTo>
                    <a:pt x="0" y="63"/>
                  </a:lnTo>
                  <a:lnTo>
                    <a:pt x="57" y="80"/>
                  </a:lnTo>
                  <a:lnTo>
                    <a:pt x="66" y="49"/>
                  </a:lnTo>
                  <a:lnTo>
                    <a:pt x="75" y="17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97" name=""/>
            <p:cNvSpPr/>
            <p:nvPr/>
          </p:nvSpPr>
          <p:spPr>
            <a:xfrm rot="0">
              <a:off x="2455" y="1427"/>
              <a:ext cx="19" cy="20"/>
            </a:xfrm>
            <a:custGeom>
              <a:avLst/>
              <a:ahLst/>
              <a:rect l="0" t="0" r="r" b="b"/>
              <a:pathLst>
                <a:path w="75" h="80">
                  <a:moveTo>
                    <a:pt x="19" y="0"/>
                  </a:moveTo>
                  <a:lnTo>
                    <a:pt x="10" y="32"/>
                  </a:lnTo>
                  <a:lnTo>
                    <a:pt x="0" y="63"/>
                  </a:lnTo>
                  <a:lnTo>
                    <a:pt x="57" y="80"/>
                  </a:lnTo>
                  <a:lnTo>
                    <a:pt x="66" y="49"/>
                  </a:lnTo>
                  <a:lnTo>
                    <a:pt x="75" y="17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398" name=""/>
            <p:cNvSpPr/>
            <p:nvPr/>
          </p:nvSpPr>
          <p:spPr>
            <a:xfrm rot="0">
              <a:off x="2471" y="1431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0" y="32"/>
                  </a:moveTo>
                  <a:lnTo>
                    <a:pt x="9" y="0"/>
                  </a:lnTo>
                  <a:lnTo>
                    <a:pt x="1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399" name=""/>
            <p:cNvSpPr/>
            <p:nvPr/>
          </p:nvSpPr>
          <p:spPr>
            <a:xfrm rot="0">
              <a:off x="2474" y="14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00" name=""/>
            <p:cNvSpPr/>
            <p:nvPr/>
          </p:nvSpPr>
          <p:spPr>
            <a:xfrm rot="0">
              <a:off x="2468" y="1431"/>
              <a:ext cx="20" cy="21"/>
            </a:xfrm>
            <a:custGeom>
              <a:avLst/>
              <a:ahLst/>
              <a:rect l="0" t="0" r="r" b="b"/>
              <a:pathLst>
                <a:path w="78" h="84">
                  <a:moveTo>
                    <a:pt x="24" y="0"/>
                  </a:moveTo>
                  <a:lnTo>
                    <a:pt x="12" y="32"/>
                  </a:lnTo>
                  <a:lnTo>
                    <a:pt x="0" y="63"/>
                  </a:lnTo>
                  <a:lnTo>
                    <a:pt x="54" y="84"/>
                  </a:lnTo>
                  <a:lnTo>
                    <a:pt x="66" y="53"/>
                  </a:lnTo>
                  <a:lnTo>
                    <a:pt x="78" y="21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01" name=""/>
            <p:cNvSpPr/>
            <p:nvPr/>
          </p:nvSpPr>
          <p:spPr>
            <a:xfrm rot="0">
              <a:off x="2468" y="1431"/>
              <a:ext cx="20" cy="21"/>
            </a:xfrm>
            <a:custGeom>
              <a:avLst/>
              <a:ahLst/>
              <a:rect l="0" t="0" r="r" b="b"/>
              <a:pathLst>
                <a:path w="78" h="84">
                  <a:moveTo>
                    <a:pt x="24" y="0"/>
                  </a:moveTo>
                  <a:lnTo>
                    <a:pt x="12" y="32"/>
                  </a:lnTo>
                  <a:lnTo>
                    <a:pt x="0" y="63"/>
                  </a:lnTo>
                  <a:lnTo>
                    <a:pt x="54" y="84"/>
                  </a:lnTo>
                  <a:lnTo>
                    <a:pt x="66" y="53"/>
                  </a:lnTo>
                  <a:lnTo>
                    <a:pt x="78" y="21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02" name=""/>
            <p:cNvSpPr/>
            <p:nvPr/>
          </p:nvSpPr>
          <p:spPr>
            <a:xfrm rot="0">
              <a:off x="2485" y="1436"/>
              <a:ext cx="3" cy="8"/>
            </a:xfrm>
            <a:custGeom>
              <a:avLst/>
              <a:ahLst/>
              <a:rect l="0" t="0" r="r" b="b"/>
              <a:pathLst>
                <a:path w="15" h="32">
                  <a:moveTo>
                    <a:pt x="0" y="32"/>
                  </a:moveTo>
                  <a:lnTo>
                    <a:pt x="12" y="0"/>
                  </a:lnTo>
                  <a:lnTo>
                    <a:pt x="15" y="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03" name=""/>
            <p:cNvSpPr/>
            <p:nvPr/>
          </p:nvSpPr>
          <p:spPr>
            <a:xfrm rot="0">
              <a:off x="2488" y="1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04" name=""/>
            <p:cNvSpPr/>
            <p:nvPr/>
          </p:nvSpPr>
          <p:spPr>
            <a:xfrm rot="0">
              <a:off x="2481" y="1437"/>
              <a:ext cx="21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29" y="0"/>
                  </a:moveTo>
                  <a:lnTo>
                    <a:pt x="14" y="30"/>
                  </a:lnTo>
                  <a:lnTo>
                    <a:pt x="0" y="60"/>
                  </a:lnTo>
                  <a:lnTo>
                    <a:pt x="52" y="86"/>
                  </a:lnTo>
                  <a:lnTo>
                    <a:pt x="67" y="56"/>
                  </a:lnTo>
                  <a:lnTo>
                    <a:pt x="81" y="26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05" name=""/>
            <p:cNvSpPr/>
            <p:nvPr/>
          </p:nvSpPr>
          <p:spPr>
            <a:xfrm rot="0">
              <a:off x="2481" y="1437"/>
              <a:ext cx="21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29" y="0"/>
                  </a:moveTo>
                  <a:lnTo>
                    <a:pt x="14" y="30"/>
                  </a:lnTo>
                  <a:lnTo>
                    <a:pt x="0" y="60"/>
                  </a:lnTo>
                  <a:lnTo>
                    <a:pt x="52" y="86"/>
                  </a:lnTo>
                  <a:lnTo>
                    <a:pt x="67" y="56"/>
                  </a:lnTo>
                  <a:lnTo>
                    <a:pt x="81" y="26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06" name=""/>
            <p:cNvSpPr/>
            <p:nvPr/>
          </p:nvSpPr>
          <p:spPr>
            <a:xfrm rot="0">
              <a:off x="2498" y="1443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0" y="30"/>
                  </a:moveTo>
                  <a:lnTo>
                    <a:pt x="14" y="0"/>
                  </a:lnTo>
                  <a:lnTo>
                    <a:pt x="15" y="1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07" name=""/>
            <p:cNvSpPr/>
            <p:nvPr/>
          </p:nvSpPr>
          <p:spPr>
            <a:xfrm rot="0">
              <a:off x="2502" y="1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08" name=""/>
            <p:cNvSpPr/>
            <p:nvPr/>
          </p:nvSpPr>
          <p:spPr>
            <a:xfrm rot="0">
              <a:off x="2494" y="1444"/>
              <a:ext cx="11" cy="16"/>
            </a:xfrm>
            <a:custGeom>
              <a:avLst/>
              <a:ahLst/>
              <a:rect l="0" t="0" r="r" b="b"/>
              <a:pathLst>
                <a:path w="43" h="65">
                  <a:moveTo>
                    <a:pt x="31" y="0"/>
                  </a:moveTo>
                  <a:lnTo>
                    <a:pt x="16" y="29"/>
                  </a:lnTo>
                  <a:lnTo>
                    <a:pt x="0" y="58"/>
                  </a:lnTo>
                  <a:lnTo>
                    <a:pt x="12" y="65"/>
                  </a:lnTo>
                  <a:lnTo>
                    <a:pt x="27" y="36"/>
                  </a:lnTo>
                  <a:lnTo>
                    <a:pt x="43" y="7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09" name=""/>
            <p:cNvSpPr/>
            <p:nvPr/>
          </p:nvSpPr>
          <p:spPr>
            <a:xfrm rot="0">
              <a:off x="2494" y="1444"/>
              <a:ext cx="11" cy="16"/>
            </a:xfrm>
            <a:custGeom>
              <a:avLst/>
              <a:ahLst/>
              <a:rect l="0" t="0" r="r" b="b"/>
              <a:pathLst>
                <a:path w="43" h="65">
                  <a:moveTo>
                    <a:pt x="31" y="0"/>
                  </a:moveTo>
                  <a:lnTo>
                    <a:pt x="16" y="29"/>
                  </a:lnTo>
                  <a:lnTo>
                    <a:pt x="0" y="58"/>
                  </a:lnTo>
                  <a:lnTo>
                    <a:pt x="12" y="65"/>
                  </a:lnTo>
                  <a:lnTo>
                    <a:pt x="27" y="36"/>
                  </a:lnTo>
                  <a:lnTo>
                    <a:pt x="43" y="7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10" name=""/>
            <p:cNvSpPr/>
            <p:nvPr/>
          </p:nvSpPr>
          <p:spPr>
            <a:xfrm rot="0">
              <a:off x="2497" y="1445"/>
              <a:ext cx="12" cy="16"/>
            </a:xfrm>
            <a:custGeom>
              <a:avLst/>
              <a:ahLst/>
              <a:rect l="0" t="0" r="r" b="b"/>
              <a:pathLst>
                <a:path w="48" h="62">
                  <a:moveTo>
                    <a:pt x="15" y="29"/>
                  </a:moveTo>
                  <a:lnTo>
                    <a:pt x="31" y="0"/>
                  </a:lnTo>
                  <a:lnTo>
                    <a:pt x="40" y="6"/>
                  </a:lnTo>
                  <a:lnTo>
                    <a:pt x="46" y="14"/>
                  </a:lnTo>
                  <a:lnTo>
                    <a:pt x="48" y="25"/>
                  </a:lnTo>
                  <a:lnTo>
                    <a:pt x="48" y="35"/>
                  </a:lnTo>
                  <a:lnTo>
                    <a:pt x="44" y="45"/>
                  </a:lnTo>
                  <a:lnTo>
                    <a:pt x="38" y="54"/>
                  </a:lnTo>
                  <a:lnTo>
                    <a:pt x="30" y="59"/>
                  </a:lnTo>
                  <a:lnTo>
                    <a:pt x="19" y="62"/>
                  </a:lnTo>
                  <a:lnTo>
                    <a:pt x="9" y="62"/>
                  </a:lnTo>
                  <a:lnTo>
                    <a:pt x="0" y="58"/>
                  </a:lnTo>
                  <a:lnTo>
                    <a:pt x="1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11" name=""/>
            <p:cNvSpPr/>
            <p:nvPr/>
          </p:nvSpPr>
          <p:spPr>
            <a:xfrm rot="0">
              <a:off x="2497" y="1445"/>
              <a:ext cx="12" cy="16"/>
            </a:xfrm>
            <a:custGeom>
              <a:avLst/>
              <a:ahLst/>
              <a:rect l="0" t="0" r="r" b="b"/>
              <a:pathLst>
                <a:path w="48" h="62">
                  <a:moveTo>
                    <a:pt x="31" y="0"/>
                  </a:moveTo>
                  <a:lnTo>
                    <a:pt x="40" y="6"/>
                  </a:lnTo>
                  <a:lnTo>
                    <a:pt x="46" y="14"/>
                  </a:lnTo>
                  <a:lnTo>
                    <a:pt x="48" y="25"/>
                  </a:lnTo>
                  <a:lnTo>
                    <a:pt x="48" y="35"/>
                  </a:lnTo>
                  <a:lnTo>
                    <a:pt x="44" y="45"/>
                  </a:lnTo>
                  <a:lnTo>
                    <a:pt x="38" y="54"/>
                  </a:lnTo>
                  <a:lnTo>
                    <a:pt x="30" y="59"/>
                  </a:lnTo>
                  <a:lnTo>
                    <a:pt x="19" y="62"/>
                  </a:lnTo>
                  <a:lnTo>
                    <a:pt x="9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21" name=""/>
          <p:cNvGrpSpPr/>
          <p:nvPr/>
        </p:nvGrpSpPr>
        <p:grpSpPr>
          <a:xfrm rot="0">
            <a:off x="3557587" y="2189162"/>
            <a:ext cx="5207000" cy="1316037"/>
            <a:chOff x="2241" y="1379"/>
            <a:chExt cx="3280" cy="829"/>
          </a:xfrm>
        </p:grpSpPr>
        <p:sp>
          <p:nvSpPr>
            <p:cNvPr id="1066412" name=""/>
            <p:cNvSpPr/>
            <p:nvPr/>
          </p:nvSpPr>
          <p:spPr>
            <a:xfrm rot="0">
              <a:off x="2776" y="1993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0"/>
                  </a:lnTo>
                  <a:lnTo>
                    <a:pt x="66" y="11"/>
                  </a:lnTo>
                  <a:lnTo>
                    <a:pt x="61" y="20"/>
                  </a:lnTo>
                  <a:lnTo>
                    <a:pt x="54" y="28"/>
                  </a:lnTo>
                  <a:lnTo>
                    <a:pt x="45" y="33"/>
                  </a:lnTo>
                  <a:lnTo>
                    <a:pt x="35" y="34"/>
                  </a:lnTo>
                  <a:lnTo>
                    <a:pt x="24" y="34"/>
                  </a:lnTo>
                  <a:lnTo>
                    <a:pt x="15" y="29"/>
                  </a:lnTo>
                  <a:lnTo>
                    <a:pt x="7" y="22"/>
                  </a:lnTo>
                  <a:lnTo>
                    <a:pt x="2" y="13"/>
                  </a:lnTo>
                  <a:lnTo>
                    <a:pt x="0" y="3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13" name=""/>
            <p:cNvSpPr/>
            <p:nvPr/>
          </p:nvSpPr>
          <p:spPr>
            <a:xfrm rot="0">
              <a:off x="2776" y="1993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66" y="0"/>
                  </a:moveTo>
                  <a:lnTo>
                    <a:pt x="66" y="11"/>
                  </a:lnTo>
                  <a:lnTo>
                    <a:pt x="61" y="20"/>
                  </a:lnTo>
                  <a:lnTo>
                    <a:pt x="54" y="28"/>
                  </a:lnTo>
                  <a:lnTo>
                    <a:pt x="45" y="33"/>
                  </a:lnTo>
                  <a:lnTo>
                    <a:pt x="35" y="34"/>
                  </a:lnTo>
                  <a:lnTo>
                    <a:pt x="24" y="34"/>
                  </a:lnTo>
                  <a:lnTo>
                    <a:pt x="15" y="29"/>
                  </a:lnTo>
                  <a:lnTo>
                    <a:pt x="7" y="22"/>
                  </a:lnTo>
                  <a:lnTo>
                    <a:pt x="2" y="13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14" name=""/>
            <p:cNvSpPr/>
            <p:nvPr/>
          </p:nvSpPr>
          <p:spPr>
            <a:xfrm rot="0">
              <a:off x="2775" y="1979"/>
              <a:ext cx="17" cy="15"/>
            </a:xfrm>
            <a:custGeom>
              <a:avLst/>
              <a:ahLst/>
              <a:rect l="0" t="0" r="r" b="b"/>
              <a:pathLst>
                <a:path w="68" h="61">
                  <a:moveTo>
                    <a:pt x="2" y="61"/>
                  </a:moveTo>
                  <a:lnTo>
                    <a:pt x="35" y="59"/>
                  </a:lnTo>
                  <a:lnTo>
                    <a:pt x="68" y="58"/>
                  </a:lnTo>
                  <a:lnTo>
                    <a:pt x="66" y="0"/>
                  </a:lnTo>
                  <a:lnTo>
                    <a:pt x="33" y="2"/>
                  </a:lnTo>
                  <a:lnTo>
                    <a:pt x="0" y="3"/>
                  </a:lnTo>
                  <a:lnTo>
                    <a:pt x="2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15" name=""/>
            <p:cNvSpPr/>
            <p:nvPr/>
          </p:nvSpPr>
          <p:spPr>
            <a:xfrm rot="0">
              <a:off x="2775" y="1979"/>
              <a:ext cx="17" cy="15"/>
            </a:xfrm>
            <a:custGeom>
              <a:avLst/>
              <a:ahLst/>
              <a:rect l="0" t="0" r="r" b="b"/>
              <a:pathLst>
                <a:path w="68" h="61">
                  <a:moveTo>
                    <a:pt x="2" y="61"/>
                  </a:moveTo>
                  <a:lnTo>
                    <a:pt x="35" y="59"/>
                  </a:lnTo>
                  <a:lnTo>
                    <a:pt x="68" y="58"/>
                  </a:lnTo>
                  <a:lnTo>
                    <a:pt x="66" y="0"/>
                  </a:lnTo>
                  <a:lnTo>
                    <a:pt x="33" y="2"/>
                  </a:lnTo>
                  <a:lnTo>
                    <a:pt x="0" y="3"/>
                  </a:lnTo>
                  <a:lnTo>
                    <a:pt x="2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16" name=""/>
            <p:cNvSpPr/>
            <p:nvPr/>
          </p:nvSpPr>
          <p:spPr>
            <a:xfrm rot="0">
              <a:off x="2783" y="1978"/>
              <a:ext cx="9" cy="1"/>
            </a:xfrm>
            <a:custGeom>
              <a:avLst/>
              <a:ahLst/>
              <a:rect l="0" t="0" r="r" b="b"/>
              <a:pathLst>
                <a:path w="33" h="3">
                  <a:moveTo>
                    <a:pt x="0" y="3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17" name=""/>
            <p:cNvSpPr/>
            <p:nvPr/>
          </p:nvSpPr>
          <p:spPr>
            <a:xfrm rot="0" flipV="1">
              <a:off x="2792" y="1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18" name=""/>
            <p:cNvSpPr/>
            <p:nvPr/>
          </p:nvSpPr>
          <p:spPr>
            <a:xfrm rot="0">
              <a:off x="2774" y="1964"/>
              <a:ext cx="18" cy="16"/>
            </a:xfrm>
            <a:custGeom>
              <a:avLst/>
              <a:ahLst/>
              <a:rect l="0" t="0" r="r" b="b"/>
              <a:pathLst>
                <a:path w="71" h="62">
                  <a:moveTo>
                    <a:pt x="5" y="62"/>
                  </a:moveTo>
                  <a:lnTo>
                    <a:pt x="38" y="60"/>
                  </a:lnTo>
                  <a:lnTo>
                    <a:pt x="71" y="57"/>
                  </a:lnTo>
                  <a:lnTo>
                    <a:pt x="65" y="0"/>
                  </a:lnTo>
                  <a:lnTo>
                    <a:pt x="32" y="3"/>
                  </a:lnTo>
                  <a:lnTo>
                    <a:pt x="0" y="6"/>
                  </a:lnTo>
                  <a:lnTo>
                    <a:pt x="5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19" name=""/>
            <p:cNvSpPr/>
            <p:nvPr/>
          </p:nvSpPr>
          <p:spPr>
            <a:xfrm rot="0">
              <a:off x="2774" y="1964"/>
              <a:ext cx="18" cy="16"/>
            </a:xfrm>
            <a:custGeom>
              <a:avLst/>
              <a:ahLst/>
              <a:rect l="0" t="0" r="r" b="b"/>
              <a:pathLst>
                <a:path w="71" h="62">
                  <a:moveTo>
                    <a:pt x="5" y="62"/>
                  </a:moveTo>
                  <a:lnTo>
                    <a:pt x="38" y="60"/>
                  </a:lnTo>
                  <a:lnTo>
                    <a:pt x="71" y="57"/>
                  </a:lnTo>
                  <a:lnTo>
                    <a:pt x="65" y="0"/>
                  </a:lnTo>
                  <a:lnTo>
                    <a:pt x="32" y="3"/>
                  </a:lnTo>
                  <a:lnTo>
                    <a:pt x="0" y="6"/>
                  </a:lnTo>
                  <a:lnTo>
                    <a:pt x="5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20" name=""/>
            <p:cNvSpPr/>
            <p:nvPr/>
          </p:nvSpPr>
          <p:spPr>
            <a:xfrm rot="0">
              <a:off x="2782" y="1963"/>
              <a:ext cx="8" cy="2"/>
            </a:xfrm>
            <a:custGeom>
              <a:avLst/>
              <a:ahLst/>
              <a:rect l="0" t="0" r="r" b="b"/>
              <a:pathLst>
                <a:path w="33" h="5">
                  <a:moveTo>
                    <a:pt x="0" y="5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21" name=""/>
            <p:cNvSpPr/>
            <p:nvPr/>
          </p:nvSpPr>
          <p:spPr>
            <a:xfrm rot="0" flipV="1">
              <a:off x="2790" y="1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22" name=""/>
            <p:cNvSpPr/>
            <p:nvPr/>
          </p:nvSpPr>
          <p:spPr>
            <a:xfrm rot="0">
              <a:off x="2772" y="1950"/>
              <a:ext cx="18" cy="16"/>
            </a:xfrm>
            <a:custGeom>
              <a:avLst/>
              <a:ahLst/>
              <a:rect l="0" t="0" r="r" b="b"/>
              <a:pathLst>
                <a:path w="75" h="63">
                  <a:moveTo>
                    <a:pt x="10" y="63"/>
                  </a:moveTo>
                  <a:lnTo>
                    <a:pt x="42" y="58"/>
                  </a:lnTo>
                  <a:lnTo>
                    <a:pt x="75" y="53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1"/>
                  </a:lnTo>
                  <a:lnTo>
                    <a:pt x="1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23" name=""/>
            <p:cNvSpPr/>
            <p:nvPr/>
          </p:nvSpPr>
          <p:spPr>
            <a:xfrm rot="0">
              <a:off x="2772" y="1950"/>
              <a:ext cx="18" cy="16"/>
            </a:xfrm>
            <a:custGeom>
              <a:avLst/>
              <a:ahLst/>
              <a:rect l="0" t="0" r="r" b="b"/>
              <a:pathLst>
                <a:path w="75" h="63">
                  <a:moveTo>
                    <a:pt x="10" y="63"/>
                  </a:moveTo>
                  <a:lnTo>
                    <a:pt x="42" y="58"/>
                  </a:lnTo>
                  <a:lnTo>
                    <a:pt x="75" y="53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1"/>
                  </a:lnTo>
                  <a:lnTo>
                    <a:pt x="1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24" name=""/>
            <p:cNvSpPr/>
            <p:nvPr/>
          </p:nvSpPr>
          <p:spPr>
            <a:xfrm rot="0">
              <a:off x="2780" y="1950"/>
              <a:ext cx="8" cy="2"/>
            </a:xfrm>
            <a:custGeom>
              <a:avLst/>
              <a:ahLst/>
              <a:rect l="0" t="0" r="r" b="b"/>
              <a:pathLst>
                <a:path w="33" h="7">
                  <a:moveTo>
                    <a:pt x="0" y="7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25" name=""/>
            <p:cNvSpPr/>
            <p:nvPr/>
          </p:nvSpPr>
          <p:spPr>
            <a:xfrm rot="0" flipV="1">
              <a:off x="2788" y="1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26" name=""/>
            <p:cNvSpPr/>
            <p:nvPr/>
          </p:nvSpPr>
          <p:spPr>
            <a:xfrm rot="0">
              <a:off x="2769" y="1937"/>
              <a:ext cx="19" cy="17"/>
            </a:xfrm>
            <a:custGeom>
              <a:avLst/>
              <a:ahLst/>
              <a:rect l="0" t="0" r="r" b="b"/>
              <a:pathLst>
                <a:path w="77" h="65">
                  <a:moveTo>
                    <a:pt x="11" y="65"/>
                  </a:moveTo>
                  <a:lnTo>
                    <a:pt x="44" y="57"/>
                  </a:lnTo>
                  <a:lnTo>
                    <a:pt x="77" y="50"/>
                  </a:lnTo>
                  <a:lnTo>
                    <a:pt x="65" y="0"/>
                  </a:lnTo>
                  <a:lnTo>
                    <a:pt x="32" y="7"/>
                  </a:lnTo>
                  <a:lnTo>
                    <a:pt x="0" y="15"/>
                  </a:lnTo>
                  <a:lnTo>
                    <a:pt x="11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27" name=""/>
            <p:cNvSpPr/>
            <p:nvPr/>
          </p:nvSpPr>
          <p:spPr>
            <a:xfrm rot="0">
              <a:off x="2769" y="1937"/>
              <a:ext cx="19" cy="17"/>
            </a:xfrm>
            <a:custGeom>
              <a:avLst/>
              <a:ahLst/>
              <a:rect l="0" t="0" r="r" b="b"/>
              <a:pathLst>
                <a:path w="77" h="65">
                  <a:moveTo>
                    <a:pt x="11" y="65"/>
                  </a:moveTo>
                  <a:lnTo>
                    <a:pt x="44" y="57"/>
                  </a:lnTo>
                  <a:lnTo>
                    <a:pt x="77" y="50"/>
                  </a:lnTo>
                  <a:lnTo>
                    <a:pt x="65" y="0"/>
                  </a:lnTo>
                  <a:lnTo>
                    <a:pt x="32" y="7"/>
                  </a:lnTo>
                  <a:lnTo>
                    <a:pt x="0" y="15"/>
                  </a:lnTo>
                  <a:lnTo>
                    <a:pt x="11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28" name=""/>
            <p:cNvSpPr/>
            <p:nvPr/>
          </p:nvSpPr>
          <p:spPr>
            <a:xfrm rot="0">
              <a:off x="2777" y="1936"/>
              <a:ext cx="8" cy="3"/>
            </a:xfrm>
            <a:custGeom>
              <a:avLst/>
              <a:ahLst/>
              <a:rect l="0" t="0" r="r" b="b"/>
              <a:pathLst>
                <a:path w="33" h="11">
                  <a:moveTo>
                    <a:pt x="0" y="11"/>
                  </a:moveTo>
                  <a:lnTo>
                    <a:pt x="33" y="4"/>
                  </a:lnTo>
                  <a:lnTo>
                    <a:pt x="32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29" name=""/>
            <p:cNvSpPr/>
            <p:nvPr/>
          </p:nvSpPr>
          <p:spPr>
            <a:xfrm rot="0" flipH="1" flipV="1">
              <a:off x="2785" y="19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30" name=""/>
            <p:cNvSpPr/>
            <p:nvPr/>
          </p:nvSpPr>
          <p:spPr>
            <a:xfrm rot="0">
              <a:off x="2765" y="1925"/>
              <a:ext cx="20" cy="17"/>
            </a:xfrm>
            <a:custGeom>
              <a:avLst/>
              <a:ahLst/>
              <a:rect l="0" t="0" r="r" b="b"/>
              <a:pathLst>
                <a:path w="80" h="69">
                  <a:moveTo>
                    <a:pt x="17" y="69"/>
                  </a:moveTo>
                  <a:lnTo>
                    <a:pt x="48" y="57"/>
                  </a:lnTo>
                  <a:lnTo>
                    <a:pt x="80" y="46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3"/>
                  </a:lnTo>
                  <a:lnTo>
                    <a:pt x="17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31" name=""/>
            <p:cNvSpPr/>
            <p:nvPr/>
          </p:nvSpPr>
          <p:spPr>
            <a:xfrm rot="0">
              <a:off x="2765" y="1925"/>
              <a:ext cx="20" cy="17"/>
            </a:xfrm>
            <a:custGeom>
              <a:avLst/>
              <a:ahLst/>
              <a:rect l="0" t="0" r="r" b="b"/>
              <a:pathLst>
                <a:path w="80" h="69">
                  <a:moveTo>
                    <a:pt x="17" y="69"/>
                  </a:moveTo>
                  <a:lnTo>
                    <a:pt x="48" y="57"/>
                  </a:lnTo>
                  <a:lnTo>
                    <a:pt x="80" y="46"/>
                  </a:lnTo>
                  <a:lnTo>
                    <a:pt x="63" y="0"/>
                  </a:lnTo>
                  <a:lnTo>
                    <a:pt x="31" y="11"/>
                  </a:lnTo>
                  <a:lnTo>
                    <a:pt x="0" y="23"/>
                  </a:lnTo>
                  <a:lnTo>
                    <a:pt x="17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32" name=""/>
            <p:cNvSpPr/>
            <p:nvPr/>
          </p:nvSpPr>
          <p:spPr>
            <a:xfrm rot="0">
              <a:off x="2773" y="1924"/>
              <a:ext cx="7" cy="4"/>
            </a:xfrm>
            <a:custGeom>
              <a:avLst/>
              <a:ahLst/>
              <a:rect l="0" t="0" r="r" b="b"/>
              <a:pathLst>
                <a:path w="32" h="13">
                  <a:moveTo>
                    <a:pt x="0" y="13"/>
                  </a:moveTo>
                  <a:lnTo>
                    <a:pt x="32" y="2"/>
                  </a:lnTo>
                  <a:lnTo>
                    <a:pt x="31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33" name=""/>
            <p:cNvSpPr/>
            <p:nvPr/>
          </p:nvSpPr>
          <p:spPr>
            <a:xfrm rot="0" flipH="1" flipV="1">
              <a:off x="2780" y="19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34" name=""/>
            <p:cNvSpPr/>
            <p:nvPr/>
          </p:nvSpPr>
          <p:spPr>
            <a:xfrm rot="0">
              <a:off x="2760" y="1913"/>
              <a:ext cx="20" cy="18"/>
            </a:xfrm>
            <a:custGeom>
              <a:avLst/>
              <a:ahLst/>
              <a:rect l="0" t="0" r="r" b="b"/>
              <a:pathLst>
                <a:path w="79" h="70">
                  <a:moveTo>
                    <a:pt x="18" y="70"/>
                  </a:moveTo>
                  <a:lnTo>
                    <a:pt x="48" y="56"/>
                  </a:lnTo>
                  <a:lnTo>
                    <a:pt x="79" y="43"/>
                  </a:lnTo>
                  <a:lnTo>
                    <a:pt x="60" y="0"/>
                  </a:lnTo>
                  <a:lnTo>
                    <a:pt x="30" y="13"/>
                  </a:lnTo>
                  <a:lnTo>
                    <a:pt x="0" y="26"/>
                  </a:lnTo>
                  <a:lnTo>
                    <a:pt x="18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35" name=""/>
            <p:cNvSpPr/>
            <p:nvPr/>
          </p:nvSpPr>
          <p:spPr>
            <a:xfrm rot="0">
              <a:off x="2760" y="1913"/>
              <a:ext cx="20" cy="18"/>
            </a:xfrm>
            <a:custGeom>
              <a:avLst/>
              <a:ahLst/>
              <a:rect l="0" t="0" r="r" b="b"/>
              <a:pathLst>
                <a:path w="79" h="70">
                  <a:moveTo>
                    <a:pt x="18" y="70"/>
                  </a:moveTo>
                  <a:lnTo>
                    <a:pt x="48" y="56"/>
                  </a:lnTo>
                  <a:lnTo>
                    <a:pt x="79" y="43"/>
                  </a:lnTo>
                  <a:lnTo>
                    <a:pt x="60" y="0"/>
                  </a:lnTo>
                  <a:lnTo>
                    <a:pt x="30" y="13"/>
                  </a:lnTo>
                  <a:lnTo>
                    <a:pt x="0" y="26"/>
                  </a:lnTo>
                  <a:lnTo>
                    <a:pt x="18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36" name=""/>
            <p:cNvSpPr/>
            <p:nvPr/>
          </p:nvSpPr>
          <p:spPr>
            <a:xfrm rot="0">
              <a:off x="2768" y="1913"/>
              <a:ext cx="8" cy="4"/>
            </a:xfrm>
            <a:custGeom>
              <a:avLst/>
              <a:ahLst/>
              <a:rect l="0" t="0" r="r" b="b"/>
              <a:pathLst>
                <a:path w="30" h="17">
                  <a:moveTo>
                    <a:pt x="0" y="17"/>
                  </a:moveTo>
                  <a:lnTo>
                    <a:pt x="30" y="4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37" name=""/>
            <p:cNvSpPr/>
            <p:nvPr/>
          </p:nvSpPr>
          <p:spPr>
            <a:xfrm rot="0" flipH="1" flipV="1">
              <a:off x="2775" y="1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38" name=""/>
            <p:cNvSpPr/>
            <p:nvPr/>
          </p:nvSpPr>
          <p:spPr>
            <a:xfrm rot="0">
              <a:off x="2755" y="1903"/>
              <a:ext cx="20" cy="18"/>
            </a:xfrm>
            <a:custGeom>
              <a:avLst/>
              <a:ahLst/>
              <a:rect l="0" t="0" r="r" b="b"/>
              <a:pathLst>
                <a:path w="82" h="73">
                  <a:moveTo>
                    <a:pt x="24" y="73"/>
                  </a:moveTo>
                  <a:lnTo>
                    <a:pt x="53" y="56"/>
                  </a:lnTo>
                  <a:lnTo>
                    <a:pt x="82" y="39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24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39" name=""/>
            <p:cNvSpPr/>
            <p:nvPr/>
          </p:nvSpPr>
          <p:spPr>
            <a:xfrm rot="0">
              <a:off x="2755" y="1903"/>
              <a:ext cx="20" cy="18"/>
            </a:xfrm>
            <a:custGeom>
              <a:avLst/>
              <a:ahLst/>
              <a:rect l="0" t="0" r="r" b="b"/>
              <a:pathLst>
                <a:path w="82" h="73">
                  <a:moveTo>
                    <a:pt x="24" y="73"/>
                  </a:moveTo>
                  <a:lnTo>
                    <a:pt x="53" y="56"/>
                  </a:lnTo>
                  <a:lnTo>
                    <a:pt x="82" y="39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24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40" name=""/>
            <p:cNvSpPr/>
            <p:nvPr/>
          </p:nvSpPr>
          <p:spPr>
            <a:xfrm rot="0">
              <a:off x="2762" y="1902"/>
              <a:ext cx="7" cy="5"/>
            </a:xfrm>
            <a:custGeom>
              <a:avLst/>
              <a:ahLst/>
              <a:rect l="0" t="0" r="r" b="b"/>
              <a:pathLst>
                <a:path w="29" h="20">
                  <a:moveTo>
                    <a:pt x="0" y="20"/>
                  </a:moveTo>
                  <a:lnTo>
                    <a:pt x="29" y="3"/>
                  </a:lnTo>
                  <a:lnTo>
                    <a:pt x="2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41" name=""/>
            <p:cNvSpPr/>
            <p:nvPr/>
          </p:nvSpPr>
          <p:spPr>
            <a:xfrm rot="0" flipH="1" flipV="1">
              <a:off x="2769" y="19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42" name=""/>
            <p:cNvSpPr/>
            <p:nvPr/>
          </p:nvSpPr>
          <p:spPr>
            <a:xfrm rot="0">
              <a:off x="2749" y="1893"/>
              <a:ext cx="20" cy="19"/>
            </a:xfrm>
            <a:custGeom>
              <a:avLst/>
              <a:ahLst/>
              <a:rect l="0" t="0" r="r" b="b"/>
              <a:pathLst>
                <a:path w="80" h="75">
                  <a:moveTo>
                    <a:pt x="25" y="75"/>
                  </a:moveTo>
                  <a:lnTo>
                    <a:pt x="52" y="56"/>
                  </a:lnTo>
                  <a:lnTo>
                    <a:pt x="80" y="36"/>
                  </a:lnTo>
                  <a:lnTo>
                    <a:pt x="55" y="0"/>
                  </a:lnTo>
                  <a:lnTo>
                    <a:pt x="27" y="20"/>
                  </a:lnTo>
                  <a:lnTo>
                    <a:pt x="0" y="40"/>
                  </a:lnTo>
                  <a:lnTo>
                    <a:pt x="25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43" name=""/>
            <p:cNvSpPr/>
            <p:nvPr/>
          </p:nvSpPr>
          <p:spPr>
            <a:xfrm rot="0">
              <a:off x="2749" y="1893"/>
              <a:ext cx="20" cy="19"/>
            </a:xfrm>
            <a:custGeom>
              <a:avLst/>
              <a:ahLst/>
              <a:rect l="0" t="0" r="r" b="b"/>
              <a:pathLst>
                <a:path w="80" h="75">
                  <a:moveTo>
                    <a:pt x="25" y="75"/>
                  </a:moveTo>
                  <a:lnTo>
                    <a:pt x="52" y="56"/>
                  </a:lnTo>
                  <a:lnTo>
                    <a:pt x="80" y="36"/>
                  </a:lnTo>
                  <a:lnTo>
                    <a:pt x="55" y="0"/>
                  </a:lnTo>
                  <a:lnTo>
                    <a:pt x="27" y="20"/>
                  </a:lnTo>
                  <a:lnTo>
                    <a:pt x="0" y="40"/>
                  </a:lnTo>
                  <a:lnTo>
                    <a:pt x="2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44" name=""/>
            <p:cNvSpPr/>
            <p:nvPr/>
          </p:nvSpPr>
          <p:spPr>
            <a:xfrm rot="0">
              <a:off x="2756" y="1892"/>
              <a:ext cx="7" cy="6"/>
            </a:xfrm>
            <a:custGeom>
              <a:avLst/>
              <a:ahLst/>
              <a:rect l="0" t="0" r="r" b="b"/>
              <a:pathLst>
                <a:path w="28" h="23">
                  <a:moveTo>
                    <a:pt x="0" y="23"/>
                  </a:moveTo>
                  <a:lnTo>
                    <a:pt x="28" y="3"/>
                  </a:lnTo>
                  <a:lnTo>
                    <a:pt x="24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45" name=""/>
            <p:cNvSpPr/>
            <p:nvPr/>
          </p:nvSpPr>
          <p:spPr>
            <a:xfrm rot="0" flipH="1" flipV="1">
              <a:off x="2762" y="18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46" name=""/>
            <p:cNvSpPr/>
            <p:nvPr/>
          </p:nvSpPr>
          <p:spPr>
            <a:xfrm rot="0">
              <a:off x="2742" y="1884"/>
              <a:ext cx="20" cy="20"/>
            </a:xfrm>
            <a:custGeom>
              <a:avLst/>
              <a:ahLst/>
              <a:rect l="0" t="0" r="r" b="b"/>
              <a:pathLst>
                <a:path w="78" h="79">
                  <a:moveTo>
                    <a:pt x="31" y="79"/>
                  </a:moveTo>
                  <a:lnTo>
                    <a:pt x="54" y="55"/>
                  </a:lnTo>
                  <a:lnTo>
                    <a:pt x="78" y="32"/>
                  </a:lnTo>
                  <a:lnTo>
                    <a:pt x="48" y="0"/>
                  </a:lnTo>
                  <a:lnTo>
                    <a:pt x="24" y="24"/>
                  </a:lnTo>
                  <a:lnTo>
                    <a:pt x="0" y="47"/>
                  </a:lnTo>
                  <a:lnTo>
                    <a:pt x="31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47" name=""/>
            <p:cNvSpPr/>
            <p:nvPr/>
          </p:nvSpPr>
          <p:spPr>
            <a:xfrm rot="0">
              <a:off x="2742" y="1884"/>
              <a:ext cx="20" cy="20"/>
            </a:xfrm>
            <a:custGeom>
              <a:avLst/>
              <a:ahLst/>
              <a:rect l="0" t="0" r="r" b="b"/>
              <a:pathLst>
                <a:path w="78" h="79">
                  <a:moveTo>
                    <a:pt x="31" y="79"/>
                  </a:moveTo>
                  <a:lnTo>
                    <a:pt x="54" y="55"/>
                  </a:lnTo>
                  <a:lnTo>
                    <a:pt x="78" y="32"/>
                  </a:lnTo>
                  <a:lnTo>
                    <a:pt x="48" y="0"/>
                  </a:lnTo>
                  <a:lnTo>
                    <a:pt x="24" y="24"/>
                  </a:lnTo>
                  <a:lnTo>
                    <a:pt x="0" y="47"/>
                  </a:lnTo>
                  <a:lnTo>
                    <a:pt x="31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48" name=""/>
            <p:cNvSpPr/>
            <p:nvPr/>
          </p:nvSpPr>
          <p:spPr>
            <a:xfrm rot="0">
              <a:off x="2748" y="1884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0" y="25"/>
                  </a:moveTo>
                  <a:lnTo>
                    <a:pt x="24" y="1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49" name=""/>
            <p:cNvSpPr/>
            <p:nvPr/>
          </p:nvSpPr>
          <p:spPr>
            <a:xfrm rot="0" flipH="1" flipV="1">
              <a:off x="2754" y="18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50" name=""/>
            <p:cNvSpPr/>
            <p:nvPr/>
          </p:nvSpPr>
          <p:spPr>
            <a:xfrm rot="0">
              <a:off x="2735" y="1877"/>
              <a:ext cx="19" cy="19"/>
            </a:xfrm>
            <a:custGeom>
              <a:avLst/>
              <a:ahLst/>
              <a:rect l="0" t="0" r="r" b="b"/>
              <a:pathLst>
                <a:path w="76" h="78">
                  <a:moveTo>
                    <a:pt x="32" y="78"/>
                  </a:moveTo>
                  <a:lnTo>
                    <a:pt x="54" y="53"/>
                  </a:lnTo>
                  <a:lnTo>
                    <a:pt x="76" y="28"/>
                  </a:lnTo>
                  <a:lnTo>
                    <a:pt x="45" y="0"/>
                  </a:lnTo>
                  <a:lnTo>
                    <a:pt x="23" y="25"/>
                  </a:lnTo>
                  <a:lnTo>
                    <a:pt x="0" y="50"/>
                  </a:lnTo>
                  <a:lnTo>
                    <a:pt x="32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51" name=""/>
            <p:cNvSpPr/>
            <p:nvPr/>
          </p:nvSpPr>
          <p:spPr>
            <a:xfrm rot="0">
              <a:off x="2735" y="1877"/>
              <a:ext cx="19" cy="19"/>
            </a:xfrm>
            <a:custGeom>
              <a:avLst/>
              <a:ahLst/>
              <a:rect l="0" t="0" r="r" b="b"/>
              <a:pathLst>
                <a:path w="76" h="78">
                  <a:moveTo>
                    <a:pt x="32" y="78"/>
                  </a:moveTo>
                  <a:lnTo>
                    <a:pt x="54" y="53"/>
                  </a:lnTo>
                  <a:lnTo>
                    <a:pt x="76" y="28"/>
                  </a:lnTo>
                  <a:lnTo>
                    <a:pt x="45" y="0"/>
                  </a:lnTo>
                  <a:lnTo>
                    <a:pt x="23" y="25"/>
                  </a:lnTo>
                  <a:lnTo>
                    <a:pt x="0" y="50"/>
                  </a:lnTo>
                  <a:lnTo>
                    <a:pt x="32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52" name=""/>
            <p:cNvSpPr/>
            <p:nvPr/>
          </p:nvSpPr>
          <p:spPr>
            <a:xfrm rot="0">
              <a:off x="2740" y="1876"/>
              <a:ext cx="6" cy="7"/>
            </a:xfrm>
            <a:custGeom>
              <a:avLst/>
              <a:ahLst/>
              <a:rect l="0" t="0" r="r" b="b"/>
              <a:pathLst>
                <a:path w="22" h="28">
                  <a:moveTo>
                    <a:pt x="0" y="28"/>
                  </a:moveTo>
                  <a:lnTo>
                    <a:pt x="22" y="3"/>
                  </a:lnTo>
                  <a:lnTo>
                    <a:pt x="18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53" name=""/>
            <p:cNvSpPr/>
            <p:nvPr/>
          </p:nvSpPr>
          <p:spPr>
            <a:xfrm rot="0" flipH="1" flipV="1">
              <a:off x="2745" y="1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54" name=""/>
            <p:cNvSpPr/>
            <p:nvPr/>
          </p:nvSpPr>
          <p:spPr>
            <a:xfrm rot="0">
              <a:off x="2727" y="1871"/>
              <a:ext cx="18" cy="19"/>
            </a:xfrm>
            <a:custGeom>
              <a:avLst/>
              <a:ahLst/>
              <a:rect l="0" t="0" r="r" b="b"/>
              <a:pathLst>
                <a:path w="71" h="78">
                  <a:moveTo>
                    <a:pt x="34" y="78"/>
                  </a:moveTo>
                  <a:lnTo>
                    <a:pt x="53" y="50"/>
                  </a:lnTo>
                  <a:lnTo>
                    <a:pt x="71" y="22"/>
                  </a:lnTo>
                  <a:lnTo>
                    <a:pt x="37" y="0"/>
                  </a:lnTo>
                  <a:lnTo>
                    <a:pt x="18" y="28"/>
                  </a:lnTo>
                  <a:lnTo>
                    <a:pt x="0" y="55"/>
                  </a:lnTo>
                  <a:lnTo>
                    <a:pt x="34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55" name=""/>
            <p:cNvSpPr/>
            <p:nvPr/>
          </p:nvSpPr>
          <p:spPr>
            <a:xfrm rot="0">
              <a:off x="2727" y="1871"/>
              <a:ext cx="18" cy="19"/>
            </a:xfrm>
            <a:custGeom>
              <a:avLst/>
              <a:ahLst/>
              <a:rect l="0" t="0" r="r" b="b"/>
              <a:pathLst>
                <a:path w="71" h="78">
                  <a:moveTo>
                    <a:pt x="34" y="78"/>
                  </a:moveTo>
                  <a:lnTo>
                    <a:pt x="53" y="50"/>
                  </a:lnTo>
                  <a:lnTo>
                    <a:pt x="71" y="22"/>
                  </a:lnTo>
                  <a:lnTo>
                    <a:pt x="37" y="0"/>
                  </a:lnTo>
                  <a:lnTo>
                    <a:pt x="18" y="28"/>
                  </a:lnTo>
                  <a:lnTo>
                    <a:pt x="0" y="55"/>
                  </a:lnTo>
                  <a:lnTo>
                    <a:pt x="34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56" name=""/>
            <p:cNvSpPr/>
            <p:nvPr/>
          </p:nvSpPr>
          <p:spPr>
            <a:xfrm rot="0">
              <a:off x="2732" y="1870"/>
              <a:ext cx="4" cy="8"/>
            </a:xfrm>
            <a:custGeom>
              <a:avLst/>
              <a:ahLst/>
              <a:rect l="0" t="0" r="r" b="b"/>
              <a:pathLst>
                <a:path w="19" h="31">
                  <a:moveTo>
                    <a:pt x="0" y="31"/>
                  </a:moveTo>
                  <a:lnTo>
                    <a:pt x="19" y="3"/>
                  </a:lnTo>
                  <a:lnTo>
                    <a:pt x="16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57" name=""/>
            <p:cNvSpPr/>
            <p:nvPr/>
          </p:nvSpPr>
          <p:spPr>
            <a:xfrm rot="0" flipH="1" flipV="1">
              <a:off x="2736" y="1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58" name=""/>
            <p:cNvSpPr/>
            <p:nvPr/>
          </p:nvSpPr>
          <p:spPr>
            <a:xfrm rot="0">
              <a:off x="2718" y="1865"/>
              <a:ext cx="18" cy="20"/>
            </a:xfrm>
            <a:custGeom>
              <a:avLst/>
              <a:ahLst/>
              <a:rect l="0" t="0" r="r" b="b"/>
              <a:pathLst>
                <a:path w="70" h="80">
                  <a:moveTo>
                    <a:pt x="39" y="80"/>
                  </a:moveTo>
                  <a:lnTo>
                    <a:pt x="54" y="50"/>
                  </a:lnTo>
                  <a:lnTo>
                    <a:pt x="70" y="19"/>
                  </a:lnTo>
                  <a:lnTo>
                    <a:pt x="32" y="0"/>
                  </a:lnTo>
                  <a:lnTo>
                    <a:pt x="16" y="30"/>
                  </a:lnTo>
                  <a:lnTo>
                    <a:pt x="0" y="60"/>
                  </a:lnTo>
                  <a:lnTo>
                    <a:pt x="39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59" name=""/>
            <p:cNvSpPr/>
            <p:nvPr/>
          </p:nvSpPr>
          <p:spPr>
            <a:xfrm rot="0">
              <a:off x="2718" y="1865"/>
              <a:ext cx="18" cy="20"/>
            </a:xfrm>
            <a:custGeom>
              <a:avLst/>
              <a:ahLst/>
              <a:rect l="0" t="0" r="r" b="b"/>
              <a:pathLst>
                <a:path w="70" h="80">
                  <a:moveTo>
                    <a:pt x="39" y="80"/>
                  </a:moveTo>
                  <a:lnTo>
                    <a:pt x="54" y="50"/>
                  </a:lnTo>
                  <a:lnTo>
                    <a:pt x="70" y="19"/>
                  </a:lnTo>
                  <a:lnTo>
                    <a:pt x="32" y="0"/>
                  </a:lnTo>
                  <a:lnTo>
                    <a:pt x="16" y="30"/>
                  </a:lnTo>
                  <a:lnTo>
                    <a:pt x="0" y="60"/>
                  </a:lnTo>
                  <a:lnTo>
                    <a:pt x="39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60" name=""/>
            <p:cNvSpPr/>
            <p:nvPr/>
          </p:nvSpPr>
          <p:spPr>
            <a:xfrm rot="0">
              <a:off x="2722" y="1865"/>
              <a:ext cx="4" cy="8"/>
            </a:xfrm>
            <a:custGeom>
              <a:avLst/>
              <a:ahLst/>
              <a:rect l="0" t="0" r="r" b="b"/>
              <a:pathLst>
                <a:path w="16" h="32">
                  <a:moveTo>
                    <a:pt x="0" y="32"/>
                  </a:moveTo>
                  <a:lnTo>
                    <a:pt x="16" y="2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61" name=""/>
            <p:cNvSpPr/>
            <p:nvPr/>
          </p:nvSpPr>
          <p:spPr>
            <a:xfrm rot="0" flipH="1" flipV="1">
              <a:off x="2725" y="1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62" name=""/>
            <p:cNvSpPr/>
            <p:nvPr/>
          </p:nvSpPr>
          <p:spPr>
            <a:xfrm rot="0">
              <a:off x="2710" y="1862"/>
              <a:ext cx="15" cy="19"/>
            </a:xfrm>
            <a:custGeom>
              <a:avLst/>
              <a:ahLst/>
              <a:rect l="0" t="0" r="r" b="b"/>
              <a:pathLst>
                <a:path w="61" h="77">
                  <a:moveTo>
                    <a:pt x="40" y="77"/>
                  </a:moveTo>
                  <a:lnTo>
                    <a:pt x="50" y="45"/>
                  </a:lnTo>
                  <a:lnTo>
                    <a:pt x="61" y="13"/>
                  </a:lnTo>
                  <a:lnTo>
                    <a:pt x="21" y="0"/>
                  </a:lnTo>
                  <a:lnTo>
                    <a:pt x="11" y="32"/>
                  </a:lnTo>
                  <a:lnTo>
                    <a:pt x="0" y="63"/>
                  </a:lnTo>
                  <a:lnTo>
                    <a:pt x="4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63" name=""/>
            <p:cNvSpPr/>
            <p:nvPr/>
          </p:nvSpPr>
          <p:spPr>
            <a:xfrm rot="0">
              <a:off x="2710" y="1862"/>
              <a:ext cx="15" cy="19"/>
            </a:xfrm>
            <a:custGeom>
              <a:avLst/>
              <a:ahLst/>
              <a:rect l="0" t="0" r="r" b="b"/>
              <a:pathLst>
                <a:path w="61" h="77">
                  <a:moveTo>
                    <a:pt x="40" y="77"/>
                  </a:moveTo>
                  <a:lnTo>
                    <a:pt x="50" y="45"/>
                  </a:lnTo>
                  <a:lnTo>
                    <a:pt x="61" y="13"/>
                  </a:lnTo>
                  <a:lnTo>
                    <a:pt x="21" y="0"/>
                  </a:lnTo>
                  <a:lnTo>
                    <a:pt x="11" y="32"/>
                  </a:lnTo>
                  <a:lnTo>
                    <a:pt x="0" y="63"/>
                  </a:lnTo>
                  <a:lnTo>
                    <a:pt x="4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64" name=""/>
            <p:cNvSpPr/>
            <p:nvPr/>
          </p:nvSpPr>
          <p:spPr>
            <a:xfrm rot="0">
              <a:off x="2712" y="1861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0" y="33"/>
                  </a:moveTo>
                  <a:lnTo>
                    <a:pt x="10" y="1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65" name=""/>
            <p:cNvSpPr/>
            <p:nvPr/>
          </p:nvSpPr>
          <p:spPr>
            <a:xfrm rot="0" flipH="1" flipV="1">
              <a:off x="2714" y="18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66" name=""/>
            <p:cNvSpPr/>
            <p:nvPr/>
          </p:nvSpPr>
          <p:spPr>
            <a:xfrm rot="0">
              <a:off x="2700" y="1859"/>
              <a:ext cx="14" cy="19"/>
            </a:xfrm>
            <a:custGeom>
              <a:avLst/>
              <a:ahLst/>
              <a:rect l="0" t="0" r="r" b="b"/>
              <a:pathLst>
                <a:path w="55" h="75">
                  <a:moveTo>
                    <a:pt x="42" y="75"/>
                  </a:moveTo>
                  <a:lnTo>
                    <a:pt x="49" y="42"/>
                  </a:lnTo>
                  <a:lnTo>
                    <a:pt x="55" y="9"/>
                  </a:lnTo>
                  <a:lnTo>
                    <a:pt x="13" y="0"/>
                  </a:lnTo>
                  <a:lnTo>
                    <a:pt x="7" y="33"/>
                  </a:lnTo>
                  <a:lnTo>
                    <a:pt x="0" y="65"/>
                  </a:lnTo>
                  <a:lnTo>
                    <a:pt x="4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67" name=""/>
            <p:cNvSpPr/>
            <p:nvPr/>
          </p:nvSpPr>
          <p:spPr>
            <a:xfrm rot="0">
              <a:off x="2700" y="1859"/>
              <a:ext cx="14" cy="19"/>
            </a:xfrm>
            <a:custGeom>
              <a:avLst/>
              <a:ahLst/>
              <a:rect l="0" t="0" r="r" b="b"/>
              <a:pathLst>
                <a:path w="55" h="75">
                  <a:moveTo>
                    <a:pt x="42" y="75"/>
                  </a:moveTo>
                  <a:lnTo>
                    <a:pt x="49" y="42"/>
                  </a:lnTo>
                  <a:lnTo>
                    <a:pt x="55" y="9"/>
                  </a:lnTo>
                  <a:lnTo>
                    <a:pt x="13" y="0"/>
                  </a:lnTo>
                  <a:lnTo>
                    <a:pt x="7" y="33"/>
                  </a:lnTo>
                  <a:lnTo>
                    <a:pt x="0" y="65"/>
                  </a:lnTo>
                  <a:lnTo>
                    <a:pt x="4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68" name=""/>
            <p:cNvSpPr/>
            <p:nvPr/>
          </p:nvSpPr>
          <p:spPr>
            <a:xfrm rot="0">
              <a:off x="2702" y="1859"/>
              <a:ext cx="2" cy="8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69" name=""/>
            <p:cNvSpPr/>
            <p:nvPr/>
          </p:nvSpPr>
          <p:spPr>
            <a:xfrm rot="0" flipH="1">
              <a:off x="2703" y="1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70" name=""/>
            <p:cNvSpPr/>
            <p:nvPr/>
          </p:nvSpPr>
          <p:spPr>
            <a:xfrm rot="0">
              <a:off x="2690" y="1858"/>
              <a:ext cx="13" cy="17"/>
            </a:xfrm>
            <a:custGeom>
              <a:avLst/>
              <a:ahLst/>
              <a:rect l="0" t="0" r="r" b="b"/>
              <a:pathLst>
                <a:path w="52" h="71">
                  <a:moveTo>
                    <a:pt x="44" y="71"/>
                  </a:moveTo>
                  <a:lnTo>
                    <a:pt x="48" y="39"/>
                  </a:lnTo>
                  <a:lnTo>
                    <a:pt x="52" y="6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44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71" name=""/>
            <p:cNvSpPr/>
            <p:nvPr/>
          </p:nvSpPr>
          <p:spPr>
            <a:xfrm rot="0">
              <a:off x="2690" y="1858"/>
              <a:ext cx="13" cy="17"/>
            </a:xfrm>
            <a:custGeom>
              <a:avLst/>
              <a:ahLst/>
              <a:rect l="0" t="0" r="r" b="b"/>
              <a:pathLst>
                <a:path w="52" h="71">
                  <a:moveTo>
                    <a:pt x="44" y="71"/>
                  </a:moveTo>
                  <a:lnTo>
                    <a:pt x="48" y="39"/>
                  </a:lnTo>
                  <a:lnTo>
                    <a:pt x="52" y="6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44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72" name=""/>
            <p:cNvSpPr/>
            <p:nvPr/>
          </p:nvSpPr>
          <p:spPr>
            <a:xfrm rot="0">
              <a:off x="2691" y="1857"/>
              <a:ext cx="1" cy="9"/>
            </a:xfrm>
            <a:custGeom>
              <a:avLst/>
              <a:ahLst/>
              <a:rect l="0" t="0" r="r" b="b"/>
              <a:pathLst>
                <a:path w="4" h="34">
                  <a:moveTo>
                    <a:pt x="0" y="34"/>
                  </a:moveTo>
                  <a:lnTo>
                    <a:pt x="4" y="1"/>
                  </a:lnTo>
                  <a:lnTo>
                    <a:pt x="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73" name=""/>
            <p:cNvSpPr/>
            <p:nvPr/>
          </p:nvSpPr>
          <p:spPr>
            <a:xfrm rot="0" flipH="1" flipV="1">
              <a:off x="2691" y="1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74" name=""/>
            <p:cNvSpPr/>
            <p:nvPr/>
          </p:nvSpPr>
          <p:spPr>
            <a:xfrm rot="0">
              <a:off x="2680" y="1857"/>
              <a:ext cx="11" cy="17"/>
            </a:xfrm>
            <a:custGeom>
              <a:avLst/>
              <a:ahLst/>
              <a:rect l="0" t="0" r="r" b="b"/>
              <a:pathLst>
                <a:path w="46" h="67">
                  <a:moveTo>
                    <a:pt x="46" y="67"/>
                  </a:moveTo>
                  <a:lnTo>
                    <a:pt x="46" y="34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75" name=""/>
            <p:cNvSpPr/>
            <p:nvPr/>
          </p:nvSpPr>
          <p:spPr>
            <a:xfrm rot="0">
              <a:off x="2680" y="1857"/>
              <a:ext cx="11" cy="17"/>
            </a:xfrm>
            <a:custGeom>
              <a:avLst/>
              <a:ahLst/>
              <a:rect l="0" t="0" r="r" b="b"/>
              <a:pathLst>
                <a:path w="46" h="67">
                  <a:moveTo>
                    <a:pt x="46" y="67"/>
                  </a:moveTo>
                  <a:lnTo>
                    <a:pt x="46" y="34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46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76" name=""/>
            <p:cNvSpPr/>
            <p:nvPr/>
          </p:nvSpPr>
          <p:spPr>
            <a:xfrm rot="0">
              <a:off x="2679" y="1857"/>
              <a:ext cx="1" cy="9"/>
            </a:xfrm>
            <a:custGeom>
              <a:avLst/>
              <a:ahLst/>
              <a:rect l="0" t="0" r="r" b="b"/>
              <a:pathLst>
                <a:path w="4" h="34">
                  <a:moveTo>
                    <a:pt x="4" y="34"/>
                  </a:moveTo>
                  <a:lnTo>
                    <a:pt x="4" y="0"/>
                  </a:lnTo>
                  <a:lnTo>
                    <a:pt x="0" y="1"/>
                  </a:lnTo>
                  <a:lnTo>
                    <a:pt x="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77" name=""/>
            <p:cNvSpPr/>
            <p:nvPr/>
          </p:nvSpPr>
          <p:spPr>
            <a:xfrm rot="0" flipH="1">
              <a:off x="2679" y="1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78" name=""/>
            <p:cNvSpPr/>
            <p:nvPr/>
          </p:nvSpPr>
          <p:spPr>
            <a:xfrm rot="0">
              <a:off x="2667" y="1858"/>
              <a:ext cx="14" cy="17"/>
            </a:xfrm>
            <a:custGeom>
              <a:avLst/>
              <a:ahLst/>
              <a:rect l="0" t="0" r="r" b="b"/>
              <a:pathLst>
                <a:path w="55" h="71">
                  <a:moveTo>
                    <a:pt x="55" y="66"/>
                  </a:moveTo>
                  <a:lnTo>
                    <a:pt x="51" y="33"/>
                  </a:lnTo>
                  <a:lnTo>
                    <a:pt x="47" y="0"/>
                  </a:lnTo>
                  <a:lnTo>
                    <a:pt x="0" y="6"/>
                  </a:lnTo>
                  <a:lnTo>
                    <a:pt x="4" y="39"/>
                  </a:lnTo>
                  <a:lnTo>
                    <a:pt x="8" y="71"/>
                  </a:lnTo>
                  <a:lnTo>
                    <a:pt x="55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79" name=""/>
            <p:cNvSpPr/>
            <p:nvPr/>
          </p:nvSpPr>
          <p:spPr>
            <a:xfrm rot="0">
              <a:off x="2667" y="1858"/>
              <a:ext cx="14" cy="17"/>
            </a:xfrm>
            <a:custGeom>
              <a:avLst/>
              <a:ahLst/>
              <a:rect l="0" t="0" r="r" b="b"/>
              <a:pathLst>
                <a:path w="55" h="71">
                  <a:moveTo>
                    <a:pt x="55" y="66"/>
                  </a:moveTo>
                  <a:lnTo>
                    <a:pt x="51" y="33"/>
                  </a:lnTo>
                  <a:lnTo>
                    <a:pt x="47" y="0"/>
                  </a:lnTo>
                  <a:lnTo>
                    <a:pt x="0" y="6"/>
                  </a:lnTo>
                  <a:lnTo>
                    <a:pt x="4" y="39"/>
                  </a:lnTo>
                  <a:lnTo>
                    <a:pt x="8" y="71"/>
                  </a:lnTo>
                  <a:lnTo>
                    <a:pt x="55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80" name=""/>
            <p:cNvSpPr/>
            <p:nvPr/>
          </p:nvSpPr>
          <p:spPr>
            <a:xfrm rot="0">
              <a:off x="2666" y="1859"/>
              <a:ext cx="2" cy="8"/>
            </a:xfrm>
            <a:custGeom>
              <a:avLst/>
              <a:ahLst/>
              <a:rect l="0" t="0" r="r" b="b"/>
              <a:pathLst>
                <a:path w="7" h="33">
                  <a:moveTo>
                    <a:pt x="7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81" name=""/>
            <p:cNvSpPr/>
            <p:nvPr/>
          </p:nvSpPr>
          <p:spPr>
            <a:xfrm rot="0" flipH="1">
              <a:off x="2666" y="1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82" name=""/>
            <p:cNvSpPr/>
            <p:nvPr/>
          </p:nvSpPr>
          <p:spPr>
            <a:xfrm rot="0">
              <a:off x="2654" y="1859"/>
              <a:ext cx="15" cy="19"/>
            </a:xfrm>
            <a:custGeom>
              <a:avLst/>
              <a:ahLst/>
              <a:rect l="0" t="0" r="r" b="b"/>
              <a:pathLst>
                <a:path w="61" h="75">
                  <a:moveTo>
                    <a:pt x="61" y="65"/>
                  </a:moveTo>
                  <a:lnTo>
                    <a:pt x="54" y="33"/>
                  </a:lnTo>
                  <a:lnTo>
                    <a:pt x="47" y="0"/>
                  </a:lnTo>
                  <a:lnTo>
                    <a:pt x="0" y="9"/>
                  </a:lnTo>
                  <a:lnTo>
                    <a:pt x="7" y="42"/>
                  </a:lnTo>
                  <a:lnTo>
                    <a:pt x="13" y="75"/>
                  </a:lnTo>
                  <a:lnTo>
                    <a:pt x="61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83" name=""/>
            <p:cNvSpPr/>
            <p:nvPr/>
          </p:nvSpPr>
          <p:spPr>
            <a:xfrm rot="0">
              <a:off x="2654" y="1859"/>
              <a:ext cx="15" cy="19"/>
            </a:xfrm>
            <a:custGeom>
              <a:avLst/>
              <a:ahLst/>
              <a:rect l="0" t="0" r="r" b="b"/>
              <a:pathLst>
                <a:path w="61" h="75">
                  <a:moveTo>
                    <a:pt x="61" y="65"/>
                  </a:moveTo>
                  <a:lnTo>
                    <a:pt x="54" y="33"/>
                  </a:lnTo>
                  <a:lnTo>
                    <a:pt x="47" y="0"/>
                  </a:lnTo>
                  <a:lnTo>
                    <a:pt x="0" y="9"/>
                  </a:lnTo>
                  <a:lnTo>
                    <a:pt x="7" y="42"/>
                  </a:lnTo>
                  <a:lnTo>
                    <a:pt x="13" y="75"/>
                  </a:lnTo>
                  <a:lnTo>
                    <a:pt x="61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84" name=""/>
            <p:cNvSpPr/>
            <p:nvPr/>
          </p:nvSpPr>
          <p:spPr>
            <a:xfrm rot="0">
              <a:off x="2654" y="1861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85" name=""/>
            <p:cNvSpPr/>
            <p:nvPr/>
          </p:nvSpPr>
          <p:spPr>
            <a:xfrm rot="0" flipH="1">
              <a:off x="2654" y="18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86" name=""/>
            <p:cNvSpPr/>
            <p:nvPr/>
          </p:nvSpPr>
          <p:spPr>
            <a:xfrm rot="0">
              <a:off x="2641" y="1861"/>
              <a:ext cx="17" cy="20"/>
            </a:xfrm>
            <a:custGeom>
              <a:avLst/>
              <a:ahLst/>
              <a:rect l="0" t="0" r="r" b="b"/>
              <a:pathLst>
                <a:path w="66" h="79">
                  <a:moveTo>
                    <a:pt x="66" y="66"/>
                  </a:moveTo>
                  <a:lnTo>
                    <a:pt x="58" y="33"/>
                  </a:lnTo>
                  <a:lnTo>
                    <a:pt x="50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6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87" name=""/>
            <p:cNvSpPr/>
            <p:nvPr/>
          </p:nvSpPr>
          <p:spPr>
            <a:xfrm rot="0">
              <a:off x="2641" y="1861"/>
              <a:ext cx="17" cy="20"/>
            </a:xfrm>
            <a:custGeom>
              <a:avLst/>
              <a:ahLst/>
              <a:rect l="0" t="0" r="r" b="b"/>
              <a:pathLst>
                <a:path w="66" h="79">
                  <a:moveTo>
                    <a:pt x="66" y="66"/>
                  </a:moveTo>
                  <a:lnTo>
                    <a:pt x="58" y="33"/>
                  </a:lnTo>
                  <a:lnTo>
                    <a:pt x="50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6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88" name=""/>
            <p:cNvSpPr/>
            <p:nvPr/>
          </p:nvSpPr>
          <p:spPr>
            <a:xfrm rot="0">
              <a:off x="2640" y="1865"/>
              <a:ext cx="3" cy="8"/>
            </a:xfrm>
            <a:custGeom>
              <a:avLst/>
              <a:ahLst/>
              <a:rect l="0" t="0" r="r" b="b"/>
              <a:pathLst>
                <a:path w="12" h="33">
                  <a:moveTo>
                    <a:pt x="12" y="33"/>
                  </a:moveTo>
                  <a:lnTo>
                    <a:pt x="4" y="0"/>
                  </a:lnTo>
                  <a:lnTo>
                    <a:pt x="0" y="1"/>
                  </a:lnTo>
                  <a:lnTo>
                    <a:pt x="1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89" name=""/>
            <p:cNvSpPr/>
            <p:nvPr/>
          </p:nvSpPr>
          <p:spPr>
            <a:xfrm rot="0" flipH="1">
              <a:off x="2640" y="1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90" name=""/>
            <p:cNvSpPr/>
            <p:nvPr/>
          </p:nvSpPr>
          <p:spPr>
            <a:xfrm rot="0">
              <a:off x="2628" y="1865"/>
              <a:ext cx="18" cy="20"/>
            </a:xfrm>
            <a:custGeom>
              <a:avLst/>
              <a:ahLst/>
              <a:rect l="0" t="0" r="r" b="b"/>
              <a:pathLst>
                <a:path w="74" h="82">
                  <a:moveTo>
                    <a:pt x="74" y="64"/>
                  </a:moveTo>
                  <a:lnTo>
                    <a:pt x="62" y="32"/>
                  </a:lnTo>
                  <a:lnTo>
                    <a:pt x="50" y="0"/>
                  </a:lnTo>
                  <a:lnTo>
                    <a:pt x="0" y="19"/>
                  </a:lnTo>
                  <a:lnTo>
                    <a:pt x="12" y="50"/>
                  </a:lnTo>
                  <a:lnTo>
                    <a:pt x="24" y="82"/>
                  </a:lnTo>
                  <a:lnTo>
                    <a:pt x="7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91" name=""/>
            <p:cNvSpPr/>
            <p:nvPr/>
          </p:nvSpPr>
          <p:spPr>
            <a:xfrm rot="0">
              <a:off x="2628" y="1865"/>
              <a:ext cx="18" cy="20"/>
            </a:xfrm>
            <a:custGeom>
              <a:avLst/>
              <a:ahLst/>
              <a:rect l="0" t="0" r="r" b="b"/>
              <a:pathLst>
                <a:path w="74" h="82">
                  <a:moveTo>
                    <a:pt x="74" y="64"/>
                  </a:moveTo>
                  <a:lnTo>
                    <a:pt x="62" y="32"/>
                  </a:lnTo>
                  <a:lnTo>
                    <a:pt x="50" y="0"/>
                  </a:lnTo>
                  <a:lnTo>
                    <a:pt x="0" y="19"/>
                  </a:lnTo>
                  <a:lnTo>
                    <a:pt x="12" y="50"/>
                  </a:lnTo>
                  <a:lnTo>
                    <a:pt x="24" y="82"/>
                  </a:lnTo>
                  <a:lnTo>
                    <a:pt x="74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92" name=""/>
            <p:cNvSpPr/>
            <p:nvPr/>
          </p:nvSpPr>
          <p:spPr>
            <a:xfrm rot="0">
              <a:off x="2627" y="1869"/>
              <a:ext cx="4" cy="8"/>
            </a:xfrm>
            <a:custGeom>
              <a:avLst/>
              <a:ahLst/>
              <a:rect l="0" t="0" r="r" b="b"/>
              <a:pathLst>
                <a:path w="15" h="31">
                  <a:moveTo>
                    <a:pt x="15" y="31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93" name=""/>
            <p:cNvSpPr/>
            <p:nvPr/>
          </p:nvSpPr>
          <p:spPr>
            <a:xfrm rot="0" flipH="1">
              <a:off x="2627" y="18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94" name=""/>
            <p:cNvSpPr/>
            <p:nvPr/>
          </p:nvSpPr>
          <p:spPr>
            <a:xfrm rot="0">
              <a:off x="2615" y="1870"/>
              <a:ext cx="20" cy="21"/>
            </a:xfrm>
            <a:custGeom>
              <a:avLst/>
              <a:ahLst/>
              <a:rect l="0" t="0" r="r" b="b"/>
              <a:pathLst>
                <a:path w="80" h="84">
                  <a:moveTo>
                    <a:pt x="80" y="61"/>
                  </a:moveTo>
                  <a:lnTo>
                    <a:pt x="66" y="30"/>
                  </a:lnTo>
                  <a:lnTo>
                    <a:pt x="51" y="0"/>
                  </a:lnTo>
                  <a:lnTo>
                    <a:pt x="0" y="24"/>
                  </a:lnTo>
                  <a:lnTo>
                    <a:pt x="15" y="54"/>
                  </a:lnTo>
                  <a:lnTo>
                    <a:pt x="29" y="84"/>
                  </a:lnTo>
                  <a:lnTo>
                    <a:pt x="8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95" name=""/>
            <p:cNvSpPr/>
            <p:nvPr/>
          </p:nvSpPr>
          <p:spPr>
            <a:xfrm rot="0">
              <a:off x="2615" y="1870"/>
              <a:ext cx="20" cy="21"/>
            </a:xfrm>
            <a:custGeom>
              <a:avLst/>
              <a:ahLst/>
              <a:rect l="0" t="0" r="r" b="b"/>
              <a:pathLst>
                <a:path w="80" h="84">
                  <a:moveTo>
                    <a:pt x="80" y="61"/>
                  </a:moveTo>
                  <a:lnTo>
                    <a:pt x="66" y="30"/>
                  </a:lnTo>
                  <a:lnTo>
                    <a:pt x="51" y="0"/>
                  </a:lnTo>
                  <a:lnTo>
                    <a:pt x="0" y="24"/>
                  </a:lnTo>
                  <a:lnTo>
                    <a:pt x="15" y="54"/>
                  </a:lnTo>
                  <a:lnTo>
                    <a:pt x="29" y="84"/>
                  </a:lnTo>
                  <a:lnTo>
                    <a:pt x="8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96" name=""/>
            <p:cNvSpPr/>
            <p:nvPr/>
          </p:nvSpPr>
          <p:spPr>
            <a:xfrm rot="0">
              <a:off x="2614" y="1876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97" name=""/>
            <p:cNvSpPr/>
            <p:nvPr/>
          </p:nvSpPr>
          <p:spPr>
            <a:xfrm rot="0" flipH="1">
              <a:off x="2614" y="1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498" name=""/>
            <p:cNvSpPr/>
            <p:nvPr/>
          </p:nvSpPr>
          <p:spPr>
            <a:xfrm rot="0">
              <a:off x="2602" y="1876"/>
              <a:ext cx="20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8"/>
                  </a:moveTo>
                  <a:lnTo>
                    <a:pt x="66" y="29"/>
                  </a:lnTo>
                  <a:lnTo>
                    <a:pt x="50" y="0"/>
                  </a:lnTo>
                  <a:lnTo>
                    <a:pt x="0" y="28"/>
                  </a:lnTo>
                  <a:lnTo>
                    <a:pt x="16" y="57"/>
                  </a:lnTo>
                  <a:lnTo>
                    <a:pt x="31" y="86"/>
                  </a:lnTo>
                  <a:lnTo>
                    <a:pt x="8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499" name=""/>
            <p:cNvSpPr/>
            <p:nvPr/>
          </p:nvSpPr>
          <p:spPr>
            <a:xfrm rot="0">
              <a:off x="2602" y="1876"/>
              <a:ext cx="20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8"/>
                  </a:moveTo>
                  <a:lnTo>
                    <a:pt x="66" y="29"/>
                  </a:lnTo>
                  <a:lnTo>
                    <a:pt x="50" y="0"/>
                  </a:lnTo>
                  <a:lnTo>
                    <a:pt x="0" y="28"/>
                  </a:lnTo>
                  <a:lnTo>
                    <a:pt x="16" y="57"/>
                  </a:lnTo>
                  <a:lnTo>
                    <a:pt x="31" y="86"/>
                  </a:lnTo>
                  <a:lnTo>
                    <a:pt x="8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00" name=""/>
            <p:cNvSpPr/>
            <p:nvPr/>
          </p:nvSpPr>
          <p:spPr>
            <a:xfrm rot="0">
              <a:off x="2601" y="1883"/>
              <a:ext cx="5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01" name=""/>
            <p:cNvSpPr/>
            <p:nvPr/>
          </p:nvSpPr>
          <p:spPr>
            <a:xfrm rot="0" flipH="1">
              <a:off x="2601" y="1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02" name=""/>
            <p:cNvSpPr/>
            <p:nvPr/>
          </p:nvSpPr>
          <p:spPr>
            <a:xfrm rot="0">
              <a:off x="2589" y="1883"/>
              <a:ext cx="21" cy="22"/>
            </a:xfrm>
            <a:custGeom>
              <a:avLst/>
              <a:ahLst/>
              <a:rect l="0" t="0" r="r" b="b"/>
              <a:pathLst>
                <a:path w="86" h="89">
                  <a:moveTo>
                    <a:pt x="86" y="58"/>
                  </a:moveTo>
                  <a:lnTo>
                    <a:pt x="69" y="29"/>
                  </a:lnTo>
                  <a:lnTo>
                    <a:pt x="52" y="0"/>
                  </a:lnTo>
                  <a:lnTo>
                    <a:pt x="0" y="31"/>
                  </a:lnTo>
                  <a:lnTo>
                    <a:pt x="17" y="60"/>
                  </a:lnTo>
                  <a:lnTo>
                    <a:pt x="35" y="89"/>
                  </a:lnTo>
                  <a:lnTo>
                    <a:pt x="86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03" name=""/>
            <p:cNvSpPr/>
            <p:nvPr/>
          </p:nvSpPr>
          <p:spPr>
            <a:xfrm rot="0">
              <a:off x="2589" y="1883"/>
              <a:ext cx="21" cy="22"/>
            </a:xfrm>
            <a:custGeom>
              <a:avLst/>
              <a:ahLst/>
              <a:rect l="0" t="0" r="r" b="b"/>
              <a:pathLst>
                <a:path w="86" h="89">
                  <a:moveTo>
                    <a:pt x="86" y="58"/>
                  </a:moveTo>
                  <a:lnTo>
                    <a:pt x="69" y="29"/>
                  </a:lnTo>
                  <a:lnTo>
                    <a:pt x="52" y="0"/>
                  </a:lnTo>
                  <a:lnTo>
                    <a:pt x="0" y="31"/>
                  </a:lnTo>
                  <a:lnTo>
                    <a:pt x="17" y="60"/>
                  </a:lnTo>
                  <a:lnTo>
                    <a:pt x="35" y="89"/>
                  </a:lnTo>
                  <a:lnTo>
                    <a:pt x="86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04" name=""/>
            <p:cNvSpPr/>
            <p:nvPr/>
          </p:nvSpPr>
          <p:spPr>
            <a:xfrm rot="0">
              <a:off x="2588" y="1891"/>
              <a:ext cx="5" cy="7"/>
            </a:xfrm>
            <a:custGeom>
              <a:avLst/>
              <a:ahLst/>
              <a:rect l="0" t="0" r="r" b="b"/>
              <a:pathLst>
                <a:path w="19" h="29">
                  <a:moveTo>
                    <a:pt x="19" y="2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05" name=""/>
            <p:cNvSpPr/>
            <p:nvPr/>
          </p:nvSpPr>
          <p:spPr>
            <a:xfrm rot="0" flipH="1">
              <a:off x="2588" y="18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06" name=""/>
            <p:cNvSpPr/>
            <p:nvPr/>
          </p:nvSpPr>
          <p:spPr>
            <a:xfrm rot="0">
              <a:off x="2575" y="1891"/>
              <a:ext cx="23" cy="23"/>
            </a:xfrm>
            <a:custGeom>
              <a:avLst/>
              <a:ahLst/>
              <a:rect l="0" t="0" r="r" b="b"/>
              <a:pathLst>
                <a:path w="91" h="90">
                  <a:moveTo>
                    <a:pt x="91" y="55"/>
                  </a:moveTo>
                  <a:lnTo>
                    <a:pt x="71" y="27"/>
                  </a:lnTo>
                  <a:lnTo>
                    <a:pt x="52" y="0"/>
                  </a:lnTo>
                  <a:lnTo>
                    <a:pt x="0" y="35"/>
                  </a:lnTo>
                  <a:lnTo>
                    <a:pt x="20" y="63"/>
                  </a:lnTo>
                  <a:lnTo>
                    <a:pt x="40" y="90"/>
                  </a:lnTo>
                  <a:lnTo>
                    <a:pt x="9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07" name=""/>
            <p:cNvSpPr/>
            <p:nvPr/>
          </p:nvSpPr>
          <p:spPr>
            <a:xfrm rot="0">
              <a:off x="2575" y="1891"/>
              <a:ext cx="23" cy="23"/>
            </a:xfrm>
            <a:custGeom>
              <a:avLst/>
              <a:ahLst/>
              <a:rect l="0" t="0" r="r" b="b"/>
              <a:pathLst>
                <a:path w="91" h="90">
                  <a:moveTo>
                    <a:pt x="91" y="55"/>
                  </a:moveTo>
                  <a:lnTo>
                    <a:pt x="71" y="27"/>
                  </a:lnTo>
                  <a:lnTo>
                    <a:pt x="52" y="0"/>
                  </a:lnTo>
                  <a:lnTo>
                    <a:pt x="0" y="35"/>
                  </a:lnTo>
                  <a:lnTo>
                    <a:pt x="20" y="63"/>
                  </a:lnTo>
                  <a:lnTo>
                    <a:pt x="40" y="90"/>
                  </a:lnTo>
                  <a:lnTo>
                    <a:pt x="9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08" name=""/>
            <p:cNvSpPr/>
            <p:nvPr/>
          </p:nvSpPr>
          <p:spPr>
            <a:xfrm rot="0">
              <a:off x="2575" y="1900"/>
              <a:ext cx="5" cy="7"/>
            </a:xfrm>
            <a:custGeom>
              <a:avLst/>
              <a:ahLst/>
              <a:rect l="0" t="0" r="r" b="b"/>
              <a:pathLst>
                <a:path w="21" h="28">
                  <a:moveTo>
                    <a:pt x="21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09" name=""/>
            <p:cNvSpPr/>
            <p:nvPr/>
          </p:nvSpPr>
          <p:spPr>
            <a:xfrm rot="0" flipH="1">
              <a:off x="2575" y="19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10" name=""/>
            <p:cNvSpPr/>
            <p:nvPr/>
          </p:nvSpPr>
          <p:spPr>
            <a:xfrm rot="0">
              <a:off x="2562" y="1900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92" y="53"/>
                  </a:moveTo>
                  <a:lnTo>
                    <a:pt x="71" y="27"/>
                  </a:lnTo>
                  <a:lnTo>
                    <a:pt x="50" y="0"/>
                  </a:lnTo>
                  <a:lnTo>
                    <a:pt x="0" y="40"/>
                  </a:lnTo>
                  <a:lnTo>
                    <a:pt x="21" y="66"/>
                  </a:lnTo>
                  <a:lnTo>
                    <a:pt x="42" y="92"/>
                  </a:lnTo>
                  <a:lnTo>
                    <a:pt x="9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11" name=""/>
            <p:cNvSpPr/>
            <p:nvPr/>
          </p:nvSpPr>
          <p:spPr>
            <a:xfrm rot="0">
              <a:off x="2562" y="1900"/>
              <a:ext cx="23" cy="23"/>
            </a:xfrm>
            <a:custGeom>
              <a:avLst/>
              <a:ahLst/>
              <a:rect l="0" t="0" r="r" b="b"/>
              <a:pathLst>
                <a:path w="92" h="92">
                  <a:moveTo>
                    <a:pt x="92" y="53"/>
                  </a:moveTo>
                  <a:lnTo>
                    <a:pt x="71" y="27"/>
                  </a:lnTo>
                  <a:lnTo>
                    <a:pt x="50" y="0"/>
                  </a:lnTo>
                  <a:lnTo>
                    <a:pt x="0" y="40"/>
                  </a:lnTo>
                  <a:lnTo>
                    <a:pt x="21" y="66"/>
                  </a:lnTo>
                  <a:lnTo>
                    <a:pt x="42" y="92"/>
                  </a:lnTo>
                  <a:lnTo>
                    <a:pt x="9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12" name=""/>
            <p:cNvSpPr/>
            <p:nvPr/>
          </p:nvSpPr>
          <p:spPr>
            <a:xfrm rot="0">
              <a:off x="2562" y="1910"/>
              <a:ext cx="6" cy="7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13" name=""/>
            <p:cNvSpPr/>
            <p:nvPr/>
          </p:nvSpPr>
          <p:spPr>
            <a:xfrm rot="0" flipH="1">
              <a:off x="2562" y="19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14" name=""/>
            <p:cNvSpPr/>
            <p:nvPr/>
          </p:nvSpPr>
          <p:spPr>
            <a:xfrm rot="0">
              <a:off x="2550" y="1911"/>
              <a:ext cx="23" cy="23"/>
            </a:xfrm>
            <a:custGeom>
              <a:avLst/>
              <a:ahLst/>
              <a:rect l="0" t="0" r="r" b="b"/>
              <a:pathLst>
                <a:path w="94" h="93">
                  <a:moveTo>
                    <a:pt x="94" y="50"/>
                  </a:moveTo>
                  <a:lnTo>
                    <a:pt x="71" y="25"/>
                  </a:lnTo>
                  <a:lnTo>
                    <a:pt x="49" y="0"/>
                  </a:lnTo>
                  <a:lnTo>
                    <a:pt x="0" y="43"/>
                  </a:lnTo>
                  <a:lnTo>
                    <a:pt x="23" y="68"/>
                  </a:lnTo>
                  <a:lnTo>
                    <a:pt x="45" y="93"/>
                  </a:lnTo>
                  <a:lnTo>
                    <a:pt x="94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15" name=""/>
            <p:cNvSpPr/>
            <p:nvPr/>
          </p:nvSpPr>
          <p:spPr>
            <a:xfrm rot="0">
              <a:off x="2550" y="1911"/>
              <a:ext cx="23" cy="23"/>
            </a:xfrm>
            <a:custGeom>
              <a:avLst/>
              <a:ahLst/>
              <a:rect l="0" t="0" r="r" b="b"/>
              <a:pathLst>
                <a:path w="94" h="93">
                  <a:moveTo>
                    <a:pt x="94" y="50"/>
                  </a:moveTo>
                  <a:lnTo>
                    <a:pt x="71" y="25"/>
                  </a:lnTo>
                  <a:lnTo>
                    <a:pt x="49" y="0"/>
                  </a:lnTo>
                  <a:lnTo>
                    <a:pt x="0" y="43"/>
                  </a:lnTo>
                  <a:lnTo>
                    <a:pt x="23" y="68"/>
                  </a:lnTo>
                  <a:lnTo>
                    <a:pt x="45" y="93"/>
                  </a:lnTo>
                  <a:lnTo>
                    <a:pt x="94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16" name=""/>
            <p:cNvSpPr/>
            <p:nvPr/>
          </p:nvSpPr>
          <p:spPr>
            <a:xfrm rot="0">
              <a:off x="2549" y="1921"/>
              <a:ext cx="6" cy="7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17" name=""/>
            <p:cNvSpPr/>
            <p:nvPr/>
          </p:nvSpPr>
          <p:spPr>
            <a:xfrm rot="0" flipH="1">
              <a:off x="2549" y="1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18" name=""/>
            <p:cNvSpPr/>
            <p:nvPr/>
          </p:nvSpPr>
          <p:spPr>
            <a:xfrm rot="0">
              <a:off x="2537" y="1921"/>
              <a:ext cx="24" cy="24"/>
            </a:xfrm>
            <a:custGeom>
              <a:avLst/>
              <a:ahLst/>
              <a:rect l="0" t="0" r="r" b="b"/>
              <a:pathLst>
                <a:path w="96" h="96">
                  <a:moveTo>
                    <a:pt x="96" y="50"/>
                  </a:moveTo>
                  <a:lnTo>
                    <a:pt x="73" y="25"/>
                  </a:lnTo>
                  <a:lnTo>
                    <a:pt x="49" y="0"/>
                  </a:lnTo>
                  <a:lnTo>
                    <a:pt x="0" y="46"/>
                  </a:lnTo>
                  <a:lnTo>
                    <a:pt x="24" y="71"/>
                  </a:lnTo>
                  <a:lnTo>
                    <a:pt x="48" y="96"/>
                  </a:lnTo>
                  <a:lnTo>
                    <a:pt x="96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19" name=""/>
            <p:cNvSpPr/>
            <p:nvPr/>
          </p:nvSpPr>
          <p:spPr>
            <a:xfrm rot="0">
              <a:off x="2537" y="1921"/>
              <a:ext cx="24" cy="24"/>
            </a:xfrm>
            <a:custGeom>
              <a:avLst/>
              <a:ahLst/>
              <a:rect l="0" t="0" r="r" b="b"/>
              <a:pathLst>
                <a:path w="96" h="96">
                  <a:moveTo>
                    <a:pt x="96" y="50"/>
                  </a:moveTo>
                  <a:lnTo>
                    <a:pt x="73" y="25"/>
                  </a:lnTo>
                  <a:lnTo>
                    <a:pt x="49" y="0"/>
                  </a:lnTo>
                  <a:lnTo>
                    <a:pt x="0" y="46"/>
                  </a:lnTo>
                  <a:lnTo>
                    <a:pt x="24" y="71"/>
                  </a:lnTo>
                  <a:lnTo>
                    <a:pt x="48" y="96"/>
                  </a:lnTo>
                  <a:lnTo>
                    <a:pt x="96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20" name=""/>
            <p:cNvSpPr/>
            <p:nvPr/>
          </p:nvSpPr>
          <p:spPr>
            <a:xfrm rot="0">
              <a:off x="2537" y="1933"/>
              <a:ext cx="6" cy="6"/>
            </a:xfrm>
            <a:custGeom>
              <a:avLst/>
              <a:ahLst/>
              <a:rect l="0" t="0" r="r" b="b"/>
              <a:pathLst>
                <a:path w="25" h="25">
                  <a:moveTo>
                    <a:pt x="25" y="2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21" name=""/>
            <p:cNvSpPr/>
            <p:nvPr/>
          </p:nvSpPr>
          <p:spPr>
            <a:xfrm rot="0" flipH="1">
              <a:off x="2537" y="19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22" name=""/>
            <p:cNvSpPr/>
            <p:nvPr/>
          </p:nvSpPr>
          <p:spPr>
            <a:xfrm rot="0">
              <a:off x="2525" y="1933"/>
              <a:ext cx="24" cy="25"/>
            </a:xfrm>
            <a:custGeom>
              <a:avLst/>
              <a:ahLst/>
              <a:rect l="0" t="0" r="r" b="b"/>
              <a:pathLst>
                <a:path w="97" h="97">
                  <a:moveTo>
                    <a:pt x="97" y="47"/>
                  </a:moveTo>
                  <a:lnTo>
                    <a:pt x="72" y="23"/>
                  </a:lnTo>
                  <a:lnTo>
                    <a:pt x="47" y="0"/>
                  </a:lnTo>
                  <a:lnTo>
                    <a:pt x="0" y="50"/>
                  </a:lnTo>
                  <a:lnTo>
                    <a:pt x="25" y="73"/>
                  </a:lnTo>
                  <a:lnTo>
                    <a:pt x="50" y="97"/>
                  </a:lnTo>
                  <a:lnTo>
                    <a:pt x="97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23" name=""/>
            <p:cNvSpPr/>
            <p:nvPr/>
          </p:nvSpPr>
          <p:spPr>
            <a:xfrm rot="0">
              <a:off x="2525" y="1933"/>
              <a:ext cx="24" cy="25"/>
            </a:xfrm>
            <a:custGeom>
              <a:avLst/>
              <a:ahLst/>
              <a:rect l="0" t="0" r="r" b="b"/>
              <a:pathLst>
                <a:path w="97" h="97">
                  <a:moveTo>
                    <a:pt x="97" y="47"/>
                  </a:moveTo>
                  <a:lnTo>
                    <a:pt x="72" y="23"/>
                  </a:lnTo>
                  <a:lnTo>
                    <a:pt x="47" y="0"/>
                  </a:lnTo>
                  <a:lnTo>
                    <a:pt x="0" y="50"/>
                  </a:lnTo>
                  <a:lnTo>
                    <a:pt x="25" y="73"/>
                  </a:lnTo>
                  <a:lnTo>
                    <a:pt x="50" y="97"/>
                  </a:lnTo>
                  <a:lnTo>
                    <a:pt x="97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24" name=""/>
            <p:cNvSpPr/>
            <p:nvPr/>
          </p:nvSpPr>
          <p:spPr>
            <a:xfrm rot="0">
              <a:off x="2525" y="1946"/>
              <a:ext cx="6" cy="6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25" name=""/>
            <p:cNvSpPr/>
            <p:nvPr/>
          </p:nvSpPr>
          <p:spPr>
            <a:xfrm rot="0">
              <a:off x="2525" y="19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26" name=""/>
            <p:cNvSpPr/>
            <p:nvPr/>
          </p:nvSpPr>
          <p:spPr>
            <a:xfrm rot="0">
              <a:off x="2514" y="1946"/>
              <a:ext cx="24" cy="24"/>
            </a:xfrm>
            <a:custGeom>
              <a:avLst/>
              <a:ahLst/>
              <a:rect l="0" t="0" r="r" b="b"/>
              <a:pathLst>
                <a:path w="96" h="97">
                  <a:moveTo>
                    <a:pt x="96" y="45"/>
                  </a:moveTo>
                  <a:lnTo>
                    <a:pt x="71" y="22"/>
                  </a:lnTo>
                  <a:lnTo>
                    <a:pt x="46" y="0"/>
                  </a:lnTo>
                  <a:lnTo>
                    <a:pt x="0" y="53"/>
                  </a:lnTo>
                  <a:lnTo>
                    <a:pt x="25" y="75"/>
                  </a:lnTo>
                  <a:lnTo>
                    <a:pt x="50" y="97"/>
                  </a:lnTo>
                  <a:lnTo>
                    <a:pt x="96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27" name=""/>
            <p:cNvSpPr/>
            <p:nvPr/>
          </p:nvSpPr>
          <p:spPr>
            <a:xfrm rot="0">
              <a:off x="2514" y="1946"/>
              <a:ext cx="24" cy="24"/>
            </a:xfrm>
            <a:custGeom>
              <a:avLst/>
              <a:ahLst/>
              <a:rect l="0" t="0" r="r" b="b"/>
              <a:pathLst>
                <a:path w="96" h="97">
                  <a:moveTo>
                    <a:pt x="96" y="45"/>
                  </a:moveTo>
                  <a:lnTo>
                    <a:pt x="71" y="22"/>
                  </a:lnTo>
                  <a:lnTo>
                    <a:pt x="46" y="0"/>
                  </a:lnTo>
                  <a:lnTo>
                    <a:pt x="0" y="53"/>
                  </a:lnTo>
                  <a:lnTo>
                    <a:pt x="25" y="75"/>
                  </a:lnTo>
                  <a:lnTo>
                    <a:pt x="50" y="97"/>
                  </a:lnTo>
                  <a:lnTo>
                    <a:pt x="96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28" name=""/>
            <p:cNvSpPr/>
            <p:nvPr/>
          </p:nvSpPr>
          <p:spPr>
            <a:xfrm rot="0">
              <a:off x="2513" y="1959"/>
              <a:ext cx="7" cy="6"/>
            </a:xfrm>
            <a:custGeom>
              <a:avLst/>
              <a:ahLst/>
              <a:rect l="0" t="0" r="r" b="b"/>
              <a:pathLst>
                <a:path w="27" h="22">
                  <a:moveTo>
                    <a:pt x="27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29" name=""/>
            <p:cNvSpPr/>
            <p:nvPr/>
          </p:nvSpPr>
          <p:spPr>
            <a:xfrm rot="0" flipH="1">
              <a:off x="2513" y="1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30" name=""/>
            <p:cNvSpPr/>
            <p:nvPr/>
          </p:nvSpPr>
          <p:spPr>
            <a:xfrm rot="0">
              <a:off x="2503" y="1959"/>
              <a:ext cx="23" cy="25"/>
            </a:xfrm>
            <a:custGeom>
              <a:avLst/>
              <a:ahLst/>
              <a:rect l="0" t="0" r="r" b="b"/>
              <a:pathLst>
                <a:path w="96" h="97">
                  <a:moveTo>
                    <a:pt x="96" y="42"/>
                  </a:moveTo>
                  <a:lnTo>
                    <a:pt x="70" y="21"/>
                  </a:lnTo>
                  <a:lnTo>
                    <a:pt x="43" y="0"/>
                  </a:lnTo>
                  <a:lnTo>
                    <a:pt x="0" y="55"/>
                  </a:lnTo>
                  <a:lnTo>
                    <a:pt x="26" y="76"/>
                  </a:lnTo>
                  <a:lnTo>
                    <a:pt x="53" y="97"/>
                  </a:lnTo>
                  <a:lnTo>
                    <a:pt x="9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31" name=""/>
            <p:cNvSpPr/>
            <p:nvPr/>
          </p:nvSpPr>
          <p:spPr>
            <a:xfrm rot="0">
              <a:off x="2503" y="1959"/>
              <a:ext cx="23" cy="25"/>
            </a:xfrm>
            <a:custGeom>
              <a:avLst/>
              <a:ahLst/>
              <a:rect l="0" t="0" r="r" b="b"/>
              <a:pathLst>
                <a:path w="96" h="97">
                  <a:moveTo>
                    <a:pt x="96" y="42"/>
                  </a:moveTo>
                  <a:lnTo>
                    <a:pt x="70" y="21"/>
                  </a:lnTo>
                  <a:lnTo>
                    <a:pt x="43" y="0"/>
                  </a:lnTo>
                  <a:lnTo>
                    <a:pt x="0" y="55"/>
                  </a:lnTo>
                  <a:lnTo>
                    <a:pt x="26" y="76"/>
                  </a:lnTo>
                  <a:lnTo>
                    <a:pt x="53" y="97"/>
                  </a:lnTo>
                  <a:lnTo>
                    <a:pt x="9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32" name=""/>
            <p:cNvSpPr/>
            <p:nvPr/>
          </p:nvSpPr>
          <p:spPr>
            <a:xfrm rot="0">
              <a:off x="2502" y="1973"/>
              <a:ext cx="7" cy="6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33" name=""/>
            <p:cNvSpPr/>
            <p:nvPr/>
          </p:nvSpPr>
          <p:spPr>
            <a:xfrm rot="0" flipH="1">
              <a:off x="2502" y="19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34" name=""/>
            <p:cNvSpPr/>
            <p:nvPr/>
          </p:nvSpPr>
          <p:spPr>
            <a:xfrm rot="0">
              <a:off x="2492" y="1974"/>
              <a:ext cx="24" cy="24"/>
            </a:xfrm>
            <a:custGeom>
              <a:avLst/>
              <a:ahLst/>
              <a:rect l="0" t="0" r="r" b="b"/>
              <a:pathLst>
                <a:path w="97" h="98">
                  <a:moveTo>
                    <a:pt x="97" y="40"/>
                  </a:moveTo>
                  <a:lnTo>
                    <a:pt x="69" y="20"/>
                  </a:lnTo>
                  <a:lnTo>
                    <a:pt x="42" y="0"/>
                  </a:lnTo>
                  <a:lnTo>
                    <a:pt x="0" y="58"/>
                  </a:lnTo>
                  <a:lnTo>
                    <a:pt x="27" y="78"/>
                  </a:lnTo>
                  <a:lnTo>
                    <a:pt x="55" y="98"/>
                  </a:lnTo>
                  <a:lnTo>
                    <a:pt x="97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35" name=""/>
            <p:cNvSpPr/>
            <p:nvPr/>
          </p:nvSpPr>
          <p:spPr>
            <a:xfrm rot="0">
              <a:off x="2492" y="1974"/>
              <a:ext cx="24" cy="24"/>
            </a:xfrm>
            <a:custGeom>
              <a:avLst/>
              <a:ahLst/>
              <a:rect l="0" t="0" r="r" b="b"/>
              <a:pathLst>
                <a:path w="97" h="98">
                  <a:moveTo>
                    <a:pt x="97" y="40"/>
                  </a:moveTo>
                  <a:lnTo>
                    <a:pt x="69" y="20"/>
                  </a:lnTo>
                  <a:lnTo>
                    <a:pt x="42" y="0"/>
                  </a:lnTo>
                  <a:lnTo>
                    <a:pt x="0" y="58"/>
                  </a:lnTo>
                  <a:lnTo>
                    <a:pt x="27" y="78"/>
                  </a:lnTo>
                  <a:lnTo>
                    <a:pt x="55" y="98"/>
                  </a:lnTo>
                  <a:lnTo>
                    <a:pt x="97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36" name=""/>
            <p:cNvSpPr/>
            <p:nvPr/>
          </p:nvSpPr>
          <p:spPr>
            <a:xfrm rot="0">
              <a:off x="2492" y="1988"/>
              <a:ext cx="7" cy="5"/>
            </a:xfrm>
            <a:custGeom>
              <a:avLst/>
              <a:ahLst/>
              <a:rect l="0" t="0" r="r" b="b"/>
              <a:pathLst>
                <a:path w="27" h="20">
                  <a:moveTo>
                    <a:pt x="27" y="2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37" name=""/>
            <p:cNvSpPr/>
            <p:nvPr/>
          </p:nvSpPr>
          <p:spPr>
            <a:xfrm rot="0">
              <a:off x="2492" y="19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38" name=""/>
            <p:cNvSpPr/>
            <p:nvPr/>
          </p:nvSpPr>
          <p:spPr>
            <a:xfrm rot="0">
              <a:off x="2482" y="1988"/>
              <a:ext cx="23" cy="25"/>
            </a:xfrm>
            <a:custGeom>
              <a:avLst/>
              <a:ahLst/>
              <a:rect l="0" t="0" r="r" b="b"/>
              <a:pathLst>
                <a:path w="95" h="97">
                  <a:moveTo>
                    <a:pt x="95" y="36"/>
                  </a:moveTo>
                  <a:lnTo>
                    <a:pt x="67" y="18"/>
                  </a:lnTo>
                  <a:lnTo>
                    <a:pt x="40" y="0"/>
                  </a:lnTo>
                  <a:lnTo>
                    <a:pt x="0" y="60"/>
                  </a:lnTo>
                  <a:lnTo>
                    <a:pt x="28" y="78"/>
                  </a:lnTo>
                  <a:lnTo>
                    <a:pt x="55" y="97"/>
                  </a:lnTo>
                  <a:lnTo>
                    <a:pt x="95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39" name=""/>
            <p:cNvSpPr/>
            <p:nvPr/>
          </p:nvSpPr>
          <p:spPr>
            <a:xfrm rot="0">
              <a:off x="2482" y="1988"/>
              <a:ext cx="23" cy="25"/>
            </a:xfrm>
            <a:custGeom>
              <a:avLst/>
              <a:ahLst/>
              <a:rect l="0" t="0" r="r" b="b"/>
              <a:pathLst>
                <a:path w="95" h="97">
                  <a:moveTo>
                    <a:pt x="95" y="36"/>
                  </a:moveTo>
                  <a:lnTo>
                    <a:pt x="67" y="18"/>
                  </a:lnTo>
                  <a:lnTo>
                    <a:pt x="40" y="0"/>
                  </a:lnTo>
                  <a:lnTo>
                    <a:pt x="0" y="60"/>
                  </a:lnTo>
                  <a:lnTo>
                    <a:pt x="28" y="78"/>
                  </a:lnTo>
                  <a:lnTo>
                    <a:pt x="55" y="97"/>
                  </a:lnTo>
                  <a:lnTo>
                    <a:pt x="95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40" name=""/>
            <p:cNvSpPr/>
            <p:nvPr/>
          </p:nvSpPr>
          <p:spPr>
            <a:xfrm rot="0">
              <a:off x="2481" y="2004"/>
              <a:ext cx="8" cy="4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41" name=""/>
            <p:cNvSpPr/>
            <p:nvPr/>
          </p:nvSpPr>
          <p:spPr>
            <a:xfrm rot="0" flipH="1">
              <a:off x="2481" y="2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42" name=""/>
            <p:cNvSpPr/>
            <p:nvPr/>
          </p:nvSpPr>
          <p:spPr>
            <a:xfrm rot="0">
              <a:off x="2472" y="2004"/>
              <a:ext cx="24" cy="24"/>
            </a:xfrm>
            <a:custGeom>
              <a:avLst/>
              <a:ahLst/>
              <a:rect l="0" t="0" r="r" b="b"/>
              <a:pathLst>
                <a:path w="95" h="95">
                  <a:moveTo>
                    <a:pt x="95" y="35"/>
                  </a:moveTo>
                  <a:lnTo>
                    <a:pt x="66" y="17"/>
                  </a:lnTo>
                  <a:lnTo>
                    <a:pt x="37" y="0"/>
                  </a:lnTo>
                  <a:lnTo>
                    <a:pt x="0" y="61"/>
                  </a:lnTo>
                  <a:lnTo>
                    <a:pt x="29" y="78"/>
                  </a:lnTo>
                  <a:lnTo>
                    <a:pt x="58" y="95"/>
                  </a:lnTo>
                  <a:lnTo>
                    <a:pt x="9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43" name=""/>
            <p:cNvSpPr/>
            <p:nvPr/>
          </p:nvSpPr>
          <p:spPr>
            <a:xfrm rot="0">
              <a:off x="2472" y="2004"/>
              <a:ext cx="24" cy="24"/>
            </a:xfrm>
            <a:custGeom>
              <a:avLst/>
              <a:ahLst/>
              <a:rect l="0" t="0" r="r" b="b"/>
              <a:pathLst>
                <a:path w="95" h="95">
                  <a:moveTo>
                    <a:pt x="95" y="35"/>
                  </a:moveTo>
                  <a:lnTo>
                    <a:pt x="66" y="17"/>
                  </a:lnTo>
                  <a:lnTo>
                    <a:pt x="37" y="0"/>
                  </a:lnTo>
                  <a:lnTo>
                    <a:pt x="0" y="61"/>
                  </a:lnTo>
                  <a:lnTo>
                    <a:pt x="29" y="78"/>
                  </a:lnTo>
                  <a:lnTo>
                    <a:pt x="58" y="95"/>
                  </a:lnTo>
                  <a:lnTo>
                    <a:pt x="95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44" name=""/>
            <p:cNvSpPr/>
            <p:nvPr/>
          </p:nvSpPr>
          <p:spPr>
            <a:xfrm rot="0">
              <a:off x="2472" y="2019"/>
              <a:ext cx="8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45" name=""/>
            <p:cNvSpPr/>
            <p:nvPr/>
          </p:nvSpPr>
          <p:spPr>
            <a:xfrm rot="0">
              <a:off x="2472" y="20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46" name=""/>
            <p:cNvSpPr/>
            <p:nvPr/>
          </p:nvSpPr>
          <p:spPr>
            <a:xfrm rot="0">
              <a:off x="2463" y="2019"/>
              <a:ext cx="24" cy="24"/>
            </a:xfrm>
            <a:custGeom>
              <a:avLst/>
              <a:ahLst/>
              <a:rect l="0" t="0" r="r" b="b"/>
              <a:pathLst>
                <a:path w="93" h="97">
                  <a:moveTo>
                    <a:pt x="93" y="34"/>
                  </a:moveTo>
                  <a:lnTo>
                    <a:pt x="64" y="17"/>
                  </a:lnTo>
                  <a:lnTo>
                    <a:pt x="35" y="0"/>
                  </a:lnTo>
                  <a:lnTo>
                    <a:pt x="0" y="63"/>
                  </a:lnTo>
                  <a:lnTo>
                    <a:pt x="29" y="80"/>
                  </a:lnTo>
                  <a:lnTo>
                    <a:pt x="57" y="97"/>
                  </a:lnTo>
                  <a:lnTo>
                    <a:pt x="9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47" name=""/>
            <p:cNvSpPr/>
            <p:nvPr/>
          </p:nvSpPr>
          <p:spPr>
            <a:xfrm rot="0">
              <a:off x="2463" y="2019"/>
              <a:ext cx="24" cy="24"/>
            </a:xfrm>
            <a:custGeom>
              <a:avLst/>
              <a:ahLst/>
              <a:rect l="0" t="0" r="r" b="b"/>
              <a:pathLst>
                <a:path w="93" h="97">
                  <a:moveTo>
                    <a:pt x="93" y="34"/>
                  </a:moveTo>
                  <a:lnTo>
                    <a:pt x="64" y="17"/>
                  </a:lnTo>
                  <a:lnTo>
                    <a:pt x="35" y="0"/>
                  </a:lnTo>
                  <a:lnTo>
                    <a:pt x="0" y="63"/>
                  </a:lnTo>
                  <a:lnTo>
                    <a:pt x="29" y="80"/>
                  </a:lnTo>
                  <a:lnTo>
                    <a:pt x="57" y="97"/>
                  </a:lnTo>
                  <a:lnTo>
                    <a:pt x="93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48" name=""/>
            <p:cNvSpPr/>
            <p:nvPr/>
          </p:nvSpPr>
          <p:spPr>
            <a:xfrm rot="0">
              <a:off x="2463" y="2035"/>
              <a:ext cx="8" cy="4"/>
            </a:xfrm>
            <a:custGeom>
              <a:avLst/>
              <a:ahLst/>
              <a:rect l="0" t="0" r="r" b="b"/>
              <a:pathLst>
                <a:path w="31" h="17">
                  <a:moveTo>
                    <a:pt x="31" y="17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49" name=""/>
            <p:cNvSpPr/>
            <p:nvPr/>
          </p:nvSpPr>
          <p:spPr>
            <a:xfrm rot="0" flipH="1">
              <a:off x="2463" y="2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50" name=""/>
            <p:cNvSpPr/>
            <p:nvPr/>
          </p:nvSpPr>
          <p:spPr>
            <a:xfrm rot="0">
              <a:off x="2455" y="2035"/>
              <a:ext cx="23" cy="24"/>
            </a:xfrm>
            <a:custGeom>
              <a:avLst/>
              <a:ahLst/>
              <a:rect l="0" t="0" r="r" b="b"/>
              <a:pathLst>
                <a:path w="92" h="93">
                  <a:moveTo>
                    <a:pt x="92" y="29"/>
                  </a:moveTo>
                  <a:lnTo>
                    <a:pt x="62" y="14"/>
                  </a:lnTo>
                  <a:lnTo>
                    <a:pt x="31" y="0"/>
                  </a:lnTo>
                  <a:lnTo>
                    <a:pt x="0" y="64"/>
                  </a:lnTo>
                  <a:lnTo>
                    <a:pt x="30" y="78"/>
                  </a:lnTo>
                  <a:lnTo>
                    <a:pt x="60" y="93"/>
                  </a:lnTo>
                  <a:lnTo>
                    <a:pt x="9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51" name=""/>
            <p:cNvSpPr/>
            <p:nvPr/>
          </p:nvSpPr>
          <p:spPr>
            <a:xfrm rot="0">
              <a:off x="2455" y="2035"/>
              <a:ext cx="23" cy="24"/>
            </a:xfrm>
            <a:custGeom>
              <a:avLst/>
              <a:ahLst/>
              <a:rect l="0" t="0" r="r" b="b"/>
              <a:pathLst>
                <a:path w="92" h="93">
                  <a:moveTo>
                    <a:pt x="92" y="29"/>
                  </a:moveTo>
                  <a:lnTo>
                    <a:pt x="62" y="14"/>
                  </a:lnTo>
                  <a:lnTo>
                    <a:pt x="31" y="0"/>
                  </a:lnTo>
                  <a:lnTo>
                    <a:pt x="0" y="64"/>
                  </a:lnTo>
                  <a:lnTo>
                    <a:pt x="30" y="78"/>
                  </a:lnTo>
                  <a:lnTo>
                    <a:pt x="60" y="93"/>
                  </a:lnTo>
                  <a:lnTo>
                    <a:pt x="9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52" name=""/>
            <p:cNvSpPr/>
            <p:nvPr/>
          </p:nvSpPr>
          <p:spPr>
            <a:xfrm rot="0">
              <a:off x="2455" y="2052"/>
              <a:ext cx="8" cy="3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53" name=""/>
            <p:cNvSpPr/>
            <p:nvPr/>
          </p:nvSpPr>
          <p:spPr>
            <a:xfrm rot="0">
              <a:off x="2455" y="20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54" name=""/>
            <p:cNvSpPr/>
            <p:nvPr/>
          </p:nvSpPr>
          <p:spPr>
            <a:xfrm rot="0">
              <a:off x="2448" y="2052"/>
              <a:ext cx="22" cy="23"/>
            </a:xfrm>
            <a:custGeom>
              <a:avLst/>
              <a:ahLst/>
              <a:rect l="0" t="0" r="r" b="b"/>
              <a:pathLst>
                <a:path w="89" h="92">
                  <a:moveTo>
                    <a:pt x="89" y="27"/>
                  </a:moveTo>
                  <a:lnTo>
                    <a:pt x="59" y="13"/>
                  </a:lnTo>
                  <a:lnTo>
                    <a:pt x="29" y="0"/>
                  </a:lnTo>
                  <a:lnTo>
                    <a:pt x="0" y="66"/>
                  </a:lnTo>
                  <a:lnTo>
                    <a:pt x="30" y="79"/>
                  </a:lnTo>
                  <a:lnTo>
                    <a:pt x="60" y="92"/>
                  </a:lnTo>
                  <a:lnTo>
                    <a:pt x="8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55" name=""/>
            <p:cNvSpPr/>
            <p:nvPr/>
          </p:nvSpPr>
          <p:spPr>
            <a:xfrm rot="0">
              <a:off x="2448" y="2052"/>
              <a:ext cx="22" cy="23"/>
            </a:xfrm>
            <a:custGeom>
              <a:avLst/>
              <a:ahLst/>
              <a:rect l="0" t="0" r="r" b="b"/>
              <a:pathLst>
                <a:path w="89" h="92">
                  <a:moveTo>
                    <a:pt x="89" y="27"/>
                  </a:moveTo>
                  <a:lnTo>
                    <a:pt x="59" y="13"/>
                  </a:lnTo>
                  <a:lnTo>
                    <a:pt x="29" y="0"/>
                  </a:lnTo>
                  <a:lnTo>
                    <a:pt x="0" y="66"/>
                  </a:lnTo>
                  <a:lnTo>
                    <a:pt x="30" y="79"/>
                  </a:lnTo>
                  <a:lnTo>
                    <a:pt x="60" y="92"/>
                  </a:lnTo>
                  <a:lnTo>
                    <a:pt x="89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56" name=""/>
            <p:cNvSpPr/>
            <p:nvPr/>
          </p:nvSpPr>
          <p:spPr>
            <a:xfrm rot="0">
              <a:off x="2448" y="2068"/>
              <a:ext cx="8" cy="4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57" name=""/>
            <p:cNvSpPr/>
            <p:nvPr/>
          </p:nvSpPr>
          <p:spPr>
            <a:xfrm rot="0" flipH="1">
              <a:off x="2448" y="2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58" name=""/>
            <p:cNvSpPr/>
            <p:nvPr/>
          </p:nvSpPr>
          <p:spPr>
            <a:xfrm rot="0">
              <a:off x="2441" y="2069"/>
              <a:ext cx="22" cy="22"/>
            </a:xfrm>
            <a:custGeom>
              <a:avLst/>
              <a:ahLst/>
              <a:rect l="0" t="0" r="r" b="b"/>
              <a:pathLst>
                <a:path w="90" h="90">
                  <a:moveTo>
                    <a:pt x="90" y="24"/>
                  </a:moveTo>
                  <a:lnTo>
                    <a:pt x="58" y="12"/>
                  </a:lnTo>
                  <a:lnTo>
                    <a:pt x="27" y="0"/>
                  </a:lnTo>
                  <a:lnTo>
                    <a:pt x="0" y="66"/>
                  </a:lnTo>
                  <a:lnTo>
                    <a:pt x="32" y="78"/>
                  </a:lnTo>
                  <a:lnTo>
                    <a:pt x="63" y="90"/>
                  </a:lnTo>
                  <a:lnTo>
                    <a:pt x="9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59" name=""/>
            <p:cNvSpPr/>
            <p:nvPr/>
          </p:nvSpPr>
          <p:spPr>
            <a:xfrm rot="0">
              <a:off x="2441" y="2069"/>
              <a:ext cx="22" cy="22"/>
            </a:xfrm>
            <a:custGeom>
              <a:avLst/>
              <a:ahLst/>
              <a:rect l="0" t="0" r="r" b="b"/>
              <a:pathLst>
                <a:path w="90" h="90">
                  <a:moveTo>
                    <a:pt x="90" y="24"/>
                  </a:moveTo>
                  <a:lnTo>
                    <a:pt x="58" y="12"/>
                  </a:lnTo>
                  <a:lnTo>
                    <a:pt x="27" y="0"/>
                  </a:lnTo>
                  <a:lnTo>
                    <a:pt x="0" y="66"/>
                  </a:lnTo>
                  <a:lnTo>
                    <a:pt x="32" y="78"/>
                  </a:lnTo>
                  <a:lnTo>
                    <a:pt x="63" y="90"/>
                  </a:lnTo>
                  <a:lnTo>
                    <a:pt x="9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60" name=""/>
            <p:cNvSpPr/>
            <p:nvPr/>
          </p:nvSpPr>
          <p:spPr>
            <a:xfrm rot="0">
              <a:off x="2441" y="2085"/>
              <a:ext cx="8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61" name=""/>
            <p:cNvSpPr/>
            <p:nvPr/>
          </p:nvSpPr>
          <p:spPr>
            <a:xfrm rot="0">
              <a:off x="2441" y="2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62" name=""/>
            <p:cNvSpPr/>
            <p:nvPr/>
          </p:nvSpPr>
          <p:spPr>
            <a:xfrm rot="0">
              <a:off x="2435" y="2085"/>
              <a:ext cx="22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85" y="21"/>
                  </a:moveTo>
                  <a:lnTo>
                    <a:pt x="54" y="11"/>
                  </a:lnTo>
                  <a:lnTo>
                    <a:pt x="22" y="0"/>
                  </a:lnTo>
                  <a:lnTo>
                    <a:pt x="0" y="66"/>
                  </a:lnTo>
                  <a:lnTo>
                    <a:pt x="31" y="77"/>
                  </a:lnTo>
                  <a:lnTo>
                    <a:pt x="63" y="87"/>
                  </a:lnTo>
                  <a:lnTo>
                    <a:pt x="85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63" name=""/>
            <p:cNvSpPr/>
            <p:nvPr/>
          </p:nvSpPr>
          <p:spPr>
            <a:xfrm rot="0">
              <a:off x="2435" y="2085"/>
              <a:ext cx="22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85" y="21"/>
                  </a:moveTo>
                  <a:lnTo>
                    <a:pt x="54" y="11"/>
                  </a:lnTo>
                  <a:lnTo>
                    <a:pt x="22" y="0"/>
                  </a:lnTo>
                  <a:lnTo>
                    <a:pt x="0" y="66"/>
                  </a:lnTo>
                  <a:lnTo>
                    <a:pt x="31" y="77"/>
                  </a:lnTo>
                  <a:lnTo>
                    <a:pt x="63" y="87"/>
                  </a:lnTo>
                  <a:lnTo>
                    <a:pt x="8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64" name=""/>
            <p:cNvSpPr/>
            <p:nvPr/>
          </p:nvSpPr>
          <p:spPr>
            <a:xfrm rot="0">
              <a:off x="2435" y="2102"/>
              <a:ext cx="8" cy="2"/>
            </a:xfrm>
            <a:custGeom>
              <a:avLst/>
              <a:ahLst/>
              <a:rect l="0" t="0" r="r" b="b"/>
              <a:pathLst>
                <a:path w="31" h="11">
                  <a:moveTo>
                    <a:pt x="31" y="1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65" name=""/>
            <p:cNvSpPr/>
            <p:nvPr/>
          </p:nvSpPr>
          <p:spPr>
            <a:xfrm rot="0">
              <a:off x="2435" y="21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66" name=""/>
            <p:cNvSpPr/>
            <p:nvPr/>
          </p:nvSpPr>
          <p:spPr>
            <a:xfrm rot="0">
              <a:off x="2431" y="2102"/>
              <a:ext cx="20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83" y="19"/>
                  </a:moveTo>
                  <a:lnTo>
                    <a:pt x="51" y="10"/>
                  </a:lnTo>
                  <a:lnTo>
                    <a:pt x="20" y="0"/>
                  </a:lnTo>
                  <a:lnTo>
                    <a:pt x="0" y="66"/>
                  </a:lnTo>
                  <a:lnTo>
                    <a:pt x="32" y="75"/>
                  </a:lnTo>
                  <a:lnTo>
                    <a:pt x="63" y="85"/>
                  </a:lnTo>
                  <a:lnTo>
                    <a:pt x="83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67" name=""/>
            <p:cNvSpPr/>
            <p:nvPr/>
          </p:nvSpPr>
          <p:spPr>
            <a:xfrm rot="0">
              <a:off x="2431" y="2102"/>
              <a:ext cx="20" cy="21"/>
            </a:xfrm>
            <a:custGeom>
              <a:avLst/>
              <a:ahLst/>
              <a:rect l="0" t="0" r="r" b="b"/>
              <a:pathLst>
                <a:path w="83" h="85">
                  <a:moveTo>
                    <a:pt x="83" y="19"/>
                  </a:moveTo>
                  <a:lnTo>
                    <a:pt x="51" y="10"/>
                  </a:lnTo>
                  <a:lnTo>
                    <a:pt x="20" y="0"/>
                  </a:lnTo>
                  <a:lnTo>
                    <a:pt x="0" y="66"/>
                  </a:lnTo>
                  <a:lnTo>
                    <a:pt x="32" y="75"/>
                  </a:lnTo>
                  <a:lnTo>
                    <a:pt x="63" y="85"/>
                  </a:lnTo>
                  <a:lnTo>
                    <a:pt x="83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68" name=""/>
            <p:cNvSpPr/>
            <p:nvPr/>
          </p:nvSpPr>
          <p:spPr>
            <a:xfrm rot="0">
              <a:off x="2430" y="2119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69" name=""/>
            <p:cNvSpPr/>
            <p:nvPr/>
          </p:nvSpPr>
          <p:spPr>
            <a:xfrm rot="0" flipH="1">
              <a:off x="2430" y="2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70" name=""/>
            <p:cNvSpPr/>
            <p:nvPr/>
          </p:nvSpPr>
          <p:spPr>
            <a:xfrm rot="0">
              <a:off x="2426" y="2119"/>
              <a:ext cx="21" cy="20"/>
            </a:xfrm>
            <a:custGeom>
              <a:avLst/>
              <a:ahLst/>
              <a:rect l="0" t="0" r="r" b="b"/>
              <a:pathLst>
                <a:path w="82" h="82">
                  <a:moveTo>
                    <a:pt x="82" y="16"/>
                  </a:moveTo>
                  <a:lnTo>
                    <a:pt x="49" y="8"/>
                  </a:lnTo>
                  <a:lnTo>
                    <a:pt x="16" y="0"/>
                  </a:lnTo>
                  <a:lnTo>
                    <a:pt x="0" y="66"/>
                  </a:lnTo>
                  <a:lnTo>
                    <a:pt x="33" y="74"/>
                  </a:lnTo>
                  <a:lnTo>
                    <a:pt x="66" y="82"/>
                  </a:lnTo>
                  <a:lnTo>
                    <a:pt x="8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71" name=""/>
            <p:cNvSpPr/>
            <p:nvPr/>
          </p:nvSpPr>
          <p:spPr>
            <a:xfrm rot="0">
              <a:off x="2426" y="2119"/>
              <a:ext cx="21" cy="20"/>
            </a:xfrm>
            <a:custGeom>
              <a:avLst/>
              <a:ahLst/>
              <a:rect l="0" t="0" r="r" b="b"/>
              <a:pathLst>
                <a:path w="82" h="82">
                  <a:moveTo>
                    <a:pt x="82" y="16"/>
                  </a:moveTo>
                  <a:lnTo>
                    <a:pt x="49" y="8"/>
                  </a:lnTo>
                  <a:lnTo>
                    <a:pt x="16" y="0"/>
                  </a:lnTo>
                  <a:lnTo>
                    <a:pt x="0" y="66"/>
                  </a:lnTo>
                  <a:lnTo>
                    <a:pt x="33" y="74"/>
                  </a:lnTo>
                  <a:lnTo>
                    <a:pt x="66" y="82"/>
                  </a:lnTo>
                  <a:lnTo>
                    <a:pt x="82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72" name=""/>
            <p:cNvSpPr/>
            <p:nvPr/>
          </p:nvSpPr>
          <p:spPr>
            <a:xfrm rot="0">
              <a:off x="2426" y="2135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73" name=""/>
            <p:cNvSpPr/>
            <p:nvPr/>
          </p:nvSpPr>
          <p:spPr>
            <a:xfrm rot="0">
              <a:off x="2426" y="2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74" name=""/>
            <p:cNvSpPr/>
            <p:nvPr/>
          </p:nvSpPr>
          <p:spPr>
            <a:xfrm rot="0">
              <a:off x="2423" y="2136"/>
              <a:ext cx="20" cy="19"/>
            </a:xfrm>
            <a:custGeom>
              <a:avLst/>
              <a:ahLst/>
              <a:rect l="0" t="0" r="r" b="b"/>
              <a:pathLst>
                <a:path w="79" h="78">
                  <a:moveTo>
                    <a:pt x="79" y="14"/>
                  </a:moveTo>
                  <a:lnTo>
                    <a:pt x="46" y="7"/>
                  </a:lnTo>
                  <a:lnTo>
                    <a:pt x="13" y="0"/>
                  </a:lnTo>
                  <a:lnTo>
                    <a:pt x="0" y="65"/>
                  </a:lnTo>
                  <a:lnTo>
                    <a:pt x="33" y="71"/>
                  </a:lnTo>
                  <a:lnTo>
                    <a:pt x="66" y="78"/>
                  </a:lnTo>
                  <a:lnTo>
                    <a:pt x="79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75" name=""/>
            <p:cNvSpPr/>
            <p:nvPr/>
          </p:nvSpPr>
          <p:spPr>
            <a:xfrm rot="0">
              <a:off x="2423" y="2136"/>
              <a:ext cx="20" cy="19"/>
            </a:xfrm>
            <a:custGeom>
              <a:avLst/>
              <a:ahLst/>
              <a:rect l="0" t="0" r="r" b="b"/>
              <a:pathLst>
                <a:path w="79" h="78">
                  <a:moveTo>
                    <a:pt x="79" y="14"/>
                  </a:moveTo>
                  <a:lnTo>
                    <a:pt x="46" y="7"/>
                  </a:lnTo>
                  <a:lnTo>
                    <a:pt x="13" y="0"/>
                  </a:lnTo>
                  <a:lnTo>
                    <a:pt x="0" y="65"/>
                  </a:lnTo>
                  <a:lnTo>
                    <a:pt x="33" y="71"/>
                  </a:lnTo>
                  <a:lnTo>
                    <a:pt x="66" y="78"/>
                  </a:lnTo>
                  <a:lnTo>
                    <a:pt x="79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76" name=""/>
            <p:cNvSpPr/>
            <p:nvPr/>
          </p:nvSpPr>
          <p:spPr>
            <a:xfrm rot="0">
              <a:off x="2423" y="2152"/>
              <a:ext cx="8" cy="1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77" name=""/>
            <p:cNvSpPr/>
            <p:nvPr/>
          </p:nvSpPr>
          <p:spPr>
            <a:xfrm rot="0">
              <a:off x="2423" y="21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78" name=""/>
            <p:cNvSpPr/>
            <p:nvPr/>
          </p:nvSpPr>
          <p:spPr>
            <a:xfrm rot="0">
              <a:off x="2421" y="2152"/>
              <a:ext cx="18" cy="18"/>
            </a:xfrm>
            <a:custGeom>
              <a:avLst/>
              <a:ahLst/>
              <a:rect l="0" t="0" r="r" b="b"/>
              <a:pathLst>
                <a:path w="75" h="74">
                  <a:moveTo>
                    <a:pt x="75" y="11"/>
                  </a:moveTo>
                  <a:lnTo>
                    <a:pt x="42" y="5"/>
                  </a:lnTo>
                  <a:lnTo>
                    <a:pt x="9" y="0"/>
                  </a:lnTo>
                  <a:lnTo>
                    <a:pt x="0" y="63"/>
                  </a:lnTo>
                  <a:lnTo>
                    <a:pt x="33" y="69"/>
                  </a:lnTo>
                  <a:lnTo>
                    <a:pt x="65" y="74"/>
                  </a:lnTo>
                  <a:lnTo>
                    <a:pt x="7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79" name=""/>
            <p:cNvSpPr/>
            <p:nvPr/>
          </p:nvSpPr>
          <p:spPr>
            <a:xfrm rot="0">
              <a:off x="2421" y="2152"/>
              <a:ext cx="18" cy="18"/>
            </a:xfrm>
            <a:custGeom>
              <a:avLst/>
              <a:ahLst/>
              <a:rect l="0" t="0" r="r" b="b"/>
              <a:pathLst>
                <a:path w="75" h="74">
                  <a:moveTo>
                    <a:pt x="75" y="11"/>
                  </a:moveTo>
                  <a:lnTo>
                    <a:pt x="42" y="5"/>
                  </a:lnTo>
                  <a:lnTo>
                    <a:pt x="9" y="0"/>
                  </a:lnTo>
                  <a:lnTo>
                    <a:pt x="0" y="63"/>
                  </a:lnTo>
                  <a:lnTo>
                    <a:pt x="33" y="69"/>
                  </a:lnTo>
                  <a:lnTo>
                    <a:pt x="65" y="74"/>
                  </a:lnTo>
                  <a:lnTo>
                    <a:pt x="75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80" name=""/>
            <p:cNvSpPr/>
            <p:nvPr/>
          </p:nvSpPr>
          <p:spPr>
            <a:xfrm rot="0">
              <a:off x="2421" y="2168"/>
              <a:ext cx="8" cy="1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81" name=""/>
            <p:cNvSpPr/>
            <p:nvPr/>
          </p:nvSpPr>
          <p:spPr>
            <a:xfrm rot="0">
              <a:off x="2421" y="21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82" name=""/>
            <p:cNvSpPr/>
            <p:nvPr/>
          </p:nvSpPr>
          <p:spPr>
            <a:xfrm rot="0">
              <a:off x="2419" y="2168"/>
              <a:ext cx="18" cy="17"/>
            </a:xfrm>
            <a:custGeom>
              <a:avLst/>
              <a:ahLst/>
              <a:rect l="0" t="0" r="r" b="b"/>
              <a:pathLst>
                <a:path w="70" h="67">
                  <a:moveTo>
                    <a:pt x="70" y="5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62"/>
                  </a:lnTo>
                  <a:lnTo>
                    <a:pt x="32" y="64"/>
                  </a:lnTo>
                  <a:lnTo>
                    <a:pt x="65" y="67"/>
                  </a:lnTo>
                  <a:lnTo>
                    <a:pt x="7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83" name=""/>
            <p:cNvSpPr/>
            <p:nvPr/>
          </p:nvSpPr>
          <p:spPr>
            <a:xfrm rot="0">
              <a:off x="2419" y="2168"/>
              <a:ext cx="18" cy="17"/>
            </a:xfrm>
            <a:custGeom>
              <a:avLst/>
              <a:ahLst/>
              <a:rect l="0" t="0" r="r" b="b"/>
              <a:pathLst>
                <a:path w="70" h="67">
                  <a:moveTo>
                    <a:pt x="70" y="5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62"/>
                  </a:lnTo>
                  <a:lnTo>
                    <a:pt x="32" y="64"/>
                  </a:lnTo>
                  <a:lnTo>
                    <a:pt x="65" y="67"/>
                  </a:lnTo>
                  <a:lnTo>
                    <a:pt x="7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84" name=""/>
            <p:cNvSpPr/>
            <p:nvPr/>
          </p:nvSpPr>
          <p:spPr>
            <a:xfrm rot="0">
              <a:off x="2419" y="2184"/>
              <a:ext cx="9" cy="1"/>
            </a:xfrm>
            <a:custGeom>
              <a:avLst/>
              <a:ahLst/>
              <a:rect l="0" t="0" r="r" b="b"/>
              <a:pathLst>
                <a:path w="32" h="2">
                  <a:moveTo>
                    <a:pt x="32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85" name=""/>
            <p:cNvSpPr/>
            <p:nvPr/>
          </p:nvSpPr>
          <p:spPr>
            <a:xfrm rot="0">
              <a:off x="2419" y="21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86" name=""/>
            <p:cNvSpPr/>
            <p:nvPr/>
          </p:nvSpPr>
          <p:spPr>
            <a:xfrm rot="0">
              <a:off x="2419" y="2184"/>
              <a:ext cx="17" cy="16"/>
            </a:xfrm>
            <a:custGeom>
              <a:avLst/>
              <a:ahLst/>
              <a:rect l="0" t="0" r="r" b="b"/>
              <a:pathLst>
                <a:path w="67" h="62">
                  <a:moveTo>
                    <a:pt x="67" y="3"/>
                  </a:moveTo>
                  <a:lnTo>
                    <a:pt x="34" y="1"/>
                  </a:lnTo>
                  <a:lnTo>
                    <a:pt x="2" y="0"/>
                  </a:lnTo>
                  <a:lnTo>
                    <a:pt x="0" y="59"/>
                  </a:lnTo>
                  <a:lnTo>
                    <a:pt x="33" y="60"/>
                  </a:lnTo>
                  <a:lnTo>
                    <a:pt x="66" y="62"/>
                  </a:lnTo>
                  <a:lnTo>
                    <a:pt x="6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87" name=""/>
            <p:cNvSpPr/>
            <p:nvPr/>
          </p:nvSpPr>
          <p:spPr>
            <a:xfrm rot="0">
              <a:off x="2419" y="2184"/>
              <a:ext cx="17" cy="16"/>
            </a:xfrm>
            <a:custGeom>
              <a:avLst/>
              <a:ahLst/>
              <a:rect l="0" t="0" r="r" b="b"/>
              <a:pathLst>
                <a:path w="67" h="62">
                  <a:moveTo>
                    <a:pt x="67" y="3"/>
                  </a:moveTo>
                  <a:lnTo>
                    <a:pt x="34" y="1"/>
                  </a:lnTo>
                  <a:lnTo>
                    <a:pt x="2" y="0"/>
                  </a:lnTo>
                  <a:lnTo>
                    <a:pt x="0" y="59"/>
                  </a:lnTo>
                  <a:lnTo>
                    <a:pt x="33" y="60"/>
                  </a:lnTo>
                  <a:lnTo>
                    <a:pt x="66" y="62"/>
                  </a:lnTo>
                  <a:lnTo>
                    <a:pt x="67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88" name=""/>
            <p:cNvSpPr/>
            <p:nvPr/>
          </p:nvSpPr>
          <p:spPr>
            <a:xfrm rot="0">
              <a:off x="2419" y="2199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3"/>
                  </a:lnTo>
                  <a:lnTo>
                    <a:pt x="65" y="12"/>
                  </a:lnTo>
                  <a:lnTo>
                    <a:pt x="59" y="21"/>
                  </a:lnTo>
                  <a:lnTo>
                    <a:pt x="53" y="29"/>
                  </a:lnTo>
                  <a:lnTo>
                    <a:pt x="42" y="33"/>
                  </a:lnTo>
                  <a:lnTo>
                    <a:pt x="32" y="34"/>
                  </a:lnTo>
                  <a:lnTo>
                    <a:pt x="23" y="33"/>
                  </a:lnTo>
                  <a:lnTo>
                    <a:pt x="13" y="28"/>
                  </a:lnTo>
                  <a:lnTo>
                    <a:pt x="5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89" name=""/>
            <p:cNvSpPr/>
            <p:nvPr/>
          </p:nvSpPr>
          <p:spPr>
            <a:xfrm rot="0">
              <a:off x="2419" y="2199"/>
              <a:ext cx="16" cy="9"/>
            </a:xfrm>
            <a:custGeom>
              <a:avLst/>
              <a:ahLst/>
              <a:rect l="0" t="0" r="r" b="b"/>
              <a:pathLst>
                <a:path w="66" h="34">
                  <a:moveTo>
                    <a:pt x="66" y="3"/>
                  </a:moveTo>
                  <a:lnTo>
                    <a:pt x="65" y="12"/>
                  </a:lnTo>
                  <a:lnTo>
                    <a:pt x="59" y="21"/>
                  </a:lnTo>
                  <a:lnTo>
                    <a:pt x="53" y="29"/>
                  </a:lnTo>
                  <a:lnTo>
                    <a:pt x="42" y="33"/>
                  </a:lnTo>
                  <a:lnTo>
                    <a:pt x="32" y="34"/>
                  </a:lnTo>
                  <a:lnTo>
                    <a:pt x="23" y="33"/>
                  </a:lnTo>
                  <a:lnTo>
                    <a:pt x="13" y="28"/>
                  </a:lnTo>
                  <a:lnTo>
                    <a:pt x="5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90" name=""/>
            <p:cNvSpPr/>
            <p:nvPr/>
          </p:nvSpPr>
          <p:spPr>
            <a:xfrm rot="0">
              <a:off x="2423" y="2192"/>
              <a:ext cx="12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17" y="28"/>
                  </a:moveTo>
                  <a:lnTo>
                    <a:pt x="34" y="0"/>
                  </a:lnTo>
                  <a:lnTo>
                    <a:pt x="42" y="6"/>
                  </a:lnTo>
                  <a:lnTo>
                    <a:pt x="47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  <a:lnTo>
                    <a:pt x="1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91" name=""/>
            <p:cNvSpPr/>
            <p:nvPr/>
          </p:nvSpPr>
          <p:spPr>
            <a:xfrm rot="0">
              <a:off x="2423" y="2192"/>
              <a:ext cx="12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34" y="0"/>
                  </a:moveTo>
                  <a:lnTo>
                    <a:pt x="42" y="6"/>
                  </a:lnTo>
                  <a:lnTo>
                    <a:pt x="47" y="15"/>
                  </a:lnTo>
                  <a:lnTo>
                    <a:pt x="50" y="25"/>
                  </a:lnTo>
                  <a:lnTo>
                    <a:pt x="50" y="35"/>
                  </a:lnTo>
                  <a:lnTo>
                    <a:pt x="46" y="46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1" y="61"/>
                  </a:lnTo>
                  <a:lnTo>
                    <a:pt x="10" y="61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92" name=""/>
            <p:cNvSpPr/>
            <p:nvPr/>
          </p:nvSpPr>
          <p:spPr>
            <a:xfrm rot="0">
              <a:off x="2245" y="2089"/>
              <a:ext cx="187" cy="118"/>
            </a:xfrm>
            <a:custGeom>
              <a:avLst/>
              <a:ahLst/>
              <a:rect l="0" t="0" r="r" b="b"/>
              <a:pathLst>
                <a:path w="748" h="470">
                  <a:moveTo>
                    <a:pt x="714" y="470"/>
                  </a:moveTo>
                  <a:lnTo>
                    <a:pt x="731" y="441"/>
                  </a:lnTo>
                  <a:lnTo>
                    <a:pt x="748" y="413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714" y="4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93" name=""/>
            <p:cNvSpPr/>
            <p:nvPr/>
          </p:nvSpPr>
          <p:spPr>
            <a:xfrm rot="0">
              <a:off x="2245" y="2089"/>
              <a:ext cx="187" cy="118"/>
            </a:xfrm>
            <a:custGeom>
              <a:avLst/>
              <a:ahLst/>
              <a:rect l="0" t="0" r="r" b="b"/>
              <a:pathLst>
                <a:path w="748" h="470">
                  <a:moveTo>
                    <a:pt x="714" y="470"/>
                  </a:moveTo>
                  <a:lnTo>
                    <a:pt x="731" y="441"/>
                  </a:lnTo>
                  <a:lnTo>
                    <a:pt x="748" y="413"/>
                  </a:lnTo>
                  <a:lnTo>
                    <a:pt x="35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714" y="4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94" name=""/>
            <p:cNvSpPr/>
            <p:nvPr/>
          </p:nvSpPr>
          <p:spPr>
            <a:xfrm rot="0">
              <a:off x="2241" y="208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32" y="33"/>
                  </a:moveTo>
                  <a:lnTo>
                    <a:pt x="15" y="62"/>
                  </a:ln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95" name=""/>
            <p:cNvSpPr/>
            <p:nvPr/>
          </p:nvSpPr>
          <p:spPr>
            <a:xfrm rot="0">
              <a:off x="2241" y="208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15" y="62"/>
                  </a:moveTo>
                  <a:lnTo>
                    <a:pt x="7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96" name=""/>
            <p:cNvSpPr/>
            <p:nvPr/>
          </p:nvSpPr>
          <p:spPr>
            <a:xfrm rot="0">
              <a:off x="2419" y="2192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33" y="28"/>
                  </a:moveTo>
                  <a:lnTo>
                    <a:pt x="50" y="57"/>
                  </a:lnTo>
                  <a:lnTo>
                    <a:pt x="40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97" name=""/>
            <p:cNvSpPr/>
            <p:nvPr/>
          </p:nvSpPr>
          <p:spPr>
            <a:xfrm rot="0">
              <a:off x="2419" y="2192"/>
              <a:ext cx="13" cy="16"/>
            </a:xfrm>
            <a:custGeom>
              <a:avLst/>
              <a:ahLst/>
              <a:rect l="0" t="0" r="r" b="b"/>
              <a:pathLst>
                <a:path w="50" h="61">
                  <a:moveTo>
                    <a:pt x="50" y="57"/>
                  </a:moveTo>
                  <a:lnTo>
                    <a:pt x="40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598" name=""/>
            <p:cNvSpPr/>
            <p:nvPr/>
          </p:nvSpPr>
          <p:spPr>
            <a:xfrm rot="0">
              <a:off x="2423" y="1986"/>
              <a:ext cx="365" cy="221"/>
            </a:xfrm>
            <a:custGeom>
              <a:avLst/>
              <a:ahLst/>
              <a:rect l="0" t="0" r="r" b="b"/>
              <a:pathLst>
                <a:path w="1461" h="882">
                  <a:moveTo>
                    <a:pt x="0" y="825"/>
                  </a:moveTo>
                  <a:lnTo>
                    <a:pt x="17" y="853"/>
                  </a:lnTo>
                  <a:lnTo>
                    <a:pt x="34" y="882"/>
                  </a:lnTo>
                  <a:lnTo>
                    <a:pt x="1461" y="58"/>
                  </a:lnTo>
                  <a:lnTo>
                    <a:pt x="1444" y="29"/>
                  </a:lnTo>
                  <a:lnTo>
                    <a:pt x="1427" y="0"/>
                  </a:lnTo>
                  <a:lnTo>
                    <a:pt x="0" y="8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599" name=""/>
            <p:cNvSpPr/>
            <p:nvPr/>
          </p:nvSpPr>
          <p:spPr>
            <a:xfrm rot="0">
              <a:off x="2423" y="1986"/>
              <a:ext cx="365" cy="221"/>
            </a:xfrm>
            <a:custGeom>
              <a:avLst/>
              <a:ahLst/>
              <a:rect l="0" t="0" r="r" b="b"/>
              <a:pathLst>
                <a:path w="1461" h="882">
                  <a:moveTo>
                    <a:pt x="0" y="825"/>
                  </a:moveTo>
                  <a:lnTo>
                    <a:pt x="17" y="853"/>
                  </a:lnTo>
                  <a:lnTo>
                    <a:pt x="34" y="882"/>
                  </a:lnTo>
                  <a:lnTo>
                    <a:pt x="1461" y="58"/>
                  </a:lnTo>
                  <a:lnTo>
                    <a:pt x="1444" y="29"/>
                  </a:lnTo>
                  <a:lnTo>
                    <a:pt x="1427" y="0"/>
                  </a:lnTo>
                  <a:lnTo>
                    <a:pt x="0" y="8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00" name=""/>
            <p:cNvSpPr/>
            <p:nvPr/>
          </p:nvSpPr>
          <p:spPr>
            <a:xfrm rot="0">
              <a:off x="2780" y="1985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17" y="33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6"/>
                  </a:lnTo>
                  <a:lnTo>
                    <a:pt x="34" y="62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01" name=""/>
            <p:cNvSpPr/>
            <p:nvPr/>
          </p:nvSpPr>
          <p:spPr>
            <a:xfrm rot="0">
              <a:off x="2780" y="1985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0" y="4"/>
                  </a:move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6" y="16"/>
                  </a:lnTo>
                  <a:lnTo>
                    <a:pt x="50" y="27"/>
                  </a:lnTo>
                  <a:lnTo>
                    <a:pt x="50" y="37"/>
                  </a:lnTo>
                  <a:lnTo>
                    <a:pt x="48" y="46"/>
                  </a:lnTo>
                  <a:lnTo>
                    <a:pt x="42" y="56"/>
                  </a:lnTo>
                  <a:lnTo>
                    <a:pt x="3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02" name=""/>
            <p:cNvSpPr/>
            <p:nvPr/>
          </p:nvSpPr>
          <p:spPr>
            <a:xfrm rot="0">
              <a:off x="5505" y="1898"/>
              <a:ext cx="16" cy="13"/>
            </a:xfrm>
            <a:custGeom>
              <a:avLst/>
              <a:ahLst/>
              <a:rect l="0" t="0" r="r" b="b"/>
              <a:pathLst>
                <a:path w="62" h="49">
                  <a:moveTo>
                    <a:pt x="29" y="16"/>
                  </a:moveTo>
                  <a:lnTo>
                    <a:pt x="58" y="0"/>
                  </a:lnTo>
                  <a:lnTo>
                    <a:pt x="62" y="10"/>
                  </a:lnTo>
                  <a:lnTo>
                    <a:pt x="62" y="20"/>
                  </a:lnTo>
                  <a:lnTo>
                    <a:pt x="59" y="31"/>
                  </a:lnTo>
                  <a:lnTo>
                    <a:pt x="54" y="39"/>
                  </a:lnTo>
                  <a:lnTo>
                    <a:pt x="44" y="45"/>
                  </a:lnTo>
                  <a:lnTo>
                    <a:pt x="35" y="49"/>
                  </a:lnTo>
                  <a:lnTo>
                    <a:pt x="25" y="49"/>
                  </a:lnTo>
                  <a:lnTo>
                    <a:pt x="14" y="46"/>
                  </a:lnTo>
                  <a:lnTo>
                    <a:pt x="6" y="41"/>
                  </a:lnTo>
                  <a:lnTo>
                    <a:pt x="0" y="32"/>
                  </a:lnTo>
                  <a:lnTo>
                    <a:pt x="2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03" name=""/>
            <p:cNvSpPr/>
            <p:nvPr/>
          </p:nvSpPr>
          <p:spPr>
            <a:xfrm rot="0">
              <a:off x="5505" y="1898"/>
              <a:ext cx="16" cy="13"/>
            </a:xfrm>
            <a:custGeom>
              <a:avLst/>
              <a:ahLst/>
              <a:rect l="0" t="0" r="r" b="b"/>
              <a:pathLst>
                <a:path w="62" h="49">
                  <a:moveTo>
                    <a:pt x="58" y="0"/>
                  </a:moveTo>
                  <a:lnTo>
                    <a:pt x="62" y="10"/>
                  </a:lnTo>
                  <a:lnTo>
                    <a:pt x="62" y="20"/>
                  </a:lnTo>
                  <a:lnTo>
                    <a:pt x="59" y="31"/>
                  </a:lnTo>
                  <a:lnTo>
                    <a:pt x="54" y="39"/>
                  </a:lnTo>
                  <a:lnTo>
                    <a:pt x="44" y="45"/>
                  </a:lnTo>
                  <a:lnTo>
                    <a:pt x="35" y="49"/>
                  </a:lnTo>
                  <a:lnTo>
                    <a:pt x="25" y="49"/>
                  </a:lnTo>
                  <a:lnTo>
                    <a:pt x="14" y="46"/>
                  </a:lnTo>
                  <a:lnTo>
                    <a:pt x="6" y="41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04" name=""/>
            <p:cNvSpPr/>
            <p:nvPr/>
          </p:nvSpPr>
          <p:spPr>
            <a:xfrm rot="0">
              <a:off x="5342" y="1602"/>
              <a:ext cx="178" cy="304"/>
            </a:xfrm>
            <a:custGeom>
              <a:avLst/>
              <a:ahLst/>
              <a:rect l="0" t="0" r="r" b="b"/>
              <a:pathLst>
                <a:path w="713" h="1218">
                  <a:moveTo>
                    <a:pt x="655" y="1218"/>
                  </a:moveTo>
                  <a:lnTo>
                    <a:pt x="684" y="1202"/>
                  </a:lnTo>
                  <a:lnTo>
                    <a:pt x="713" y="1186"/>
                  </a:lnTo>
                  <a:lnTo>
                    <a:pt x="58" y="0"/>
                  </a:lnTo>
                  <a:lnTo>
                    <a:pt x="29" y="15"/>
                  </a:lnTo>
                  <a:lnTo>
                    <a:pt x="0" y="31"/>
                  </a:lnTo>
                  <a:lnTo>
                    <a:pt x="655" y="12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05" name=""/>
            <p:cNvSpPr/>
            <p:nvPr/>
          </p:nvSpPr>
          <p:spPr>
            <a:xfrm rot="0">
              <a:off x="5342" y="1602"/>
              <a:ext cx="178" cy="304"/>
            </a:xfrm>
            <a:custGeom>
              <a:avLst/>
              <a:ahLst/>
              <a:rect l="0" t="0" r="r" b="b"/>
              <a:pathLst>
                <a:path w="713" h="1218">
                  <a:moveTo>
                    <a:pt x="655" y="1218"/>
                  </a:moveTo>
                  <a:lnTo>
                    <a:pt x="684" y="1202"/>
                  </a:lnTo>
                  <a:lnTo>
                    <a:pt x="713" y="1186"/>
                  </a:lnTo>
                  <a:lnTo>
                    <a:pt x="58" y="0"/>
                  </a:lnTo>
                  <a:lnTo>
                    <a:pt x="29" y="15"/>
                  </a:lnTo>
                  <a:lnTo>
                    <a:pt x="0" y="31"/>
                  </a:lnTo>
                  <a:lnTo>
                    <a:pt x="655" y="12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06" name=""/>
            <p:cNvSpPr/>
            <p:nvPr/>
          </p:nvSpPr>
          <p:spPr>
            <a:xfrm rot="0">
              <a:off x="5341" y="1597"/>
              <a:ext cx="15" cy="13"/>
            </a:xfrm>
            <a:custGeom>
              <a:avLst/>
              <a:ahLst/>
              <a:rect l="0" t="0" r="r" b="b"/>
              <a:pathLst>
                <a:path w="62" h="49">
                  <a:moveTo>
                    <a:pt x="33" y="33"/>
                  </a:moveTo>
                  <a:lnTo>
                    <a:pt x="4" y="4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3" y="19"/>
                  </a:lnTo>
                  <a:lnTo>
                    <a:pt x="8" y="11"/>
                  </a:lnTo>
                  <a:lnTo>
                    <a:pt x="17" y="4"/>
                  </a:lnTo>
                  <a:lnTo>
                    <a:pt x="27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56" y="8"/>
                  </a:lnTo>
                  <a:lnTo>
                    <a:pt x="62" y="18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07" name=""/>
            <p:cNvSpPr/>
            <p:nvPr/>
          </p:nvSpPr>
          <p:spPr>
            <a:xfrm rot="0">
              <a:off x="5341" y="1597"/>
              <a:ext cx="15" cy="13"/>
            </a:xfrm>
            <a:custGeom>
              <a:avLst/>
              <a:ahLst/>
              <a:rect l="0" t="0" r="r" b="b"/>
              <a:pathLst>
                <a:path w="62" h="49">
                  <a:moveTo>
                    <a:pt x="4" y="49"/>
                  </a:moveTo>
                  <a:lnTo>
                    <a:pt x="0" y="40"/>
                  </a:lnTo>
                  <a:lnTo>
                    <a:pt x="0" y="29"/>
                  </a:lnTo>
                  <a:lnTo>
                    <a:pt x="3" y="19"/>
                  </a:lnTo>
                  <a:lnTo>
                    <a:pt x="8" y="11"/>
                  </a:lnTo>
                  <a:lnTo>
                    <a:pt x="17" y="4"/>
                  </a:lnTo>
                  <a:lnTo>
                    <a:pt x="27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56" y="8"/>
                  </a:lnTo>
                  <a:lnTo>
                    <a:pt x="62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08" name=""/>
            <p:cNvSpPr/>
            <p:nvPr/>
          </p:nvSpPr>
          <p:spPr>
            <a:xfrm rot="0">
              <a:off x="5276" y="1526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09" name=""/>
            <p:cNvSpPr/>
            <p:nvPr/>
          </p:nvSpPr>
          <p:spPr>
            <a:xfrm rot="0">
              <a:off x="5276" y="1526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50" y="25"/>
                  </a:lnTo>
                  <a:lnTo>
                    <a:pt x="50" y="36"/>
                  </a:lnTo>
                  <a:lnTo>
                    <a:pt x="46" y="46"/>
                  </a:lnTo>
                  <a:lnTo>
                    <a:pt x="40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1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10" name=""/>
            <p:cNvSpPr/>
            <p:nvPr/>
          </p:nvSpPr>
          <p:spPr>
            <a:xfrm rot="0">
              <a:off x="5020" y="1379"/>
              <a:ext cx="264" cy="162"/>
            </a:xfrm>
            <a:custGeom>
              <a:avLst/>
              <a:ahLst/>
              <a:rect l="0" t="0" r="r" b="b"/>
              <a:pathLst>
                <a:path w="1056" h="648">
                  <a:moveTo>
                    <a:pt x="1022" y="648"/>
                  </a:moveTo>
                  <a:lnTo>
                    <a:pt x="1039" y="619"/>
                  </a:lnTo>
                  <a:lnTo>
                    <a:pt x="1056" y="590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1022" y="6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11" name=""/>
            <p:cNvSpPr/>
            <p:nvPr/>
          </p:nvSpPr>
          <p:spPr>
            <a:xfrm rot="0">
              <a:off x="5020" y="1379"/>
              <a:ext cx="264" cy="162"/>
            </a:xfrm>
            <a:custGeom>
              <a:avLst/>
              <a:ahLst/>
              <a:rect l="0" t="0" r="r" b="b"/>
              <a:pathLst>
                <a:path w="1056" h="648">
                  <a:moveTo>
                    <a:pt x="1022" y="648"/>
                  </a:moveTo>
                  <a:lnTo>
                    <a:pt x="1039" y="619"/>
                  </a:lnTo>
                  <a:lnTo>
                    <a:pt x="1056" y="590"/>
                  </a:lnTo>
                  <a:lnTo>
                    <a:pt x="34" y="0"/>
                  </a:lnTo>
                  <a:lnTo>
                    <a:pt x="17" y="29"/>
                  </a:lnTo>
                  <a:lnTo>
                    <a:pt x="0" y="58"/>
                  </a:lnTo>
                  <a:lnTo>
                    <a:pt x="1022" y="6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22" name=""/>
          <p:cNvGrpSpPr/>
          <p:nvPr/>
        </p:nvGrpSpPr>
        <p:grpSpPr>
          <a:xfrm rot="0">
            <a:off x="7400925" y="2187575"/>
            <a:ext cx="1400175" cy="1419225"/>
            <a:chOff x="4662" y="1378"/>
            <a:chExt cx="882" cy="894"/>
          </a:xfrm>
        </p:grpSpPr>
        <p:sp>
          <p:nvSpPr>
            <p:cNvPr id="1066612" name=""/>
            <p:cNvSpPr/>
            <p:nvPr/>
          </p:nvSpPr>
          <p:spPr>
            <a:xfrm rot="0">
              <a:off x="5016" y="137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13" name=""/>
            <p:cNvSpPr/>
            <p:nvPr/>
          </p:nvSpPr>
          <p:spPr>
            <a:xfrm rot="0">
              <a:off x="5016" y="1378"/>
              <a:ext cx="12" cy="15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14" name=""/>
            <p:cNvSpPr/>
            <p:nvPr/>
          </p:nvSpPr>
          <p:spPr>
            <a:xfrm rot="0">
              <a:off x="5527" y="2003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0"/>
                  </a:lnTo>
                  <a:lnTo>
                    <a:pt x="65" y="11"/>
                  </a:lnTo>
                  <a:lnTo>
                    <a:pt x="61" y="21"/>
                  </a:lnTo>
                  <a:lnTo>
                    <a:pt x="53" y="28"/>
                  </a:lnTo>
                  <a:lnTo>
                    <a:pt x="44" y="33"/>
                  </a:lnTo>
                  <a:lnTo>
                    <a:pt x="34" y="34"/>
                  </a:lnTo>
                  <a:lnTo>
                    <a:pt x="24" y="33"/>
                  </a:lnTo>
                  <a:lnTo>
                    <a:pt x="13" y="29"/>
                  </a:lnTo>
                  <a:lnTo>
                    <a:pt x="7" y="21"/>
                  </a:lnTo>
                  <a:lnTo>
                    <a:pt x="1" y="12"/>
                  </a:lnTo>
                  <a:lnTo>
                    <a:pt x="0" y="1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15" name=""/>
            <p:cNvSpPr/>
            <p:nvPr/>
          </p:nvSpPr>
          <p:spPr>
            <a:xfrm rot="0">
              <a:off x="5527" y="2003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66" y="0"/>
                  </a:moveTo>
                  <a:lnTo>
                    <a:pt x="65" y="11"/>
                  </a:lnTo>
                  <a:lnTo>
                    <a:pt x="61" y="21"/>
                  </a:lnTo>
                  <a:lnTo>
                    <a:pt x="53" y="28"/>
                  </a:lnTo>
                  <a:lnTo>
                    <a:pt x="44" y="33"/>
                  </a:lnTo>
                  <a:lnTo>
                    <a:pt x="34" y="34"/>
                  </a:lnTo>
                  <a:lnTo>
                    <a:pt x="24" y="33"/>
                  </a:lnTo>
                  <a:lnTo>
                    <a:pt x="13" y="29"/>
                  </a:lnTo>
                  <a:lnTo>
                    <a:pt x="7" y="21"/>
                  </a:lnTo>
                  <a:lnTo>
                    <a:pt x="1" y="12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16" name=""/>
            <p:cNvSpPr/>
            <p:nvPr/>
          </p:nvSpPr>
          <p:spPr>
            <a:xfrm rot="0">
              <a:off x="5526" y="1986"/>
              <a:ext cx="17" cy="17"/>
            </a:xfrm>
            <a:custGeom>
              <a:avLst/>
              <a:ahLst/>
              <a:rect l="0" t="0" r="r" b="b"/>
              <a:pathLst>
                <a:path w="67" h="68">
                  <a:moveTo>
                    <a:pt x="1" y="68"/>
                  </a:moveTo>
                  <a:lnTo>
                    <a:pt x="34" y="68"/>
                  </a:lnTo>
                  <a:lnTo>
                    <a:pt x="67" y="67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1"/>
                  </a:lnTo>
                  <a:lnTo>
                    <a:pt x="1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17" name=""/>
            <p:cNvSpPr/>
            <p:nvPr/>
          </p:nvSpPr>
          <p:spPr>
            <a:xfrm rot="0">
              <a:off x="5526" y="1986"/>
              <a:ext cx="17" cy="17"/>
            </a:xfrm>
            <a:custGeom>
              <a:avLst/>
              <a:ahLst/>
              <a:rect l="0" t="0" r="r" b="b"/>
              <a:pathLst>
                <a:path w="67" h="68">
                  <a:moveTo>
                    <a:pt x="1" y="68"/>
                  </a:moveTo>
                  <a:lnTo>
                    <a:pt x="34" y="68"/>
                  </a:lnTo>
                  <a:lnTo>
                    <a:pt x="67" y="67"/>
                  </a:lnTo>
                  <a:lnTo>
                    <a:pt x="66" y="0"/>
                  </a:lnTo>
                  <a:lnTo>
                    <a:pt x="33" y="1"/>
                  </a:lnTo>
                  <a:lnTo>
                    <a:pt x="0" y="1"/>
                  </a:lnTo>
                  <a:lnTo>
                    <a:pt x="1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18" name=""/>
            <p:cNvSpPr/>
            <p:nvPr/>
          </p:nvSpPr>
          <p:spPr>
            <a:xfrm rot="0">
              <a:off x="5534" y="1985"/>
              <a:ext cx="9" cy="1"/>
            </a:xfrm>
            <a:custGeom>
              <a:avLst/>
              <a:ahLst/>
              <a:rect l="0" t="0" r="r" b="b"/>
              <a:pathLst>
                <a:path w="33" h="4">
                  <a:moveTo>
                    <a:pt x="0" y="4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19" name=""/>
            <p:cNvSpPr/>
            <p:nvPr/>
          </p:nvSpPr>
          <p:spPr>
            <a:xfrm rot="0" flipV="1">
              <a:off x="5543" y="1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20" name=""/>
            <p:cNvSpPr/>
            <p:nvPr/>
          </p:nvSpPr>
          <p:spPr>
            <a:xfrm rot="0">
              <a:off x="5525" y="1969"/>
              <a:ext cx="18" cy="18"/>
            </a:xfrm>
            <a:custGeom>
              <a:avLst/>
              <a:ahLst/>
              <a:rect l="0" t="0" r="r" b="b"/>
              <a:pathLst>
                <a:path w="73" h="72">
                  <a:moveTo>
                    <a:pt x="7" y="72"/>
                  </a:moveTo>
                  <a:lnTo>
                    <a:pt x="40" y="68"/>
                  </a:lnTo>
                  <a:lnTo>
                    <a:pt x="73" y="64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8"/>
                  </a:lnTo>
                  <a:lnTo>
                    <a:pt x="7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21" name=""/>
            <p:cNvSpPr/>
            <p:nvPr/>
          </p:nvSpPr>
          <p:spPr>
            <a:xfrm rot="0">
              <a:off x="5525" y="1969"/>
              <a:ext cx="18" cy="18"/>
            </a:xfrm>
            <a:custGeom>
              <a:avLst/>
              <a:ahLst/>
              <a:rect l="0" t="0" r="r" b="b"/>
              <a:pathLst>
                <a:path w="73" h="72">
                  <a:moveTo>
                    <a:pt x="7" y="72"/>
                  </a:moveTo>
                  <a:lnTo>
                    <a:pt x="40" y="68"/>
                  </a:lnTo>
                  <a:lnTo>
                    <a:pt x="73" y="64"/>
                  </a:lnTo>
                  <a:lnTo>
                    <a:pt x="66" y="0"/>
                  </a:lnTo>
                  <a:lnTo>
                    <a:pt x="33" y="4"/>
                  </a:lnTo>
                  <a:lnTo>
                    <a:pt x="0" y="8"/>
                  </a:lnTo>
                  <a:lnTo>
                    <a:pt x="7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22" name=""/>
            <p:cNvSpPr/>
            <p:nvPr/>
          </p:nvSpPr>
          <p:spPr>
            <a:xfrm rot="0">
              <a:off x="5533" y="1969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0" y="5"/>
                  </a:moveTo>
                  <a:lnTo>
                    <a:pt x="33" y="1"/>
                  </a:lnTo>
                  <a:lnTo>
                    <a:pt x="3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23" name=""/>
            <p:cNvSpPr/>
            <p:nvPr/>
          </p:nvSpPr>
          <p:spPr>
            <a:xfrm rot="0" flipV="1">
              <a:off x="5541" y="1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24" name=""/>
            <p:cNvSpPr/>
            <p:nvPr/>
          </p:nvSpPr>
          <p:spPr>
            <a:xfrm rot="0">
              <a:off x="5522" y="1953"/>
              <a:ext cx="19" cy="18"/>
            </a:xfrm>
            <a:custGeom>
              <a:avLst/>
              <a:ahLst/>
              <a:rect l="0" t="0" r="r" b="b"/>
              <a:pathLst>
                <a:path w="75" h="72">
                  <a:moveTo>
                    <a:pt x="9" y="72"/>
                  </a:moveTo>
                  <a:lnTo>
                    <a:pt x="42" y="67"/>
                  </a:lnTo>
                  <a:lnTo>
                    <a:pt x="75" y="62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1"/>
                  </a:lnTo>
                  <a:lnTo>
                    <a:pt x="9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25" name=""/>
            <p:cNvSpPr/>
            <p:nvPr/>
          </p:nvSpPr>
          <p:spPr>
            <a:xfrm rot="0">
              <a:off x="5522" y="1953"/>
              <a:ext cx="19" cy="18"/>
            </a:xfrm>
            <a:custGeom>
              <a:avLst/>
              <a:ahLst/>
              <a:rect l="0" t="0" r="r" b="b"/>
              <a:pathLst>
                <a:path w="75" h="72">
                  <a:moveTo>
                    <a:pt x="9" y="72"/>
                  </a:moveTo>
                  <a:lnTo>
                    <a:pt x="42" y="67"/>
                  </a:lnTo>
                  <a:lnTo>
                    <a:pt x="75" y="62"/>
                  </a:lnTo>
                  <a:lnTo>
                    <a:pt x="66" y="0"/>
                  </a:lnTo>
                  <a:lnTo>
                    <a:pt x="33" y="5"/>
                  </a:lnTo>
                  <a:lnTo>
                    <a:pt x="0" y="11"/>
                  </a:lnTo>
                  <a:lnTo>
                    <a:pt x="9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26" name=""/>
            <p:cNvSpPr/>
            <p:nvPr/>
          </p:nvSpPr>
          <p:spPr>
            <a:xfrm rot="0">
              <a:off x="5530" y="1953"/>
              <a:ext cx="9" cy="2"/>
            </a:xfrm>
            <a:custGeom>
              <a:avLst/>
              <a:ahLst/>
              <a:rect l="0" t="0" r="r" b="b"/>
              <a:pathLst>
                <a:path w="33" h="8">
                  <a:moveTo>
                    <a:pt x="0" y="8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27" name=""/>
            <p:cNvSpPr/>
            <p:nvPr/>
          </p:nvSpPr>
          <p:spPr>
            <a:xfrm rot="0" flipV="1">
              <a:off x="5539" y="1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28" name=""/>
            <p:cNvSpPr/>
            <p:nvPr/>
          </p:nvSpPr>
          <p:spPr>
            <a:xfrm rot="0">
              <a:off x="5519" y="1938"/>
              <a:ext cx="20" cy="19"/>
            </a:xfrm>
            <a:custGeom>
              <a:avLst/>
              <a:ahLst/>
              <a:rect l="0" t="0" r="r" b="b"/>
              <a:pathLst>
                <a:path w="79" h="75">
                  <a:moveTo>
                    <a:pt x="13" y="75"/>
                  </a:moveTo>
                  <a:lnTo>
                    <a:pt x="46" y="67"/>
                  </a:lnTo>
                  <a:lnTo>
                    <a:pt x="79" y="59"/>
                  </a:lnTo>
                  <a:lnTo>
                    <a:pt x="66" y="0"/>
                  </a:lnTo>
                  <a:lnTo>
                    <a:pt x="33" y="8"/>
                  </a:lnTo>
                  <a:lnTo>
                    <a:pt x="0" y="16"/>
                  </a:lnTo>
                  <a:lnTo>
                    <a:pt x="13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29" name=""/>
            <p:cNvSpPr/>
            <p:nvPr/>
          </p:nvSpPr>
          <p:spPr>
            <a:xfrm rot="0">
              <a:off x="5519" y="1938"/>
              <a:ext cx="20" cy="19"/>
            </a:xfrm>
            <a:custGeom>
              <a:avLst/>
              <a:ahLst/>
              <a:rect l="0" t="0" r="r" b="b"/>
              <a:pathLst>
                <a:path w="79" h="75">
                  <a:moveTo>
                    <a:pt x="13" y="75"/>
                  </a:moveTo>
                  <a:lnTo>
                    <a:pt x="46" y="67"/>
                  </a:lnTo>
                  <a:lnTo>
                    <a:pt x="79" y="59"/>
                  </a:lnTo>
                  <a:lnTo>
                    <a:pt x="66" y="0"/>
                  </a:lnTo>
                  <a:lnTo>
                    <a:pt x="33" y="8"/>
                  </a:lnTo>
                  <a:lnTo>
                    <a:pt x="0" y="16"/>
                  </a:lnTo>
                  <a:lnTo>
                    <a:pt x="13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30" name=""/>
            <p:cNvSpPr/>
            <p:nvPr/>
          </p:nvSpPr>
          <p:spPr>
            <a:xfrm rot="0">
              <a:off x="5527" y="1937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0" y="10"/>
                  </a:moveTo>
                  <a:lnTo>
                    <a:pt x="33" y="2"/>
                  </a:lnTo>
                  <a:lnTo>
                    <a:pt x="31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31" name=""/>
            <p:cNvSpPr/>
            <p:nvPr/>
          </p:nvSpPr>
          <p:spPr>
            <a:xfrm rot="0" flipH="1" flipV="1">
              <a:off x="5535" y="19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32" name=""/>
            <p:cNvSpPr/>
            <p:nvPr/>
          </p:nvSpPr>
          <p:spPr>
            <a:xfrm rot="0">
              <a:off x="5515" y="1923"/>
              <a:ext cx="20" cy="19"/>
            </a:xfrm>
            <a:custGeom>
              <a:avLst/>
              <a:ahLst/>
              <a:rect l="0" t="0" r="r" b="b"/>
              <a:pathLst>
                <a:path w="80" h="77">
                  <a:moveTo>
                    <a:pt x="17" y="77"/>
                  </a:moveTo>
                  <a:lnTo>
                    <a:pt x="49" y="66"/>
                  </a:lnTo>
                  <a:lnTo>
                    <a:pt x="80" y="56"/>
                  </a:lnTo>
                  <a:lnTo>
                    <a:pt x="63" y="0"/>
                  </a:lnTo>
                  <a:lnTo>
                    <a:pt x="32" y="11"/>
                  </a:lnTo>
                  <a:lnTo>
                    <a:pt x="0" y="21"/>
                  </a:lnTo>
                  <a:lnTo>
                    <a:pt x="17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33" name=""/>
            <p:cNvSpPr/>
            <p:nvPr/>
          </p:nvSpPr>
          <p:spPr>
            <a:xfrm rot="0">
              <a:off x="5515" y="1923"/>
              <a:ext cx="20" cy="19"/>
            </a:xfrm>
            <a:custGeom>
              <a:avLst/>
              <a:ahLst/>
              <a:rect l="0" t="0" r="r" b="b"/>
              <a:pathLst>
                <a:path w="80" h="77">
                  <a:moveTo>
                    <a:pt x="17" y="77"/>
                  </a:moveTo>
                  <a:lnTo>
                    <a:pt x="49" y="66"/>
                  </a:lnTo>
                  <a:lnTo>
                    <a:pt x="80" y="56"/>
                  </a:lnTo>
                  <a:lnTo>
                    <a:pt x="63" y="0"/>
                  </a:lnTo>
                  <a:lnTo>
                    <a:pt x="32" y="11"/>
                  </a:lnTo>
                  <a:lnTo>
                    <a:pt x="0" y="21"/>
                  </a:lnTo>
                  <a:lnTo>
                    <a:pt x="17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34" name=""/>
            <p:cNvSpPr/>
            <p:nvPr/>
          </p:nvSpPr>
          <p:spPr>
            <a:xfrm rot="0">
              <a:off x="5523" y="1923"/>
              <a:ext cx="8" cy="3"/>
            </a:xfrm>
            <a:custGeom>
              <a:avLst/>
              <a:ahLst/>
              <a:rect l="0" t="0" r="r" b="b"/>
              <a:pathLst>
                <a:path w="31" h="13">
                  <a:moveTo>
                    <a:pt x="0" y="13"/>
                  </a:moveTo>
                  <a:lnTo>
                    <a:pt x="31" y="2"/>
                  </a:lnTo>
                  <a:lnTo>
                    <a:pt x="31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35" name=""/>
            <p:cNvSpPr/>
            <p:nvPr/>
          </p:nvSpPr>
          <p:spPr>
            <a:xfrm rot="0" flipV="1">
              <a:off x="5531" y="19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36" name=""/>
            <p:cNvSpPr/>
            <p:nvPr/>
          </p:nvSpPr>
          <p:spPr>
            <a:xfrm rot="0">
              <a:off x="5510" y="1910"/>
              <a:ext cx="21" cy="19"/>
            </a:xfrm>
            <a:custGeom>
              <a:avLst/>
              <a:ahLst/>
              <a:rect l="0" t="0" r="r" b="b"/>
              <a:pathLst>
                <a:path w="84" h="78">
                  <a:moveTo>
                    <a:pt x="21" y="78"/>
                  </a:moveTo>
                  <a:lnTo>
                    <a:pt x="53" y="65"/>
                  </a:lnTo>
                  <a:lnTo>
                    <a:pt x="84" y="52"/>
                  </a:lnTo>
                  <a:lnTo>
                    <a:pt x="63" y="0"/>
                  </a:lnTo>
                  <a:lnTo>
                    <a:pt x="32" y="14"/>
                  </a:lnTo>
                  <a:lnTo>
                    <a:pt x="0" y="27"/>
                  </a:lnTo>
                  <a:lnTo>
                    <a:pt x="21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37" name=""/>
            <p:cNvSpPr/>
            <p:nvPr/>
          </p:nvSpPr>
          <p:spPr>
            <a:xfrm rot="0">
              <a:off x="5510" y="1910"/>
              <a:ext cx="21" cy="19"/>
            </a:xfrm>
            <a:custGeom>
              <a:avLst/>
              <a:ahLst/>
              <a:rect l="0" t="0" r="r" b="b"/>
              <a:pathLst>
                <a:path w="84" h="78">
                  <a:moveTo>
                    <a:pt x="21" y="78"/>
                  </a:moveTo>
                  <a:lnTo>
                    <a:pt x="53" y="65"/>
                  </a:lnTo>
                  <a:lnTo>
                    <a:pt x="84" y="52"/>
                  </a:lnTo>
                  <a:lnTo>
                    <a:pt x="63" y="0"/>
                  </a:lnTo>
                  <a:lnTo>
                    <a:pt x="32" y="14"/>
                  </a:lnTo>
                  <a:lnTo>
                    <a:pt x="0" y="27"/>
                  </a:lnTo>
                  <a:lnTo>
                    <a:pt x="21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38" name=""/>
            <p:cNvSpPr/>
            <p:nvPr/>
          </p:nvSpPr>
          <p:spPr>
            <a:xfrm rot="0">
              <a:off x="5518" y="1909"/>
              <a:ext cx="8" cy="4"/>
            </a:xfrm>
            <a:custGeom>
              <a:avLst/>
              <a:ahLst/>
              <a:rect l="0" t="0" r="r" b="b"/>
              <a:pathLst>
                <a:path w="31" h="16">
                  <a:moveTo>
                    <a:pt x="0" y="16"/>
                  </a:moveTo>
                  <a:lnTo>
                    <a:pt x="31" y="2"/>
                  </a:lnTo>
                  <a:lnTo>
                    <a:pt x="30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39" name=""/>
            <p:cNvSpPr/>
            <p:nvPr/>
          </p:nvSpPr>
          <p:spPr>
            <a:xfrm rot="0" flipH="1" flipV="1">
              <a:off x="5525" y="19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40" name=""/>
            <p:cNvSpPr/>
            <p:nvPr/>
          </p:nvSpPr>
          <p:spPr>
            <a:xfrm rot="0">
              <a:off x="5504" y="1897"/>
              <a:ext cx="21" cy="20"/>
            </a:xfrm>
            <a:custGeom>
              <a:avLst/>
              <a:ahLst/>
              <a:rect l="0" t="0" r="r" b="b"/>
              <a:pathLst>
                <a:path w="86" h="80">
                  <a:moveTo>
                    <a:pt x="25" y="80"/>
                  </a:moveTo>
                  <a:lnTo>
                    <a:pt x="56" y="65"/>
                  </a:lnTo>
                  <a:lnTo>
                    <a:pt x="86" y="49"/>
                  </a:lnTo>
                  <a:lnTo>
                    <a:pt x="61" y="0"/>
                  </a:lnTo>
                  <a:lnTo>
                    <a:pt x="31" y="16"/>
                  </a:lnTo>
                  <a:lnTo>
                    <a:pt x="0" y="32"/>
                  </a:lnTo>
                  <a:lnTo>
                    <a:pt x="25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41" name=""/>
            <p:cNvSpPr/>
            <p:nvPr/>
          </p:nvSpPr>
          <p:spPr>
            <a:xfrm rot="0">
              <a:off x="5504" y="1897"/>
              <a:ext cx="21" cy="20"/>
            </a:xfrm>
            <a:custGeom>
              <a:avLst/>
              <a:ahLst/>
              <a:rect l="0" t="0" r="r" b="b"/>
              <a:pathLst>
                <a:path w="86" h="80">
                  <a:moveTo>
                    <a:pt x="25" y="80"/>
                  </a:moveTo>
                  <a:lnTo>
                    <a:pt x="56" y="65"/>
                  </a:lnTo>
                  <a:lnTo>
                    <a:pt x="86" y="49"/>
                  </a:lnTo>
                  <a:lnTo>
                    <a:pt x="61" y="0"/>
                  </a:lnTo>
                  <a:lnTo>
                    <a:pt x="31" y="16"/>
                  </a:lnTo>
                  <a:lnTo>
                    <a:pt x="0" y="32"/>
                  </a:lnTo>
                  <a:lnTo>
                    <a:pt x="25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42" name=""/>
            <p:cNvSpPr/>
            <p:nvPr/>
          </p:nvSpPr>
          <p:spPr>
            <a:xfrm rot="0">
              <a:off x="5511" y="1897"/>
              <a:ext cx="8" cy="4"/>
            </a:xfrm>
            <a:custGeom>
              <a:avLst/>
              <a:ahLst/>
              <a:rect l="0" t="0" r="r" b="b"/>
              <a:pathLst>
                <a:path w="30" h="17">
                  <a:moveTo>
                    <a:pt x="0" y="17"/>
                  </a:moveTo>
                  <a:lnTo>
                    <a:pt x="30" y="1"/>
                  </a:lnTo>
                  <a:lnTo>
                    <a:pt x="2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43" name=""/>
            <p:cNvSpPr/>
            <p:nvPr/>
          </p:nvSpPr>
          <p:spPr>
            <a:xfrm rot="0" flipH="1" flipV="1">
              <a:off x="5519" y="18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44" name=""/>
            <p:cNvSpPr/>
            <p:nvPr/>
          </p:nvSpPr>
          <p:spPr>
            <a:xfrm rot="0">
              <a:off x="5497" y="1886"/>
              <a:ext cx="22" cy="19"/>
            </a:xfrm>
            <a:custGeom>
              <a:avLst/>
              <a:ahLst/>
              <a:rect l="0" t="0" r="r" b="b"/>
              <a:pathLst>
                <a:path w="86" h="79">
                  <a:moveTo>
                    <a:pt x="28" y="79"/>
                  </a:moveTo>
                  <a:lnTo>
                    <a:pt x="57" y="62"/>
                  </a:lnTo>
                  <a:lnTo>
                    <a:pt x="86" y="45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28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45" name=""/>
            <p:cNvSpPr/>
            <p:nvPr/>
          </p:nvSpPr>
          <p:spPr>
            <a:xfrm rot="0">
              <a:off x="5497" y="1886"/>
              <a:ext cx="22" cy="19"/>
            </a:xfrm>
            <a:custGeom>
              <a:avLst/>
              <a:ahLst/>
              <a:rect l="0" t="0" r="r" b="b"/>
              <a:pathLst>
                <a:path w="86" h="79">
                  <a:moveTo>
                    <a:pt x="28" y="79"/>
                  </a:moveTo>
                  <a:lnTo>
                    <a:pt x="57" y="62"/>
                  </a:lnTo>
                  <a:lnTo>
                    <a:pt x="86" y="45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28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46" name=""/>
            <p:cNvSpPr/>
            <p:nvPr/>
          </p:nvSpPr>
          <p:spPr>
            <a:xfrm rot="0">
              <a:off x="5505" y="1885"/>
              <a:ext cx="7" cy="5"/>
            </a:xfrm>
            <a:custGeom>
              <a:avLst/>
              <a:ahLst/>
              <a:rect l="0" t="0" r="r" b="b"/>
              <a:pathLst>
                <a:path w="29" h="21">
                  <a:moveTo>
                    <a:pt x="0" y="21"/>
                  </a:moveTo>
                  <a:lnTo>
                    <a:pt x="29" y="4"/>
                  </a:lnTo>
                  <a:lnTo>
                    <a:pt x="2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47" name=""/>
            <p:cNvSpPr/>
            <p:nvPr/>
          </p:nvSpPr>
          <p:spPr>
            <a:xfrm rot="0" flipH="1" flipV="1">
              <a:off x="5511" y="1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48" name=""/>
            <p:cNvSpPr/>
            <p:nvPr/>
          </p:nvSpPr>
          <p:spPr>
            <a:xfrm rot="0">
              <a:off x="5490" y="1875"/>
              <a:ext cx="21" cy="20"/>
            </a:xfrm>
            <a:custGeom>
              <a:avLst/>
              <a:ahLst/>
              <a:rect l="0" t="0" r="r" b="b"/>
              <a:pathLst>
                <a:path w="84" h="81">
                  <a:moveTo>
                    <a:pt x="32" y="81"/>
                  </a:moveTo>
                  <a:lnTo>
                    <a:pt x="58" y="60"/>
                  </a:lnTo>
                  <a:lnTo>
                    <a:pt x="84" y="39"/>
                  </a:lnTo>
                  <a:lnTo>
                    <a:pt x="53" y="0"/>
                  </a:lnTo>
                  <a:lnTo>
                    <a:pt x="27" y="21"/>
                  </a:lnTo>
                  <a:lnTo>
                    <a:pt x="0" y="42"/>
                  </a:lnTo>
                  <a:lnTo>
                    <a:pt x="32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49" name=""/>
            <p:cNvSpPr/>
            <p:nvPr/>
          </p:nvSpPr>
          <p:spPr>
            <a:xfrm rot="0">
              <a:off x="5490" y="1875"/>
              <a:ext cx="21" cy="20"/>
            </a:xfrm>
            <a:custGeom>
              <a:avLst/>
              <a:ahLst/>
              <a:rect l="0" t="0" r="r" b="b"/>
              <a:pathLst>
                <a:path w="84" h="81">
                  <a:moveTo>
                    <a:pt x="32" y="81"/>
                  </a:moveTo>
                  <a:lnTo>
                    <a:pt x="58" y="60"/>
                  </a:lnTo>
                  <a:lnTo>
                    <a:pt x="84" y="39"/>
                  </a:lnTo>
                  <a:lnTo>
                    <a:pt x="53" y="0"/>
                  </a:lnTo>
                  <a:lnTo>
                    <a:pt x="27" y="21"/>
                  </a:lnTo>
                  <a:lnTo>
                    <a:pt x="0" y="42"/>
                  </a:lnTo>
                  <a:lnTo>
                    <a:pt x="32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50" name=""/>
            <p:cNvSpPr/>
            <p:nvPr/>
          </p:nvSpPr>
          <p:spPr>
            <a:xfrm rot="0">
              <a:off x="5497" y="1874"/>
              <a:ext cx="6" cy="6"/>
            </a:xfrm>
            <a:custGeom>
              <a:avLst/>
              <a:ahLst/>
              <a:rect l="0" t="0" r="r" b="b"/>
              <a:pathLst>
                <a:path w="26" h="24">
                  <a:moveTo>
                    <a:pt x="0" y="24"/>
                  </a:moveTo>
                  <a:lnTo>
                    <a:pt x="26" y="3"/>
                  </a:lnTo>
                  <a:lnTo>
                    <a:pt x="2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51" name=""/>
            <p:cNvSpPr/>
            <p:nvPr/>
          </p:nvSpPr>
          <p:spPr>
            <a:xfrm rot="0" flipH="1" flipV="1">
              <a:off x="5503" y="1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52" name=""/>
            <p:cNvSpPr/>
            <p:nvPr/>
          </p:nvSpPr>
          <p:spPr>
            <a:xfrm rot="0">
              <a:off x="5482" y="1865"/>
              <a:ext cx="21" cy="21"/>
            </a:xfrm>
            <a:custGeom>
              <a:avLst/>
              <a:ahLst/>
              <a:rect l="0" t="0" r="r" b="b"/>
              <a:pathLst>
                <a:path w="81" h="83">
                  <a:moveTo>
                    <a:pt x="34" y="83"/>
                  </a:moveTo>
                  <a:lnTo>
                    <a:pt x="58" y="59"/>
                  </a:lnTo>
                  <a:lnTo>
                    <a:pt x="81" y="35"/>
                  </a:lnTo>
                  <a:lnTo>
                    <a:pt x="47" y="0"/>
                  </a:lnTo>
                  <a:lnTo>
                    <a:pt x="23" y="23"/>
                  </a:lnTo>
                  <a:lnTo>
                    <a:pt x="0" y="47"/>
                  </a:lnTo>
                  <a:lnTo>
                    <a:pt x="34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53" name=""/>
            <p:cNvSpPr/>
            <p:nvPr/>
          </p:nvSpPr>
          <p:spPr>
            <a:xfrm rot="0">
              <a:off x="5482" y="1865"/>
              <a:ext cx="21" cy="21"/>
            </a:xfrm>
            <a:custGeom>
              <a:avLst/>
              <a:ahLst/>
              <a:rect l="0" t="0" r="r" b="b"/>
              <a:pathLst>
                <a:path w="81" h="83">
                  <a:moveTo>
                    <a:pt x="34" y="83"/>
                  </a:moveTo>
                  <a:lnTo>
                    <a:pt x="58" y="59"/>
                  </a:lnTo>
                  <a:lnTo>
                    <a:pt x="81" y="35"/>
                  </a:lnTo>
                  <a:lnTo>
                    <a:pt x="47" y="0"/>
                  </a:lnTo>
                  <a:lnTo>
                    <a:pt x="23" y="23"/>
                  </a:lnTo>
                  <a:lnTo>
                    <a:pt x="0" y="47"/>
                  </a:lnTo>
                  <a:lnTo>
                    <a:pt x="34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54" name=""/>
            <p:cNvSpPr/>
            <p:nvPr/>
          </p:nvSpPr>
          <p:spPr>
            <a:xfrm rot="0">
              <a:off x="5488" y="1865"/>
              <a:ext cx="6" cy="6"/>
            </a:xfrm>
            <a:custGeom>
              <a:avLst/>
              <a:ahLst/>
              <a:rect l="0" t="0" r="r" b="b"/>
              <a:pathLst>
                <a:path w="24" h="25">
                  <a:moveTo>
                    <a:pt x="0" y="25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55" name=""/>
            <p:cNvSpPr/>
            <p:nvPr/>
          </p:nvSpPr>
          <p:spPr>
            <a:xfrm rot="0" flipH="1" flipV="1">
              <a:off x="5494" y="1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56" name=""/>
            <p:cNvSpPr/>
            <p:nvPr/>
          </p:nvSpPr>
          <p:spPr>
            <a:xfrm rot="0">
              <a:off x="5473" y="1857"/>
              <a:ext cx="21" cy="20"/>
            </a:xfrm>
            <a:custGeom>
              <a:avLst/>
              <a:ahLst/>
              <a:rect l="0" t="0" r="r" b="b"/>
              <a:pathLst>
                <a:path w="82" h="81">
                  <a:moveTo>
                    <a:pt x="37" y="81"/>
                  </a:moveTo>
                  <a:lnTo>
                    <a:pt x="59" y="56"/>
                  </a:lnTo>
                  <a:lnTo>
                    <a:pt x="82" y="31"/>
                  </a:lnTo>
                  <a:lnTo>
                    <a:pt x="45" y="0"/>
                  </a:lnTo>
                  <a:lnTo>
                    <a:pt x="23" y="25"/>
                  </a:lnTo>
                  <a:lnTo>
                    <a:pt x="0" y="50"/>
                  </a:lnTo>
                  <a:lnTo>
                    <a:pt x="37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57" name=""/>
            <p:cNvSpPr/>
            <p:nvPr/>
          </p:nvSpPr>
          <p:spPr>
            <a:xfrm rot="0">
              <a:off x="5473" y="1857"/>
              <a:ext cx="21" cy="20"/>
            </a:xfrm>
            <a:custGeom>
              <a:avLst/>
              <a:ahLst/>
              <a:rect l="0" t="0" r="r" b="b"/>
              <a:pathLst>
                <a:path w="82" h="81">
                  <a:moveTo>
                    <a:pt x="37" y="81"/>
                  </a:moveTo>
                  <a:lnTo>
                    <a:pt x="59" y="56"/>
                  </a:lnTo>
                  <a:lnTo>
                    <a:pt x="82" y="31"/>
                  </a:lnTo>
                  <a:lnTo>
                    <a:pt x="45" y="0"/>
                  </a:lnTo>
                  <a:lnTo>
                    <a:pt x="23" y="25"/>
                  </a:lnTo>
                  <a:lnTo>
                    <a:pt x="0" y="50"/>
                  </a:lnTo>
                  <a:lnTo>
                    <a:pt x="37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58" name=""/>
            <p:cNvSpPr/>
            <p:nvPr/>
          </p:nvSpPr>
          <p:spPr>
            <a:xfrm rot="0">
              <a:off x="5479" y="1856"/>
              <a:ext cx="5" cy="7"/>
            </a:xfrm>
            <a:custGeom>
              <a:avLst/>
              <a:ahLst/>
              <a:rect l="0" t="0" r="r" b="b"/>
              <a:pathLst>
                <a:path w="22" h="28">
                  <a:moveTo>
                    <a:pt x="0" y="28"/>
                  </a:moveTo>
                  <a:lnTo>
                    <a:pt x="22" y="3"/>
                  </a:lnTo>
                  <a:lnTo>
                    <a:pt x="18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59" name=""/>
            <p:cNvSpPr/>
            <p:nvPr/>
          </p:nvSpPr>
          <p:spPr>
            <a:xfrm rot="0" flipH="1" flipV="1">
              <a:off x="5484" y="18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60" name=""/>
            <p:cNvSpPr/>
            <p:nvPr/>
          </p:nvSpPr>
          <p:spPr>
            <a:xfrm rot="0">
              <a:off x="5464" y="1850"/>
              <a:ext cx="20" cy="20"/>
            </a:xfrm>
            <a:custGeom>
              <a:avLst/>
              <a:ahLst/>
              <a:rect l="0" t="0" r="r" b="b"/>
              <a:pathLst>
                <a:path w="78" h="81">
                  <a:moveTo>
                    <a:pt x="41" y="81"/>
                  </a:moveTo>
                  <a:lnTo>
                    <a:pt x="60" y="54"/>
                  </a:lnTo>
                  <a:lnTo>
                    <a:pt x="78" y="26"/>
                  </a:lnTo>
                  <a:lnTo>
                    <a:pt x="37" y="0"/>
                  </a:lnTo>
                  <a:lnTo>
                    <a:pt x="19" y="28"/>
                  </a:lnTo>
                  <a:lnTo>
                    <a:pt x="0" y="55"/>
                  </a:lnTo>
                  <a:lnTo>
                    <a:pt x="4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61" name=""/>
            <p:cNvSpPr/>
            <p:nvPr/>
          </p:nvSpPr>
          <p:spPr>
            <a:xfrm rot="0">
              <a:off x="5464" y="1850"/>
              <a:ext cx="20" cy="20"/>
            </a:xfrm>
            <a:custGeom>
              <a:avLst/>
              <a:ahLst/>
              <a:rect l="0" t="0" r="r" b="b"/>
              <a:pathLst>
                <a:path w="78" h="81">
                  <a:moveTo>
                    <a:pt x="41" y="81"/>
                  </a:moveTo>
                  <a:lnTo>
                    <a:pt x="60" y="54"/>
                  </a:lnTo>
                  <a:lnTo>
                    <a:pt x="78" y="26"/>
                  </a:lnTo>
                  <a:lnTo>
                    <a:pt x="37" y="0"/>
                  </a:lnTo>
                  <a:lnTo>
                    <a:pt x="19" y="28"/>
                  </a:lnTo>
                  <a:lnTo>
                    <a:pt x="0" y="55"/>
                  </a:lnTo>
                  <a:lnTo>
                    <a:pt x="41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62" name=""/>
            <p:cNvSpPr/>
            <p:nvPr/>
          </p:nvSpPr>
          <p:spPr>
            <a:xfrm rot="0">
              <a:off x="5469" y="1849"/>
              <a:ext cx="4" cy="8"/>
            </a:xfrm>
            <a:custGeom>
              <a:avLst/>
              <a:ahLst/>
              <a:rect l="0" t="0" r="r" b="b"/>
              <a:pathLst>
                <a:path w="18" h="31">
                  <a:moveTo>
                    <a:pt x="0" y="31"/>
                  </a:moveTo>
                  <a:lnTo>
                    <a:pt x="18" y="3"/>
                  </a:lnTo>
                  <a:lnTo>
                    <a:pt x="16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63" name=""/>
            <p:cNvSpPr/>
            <p:nvPr/>
          </p:nvSpPr>
          <p:spPr>
            <a:xfrm rot="0" flipH="1" flipV="1">
              <a:off x="5473" y="18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64" name=""/>
            <p:cNvSpPr/>
            <p:nvPr/>
          </p:nvSpPr>
          <p:spPr>
            <a:xfrm rot="0">
              <a:off x="5454" y="1843"/>
              <a:ext cx="19" cy="21"/>
            </a:xfrm>
            <a:custGeom>
              <a:avLst/>
              <a:ahLst/>
              <a:rect l="0" t="0" r="r" b="b"/>
              <a:pathLst>
                <a:path w="75" h="83">
                  <a:moveTo>
                    <a:pt x="43" y="83"/>
                  </a:moveTo>
                  <a:lnTo>
                    <a:pt x="59" y="53"/>
                  </a:lnTo>
                  <a:lnTo>
                    <a:pt x="75" y="22"/>
                  </a:lnTo>
                  <a:lnTo>
                    <a:pt x="31" y="0"/>
                  </a:lnTo>
                  <a:lnTo>
                    <a:pt x="15" y="30"/>
                  </a:lnTo>
                  <a:lnTo>
                    <a:pt x="0" y="60"/>
                  </a:lnTo>
                  <a:lnTo>
                    <a:pt x="43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65" name=""/>
            <p:cNvSpPr/>
            <p:nvPr/>
          </p:nvSpPr>
          <p:spPr>
            <a:xfrm rot="0">
              <a:off x="5454" y="1843"/>
              <a:ext cx="19" cy="21"/>
            </a:xfrm>
            <a:custGeom>
              <a:avLst/>
              <a:ahLst/>
              <a:rect l="0" t="0" r="r" b="b"/>
              <a:pathLst>
                <a:path w="75" h="83">
                  <a:moveTo>
                    <a:pt x="43" y="83"/>
                  </a:moveTo>
                  <a:lnTo>
                    <a:pt x="59" y="53"/>
                  </a:lnTo>
                  <a:lnTo>
                    <a:pt x="75" y="22"/>
                  </a:lnTo>
                  <a:lnTo>
                    <a:pt x="31" y="0"/>
                  </a:lnTo>
                  <a:lnTo>
                    <a:pt x="15" y="30"/>
                  </a:lnTo>
                  <a:lnTo>
                    <a:pt x="0" y="60"/>
                  </a:lnTo>
                  <a:lnTo>
                    <a:pt x="43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66" name=""/>
            <p:cNvSpPr/>
            <p:nvPr/>
          </p:nvSpPr>
          <p:spPr>
            <a:xfrm rot="0">
              <a:off x="5458" y="1843"/>
              <a:ext cx="4" cy="8"/>
            </a:xfrm>
            <a:custGeom>
              <a:avLst/>
              <a:ahLst/>
              <a:rect l="0" t="0" r="r" b="b"/>
              <a:pathLst>
                <a:path w="16" h="31">
                  <a:moveTo>
                    <a:pt x="0" y="31"/>
                  </a:moveTo>
                  <a:lnTo>
                    <a:pt x="16" y="1"/>
                  </a:lnTo>
                  <a:lnTo>
                    <a:pt x="12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67" name=""/>
            <p:cNvSpPr/>
            <p:nvPr/>
          </p:nvSpPr>
          <p:spPr>
            <a:xfrm rot="0" flipH="1" flipV="1">
              <a:off x="5461" y="18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68" name=""/>
            <p:cNvSpPr/>
            <p:nvPr/>
          </p:nvSpPr>
          <p:spPr>
            <a:xfrm rot="0">
              <a:off x="5443" y="1839"/>
              <a:ext cx="18" cy="20"/>
            </a:xfrm>
            <a:custGeom>
              <a:avLst/>
              <a:ahLst/>
              <a:rect l="0" t="0" r="r" b="b"/>
              <a:pathLst>
                <a:path w="69" h="80">
                  <a:moveTo>
                    <a:pt x="46" y="80"/>
                  </a:moveTo>
                  <a:lnTo>
                    <a:pt x="57" y="48"/>
                  </a:lnTo>
                  <a:lnTo>
                    <a:pt x="69" y="17"/>
                  </a:lnTo>
                  <a:lnTo>
                    <a:pt x="23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46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69" name=""/>
            <p:cNvSpPr/>
            <p:nvPr/>
          </p:nvSpPr>
          <p:spPr>
            <a:xfrm rot="0">
              <a:off x="5443" y="1839"/>
              <a:ext cx="18" cy="20"/>
            </a:xfrm>
            <a:custGeom>
              <a:avLst/>
              <a:ahLst/>
              <a:rect l="0" t="0" r="r" b="b"/>
              <a:pathLst>
                <a:path w="69" h="80">
                  <a:moveTo>
                    <a:pt x="46" y="80"/>
                  </a:moveTo>
                  <a:lnTo>
                    <a:pt x="57" y="48"/>
                  </a:lnTo>
                  <a:lnTo>
                    <a:pt x="69" y="17"/>
                  </a:lnTo>
                  <a:lnTo>
                    <a:pt x="23" y="0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46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70" name=""/>
            <p:cNvSpPr/>
            <p:nvPr/>
          </p:nvSpPr>
          <p:spPr>
            <a:xfrm rot="0">
              <a:off x="5446" y="1839"/>
              <a:ext cx="3" cy="8"/>
            </a:xfrm>
            <a:custGeom>
              <a:avLst/>
              <a:ahLst/>
              <a:rect l="0" t="0" r="r" b="b"/>
              <a:pathLst>
                <a:path w="12" h="33">
                  <a:moveTo>
                    <a:pt x="0" y="33"/>
                  </a:moveTo>
                  <a:lnTo>
                    <a:pt x="12" y="2"/>
                  </a:lnTo>
                  <a:lnTo>
                    <a:pt x="8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71" name=""/>
            <p:cNvSpPr/>
            <p:nvPr/>
          </p:nvSpPr>
          <p:spPr>
            <a:xfrm rot="0" flipH="1" flipV="1">
              <a:off x="5448" y="18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72" name=""/>
            <p:cNvSpPr/>
            <p:nvPr/>
          </p:nvSpPr>
          <p:spPr>
            <a:xfrm rot="0">
              <a:off x="5433" y="1836"/>
              <a:ext cx="15" cy="19"/>
            </a:xfrm>
            <a:custGeom>
              <a:avLst/>
              <a:ahLst/>
              <a:rect l="0" t="0" r="r" b="b"/>
              <a:pathLst>
                <a:path w="63" h="78">
                  <a:moveTo>
                    <a:pt x="48" y="78"/>
                  </a:moveTo>
                  <a:lnTo>
                    <a:pt x="55" y="45"/>
                  </a:lnTo>
                  <a:lnTo>
                    <a:pt x="63" y="12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6"/>
                  </a:lnTo>
                  <a:lnTo>
                    <a:pt x="48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73" name=""/>
            <p:cNvSpPr/>
            <p:nvPr/>
          </p:nvSpPr>
          <p:spPr>
            <a:xfrm rot="0">
              <a:off x="5433" y="1836"/>
              <a:ext cx="15" cy="19"/>
            </a:xfrm>
            <a:custGeom>
              <a:avLst/>
              <a:ahLst/>
              <a:rect l="0" t="0" r="r" b="b"/>
              <a:pathLst>
                <a:path w="63" h="78">
                  <a:moveTo>
                    <a:pt x="48" y="78"/>
                  </a:moveTo>
                  <a:lnTo>
                    <a:pt x="55" y="45"/>
                  </a:lnTo>
                  <a:lnTo>
                    <a:pt x="63" y="12"/>
                  </a:lnTo>
                  <a:lnTo>
                    <a:pt x="16" y="0"/>
                  </a:lnTo>
                  <a:lnTo>
                    <a:pt x="8" y="33"/>
                  </a:lnTo>
                  <a:lnTo>
                    <a:pt x="0" y="66"/>
                  </a:lnTo>
                  <a:lnTo>
                    <a:pt x="48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74" name=""/>
            <p:cNvSpPr/>
            <p:nvPr/>
          </p:nvSpPr>
          <p:spPr>
            <a:xfrm rot="0">
              <a:off x="5435" y="1836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0" y="33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75" name=""/>
            <p:cNvSpPr/>
            <p:nvPr/>
          </p:nvSpPr>
          <p:spPr>
            <a:xfrm rot="0" flipH="1">
              <a:off x="5436" y="1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76" name=""/>
            <p:cNvSpPr/>
            <p:nvPr/>
          </p:nvSpPr>
          <p:spPr>
            <a:xfrm rot="0">
              <a:off x="5421" y="1834"/>
              <a:ext cx="15" cy="18"/>
            </a:xfrm>
            <a:custGeom>
              <a:avLst/>
              <a:ahLst/>
              <a:rect l="0" t="0" r="r" b="b"/>
              <a:pathLst>
                <a:path w="59" h="72">
                  <a:moveTo>
                    <a:pt x="51" y="72"/>
                  </a:moveTo>
                  <a:lnTo>
                    <a:pt x="55" y="39"/>
                  </a:lnTo>
                  <a:lnTo>
                    <a:pt x="59" y="6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51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77" name=""/>
            <p:cNvSpPr/>
            <p:nvPr/>
          </p:nvSpPr>
          <p:spPr>
            <a:xfrm rot="0">
              <a:off x="5421" y="1834"/>
              <a:ext cx="15" cy="18"/>
            </a:xfrm>
            <a:custGeom>
              <a:avLst/>
              <a:ahLst/>
              <a:rect l="0" t="0" r="r" b="b"/>
              <a:pathLst>
                <a:path w="59" h="72">
                  <a:moveTo>
                    <a:pt x="51" y="72"/>
                  </a:moveTo>
                  <a:lnTo>
                    <a:pt x="55" y="39"/>
                  </a:lnTo>
                  <a:lnTo>
                    <a:pt x="59" y="6"/>
                  </a:lnTo>
                  <a:lnTo>
                    <a:pt x="8" y="0"/>
                  </a:lnTo>
                  <a:lnTo>
                    <a:pt x="4" y="33"/>
                  </a:lnTo>
                  <a:lnTo>
                    <a:pt x="0" y="66"/>
                  </a:lnTo>
                  <a:lnTo>
                    <a:pt x="51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78" name=""/>
            <p:cNvSpPr/>
            <p:nvPr/>
          </p:nvSpPr>
          <p:spPr>
            <a:xfrm rot="0">
              <a:off x="5422" y="1834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0" y="33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79" name=""/>
            <p:cNvSpPr/>
            <p:nvPr/>
          </p:nvSpPr>
          <p:spPr>
            <a:xfrm rot="0" flipH="1">
              <a:off x="5422" y="1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80" name=""/>
            <p:cNvSpPr/>
            <p:nvPr/>
          </p:nvSpPr>
          <p:spPr>
            <a:xfrm rot="0">
              <a:off x="5409" y="1833"/>
              <a:ext cx="13" cy="17"/>
            </a:xfrm>
            <a:custGeom>
              <a:avLst/>
              <a:ahLst/>
              <a:rect l="0" t="0" r="r" b="b"/>
              <a:pathLst>
                <a:path w="54" h="69">
                  <a:moveTo>
                    <a:pt x="52" y="69"/>
                  </a:moveTo>
                  <a:lnTo>
                    <a:pt x="53" y="36"/>
                  </a:lnTo>
                  <a:lnTo>
                    <a:pt x="54" y="3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52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81" name=""/>
            <p:cNvSpPr/>
            <p:nvPr/>
          </p:nvSpPr>
          <p:spPr>
            <a:xfrm rot="0">
              <a:off x="5409" y="1833"/>
              <a:ext cx="13" cy="17"/>
            </a:xfrm>
            <a:custGeom>
              <a:avLst/>
              <a:ahLst/>
              <a:rect l="0" t="0" r="r" b="b"/>
              <a:pathLst>
                <a:path w="54" h="69">
                  <a:moveTo>
                    <a:pt x="52" y="69"/>
                  </a:moveTo>
                  <a:lnTo>
                    <a:pt x="53" y="36"/>
                  </a:lnTo>
                  <a:lnTo>
                    <a:pt x="54" y="3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52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82" name=""/>
            <p:cNvSpPr/>
            <p:nvPr/>
          </p:nvSpPr>
          <p:spPr>
            <a:xfrm rot="0">
              <a:off x="5409" y="1833"/>
              <a:ext cx="1" cy="9"/>
            </a:xfrm>
            <a:custGeom>
              <a:avLst/>
              <a:ahLst/>
              <a:rect l="0" t="0" r="r" b="b"/>
              <a:pathLst>
                <a:path w="3" h="33">
                  <a:moveTo>
                    <a:pt x="2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83" name=""/>
            <p:cNvSpPr/>
            <p:nvPr/>
          </p:nvSpPr>
          <p:spPr>
            <a:xfrm rot="0" flipH="1">
              <a:off x="5409" y="18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84" name=""/>
            <p:cNvSpPr/>
            <p:nvPr/>
          </p:nvSpPr>
          <p:spPr>
            <a:xfrm rot="0">
              <a:off x="5395" y="1833"/>
              <a:ext cx="14" cy="17"/>
            </a:xfrm>
            <a:custGeom>
              <a:avLst/>
              <a:ahLst/>
              <a:rect l="0" t="0" r="r" b="b"/>
              <a:pathLst>
                <a:path w="57" h="69">
                  <a:moveTo>
                    <a:pt x="57" y="66"/>
                  </a:moveTo>
                  <a:lnTo>
                    <a:pt x="56" y="33"/>
                  </a:lnTo>
                  <a:lnTo>
                    <a:pt x="54" y="0"/>
                  </a:lnTo>
                  <a:lnTo>
                    <a:pt x="0" y="3"/>
                  </a:lnTo>
                  <a:lnTo>
                    <a:pt x="2" y="36"/>
                  </a:lnTo>
                  <a:lnTo>
                    <a:pt x="3" y="69"/>
                  </a:lnTo>
                  <a:lnTo>
                    <a:pt x="5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85" name=""/>
            <p:cNvSpPr/>
            <p:nvPr/>
          </p:nvSpPr>
          <p:spPr>
            <a:xfrm rot="0">
              <a:off x="5395" y="1833"/>
              <a:ext cx="14" cy="17"/>
            </a:xfrm>
            <a:custGeom>
              <a:avLst/>
              <a:ahLst/>
              <a:rect l="0" t="0" r="r" b="b"/>
              <a:pathLst>
                <a:path w="57" h="69">
                  <a:moveTo>
                    <a:pt x="57" y="66"/>
                  </a:moveTo>
                  <a:lnTo>
                    <a:pt x="56" y="33"/>
                  </a:lnTo>
                  <a:lnTo>
                    <a:pt x="54" y="0"/>
                  </a:lnTo>
                  <a:lnTo>
                    <a:pt x="0" y="3"/>
                  </a:lnTo>
                  <a:lnTo>
                    <a:pt x="2" y="36"/>
                  </a:lnTo>
                  <a:lnTo>
                    <a:pt x="3" y="69"/>
                  </a:lnTo>
                  <a:lnTo>
                    <a:pt x="5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86" name=""/>
            <p:cNvSpPr/>
            <p:nvPr/>
          </p:nvSpPr>
          <p:spPr>
            <a:xfrm rot="0">
              <a:off x="5394" y="1834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87" name=""/>
            <p:cNvSpPr/>
            <p:nvPr/>
          </p:nvSpPr>
          <p:spPr>
            <a:xfrm rot="0" flipH="1">
              <a:off x="5394" y="1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88" name=""/>
            <p:cNvSpPr/>
            <p:nvPr/>
          </p:nvSpPr>
          <p:spPr>
            <a:xfrm rot="0">
              <a:off x="5380" y="1834"/>
              <a:ext cx="17" cy="18"/>
            </a:xfrm>
            <a:custGeom>
              <a:avLst/>
              <a:ahLst/>
              <a:rect l="0" t="0" r="r" b="b"/>
              <a:pathLst>
                <a:path w="66" h="73">
                  <a:moveTo>
                    <a:pt x="66" y="66"/>
                  </a:moveTo>
                  <a:lnTo>
                    <a:pt x="61" y="33"/>
                  </a:lnTo>
                  <a:lnTo>
                    <a:pt x="56" y="0"/>
                  </a:lnTo>
                  <a:lnTo>
                    <a:pt x="0" y="8"/>
                  </a:lnTo>
                  <a:lnTo>
                    <a:pt x="6" y="41"/>
                  </a:lnTo>
                  <a:lnTo>
                    <a:pt x="11" y="73"/>
                  </a:lnTo>
                  <a:lnTo>
                    <a:pt x="6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89" name=""/>
            <p:cNvSpPr/>
            <p:nvPr/>
          </p:nvSpPr>
          <p:spPr>
            <a:xfrm rot="0">
              <a:off x="5380" y="1834"/>
              <a:ext cx="17" cy="18"/>
            </a:xfrm>
            <a:custGeom>
              <a:avLst/>
              <a:ahLst/>
              <a:rect l="0" t="0" r="r" b="b"/>
              <a:pathLst>
                <a:path w="66" h="73">
                  <a:moveTo>
                    <a:pt x="66" y="66"/>
                  </a:moveTo>
                  <a:lnTo>
                    <a:pt x="61" y="33"/>
                  </a:lnTo>
                  <a:lnTo>
                    <a:pt x="56" y="0"/>
                  </a:lnTo>
                  <a:lnTo>
                    <a:pt x="0" y="8"/>
                  </a:lnTo>
                  <a:lnTo>
                    <a:pt x="6" y="41"/>
                  </a:lnTo>
                  <a:lnTo>
                    <a:pt x="11" y="73"/>
                  </a:lnTo>
                  <a:lnTo>
                    <a:pt x="6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90" name=""/>
            <p:cNvSpPr/>
            <p:nvPr/>
          </p:nvSpPr>
          <p:spPr>
            <a:xfrm rot="0">
              <a:off x="5380" y="1836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91" name=""/>
            <p:cNvSpPr/>
            <p:nvPr/>
          </p:nvSpPr>
          <p:spPr>
            <a:xfrm rot="0" flipH="1">
              <a:off x="5380" y="1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92" name=""/>
            <p:cNvSpPr/>
            <p:nvPr/>
          </p:nvSpPr>
          <p:spPr>
            <a:xfrm rot="0">
              <a:off x="5366" y="1836"/>
              <a:ext cx="18" cy="20"/>
            </a:xfrm>
            <a:custGeom>
              <a:avLst/>
              <a:ahLst/>
              <a:rect l="0" t="0" r="r" b="b"/>
              <a:pathLst>
                <a:path w="72" h="79">
                  <a:moveTo>
                    <a:pt x="72" y="65"/>
                  </a:moveTo>
                  <a:lnTo>
                    <a:pt x="65" y="33"/>
                  </a:lnTo>
                  <a:lnTo>
                    <a:pt x="57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72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93" name=""/>
            <p:cNvSpPr/>
            <p:nvPr/>
          </p:nvSpPr>
          <p:spPr>
            <a:xfrm rot="0">
              <a:off x="5366" y="1836"/>
              <a:ext cx="18" cy="20"/>
            </a:xfrm>
            <a:custGeom>
              <a:avLst/>
              <a:ahLst/>
              <a:rect l="0" t="0" r="r" b="b"/>
              <a:pathLst>
                <a:path w="72" h="79">
                  <a:moveTo>
                    <a:pt x="72" y="65"/>
                  </a:moveTo>
                  <a:lnTo>
                    <a:pt x="65" y="33"/>
                  </a:lnTo>
                  <a:lnTo>
                    <a:pt x="57" y="0"/>
                  </a:lnTo>
                  <a:lnTo>
                    <a:pt x="0" y="13"/>
                  </a:lnTo>
                  <a:lnTo>
                    <a:pt x="8" y="46"/>
                  </a:lnTo>
                  <a:lnTo>
                    <a:pt x="16" y="79"/>
                  </a:lnTo>
                  <a:lnTo>
                    <a:pt x="72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94" name=""/>
            <p:cNvSpPr/>
            <p:nvPr/>
          </p:nvSpPr>
          <p:spPr>
            <a:xfrm rot="0">
              <a:off x="5365" y="1839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95" name=""/>
            <p:cNvSpPr/>
            <p:nvPr/>
          </p:nvSpPr>
          <p:spPr>
            <a:xfrm rot="0" flipH="1">
              <a:off x="5365" y="18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96" name=""/>
            <p:cNvSpPr/>
            <p:nvPr/>
          </p:nvSpPr>
          <p:spPr>
            <a:xfrm rot="0">
              <a:off x="5350" y="1840"/>
              <a:ext cx="20" cy="20"/>
            </a:xfrm>
            <a:custGeom>
              <a:avLst/>
              <a:ahLst/>
              <a:rect l="0" t="0" r="r" b="b"/>
              <a:pathLst>
                <a:path w="79" h="82">
                  <a:moveTo>
                    <a:pt x="79" y="63"/>
                  </a:moveTo>
                  <a:lnTo>
                    <a:pt x="68" y="32"/>
                  </a:lnTo>
                  <a:lnTo>
                    <a:pt x="58" y="0"/>
                  </a:lnTo>
                  <a:lnTo>
                    <a:pt x="0" y="19"/>
                  </a:lnTo>
                  <a:lnTo>
                    <a:pt x="10" y="50"/>
                  </a:lnTo>
                  <a:lnTo>
                    <a:pt x="21" y="82"/>
                  </a:lnTo>
                  <a:lnTo>
                    <a:pt x="79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97" name=""/>
            <p:cNvSpPr/>
            <p:nvPr/>
          </p:nvSpPr>
          <p:spPr>
            <a:xfrm rot="0">
              <a:off x="5350" y="1840"/>
              <a:ext cx="20" cy="20"/>
            </a:xfrm>
            <a:custGeom>
              <a:avLst/>
              <a:ahLst/>
              <a:rect l="0" t="0" r="r" b="b"/>
              <a:pathLst>
                <a:path w="79" h="82">
                  <a:moveTo>
                    <a:pt x="79" y="63"/>
                  </a:moveTo>
                  <a:lnTo>
                    <a:pt x="68" y="32"/>
                  </a:lnTo>
                  <a:lnTo>
                    <a:pt x="58" y="0"/>
                  </a:lnTo>
                  <a:lnTo>
                    <a:pt x="0" y="19"/>
                  </a:lnTo>
                  <a:lnTo>
                    <a:pt x="10" y="50"/>
                  </a:lnTo>
                  <a:lnTo>
                    <a:pt x="21" y="82"/>
                  </a:lnTo>
                  <a:lnTo>
                    <a:pt x="79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698" name=""/>
            <p:cNvSpPr/>
            <p:nvPr/>
          </p:nvSpPr>
          <p:spPr>
            <a:xfrm rot="0">
              <a:off x="5350" y="1844"/>
              <a:ext cx="3" cy="8"/>
            </a:xfrm>
            <a:custGeom>
              <a:avLst/>
              <a:ahLst/>
              <a:rect l="0" t="0" r="r" b="b"/>
              <a:pathLst>
                <a:path w="12" h="31">
                  <a:moveTo>
                    <a:pt x="12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699" name=""/>
            <p:cNvSpPr/>
            <p:nvPr/>
          </p:nvSpPr>
          <p:spPr>
            <a:xfrm rot="0" flipH="1">
              <a:off x="5350" y="1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00" name=""/>
            <p:cNvSpPr/>
            <p:nvPr/>
          </p:nvSpPr>
          <p:spPr>
            <a:xfrm rot="0">
              <a:off x="5335" y="1844"/>
              <a:ext cx="21" cy="22"/>
            </a:xfrm>
            <a:custGeom>
              <a:avLst/>
              <a:ahLst/>
              <a:rect l="0" t="0" r="r" b="b"/>
              <a:pathLst>
                <a:path w="83" h="85">
                  <a:moveTo>
                    <a:pt x="83" y="63"/>
                  </a:moveTo>
                  <a:lnTo>
                    <a:pt x="71" y="31"/>
                  </a:lnTo>
                  <a:lnTo>
                    <a:pt x="59" y="0"/>
                  </a:lnTo>
                  <a:lnTo>
                    <a:pt x="0" y="22"/>
                  </a:lnTo>
                  <a:lnTo>
                    <a:pt x="12" y="53"/>
                  </a:lnTo>
                  <a:lnTo>
                    <a:pt x="24" y="85"/>
                  </a:lnTo>
                  <a:lnTo>
                    <a:pt x="8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01" name=""/>
            <p:cNvSpPr/>
            <p:nvPr/>
          </p:nvSpPr>
          <p:spPr>
            <a:xfrm rot="0">
              <a:off x="5335" y="1844"/>
              <a:ext cx="21" cy="22"/>
            </a:xfrm>
            <a:custGeom>
              <a:avLst/>
              <a:ahLst/>
              <a:rect l="0" t="0" r="r" b="b"/>
              <a:pathLst>
                <a:path w="83" h="85">
                  <a:moveTo>
                    <a:pt x="83" y="63"/>
                  </a:moveTo>
                  <a:lnTo>
                    <a:pt x="71" y="31"/>
                  </a:lnTo>
                  <a:lnTo>
                    <a:pt x="59" y="0"/>
                  </a:lnTo>
                  <a:lnTo>
                    <a:pt x="0" y="22"/>
                  </a:lnTo>
                  <a:lnTo>
                    <a:pt x="12" y="53"/>
                  </a:lnTo>
                  <a:lnTo>
                    <a:pt x="24" y="85"/>
                  </a:lnTo>
                  <a:lnTo>
                    <a:pt x="8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02" name=""/>
            <p:cNvSpPr/>
            <p:nvPr/>
          </p:nvSpPr>
          <p:spPr>
            <a:xfrm rot="0">
              <a:off x="5335" y="1850"/>
              <a:ext cx="3" cy="8"/>
            </a:xfrm>
            <a:custGeom>
              <a:avLst/>
              <a:ahLst/>
              <a:rect l="0" t="0" r="r" b="b"/>
              <a:pathLst>
                <a:path w="14" h="31">
                  <a:moveTo>
                    <a:pt x="14" y="3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03" name=""/>
            <p:cNvSpPr/>
            <p:nvPr/>
          </p:nvSpPr>
          <p:spPr>
            <a:xfrm rot="0" flipH="1">
              <a:off x="5335" y="18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04" name=""/>
            <p:cNvSpPr/>
            <p:nvPr/>
          </p:nvSpPr>
          <p:spPr>
            <a:xfrm rot="0">
              <a:off x="5320" y="1850"/>
              <a:ext cx="22" cy="22"/>
            </a:xfrm>
            <a:custGeom>
              <a:avLst/>
              <a:ahLst/>
              <a:rect l="0" t="0" r="r" b="b"/>
              <a:pathLst>
                <a:path w="87" h="88">
                  <a:moveTo>
                    <a:pt x="87" y="61"/>
                  </a:moveTo>
                  <a:lnTo>
                    <a:pt x="72" y="30"/>
                  </a:lnTo>
                  <a:lnTo>
                    <a:pt x="58" y="0"/>
                  </a:lnTo>
                  <a:lnTo>
                    <a:pt x="0" y="28"/>
                  </a:lnTo>
                  <a:lnTo>
                    <a:pt x="14" y="58"/>
                  </a:lnTo>
                  <a:lnTo>
                    <a:pt x="29" y="88"/>
                  </a:lnTo>
                  <a:lnTo>
                    <a:pt x="8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05" name=""/>
            <p:cNvSpPr/>
            <p:nvPr/>
          </p:nvSpPr>
          <p:spPr>
            <a:xfrm rot="0">
              <a:off x="5320" y="1850"/>
              <a:ext cx="22" cy="22"/>
            </a:xfrm>
            <a:custGeom>
              <a:avLst/>
              <a:ahLst/>
              <a:rect l="0" t="0" r="r" b="b"/>
              <a:pathLst>
                <a:path w="87" h="88">
                  <a:moveTo>
                    <a:pt x="87" y="61"/>
                  </a:moveTo>
                  <a:lnTo>
                    <a:pt x="72" y="30"/>
                  </a:lnTo>
                  <a:lnTo>
                    <a:pt x="58" y="0"/>
                  </a:lnTo>
                  <a:lnTo>
                    <a:pt x="0" y="28"/>
                  </a:lnTo>
                  <a:lnTo>
                    <a:pt x="14" y="58"/>
                  </a:lnTo>
                  <a:lnTo>
                    <a:pt x="29" y="88"/>
                  </a:lnTo>
                  <a:lnTo>
                    <a:pt x="8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06" name=""/>
            <p:cNvSpPr/>
            <p:nvPr/>
          </p:nvSpPr>
          <p:spPr>
            <a:xfrm rot="0">
              <a:off x="5320" y="1857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07" name=""/>
            <p:cNvSpPr/>
            <p:nvPr/>
          </p:nvSpPr>
          <p:spPr>
            <a:xfrm rot="0" flipH="1">
              <a:off x="5320" y="1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08" name=""/>
            <p:cNvSpPr/>
            <p:nvPr/>
          </p:nvSpPr>
          <p:spPr>
            <a:xfrm rot="0">
              <a:off x="5305" y="1857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91" y="59"/>
                  </a:moveTo>
                  <a:lnTo>
                    <a:pt x="75" y="30"/>
                  </a:lnTo>
                  <a:lnTo>
                    <a:pt x="60" y="0"/>
                  </a:lnTo>
                  <a:lnTo>
                    <a:pt x="0" y="31"/>
                  </a:lnTo>
                  <a:lnTo>
                    <a:pt x="16" y="62"/>
                  </a:lnTo>
                  <a:lnTo>
                    <a:pt x="32" y="91"/>
                  </a:lnTo>
                  <a:lnTo>
                    <a:pt x="91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09" name=""/>
            <p:cNvSpPr/>
            <p:nvPr/>
          </p:nvSpPr>
          <p:spPr>
            <a:xfrm rot="0">
              <a:off x="5305" y="1857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91" y="59"/>
                  </a:moveTo>
                  <a:lnTo>
                    <a:pt x="75" y="30"/>
                  </a:lnTo>
                  <a:lnTo>
                    <a:pt x="60" y="0"/>
                  </a:lnTo>
                  <a:lnTo>
                    <a:pt x="0" y="31"/>
                  </a:lnTo>
                  <a:lnTo>
                    <a:pt x="16" y="62"/>
                  </a:lnTo>
                  <a:lnTo>
                    <a:pt x="32" y="91"/>
                  </a:lnTo>
                  <a:lnTo>
                    <a:pt x="91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10" name=""/>
            <p:cNvSpPr/>
            <p:nvPr/>
          </p:nvSpPr>
          <p:spPr>
            <a:xfrm rot="0">
              <a:off x="5305" y="1865"/>
              <a:ext cx="4" cy="7"/>
            </a:xfrm>
            <a:custGeom>
              <a:avLst/>
              <a:ahLst/>
              <a:rect l="0" t="0" r="r" b="b"/>
              <a:pathLst>
                <a:path w="17" h="31">
                  <a:moveTo>
                    <a:pt x="17" y="3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7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11" name=""/>
            <p:cNvSpPr/>
            <p:nvPr/>
          </p:nvSpPr>
          <p:spPr>
            <a:xfrm rot="0" flipH="1">
              <a:off x="5305" y="1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12" name=""/>
            <p:cNvSpPr/>
            <p:nvPr/>
          </p:nvSpPr>
          <p:spPr>
            <a:xfrm rot="0">
              <a:off x="5290" y="1865"/>
              <a:ext cx="23" cy="24"/>
            </a:xfrm>
            <a:custGeom>
              <a:avLst/>
              <a:ahLst/>
              <a:rect l="0" t="0" r="r" b="b"/>
              <a:pathLst>
                <a:path w="93" h="94">
                  <a:moveTo>
                    <a:pt x="93" y="58"/>
                  </a:moveTo>
                  <a:lnTo>
                    <a:pt x="76" y="29"/>
                  </a:lnTo>
                  <a:lnTo>
                    <a:pt x="59" y="0"/>
                  </a:lnTo>
                  <a:lnTo>
                    <a:pt x="0" y="37"/>
                  </a:lnTo>
                  <a:lnTo>
                    <a:pt x="17" y="65"/>
                  </a:lnTo>
                  <a:lnTo>
                    <a:pt x="34" y="94"/>
                  </a:lnTo>
                  <a:lnTo>
                    <a:pt x="93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13" name=""/>
            <p:cNvSpPr/>
            <p:nvPr/>
          </p:nvSpPr>
          <p:spPr>
            <a:xfrm rot="0">
              <a:off x="5290" y="1865"/>
              <a:ext cx="23" cy="24"/>
            </a:xfrm>
            <a:custGeom>
              <a:avLst/>
              <a:ahLst/>
              <a:rect l="0" t="0" r="r" b="b"/>
              <a:pathLst>
                <a:path w="93" h="94">
                  <a:moveTo>
                    <a:pt x="93" y="58"/>
                  </a:moveTo>
                  <a:lnTo>
                    <a:pt x="76" y="29"/>
                  </a:lnTo>
                  <a:lnTo>
                    <a:pt x="59" y="0"/>
                  </a:lnTo>
                  <a:lnTo>
                    <a:pt x="0" y="37"/>
                  </a:lnTo>
                  <a:lnTo>
                    <a:pt x="17" y="65"/>
                  </a:lnTo>
                  <a:lnTo>
                    <a:pt x="34" y="94"/>
                  </a:lnTo>
                  <a:lnTo>
                    <a:pt x="93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14" name=""/>
            <p:cNvSpPr/>
            <p:nvPr/>
          </p:nvSpPr>
          <p:spPr>
            <a:xfrm rot="0">
              <a:off x="5290" y="1874"/>
              <a:ext cx="4" cy="8"/>
            </a:xfrm>
            <a:custGeom>
              <a:avLst/>
              <a:ahLst/>
              <a:rect l="0" t="0" r="r" b="b"/>
              <a:pathLst>
                <a:path w="18" h="28">
                  <a:moveTo>
                    <a:pt x="18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15" name=""/>
            <p:cNvSpPr/>
            <p:nvPr/>
          </p:nvSpPr>
          <p:spPr>
            <a:xfrm rot="0" flipH="1">
              <a:off x="5290" y="1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16" name=""/>
            <p:cNvSpPr/>
            <p:nvPr/>
          </p:nvSpPr>
          <p:spPr>
            <a:xfrm rot="0">
              <a:off x="5275" y="1875"/>
              <a:ext cx="24" cy="24"/>
            </a:xfrm>
            <a:custGeom>
              <a:avLst/>
              <a:ahLst/>
              <a:rect l="0" t="0" r="r" b="b"/>
              <a:pathLst>
                <a:path w="96" h="96">
                  <a:moveTo>
                    <a:pt x="96" y="55"/>
                  </a:moveTo>
                  <a:lnTo>
                    <a:pt x="78" y="27"/>
                  </a:lnTo>
                  <a:lnTo>
                    <a:pt x="60" y="0"/>
                  </a:lnTo>
                  <a:lnTo>
                    <a:pt x="0" y="41"/>
                  </a:lnTo>
                  <a:lnTo>
                    <a:pt x="19" y="68"/>
                  </a:lnTo>
                  <a:lnTo>
                    <a:pt x="37" y="96"/>
                  </a:lnTo>
                  <a:lnTo>
                    <a:pt x="96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17" name=""/>
            <p:cNvSpPr/>
            <p:nvPr/>
          </p:nvSpPr>
          <p:spPr>
            <a:xfrm rot="0">
              <a:off x="5275" y="1875"/>
              <a:ext cx="24" cy="24"/>
            </a:xfrm>
            <a:custGeom>
              <a:avLst/>
              <a:ahLst/>
              <a:rect l="0" t="0" r="r" b="b"/>
              <a:pathLst>
                <a:path w="96" h="96">
                  <a:moveTo>
                    <a:pt x="96" y="55"/>
                  </a:moveTo>
                  <a:lnTo>
                    <a:pt x="78" y="27"/>
                  </a:lnTo>
                  <a:lnTo>
                    <a:pt x="60" y="0"/>
                  </a:lnTo>
                  <a:lnTo>
                    <a:pt x="0" y="41"/>
                  </a:lnTo>
                  <a:lnTo>
                    <a:pt x="19" y="68"/>
                  </a:lnTo>
                  <a:lnTo>
                    <a:pt x="37" y="96"/>
                  </a:lnTo>
                  <a:lnTo>
                    <a:pt x="96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18" name=""/>
            <p:cNvSpPr/>
            <p:nvPr/>
          </p:nvSpPr>
          <p:spPr>
            <a:xfrm rot="0">
              <a:off x="5275" y="1885"/>
              <a:ext cx="4" cy="7"/>
            </a:xfrm>
            <a:custGeom>
              <a:avLst/>
              <a:ahLst/>
              <a:rect l="0" t="0" r="r" b="b"/>
              <a:pathLst>
                <a:path w="20" h="27">
                  <a:moveTo>
                    <a:pt x="20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19" name=""/>
            <p:cNvSpPr/>
            <p:nvPr/>
          </p:nvSpPr>
          <p:spPr>
            <a:xfrm rot="0" flipH="1">
              <a:off x="5275" y="1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20" name=""/>
            <p:cNvSpPr/>
            <p:nvPr/>
          </p:nvSpPr>
          <p:spPr>
            <a:xfrm rot="0">
              <a:off x="5260" y="1885"/>
              <a:ext cx="24" cy="25"/>
            </a:xfrm>
            <a:custGeom>
              <a:avLst/>
              <a:ahLst/>
              <a:rect l="0" t="0" r="r" b="b"/>
              <a:pathLst>
                <a:path w="99" h="97">
                  <a:moveTo>
                    <a:pt x="99" y="52"/>
                  </a:moveTo>
                  <a:lnTo>
                    <a:pt x="79" y="26"/>
                  </a:lnTo>
                  <a:lnTo>
                    <a:pt x="59" y="0"/>
                  </a:lnTo>
                  <a:lnTo>
                    <a:pt x="0" y="45"/>
                  </a:lnTo>
                  <a:lnTo>
                    <a:pt x="20" y="71"/>
                  </a:lnTo>
                  <a:lnTo>
                    <a:pt x="39" y="97"/>
                  </a:lnTo>
                  <a:lnTo>
                    <a:pt x="9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21" name=""/>
            <p:cNvSpPr/>
            <p:nvPr/>
          </p:nvSpPr>
          <p:spPr>
            <a:xfrm rot="0">
              <a:off x="5260" y="1885"/>
              <a:ext cx="24" cy="25"/>
            </a:xfrm>
            <a:custGeom>
              <a:avLst/>
              <a:ahLst/>
              <a:rect l="0" t="0" r="r" b="b"/>
              <a:pathLst>
                <a:path w="99" h="97">
                  <a:moveTo>
                    <a:pt x="99" y="52"/>
                  </a:moveTo>
                  <a:lnTo>
                    <a:pt x="79" y="26"/>
                  </a:lnTo>
                  <a:lnTo>
                    <a:pt x="59" y="0"/>
                  </a:lnTo>
                  <a:lnTo>
                    <a:pt x="0" y="45"/>
                  </a:lnTo>
                  <a:lnTo>
                    <a:pt x="20" y="71"/>
                  </a:lnTo>
                  <a:lnTo>
                    <a:pt x="39" y="97"/>
                  </a:lnTo>
                  <a:lnTo>
                    <a:pt x="9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22" name=""/>
            <p:cNvSpPr/>
            <p:nvPr/>
          </p:nvSpPr>
          <p:spPr>
            <a:xfrm rot="0">
              <a:off x="5259" y="1896"/>
              <a:ext cx="6" cy="7"/>
            </a:xfrm>
            <a:custGeom>
              <a:avLst/>
              <a:ahLst/>
              <a:rect l="0" t="0" r="r" b="b"/>
              <a:pathLst>
                <a:path w="23" h="26">
                  <a:moveTo>
                    <a:pt x="23" y="26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23" name=""/>
            <p:cNvSpPr/>
            <p:nvPr/>
          </p:nvSpPr>
          <p:spPr>
            <a:xfrm rot="0" flipH="1">
              <a:off x="5259" y="18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24" name=""/>
            <p:cNvSpPr/>
            <p:nvPr/>
          </p:nvSpPr>
          <p:spPr>
            <a:xfrm rot="0">
              <a:off x="5245" y="1897"/>
              <a:ext cx="25" cy="24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0"/>
                  </a:moveTo>
                  <a:lnTo>
                    <a:pt x="79" y="25"/>
                  </a:lnTo>
                  <a:lnTo>
                    <a:pt x="56" y="0"/>
                  </a:lnTo>
                  <a:lnTo>
                    <a:pt x="0" y="49"/>
                  </a:lnTo>
                  <a:lnTo>
                    <a:pt x="22" y="74"/>
                  </a:lnTo>
                  <a:lnTo>
                    <a:pt x="45" y="98"/>
                  </a:lnTo>
                  <a:lnTo>
                    <a:pt x="10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25" name=""/>
            <p:cNvSpPr/>
            <p:nvPr/>
          </p:nvSpPr>
          <p:spPr>
            <a:xfrm rot="0">
              <a:off x="5245" y="1897"/>
              <a:ext cx="25" cy="24"/>
            </a:xfrm>
            <a:custGeom>
              <a:avLst/>
              <a:ahLst/>
              <a:rect l="0" t="0" r="r" b="b"/>
              <a:pathLst>
                <a:path w="101" h="98">
                  <a:moveTo>
                    <a:pt x="101" y="50"/>
                  </a:moveTo>
                  <a:lnTo>
                    <a:pt x="79" y="25"/>
                  </a:lnTo>
                  <a:lnTo>
                    <a:pt x="56" y="0"/>
                  </a:lnTo>
                  <a:lnTo>
                    <a:pt x="0" y="49"/>
                  </a:lnTo>
                  <a:lnTo>
                    <a:pt x="22" y="74"/>
                  </a:lnTo>
                  <a:lnTo>
                    <a:pt x="45" y="98"/>
                  </a:lnTo>
                  <a:lnTo>
                    <a:pt x="10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26" name=""/>
            <p:cNvSpPr/>
            <p:nvPr/>
          </p:nvSpPr>
          <p:spPr>
            <a:xfrm rot="0">
              <a:off x="5245" y="1909"/>
              <a:ext cx="6" cy="6"/>
            </a:xfrm>
            <a:custGeom>
              <a:avLst/>
              <a:ahLst/>
              <a:rect l="0" t="0" r="r" b="b"/>
              <a:pathLst>
                <a:path w="22" h="25">
                  <a:moveTo>
                    <a:pt x="22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27" name=""/>
            <p:cNvSpPr/>
            <p:nvPr/>
          </p:nvSpPr>
          <p:spPr>
            <a:xfrm rot="0">
              <a:off x="5245" y="19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28" name=""/>
            <p:cNvSpPr/>
            <p:nvPr/>
          </p:nvSpPr>
          <p:spPr>
            <a:xfrm rot="0">
              <a:off x="5231" y="1909"/>
              <a:ext cx="25" cy="26"/>
            </a:xfrm>
            <a:custGeom>
              <a:avLst/>
              <a:ahLst/>
              <a:rect l="0" t="0" r="r" b="b"/>
              <a:pathLst>
                <a:path w="102" h="102">
                  <a:moveTo>
                    <a:pt x="102" y="49"/>
                  </a:moveTo>
                  <a:lnTo>
                    <a:pt x="79" y="25"/>
                  </a:lnTo>
                  <a:lnTo>
                    <a:pt x="57" y="0"/>
                  </a:lnTo>
                  <a:lnTo>
                    <a:pt x="0" y="52"/>
                  </a:lnTo>
                  <a:lnTo>
                    <a:pt x="23" y="77"/>
                  </a:lnTo>
                  <a:lnTo>
                    <a:pt x="45" y="102"/>
                  </a:lnTo>
                  <a:lnTo>
                    <a:pt x="102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29" name=""/>
            <p:cNvSpPr/>
            <p:nvPr/>
          </p:nvSpPr>
          <p:spPr>
            <a:xfrm rot="0">
              <a:off x="5231" y="1909"/>
              <a:ext cx="25" cy="26"/>
            </a:xfrm>
            <a:custGeom>
              <a:avLst/>
              <a:ahLst/>
              <a:rect l="0" t="0" r="r" b="b"/>
              <a:pathLst>
                <a:path w="102" h="102">
                  <a:moveTo>
                    <a:pt x="102" y="49"/>
                  </a:moveTo>
                  <a:lnTo>
                    <a:pt x="79" y="25"/>
                  </a:lnTo>
                  <a:lnTo>
                    <a:pt x="57" y="0"/>
                  </a:lnTo>
                  <a:lnTo>
                    <a:pt x="0" y="52"/>
                  </a:lnTo>
                  <a:lnTo>
                    <a:pt x="23" y="77"/>
                  </a:lnTo>
                  <a:lnTo>
                    <a:pt x="45" y="102"/>
                  </a:lnTo>
                  <a:lnTo>
                    <a:pt x="102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30" name=""/>
            <p:cNvSpPr/>
            <p:nvPr/>
          </p:nvSpPr>
          <p:spPr>
            <a:xfrm rot="0">
              <a:off x="5231" y="1922"/>
              <a:ext cx="5" cy="6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31" name=""/>
            <p:cNvSpPr/>
            <p:nvPr/>
          </p:nvSpPr>
          <p:spPr>
            <a:xfrm rot="0" flipH="1">
              <a:off x="5231" y="19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32" name=""/>
            <p:cNvSpPr/>
            <p:nvPr/>
          </p:nvSpPr>
          <p:spPr>
            <a:xfrm rot="0">
              <a:off x="5217" y="1922"/>
              <a:ext cx="25" cy="26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48"/>
                  </a:moveTo>
                  <a:lnTo>
                    <a:pt x="79" y="24"/>
                  </a:lnTo>
                  <a:lnTo>
                    <a:pt x="55" y="0"/>
                  </a:lnTo>
                  <a:lnTo>
                    <a:pt x="0" y="56"/>
                  </a:lnTo>
                  <a:lnTo>
                    <a:pt x="24" y="79"/>
                  </a:lnTo>
                  <a:lnTo>
                    <a:pt x="47" y="103"/>
                  </a:lnTo>
                  <a:lnTo>
                    <a:pt x="102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33" name=""/>
            <p:cNvSpPr/>
            <p:nvPr/>
          </p:nvSpPr>
          <p:spPr>
            <a:xfrm rot="0">
              <a:off x="5217" y="1922"/>
              <a:ext cx="25" cy="26"/>
            </a:xfrm>
            <a:custGeom>
              <a:avLst/>
              <a:ahLst/>
              <a:rect l="0" t="0" r="r" b="b"/>
              <a:pathLst>
                <a:path w="102" h="103">
                  <a:moveTo>
                    <a:pt x="102" y="48"/>
                  </a:moveTo>
                  <a:lnTo>
                    <a:pt x="79" y="24"/>
                  </a:lnTo>
                  <a:lnTo>
                    <a:pt x="55" y="0"/>
                  </a:lnTo>
                  <a:lnTo>
                    <a:pt x="0" y="56"/>
                  </a:lnTo>
                  <a:lnTo>
                    <a:pt x="24" y="79"/>
                  </a:lnTo>
                  <a:lnTo>
                    <a:pt x="47" y="103"/>
                  </a:lnTo>
                  <a:lnTo>
                    <a:pt x="102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34" name=""/>
            <p:cNvSpPr/>
            <p:nvPr/>
          </p:nvSpPr>
          <p:spPr>
            <a:xfrm rot="0">
              <a:off x="5216" y="1936"/>
              <a:ext cx="7" cy="6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35" name=""/>
            <p:cNvSpPr/>
            <p:nvPr/>
          </p:nvSpPr>
          <p:spPr>
            <a:xfrm rot="0" flipH="1">
              <a:off x="5216" y="19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36" name=""/>
            <p:cNvSpPr/>
            <p:nvPr/>
          </p:nvSpPr>
          <p:spPr>
            <a:xfrm rot="0">
              <a:off x="5203" y="1936"/>
              <a:ext cx="26" cy="27"/>
            </a:xfrm>
            <a:custGeom>
              <a:avLst/>
              <a:ahLst/>
              <a:rect l="0" t="0" r="r" b="b"/>
              <a:pathLst>
                <a:path w="103" h="105">
                  <a:moveTo>
                    <a:pt x="103" y="45"/>
                  </a:moveTo>
                  <a:lnTo>
                    <a:pt x="79" y="22"/>
                  </a:lnTo>
                  <a:lnTo>
                    <a:pt x="54" y="0"/>
                  </a:lnTo>
                  <a:lnTo>
                    <a:pt x="0" y="60"/>
                  </a:lnTo>
                  <a:lnTo>
                    <a:pt x="25" y="83"/>
                  </a:lnTo>
                  <a:lnTo>
                    <a:pt x="50" y="105"/>
                  </a:lnTo>
                  <a:lnTo>
                    <a:pt x="103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37" name=""/>
            <p:cNvSpPr/>
            <p:nvPr/>
          </p:nvSpPr>
          <p:spPr>
            <a:xfrm rot="0">
              <a:off x="5203" y="1936"/>
              <a:ext cx="26" cy="27"/>
            </a:xfrm>
            <a:custGeom>
              <a:avLst/>
              <a:ahLst/>
              <a:rect l="0" t="0" r="r" b="b"/>
              <a:pathLst>
                <a:path w="103" h="105">
                  <a:moveTo>
                    <a:pt x="103" y="45"/>
                  </a:moveTo>
                  <a:lnTo>
                    <a:pt x="79" y="22"/>
                  </a:lnTo>
                  <a:lnTo>
                    <a:pt x="54" y="0"/>
                  </a:lnTo>
                  <a:lnTo>
                    <a:pt x="0" y="60"/>
                  </a:lnTo>
                  <a:lnTo>
                    <a:pt x="25" y="83"/>
                  </a:lnTo>
                  <a:lnTo>
                    <a:pt x="50" y="105"/>
                  </a:lnTo>
                  <a:lnTo>
                    <a:pt x="103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38" name=""/>
            <p:cNvSpPr/>
            <p:nvPr/>
          </p:nvSpPr>
          <p:spPr>
            <a:xfrm rot="0">
              <a:off x="5203" y="1952"/>
              <a:ext cx="6" cy="5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39" name=""/>
            <p:cNvSpPr/>
            <p:nvPr/>
          </p:nvSpPr>
          <p:spPr>
            <a:xfrm rot="0">
              <a:off x="5203" y="19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40" name=""/>
            <p:cNvSpPr/>
            <p:nvPr/>
          </p:nvSpPr>
          <p:spPr>
            <a:xfrm rot="0">
              <a:off x="5190" y="1952"/>
              <a:ext cx="25" cy="26"/>
            </a:xfrm>
            <a:custGeom>
              <a:avLst/>
              <a:ahLst/>
              <a:rect l="0" t="0" r="r" b="b"/>
              <a:pathLst>
                <a:path w="103" h="107">
                  <a:moveTo>
                    <a:pt x="103" y="45"/>
                  </a:moveTo>
                  <a:lnTo>
                    <a:pt x="78" y="23"/>
                  </a:lnTo>
                  <a:lnTo>
                    <a:pt x="53" y="0"/>
                  </a:lnTo>
                  <a:lnTo>
                    <a:pt x="0" y="62"/>
                  </a:lnTo>
                  <a:lnTo>
                    <a:pt x="25" y="85"/>
                  </a:lnTo>
                  <a:lnTo>
                    <a:pt x="50" y="107"/>
                  </a:lnTo>
                  <a:lnTo>
                    <a:pt x="103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41" name=""/>
            <p:cNvSpPr/>
            <p:nvPr/>
          </p:nvSpPr>
          <p:spPr>
            <a:xfrm rot="0">
              <a:off x="5190" y="1952"/>
              <a:ext cx="25" cy="26"/>
            </a:xfrm>
            <a:custGeom>
              <a:avLst/>
              <a:ahLst/>
              <a:rect l="0" t="0" r="r" b="b"/>
              <a:pathLst>
                <a:path w="103" h="107">
                  <a:moveTo>
                    <a:pt x="103" y="45"/>
                  </a:moveTo>
                  <a:lnTo>
                    <a:pt x="78" y="23"/>
                  </a:lnTo>
                  <a:lnTo>
                    <a:pt x="53" y="0"/>
                  </a:lnTo>
                  <a:lnTo>
                    <a:pt x="0" y="62"/>
                  </a:lnTo>
                  <a:lnTo>
                    <a:pt x="25" y="85"/>
                  </a:lnTo>
                  <a:lnTo>
                    <a:pt x="50" y="107"/>
                  </a:lnTo>
                  <a:lnTo>
                    <a:pt x="103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42" name=""/>
            <p:cNvSpPr/>
            <p:nvPr/>
          </p:nvSpPr>
          <p:spPr>
            <a:xfrm rot="0">
              <a:off x="5189" y="1967"/>
              <a:ext cx="7" cy="6"/>
            </a:xfrm>
            <a:custGeom>
              <a:avLst/>
              <a:ahLst/>
              <a:rect l="0" t="0" r="r" b="b"/>
              <a:pathLst>
                <a:path w="26" h="23">
                  <a:moveTo>
                    <a:pt x="26" y="23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43" name=""/>
            <p:cNvSpPr/>
            <p:nvPr/>
          </p:nvSpPr>
          <p:spPr>
            <a:xfrm rot="0" flipH="1">
              <a:off x="5189" y="1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44" name=""/>
            <p:cNvSpPr/>
            <p:nvPr/>
          </p:nvSpPr>
          <p:spPr>
            <a:xfrm rot="0">
              <a:off x="5177" y="1968"/>
              <a:ext cx="26" cy="26"/>
            </a:xfrm>
            <a:custGeom>
              <a:avLst/>
              <a:ahLst/>
              <a:rect l="0" t="0" r="r" b="b"/>
              <a:pathLst>
                <a:path w="102" h="105">
                  <a:moveTo>
                    <a:pt x="102" y="39"/>
                  </a:moveTo>
                  <a:lnTo>
                    <a:pt x="76" y="20"/>
                  </a:lnTo>
                  <a:lnTo>
                    <a:pt x="50" y="0"/>
                  </a:lnTo>
                  <a:lnTo>
                    <a:pt x="0" y="66"/>
                  </a:lnTo>
                  <a:lnTo>
                    <a:pt x="26" y="85"/>
                  </a:lnTo>
                  <a:lnTo>
                    <a:pt x="52" y="105"/>
                  </a:lnTo>
                  <a:lnTo>
                    <a:pt x="102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45" name=""/>
            <p:cNvSpPr/>
            <p:nvPr/>
          </p:nvSpPr>
          <p:spPr>
            <a:xfrm rot="0">
              <a:off x="5177" y="1968"/>
              <a:ext cx="26" cy="26"/>
            </a:xfrm>
            <a:custGeom>
              <a:avLst/>
              <a:ahLst/>
              <a:rect l="0" t="0" r="r" b="b"/>
              <a:pathLst>
                <a:path w="102" h="105">
                  <a:moveTo>
                    <a:pt x="102" y="39"/>
                  </a:moveTo>
                  <a:lnTo>
                    <a:pt x="76" y="20"/>
                  </a:lnTo>
                  <a:lnTo>
                    <a:pt x="50" y="0"/>
                  </a:lnTo>
                  <a:lnTo>
                    <a:pt x="0" y="66"/>
                  </a:lnTo>
                  <a:lnTo>
                    <a:pt x="26" y="85"/>
                  </a:lnTo>
                  <a:lnTo>
                    <a:pt x="52" y="105"/>
                  </a:lnTo>
                  <a:lnTo>
                    <a:pt x="102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46" name=""/>
            <p:cNvSpPr/>
            <p:nvPr/>
          </p:nvSpPr>
          <p:spPr>
            <a:xfrm rot="0">
              <a:off x="5177" y="1984"/>
              <a:ext cx="7" cy="5"/>
            </a:xfrm>
            <a:custGeom>
              <a:avLst/>
              <a:ahLst/>
              <a:rect l="0" t="0" r="r" b="b"/>
              <a:pathLst>
                <a:path w="27" h="19">
                  <a:moveTo>
                    <a:pt x="27" y="1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7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47" name=""/>
            <p:cNvSpPr/>
            <p:nvPr/>
          </p:nvSpPr>
          <p:spPr>
            <a:xfrm rot="0" flipH="1">
              <a:off x="5177" y="1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48" name=""/>
            <p:cNvSpPr/>
            <p:nvPr/>
          </p:nvSpPr>
          <p:spPr>
            <a:xfrm rot="0">
              <a:off x="5164" y="1984"/>
              <a:ext cx="26" cy="27"/>
            </a:xfrm>
            <a:custGeom>
              <a:avLst/>
              <a:ahLst/>
              <a:rect l="0" t="0" r="r" b="b"/>
              <a:pathLst>
                <a:path w="104" h="106">
                  <a:moveTo>
                    <a:pt x="104" y="39"/>
                  </a:moveTo>
                  <a:lnTo>
                    <a:pt x="76" y="19"/>
                  </a:lnTo>
                  <a:lnTo>
                    <a:pt x="49" y="0"/>
                  </a:lnTo>
                  <a:lnTo>
                    <a:pt x="0" y="67"/>
                  </a:lnTo>
                  <a:lnTo>
                    <a:pt x="27" y="86"/>
                  </a:lnTo>
                  <a:lnTo>
                    <a:pt x="55" y="106"/>
                  </a:lnTo>
                  <a:lnTo>
                    <a:pt x="104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49" name=""/>
            <p:cNvSpPr/>
            <p:nvPr/>
          </p:nvSpPr>
          <p:spPr>
            <a:xfrm rot="0">
              <a:off x="5164" y="1984"/>
              <a:ext cx="26" cy="27"/>
            </a:xfrm>
            <a:custGeom>
              <a:avLst/>
              <a:ahLst/>
              <a:rect l="0" t="0" r="r" b="b"/>
              <a:pathLst>
                <a:path w="104" h="106">
                  <a:moveTo>
                    <a:pt x="104" y="39"/>
                  </a:moveTo>
                  <a:lnTo>
                    <a:pt x="76" y="19"/>
                  </a:lnTo>
                  <a:lnTo>
                    <a:pt x="49" y="0"/>
                  </a:lnTo>
                  <a:lnTo>
                    <a:pt x="0" y="67"/>
                  </a:lnTo>
                  <a:lnTo>
                    <a:pt x="27" y="86"/>
                  </a:lnTo>
                  <a:lnTo>
                    <a:pt x="55" y="106"/>
                  </a:lnTo>
                  <a:lnTo>
                    <a:pt x="104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50" name=""/>
            <p:cNvSpPr/>
            <p:nvPr/>
          </p:nvSpPr>
          <p:spPr>
            <a:xfrm rot="0">
              <a:off x="5164" y="2001"/>
              <a:ext cx="7" cy="5"/>
            </a:xfrm>
            <a:custGeom>
              <a:avLst/>
              <a:ahLst/>
              <a:rect l="0" t="0" r="r" b="b"/>
              <a:pathLst>
                <a:path w="27" h="19">
                  <a:moveTo>
                    <a:pt x="27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51" name=""/>
            <p:cNvSpPr/>
            <p:nvPr/>
          </p:nvSpPr>
          <p:spPr>
            <a:xfrm rot="0">
              <a:off x="5164" y="20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52" name=""/>
            <p:cNvSpPr/>
            <p:nvPr/>
          </p:nvSpPr>
          <p:spPr>
            <a:xfrm rot="0">
              <a:off x="5153" y="2001"/>
              <a:ext cx="25" cy="27"/>
            </a:xfrm>
            <a:custGeom>
              <a:avLst/>
              <a:ahLst/>
              <a:rect l="0" t="0" r="r" b="b"/>
              <a:pathLst>
                <a:path w="101" h="106">
                  <a:moveTo>
                    <a:pt x="101" y="37"/>
                  </a:moveTo>
                  <a:lnTo>
                    <a:pt x="73" y="18"/>
                  </a:lnTo>
                  <a:lnTo>
                    <a:pt x="46" y="0"/>
                  </a:lnTo>
                  <a:lnTo>
                    <a:pt x="0" y="70"/>
                  </a:lnTo>
                  <a:lnTo>
                    <a:pt x="27" y="88"/>
                  </a:lnTo>
                  <a:lnTo>
                    <a:pt x="55" y="106"/>
                  </a:lnTo>
                  <a:lnTo>
                    <a:pt x="101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53" name=""/>
            <p:cNvSpPr/>
            <p:nvPr/>
          </p:nvSpPr>
          <p:spPr>
            <a:xfrm rot="0">
              <a:off x="5153" y="2001"/>
              <a:ext cx="25" cy="27"/>
            </a:xfrm>
            <a:custGeom>
              <a:avLst/>
              <a:ahLst/>
              <a:rect l="0" t="0" r="r" b="b"/>
              <a:pathLst>
                <a:path w="101" h="106">
                  <a:moveTo>
                    <a:pt x="101" y="37"/>
                  </a:moveTo>
                  <a:lnTo>
                    <a:pt x="73" y="18"/>
                  </a:lnTo>
                  <a:lnTo>
                    <a:pt x="46" y="0"/>
                  </a:lnTo>
                  <a:lnTo>
                    <a:pt x="0" y="70"/>
                  </a:lnTo>
                  <a:lnTo>
                    <a:pt x="27" y="88"/>
                  </a:lnTo>
                  <a:lnTo>
                    <a:pt x="55" y="106"/>
                  </a:lnTo>
                  <a:lnTo>
                    <a:pt x="101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54" name=""/>
            <p:cNvSpPr/>
            <p:nvPr/>
          </p:nvSpPr>
          <p:spPr>
            <a:xfrm rot="0">
              <a:off x="5153" y="2019"/>
              <a:ext cx="7" cy="4"/>
            </a:xfrm>
            <a:custGeom>
              <a:avLst/>
              <a:ahLst/>
              <a:rect l="0" t="0" r="r" b="b"/>
              <a:pathLst>
                <a:path w="28" h="18">
                  <a:moveTo>
                    <a:pt x="28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55" name=""/>
            <p:cNvSpPr/>
            <p:nvPr/>
          </p:nvSpPr>
          <p:spPr>
            <a:xfrm rot="0" flipH="1">
              <a:off x="5153" y="20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56" name=""/>
            <p:cNvSpPr/>
            <p:nvPr/>
          </p:nvSpPr>
          <p:spPr>
            <a:xfrm rot="0">
              <a:off x="5142" y="2019"/>
              <a:ext cx="25" cy="27"/>
            </a:xfrm>
            <a:custGeom>
              <a:avLst/>
              <a:ahLst/>
              <a:rect l="0" t="0" r="r" b="b"/>
              <a:pathLst>
                <a:path w="101" h="106">
                  <a:moveTo>
                    <a:pt x="101" y="34"/>
                  </a:moveTo>
                  <a:lnTo>
                    <a:pt x="72" y="17"/>
                  </a:lnTo>
                  <a:lnTo>
                    <a:pt x="44" y="0"/>
                  </a:lnTo>
                  <a:lnTo>
                    <a:pt x="0" y="72"/>
                  </a:lnTo>
                  <a:lnTo>
                    <a:pt x="29" y="89"/>
                  </a:lnTo>
                  <a:lnTo>
                    <a:pt x="58" y="106"/>
                  </a:lnTo>
                  <a:lnTo>
                    <a:pt x="101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57" name=""/>
            <p:cNvSpPr/>
            <p:nvPr/>
          </p:nvSpPr>
          <p:spPr>
            <a:xfrm rot="0">
              <a:off x="5142" y="2019"/>
              <a:ext cx="25" cy="27"/>
            </a:xfrm>
            <a:custGeom>
              <a:avLst/>
              <a:ahLst/>
              <a:rect l="0" t="0" r="r" b="b"/>
              <a:pathLst>
                <a:path w="101" h="106">
                  <a:moveTo>
                    <a:pt x="101" y="34"/>
                  </a:moveTo>
                  <a:lnTo>
                    <a:pt x="72" y="17"/>
                  </a:lnTo>
                  <a:lnTo>
                    <a:pt x="44" y="0"/>
                  </a:lnTo>
                  <a:lnTo>
                    <a:pt x="0" y="72"/>
                  </a:lnTo>
                  <a:lnTo>
                    <a:pt x="29" y="89"/>
                  </a:lnTo>
                  <a:lnTo>
                    <a:pt x="58" y="106"/>
                  </a:lnTo>
                  <a:lnTo>
                    <a:pt x="101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58" name=""/>
            <p:cNvSpPr/>
            <p:nvPr/>
          </p:nvSpPr>
          <p:spPr>
            <a:xfrm rot="0">
              <a:off x="5142" y="2037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59" name=""/>
            <p:cNvSpPr/>
            <p:nvPr/>
          </p:nvSpPr>
          <p:spPr>
            <a:xfrm rot="0">
              <a:off x="5142" y="20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60" name=""/>
            <p:cNvSpPr/>
            <p:nvPr/>
          </p:nvSpPr>
          <p:spPr>
            <a:xfrm rot="0">
              <a:off x="5132" y="2037"/>
              <a:ext cx="24" cy="26"/>
            </a:xfrm>
            <a:custGeom>
              <a:avLst/>
              <a:ahLst/>
              <a:rect l="0" t="0" r="r" b="b"/>
              <a:pathLst>
                <a:path w="97" h="104">
                  <a:moveTo>
                    <a:pt x="97" y="32"/>
                  </a:moveTo>
                  <a:lnTo>
                    <a:pt x="68" y="16"/>
                  </a:lnTo>
                  <a:lnTo>
                    <a:pt x="39" y="0"/>
                  </a:lnTo>
                  <a:lnTo>
                    <a:pt x="0" y="73"/>
                  </a:lnTo>
                  <a:lnTo>
                    <a:pt x="29" y="89"/>
                  </a:lnTo>
                  <a:lnTo>
                    <a:pt x="58" y="104"/>
                  </a:lnTo>
                  <a:lnTo>
                    <a:pt x="97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61" name=""/>
            <p:cNvSpPr/>
            <p:nvPr/>
          </p:nvSpPr>
          <p:spPr>
            <a:xfrm rot="0">
              <a:off x="5132" y="2037"/>
              <a:ext cx="24" cy="26"/>
            </a:xfrm>
            <a:custGeom>
              <a:avLst/>
              <a:ahLst/>
              <a:rect l="0" t="0" r="r" b="b"/>
              <a:pathLst>
                <a:path w="97" h="104">
                  <a:moveTo>
                    <a:pt x="97" y="32"/>
                  </a:moveTo>
                  <a:lnTo>
                    <a:pt x="68" y="16"/>
                  </a:lnTo>
                  <a:lnTo>
                    <a:pt x="39" y="0"/>
                  </a:lnTo>
                  <a:lnTo>
                    <a:pt x="0" y="73"/>
                  </a:lnTo>
                  <a:lnTo>
                    <a:pt x="29" y="89"/>
                  </a:lnTo>
                  <a:lnTo>
                    <a:pt x="58" y="104"/>
                  </a:lnTo>
                  <a:lnTo>
                    <a:pt x="97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62" name=""/>
            <p:cNvSpPr/>
            <p:nvPr/>
          </p:nvSpPr>
          <p:spPr>
            <a:xfrm rot="0">
              <a:off x="5132" y="2055"/>
              <a:ext cx="7" cy="4"/>
            </a:xfrm>
            <a:custGeom>
              <a:avLst/>
              <a:ahLst/>
              <a:rect l="0" t="0" r="r" b="b"/>
              <a:pathLst>
                <a:path w="31" h="16">
                  <a:moveTo>
                    <a:pt x="31" y="1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63" name=""/>
            <p:cNvSpPr/>
            <p:nvPr/>
          </p:nvSpPr>
          <p:spPr>
            <a:xfrm rot="0" flipH="1">
              <a:off x="5132" y="20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64" name=""/>
            <p:cNvSpPr/>
            <p:nvPr/>
          </p:nvSpPr>
          <p:spPr>
            <a:xfrm rot="0">
              <a:off x="5122" y="2055"/>
              <a:ext cx="25" cy="27"/>
            </a:xfrm>
            <a:custGeom>
              <a:avLst/>
              <a:ahLst/>
              <a:rect l="0" t="0" r="r" b="b"/>
              <a:pathLst>
                <a:path w="99" h="106">
                  <a:moveTo>
                    <a:pt x="99" y="31"/>
                  </a:moveTo>
                  <a:lnTo>
                    <a:pt x="69" y="16"/>
                  </a:lnTo>
                  <a:lnTo>
                    <a:pt x="38" y="0"/>
                  </a:lnTo>
                  <a:lnTo>
                    <a:pt x="0" y="75"/>
                  </a:lnTo>
                  <a:lnTo>
                    <a:pt x="31" y="90"/>
                  </a:lnTo>
                  <a:lnTo>
                    <a:pt x="61" y="106"/>
                  </a:lnTo>
                  <a:lnTo>
                    <a:pt x="9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65" name=""/>
            <p:cNvSpPr/>
            <p:nvPr/>
          </p:nvSpPr>
          <p:spPr>
            <a:xfrm rot="0">
              <a:off x="5122" y="2055"/>
              <a:ext cx="25" cy="27"/>
            </a:xfrm>
            <a:custGeom>
              <a:avLst/>
              <a:ahLst/>
              <a:rect l="0" t="0" r="r" b="b"/>
              <a:pathLst>
                <a:path w="99" h="106">
                  <a:moveTo>
                    <a:pt x="99" y="31"/>
                  </a:moveTo>
                  <a:lnTo>
                    <a:pt x="69" y="16"/>
                  </a:lnTo>
                  <a:lnTo>
                    <a:pt x="38" y="0"/>
                  </a:lnTo>
                  <a:lnTo>
                    <a:pt x="0" y="75"/>
                  </a:lnTo>
                  <a:lnTo>
                    <a:pt x="31" y="90"/>
                  </a:lnTo>
                  <a:lnTo>
                    <a:pt x="61" y="106"/>
                  </a:lnTo>
                  <a:lnTo>
                    <a:pt x="99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66" name=""/>
            <p:cNvSpPr/>
            <p:nvPr/>
          </p:nvSpPr>
          <p:spPr>
            <a:xfrm rot="0">
              <a:off x="5122" y="2074"/>
              <a:ext cx="8" cy="4"/>
            </a:xfrm>
            <a:custGeom>
              <a:avLst/>
              <a:ahLst/>
              <a:rect l="0" t="0" r="r" b="b"/>
              <a:pathLst>
                <a:path w="31" h="15">
                  <a:moveTo>
                    <a:pt x="31" y="1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67" name=""/>
            <p:cNvSpPr/>
            <p:nvPr/>
          </p:nvSpPr>
          <p:spPr>
            <a:xfrm rot="0">
              <a:off x="5122" y="20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68" name=""/>
            <p:cNvSpPr/>
            <p:nvPr/>
          </p:nvSpPr>
          <p:spPr>
            <a:xfrm rot="0">
              <a:off x="5114" y="2075"/>
              <a:ext cx="23" cy="25"/>
            </a:xfrm>
            <a:custGeom>
              <a:avLst/>
              <a:ahLst/>
              <a:rect l="0" t="0" r="r" b="b"/>
              <a:pathLst>
                <a:path w="95" h="103">
                  <a:moveTo>
                    <a:pt x="95" y="27"/>
                  </a:moveTo>
                  <a:lnTo>
                    <a:pt x="65" y="13"/>
                  </a:lnTo>
                  <a:lnTo>
                    <a:pt x="34" y="0"/>
                  </a:lnTo>
                  <a:lnTo>
                    <a:pt x="0" y="77"/>
                  </a:lnTo>
                  <a:lnTo>
                    <a:pt x="30" y="90"/>
                  </a:lnTo>
                  <a:lnTo>
                    <a:pt x="61" y="103"/>
                  </a:lnTo>
                  <a:lnTo>
                    <a:pt x="9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69" name=""/>
            <p:cNvSpPr/>
            <p:nvPr/>
          </p:nvSpPr>
          <p:spPr>
            <a:xfrm rot="0">
              <a:off x="5114" y="2075"/>
              <a:ext cx="23" cy="25"/>
            </a:xfrm>
            <a:custGeom>
              <a:avLst/>
              <a:ahLst/>
              <a:rect l="0" t="0" r="r" b="b"/>
              <a:pathLst>
                <a:path w="95" h="103">
                  <a:moveTo>
                    <a:pt x="95" y="27"/>
                  </a:moveTo>
                  <a:lnTo>
                    <a:pt x="65" y="13"/>
                  </a:lnTo>
                  <a:lnTo>
                    <a:pt x="34" y="0"/>
                  </a:lnTo>
                  <a:lnTo>
                    <a:pt x="0" y="77"/>
                  </a:lnTo>
                  <a:lnTo>
                    <a:pt x="30" y="90"/>
                  </a:lnTo>
                  <a:lnTo>
                    <a:pt x="61" y="103"/>
                  </a:lnTo>
                  <a:lnTo>
                    <a:pt x="95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70" name=""/>
            <p:cNvSpPr/>
            <p:nvPr/>
          </p:nvSpPr>
          <p:spPr>
            <a:xfrm rot="0">
              <a:off x="5113" y="2094"/>
              <a:ext cx="8" cy="3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71" name=""/>
            <p:cNvSpPr/>
            <p:nvPr/>
          </p:nvSpPr>
          <p:spPr>
            <a:xfrm rot="0" flipH="1">
              <a:off x="5113" y="20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72" name=""/>
            <p:cNvSpPr/>
            <p:nvPr/>
          </p:nvSpPr>
          <p:spPr>
            <a:xfrm rot="0">
              <a:off x="5105" y="2094"/>
              <a:ext cx="24" cy="25"/>
            </a:xfrm>
            <a:custGeom>
              <a:avLst/>
              <a:ahLst/>
              <a:rect l="0" t="0" r="r" b="b"/>
              <a:pathLst>
                <a:path w="95" h="101">
                  <a:moveTo>
                    <a:pt x="95" y="26"/>
                  </a:moveTo>
                  <a:lnTo>
                    <a:pt x="63" y="13"/>
                  </a:lnTo>
                  <a:lnTo>
                    <a:pt x="32" y="0"/>
                  </a:lnTo>
                  <a:lnTo>
                    <a:pt x="0" y="74"/>
                  </a:lnTo>
                  <a:lnTo>
                    <a:pt x="32" y="88"/>
                  </a:lnTo>
                  <a:lnTo>
                    <a:pt x="63" y="101"/>
                  </a:lnTo>
                  <a:lnTo>
                    <a:pt x="9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73" name=""/>
            <p:cNvSpPr/>
            <p:nvPr/>
          </p:nvSpPr>
          <p:spPr>
            <a:xfrm rot="0">
              <a:off x="5105" y="2094"/>
              <a:ext cx="24" cy="25"/>
            </a:xfrm>
            <a:custGeom>
              <a:avLst/>
              <a:ahLst/>
              <a:rect l="0" t="0" r="r" b="b"/>
              <a:pathLst>
                <a:path w="95" h="101">
                  <a:moveTo>
                    <a:pt x="95" y="26"/>
                  </a:moveTo>
                  <a:lnTo>
                    <a:pt x="63" y="13"/>
                  </a:lnTo>
                  <a:lnTo>
                    <a:pt x="32" y="0"/>
                  </a:lnTo>
                  <a:lnTo>
                    <a:pt x="0" y="74"/>
                  </a:lnTo>
                  <a:lnTo>
                    <a:pt x="32" y="88"/>
                  </a:lnTo>
                  <a:lnTo>
                    <a:pt x="63" y="101"/>
                  </a:lnTo>
                  <a:lnTo>
                    <a:pt x="95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74" name=""/>
            <p:cNvSpPr/>
            <p:nvPr/>
          </p:nvSpPr>
          <p:spPr>
            <a:xfrm rot="0">
              <a:off x="5105" y="2113"/>
              <a:ext cx="8" cy="3"/>
            </a:xfrm>
            <a:custGeom>
              <a:avLst/>
              <a:ahLst/>
              <a:rect l="0" t="0" r="r" b="b"/>
              <a:pathLst>
                <a:path w="32" h="14">
                  <a:moveTo>
                    <a:pt x="32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75" name=""/>
            <p:cNvSpPr/>
            <p:nvPr/>
          </p:nvSpPr>
          <p:spPr>
            <a:xfrm rot="0">
              <a:off x="5105" y="21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76" name=""/>
            <p:cNvSpPr/>
            <p:nvPr/>
          </p:nvSpPr>
          <p:spPr>
            <a:xfrm rot="0">
              <a:off x="5098" y="2113"/>
              <a:ext cx="23" cy="25"/>
            </a:xfrm>
            <a:custGeom>
              <a:avLst/>
              <a:ahLst/>
              <a:rect l="0" t="0" r="r" b="b"/>
              <a:pathLst>
                <a:path w="90" h="101">
                  <a:moveTo>
                    <a:pt x="90" y="23"/>
                  </a:moveTo>
                  <a:lnTo>
                    <a:pt x="59" y="12"/>
                  </a:lnTo>
                  <a:lnTo>
                    <a:pt x="27" y="0"/>
                  </a:lnTo>
                  <a:lnTo>
                    <a:pt x="0" y="77"/>
                  </a:lnTo>
                  <a:lnTo>
                    <a:pt x="31" y="89"/>
                  </a:lnTo>
                  <a:lnTo>
                    <a:pt x="63" y="101"/>
                  </a:lnTo>
                  <a:lnTo>
                    <a:pt x="9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77" name=""/>
            <p:cNvSpPr/>
            <p:nvPr/>
          </p:nvSpPr>
          <p:spPr>
            <a:xfrm rot="0">
              <a:off x="5098" y="2113"/>
              <a:ext cx="23" cy="25"/>
            </a:xfrm>
            <a:custGeom>
              <a:avLst/>
              <a:ahLst/>
              <a:rect l="0" t="0" r="r" b="b"/>
              <a:pathLst>
                <a:path w="90" h="101">
                  <a:moveTo>
                    <a:pt x="90" y="23"/>
                  </a:moveTo>
                  <a:lnTo>
                    <a:pt x="59" y="12"/>
                  </a:lnTo>
                  <a:lnTo>
                    <a:pt x="27" y="0"/>
                  </a:lnTo>
                  <a:lnTo>
                    <a:pt x="0" y="77"/>
                  </a:lnTo>
                  <a:lnTo>
                    <a:pt x="31" y="89"/>
                  </a:lnTo>
                  <a:lnTo>
                    <a:pt x="63" y="101"/>
                  </a:lnTo>
                  <a:lnTo>
                    <a:pt x="9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78" name=""/>
            <p:cNvSpPr/>
            <p:nvPr/>
          </p:nvSpPr>
          <p:spPr>
            <a:xfrm rot="0">
              <a:off x="5098" y="2132"/>
              <a:ext cx="8" cy="3"/>
            </a:xfrm>
            <a:custGeom>
              <a:avLst/>
              <a:ahLst/>
              <a:rect l="0" t="0" r="r" b="b"/>
              <a:pathLst>
                <a:path w="31" h="12">
                  <a:moveTo>
                    <a:pt x="31" y="1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79" name=""/>
            <p:cNvSpPr/>
            <p:nvPr/>
          </p:nvSpPr>
          <p:spPr>
            <a:xfrm rot="0">
              <a:off x="5098" y="21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80" name=""/>
            <p:cNvSpPr/>
            <p:nvPr/>
          </p:nvSpPr>
          <p:spPr>
            <a:xfrm rot="0">
              <a:off x="5092" y="2133"/>
              <a:ext cx="22" cy="24"/>
            </a:xfrm>
            <a:custGeom>
              <a:avLst/>
              <a:ahLst/>
              <a:rect l="0" t="0" r="r" b="b"/>
              <a:pathLst>
                <a:path w="88" h="97">
                  <a:moveTo>
                    <a:pt x="88" y="21"/>
                  </a:moveTo>
                  <a:lnTo>
                    <a:pt x="56" y="10"/>
                  </a:lnTo>
                  <a:lnTo>
                    <a:pt x="25" y="0"/>
                  </a:lnTo>
                  <a:lnTo>
                    <a:pt x="0" y="76"/>
                  </a:lnTo>
                  <a:lnTo>
                    <a:pt x="31" y="86"/>
                  </a:lnTo>
                  <a:lnTo>
                    <a:pt x="63" y="97"/>
                  </a:lnTo>
                  <a:lnTo>
                    <a:pt x="8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81" name=""/>
            <p:cNvSpPr/>
            <p:nvPr/>
          </p:nvSpPr>
          <p:spPr>
            <a:xfrm rot="0">
              <a:off x="5092" y="2133"/>
              <a:ext cx="22" cy="24"/>
            </a:xfrm>
            <a:custGeom>
              <a:avLst/>
              <a:ahLst/>
              <a:rect l="0" t="0" r="r" b="b"/>
              <a:pathLst>
                <a:path w="88" h="97">
                  <a:moveTo>
                    <a:pt x="88" y="21"/>
                  </a:moveTo>
                  <a:lnTo>
                    <a:pt x="56" y="10"/>
                  </a:lnTo>
                  <a:lnTo>
                    <a:pt x="25" y="0"/>
                  </a:lnTo>
                  <a:lnTo>
                    <a:pt x="0" y="76"/>
                  </a:lnTo>
                  <a:lnTo>
                    <a:pt x="31" y="86"/>
                  </a:lnTo>
                  <a:lnTo>
                    <a:pt x="63" y="97"/>
                  </a:lnTo>
                  <a:lnTo>
                    <a:pt x="88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82" name=""/>
            <p:cNvSpPr/>
            <p:nvPr/>
          </p:nvSpPr>
          <p:spPr>
            <a:xfrm rot="0">
              <a:off x="5092" y="2152"/>
              <a:ext cx="8" cy="2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83" name=""/>
            <p:cNvSpPr/>
            <p:nvPr/>
          </p:nvSpPr>
          <p:spPr>
            <a:xfrm rot="0" flipH="1">
              <a:off x="5092" y="21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84" name=""/>
            <p:cNvSpPr/>
            <p:nvPr/>
          </p:nvSpPr>
          <p:spPr>
            <a:xfrm rot="0">
              <a:off x="5087" y="2152"/>
              <a:ext cx="21" cy="23"/>
            </a:xfrm>
            <a:custGeom>
              <a:avLst/>
              <a:ahLst/>
              <a:rect l="0" t="0" r="r" b="b"/>
              <a:pathLst>
                <a:path w="85" h="90">
                  <a:moveTo>
                    <a:pt x="85" y="15"/>
                  </a:moveTo>
                  <a:lnTo>
                    <a:pt x="52" y="7"/>
                  </a:lnTo>
                  <a:lnTo>
                    <a:pt x="19" y="0"/>
                  </a:lnTo>
                  <a:lnTo>
                    <a:pt x="0" y="74"/>
                  </a:lnTo>
                  <a:lnTo>
                    <a:pt x="33" y="82"/>
                  </a:lnTo>
                  <a:lnTo>
                    <a:pt x="65" y="90"/>
                  </a:lnTo>
                  <a:lnTo>
                    <a:pt x="85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85" name=""/>
            <p:cNvSpPr/>
            <p:nvPr/>
          </p:nvSpPr>
          <p:spPr>
            <a:xfrm rot="0">
              <a:off x="5087" y="2152"/>
              <a:ext cx="21" cy="23"/>
            </a:xfrm>
            <a:custGeom>
              <a:avLst/>
              <a:ahLst/>
              <a:rect l="0" t="0" r="r" b="b"/>
              <a:pathLst>
                <a:path w="85" h="90">
                  <a:moveTo>
                    <a:pt x="85" y="15"/>
                  </a:moveTo>
                  <a:lnTo>
                    <a:pt x="52" y="7"/>
                  </a:lnTo>
                  <a:lnTo>
                    <a:pt x="19" y="0"/>
                  </a:lnTo>
                  <a:lnTo>
                    <a:pt x="0" y="74"/>
                  </a:lnTo>
                  <a:lnTo>
                    <a:pt x="33" y="82"/>
                  </a:lnTo>
                  <a:lnTo>
                    <a:pt x="65" y="90"/>
                  </a:lnTo>
                  <a:lnTo>
                    <a:pt x="85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86" name=""/>
            <p:cNvSpPr/>
            <p:nvPr/>
          </p:nvSpPr>
          <p:spPr>
            <a:xfrm rot="0">
              <a:off x="5087" y="2171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87" name=""/>
            <p:cNvSpPr/>
            <p:nvPr/>
          </p:nvSpPr>
          <p:spPr>
            <a:xfrm rot="0">
              <a:off x="5087" y="21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88" name=""/>
            <p:cNvSpPr/>
            <p:nvPr/>
          </p:nvSpPr>
          <p:spPr>
            <a:xfrm rot="0">
              <a:off x="5083" y="2171"/>
              <a:ext cx="20" cy="23"/>
            </a:xfrm>
            <a:custGeom>
              <a:avLst/>
              <a:ahLst/>
              <a:rect l="0" t="0" r="r" b="b"/>
              <a:pathLst>
                <a:path w="82" h="92">
                  <a:moveTo>
                    <a:pt x="82" y="16"/>
                  </a:moveTo>
                  <a:lnTo>
                    <a:pt x="50" y="8"/>
                  </a:lnTo>
                  <a:lnTo>
                    <a:pt x="17" y="0"/>
                  </a:lnTo>
                  <a:lnTo>
                    <a:pt x="0" y="77"/>
                  </a:lnTo>
                  <a:lnTo>
                    <a:pt x="33" y="85"/>
                  </a:lnTo>
                  <a:lnTo>
                    <a:pt x="65" y="92"/>
                  </a:lnTo>
                  <a:lnTo>
                    <a:pt x="8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89" name=""/>
            <p:cNvSpPr/>
            <p:nvPr/>
          </p:nvSpPr>
          <p:spPr>
            <a:xfrm rot="0">
              <a:off x="5083" y="2171"/>
              <a:ext cx="20" cy="23"/>
            </a:xfrm>
            <a:custGeom>
              <a:avLst/>
              <a:ahLst/>
              <a:rect l="0" t="0" r="r" b="b"/>
              <a:pathLst>
                <a:path w="82" h="92">
                  <a:moveTo>
                    <a:pt x="82" y="16"/>
                  </a:moveTo>
                  <a:lnTo>
                    <a:pt x="50" y="8"/>
                  </a:lnTo>
                  <a:lnTo>
                    <a:pt x="17" y="0"/>
                  </a:lnTo>
                  <a:lnTo>
                    <a:pt x="0" y="77"/>
                  </a:lnTo>
                  <a:lnTo>
                    <a:pt x="33" y="85"/>
                  </a:lnTo>
                  <a:lnTo>
                    <a:pt x="65" y="92"/>
                  </a:lnTo>
                  <a:lnTo>
                    <a:pt x="82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90" name=""/>
            <p:cNvSpPr/>
            <p:nvPr/>
          </p:nvSpPr>
          <p:spPr>
            <a:xfrm rot="0">
              <a:off x="5083" y="2190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91" name=""/>
            <p:cNvSpPr/>
            <p:nvPr/>
          </p:nvSpPr>
          <p:spPr>
            <a:xfrm rot="0">
              <a:off x="5083" y="21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92" name=""/>
            <p:cNvSpPr/>
            <p:nvPr/>
          </p:nvSpPr>
          <p:spPr>
            <a:xfrm rot="0">
              <a:off x="5079" y="2191"/>
              <a:ext cx="20" cy="21"/>
            </a:xfrm>
            <a:custGeom>
              <a:avLst/>
              <a:ahLst/>
              <a:rect l="0" t="0" r="r" b="b"/>
              <a:pathLst>
                <a:path w="80" h="87">
                  <a:moveTo>
                    <a:pt x="80" y="13"/>
                  </a:moveTo>
                  <a:lnTo>
                    <a:pt x="48" y="7"/>
                  </a:lnTo>
                  <a:lnTo>
                    <a:pt x="15" y="0"/>
                  </a:lnTo>
                  <a:lnTo>
                    <a:pt x="0" y="74"/>
                  </a:lnTo>
                  <a:lnTo>
                    <a:pt x="33" y="80"/>
                  </a:lnTo>
                  <a:lnTo>
                    <a:pt x="66" y="87"/>
                  </a:lnTo>
                  <a:lnTo>
                    <a:pt x="8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93" name=""/>
            <p:cNvSpPr/>
            <p:nvPr/>
          </p:nvSpPr>
          <p:spPr>
            <a:xfrm rot="0">
              <a:off x="5079" y="2191"/>
              <a:ext cx="20" cy="21"/>
            </a:xfrm>
            <a:custGeom>
              <a:avLst/>
              <a:ahLst/>
              <a:rect l="0" t="0" r="r" b="b"/>
              <a:pathLst>
                <a:path w="80" h="87">
                  <a:moveTo>
                    <a:pt x="80" y="13"/>
                  </a:moveTo>
                  <a:lnTo>
                    <a:pt x="48" y="7"/>
                  </a:lnTo>
                  <a:lnTo>
                    <a:pt x="15" y="0"/>
                  </a:lnTo>
                  <a:lnTo>
                    <a:pt x="0" y="74"/>
                  </a:lnTo>
                  <a:lnTo>
                    <a:pt x="33" y="80"/>
                  </a:lnTo>
                  <a:lnTo>
                    <a:pt x="66" y="87"/>
                  </a:lnTo>
                  <a:lnTo>
                    <a:pt x="8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94" name=""/>
            <p:cNvSpPr/>
            <p:nvPr/>
          </p:nvSpPr>
          <p:spPr>
            <a:xfrm rot="0">
              <a:off x="5079" y="2209"/>
              <a:ext cx="8" cy="2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95" name=""/>
            <p:cNvSpPr/>
            <p:nvPr/>
          </p:nvSpPr>
          <p:spPr>
            <a:xfrm rot="0">
              <a:off x="5079" y="22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96" name=""/>
            <p:cNvSpPr/>
            <p:nvPr/>
          </p:nvSpPr>
          <p:spPr>
            <a:xfrm rot="0">
              <a:off x="5077" y="2210"/>
              <a:ext cx="18" cy="20"/>
            </a:xfrm>
            <a:custGeom>
              <a:avLst/>
              <a:ahLst/>
              <a:rect l="0" t="0" r="r" b="b"/>
              <a:pathLst>
                <a:path w="75" h="82">
                  <a:moveTo>
                    <a:pt x="75" y="8"/>
                  </a:moveTo>
                  <a:lnTo>
                    <a:pt x="42" y="4"/>
                  </a:lnTo>
                  <a:lnTo>
                    <a:pt x="9" y="0"/>
                  </a:lnTo>
                  <a:lnTo>
                    <a:pt x="0" y="74"/>
                  </a:lnTo>
                  <a:lnTo>
                    <a:pt x="33" y="78"/>
                  </a:lnTo>
                  <a:lnTo>
                    <a:pt x="66" y="82"/>
                  </a:lnTo>
                  <a:lnTo>
                    <a:pt x="7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97" name=""/>
            <p:cNvSpPr/>
            <p:nvPr/>
          </p:nvSpPr>
          <p:spPr>
            <a:xfrm rot="0">
              <a:off x="5077" y="2210"/>
              <a:ext cx="18" cy="20"/>
            </a:xfrm>
            <a:custGeom>
              <a:avLst/>
              <a:ahLst/>
              <a:rect l="0" t="0" r="r" b="b"/>
              <a:pathLst>
                <a:path w="75" h="82">
                  <a:moveTo>
                    <a:pt x="75" y="8"/>
                  </a:moveTo>
                  <a:lnTo>
                    <a:pt x="42" y="4"/>
                  </a:lnTo>
                  <a:lnTo>
                    <a:pt x="9" y="0"/>
                  </a:lnTo>
                  <a:lnTo>
                    <a:pt x="0" y="74"/>
                  </a:lnTo>
                  <a:lnTo>
                    <a:pt x="33" y="78"/>
                  </a:lnTo>
                  <a:lnTo>
                    <a:pt x="66" y="82"/>
                  </a:lnTo>
                  <a:lnTo>
                    <a:pt x="75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798" name=""/>
            <p:cNvSpPr/>
            <p:nvPr/>
          </p:nvSpPr>
          <p:spPr>
            <a:xfrm rot="0">
              <a:off x="5077" y="2228"/>
              <a:ext cx="8" cy="1"/>
            </a:xfrm>
            <a:custGeom>
              <a:avLst/>
              <a:ahLst/>
              <a:rect l="0" t="0" r="r" b="b"/>
              <a:pathLst>
                <a:path w="33" h="4">
                  <a:moveTo>
                    <a:pt x="33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799" name=""/>
            <p:cNvSpPr/>
            <p:nvPr/>
          </p:nvSpPr>
          <p:spPr>
            <a:xfrm rot="0">
              <a:off x="5077" y="2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00" name=""/>
            <p:cNvSpPr/>
            <p:nvPr/>
          </p:nvSpPr>
          <p:spPr>
            <a:xfrm rot="0">
              <a:off x="5075" y="2228"/>
              <a:ext cx="18" cy="19"/>
            </a:xfrm>
            <a:custGeom>
              <a:avLst/>
              <a:ahLst/>
              <a:rect l="0" t="0" r="r" b="b"/>
              <a:pathLst>
                <a:path w="71" h="76">
                  <a:moveTo>
                    <a:pt x="71" y="5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71"/>
                  </a:lnTo>
                  <a:lnTo>
                    <a:pt x="33" y="74"/>
                  </a:lnTo>
                  <a:lnTo>
                    <a:pt x="65" y="76"/>
                  </a:lnTo>
                  <a:lnTo>
                    <a:pt x="7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01" name=""/>
            <p:cNvSpPr/>
            <p:nvPr/>
          </p:nvSpPr>
          <p:spPr>
            <a:xfrm rot="0">
              <a:off x="5075" y="2228"/>
              <a:ext cx="18" cy="19"/>
            </a:xfrm>
            <a:custGeom>
              <a:avLst/>
              <a:ahLst/>
              <a:rect l="0" t="0" r="r" b="b"/>
              <a:pathLst>
                <a:path w="71" h="76">
                  <a:moveTo>
                    <a:pt x="71" y="5"/>
                  </a:moveTo>
                  <a:lnTo>
                    <a:pt x="38" y="3"/>
                  </a:lnTo>
                  <a:lnTo>
                    <a:pt x="5" y="0"/>
                  </a:lnTo>
                  <a:lnTo>
                    <a:pt x="0" y="71"/>
                  </a:lnTo>
                  <a:lnTo>
                    <a:pt x="33" y="74"/>
                  </a:lnTo>
                  <a:lnTo>
                    <a:pt x="65" y="76"/>
                  </a:lnTo>
                  <a:lnTo>
                    <a:pt x="71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02" name=""/>
            <p:cNvSpPr/>
            <p:nvPr/>
          </p:nvSpPr>
          <p:spPr>
            <a:xfrm rot="0">
              <a:off x="5075" y="2246"/>
              <a:ext cx="9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03" name=""/>
            <p:cNvSpPr/>
            <p:nvPr/>
          </p:nvSpPr>
          <p:spPr>
            <a:xfrm rot="0">
              <a:off x="5075" y="22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04" name=""/>
            <p:cNvSpPr/>
            <p:nvPr/>
          </p:nvSpPr>
          <p:spPr>
            <a:xfrm rot="0">
              <a:off x="5075" y="2246"/>
              <a:ext cx="17" cy="18"/>
            </a:xfrm>
            <a:custGeom>
              <a:avLst/>
              <a:ahLst/>
              <a:rect l="0" t="0" r="r" b="b"/>
              <a:pathLst>
                <a:path w="68" h="73">
                  <a:moveTo>
                    <a:pt x="68" y="3"/>
                  </a:moveTo>
                  <a:lnTo>
                    <a:pt x="36" y="2"/>
                  </a:lnTo>
                  <a:lnTo>
                    <a:pt x="3" y="0"/>
                  </a:lnTo>
                  <a:lnTo>
                    <a:pt x="0" y="70"/>
                  </a:lnTo>
                  <a:lnTo>
                    <a:pt x="33" y="71"/>
                  </a:lnTo>
                  <a:lnTo>
                    <a:pt x="66" y="73"/>
                  </a:lnTo>
                  <a:lnTo>
                    <a:pt x="68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05" name=""/>
            <p:cNvSpPr/>
            <p:nvPr/>
          </p:nvSpPr>
          <p:spPr>
            <a:xfrm rot="0">
              <a:off x="5075" y="2246"/>
              <a:ext cx="17" cy="18"/>
            </a:xfrm>
            <a:custGeom>
              <a:avLst/>
              <a:ahLst/>
              <a:rect l="0" t="0" r="r" b="b"/>
              <a:pathLst>
                <a:path w="68" h="73">
                  <a:moveTo>
                    <a:pt x="68" y="3"/>
                  </a:moveTo>
                  <a:lnTo>
                    <a:pt x="36" y="2"/>
                  </a:lnTo>
                  <a:lnTo>
                    <a:pt x="3" y="0"/>
                  </a:lnTo>
                  <a:lnTo>
                    <a:pt x="0" y="70"/>
                  </a:lnTo>
                  <a:lnTo>
                    <a:pt x="33" y="71"/>
                  </a:lnTo>
                  <a:lnTo>
                    <a:pt x="66" y="73"/>
                  </a:lnTo>
                  <a:lnTo>
                    <a:pt x="68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06" name=""/>
            <p:cNvSpPr/>
            <p:nvPr/>
          </p:nvSpPr>
          <p:spPr>
            <a:xfrm rot="0">
              <a:off x="5075" y="2264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33" y="1"/>
                  </a:moveTo>
                  <a:lnTo>
                    <a:pt x="66" y="3"/>
                  </a:lnTo>
                  <a:lnTo>
                    <a:pt x="65" y="13"/>
                  </a:lnTo>
                  <a:lnTo>
                    <a:pt x="59" y="22"/>
                  </a:lnTo>
                  <a:lnTo>
                    <a:pt x="51" y="29"/>
                  </a:lnTo>
                  <a:lnTo>
                    <a:pt x="42" y="34"/>
                  </a:lnTo>
                  <a:lnTo>
                    <a:pt x="32" y="34"/>
                  </a:lnTo>
                  <a:lnTo>
                    <a:pt x="21" y="33"/>
                  </a:lnTo>
                  <a:lnTo>
                    <a:pt x="12" y="28"/>
                  </a:lnTo>
                  <a:lnTo>
                    <a:pt x="5" y="20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07" name=""/>
            <p:cNvSpPr/>
            <p:nvPr/>
          </p:nvSpPr>
          <p:spPr>
            <a:xfrm rot="0">
              <a:off x="5075" y="2264"/>
              <a:ext cx="16" cy="8"/>
            </a:xfrm>
            <a:custGeom>
              <a:avLst/>
              <a:ahLst/>
              <a:rect l="0" t="0" r="r" b="b"/>
              <a:pathLst>
                <a:path w="66" h="34">
                  <a:moveTo>
                    <a:pt x="66" y="3"/>
                  </a:moveTo>
                  <a:lnTo>
                    <a:pt x="65" y="13"/>
                  </a:lnTo>
                  <a:lnTo>
                    <a:pt x="59" y="22"/>
                  </a:lnTo>
                  <a:lnTo>
                    <a:pt x="51" y="29"/>
                  </a:lnTo>
                  <a:lnTo>
                    <a:pt x="42" y="34"/>
                  </a:lnTo>
                  <a:lnTo>
                    <a:pt x="32" y="34"/>
                  </a:lnTo>
                  <a:lnTo>
                    <a:pt x="21" y="33"/>
                  </a:lnTo>
                  <a:lnTo>
                    <a:pt x="12" y="28"/>
                  </a:lnTo>
                  <a:lnTo>
                    <a:pt x="5" y="2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08" name=""/>
            <p:cNvSpPr/>
            <p:nvPr/>
          </p:nvSpPr>
          <p:spPr>
            <a:xfrm rot="0">
              <a:off x="4662" y="2169"/>
              <a:ext cx="10" cy="16"/>
            </a:xfrm>
            <a:custGeom>
              <a:avLst/>
              <a:ahLst/>
              <a:rect l="0" t="0" r="r" b="b"/>
              <a:pathLst>
                <a:path w="39" h="66">
                  <a:moveTo>
                    <a:pt x="33" y="33"/>
                  </a:moveTo>
                  <a:lnTo>
                    <a:pt x="26" y="66"/>
                  </a:lnTo>
                  <a:lnTo>
                    <a:pt x="16" y="62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09" name=""/>
            <p:cNvSpPr/>
            <p:nvPr/>
          </p:nvSpPr>
          <p:spPr>
            <a:xfrm rot="0">
              <a:off x="4662" y="2169"/>
              <a:ext cx="10" cy="16"/>
            </a:xfrm>
            <a:custGeom>
              <a:avLst/>
              <a:ahLst/>
              <a:rect l="0" t="0" r="r" b="b"/>
              <a:pathLst>
                <a:path w="39" h="66">
                  <a:moveTo>
                    <a:pt x="26" y="66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0" y="8"/>
                  </a:lnTo>
                  <a:lnTo>
                    <a:pt x="19" y="3"/>
                  </a:lnTo>
                  <a:lnTo>
                    <a:pt x="29" y="0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10" name=""/>
            <p:cNvSpPr/>
            <p:nvPr/>
          </p:nvSpPr>
          <p:spPr>
            <a:xfrm rot="0">
              <a:off x="4669" y="2169"/>
              <a:ext cx="416" cy="103"/>
            </a:xfrm>
            <a:custGeom>
              <a:avLst/>
              <a:ahLst/>
              <a:rect l="0" t="0" r="r" b="b"/>
              <a:pathLst>
                <a:path w="1663" h="414">
                  <a:moveTo>
                    <a:pt x="13" y="0"/>
                  </a:moveTo>
                  <a:lnTo>
                    <a:pt x="7" y="33"/>
                  </a:lnTo>
                  <a:lnTo>
                    <a:pt x="0" y="66"/>
                  </a:lnTo>
                  <a:lnTo>
                    <a:pt x="1649" y="414"/>
                  </a:lnTo>
                  <a:lnTo>
                    <a:pt x="1656" y="381"/>
                  </a:lnTo>
                  <a:lnTo>
                    <a:pt x="1663" y="349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11" name=""/>
            <p:cNvSpPr/>
            <p:nvPr/>
          </p:nvSpPr>
          <p:spPr>
            <a:xfrm rot="0">
              <a:off x="4669" y="2169"/>
              <a:ext cx="416" cy="103"/>
            </a:xfrm>
            <a:custGeom>
              <a:avLst/>
              <a:ahLst/>
              <a:rect l="0" t="0" r="r" b="b"/>
              <a:pathLst>
                <a:path w="1663" h="414">
                  <a:moveTo>
                    <a:pt x="13" y="0"/>
                  </a:moveTo>
                  <a:lnTo>
                    <a:pt x="7" y="33"/>
                  </a:lnTo>
                  <a:lnTo>
                    <a:pt x="0" y="66"/>
                  </a:lnTo>
                  <a:lnTo>
                    <a:pt x="1649" y="414"/>
                  </a:lnTo>
                  <a:lnTo>
                    <a:pt x="1656" y="381"/>
                  </a:lnTo>
                  <a:lnTo>
                    <a:pt x="1663" y="349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23" name=""/>
          <p:cNvGrpSpPr/>
          <p:nvPr/>
        </p:nvGrpSpPr>
        <p:grpSpPr>
          <a:xfrm rot="0">
            <a:off x="7408862" y="2382837"/>
            <a:ext cx="1095375" cy="1223962"/>
            <a:chOff x="4667" y="1501"/>
            <a:chExt cx="690" cy="771"/>
          </a:xfrm>
        </p:grpSpPr>
        <p:sp>
          <p:nvSpPr>
            <p:cNvPr id="1066812" name=""/>
            <p:cNvSpPr/>
            <p:nvPr/>
          </p:nvSpPr>
          <p:spPr>
            <a:xfrm rot="0">
              <a:off x="5081" y="2256"/>
              <a:ext cx="10" cy="16"/>
            </a:xfrm>
            <a:custGeom>
              <a:avLst/>
              <a:ahLst/>
              <a:rect l="0" t="0" r="r" b="b"/>
              <a:pathLst>
                <a:path w="40" h="65">
                  <a:moveTo>
                    <a:pt x="7" y="32"/>
                  </a:moveTo>
                  <a:lnTo>
                    <a:pt x="14" y="0"/>
                  </a:lnTo>
                  <a:lnTo>
                    <a:pt x="24" y="4"/>
                  </a:lnTo>
                  <a:lnTo>
                    <a:pt x="32" y="10"/>
                  </a:lnTo>
                  <a:lnTo>
                    <a:pt x="37" y="19"/>
                  </a:lnTo>
                  <a:lnTo>
                    <a:pt x="40" y="28"/>
                  </a:lnTo>
                  <a:lnTo>
                    <a:pt x="40" y="39"/>
                  </a:lnTo>
                  <a:lnTo>
                    <a:pt x="36" y="50"/>
                  </a:lnTo>
                  <a:lnTo>
                    <a:pt x="29" y="57"/>
                  </a:lnTo>
                  <a:lnTo>
                    <a:pt x="20" y="63"/>
                  </a:lnTo>
                  <a:lnTo>
                    <a:pt x="11" y="65"/>
                  </a:lnTo>
                  <a:lnTo>
                    <a:pt x="0" y="65"/>
                  </a:lnTo>
                  <a:lnTo>
                    <a:pt x="7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13" name=""/>
            <p:cNvSpPr/>
            <p:nvPr/>
          </p:nvSpPr>
          <p:spPr>
            <a:xfrm rot="0">
              <a:off x="5081" y="2256"/>
              <a:ext cx="10" cy="16"/>
            </a:xfrm>
            <a:custGeom>
              <a:avLst/>
              <a:ahLst/>
              <a:rect l="0" t="0" r="r" b="b"/>
              <a:pathLst>
                <a:path w="40" h="65">
                  <a:moveTo>
                    <a:pt x="14" y="0"/>
                  </a:moveTo>
                  <a:lnTo>
                    <a:pt x="24" y="4"/>
                  </a:lnTo>
                  <a:lnTo>
                    <a:pt x="32" y="10"/>
                  </a:lnTo>
                  <a:lnTo>
                    <a:pt x="37" y="19"/>
                  </a:lnTo>
                  <a:lnTo>
                    <a:pt x="40" y="28"/>
                  </a:lnTo>
                  <a:lnTo>
                    <a:pt x="40" y="39"/>
                  </a:lnTo>
                  <a:lnTo>
                    <a:pt x="36" y="50"/>
                  </a:lnTo>
                  <a:lnTo>
                    <a:pt x="29" y="57"/>
                  </a:lnTo>
                  <a:lnTo>
                    <a:pt x="20" y="63"/>
                  </a:lnTo>
                  <a:lnTo>
                    <a:pt x="11" y="65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14" name=""/>
            <p:cNvSpPr/>
            <p:nvPr/>
          </p:nvSpPr>
          <p:spPr>
            <a:xfrm rot="0">
              <a:off x="5342" y="1601"/>
              <a:ext cx="15" cy="13"/>
            </a:xfrm>
            <a:custGeom>
              <a:avLst/>
              <a:ahLst/>
              <a:rect l="0" t="0" r="r" b="b"/>
              <a:pathLst>
                <a:path w="62" h="50">
                  <a:moveTo>
                    <a:pt x="29" y="17"/>
                  </a:moveTo>
                  <a:lnTo>
                    <a:pt x="58" y="0"/>
                  </a:lnTo>
                  <a:lnTo>
                    <a:pt x="62" y="9"/>
                  </a:lnTo>
                  <a:lnTo>
                    <a:pt x="62" y="20"/>
                  </a:lnTo>
                  <a:lnTo>
                    <a:pt x="61" y="30"/>
                  </a:lnTo>
                  <a:lnTo>
                    <a:pt x="54" y="40"/>
                  </a:lnTo>
                  <a:lnTo>
                    <a:pt x="46" y="46"/>
                  </a:lnTo>
                  <a:lnTo>
                    <a:pt x="37" y="50"/>
                  </a:lnTo>
                  <a:lnTo>
                    <a:pt x="27" y="50"/>
                  </a:lnTo>
                  <a:lnTo>
                    <a:pt x="16" y="49"/>
                  </a:lnTo>
                  <a:lnTo>
                    <a:pt x="7" y="42"/>
                  </a:lnTo>
                  <a:lnTo>
                    <a:pt x="0" y="34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15" name=""/>
            <p:cNvSpPr/>
            <p:nvPr/>
          </p:nvSpPr>
          <p:spPr>
            <a:xfrm rot="0">
              <a:off x="5342" y="1601"/>
              <a:ext cx="15" cy="13"/>
            </a:xfrm>
            <a:custGeom>
              <a:avLst/>
              <a:ahLst/>
              <a:rect l="0" t="0" r="r" b="b"/>
              <a:pathLst>
                <a:path w="62" h="50">
                  <a:moveTo>
                    <a:pt x="58" y="0"/>
                  </a:moveTo>
                  <a:lnTo>
                    <a:pt x="62" y="9"/>
                  </a:lnTo>
                  <a:lnTo>
                    <a:pt x="62" y="20"/>
                  </a:lnTo>
                  <a:lnTo>
                    <a:pt x="61" y="30"/>
                  </a:lnTo>
                  <a:lnTo>
                    <a:pt x="54" y="40"/>
                  </a:lnTo>
                  <a:lnTo>
                    <a:pt x="46" y="46"/>
                  </a:lnTo>
                  <a:lnTo>
                    <a:pt x="37" y="50"/>
                  </a:lnTo>
                  <a:lnTo>
                    <a:pt x="27" y="50"/>
                  </a:lnTo>
                  <a:lnTo>
                    <a:pt x="16" y="49"/>
                  </a:lnTo>
                  <a:lnTo>
                    <a:pt x="7" y="42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16" name=""/>
            <p:cNvSpPr/>
            <p:nvPr/>
          </p:nvSpPr>
          <p:spPr>
            <a:xfrm rot="0">
              <a:off x="5338" y="1595"/>
              <a:ext cx="18" cy="15"/>
            </a:xfrm>
            <a:custGeom>
              <a:avLst/>
              <a:ahLst/>
              <a:rect l="0" t="0" r="r" b="b"/>
              <a:pathLst>
                <a:path w="72" h="57">
                  <a:moveTo>
                    <a:pt x="14" y="57"/>
                  </a:moveTo>
                  <a:lnTo>
                    <a:pt x="43" y="40"/>
                  </a:lnTo>
                  <a:lnTo>
                    <a:pt x="72" y="23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14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17" name=""/>
            <p:cNvSpPr/>
            <p:nvPr/>
          </p:nvSpPr>
          <p:spPr>
            <a:xfrm rot="0">
              <a:off x="5338" y="1595"/>
              <a:ext cx="18" cy="15"/>
            </a:xfrm>
            <a:custGeom>
              <a:avLst/>
              <a:ahLst/>
              <a:rect l="0" t="0" r="r" b="b"/>
              <a:pathLst>
                <a:path w="72" h="57">
                  <a:moveTo>
                    <a:pt x="14" y="57"/>
                  </a:moveTo>
                  <a:lnTo>
                    <a:pt x="43" y="40"/>
                  </a:lnTo>
                  <a:lnTo>
                    <a:pt x="72" y="23"/>
                  </a:lnTo>
                  <a:lnTo>
                    <a:pt x="58" y="0"/>
                  </a:lnTo>
                  <a:lnTo>
                    <a:pt x="29" y="17"/>
                  </a:lnTo>
                  <a:lnTo>
                    <a:pt x="0" y="34"/>
                  </a:lnTo>
                  <a:lnTo>
                    <a:pt x="14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18" name=""/>
            <p:cNvSpPr/>
            <p:nvPr/>
          </p:nvSpPr>
          <p:spPr>
            <a:xfrm rot="0">
              <a:off x="5345" y="1595"/>
              <a:ext cx="7" cy="5"/>
            </a:xfrm>
            <a:custGeom>
              <a:avLst/>
              <a:ahLst/>
              <a:rect l="0" t="0" r="r" b="b"/>
              <a:pathLst>
                <a:path w="29" h="19">
                  <a:moveTo>
                    <a:pt x="0" y="19"/>
                  </a:moveTo>
                  <a:lnTo>
                    <a:pt x="29" y="2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19" name=""/>
            <p:cNvSpPr/>
            <p:nvPr/>
          </p:nvSpPr>
          <p:spPr>
            <a:xfrm rot="0" flipH="1" flipV="1">
              <a:off x="5352" y="1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20" name=""/>
            <p:cNvSpPr/>
            <p:nvPr/>
          </p:nvSpPr>
          <p:spPr>
            <a:xfrm rot="0">
              <a:off x="5329" y="1581"/>
              <a:ext cx="23" cy="23"/>
            </a:xfrm>
            <a:custGeom>
              <a:avLst/>
              <a:ahLst/>
              <a:rect l="0" t="0" r="r" b="b"/>
              <a:pathLst>
                <a:path w="90" h="92">
                  <a:moveTo>
                    <a:pt x="35" y="92"/>
                  </a:moveTo>
                  <a:lnTo>
                    <a:pt x="63" y="74"/>
                  </a:lnTo>
                  <a:lnTo>
                    <a:pt x="90" y="55"/>
                  </a:lnTo>
                  <a:lnTo>
                    <a:pt x="55" y="0"/>
                  </a:lnTo>
                  <a:lnTo>
                    <a:pt x="27" y="18"/>
                  </a:lnTo>
                  <a:lnTo>
                    <a:pt x="0" y="37"/>
                  </a:lnTo>
                  <a:lnTo>
                    <a:pt x="35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21" name=""/>
            <p:cNvSpPr/>
            <p:nvPr/>
          </p:nvSpPr>
          <p:spPr>
            <a:xfrm rot="0">
              <a:off x="5329" y="1581"/>
              <a:ext cx="23" cy="23"/>
            </a:xfrm>
            <a:custGeom>
              <a:avLst/>
              <a:ahLst/>
              <a:rect l="0" t="0" r="r" b="b"/>
              <a:pathLst>
                <a:path w="90" h="92">
                  <a:moveTo>
                    <a:pt x="35" y="92"/>
                  </a:moveTo>
                  <a:lnTo>
                    <a:pt x="63" y="74"/>
                  </a:lnTo>
                  <a:lnTo>
                    <a:pt x="90" y="55"/>
                  </a:lnTo>
                  <a:lnTo>
                    <a:pt x="55" y="0"/>
                  </a:lnTo>
                  <a:lnTo>
                    <a:pt x="27" y="18"/>
                  </a:lnTo>
                  <a:lnTo>
                    <a:pt x="0" y="37"/>
                  </a:lnTo>
                  <a:lnTo>
                    <a:pt x="35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22" name=""/>
            <p:cNvSpPr/>
            <p:nvPr/>
          </p:nvSpPr>
          <p:spPr>
            <a:xfrm rot="0">
              <a:off x="5336" y="1581"/>
              <a:ext cx="7" cy="5"/>
            </a:xfrm>
            <a:custGeom>
              <a:avLst/>
              <a:ahLst/>
              <a:rect l="0" t="0" r="r" b="b"/>
              <a:pathLst>
                <a:path w="28" h="19">
                  <a:moveTo>
                    <a:pt x="0" y="19"/>
                  </a:moveTo>
                  <a:lnTo>
                    <a:pt x="28" y="1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23" name=""/>
            <p:cNvSpPr/>
            <p:nvPr/>
          </p:nvSpPr>
          <p:spPr>
            <a:xfrm rot="0" flipH="1" flipV="1">
              <a:off x="5343" y="15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24" name=""/>
            <p:cNvSpPr/>
            <p:nvPr/>
          </p:nvSpPr>
          <p:spPr>
            <a:xfrm rot="0">
              <a:off x="5320" y="1568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38" y="91"/>
                  </a:moveTo>
                  <a:lnTo>
                    <a:pt x="64" y="71"/>
                  </a:lnTo>
                  <a:lnTo>
                    <a:pt x="91" y="52"/>
                  </a:lnTo>
                  <a:lnTo>
                    <a:pt x="52" y="0"/>
                  </a:lnTo>
                  <a:lnTo>
                    <a:pt x="26" y="20"/>
                  </a:lnTo>
                  <a:lnTo>
                    <a:pt x="0" y="40"/>
                  </a:lnTo>
                  <a:lnTo>
                    <a:pt x="38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25" name=""/>
            <p:cNvSpPr/>
            <p:nvPr/>
          </p:nvSpPr>
          <p:spPr>
            <a:xfrm rot="0">
              <a:off x="5320" y="1568"/>
              <a:ext cx="23" cy="23"/>
            </a:xfrm>
            <a:custGeom>
              <a:avLst/>
              <a:ahLst/>
              <a:rect l="0" t="0" r="r" b="b"/>
              <a:pathLst>
                <a:path w="91" h="91">
                  <a:moveTo>
                    <a:pt x="38" y="91"/>
                  </a:moveTo>
                  <a:lnTo>
                    <a:pt x="64" y="71"/>
                  </a:lnTo>
                  <a:lnTo>
                    <a:pt x="91" y="52"/>
                  </a:lnTo>
                  <a:lnTo>
                    <a:pt x="52" y="0"/>
                  </a:lnTo>
                  <a:lnTo>
                    <a:pt x="26" y="20"/>
                  </a:lnTo>
                  <a:lnTo>
                    <a:pt x="0" y="40"/>
                  </a:lnTo>
                  <a:lnTo>
                    <a:pt x="38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26" name=""/>
            <p:cNvSpPr/>
            <p:nvPr/>
          </p:nvSpPr>
          <p:spPr>
            <a:xfrm rot="0">
              <a:off x="5327" y="1567"/>
              <a:ext cx="6" cy="6"/>
            </a:xfrm>
            <a:custGeom>
              <a:avLst/>
              <a:ahLst/>
              <a:rect l="0" t="0" r="r" b="b"/>
              <a:pathLst>
                <a:path w="26" h="22">
                  <a:moveTo>
                    <a:pt x="0" y="22"/>
                  </a:moveTo>
                  <a:lnTo>
                    <a:pt x="26" y="2"/>
                  </a:lnTo>
                  <a:lnTo>
                    <a:pt x="2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27" name=""/>
            <p:cNvSpPr/>
            <p:nvPr/>
          </p:nvSpPr>
          <p:spPr>
            <a:xfrm rot="0" flipH="1" flipV="1">
              <a:off x="5333" y="15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28" name=""/>
            <p:cNvSpPr/>
            <p:nvPr/>
          </p:nvSpPr>
          <p:spPr>
            <a:xfrm rot="0">
              <a:off x="5310" y="1556"/>
              <a:ext cx="23" cy="23"/>
            </a:xfrm>
            <a:custGeom>
              <a:avLst/>
              <a:ahLst/>
              <a:rect l="0" t="0" r="r" b="b"/>
              <a:pathLst>
                <a:path w="93" h="91">
                  <a:moveTo>
                    <a:pt x="43" y="91"/>
                  </a:moveTo>
                  <a:lnTo>
                    <a:pt x="68" y="68"/>
                  </a:lnTo>
                  <a:lnTo>
                    <a:pt x="93" y="46"/>
                  </a:lnTo>
                  <a:lnTo>
                    <a:pt x="50" y="0"/>
                  </a:lnTo>
                  <a:lnTo>
                    <a:pt x="25" y="22"/>
                  </a:lnTo>
                  <a:lnTo>
                    <a:pt x="0" y="45"/>
                  </a:lnTo>
                  <a:lnTo>
                    <a:pt x="43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29" name=""/>
            <p:cNvSpPr/>
            <p:nvPr/>
          </p:nvSpPr>
          <p:spPr>
            <a:xfrm rot="0">
              <a:off x="5310" y="1556"/>
              <a:ext cx="23" cy="23"/>
            </a:xfrm>
            <a:custGeom>
              <a:avLst/>
              <a:ahLst/>
              <a:rect l="0" t="0" r="r" b="b"/>
              <a:pathLst>
                <a:path w="93" h="91">
                  <a:moveTo>
                    <a:pt x="43" y="91"/>
                  </a:moveTo>
                  <a:lnTo>
                    <a:pt x="68" y="68"/>
                  </a:lnTo>
                  <a:lnTo>
                    <a:pt x="93" y="46"/>
                  </a:lnTo>
                  <a:lnTo>
                    <a:pt x="50" y="0"/>
                  </a:lnTo>
                  <a:lnTo>
                    <a:pt x="25" y="22"/>
                  </a:lnTo>
                  <a:lnTo>
                    <a:pt x="0" y="45"/>
                  </a:lnTo>
                  <a:lnTo>
                    <a:pt x="43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30" name=""/>
            <p:cNvSpPr/>
            <p:nvPr/>
          </p:nvSpPr>
          <p:spPr>
            <a:xfrm rot="0">
              <a:off x="5316" y="1555"/>
              <a:ext cx="6" cy="7"/>
            </a:xfrm>
            <a:custGeom>
              <a:avLst/>
              <a:ahLst/>
              <a:rect l="0" t="0" r="r" b="b"/>
              <a:pathLst>
                <a:path w="25" h="25">
                  <a:moveTo>
                    <a:pt x="0" y="25"/>
                  </a:moveTo>
                  <a:lnTo>
                    <a:pt x="25" y="3"/>
                  </a:lnTo>
                  <a:lnTo>
                    <a:pt x="2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31" name=""/>
            <p:cNvSpPr/>
            <p:nvPr/>
          </p:nvSpPr>
          <p:spPr>
            <a:xfrm rot="0" flipH="1" flipV="1">
              <a:off x="5322" y="1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32" name=""/>
            <p:cNvSpPr/>
            <p:nvPr/>
          </p:nvSpPr>
          <p:spPr>
            <a:xfrm rot="0">
              <a:off x="5299" y="1545"/>
              <a:ext cx="23" cy="23"/>
            </a:xfrm>
            <a:custGeom>
              <a:avLst/>
              <a:ahLst/>
              <a:rect l="0" t="0" r="r" b="b"/>
              <a:pathLst>
                <a:path w="89" h="92">
                  <a:moveTo>
                    <a:pt x="44" y="92"/>
                  </a:moveTo>
                  <a:lnTo>
                    <a:pt x="67" y="67"/>
                  </a:lnTo>
                  <a:lnTo>
                    <a:pt x="89" y="42"/>
                  </a:lnTo>
                  <a:lnTo>
                    <a:pt x="44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44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33" name=""/>
            <p:cNvSpPr/>
            <p:nvPr/>
          </p:nvSpPr>
          <p:spPr>
            <a:xfrm rot="0">
              <a:off x="5299" y="1545"/>
              <a:ext cx="23" cy="23"/>
            </a:xfrm>
            <a:custGeom>
              <a:avLst/>
              <a:ahLst/>
              <a:rect l="0" t="0" r="r" b="b"/>
              <a:pathLst>
                <a:path w="89" h="92">
                  <a:moveTo>
                    <a:pt x="44" y="92"/>
                  </a:moveTo>
                  <a:lnTo>
                    <a:pt x="67" y="67"/>
                  </a:lnTo>
                  <a:lnTo>
                    <a:pt x="89" y="42"/>
                  </a:lnTo>
                  <a:lnTo>
                    <a:pt x="44" y="0"/>
                  </a:lnTo>
                  <a:lnTo>
                    <a:pt x="22" y="25"/>
                  </a:lnTo>
                  <a:lnTo>
                    <a:pt x="0" y="50"/>
                  </a:lnTo>
                  <a:lnTo>
                    <a:pt x="44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34" name=""/>
            <p:cNvSpPr/>
            <p:nvPr/>
          </p:nvSpPr>
          <p:spPr>
            <a:xfrm rot="0">
              <a:off x="5305" y="1544"/>
              <a:ext cx="5" cy="7"/>
            </a:xfrm>
            <a:custGeom>
              <a:avLst/>
              <a:ahLst/>
              <a:rect l="0" t="0" r="r" b="b"/>
              <a:pathLst>
                <a:path w="22" h="26">
                  <a:moveTo>
                    <a:pt x="0" y="26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35" name=""/>
            <p:cNvSpPr/>
            <p:nvPr/>
          </p:nvSpPr>
          <p:spPr>
            <a:xfrm rot="0" flipH="1" flipV="1">
              <a:off x="5310" y="15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36" name=""/>
            <p:cNvSpPr/>
            <p:nvPr/>
          </p:nvSpPr>
          <p:spPr>
            <a:xfrm rot="0">
              <a:off x="5287" y="1535"/>
              <a:ext cx="23" cy="23"/>
            </a:xfrm>
            <a:custGeom>
              <a:avLst/>
              <a:ahLst/>
              <a:rect l="0" t="0" r="r" b="b"/>
              <a:pathLst>
                <a:path w="91" h="90">
                  <a:moveTo>
                    <a:pt x="49" y="90"/>
                  </a:moveTo>
                  <a:lnTo>
                    <a:pt x="70" y="64"/>
                  </a:lnTo>
                  <a:lnTo>
                    <a:pt x="91" y="38"/>
                  </a:lnTo>
                  <a:lnTo>
                    <a:pt x="42" y="0"/>
                  </a:lnTo>
                  <a:lnTo>
                    <a:pt x="21" y="26"/>
                  </a:lnTo>
                  <a:lnTo>
                    <a:pt x="0" y="52"/>
                  </a:lnTo>
                  <a:lnTo>
                    <a:pt x="49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37" name=""/>
            <p:cNvSpPr/>
            <p:nvPr/>
          </p:nvSpPr>
          <p:spPr>
            <a:xfrm rot="0">
              <a:off x="5287" y="1535"/>
              <a:ext cx="23" cy="23"/>
            </a:xfrm>
            <a:custGeom>
              <a:avLst/>
              <a:ahLst/>
              <a:rect l="0" t="0" r="r" b="b"/>
              <a:pathLst>
                <a:path w="91" h="90">
                  <a:moveTo>
                    <a:pt x="49" y="90"/>
                  </a:moveTo>
                  <a:lnTo>
                    <a:pt x="70" y="64"/>
                  </a:lnTo>
                  <a:lnTo>
                    <a:pt x="91" y="38"/>
                  </a:lnTo>
                  <a:lnTo>
                    <a:pt x="42" y="0"/>
                  </a:lnTo>
                  <a:lnTo>
                    <a:pt x="21" y="26"/>
                  </a:lnTo>
                  <a:lnTo>
                    <a:pt x="0" y="52"/>
                  </a:lnTo>
                  <a:lnTo>
                    <a:pt x="49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38" name=""/>
            <p:cNvSpPr/>
            <p:nvPr/>
          </p:nvSpPr>
          <p:spPr>
            <a:xfrm rot="0">
              <a:off x="5293" y="1535"/>
              <a:ext cx="5" cy="7"/>
            </a:xfrm>
            <a:custGeom>
              <a:avLst/>
              <a:ahLst/>
              <a:rect l="0" t="0" r="r" b="b"/>
              <a:pathLst>
                <a:path w="21" h="28">
                  <a:moveTo>
                    <a:pt x="0" y="28"/>
                  </a:moveTo>
                  <a:lnTo>
                    <a:pt x="21" y="2"/>
                  </a:lnTo>
                  <a:lnTo>
                    <a:pt x="19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39" name=""/>
            <p:cNvSpPr/>
            <p:nvPr/>
          </p:nvSpPr>
          <p:spPr>
            <a:xfrm rot="0" flipH="1" flipV="1">
              <a:off x="5297" y="1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40" name=""/>
            <p:cNvSpPr/>
            <p:nvPr/>
          </p:nvSpPr>
          <p:spPr>
            <a:xfrm rot="0">
              <a:off x="5275" y="1526"/>
              <a:ext cx="22" cy="22"/>
            </a:xfrm>
            <a:custGeom>
              <a:avLst/>
              <a:ahLst/>
              <a:rect l="0" t="0" r="r" b="b"/>
              <a:pathLst>
                <a:path w="88" h="88">
                  <a:moveTo>
                    <a:pt x="51" y="88"/>
                  </a:moveTo>
                  <a:lnTo>
                    <a:pt x="69" y="60"/>
                  </a:lnTo>
                  <a:lnTo>
                    <a:pt x="88" y="32"/>
                  </a:lnTo>
                  <a:lnTo>
                    <a:pt x="37" y="0"/>
                  </a:lnTo>
                  <a:lnTo>
                    <a:pt x="18" y="27"/>
                  </a:lnTo>
                  <a:lnTo>
                    <a:pt x="0" y="55"/>
                  </a:lnTo>
                  <a:lnTo>
                    <a:pt x="51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41" name=""/>
            <p:cNvSpPr/>
            <p:nvPr/>
          </p:nvSpPr>
          <p:spPr>
            <a:xfrm rot="0">
              <a:off x="5275" y="1526"/>
              <a:ext cx="22" cy="22"/>
            </a:xfrm>
            <a:custGeom>
              <a:avLst/>
              <a:ahLst/>
              <a:rect l="0" t="0" r="r" b="b"/>
              <a:pathLst>
                <a:path w="88" h="88">
                  <a:moveTo>
                    <a:pt x="51" y="88"/>
                  </a:moveTo>
                  <a:lnTo>
                    <a:pt x="69" y="60"/>
                  </a:lnTo>
                  <a:lnTo>
                    <a:pt x="88" y="32"/>
                  </a:lnTo>
                  <a:lnTo>
                    <a:pt x="37" y="0"/>
                  </a:lnTo>
                  <a:lnTo>
                    <a:pt x="18" y="27"/>
                  </a:lnTo>
                  <a:lnTo>
                    <a:pt x="0" y="55"/>
                  </a:lnTo>
                  <a:lnTo>
                    <a:pt x="51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42" name=""/>
            <p:cNvSpPr/>
            <p:nvPr/>
          </p:nvSpPr>
          <p:spPr>
            <a:xfrm rot="0">
              <a:off x="5280" y="1526"/>
              <a:ext cx="4" cy="7"/>
            </a:xfrm>
            <a:custGeom>
              <a:avLst/>
              <a:ahLst/>
              <a:rect l="0" t="0" r="r" b="b"/>
              <a:pathLst>
                <a:path w="19" h="30">
                  <a:moveTo>
                    <a:pt x="0" y="30"/>
                  </a:moveTo>
                  <a:lnTo>
                    <a:pt x="19" y="3"/>
                  </a:lnTo>
                  <a:lnTo>
                    <a:pt x="1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43" name=""/>
            <p:cNvSpPr/>
            <p:nvPr/>
          </p:nvSpPr>
          <p:spPr>
            <a:xfrm rot="0" flipH="1" flipV="1">
              <a:off x="5283" y="1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44" name=""/>
            <p:cNvSpPr/>
            <p:nvPr/>
          </p:nvSpPr>
          <p:spPr>
            <a:xfrm rot="0">
              <a:off x="5262" y="1519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55" y="88"/>
                  </a:moveTo>
                  <a:lnTo>
                    <a:pt x="69" y="58"/>
                  </a:lnTo>
                  <a:lnTo>
                    <a:pt x="84" y="28"/>
                  </a:lnTo>
                  <a:lnTo>
                    <a:pt x="28" y="0"/>
                  </a:lnTo>
                  <a:lnTo>
                    <a:pt x="14" y="31"/>
                  </a:lnTo>
                  <a:lnTo>
                    <a:pt x="0" y="61"/>
                  </a:lnTo>
                  <a:lnTo>
                    <a:pt x="55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45" name=""/>
            <p:cNvSpPr/>
            <p:nvPr/>
          </p:nvSpPr>
          <p:spPr>
            <a:xfrm rot="0">
              <a:off x="5262" y="1519"/>
              <a:ext cx="21" cy="22"/>
            </a:xfrm>
            <a:custGeom>
              <a:avLst/>
              <a:ahLst/>
              <a:rect l="0" t="0" r="r" b="b"/>
              <a:pathLst>
                <a:path w="84" h="88">
                  <a:moveTo>
                    <a:pt x="55" y="88"/>
                  </a:moveTo>
                  <a:lnTo>
                    <a:pt x="69" y="58"/>
                  </a:lnTo>
                  <a:lnTo>
                    <a:pt x="84" y="28"/>
                  </a:lnTo>
                  <a:lnTo>
                    <a:pt x="28" y="0"/>
                  </a:lnTo>
                  <a:lnTo>
                    <a:pt x="14" y="31"/>
                  </a:lnTo>
                  <a:lnTo>
                    <a:pt x="0" y="61"/>
                  </a:lnTo>
                  <a:lnTo>
                    <a:pt x="55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46" name=""/>
            <p:cNvSpPr/>
            <p:nvPr/>
          </p:nvSpPr>
          <p:spPr>
            <a:xfrm rot="0">
              <a:off x="5266" y="1519"/>
              <a:ext cx="4" cy="7"/>
            </a:xfrm>
            <a:custGeom>
              <a:avLst/>
              <a:ahLst/>
              <a:rect l="0" t="0" r="r" b="b"/>
              <a:pathLst>
                <a:path w="14" h="32">
                  <a:moveTo>
                    <a:pt x="0" y="32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47" name=""/>
            <p:cNvSpPr/>
            <p:nvPr/>
          </p:nvSpPr>
          <p:spPr>
            <a:xfrm rot="0" flipH="1" flipV="1">
              <a:off x="5269" y="15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48" name=""/>
            <p:cNvSpPr/>
            <p:nvPr/>
          </p:nvSpPr>
          <p:spPr>
            <a:xfrm rot="0">
              <a:off x="5249" y="1513"/>
              <a:ext cx="20" cy="21"/>
            </a:xfrm>
            <a:custGeom>
              <a:avLst/>
              <a:ahLst/>
              <a:rect l="0" t="0" r="r" b="b"/>
              <a:pathLst>
                <a:path w="83" h="87">
                  <a:moveTo>
                    <a:pt x="57" y="87"/>
                  </a:moveTo>
                  <a:lnTo>
                    <a:pt x="70" y="56"/>
                  </a:lnTo>
                  <a:lnTo>
                    <a:pt x="83" y="24"/>
                  </a:lnTo>
                  <a:lnTo>
                    <a:pt x="27" y="0"/>
                  </a:lnTo>
                  <a:lnTo>
                    <a:pt x="13" y="32"/>
                  </a:lnTo>
                  <a:lnTo>
                    <a:pt x="0" y="63"/>
                  </a:lnTo>
                  <a:lnTo>
                    <a:pt x="57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49" name=""/>
            <p:cNvSpPr/>
            <p:nvPr/>
          </p:nvSpPr>
          <p:spPr>
            <a:xfrm rot="0">
              <a:off x="5249" y="1513"/>
              <a:ext cx="20" cy="21"/>
            </a:xfrm>
            <a:custGeom>
              <a:avLst/>
              <a:ahLst/>
              <a:rect l="0" t="0" r="r" b="b"/>
              <a:pathLst>
                <a:path w="83" h="87">
                  <a:moveTo>
                    <a:pt x="57" y="87"/>
                  </a:moveTo>
                  <a:lnTo>
                    <a:pt x="70" y="56"/>
                  </a:lnTo>
                  <a:lnTo>
                    <a:pt x="83" y="24"/>
                  </a:lnTo>
                  <a:lnTo>
                    <a:pt x="27" y="0"/>
                  </a:lnTo>
                  <a:lnTo>
                    <a:pt x="13" y="32"/>
                  </a:lnTo>
                  <a:lnTo>
                    <a:pt x="0" y="63"/>
                  </a:lnTo>
                  <a:lnTo>
                    <a:pt x="57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50" name=""/>
            <p:cNvSpPr/>
            <p:nvPr/>
          </p:nvSpPr>
          <p:spPr>
            <a:xfrm rot="0">
              <a:off x="5252" y="1513"/>
              <a:ext cx="3" cy="7"/>
            </a:xfrm>
            <a:custGeom>
              <a:avLst/>
              <a:ahLst/>
              <a:rect l="0" t="0" r="r" b="b"/>
              <a:pathLst>
                <a:path w="14" h="32">
                  <a:moveTo>
                    <a:pt x="0" y="32"/>
                  </a:moveTo>
                  <a:lnTo>
                    <a:pt x="14" y="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51" name=""/>
            <p:cNvSpPr/>
            <p:nvPr/>
          </p:nvSpPr>
          <p:spPr>
            <a:xfrm rot="0" flipH="1">
              <a:off x="5254" y="15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52" name=""/>
            <p:cNvSpPr/>
            <p:nvPr/>
          </p:nvSpPr>
          <p:spPr>
            <a:xfrm rot="0">
              <a:off x="5234" y="1508"/>
              <a:ext cx="20" cy="20"/>
            </a:xfrm>
            <a:custGeom>
              <a:avLst/>
              <a:ahLst/>
              <a:rect l="0" t="0" r="r" b="b"/>
              <a:pathLst>
                <a:path w="80" h="81">
                  <a:moveTo>
                    <a:pt x="59" y="81"/>
                  </a:moveTo>
                  <a:lnTo>
                    <a:pt x="69" y="50"/>
                  </a:lnTo>
                  <a:lnTo>
                    <a:pt x="80" y="18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59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53" name=""/>
            <p:cNvSpPr/>
            <p:nvPr/>
          </p:nvSpPr>
          <p:spPr>
            <a:xfrm rot="0">
              <a:off x="5234" y="1508"/>
              <a:ext cx="20" cy="20"/>
            </a:xfrm>
            <a:custGeom>
              <a:avLst/>
              <a:ahLst/>
              <a:rect l="0" t="0" r="r" b="b"/>
              <a:pathLst>
                <a:path w="80" h="81">
                  <a:moveTo>
                    <a:pt x="59" y="81"/>
                  </a:moveTo>
                  <a:lnTo>
                    <a:pt x="69" y="50"/>
                  </a:lnTo>
                  <a:lnTo>
                    <a:pt x="80" y="18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59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54" name=""/>
            <p:cNvSpPr/>
            <p:nvPr/>
          </p:nvSpPr>
          <p:spPr>
            <a:xfrm rot="0">
              <a:off x="5237" y="1508"/>
              <a:ext cx="3" cy="8"/>
            </a:xfrm>
            <a:custGeom>
              <a:avLst/>
              <a:ahLst/>
              <a:rect l="0" t="0" r="r" b="b"/>
              <a:pathLst>
                <a:path w="11" h="32">
                  <a:moveTo>
                    <a:pt x="0" y="32"/>
                  </a:moveTo>
                  <a:lnTo>
                    <a:pt x="11" y="1"/>
                  </a:lnTo>
                  <a:lnTo>
                    <a:pt x="7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55" name=""/>
            <p:cNvSpPr/>
            <p:nvPr/>
          </p:nvSpPr>
          <p:spPr>
            <a:xfrm rot="0" flipH="1" flipV="1">
              <a:off x="5239" y="15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56" name=""/>
            <p:cNvSpPr/>
            <p:nvPr/>
          </p:nvSpPr>
          <p:spPr>
            <a:xfrm rot="0">
              <a:off x="5220" y="1504"/>
              <a:ext cx="19" cy="20"/>
            </a:xfrm>
            <a:custGeom>
              <a:avLst/>
              <a:ahLst/>
              <a:rect l="0" t="0" r="r" b="b"/>
              <a:pathLst>
                <a:path w="75" h="79">
                  <a:moveTo>
                    <a:pt x="62" y="79"/>
                  </a:moveTo>
                  <a:lnTo>
                    <a:pt x="68" y="46"/>
                  </a:lnTo>
                  <a:lnTo>
                    <a:pt x="75" y="14"/>
                  </a:lnTo>
                  <a:lnTo>
                    <a:pt x="13" y="0"/>
                  </a:lnTo>
                  <a:lnTo>
                    <a:pt x="7" y="33"/>
                  </a:lnTo>
                  <a:lnTo>
                    <a:pt x="0" y="66"/>
                  </a:lnTo>
                  <a:lnTo>
                    <a:pt x="62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57" name=""/>
            <p:cNvSpPr/>
            <p:nvPr/>
          </p:nvSpPr>
          <p:spPr>
            <a:xfrm rot="0">
              <a:off x="5220" y="1504"/>
              <a:ext cx="19" cy="20"/>
            </a:xfrm>
            <a:custGeom>
              <a:avLst/>
              <a:ahLst/>
              <a:rect l="0" t="0" r="r" b="b"/>
              <a:pathLst>
                <a:path w="75" h="79">
                  <a:moveTo>
                    <a:pt x="62" y="79"/>
                  </a:moveTo>
                  <a:lnTo>
                    <a:pt x="68" y="46"/>
                  </a:lnTo>
                  <a:lnTo>
                    <a:pt x="75" y="14"/>
                  </a:lnTo>
                  <a:lnTo>
                    <a:pt x="13" y="0"/>
                  </a:lnTo>
                  <a:lnTo>
                    <a:pt x="7" y="33"/>
                  </a:lnTo>
                  <a:lnTo>
                    <a:pt x="0" y="66"/>
                  </a:lnTo>
                  <a:lnTo>
                    <a:pt x="62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58" name=""/>
            <p:cNvSpPr/>
            <p:nvPr/>
          </p:nvSpPr>
          <p:spPr>
            <a:xfrm rot="0">
              <a:off x="5222" y="1504"/>
              <a:ext cx="1" cy="9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59" name=""/>
            <p:cNvSpPr/>
            <p:nvPr/>
          </p:nvSpPr>
          <p:spPr>
            <a:xfrm rot="0" flipH="1">
              <a:off x="5223" y="1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60" name=""/>
            <p:cNvSpPr/>
            <p:nvPr/>
          </p:nvSpPr>
          <p:spPr>
            <a:xfrm rot="0">
              <a:off x="5205" y="1502"/>
              <a:ext cx="18" cy="19"/>
            </a:xfrm>
            <a:custGeom>
              <a:avLst/>
              <a:ahLst/>
              <a:rect l="0" t="0" r="r" b="b"/>
              <a:pathLst>
                <a:path w="74" h="75">
                  <a:moveTo>
                    <a:pt x="63" y="75"/>
                  </a:moveTo>
                  <a:lnTo>
                    <a:pt x="69" y="42"/>
                  </a:lnTo>
                  <a:lnTo>
                    <a:pt x="74" y="9"/>
                  </a:lnTo>
                  <a:lnTo>
                    <a:pt x="11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63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61" name=""/>
            <p:cNvSpPr/>
            <p:nvPr/>
          </p:nvSpPr>
          <p:spPr>
            <a:xfrm rot="0">
              <a:off x="5205" y="1502"/>
              <a:ext cx="18" cy="19"/>
            </a:xfrm>
            <a:custGeom>
              <a:avLst/>
              <a:ahLst/>
              <a:rect l="0" t="0" r="r" b="b"/>
              <a:pathLst>
                <a:path w="74" h="75">
                  <a:moveTo>
                    <a:pt x="63" y="75"/>
                  </a:moveTo>
                  <a:lnTo>
                    <a:pt x="69" y="42"/>
                  </a:lnTo>
                  <a:lnTo>
                    <a:pt x="74" y="9"/>
                  </a:lnTo>
                  <a:lnTo>
                    <a:pt x="11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63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62" name=""/>
            <p:cNvSpPr/>
            <p:nvPr/>
          </p:nvSpPr>
          <p:spPr>
            <a:xfrm rot="0">
              <a:off x="5206" y="1502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63" name=""/>
            <p:cNvSpPr/>
            <p:nvPr/>
          </p:nvSpPr>
          <p:spPr>
            <a:xfrm rot="0" flipH="1">
              <a:off x="5206" y="15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64" name=""/>
            <p:cNvSpPr/>
            <p:nvPr/>
          </p:nvSpPr>
          <p:spPr>
            <a:xfrm rot="0">
              <a:off x="5189" y="1501"/>
              <a:ext cx="17" cy="18"/>
            </a:xfrm>
            <a:custGeom>
              <a:avLst/>
              <a:ahLst/>
              <a:rect l="0" t="0" r="r" b="b"/>
              <a:pathLst>
                <a:path w="69" h="68">
                  <a:moveTo>
                    <a:pt x="66" y="68"/>
                  </a:moveTo>
                  <a:lnTo>
                    <a:pt x="67" y="35"/>
                  </a:lnTo>
                  <a:lnTo>
                    <a:pt x="69" y="2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5"/>
                  </a:lnTo>
                  <a:lnTo>
                    <a:pt x="66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65" name=""/>
            <p:cNvSpPr/>
            <p:nvPr/>
          </p:nvSpPr>
          <p:spPr>
            <a:xfrm rot="0">
              <a:off x="5189" y="1501"/>
              <a:ext cx="17" cy="18"/>
            </a:xfrm>
            <a:custGeom>
              <a:avLst/>
              <a:ahLst/>
              <a:rect l="0" t="0" r="r" b="b"/>
              <a:pathLst>
                <a:path w="69" h="68">
                  <a:moveTo>
                    <a:pt x="66" y="68"/>
                  </a:moveTo>
                  <a:lnTo>
                    <a:pt x="67" y="35"/>
                  </a:lnTo>
                  <a:lnTo>
                    <a:pt x="69" y="2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5"/>
                  </a:lnTo>
                  <a:lnTo>
                    <a:pt x="66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66" name=""/>
            <p:cNvSpPr/>
            <p:nvPr/>
          </p:nvSpPr>
          <p:spPr>
            <a:xfrm rot="0">
              <a:off x="5189" y="1501"/>
              <a:ext cx="1" cy="9"/>
            </a:xfrm>
            <a:custGeom>
              <a:avLst/>
              <a:ahLst/>
              <a:rect l="0" t="0" r="r" b="b"/>
              <a:pathLst>
                <a:path w="1" h="33">
                  <a:moveTo>
                    <a:pt x="0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67" name=""/>
            <p:cNvSpPr/>
            <p:nvPr/>
          </p:nvSpPr>
          <p:spPr>
            <a:xfrm rot="0" flipH="1">
              <a:off x="5189" y="15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68" name=""/>
            <p:cNvSpPr/>
            <p:nvPr/>
          </p:nvSpPr>
          <p:spPr>
            <a:xfrm rot="0">
              <a:off x="5172" y="1501"/>
              <a:ext cx="17" cy="17"/>
            </a:xfrm>
            <a:custGeom>
              <a:avLst/>
              <a:ahLst/>
              <a:rect l="0" t="0" r="r" b="b"/>
              <a:pathLst>
                <a:path w="69" h="67">
                  <a:moveTo>
                    <a:pt x="69" y="65"/>
                  </a:moveTo>
                  <a:lnTo>
                    <a:pt x="69" y="33"/>
                  </a:lnTo>
                  <a:lnTo>
                    <a:pt x="69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69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69" name=""/>
            <p:cNvSpPr/>
            <p:nvPr/>
          </p:nvSpPr>
          <p:spPr>
            <a:xfrm rot="0">
              <a:off x="5172" y="1501"/>
              <a:ext cx="17" cy="17"/>
            </a:xfrm>
            <a:custGeom>
              <a:avLst/>
              <a:ahLst/>
              <a:rect l="0" t="0" r="r" b="b"/>
              <a:pathLst>
                <a:path w="69" h="67">
                  <a:moveTo>
                    <a:pt x="69" y="65"/>
                  </a:moveTo>
                  <a:lnTo>
                    <a:pt x="69" y="33"/>
                  </a:lnTo>
                  <a:lnTo>
                    <a:pt x="69" y="0"/>
                  </a:lnTo>
                  <a:lnTo>
                    <a:pt x="0" y="1"/>
                  </a:lnTo>
                  <a:lnTo>
                    <a:pt x="0" y="34"/>
                  </a:lnTo>
                  <a:lnTo>
                    <a:pt x="0" y="67"/>
                  </a:lnTo>
                  <a:lnTo>
                    <a:pt x="69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70" name=""/>
            <p:cNvSpPr/>
            <p:nvPr/>
          </p:nvSpPr>
          <p:spPr>
            <a:xfrm rot="0">
              <a:off x="5171" y="1502"/>
              <a:ext cx="1" cy="8"/>
            </a:xfrm>
            <a:custGeom>
              <a:avLst/>
              <a:ahLst/>
              <a:rect l="0" t="0" r="r" b="b"/>
              <a:pathLst>
                <a:path w="4" h="33">
                  <a:moveTo>
                    <a:pt x="4" y="33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71" name=""/>
            <p:cNvSpPr/>
            <p:nvPr/>
          </p:nvSpPr>
          <p:spPr>
            <a:xfrm rot="0" flipH="1">
              <a:off x="5171" y="15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72" name=""/>
            <p:cNvSpPr/>
            <p:nvPr/>
          </p:nvSpPr>
          <p:spPr>
            <a:xfrm rot="0">
              <a:off x="5154" y="1502"/>
              <a:ext cx="19" cy="18"/>
            </a:xfrm>
            <a:custGeom>
              <a:avLst/>
              <a:ahLst/>
              <a:rect l="0" t="0" r="r" b="b"/>
              <a:pathLst>
                <a:path w="76" h="74">
                  <a:moveTo>
                    <a:pt x="76" y="66"/>
                  </a:moveTo>
                  <a:lnTo>
                    <a:pt x="72" y="33"/>
                  </a:lnTo>
                  <a:lnTo>
                    <a:pt x="68" y="0"/>
                  </a:lnTo>
                  <a:lnTo>
                    <a:pt x="0" y="8"/>
                  </a:lnTo>
                  <a:lnTo>
                    <a:pt x="4" y="41"/>
                  </a:lnTo>
                  <a:lnTo>
                    <a:pt x="8" y="74"/>
                  </a:lnTo>
                  <a:lnTo>
                    <a:pt x="7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73" name=""/>
            <p:cNvSpPr/>
            <p:nvPr/>
          </p:nvSpPr>
          <p:spPr>
            <a:xfrm rot="0">
              <a:off x="5154" y="1502"/>
              <a:ext cx="19" cy="18"/>
            </a:xfrm>
            <a:custGeom>
              <a:avLst/>
              <a:ahLst/>
              <a:rect l="0" t="0" r="r" b="b"/>
              <a:pathLst>
                <a:path w="76" h="74">
                  <a:moveTo>
                    <a:pt x="76" y="66"/>
                  </a:moveTo>
                  <a:lnTo>
                    <a:pt x="72" y="33"/>
                  </a:lnTo>
                  <a:lnTo>
                    <a:pt x="68" y="0"/>
                  </a:lnTo>
                  <a:lnTo>
                    <a:pt x="0" y="8"/>
                  </a:lnTo>
                  <a:lnTo>
                    <a:pt x="4" y="41"/>
                  </a:lnTo>
                  <a:lnTo>
                    <a:pt x="8" y="74"/>
                  </a:lnTo>
                  <a:lnTo>
                    <a:pt x="7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74" name=""/>
            <p:cNvSpPr/>
            <p:nvPr/>
          </p:nvSpPr>
          <p:spPr>
            <a:xfrm rot="0">
              <a:off x="5154" y="1504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75" name=""/>
            <p:cNvSpPr/>
            <p:nvPr/>
          </p:nvSpPr>
          <p:spPr>
            <a:xfrm rot="0" flipH="1">
              <a:off x="5154" y="1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76" name=""/>
            <p:cNvSpPr/>
            <p:nvPr/>
          </p:nvSpPr>
          <p:spPr>
            <a:xfrm rot="0">
              <a:off x="5136" y="1504"/>
              <a:ext cx="21" cy="19"/>
            </a:xfrm>
            <a:custGeom>
              <a:avLst/>
              <a:ahLst/>
              <a:rect l="0" t="0" r="r" b="b"/>
              <a:pathLst>
                <a:path w="81" h="77">
                  <a:moveTo>
                    <a:pt x="81" y="66"/>
                  </a:moveTo>
                  <a:lnTo>
                    <a:pt x="76" y="33"/>
                  </a:lnTo>
                  <a:lnTo>
                    <a:pt x="71" y="0"/>
                  </a:lnTo>
                  <a:lnTo>
                    <a:pt x="0" y="12"/>
                  </a:lnTo>
                  <a:lnTo>
                    <a:pt x="5" y="45"/>
                  </a:lnTo>
                  <a:lnTo>
                    <a:pt x="10" y="77"/>
                  </a:lnTo>
                  <a:lnTo>
                    <a:pt x="81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77" name=""/>
            <p:cNvSpPr/>
            <p:nvPr/>
          </p:nvSpPr>
          <p:spPr>
            <a:xfrm rot="0">
              <a:off x="5136" y="1504"/>
              <a:ext cx="21" cy="19"/>
            </a:xfrm>
            <a:custGeom>
              <a:avLst/>
              <a:ahLst/>
              <a:rect l="0" t="0" r="r" b="b"/>
              <a:pathLst>
                <a:path w="81" h="77">
                  <a:moveTo>
                    <a:pt x="81" y="66"/>
                  </a:moveTo>
                  <a:lnTo>
                    <a:pt x="76" y="33"/>
                  </a:lnTo>
                  <a:lnTo>
                    <a:pt x="71" y="0"/>
                  </a:lnTo>
                  <a:lnTo>
                    <a:pt x="0" y="12"/>
                  </a:lnTo>
                  <a:lnTo>
                    <a:pt x="5" y="45"/>
                  </a:lnTo>
                  <a:lnTo>
                    <a:pt x="10" y="77"/>
                  </a:lnTo>
                  <a:lnTo>
                    <a:pt x="81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78" name=""/>
            <p:cNvSpPr/>
            <p:nvPr/>
          </p:nvSpPr>
          <p:spPr>
            <a:xfrm rot="0">
              <a:off x="5136" y="1507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79" name=""/>
            <p:cNvSpPr/>
            <p:nvPr/>
          </p:nvSpPr>
          <p:spPr>
            <a:xfrm rot="0" flipH="1">
              <a:off x="5136" y="15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80" name=""/>
            <p:cNvSpPr/>
            <p:nvPr/>
          </p:nvSpPr>
          <p:spPr>
            <a:xfrm rot="0">
              <a:off x="5118" y="1507"/>
              <a:ext cx="22" cy="20"/>
            </a:xfrm>
            <a:custGeom>
              <a:avLst/>
              <a:ahLst/>
              <a:rect l="0" t="0" r="r" b="b"/>
              <a:pathLst>
                <a:path w="87" h="81">
                  <a:moveTo>
                    <a:pt x="87" y="65"/>
                  </a:moveTo>
                  <a:lnTo>
                    <a:pt x="79" y="33"/>
                  </a:lnTo>
                  <a:lnTo>
                    <a:pt x="71" y="0"/>
                  </a:lnTo>
                  <a:lnTo>
                    <a:pt x="0" y="15"/>
                  </a:lnTo>
                  <a:lnTo>
                    <a:pt x="8" y="48"/>
                  </a:lnTo>
                  <a:lnTo>
                    <a:pt x="16" y="81"/>
                  </a:lnTo>
                  <a:lnTo>
                    <a:pt x="87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81" name=""/>
            <p:cNvSpPr/>
            <p:nvPr/>
          </p:nvSpPr>
          <p:spPr>
            <a:xfrm rot="0">
              <a:off x="5118" y="1507"/>
              <a:ext cx="22" cy="20"/>
            </a:xfrm>
            <a:custGeom>
              <a:avLst/>
              <a:ahLst/>
              <a:rect l="0" t="0" r="r" b="b"/>
              <a:pathLst>
                <a:path w="87" h="81">
                  <a:moveTo>
                    <a:pt x="87" y="65"/>
                  </a:moveTo>
                  <a:lnTo>
                    <a:pt x="79" y="33"/>
                  </a:lnTo>
                  <a:lnTo>
                    <a:pt x="71" y="0"/>
                  </a:lnTo>
                  <a:lnTo>
                    <a:pt x="0" y="15"/>
                  </a:lnTo>
                  <a:lnTo>
                    <a:pt x="8" y="48"/>
                  </a:lnTo>
                  <a:lnTo>
                    <a:pt x="16" y="81"/>
                  </a:lnTo>
                  <a:lnTo>
                    <a:pt x="87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82" name=""/>
            <p:cNvSpPr/>
            <p:nvPr/>
          </p:nvSpPr>
          <p:spPr>
            <a:xfrm rot="0">
              <a:off x="5117" y="1511"/>
              <a:ext cx="3" cy="8"/>
            </a:xfrm>
            <a:custGeom>
              <a:avLst/>
              <a:ahLst/>
              <a:rect l="0" t="0" r="r" b="b"/>
              <a:pathLst>
                <a:path w="10" h="33">
                  <a:moveTo>
                    <a:pt x="10" y="3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83" name=""/>
            <p:cNvSpPr/>
            <p:nvPr/>
          </p:nvSpPr>
          <p:spPr>
            <a:xfrm rot="0" flipH="1">
              <a:off x="5117" y="15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84" name=""/>
            <p:cNvSpPr/>
            <p:nvPr/>
          </p:nvSpPr>
          <p:spPr>
            <a:xfrm rot="0">
              <a:off x="5099" y="1511"/>
              <a:ext cx="23" cy="21"/>
            </a:xfrm>
            <a:custGeom>
              <a:avLst/>
              <a:ahLst/>
              <a:rect l="0" t="0" r="r" b="b"/>
              <a:pathLst>
                <a:path w="94" h="85">
                  <a:moveTo>
                    <a:pt x="94" y="63"/>
                  </a:moveTo>
                  <a:lnTo>
                    <a:pt x="83" y="31"/>
                  </a:lnTo>
                  <a:lnTo>
                    <a:pt x="73" y="0"/>
                  </a:lnTo>
                  <a:lnTo>
                    <a:pt x="0" y="22"/>
                  </a:lnTo>
                  <a:lnTo>
                    <a:pt x="11" y="54"/>
                  </a:lnTo>
                  <a:lnTo>
                    <a:pt x="21" y="85"/>
                  </a:lnTo>
                  <a:lnTo>
                    <a:pt x="9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85" name=""/>
            <p:cNvSpPr/>
            <p:nvPr/>
          </p:nvSpPr>
          <p:spPr>
            <a:xfrm rot="0">
              <a:off x="5099" y="1511"/>
              <a:ext cx="23" cy="21"/>
            </a:xfrm>
            <a:custGeom>
              <a:avLst/>
              <a:ahLst/>
              <a:rect l="0" t="0" r="r" b="b"/>
              <a:pathLst>
                <a:path w="94" h="85">
                  <a:moveTo>
                    <a:pt x="94" y="63"/>
                  </a:moveTo>
                  <a:lnTo>
                    <a:pt x="83" y="31"/>
                  </a:lnTo>
                  <a:lnTo>
                    <a:pt x="73" y="0"/>
                  </a:lnTo>
                  <a:lnTo>
                    <a:pt x="0" y="22"/>
                  </a:lnTo>
                  <a:lnTo>
                    <a:pt x="11" y="54"/>
                  </a:lnTo>
                  <a:lnTo>
                    <a:pt x="21" y="85"/>
                  </a:lnTo>
                  <a:lnTo>
                    <a:pt x="9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86" name=""/>
            <p:cNvSpPr/>
            <p:nvPr/>
          </p:nvSpPr>
          <p:spPr>
            <a:xfrm rot="0">
              <a:off x="5099" y="1517"/>
              <a:ext cx="3" cy="7"/>
            </a:xfrm>
            <a:custGeom>
              <a:avLst/>
              <a:ahLst/>
              <a:rect l="0" t="0" r="r" b="b"/>
              <a:pathLst>
                <a:path w="12" h="32">
                  <a:moveTo>
                    <a:pt x="12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87" name=""/>
            <p:cNvSpPr/>
            <p:nvPr/>
          </p:nvSpPr>
          <p:spPr>
            <a:xfrm rot="0" flipH="1">
              <a:off x="5099" y="15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88" name=""/>
            <p:cNvSpPr/>
            <p:nvPr/>
          </p:nvSpPr>
          <p:spPr>
            <a:xfrm rot="0">
              <a:off x="5080" y="1517"/>
              <a:ext cx="25" cy="22"/>
            </a:xfrm>
            <a:custGeom>
              <a:avLst/>
              <a:ahLst/>
              <a:rect l="0" t="0" r="r" b="b"/>
              <a:pathLst>
                <a:path w="98" h="90">
                  <a:moveTo>
                    <a:pt x="98" y="63"/>
                  </a:moveTo>
                  <a:lnTo>
                    <a:pt x="86" y="32"/>
                  </a:lnTo>
                  <a:lnTo>
                    <a:pt x="74" y="0"/>
                  </a:lnTo>
                  <a:lnTo>
                    <a:pt x="0" y="26"/>
                  </a:lnTo>
                  <a:lnTo>
                    <a:pt x="12" y="58"/>
                  </a:lnTo>
                  <a:lnTo>
                    <a:pt x="24" y="90"/>
                  </a:lnTo>
                  <a:lnTo>
                    <a:pt x="9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89" name=""/>
            <p:cNvSpPr/>
            <p:nvPr/>
          </p:nvSpPr>
          <p:spPr>
            <a:xfrm rot="0">
              <a:off x="5080" y="1517"/>
              <a:ext cx="25" cy="22"/>
            </a:xfrm>
            <a:custGeom>
              <a:avLst/>
              <a:ahLst/>
              <a:rect l="0" t="0" r="r" b="b"/>
              <a:pathLst>
                <a:path w="98" h="90">
                  <a:moveTo>
                    <a:pt x="98" y="63"/>
                  </a:moveTo>
                  <a:lnTo>
                    <a:pt x="86" y="32"/>
                  </a:lnTo>
                  <a:lnTo>
                    <a:pt x="74" y="0"/>
                  </a:lnTo>
                  <a:lnTo>
                    <a:pt x="0" y="26"/>
                  </a:lnTo>
                  <a:lnTo>
                    <a:pt x="12" y="58"/>
                  </a:lnTo>
                  <a:lnTo>
                    <a:pt x="24" y="90"/>
                  </a:lnTo>
                  <a:lnTo>
                    <a:pt x="98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90" name=""/>
            <p:cNvSpPr/>
            <p:nvPr/>
          </p:nvSpPr>
          <p:spPr>
            <a:xfrm rot="0">
              <a:off x="5080" y="1523"/>
              <a:ext cx="3" cy="8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91" name=""/>
            <p:cNvSpPr/>
            <p:nvPr/>
          </p:nvSpPr>
          <p:spPr>
            <a:xfrm rot="0" flipH="1">
              <a:off x="5080" y="15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92" name=""/>
            <p:cNvSpPr/>
            <p:nvPr/>
          </p:nvSpPr>
          <p:spPr>
            <a:xfrm rot="0">
              <a:off x="5061" y="1523"/>
              <a:ext cx="26" cy="24"/>
            </a:xfrm>
            <a:custGeom>
              <a:avLst/>
              <a:ahLst/>
              <a:rect l="0" t="0" r="r" b="b"/>
              <a:pathLst>
                <a:path w="101" h="95">
                  <a:moveTo>
                    <a:pt x="101" y="64"/>
                  </a:moveTo>
                  <a:lnTo>
                    <a:pt x="88" y="32"/>
                  </a:lnTo>
                  <a:lnTo>
                    <a:pt x="75" y="0"/>
                  </a:lnTo>
                  <a:lnTo>
                    <a:pt x="0" y="32"/>
                  </a:lnTo>
                  <a:lnTo>
                    <a:pt x="13" y="64"/>
                  </a:lnTo>
                  <a:lnTo>
                    <a:pt x="27" y="95"/>
                  </a:lnTo>
                  <a:lnTo>
                    <a:pt x="101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93" name=""/>
            <p:cNvSpPr/>
            <p:nvPr/>
          </p:nvSpPr>
          <p:spPr>
            <a:xfrm rot="0">
              <a:off x="5061" y="1523"/>
              <a:ext cx="26" cy="24"/>
            </a:xfrm>
            <a:custGeom>
              <a:avLst/>
              <a:ahLst/>
              <a:rect l="0" t="0" r="r" b="b"/>
              <a:pathLst>
                <a:path w="101" h="95">
                  <a:moveTo>
                    <a:pt x="101" y="64"/>
                  </a:moveTo>
                  <a:lnTo>
                    <a:pt x="88" y="32"/>
                  </a:lnTo>
                  <a:lnTo>
                    <a:pt x="75" y="0"/>
                  </a:lnTo>
                  <a:lnTo>
                    <a:pt x="0" y="32"/>
                  </a:lnTo>
                  <a:lnTo>
                    <a:pt x="13" y="64"/>
                  </a:lnTo>
                  <a:lnTo>
                    <a:pt x="27" y="95"/>
                  </a:lnTo>
                  <a:lnTo>
                    <a:pt x="101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94" name=""/>
            <p:cNvSpPr/>
            <p:nvPr/>
          </p:nvSpPr>
          <p:spPr>
            <a:xfrm rot="0">
              <a:off x="5061" y="1531"/>
              <a:ext cx="4" cy="8"/>
            </a:xfrm>
            <a:custGeom>
              <a:avLst/>
              <a:ahLst/>
              <a:rect l="0" t="0" r="r" b="b"/>
              <a:pathLst>
                <a:path w="14" h="32">
                  <a:moveTo>
                    <a:pt x="14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95" name=""/>
            <p:cNvSpPr/>
            <p:nvPr/>
          </p:nvSpPr>
          <p:spPr>
            <a:xfrm rot="0" flipH="1">
              <a:off x="5061" y="15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96" name=""/>
            <p:cNvSpPr/>
            <p:nvPr/>
          </p:nvSpPr>
          <p:spPr>
            <a:xfrm rot="0">
              <a:off x="5043" y="1531"/>
              <a:ext cx="25" cy="25"/>
            </a:xfrm>
            <a:custGeom>
              <a:avLst/>
              <a:ahLst/>
              <a:rect l="0" t="0" r="r" b="b"/>
              <a:pathLst>
                <a:path w="103" h="98">
                  <a:moveTo>
                    <a:pt x="103" y="61"/>
                  </a:moveTo>
                  <a:lnTo>
                    <a:pt x="88" y="31"/>
                  </a:lnTo>
                  <a:lnTo>
                    <a:pt x="74" y="0"/>
                  </a:lnTo>
                  <a:lnTo>
                    <a:pt x="0" y="37"/>
                  </a:lnTo>
                  <a:lnTo>
                    <a:pt x="15" y="67"/>
                  </a:lnTo>
                  <a:lnTo>
                    <a:pt x="29" y="98"/>
                  </a:lnTo>
                  <a:lnTo>
                    <a:pt x="103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97" name=""/>
            <p:cNvSpPr/>
            <p:nvPr/>
          </p:nvSpPr>
          <p:spPr>
            <a:xfrm rot="0">
              <a:off x="5043" y="1531"/>
              <a:ext cx="25" cy="25"/>
            </a:xfrm>
            <a:custGeom>
              <a:avLst/>
              <a:ahLst/>
              <a:rect l="0" t="0" r="r" b="b"/>
              <a:pathLst>
                <a:path w="103" h="98">
                  <a:moveTo>
                    <a:pt x="103" y="61"/>
                  </a:moveTo>
                  <a:lnTo>
                    <a:pt x="88" y="31"/>
                  </a:lnTo>
                  <a:lnTo>
                    <a:pt x="74" y="0"/>
                  </a:lnTo>
                  <a:lnTo>
                    <a:pt x="0" y="37"/>
                  </a:lnTo>
                  <a:lnTo>
                    <a:pt x="15" y="67"/>
                  </a:lnTo>
                  <a:lnTo>
                    <a:pt x="29" y="98"/>
                  </a:lnTo>
                  <a:lnTo>
                    <a:pt x="103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898" name=""/>
            <p:cNvSpPr/>
            <p:nvPr/>
          </p:nvSpPr>
          <p:spPr>
            <a:xfrm rot="0">
              <a:off x="5042" y="1541"/>
              <a:ext cx="4" cy="7"/>
            </a:xfrm>
            <a:custGeom>
              <a:avLst/>
              <a:ahLst/>
              <a:rect l="0" t="0" r="r" b="b"/>
              <a:pathLst>
                <a:path w="16" h="30">
                  <a:moveTo>
                    <a:pt x="16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899" name=""/>
            <p:cNvSpPr/>
            <p:nvPr/>
          </p:nvSpPr>
          <p:spPr>
            <a:xfrm rot="0" flipH="1">
              <a:off x="5042" y="15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00" name=""/>
            <p:cNvSpPr/>
            <p:nvPr/>
          </p:nvSpPr>
          <p:spPr>
            <a:xfrm rot="0">
              <a:off x="5024" y="1541"/>
              <a:ext cx="26" cy="24"/>
            </a:xfrm>
            <a:custGeom>
              <a:avLst/>
              <a:ahLst/>
              <a:rect l="0" t="0" r="r" b="b"/>
              <a:pathLst>
                <a:path w="107" h="99">
                  <a:moveTo>
                    <a:pt x="107" y="58"/>
                  </a:moveTo>
                  <a:lnTo>
                    <a:pt x="91" y="29"/>
                  </a:lnTo>
                  <a:lnTo>
                    <a:pt x="75" y="0"/>
                  </a:lnTo>
                  <a:lnTo>
                    <a:pt x="0" y="41"/>
                  </a:lnTo>
                  <a:lnTo>
                    <a:pt x="16" y="70"/>
                  </a:lnTo>
                  <a:lnTo>
                    <a:pt x="32" y="99"/>
                  </a:lnTo>
                  <a:lnTo>
                    <a:pt x="10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01" name=""/>
            <p:cNvSpPr/>
            <p:nvPr/>
          </p:nvSpPr>
          <p:spPr>
            <a:xfrm rot="0">
              <a:off x="5024" y="1541"/>
              <a:ext cx="26" cy="24"/>
            </a:xfrm>
            <a:custGeom>
              <a:avLst/>
              <a:ahLst/>
              <a:rect l="0" t="0" r="r" b="b"/>
              <a:pathLst>
                <a:path w="107" h="99">
                  <a:moveTo>
                    <a:pt x="107" y="58"/>
                  </a:moveTo>
                  <a:lnTo>
                    <a:pt x="91" y="29"/>
                  </a:lnTo>
                  <a:lnTo>
                    <a:pt x="75" y="0"/>
                  </a:lnTo>
                  <a:lnTo>
                    <a:pt x="0" y="41"/>
                  </a:lnTo>
                  <a:lnTo>
                    <a:pt x="16" y="70"/>
                  </a:lnTo>
                  <a:lnTo>
                    <a:pt x="32" y="99"/>
                  </a:lnTo>
                  <a:lnTo>
                    <a:pt x="10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02" name=""/>
            <p:cNvSpPr/>
            <p:nvPr/>
          </p:nvSpPr>
          <p:spPr>
            <a:xfrm rot="0">
              <a:off x="5023" y="1551"/>
              <a:ext cx="4" cy="7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03" name=""/>
            <p:cNvSpPr/>
            <p:nvPr/>
          </p:nvSpPr>
          <p:spPr>
            <a:xfrm rot="0" flipH="1">
              <a:off x="5023" y="15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04" name=""/>
            <p:cNvSpPr/>
            <p:nvPr/>
          </p:nvSpPr>
          <p:spPr>
            <a:xfrm rot="0">
              <a:off x="5004" y="1551"/>
              <a:ext cx="28" cy="26"/>
            </a:xfrm>
            <a:custGeom>
              <a:avLst/>
              <a:ahLst/>
              <a:rect l="0" t="0" r="r" b="b"/>
              <a:pathLst>
                <a:path w="109" h="104">
                  <a:moveTo>
                    <a:pt x="109" y="58"/>
                  </a:moveTo>
                  <a:lnTo>
                    <a:pt x="92" y="29"/>
                  </a:lnTo>
                  <a:lnTo>
                    <a:pt x="75" y="0"/>
                  </a:lnTo>
                  <a:lnTo>
                    <a:pt x="0" y="46"/>
                  </a:lnTo>
                  <a:lnTo>
                    <a:pt x="17" y="75"/>
                  </a:lnTo>
                  <a:lnTo>
                    <a:pt x="34" y="104"/>
                  </a:lnTo>
                  <a:lnTo>
                    <a:pt x="109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05" name=""/>
            <p:cNvSpPr/>
            <p:nvPr/>
          </p:nvSpPr>
          <p:spPr>
            <a:xfrm rot="0">
              <a:off x="5004" y="1551"/>
              <a:ext cx="28" cy="26"/>
            </a:xfrm>
            <a:custGeom>
              <a:avLst/>
              <a:ahLst/>
              <a:rect l="0" t="0" r="r" b="b"/>
              <a:pathLst>
                <a:path w="109" h="104">
                  <a:moveTo>
                    <a:pt x="109" y="58"/>
                  </a:moveTo>
                  <a:lnTo>
                    <a:pt x="92" y="29"/>
                  </a:lnTo>
                  <a:lnTo>
                    <a:pt x="75" y="0"/>
                  </a:lnTo>
                  <a:lnTo>
                    <a:pt x="0" y="46"/>
                  </a:lnTo>
                  <a:lnTo>
                    <a:pt x="17" y="75"/>
                  </a:lnTo>
                  <a:lnTo>
                    <a:pt x="34" y="104"/>
                  </a:lnTo>
                  <a:lnTo>
                    <a:pt x="109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06" name=""/>
            <p:cNvSpPr/>
            <p:nvPr/>
          </p:nvSpPr>
          <p:spPr>
            <a:xfrm rot="0">
              <a:off x="5004" y="1563"/>
              <a:ext cx="5" cy="7"/>
            </a:xfrm>
            <a:custGeom>
              <a:avLst/>
              <a:ahLst/>
              <a:rect l="0" t="0" r="r" b="b"/>
              <a:pathLst>
                <a:path w="18" h="29">
                  <a:moveTo>
                    <a:pt x="18" y="2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07" name=""/>
            <p:cNvSpPr/>
            <p:nvPr/>
          </p:nvSpPr>
          <p:spPr>
            <a:xfrm rot="0" flipH="1">
              <a:off x="5004" y="1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08" name=""/>
            <p:cNvSpPr/>
            <p:nvPr/>
          </p:nvSpPr>
          <p:spPr>
            <a:xfrm rot="0">
              <a:off x="4985" y="1563"/>
              <a:ext cx="28" cy="26"/>
            </a:xfrm>
            <a:custGeom>
              <a:avLst/>
              <a:ahLst/>
              <a:rect l="0" t="0" r="r" b="b"/>
              <a:pathLst>
                <a:path w="111" h="106">
                  <a:moveTo>
                    <a:pt x="111" y="56"/>
                  </a:moveTo>
                  <a:lnTo>
                    <a:pt x="93" y="28"/>
                  </a:lnTo>
                  <a:lnTo>
                    <a:pt x="75" y="0"/>
                  </a:lnTo>
                  <a:lnTo>
                    <a:pt x="0" y="50"/>
                  </a:lnTo>
                  <a:lnTo>
                    <a:pt x="18" y="78"/>
                  </a:lnTo>
                  <a:lnTo>
                    <a:pt x="36" y="106"/>
                  </a:lnTo>
                  <a:lnTo>
                    <a:pt x="111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09" name=""/>
            <p:cNvSpPr/>
            <p:nvPr/>
          </p:nvSpPr>
          <p:spPr>
            <a:xfrm rot="0">
              <a:off x="4985" y="1563"/>
              <a:ext cx="28" cy="26"/>
            </a:xfrm>
            <a:custGeom>
              <a:avLst/>
              <a:ahLst/>
              <a:rect l="0" t="0" r="r" b="b"/>
              <a:pathLst>
                <a:path w="111" h="106">
                  <a:moveTo>
                    <a:pt x="111" y="56"/>
                  </a:moveTo>
                  <a:lnTo>
                    <a:pt x="93" y="28"/>
                  </a:lnTo>
                  <a:lnTo>
                    <a:pt x="75" y="0"/>
                  </a:lnTo>
                  <a:lnTo>
                    <a:pt x="0" y="50"/>
                  </a:lnTo>
                  <a:lnTo>
                    <a:pt x="18" y="78"/>
                  </a:lnTo>
                  <a:lnTo>
                    <a:pt x="36" y="106"/>
                  </a:lnTo>
                  <a:lnTo>
                    <a:pt x="11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10" name=""/>
            <p:cNvSpPr/>
            <p:nvPr/>
          </p:nvSpPr>
          <p:spPr>
            <a:xfrm rot="0">
              <a:off x="4985" y="1575"/>
              <a:ext cx="5" cy="7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11" name=""/>
            <p:cNvSpPr/>
            <p:nvPr/>
          </p:nvSpPr>
          <p:spPr>
            <a:xfrm rot="0" flipH="1">
              <a:off x="4985" y="1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12" name=""/>
            <p:cNvSpPr/>
            <p:nvPr/>
          </p:nvSpPr>
          <p:spPr>
            <a:xfrm rot="0">
              <a:off x="4967" y="1575"/>
              <a:ext cx="28" cy="28"/>
            </a:xfrm>
            <a:custGeom>
              <a:avLst/>
              <a:ahLst/>
              <a:rect l="0" t="0" r="r" b="b"/>
              <a:pathLst>
                <a:path w="113" h="109">
                  <a:moveTo>
                    <a:pt x="113" y="56"/>
                  </a:moveTo>
                  <a:lnTo>
                    <a:pt x="93" y="28"/>
                  </a:lnTo>
                  <a:lnTo>
                    <a:pt x="73" y="0"/>
                  </a:lnTo>
                  <a:lnTo>
                    <a:pt x="0" y="54"/>
                  </a:lnTo>
                  <a:lnTo>
                    <a:pt x="19" y="82"/>
                  </a:lnTo>
                  <a:lnTo>
                    <a:pt x="39" y="109"/>
                  </a:lnTo>
                  <a:lnTo>
                    <a:pt x="113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13" name=""/>
            <p:cNvSpPr/>
            <p:nvPr/>
          </p:nvSpPr>
          <p:spPr>
            <a:xfrm rot="0">
              <a:off x="4967" y="1575"/>
              <a:ext cx="28" cy="28"/>
            </a:xfrm>
            <a:custGeom>
              <a:avLst/>
              <a:ahLst/>
              <a:rect l="0" t="0" r="r" b="b"/>
              <a:pathLst>
                <a:path w="113" h="109">
                  <a:moveTo>
                    <a:pt x="113" y="56"/>
                  </a:moveTo>
                  <a:lnTo>
                    <a:pt x="93" y="28"/>
                  </a:lnTo>
                  <a:lnTo>
                    <a:pt x="73" y="0"/>
                  </a:lnTo>
                  <a:lnTo>
                    <a:pt x="0" y="54"/>
                  </a:lnTo>
                  <a:lnTo>
                    <a:pt x="19" y="82"/>
                  </a:lnTo>
                  <a:lnTo>
                    <a:pt x="39" y="109"/>
                  </a:lnTo>
                  <a:lnTo>
                    <a:pt x="113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14" name=""/>
            <p:cNvSpPr/>
            <p:nvPr/>
          </p:nvSpPr>
          <p:spPr>
            <a:xfrm rot="0">
              <a:off x="4966" y="1589"/>
              <a:ext cx="6" cy="7"/>
            </a:xfrm>
            <a:custGeom>
              <a:avLst/>
              <a:ahLst/>
              <a:rect l="0" t="0" r="r" b="b"/>
              <a:pathLst>
                <a:path w="21" h="28">
                  <a:moveTo>
                    <a:pt x="21" y="28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15" name=""/>
            <p:cNvSpPr/>
            <p:nvPr/>
          </p:nvSpPr>
          <p:spPr>
            <a:xfrm rot="0" flipH="1">
              <a:off x="4966" y="1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16" name=""/>
            <p:cNvSpPr/>
            <p:nvPr/>
          </p:nvSpPr>
          <p:spPr>
            <a:xfrm rot="0">
              <a:off x="4948" y="1589"/>
              <a:ext cx="29" cy="28"/>
            </a:xfrm>
            <a:custGeom>
              <a:avLst/>
              <a:ahLst/>
              <a:rect l="0" t="0" r="r" b="b"/>
              <a:pathLst>
                <a:path w="115" h="110">
                  <a:moveTo>
                    <a:pt x="115" y="52"/>
                  </a:moveTo>
                  <a:lnTo>
                    <a:pt x="94" y="26"/>
                  </a:lnTo>
                  <a:lnTo>
                    <a:pt x="73" y="0"/>
                  </a:lnTo>
                  <a:lnTo>
                    <a:pt x="0" y="57"/>
                  </a:lnTo>
                  <a:lnTo>
                    <a:pt x="21" y="84"/>
                  </a:lnTo>
                  <a:lnTo>
                    <a:pt x="42" y="110"/>
                  </a:lnTo>
                  <a:lnTo>
                    <a:pt x="115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17" name=""/>
            <p:cNvSpPr/>
            <p:nvPr/>
          </p:nvSpPr>
          <p:spPr>
            <a:xfrm rot="0">
              <a:off x="4948" y="1589"/>
              <a:ext cx="29" cy="28"/>
            </a:xfrm>
            <a:custGeom>
              <a:avLst/>
              <a:ahLst/>
              <a:rect l="0" t="0" r="r" b="b"/>
              <a:pathLst>
                <a:path w="115" h="110">
                  <a:moveTo>
                    <a:pt x="115" y="52"/>
                  </a:moveTo>
                  <a:lnTo>
                    <a:pt x="94" y="26"/>
                  </a:lnTo>
                  <a:lnTo>
                    <a:pt x="73" y="0"/>
                  </a:lnTo>
                  <a:lnTo>
                    <a:pt x="0" y="57"/>
                  </a:lnTo>
                  <a:lnTo>
                    <a:pt x="21" y="84"/>
                  </a:lnTo>
                  <a:lnTo>
                    <a:pt x="42" y="110"/>
                  </a:lnTo>
                  <a:lnTo>
                    <a:pt x="115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18" name=""/>
            <p:cNvSpPr/>
            <p:nvPr/>
          </p:nvSpPr>
          <p:spPr>
            <a:xfrm rot="0">
              <a:off x="4948" y="1604"/>
              <a:ext cx="5" cy="6"/>
            </a:xfrm>
            <a:custGeom>
              <a:avLst/>
              <a:ahLst/>
              <a:rect l="0" t="0" r="r" b="b"/>
              <a:pathLst>
                <a:path w="22" h="27">
                  <a:moveTo>
                    <a:pt x="22" y="2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19" name=""/>
            <p:cNvSpPr/>
            <p:nvPr/>
          </p:nvSpPr>
          <p:spPr>
            <a:xfrm rot="0" flipH="1">
              <a:off x="4948" y="1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20" name=""/>
            <p:cNvSpPr/>
            <p:nvPr/>
          </p:nvSpPr>
          <p:spPr>
            <a:xfrm rot="0">
              <a:off x="4930" y="1604"/>
              <a:ext cx="29" cy="28"/>
            </a:xfrm>
            <a:custGeom>
              <a:avLst/>
              <a:ahLst/>
              <a:rect l="0" t="0" r="r" b="b"/>
              <a:pathLst>
                <a:path w="117" h="111">
                  <a:moveTo>
                    <a:pt x="117" y="50"/>
                  </a:moveTo>
                  <a:lnTo>
                    <a:pt x="95" y="25"/>
                  </a:lnTo>
                  <a:lnTo>
                    <a:pt x="73" y="0"/>
                  </a:lnTo>
                  <a:lnTo>
                    <a:pt x="0" y="62"/>
                  </a:lnTo>
                  <a:lnTo>
                    <a:pt x="23" y="87"/>
                  </a:lnTo>
                  <a:lnTo>
                    <a:pt x="45" y="111"/>
                  </a:lnTo>
                  <a:lnTo>
                    <a:pt x="117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21" name=""/>
            <p:cNvSpPr/>
            <p:nvPr/>
          </p:nvSpPr>
          <p:spPr>
            <a:xfrm rot="0">
              <a:off x="4930" y="1604"/>
              <a:ext cx="29" cy="28"/>
            </a:xfrm>
            <a:custGeom>
              <a:avLst/>
              <a:ahLst/>
              <a:rect l="0" t="0" r="r" b="b"/>
              <a:pathLst>
                <a:path w="117" h="111">
                  <a:moveTo>
                    <a:pt x="117" y="50"/>
                  </a:moveTo>
                  <a:lnTo>
                    <a:pt x="95" y="25"/>
                  </a:lnTo>
                  <a:lnTo>
                    <a:pt x="73" y="0"/>
                  </a:lnTo>
                  <a:lnTo>
                    <a:pt x="0" y="62"/>
                  </a:lnTo>
                  <a:lnTo>
                    <a:pt x="23" y="87"/>
                  </a:lnTo>
                  <a:lnTo>
                    <a:pt x="45" y="111"/>
                  </a:lnTo>
                  <a:lnTo>
                    <a:pt x="11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22" name=""/>
            <p:cNvSpPr/>
            <p:nvPr/>
          </p:nvSpPr>
          <p:spPr>
            <a:xfrm rot="0">
              <a:off x="4930" y="1619"/>
              <a:ext cx="5" cy="7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23" name=""/>
            <p:cNvSpPr/>
            <p:nvPr/>
          </p:nvSpPr>
          <p:spPr>
            <a:xfrm rot="0">
              <a:off x="4930" y="1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24" name=""/>
            <p:cNvSpPr/>
            <p:nvPr/>
          </p:nvSpPr>
          <p:spPr>
            <a:xfrm rot="0">
              <a:off x="4911" y="1619"/>
              <a:ext cx="30" cy="29"/>
            </a:xfrm>
            <a:custGeom>
              <a:avLst/>
              <a:ahLst/>
              <a:rect l="0" t="0" r="r" b="b"/>
              <a:pathLst>
                <a:path w="117" h="115">
                  <a:moveTo>
                    <a:pt x="117" y="49"/>
                  </a:moveTo>
                  <a:lnTo>
                    <a:pt x="95" y="25"/>
                  </a:lnTo>
                  <a:lnTo>
                    <a:pt x="72" y="0"/>
                  </a:lnTo>
                  <a:lnTo>
                    <a:pt x="0" y="65"/>
                  </a:lnTo>
                  <a:lnTo>
                    <a:pt x="22" y="90"/>
                  </a:lnTo>
                  <a:lnTo>
                    <a:pt x="45" y="115"/>
                  </a:lnTo>
                  <a:lnTo>
                    <a:pt x="11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25" name=""/>
            <p:cNvSpPr/>
            <p:nvPr/>
          </p:nvSpPr>
          <p:spPr>
            <a:xfrm rot="0">
              <a:off x="4911" y="1619"/>
              <a:ext cx="30" cy="29"/>
            </a:xfrm>
            <a:custGeom>
              <a:avLst/>
              <a:ahLst/>
              <a:rect l="0" t="0" r="r" b="b"/>
              <a:pathLst>
                <a:path w="117" h="115">
                  <a:moveTo>
                    <a:pt x="117" y="49"/>
                  </a:moveTo>
                  <a:lnTo>
                    <a:pt x="95" y="25"/>
                  </a:lnTo>
                  <a:lnTo>
                    <a:pt x="72" y="0"/>
                  </a:lnTo>
                  <a:lnTo>
                    <a:pt x="0" y="65"/>
                  </a:lnTo>
                  <a:lnTo>
                    <a:pt x="22" y="90"/>
                  </a:lnTo>
                  <a:lnTo>
                    <a:pt x="45" y="115"/>
                  </a:lnTo>
                  <a:lnTo>
                    <a:pt x="117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26" name=""/>
            <p:cNvSpPr/>
            <p:nvPr/>
          </p:nvSpPr>
          <p:spPr>
            <a:xfrm rot="0">
              <a:off x="4911" y="1636"/>
              <a:ext cx="6" cy="6"/>
            </a:xfrm>
            <a:custGeom>
              <a:avLst/>
              <a:ahLst/>
              <a:rect l="0" t="0" r="r" b="b"/>
              <a:pathLst>
                <a:path w="23" h="25">
                  <a:moveTo>
                    <a:pt x="23" y="2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27" name=""/>
            <p:cNvSpPr/>
            <p:nvPr/>
          </p:nvSpPr>
          <p:spPr>
            <a:xfrm rot="0" flipH="1">
              <a:off x="4911" y="1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28" name=""/>
            <p:cNvSpPr/>
            <p:nvPr/>
          </p:nvSpPr>
          <p:spPr>
            <a:xfrm rot="0">
              <a:off x="4893" y="1636"/>
              <a:ext cx="30" cy="2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47"/>
                  </a:moveTo>
                  <a:lnTo>
                    <a:pt x="94" y="23"/>
                  </a:lnTo>
                  <a:lnTo>
                    <a:pt x="71" y="0"/>
                  </a:lnTo>
                  <a:lnTo>
                    <a:pt x="0" y="69"/>
                  </a:lnTo>
                  <a:lnTo>
                    <a:pt x="23" y="93"/>
                  </a:lnTo>
                  <a:lnTo>
                    <a:pt x="47" y="117"/>
                  </a:lnTo>
                  <a:lnTo>
                    <a:pt x="118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29" name=""/>
            <p:cNvSpPr/>
            <p:nvPr/>
          </p:nvSpPr>
          <p:spPr>
            <a:xfrm rot="0">
              <a:off x="4893" y="1636"/>
              <a:ext cx="30" cy="2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47"/>
                  </a:moveTo>
                  <a:lnTo>
                    <a:pt x="94" y="23"/>
                  </a:lnTo>
                  <a:lnTo>
                    <a:pt x="71" y="0"/>
                  </a:lnTo>
                  <a:lnTo>
                    <a:pt x="0" y="69"/>
                  </a:lnTo>
                  <a:lnTo>
                    <a:pt x="23" y="93"/>
                  </a:lnTo>
                  <a:lnTo>
                    <a:pt x="47" y="117"/>
                  </a:lnTo>
                  <a:lnTo>
                    <a:pt x="118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30" name=""/>
            <p:cNvSpPr/>
            <p:nvPr/>
          </p:nvSpPr>
          <p:spPr>
            <a:xfrm rot="0">
              <a:off x="4893" y="1654"/>
              <a:ext cx="6" cy="5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31" name=""/>
            <p:cNvSpPr/>
            <p:nvPr/>
          </p:nvSpPr>
          <p:spPr>
            <a:xfrm rot="0" flipH="1">
              <a:off x="4893" y="16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32" name=""/>
            <p:cNvSpPr/>
            <p:nvPr/>
          </p:nvSpPr>
          <p:spPr>
            <a:xfrm rot="0">
              <a:off x="4876" y="1654"/>
              <a:ext cx="30" cy="29"/>
            </a:xfrm>
            <a:custGeom>
              <a:avLst/>
              <a:ahLst/>
              <a:rect l="0" t="0" r="r" b="b"/>
              <a:pathLst>
                <a:path w="118" h="118">
                  <a:moveTo>
                    <a:pt x="118" y="44"/>
                  </a:moveTo>
                  <a:lnTo>
                    <a:pt x="93" y="22"/>
                  </a:lnTo>
                  <a:lnTo>
                    <a:pt x="68" y="0"/>
                  </a:lnTo>
                  <a:lnTo>
                    <a:pt x="0" y="73"/>
                  </a:lnTo>
                  <a:lnTo>
                    <a:pt x="25" y="96"/>
                  </a:lnTo>
                  <a:lnTo>
                    <a:pt x="50" y="118"/>
                  </a:lnTo>
                  <a:lnTo>
                    <a:pt x="118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33" name=""/>
            <p:cNvSpPr/>
            <p:nvPr/>
          </p:nvSpPr>
          <p:spPr>
            <a:xfrm rot="0">
              <a:off x="4876" y="1654"/>
              <a:ext cx="30" cy="29"/>
            </a:xfrm>
            <a:custGeom>
              <a:avLst/>
              <a:ahLst/>
              <a:rect l="0" t="0" r="r" b="b"/>
              <a:pathLst>
                <a:path w="118" h="118">
                  <a:moveTo>
                    <a:pt x="118" y="44"/>
                  </a:moveTo>
                  <a:lnTo>
                    <a:pt x="93" y="22"/>
                  </a:lnTo>
                  <a:lnTo>
                    <a:pt x="68" y="0"/>
                  </a:lnTo>
                  <a:lnTo>
                    <a:pt x="0" y="73"/>
                  </a:lnTo>
                  <a:lnTo>
                    <a:pt x="25" y="96"/>
                  </a:lnTo>
                  <a:lnTo>
                    <a:pt x="50" y="118"/>
                  </a:lnTo>
                  <a:lnTo>
                    <a:pt x="118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34" name=""/>
            <p:cNvSpPr/>
            <p:nvPr/>
          </p:nvSpPr>
          <p:spPr>
            <a:xfrm rot="0">
              <a:off x="4876" y="1672"/>
              <a:ext cx="6" cy="6"/>
            </a:xfrm>
            <a:custGeom>
              <a:avLst/>
              <a:ahLst/>
              <a:rect l="0" t="0" r="r" b="b"/>
              <a:pathLst>
                <a:path w="25" h="23">
                  <a:moveTo>
                    <a:pt x="25" y="2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35" name=""/>
            <p:cNvSpPr/>
            <p:nvPr/>
          </p:nvSpPr>
          <p:spPr>
            <a:xfrm rot="0">
              <a:off x="4876" y="16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36" name=""/>
            <p:cNvSpPr/>
            <p:nvPr/>
          </p:nvSpPr>
          <p:spPr>
            <a:xfrm rot="0">
              <a:off x="4859" y="1672"/>
              <a:ext cx="29" cy="31"/>
            </a:xfrm>
            <a:custGeom>
              <a:avLst/>
              <a:ahLst/>
              <a:rect l="0" t="0" r="r" b="b"/>
              <a:pathLst>
                <a:path w="117" h="121">
                  <a:moveTo>
                    <a:pt x="117" y="45"/>
                  </a:moveTo>
                  <a:lnTo>
                    <a:pt x="92" y="23"/>
                  </a:lnTo>
                  <a:lnTo>
                    <a:pt x="67" y="0"/>
                  </a:lnTo>
                  <a:lnTo>
                    <a:pt x="0" y="76"/>
                  </a:lnTo>
                  <a:lnTo>
                    <a:pt x="25" y="99"/>
                  </a:lnTo>
                  <a:lnTo>
                    <a:pt x="50" y="121"/>
                  </a:lnTo>
                  <a:lnTo>
                    <a:pt x="11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37" name=""/>
            <p:cNvSpPr/>
            <p:nvPr/>
          </p:nvSpPr>
          <p:spPr>
            <a:xfrm rot="0">
              <a:off x="4859" y="1672"/>
              <a:ext cx="29" cy="31"/>
            </a:xfrm>
            <a:custGeom>
              <a:avLst/>
              <a:ahLst/>
              <a:rect l="0" t="0" r="r" b="b"/>
              <a:pathLst>
                <a:path w="117" h="121">
                  <a:moveTo>
                    <a:pt x="117" y="45"/>
                  </a:moveTo>
                  <a:lnTo>
                    <a:pt x="92" y="23"/>
                  </a:lnTo>
                  <a:lnTo>
                    <a:pt x="67" y="0"/>
                  </a:lnTo>
                  <a:lnTo>
                    <a:pt x="0" y="76"/>
                  </a:lnTo>
                  <a:lnTo>
                    <a:pt x="25" y="99"/>
                  </a:lnTo>
                  <a:lnTo>
                    <a:pt x="50" y="121"/>
                  </a:lnTo>
                  <a:lnTo>
                    <a:pt x="117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38" name=""/>
            <p:cNvSpPr/>
            <p:nvPr/>
          </p:nvSpPr>
          <p:spPr>
            <a:xfrm rot="0">
              <a:off x="4859" y="1691"/>
              <a:ext cx="6" cy="6"/>
            </a:xfrm>
            <a:custGeom>
              <a:avLst/>
              <a:ahLst/>
              <a:rect l="0" t="0" r="r" b="b"/>
              <a:pathLst>
                <a:path w="26" h="23">
                  <a:moveTo>
                    <a:pt x="26" y="2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39" name=""/>
            <p:cNvSpPr/>
            <p:nvPr/>
          </p:nvSpPr>
          <p:spPr>
            <a:xfrm rot="0" flipH="1">
              <a:off x="4859" y="1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40" name=""/>
            <p:cNvSpPr/>
            <p:nvPr/>
          </p:nvSpPr>
          <p:spPr>
            <a:xfrm rot="0">
              <a:off x="4842" y="1692"/>
              <a:ext cx="30" cy="30"/>
            </a:xfrm>
            <a:custGeom>
              <a:avLst/>
              <a:ahLst/>
              <a:rect l="0" t="0" r="r" b="b"/>
              <a:pathLst>
                <a:path w="118" h="121">
                  <a:moveTo>
                    <a:pt x="118" y="42"/>
                  </a:moveTo>
                  <a:lnTo>
                    <a:pt x="92" y="21"/>
                  </a:lnTo>
                  <a:lnTo>
                    <a:pt x="66" y="0"/>
                  </a:lnTo>
                  <a:lnTo>
                    <a:pt x="0" y="79"/>
                  </a:lnTo>
                  <a:lnTo>
                    <a:pt x="26" y="100"/>
                  </a:lnTo>
                  <a:lnTo>
                    <a:pt x="53" y="121"/>
                  </a:lnTo>
                  <a:lnTo>
                    <a:pt x="118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41" name=""/>
            <p:cNvSpPr/>
            <p:nvPr/>
          </p:nvSpPr>
          <p:spPr>
            <a:xfrm rot="0">
              <a:off x="4842" y="1692"/>
              <a:ext cx="30" cy="30"/>
            </a:xfrm>
            <a:custGeom>
              <a:avLst/>
              <a:ahLst/>
              <a:rect l="0" t="0" r="r" b="b"/>
              <a:pathLst>
                <a:path w="118" h="121">
                  <a:moveTo>
                    <a:pt x="118" y="42"/>
                  </a:moveTo>
                  <a:lnTo>
                    <a:pt x="92" y="21"/>
                  </a:lnTo>
                  <a:lnTo>
                    <a:pt x="66" y="0"/>
                  </a:lnTo>
                  <a:lnTo>
                    <a:pt x="0" y="79"/>
                  </a:lnTo>
                  <a:lnTo>
                    <a:pt x="26" y="100"/>
                  </a:lnTo>
                  <a:lnTo>
                    <a:pt x="53" y="121"/>
                  </a:lnTo>
                  <a:lnTo>
                    <a:pt x="118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42" name=""/>
            <p:cNvSpPr/>
            <p:nvPr/>
          </p:nvSpPr>
          <p:spPr>
            <a:xfrm rot="0">
              <a:off x="4842" y="1711"/>
              <a:ext cx="7" cy="6"/>
            </a:xfrm>
            <a:custGeom>
              <a:avLst/>
              <a:ahLst/>
              <a:rect l="0" t="0" r="r" b="b"/>
              <a:pathLst>
                <a:path w="26" h="21">
                  <a:moveTo>
                    <a:pt x="26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43" name=""/>
            <p:cNvSpPr/>
            <p:nvPr/>
          </p:nvSpPr>
          <p:spPr>
            <a:xfrm rot="0">
              <a:off x="4842" y="1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44" name=""/>
            <p:cNvSpPr/>
            <p:nvPr/>
          </p:nvSpPr>
          <p:spPr>
            <a:xfrm rot="0">
              <a:off x="4826" y="1711"/>
              <a:ext cx="30" cy="31"/>
            </a:xfrm>
            <a:custGeom>
              <a:avLst/>
              <a:ahLst/>
              <a:rect l="0" t="0" r="r" b="b"/>
              <a:pathLst>
                <a:path w="117" h="123">
                  <a:moveTo>
                    <a:pt x="117" y="42"/>
                  </a:moveTo>
                  <a:lnTo>
                    <a:pt x="90" y="21"/>
                  </a:lnTo>
                  <a:lnTo>
                    <a:pt x="64" y="0"/>
                  </a:lnTo>
                  <a:lnTo>
                    <a:pt x="0" y="81"/>
                  </a:lnTo>
                  <a:lnTo>
                    <a:pt x="26" y="102"/>
                  </a:lnTo>
                  <a:lnTo>
                    <a:pt x="52" y="123"/>
                  </a:lnTo>
                  <a:lnTo>
                    <a:pt x="11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45" name=""/>
            <p:cNvSpPr/>
            <p:nvPr/>
          </p:nvSpPr>
          <p:spPr>
            <a:xfrm rot="0">
              <a:off x="4826" y="1711"/>
              <a:ext cx="30" cy="31"/>
            </a:xfrm>
            <a:custGeom>
              <a:avLst/>
              <a:ahLst/>
              <a:rect l="0" t="0" r="r" b="b"/>
              <a:pathLst>
                <a:path w="117" h="123">
                  <a:moveTo>
                    <a:pt x="117" y="42"/>
                  </a:moveTo>
                  <a:lnTo>
                    <a:pt x="90" y="21"/>
                  </a:lnTo>
                  <a:lnTo>
                    <a:pt x="64" y="0"/>
                  </a:lnTo>
                  <a:lnTo>
                    <a:pt x="0" y="81"/>
                  </a:lnTo>
                  <a:lnTo>
                    <a:pt x="26" y="102"/>
                  </a:lnTo>
                  <a:lnTo>
                    <a:pt x="52" y="123"/>
                  </a:lnTo>
                  <a:lnTo>
                    <a:pt x="11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46" name=""/>
            <p:cNvSpPr/>
            <p:nvPr/>
          </p:nvSpPr>
          <p:spPr>
            <a:xfrm rot="0">
              <a:off x="4826" y="1732"/>
              <a:ext cx="7" cy="5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47" name=""/>
            <p:cNvSpPr/>
            <p:nvPr/>
          </p:nvSpPr>
          <p:spPr>
            <a:xfrm rot="0" flipH="1">
              <a:off x="4826" y="1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48" name=""/>
            <p:cNvSpPr/>
            <p:nvPr/>
          </p:nvSpPr>
          <p:spPr>
            <a:xfrm rot="0">
              <a:off x="4811" y="1732"/>
              <a:ext cx="29" cy="31"/>
            </a:xfrm>
            <a:custGeom>
              <a:avLst/>
              <a:ahLst/>
              <a:rect l="0" t="0" r="r" b="b"/>
              <a:pathLst>
                <a:path w="117" h="125">
                  <a:moveTo>
                    <a:pt x="117" y="40"/>
                  </a:moveTo>
                  <a:lnTo>
                    <a:pt x="90" y="20"/>
                  </a:lnTo>
                  <a:lnTo>
                    <a:pt x="62" y="0"/>
                  </a:lnTo>
                  <a:lnTo>
                    <a:pt x="0" y="86"/>
                  </a:lnTo>
                  <a:lnTo>
                    <a:pt x="28" y="106"/>
                  </a:lnTo>
                  <a:lnTo>
                    <a:pt x="56" y="125"/>
                  </a:lnTo>
                  <a:lnTo>
                    <a:pt x="117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49" name=""/>
            <p:cNvSpPr/>
            <p:nvPr/>
          </p:nvSpPr>
          <p:spPr>
            <a:xfrm rot="0">
              <a:off x="4811" y="1732"/>
              <a:ext cx="29" cy="31"/>
            </a:xfrm>
            <a:custGeom>
              <a:avLst/>
              <a:ahLst/>
              <a:rect l="0" t="0" r="r" b="b"/>
              <a:pathLst>
                <a:path w="117" h="125">
                  <a:moveTo>
                    <a:pt x="117" y="40"/>
                  </a:moveTo>
                  <a:lnTo>
                    <a:pt x="90" y="20"/>
                  </a:lnTo>
                  <a:lnTo>
                    <a:pt x="62" y="0"/>
                  </a:lnTo>
                  <a:lnTo>
                    <a:pt x="0" y="86"/>
                  </a:lnTo>
                  <a:lnTo>
                    <a:pt x="28" y="106"/>
                  </a:lnTo>
                  <a:lnTo>
                    <a:pt x="56" y="125"/>
                  </a:lnTo>
                  <a:lnTo>
                    <a:pt x="117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50" name=""/>
            <p:cNvSpPr/>
            <p:nvPr/>
          </p:nvSpPr>
          <p:spPr>
            <a:xfrm rot="0">
              <a:off x="4811" y="1753"/>
              <a:ext cx="7" cy="5"/>
            </a:xfrm>
            <a:custGeom>
              <a:avLst/>
              <a:ahLst/>
              <a:rect l="0" t="0" r="r" b="b"/>
              <a:pathLst>
                <a:path w="28" h="20">
                  <a:moveTo>
                    <a:pt x="28" y="2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51" name=""/>
            <p:cNvSpPr/>
            <p:nvPr/>
          </p:nvSpPr>
          <p:spPr>
            <a:xfrm rot="0">
              <a:off x="4811" y="17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52" name=""/>
            <p:cNvSpPr/>
            <p:nvPr/>
          </p:nvSpPr>
          <p:spPr>
            <a:xfrm rot="0">
              <a:off x="4796" y="1754"/>
              <a:ext cx="28" cy="31"/>
            </a:xfrm>
            <a:custGeom>
              <a:avLst/>
              <a:ahLst/>
              <a:rect l="0" t="0" r="r" b="b"/>
              <a:pathLst>
                <a:path w="115" h="124">
                  <a:moveTo>
                    <a:pt x="115" y="37"/>
                  </a:moveTo>
                  <a:lnTo>
                    <a:pt x="87" y="19"/>
                  </a:lnTo>
                  <a:lnTo>
                    <a:pt x="59" y="0"/>
                  </a:lnTo>
                  <a:lnTo>
                    <a:pt x="0" y="87"/>
                  </a:lnTo>
                  <a:lnTo>
                    <a:pt x="28" y="105"/>
                  </a:lnTo>
                  <a:lnTo>
                    <a:pt x="56" y="124"/>
                  </a:lnTo>
                  <a:lnTo>
                    <a:pt x="11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53" name=""/>
            <p:cNvSpPr/>
            <p:nvPr/>
          </p:nvSpPr>
          <p:spPr>
            <a:xfrm rot="0">
              <a:off x="4796" y="1754"/>
              <a:ext cx="28" cy="31"/>
            </a:xfrm>
            <a:custGeom>
              <a:avLst/>
              <a:ahLst/>
              <a:rect l="0" t="0" r="r" b="b"/>
              <a:pathLst>
                <a:path w="115" h="124">
                  <a:moveTo>
                    <a:pt x="115" y="37"/>
                  </a:moveTo>
                  <a:lnTo>
                    <a:pt x="87" y="19"/>
                  </a:lnTo>
                  <a:lnTo>
                    <a:pt x="59" y="0"/>
                  </a:lnTo>
                  <a:lnTo>
                    <a:pt x="0" y="87"/>
                  </a:lnTo>
                  <a:lnTo>
                    <a:pt x="28" y="105"/>
                  </a:lnTo>
                  <a:lnTo>
                    <a:pt x="56" y="124"/>
                  </a:lnTo>
                  <a:lnTo>
                    <a:pt x="115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54" name=""/>
            <p:cNvSpPr/>
            <p:nvPr/>
          </p:nvSpPr>
          <p:spPr>
            <a:xfrm rot="0">
              <a:off x="4796" y="1775"/>
              <a:ext cx="7" cy="5"/>
            </a:xfrm>
            <a:custGeom>
              <a:avLst/>
              <a:ahLst/>
              <a:rect l="0" t="0" r="r" b="b"/>
              <a:pathLst>
                <a:path w="28" h="18">
                  <a:moveTo>
                    <a:pt x="28" y="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55" name=""/>
            <p:cNvSpPr/>
            <p:nvPr/>
          </p:nvSpPr>
          <p:spPr>
            <a:xfrm rot="0">
              <a:off x="4796" y="17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56" name=""/>
            <p:cNvSpPr/>
            <p:nvPr/>
          </p:nvSpPr>
          <p:spPr>
            <a:xfrm rot="0">
              <a:off x="4782" y="1775"/>
              <a:ext cx="28" cy="32"/>
            </a:xfrm>
            <a:custGeom>
              <a:avLst/>
              <a:ahLst/>
              <a:rect l="0" t="0" r="r" b="b"/>
              <a:pathLst>
                <a:path w="112" h="125">
                  <a:moveTo>
                    <a:pt x="112" y="37"/>
                  </a:moveTo>
                  <a:lnTo>
                    <a:pt x="84" y="18"/>
                  </a:lnTo>
                  <a:lnTo>
                    <a:pt x="56" y="0"/>
                  </a:lnTo>
                  <a:lnTo>
                    <a:pt x="0" y="88"/>
                  </a:lnTo>
                  <a:lnTo>
                    <a:pt x="27" y="106"/>
                  </a:lnTo>
                  <a:lnTo>
                    <a:pt x="55" y="125"/>
                  </a:lnTo>
                  <a:lnTo>
                    <a:pt x="112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57" name=""/>
            <p:cNvSpPr/>
            <p:nvPr/>
          </p:nvSpPr>
          <p:spPr>
            <a:xfrm rot="0">
              <a:off x="4782" y="1775"/>
              <a:ext cx="28" cy="32"/>
            </a:xfrm>
            <a:custGeom>
              <a:avLst/>
              <a:ahLst/>
              <a:rect l="0" t="0" r="r" b="b"/>
              <a:pathLst>
                <a:path w="112" h="125">
                  <a:moveTo>
                    <a:pt x="112" y="37"/>
                  </a:moveTo>
                  <a:lnTo>
                    <a:pt x="84" y="18"/>
                  </a:lnTo>
                  <a:lnTo>
                    <a:pt x="56" y="0"/>
                  </a:lnTo>
                  <a:lnTo>
                    <a:pt x="0" y="88"/>
                  </a:lnTo>
                  <a:lnTo>
                    <a:pt x="27" y="106"/>
                  </a:lnTo>
                  <a:lnTo>
                    <a:pt x="55" y="125"/>
                  </a:lnTo>
                  <a:lnTo>
                    <a:pt x="11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58" name=""/>
            <p:cNvSpPr/>
            <p:nvPr/>
          </p:nvSpPr>
          <p:spPr>
            <a:xfrm rot="0">
              <a:off x="4781" y="1797"/>
              <a:ext cx="8" cy="5"/>
            </a:xfrm>
            <a:custGeom>
              <a:avLst/>
              <a:ahLst/>
              <a:rect l="0" t="0" r="r" b="b"/>
              <a:pathLst>
                <a:path w="28" h="18">
                  <a:moveTo>
                    <a:pt x="28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59" name=""/>
            <p:cNvSpPr/>
            <p:nvPr/>
          </p:nvSpPr>
          <p:spPr>
            <a:xfrm rot="0" flipH="1">
              <a:off x="4781" y="1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60" name=""/>
            <p:cNvSpPr/>
            <p:nvPr/>
          </p:nvSpPr>
          <p:spPr>
            <a:xfrm rot="0">
              <a:off x="4768" y="1798"/>
              <a:ext cx="28" cy="31"/>
            </a:xfrm>
            <a:custGeom>
              <a:avLst/>
              <a:ahLst/>
              <a:rect l="0" t="0" r="r" b="b"/>
              <a:pathLst>
                <a:path w="111" h="126">
                  <a:moveTo>
                    <a:pt x="111" y="34"/>
                  </a:moveTo>
                  <a:lnTo>
                    <a:pt x="82" y="17"/>
                  </a:lnTo>
                  <a:lnTo>
                    <a:pt x="54" y="0"/>
                  </a:lnTo>
                  <a:lnTo>
                    <a:pt x="0" y="92"/>
                  </a:lnTo>
                  <a:lnTo>
                    <a:pt x="29" y="109"/>
                  </a:lnTo>
                  <a:lnTo>
                    <a:pt x="57" y="126"/>
                  </a:lnTo>
                  <a:lnTo>
                    <a:pt x="111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61" name=""/>
            <p:cNvSpPr/>
            <p:nvPr/>
          </p:nvSpPr>
          <p:spPr>
            <a:xfrm rot="0">
              <a:off x="4768" y="1798"/>
              <a:ext cx="28" cy="31"/>
            </a:xfrm>
            <a:custGeom>
              <a:avLst/>
              <a:ahLst/>
              <a:rect l="0" t="0" r="r" b="b"/>
              <a:pathLst>
                <a:path w="111" h="126">
                  <a:moveTo>
                    <a:pt x="111" y="34"/>
                  </a:moveTo>
                  <a:lnTo>
                    <a:pt x="82" y="17"/>
                  </a:lnTo>
                  <a:lnTo>
                    <a:pt x="54" y="0"/>
                  </a:lnTo>
                  <a:lnTo>
                    <a:pt x="0" y="92"/>
                  </a:lnTo>
                  <a:lnTo>
                    <a:pt x="29" y="109"/>
                  </a:lnTo>
                  <a:lnTo>
                    <a:pt x="57" y="126"/>
                  </a:lnTo>
                  <a:lnTo>
                    <a:pt x="111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62" name=""/>
            <p:cNvSpPr/>
            <p:nvPr/>
          </p:nvSpPr>
          <p:spPr>
            <a:xfrm rot="0">
              <a:off x="4768" y="1821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63" name=""/>
            <p:cNvSpPr/>
            <p:nvPr/>
          </p:nvSpPr>
          <p:spPr>
            <a:xfrm rot="0">
              <a:off x="4768" y="18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64" name=""/>
            <p:cNvSpPr/>
            <p:nvPr/>
          </p:nvSpPr>
          <p:spPr>
            <a:xfrm rot="0">
              <a:off x="4755" y="1821"/>
              <a:ext cx="27" cy="31"/>
            </a:xfrm>
            <a:custGeom>
              <a:avLst/>
              <a:ahLst/>
              <a:rect l="0" t="0" r="r" b="b"/>
              <a:pathLst>
                <a:path w="109" h="123">
                  <a:moveTo>
                    <a:pt x="109" y="31"/>
                  </a:moveTo>
                  <a:lnTo>
                    <a:pt x="81" y="15"/>
                  </a:lnTo>
                  <a:lnTo>
                    <a:pt x="52" y="0"/>
                  </a:lnTo>
                  <a:lnTo>
                    <a:pt x="0" y="92"/>
                  </a:lnTo>
                  <a:lnTo>
                    <a:pt x="29" y="107"/>
                  </a:lnTo>
                  <a:lnTo>
                    <a:pt x="58" y="123"/>
                  </a:lnTo>
                  <a:lnTo>
                    <a:pt x="10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65" name=""/>
            <p:cNvSpPr/>
            <p:nvPr/>
          </p:nvSpPr>
          <p:spPr>
            <a:xfrm rot="0">
              <a:off x="4755" y="1821"/>
              <a:ext cx="27" cy="31"/>
            </a:xfrm>
            <a:custGeom>
              <a:avLst/>
              <a:ahLst/>
              <a:rect l="0" t="0" r="r" b="b"/>
              <a:pathLst>
                <a:path w="109" h="123">
                  <a:moveTo>
                    <a:pt x="109" y="31"/>
                  </a:moveTo>
                  <a:lnTo>
                    <a:pt x="81" y="15"/>
                  </a:lnTo>
                  <a:lnTo>
                    <a:pt x="52" y="0"/>
                  </a:lnTo>
                  <a:lnTo>
                    <a:pt x="0" y="92"/>
                  </a:lnTo>
                  <a:lnTo>
                    <a:pt x="29" y="107"/>
                  </a:lnTo>
                  <a:lnTo>
                    <a:pt x="58" y="123"/>
                  </a:lnTo>
                  <a:lnTo>
                    <a:pt x="109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66" name=""/>
            <p:cNvSpPr/>
            <p:nvPr/>
          </p:nvSpPr>
          <p:spPr>
            <a:xfrm rot="0">
              <a:off x="4755" y="1844"/>
              <a:ext cx="7" cy="4"/>
            </a:xfrm>
            <a:custGeom>
              <a:avLst/>
              <a:ahLst/>
              <a:rect l="0" t="0" r="r" b="b"/>
              <a:pathLst>
                <a:path w="30" h="15">
                  <a:moveTo>
                    <a:pt x="30" y="1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67" name=""/>
            <p:cNvSpPr/>
            <p:nvPr/>
          </p:nvSpPr>
          <p:spPr>
            <a:xfrm rot="0" flipH="1">
              <a:off x="4755" y="1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68" name=""/>
            <p:cNvSpPr/>
            <p:nvPr/>
          </p:nvSpPr>
          <p:spPr>
            <a:xfrm rot="0">
              <a:off x="4743" y="1844"/>
              <a:ext cx="27" cy="31"/>
            </a:xfrm>
            <a:custGeom>
              <a:avLst/>
              <a:ahLst/>
              <a:rect l="0" t="0" r="r" b="b"/>
              <a:pathLst>
                <a:path w="110" h="124">
                  <a:moveTo>
                    <a:pt x="110" y="31"/>
                  </a:moveTo>
                  <a:lnTo>
                    <a:pt x="79" y="15"/>
                  </a:lnTo>
                  <a:lnTo>
                    <a:pt x="49" y="0"/>
                  </a:lnTo>
                  <a:lnTo>
                    <a:pt x="0" y="93"/>
                  </a:lnTo>
                  <a:lnTo>
                    <a:pt x="31" y="109"/>
                  </a:lnTo>
                  <a:lnTo>
                    <a:pt x="61" y="124"/>
                  </a:lnTo>
                  <a:lnTo>
                    <a:pt x="11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69" name=""/>
            <p:cNvSpPr/>
            <p:nvPr/>
          </p:nvSpPr>
          <p:spPr>
            <a:xfrm rot="0">
              <a:off x="4743" y="1844"/>
              <a:ext cx="27" cy="31"/>
            </a:xfrm>
            <a:custGeom>
              <a:avLst/>
              <a:ahLst/>
              <a:rect l="0" t="0" r="r" b="b"/>
              <a:pathLst>
                <a:path w="110" h="124">
                  <a:moveTo>
                    <a:pt x="110" y="31"/>
                  </a:moveTo>
                  <a:lnTo>
                    <a:pt x="79" y="15"/>
                  </a:lnTo>
                  <a:lnTo>
                    <a:pt x="49" y="0"/>
                  </a:lnTo>
                  <a:lnTo>
                    <a:pt x="0" y="93"/>
                  </a:lnTo>
                  <a:lnTo>
                    <a:pt x="31" y="109"/>
                  </a:lnTo>
                  <a:lnTo>
                    <a:pt x="61" y="124"/>
                  </a:lnTo>
                  <a:lnTo>
                    <a:pt x="11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70" name=""/>
            <p:cNvSpPr/>
            <p:nvPr/>
          </p:nvSpPr>
          <p:spPr>
            <a:xfrm rot="0">
              <a:off x="4743" y="1867"/>
              <a:ext cx="7" cy="4"/>
            </a:xfrm>
            <a:custGeom>
              <a:avLst/>
              <a:ahLst/>
              <a:rect l="0" t="0" r="r" b="b"/>
              <a:pathLst>
                <a:path w="31" h="16">
                  <a:moveTo>
                    <a:pt x="31" y="1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71" name=""/>
            <p:cNvSpPr/>
            <p:nvPr/>
          </p:nvSpPr>
          <p:spPr>
            <a:xfrm rot="0">
              <a:off x="4743" y="1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72" name=""/>
            <p:cNvSpPr/>
            <p:nvPr/>
          </p:nvSpPr>
          <p:spPr>
            <a:xfrm rot="0">
              <a:off x="4731" y="1868"/>
              <a:ext cx="27" cy="31"/>
            </a:xfrm>
            <a:custGeom>
              <a:avLst/>
              <a:ahLst/>
              <a:rect l="0" t="0" r="r" b="b"/>
              <a:pathLst>
                <a:path w="107" h="124">
                  <a:moveTo>
                    <a:pt x="107" y="29"/>
                  </a:moveTo>
                  <a:lnTo>
                    <a:pt x="77" y="15"/>
                  </a:lnTo>
                  <a:lnTo>
                    <a:pt x="46" y="0"/>
                  </a:lnTo>
                  <a:lnTo>
                    <a:pt x="0" y="95"/>
                  </a:lnTo>
                  <a:lnTo>
                    <a:pt x="31" y="109"/>
                  </a:lnTo>
                  <a:lnTo>
                    <a:pt x="61" y="124"/>
                  </a:lnTo>
                  <a:lnTo>
                    <a:pt x="10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73" name=""/>
            <p:cNvSpPr/>
            <p:nvPr/>
          </p:nvSpPr>
          <p:spPr>
            <a:xfrm rot="0">
              <a:off x="4731" y="1868"/>
              <a:ext cx="27" cy="31"/>
            </a:xfrm>
            <a:custGeom>
              <a:avLst/>
              <a:ahLst/>
              <a:rect l="0" t="0" r="r" b="b"/>
              <a:pathLst>
                <a:path w="107" h="124">
                  <a:moveTo>
                    <a:pt x="107" y="29"/>
                  </a:moveTo>
                  <a:lnTo>
                    <a:pt x="77" y="15"/>
                  </a:lnTo>
                  <a:lnTo>
                    <a:pt x="46" y="0"/>
                  </a:lnTo>
                  <a:lnTo>
                    <a:pt x="0" y="95"/>
                  </a:lnTo>
                  <a:lnTo>
                    <a:pt x="31" y="109"/>
                  </a:lnTo>
                  <a:lnTo>
                    <a:pt x="61" y="124"/>
                  </a:lnTo>
                  <a:lnTo>
                    <a:pt x="107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74" name=""/>
            <p:cNvSpPr/>
            <p:nvPr/>
          </p:nvSpPr>
          <p:spPr>
            <a:xfrm rot="0">
              <a:off x="4731" y="1891"/>
              <a:ext cx="8" cy="4"/>
            </a:xfrm>
            <a:custGeom>
              <a:avLst/>
              <a:ahLst/>
              <a:rect l="0" t="0" r="r" b="b"/>
              <a:pathLst>
                <a:path w="31" h="14">
                  <a:moveTo>
                    <a:pt x="31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75" name=""/>
            <p:cNvSpPr/>
            <p:nvPr/>
          </p:nvSpPr>
          <p:spPr>
            <a:xfrm rot="0">
              <a:off x="4731" y="18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76" name=""/>
            <p:cNvSpPr/>
            <p:nvPr/>
          </p:nvSpPr>
          <p:spPr>
            <a:xfrm rot="0">
              <a:off x="4721" y="1892"/>
              <a:ext cx="25" cy="30"/>
            </a:xfrm>
            <a:custGeom>
              <a:avLst/>
              <a:ahLst/>
              <a:rect l="0" t="0" r="r" b="b"/>
              <a:pathLst>
                <a:path w="103" h="122">
                  <a:moveTo>
                    <a:pt x="103" y="26"/>
                  </a:moveTo>
                  <a:lnTo>
                    <a:pt x="73" y="13"/>
                  </a:lnTo>
                  <a:lnTo>
                    <a:pt x="42" y="0"/>
                  </a:lnTo>
                  <a:lnTo>
                    <a:pt x="0" y="96"/>
                  </a:lnTo>
                  <a:lnTo>
                    <a:pt x="31" y="109"/>
                  </a:lnTo>
                  <a:lnTo>
                    <a:pt x="61" y="122"/>
                  </a:lnTo>
                  <a:lnTo>
                    <a:pt x="10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77" name=""/>
            <p:cNvSpPr/>
            <p:nvPr/>
          </p:nvSpPr>
          <p:spPr>
            <a:xfrm rot="0">
              <a:off x="4721" y="1892"/>
              <a:ext cx="25" cy="30"/>
            </a:xfrm>
            <a:custGeom>
              <a:avLst/>
              <a:ahLst/>
              <a:rect l="0" t="0" r="r" b="b"/>
              <a:pathLst>
                <a:path w="103" h="122">
                  <a:moveTo>
                    <a:pt x="103" y="26"/>
                  </a:moveTo>
                  <a:lnTo>
                    <a:pt x="73" y="13"/>
                  </a:lnTo>
                  <a:lnTo>
                    <a:pt x="42" y="0"/>
                  </a:lnTo>
                  <a:lnTo>
                    <a:pt x="0" y="96"/>
                  </a:lnTo>
                  <a:lnTo>
                    <a:pt x="31" y="109"/>
                  </a:lnTo>
                  <a:lnTo>
                    <a:pt x="61" y="122"/>
                  </a:lnTo>
                  <a:lnTo>
                    <a:pt x="103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78" name=""/>
            <p:cNvSpPr/>
            <p:nvPr/>
          </p:nvSpPr>
          <p:spPr>
            <a:xfrm rot="0">
              <a:off x="4720" y="1916"/>
              <a:ext cx="8" cy="3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79" name=""/>
            <p:cNvSpPr/>
            <p:nvPr/>
          </p:nvSpPr>
          <p:spPr>
            <a:xfrm rot="0" flipH="1">
              <a:off x="4720" y="1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80" name=""/>
            <p:cNvSpPr/>
            <p:nvPr/>
          </p:nvSpPr>
          <p:spPr>
            <a:xfrm rot="0">
              <a:off x="4710" y="1916"/>
              <a:ext cx="26" cy="30"/>
            </a:xfrm>
            <a:custGeom>
              <a:avLst/>
              <a:ahLst/>
              <a:rect l="0" t="0" r="r" b="b"/>
              <a:pathLst>
                <a:path w="102" h="122">
                  <a:moveTo>
                    <a:pt x="102" y="26"/>
                  </a:moveTo>
                  <a:lnTo>
                    <a:pt x="71" y="13"/>
                  </a:lnTo>
                  <a:lnTo>
                    <a:pt x="39" y="0"/>
                  </a:lnTo>
                  <a:lnTo>
                    <a:pt x="0" y="96"/>
                  </a:lnTo>
                  <a:lnTo>
                    <a:pt x="31" y="109"/>
                  </a:lnTo>
                  <a:lnTo>
                    <a:pt x="63" y="122"/>
                  </a:lnTo>
                  <a:lnTo>
                    <a:pt x="10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81" name=""/>
            <p:cNvSpPr/>
            <p:nvPr/>
          </p:nvSpPr>
          <p:spPr>
            <a:xfrm rot="0">
              <a:off x="4710" y="1916"/>
              <a:ext cx="26" cy="30"/>
            </a:xfrm>
            <a:custGeom>
              <a:avLst/>
              <a:ahLst/>
              <a:rect l="0" t="0" r="r" b="b"/>
              <a:pathLst>
                <a:path w="102" h="122">
                  <a:moveTo>
                    <a:pt x="102" y="26"/>
                  </a:moveTo>
                  <a:lnTo>
                    <a:pt x="71" y="13"/>
                  </a:lnTo>
                  <a:lnTo>
                    <a:pt x="39" y="0"/>
                  </a:lnTo>
                  <a:lnTo>
                    <a:pt x="0" y="96"/>
                  </a:lnTo>
                  <a:lnTo>
                    <a:pt x="31" y="109"/>
                  </a:lnTo>
                  <a:lnTo>
                    <a:pt x="63" y="122"/>
                  </a:lnTo>
                  <a:lnTo>
                    <a:pt x="10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82" name=""/>
            <p:cNvSpPr/>
            <p:nvPr/>
          </p:nvSpPr>
          <p:spPr>
            <a:xfrm rot="0">
              <a:off x="4710" y="1940"/>
              <a:ext cx="8" cy="3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83" name=""/>
            <p:cNvSpPr/>
            <p:nvPr/>
          </p:nvSpPr>
          <p:spPr>
            <a:xfrm rot="0">
              <a:off x="4710" y="1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84" name=""/>
            <p:cNvSpPr/>
            <p:nvPr/>
          </p:nvSpPr>
          <p:spPr>
            <a:xfrm rot="0">
              <a:off x="4702" y="1940"/>
              <a:ext cx="24" cy="30"/>
            </a:xfrm>
            <a:custGeom>
              <a:avLst/>
              <a:ahLst/>
              <a:rect l="0" t="0" r="r" b="b"/>
              <a:pathLst>
                <a:path w="99" h="121">
                  <a:moveTo>
                    <a:pt x="99" y="24"/>
                  </a:moveTo>
                  <a:lnTo>
                    <a:pt x="67" y="12"/>
                  </a:lnTo>
                  <a:lnTo>
                    <a:pt x="36" y="0"/>
                  </a:lnTo>
                  <a:lnTo>
                    <a:pt x="0" y="98"/>
                  </a:lnTo>
                  <a:lnTo>
                    <a:pt x="32" y="110"/>
                  </a:lnTo>
                  <a:lnTo>
                    <a:pt x="63" y="121"/>
                  </a:lnTo>
                  <a:lnTo>
                    <a:pt x="9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85" name=""/>
            <p:cNvSpPr/>
            <p:nvPr/>
          </p:nvSpPr>
          <p:spPr>
            <a:xfrm rot="0">
              <a:off x="4702" y="1940"/>
              <a:ext cx="24" cy="30"/>
            </a:xfrm>
            <a:custGeom>
              <a:avLst/>
              <a:ahLst/>
              <a:rect l="0" t="0" r="r" b="b"/>
              <a:pathLst>
                <a:path w="99" h="121">
                  <a:moveTo>
                    <a:pt x="99" y="24"/>
                  </a:moveTo>
                  <a:lnTo>
                    <a:pt x="67" y="12"/>
                  </a:lnTo>
                  <a:lnTo>
                    <a:pt x="36" y="0"/>
                  </a:lnTo>
                  <a:lnTo>
                    <a:pt x="0" y="98"/>
                  </a:lnTo>
                  <a:lnTo>
                    <a:pt x="32" y="110"/>
                  </a:lnTo>
                  <a:lnTo>
                    <a:pt x="63" y="121"/>
                  </a:lnTo>
                  <a:lnTo>
                    <a:pt x="99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86" name=""/>
            <p:cNvSpPr/>
            <p:nvPr/>
          </p:nvSpPr>
          <p:spPr>
            <a:xfrm rot="0">
              <a:off x="4702" y="1964"/>
              <a:ext cx="7" cy="3"/>
            </a:xfrm>
            <a:custGeom>
              <a:avLst/>
              <a:ahLst/>
              <a:rect l="0" t="0" r="r" b="b"/>
              <a:pathLst>
                <a:path w="32" h="12">
                  <a:moveTo>
                    <a:pt x="32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87" name=""/>
            <p:cNvSpPr/>
            <p:nvPr/>
          </p:nvSpPr>
          <p:spPr>
            <a:xfrm rot="0">
              <a:off x="4702" y="19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88" name=""/>
            <p:cNvSpPr/>
            <p:nvPr/>
          </p:nvSpPr>
          <p:spPr>
            <a:xfrm rot="0">
              <a:off x="4693" y="1965"/>
              <a:ext cx="24" cy="29"/>
            </a:xfrm>
            <a:custGeom>
              <a:avLst/>
              <a:ahLst/>
              <a:rect l="0" t="0" r="r" b="b"/>
              <a:pathLst>
                <a:path w="96" h="117">
                  <a:moveTo>
                    <a:pt x="96" y="21"/>
                  </a:moveTo>
                  <a:lnTo>
                    <a:pt x="65" y="11"/>
                  </a:lnTo>
                  <a:lnTo>
                    <a:pt x="33" y="0"/>
                  </a:lnTo>
                  <a:lnTo>
                    <a:pt x="0" y="96"/>
                  </a:lnTo>
                  <a:lnTo>
                    <a:pt x="32" y="106"/>
                  </a:lnTo>
                  <a:lnTo>
                    <a:pt x="63" y="117"/>
                  </a:lnTo>
                  <a:lnTo>
                    <a:pt x="9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89" name=""/>
            <p:cNvSpPr/>
            <p:nvPr/>
          </p:nvSpPr>
          <p:spPr>
            <a:xfrm rot="0">
              <a:off x="4693" y="1965"/>
              <a:ext cx="24" cy="29"/>
            </a:xfrm>
            <a:custGeom>
              <a:avLst/>
              <a:ahLst/>
              <a:rect l="0" t="0" r="r" b="b"/>
              <a:pathLst>
                <a:path w="96" h="117">
                  <a:moveTo>
                    <a:pt x="96" y="21"/>
                  </a:moveTo>
                  <a:lnTo>
                    <a:pt x="65" y="11"/>
                  </a:lnTo>
                  <a:lnTo>
                    <a:pt x="33" y="0"/>
                  </a:lnTo>
                  <a:lnTo>
                    <a:pt x="0" y="96"/>
                  </a:lnTo>
                  <a:lnTo>
                    <a:pt x="32" y="106"/>
                  </a:lnTo>
                  <a:lnTo>
                    <a:pt x="63" y="117"/>
                  </a:lnTo>
                  <a:lnTo>
                    <a:pt x="96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90" name=""/>
            <p:cNvSpPr/>
            <p:nvPr/>
          </p:nvSpPr>
          <p:spPr>
            <a:xfrm rot="0">
              <a:off x="4693" y="1989"/>
              <a:ext cx="8" cy="2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91" name=""/>
            <p:cNvSpPr/>
            <p:nvPr/>
          </p:nvSpPr>
          <p:spPr>
            <a:xfrm rot="0" flipH="1">
              <a:off x="4693" y="19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92" name=""/>
            <p:cNvSpPr/>
            <p:nvPr/>
          </p:nvSpPr>
          <p:spPr>
            <a:xfrm rot="0">
              <a:off x="4686" y="1989"/>
              <a:ext cx="23" cy="29"/>
            </a:xfrm>
            <a:custGeom>
              <a:avLst/>
              <a:ahLst/>
              <a:rect l="0" t="0" r="r" b="b"/>
              <a:pathLst>
                <a:path w="94" h="116">
                  <a:moveTo>
                    <a:pt x="94" y="19"/>
                  </a:moveTo>
                  <a:lnTo>
                    <a:pt x="61" y="9"/>
                  </a:lnTo>
                  <a:lnTo>
                    <a:pt x="28" y="0"/>
                  </a:lnTo>
                  <a:lnTo>
                    <a:pt x="0" y="98"/>
                  </a:lnTo>
                  <a:lnTo>
                    <a:pt x="33" y="107"/>
                  </a:lnTo>
                  <a:lnTo>
                    <a:pt x="66" y="116"/>
                  </a:lnTo>
                  <a:lnTo>
                    <a:pt x="94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93" name=""/>
            <p:cNvSpPr/>
            <p:nvPr/>
          </p:nvSpPr>
          <p:spPr>
            <a:xfrm rot="0">
              <a:off x="4686" y="1989"/>
              <a:ext cx="23" cy="29"/>
            </a:xfrm>
            <a:custGeom>
              <a:avLst/>
              <a:ahLst/>
              <a:rect l="0" t="0" r="r" b="b"/>
              <a:pathLst>
                <a:path w="94" h="116">
                  <a:moveTo>
                    <a:pt x="94" y="19"/>
                  </a:moveTo>
                  <a:lnTo>
                    <a:pt x="61" y="9"/>
                  </a:lnTo>
                  <a:lnTo>
                    <a:pt x="28" y="0"/>
                  </a:lnTo>
                  <a:lnTo>
                    <a:pt x="0" y="98"/>
                  </a:lnTo>
                  <a:lnTo>
                    <a:pt x="33" y="107"/>
                  </a:lnTo>
                  <a:lnTo>
                    <a:pt x="66" y="116"/>
                  </a:lnTo>
                  <a:lnTo>
                    <a:pt x="94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94" name=""/>
            <p:cNvSpPr/>
            <p:nvPr/>
          </p:nvSpPr>
          <p:spPr>
            <a:xfrm rot="0">
              <a:off x="4686" y="2013"/>
              <a:ext cx="8" cy="3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95" name=""/>
            <p:cNvSpPr/>
            <p:nvPr/>
          </p:nvSpPr>
          <p:spPr>
            <a:xfrm rot="0">
              <a:off x="4686" y="20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96" name=""/>
            <p:cNvSpPr/>
            <p:nvPr/>
          </p:nvSpPr>
          <p:spPr>
            <a:xfrm rot="0">
              <a:off x="4680" y="2013"/>
              <a:ext cx="23" cy="29"/>
            </a:xfrm>
            <a:custGeom>
              <a:avLst/>
              <a:ahLst/>
              <a:rect l="0" t="0" r="r" b="b"/>
              <a:pathLst>
                <a:path w="91" h="113">
                  <a:moveTo>
                    <a:pt x="91" y="18"/>
                  </a:moveTo>
                  <a:lnTo>
                    <a:pt x="58" y="9"/>
                  </a:lnTo>
                  <a:lnTo>
                    <a:pt x="25" y="0"/>
                  </a:lnTo>
                  <a:lnTo>
                    <a:pt x="0" y="94"/>
                  </a:lnTo>
                  <a:lnTo>
                    <a:pt x="33" y="103"/>
                  </a:lnTo>
                  <a:lnTo>
                    <a:pt x="66" y="113"/>
                  </a:lnTo>
                  <a:lnTo>
                    <a:pt x="9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97" name=""/>
            <p:cNvSpPr/>
            <p:nvPr/>
          </p:nvSpPr>
          <p:spPr>
            <a:xfrm rot="0">
              <a:off x="4680" y="2013"/>
              <a:ext cx="23" cy="29"/>
            </a:xfrm>
            <a:custGeom>
              <a:avLst/>
              <a:ahLst/>
              <a:rect l="0" t="0" r="r" b="b"/>
              <a:pathLst>
                <a:path w="91" h="113">
                  <a:moveTo>
                    <a:pt x="91" y="18"/>
                  </a:moveTo>
                  <a:lnTo>
                    <a:pt x="58" y="9"/>
                  </a:lnTo>
                  <a:lnTo>
                    <a:pt x="25" y="0"/>
                  </a:lnTo>
                  <a:lnTo>
                    <a:pt x="0" y="94"/>
                  </a:lnTo>
                  <a:lnTo>
                    <a:pt x="33" y="103"/>
                  </a:lnTo>
                  <a:lnTo>
                    <a:pt x="66" y="113"/>
                  </a:lnTo>
                  <a:lnTo>
                    <a:pt x="91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6998" name=""/>
            <p:cNvSpPr/>
            <p:nvPr/>
          </p:nvSpPr>
          <p:spPr>
            <a:xfrm rot="0">
              <a:off x="4680" y="2037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6999" name=""/>
            <p:cNvSpPr/>
            <p:nvPr/>
          </p:nvSpPr>
          <p:spPr>
            <a:xfrm rot="0">
              <a:off x="4680" y="20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00" name=""/>
            <p:cNvSpPr/>
            <p:nvPr/>
          </p:nvSpPr>
          <p:spPr>
            <a:xfrm rot="0">
              <a:off x="4675" y="2038"/>
              <a:ext cx="21" cy="27"/>
            </a:xfrm>
            <a:custGeom>
              <a:avLst/>
              <a:ahLst/>
              <a:rect l="0" t="0" r="r" b="b"/>
              <a:pathLst>
                <a:path w="87" h="109">
                  <a:moveTo>
                    <a:pt x="87" y="13"/>
                  </a:moveTo>
                  <a:lnTo>
                    <a:pt x="54" y="6"/>
                  </a:lnTo>
                  <a:lnTo>
                    <a:pt x="21" y="0"/>
                  </a:lnTo>
                  <a:lnTo>
                    <a:pt x="0" y="96"/>
                  </a:lnTo>
                  <a:lnTo>
                    <a:pt x="33" y="102"/>
                  </a:lnTo>
                  <a:lnTo>
                    <a:pt x="66" y="109"/>
                  </a:lnTo>
                  <a:lnTo>
                    <a:pt x="87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01" name=""/>
            <p:cNvSpPr/>
            <p:nvPr/>
          </p:nvSpPr>
          <p:spPr>
            <a:xfrm rot="0">
              <a:off x="4675" y="2038"/>
              <a:ext cx="21" cy="27"/>
            </a:xfrm>
            <a:custGeom>
              <a:avLst/>
              <a:ahLst/>
              <a:rect l="0" t="0" r="r" b="b"/>
              <a:pathLst>
                <a:path w="87" h="109">
                  <a:moveTo>
                    <a:pt x="87" y="13"/>
                  </a:moveTo>
                  <a:lnTo>
                    <a:pt x="54" y="6"/>
                  </a:lnTo>
                  <a:lnTo>
                    <a:pt x="21" y="0"/>
                  </a:lnTo>
                  <a:lnTo>
                    <a:pt x="0" y="96"/>
                  </a:lnTo>
                  <a:lnTo>
                    <a:pt x="33" y="102"/>
                  </a:lnTo>
                  <a:lnTo>
                    <a:pt x="66" y="109"/>
                  </a:lnTo>
                  <a:lnTo>
                    <a:pt x="87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02" name=""/>
            <p:cNvSpPr/>
            <p:nvPr/>
          </p:nvSpPr>
          <p:spPr>
            <a:xfrm rot="0">
              <a:off x="4675" y="2062"/>
              <a:ext cx="8" cy="1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03" name=""/>
            <p:cNvSpPr/>
            <p:nvPr/>
          </p:nvSpPr>
          <p:spPr>
            <a:xfrm rot="0">
              <a:off x="4675" y="20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04" name=""/>
            <p:cNvSpPr/>
            <p:nvPr/>
          </p:nvSpPr>
          <p:spPr>
            <a:xfrm rot="0">
              <a:off x="4670" y="2062"/>
              <a:ext cx="21" cy="26"/>
            </a:xfrm>
            <a:custGeom>
              <a:avLst/>
              <a:ahLst/>
              <a:rect l="0" t="0" r="r" b="b"/>
              <a:pathLst>
                <a:path w="84" h="106">
                  <a:moveTo>
                    <a:pt x="84" y="13"/>
                  </a:moveTo>
                  <a:lnTo>
                    <a:pt x="51" y="6"/>
                  </a:lnTo>
                  <a:lnTo>
                    <a:pt x="18" y="0"/>
                  </a:lnTo>
                  <a:lnTo>
                    <a:pt x="0" y="93"/>
                  </a:lnTo>
                  <a:lnTo>
                    <a:pt x="33" y="100"/>
                  </a:lnTo>
                  <a:lnTo>
                    <a:pt x="66" y="106"/>
                  </a:lnTo>
                  <a:lnTo>
                    <a:pt x="8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05" name=""/>
            <p:cNvSpPr/>
            <p:nvPr/>
          </p:nvSpPr>
          <p:spPr>
            <a:xfrm rot="0">
              <a:off x="4670" y="2062"/>
              <a:ext cx="21" cy="26"/>
            </a:xfrm>
            <a:custGeom>
              <a:avLst/>
              <a:ahLst/>
              <a:rect l="0" t="0" r="r" b="b"/>
              <a:pathLst>
                <a:path w="84" h="106">
                  <a:moveTo>
                    <a:pt x="84" y="13"/>
                  </a:moveTo>
                  <a:lnTo>
                    <a:pt x="51" y="6"/>
                  </a:lnTo>
                  <a:lnTo>
                    <a:pt x="18" y="0"/>
                  </a:lnTo>
                  <a:lnTo>
                    <a:pt x="0" y="93"/>
                  </a:lnTo>
                  <a:lnTo>
                    <a:pt x="33" y="100"/>
                  </a:lnTo>
                  <a:lnTo>
                    <a:pt x="66" y="106"/>
                  </a:lnTo>
                  <a:lnTo>
                    <a:pt x="84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06" name=""/>
            <p:cNvSpPr/>
            <p:nvPr/>
          </p:nvSpPr>
          <p:spPr>
            <a:xfrm rot="0">
              <a:off x="4670" y="2085"/>
              <a:ext cx="8" cy="2"/>
            </a:xfrm>
            <a:custGeom>
              <a:avLst/>
              <a:ahLst/>
              <a:rect l="0" t="0" r="r" b="b"/>
              <a:pathLst>
                <a:path w="33" h="7">
                  <a:moveTo>
                    <a:pt x="33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07" name=""/>
            <p:cNvSpPr/>
            <p:nvPr/>
          </p:nvSpPr>
          <p:spPr>
            <a:xfrm rot="0">
              <a:off x="4670" y="2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08" name=""/>
            <p:cNvSpPr/>
            <p:nvPr/>
          </p:nvSpPr>
          <p:spPr>
            <a:xfrm rot="0">
              <a:off x="4667" y="2085"/>
              <a:ext cx="19" cy="26"/>
            </a:xfrm>
            <a:custGeom>
              <a:avLst/>
              <a:ahLst/>
              <a:rect l="0" t="0" r="r" b="b"/>
              <a:pathLst>
                <a:path w="79" h="104">
                  <a:moveTo>
                    <a:pt x="79" y="11"/>
                  </a:moveTo>
                  <a:lnTo>
                    <a:pt x="46" y="6"/>
                  </a:lnTo>
                  <a:lnTo>
                    <a:pt x="13" y="0"/>
                  </a:lnTo>
                  <a:lnTo>
                    <a:pt x="0" y="94"/>
                  </a:lnTo>
                  <a:lnTo>
                    <a:pt x="33" y="99"/>
                  </a:lnTo>
                  <a:lnTo>
                    <a:pt x="66" y="104"/>
                  </a:lnTo>
                  <a:lnTo>
                    <a:pt x="79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09" name=""/>
            <p:cNvSpPr/>
            <p:nvPr/>
          </p:nvSpPr>
          <p:spPr>
            <a:xfrm rot="0">
              <a:off x="4667" y="2085"/>
              <a:ext cx="19" cy="26"/>
            </a:xfrm>
            <a:custGeom>
              <a:avLst/>
              <a:ahLst/>
              <a:rect l="0" t="0" r="r" b="b"/>
              <a:pathLst>
                <a:path w="79" h="104">
                  <a:moveTo>
                    <a:pt x="79" y="11"/>
                  </a:moveTo>
                  <a:lnTo>
                    <a:pt x="46" y="6"/>
                  </a:lnTo>
                  <a:lnTo>
                    <a:pt x="13" y="0"/>
                  </a:lnTo>
                  <a:lnTo>
                    <a:pt x="0" y="94"/>
                  </a:lnTo>
                  <a:lnTo>
                    <a:pt x="33" y="99"/>
                  </a:lnTo>
                  <a:lnTo>
                    <a:pt x="66" y="104"/>
                  </a:lnTo>
                  <a:lnTo>
                    <a:pt x="79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10" name=""/>
            <p:cNvSpPr/>
            <p:nvPr/>
          </p:nvSpPr>
          <p:spPr>
            <a:xfrm rot="0">
              <a:off x="4667" y="2109"/>
              <a:ext cx="8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11" name=""/>
            <p:cNvSpPr/>
            <p:nvPr/>
          </p:nvSpPr>
          <p:spPr>
            <a:xfrm rot="0">
              <a:off x="4667" y="2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24" name=""/>
          <p:cNvGrpSpPr/>
          <p:nvPr/>
        </p:nvGrpSpPr>
        <p:grpSpPr>
          <a:xfrm rot="0">
            <a:off x="6996112" y="2149475"/>
            <a:ext cx="1803400" cy="1457325"/>
            <a:chOff x="4407" y="1354"/>
            <a:chExt cx="1136" cy="918"/>
          </a:xfrm>
        </p:grpSpPr>
        <p:sp>
          <p:nvSpPr>
            <p:cNvPr id="1067012" name=""/>
            <p:cNvSpPr/>
            <p:nvPr/>
          </p:nvSpPr>
          <p:spPr>
            <a:xfrm rot="0">
              <a:off x="4664" y="2109"/>
              <a:ext cx="19" cy="25"/>
            </a:xfrm>
            <a:custGeom>
              <a:avLst/>
              <a:ahLst/>
              <a:rect l="0" t="0" r="r" b="b"/>
              <a:pathLst>
                <a:path w="75" h="99">
                  <a:moveTo>
                    <a:pt x="75" y="8"/>
                  </a:moveTo>
                  <a:lnTo>
                    <a:pt x="42" y="4"/>
                  </a:lnTo>
                  <a:lnTo>
                    <a:pt x="9" y="0"/>
                  </a:lnTo>
                  <a:lnTo>
                    <a:pt x="0" y="91"/>
                  </a:lnTo>
                  <a:lnTo>
                    <a:pt x="32" y="95"/>
                  </a:lnTo>
                  <a:lnTo>
                    <a:pt x="65" y="99"/>
                  </a:lnTo>
                  <a:lnTo>
                    <a:pt x="7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13" name=""/>
            <p:cNvSpPr/>
            <p:nvPr/>
          </p:nvSpPr>
          <p:spPr>
            <a:xfrm rot="0">
              <a:off x="4664" y="2109"/>
              <a:ext cx="19" cy="25"/>
            </a:xfrm>
            <a:custGeom>
              <a:avLst/>
              <a:ahLst/>
              <a:rect l="0" t="0" r="r" b="b"/>
              <a:pathLst>
                <a:path w="75" h="99">
                  <a:moveTo>
                    <a:pt x="75" y="8"/>
                  </a:moveTo>
                  <a:lnTo>
                    <a:pt x="42" y="4"/>
                  </a:lnTo>
                  <a:lnTo>
                    <a:pt x="9" y="0"/>
                  </a:lnTo>
                  <a:lnTo>
                    <a:pt x="0" y="91"/>
                  </a:lnTo>
                  <a:lnTo>
                    <a:pt x="32" y="95"/>
                  </a:lnTo>
                  <a:lnTo>
                    <a:pt x="65" y="99"/>
                  </a:lnTo>
                  <a:lnTo>
                    <a:pt x="75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14" name=""/>
            <p:cNvSpPr/>
            <p:nvPr/>
          </p:nvSpPr>
          <p:spPr>
            <a:xfrm rot="0">
              <a:off x="4664" y="2132"/>
              <a:ext cx="9" cy="1"/>
            </a:xfrm>
            <a:custGeom>
              <a:avLst/>
              <a:ahLst/>
              <a:rect l="0" t="0" r="r" b="b"/>
              <a:pathLst>
                <a:path w="32" h="4">
                  <a:moveTo>
                    <a:pt x="32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15" name=""/>
            <p:cNvSpPr/>
            <p:nvPr/>
          </p:nvSpPr>
          <p:spPr>
            <a:xfrm rot="0">
              <a:off x="4664" y="21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16" name=""/>
            <p:cNvSpPr/>
            <p:nvPr/>
          </p:nvSpPr>
          <p:spPr>
            <a:xfrm rot="0">
              <a:off x="4663" y="2132"/>
              <a:ext cx="18" cy="24"/>
            </a:xfrm>
            <a:custGeom>
              <a:avLst/>
              <a:ahLst/>
              <a:rect l="0" t="0" r="r" b="b"/>
              <a:pathLst>
                <a:path w="72" h="96">
                  <a:moveTo>
                    <a:pt x="72" y="5"/>
                  </a:moveTo>
                  <a:lnTo>
                    <a:pt x="39" y="3"/>
                  </a:lnTo>
                  <a:lnTo>
                    <a:pt x="7" y="0"/>
                  </a:lnTo>
                  <a:lnTo>
                    <a:pt x="0" y="91"/>
                  </a:lnTo>
                  <a:lnTo>
                    <a:pt x="33" y="93"/>
                  </a:lnTo>
                  <a:lnTo>
                    <a:pt x="66" y="96"/>
                  </a:lnTo>
                  <a:lnTo>
                    <a:pt x="7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17" name=""/>
            <p:cNvSpPr/>
            <p:nvPr/>
          </p:nvSpPr>
          <p:spPr>
            <a:xfrm rot="0">
              <a:off x="4663" y="2132"/>
              <a:ext cx="18" cy="24"/>
            </a:xfrm>
            <a:custGeom>
              <a:avLst/>
              <a:ahLst/>
              <a:rect l="0" t="0" r="r" b="b"/>
              <a:pathLst>
                <a:path w="72" h="96">
                  <a:moveTo>
                    <a:pt x="72" y="5"/>
                  </a:moveTo>
                  <a:lnTo>
                    <a:pt x="39" y="3"/>
                  </a:lnTo>
                  <a:lnTo>
                    <a:pt x="7" y="0"/>
                  </a:lnTo>
                  <a:lnTo>
                    <a:pt x="0" y="91"/>
                  </a:lnTo>
                  <a:lnTo>
                    <a:pt x="33" y="93"/>
                  </a:lnTo>
                  <a:lnTo>
                    <a:pt x="66" y="96"/>
                  </a:lnTo>
                  <a:lnTo>
                    <a:pt x="72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18" name=""/>
            <p:cNvSpPr/>
            <p:nvPr/>
          </p:nvSpPr>
          <p:spPr>
            <a:xfrm rot="0">
              <a:off x="4663" y="2155"/>
              <a:ext cx="8" cy="1"/>
            </a:xfrm>
            <a:custGeom>
              <a:avLst/>
              <a:ahLst/>
              <a:rect l="0" t="0" r="r" b="b"/>
              <a:pathLst>
                <a:path w="33" h="2">
                  <a:moveTo>
                    <a:pt x="33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19" name=""/>
            <p:cNvSpPr/>
            <p:nvPr/>
          </p:nvSpPr>
          <p:spPr>
            <a:xfrm rot="0">
              <a:off x="4663" y="2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20" name=""/>
            <p:cNvSpPr/>
            <p:nvPr/>
          </p:nvSpPr>
          <p:spPr>
            <a:xfrm rot="0">
              <a:off x="4662" y="2155"/>
              <a:ext cx="17" cy="22"/>
            </a:xfrm>
            <a:custGeom>
              <a:avLst/>
              <a:ahLst/>
              <a:rect l="0" t="0" r="r" b="b"/>
              <a:pathLst>
                <a:path w="67" h="8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87"/>
                  </a:lnTo>
                  <a:lnTo>
                    <a:pt x="33" y="87"/>
                  </a:lnTo>
                  <a:lnTo>
                    <a:pt x="65" y="87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21" name=""/>
            <p:cNvSpPr/>
            <p:nvPr/>
          </p:nvSpPr>
          <p:spPr>
            <a:xfrm rot="0">
              <a:off x="4662" y="2155"/>
              <a:ext cx="17" cy="22"/>
            </a:xfrm>
            <a:custGeom>
              <a:avLst/>
              <a:ahLst/>
              <a:rect l="0" t="0" r="r" b="b"/>
              <a:pathLst>
                <a:path w="67" h="87">
                  <a:moveTo>
                    <a:pt x="67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0" y="87"/>
                  </a:lnTo>
                  <a:lnTo>
                    <a:pt x="33" y="87"/>
                  </a:lnTo>
                  <a:lnTo>
                    <a:pt x="65" y="87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22" name=""/>
            <p:cNvSpPr/>
            <p:nvPr/>
          </p:nvSpPr>
          <p:spPr>
            <a:xfrm rot="0">
              <a:off x="4662" y="2177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33" y="0"/>
                  </a:moveTo>
                  <a:lnTo>
                    <a:pt x="65" y="0"/>
                  </a:ln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6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23" name=""/>
            <p:cNvSpPr/>
            <p:nvPr/>
          </p:nvSpPr>
          <p:spPr>
            <a:xfrm rot="0">
              <a:off x="4662" y="2177"/>
              <a:ext cx="17" cy="8"/>
            </a:xfrm>
            <a:custGeom>
              <a:avLst/>
              <a:ahLst/>
              <a:rect l="0" t="0" r="r" b="b"/>
              <a:pathLst>
                <a:path w="65" h="33">
                  <a:moveTo>
                    <a:pt x="65" y="0"/>
                  </a:moveTo>
                  <a:lnTo>
                    <a:pt x="64" y="11"/>
                  </a:lnTo>
                  <a:lnTo>
                    <a:pt x="59" y="20"/>
                  </a:lnTo>
                  <a:lnTo>
                    <a:pt x="52" y="28"/>
                  </a:lnTo>
                  <a:lnTo>
                    <a:pt x="43" y="32"/>
                  </a:lnTo>
                  <a:lnTo>
                    <a:pt x="33" y="33"/>
                  </a:lnTo>
                  <a:lnTo>
                    <a:pt x="22" y="32"/>
                  </a:lnTo>
                  <a:lnTo>
                    <a:pt x="13" y="26"/>
                  </a:lnTo>
                  <a:lnTo>
                    <a:pt x="5" y="20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24" name=""/>
            <p:cNvSpPr/>
            <p:nvPr/>
          </p:nvSpPr>
          <p:spPr>
            <a:xfrm rot="0">
              <a:off x="5530" y="1995"/>
              <a:ext cx="13" cy="15"/>
            </a:xfrm>
            <a:custGeom>
              <a:avLst/>
              <a:ahLst/>
              <a:rect l="0" t="0" r="r" b="b"/>
              <a:pathLst>
                <a:path w="50" h="61">
                  <a:moveTo>
                    <a:pt x="17" y="32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39" y="7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1"/>
                  </a:lnTo>
                  <a:lnTo>
                    <a:pt x="17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25" name=""/>
            <p:cNvSpPr/>
            <p:nvPr/>
          </p:nvSpPr>
          <p:spPr>
            <a:xfrm rot="0">
              <a:off x="5530" y="1995"/>
              <a:ext cx="13" cy="15"/>
            </a:xfrm>
            <a:custGeom>
              <a:avLst/>
              <a:ahLst/>
              <a:rect l="0" t="0" r="r" b="b"/>
              <a:pathLst>
                <a:path w="50" h="61">
                  <a:moveTo>
                    <a:pt x="0" y="4"/>
                  </a:moveTo>
                  <a:lnTo>
                    <a:pt x="10" y="0"/>
                  </a:lnTo>
                  <a:lnTo>
                    <a:pt x="21" y="0"/>
                  </a:lnTo>
                  <a:lnTo>
                    <a:pt x="30" y="2"/>
                  </a:lnTo>
                  <a:lnTo>
                    <a:pt x="39" y="7"/>
                  </a:lnTo>
                  <a:lnTo>
                    <a:pt x="46" y="15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4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26" name=""/>
            <p:cNvSpPr/>
            <p:nvPr/>
          </p:nvSpPr>
          <p:spPr>
            <a:xfrm rot="0">
              <a:off x="5079" y="1996"/>
              <a:ext cx="460" cy="275"/>
            </a:xfrm>
            <a:custGeom>
              <a:avLst/>
              <a:ahLst/>
              <a:rect l="0" t="0" r="r" b="b"/>
              <a:pathLst>
                <a:path w="1841" h="1102">
                  <a:moveTo>
                    <a:pt x="1841" y="57"/>
                  </a:moveTo>
                  <a:lnTo>
                    <a:pt x="1824" y="28"/>
                  </a:lnTo>
                  <a:lnTo>
                    <a:pt x="1807" y="0"/>
                  </a:lnTo>
                  <a:lnTo>
                    <a:pt x="0" y="1045"/>
                  </a:lnTo>
                  <a:lnTo>
                    <a:pt x="17" y="1073"/>
                  </a:lnTo>
                  <a:lnTo>
                    <a:pt x="34" y="1102"/>
                  </a:lnTo>
                  <a:lnTo>
                    <a:pt x="1841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27" name=""/>
            <p:cNvSpPr/>
            <p:nvPr/>
          </p:nvSpPr>
          <p:spPr>
            <a:xfrm rot="0">
              <a:off x="5079" y="1996"/>
              <a:ext cx="460" cy="275"/>
            </a:xfrm>
            <a:custGeom>
              <a:avLst/>
              <a:ahLst/>
              <a:rect l="0" t="0" r="r" b="b"/>
              <a:pathLst>
                <a:path w="1841" h="1102">
                  <a:moveTo>
                    <a:pt x="1841" y="57"/>
                  </a:moveTo>
                  <a:lnTo>
                    <a:pt x="1824" y="28"/>
                  </a:lnTo>
                  <a:lnTo>
                    <a:pt x="1807" y="0"/>
                  </a:lnTo>
                  <a:lnTo>
                    <a:pt x="0" y="1045"/>
                  </a:lnTo>
                  <a:lnTo>
                    <a:pt x="17" y="1073"/>
                  </a:lnTo>
                  <a:lnTo>
                    <a:pt x="34" y="1102"/>
                  </a:lnTo>
                  <a:lnTo>
                    <a:pt x="1841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28" name=""/>
            <p:cNvSpPr/>
            <p:nvPr/>
          </p:nvSpPr>
          <p:spPr>
            <a:xfrm rot="0">
              <a:off x="5075" y="2257"/>
              <a:ext cx="12" cy="15"/>
            </a:xfrm>
            <a:custGeom>
              <a:avLst/>
              <a:ahLst/>
              <a:rect l="0" t="0" r="r" b="b"/>
              <a:pathLst>
                <a:path w="50" h="61">
                  <a:moveTo>
                    <a:pt x="33" y="28"/>
                  </a:moveTo>
                  <a:lnTo>
                    <a:pt x="50" y="57"/>
                  </a:lnTo>
                  <a:lnTo>
                    <a:pt x="40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29" name=""/>
            <p:cNvSpPr/>
            <p:nvPr/>
          </p:nvSpPr>
          <p:spPr>
            <a:xfrm rot="0">
              <a:off x="5075" y="2257"/>
              <a:ext cx="12" cy="15"/>
            </a:xfrm>
            <a:custGeom>
              <a:avLst/>
              <a:ahLst/>
              <a:rect l="0" t="0" r="r" b="b"/>
              <a:pathLst>
                <a:path w="50" h="61">
                  <a:moveTo>
                    <a:pt x="50" y="57"/>
                  </a:moveTo>
                  <a:lnTo>
                    <a:pt x="40" y="61"/>
                  </a:lnTo>
                  <a:lnTo>
                    <a:pt x="29" y="61"/>
                  </a:lnTo>
                  <a:lnTo>
                    <a:pt x="20" y="59"/>
                  </a:lnTo>
                  <a:lnTo>
                    <a:pt x="11" y="53"/>
                  </a:lnTo>
                  <a:lnTo>
                    <a:pt x="4" y="46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3" y="15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30" name=""/>
            <p:cNvSpPr/>
            <p:nvPr/>
          </p:nvSpPr>
          <p:spPr>
            <a:xfrm rot="0">
              <a:off x="4407" y="2021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33" y="33"/>
                  </a:moveTo>
                  <a:lnTo>
                    <a:pt x="16" y="62"/>
                  </a:ln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33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31" name=""/>
            <p:cNvSpPr/>
            <p:nvPr/>
          </p:nvSpPr>
          <p:spPr>
            <a:xfrm rot="0">
              <a:off x="4407" y="2021"/>
              <a:ext cx="12" cy="16"/>
            </a:xfrm>
            <a:custGeom>
              <a:avLst/>
              <a:ahLst/>
              <a:rect l="0" t="0" r="r" b="b"/>
              <a:pathLst>
                <a:path w="50" h="62">
                  <a:moveTo>
                    <a:pt x="16" y="62"/>
                  </a:moveTo>
                  <a:lnTo>
                    <a:pt x="8" y="55"/>
                  </a:lnTo>
                  <a:lnTo>
                    <a:pt x="3" y="46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6"/>
                  </a:lnTo>
                  <a:lnTo>
                    <a:pt x="11" y="8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32" name=""/>
            <p:cNvSpPr/>
            <p:nvPr/>
          </p:nvSpPr>
          <p:spPr>
            <a:xfrm rot="0">
              <a:off x="4411" y="2022"/>
              <a:ext cx="264" cy="162"/>
            </a:xfrm>
            <a:custGeom>
              <a:avLst/>
              <a:ahLst/>
              <a:rect l="0" t="0" r="r" b="b"/>
              <a:pathLst>
                <a:path w="1057" h="648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1023" y="648"/>
                  </a:lnTo>
                  <a:lnTo>
                    <a:pt x="1040" y="619"/>
                  </a:lnTo>
                  <a:lnTo>
                    <a:pt x="1057" y="590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33" name=""/>
            <p:cNvSpPr/>
            <p:nvPr/>
          </p:nvSpPr>
          <p:spPr>
            <a:xfrm rot="0">
              <a:off x="4411" y="2022"/>
              <a:ext cx="264" cy="162"/>
            </a:xfrm>
            <a:custGeom>
              <a:avLst/>
              <a:ahLst/>
              <a:rect l="0" t="0" r="r" b="b"/>
              <a:pathLst>
                <a:path w="1057" h="648">
                  <a:moveTo>
                    <a:pt x="34" y="0"/>
                  </a:moveTo>
                  <a:lnTo>
                    <a:pt x="17" y="29"/>
                  </a:lnTo>
                  <a:lnTo>
                    <a:pt x="0" y="58"/>
                  </a:lnTo>
                  <a:lnTo>
                    <a:pt x="1023" y="648"/>
                  </a:lnTo>
                  <a:lnTo>
                    <a:pt x="1040" y="619"/>
                  </a:lnTo>
                  <a:lnTo>
                    <a:pt x="1057" y="590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34" name=""/>
            <p:cNvSpPr/>
            <p:nvPr/>
          </p:nvSpPr>
          <p:spPr>
            <a:xfrm rot="0">
              <a:off x="4666" y="2170"/>
              <a:ext cx="13" cy="15"/>
            </a:xfrm>
            <a:custGeom>
              <a:avLst/>
              <a:ahLst/>
              <a:rect l="0" t="0" r="r" b="b"/>
              <a:pathLst>
                <a:path w="49" h="62">
                  <a:moveTo>
                    <a:pt x="17" y="29"/>
                  </a:moveTo>
                  <a:lnTo>
                    <a:pt x="34" y="0"/>
                  </a:lnTo>
                  <a:lnTo>
                    <a:pt x="42" y="7"/>
                  </a:lnTo>
                  <a:lnTo>
                    <a:pt x="47" y="16"/>
                  </a:lnTo>
                  <a:lnTo>
                    <a:pt x="49" y="25"/>
                  </a:lnTo>
                  <a:lnTo>
                    <a:pt x="49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35" name=""/>
            <p:cNvSpPr/>
            <p:nvPr/>
          </p:nvSpPr>
          <p:spPr>
            <a:xfrm rot="0">
              <a:off x="4666" y="2170"/>
              <a:ext cx="13" cy="15"/>
            </a:xfrm>
            <a:custGeom>
              <a:avLst/>
              <a:ahLst/>
              <a:rect l="0" t="0" r="r" b="b"/>
              <a:pathLst>
                <a:path w="49" h="62">
                  <a:moveTo>
                    <a:pt x="34" y="0"/>
                  </a:moveTo>
                  <a:lnTo>
                    <a:pt x="42" y="7"/>
                  </a:lnTo>
                  <a:lnTo>
                    <a:pt x="47" y="16"/>
                  </a:lnTo>
                  <a:lnTo>
                    <a:pt x="49" y="25"/>
                  </a:lnTo>
                  <a:lnTo>
                    <a:pt x="49" y="36"/>
                  </a:lnTo>
                  <a:lnTo>
                    <a:pt x="46" y="46"/>
                  </a:lnTo>
                  <a:lnTo>
                    <a:pt x="39" y="54"/>
                  </a:lnTo>
                  <a:lnTo>
                    <a:pt x="30" y="59"/>
                  </a:lnTo>
                  <a:lnTo>
                    <a:pt x="21" y="62"/>
                  </a:lnTo>
                  <a:lnTo>
                    <a:pt x="10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36" name=""/>
            <p:cNvSpPr/>
            <p:nvPr/>
          </p:nvSpPr>
          <p:spPr>
            <a:xfrm rot="0">
              <a:off x="5020" y="1379"/>
              <a:ext cx="12" cy="15"/>
            </a:xfrm>
            <a:custGeom>
              <a:avLst/>
              <a:ahLst/>
              <a:rect l="0" t="0" r="r" b="b"/>
              <a:pathLst>
                <a:path w="49" h="62">
                  <a:moveTo>
                    <a:pt x="16" y="29"/>
                  </a:moveTo>
                  <a:lnTo>
                    <a:pt x="31" y="0"/>
                  </a:lnTo>
                  <a:lnTo>
                    <a:pt x="39" y="5"/>
                  </a:lnTo>
                  <a:lnTo>
                    <a:pt x="46" y="15"/>
                  </a:lnTo>
                  <a:lnTo>
                    <a:pt x="49" y="25"/>
                  </a:lnTo>
                  <a:lnTo>
                    <a:pt x="49" y="36"/>
                  </a:lnTo>
                  <a:lnTo>
                    <a:pt x="45" y="45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0" y="62"/>
                  </a:lnTo>
                  <a:lnTo>
                    <a:pt x="9" y="62"/>
                  </a:lnTo>
                  <a:lnTo>
                    <a:pt x="0" y="58"/>
                  </a:lnTo>
                  <a:lnTo>
                    <a:pt x="16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37" name=""/>
            <p:cNvSpPr/>
            <p:nvPr/>
          </p:nvSpPr>
          <p:spPr>
            <a:xfrm rot="0">
              <a:off x="5020" y="1379"/>
              <a:ext cx="12" cy="15"/>
            </a:xfrm>
            <a:custGeom>
              <a:avLst/>
              <a:ahLst/>
              <a:rect l="0" t="0" r="r" b="b"/>
              <a:pathLst>
                <a:path w="49" h="62">
                  <a:moveTo>
                    <a:pt x="31" y="0"/>
                  </a:moveTo>
                  <a:lnTo>
                    <a:pt x="39" y="5"/>
                  </a:lnTo>
                  <a:lnTo>
                    <a:pt x="46" y="15"/>
                  </a:lnTo>
                  <a:lnTo>
                    <a:pt x="49" y="25"/>
                  </a:lnTo>
                  <a:lnTo>
                    <a:pt x="49" y="36"/>
                  </a:lnTo>
                  <a:lnTo>
                    <a:pt x="45" y="45"/>
                  </a:lnTo>
                  <a:lnTo>
                    <a:pt x="39" y="53"/>
                  </a:lnTo>
                  <a:lnTo>
                    <a:pt x="30" y="59"/>
                  </a:lnTo>
                  <a:lnTo>
                    <a:pt x="20" y="62"/>
                  </a:lnTo>
                  <a:lnTo>
                    <a:pt x="9" y="62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38" name=""/>
            <p:cNvSpPr/>
            <p:nvPr/>
          </p:nvSpPr>
          <p:spPr>
            <a:xfrm rot="0">
              <a:off x="5007" y="1371"/>
              <a:ext cx="21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54" y="87"/>
                  </a:moveTo>
                  <a:lnTo>
                    <a:pt x="70" y="58"/>
                  </a:lnTo>
                  <a:lnTo>
                    <a:pt x="85" y="29"/>
                  </a:lnTo>
                  <a:lnTo>
                    <a:pt x="32" y="0"/>
                  </a:lnTo>
                  <a:lnTo>
                    <a:pt x="16" y="29"/>
                  </a:lnTo>
                  <a:lnTo>
                    <a:pt x="0" y="58"/>
                  </a:lnTo>
                  <a:lnTo>
                    <a:pt x="54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39" name=""/>
            <p:cNvSpPr/>
            <p:nvPr/>
          </p:nvSpPr>
          <p:spPr>
            <a:xfrm rot="0">
              <a:off x="5007" y="1371"/>
              <a:ext cx="21" cy="22"/>
            </a:xfrm>
            <a:custGeom>
              <a:avLst/>
              <a:ahLst/>
              <a:rect l="0" t="0" r="r" b="b"/>
              <a:pathLst>
                <a:path w="85" h="87">
                  <a:moveTo>
                    <a:pt x="54" y="87"/>
                  </a:moveTo>
                  <a:lnTo>
                    <a:pt x="70" y="58"/>
                  </a:lnTo>
                  <a:lnTo>
                    <a:pt x="85" y="29"/>
                  </a:lnTo>
                  <a:lnTo>
                    <a:pt x="32" y="0"/>
                  </a:lnTo>
                  <a:lnTo>
                    <a:pt x="16" y="29"/>
                  </a:lnTo>
                  <a:lnTo>
                    <a:pt x="0" y="58"/>
                  </a:lnTo>
                  <a:lnTo>
                    <a:pt x="54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40" name=""/>
            <p:cNvSpPr/>
            <p:nvPr/>
          </p:nvSpPr>
          <p:spPr>
            <a:xfrm rot="0">
              <a:off x="5011" y="1371"/>
              <a:ext cx="4" cy="8"/>
            </a:xfrm>
            <a:custGeom>
              <a:avLst/>
              <a:ahLst/>
              <a:rect l="0" t="0" r="r" b="b"/>
              <a:pathLst>
                <a:path w="16" h="31">
                  <a:moveTo>
                    <a:pt x="0" y="31"/>
                  </a:moveTo>
                  <a:lnTo>
                    <a:pt x="16" y="2"/>
                  </a:lnTo>
                  <a:lnTo>
                    <a:pt x="12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41" name=""/>
            <p:cNvSpPr/>
            <p:nvPr/>
          </p:nvSpPr>
          <p:spPr>
            <a:xfrm rot="0" flipH="1" flipV="1">
              <a:off x="5014" y="13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42" name=""/>
            <p:cNvSpPr/>
            <p:nvPr/>
          </p:nvSpPr>
          <p:spPr>
            <a:xfrm rot="0">
              <a:off x="4994" y="1365"/>
              <a:ext cx="20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57" y="86"/>
                  </a:moveTo>
                  <a:lnTo>
                    <a:pt x="69" y="54"/>
                  </a:lnTo>
                  <a:lnTo>
                    <a:pt x="81" y="23"/>
                  </a:lnTo>
                  <a:lnTo>
                    <a:pt x="24" y="0"/>
                  </a:lnTo>
                  <a:lnTo>
                    <a:pt x="12" y="32"/>
                  </a:lnTo>
                  <a:lnTo>
                    <a:pt x="0" y="63"/>
                  </a:lnTo>
                  <a:lnTo>
                    <a:pt x="5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43" name=""/>
            <p:cNvSpPr/>
            <p:nvPr/>
          </p:nvSpPr>
          <p:spPr>
            <a:xfrm rot="0">
              <a:off x="4994" y="1365"/>
              <a:ext cx="20" cy="21"/>
            </a:xfrm>
            <a:custGeom>
              <a:avLst/>
              <a:ahLst/>
              <a:rect l="0" t="0" r="r" b="b"/>
              <a:pathLst>
                <a:path w="81" h="86">
                  <a:moveTo>
                    <a:pt x="57" y="86"/>
                  </a:moveTo>
                  <a:lnTo>
                    <a:pt x="69" y="54"/>
                  </a:lnTo>
                  <a:lnTo>
                    <a:pt x="81" y="23"/>
                  </a:lnTo>
                  <a:lnTo>
                    <a:pt x="24" y="0"/>
                  </a:lnTo>
                  <a:lnTo>
                    <a:pt x="12" y="32"/>
                  </a:lnTo>
                  <a:lnTo>
                    <a:pt x="0" y="63"/>
                  </a:lnTo>
                  <a:lnTo>
                    <a:pt x="5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44" name=""/>
            <p:cNvSpPr/>
            <p:nvPr/>
          </p:nvSpPr>
          <p:spPr>
            <a:xfrm rot="0">
              <a:off x="4997" y="1365"/>
              <a:ext cx="3" cy="8"/>
            </a:xfrm>
            <a:custGeom>
              <a:avLst/>
              <a:ahLst/>
              <a:rect l="0" t="0" r="r" b="b"/>
              <a:pathLst>
                <a:path w="12" h="32">
                  <a:moveTo>
                    <a:pt x="0" y="32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45" name=""/>
            <p:cNvSpPr/>
            <p:nvPr/>
          </p:nvSpPr>
          <p:spPr>
            <a:xfrm rot="0" flipH="1">
              <a:off x="4999" y="13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46" name=""/>
            <p:cNvSpPr/>
            <p:nvPr/>
          </p:nvSpPr>
          <p:spPr>
            <a:xfrm rot="0">
              <a:off x="4979" y="1360"/>
              <a:ext cx="20" cy="21"/>
            </a:xfrm>
            <a:custGeom>
              <a:avLst/>
              <a:ahLst/>
              <a:rect l="0" t="0" r="r" b="b"/>
              <a:pathLst>
                <a:path w="80" h="81">
                  <a:moveTo>
                    <a:pt x="59" y="81"/>
                  </a:moveTo>
                  <a:lnTo>
                    <a:pt x="69" y="50"/>
                  </a:lnTo>
                  <a:lnTo>
                    <a:pt x="80" y="18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59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47" name=""/>
            <p:cNvSpPr/>
            <p:nvPr/>
          </p:nvSpPr>
          <p:spPr>
            <a:xfrm rot="0">
              <a:off x="4979" y="1360"/>
              <a:ext cx="20" cy="21"/>
            </a:xfrm>
            <a:custGeom>
              <a:avLst/>
              <a:ahLst/>
              <a:rect l="0" t="0" r="r" b="b"/>
              <a:pathLst>
                <a:path w="80" h="81">
                  <a:moveTo>
                    <a:pt x="59" y="81"/>
                  </a:moveTo>
                  <a:lnTo>
                    <a:pt x="69" y="50"/>
                  </a:lnTo>
                  <a:lnTo>
                    <a:pt x="80" y="18"/>
                  </a:lnTo>
                  <a:lnTo>
                    <a:pt x="21" y="0"/>
                  </a:lnTo>
                  <a:lnTo>
                    <a:pt x="10" y="31"/>
                  </a:lnTo>
                  <a:lnTo>
                    <a:pt x="0" y="63"/>
                  </a:lnTo>
                  <a:lnTo>
                    <a:pt x="59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48" name=""/>
            <p:cNvSpPr/>
            <p:nvPr/>
          </p:nvSpPr>
          <p:spPr>
            <a:xfrm rot="0">
              <a:off x="4982" y="1360"/>
              <a:ext cx="2" cy="8"/>
            </a:xfrm>
            <a:custGeom>
              <a:avLst/>
              <a:ahLst/>
              <a:rect l="0" t="0" r="r" b="b"/>
              <a:pathLst>
                <a:path w="11" h="33">
                  <a:moveTo>
                    <a:pt x="0" y="33"/>
                  </a:moveTo>
                  <a:lnTo>
                    <a:pt x="11" y="2"/>
                  </a:lnTo>
                  <a:lnTo>
                    <a:pt x="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49" name=""/>
            <p:cNvSpPr/>
            <p:nvPr/>
          </p:nvSpPr>
          <p:spPr>
            <a:xfrm rot="0" flipH="1" flipV="1">
              <a:off x="4983" y="13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50" name=""/>
            <p:cNvSpPr/>
            <p:nvPr/>
          </p:nvSpPr>
          <p:spPr>
            <a:xfrm rot="0">
              <a:off x="4965" y="1357"/>
              <a:ext cx="18" cy="20"/>
            </a:xfrm>
            <a:custGeom>
              <a:avLst/>
              <a:ahLst/>
              <a:rect l="0" t="0" r="r" b="b"/>
              <a:pathLst>
                <a:path w="75" h="79">
                  <a:moveTo>
                    <a:pt x="62" y="79"/>
                  </a:moveTo>
                  <a:lnTo>
                    <a:pt x="68" y="46"/>
                  </a:lnTo>
                  <a:lnTo>
                    <a:pt x="75" y="13"/>
                  </a:lnTo>
                  <a:lnTo>
                    <a:pt x="13" y="0"/>
                  </a:lnTo>
                  <a:lnTo>
                    <a:pt x="6" y="33"/>
                  </a:lnTo>
                  <a:lnTo>
                    <a:pt x="0" y="66"/>
                  </a:lnTo>
                  <a:lnTo>
                    <a:pt x="62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51" name=""/>
            <p:cNvSpPr/>
            <p:nvPr/>
          </p:nvSpPr>
          <p:spPr>
            <a:xfrm rot="0">
              <a:off x="4965" y="1357"/>
              <a:ext cx="18" cy="20"/>
            </a:xfrm>
            <a:custGeom>
              <a:avLst/>
              <a:ahLst/>
              <a:rect l="0" t="0" r="r" b="b"/>
              <a:pathLst>
                <a:path w="75" h="79">
                  <a:moveTo>
                    <a:pt x="62" y="79"/>
                  </a:moveTo>
                  <a:lnTo>
                    <a:pt x="68" y="46"/>
                  </a:lnTo>
                  <a:lnTo>
                    <a:pt x="75" y="13"/>
                  </a:lnTo>
                  <a:lnTo>
                    <a:pt x="13" y="0"/>
                  </a:lnTo>
                  <a:lnTo>
                    <a:pt x="6" y="33"/>
                  </a:lnTo>
                  <a:lnTo>
                    <a:pt x="0" y="66"/>
                  </a:lnTo>
                  <a:lnTo>
                    <a:pt x="62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52" name=""/>
            <p:cNvSpPr/>
            <p:nvPr/>
          </p:nvSpPr>
          <p:spPr>
            <a:xfrm rot="0">
              <a:off x="4966" y="1357"/>
              <a:ext cx="2" cy="8"/>
            </a:xfrm>
            <a:custGeom>
              <a:avLst/>
              <a:ahLst/>
              <a:rect l="0" t="0" r="r" b="b"/>
              <a:pathLst>
                <a:path w="7" h="33">
                  <a:moveTo>
                    <a:pt x="0" y="33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53" name=""/>
            <p:cNvSpPr/>
            <p:nvPr/>
          </p:nvSpPr>
          <p:spPr>
            <a:xfrm rot="0" flipH="1">
              <a:off x="4968" y="13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54" name=""/>
            <p:cNvSpPr/>
            <p:nvPr/>
          </p:nvSpPr>
          <p:spPr>
            <a:xfrm rot="0">
              <a:off x="4949" y="1355"/>
              <a:ext cx="19" cy="18"/>
            </a:xfrm>
            <a:custGeom>
              <a:avLst/>
              <a:ahLst/>
              <a:rect l="0" t="0" r="r" b="b"/>
              <a:pathLst>
                <a:path w="74" h="75">
                  <a:moveTo>
                    <a:pt x="63" y="75"/>
                  </a:moveTo>
                  <a:lnTo>
                    <a:pt x="68" y="42"/>
                  </a:lnTo>
                  <a:lnTo>
                    <a:pt x="74" y="9"/>
                  </a:lnTo>
                  <a:lnTo>
                    <a:pt x="11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63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55" name=""/>
            <p:cNvSpPr/>
            <p:nvPr/>
          </p:nvSpPr>
          <p:spPr>
            <a:xfrm rot="0">
              <a:off x="4949" y="1355"/>
              <a:ext cx="19" cy="18"/>
            </a:xfrm>
            <a:custGeom>
              <a:avLst/>
              <a:ahLst/>
              <a:rect l="0" t="0" r="r" b="b"/>
              <a:pathLst>
                <a:path w="74" h="75">
                  <a:moveTo>
                    <a:pt x="63" y="75"/>
                  </a:moveTo>
                  <a:lnTo>
                    <a:pt x="68" y="42"/>
                  </a:lnTo>
                  <a:lnTo>
                    <a:pt x="74" y="9"/>
                  </a:lnTo>
                  <a:lnTo>
                    <a:pt x="11" y="0"/>
                  </a:lnTo>
                  <a:lnTo>
                    <a:pt x="5" y="33"/>
                  </a:lnTo>
                  <a:lnTo>
                    <a:pt x="0" y="66"/>
                  </a:lnTo>
                  <a:lnTo>
                    <a:pt x="63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56" name=""/>
            <p:cNvSpPr/>
            <p:nvPr/>
          </p:nvSpPr>
          <p:spPr>
            <a:xfrm rot="0">
              <a:off x="4951" y="1355"/>
              <a:ext cx="1" cy="8"/>
            </a:xfrm>
            <a:custGeom>
              <a:avLst/>
              <a:ahLst/>
              <a:rect l="0" t="0" r="r" b="b"/>
              <a:pathLst>
                <a:path w="6" h="33">
                  <a:moveTo>
                    <a:pt x="0" y="33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57" name=""/>
            <p:cNvSpPr/>
            <p:nvPr/>
          </p:nvSpPr>
          <p:spPr>
            <a:xfrm rot="0" flipH="1">
              <a:off x="4951" y="1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58" name=""/>
            <p:cNvSpPr/>
            <p:nvPr/>
          </p:nvSpPr>
          <p:spPr>
            <a:xfrm rot="0">
              <a:off x="4934" y="1354"/>
              <a:ext cx="17" cy="17"/>
            </a:xfrm>
            <a:custGeom>
              <a:avLst/>
              <a:ahLst/>
              <a:rect l="0" t="0" r="r" b="b"/>
              <a:pathLst>
                <a:path w="69" h="69">
                  <a:moveTo>
                    <a:pt x="66" y="69"/>
                  </a:moveTo>
                  <a:lnTo>
                    <a:pt x="67" y="36"/>
                  </a:lnTo>
                  <a:lnTo>
                    <a:pt x="69" y="3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66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59" name=""/>
            <p:cNvSpPr/>
            <p:nvPr/>
          </p:nvSpPr>
          <p:spPr>
            <a:xfrm rot="0">
              <a:off x="4934" y="1354"/>
              <a:ext cx="17" cy="17"/>
            </a:xfrm>
            <a:custGeom>
              <a:avLst/>
              <a:ahLst/>
              <a:rect l="0" t="0" r="r" b="b"/>
              <a:pathLst>
                <a:path w="69" h="69">
                  <a:moveTo>
                    <a:pt x="66" y="69"/>
                  </a:moveTo>
                  <a:lnTo>
                    <a:pt x="67" y="36"/>
                  </a:lnTo>
                  <a:lnTo>
                    <a:pt x="69" y="3"/>
                  </a:lnTo>
                  <a:lnTo>
                    <a:pt x="3" y="0"/>
                  </a:lnTo>
                  <a:lnTo>
                    <a:pt x="2" y="33"/>
                  </a:lnTo>
                  <a:lnTo>
                    <a:pt x="0" y="66"/>
                  </a:lnTo>
                  <a:lnTo>
                    <a:pt x="66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60" name=""/>
            <p:cNvSpPr/>
            <p:nvPr/>
          </p:nvSpPr>
          <p:spPr>
            <a:xfrm rot="0">
              <a:off x="4934" y="1354"/>
              <a:ext cx="1" cy="8"/>
            </a:xfrm>
            <a:custGeom>
              <a:avLst/>
              <a:ahLst/>
              <a:rect l="0" t="0" r="r" b="b"/>
              <a:pathLst>
                <a:path w="1" h="33">
                  <a:moveTo>
                    <a:pt x="0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61" name=""/>
            <p:cNvSpPr/>
            <p:nvPr/>
          </p:nvSpPr>
          <p:spPr>
            <a:xfrm rot="0" flipH="1">
              <a:off x="4934" y="1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62" name=""/>
            <p:cNvSpPr/>
            <p:nvPr/>
          </p:nvSpPr>
          <p:spPr>
            <a:xfrm rot="0">
              <a:off x="4917" y="1354"/>
              <a:ext cx="17" cy="17"/>
            </a:xfrm>
            <a:custGeom>
              <a:avLst/>
              <a:ahLst/>
              <a:rect l="0" t="0" r="r" b="b"/>
              <a:pathLst>
                <a:path w="69" h="68">
                  <a:moveTo>
                    <a:pt x="69" y="66"/>
                  </a:moveTo>
                  <a:lnTo>
                    <a:pt x="69" y="33"/>
                  </a:lnTo>
                  <a:lnTo>
                    <a:pt x="69" y="0"/>
                  </a:lnTo>
                  <a:lnTo>
                    <a:pt x="0" y="2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69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63" name=""/>
            <p:cNvSpPr/>
            <p:nvPr/>
          </p:nvSpPr>
          <p:spPr>
            <a:xfrm rot="0">
              <a:off x="4917" y="1354"/>
              <a:ext cx="17" cy="17"/>
            </a:xfrm>
            <a:custGeom>
              <a:avLst/>
              <a:ahLst/>
              <a:rect l="0" t="0" r="r" b="b"/>
              <a:pathLst>
                <a:path w="69" h="68">
                  <a:moveTo>
                    <a:pt x="69" y="66"/>
                  </a:moveTo>
                  <a:lnTo>
                    <a:pt x="69" y="33"/>
                  </a:lnTo>
                  <a:lnTo>
                    <a:pt x="69" y="0"/>
                  </a:lnTo>
                  <a:lnTo>
                    <a:pt x="0" y="2"/>
                  </a:lnTo>
                  <a:lnTo>
                    <a:pt x="0" y="35"/>
                  </a:lnTo>
                  <a:lnTo>
                    <a:pt x="0" y="68"/>
                  </a:lnTo>
                  <a:lnTo>
                    <a:pt x="69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64" name=""/>
            <p:cNvSpPr/>
            <p:nvPr/>
          </p:nvSpPr>
          <p:spPr>
            <a:xfrm rot="0">
              <a:off x="4916" y="1354"/>
              <a:ext cx="1" cy="8"/>
            </a:xfrm>
            <a:custGeom>
              <a:avLst/>
              <a:ahLst/>
              <a:rect l="0" t="0" r="r" b="b"/>
              <a:pathLst>
                <a:path w="2" h="33">
                  <a:moveTo>
                    <a:pt x="2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65" name=""/>
            <p:cNvSpPr/>
            <p:nvPr/>
          </p:nvSpPr>
          <p:spPr>
            <a:xfrm rot="0" flipH="1">
              <a:off x="4916" y="1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66" name=""/>
            <p:cNvSpPr/>
            <p:nvPr/>
          </p:nvSpPr>
          <p:spPr>
            <a:xfrm rot="0">
              <a:off x="4899" y="1354"/>
              <a:ext cx="19" cy="18"/>
            </a:xfrm>
            <a:custGeom>
              <a:avLst/>
              <a:ahLst/>
              <a:rect l="0" t="0" r="r" b="b"/>
              <a:pathLst>
                <a:path w="74" h="72">
                  <a:moveTo>
                    <a:pt x="74" y="66"/>
                  </a:moveTo>
                  <a:lnTo>
                    <a:pt x="71" y="33"/>
                  </a:lnTo>
                  <a:lnTo>
                    <a:pt x="69" y="0"/>
                  </a:lnTo>
                  <a:lnTo>
                    <a:pt x="0" y="6"/>
                  </a:lnTo>
                  <a:lnTo>
                    <a:pt x="3" y="39"/>
                  </a:lnTo>
                  <a:lnTo>
                    <a:pt x="6" y="72"/>
                  </a:lnTo>
                  <a:lnTo>
                    <a:pt x="7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67" name=""/>
            <p:cNvSpPr/>
            <p:nvPr/>
          </p:nvSpPr>
          <p:spPr>
            <a:xfrm rot="0">
              <a:off x="4899" y="1354"/>
              <a:ext cx="19" cy="18"/>
            </a:xfrm>
            <a:custGeom>
              <a:avLst/>
              <a:ahLst/>
              <a:rect l="0" t="0" r="r" b="b"/>
              <a:pathLst>
                <a:path w="74" h="72">
                  <a:moveTo>
                    <a:pt x="74" y="66"/>
                  </a:moveTo>
                  <a:lnTo>
                    <a:pt x="71" y="33"/>
                  </a:lnTo>
                  <a:lnTo>
                    <a:pt x="69" y="0"/>
                  </a:lnTo>
                  <a:lnTo>
                    <a:pt x="0" y="6"/>
                  </a:lnTo>
                  <a:lnTo>
                    <a:pt x="3" y="39"/>
                  </a:lnTo>
                  <a:lnTo>
                    <a:pt x="6" y="72"/>
                  </a:lnTo>
                  <a:lnTo>
                    <a:pt x="7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68" name=""/>
            <p:cNvSpPr/>
            <p:nvPr/>
          </p:nvSpPr>
          <p:spPr>
            <a:xfrm rot="0">
              <a:off x="4899" y="1356"/>
              <a:ext cx="1" cy="8"/>
            </a:xfrm>
            <a:custGeom>
              <a:avLst/>
              <a:ahLst/>
              <a:rect l="0" t="0" r="r" b="b"/>
              <a:pathLst>
                <a:path w="5" h="33">
                  <a:moveTo>
                    <a:pt x="5" y="3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69" name=""/>
            <p:cNvSpPr/>
            <p:nvPr/>
          </p:nvSpPr>
          <p:spPr>
            <a:xfrm rot="0" flipH="1">
              <a:off x="4899" y="13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70" name=""/>
            <p:cNvSpPr/>
            <p:nvPr/>
          </p:nvSpPr>
          <p:spPr>
            <a:xfrm rot="0">
              <a:off x="4881" y="1356"/>
              <a:ext cx="20" cy="19"/>
            </a:xfrm>
            <a:custGeom>
              <a:avLst/>
              <a:ahLst/>
              <a:rect l="0" t="0" r="r" b="b"/>
              <a:pathLst>
                <a:path w="81" h="78">
                  <a:moveTo>
                    <a:pt x="81" y="66"/>
                  </a:moveTo>
                  <a:lnTo>
                    <a:pt x="76" y="33"/>
                  </a:lnTo>
                  <a:lnTo>
                    <a:pt x="71" y="0"/>
                  </a:lnTo>
                  <a:lnTo>
                    <a:pt x="0" y="12"/>
                  </a:lnTo>
                  <a:lnTo>
                    <a:pt x="5" y="45"/>
                  </a:lnTo>
                  <a:lnTo>
                    <a:pt x="10" y="78"/>
                  </a:lnTo>
                  <a:lnTo>
                    <a:pt x="81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71" name=""/>
            <p:cNvSpPr/>
            <p:nvPr/>
          </p:nvSpPr>
          <p:spPr>
            <a:xfrm rot="0">
              <a:off x="4881" y="1356"/>
              <a:ext cx="20" cy="19"/>
            </a:xfrm>
            <a:custGeom>
              <a:avLst/>
              <a:ahLst/>
              <a:rect l="0" t="0" r="r" b="b"/>
              <a:pathLst>
                <a:path w="81" h="78">
                  <a:moveTo>
                    <a:pt x="81" y="66"/>
                  </a:moveTo>
                  <a:lnTo>
                    <a:pt x="76" y="33"/>
                  </a:lnTo>
                  <a:lnTo>
                    <a:pt x="71" y="0"/>
                  </a:lnTo>
                  <a:lnTo>
                    <a:pt x="0" y="12"/>
                  </a:lnTo>
                  <a:lnTo>
                    <a:pt x="5" y="45"/>
                  </a:lnTo>
                  <a:lnTo>
                    <a:pt x="10" y="78"/>
                  </a:lnTo>
                  <a:lnTo>
                    <a:pt x="81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72" name=""/>
            <p:cNvSpPr/>
            <p:nvPr/>
          </p:nvSpPr>
          <p:spPr>
            <a:xfrm rot="0">
              <a:off x="4880" y="1359"/>
              <a:ext cx="2" cy="8"/>
            </a:xfrm>
            <a:custGeom>
              <a:avLst/>
              <a:ahLst/>
              <a:rect l="0" t="0" r="r" b="b"/>
              <a:pathLst>
                <a:path w="8" h="33">
                  <a:moveTo>
                    <a:pt x="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73" name=""/>
            <p:cNvSpPr/>
            <p:nvPr/>
          </p:nvSpPr>
          <p:spPr>
            <a:xfrm rot="0" flipH="1">
              <a:off x="4880" y="13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74" name=""/>
            <p:cNvSpPr/>
            <p:nvPr/>
          </p:nvSpPr>
          <p:spPr>
            <a:xfrm rot="0">
              <a:off x="4863" y="1359"/>
              <a:ext cx="21" cy="21"/>
            </a:xfrm>
            <a:custGeom>
              <a:avLst/>
              <a:ahLst/>
              <a:rect l="0" t="0" r="r" b="b"/>
              <a:pathLst>
                <a:path w="87" h="83">
                  <a:moveTo>
                    <a:pt x="87" y="66"/>
                  </a:moveTo>
                  <a:lnTo>
                    <a:pt x="79" y="33"/>
                  </a:lnTo>
                  <a:lnTo>
                    <a:pt x="71" y="0"/>
                  </a:lnTo>
                  <a:lnTo>
                    <a:pt x="0" y="17"/>
                  </a:lnTo>
                  <a:lnTo>
                    <a:pt x="8" y="50"/>
                  </a:lnTo>
                  <a:lnTo>
                    <a:pt x="16" y="83"/>
                  </a:lnTo>
                  <a:lnTo>
                    <a:pt x="8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75" name=""/>
            <p:cNvSpPr/>
            <p:nvPr/>
          </p:nvSpPr>
          <p:spPr>
            <a:xfrm rot="0">
              <a:off x="4863" y="1359"/>
              <a:ext cx="21" cy="21"/>
            </a:xfrm>
            <a:custGeom>
              <a:avLst/>
              <a:ahLst/>
              <a:rect l="0" t="0" r="r" b="b"/>
              <a:pathLst>
                <a:path w="87" h="83">
                  <a:moveTo>
                    <a:pt x="87" y="66"/>
                  </a:moveTo>
                  <a:lnTo>
                    <a:pt x="79" y="33"/>
                  </a:lnTo>
                  <a:lnTo>
                    <a:pt x="71" y="0"/>
                  </a:lnTo>
                  <a:lnTo>
                    <a:pt x="0" y="17"/>
                  </a:lnTo>
                  <a:lnTo>
                    <a:pt x="8" y="50"/>
                  </a:lnTo>
                  <a:lnTo>
                    <a:pt x="16" y="83"/>
                  </a:lnTo>
                  <a:lnTo>
                    <a:pt x="8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76" name=""/>
            <p:cNvSpPr/>
            <p:nvPr/>
          </p:nvSpPr>
          <p:spPr>
            <a:xfrm rot="0">
              <a:off x="4862" y="1363"/>
              <a:ext cx="3" cy="8"/>
            </a:xfrm>
            <a:custGeom>
              <a:avLst/>
              <a:ahLst/>
              <a:rect l="0" t="0" r="r" b="b"/>
              <a:pathLst>
                <a:path w="9" h="33">
                  <a:moveTo>
                    <a:pt x="9" y="3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77" name=""/>
            <p:cNvSpPr/>
            <p:nvPr/>
          </p:nvSpPr>
          <p:spPr>
            <a:xfrm rot="0" flipH="1">
              <a:off x="4862" y="13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78" name=""/>
            <p:cNvSpPr/>
            <p:nvPr/>
          </p:nvSpPr>
          <p:spPr>
            <a:xfrm rot="0">
              <a:off x="4844" y="1363"/>
              <a:ext cx="23" cy="22"/>
            </a:xfrm>
            <a:custGeom>
              <a:avLst/>
              <a:ahLst/>
              <a:rect l="0" t="0" r="r" b="b"/>
              <a:pathLst>
                <a:path w="92" h="85">
                  <a:moveTo>
                    <a:pt x="92" y="63"/>
                  </a:moveTo>
                  <a:lnTo>
                    <a:pt x="83" y="31"/>
                  </a:lnTo>
                  <a:lnTo>
                    <a:pt x="74" y="0"/>
                  </a:lnTo>
                  <a:lnTo>
                    <a:pt x="0" y="22"/>
                  </a:lnTo>
                  <a:lnTo>
                    <a:pt x="9" y="53"/>
                  </a:lnTo>
                  <a:lnTo>
                    <a:pt x="19" y="85"/>
                  </a:lnTo>
                  <a:lnTo>
                    <a:pt x="92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79" name=""/>
            <p:cNvSpPr/>
            <p:nvPr/>
          </p:nvSpPr>
          <p:spPr>
            <a:xfrm rot="0">
              <a:off x="4844" y="1363"/>
              <a:ext cx="23" cy="22"/>
            </a:xfrm>
            <a:custGeom>
              <a:avLst/>
              <a:ahLst/>
              <a:rect l="0" t="0" r="r" b="b"/>
              <a:pathLst>
                <a:path w="92" h="85">
                  <a:moveTo>
                    <a:pt x="92" y="63"/>
                  </a:moveTo>
                  <a:lnTo>
                    <a:pt x="83" y="31"/>
                  </a:lnTo>
                  <a:lnTo>
                    <a:pt x="74" y="0"/>
                  </a:lnTo>
                  <a:lnTo>
                    <a:pt x="0" y="22"/>
                  </a:lnTo>
                  <a:lnTo>
                    <a:pt x="9" y="53"/>
                  </a:lnTo>
                  <a:lnTo>
                    <a:pt x="19" y="85"/>
                  </a:lnTo>
                  <a:lnTo>
                    <a:pt x="92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80" name=""/>
            <p:cNvSpPr/>
            <p:nvPr/>
          </p:nvSpPr>
          <p:spPr>
            <a:xfrm rot="0">
              <a:off x="4843" y="1369"/>
              <a:ext cx="3" cy="8"/>
            </a:xfrm>
            <a:custGeom>
              <a:avLst/>
              <a:ahLst/>
              <a:rect l="0" t="0" r="r" b="b"/>
              <a:pathLst>
                <a:path w="11" h="31">
                  <a:moveTo>
                    <a:pt x="11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81" name=""/>
            <p:cNvSpPr/>
            <p:nvPr/>
          </p:nvSpPr>
          <p:spPr>
            <a:xfrm rot="0" flipH="1">
              <a:off x="4843" y="13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82" name=""/>
            <p:cNvSpPr/>
            <p:nvPr/>
          </p:nvSpPr>
          <p:spPr>
            <a:xfrm rot="0">
              <a:off x="4825" y="1369"/>
              <a:ext cx="24" cy="22"/>
            </a:xfrm>
            <a:custGeom>
              <a:avLst/>
              <a:ahLst/>
              <a:rect l="0" t="0" r="r" b="b"/>
              <a:pathLst>
                <a:path w="97" h="89">
                  <a:moveTo>
                    <a:pt x="97" y="63"/>
                  </a:moveTo>
                  <a:lnTo>
                    <a:pt x="85" y="31"/>
                  </a:lnTo>
                  <a:lnTo>
                    <a:pt x="74" y="0"/>
                  </a:lnTo>
                  <a:lnTo>
                    <a:pt x="0" y="26"/>
                  </a:lnTo>
                  <a:lnTo>
                    <a:pt x="12" y="58"/>
                  </a:lnTo>
                  <a:lnTo>
                    <a:pt x="24" y="89"/>
                  </a:lnTo>
                  <a:lnTo>
                    <a:pt x="97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83" name=""/>
            <p:cNvSpPr/>
            <p:nvPr/>
          </p:nvSpPr>
          <p:spPr>
            <a:xfrm rot="0">
              <a:off x="4825" y="1369"/>
              <a:ext cx="24" cy="22"/>
            </a:xfrm>
            <a:custGeom>
              <a:avLst/>
              <a:ahLst/>
              <a:rect l="0" t="0" r="r" b="b"/>
              <a:pathLst>
                <a:path w="97" h="89">
                  <a:moveTo>
                    <a:pt x="97" y="63"/>
                  </a:moveTo>
                  <a:lnTo>
                    <a:pt x="85" y="31"/>
                  </a:lnTo>
                  <a:lnTo>
                    <a:pt x="74" y="0"/>
                  </a:lnTo>
                  <a:lnTo>
                    <a:pt x="0" y="26"/>
                  </a:lnTo>
                  <a:lnTo>
                    <a:pt x="12" y="58"/>
                  </a:lnTo>
                  <a:lnTo>
                    <a:pt x="24" y="89"/>
                  </a:lnTo>
                  <a:lnTo>
                    <a:pt x="97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84" name=""/>
            <p:cNvSpPr/>
            <p:nvPr/>
          </p:nvSpPr>
          <p:spPr>
            <a:xfrm rot="0">
              <a:off x="4824" y="1376"/>
              <a:ext cx="4" cy="7"/>
            </a:xfrm>
            <a:custGeom>
              <a:avLst/>
              <a:ahLst/>
              <a:rect l="0" t="0" r="r" b="b"/>
              <a:pathLst>
                <a:path w="13" h="32">
                  <a:moveTo>
                    <a:pt x="13" y="3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3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85" name=""/>
            <p:cNvSpPr/>
            <p:nvPr/>
          </p:nvSpPr>
          <p:spPr>
            <a:xfrm rot="0" flipH="1">
              <a:off x="4824" y="13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86" name=""/>
            <p:cNvSpPr/>
            <p:nvPr/>
          </p:nvSpPr>
          <p:spPr>
            <a:xfrm rot="0">
              <a:off x="4806" y="1376"/>
              <a:ext cx="25" cy="23"/>
            </a:xfrm>
            <a:custGeom>
              <a:avLst/>
              <a:ahLst/>
              <a:rect l="0" t="0" r="r" b="b"/>
              <a:pathLst>
                <a:path w="100" h="92">
                  <a:moveTo>
                    <a:pt x="100" y="60"/>
                  </a:moveTo>
                  <a:lnTo>
                    <a:pt x="87" y="30"/>
                  </a:lnTo>
                  <a:lnTo>
                    <a:pt x="74" y="0"/>
                  </a:lnTo>
                  <a:lnTo>
                    <a:pt x="0" y="31"/>
                  </a:lnTo>
                  <a:lnTo>
                    <a:pt x="13" y="61"/>
                  </a:lnTo>
                  <a:lnTo>
                    <a:pt x="26" y="92"/>
                  </a:lnTo>
                  <a:lnTo>
                    <a:pt x="10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87" name=""/>
            <p:cNvSpPr/>
            <p:nvPr/>
          </p:nvSpPr>
          <p:spPr>
            <a:xfrm rot="0">
              <a:off x="4806" y="1376"/>
              <a:ext cx="25" cy="23"/>
            </a:xfrm>
            <a:custGeom>
              <a:avLst/>
              <a:ahLst/>
              <a:rect l="0" t="0" r="r" b="b"/>
              <a:pathLst>
                <a:path w="100" h="92">
                  <a:moveTo>
                    <a:pt x="100" y="60"/>
                  </a:moveTo>
                  <a:lnTo>
                    <a:pt x="87" y="30"/>
                  </a:lnTo>
                  <a:lnTo>
                    <a:pt x="74" y="0"/>
                  </a:lnTo>
                  <a:lnTo>
                    <a:pt x="0" y="31"/>
                  </a:lnTo>
                  <a:lnTo>
                    <a:pt x="13" y="61"/>
                  </a:lnTo>
                  <a:lnTo>
                    <a:pt x="26" y="92"/>
                  </a:lnTo>
                  <a:lnTo>
                    <a:pt x="10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88" name=""/>
            <p:cNvSpPr/>
            <p:nvPr/>
          </p:nvSpPr>
          <p:spPr>
            <a:xfrm rot="0">
              <a:off x="4806" y="1384"/>
              <a:ext cx="3" cy="7"/>
            </a:xfrm>
            <a:custGeom>
              <a:avLst/>
              <a:ahLst/>
              <a:rect l="0" t="0" r="r" b="b"/>
              <a:pathLst>
                <a:path w="14" h="30">
                  <a:moveTo>
                    <a:pt x="14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89" name=""/>
            <p:cNvSpPr/>
            <p:nvPr/>
          </p:nvSpPr>
          <p:spPr>
            <a:xfrm rot="0" flipH="1">
              <a:off x="4806" y="13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90" name=""/>
            <p:cNvSpPr/>
            <p:nvPr/>
          </p:nvSpPr>
          <p:spPr>
            <a:xfrm rot="0">
              <a:off x="4787" y="1384"/>
              <a:ext cx="26" cy="24"/>
            </a:xfrm>
            <a:custGeom>
              <a:avLst/>
              <a:ahLst/>
              <a:rect l="0" t="0" r="r" b="b"/>
              <a:pathLst>
                <a:path w="104" h="97">
                  <a:moveTo>
                    <a:pt x="104" y="61"/>
                  </a:moveTo>
                  <a:lnTo>
                    <a:pt x="89" y="30"/>
                  </a:lnTo>
                  <a:lnTo>
                    <a:pt x="75" y="0"/>
                  </a:lnTo>
                  <a:lnTo>
                    <a:pt x="0" y="37"/>
                  </a:lnTo>
                  <a:lnTo>
                    <a:pt x="14" y="67"/>
                  </a:lnTo>
                  <a:lnTo>
                    <a:pt x="29" y="97"/>
                  </a:lnTo>
                  <a:lnTo>
                    <a:pt x="104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91" name=""/>
            <p:cNvSpPr/>
            <p:nvPr/>
          </p:nvSpPr>
          <p:spPr>
            <a:xfrm rot="0">
              <a:off x="4787" y="1384"/>
              <a:ext cx="26" cy="24"/>
            </a:xfrm>
            <a:custGeom>
              <a:avLst/>
              <a:ahLst/>
              <a:rect l="0" t="0" r="r" b="b"/>
              <a:pathLst>
                <a:path w="104" h="97">
                  <a:moveTo>
                    <a:pt x="104" y="61"/>
                  </a:moveTo>
                  <a:lnTo>
                    <a:pt x="89" y="30"/>
                  </a:lnTo>
                  <a:lnTo>
                    <a:pt x="75" y="0"/>
                  </a:lnTo>
                  <a:lnTo>
                    <a:pt x="0" y="37"/>
                  </a:lnTo>
                  <a:lnTo>
                    <a:pt x="14" y="67"/>
                  </a:lnTo>
                  <a:lnTo>
                    <a:pt x="29" y="97"/>
                  </a:lnTo>
                  <a:lnTo>
                    <a:pt x="104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92" name=""/>
            <p:cNvSpPr/>
            <p:nvPr/>
          </p:nvSpPr>
          <p:spPr>
            <a:xfrm rot="0">
              <a:off x="4787" y="1393"/>
              <a:ext cx="4" cy="8"/>
            </a:xfrm>
            <a:custGeom>
              <a:avLst/>
              <a:ahLst/>
              <a:rect l="0" t="0" r="r" b="b"/>
              <a:pathLst>
                <a:path w="15" h="30">
                  <a:moveTo>
                    <a:pt x="15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93" name=""/>
            <p:cNvSpPr/>
            <p:nvPr/>
          </p:nvSpPr>
          <p:spPr>
            <a:xfrm rot="0" flipH="1">
              <a:off x="4787" y="13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94" name=""/>
            <p:cNvSpPr/>
            <p:nvPr/>
          </p:nvSpPr>
          <p:spPr>
            <a:xfrm rot="0">
              <a:off x="4768" y="1393"/>
              <a:ext cx="27" cy="25"/>
            </a:xfrm>
            <a:custGeom>
              <a:avLst/>
              <a:ahLst/>
              <a:rect l="0" t="0" r="r" b="b"/>
              <a:pathLst>
                <a:path w="106" h="99">
                  <a:moveTo>
                    <a:pt x="106" y="58"/>
                  </a:moveTo>
                  <a:lnTo>
                    <a:pt x="90" y="29"/>
                  </a:lnTo>
                  <a:lnTo>
                    <a:pt x="75" y="0"/>
                  </a:lnTo>
                  <a:lnTo>
                    <a:pt x="0" y="41"/>
                  </a:lnTo>
                  <a:lnTo>
                    <a:pt x="15" y="70"/>
                  </a:lnTo>
                  <a:lnTo>
                    <a:pt x="31" y="99"/>
                  </a:lnTo>
                  <a:lnTo>
                    <a:pt x="106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95" name=""/>
            <p:cNvSpPr/>
            <p:nvPr/>
          </p:nvSpPr>
          <p:spPr>
            <a:xfrm rot="0">
              <a:off x="4768" y="1393"/>
              <a:ext cx="27" cy="25"/>
            </a:xfrm>
            <a:custGeom>
              <a:avLst/>
              <a:ahLst/>
              <a:rect l="0" t="0" r="r" b="b"/>
              <a:pathLst>
                <a:path w="106" h="99">
                  <a:moveTo>
                    <a:pt x="106" y="58"/>
                  </a:moveTo>
                  <a:lnTo>
                    <a:pt x="90" y="29"/>
                  </a:lnTo>
                  <a:lnTo>
                    <a:pt x="75" y="0"/>
                  </a:lnTo>
                  <a:lnTo>
                    <a:pt x="0" y="41"/>
                  </a:lnTo>
                  <a:lnTo>
                    <a:pt x="15" y="70"/>
                  </a:lnTo>
                  <a:lnTo>
                    <a:pt x="31" y="99"/>
                  </a:lnTo>
                  <a:lnTo>
                    <a:pt x="106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96" name=""/>
            <p:cNvSpPr/>
            <p:nvPr/>
          </p:nvSpPr>
          <p:spPr>
            <a:xfrm rot="0">
              <a:off x="4768" y="1403"/>
              <a:ext cx="4" cy="8"/>
            </a:xfrm>
            <a:custGeom>
              <a:avLst/>
              <a:ahLst/>
              <a:rect l="0" t="0" r="r" b="b"/>
              <a:pathLst>
                <a:path w="17" h="29">
                  <a:moveTo>
                    <a:pt x="17" y="2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97" name=""/>
            <p:cNvSpPr/>
            <p:nvPr/>
          </p:nvSpPr>
          <p:spPr>
            <a:xfrm rot="0" flipH="1">
              <a:off x="4768" y="14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098" name=""/>
            <p:cNvSpPr/>
            <p:nvPr/>
          </p:nvSpPr>
          <p:spPr>
            <a:xfrm rot="0">
              <a:off x="4749" y="1403"/>
              <a:ext cx="27" cy="26"/>
            </a:xfrm>
            <a:custGeom>
              <a:avLst/>
              <a:ahLst/>
              <a:rect l="0" t="0" r="r" b="b"/>
              <a:pathLst>
                <a:path w="107" h="102">
                  <a:moveTo>
                    <a:pt x="107" y="58"/>
                  </a:moveTo>
                  <a:lnTo>
                    <a:pt x="90" y="29"/>
                  </a:lnTo>
                  <a:lnTo>
                    <a:pt x="73" y="0"/>
                  </a:lnTo>
                  <a:lnTo>
                    <a:pt x="0" y="45"/>
                  </a:lnTo>
                  <a:lnTo>
                    <a:pt x="17" y="74"/>
                  </a:lnTo>
                  <a:lnTo>
                    <a:pt x="34" y="102"/>
                  </a:lnTo>
                  <a:lnTo>
                    <a:pt x="10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099" name=""/>
            <p:cNvSpPr/>
            <p:nvPr/>
          </p:nvSpPr>
          <p:spPr>
            <a:xfrm rot="0">
              <a:off x="4749" y="1403"/>
              <a:ext cx="27" cy="26"/>
            </a:xfrm>
            <a:custGeom>
              <a:avLst/>
              <a:ahLst/>
              <a:rect l="0" t="0" r="r" b="b"/>
              <a:pathLst>
                <a:path w="107" h="102">
                  <a:moveTo>
                    <a:pt x="107" y="58"/>
                  </a:moveTo>
                  <a:lnTo>
                    <a:pt x="90" y="29"/>
                  </a:lnTo>
                  <a:lnTo>
                    <a:pt x="73" y="0"/>
                  </a:lnTo>
                  <a:lnTo>
                    <a:pt x="0" y="45"/>
                  </a:lnTo>
                  <a:lnTo>
                    <a:pt x="17" y="74"/>
                  </a:lnTo>
                  <a:lnTo>
                    <a:pt x="34" y="102"/>
                  </a:lnTo>
                  <a:lnTo>
                    <a:pt x="107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00" name=""/>
            <p:cNvSpPr/>
            <p:nvPr/>
          </p:nvSpPr>
          <p:spPr>
            <a:xfrm rot="0">
              <a:off x="4749" y="1415"/>
              <a:ext cx="4" cy="7"/>
            </a:xfrm>
            <a:custGeom>
              <a:avLst/>
              <a:ahLst/>
              <a:rect l="0" t="0" r="r" b="b"/>
              <a:pathLst>
                <a:path w="19" h="29">
                  <a:moveTo>
                    <a:pt x="19" y="2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01" name=""/>
            <p:cNvSpPr/>
            <p:nvPr/>
          </p:nvSpPr>
          <p:spPr>
            <a:xfrm rot="0" flipH="1">
              <a:off x="4749" y="14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02" name=""/>
            <p:cNvSpPr/>
            <p:nvPr/>
          </p:nvSpPr>
          <p:spPr>
            <a:xfrm rot="0">
              <a:off x="4730" y="1415"/>
              <a:ext cx="28" cy="26"/>
            </a:xfrm>
            <a:custGeom>
              <a:avLst/>
              <a:ahLst/>
              <a:rect l="0" t="0" r="r" b="b"/>
              <a:pathLst>
                <a:path w="112" h="105">
                  <a:moveTo>
                    <a:pt x="112" y="55"/>
                  </a:moveTo>
                  <a:lnTo>
                    <a:pt x="94" y="28"/>
                  </a:lnTo>
                  <a:lnTo>
                    <a:pt x="75" y="0"/>
                  </a:lnTo>
                  <a:lnTo>
                    <a:pt x="0" y="50"/>
                  </a:lnTo>
                  <a:lnTo>
                    <a:pt x="19" y="78"/>
                  </a:lnTo>
                  <a:lnTo>
                    <a:pt x="37" y="105"/>
                  </a:lnTo>
                  <a:lnTo>
                    <a:pt x="112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03" name=""/>
            <p:cNvSpPr/>
            <p:nvPr/>
          </p:nvSpPr>
          <p:spPr>
            <a:xfrm rot="0">
              <a:off x="4730" y="1415"/>
              <a:ext cx="28" cy="26"/>
            </a:xfrm>
            <a:custGeom>
              <a:avLst/>
              <a:ahLst/>
              <a:rect l="0" t="0" r="r" b="b"/>
              <a:pathLst>
                <a:path w="112" h="105">
                  <a:moveTo>
                    <a:pt x="112" y="55"/>
                  </a:moveTo>
                  <a:lnTo>
                    <a:pt x="94" y="28"/>
                  </a:lnTo>
                  <a:lnTo>
                    <a:pt x="75" y="0"/>
                  </a:lnTo>
                  <a:lnTo>
                    <a:pt x="0" y="50"/>
                  </a:lnTo>
                  <a:lnTo>
                    <a:pt x="19" y="78"/>
                  </a:lnTo>
                  <a:lnTo>
                    <a:pt x="37" y="105"/>
                  </a:lnTo>
                  <a:lnTo>
                    <a:pt x="112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04" name=""/>
            <p:cNvSpPr/>
            <p:nvPr/>
          </p:nvSpPr>
          <p:spPr>
            <a:xfrm rot="0">
              <a:off x="4730" y="1427"/>
              <a:ext cx="5" cy="7"/>
            </a:xfrm>
            <a:custGeom>
              <a:avLst/>
              <a:ahLst/>
              <a:rect l="0" t="0" r="r" b="b"/>
              <a:pathLst>
                <a:path w="20" h="28">
                  <a:moveTo>
                    <a:pt x="20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05" name=""/>
            <p:cNvSpPr/>
            <p:nvPr/>
          </p:nvSpPr>
          <p:spPr>
            <a:xfrm rot="0" flipH="1">
              <a:off x="4730" y="14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06" name=""/>
            <p:cNvSpPr/>
            <p:nvPr/>
          </p:nvSpPr>
          <p:spPr>
            <a:xfrm rot="0">
              <a:off x="4711" y="1428"/>
              <a:ext cx="29" cy="27"/>
            </a:xfrm>
            <a:custGeom>
              <a:avLst/>
              <a:ahLst/>
              <a:rect l="0" t="0" r="r" b="b"/>
              <a:pathLst>
                <a:path w="113" h="108">
                  <a:moveTo>
                    <a:pt x="113" y="53"/>
                  </a:moveTo>
                  <a:lnTo>
                    <a:pt x="93" y="27"/>
                  </a:lnTo>
                  <a:lnTo>
                    <a:pt x="73" y="0"/>
                  </a:lnTo>
                  <a:lnTo>
                    <a:pt x="0" y="55"/>
                  </a:lnTo>
                  <a:lnTo>
                    <a:pt x="19" y="82"/>
                  </a:lnTo>
                  <a:lnTo>
                    <a:pt x="39" y="108"/>
                  </a:lnTo>
                  <a:lnTo>
                    <a:pt x="11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07" name=""/>
            <p:cNvSpPr/>
            <p:nvPr/>
          </p:nvSpPr>
          <p:spPr>
            <a:xfrm rot="0">
              <a:off x="4711" y="1428"/>
              <a:ext cx="29" cy="27"/>
            </a:xfrm>
            <a:custGeom>
              <a:avLst/>
              <a:ahLst/>
              <a:rect l="0" t="0" r="r" b="b"/>
              <a:pathLst>
                <a:path w="113" h="108">
                  <a:moveTo>
                    <a:pt x="113" y="53"/>
                  </a:moveTo>
                  <a:lnTo>
                    <a:pt x="93" y="27"/>
                  </a:lnTo>
                  <a:lnTo>
                    <a:pt x="73" y="0"/>
                  </a:lnTo>
                  <a:lnTo>
                    <a:pt x="0" y="55"/>
                  </a:lnTo>
                  <a:lnTo>
                    <a:pt x="19" y="82"/>
                  </a:lnTo>
                  <a:lnTo>
                    <a:pt x="39" y="108"/>
                  </a:lnTo>
                  <a:lnTo>
                    <a:pt x="113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08" name=""/>
            <p:cNvSpPr/>
            <p:nvPr/>
          </p:nvSpPr>
          <p:spPr>
            <a:xfrm rot="0">
              <a:off x="4711" y="1442"/>
              <a:ext cx="5" cy="6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09" name=""/>
            <p:cNvSpPr/>
            <p:nvPr/>
          </p:nvSpPr>
          <p:spPr>
            <a:xfrm rot="0" flipH="1">
              <a:off x="4711" y="14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10" name=""/>
            <p:cNvSpPr/>
            <p:nvPr/>
          </p:nvSpPr>
          <p:spPr>
            <a:xfrm rot="0">
              <a:off x="4693" y="1442"/>
              <a:ext cx="29" cy="27"/>
            </a:xfrm>
            <a:custGeom>
              <a:avLst/>
              <a:ahLst/>
              <a:rect l="0" t="0" r="r" b="b"/>
              <a:pathLst>
                <a:path w="115" h="111">
                  <a:moveTo>
                    <a:pt x="115" y="53"/>
                  </a:moveTo>
                  <a:lnTo>
                    <a:pt x="94" y="27"/>
                  </a:lnTo>
                  <a:lnTo>
                    <a:pt x="73" y="0"/>
                  </a:lnTo>
                  <a:lnTo>
                    <a:pt x="0" y="58"/>
                  </a:lnTo>
                  <a:lnTo>
                    <a:pt x="21" y="85"/>
                  </a:lnTo>
                  <a:lnTo>
                    <a:pt x="42" y="111"/>
                  </a:lnTo>
                  <a:lnTo>
                    <a:pt x="115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11" name=""/>
            <p:cNvSpPr/>
            <p:nvPr/>
          </p:nvSpPr>
          <p:spPr>
            <a:xfrm rot="0">
              <a:off x="4693" y="1442"/>
              <a:ext cx="29" cy="27"/>
            </a:xfrm>
            <a:custGeom>
              <a:avLst/>
              <a:ahLst/>
              <a:rect l="0" t="0" r="r" b="b"/>
              <a:pathLst>
                <a:path w="115" h="111">
                  <a:moveTo>
                    <a:pt x="115" y="53"/>
                  </a:moveTo>
                  <a:lnTo>
                    <a:pt x="94" y="27"/>
                  </a:lnTo>
                  <a:lnTo>
                    <a:pt x="73" y="0"/>
                  </a:lnTo>
                  <a:lnTo>
                    <a:pt x="0" y="58"/>
                  </a:lnTo>
                  <a:lnTo>
                    <a:pt x="21" y="85"/>
                  </a:lnTo>
                  <a:lnTo>
                    <a:pt x="42" y="111"/>
                  </a:lnTo>
                  <a:lnTo>
                    <a:pt x="115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12" name=""/>
            <p:cNvSpPr/>
            <p:nvPr/>
          </p:nvSpPr>
          <p:spPr>
            <a:xfrm rot="0">
              <a:off x="4693" y="1456"/>
              <a:ext cx="5" cy="7"/>
            </a:xfrm>
            <a:custGeom>
              <a:avLst/>
              <a:ahLst/>
              <a:rect l="0" t="0" r="r" b="b"/>
              <a:pathLst>
                <a:path w="21" h="27">
                  <a:moveTo>
                    <a:pt x="21" y="2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13" name=""/>
            <p:cNvSpPr/>
            <p:nvPr/>
          </p:nvSpPr>
          <p:spPr>
            <a:xfrm rot="0">
              <a:off x="4693" y="14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14" name=""/>
            <p:cNvSpPr/>
            <p:nvPr/>
          </p:nvSpPr>
          <p:spPr>
            <a:xfrm rot="0">
              <a:off x="4674" y="1456"/>
              <a:ext cx="29" cy="29"/>
            </a:xfrm>
            <a:custGeom>
              <a:avLst/>
              <a:ahLst/>
              <a:rect l="0" t="0" r="r" b="b"/>
              <a:pathLst>
                <a:path w="116" h="115">
                  <a:moveTo>
                    <a:pt x="116" y="53"/>
                  </a:moveTo>
                  <a:lnTo>
                    <a:pt x="95" y="27"/>
                  </a:lnTo>
                  <a:lnTo>
                    <a:pt x="74" y="0"/>
                  </a:lnTo>
                  <a:lnTo>
                    <a:pt x="0" y="62"/>
                  </a:lnTo>
                  <a:lnTo>
                    <a:pt x="21" y="88"/>
                  </a:lnTo>
                  <a:lnTo>
                    <a:pt x="42" y="115"/>
                  </a:lnTo>
                  <a:lnTo>
                    <a:pt x="116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15" name=""/>
            <p:cNvSpPr/>
            <p:nvPr/>
          </p:nvSpPr>
          <p:spPr>
            <a:xfrm rot="0">
              <a:off x="4674" y="1456"/>
              <a:ext cx="29" cy="29"/>
            </a:xfrm>
            <a:custGeom>
              <a:avLst/>
              <a:ahLst/>
              <a:rect l="0" t="0" r="r" b="b"/>
              <a:pathLst>
                <a:path w="116" h="115">
                  <a:moveTo>
                    <a:pt x="116" y="53"/>
                  </a:moveTo>
                  <a:lnTo>
                    <a:pt x="95" y="27"/>
                  </a:lnTo>
                  <a:lnTo>
                    <a:pt x="74" y="0"/>
                  </a:lnTo>
                  <a:lnTo>
                    <a:pt x="0" y="62"/>
                  </a:lnTo>
                  <a:lnTo>
                    <a:pt x="21" y="88"/>
                  </a:lnTo>
                  <a:lnTo>
                    <a:pt x="42" y="115"/>
                  </a:lnTo>
                  <a:lnTo>
                    <a:pt x="116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16" name=""/>
            <p:cNvSpPr/>
            <p:nvPr/>
          </p:nvSpPr>
          <p:spPr>
            <a:xfrm rot="0">
              <a:off x="4674" y="1472"/>
              <a:ext cx="6" cy="6"/>
            </a:xfrm>
            <a:custGeom>
              <a:avLst/>
              <a:ahLst/>
              <a:rect l="0" t="0" r="r" b="b"/>
              <a:pathLst>
                <a:path w="22" h="26">
                  <a:moveTo>
                    <a:pt x="22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17" name=""/>
            <p:cNvSpPr/>
            <p:nvPr/>
          </p:nvSpPr>
          <p:spPr>
            <a:xfrm rot="0" flipH="1">
              <a:off x="4674" y="14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18" name=""/>
            <p:cNvSpPr/>
            <p:nvPr/>
          </p:nvSpPr>
          <p:spPr>
            <a:xfrm rot="0">
              <a:off x="4656" y="1472"/>
              <a:ext cx="29" cy="29"/>
            </a:xfrm>
            <a:custGeom>
              <a:avLst/>
              <a:ahLst/>
              <a:rect l="0" t="0" r="r" b="b"/>
              <a:pathLst>
                <a:path w="115" h="116">
                  <a:moveTo>
                    <a:pt x="115" y="50"/>
                  </a:moveTo>
                  <a:lnTo>
                    <a:pt x="93" y="25"/>
                  </a:lnTo>
                  <a:lnTo>
                    <a:pt x="71" y="0"/>
                  </a:lnTo>
                  <a:lnTo>
                    <a:pt x="0" y="66"/>
                  </a:lnTo>
                  <a:lnTo>
                    <a:pt x="22" y="91"/>
                  </a:lnTo>
                  <a:lnTo>
                    <a:pt x="44" y="116"/>
                  </a:lnTo>
                  <a:lnTo>
                    <a:pt x="115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19" name=""/>
            <p:cNvSpPr/>
            <p:nvPr/>
          </p:nvSpPr>
          <p:spPr>
            <a:xfrm rot="0">
              <a:off x="4656" y="1472"/>
              <a:ext cx="29" cy="29"/>
            </a:xfrm>
            <a:custGeom>
              <a:avLst/>
              <a:ahLst/>
              <a:rect l="0" t="0" r="r" b="b"/>
              <a:pathLst>
                <a:path w="115" h="116">
                  <a:moveTo>
                    <a:pt x="115" y="50"/>
                  </a:moveTo>
                  <a:lnTo>
                    <a:pt x="93" y="25"/>
                  </a:lnTo>
                  <a:lnTo>
                    <a:pt x="71" y="0"/>
                  </a:lnTo>
                  <a:lnTo>
                    <a:pt x="0" y="66"/>
                  </a:lnTo>
                  <a:lnTo>
                    <a:pt x="22" y="91"/>
                  </a:lnTo>
                  <a:lnTo>
                    <a:pt x="44" y="116"/>
                  </a:lnTo>
                  <a:lnTo>
                    <a:pt x="115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20" name=""/>
            <p:cNvSpPr/>
            <p:nvPr/>
          </p:nvSpPr>
          <p:spPr>
            <a:xfrm rot="0">
              <a:off x="4656" y="1488"/>
              <a:ext cx="6" cy="7"/>
            </a:xfrm>
            <a:custGeom>
              <a:avLst/>
              <a:ahLst/>
              <a:rect l="0" t="0" r="r" b="b"/>
              <a:pathLst>
                <a:path w="24" h="25">
                  <a:moveTo>
                    <a:pt x="24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21" name=""/>
            <p:cNvSpPr/>
            <p:nvPr/>
          </p:nvSpPr>
          <p:spPr>
            <a:xfrm rot="0" flipH="1">
              <a:off x="4656" y="14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22" name=""/>
            <p:cNvSpPr/>
            <p:nvPr/>
          </p:nvSpPr>
          <p:spPr>
            <a:xfrm rot="0">
              <a:off x="4638" y="1489"/>
              <a:ext cx="30" cy="29"/>
            </a:xfrm>
            <a:custGeom>
              <a:avLst/>
              <a:ahLst/>
              <a:rect l="0" t="0" r="r" b="b"/>
              <a:pathLst>
                <a:path w="119" h="117">
                  <a:moveTo>
                    <a:pt x="119" y="48"/>
                  </a:moveTo>
                  <a:lnTo>
                    <a:pt x="95" y="24"/>
                  </a:lnTo>
                  <a:lnTo>
                    <a:pt x="71" y="0"/>
                  </a:lnTo>
                  <a:lnTo>
                    <a:pt x="0" y="70"/>
                  </a:lnTo>
                  <a:lnTo>
                    <a:pt x="24" y="94"/>
                  </a:lnTo>
                  <a:lnTo>
                    <a:pt x="48" y="117"/>
                  </a:lnTo>
                  <a:lnTo>
                    <a:pt x="119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23" name=""/>
            <p:cNvSpPr/>
            <p:nvPr/>
          </p:nvSpPr>
          <p:spPr>
            <a:xfrm rot="0">
              <a:off x="4638" y="1489"/>
              <a:ext cx="30" cy="29"/>
            </a:xfrm>
            <a:custGeom>
              <a:avLst/>
              <a:ahLst/>
              <a:rect l="0" t="0" r="r" b="b"/>
              <a:pathLst>
                <a:path w="119" h="117">
                  <a:moveTo>
                    <a:pt x="119" y="48"/>
                  </a:moveTo>
                  <a:lnTo>
                    <a:pt x="95" y="24"/>
                  </a:lnTo>
                  <a:lnTo>
                    <a:pt x="71" y="0"/>
                  </a:lnTo>
                  <a:lnTo>
                    <a:pt x="0" y="70"/>
                  </a:lnTo>
                  <a:lnTo>
                    <a:pt x="24" y="94"/>
                  </a:lnTo>
                  <a:lnTo>
                    <a:pt x="48" y="117"/>
                  </a:lnTo>
                  <a:lnTo>
                    <a:pt x="119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24" name=""/>
            <p:cNvSpPr/>
            <p:nvPr/>
          </p:nvSpPr>
          <p:spPr>
            <a:xfrm rot="0">
              <a:off x="4638" y="1506"/>
              <a:ext cx="6" cy="6"/>
            </a:xfrm>
            <a:custGeom>
              <a:avLst/>
              <a:ahLst/>
              <a:rect l="0" t="0" r="r" b="b"/>
              <a:pathLst>
                <a:path w="25" h="24">
                  <a:moveTo>
                    <a:pt x="25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25" name=""/>
            <p:cNvSpPr/>
            <p:nvPr/>
          </p:nvSpPr>
          <p:spPr>
            <a:xfrm rot="0" flipH="1">
              <a:off x="4638" y="15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26" name=""/>
            <p:cNvSpPr/>
            <p:nvPr/>
          </p:nvSpPr>
          <p:spPr>
            <a:xfrm rot="0">
              <a:off x="4621" y="1506"/>
              <a:ext cx="29" cy="30"/>
            </a:xfrm>
            <a:custGeom>
              <a:avLst/>
              <a:ahLst/>
              <a:rect l="0" t="0" r="r" b="b"/>
              <a:pathLst>
                <a:path w="118" h="119">
                  <a:moveTo>
                    <a:pt x="118" y="45"/>
                  </a:moveTo>
                  <a:lnTo>
                    <a:pt x="93" y="23"/>
                  </a:lnTo>
                  <a:lnTo>
                    <a:pt x="68" y="0"/>
                  </a:lnTo>
                  <a:lnTo>
                    <a:pt x="0" y="74"/>
                  </a:lnTo>
                  <a:lnTo>
                    <a:pt x="25" y="96"/>
                  </a:lnTo>
                  <a:lnTo>
                    <a:pt x="50" y="119"/>
                  </a:lnTo>
                  <a:lnTo>
                    <a:pt x="118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27" name=""/>
            <p:cNvSpPr/>
            <p:nvPr/>
          </p:nvSpPr>
          <p:spPr>
            <a:xfrm rot="0">
              <a:off x="4621" y="1506"/>
              <a:ext cx="29" cy="30"/>
            </a:xfrm>
            <a:custGeom>
              <a:avLst/>
              <a:ahLst/>
              <a:rect l="0" t="0" r="r" b="b"/>
              <a:pathLst>
                <a:path w="118" h="119">
                  <a:moveTo>
                    <a:pt x="118" y="45"/>
                  </a:moveTo>
                  <a:lnTo>
                    <a:pt x="93" y="23"/>
                  </a:lnTo>
                  <a:lnTo>
                    <a:pt x="68" y="0"/>
                  </a:lnTo>
                  <a:lnTo>
                    <a:pt x="0" y="74"/>
                  </a:lnTo>
                  <a:lnTo>
                    <a:pt x="25" y="96"/>
                  </a:lnTo>
                  <a:lnTo>
                    <a:pt x="50" y="119"/>
                  </a:lnTo>
                  <a:lnTo>
                    <a:pt x="118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28" name=""/>
            <p:cNvSpPr/>
            <p:nvPr/>
          </p:nvSpPr>
          <p:spPr>
            <a:xfrm rot="0">
              <a:off x="4621" y="1525"/>
              <a:ext cx="6" cy="5"/>
            </a:xfrm>
            <a:custGeom>
              <a:avLst/>
              <a:ahLst/>
              <a:rect l="0" t="0" r="r" b="b"/>
              <a:pathLst>
                <a:path w="25" h="22">
                  <a:moveTo>
                    <a:pt x="25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29" name=""/>
            <p:cNvSpPr/>
            <p:nvPr/>
          </p:nvSpPr>
          <p:spPr>
            <a:xfrm rot="0">
              <a:off x="4621" y="1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30" name=""/>
            <p:cNvSpPr/>
            <p:nvPr/>
          </p:nvSpPr>
          <p:spPr>
            <a:xfrm rot="0">
              <a:off x="4604" y="1525"/>
              <a:ext cx="29" cy="30"/>
            </a:xfrm>
            <a:custGeom>
              <a:avLst/>
              <a:ahLst/>
              <a:rect l="0" t="0" r="r" b="b"/>
              <a:pathLst>
                <a:path w="118" h="121">
                  <a:moveTo>
                    <a:pt x="118" y="45"/>
                  </a:moveTo>
                  <a:lnTo>
                    <a:pt x="93" y="22"/>
                  </a:lnTo>
                  <a:lnTo>
                    <a:pt x="68" y="0"/>
                  </a:lnTo>
                  <a:lnTo>
                    <a:pt x="0" y="76"/>
                  </a:lnTo>
                  <a:lnTo>
                    <a:pt x="24" y="99"/>
                  </a:lnTo>
                  <a:lnTo>
                    <a:pt x="49" y="121"/>
                  </a:lnTo>
                  <a:lnTo>
                    <a:pt x="118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31" name=""/>
            <p:cNvSpPr/>
            <p:nvPr/>
          </p:nvSpPr>
          <p:spPr>
            <a:xfrm rot="0">
              <a:off x="4604" y="1525"/>
              <a:ext cx="29" cy="30"/>
            </a:xfrm>
            <a:custGeom>
              <a:avLst/>
              <a:ahLst/>
              <a:rect l="0" t="0" r="r" b="b"/>
              <a:pathLst>
                <a:path w="118" h="121">
                  <a:moveTo>
                    <a:pt x="118" y="45"/>
                  </a:moveTo>
                  <a:lnTo>
                    <a:pt x="93" y="22"/>
                  </a:lnTo>
                  <a:lnTo>
                    <a:pt x="68" y="0"/>
                  </a:lnTo>
                  <a:lnTo>
                    <a:pt x="0" y="76"/>
                  </a:lnTo>
                  <a:lnTo>
                    <a:pt x="24" y="99"/>
                  </a:lnTo>
                  <a:lnTo>
                    <a:pt x="49" y="121"/>
                  </a:lnTo>
                  <a:lnTo>
                    <a:pt x="118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32" name=""/>
            <p:cNvSpPr/>
            <p:nvPr/>
          </p:nvSpPr>
          <p:spPr>
            <a:xfrm rot="0">
              <a:off x="4603" y="1544"/>
              <a:ext cx="7" cy="5"/>
            </a:xfrm>
            <a:custGeom>
              <a:avLst/>
              <a:ahLst/>
              <a:rect l="0" t="0" r="r" b="b"/>
              <a:pathLst>
                <a:path w="26" h="23">
                  <a:moveTo>
                    <a:pt x="26" y="2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33" name=""/>
            <p:cNvSpPr/>
            <p:nvPr/>
          </p:nvSpPr>
          <p:spPr>
            <a:xfrm rot="0" flipH="1">
              <a:off x="4603" y="15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34" name=""/>
            <p:cNvSpPr/>
            <p:nvPr/>
          </p:nvSpPr>
          <p:spPr>
            <a:xfrm rot="0">
              <a:off x="4587" y="1544"/>
              <a:ext cx="29" cy="30"/>
            </a:xfrm>
            <a:custGeom>
              <a:avLst/>
              <a:ahLst/>
              <a:rect l="0" t="0" r="r" b="b"/>
              <a:pathLst>
                <a:path w="119" h="120">
                  <a:moveTo>
                    <a:pt x="119" y="42"/>
                  </a:moveTo>
                  <a:lnTo>
                    <a:pt x="92" y="21"/>
                  </a:lnTo>
                  <a:lnTo>
                    <a:pt x="66" y="0"/>
                  </a:lnTo>
                  <a:lnTo>
                    <a:pt x="0" y="78"/>
                  </a:lnTo>
                  <a:lnTo>
                    <a:pt x="27" y="99"/>
                  </a:lnTo>
                  <a:lnTo>
                    <a:pt x="53" y="120"/>
                  </a:lnTo>
                  <a:lnTo>
                    <a:pt x="119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35" name=""/>
            <p:cNvSpPr/>
            <p:nvPr/>
          </p:nvSpPr>
          <p:spPr>
            <a:xfrm rot="0">
              <a:off x="4587" y="1544"/>
              <a:ext cx="29" cy="30"/>
            </a:xfrm>
            <a:custGeom>
              <a:avLst/>
              <a:ahLst/>
              <a:rect l="0" t="0" r="r" b="b"/>
              <a:pathLst>
                <a:path w="119" h="120">
                  <a:moveTo>
                    <a:pt x="119" y="42"/>
                  </a:moveTo>
                  <a:lnTo>
                    <a:pt x="92" y="21"/>
                  </a:lnTo>
                  <a:lnTo>
                    <a:pt x="66" y="0"/>
                  </a:lnTo>
                  <a:lnTo>
                    <a:pt x="0" y="78"/>
                  </a:lnTo>
                  <a:lnTo>
                    <a:pt x="27" y="99"/>
                  </a:lnTo>
                  <a:lnTo>
                    <a:pt x="53" y="120"/>
                  </a:lnTo>
                  <a:lnTo>
                    <a:pt x="119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36" name=""/>
            <p:cNvSpPr/>
            <p:nvPr/>
          </p:nvSpPr>
          <p:spPr>
            <a:xfrm rot="0">
              <a:off x="4587" y="1564"/>
              <a:ext cx="6" cy="5"/>
            </a:xfrm>
            <a:custGeom>
              <a:avLst/>
              <a:ahLst/>
              <a:rect l="0" t="0" r="r" b="b"/>
              <a:pathLst>
                <a:path w="27" h="21">
                  <a:moveTo>
                    <a:pt x="27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37" name=""/>
            <p:cNvSpPr/>
            <p:nvPr/>
          </p:nvSpPr>
          <p:spPr>
            <a:xfrm rot="0">
              <a:off x="4587" y="1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38" name=""/>
            <p:cNvSpPr/>
            <p:nvPr/>
          </p:nvSpPr>
          <p:spPr>
            <a:xfrm rot="0">
              <a:off x="4571" y="1564"/>
              <a:ext cx="29" cy="31"/>
            </a:xfrm>
            <a:custGeom>
              <a:avLst/>
              <a:ahLst/>
              <a:rect l="0" t="0" r="r" b="b"/>
              <a:pathLst>
                <a:path w="116" h="124">
                  <a:moveTo>
                    <a:pt x="116" y="42"/>
                  </a:moveTo>
                  <a:lnTo>
                    <a:pt x="90" y="21"/>
                  </a:lnTo>
                  <a:lnTo>
                    <a:pt x="63" y="0"/>
                  </a:lnTo>
                  <a:lnTo>
                    <a:pt x="0" y="82"/>
                  </a:lnTo>
                  <a:lnTo>
                    <a:pt x="27" y="103"/>
                  </a:lnTo>
                  <a:lnTo>
                    <a:pt x="53" y="124"/>
                  </a:lnTo>
                  <a:lnTo>
                    <a:pt x="11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39" name=""/>
            <p:cNvSpPr/>
            <p:nvPr/>
          </p:nvSpPr>
          <p:spPr>
            <a:xfrm rot="0">
              <a:off x="4571" y="1564"/>
              <a:ext cx="29" cy="31"/>
            </a:xfrm>
            <a:custGeom>
              <a:avLst/>
              <a:ahLst/>
              <a:rect l="0" t="0" r="r" b="b"/>
              <a:pathLst>
                <a:path w="116" h="124">
                  <a:moveTo>
                    <a:pt x="116" y="42"/>
                  </a:moveTo>
                  <a:lnTo>
                    <a:pt x="90" y="21"/>
                  </a:lnTo>
                  <a:lnTo>
                    <a:pt x="63" y="0"/>
                  </a:lnTo>
                  <a:lnTo>
                    <a:pt x="0" y="82"/>
                  </a:lnTo>
                  <a:lnTo>
                    <a:pt x="27" y="103"/>
                  </a:lnTo>
                  <a:lnTo>
                    <a:pt x="53" y="124"/>
                  </a:lnTo>
                  <a:lnTo>
                    <a:pt x="11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40" name=""/>
            <p:cNvSpPr/>
            <p:nvPr/>
          </p:nvSpPr>
          <p:spPr>
            <a:xfrm rot="0">
              <a:off x="4571" y="1584"/>
              <a:ext cx="7" cy="5"/>
            </a:xfrm>
            <a:custGeom>
              <a:avLst/>
              <a:ahLst/>
              <a:rect l="0" t="0" r="r" b="b"/>
              <a:pathLst>
                <a:path w="28" h="21">
                  <a:moveTo>
                    <a:pt x="28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41" name=""/>
            <p:cNvSpPr/>
            <p:nvPr/>
          </p:nvSpPr>
          <p:spPr>
            <a:xfrm rot="0" flipH="1">
              <a:off x="4571" y="15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42" name=""/>
            <p:cNvSpPr/>
            <p:nvPr/>
          </p:nvSpPr>
          <p:spPr>
            <a:xfrm rot="0">
              <a:off x="4555" y="1585"/>
              <a:ext cx="30" cy="31"/>
            </a:xfrm>
            <a:custGeom>
              <a:avLst/>
              <a:ahLst/>
              <a:rect l="0" t="0" r="r" b="b"/>
              <a:pathLst>
                <a:path w="117" h="125">
                  <a:moveTo>
                    <a:pt x="117" y="40"/>
                  </a:moveTo>
                  <a:lnTo>
                    <a:pt x="90" y="20"/>
                  </a:lnTo>
                  <a:lnTo>
                    <a:pt x="62" y="0"/>
                  </a:lnTo>
                  <a:lnTo>
                    <a:pt x="0" y="86"/>
                  </a:lnTo>
                  <a:lnTo>
                    <a:pt x="28" y="105"/>
                  </a:lnTo>
                  <a:lnTo>
                    <a:pt x="56" y="125"/>
                  </a:lnTo>
                  <a:lnTo>
                    <a:pt x="117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43" name=""/>
            <p:cNvSpPr/>
            <p:nvPr/>
          </p:nvSpPr>
          <p:spPr>
            <a:xfrm rot="0">
              <a:off x="4555" y="1585"/>
              <a:ext cx="30" cy="31"/>
            </a:xfrm>
            <a:custGeom>
              <a:avLst/>
              <a:ahLst/>
              <a:rect l="0" t="0" r="r" b="b"/>
              <a:pathLst>
                <a:path w="117" h="125">
                  <a:moveTo>
                    <a:pt x="117" y="40"/>
                  </a:moveTo>
                  <a:lnTo>
                    <a:pt x="90" y="20"/>
                  </a:lnTo>
                  <a:lnTo>
                    <a:pt x="62" y="0"/>
                  </a:lnTo>
                  <a:lnTo>
                    <a:pt x="0" y="86"/>
                  </a:lnTo>
                  <a:lnTo>
                    <a:pt x="28" y="105"/>
                  </a:lnTo>
                  <a:lnTo>
                    <a:pt x="56" y="125"/>
                  </a:lnTo>
                  <a:lnTo>
                    <a:pt x="117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44" name=""/>
            <p:cNvSpPr/>
            <p:nvPr/>
          </p:nvSpPr>
          <p:spPr>
            <a:xfrm rot="0">
              <a:off x="4555" y="1606"/>
              <a:ext cx="7" cy="5"/>
            </a:xfrm>
            <a:custGeom>
              <a:avLst/>
              <a:ahLst/>
              <a:rect l="0" t="0" r="r" b="b"/>
              <a:pathLst>
                <a:path w="28" h="19">
                  <a:moveTo>
                    <a:pt x="28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45" name=""/>
            <p:cNvSpPr/>
            <p:nvPr/>
          </p:nvSpPr>
          <p:spPr>
            <a:xfrm rot="0">
              <a:off x="4555" y="16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46" name=""/>
            <p:cNvSpPr/>
            <p:nvPr/>
          </p:nvSpPr>
          <p:spPr>
            <a:xfrm rot="0">
              <a:off x="4541" y="1606"/>
              <a:ext cx="28" cy="31"/>
            </a:xfrm>
            <a:custGeom>
              <a:avLst/>
              <a:ahLst/>
              <a:rect l="0" t="0" r="r" b="b"/>
              <a:pathLst>
                <a:path w="115" h="124">
                  <a:moveTo>
                    <a:pt x="115" y="37"/>
                  </a:moveTo>
                  <a:lnTo>
                    <a:pt x="87" y="18"/>
                  </a:lnTo>
                  <a:lnTo>
                    <a:pt x="59" y="0"/>
                  </a:lnTo>
                  <a:lnTo>
                    <a:pt x="0" y="87"/>
                  </a:lnTo>
                  <a:lnTo>
                    <a:pt x="28" y="105"/>
                  </a:lnTo>
                  <a:lnTo>
                    <a:pt x="55" y="124"/>
                  </a:lnTo>
                  <a:lnTo>
                    <a:pt x="11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47" name=""/>
            <p:cNvSpPr/>
            <p:nvPr/>
          </p:nvSpPr>
          <p:spPr>
            <a:xfrm rot="0">
              <a:off x="4541" y="1606"/>
              <a:ext cx="28" cy="31"/>
            </a:xfrm>
            <a:custGeom>
              <a:avLst/>
              <a:ahLst/>
              <a:rect l="0" t="0" r="r" b="b"/>
              <a:pathLst>
                <a:path w="115" h="124">
                  <a:moveTo>
                    <a:pt x="115" y="37"/>
                  </a:moveTo>
                  <a:lnTo>
                    <a:pt x="87" y="18"/>
                  </a:lnTo>
                  <a:lnTo>
                    <a:pt x="59" y="0"/>
                  </a:lnTo>
                  <a:lnTo>
                    <a:pt x="0" y="87"/>
                  </a:lnTo>
                  <a:lnTo>
                    <a:pt x="28" y="105"/>
                  </a:lnTo>
                  <a:lnTo>
                    <a:pt x="55" y="124"/>
                  </a:lnTo>
                  <a:lnTo>
                    <a:pt x="115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48" name=""/>
            <p:cNvSpPr/>
            <p:nvPr/>
          </p:nvSpPr>
          <p:spPr>
            <a:xfrm rot="0">
              <a:off x="4541" y="1628"/>
              <a:ext cx="6" cy="5"/>
            </a:xfrm>
            <a:custGeom>
              <a:avLst/>
              <a:ahLst/>
              <a:rect l="0" t="0" r="r" b="b"/>
              <a:pathLst>
                <a:path w="28" h="18">
                  <a:moveTo>
                    <a:pt x="28" y="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49" name=""/>
            <p:cNvSpPr/>
            <p:nvPr/>
          </p:nvSpPr>
          <p:spPr>
            <a:xfrm rot="0">
              <a:off x="4541" y="16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50" name=""/>
            <p:cNvSpPr/>
            <p:nvPr/>
          </p:nvSpPr>
          <p:spPr>
            <a:xfrm rot="0">
              <a:off x="4526" y="1628"/>
              <a:ext cx="28" cy="31"/>
            </a:xfrm>
            <a:custGeom>
              <a:avLst/>
              <a:ahLst/>
              <a:rect l="0" t="0" r="r" b="b"/>
              <a:pathLst>
                <a:path w="111" h="125">
                  <a:moveTo>
                    <a:pt x="111" y="37"/>
                  </a:moveTo>
                  <a:lnTo>
                    <a:pt x="84" y="18"/>
                  </a:lnTo>
                  <a:lnTo>
                    <a:pt x="56" y="0"/>
                  </a:lnTo>
                  <a:lnTo>
                    <a:pt x="0" y="88"/>
                  </a:lnTo>
                  <a:lnTo>
                    <a:pt x="27" y="106"/>
                  </a:lnTo>
                  <a:lnTo>
                    <a:pt x="55" y="125"/>
                  </a:lnTo>
                  <a:lnTo>
                    <a:pt x="111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51" name=""/>
            <p:cNvSpPr/>
            <p:nvPr/>
          </p:nvSpPr>
          <p:spPr>
            <a:xfrm rot="0">
              <a:off x="4526" y="1628"/>
              <a:ext cx="28" cy="31"/>
            </a:xfrm>
            <a:custGeom>
              <a:avLst/>
              <a:ahLst/>
              <a:rect l="0" t="0" r="r" b="b"/>
              <a:pathLst>
                <a:path w="111" h="125">
                  <a:moveTo>
                    <a:pt x="111" y="37"/>
                  </a:moveTo>
                  <a:lnTo>
                    <a:pt x="84" y="18"/>
                  </a:lnTo>
                  <a:lnTo>
                    <a:pt x="56" y="0"/>
                  </a:lnTo>
                  <a:lnTo>
                    <a:pt x="0" y="88"/>
                  </a:lnTo>
                  <a:lnTo>
                    <a:pt x="27" y="106"/>
                  </a:lnTo>
                  <a:lnTo>
                    <a:pt x="55" y="125"/>
                  </a:lnTo>
                  <a:lnTo>
                    <a:pt x="111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52" name=""/>
            <p:cNvSpPr/>
            <p:nvPr/>
          </p:nvSpPr>
          <p:spPr>
            <a:xfrm rot="0">
              <a:off x="4526" y="1650"/>
              <a:ext cx="7" cy="5"/>
            </a:xfrm>
            <a:custGeom>
              <a:avLst/>
              <a:ahLst/>
              <a:rect l="0" t="0" r="r" b="b"/>
              <a:pathLst>
                <a:path w="29" h="18">
                  <a:moveTo>
                    <a:pt x="29" y="18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53" name=""/>
            <p:cNvSpPr/>
            <p:nvPr/>
          </p:nvSpPr>
          <p:spPr>
            <a:xfrm rot="0" flipH="1">
              <a:off x="4526" y="16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54" name=""/>
            <p:cNvSpPr/>
            <p:nvPr/>
          </p:nvSpPr>
          <p:spPr>
            <a:xfrm rot="0">
              <a:off x="4513" y="1650"/>
              <a:ext cx="28" cy="31"/>
            </a:xfrm>
            <a:custGeom>
              <a:avLst/>
              <a:ahLst/>
              <a:rect l="0" t="0" r="r" b="b"/>
              <a:pathLst>
                <a:path w="112" h="125">
                  <a:moveTo>
                    <a:pt x="112" y="34"/>
                  </a:moveTo>
                  <a:lnTo>
                    <a:pt x="83" y="17"/>
                  </a:lnTo>
                  <a:lnTo>
                    <a:pt x="54" y="0"/>
                  </a:lnTo>
                  <a:lnTo>
                    <a:pt x="0" y="91"/>
                  </a:lnTo>
                  <a:lnTo>
                    <a:pt x="29" y="108"/>
                  </a:lnTo>
                  <a:lnTo>
                    <a:pt x="58" y="125"/>
                  </a:lnTo>
                  <a:lnTo>
                    <a:pt x="11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55" name=""/>
            <p:cNvSpPr/>
            <p:nvPr/>
          </p:nvSpPr>
          <p:spPr>
            <a:xfrm rot="0">
              <a:off x="4513" y="1650"/>
              <a:ext cx="28" cy="31"/>
            </a:xfrm>
            <a:custGeom>
              <a:avLst/>
              <a:ahLst/>
              <a:rect l="0" t="0" r="r" b="b"/>
              <a:pathLst>
                <a:path w="112" h="125">
                  <a:moveTo>
                    <a:pt x="112" y="34"/>
                  </a:moveTo>
                  <a:lnTo>
                    <a:pt x="83" y="17"/>
                  </a:lnTo>
                  <a:lnTo>
                    <a:pt x="54" y="0"/>
                  </a:lnTo>
                  <a:lnTo>
                    <a:pt x="0" y="91"/>
                  </a:lnTo>
                  <a:lnTo>
                    <a:pt x="29" y="108"/>
                  </a:lnTo>
                  <a:lnTo>
                    <a:pt x="58" y="125"/>
                  </a:lnTo>
                  <a:lnTo>
                    <a:pt x="112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56" name=""/>
            <p:cNvSpPr/>
            <p:nvPr/>
          </p:nvSpPr>
          <p:spPr>
            <a:xfrm rot="0">
              <a:off x="4513" y="1673"/>
              <a:ext cx="7" cy="4"/>
            </a:xfrm>
            <a:custGeom>
              <a:avLst/>
              <a:ahLst/>
              <a:rect l="0" t="0" r="r" b="b"/>
              <a:pathLst>
                <a:path w="29" h="17">
                  <a:moveTo>
                    <a:pt x="29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57" name=""/>
            <p:cNvSpPr/>
            <p:nvPr/>
          </p:nvSpPr>
          <p:spPr>
            <a:xfrm rot="0">
              <a:off x="4513" y="16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58" name=""/>
            <p:cNvSpPr/>
            <p:nvPr/>
          </p:nvSpPr>
          <p:spPr>
            <a:xfrm rot="0">
              <a:off x="4499" y="1673"/>
              <a:ext cx="28" cy="32"/>
            </a:xfrm>
            <a:custGeom>
              <a:avLst/>
              <a:ahLst/>
              <a:rect l="0" t="0" r="r" b="b"/>
              <a:pathLst>
                <a:path w="110" h="127">
                  <a:moveTo>
                    <a:pt x="110" y="34"/>
                  </a:moveTo>
                  <a:lnTo>
                    <a:pt x="81" y="17"/>
                  </a:lnTo>
                  <a:lnTo>
                    <a:pt x="52" y="0"/>
                  </a:lnTo>
                  <a:lnTo>
                    <a:pt x="0" y="93"/>
                  </a:lnTo>
                  <a:lnTo>
                    <a:pt x="29" y="110"/>
                  </a:lnTo>
                  <a:lnTo>
                    <a:pt x="58" y="127"/>
                  </a:lnTo>
                  <a:lnTo>
                    <a:pt x="11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59" name=""/>
            <p:cNvSpPr/>
            <p:nvPr/>
          </p:nvSpPr>
          <p:spPr>
            <a:xfrm rot="0">
              <a:off x="4499" y="1673"/>
              <a:ext cx="28" cy="32"/>
            </a:xfrm>
            <a:custGeom>
              <a:avLst/>
              <a:ahLst/>
              <a:rect l="0" t="0" r="r" b="b"/>
              <a:pathLst>
                <a:path w="110" h="127">
                  <a:moveTo>
                    <a:pt x="110" y="34"/>
                  </a:moveTo>
                  <a:lnTo>
                    <a:pt x="81" y="17"/>
                  </a:lnTo>
                  <a:lnTo>
                    <a:pt x="52" y="0"/>
                  </a:lnTo>
                  <a:lnTo>
                    <a:pt x="0" y="93"/>
                  </a:lnTo>
                  <a:lnTo>
                    <a:pt x="29" y="110"/>
                  </a:lnTo>
                  <a:lnTo>
                    <a:pt x="58" y="127"/>
                  </a:lnTo>
                  <a:lnTo>
                    <a:pt x="11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60" name=""/>
            <p:cNvSpPr/>
            <p:nvPr/>
          </p:nvSpPr>
          <p:spPr>
            <a:xfrm rot="0">
              <a:off x="4499" y="1696"/>
              <a:ext cx="8" cy="5"/>
            </a:xfrm>
            <a:custGeom>
              <a:avLst/>
              <a:ahLst/>
              <a:rect l="0" t="0" r="r" b="b"/>
              <a:pathLst>
                <a:path w="30" h="17">
                  <a:moveTo>
                    <a:pt x="30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61" name=""/>
            <p:cNvSpPr/>
            <p:nvPr/>
          </p:nvSpPr>
          <p:spPr>
            <a:xfrm rot="0" flipH="1">
              <a:off x="4499" y="1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62" name=""/>
            <p:cNvSpPr/>
            <p:nvPr/>
          </p:nvSpPr>
          <p:spPr>
            <a:xfrm rot="0">
              <a:off x="4487" y="1697"/>
              <a:ext cx="27" cy="31"/>
            </a:xfrm>
            <a:custGeom>
              <a:avLst/>
              <a:ahLst/>
              <a:rect l="0" t="0" r="r" b="b"/>
              <a:pathLst>
                <a:path w="109" h="125">
                  <a:moveTo>
                    <a:pt x="109" y="32"/>
                  </a:moveTo>
                  <a:lnTo>
                    <a:pt x="79" y="16"/>
                  </a:lnTo>
                  <a:lnTo>
                    <a:pt x="49" y="0"/>
                  </a:lnTo>
                  <a:lnTo>
                    <a:pt x="0" y="94"/>
                  </a:lnTo>
                  <a:lnTo>
                    <a:pt x="30" y="110"/>
                  </a:lnTo>
                  <a:lnTo>
                    <a:pt x="60" y="125"/>
                  </a:lnTo>
                  <a:lnTo>
                    <a:pt x="10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63" name=""/>
            <p:cNvSpPr/>
            <p:nvPr/>
          </p:nvSpPr>
          <p:spPr>
            <a:xfrm rot="0">
              <a:off x="4487" y="1697"/>
              <a:ext cx="27" cy="31"/>
            </a:xfrm>
            <a:custGeom>
              <a:avLst/>
              <a:ahLst/>
              <a:rect l="0" t="0" r="r" b="b"/>
              <a:pathLst>
                <a:path w="109" h="125">
                  <a:moveTo>
                    <a:pt x="109" y="32"/>
                  </a:moveTo>
                  <a:lnTo>
                    <a:pt x="79" y="16"/>
                  </a:lnTo>
                  <a:lnTo>
                    <a:pt x="49" y="0"/>
                  </a:lnTo>
                  <a:lnTo>
                    <a:pt x="0" y="94"/>
                  </a:lnTo>
                  <a:lnTo>
                    <a:pt x="30" y="110"/>
                  </a:lnTo>
                  <a:lnTo>
                    <a:pt x="60" y="125"/>
                  </a:lnTo>
                  <a:lnTo>
                    <a:pt x="109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64" name=""/>
            <p:cNvSpPr/>
            <p:nvPr/>
          </p:nvSpPr>
          <p:spPr>
            <a:xfrm rot="0">
              <a:off x="4487" y="1720"/>
              <a:ext cx="8" cy="4"/>
            </a:xfrm>
            <a:custGeom>
              <a:avLst/>
              <a:ahLst/>
              <a:rect l="0" t="0" r="r" b="b"/>
              <a:pathLst>
                <a:path w="30" h="16">
                  <a:moveTo>
                    <a:pt x="30" y="1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65" name=""/>
            <p:cNvSpPr/>
            <p:nvPr/>
          </p:nvSpPr>
          <p:spPr>
            <a:xfrm rot="0">
              <a:off x="4487" y="17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66" name=""/>
            <p:cNvSpPr/>
            <p:nvPr/>
          </p:nvSpPr>
          <p:spPr>
            <a:xfrm rot="0">
              <a:off x="4476" y="1720"/>
              <a:ext cx="26" cy="31"/>
            </a:xfrm>
            <a:custGeom>
              <a:avLst/>
              <a:ahLst/>
              <a:rect l="0" t="0" r="r" b="b"/>
              <a:pathLst>
                <a:path w="105" h="124">
                  <a:moveTo>
                    <a:pt x="105" y="29"/>
                  </a:moveTo>
                  <a:lnTo>
                    <a:pt x="75" y="15"/>
                  </a:lnTo>
                  <a:lnTo>
                    <a:pt x="45" y="0"/>
                  </a:lnTo>
                  <a:lnTo>
                    <a:pt x="0" y="95"/>
                  </a:lnTo>
                  <a:lnTo>
                    <a:pt x="30" y="109"/>
                  </a:lnTo>
                  <a:lnTo>
                    <a:pt x="61" y="124"/>
                  </a:lnTo>
                  <a:lnTo>
                    <a:pt x="10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67" name=""/>
            <p:cNvSpPr/>
            <p:nvPr/>
          </p:nvSpPr>
          <p:spPr>
            <a:xfrm rot="0">
              <a:off x="4476" y="1720"/>
              <a:ext cx="26" cy="31"/>
            </a:xfrm>
            <a:custGeom>
              <a:avLst/>
              <a:ahLst/>
              <a:rect l="0" t="0" r="r" b="b"/>
              <a:pathLst>
                <a:path w="105" h="124">
                  <a:moveTo>
                    <a:pt x="105" y="29"/>
                  </a:moveTo>
                  <a:lnTo>
                    <a:pt x="75" y="15"/>
                  </a:lnTo>
                  <a:lnTo>
                    <a:pt x="45" y="0"/>
                  </a:lnTo>
                  <a:lnTo>
                    <a:pt x="0" y="95"/>
                  </a:lnTo>
                  <a:lnTo>
                    <a:pt x="30" y="109"/>
                  </a:lnTo>
                  <a:lnTo>
                    <a:pt x="61" y="124"/>
                  </a:lnTo>
                  <a:lnTo>
                    <a:pt x="105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68" name=""/>
            <p:cNvSpPr/>
            <p:nvPr/>
          </p:nvSpPr>
          <p:spPr>
            <a:xfrm rot="0">
              <a:off x="4476" y="1744"/>
              <a:ext cx="7" cy="4"/>
            </a:xfrm>
            <a:custGeom>
              <a:avLst/>
              <a:ahLst/>
              <a:rect l="0" t="0" r="r" b="b"/>
              <a:pathLst>
                <a:path w="30" h="14">
                  <a:moveTo>
                    <a:pt x="30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69" name=""/>
            <p:cNvSpPr/>
            <p:nvPr/>
          </p:nvSpPr>
          <p:spPr>
            <a:xfrm rot="0">
              <a:off x="4476" y="17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70" name=""/>
            <p:cNvSpPr/>
            <p:nvPr/>
          </p:nvSpPr>
          <p:spPr>
            <a:xfrm rot="0">
              <a:off x="4465" y="1744"/>
              <a:ext cx="26" cy="31"/>
            </a:xfrm>
            <a:custGeom>
              <a:avLst/>
              <a:ahLst/>
              <a:rect l="0" t="0" r="r" b="b"/>
              <a:pathLst>
                <a:path w="103" h="122">
                  <a:moveTo>
                    <a:pt x="103" y="26"/>
                  </a:moveTo>
                  <a:lnTo>
                    <a:pt x="72" y="13"/>
                  </a:lnTo>
                  <a:lnTo>
                    <a:pt x="42" y="0"/>
                  </a:lnTo>
                  <a:lnTo>
                    <a:pt x="0" y="96"/>
                  </a:lnTo>
                  <a:lnTo>
                    <a:pt x="30" y="109"/>
                  </a:lnTo>
                  <a:lnTo>
                    <a:pt x="61" y="122"/>
                  </a:lnTo>
                  <a:lnTo>
                    <a:pt x="10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71" name=""/>
            <p:cNvSpPr/>
            <p:nvPr/>
          </p:nvSpPr>
          <p:spPr>
            <a:xfrm rot="0">
              <a:off x="4465" y="1744"/>
              <a:ext cx="26" cy="31"/>
            </a:xfrm>
            <a:custGeom>
              <a:avLst/>
              <a:ahLst/>
              <a:rect l="0" t="0" r="r" b="b"/>
              <a:pathLst>
                <a:path w="103" h="122">
                  <a:moveTo>
                    <a:pt x="103" y="26"/>
                  </a:moveTo>
                  <a:lnTo>
                    <a:pt x="72" y="13"/>
                  </a:lnTo>
                  <a:lnTo>
                    <a:pt x="42" y="0"/>
                  </a:lnTo>
                  <a:lnTo>
                    <a:pt x="0" y="96"/>
                  </a:lnTo>
                  <a:lnTo>
                    <a:pt x="30" y="109"/>
                  </a:lnTo>
                  <a:lnTo>
                    <a:pt x="61" y="122"/>
                  </a:lnTo>
                  <a:lnTo>
                    <a:pt x="103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72" name=""/>
            <p:cNvSpPr/>
            <p:nvPr/>
          </p:nvSpPr>
          <p:spPr>
            <a:xfrm rot="0">
              <a:off x="4465" y="1768"/>
              <a:ext cx="8" cy="4"/>
            </a:xfrm>
            <a:custGeom>
              <a:avLst/>
              <a:ahLst/>
              <a:rect l="0" t="0" r="r" b="b"/>
              <a:pathLst>
                <a:path w="31" h="13">
                  <a:moveTo>
                    <a:pt x="31" y="1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1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73" name=""/>
            <p:cNvSpPr/>
            <p:nvPr/>
          </p:nvSpPr>
          <p:spPr>
            <a:xfrm rot="0" flipH="1">
              <a:off x="4465" y="1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74" name=""/>
            <p:cNvSpPr/>
            <p:nvPr/>
          </p:nvSpPr>
          <p:spPr>
            <a:xfrm rot="0">
              <a:off x="4455" y="1768"/>
              <a:ext cx="26" cy="31"/>
            </a:xfrm>
            <a:custGeom>
              <a:avLst/>
              <a:ahLst/>
              <a:rect l="0" t="0" r="r" b="b"/>
              <a:pathLst>
                <a:path w="103" h="122">
                  <a:moveTo>
                    <a:pt x="103" y="26"/>
                  </a:moveTo>
                  <a:lnTo>
                    <a:pt x="71" y="13"/>
                  </a:lnTo>
                  <a:lnTo>
                    <a:pt x="40" y="0"/>
                  </a:lnTo>
                  <a:lnTo>
                    <a:pt x="0" y="96"/>
                  </a:lnTo>
                  <a:lnTo>
                    <a:pt x="32" y="109"/>
                  </a:lnTo>
                  <a:lnTo>
                    <a:pt x="64" y="122"/>
                  </a:lnTo>
                  <a:lnTo>
                    <a:pt x="10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75" name=""/>
            <p:cNvSpPr/>
            <p:nvPr/>
          </p:nvSpPr>
          <p:spPr>
            <a:xfrm rot="0">
              <a:off x="4455" y="1768"/>
              <a:ext cx="26" cy="31"/>
            </a:xfrm>
            <a:custGeom>
              <a:avLst/>
              <a:ahLst/>
              <a:rect l="0" t="0" r="r" b="b"/>
              <a:pathLst>
                <a:path w="103" h="122">
                  <a:moveTo>
                    <a:pt x="103" y="26"/>
                  </a:moveTo>
                  <a:lnTo>
                    <a:pt x="71" y="13"/>
                  </a:lnTo>
                  <a:lnTo>
                    <a:pt x="40" y="0"/>
                  </a:lnTo>
                  <a:lnTo>
                    <a:pt x="0" y="96"/>
                  </a:lnTo>
                  <a:lnTo>
                    <a:pt x="32" y="109"/>
                  </a:lnTo>
                  <a:lnTo>
                    <a:pt x="64" y="122"/>
                  </a:lnTo>
                  <a:lnTo>
                    <a:pt x="103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76" name=""/>
            <p:cNvSpPr/>
            <p:nvPr/>
          </p:nvSpPr>
          <p:spPr>
            <a:xfrm rot="0">
              <a:off x="4455" y="1792"/>
              <a:ext cx="8" cy="4"/>
            </a:xfrm>
            <a:custGeom>
              <a:avLst/>
              <a:ahLst/>
              <a:rect l="0" t="0" r="r" b="b"/>
              <a:pathLst>
                <a:path w="32" h="13">
                  <a:moveTo>
                    <a:pt x="32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77" name=""/>
            <p:cNvSpPr/>
            <p:nvPr/>
          </p:nvSpPr>
          <p:spPr>
            <a:xfrm rot="0">
              <a:off x="4455" y="17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78" name=""/>
            <p:cNvSpPr/>
            <p:nvPr/>
          </p:nvSpPr>
          <p:spPr>
            <a:xfrm rot="0">
              <a:off x="4446" y="1793"/>
              <a:ext cx="25" cy="30"/>
            </a:xfrm>
            <a:custGeom>
              <a:avLst/>
              <a:ahLst/>
              <a:rect l="0" t="0" r="r" b="b"/>
              <a:pathLst>
                <a:path w="99" h="121">
                  <a:moveTo>
                    <a:pt x="99" y="24"/>
                  </a:moveTo>
                  <a:lnTo>
                    <a:pt x="67" y="12"/>
                  </a:lnTo>
                  <a:lnTo>
                    <a:pt x="35" y="0"/>
                  </a:lnTo>
                  <a:lnTo>
                    <a:pt x="0" y="98"/>
                  </a:lnTo>
                  <a:lnTo>
                    <a:pt x="32" y="109"/>
                  </a:lnTo>
                  <a:lnTo>
                    <a:pt x="63" y="121"/>
                  </a:lnTo>
                  <a:lnTo>
                    <a:pt x="9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79" name=""/>
            <p:cNvSpPr/>
            <p:nvPr/>
          </p:nvSpPr>
          <p:spPr>
            <a:xfrm rot="0">
              <a:off x="4446" y="1793"/>
              <a:ext cx="25" cy="30"/>
            </a:xfrm>
            <a:custGeom>
              <a:avLst/>
              <a:ahLst/>
              <a:rect l="0" t="0" r="r" b="b"/>
              <a:pathLst>
                <a:path w="99" h="121">
                  <a:moveTo>
                    <a:pt x="99" y="24"/>
                  </a:moveTo>
                  <a:lnTo>
                    <a:pt x="67" y="12"/>
                  </a:lnTo>
                  <a:lnTo>
                    <a:pt x="35" y="0"/>
                  </a:lnTo>
                  <a:lnTo>
                    <a:pt x="0" y="98"/>
                  </a:lnTo>
                  <a:lnTo>
                    <a:pt x="32" y="109"/>
                  </a:lnTo>
                  <a:lnTo>
                    <a:pt x="63" y="121"/>
                  </a:lnTo>
                  <a:lnTo>
                    <a:pt x="99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80" name=""/>
            <p:cNvSpPr/>
            <p:nvPr/>
          </p:nvSpPr>
          <p:spPr>
            <a:xfrm rot="0">
              <a:off x="4446" y="1817"/>
              <a:ext cx="8" cy="3"/>
            </a:xfrm>
            <a:custGeom>
              <a:avLst/>
              <a:ahLst/>
              <a:rect l="0" t="0" r="r" b="b"/>
              <a:pathLst>
                <a:path w="32" h="11">
                  <a:moveTo>
                    <a:pt x="32" y="1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81" name=""/>
            <p:cNvSpPr/>
            <p:nvPr/>
          </p:nvSpPr>
          <p:spPr>
            <a:xfrm rot="0">
              <a:off x="4446" y="18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82" name=""/>
            <p:cNvSpPr/>
            <p:nvPr/>
          </p:nvSpPr>
          <p:spPr>
            <a:xfrm rot="0">
              <a:off x="4438" y="1817"/>
              <a:ext cx="24" cy="29"/>
            </a:xfrm>
            <a:custGeom>
              <a:avLst/>
              <a:ahLst/>
              <a:rect l="0" t="0" r="r" b="b"/>
              <a:pathLst>
                <a:path w="96" h="117">
                  <a:moveTo>
                    <a:pt x="96" y="21"/>
                  </a:moveTo>
                  <a:lnTo>
                    <a:pt x="65" y="10"/>
                  </a:lnTo>
                  <a:lnTo>
                    <a:pt x="33" y="0"/>
                  </a:lnTo>
                  <a:lnTo>
                    <a:pt x="0" y="96"/>
                  </a:lnTo>
                  <a:lnTo>
                    <a:pt x="32" y="106"/>
                  </a:lnTo>
                  <a:lnTo>
                    <a:pt x="63" y="117"/>
                  </a:lnTo>
                  <a:lnTo>
                    <a:pt x="9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83" name=""/>
            <p:cNvSpPr/>
            <p:nvPr/>
          </p:nvSpPr>
          <p:spPr>
            <a:xfrm rot="0">
              <a:off x="4438" y="1817"/>
              <a:ext cx="24" cy="29"/>
            </a:xfrm>
            <a:custGeom>
              <a:avLst/>
              <a:ahLst/>
              <a:rect l="0" t="0" r="r" b="b"/>
              <a:pathLst>
                <a:path w="96" h="117">
                  <a:moveTo>
                    <a:pt x="96" y="21"/>
                  </a:moveTo>
                  <a:lnTo>
                    <a:pt x="65" y="10"/>
                  </a:lnTo>
                  <a:lnTo>
                    <a:pt x="33" y="0"/>
                  </a:lnTo>
                  <a:lnTo>
                    <a:pt x="0" y="96"/>
                  </a:lnTo>
                  <a:lnTo>
                    <a:pt x="32" y="106"/>
                  </a:lnTo>
                  <a:lnTo>
                    <a:pt x="63" y="117"/>
                  </a:lnTo>
                  <a:lnTo>
                    <a:pt x="96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84" name=""/>
            <p:cNvSpPr/>
            <p:nvPr/>
          </p:nvSpPr>
          <p:spPr>
            <a:xfrm rot="0">
              <a:off x="4438" y="1841"/>
              <a:ext cx="8" cy="3"/>
            </a:xfrm>
            <a:custGeom>
              <a:avLst/>
              <a:ahLst/>
              <a:rect l="0" t="0" r="r" b="b"/>
              <a:pathLst>
                <a:path w="33" h="10">
                  <a:moveTo>
                    <a:pt x="33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85" name=""/>
            <p:cNvSpPr/>
            <p:nvPr/>
          </p:nvSpPr>
          <p:spPr>
            <a:xfrm rot="0" flipH="1">
              <a:off x="4438" y="18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86" name=""/>
            <p:cNvSpPr/>
            <p:nvPr/>
          </p:nvSpPr>
          <p:spPr>
            <a:xfrm rot="0">
              <a:off x="4431" y="1842"/>
              <a:ext cx="23" cy="28"/>
            </a:xfrm>
            <a:custGeom>
              <a:avLst/>
              <a:ahLst/>
              <a:rect l="0" t="0" r="r" b="b"/>
              <a:pathLst>
                <a:path w="94" h="114">
                  <a:moveTo>
                    <a:pt x="94" y="18"/>
                  </a:moveTo>
                  <a:lnTo>
                    <a:pt x="61" y="9"/>
                  </a:lnTo>
                  <a:lnTo>
                    <a:pt x="28" y="0"/>
                  </a:lnTo>
                  <a:lnTo>
                    <a:pt x="0" y="96"/>
                  </a:lnTo>
                  <a:lnTo>
                    <a:pt x="33" y="105"/>
                  </a:lnTo>
                  <a:lnTo>
                    <a:pt x="66" y="114"/>
                  </a:lnTo>
                  <a:lnTo>
                    <a:pt x="94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87" name=""/>
            <p:cNvSpPr/>
            <p:nvPr/>
          </p:nvSpPr>
          <p:spPr>
            <a:xfrm rot="0">
              <a:off x="4431" y="1842"/>
              <a:ext cx="23" cy="28"/>
            </a:xfrm>
            <a:custGeom>
              <a:avLst/>
              <a:ahLst/>
              <a:rect l="0" t="0" r="r" b="b"/>
              <a:pathLst>
                <a:path w="94" h="114">
                  <a:moveTo>
                    <a:pt x="94" y="18"/>
                  </a:moveTo>
                  <a:lnTo>
                    <a:pt x="61" y="9"/>
                  </a:lnTo>
                  <a:lnTo>
                    <a:pt x="28" y="0"/>
                  </a:lnTo>
                  <a:lnTo>
                    <a:pt x="0" y="96"/>
                  </a:lnTo>
                  <a:lnTo>
                    <a:pt x="33" y="105"/>
                  </a:lnTo>
                  <a:lnTo>
                    <a:pt x="66" y="114"/>
                  </a:lnTo>
                  <a:lnTo>
                    <a:pt x="94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88" name=""/>
            <p:cNvSpPr/>
            <p:nvPr/>
          </p:nvSpPr>
          <p:spPr>
            <a:xfrm rot="0">
              <a:off x="4431" y="1866"/>
              <a:ext cx="8" cy="2"/>
            </a:xfrm>
            <a:custGeom>
              <a:avLst/>
              <a:ahLst/>
              <a:rect l="0" t="0" r="r" b="b"/>
              <a:pathLst>
                <a:path w="33" h="9">
                  <a:moveTo>
                    <a:pt x="33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89" name=""/>
            <p:cNvSpPr/>
            <p:nvPr/>
          </p:nvSpPr>
          <p:spPr>
            <a:xfrm rot="0">
              <a:off x="4431" y="18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90" name=""/>
            <p:cNvSpPr/>
            <p:nvPr/>
          </p:nvSpPr>
          <p:spPr>
            <a:xfrm rot="0">
              <a:off x="4425" y="1866"/>
              <a:ext cx="22" cy="28"/>
            </a:xfrm>
            <a:custGeom>
              <a:avLst/>
              <a:ahLst/>
              <a:rect l="0" t="0" r="r" b="b"/>
              <a:pathLst>
                <a:path w="91" h="112">
                  <a:moveTo>
                    <a:pt x="91" y="16"/>
                  </a:moveTo>
                  <a:lnTo>
                    <a:pt x="58" y="8"/>
                  </a:lnTo>
                  <a:lnTo>
                    <a:pt x="25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9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91" name=""/>
            <p:cNvSpPr/>
            <p:nvPr/>
          </p:nvSpPr>
          <p:spPr>
            <a:xfrm rot="0">
              <a:off x="4425" y="1866"/>
              <a:ext cx="22" cy="28"/>
            </a:xfrm>
            <a:custGeom>
              <a:avLst/>
              <a:ahLst/>
              <a:rect l="0" t="0" r="r" b="b"/>
              <a:pathLst>
                <a:path w="91" h="112">
                  <a:moveTo>
                    <a:pt x="91" y="16"/>
                  </a:moveTo>
                  <a:lnTo>
                    <a:pt x="58" y="8"/>
                  </a:lnTo>
                  <a:lnTo>
                    <a:pt x="25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91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92" name=""/>
            <p:cNvSpPr/>
            <p:nvPr/>
          </p:nvSpPr>
          <p:spPr>
            <a:xfrm rot="0">
              <a:off x="4425" y="1890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93" name=""/>
            <p:cNvSpPr/>
            <p:nvPr/>
          </p:nvSpPr>
          <p:spPr>
            <a:xfrm rot="0">
              <a:off x="4425" y="18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94" name=""/>
            <p:cNvSpPr/>
            <p:nvPr/>
          </p:nvSpPr>
          <p:spPr>
            <a:xfrm rot="0">
              <a:off x="4419" y="1890"/>
              <a:ext cx="22" cy="28"/>
            </a:xfrm>
            <a:custGeom>
              <a:avLst/>
              <a:ahLst/>
              <a:rect l="0" t="0" r="r" b="b"/>
              <a:pathLst>
                <a:path w="88" h="112">
                  <a:moveTo>
                    <a:pt x="88" y="16"/>
                  </a:moveTo>
                  <a:lnTo>
                    <a:pt x="55" y="8"/>
                  </a:lnTo>
                  <a:lnTo>
                    <a:pt x="22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88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95" name=""/>
            <p:cNvSpPr/>
            <p:nvPr/>
          </p:nvSpPr>
          <p:spPr>
            <a:xfrm rot="0">
              <a:off x="4419" y="1890"/>
              <a:ext cx="22" cy="28"/>
            </a:xfrm>
            <a:custGeom>
              <a:avLst/>
              <a:ahLst/>
              <a:rect l="0" t="0" r="r" b="b"/>
              <a:pathLst>
                <a:path w="88" h="112">
                  <a:moveTo>
                    <a:pt x="88" y="16"/>
                  </a:moveTo>
                  <a:lnTo>
                    <a:pt x="55" y="8"/>
                  </a:lnTo>
                  <a:lnTo>
                    <a:pt x="22" y="0"/>
                  </a:lnTo>
                  <a:lnTo>
                    <a:pt x="0" y="96"/>
                  </a:lnTo>
                  <a:lnTo>
                    <a:pt x="33" y="104"/>
                  </a:lnTo>
                  <a:lnTo>
                    <a:pt x="66" y="112"/>
                  </a:lnTo>
                  <a:lnTo>
                    <a:pt x="88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96" name=""/>
            <p:cNvSpPr/>
            <p:nvPr/>
          </p:nvSpPr>
          <p:spPr>
            <a:xfrm rot="0">
              <a:off x="4419" y="1914"/>
              <a:ext cx="8" cy="2"/>
            </a:xfrm>
            <a:custGeom>
              <a:avLst/>
              <a:ahLst/>
              <a:rect l="0" t="0" r="r" b="b"/>
              <a:pathLst>
                <a:path w="33" h="8">
                  <a:moveTo>
                    <a:pt x="33" y="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97" name=""/>
            <p:cNvSpPr/>
            <p:nvPr/>
          </p:nvSpPr>
          <p:spPr>
            <a:xfrm rot="0">
              <a:off x="4419" y="19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198" name=""/>
            <p:cNvSpPr/>
            <p:nvPr/>
          </p:nvSpPr>
          <p:spPr>
            <a:xfrm rot="0">
              <a:off x="4415" y="1914"/>
              <a:ext cx="20" cy="27"/>
            </a:xfrm>
            <a:custGeom>
              <a:avLst/>
              <a:ahLst/>
              <a:rect l="0" t="0" r="r" b="b"/>
              <a:pathLst>
                <a:path w="83" h="106">
                  <a:moveTo>
                    <a:pt x="83" y="13"/>
                  </a:moveTo>
                  <a:lnTo>
                    <a:pt x="50" y="6"/>
                  </a:lnTo>
                  <a:lnTo>
                    <a:pt x="17" y="0"/>
                  </a:lnTo>
                  <a:lnTo>
                    <a:pt x="0" y="93"/>
                  </a:lnTo>
                  <a:lnTo>
                    <a:pt x="33" y="99"/>
                  </a:lnTo>
                  <a:lnTo>
                    <a:pt x="66" y="106"/>
                  </a:lnTo>
                  <a:lnTo>
                    <a:pt x="83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199" name=""/>
            <p:cNvSpPr/>
            <p:nvPr/>
          </p:nvSpPr>
          <p:spPr>
            <a:xfrm rot="0">
              <a:off x="4415" y="1914"/>
              <a:ext cx="20" cy="27"/>
            </a:xfrm>
            <a:custGeom>
              <a:avLst/>
              <a:ahLst/>
              <a:rect l="0" t="0" r="r" b="b"/>
              <a:pathLst>
                <a:path w="83" h="106">
                  <a:moveTo>
                    <a:pt x="83" y="13"/>
                  </a:moveTo>
                  <a:lnTo>
                    <a:pt x="50" y="6"/>
                  </a:lnTo>
                  <a:lnTo>
                    <a:pt x="17" y="0"/>
                  </a:lnTo>
                  <a:lnTo>
                    <a:pt x="0" y="93"/>
                  </a:lnTo>
                  <a:lnTo>
                    <a:pt x="33" y="99"/>
                  </a:lnTo>
                  <a:lnTo>
                    <a:pt x="66" y="106"/>
                  </a:lnTo>
                  <a:lnTo>
                    <a:pt x="83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00" name=""/>
            <p:cNvSpPr/>
            <p:nvPr/>
          </p:nvSpPr>
          <p:spPr>
            <a:xfrm rot="0">
              <a:off x="4415" y="1937"/>
              <a:ext cx="8" cy="2"/>
            </a:xfrm>
            <a:custGeom>
              <a:avLst/>
              <a:ahLst/>
              <a:rect l="0" t="0" r="r" b="b"/>
              <a:pathLst>
                <a:path w="33" h="6">
                  <a:moveTo>
                    <a:pt x="33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01" name=""/>
            <p:cNvSpPr/>
            <p:nvPr/>
          </p:nvSpPr>
          <p:spPr>
            <a:xfrm rot="0">
              <a:off x="4415" y="19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02" name=""/>
            <p:cNvSpPr/>
            <p:nvPr/>
          </p:nvSpPr>
          <p:spPr>
            <a:xfrm rot="0">
              <a:off x="4411" y="1938"/>
              <a:ext cx="20" cy="26"/>
            </a:xfrm>
            <a:custGeom>
              <a:avLst/>
              <a:ahLst/>
              <a:rect l="0" t="0" r="r" b="b"/>
              <a:pathLst>
                <a:path w="79" h="104">
                  <a:moveTo>
                    <a:pt x="79" y="11"/>
                  </a:moveTo>
                  <a:lnTo>
                    <a:pt x="46" y="5"/>
                  </a:lnTo>
                  <a:lnTo>
                    <a:pt x="13" y="0"/>
                  </a:lnTo>
                  <a:lnTo>
                    <a:pt x="0" y="94"/>
                  </a:lnTo>
                  <a:lnTo>
                    <a:pt x="33" y="99"/>
                  </a:lnTo>
                  <a:lnTo>
                    <a:pt x="65" y="104"/>
                  </a:lnTo>
                  <a:lnTo>
                    <a:pt x="79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03" name=""/>
            <p:cNvSpPr/>
            <p:nvPr/>
          </p:nvSpPr>
          <p:spPr>
            <a:xfrm rot="0">
              <a:off x="4411" y="1938"/>
              <a:ext cx="20" cy="26"/>
            </a:xfrm>
            <a:custGeom>
              <a:avLst/>
              <a:ahLst/>
              <a:rect l="0" t="0" r="r" b="b"/>
              <a:pathLst>
                <a:path w="79" h="104">
                  <a:moveTo>
                    <a:pt x="79" y="11"/>
                  </a:moveTo>
                  <a:lnTo>
                    <a:pt x="46" y="5"/>
                  </a:lnTo>
                  <a:lnTo>
                    <a:pt x="13" y="0"/>
                  </a:lnTo>
                  <a:lnTo>
                    <a:pt x="0" y="94"/>
                  </a:lnTo>
                  <a:lnTo>
                    <a:pt x="33" y="99"/>
                  </a:lnTo>
                  <a:lnTo>
                    <a:pt x="65" y="104"/>
                  </a:lnTo>
                  <a:lnTo>
                    <a:pt x="79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04" name=""/>
            <p:cNvSpPr/>
            <p:nvPr/>
          </p:nvSpPr>
          <p:spPr>
            <a:xfrm rot="0">
              <a:off x="4411" y="1961"/>
              <a:ext cx="9" cy="1"/>
            </a:xfrm>
            <a:custGeom>
              <a:avLst/>
              <a:ahLst/>
              <a:rect l="0" t="0" r="r" b="b"/>
              <a:pathLst>
                <a:path w="33" h="5">
                  <a:moveTo>
                    <a:pt x="33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05" name=""/>
            <p:cNvSpPr/>
            <p:nvPr/>
          </p:nvSpPr>
          <p:spPr>
            <a:xfrm rot="0">
              <a:off x="4411" y="19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06" name=""/>
            <p:cNvSpPr/>
            <p:nvPr/>
          </p:nvSpPr>
          <p:spPr>
            <a:xfrm rot="0">
              <a:off x="4409" y="1961"/>
              <a:ext cx="19" cy="25"/>
            </a:xfrm>
            <a:custGeom>
              <a:avLst/>
              <a:ahLst/>
              <a:rect l="0" t="0" r="r" b="b"/>
              <a:pathLst>
                <a:path w="76" h="98">
                  <a:moveTo>
                    <a:pt x="76" y="8"/>
                  </a:moveTo>
                  <a:lnTo>
                    <a:pt x="44" y="4"/>
                  </a:lnTo>
                  <a:lnTo>
                    <a:pt x="11" y="0"/>
                  </a:lnTo>
                  <a:lnTo>
                    <a:pt x="0" y="91"/>
                  </a:lnTo>
                  <a:lnTo>
                    <a:pt x="33" y="94"/>
                  </a:lnTo>
                  <a:lnTo>
                    <a:pt x="66" y="98"/>
                  </a:lnTo>
                  <a:lnTo>
                    <a:pt x="7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07" name=""/>
            <p:cNvSpPr/>
            <p:nvPr/>
          </p:nvSpPr>
          <p:spPr>
            <a:xfrm rot="0">
              <a:off x="4409" y="1961"/>
              <a:ext cx="19" cy="25"/>
            </a:xfrm>
            <a:custGeom>
              <a:avLst/>
              <a:ahLst/>
              <a:rect l="0" t="0" r="r" b="b"/>
              <a:pathLst>
                <a:path w="76" h="98">
                  <a:moveTo>
                    <a:pt x="76" y="8"/>
                  </a:moveTo>
                  <a:lnTo>
                    <a:pt x="44" y="4"/>
                  </a:lnTo>
                  <a:lnTo>
                    <a:pt x="11" y="0"/>
                  </a:lnTo>
                  <a:lnTo>
                    <a:pt x="0" y="91"/>
                  </a:lnTo>
                  <a:lnTo>
                    <a:pt x="33" y="94"/>
                  </a:lnTo>
                  <a:lnTo>
                    <a:pt x="66" y="98"/>
                  </a:lnTo>
                  <a:lnTo>
                    <a:pt x="76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08" name=""/>
            <p:cNvSpPr/>
            <p:nvPr/>
          </p:nvSpPr>
          <p:spPr>
            <a:xfrm rot="0">
              <a:off x="4409" y="1984"/>
              <a:ext cx="8" cy="1"/>
            </a:xfrm>
            <a:custGeom>
              <a:avLst/>
              <a:ahLst/>
              <a:rect l="0" t="0" r="r" b="b"/>
              <a:pathLst>
                <a:path w="33" h="3">
                  <a:moveTo>
                    <a:pt x="33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09" name=""/>
            <p:cNvSpPr/>
            <p:nvPr/>
          </p:nvSpPr>
          <p:spPr>
            <a:xfrm rot="0">
              <a:off x="4409" y="1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10" name=""/>
            <p:cNvSpPr/>
            <p:nvPr/>
          </p:nvSpPr>
          <p:spPr>
            <a:xfrm rot="0">
              <a:off x="4407" y="1985"/>
              <a:ext cx="18" cy="23"/>
            </a:xfrm>
            <a:custGeom>
              <a:avLst/>
              <a:ahLst/>
              <a:rect l="0" t="0" r="r" b="b"/>
              <a:pathLst>
                <a:path w="71" h="92">
                  <a:moveTo>
                    <a:pt x="71" y="3"/>
                  </a:moveTo>
                  <a:lnTo>
                    <a:pt x="38" y="1"/>
                  </a:lnTo>
                  <a:lnTo>
                    <a:pt x="5" y="0"/>
                  </a:lnTo>
                  <a:lnTo>
                    <a:pt x="0" y="90"/>
                  </a:lnTo>
                  <a:lnTo>
                    <a:pt x="33" y="91"/>
                  </a:lnTo>
                  <a:lnTo>
                    <a:pt x="66" y="92"/>
                  </a:lnTo>
                  <a:lnTo>
                    <a:pt x="7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11" name=""/>
            <p:cNvSpPr/>
            <p:nvPr/>
          </p:nvSpPr>
          <p:spPr>
            <a:xfrm rot="0">
              <a:off x="4407" y="1985"/>
              <a:ext cx="18" cy="23"/>
            </a:xfrm>
            <a:custGeom>
              <a:avLst/>
              <a:ahLst/>
              <a:rect l="0" t="0" r="r" b="b"/>
              <a:pathLst>
                <a:path w="71" h="92">
                  <a:moveTo>
                    <a:pt x="71" y="3"/>
                  </a:moveTo>
                  <a:lnTo>
                    <a:pt x="38" y="1"/>
                  </a:lnTo>
                  <a:lnTo>
                    <a:pt x="5" y="0"/>
                  </a:lnTo>
                  <a:lnTo>
                    <a:pt x="0" y="90"/>
                  </a:lnTo>
                  <a:lnTo>
                    <a:pt x="33" y="91"/>
                  </a:lnTo>
                  <a:lnTo>
                    <a:pt x="66" y="92"/>
                  </a:lnTo>
                  <a:lnTo>
                    <a:pt x="7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7212" name=""/>
          <p:cNvSpPr/>
          <p:nvPr/>
        </p:nvSpPr>
        <p:spPr>
          <a:xfrm rot="0">
            <a:off x="6996112" y="3186112"/>
            <a:ext cx="14287" cy="1587"/>
          </a:xfrm>
          <a:custGeom>
            <a:avLst/>
            <a:ahLst/>
            <a:rect l="0" t="0" r="r" b="b"/>
            <a:pathLst>
              <a:path w="33" h="1">
                <a:moveTo>
                  <a:pt x="33" y="1"/>
                </a:moveTo>
                <a:lnTo>
                  <a:pt x="0" y="0"/>
                </a:lnTo>
                <a:lnTo>
                  <a:pt x="0" y="0"/>
                </a:lnTo>
                <a:lnTo>
                  <a:pt x="33" y="1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213" name=""/>
          <p:cNvSpPr/>
          <p:nvPr/>
        </p:nvSpPr>
        <p:spPr>
          <a:xfrm rot="0">
            <a:off x="6996112" y="318611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14" name=""/>
          <p:cNvSpPr/>
          <p:nvPr/>
        </p:nvSpPr>
        <p:spPr>
          <a:xfrm rot="0">
            <a:off x="6996112" y="3186112"/>
            <a:ext cx="26987" cy="36512"/>
          </a:xfrm>
          <a:custGeom>
            <a:avLst/>
            <a:ahLst/>
            <a:rect l="0" t="0" r="r" b="b"/>
            <a:pathLst>
              <a:path w="69" h="90">
                <a:moveTo>
                  <a:pt x="69" y="2"/>
                </a:moveTo>
                <a:lnTo>
                  <a:pt x="36" y="1"/>
                </a:lnTo>
                <a:lnTo>
                  <a:pt x="3" y="0"/>
                </a:lnTo>
                <a:lnTo>
                  <a:pt x="0" y="88"/>
                </a:lnTo>
                <a:lnTo>
                  <a:pt x="33" y="89"/>
                </a:lnTo>
                <a:lnTo>
                  <a:pt x="66" y="90"/>
                </a:lnTo>
                <a:lnTo>
                  <a:pt x="69" y="2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215" name=""/>
          <p:cNvSpPr/>
          <p:nvPr/>
        </p:nvSpPr>
        <p:spPr>
          <a:xfrm rot="0">
            <a:off x="6996112" y="3186112"/>
            <a:ext cx="26987" cy="36512"/>
          </a:xfrm>
          <a:custGeom>
            <a:avLst/>
            <a:ahLst/>
            <a:rect l="0" t="0" r="r" b="b"/>
            <a:pathLst>
              <a:path w="69" h="90">
                <a:moveTo>
                  <a:pt x="69" y="2"/>
                </a:moveTo>
                <a:lnTo>
                  <a:pt x="36" y="1"/>
                </a:lnTo>
                <a:lnTo>
                  <a:pt x="3" y="0"/>
                </a:lnTo>
                <a:lnTo>
                  <a:pt x="0" y="88"/>
                </a:lnTo>
                <a:lnTo>
                  <a:pt x="33" y="89"/>
                </a:lnTo>
                <a:lnTo>
                  <a:pt x="66" y="90"/>
                </a:lnTo>
                <a:lnTo>
                  <a:pt x="69" y="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16" name=""/>
          <p:cNvSpPr/>
          <p:nvPr/>
        </p:nvSpPr>
        <p:spPr>
          <a:xfrm rot="0">
            <a:off x="6996112" y="3221037"/>
            <a:ext cx="25400" cy="14287"/>
          </a:xfrm>
          <a:custGeom>
            <a:avLst/>
            <a:ahLst/>
            <a:rect l="0" t="0" r="r" b="b"/>
            <a:pathLst>
              <a:path w="66" h="34">
                <a:moveTo>
                  <a:pt x="33" y="1"/>
                </a:moveTo>
                <a:lnTo>
                  <a:pt x="66" y="2"/>
                </a:lnTo>
                <a:lnTo>
                  <a:pt x="65" y="13"/>
                </a:lnTo>
                <a:lnTo>
                  <a:pt x="59" y="22"/>
                </a:lnTo>
                <a:lnTo>
                  <a:pt x="52" y="29"/>
                </a:lnTo>
                <a:lnTo>
                  <a:pt x="42" y="32"/>
                </a:lnTo>
                <a:lnTo>
                  <a:pt x="32" y="34"/>
                </a:lnTo>
                <a:lnTo>
                  <a:pt x="21" y="32"/>
                </a:lnTo>
                <a:lnTo>
                  <a:pt x="12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  <a:lnTo>
                  <a:pt x="33" y="1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217" name=""/>
          <p:cNvSpPr/>
          <p:nvPr/>
        </p:nvSpPr>
        <p:spPr>
          <a:xfrm rot="0">
            <a:off x="6996112" y="3221037"/>
            <a:ext cx="25400" cy="14287"/>
          </a:xfrm>
          <a:custGeom>
            <a:avLst/>
            <a:ahLst/>
            <a:rect l="0" t="0" r="r" b="b"/>
            <a:pathLst>
              <a:path w="66" h="34">
                <a:moveTo>
                  <a:pt x="66" y="2"/>
                </a:moveTo>
                <a:lnTo>
                  <a:pt x="65" y="13"/>
                </a:lnTo>
                <a:lnTo>
                  <a:pt x="59" y="22"/>
                </a:lnTo>
                <a:lnTo>
                  <a:pt x="52" y="29"/>
                </a:lnTo>
                <a:lnTo>
                  <a:pt x="42" y="32"/>
                </a:lnTo>
                <a:lnTo>
                  <a:pt x="32" y="34"/>
                </a:lnTo>
                <a:lnTo>
                  <a:pt x="21" y="32"/>
                </a:lnTo>
                <a:lnTo>
                  <a:pt x="12" y="27"/>
                </a:lnTo>
                <a:lnTo>
                  <a:pt x="6" y="19"/>
                </a:lnTo>
                <a:lnTo>
                  <a:pt x="2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18" name=""/>
          <p:cNvSpPr/>
          <p:nvPr/>
        </p:nvSpPr>
        <p:spPr>
          <a:xfrm rot="0">
            <a:off x="915987" y="2970212"/>
            <a:ext cx="1587" cy="2476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219" name=""/>
          <p:cNvSpPr/>
          <p:nvPr/>
        </p:nvSpPr>
        <p:spPr>
          <a:xfrm rot="0" flipH="1">
            <a:off x="915987" y="3217862"/>
            <a:ext cx="28416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220" name=""/>
          <p:cNvSpPr/>
          <p:nvPr/>
        </p:nvSpPr>
        <p:spPr>
          <a:xfrm rot="0">
            <a:off x="1649412" y="6016625"/>
            <a:ext cx="1587" cy="2857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221" name=""/>
          <p:cNvSpPr/>
          <p:nvPr/>
        </p:nvSpPr>
        <p:spPr>
          <a:xfrm rot="0">
            <a:off x="1403350" y="6302375"/>
            <a:ext cx="24606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222" name=""/>
          <p:cNvSpPr/>
          <p:nvPr/>
        </p:nvSpPr>
        <p:spPr>
          <a:xfrm rot="0" flipH="1">
            <a:off x="7007225" y="1897062"/>
            <a:ext cx="28416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223" name=""/>
          <p:cNvSpPr/>
          <p:nvPr/>
        </p:nvSpPr>
        <p:spPr>
          <a:xfrm rot="0">
            <a:off x="7005637" y="1649412"/>
            <a:ext cx="1587" cy="2476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224" name=""/>
          <p:cNvSpPr/>
          <p:nvPr/>
        </p:nvSpPr>
        <p:spPr>
          <a:xfrm rot="0">
            <a:off x="6561137" y="4841875"/>
            <a:ext cx="26987" cy="12700"/>
          </a:xfrm>
          <a:custGeom>
            <a:avLst/>
            <a:ahLst/>
            <a:rect l="0" t="0" r="r" b="b"/>
            <a:pathLst>
              <a:path w="67" h="34">
                <a:moveTo>
                  <a:pt x="33" y="34"/>
                </a:moveTo>
                <a:lnTo>
                  <a:pt x="0" y="34"/>
                </a:lnTo>
                <a:lnTo>
                  <a:pt x="2" y="24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  <a:lnTo>
                  <a:pt x="44" y="3"/>
                </a:lnTo>
                <a:lnTo>
                  <a:pt x="53" y="7"/>
                </a:lnTo>
                <a:lnTo>
                  <a:pt x="61" y="15"/>
                </a:lnTo>
                <a:lnTo>
                  <a:pt x="65" y="24"/>
                </a:lnTo>
                <a:lnTo>
                  <a:pt x="67" y="34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225" name=""/>
          <p:cNvSpPr/>
          <p:nvPr/>
        </p:nvSpPr>
        <p:spPr>
          <a:xfrm rot="0">
            <a:off x="6561137" y="4841875"/>
            <a:ext cx="26987" cy="12700"/>
          </a:xfrm>
          <a:custGeom>
            <a:avLst/>
            <a:ahLst/>
            <a:rect l="0" t="0" r="r" b="b"/>
            <a:pathLst>
              <a:path w="67" h="34">
                <a:moveTo>
                  <a:pt x="0" y="34"/>
                </a:moveTo>
                <a:lnTo>
                  <a:pt x="2" y="24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  <a:lnTo>
                  <a:pt x="44" y="3"/>
                </a:lnTo>
                <a:lnTo>
                  <a:pt x="53" y="7"/>
                </a:lnTo>
                <a:lnTo>
                  <a:pt x="61" y="15"/>
                </a:lnTo>
                <a:lnTo>
                  <a:pt x="65" y="24"/>
                </a:lnTo>
                <a:lnTo>
                  <a:pt x="67" y="3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226" name=""/>
          <p:cNvSpPr/>
          <p:nvPr/>
        </p:nvSpPr>
        <p:spPr>
          <a:xfrm rot="0">
            <a:off x="6561137" y="4854575"/>
            <a:ext cx="26987" cy="247650"/>
          </a:xfrm>
          <a:custGeom>
            <a:avLst/>
            <a:ahLst/>
            <a:rect l="0" t="0" r="r" b="b"/>
            <a:pathLst>
              <a:path w="67" h="623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623"/>
                </a:lnTo>
                <a:lnTo>
                  <a:pt x="33" y="623"/>
                </a:lnTo>
                <a:lnTo>
                  <a:pt x="67" y="623"/>
                </a:lnTo>
                <a:lnTo>
                  <a:pt x="6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227" name=""/>
          <p:cNvSpPr/>
          <p:nvPr/>
        </p:nvSpPr>
        <p:spPr>
          <a:xfrm rot="0">
            <a:off x="6561137" y="4854575"/>
            <a:ext cx="26987" cy="247650"/>
          </a:xfrm>
          <a:custGeom>
            <a:avLst/>
            <a:ahLst/>
            <a:rect l="0" t="0" r="r" b="b"/>
            <a:pathLst>
              <a:path w="67" h="623">
                <a:moveTo>
                  <a:pt x="67" y="0"/>
                </a:moveTo>
                <a:lnTo>
                  <a:pt x="33" y="0"/>
                </a:lnTo>
                <a:lnTo>
                  <a:pt x="0" y="0"/>
                </a:lnTo>
                <a:lnTo>
                  <a:pt x="0" y="623"/>
                </a:lnTo>
                <a:lnTo>
                  <a:pt x="33" y="623"/>
                </a:lnTo>
                <a:lnTo>
                  <a:pt x="67" y="623"/>
                </a:lnTo>
                <a:lnTo>
                  <a:pt x="6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228" name=""/>
          <p:cNvSpPr/>
          <p:nvPr/>
        </p:nvSpPr>
        <p:spPr>
          <a:xfrm rot="0">
            <a:off x="6561137" y="5102225"/>
            <a:ext cx="26987" cy="12700"/>
          </a:xfrm>
          <a:custGeom>
            <a:avLst/>
            <a:ahLst/>
            <a:rect l="0" t="0" r="r" b="b"/>
            <a:pathLst>
              <a:path w="67" h="33">
                <a:moveTo>
                  <a:pt x="33" y="0"/>
                </a:moveTo>
                <a:lnTo>
                  <a:pt x="67" y="0"/>
                </a:lnTo>
                <a:lnTo>
                  <a:pt x="65" y="11"/>
                </a:lnTo>
                <a:lnTo>
                  <a:pt x="61" y="20"/>
                </a:lnTo>
                <a:lnTo>
                  <a:pt x="53" y="28"/>
                </a:lnTo>
                <a:lnTo>
                  <a:pt x="44" y="32"/>
                </a:lnTo>
                <a:lnTo>
                  <a:pt x="33" y="33"/>
                </a:lnTo>
                <a:lnTo>
                  <a:pt x="23" y="32"/>
                </a:lnTo>
                <a:lnTo>
                  <a:pt x="13" y="28"/>
                </a:lnTo>
                <a:lnTo>
                  <a:pt x="5" y="20"/>
                </a:lnTo>
                <a:lnTo>
                  <a:pt x="2" y="11"/>
                </a:lnTo>
                <a:lnTo>
                  <a:pt x="0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229" name=""/>
          <p:cNvSpPr/>
          <p:nvPr/>
        </p:nvSpPr>
        <p:spPr>
          <a:xfrm rot="0">
            <a:off x="6561137" y="5102225"/>
            <a:ext cx="26987" cy="12700"/>
          </a:xfrm>
          <a:custGeom>
            <a:avLst/>
            <a:ahLst/>
            <a:rect l="0" t="0" r="r" b="b"/>
            <a:pathLst>
              <a:path w="67" h="33">
                <a:moveTo>
                  <a:pt x="67" y="0"/>
                </a:moveTo>
                <a:lnTo>
                  <a:pt x="65" y="11"/>
                </a:lnTo>
                <a:lnTo>
                  <a:pt x="61" y="20"/>
                </a:lnTo>
                <a:lnTo>
                  <a:pt x="53" y="28"/>
                </a:lnTo>
                <a:lnTo>
                  <a:pt x="44" y="32"/>
                </a:lnTo>
                <a:lnTo>
                  <a:pt x="33" y="33"/>
                </a:lnTo>
                <a:lnTo>
                  <a:pt x="23" y="32"/>
                </a:lnTo>
                <a:lnTo>
                  <a:pt x="13" y="28"/>
                </a:lnTo>
                <a:lnTo>
                  <a:pt x="5" y="20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230" name=""/>
          <p:cNvSpPr/>
          <p:nvPr/>
        </p:nvSpPr>
        <p:spPr>
          <a:xfrm rot="0">
            <a:off x="6858000" y="5089525"/>
            <a:ext cx="14287" cy="25400"/>
          </a:xfrm>
          <a:custGeom>
            <a:avLst/>
            <a:ahLst/>
            <a:rect l="0" t="0" r="r" b="b"/>
            <a:pathLst>
              <a:path w="34" h="67">
                <a:moveTo>
                  <a:pt x="0" y="34"/>
                </a:moveTo>
                <a:lnTo>
                  <a:pt x="0" y="0"/>
                </a:ln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2"/>
                </a:lnTo>
                <a:lnTo>
                  <a:pt x="10" y="66"/>
                </a:lnTo>
                <a:lnTo>
                  <a:pt x="0" y="67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231" name=""/>
          <p:cNvSpPr/>
          <p:nvPr/>
        </p:nvSpPr>
        <p:spPr>
          <a:xfrm rot="0">
            <a:off x="6858000" y="5089525"/>
            <a:ext cx="14287" cy="25400"/>
          </a:xfrm>
          <a:custGeom>
            <a:avLst/>
            <a:ahLst/>
            <a:rect l="0" t="0" r="r" b="b"/>
            <a:pathLst>
              <a:path w="34" h="67">
                <a:moveTo>
                  <a:pt x="0" y="0"/>
                </a:moveTo>
                <a:lnTo>
                  <a:pt x="10" y="3"/>
                </a:lnTo>
                <a:lnTo>
                  <a:pt x="19" y="7"/>
                </a:lnTo>
                <a:lnTo>
                  <a:pt x="27" y="15"/>
                </a:lnTo>
                <a:lnTo>
                  <a:pt x="31" y="24"/>
                </a:lnTo>
                <a:lnTo>
                  <a:pt x="34" y="34"/>
                </a:lnTo>
                <a:lnTo>
                  <a:pt x="31" y="45"/>
                </a:lnTo>
                <a:lnTo>
                  <a:pt x="27" y="54"/>
                </a:lnTo>
                <a:lnTo>
                  <a:pt x="19" y="62"/>
                </a:lnTo>
                <a:lnTo>
                  <a:pt x="10" y="66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232" name=""/>
          <p:cNvSpPr/>
          <p:nvPr/>
        </p:nvSpPr>
        <p:spPr>
          <a:xfrm rot="0">
            <a:off x="6573837" y="5089525"/>
            <a:ext cx="284162" cy="25400"/>
          </a:xfrm>
          <a:custGeom>
            <a:avLst/>
            <a:ahLst/>
            <a:rect l="0" t="0" r="r" b="b"/>
            <a:pathLst>
              <a:path w="718" h="67">
                <a:moveTo>
                  <a:pt x="718" y="67"/>
                </a:moveTo>
                <a:lnTo>
                  <a:pt x="718" y="34"/>
                </a:lnTo>
                <a:lnTo>
                  <a:pt x="718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718" y="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233" name=""/>
          <p:cNvSpPr/>
          <p:nvPr/>
        </p:nvSpPr>
        <p:spPr>
          <a:xfrm rot="0">
            <a:off x="6573837" y="5089525"/>
            <a:ext cx="284162" cy="25400"/>
          </a:xfrm>
          <a:custGeom>
            <a:avLst/>
            <a:ahLst/>
            <a:rect l="0" t="0" r="r" b="b"/>
            <a:pathLst>
              <a:path w="718" h="67">
                <a:moveTo>
                  <a:pt x="718" y="67"/>
                </a:moveTo>
                <a:lnTo>
                  <a:pt x="718" y="34"/>
                </a:lnTo>
                <a:lnTo>
                  <a:pt x="718" y="0"/>
                </a:lnTo>
                <a:lnTo>
                  <a:pt x="0" y="0"/>
                </a:lnTo>
                <a:lnTo>
                  <a:pt x="0" y="34"/>
                </a:lnTo>
                <a:lnTo>
                  <a:pt x="0" y="67"/>
                </a:lnTo>
                <a:lnTo>
                  <a:pt x="718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234" name=""/>
          <p:cNvSpPr/>
          <p:nvPr/>
        </p:nvSpPr>
        <p:spPr>
          <a:xfrm rot="0">
            <a:off x="6561137" y="5089525"/>
            <a:ext cx="12700" cy="25400"/>
          </a:xfrm>
          <a:custGeom>
            <a:avLst/>
            <a:ahLst/>
            <a:rect l="0" t="0" r="r" b="b"/>
            <a:pathLst>
              <a:path w="33" h="67">
                <a:moveTo>
                  <a:pt x="33" y="34"/>
                </a:moveTo>
                <a:lnTo>
                  <a:pt x="33" y="67"/>
                </a:lnTo>
                <a:lnTo>
                  <a:pt x="23" y="66"/>
                </a:lnTo>
                <a:lnTo>
                  <a:pt x="13" y="62"/>
                </a:lnTo>
                <a:lnTo>
                  <a:pt x="5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  <a:lnTo>
                  <a:pt x="33" y="3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235" name=""/>
          <p:cNvSpPr/>
          <p:nvPr/>
        </p:nvSpPr>
        <p:spPr>
          <a:xfrm rot="0">
            <a:off x="6561137" y="5089525"/>
            <a:ext cx="12700" cy="25400"/>
          </a:xfrm>
          <a:custGeom>
            <a:avLst/>
            <a:ahLst/>
            <a:rect l="0" t="0" r="r" b="b"/>
            <a:pathLst>
              <a:path w="33" h="67">
                <a:moveTo>
                  <a:pt x="33" y="67"/>
                </a:moveTo>
                <a:lnTo>
                  <a:pt x="23" y="66"/>
                </a:lnTo>
                <a:lnTo>
                  <a:pt x="13" y="62"/>
                </a:lnTo>
                <a:lnTo>
                  <a:pt x="5" y="54"/>
                </a:lnTo>
                <a:lnTo>
                  <a:pt x="2" y="45"/>
                </a:lnTo>
                <a:lnTo>
                  <a:pt x="0" y="34"/>
                </a:lnTo>
                <a:lnTo>
                  <a:pt x="2" y="24"/>
                </a:lnTo>
                <a:lnTo>
                  <a:pt x="5" y="15"/>
                </a:lnTo>
                <a:lnTo>
                  <a:pt x="13" y="7"/>
                </a:lnTo>
                <a:lnTo>
                  <a:pt x="23" y="3"/>
                </a:lnTo>
                <a:lnTo>
                  <a:pt x="3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236" name=""/>
          <p:cNvSpPr/>
          <p:nvPr/>
        </p:nvSpPr>
        <p:spPr>
          <a:xfrm rot="0">
            <a:off x="8724900" y="6604000"/>
            <a:ext cx="33337" cy="149225"/>
          </a:xfrm>
          <a:custGeom>
            <a:avLst/>
            <a:ahLst/>
            <a:rect l="0" t="0" r="r" b="b"/>
            <a:pathLst>
              <a:path w="84" h="379">
                <a:moveTo>
                  <a:pt x="84" y="379"/>
                </a:moveTo>
                <a:lnTo>
                  <a:pt x="84" y="0"/>
                </a:lnTo>
                <a:lnTo>
                  <a:pt x="0" y="8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37" name=""/>
          <p:cNvSpPr/>
          <p:nvPr/>
        </p:nvSpPr>
        <p:spPr>
          <a:xfrm rot="0">
            <a:off x="8809038" y="6604000"/>
            <a:ext cx="33337" cy="23812"/>
          </a:xfrm>
          <a:custGeom>
            <a:avLst/>
            <a:ahLst/>
            <a:rect l="0" t="0" r="r" b="b"/>
            <a:pathLst>
              <a:path w="84" h="63">
                <a:moveTo>
                  <a:pt x="84" y="0"/>
                </a:moveTo>
                <a:lnTo>
                  <a:pt x="67" y="1"/>
                </a:lnTo>
                <a:lnTo>
                  <a:pt x="51" y="5"/>
                </a:lnTo>
                <a:lnTo>
                  <a:pt x="37" y="13"/>
                </a:lnTo>
                <a:lnTo>
                  <a:pt x="25" y="22"/>
                </a:lnTo>
                <a:lnTo>
                  <a:pt x="13" y="34"/>
                </a:lnTo>
                <a:lnTo>
                  <a:pt x="5" y="49"/>
                </a:lnTo>
                <a:lnTo>
                  <a:pt x="0" y="6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38" name=""/>
          <p:cNvSpPr/>
          <p:nvPr/>
        </p:nvSpPr>
        <p:spPr>
          <a:xfrm rot="0">
            <a:off x="8842375" y="6604000"/>
            <a:ext cx="33337" cy="50800"/>
          </a:xfrm>
          <a:custGeom>
            <a:avLst/>
            <a:ahLst/>
            <a:rect l="0" t="0" r="r" b="b"/>
            <a:pathLst>
              <a:path w="84" h="129">
                <a:moveTo>
                  <a:pt x="71" y="129"/>
                </a:moveTo>
                <a:lnTo>
                  <a:pt x="78" y="114"/>
                </a:lnTo>
                <a:lnTo>
                  <a:pt x="83" y="99"/>
                </a:lnTo>
                <a:lnTo>
                  <a:pt x="84" y="82"/>
                </a:lnTo>
                <a:lnTo>
                  <a:pt x="82" y="66"/>
                </a:lnTo>
                <a:lnTo>
                  <a:pt x="77" y="50"/>
                </a:lnTo>
                <a:lnTo>
                  <a:pt x="69" y="37"/>
                </a:lnTo>
                <a:lnTo>
                  <a:pt x="58" y="24"/>
                </a:lnTo>
                <a:lnTo>
                  <a:pt x="46" y="13"/>
                </a:lnTo>
                <a:lnTo>
                  <a:pt x="32" y="7"/>
                </a:lnTo>
                <a:lnTo>
                  <a:pt x="16" y="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39" name=""/>
          <p:cNvSpPr/>
          <p:nvPr/>
        </p:nvSpPr>
        <p:spPr>
          <a:xfrm rot="0">
            <a:off x="8809038" y="6654800"/>
            <a:ext cx="66675" cy="98425"/>
          </a:xfrm>
          <a:custGeom>
            <a:avLst/>
            <a:ahLst/>
            <a:rect l="0" t="0" r="r" b="b"/>
            <a:pathLst>
              <a:path w="168" h="250">
                <a:moveTo>
                  <a:pt x="155" y="0"/>
                </a:moveTo>
                <a:lnTo>
                  <a:pt x="0" y="250"/>
                </a:lnTo>
                <a:lnTo>
                  <a:pt x="168" y="25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40" name=""/>
          <p:cNvSpPr/>
          <p:nvPr/>
        </p:nvSpPr>
        <p:spPr>
          <a:xfrm rot="0">
            <a:off x="4979987" y="3143250"/>
            <a:ext cx="23812" cy="17462"/>
          </a:xfrm>
          <a:custGeom>
            <a:avLst/>
            <a:ahLst/>
            <a:rect l="0" t="0" r="r" b="b"/>
            <a:pathLst>
              <a:path w="64" h="47">
                <a:moveTo>
                  <a:pt x="33" y="33"/>
                </a:moveTo>
                <a:lnTo>
                  <a:pt x="3" y="47"/>
                </a:lnTo>
                <a:lnTo>
                  <a:pt x="0" y="37"/>
                </a:lnTo>
                <a:lnTo>
                  <a:pt x="0" y="26"/>
                </a:lnTo>
                <a:lnTo>
                  <a:pt x="4" y="17"/>
                </a:lnTo>
                <a:lnTo>
                  <a:pt x="11" y="8"/>
                </a:lnTo>
                <a:lnTo>
                  <a:pt x="19" y="3"/>
                </a:lnTo>
                <a:lnTo>
                  <a:pt x="29" y="0"/>
                </a:lnTo>
                <a:lnTo>
                  <a:pt x="40" y="0"/>
                </a:lnTo>
                <a:lnTo>
                  <a:pt x="49" y="4"/>
                </a:lnTo>
                <a:lnTo>
                  <a:pt x="58" y="11"/>
                </a:lnTo>
                <a:lnTo>
                  <a:pt x="64" y="19"/>
                </a:lnTo>
                <a:lnTo>
                  <a:pt x="33" y="3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241" name=""/>
          <p:cNvSpPr/>
          <p:nvPr/>
        </p:nvSpPr>
        <p:spPr>
          <a:xfrm rot="0">
            <a:off x="4979987" y="3143250"/>
            <a:ext cx="23812" cy="17462"/>
          </a:xfrm>
          <a:custGeom>
            <a:avLst/>
            <a:ahLst/>
            <a:rect l="0" t="0" r="r" b="b"/>
            <a:pathLst>
              <a:path w="64" h="47">
                <a:moveTo>
                  <a:pt x="3" y="47"/>
                </a:moveTo>
                <a:lnTo>
                  <a:pt x="0" y="37"/>
                </a:lnTo>
                <a:lnTo>
                  <a:pt x="0" y="26"/>
                </a:lnTo>
                <a:lnTo>
                  <a:pt x="4" y="17"/>
                </a:lnTo>
                <a:lnTo>
                  <a:pt x="11" y="8"/>
                </a:lnTo>
                <a:lnTo>
                  <a:pt x="19" y="3"/>
                </a:lnTo>
                <a:lnTo>
                  <a:pt x="29" y="0"/>
                </a:lnTo>
                <a:lnTo>
                  <a:pt x="40" y="0"/>
                </a:lnTo>
                <a:lnTo>
                  <a:pt x="49" y="4"/>
                </a:lnTo>
                <a:lnTo>
                  <a:pt x="58" y="11"/>
                </a:lnTo>
                <a:lnTo>
                  <a:pt x="64" y="1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42" name=""/>
          <p:cNvSpPr/>
          <p:nvPr/>
        </p:nvSpPr>
        <p:spPr>
          <a:xfrm rot="0">
            <a:off x="4979987" y="3149600"/>
            <a:ext cx="160337" cy="304800"/>
          </a:xfrm>
          <a:custGeom>
            <a:avLst/>
            <a:ahLst/>
            <a:rect l="0" t="0" r="r" b="b"/>
            <a:pathLst>
              <a:path w="405" h="767">
                <a:moveTo>
                  <a:pt x="61" y="0"/>
                </a:moveTo>
                <a:lnTo>
                  <a:pt x="30" y="14"/>
                </a:lnTo>
                <a:lnTo>
                  <a:pt x="0" y="28"/>
                </a:lnTo>
                <a:lnTo>
                  <a:pt x="344" y="767"/>
                </a:lnTo>
                <a:lnTo>
                  <a:pt x="375" y="753"/>
                </a:lnTo>
                <a:lnTo>
                  <a:pt x="405" y="738"/>
                </a:lnTo>
                <a:lnTo>
                  <a:pt x="61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243" name=""/>
          <p:cNvSpPr/>
          <p:nvPr/>
        </p:nvSpPr>
        <p:spPr>
          <a:xfrm rot="0">
            <a:off x="4979987" y="3149600"/>
            <a:ext cx="160337" cy="304800"/>
          </a:xfrm>
          <a:custGeom>
            <a:avLst/>
            <a:ahLst/>
            <a:rect l="0" t="0" r="r" b="b"/>
            <a:pathLst>
              <a:path w="405" h="767">
                <a:moveTo>
                  <a:pt x="61" y="0"/>
                </a:moveTo>
                <a:lnTo>
                  <a:pt x="30" y="14"/>
                </a:lnTo>
                <a:lnTo>
                  <a:pt x="0" y="28"/>
                </a:lnTo>
                <a:lnTo>
                  <a:pt x="344" y="767"/>
                </a:lnTo>
                <a:lnTo>
                  <a:pt x="375" y="753"/>
                </a:lnTo>
                <a:lnTo>
                  <a:pt x="405" y="738"/>
                </a:lnTo>
                <a:lnTo>
                  <a:pt x="61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244" name=""/>
          <p:cNvSpPr/>
          <p:nvPr/>
        </p:nvSpPr>
        <p:spPr>
          <a:xfrm rot="0">
            <a:off x="5116512" y="3443287"/>
            <a:ext cx="25400" cy="19050"/>
          </a:xfrm>
          <a:custGeom>
            <a:avLst/>
            <a:ahLst/>
            <a:rect l="0" t="0" r="r" b="b"/>
            <a:pathLst>
              <a:path w="64" h="48">
                <a:moveTo>
                  <a:pt x="31" y="15"/>
                </a:moveTo>
                <a:lnTo>
                  <a:pt x="61" y="0"/>
                </a:lnTo>
                <a:lnTo>
                  <a:pt x="64" y="11"/>
                </a:lnTo>
                <a:lnTo>
                  <a:pt x="64" y="21"/>
                </a:lnTo>
                <a:lnTo>
                  <a:pt x="60" y="30"/>
                </a:lnTo>
                <a:lnTo>
                  <a:pt x="53" y="40"/>
                </a:lnTo>
                <a:lnTo>
                  <a:pt x="45" y="45"/>
                </a:lnTo>
                <a:lnTo>
                  <a:pt x="35" y="48"/>
                </a:lnTo>
                <a:lnTo>
                  <a:pt x="24" y="48"/>
                </a:lnTo>
                <a:lnTo>
                  <a:pt x="15" y="44"/>
                </a:lnTo>
                <a:lnTo>
                  <a:pt x="6" y="37"/>
                </a:lnTo>
                <a:lnTo>
                  <a:pt x="0" y="29"/>
                </a:lnTo>
                <a:lnTo>
                  <a:pt x="31" y="1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245" name=""/>
          <p:cNvSpPr/>
          <p:nvPr/>
        </p:nvSpPr>
        <p:spPr>
          <a:xfrm rot="0">
            <a:off x="5116512" y="3443287"/>
            <a:ext cx="25400" cy="19050"/>
          </a:xfrm>
          <a:custGeom>
            <a:avLst/>
            <a:ahLst/>
            <a:rect l="0" t="0" r="r" b="b"/>
            <a:pathLst>
              <a:path w="64" h="48">
                <a:moveTo>
                  <a:pt x="61" y="0"/>
                </a:moveTo>
                <a:lnTo>
                  <a:pt x="64" y="11"/>
                </a:lnTo>
                <a:lnTo>
                  <a:pt x="64" y="21"/>
                </a:lnTo>
                <a:lnTo>
                  <a:pt x="60" y="30"/>
                </a:lnTo>
                <a:lnTo>
                  <a:pt x="53" y="40"/>
                </a:lnTo>
                <a:lnTo>
                  <a:pt x="45" y="45"/>
                </a:lnTo>
                <a:lnTo>
                  <a:pt x="35" y="48"/>
                </a:lnTo>
                <a:lnTo>
                  <a:pt x="24" y="48"/>
                </a:lnTo>
                <a:lnTo>
                  <a:pt x="15" y="44"/>
                </a:lnTo>
                <a:lnTo>
                  <a:pt x="6" y="37"/>
                </a:lnTo>
                <a:lnTo>
                  <a:pt x="0" y="2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2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7246" name=""/>
          <p:cNvSpPr txBox="1"/>
          <p:nvPr/>
        </p:nvSpPr>
        <p:spPr>
          <a:xfrm rot="0">
            <a:off x="2411412" y="188912"/>
            <a:ext cx="4176712" cy="579437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3200" lang="zh-CN"/>
              <a:t>立体表面交线 题</a:t>
            </a:r>
            <a:r>
              <a:rPr altLang="zh-CN" sz="3200" lang="en-US"/>
              <a:t>35</a:t>
            </a:r>
          </a:p>
        </p:txBody>
      </p:sp>
      <p:grpSp>
        <p:nvGrpSpPr>
          <p:cNvPr id="226" name=""/>
          <p:cNvGrpSpPr/>
          <p:nvPr/>
        </p:nvGrpSpPr>
        <p:grpSpPr>
          <a:xfrm rot="0">
            <a:off x="1979612" y="1773237"/>
            <a:ext cx="2714625" cy="4176712"/>
            <a:chOff x="1247" y="1117"/>
            <a:chExt cx="1710" cy="2631"/>
          </a:xfrm>
        </p:grpSpPr>
        <p:sp>
          <p:nvSpPr>
            <p:cNvPr id="1067247" name=""/>
            <p:cNvSpPr/>
            <p:nvPr/>
          </p:nvSpPr>
          <p:spPr>
            <a:xfrm rot="0">
              <a:off x="2929" y="2653"/>
              <a:ext cx="28" cy="31"/>
            </a:xfrm>
            <a:custGeom>
              <a:avLst/>
              <a:ahLst/>
              <a:rect l="0" t="0" r="r" b="b"/>
              <a:pathLst>
                <a:path w="29" h="56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48" name=""/>
            <p:cNvSpPr/>
            <p:nvPr/>
          </p:nvSpPr>
          <p:spPr>
            <a:xfrm rot="0">
              <a:off x="2929" y="2653"/>
              <a:ext cx="28" cy="31"/>
            </a:xfrm>
            <a:custGeom>
              <a:avLst/>
              <a:ahLst/>
              <a:rect l="0" t="0" r="r" b="b"/>
              <a:pathLst>
                <a:path w="29" h="56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49" name=""/>
            <p:cNvSpPr/>
            <p:nvPr/>
          </p:nvSpPr>
          <p:spPr>
            <a:xfrm rot="0">
              <a:off x="1268" y="2653"/>
              <a:ext cx="1661" cy="31"/>
            </a:xfrm>
            <a:custGeom>
              <a:avLst/>
              <a:ahLst/>
              <a:rect l="0" t="0" r="r" b="b"/>
              <a:pathLst>
                <a:path w="2145" h="56">
                  <a:moveTo>
                    <a:pt x="2145" y="56"/>
                  </a:moveTo>
                  <a:lnTo>
                    <a:pt x="2145" y="28"/>
                  </a:lnTo>
                  <a:lnTo>
                    <a:pt x="214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2145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50" name=""/>
            <p:cNvSpPr/>
            <p:nvPr/>
          </p:nvSpPr>
          <p:spPr>
            <a:xfrm rot="0">
              <a:off x="1268" y="2653"/>
              <a:ext cx="1661" cy="31"/>
            </a:xfrm>
            <a:custGeom>
              <a:avLst/>
              <a:ahLst/>
              <a:rect l="0" t="0" r="r" b="b"/>
              <a:pathLst>
                <a:path w="2145" h="56">
                  <a:moveTo>
                    <a:pt x="2145" y="56"/>
                  </a:moveTo>
                  <a:lnTo>
                    <a:pt x="2145" y="28"/>
                  </a:lnTo>
                  <a:lnTo>
                    <a:pt x="214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2145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51" name=""/>
            <p:cNvSpPr/>
            <p:nvPr/>
          </p:nvSpPr>
          <p:spPr>
            <a:xfrm rot="0">
              <a:off x="1247" y="2653"/>
              <a:ext cx="21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28" y="28"/>
                  </a:moveTo>
                  <a:lnTo>
                    <a:pt x="28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52" name=""/>
            <p:cNvSpPr/>
            <p:nvPr/>
          </p:nvSpPr>
          <p:spPr>
            <a:xfrm rot="0">
              <a:off x="1247" y="2653"/>
              <a:ext cx="21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28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53" name=""/>
            <p:cNvSpPr/>
            <p:nvPr/>
          </p:nvSpPr>
          <p:spPr>
            <a:xfrm rot="0">
              <a:off x="2077" y="3722"/>
              <a:ext cx="42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28" y="14"/>
                  </a:moveTo>
                  <a:lnTo>
                    <a:pt x="51" y="28"/>
                  </a:lnTo>
                  <a:lnTo>
                    <a:pt x="46" y="35"/>
                  </a:lnTo>
                  <a:lnTo>
                    <a:pt x="38" y="39"/>
                  </a:lnTo>
                  <a:lnTo>
                    <a:pt x="31" y="41"/>
                  </a:lnTo>
                  <a:lnTo>
                    <a:pt x="22" y="41"/>
                  </a:lnTo>
                  <a:lnTo>
                    <a:pt x="13" y="38"/>
                  </a:lnTo>
                  <a:lnTo>
                    <a:pt x="7" y="33"/>
                  </a:lnTo>
                  <a:lnTo>
                    <a:pt x="3" y="25"/>
                  </a:lnTo>
                  <a:lnTo>
                    <a:pt x="0" y="17"/>
                  </a:lnTo>
                  <a:lnTo>
                    <a:pt x="0" y="9"/>
                  </a:lnTo>
                  <a:lnTo>
                    <a:pt x="4" y="0"/>
                  </a:lnTo>
                  <a:lnTo>
                    <a:pt x="2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54" name=""/>
            <p:cNvSpPr/>
            <p:nvPr/>
          </p:nvSpPr>
          <p:spPr>
            <a:xfrm rot="0">
              <a:off x="2077" y="3722"/>
              <a:ext cx="42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51" y="28"/>
                  </a:moveTo>
                  <a:lnTo>
                    <a:pt x="46" y="35"/>
                  </a:lnTo>
                  <a:lnTo>
                    <a:pt x="38" y="39"/>
                  </a:lnTo>
                  <a:lnTo>
                    <a:pt x="31" y="41"/>
                  </a:lnTo>
                  <a:lnTo>
                    <a:pt x="22" y="41"/>
                  </a:lnTo>
                  <a:lnTo>
                    <a:pt x="13" y="38"/>
                  </a:lnTo>
                  <a:lnTo>
                    <a:pt x="7" y="33"/>
                  </a:lnTo>
                  <a:lnTo>
                    <a:pt x="3" y="25"/>
                  </a:lnTo>
                  <a:lnTo>
                    <a:pt x="0" y="17"/>
                  </a:lnTo>
                  <a:lnTo>
                    <a:pt x="0" y="9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55" name=""/>
            <p:cNvSpPr/>
            <p:nvPr/>
          </p:nvSpPr>
          <p:spPr>
            <a:xfrm rot="0">
              <a:off x="2084" y="2664"/>
              <a:ext cx="866" cy="1074"/>
            </a:xfrm>
            <a:custGeom>
              <a:avLst/>
              <a:ahLst/>
              <a:rect l="0" t="0" r="r" b="b"/>
              <a:pathLst>
                <a:path w="1120" h="1889">
                  <a:moveTo>
                    <a:pt x="0" y="1861"/>
                  </a:moveTo>
                  <a:lnTo>
                    <a:pt x="24" y="1875"/>
                  </a:lnTo>
                  <a:lnTo>
                    <a:pt x="47" y="1889"/>
                  </a:lnTo>
                  <a:lnTo>
                    <a:pt x="1120" y="29"/>
                  </a:lnTo>
                  <a:lnTo>
                    <a:pt x="1096" y="14"/>
                  </a:lnTo>
                  <a:lnTo>
                    <a:pt x="1073" y="0"/>
                  </a:lnTo>
                  <a:lnTo>
                    <a:pt x="0" y="18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56" name=""/>
            <p:cNvSpPr/>
            <p:nvPr/>
          </p:nvSpPr>
          <p:spPr>
            <a:xfrm rot="0">
              <a:off x="2084" y="2664"/>
              <a:ext cx="866" cy="1074"/>
            </a:xfrm>
            <a:custGeom>
              <a:avLst/>
              <a:ahLst/>
              <a:rect l="0" t="0" r="r" b="b"/>
              <a:pathLst>
                <a:path w="1120" h="1889">
                  <a:moveTo>
                    <a:pt x="0" y="1861"/>
                  </a:moveTo>
                  <a:lnTo>
                    <a:pt x="24" y="1875"/>
                  </a:lnTo>
                  <a:lnTo>
                    <a:pt x="47" y="1889"/>
                  </a:lnTo>
                  <a:lnTo>
                    <a:pt x="1120" y="29"/>
                  </a:lnTo>
                  <a:lnTo>
                    <a:pt x="1096" y="14"/>
                  </a:lnTo>
                  <a:lnTo>
                    <a:pt x="1073" y="0"/>
                  </a:lnTo>
                  <a:lnTo>
                    <a:pt x="0" y="18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57" name=""/>
            <p:cNvSpPr/>
            <p:nvPr/>
          </p:nvSpPr>
          <p:spPr>
            <a:xfrm rot="0">
              <a:off x="2915" y="2653"/>
              <a:ext cx="35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3" y="27"/>
                  </a:moveTo>
                  <a:lnTo>
                    <a:pt x="0" y="13"/>
                  </a:lnTo>
                  <a:lnTo>
                    <a:pt x="5" y="7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4"/>
                  </a:lnTo>
                  <a:lnTo>
                    <a:pt x="44" y="9"/>
                  </a:lnTo>
                  <a:lnTo>
                    <a:pt x="48" y="17"/>
                  </a:lnTo>
                  <a:lnTo>
                    <a:pt x="51" y="24"/>
                  </a:lnTo>
                  <a:lnTo>
                    <a:pt x="51" y="33"/>
                  </a:lnTo>
                  <a:lnTo>
                    <a:pt x="47" y="42"/>
                  </a:lnTo>
                  <a:lnTo>
                    <a:pt x="2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58" name=""/>
            <p:cNvSpPr/>
            <p:nvPr/>
          </p:nvSpPr>
          <p:spPr>
            <a:xfrm rot="0">
              <a:off x="2915" y="2653"/>
              <a:ext cx="35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0" y="13"/>
                  </a:moveTo>
                  <a:lnTo>
                    <a:pt x="5" y="7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4"/>
                  </a:lnTo>
                  <a:lnTo>
                    <a:pt x="44" y="9"/>
                  </a:lnTo>
                  <a:lnTo>
                    <a:pt x="48" y="17"/>
                  </a:lnTo>
                  <a:lnTo>
                    <a:pt x="51" y="24"/>
                  </a:lnTo>
                  <a:lnTo>
                    <a:pt x="51" y="33"/>
                  </a:lnTo>
                  <a:lnTo>
                    <a:pt x="4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59" name=""/>
            <p:cNvSpPr/>
            <p:nvPr/>
          </p:nvSpPr>
          <p:spPr>
            <a:xfrm rot="0">
              <a:off x="1247" y="2653"/>
              <a:ext cx="42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8" y="27"/>
                  </a:moveTo>
                  <a:lnTo>
                    <a:pt x="4" y="42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3" y="17"/>
                  </a:lnTo>
                  <a:lnTo>
                    <a:pt x="7" y="9"/>
                  </a:lnTo>
                  <a:lnTo>
                    <a:pt x="13" y="4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6" y="7"/>
                  </a:lnTo>
                  <a:lnTo>
                    <a:pt x="51" y="13"/>
                  </a:lnTo>
                  <a:lnTo>
                    <a:pt x="28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60" name=""/>
            <p:cNvSpPr/>
            <p:nvPr/>
          </p:nvSpPr>
          <p:spPr>
            <a:xfrm rot="0">
              <a:off x="1247" y="2653"/>
              <a:ext cx="42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4" y="42"/>
                  </a:moveTo>
                  <a:lnTo>
                    <a:pt x="0" y="33"/>
                  </a:lnTo>
                  <a:lnTo>
                    <a:pt x="0" y="24"/>
                  </a:lnTo>
                  <a:lnTo>
                    <a:pt x="3" y="17"/>
                  </a:lnTo>
                  <a:lnTo>
                    <a:pt x="7" y="9"/>
                  </a:lnTo>
                  <a:lnTo>
                    <a:pt x="13" y="4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6" y="7"/>
                  </a:lnTo>
                  <a:lnTo>
                    <a:pt x="51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61" name=""/>
            <p:cNvSpPr/>
            <p:nvPr/>
          </p:nvSpPr>
          <p:spPr>
            <a:xfrm rot="0">
              <a:off x="1247" y="2664"/>
              <a:ext cx="872" cy="1074"/>
            </a:xfrm>
            <a:custGeom>
              <a:avLst/>
              <a:ahLst/>
              <a:rect l="0" t="0" r="r" b="b"/>
              <a:pathLst>
                <a:path w="1120" h="1889">
                  <a:moveTo>
                    <a:pt x="47" y="0"/>
                  </a:moveTo>
                  <a:lnTo>
                    <a:pt x="24" y="14"/>
                  </a:lnTo>
                  <a:lnTo>
                    <a:pt x="0" y="29"/>
                  </a:lnTo>
                  <a:lnTo>
                    <a:pt x="1073" y="1889"/>
                  </a:lnTo>
                  <a:lnTo>
                    <a:pt x="1097" y="1875"/>
                  </a:lnTo>
                  <a:lnTo>
                    <a:pt x="1120" y="1861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62" name=""/>
            <p:cNvSpPr/>
            <p:nvPr/>
          </p:nvSpPr>
          <p:spPr>
            <a:xfrm rot="0">
              <a:off x="1247" y="2664"/>
              <a:ext cx="872" cy="1074"/>
            </a:xfrm>
            <a:custGeom>
              <a:avLst/>
              <a:ahLst/>
              <a:rect l="0" t="0" r="r" b="b"/>
              <a:pathLst>
                <a:path w="1120" h="1889">
                  <a:moveTo>
                    <a:pt x="47" y="0"/>
                  </a:moveTo>
                  <a:lnTo>
                    <a:pt x="24" y="14"/>
                  </a:lnTo>
                  <a:lnTo>
                    <a:pt x="0" y="29"/>
                  </a:lnTo>
                  <a:lnTo>
                    <a:pt x="1073" y="1889"/>
                  </a:lnTo>
                  <a:lnTo>
                    <a:pt x="1097" y="1875"/>
                  </a:lnTo>
                  <a:lnTo>
                    <a:pt x="1120" y="1861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63" name=""/>
            <p:cNvSpPr/>
            <p:nvPr/>
          </p:nvSpPr>
          <p:spPr>
            <a:xfrm rot="0">
              <a:off x="2084" y="3722"/>
              <a:ext cx="35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24" y="14"/>
                  </a:moveTo>
                  <a:lnTo>
                    <a:pt x="47" y="0"/>
                  </a:lnTo>
                  <a:lnTo>
                    <a:pt x="51" y="9"/>
                  </a:lnTo>
                  <a:lnTo>
                    <a:pt x="51" y="17"/>
                  </a:lnTo>
                  <a:lnTo>
                    <a:pt x="49" y="25"/>
                  </a:lnTo>
                  <a:lnTo>
                    <a:pt x="44" y="33"/>
                  </a:lnTo>
                  <a:lnTo>
                    <a:pt x="38" y="38"/>
                  </a:lnTo>
                  <a:lnTo>
                    <a:pt x="29" y="41"/>
                  </a:lnTo>
                  <a:lnTo>
                    <a:pt x="20" y="41"/>
                  </a:lnTo>
                  <a:lnTo>
                    <a:pt x="13" y="39"/>
                  </a:lnTo>
                  <a:lnTo>
                    <a:pt x="5" y="35"/>
                  </a:lnTo>
                  <a:lnTo>
                    <a:pt x="0" y="28"/>
                  </a:lnTo>
                  <a:lnTo>
                    <a:pt x="2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64" name=""/>
            <p:cNvSpPr/>
            <p:nvPr/>
          </p:nvSpPr>
          <p:spPr>
            <a:xfrm rot="0">
              <a:off x="2084" y="3722"/>
              <a:ext cx="35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47" y="0"/>
                  </a:moveTo>
                  <a:lnTo>
                    <a:pt x="51" y="9"/>
                  </a:lnTo>
                  <a:lnTo>
                    <a:pt x="51" y="17"/>
                  </a:lnTo>
                  <a:lnTo>
                    <a:pt x="49" y="25"/>
                  </a:lnTo>
                  <a:lnTo>
                    <a:pt x="44" y="33"/>
                  </a:lnTo>
                  <a:lnTo>
                    <a:pt x="38" y="38"/>
                  </a:lnTo>
                  <a:lnTo>
                    <a:pt x="29" y="41"/>
                  </a:lnTo>
                  <a:lnTo>
                    <a:pt x="20" y="41"/>
                  </a:lnTo>
                  <a:lnTo>
                    <a:pt x="13" y="39"/>
                  </a:lnTo>
                  <a:lnTo>
                    <a:pt x="5" y="35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65" name=""/>
            <p:cNvSpPr/>
            <p:nvPr/>
          </p:nvSpPr>
          <p:spPr>
            <a:xfrm rot="0">
              <a:off x="2077" y="1461"/>
              <a:ext cx="35" cy="26"/>
            </a:xfrm>
            <a:custGeom>
              <a:avLst/>
              <a:ahLst/>
              <a:rect l="0" t="0" r="r" b="b"/>
              <a:pathLst>
                <a:path w="41" h="51">
                  <a:moveTo>
                    <a:pt x="28" y="24"/>
                  </a:moveTo>
                  <a:lnTo>
                    <a:pt x="41" y="48"/>
                  </a:lnTo>
                  <a:lnTo>
                    <a:pt x="33" y="51"/>
                  </a:lnTo>
                  <a:lnTo>
                    <a:pt x="24" y="51"/>
                  </a:lnTo>
                  <a:lnTo>
                    <a:pt x="16" y="49"/>
                  </a:lnTo>
                  <a:lnTo>
                    <a:pt x="9" y="45"/>
                  </a:lnTo>
                  <a:lnTo>
                    <a:pt x="4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7" y="6"/>
                  </a:lnTo>
                  <a:lnTo>
                    <a:pt x="15" y="0"/>
                  </a:lnTo>
                  <a:lnTo>
                    <a:pt x="2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66" name=""/>
            <p:cNvSpPr/>
            <p:nvPr/>
          </p:nvSpPr>
          <p:spPr>
            <a:xfrm rot="0">
              <a:off x="2077" y="1461"/>
              <a:ext cx="35" cy="26"/>
            </a:xfrm>
            <a:custGeom>
              <a:avLst/>
              <a:ahLst/>
              <a:rect l="0" t="0" r="r" b="b"/>
              <a:pathLst>
                <a:path w="41" h="51">
                  <a:moveTo>
                    <a:pt x="41" y="48"/>
                  </a:moveTo>
                  <a:lnTo>
                    <a:pt x="33" y="51"/>
                  </a:lnTo>
                  <a:lnTo>
                    <a:pt x="24" y="51"/>
                  </a:lnTo>
                  <a:lnTo>
                    <a:pt x="16" y="49"/>
                  </a:lnTo>
                  <a:lnTo>
                    <a:pt x="9" y="45"/>
                  </a:lnTo>
                  <a:lnTo>
                    <a:pt x="4" y="37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7" y="6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67" name=""/>
            <p:cNvSpPr/>
            <p:nvPr/>
          </p:nvSpPr>
          <p:spPr>
            <a:xfrm rot="0">
              <a:off x="2091" y="1117"/>
              <a:ext cx="852" cy="370"/>
            </a:xfrm>
            <a:custGeom>
              <a:avLst/>
              <a:ahLst/>
              <a:rect l="0" t="0" r="r" b="b"/>
              <a:pathLst>
                <a:path w="1099" h="644">
                  <a:moveTo>
                    <a:pt x="0" y="596"/>
                  </a:moveTo>
                  <a:lnTo>
                    <a:pt x="13" y="620"/>
                  </a:lnTo>
                  <a:lnTo>
                    <a:pt x="26" y="644"/>
                  </a:lnTo>
                  <a:lnTo>
                    <a:pt x="1099" y="48"/>
                  </a:lnTo>
                  <a:lnTo>
                    <a:pt x="1085" y="24"/>
                  </a:lnTo>
                  <a:lnTo>
                    <a:pt x="1072" y="0"/>
                  </a:lnTo>
                  <a:lnTo>
                    <a:pt x="0" y="5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68" name=""/>
            <p:cNvSpPr/>
            <p:nvPr/>
          </p:nvSpPr>
          <p:spPr>
            <a:xfrm rot="0">
              <a:off x="2091" y="1117"/>
              <a:ext cx="852" cy="370"/>
            </a:xfrm>
            <a:custGeom>
              <a:avLst/>
              <a:ahLst/>
              <a:rect l="0" t="0" r="r" b="b"/>
              <a:pathLst>
                <a:path w="1099" h="644">
                  <a:moveTo>
                    <a:pt x="0" y="596"/>
                  </a:moveTo>
                  <a:lnTo>
                    <a:pt x="13" y="620"/>
                  </a:lnTo>
                  <a:lnTo>
                    <a:pt x="26" y="644"/>
                  </a:lnTo>
                  <a:lnTo>
                    <a:pt x="1099" y="48"/>
                  </a:lnTo>
                  <a:lnTo>
                    <a:pt x="1085" y="24"/>
                  </a:lnTo>
                  <a:lnTo>
                    <a:pt x="1072" y="0"/>
                  </a:lnTo>
                  <a:lnTo>
                    <a:pt x="0" y="5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69" name=""/>
            <p:cNvSpPr/>
            <p:nvPr/>
          </p:nvSpPr>
          <p:spPr>
            <a:xfrm rot="0">
              <a:off x="2922" y="1117"/>
              <a:ext cx="28" cy="31"/>
            </a:xfrm>
            <a:custGeom>
              <a:avLst/>
              <a:ahLst/>
              <a:rect l="0" t="0" r="r" b="b"/>
              <a:pathLst>
                <a:path w="41" h="51">
                  <a:moveTo>
                    <a:pt x="13" y="27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4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8" y="39"/>
                  </a:lnTo>
                  <a:lnTo>
                    <a:pt x="34" y="45"/>
                  </a:lnTo>
                  <a:lnTo>
                    <a:pt x="27" y="51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70" name=""/>
            <p:cNvSpPr/>
            <p:nvPr/>
          </p:nvSpPr>
          <p:spPr>
            <a:xfrm rot="0">
              <a:off x="2922" y="1117"/>
              <a:ext cx="28" cy="31"/>
            </a:xfrm>
            <a:custGeom>
              <a:avLst/>
              <a:ahLst/>
              <a:rect l="0" t="0" r="r" b="b"/>
              <a:pathLst>
                <a:path w="41" h="51">
                  <a:moveTo>
                    <a:pt x="0" y="3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32" y="6"/>
                  </a:lnTo>
                  <a:lnTo>
                    <a:pt x="37" y="14"/>
                  </a:lnTo>
                  <a:lnTo>
                    <a:pt x="41" y="21"/>
                  </a:lnTo>
                  <a:lnTo>
                    <a:pt x="41" y="30"/>
                  </a:lnTo>
                  <a:lnTo>
                    <a:pt x="38" y="39"/>
                  </a:lnTo>
                  <a:lnTo>
                    <a:pt x="34" y="45"/>
                  </a:lnTo>
                  <a:lnTo>
                    <a:pt x="2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71" name=""/>
            <p:cNvSpPr/>
            <p:nvPr/>
          </p:nvSpPr>
          <p:spPr>
            <a:xfrm rot="0">
              <a:off x="2077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28" y="28"/>
                  </a:moveTo>
                  <a:lnTo>
                    <a:pt x="28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72" name=""/>
            <p:cNvSpPr/>
            <p:nvPr/>
          </p:nvSpPr>
          <p:spPr>
            <a:xfrm rot="0">
              <a:off x="2077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28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73" name=""/>
            <p:cNvSpPr/>
            <p:nvPr/>
          </p:nvSpPr>
          <p:spPr>
            <a:xfrm rot="0">
              <a:off x="2098" y="2299"/>
              <a:ext cx="831" cy="31"/>
            </a:xfrm>
            <a:custGeom>
              <a:avLst/>
              <a:ahLst/>
              <a:rect l="0" t="0" r="r" b="b"/>
              <a:pathLst>
                <a:path w="1072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2" y="55"/>
                  </a:lnTo>
                  <a:lnTo>
                    <a:pt x="1072" y="28"/>
                  </a:lnTo>
                  <a:lnTo>
                    <a:pt x="107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74" name=""/>
            <p:cNvSpPr/>
            <p:nvPr/>
          </p:nvSpPr>
          <p:spPr>
            <a:xfrm rot="0">
              <a:off x="2098" y="2299"/>
              <a:ext cx="831" cy="31"/>
            </a:xfrm>
            <a:custGeom>
              <a:avLst/>
              <a:ahLst/>
              <a:rect l="0" t="0" r="r" b="b"/>
              <a:pathLst>
                <a:path w="1072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2" y="55"/>
                  </a:lnTo>
                  <a:lnTo>
                    <a:pt x="1072" y="28"/>
                  </a:lnTo>
                  <a:lnTo>
                    <a:pt x="107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75" name=""/>
            <p:cNvSpPr/>
            <p:nvPr/>
          </p:nvSpPr>
          <p:spPr>
            <a:xfrm rot="0">
              <a:off x="2929" y="2299"/>
              <a:ext cx="28" cy="31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19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76" name=""/>
            <p:cNvSpPr/>
            <p:nvPr/>
          </p:nvSpPr>
          <p:spPr>
            <a:xfrm rot="0">
              <a:off x="2929" y="2299"/>
              <a:ext cx="28" cy="31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19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77" name=""/>
            <p:cNvSpPr/>
            <p:nvPr/>
          </p:nvSpPr>
          <p:spPr>
            <a:xfrm rot="0">
              <a:off x="2908" y="1117"/>
              <a:ext cx="49" cy="15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4" y="19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78" name=""/>
            <p:cNvSpPr/>
            <p:nvPr/>
          </p:nvSpPr>
          <p:spPr>
            <a:xfrm rot="0">
              <a:off x="2908" y="1117"/>
              <a:ext cx="49" cy="15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4" y="19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79" name=""/>
            <p:cNvSpPr/>
            <p:nvPr/>
          </p:nvSpPr>
          <p:spPr>
            <a:xfrm rot="0">
              <a:off x="2908" y="1132"/>
              <a:ext cx="49" cy="1182"/>
            </a:xfrm>
            <a:custGeom>
              <a:avLst/>
              <a:ahLst/>
              <a:rect l="0" t="0" r="r" b="b"/>
              <a:pathLst>
                <a:path w="56" h="2067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067"/>
                  </a:lnTo>
                  <a:lnTo>
                    <a:pt x="27" y="2067"/>
                  </a:lnTo>
                  <a:lnTo>
                    <a:pt x="56" y="2067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80" name=""/>
            <p:cNvSpPr/>
            <p:nvPr/>
          </p:nvSpPr>
          <p:spPr>
            <a:xfrm rot="0">
              <a:off x="2908" y="1132"/>
              <a:ext cx="49" cy="1182"/>
            </a:xfrm>
            <a:custGeom>
              <a:avLst/>
              <a:ahLst/>
              <a:rect l="0" t="0" r="r" b="b"/>
              <a:pathLst>
                <a:path w="56" h="2067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067"/>
                  </a:lnTo>
                  <a:lnTo>
                    <a:pt x="27" y="2067"/>
                  </a:lnTo>
                  <a:lnTo>
                    <a:pt x="56" y="2067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81" name=""/>
            <p:cNvSpPr/>
            <p:nvPr/>
          </p:nvSpPr>
          <p:spPr>
            <a:xfrm rot="0">
              <a:off x="2908" y="2314"/>
              <a:ext cx="49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4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82" name=""/>
            <p:cNvSpPr/>
            <p:nvPr/>
          </p:nvSpPr>
          <p:spPr>
            <a:xfrm rot="0">
              <a:off x="2908" y="2314"/>
              <a:ext cx="49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83" name=""/>
            <p:cNvSpPr/>
            <p:nvPr/>
          </p:nvSpPr>
          <p:spPr>
            <a:xfrm rot="0">
              <a:off x="1247" y="1800"/>
              <a:ext cx="28" cy="31"/>
            </a:xfrm>
            <a:custGeom>
              <a:avLst/>
              <a:ahLst/>
              <a:rect l="0" t="0" r="r" b="b"/>
              <a:pathLst>
                <a:path w="41" h="51">
                  <a:moveTo>
                    <a:pt x="28" y="24"/>
                  </a:moveTo>
                  <a:lnTo>
                    <a:pt x="41" y="47"/>
                  </a:lnTo>
                  <a:lnTo>
                    <a:pt x="33" y="51"/>
                  </a:lnTo>
                  <a:lnTo>
                    <a:pt x="24" y="51"/>
                  </a:lnTo>
                  <a:lnTo>
                    <a:pt x="16" y="49"/>
                  </a:lnTo>
                  <a:lnTo>
                    <a:pt x="9" y="44"/>
                  </a:lnTo>
                  <a:lnTo>
                    <a:pt x="4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5" y="0"/>
                  </a:lnTo>
                  <a:lnTo>
                    <a:pt x="2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84" name=""/>
            <p:cNvSpPr/>
            <p:nvPr/>
          </p:nvSpPr>
          <p:spPr>
            <a:xfrm rot="0">
              <a:off x="1247" y="1800"/>
              <a:ext cx="28" cy="31"/>
            </a:xfrm>
            <a:custGeom>
              <a:avLst/>
              <a:ahLst/>
              <a:rect l="0" t="0" r="r" b="b"/>
              <a:pathLst>
                <a:path w="41" h="51">
                  <a:moveTo>
                    <a:pt x="41" y="47"/>
                  </a:moveTo>
                  <a:lnTo>
                    <a:pt x="33" y="51"/>
                  </a:lnTo>
                  <a:lnTo>
                    <a:pt x="24" y="51"/>
                  </a:lnTo>
                  <a:lnTo>
                    <a:pt x="16" y="49"/>
                  </a:lnTo>
                  <a:lnTo>
                    <a:pt x="9" y="44"/>
                  </a:lnTo>
                  <a:lnTo>
                    <a:pt x="4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7" y="5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85" name=""/>
            <p:cNvSpPr/>
            <p:nvPr/>
          </p:nvSpPr>
          <p:spPr>
            <a:xfrm rot="0">
              <a:off x="1261" y="1461"/>
              <a:ext cx="851" cy="365"/>
            </a:xfrm>
            <a:custGeom>
              <a:avLst/>
              <a:ahLst/>
              <a:rect l="0" t="0" r="r" b="b"/>
              <a:pathLst>
                <a:path w="1099" h="645">
                  <a:moveTo>
                    <a:pt x="0" y="598"/>
                  </a:moveTo>
                  <a:lnTo>
                    <a:pt x="13" y="622"/>
                  </a:lnTo>
                  <a:lnTo>
                    <a:pt x="26" y="645"/>
                  </a:lnTo>
                  <a:lnTo>
                    <a:pt x="1099" y="48"/>
                  </a:lnTo>
                  <a:lnTo>
                    <a:pt x="1086" y="24"/>
                  </a:lnTo>
                  <a:lnTo>
                    <a:pt x="1073" y="0"/>
                  </a:lnTo>
                  <a:lnTo>
                    <a:pt x="0" y="5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86" name=""/>
            <p:cNvSpPr/>
            <p:nvPr/>
          </p:nvSpPr>
          <p:spPr>
            <a:xfrm rot="0">
              <a:off x="1261" y="1461"/>
              <a:ext cx="851" cy="365"/>
            </a:xfrm>
            <a:custGeom>
              <a:avLst/>
              <a:ahLst/>
              <a:rect l="0" t="0" r="r" b="b"/>
              <a:pathLst>
                <a:path w="1099" h="645">
                  <a:moveTo>
                    <a:pt x="0" y="598"/>
                  </a:moveTo>
                  <a:lnTo>
                    <a:pt x="13" y="622"/>
                  </a:lnTo>
                  <a:lnTo>
                    <a:pt x="26" y="645"/>
                  </a:lnTo>
                  <a:lnTo>
                    <a:pt x="1099" y="48"/>
                  </a:lnTo>
                  <a:lnTo>
                    <a:pt x="1086" y="24"/>
                  </a:lnTo>
                  <a:lnTo>
                    <a:pt x="1073" y="0"/>
                  </a:lnTo>
                  <a:lnTo>
                    <a:pt x="0" y="5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87" name=""/>
            <p:cNvSpPr/>
            <p:nvPr/>
          </p:nvSpPr>
          <p:spPr>
            <a:xfrm rot="0">
              <a:off x="2091" y="1456"/>
              <a:ext cx="28" cy="31"/>
            </a:xfrm>
            <a:custGeom>
              <a:avLst/>
              <a:ahLst/>
              <a:rect l="0" t="0" r="r" b="b"/>
              <a:pathLst>
                <a:path w="40" h="51">
                  <a:moveTo>
                    <a:pt x="13" y="27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1" y="7"/>
                  </a:lnTo>
                  <a:lnTo>
                    <a:pt x="36" y="14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9"/>
                  </a:lnTo>
                  <a:lnTo>
                    <a:pt x="33" y="46"/>
                  </a:lnTo>
                  <a:lnTo>
                    <a:pt x="26" y="51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88" name=""/>
            <p:cNvSpPr/>
            <p:nvPr/>
          </p:nvSpPr>
          <p:spPr>
            <a:xfrm rot="0">
              <a:off x="2091" y="1456"/>
              <a:ext cx="28" cy="31"/>
            </a:xfrm>
            <a:custGeom>
              <a:avLst/>
              <a:ahLst/>
              <a:rect l="0" t="0" r="r" b="b"/>
              <a:pathLst>
                <a:path w="40" h="51">
                  <a:moveTo>
                    <a:pt x="0" y="3"/>
                  </a:moveTo>
                  <a:lnTo>
                    <a:pt x="7" y="0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1" y="7"/>
                  </a:lnTo>
                  <a:lnTo>
                    <a:pt x="36" y="14"/>
                  </a:lnTo>
                  <a:lnTo>
                    <a:pt x="40" y="22"/>
                  </a:lnTo>
                  <a:lnTo>
                    <a:pt x="40" y="30"/>
                  </a:lnTo>
                  <a:lnTo>
                    <a:pt x="38" y="39"/>
                  </a:lnTo>
                  <a:lnTo>
                    <a:pt x="33" y="46"/>
                  </a:lnTo>
                  <a:lnTo>
                    <a:pt x="26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89" name=""/>
            <p:cNvSpPr/>
            <p:nvPr/>
          </p:nvSpPr>
          <p:spPr>
            <a:xfrm rot="0">
              <a:off x="1247" y="1795"/>
              <a:ext cx="42" cy="21"/>
            </a:xfrm>
            <a:custGeom>
              <a:avLst/>
              <a:ahLst/>
              <a:rect l="0" t="0" r="r" b="b"/>
              <a:pathLst>
                <a:path w="56" h="29">
                  <a:moveTo>
                    <a:pt x="28" y="29"/>
                  </a:moveTo>
                  <a:lnTo>
                    <a:pt x="0" y="29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9"/>
                  </a:lnTo>
                  <a:lnTo>
                    <a:pt x="2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90" name=""/>
            <p:cNvSpPr/>
            <p:nvPr/>
          </p:nvSpPr>
          <p:spPr>
            <a:xfrm rot="0">
              <a:off x="1247" y="1795"/>
              <a:ext cx="42" cy="21"/>
            </a:xfrm>
            <a:custGeom>
              <a:avLst/>
              <a:ahLst/>
              <a:rect l="0" t="0" r="r" b="b"/>
              <a:pathLst>
                <a:path w="56" h="29">
                  <a:moveTo>
                    <a:pt x="0" y="29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91" name=""/>
            <p:cNvSpPr/>
            <p:nvPr/>
          </p:nvSpPr>
          <p:spPr>
            <a:xfrm rot="0">
              <a:off x="1247" y="1816"/>
              <a:ext cx="42" cy="498"/>
            </a:xfrm>
            <a:custGeom>
              <a:avLst/>
              <a:ahLst/>
              <a:rect l="0" t="0" r="r" b="b"/>
              <a:pathLst>
                <a:path w="56" h="873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873"/>
                  </a:lnTo>
                  <a:lnTo>
                    <a:pt x="28" y="873"/>
                  </a:lnTo>
                  <a:lnTo>
                    <a:pt x="56" y="873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92" name=""/>
            <p:cNvSpPr/>
            <p:nvPr/>
          </p:nvSpPr>
          <p:spPr>
            <a:xfrm rot="0">
              <a:off x="1247" y="1816"/>
              <a:ext cx="42" cy="498"/>
            </a:xfrm>
            <a:custGeom>
              <a:avLst/>
              <a:ahLst/>
              <a:rect l="0" t="0" r="r" b="b"/>
              <a:pathLst>
                <a:path w="56" h="873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873"/>
                  </a:lnTo>
                  <a:lnTo>
                    <a:pt x="28" y="873"/>
                  </a:lnTo>
                  <a:lnTo>
                    <a:pt x="56" y="873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93" name=""/>
            <p:cNvSpPr/>
            <p:nvPr/>
          </p:nvSpPr>
          <p:spPr>
            <a:xfrm rot="0">
              <a:off x="1247" y="2314"/>
              <a:ext cx="4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8" y="0"/>
                  </a:moveTo>
                  <a:lnTo>
                    <a:pt x="56" y="0"/>
                  </a:lnTo>
                  <a:lnTo>
                    <a:pt x="54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94" name=""/>
            <p:cNvSpPr/>
            <p:nvPr/>
          </p:nvSpPr>
          <p:spPr>
            <a:xfrm rot="0">
              <a:off x="1247" y="2314"/>
              <a:ext cx="4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95" name=""/>
            <p:cNvSpPr/>
            <p:nvPr/>
          </p:nvSpPr>
          <p:spPr>
            <a:xfrm rot="0">
              <a:off x="1247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28" y="28"/>
                  </a:moveTo>
                  <a:lnTo>
                    <a:pt x="28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96" name=""/>
            <p:cNvSpPr/>
            <p:nvPr/>
          </p:nvSpPr>
          <p:spPr>
            <a:xfrm rot="0">
              <a:off x="1247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28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97" name=""/>
            <p:cNvSpPr/>
            <p:nvPr/>
          </p:nvSpPr>
          <p:spPr>
            <a:xfrm rot="0">
              <a:off x="1268" y="2299"/>
              <a:ext cx="830" cy="31"/>
            </a:xfrm>
            <a:custGeom>
              <a:avLst/>
              <a:ahLst/>
              <a:rect l="0" t="0" r="r" b="b"/>
              <a:pathLst>
                <a:path w="107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298" name=""/>
            <p:cNvSpPr/>
            <p:nvPr/>
          </p:nvSpPr>
          <p:spPr>
            <a:xfrm rot="0">
              <a:off x="1268" y="2299"/>
              <a:ext cx="830" cy="31"/>
            </a:xfrm>
            <a:custGeom>
              <a:avLst/>
              <a:ahLst/>
              <a:rect l="0" t="0" r="r" b="b"/>
              <a:pathLst>
                <a:path w="107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299" name=""/>
            <p:cNvSpPr/>
            <p:nvPr/>
          </p:nvSpPr>
          <p:spPr>
            <a:xfrm rot="0">
              <a:off x="2098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00" name=""/>
            <p:cNvSpPr/>
            <p:nvPr/>
          </p:nvSpPr>
          <p:spPr>
            <a:xfrm rot="0">
              <a:off x="2098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01" name=""/>
            <p:cNvSpPr/>
            <p:nvPr/>
          </p:nvSpPr>
          <p:spPr>
            <a:xfrm rot="0">
              <a:off x="2077" y="1456"/>
              <a:ext cx="42" cy="16"/>
            </a:xfrm>
            <a:custGeom>
              <a:avLst/>
              <a:ahLst/>
              <a:rect l="0" t="0" r="r" b="b"/>
              <a:pathLst>
                <a:path w="56" h="28">
                  <a:moveTo>
                    <a:pt x="28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8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02" name=""/>
            <p:cNvSpPr/>
            <p:nvPr/>
          </p:nvSpPr>
          <p:spPr>
            <a:xfrm rot="0">
              <a:off x="2077" y="1456"/>
              <a:ext cx="42" cy="16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03" name=""/>
            <p:cNvSpPr/>
            <p:nvPr/>
          </p:nvSpPr>
          <p:spPr>
            <a:xfrm rot="0">
              <a:off x="2077" y="1472"/>
              <a:ext cx="42" cy="842"/>
            </a:xfrm>
            <a:custGeom>
              <a:avLst/>
              <a:ahLst/>
              <a:rect l="0" t="0" r="r" b="b"/>
              <a:pathLst>
                <a:path w="56" h="1471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471"/>
                  </a:lnTo>
                  <a:lnTo>
                    <a:pt x="28" y="1471"/>
                  </a:lnTo>
                  <a:lnTo>
                    <a:pt x="56" y="1471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04" name=""/>
            <p:cNvSpPr/>
            <p:nvPr/>
          </p:nvSpPr>
          <p:spPr>
            <a:xfrm rot="0">
              <a:off x="2077" y="1472"/>
              <a:ext cx="42" cy="842"/>
            </a:xfrm>
            <a:custGeom>
              <a:avLst/>
              <a:ahLst/>
              <a:rect l="0" t="0" r="r" b="b"/>
              <a:pathLst>
                <a:path w="56" h="1471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1471"/>
                  </a:lnTo>
                  <a:lnTo>
                    <a:pt x="28" y="1471"/>
                  </a:lnTo>
                  <a:lnTo>
                    <a:pt x="56" y="1471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05" name=""/>
            <p:cNvSpPr/>
            <p:nvPr/>
          </p:nvSpPr>
          <p:spPr>
            <a:xfrm rot="0">
              <a:off x="2077" y="2314"/>
              <a:ext cx="4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8" y="0"/>
                  </a:moveTo>
                  <a:lnTo>
                    <a:pt x="56" y="0"/>
                  </a:lnTo>
                  <a:lnTo>
                    <a:pt x="54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06" name=""/>
            <p:cNvSpPr/>
            <p:nvPr/>
          </p:nvSpPr>
          <p:spPr>
            <a:xfrm rot="0">
              <a:off x="2077" y="2314"/>
              <a:ext cx="4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27" name=""/>
          <p:cNvGrpSpPr/>
          <p:nvPr/>
        </p:nvGrpSpPr>
        <p:grpSpPr>
          <a:xfrm rot="0">
            <a:off x="5381625" y="1773237"/>
            <a:ext cx="2359025" cy="1925637"/>
            <a:chOff x="3390" y="1117"/>
            <a:chExt cx="1486" cy="1213"/>
          </a:xfrm>
        </p:grpSpPr>
        <p:sp>
          <p:nvSpPr>
            <p:cNvPr id="1067307" name=""/>
            <p:cNvSpPr/>
            <p:nvPr/>
          </p:nvSpPr>
          <p:spPr>
            <a:xfrm rot="0">
              <a:off x="3864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08" name=""/>
            <p:cNvSpPr/>
            <p:nvPr/>
          </p:nvSpPr>
          <p:spPr>
            <a:xfrm rot="0">
              <a:off x="3864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09" name=""/>
            <p:cNvSpPr/>
            <p:nvPr/>
          </p:nvSpPr>
          <p:spPr>
            <a:xfrm rot="0">
              <a:off x="3410" y="2299"/>
              <a:ext cx="454" cy="31"/>
            </a:xfrm>
            <a:custGeom>
              <a:avLst/>
              <a:ahLst/>
              <a:rect l="0" t="0" r="r" b="b"/>
              <a:pathLst>
                <a:path w="587" h="55">
                  <a:moveTo>
                    <a:pt x="587" y="55"/>
                  </a:moveTo>
                  <a:lnTo>
                    <a:pt x="587" y="28"/>
                  </a:lnTo>
                  <a:lnTo>
                    <a:pt x="58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87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10" name=""/>
            <p:cNvSpPr/>
            <p:nvPr/>
          </p:nvSpPr>
          <p:spPr>
            <a:xfrm rot="0">
              <a:off x="3410" y="2299"/>
              <a:ext cx="454" cy="31"/>
            </a:xfrm>
            <a:custGeom>
              <a:avLst/>
              <a:ahLst/>
              <a:rect l="0" t="0" r="r" b="b"/>
              <a:pathLst>
                <a:path w="587" h="55">
                  <a:moveTo>
                    <a:pt x="587" y="55"/>
                  </a:moveTo>
                  <a:lnTo>
                    <a:pt x="587" y="28"/>
                  </a:lnTo>
                  <a:lnTo>
                    <a:pt x="58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87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11" name=""/>
            <p:cNvSpPr/>
            <p:nvPr/>
          </p:nvSpPr>
          <p:spPr>
            <a:xfrm rot="0">
              <a:off x="3390" y="2299"/>
              <a:ext cx="20" cy="31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12" name=""/>
            <p:cNvSpPr/>
            <p:nvPr/>
          </p:nvSpPr>
          <p:spPr>
            <a:xfrm rot="0">
              <a:off x="3390" y="2299"/>
              <a:ext cx="20" cy="31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13" name=""/>
            <p:cNvSpPr/>
            <p:nvPr/>
          </p:nvSpPr>
          <p:spPr>
            <a:xfrm rot="0">
              <a:off x="3390" y="2006"/>
              <a:ext cx="41" cy="15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14" name=""/>
            <p:cNvSpPr/>
            <p:nvPr/>
          </p:nvSpPr>
          <p:spPr>
            <a:xfrm rot="0">
              <a:off x="3390" y="2006"/>
              <a:ext cx="41" cy="15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15" name=""/>
            <p:cNvSpPr/>
            <p:nvPr/>
          </p:nvSpPr>
          <p:spPr>
            <a:xfrm rot="0">
              <a:off x="3390" y="2021"/>
              <a:ext cx="41" cy="293"/>
            </a:xfrm>
            <a:custGeom>
              <a:avLst/>
              <a:ahLst/>
              <a:rect l="0" t="0" r="r" b="b"/>
              <a:pathLst>
                <a:path w="56" h="511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11"/>
                  </a:lnTo>
                  <a:lnTo>
                    <a:pt x="27" y="511"/>
                  </a:lnTo>
                  <a:lnTo>
                    <a:pt x="56" y="511"/>
                  </a:lnTo>
                  <a:lnTo>
                    <a:pt x="5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16" name=""/>
            <p:cNvSpPr/>
            <p:nvPr/>
          </p:nvSpPr>
          <p:spPr>
            <a:xfrm rot="0">
              <a:off x="3390" y="2021"/>
              <a:ext cx="41" cy="293"/>
            </a:xfrm>
            <a:custGeom>
              <a:avLst/>
              <a:ahLst/>
              <a:rect l="0" t="0" r="r" b="b"/>
              <a:pathLst>
                <a:path w="56" h="511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11"/>
                  </a:lnTo>
                  <a:lnTo>
                    <a:pt x="27" y="511"/>
                  </a:lnTo>
                  <a:lnTo>
                    <a:pt x="56" y="511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17" name=""/>
            <p:cNvSpPr/>
            <p:nvPr/>
          </p:nvSpPr>
          <p:spPr>
            <a:xfrm rot="0">
              <a:off x="3390" y="2314"/>
              <a:ext cx="41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18" name=""/>
            <p:cNvSpPr/>
            <p:nvPr/>
          </p:nvSpPr>
          <p:spPr>
            <a:xfrm rot="0">
              <a:off x="3390" y="2314"/>
              <a:ext cx="41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19" name=""/>
            <p:cNvSpPr/>
            <p:nvPr/>
          </p:nvSpPr>
          <p:spPr>
            <a:xfrm rot="0">
              <a:off x="4834" y="2314"/>
              <a:ext cx="4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20" name=""/>
            <p:cNvSpPr/>
            <p:nvPr/>
          </p:nvSpPr>
          <p:spPr>
            <a:xfrm rot="0">
              <a:off x="4834" y="2314"/>
              <a:ext cx="4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6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21" name=""/>
            <p:cNvSpPr/>
            <p:nvPr/>
          </p:nvSpPr>
          <p:spPr>
            <a:xfrm rot="0">
              <a:off x="4834" y="1472"/>
              <a:ext cx="42" cy="842"/>
            </a:xfrm>
            <a:custGeom>
              <a:avLst/>
              <a:ahLst/>
              <a:rect l="0" t="0" r="r" b="b"/>
              <a:pathLst>
                <a:path w="55" h="1471">
                  <a:moveTo>
                    <a:pt x="0" y="1471"/>
                  </a:moveTo>
                  <a:lnTo>
                    <a:pt x="27" y="1471"/>
                  </a:lnTo>
                  <a:lnTo>
                    <a:pt x="55" y="1471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47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22" name=""/>
            <p:cNvSpPr/>
            <p:nvPr/>
          </p:nvSpPr>
          <p:spPr>
            <a:xfrm rot="0">
              <a:off x="4834" y="1472"/>
              <a:ext cx="42" cy="842"/>
            </a:xfrm>
            <a:custGeom>
              <a:avLst/>
              <a:ahLst/>
              <a:rect l="0" t="0" r="r" b="b"/>
              <a:pathLst>
                <a:path w="55" h="1471">
                  <a:moveTo>
                    <a:pt x="0" y="1471"/>
                  </a:moveTo>
                  <a:lnTo>
                    <a:pt x="27" y="1471"/>
                  </a:lnTo>
                  <a:lnTo>
                    <a:pt x="55" y="1471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47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23" name=""/>
            <p:cNvSpPr/>
            <p:nvPr/>
          </p:nvSpPr>
          <p:spPr>
            <a:xfrm rot="0">
              <a:off x="4834" y="1456"/>
              <a:ext cx="42" cy="16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24" name=""/>
            <p:cNvSpPr/>
            <p:nvPr/>
          </p:nvSpPr>
          <p:spPr>
            <a:xfrm rot="0">
              <a:off x="4834" y="1456"/>
              <a:ext cx="42" cy="16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25" name=""/>
            <p:cNvSpPr/>
            <p:nvPr/>
          </p:nvSpPr>
          <p:spPr>
            <a:xfrm rot="0">
              <a:off x="3390" y="1117"/>
              <a:ext cx="41" cy="15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26" name=""/>
            <p:cNvSpPr/>
            <p:nvPr/>
          </p:nvSpPr>
          <p:spPr>
            <a:xfrm rot="0">
              <a:off x="3390" y="1117"/>
              <a:ext cx="41" cy="15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27" name=""/>
            <p:cNvSpPr/>
            <p:nvPr/>
          </p:nvSpPr>
          <p:spPr>
            <a:xfrm rot="0">
              <a:off x="3390" y="1132"/>
              <a:ext cx="41" cy="1182"/>
            </a:xfrm>
            <a:custGeom>
              <a:avLst/>
              <a:ahLst/>
              <a:rect l="0" t="0" r="r" b="b"/>
              <a:pathLst>
                <a:path w="57" h="2067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1" y="2067"/>
                  </a:lnTo>
                  <a:lnTo>
                    <a:pt x="28" y="2067"/>
                  </a:lnTo>
                  <a:lnTo>
                    <a:pt x="57" y="2067"/>
                  </a:lnTo>
                  <a:lnTo>
                    <a:pt x="5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28" name=""/>
            <p:cNvSpPr/>
            <p:nvPr/>
          </p:nvSpPr>
          <p:spPr>
            <a:xfrm rot="0">
              <a:off x="3390" y="1132"/>
              <a:ext cx="41" cy="1182"/>
            </a:xfrm>
            <a:custGeom>
              <a:avLst/>
              <a:ahLst/>
              <a:rect l="0" t="0" r="r" b="b"/>
              <a:pathLst>
                <a:path w="57" h="2067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1" y="2067"/>
                  </a:lnTo>
                  <a:lnTo>
                    <a:pt x="28" y="2067"/>
                  </a:lnTo>
                  <a:lnTo>
                    <a:pt x="57" y="2067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29" name=""/>
            <p:cNvSpPr/>
            <p:nvPr/>
          </p:nvSpPr>
          <p:spPr>
            <a:xfrm rot="0">
              <a:off x="3390" y="2314"/>
              <a:ext cx="41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30" name=""/>
            <p:cNvSpPr/>
            <p:nvPr/>
          </p:nvSpPr>
          <p:spPr>
            <a:xfrm rot="0">
              <a:off x="3390" y="2314"/>
              <a:ext cx="41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31" name=""/>
            <p:cNvSpPr/>
            <p:nvPr/>
          </p:nvSpPr>
          <p:spPr>
            <a:xfrm rot="0">
              <a:off x="3390" y="2299"/>
              <a:ext cx="20" cy="31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32" name=""/>
            <p:cNvSpPr/>
            <p:nvPr/>
          </p:nvSpPr>
          <p:spPr>
            <a:xfrm rot="0">
              <a:off x="3390" y="2299"/>
              <a:ext cx="20" cy="31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33" name=""/>
            <p:cNvSpPr/>
            <p:nvPr/>
          </p:nvSpPr>
          <p:spPr>
            <a:xfrm rot="0">
              <a:off x="3410" y="2299"/>
              <a:ext cx="1445" cy="31"/>
            </a:xfrm>
            <a:custGeom>
              <a:avLst/>
              <a:ahLst/>
              <a:rect l="0" t="0" r="r" b="b"/>
              <a:pathLst>
                <a:path w="1861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861" y="55"/>
                  </a:lnTo>
                  <a:lnTo>
                    <a:pt x="1861" y="28"/>
                  </a:lnTo>
                  <a:lnTo>
                    <a:pt x="186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34" name=""/>
            <p:cNvSpPr/>
            <p:nvPr/>
          </p:nvSpPr>
          <p:spPr>
            <a:xfrm rot="0">
              <a:off x="3410" y="2299"/>
              <a:ext cx="1445" cy="31"/>
            </a:xfrm>
            <a:custGeom>
              <a:avLst/>
              <a:ahLst/>
              <a:rect l="0" t="0" r="r" b="b"/>
              <a:pathLst>
                <a:path w="1861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861" y="55"/>
                  </a:lnTo>
                  <a:lnTo>
                    <a:pt x="1861" y="28"/>
                  </a:lnTo>
                  <a:lnTo>
                    <a:pt x="18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35" name=""/>
            <p:cNvSpPr/>
            <p:nvPr/>
          </p:nvSpPr>
          <p:spPr>
            <a:xfrm rot="0">
              <a:off x="4855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36" name=""/>
            <p:cNvSpPr/>
            <p:nvPr/>
          </p:nvSpPr>
          <p:spPr>
            <a:xfrm rot="0">
              <a:off x="4855" y="2299"/>
              <a:ext cx="21" cy="31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37" name=""/>
            <p:cNvSpPr/>
            <p:nvPr/>
          </p:nvSpPr>
          <p:spPr>
            <a:xfrm rot="0">
              <a:off x="3390" y="1800"/>
              <a:ext cx="27" cy="31"/>
            </a:xfrm>
            <a:custGeom>
              <a:avLst/>
              <a:ahLst/>
              <a:rect l="0" t="0" r="r" b="b"/>
              <a:pathLst>
                <a:path w="36" h="53">
                  <a:moveTo>
                    <a:pt x="27" y="26"/>
                  </a:moveTo>
                  <a:lnTo>
                    <a:pt x="36" y="52"/>
                  </a:lnTo>
                  <a:lnTo>
                    <a:pt x="27" y="53"/>
                  </a:lnTo>
                  <a:lnTo>
                    <a:pt x="19" y="52"/>
                  </a:lnTo>
                  <a:lnTo>
                    <a:pt x="11" y="48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7"/>
                  </a:lnTo>
                  <a:lnTo>
                    <a:pt x="5" y="9"/>
                  </a:lnTo>
                  <a:lnTo>
                    <a:pt x="11" y="3"/>
                  </a:lnTo>
                  <a:lnTo>
                    <a:pt x="19" y="0"/>
                  </a:lnTo>
                  <a:lnTo>
                    <a:pt x="27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38" name=""/>
            <p:cNvSpPr/>
            <p:nvPr/>
          </p:nvSpPr>
          <p:spPr>
            <a:xfrm rot="0">
              <a:off x="3390" y="1800"/>
              <a:ext cx="27" cy="31"/>
            </a:xfrm>
            <a:custGeom>
              <a:avLst/>
              <a:ahLst/>
              <a:rect l="0" t="0" r="r" b="b"/>
              <a:pathLst>
                <a:path w="36" h="53">
                  <a:moveTo>
                    <a:pt x="36" y="52"/>
                  </a:moveTo>
                  <a:lnTo>
                    <a:pt x="27" y="53"/>
                  </a:lnTo>
                  <a:lnTo>
                    <a:pt x="19" y="52"/>
                  </a:lnTo>
                  <a:lnTo>
                    <a:pt x="11" y="48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7"/>
                  </a:lnTo>
                  <a:lnTo>
                    <a:pt x="5" y="9"/>
                  </a:lnTo>
                  <a:lnTo>
                    <a:pt x="11" y="3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39" name=""/>
            <p:cNvSpPr/>
            <p:nvPr/>
          </p:nvSpPr>
          <p:spPr>
            <a:xfrm rot="0">
              <a:off x="3403" y="1456"/>
              <a:ext cx="1459" cy="375"/>
            </a:xfrm>
            <a:custGeom>
              <a:avLst/>
              <a:ahLst/>
              <a:rect l="0" t="0" r="r" b="b"/>
              <a:pathLst>
                <a:path w="1877" h="650">
                  <a:moveTo>
                    <a:pt x="0" y="598"/>
                  </a:moveTo>
                  <a:lnTo>
                    <a:pt x="8" y="624"/>
                  </a:lnTo>
                  <a:lnTo>
                    <a:pt x="17" y="650"/>
                  </a:lnTo>
                  <a:lnTo>
                    <a:pt x="1877" y="52"/>
                  </a:lnTo>
                  <a:lnTo>
                    <a:pt x="1869" y="26"/>
                  </a:lnTo>
                  <a:lnTo>
                    <a:pt x="1860" y="0"/>
                  </a:lnTo>
                  <a:lnTo>
                    <a:pt x="0" y="59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40" name=""/>
            <p:cNvSpPr/>
            <p:nvPr/>
          </p:nvSpPr>
          <p:spPr>
            <a:xfrm rot="0">
              <a:off x="3403" y="1456"/>
              <a:ext cx="1459" cy="375"/>
            </a:xfrm>
            <a:custGeom>
              <a:avLst/>
              <a:ahLst/>
              <a:rect l="0" t="0" r="r" b="b"/>
              <a:pathLst>
                <a:path w="1877" h="650">
                  <a:moveTo>
                    <a:pt x="0" y="598"/>
                  </a:moveTo>
                  <a:lnTo>
                    <a:pt x="8" y="624"/>
                  </a:lnTo>
                  <a:lnTo>
                    <a:pt x="17" y="650"/>
                  </a:lnTo>
                  <a:lnTo>
                    <a:pt x="1877" y="52"/>
                  </a:lnTo>
                  <a:lnTo>
                    <a:pt x="1869" y="26"/>
                  </a:lnTo>
                  <a:lnTo>
                    <a:pt x="1860" y="0"/>
                  </a:lnTo>
                  <a:lnTo>
                    <a:pt x="0" y="59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41" name=""/>
            <p:cNvSpPr/>
            <p:nvPr/>
          </p:nvSpPr>
          <p:spPr>
            <a:xfrm rot="0">
              <a:off x="4848" y="1456"/>
              <a:ext cx="28" cy="31"/>
            </a:xfrm>
            <a:custGeom>
              <a:avLst/>
              <a:ahLst/>
              <a:rect l="0" t="0" r="r" b="b"/>
              <a:pathLst>
                <a:path w="37" h="54">
                  <a:moveTo>
                    <a:pt x="9" y="28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7" y="2"/>
                  </a:lnTo>
                  <a:lnTo>
                    <a:pt x="25" y="5"/>
                  </a:lnTo>
                  <a:lnTo>
                    <a:pt x="31" y="12"/>
                  </a:lnTo>
                  <a:lnTo>
                    <a:pt x="35" y="20"/>
                  </a:lnTo>
                  <a:lnTo>
                    <a:pt x="37" y="28"/>
                  </a:lnTo>
                  <a:lnTo>
                    <a:pt x="35" y="37"/>
                  </a:lnTo>
                  <a:lnTo>
                    <a:pt x="31" y="44"/>
                  </a:lnTo>
                  <a:lnTo>
                    <a:pt x="25" y="51"/>
                  </a:lnTo>
                  <a:lnTo>
                    <a:pt x="17" y="54"/>
                  </a:lnTo>
                  <a:lnTo>
                    <a:pt x="9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42" name=""/>
            <p:cNvSpPr/>
            <p:nvPr/>
          </p:nvSpPr>
          <p:spPr>
            <a:xfrm rot="0">
              <a:off x="4848" y="1456"/>
              <a:ext cx="28" cy="31"/>
            </a:xfrm>
            <a:custGeom>
              <a:avLst/>
              <a:ahLst/>
              <a:rect l="0" t="0" r="r" b="b"/>
              <a:pathLst>
                <a:path w="37" h="54">
                  <a:moveTo>
                    <a:pt x="0" y="2"/>
                  </a:moveTo>
                  <a:lnTo>
                    <a:pt x="9" y="0"/>
                  </a:lnTo>
                  <a:lnTo>
                    <a:pt x="17" y="2"/>
                  </a:lnTo>
                  <a:lnTo>
                    <a:pt x="25" y="5"/>
                  </a:lnTo>
                  <a:lnTo>
                    <a:pt x="31" y="12"/>
                  </a:lnTo>
                  <a:lnTo>
                    <a:pt x="35" y="20"/>
                  </a:lnTo>
                  <a:lnTo>
                    <a:pt x="37" y="28"/>
                  </a:lnTo>
                  <a:lnTo>
                    <a:pt x="35" y="37"/>
                  </a:lnTo>
                  <a:lnTo>
                    <a:pt x="31" y="44"/>
                  </a:lnTo>
                  <a:lnTo>
                    <a:pt x="25" y="51"/>
                  </a:lnTo>
                  <a:lnTo>
                    <a:pt x="17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43" name=""/>
            <p:cNvSpPr/>
            <p:nvPr/>
          </p:nvSpPr>
          <p:spPr>
            <a:xfrm rot="0">
              <a:off x="4848" y="1456"/>
              <a:ext cx="28" cy="31"/>
            </a:xfrm>
            <a:custGeom>
              <a:avLst/>
              <a:ahLst/>
              <a:rect l="0" t="0" r="r" b="b"/>
              <a:pathLst>
                <a:path w="37" h="53">
                  <a:moveTo>
                    <a:pt x="9" y="26"/>
                  </a:moveTo>
                  <a:lnTo>
                    <a:pt x="17" y="0"/>
                  </a:lnTo>
                  <a:lnTo>
                    <a:pt x="25" y="3"/>
                  </a:lnTo>
                  <a:lnTo>
                    <a:pt x="31" y="10"/>
                  </a:lnTo>
                  <a:lnTo>
                    <a:pt x="35" y="18"/>
                  </a:lnTo>
                  <a:lnTo>
                    <a:pt x="37" y="26"/>
                  </a:lnTo>
                  <a:lnTo>
                    <a:pt x="35" y="35"/>
                  </a:lnTo>
                  <a:lnTo>
                    <a:pt x="31" y="42"/>
                  </a:lnTo>
                  <a:lnTo>
                    <a:pt x="25" y="49"/>
                  </a:lnTo>
                  <a:lnTo>
                    <a:pt x="17" y="52"/>
                  </a:lnTo>
                  <a:lnTo>
                    <a:pt x="9" y="53"/>
                  </a:lnTo>
                  <a:lnTo>
                    <a:pt x="0" y="52"/>
                  </a:lnTo>
                  <a:lnTo>
                    <a:pt x="9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44" name=""/>
            <p:cNvSpPr/>
            <p:nvPr/>
          </p:nvSpPr>
          <p:spPr>
            <a:xfrm rot="0">
              <a:off x="4848" y="1456"/>
              <a:ext cx="28" cy="31"/>
            </a:xfrm>
            <a:custGeom>
              <a:avLst/>
              <a:ahLst/>
              <a:rect l="0" t="0" r="r" b="b"/>
              <a:pathLst>
                <a:path w="37" h="53">
                  <a:moveTo>
                    <a:pt x="17" y="0"/>
                  </a:moveTo>
                  <a:lnTo>
                    <a:pt x="25" y="3"/>
                  </a:lnTo>
                  <a:lnTo>
                    <a:pt x="31" y="10"/>
                  </a:lnTo>
                  <a:lnTo>
                    <a:pt x="35" y="18"/>
                  </a:lnTo>
                  <a:lnTo>
                    <a:pt x="37" y="26"/>
                  </a:lnTo>
                  <a:lnTo>
                    <a:pt x="35" y="35"/>
                  </a:lnTo>
                  <a:lnTo>
                    <a:pt x="31" y="42"/>
                  </a:lnTo>
                  <a:lnTo>
                    <a:pt x="25" y="49"/>
                  </a:lnTo>
                  <a:lnTo>
                    <a:pt x="17" y="52"/>
                  </a:lnTo>
                  <a:lnTo>
                    <a:pt x="9" y="53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45" name=""/>
            <p:cNvSpPr/>
            <p:nvPr/>
          </p:nvSpPr>
          <p:spPr>
            <a:xfrm rot="0">
              <a:off x="3403" y="1117"/>
              <a:ext cx="1459" cy="370"/>
            </a:xfrm>
            <a:custGeom>
              <a:avLst/>
              <a:ahLst/>
              <a:rect l="0" t="0" r="r" b="b"/>
              <a:pathLst>
                <a:path w="1878" h="648">
                  <a:moveTo>
                    <a:pt x="1861" y="648"/>
                  </a:moveTo>
                  <a:lnTo>
                    <a:pt x="1870" y="622"/>
                  </a:lnTo>
                  <a:lnTo>
                    <a:pt x="1878" y="596"/>
                  </a:lnTo>
                  <a:lnTo>
                    <a:pt x="17" y="0"/>
                  </a:lnTo>
                  <a:lnTo>
                    <a:pt x="8" y="26"/>
                  </a:lnTo>
                  <a:lnTo>
                    <a:pt x="0" y="52"/>
                  </a:lnTo>
                  <a:lnTo>
                    <a:pt x="1861" y="64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46" name=""/>
            <p:cNvSpPr/>
            <p:nvPr/>
          </p:nvSpPr>
          <p:spPr>
            <a:xfrm rot="0">
              <a:off x="3403" y="1117"/>
              <a:ext cx="1459" cy="370"/>
            </a:xfrm>
            <a:custGeom>
              <a:avLst/>
              <a:ahLst/>
              <a:rect l="0" t="0" r="r" b="b"/>
              <a:pathLst>
                <a:path w="1878" h="648">
                  <a:moveTo>
                    <a:pt x="1861" y="648"/>
                  </a:moveTo>
                  <a:lnTo>
                    <a:pt x="1870" y="622"/>
                  </a:lnTo>
                  <a:lnTo>
                    <a:pt x="1878" y="596"/>
                  </a:lnTo>
                  <a:lnTo>
                    <a:pt x="17" y="0"/>
                  </a:lnTo>
                  <a:lnTo>
                    <a:pt x="8" y="26"/>
                  </a:lnTo>
                  <a:lnTo>
                    <a:pt x="0" y="52"/>
                  </a:lnTo>
                  <a:lnTo>
                    <a:pt x="1861" y="6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47" name=""/>
            <p:cNvSpPr/>
            <p:nvPr/>
          </p:nvSpPr>
          <p:spPr>
            <a:xfrm rot="0">
              <a:off x="3390" y="1117"/>
              <a:ext cx="27" cy="31"/>
            </a:xfrm>
            <a:custGeom>
              <a:avLst/>
              <a:ahLst/>
              <a:rect l="0" t="0" r="r" b="b"/>
              <a:pathLst>
                <a:path w="36" h="54">
                  <a:moveTo>
                    <a:pt x="27" y="28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348" name=""/>
            <p:cNvSpPr/>
            <p:nvPr/>
          </p:nvSpPr>
          <p:spPr>
            <a:xfrm rot="0">
              <a:off x="3390" y="1117"/>
              <a:ext cx="27" cy="31"/>
            </a:xfrm>
            <a:custGeom>
              <a:avLst/>
              <a:ahLst/>
              <a:rect l="0" t="0" r="r" b="b"/>
              <a:pathLst>
                <a:path w="36" h="54">
                  <a:moveTo>
                    <a:pt x="19" y="54"/>
                  </a:move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7349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35</a:t>
            </a:r>
          </a:p>
        </p:txBody>
      </p:sp>
    </p:spTree>
  </p:cSld>
  <p:clrMapOvr>
    <a:masterClrMapping/>
  </p:clrMapOvr>
  <p:timing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2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7350" name=""/>
          <p:cNvSpPr txBox="1"/>
          <p:nvPr/>
        </p:nvSpPr>
        <p:spPr>
          <a:xfrm rot="0">
            <a:off x="2411412" y="188912"/>
            <a:ext cx="4176712" cy="579437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3200" lang="zh-CN"/>
              <a:t>立体表面交线 题</a:t>
            </a:r>
            <a:r>
              <a:rPr altLang="zh-CN" sz="3200" lang="en-US"/>
              <a:t>36</a:t>
            </a:r>
          </a:p>
        </p:txBody>
      </p:sp>
      <p:grpSp>
        <p:nvGrpSpPr>
          <p:cNvPr id="229" name=""/>
          <p:cNvGrpSpPr/>
          <p:nvPr/>
        </p:nvGrpSpPr>
        <p:grpSpPr>
          <a:xfrm rot="0">
            <a:off x="1476375" y="1125537"/>
            <a:ext cx="2381250" cy="2139950"/>
            <a:chOff x="930" y="709"/>
            <a:chExt cx="1500" cy="1348"/>
          </a:xfrm>
        </p:grpSpPr>
        <p:sp>
          <p:nvSpPr>
            <p:cNvPr id="1067351" name=""/>
            <p:cNvSpPr/>
            <p:nvPr/>
          </p:nvSpPr>
          <p:spPr>
            <a:xfrm rot="0">
              <a:off x="1666" y="709"/>
              <a:ext cx="28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7" y="27"/>
                  </a:moveTo>
                  <a:lnTo>
                    <a:pt x="3" y="42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2" y="17"/>
                  </a:lnTo>
                  <a:lnTo>
                    <a:pt x="6" y="9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5" y="7"/>
                  </a:lnTo>
                  <a:lnTo>
                    <a:pt x="51" y="13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52" name=""/>
            <p:cNvSpPr/>
            <p:nvPr/>
          </p:nvSpPr>
          <p:spPr>
            <a:xfrm rot="0">
              <a:off x="1666" y="709"/>
              <a:ext cx="28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3" y="42"/>
                  </a:moveTo>
                  <a:lnTo>
                    <a:pt x="0" y="34"/>
                  </a:lnTo>
                  <a:lnTo>
                    <a:pt x="0" y="25"/>
                  </a:lnTo>
                  <a:lnTo>
                    <a:pt x="2" y="17"/>
                  </a:lnTo>
                  <a:lnTo>
                    <a:pt x="6" y="9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5" y="7"/>
                  </a:lnTo>
                  <a:lnTo>
                    <a:pt x="51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53" name=""/>
            <p:cNvSpPr/>
            <p:nvPr/>
          </p:nvSpPr>
          <p:spPr>
            <a:xfrm rot="0">
              <a:off x="1670" y="719"/>
              <a:ext cx="760" cy="1328"/>
            </a:xfrm>
            <a:custGeom>
              <a:avLst/>
              <a:ahLst/>
              <a:rect l="0" t="0" r="r" b="b"/>
              <a:pathLst>
                <a:path w="1432" h="2338">
                  <a:moveTo>
                    <a:pt x="48" y="0"/>
                  </a:moveTo>
                  <a:lnTo>
                    <a:pt x="24" y="14"/>
                  </a:lnTo>
                  <a:lnTo>
                    <a:pt x="0" y="29"/>
                  </a:lnTo>
                  <a:lnTo>
                    <a:pt x="1385" y="2338"/>
                  </a:lnTo>
                  <a:lnTo>
                    <a:pt x="1409" y="2324"/>
                  </a:lnTo>
                  <a:lnTo>
                    <a:pt x="1432" y="2309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54" name=""/>
            <p:cNvSpPr/>
            <p:nvPr/>
          </p:nvSpPr>
          <p:spPr>
            <a:xfrm rot="0">
              <a:off x="1670" y="719"/>
              <a:ext cx="760" cy="1328"/>
            </a:xfrm>
            <a:custGeom>
              <a:avLst/>
              <a:ahLst/>
              <a:rect l="0" t="0" r="r" b="b"/>
              <a:pathLst>
                <a:path w="1432" h="2338">
                  <a:moveTo>
                    <a:pt x="48" y="0"/>
                  </a:moveTo>
                  <a:lnTo>
                    <a:pt x="24" y="14"/>
                  </a:lnTo>
                  <a:lnTo>
                    <a:pt x="0" y="29"/>
                  </a:lnTo>
                  <a:lnTo>
                    <a:pt x="1385" y="2338"/>
                  </a:lnTo>
                  <a:lnTo>
                    <a:pt x="1409" y="2324"/>
                  </a:lnTo>
                  <a:lnTo>
                    <a:pt x="1432" y="2309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55" name=""/>
            <p:cNvSpPr/>
            <p:nvPr/>
          </p:nvSpPr>
          <p:spPr>
            <a:xfrm rot="0">
              <a:off x="2406" y="2031"/>
              <a:ext cx="24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4" y="15"/>
                  </a:moveTo>
                  <a:lnTo>
                    <a:pt x="47" y="0"/>
                  </a:lnTo>
                  <a:lnTo>
                    <a:pt x="51" y="8"/>
                  </a:lnTo>
                  <a:lnTo>
                    <a:pt x="51" y="17"/>
                  </a:lnTo>
                  <a:lnTo>
                    <a:pt x="49" y="25"/>
                  </a:lnTo>
                  <a:lnTo>
                    <a:pt x="44" y="33"/>
                  </a:lnTo>
                  <a:lnTo>
                    <a:pt x="38" y="38"/>
                  </a:lnTo>
                  <a:lnTo>
                    <a:pt x="30" y="42"/>
                  </a:lnTo>
                  <a:lnTo>
                    <a:pt x="21" y="42"/>
                  </a:lnTo>
                  <a:lnTo>
                    <a:pt x="13" y="40"/>
                  </a:lnTo>
                  <a:lnTo>
                    <a:pt x="5" y="35"/>
                  </a:lnTo>
                  <a:lnTo>
                    <a:pt x="0" y="29"/>
                  </a:lnTo>
                  <a:lnTo>
                    <a:pt x="2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56" name=""/>
            <p:cNvSpPr/>
            <p:nvPr/>
          </p:nvSpPr>
          <p:spPr>
            <a:xfrm rot="0">
              <a:off x="2406" y="2031"/>
              <a:ext cx="24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47" y="0"/>
                  </a:moveTo>
                  <a:lnTo>
                    <a:pt x="51" y="8"/>
                  </a:lnTo>
                  <a:lnTo>
                    <a:pt x="51" y="17"/>
                  </a:lnTo>
                  <a:lnTo>
                    <a:pt x="49" y="25"/>
                  </a:lnTo>
                  <a:lnTo>
                    <a:pt x="44" y="33"/>
                  </a:lnTo>
                  <a:lnTo>
                    <a:pt x="38" y="38"/>
                  </a:lnTo>
                  <a:lnTo>
                    <a:pt x="30" y="42"/>
                  </a:lnTo>
                  <a:lnTo>
                    <a:pt x="21" y="42"/>
                  </a:lnTo>
                  <a:lnTo>
                    <a:pt x="13" y="40"/>
                  </a:lnTo>
                  <a:lnTo>
                    <a:pt x="5" y="35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57" name=""/>
            <p:cNvSpPr/>
            <p:nvPr/>
          </p:nvSpPr>
          <p:spPr>
            <a:xfrm rot="0">
              <a:off x="1666" y="202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8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58" name=""/>
            <p:cNvSpPr/>
            <p:nvPr/>
          </p:nvSpPr>
          <p:spPr>
            <a:xfrm rot="0">
              <a:off x="1666" y="202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8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59" name=""/>
            <p:cNvSpPr/>
            <p:nvPr/>
          </p:nvSpPr>
          <p:spPr>
            <a:xfrm rot="0">
              <a:off x="1680" y="2026"/>
              <a:ext cx="736" cy="31"/>
            </a:xfrm>
            <a:custGeom>
              <a:avLst/>
              <a:ahLst/>
              <a:rect l="0" t="0" r="r" b="b"/>
              <a:pathLst>
                <a:path w="1385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385" y="56"/>
                  </a:lnTo>
                  <a:lnTo>
                    <a:pt x="1385" y="29"/>
                  </a:lnTo>
                  <a:lnTo>
                    <a:pt x="138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60" name=""/>
            <p:cNvSpPr/>
            <p:nvPr/>
          </p:nvSpPr>
          <p:spPr>
            <a:xfrm rot="0">
              <a:off x="1680" y="2026"/>
              <a:ext cx="736" cy="31"/>
            </a:xfrm>
            <a:custGeom>
              <a:avLst/>
              <a:ahLst/>
              <a:rect l="0" t="0" r="r" b="b"/>
              <a:pathLst>
                <a:path w="1385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385" y="56"/>
                  </a:lnTo>
                  <a:lnTo>
                    <a:pt x="1385" y="29"/>
                  </a:lnTo>
                  <a:lnTo>
                    <a:pt x="138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61" name=""/>
            <p:cNvSpPr/>
            <p:nvPr/>
          </p:nvSpPr>
          <p:spPr>
            <a:xfrm rot="0">
              <a:off x="2416" y="202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2" y="45"/>
                  </a:lnTo>
                  <a:lnTo>
                    <a:pt x="16" y="51"/>
                  </a:lnTo>
                  <a:lnTo>
                    <a:pt x="8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62" name=""/>
            <p:cNvSpPr/>
            <p:nvPr/>
          </p:nvSpPr>
          <p:spPr>
            <a:xfrm rot="0">
              <a:off x="2416" y="202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2" y="45"/>
                  </a:lnTo>
                  <a:lnTo>
                    <a:pt x="16" y="51"/>
                  </a:lnTo>
                  <a:lnTo>
                    <a:pt x="8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63" name=""/>
            <p:cNvSpPr/>
            <p:nvPr/>
          </p:nvSpPr>
          <p:spPr>
            <a:xfrm rot="0">
              <a:off x="1666" y="1816"/>
              <a:ext cx="28" cy="16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64" name=""/>
            <p:cNvSpPr/>
            <p:nvPr/>
          </p:nvSpPr>
          <p:spPr>
            <a:xfrm rot="0">
              <a:off x="1666" y="1816"/>
              <a:ext cx="28" cy="16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65" name=""/>
            <p:cNvSpPr/>
            <p:nvPr/>
          </p:nvSpPr>
          <p:spPr>
            <a:xfrm rot="0">
              <a:off x="1666" y="1832"/>
              <a:ext cx="28" cy="210"/>
            </a:xfrm>
            <a:custGeom>
              <a:avLst/>
              <a:ahLst/>
              <a:rect l="0" t="0" r="r" b="b"/>
              <a:pathLst>
                <a:path w="55" h="36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368"/>
                  </a:lnTo>
                  <a:lnTo>
                    <a:pt x="27" y="368"/>
                  </a:lnTo>
                  <a:lnTo>
                    <a:pt x="55" y="368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66" name=""/>
            <p:cNvSpPr/>
            <p:nvPr/>
          </p:nvSpPr>
          <p:spPr>
            <a:xfrm rot="0">
              <a:off x="1666" y="1832"/>
              <a:ext cx="28" cy="210"/>
            </a:xfrm>
            <a:custGeom>
              <a:avLst/>
              <a:ahLst/>
              <a:rect l="0" t="0" r="r" b="b"/>
              <a:pathLst>
                <a:path w="55" h="36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368"/>
                  </a:lnTo>
                  <a:lnTo>
                    <a:pt x="27" y="368"/>
                  </a:lnTo>
                  <a:lnTo>
                    <a:pt x="55" y="368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67" name=""/>
            <p:cNvSpPr/>
            <p:nvPr/>
          </p:nvSpPr>
          <p:spPr>
            <a:xfrm rot="0">
              <a:off x="1666" y="2042"/>
              <a:ext cx="28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68" name=""/>
            <p:cNvSpPr/>
            <p:nvPr/>
          </p:nvSpPr>
          <p:spPr>
            <a:xfrm rot="0">
              <a:off x="1666" y="2042"/>
              <a:ext cx="28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69" name=""/>
            <p:cNvSpPr/>
            <p:nvPr/>
          </p:nvSpPr>
          <p:spPr>
            <a:xfrm rot="0">
              <a:off x="1943" y="181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8" y="55"/>
                  </a:lnTo>
                  <a:lnTo>
                    <a:pt x="0" y="56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70" name=""/>
            <p:cNvSpPr/>
            <p:nvPr/>
          </p:nvSpPr>
          <p:spPr>
            <a:xfrm rot="0">
              <a:off x="1943" y="181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8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71" name=""/>
            <p:cNvSpPr/>
            <p:nvPr/>
          </p:nvSpPr>
          <p:spPr>
            <a:xfrm rot="0">
              <a:off x="1680" y="1816"/>
              <a:ext cx="263" cy="31"/>
            </a:xfrm>
            <a:custGeom>
              <a:avLst/>
              <a:ahLst/>
              <a:rect l="0" t="0" r="r" b="b"/>
              <a:pathLst>
                <a:path w="490" h="56">
                  <a:moveTo>
                    <a:pt x="490" y="56"/>
                  </a:move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49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72" name=""/>
            <p:cNvSpPr/>
            <p:nvPr/>
          </p:nvSpPr>
          <p:spPr>
            <a:xfrm rot="0">
              <a:off x="1680" y="1816"/>
              <a:ext cx="263" cy="31"/>
            </a:xfrm>
            <a:custGeom>
              <a:avLst/>
              <a:ahLst/>
              <a:rect l="0" t="0" r="r" b="b"/>
              <a:pathLst>
                <a:path w="490" h="56">
                  <a:moveTo>
                    <a:pt x="490" y="56"/>
                  </a:move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49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73" name=""/>
            <p:cNvSpPr/>
            <p:nvPr/>
          </p:nvSpPr>
          <p:spPr>
            <a:xfrm rot="0">
              <a:off x="1666" y="181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8"/>
                  </a:moveTo>
                  <a:lnTo>
                    <a:pt x="27" y="56"/>
                  </a:lnTo>
                  <a:lnTo>
                    <a:pt x="18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74" name=""/>
            <p:cNvSpPr/>
            <p:nvPr/>
          </p:nvSpPr>
          <p:spPr>
            <a:xfrm rot="0">
              <a:off x="1666" y="181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8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75" name=""/>
            <p:cNvSpPr/>
            <p:nvPr/>
          </p:nvSpPr>
          <p:spPr>
            <a:xfrm rot="0">
              <a:off x="1928" y="1468"/>
              <a:ext cx="29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76" name=""/>
            <p:cNvSpPr/>
            <p:nvPr/>
          </p:nvSpPr>
          <p:spPr>
            <a:xfrm rot="0">
              <a:off x="1928" y="1468"/>
              <a:ext cx="29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77" name=""/>
            <p:cNvSpPr/>
            <p:nvPr/>
          </p:nvSpPr>
          <p:spPr>
            <a:xfrm rot="0">
              <a:off x="1928" y="1483"/>
              <a:ext cx="29" cy="349"/>
            </a:xfrm>
            <a:custGeom>
              <a:avLst/>
              <a:ahLst/>
              <a:rect l="0" t="0" r="r" b="b"/>
              <a:pathLst>
                <a:path w="55" h="612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12"/>
                  </a:lnTo>
                  <a:lnTo>
                    <a:pt x="27" y="612"/>
                  </a:lnTo>
                  <a:lnTo>
                    <a:pt x="55" y="612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78" name=""/>
            <p:cNvSpPr/>
            <p:nvPr/>
          </p:nvSpPr>
          <p:spPr>
            <a:xfrm rot="0">
              <a:off x="1928" y="1483"/>
              <a:ext cx="29" cy="349"/>
            </a:xfrm>
            <a:custGeom>
              <a:avLst/>
              <a:ahLst/>
              <a:rect l="0" t="0" r="r" b="b"/>
              <a:pathLst>
                <a:path w="55" h="612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12"/>
                  </a:lnTo>
                  <a:lnTo>
                    <a:pt x="27" y="612"/>
                  </a:lnTo>
                  <a:lnTo>
                    <a:pt x="55" y="612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79" name=""/>
            <p:cNvSpPr/>
            <p:nvPr/>
          </p:nvSpPr>
          <p:spPr>
            <a:xfrm rot="0">
              <a:off x="1928" y="1832"/>
              <a:ext cx="29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5" y="27"/>
                  </a:lnTo>
                  <a:lnTo>
                    <a:pt x="27" y="28"/>
                  </a:lnTo>
                  <a:lnTo>
                    <a:pt x="18" y="27"/>
                  </a:lnTo>
                  <a:lnTo>
                    <a:pt x="10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80" name=""/>
            <p:cNvSpPr/>
            <p:nvPr/>
          </p:nvSpPr>
          <p:spPr>
            <a:xfrm rot="0">
              <a:off x="1928" y="1832"/>
              <a:ext cx="29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55" y="0"/>
                  </a:move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5" y="27"/>
                  </a:lnTo>
                  <a:lnTo>
                    <a:pt x="27" y="28"/>
                  </a:lnTo>
                  <a:lnTo>
                    <a:pt x="18" y="27"/>
                  </a:lnTo>
                  <a:lnTo>
                    <a:pt x="10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81" name=""/>
            <p:cNvSpPr/>
            <p:nvPr/>
          </p:nvSpPr>
          <p:spPr>
            <a:xfrm rot="0">
              <a:off x="1666" y="1468"/>
              <a:ext cx="14" cy="30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82" name=""/>
            <p:cNvSpPr/>
            <p:nvPr/>
          </p:nvSpPr>
          <p:spPr>
            <a:xfrm rot="0">
              <a:off x="1666" y="1468"/>
              <a:ext cx="14" cy="30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83" name=""/>
            <p:cNvSpPr/>
            <p:nvPr/>
          </p:nvSpPr>
          <p:spPr>
            <a:xfrm rot="0">
              <a:off x="1680" y="1468"/>
              <a:ext cx="263" cy="30"/>
            </a:xfrm>
            <a:custGeom>
              <a:avLst/>
              <a:ahLst/>
              <a:rect l="0" t="0" r="r" b="b"/>
              <a:pathLst>
                <a:path w="49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490" y="55"/>
                  </a:ln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84" name=""/>
            <p:cNvSpPr/>
            <p:nvPr/>
          </p:nvSpPr>
          <p:spPr>
            <a:xfrm rot="0">
              <a:off x="1680" y="1468"/>
              <a:ext cx="263" cy="30"/>
            </a:xfrm>
            <a:custGeom>
              <a:avLst/>
              <a:ahLst/>
              <a:rect l="0" t="0" r="r" b="b"/>
              <a:pathLst>
                <a:path w="49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490" y="55"/>
                  </a:ln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85" name=""/>
            <p:cNvSpPr/>
            <p:nvPr/>
          </p:nvSpPr>
          <p:spPr>
            <a:xfrm rot="0">
              <a:off x="1943" y="1468"/>
              <a:ext cx="14" cy="30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86" name=""/>
            <p:cNvSpPr/>
            <p:nvPr/>
          </p:nvSpPr>
          <p:spPr>
            <a:xfrm rot="0">
              <a:off x="1943" y="1468"/>
              <a:ext cx="14" cy="30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87" name=""/>
            <p:cNvSpPr/>
            <p:nvPr/>
          </p:nvSpPr>
          <p:spPr>
            <a:xfrm rot="0">
              <a:off x="1666" y="709"/>
              <a:ext cx="28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88" name=""/>
            <p:cNvSpPr/>
            <p:nvPr/>
          </p:nvSpPr>
          <p:spPr>
            <a:xfrm rot="0">
              <a:off x="1666" y="709"/>
              <a:ext cx="28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89" name=""/>
            <p:cNvSpPr/>
            <p:nvPr/>
          </p:nvSpPr>
          <p:spPr>
            <a:xfrm rot="0">
              <a:off x="1666" y="724"/>
              <a:ext cx="28" cy="759"/>
            </a:xfrm>
            <a:custGeom>
              <a:avLst/>
              <a:ahLst/>
              <a:rect l="0" t="0" r="r" b="b"/>
              <a:pathLst>
                <a:path w="55" h="133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330"/>
                  </a:lnTo>
                  <a:lnTo>
                    <a:pt x="27" y="1330"/>
                  </a:lnTo>
                  <a:lnTo>
                    <a:pt x="55" y="1330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90" name=""/>
            <p:cNvSpPr/>
            <p:nvPr/>
          </p:nvSpPr>
          <p:spPr>
            <a:xfrm rot="0">
              <a:off x="1666" y="724"/>
              <a:ext cx="28" cy="759"/>
            </a:xfrm>
            <a:custGeom>
              <a:avLst/>
              <a:ahLst/>
              <a:rect l="0" t="0" r="r" b="b"/>
              <a:pathLst>
                <a:path w="55" h="133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330"/>
                  </a:lnTo>
                  <a:lnTo>
                    <a:pt x="27" y="1330"/>
                  </a:lnTo>
                  <a:lnTo>
                    <a:pt x="55" y="1330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91" name=""/>
            <p:cNvSpPr/>
            <p:nvPr/>
          </p:nvSpPr>
          <p:spPr>
            <a:xfrm rot="0">
              <a:off x="1666" y="1483"/>
              <a:ext cx="28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92" name=""/>
            <p:cNvSpPr/>
            <p:nvPr/>
          </p:nvSpPr>
          <p:spPr>
            <a:xfrm rot="0">
              <a:off x="1666" y="1483"/>
              <a:ext cx="28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93" name=""/>
            <p:cNvSpPr/>
            <p:nvPr/>
          </p:nvSpPr>
          <p:spPr>
            <a:xfrm rot="0">
              <a:off x="1680" y="181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94" name=""/>
            <p:cNvSpPr/>
            <p:nvPr/>
          </p:nvSpPr>
          <p:spPr>
            <a:xfrm rot="0">
              <a:off x="1680" y="181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95" name=""/>
            <p:cNvSpPr/>
            <p:nvPr/>
          </p:nvSpPr>
          <p:spPr>
            <a:xfrm rot="0">
              <a:off x="1422" y="1816"/>
              <a:ext cx="258" cy="31"/>
            </a:xfrm>
            <a:custGeom>
              <a:avLst/>
              <a:ahLst/>
              <a:rect l="0" t="0" r="r" b="b"/>
              <a:pathLst>
                <a:path w="490" h="56">
                  <a:moveTo>
                    <a:pt x="490" y="56"/>
                  </a:move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49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96" name=""/>
            <p:cNvSpPr/>
            <p:nvPr/>
          </p:nvSpPr>
          <p:spPr>
            <a:xfrm rot="0">
              <a:off x="1422" y="1816"/>
              <a:ext cx="258" cy="31"/>
            </a:xfrm>
            <a:custGeom>
              <a:avLst/>
              <a:ahLst/>
              <a:rect l="0" t="0" r="r" b="b"/>
              <a:pathLst>
                <a:path w="490" h="56">
                  <a:moveTo>
                    <a:pt x="490" y="56"/>
                  </a:move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49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97" name=""/>
            <p:cNvSpPr/>
            <p:nvPr/>
          </p:nvSpPr>
          <p:spPr>
            <a:xfrm rot="0">
              <a:off x="1408" y="181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8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398" name=""/>
            <p:cNvSpPr/>
            <p:nvPr/>
          </p:nvSpPr>
          <p:spPr>
            <a:xfrm rot="0">
              <a:off x="1408" y="181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399" name=""/>
            <p:cNvSpPr/>
            <p:nvPr/>
          </p:nvSpPr>
          <p:spPr>
            <a:xfrm rot="0">
              <a:off x="930" y="202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00" name=""/>
            <p:cNvSpPr/>
            <p:nvPr/>
          </p:nvSpPr>
          <p:spPr>
            <a:xfrm rot="0">
              <a:off x="930" y="202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01" name=""/>
            <p:cNvSpPr/>
            <p:nvPr/>
          </p:nvSpPr>
          <p:spPr>
            <a:xfrm rot="0">
              <a:off x="944" y="2026"/>
              <a:ext cx="736" cy="31"/>
            </a:xfrm>
            <a:custGeom>
              <a:avLst/>
              <a:ahLst/>
              <a:rect l="0" t="0" r="r" b="b"/>
              <a:pathLst>
                <a:path w="1385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385" y="56"/>
                  </a:lnTo>
                  <a:lnTo>
                    <a:pt x="1385" y="29"/>
                  </a:lnTo>
                  <a:lnTo>
                    <a:pt x="138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02" name=""/>
            <p:cNvSpPr/>
            <p:nvPr/>
          </p:nvSpPr>
          <p:spPr>
            <a:xfrm rot="0">
              <a:off x="944" y="2026"/>
              <a:ext cx="736" cy="31"/>
            </a:xfrm>
            <a:custGeom>
              <a:avLst/>
              <a:ahLst/>
              <a:rect l="0" t="0" r="r" b="b"/>
              <a:pathLst>
                <a:path w="1385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385" y="56"/>
                  </a:lnTo>
                  <a:lnTo>
                    <a:pt x="1385" y="29"/>
                  </a:lnTo>
                  <a:lnTo>
                    <a:pt x="138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03" name=""/>
            <p:cNvSpPr/>
            <p:nvPr/>
          </p:nvSpPr>
          <p:spPr>
            <a:xfrm rot="0">
              <a:off x="1680" y="202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04" name=""/>
            <p:cNvSpPr/>
            <p:nvPr/>
          </p:nvSpPr>
          <p:spPr>
            <a:xfrm rot="0">
              <a:off x="1680" y="2026"/>
              <a:ext cx="14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05" name=""/>
            <p:cNvSpPr/>
            <p:nvPr/>
          </p:nvSpPr>
          <p:spPr>
            <a:xfrm rot="0">
              <a:off x="1670" y="709"/>
              <a:ext cx="24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4" y="27"/>
                  </a:moveTo>
                  <a:lnTo>
                    <a:pt x="0" y="13"/>
                  </a:lnTo>
                  <a:lnTo>
                    <a:pt x="6" y="7"/>
                  </a:lnTo>
                  <a:lnTo>
                    <a:pt x="13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5" y="9"/>
                  </a:lnTo>
                  <a:lnTo>
                    <a:pt x="49" y="17"/>
                  </a:lnTo>
                  <a:lnTo>
                    <a:pt x="51" y="25"/>
                  </a:lnTo>
                  <a:lnTo>
                    <a:pt x="51" y="34"/>
                  </a:lnTo>
                  <a:lnTo>
                    <a:pt x="48" y="42"/>
                  </a:lnTo>
                  <a:lnTo>
                    <a:pt x="2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06" name=""/>
            <p:cNvSpPr/>
            <p:nvPr/>
          </p:nvSpPr>
          <p:spPr>
            <a:xfrm rot="0">
              <a:off x="1670" y="709"/>
              <a:ext cx="24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0" y="13"/>
                  </a:moveTo>
                  <a:lnTo>
                    <a:pt x="6" y="7"/>
                  </a:lnTo>
                  <a:lnTo>
                    <a:pt x="13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5" y="9"/>
                  </a:lnTo>
                  <a:lnTo>
                    <a:pt x="49" y="17"/>
                  </a:lnTo>
                  <a:lnTo>
                    <a:pt x="51" y="25"/>
                  </a:lnTo>
                  <a:lnTo>
                    <a:pt x="51" y="34"/>
                  </a:lnTo>
                  <a:lnTo>
                    <a:pt x="48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07" name=""/>
            <p:cNvSpPr/>
            <p:nvPr/>
          </p:nvSpPr>
          <p:spPr>
            <a:xfrm rot="0">
              <a:off x="935" y="719"/>
              <a:ext cx="759" cy="1328"/>
            </a:xfrm>
            <a:custGeom>
              <a:avLst/>
              <a:ahLst/>
              <a:rect l="0" t="0" r="r" b="b"/>
              <a:pathLst>
                <a:path w="1433" h="2338">
                  <a:moveTo>
                    <a:pt x="1433" y="29"/>
                  </a:moveTo>
                  <a:lnTo>
                    <a:pt x="1409" y="14"/>
                  </a:lnTo>
                  <a:lnTo>
                    <a:pt x="1385" y="0"/>
                  </a:lnTo>
                  <a:lnTo>
                    <a:pt x="0" y="2309"/>
                  </a:lnTo>
                  <a:lnTo>
                    <a:pt x="24" y="2324"/>
                  </a:lnTo>
                  <a:lnTo>
                    <a:pt x="48" y="2338"/>
                  </a:lnTo>
                  <a:lnTo>
                    <a:pt x="143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08" name=""/>
            <p:cNvSpPr/>
            <p:nvPr/>
          </p:nvSpPr>
          <p:spPr>
            <a:xfrm rot="0">
              <a:off x="935" y="719"/>
              <a:ext cx="759" cy="1328"/>
            </a:xfrm>
            <a:custGeom>
              <a:avLst/>
              <a:ahLst/>
              <a:rect l="0" t="0" r="r" b="b"/>
              <a:pathLst>
                <a:path w="1433" h="2338">
                  <a:moveTo>
                    <a:pt x="1433" y="29"/>
                  </a:moveTo>
                  <a:lnTo>
                    <a:pt x="1409" y="14"/>
                  </a:lnTo>
                  <a:lnTo>
                    <a:pt x="1385" y="0"/>
                  </a:lnTo>
                  <a:lnTo>
                    <a:pt x="0" y="2309"/>
                  </a:lnTo>
                  <a:lnTo>
                    <a:pt x="24" y="2324"/>
                  </a:lnTo>
                  <a:lnTo>
                    <a:pt x="48" y="2338"/>
                  </a:lnTo>
                  <a:lnTo>
                    <a:pt x="1433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09" name=""/>
            <p:cNvSpPr/>
            <p:nvPr/>
          </p:nvSpPr>
          <p:spPr>
            <a:xfrm rot="0">
              <a:off x="930" y="2031"/>
              <a:ext cx="29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7" y="15"/>
                  </a:moveTo>
                  <a:lnTo>
                    <a:pt x="51" y="29"/>
                  </a:lnTo>
                  <a:lnTo>
                    <a:pt x="46" y="35"/>
                  </a:lnTo>
                  <a:lnTo>
                    <a:pt x="38" y="40"/>
                  </a:lnTo>
                  <a:lnTo>
                    <a:pt x="30" y="42"/>
                  </a:lnTo>
                  <a:lnTo>
                    <a:pt x="21" y="42"/>
                  </a:lnTo>
                  <a:lnTo>
                    <a:pt x="13" y="38"/>
                  </a:lnTo>
                  <a:lnTo>
                    <a:pt x="7" y="33"/>
                  </a:lnTo>
                  <a:lnTo>
                    <a:pt x="2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  <a:lnTo>
                    <a:pt x="27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10" name=""/>
            <p:cNvSpPr/>
            <p:nvPr/>
          </p:nvSpPr>
          <p:spPr>
            <a:xfrm rot="0">
              <a:off x="930" y="2031"/>
              <a:ext cx="29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51" y="29"/>
                  </a:moveTo>
                  <a:lnTo>
                    <a:pt x="46" y="35"/>
                  </a:lnTo>
                  <a:lnTo>
                    <a:pt x="38" y="40"/>
                  </a:lnTo>
                  <a:lnTo>
                    <a:pt x="30" y="42"/>
                  </a:lnTo>
                  <a:lnTo>
                    <a:pt x="21" y="42"/>
                  </a:lnTo>
                  <a:lnTo>
                    <a:pt x="13" y="38"/>
                  </a:lnTo>
                  <a:lnTo>
                    <a:pt x="7" y="33"/>
                  </a:lnTo>
                  <a:lnTo>
                    <a:pt x="2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11" name=""/>
            <p:cNvSpPr/>
            <p:nvPr/>
          </p:nvSpPr>
          <p:spPr>
            <a:xfrm rot="0">
              <a:off x="1408" y="1468"/>
              <a:ext cx="14" cy="30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12" name=""/>
            <p:cNvSpPr/>
            <p:nvPr/>
          </p:nvSpPr>
          <p:spPr>
            <a:xfrm rot="0">
              <a:off x="1408" y="1468"/>
              <a:ext cx="14" cy="30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13" name=""/>
            <p:cNvSpPr/>
            <p:nvPr/>
          </p:nvSpPr>
          <p:spPr>
            <a:xfrm rot="0">
              <a:off x="1422" y="1468"/>
              <a:ext cx="258" cy="30"/>
            </a:xfrm>
            <a:custGeom>
              <a:avLst/>
              <a:ahLst/>
              <a:rect l="0" t="0" r="r" b="b"/>
              <a:pathLst>
                <a:path w="49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490" y="55"/>
                  </a:ln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14" name=""/>
            <p:cNvSpPr/>
            <p:nvPr/>
          </p:nvSpPr>
          <p:spPr>
            <a:xfrm rot="0">
              <a:off x="1422" y="1468"/>
              <a:ext cx="258" cy="30"/>
            </a:xfrm>
            <a:custGeom>
              <a:avLst/>
              <a:ahLst/>
              <a:rect l="0" t="0" r="r" b="b"/>
              <a:pathLst>
                <a:path w="49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490" y="55"/>
                  </a:lnTo>
                  <a:lnTo>
                    <a:pt x="490" y="28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15" name=""/>
            <p:cNvSpPr/>
            <p:nvPr/>
          </p:nvSpPr>
          <p:spPr>
            <a:xfrm rot="0">
              <a:off x="1680" y="1468"/>
              <a:ext cx="14" cy="30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16" name=""/>
            <p:cNvSpPr/>
            <p:nvPr/>
          </p:nvSpPr>
          <p:spPr>
            <a:xfrm rot="0">
              <a:off x="1680" y="1468"/>
              <a:ext cx="14" cy="30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17" name=""/>
            <p:cNvSpPr/>
            <p:nvPr/>
          </p:nvSpPr>
          <p:spPr>
            <a:xfrm rot="0">
              <a:off x="1408" y="1832"/>
              <a:ext cx="28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7"/>
                  </a:lnTo>
                  <a:lnTo>
                    <a:pt x="44" y="23"/>
                  </a:lnTo>
                  <a:lnTo>
                    <a:pt x="36" y="27"/>
                  </a:lnTo>
                  <a:lnTo>
                    <a:pt x="27" y="28"/>
                  </a:lnTo>
                  <a:lnTo>
                    <a:pt x="19" y="27"/>
                  </a:lnTo>
                  <a:lnTo>
                    <a:pt x="11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18" name=""/>
            <p:cNvSpPr/>
            <p:nvPr/>
          </p:nvSpPr>
          <p:spPr>
            <a:xfrm rot="0">
              <a:off x="1408" y="1832"/>
              <a:ext cx="28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55" y="0"/>
                  </a:moveTo>
                  <a:lnTo>
                    <a:pt x="53" y="9"/>
                  </a:lnTo>
                  <a:lnTo>
                    <a:pt x="50" y="17"/>
                  </a:lnTo>
                  <a:lnTo>
                    <a:pt x="44" y="23"/>
                  </a:lnTo>
                  <a:lnTo>
                    <a:pt x="36" y="27"/>
                  </a:lnTo>
                  <a:lnTo>
                    <a:pt x="27" y="28"/>
                  </a:lnTo>
                  <a:lnTo>
                    <a:pt x="19" y="27"/>
                  </a:lnTo>
                  <a:lnTo>
                    <a:pt x="11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19" name=""/>
            <p:cNvSpPr/>
            <p:nvPr/>
          </p:nvSpPr>
          <p:spPr>
            <a:xfrm rot="0">
              <a:off x="1408" y="1483"/>
              <a:ext cx="28" cy="349"/>
            </a:xfrm>
            <a:custGeom>
              <a:avLst/>
              <a:ahLst/>
              <a:rect l="0" t="0" r="r" b="b"/>
              <a:pathLst>
                <a:path w="55" h="612">
                  <a:moveTo>
                    <a:pt x="0" y="612"/>
                  </a:moveTo>
                  <a:lnTo>
                    <a:pt x="27" y="612"/>
                  </a:lnTo>
                  <a:lnTo>
                    <a:pt x="55" y="612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6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20" name=""/>
            <p:cNvSpPr/>
            <p:nvPr/>
          </p:nvSpPr>
          <p:spPr>
            <a:xfrm rot="0">
              <a:off x="1408" y="1483"/>
              <a:ext cx="28" cy="349"/>
            </a:xfrm>
            <a:custGeom>
              <a:avLst/>
              <a:ahLst/>
              <a:rect l="0" t="0" r="r" b="b"/>
              <a:pathLst>
                <a:path w="55" h="612">
                  <a:moveTo>
                    <a:pt x="0" y="612"/>
                  </a:moveTo>
                  <a:lnTo>
                    <a:pt x="27" y="612"/>
                  </a:lnTo>
                  <a:lnTo>
                    <a:pt x="55" y="612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6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421" name=""/>
            <p:cNvSpPr/>
            <p:nvPr/>
          </p:nvSpPr>
          <p:spPr>
            <a:xfrm rot="0">
              <a:off x="1408" y="1468"/>
              <a:ext cx="28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422" name=""/>
            <p:cNvSpPr/>
            <p:nvPr/>
          </p:nvSpPr>
          <p:spPr>
            <a:xfrm rot="0">
              <a:off x="1408" y="1468"/>
              <a:ext cx="28" cy="15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7423" name=""/>
          <p:cNvSpPr/>
          <p:nvPr/>
        </p:nvSpPr>
        <p:spPr>
          <a:xfrm rot="0">
            <a:off x="2667000" y="4852987"/>
            <a:ext cx="22225" cy="47625"/>
          </a:xfrm>
          <a:custGeom>
            <a:avLst/>
            <a:ahLst/>
            <a:rect l="0" t="0" r="r" b="b"/>
            <a:pathLst>
              <a:path w="28" h="55">
                <a:moveTo>
                  <a:pt x="0" y="28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3" y="12"/>
                </a:lnTo>
                <a:lnTo>
                  <a:pt x="26" y="19"/>
                </a:lnTo>
                <a:lnTo>
                  <a:pt x="28" y="28"/>
                </a:lnTo>
                <a:lnTo>
                  <a:pt x="26" y="37"/>
                </a:lnTo>
                <a:lnTo>
                  <a:pt x="23" y="44"/>
                </a:lnTo>
                <a:lnTo>
                  <a:pt x="16" y="51"/>
                </a:lnTo>
                <a:lnTo>
                  <a:pt x="9" y="54"/>
                </a:lnTo>
                <a:lnTo>
                  <a:pt x="0" y="55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24" name=""/>
          <p:cNvSpPr/>
          <p:nvPr/>
        </p:nvSpPr>
        <p:spPr>
          <a:xfrm rot="0">
            <a:off x="2667000" y="4852987"/>
            <a:ext cx="22225" cy="47625"/>
          </a:xfrm>
          <a:custGeom>
            <a:avLst/>
            <a:ahLst/>
            <a:rect l="0" t="0" r="r" b="b"/>
            <a:pathLst>
              <a:path w="28" h="55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3" y="12"/>
                </a:lnTo>
                <a:lnTo>
                  <a:pt x="26" y="19"/>
                </a:lnTo>
                <a:lnTo>
                  <a:pt x="28" y="28"/>
                </a:lnTo>
                <a:lnTo>
                  <a:pt x="26" y="37"/>
                </a:lnTo>
                <a:lnTo>
                  <a:pt x="23" y="44"/>
                </a:lnTo>
                <a:lnTo>
                  <a:pt x="16" y="51"/>
                </a:lnTo>
                <a:lnTo>
                  <a:pt x="9" y="54"/>
                </a:lnTo>
                <a:lnTo>
                  <a:pt x="0" y="5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25" name=""/>
          <p:cNvSpPr/>
          <p:nvPr/>
        </p:nvSpPr>
        <p:spPr>
          <a:xfrm rot="0">
            <a:off x="1498600" y="4852987"/>
            <a:ext cx="1168400" cy="47625"/>
          </a:xfrm>
          <a:custGeom>
            <a:avLst/>
            <a:ahLst/>
            <a:rect l="0" t="0" r="r" b="b"/>
            <a:pathLst>
              <a:path w="1385" h="55">
                <a:moveTo>
                  <a:pt x="1385" y="55"/>
                </a:moveTo>
                <a:lnTo>
                  <a:pt x="1385" y="28"/>
                </a:lnTo>
                <a:lnTo>
                  <a:pt x="1385" y="0"/>
                </a:lnTo>
                <a:lnTo>
                  <a:pt x="0" y="0"/>
                </a:lnTo>
                <a:lnTo>
                  <a:pt x="0" y="28"/>
                </a:lnTo>
                <a:lnTo>
                  <a:pt x="0" y="55"/>
                </a:lnTo>
                <a:lnTo>
                  <a:pt x="1385" y="5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26" name=""/>
          <p:cNvSpPr/>
          <p:nvPr/>
        </p:nvSpPr>
        <p:spPr>
          <a:xfrm rot="0">
            <a:off x="1498600" y="4852987"/>
            <a:ext cx="1168400" cy="47625"/>
          </a:xfrm>
          <a:custGeom>
            <a:avLst/>
            <a:ahLst/>
            <a:rect l="0" t="0" r="r" b="b"/>
            <a:pathLst>
              <a:path w="1385" h="55">
                <a:moveTo>
                  <a:pt x="1385" y="55"/>
                </a:moveTo>
                <a:lnTo>
                  <a:pt x="1385" y="28"/>
                </a:lnTo>
                <a:lnTo>
                  <a:pt x="1385" y="0"/>
                </a:lnTo>
                <a:lnTo>
                  <a:pt x="0" y="0"/>
                </a:lnTo>
                <a:lnTo>
                  <a:pt x="0" y="28"/>
                </a:lnTo>
                <a:lnTo>
                  <a:pt x="0" y="55"/>
                </a:lnTo>
                <a:lnTo>
                  <a:pt x="1385" y="5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27" name=""/>
          <p:cNvSpPr/>
          <p:nvPr/>
        </p:nvSpPr>
        <p:spPr>
          <a:xfrm rot="0">
            <a:off x="1476375" y="4852987"/>
            <a:ext cx="22225" cy="47625"/>
          </a:xfrm>
          <a:custGeom>
            <a:avLst/>
            <a:ahLst/>
            <a:rect l="0" t="0" r="r" b="b"/>
            <a:pathLst>
              <a:path w="27" h="55">
                <a:moveTo>
                  <a:pt x="27" y="28"/>
                </a:moveTo>
                <a:lnTo>
                  <a:pt x="27" y="55"/>
                </a:lnTo>
                <a:lnTo>
                  <a:pt x="19" y="54"/>
                </a:lnTo>
                <a:lnTo>
                  <a:pt x="11" y="51"/>
                </a:lnTo>
                <a:lnTo>
                  <a:pt x="5" y="44"/>
                </a:lnTo>
                <a:lnTo>
                  <a:pt x="1" y="37"/>
                </a:lnTo>
                <a:lnTo>
                  <a:pt x="0" y="28"/>
                </a:lnTo>
                <a:lnTo>
                  <a:pt x="1" y="19"/>
                </a:lnTo>
                <a:lnTo>
                  <a:pt x="5" y="12"/>
                </a:lnTo>
                <a:lnTo>
                  <a:pt x="11" y="5"/>
                </a:lnTo>
                <a:lnTo>
                  <a:pt x="19" y="2"/>
                </a:lnTo>
                <a:lnTo>
                  <a:pt x="27" y="0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28" name=""/>
          <p:cNvSpPr/>
          <p:nvPr/>
        </p:nvSpPr>
        <p:spPr>
          <a:xfrm rot="0">
            <a:off x="1476375" y="4852987"/>
            <a:ext cx="22225" cy="47625"/>
          </a:xfrm>
          <a:custGeom>
            <a:avLst/>
            <a:ahLst/>
            <a:rect l="0" t="0" r="r" b="b"/>
            <a:pathLst>
              <a:path w="27" h="55">
                <a:moveTo>
                  <a:pt x="27" y="55"/>
                </a:moveTo>
                <a:lnTo>
                  <a:pt x="19" y="54"/>
                </a:lnTo>
                <a:lnTo>
                  <a:pt x="11" y="51"/>
                </a:lnTo>
                <a:lnTo>
                  <a:pt x="5" y="44"/>
                </a:lnTo>
                <a:lnTo>
                  <a:pt x="1" y="37"/>
                </a:lnTo>
                <a:lnTo>
                  <a:pt x="0" y="28"/>
                </a:lnTo>
                <a:lnTo>
                  <a:pt x="1" y="19"/>
                </a:lnTo>
                <a:lnTo>
                  <a:pt x="5" y="12"/>
                </a:lnTo>
                <a:lnTo>
                  <a:pt x="11" y="5"/>
                </a:lnTo>
                <a:lnTo>
                  <a:pt x="19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29" name=""/>
          <p:cNvSpPr/>
          <p:nvPr/>
        </p:nvSpPr>
        <p:spPr>
          <a:xfrm rot="0">
            <a:off x="2651125" y="359886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0" y="27"/>
                </a:moveTo>
                <a:lnTo>
                  <a:pt x="0" y="8"/>
                </a:lnTo>
                <a:lnTo>
                  <a:pt x="7" y="2"/>
                </a:lnTo>
                <a:lnTo>
                  <a:pt x="16" y="0"/>
                </a:lnTo>
                <a:lnTo>
                  <a:pt x="24" y="0"/>
                </a:lnTo>
                <a:lnTo>
                  <a:pt x="33" y="2"/>
                </a:lnTo>
                <a:lnTo>
                  <a:pt x="40" y="8"/>
                </a:lnTo>
                <a:lnTo>
                  <a:pt x="45" y="14"/>
                </a:lnTo>
                <a:lnTo>
                  <a:pt x="47" y="23"/>
                </a:lnTo>
                <a:lnTo>
                  <a:pt x="47" y="32"/>
                </a:lnTo>
                <a:lnTo>
                  <a:pt x="45" y="40"/>
                </a:lnTo>
                <a:lnTo>
                  <a:pt x="40" y="47"/>
                </a:lnTo>
                <a:lnTo>
                  <a:pt x="2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30" name=""/>
          <p:cNvSpPr/>
          <p:nvPr/>
        </p:nvSpPr>
        <p:spPr>
          <a:xfrm rot="0">
            <a:off x="2651125" y="359886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0" y="8"/>
                </a:moveTo>
                <a:lnTo>
                  <a:pt x="7" y="2"/>
                </a:lnTo>
                <a:lnTo>
                  <a:pt x="16" y="0"/>
                </a:lnTo>
                <a:lnTo>
                  <a:pt x="24" y="0"/>
                </a:lnTo>
                <a:lnTo>
                  <a:pt x="33" y="2"/>
                </a:lnTo>
                <a:lnTo>
                  <a:pt x="40" y="8"/>
                </a:lnTo>
                <a:lnTo>
                  <a:pt x="45" y="14"/>
                </a:lnTo>
                <a:lnTo>
                  <a:pt x="47" y="23"/>
                </a:lnTo>
                <a:lnTo>
                  <a:pt x="47" y="32"/>
                </a:lnTo>
                <a:lnTo>
                  <a:pt x="45" y="40"/>
                </a:lnTo>
                <a:lnTo>
                  <a:pt x="40" y="4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431" name=""/>
          <p:cNvSpPr/>
          <p:nvPr/>
        </p:nvSpPr>
        <p:spPr>
          <a:xfrm rot="0">
            <a:off x="1484312" y="3606800"/>
            <a:ext cx="1204912" cy="1285875"/>
          </a:xfrm>
          <a:custGeom>
            <a:avLst/>
            <a:ahLst/>
            <a:rect l="0" t="0" r="r" b="b"/>
            <a:pathLst>
              <a:path w="1424" h="1425">
                <a:moveTo>
                  <a:pt x="1424" y="39"/>
                </a:moveTo>
                <a:lnTo>
                  <a:pt x="1404" y="19"/>
                </a:lnTo>
                <a:lnTo>
                  <a:pt x="1384" y="0"/>
                </a:lnTo>
                <a:lnTo>
                  <a:pt x="0" y="1386"/>
                </a:lnTo>
                <a:lnTo>
                  <a:pt x="19" y="1405"/>
                </a:lnTo>
                <a:lnTo>
                  <a:pt x="39" y="1425"/>
                </a:lnTo>
                <a:lnTo>
                  <a:pt x="1424" y="3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32" name=""/>
          <p:cNvSpPr/>
          <p:nvPr/>
        </p:nvSpPr>
        <p:spPr>
          <a:xfrm rot="0">
            <a:off x="1476375" y="4860925"/>
            <a:ext cx="46037" cy="39687"/>
          </a:xfrm>
          <a:custGeom>
            <a:avLst/>
            <a:ahLst/>
            <a:rect l="0" t="0" r="r" b="b"/>
            <a:pathLst>
              <a:path w="47" h="46">
                <a:moveTo>
                  <a:pt x="27" y="19"/>
                </a:moveTo>
                <a:lnTo>
                  <a:pt x="47" y="39"/>
                </a:lnTo>
                <a:lnTo>
                  <a:pt x="40" y="44"/>
                </a:lnTo>
                <a:lnTo>
                  <a:pt x="32" y="46"/>
                </a:lnTo>
                <a:lnTo>
                  <a:pt x="23" y="46"/>
                </a:lnTo>
                <a:lnTo>
                  <a:pt x="14" y="44"/>
                </a:lnTo>
                <a:lnTo>
                  <a:pt x="8" y="39"/>
                </a:lnTo>
                <a:lnTo>
                  <a:pt x="2" y="32"/>
                </a:lnTo>
                <a:lnTo>
                  <a:pt x="0" y="23"/>
                </a:lnTo>
                <a:lnTo>
                  <a:pt x="0" y="15"/>
                </a:lnTo>
                <a:lnTo>
                  <a:pt x="2" y="6"/>
                </a:lnTo>
                <a:lnTo>
                  <a:pt x="8" y="0"/>
                </a:lnTo>
                <a:lnTo>
                  <a:pt x="27" y="1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33" name=""/>
          <p:cNvSpPr/>
          <p:nvPr/>
        </p:nvSpPr>
        <p:spPr>
          <a:xfrm rot="0">
            <a:off x="1476375" y="4860925"/>
            <a:ext cx="46037" cy="39687"/>
          </a:xfrm>
          <a:custGeom>
            <a:avLst/>
            <a:ahLst/>
            <a:rect l="0" t="0" r="r" b="b"/>
            <a:pathLst>
              <a:path w="47" h="46">
                <a:moveTo>
                  <a:pt x="47" y="39"/>
                </a:moveTo>
                <a:lnTo>
                  <a:pt x="40" y="44"/>
                </a:lnTo>
                <a:lnTo>
                  <a:pt x="32" y="46"/>
                </a:lnTo>
                <a:lnTo>
                  <a:pt x="23" y="46"/>
                </a:lnTo>
                <a:lnTo>
                  <a:pt x="14" y="44"/>
                </a:lnTo>
                <a:lnTo>
                  <a:pt x="8" y="39"/>
                </a:lnTo>
                <a:lnTo>
                  <a:pt x="2" y="32"/>
                </a:lnTo>
                <a:lnTo>
                  <a:pt x="0" y="23"/>
                </a:lnTo>
                <a:lnTo>
                  <a:pt x="0" y="15"/>
                </a:lnTo>
                <a:lnTo>
                  <a:pt x="2" y="6"/>
                </a:lnTo>
                <a:lnTo>
                  <a:pt x="8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434" name=""/>
          <p:cNvSpPr/>
          <p:nvPr/>
        </p:nvSpPr>
        <p:spPr>
          <a:xfrm rot="0">
            <a:off x="2644775" y="381952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8"/>
                </a:lnTo>
                <a:lnTo>
                  <a:pt x="50" y="16"/>
                </a:lnTo>
                <a:lnTo>
                  <a:pt x="43" y="22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2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35" name=""/>
          <p:cNvSpPr/>
          <p:nvPr/>
        </p:nvSpPr>
        <p:spPr>
          <a:xfrm rot="0">
            <a:off x="2644775" y="381952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8"/>
                </a:lnTo>
                <a:lnTo>
                  <a:pt x="50" y="16"/>
                </a:lnTo>
                <a:lnTo>
                  <a:pt x="43" y="22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2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36" name=""/>
          <p:cNvSpPr/>
          <p:nvPr/>
        </p:nvSpPr>
        <p:spPr>
          <a:xfrm rot="0">
            <a:off x="2644775" y="3624262"/>
            <a:ext cx="44450" cy="195262"/>
          </a:xfrm>
          <a:custGeom>
            <a:avLst/>
            <a:ahLst/>
            <a:rect l="0" t="0" r="r" b="b"/>
            <a:pathLst>
              <a:path w="55" h="221">
                <a:moveTo>
                  <a:pt x="0" y="221"/>
                </a:moveTo>
                <a:lnTo>
                  <a:pt x="27" y="221"/>
                </a:lnTo>
                <a:lnTo>
                  <a:pt x="55" y="221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22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37" name=""/>
          <p:cNvSpPr/>
          <p:nvPr/>
        </p:nvSpPr>
        <p:spPr>
          <a:xfrm rot="0">
            <a:off x="2644775" y="3624262"/>
            <a:ext cx="44450" cy="195262"/>
          </a:xfrm>
          <a:custGeom>
            <a:avLst/>
            <a:ahLst/>
            <a:rect l="0" t="0" r="r" b="b"/>
            <a:pathLst>
              <a:path w="55" h="221">
                <a:moveTo>
                  <a:pt x="0" y="221"/>
                </a:moveTo>
                <a:lnTo>
                  <a:pt x="27" y="221"/>
                </a:lnTo>
                <a:lnTo>
                  <a:pt x="55" y="221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22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38" name=""/>
          <p:cNvSpPr/>
          <p:nvPr/>
        </p:nvSpPr>
        <p:spPr>
          <a:xfrm rot="0">
            <a:off x="2644775" y="3598862"/>
            <a:ext cx="44450" cy="25400"/>
          </a:xfrm>
          <a:custGeom>
            <a:avLst/>
            <a:ahLst/>
            <a:rect l="0" t="0" r="r" b="b"/>
            <a:pathLst>
              <a:path w="55" h="28">
                <a:moveTo>
                  <a:pt x="27" y="28"/>
                </a:move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39" name=""/>
          <p:cNvSpPr/>
          <p:nvPr/>
        </p:nvSpPr>
        <p:spPr>
          <a:xfrm rot="0">
            <a:off x="2644775" y="3598862"/>
            <a:ext cx="44450" cy="25400"/>
          </a:xfrm>
          <a:custGeom>
            <a:avLst/>
            <a:ahLst/>
            <a:rect l="0" t="0" r="r" b="b"/>
            <a:pathLst>
              <a:path w="55" h="28">
                <a:moveTo>
                  <a:pt x="0" y="28"/>
                </a:move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40" name=""/>
          <p:cNvSpPr/>
          <p:nvPr/>
        </p:nvSpPr>
        <p:spPr>
          <a:xfrm rot="0">
            <a:off x="2235200" y="4249737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7" y="20"/>
                </a:moveTo>
                <a:lnTo>
                  <a:pt x="47" y="39"/>
                </a:lnTo>
                <a:lnTo>
                  <a:pt x="40" y="45"/>
                </a:lnTo>
                <a:lnTo>
                  <a:pt x="32" y="47"/>
                </a:lnTo>
                <a:lnTo>
                  <a:pt x="23" y="47"/>
                </a:lnTo>
                <a:lnTo>
                  <a:pt x="14" y="45"/>
                </a:lnTo>
                <a:lnTo>
                  <a:pt x="8" y="39"/>
                </a:lnTo>
                <a:lnTo>
                  <a:pt x="2" y="33"/>
                </a:lnTo>
                <a:lnTo>
                  <a:pt x="0" y="24"/>
                </a:lnTo>
                <a:lnTo>
                  <a:pt x="0" y="15"/>
                </a:lnTo>
                <a:lnTo>
                  <a:pt x="2" y="7"/>
                </a:lnTo>
                <a:lnTo>
                  <a:pt x="8" y="0"/>
                </a:lnTo>
                <a:lnTo>
                  <a:pt x="27" y="2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41" name=""/>
          <p:cNvSpPr/>
          <p:nvPr/>
        </p:nvSpPr>
        <p:spPr>
          <a:xfrm rot="0">
            <a:off x="2235200" y="4249737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47" y="39"/>
                </a:moveTo>
                <a:lnTo>
                  <a:pt x="40" y="45"/>
                </a:lnTo>
                <a:lnTo>
                  <a:pt x="32" y="47"/>
                </a:lnTo>
                <a:lnTo>
                  <a:pt x="23" y="47"/>
                </a:lnTo>
                <a:lnTo>
                  <a:pt x="14" y="45"/>
                </a:lnTo>
                <a:lnTo>
                  <a:pt x="8" y="39"/>
                </a:lnTo>
                <a:lnTo>
                  <a:pt x="2" y="33"/>
                </a:lnTo>
                <a:lnTo>
                  <a:pt x="0" y="24"/>
                </a:lnTo>
                <a:lnTo>
                  <a:pt x="0" y="15"/>
                </a:lnTo>
                <a:lnTo>
                  <a:pt x="2" y="7"/>
                </a:lnTo>
                <a:lnTo>
                  <a:pt x="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42" name=""/>
          <p:cNvSpPr/>
          <p:nvPr/>
        </p:nvSpPr>
        <p:spPr>
          <a:xfrm rot="0">
            <a:off x="2241550" y="3802062"/>
            <a:ext cx="447675" cy="481012"/>
          </a:xfrm>
          <a:custGeom>
            <a:avLst/>
            <a:ahLst/>
            <a:rect l="0" t="0" r="r" b="b"/>
            <a:pathLst>
              <a:path w="529" h="530">
                <a:moveTo>
                  <a:pt x="0" y="491"/>
                </a:moveTo>
                <a:lnTo>
                  <a:pt x="19" y="511"/>
                </a:lnTo>
                <a:lnTo>
                  <a:pt x="39" y="530"/>
                </a:lnTo>
                <a:lnTo>
                  <a:pt x="529" y="39"/>
                </a:lnTo>
                <a:lnTo>
                  <a:pt x="509" y="20"/>
                </a:lnTo>
                <a:lnTo>
                  <a:pt x="489" y="0"/>
                </a:lnTo>
                <a:lnTo>
                  <a:pt x="0" y="49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43" name=""/>
          <p:cNvSpPr/>
          <p:nvPr/>
        </p:nvSpPr>
        <p:spPr>
          <a:xfrm rot="0">
            <a:off x="2241550" y="3802062"/>
            <a:ext cx="447675" cy="481012"/>
          </a:xfrm>
          <a:custGeom>
            <a:avLst/>
            <a:ahLst/>
            <a:rect l="0" t="0" r="r" b="b"/>
            <a:pathLst>
              <a:path w="529" h="530">
                <a:moveTo>
                  <a:pt x="0" y="491"/>
                </a:moveTo>
                <a:lnTo>
                  <a:pt x="19" y="511"/>
                </a:lnTo>
                <a:lnTo>
                  <a:pt x="39" y="530"/>
                </a:lnTo>
                <a:lnTo>
                  <a:pt x="529" y="39"/>
                </a:lnTo>
                <a:lnTo>
                  <a:pt x="509" y="20"/>
                </a:lnTo>
                <a:lnTo>
                  <a:pt x="489" y="0"/>
                </a:lnTo>
                <a:lnTo>
                  <a:pt x="0" y="49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44" name=""/>
          <p:cNvSpPr/>
          <p:nvPr/>
        </p:nvSpPr>
        <p:spPr>
          <a:xfrm rot="0">
            <a:off x="2651125" y="3794125"/>
            <a:ext cx="38100" cy="49212"/>
          </a:xfrm>
          <a:custGeom>
            <a:avLst/>
            <a:ahLst/>
            <a:rect l="0" t="0" r="r" b="b"/>
            <a:pathLst>
              <a:path w="47" h="46">
                <a:moveTo>
                  <a:pt x="20" y="27"/>
                </a:moveTo>
                <a:lnTo>
                  <a:pt x="0" y="7"/>
                </a:lnTo>
                <a:lnTo>
                  <a:pt x="7" y="2"/>
                </a:lnTo>
                <a:lnTo>
                  <a:pt x="16" y="0"/>
                </a:lnTo>
                <a:lnTo>
                  <a:pt x="24" y="0"/>
                </a:lnTo>
                <a:lnTo>
                  <a:pt x="33" y="2"/>
                </a:lnTo>
                <a:lnTo>
                  <a:pt x="40" y="7"/>
                </a:lnTo>
                <a:lnTo>
                  <a:pt x="45" y="14"/>
                </a:lnTo>
                <a:lnTo>
                  <a:pt x="47" y="22"/>
                </a:lnTo>
                <a:lnTo>
                  <a:pt x="47" y="31"/>
                </a:lnTo>
                <a:lnTo>
                  <a:pt x="45" y="40"/>
                </a:lnTo>
                <a:lnTo>
                  <a:pt x="40" y="46"/>
                </a:lnTo>
                <a:lnTo>
                  <a:pt x="20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45" name=""/>
          <p:cNvSpPr/>
          <p:nvPr/>
        </p:nvSpPr>
        <p:spPr>
          <a:xfrm rot="0">
            <a:off x="2651125" y="3794125"/>
            <a:ext cx="38100" cy="49212"/>
          </a:xfrm>
          <a:custGeom>
            <a:avLst/>
            <a:ahLst/>
            <a:rect l="0" t="0" r="r" b="b"/>
            <a:pathLst>
              <a:path w="47" h="46">
                <a:moveTo>
                  <a:pt x="0" y="7"/>
                </a:moveTo>
                <a:lnTo>
                  <a:pt x="7" y="2"/>
                </a:lnTo>
                <a:lnTo>
                  <a:pt x="16" y="0"/>
                </a:lnTo>
                <a:lnTo>
                  <a:pt x="24" y="0"/>
                </a:lnTo>
                <a:lnTo>
                  <a:pt x="33" y="2"/>
                </a:lnTo>
                <a:lnTo>
                  <a:pt x="40" y="7"/>
                </a:lnTo>
                <a:lnTo>
                  <a:pt x="45" y="14"/>
                </a:lnTo>
                <a:lnTo>
                  <a:pt x="47" y="22"/>
                </a:lnTo>
                <a:lnTo>
                  <a:pt x="47" y="31"/>
                </a:lnTo>
                <a:lnTo>
                  <a:pt x="45" y="40"/>
                </a:lnTo>
                <a:lnTo>
                  <a:pt x="40" y="4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46" name=""/>
          <p:cNvSpPr/>
          <p:nvPr/>
        </p:nvSpPr>
        <p:spPr>
          <a:xfrm rot="0">
            <a:off x="2235200" y="460057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8"/>
                </a:lnTo>
                <a:lnTo>
                  <a:pt x="50" y="16"/>
                </a:lnTo>
                <a:lnTo>
                  <a:pt x="44" y="23"/>
                </a:lnTo>
                <a:lnTo>
                  <a:pt x="36" y="26"/>
                </a:lnTo>
                <a:lnTo>
                  <a:pt x="27" y="27"/>
                </a:lnTo>
                <a:lnTo>
                  <a:pt x="19" y="26"/>
                </a:lnTo>
                <a:lnTo>
                  <a:pt x="11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47" name=""/>
          <p:cNvSpPr/>
          <p:nvPr/>
        </p:nvSpPr>
        <p:spPr>
          <a:xfrm rot="0">
            <a:off x="2235200" y="460057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8"/>
                </a:lnTo>
                <a:lnTo>
                  <a:pt x="50" y="16"/>
                </a:lnTo>
                <a:lnTo>
                  <a:pt x="44" y="23"/>
                </a:lnTo>
                <a:lnTo>
                  <a:pt x="36" y="26"/>
                </a:lnTo>
                <a:lnTo>
                  <a:pt x="27" y="27"/>
                </a:lnTo>
                <a:lnTo>
                  <a:pt x="19" y="26"/>
                </a:lnTo>
                <a:lnTo>
                  <a:pt x="11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48" name=""/>
          <p:cNvSpPr/>
          <p:nvPr/>
        </p:nvSpPr>
        <p:spPr>
          <a:xfrm rot="0">
            <a:off x="2235200" y="4265612"/>
            <a:ext cx="44450" cy="334962"/>
          </a:xfrm>
          <a:custGeom>
            <a:avLst/>
            <a:ahLst/>
            <a:rect l="0" t="0" r="r" b="b"/>
            <a:pathLst>
              <a:path w="55" h="367">
                <a:moveTo>
                  <a:pt x="0" y="367"/>
                </a:move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49" name=""/>
          <p:cNvSpPr/>
          <p:nvPr/>
        </p:nvSpPr>
        <p:spPr>
          <a:xfrm rot="0">
            <a:off x="2235200" y="4265612"/>
            <a:ext cx="44450" cy="334962"/>
          </a:xfrm>
          <a:custGeom>
            <a:avLst/>
            <a:ahLst/>
            <a:rect l="0" t="0" r="r" b="b"/>
            <a:pathLst>
              <a:path w="55" h="367">
                <a:moveTo>
                  <a:pt x="0" y="367"/>
                </a:move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50" name=""/>
          <p:cNvSpPr/>
          <p:nvPr/>
        </p:nvSpPr>
        <p:spPr>
          <a:xfrm rot="0">
            <a:off x="2235200" y="4241800"/>
            <a:ext cx="44450" cy="23812"/>
          </a:xfrm>
          <a:custGeom>
            <a:avLst/>
            <a:ahLst/>
            <a:rect l="0" t="0" r="r" b="b"/>
            <a:pathLst>
              <a:path w="55" h="29">
                <a:moveTo>
                  <a:pt x="27" y="29"/>
                </a:move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3"/>
                </a:lnTo>
                <a:lnTo>
                  <a:pt x="27" y="0"/>
                </a:lnTo>
                <a:lnTo>
                  <a:pt x="36" y="3"/>
                </a:lnTo>
                <a:lnTo>
                  <a:pt x="44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  <a:lnTo>
                  <a:pt x="27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51" name=""/>
          <p:cNvSpPr/>
          <p:nvPr/>
        </p:nvSpPr>
        <p:spPr>
          <a:xfrm rot="0">
            <a:off x="2235200" y="4241800"/>
            <a:ext cx="44450" cy="23812"/>
          </a:xfrm>
          <a:custGeom>
            <a:avLst/>
            <a:ahLst/>
            <a:rect l="0" t="0" r="r" b="b"/>
            <a:pathLst>
              <a:path w="55" h="29">
                <a:moveTo>
                  <a:pt x="0" y="29"/>
                </a:move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3"/>
                </a:lnTo>
                <a:lnTo>
                  <a:pt x="27" y="0"/>
                </a:lnTo>
                <a:lnTo>
                  <a:pt x="36" y="3"/>
                </a:lnTo>
                <a:lnTo>
                  <a:pt x="44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52" name=""/>
          <p:cNvSpPr/>
          <p:nvPr/>
        </p:nvSpPr>
        <p:spPr>
          <a:xfrm rot="0">
            <a:off x="2651125" y="4127500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20" y="27"/>
                </a:moveTo>
                <a:lnTo>
                  <a:pt x="0" y="7"/>
                </a:lnTo>
                <a:lnTo>
                  <a:pt x="7" y="2"/>
                </a:lnTo>
                <a:lnTo>
                  <a:pt x="16" y="0"/>
                </a:lnTo>
                <a:lnTo>
                  <a:pt x="24" y="0"/>
                </a:lnTo>
                <a:lnTo>
                  <a:pt x="33" y="2"/>
                </a:lnTo>
                <a:lnTo>
                  <a:pt x="40" y="7"/>
                </a:lnTo>
                <a:lnTo>
                  <a:pt x="45" y="14"/>
                </a:lnTo>
                <a:lnTo>
                  <a:pt x="47" y="23"/>
                </a:lnTo>
                <a:lnTo>
                  <a:pt x="47" y="31"/>
                </a:lnTo>
                <a:lnTo>
                  <a:pt x="45" y="40"/>
                </a:lnTo>
                <a:lnTo>
                  <a:pt x="40" y="46"/>
                </a:lnTo>
                <a:lnTo>
                  <a:pt x="20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53" name=""/>
          <p:cNvSpPr/>
          <p:nvPr/>
        </p:nvSpPr>
        <p:spPr>
          <a:xfrm rot="0">
            <a:off x="2651125" y="4127500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0" y="7"/>
                </a:moveTo>
                <a:lnTo>
                  <a:pt x="7" y="2"/>
                </a:lnTo>
                <a:lnTo>
                  <a:pt x="16" y="0"/>
                </a:lnTo>
                <a:lnTo>
                  <a:pt x="24" y="0"/>
                </a:lnTo>
                <a:lnTo>
                  <a:pt x="33" y="2"/>
                </a:lnTo>
                <a:lnTo>
                  <a:pt x="40" y="7"/>
                </a:lnTo>
                <a:lnTo>
                  <a:pt x="45" y="14"/>
                </a:lnTo>
                <a:lnTo>
                  <a:pt x="47" y="23"/>
                </a:lnTo>
                <a:lnTo>
                  <a:pt x="47" y="31"/>
                </a:lnTo>
                <a:lnTo>
                  <a:pt x="45" y="40"/>
                </a:lnTo>
                <a:lnTo>
                  <a:pt x="40" y="4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54" name=""/>
          <p:cNvSpPr/>
          <p:nvPr/>
        </p:nvSpPr>
        <p:spPr>
          <a:xfrm rot="0">
            <a:off x="2241550" y="4135437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529" y="39"/>
                </a:moveTo>
                <a:lnTo>
                  <a:pt x="509" y="20"/>
                </a:lnTo>
                <a:lnTo>
                  <a:pt x="489" y="0"/>
                </a:lnTo>
                <a:lnTo>
                  <a:pt x="0" y="490"/>
                </a:lnTo>
                <a:lnTo>
                  <a:pt x="19" y="510"/>
                </a:lnTo>
                <a:lnTo>
                  <a:pt x="39" y="529"/>
                </a:lnTo>
                <a:lnTo>
                  <a:pt x="529" y="3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55" name=""/>
          <p:cNvSpPr/>
          <p:nvPr/>
        </p:nvSpPr>
        <p:spPr>
          <a:xfrm rot="0">
            <a:off x="2241550" y="4135437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529" y="39"/>
                </a:moveTo>
                <a:lnTo>
                  <a:pt x="509" y="20"/>
                </a:lnTo>
                <a:lnTo>
                  <a:pt x="489" y="0"/>
                </a:lnTo>
                <a:lnTo>
                  <a:pt x="0" y="490"/>
                </a:lnTo>
                <a:lnTo>
                  <a:pt x="19" y="510"/>
                </a:lnTo>
                <a:lnTo>
                  <a:pt x="39" y="529"/>
                </a:lnTo>
                <a:lnTo>
                  <a:pt x="529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56" name=""/>
          <p:cNvSpPr/>
          <p:nvPr/>
        </p:nvSpPr>
        <p:spPr>
          <a:xfrm rot="0">
            <a:off x="2235200" y="45831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7" y="20"/>
                </a:moveTo>
                <a:lnTo>
                  <a:pt x="47" y="39"/>
                </a:lnTo>
                <a:lnTo>
                  <a:pt x="40" y="45"/>
                </a:lnTo>
                <a:lnTo>
                  <a:pt x="32" y="47"/>
                </a:lnTo>
                <a:lnTo>
                  <a:pt x="23" y="47"/>
                </a:lnTo>
                <a:lnTo>
                  <a:pt x="14" y="45"/>
                </a:lnTo>
                <a:lnTo>
                  <a:pt x="8" y="39"/>
                </a:lnTo>
                <a:lnTo>
                  <a:pt x="2" y="33"/>
                </a:lnTo>
                <a:lnTo>
                  <a:pt x="0" y="24"/>
                </a:lnTo>
                <a:lnTo>
                  <a:pt x="0" y="15"/>
                </a:lnTo>
                <a:lnTo>
                  <a:pt x="2" y="7"/>
                </a:lnTo>
                <a:lnTo>
                  <a:pt x="8" y="0"/>
                </a:lnTo>
                <a:lnTo>
                  <a:pt x="27" y="2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57" name=""/>
          <p:cNvSpPr/>
          <p:nvPr/>
        </p:nvSpPr>
        <p:spPr>
          <a:xfrm rot="0">
            <a:off x="2235200" y="45831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47" y="39"/>
                </a:moveTo>
                <a:lnTo>
                  <a:pt x="40" y="45"/>
                </a:lnTo>
                <a:lnTo>
                  <a:pt x="32" y="47"/>
                </a:lnTo>
                <a:lnTo>
                  <a:pt x="23" y="47"/>
                </a:lnTo>
                <a:lnTo>
                  <a:pt x="14" y="45"/>
                </a:lnTo>
                <a:lnTo>
                  <a:pt x="8" y="39"/>
                </a:lnTo>
                <a:lnTo>
                  <a:pt x="2" y="33"/>
                </a:lnTo>
                <a:lnTo>
                  <a:pt x="0" y="24"/>
                </a:lnTo>
                <a:lnTo>
                  <a:pt x="0" y="15"/>
                </a:lnTo>
                <a:lnTo>
                  <a:pt x="2" y="7"/>
                </a:lnTo>
                <a:lnTo>
                  <a:pt x="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58" name=""/>
          <p:cNvSpPr/>
          <p:nvPr/>
        </p:nvSpPr>
        <p:spPr>
          <a:xfrm rot="0">
            <a:off x="2644775" y="4876800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9"/>
                </a:lnTo>
                <a:lnTo>
                  <a:pt x="50" y="16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3"/>
                </a:lnTo>
                <a:lnTo>
                  <a:pt x="4" y="16"/>
                </a:lnTo>
                <a:lnTo>
                  <a:pt x="1" y="9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59" name=""/>
          <p:cNvSpPr/>
          <p:nvPr/>
        </p:nvSpPr>
        <p:spPr>
          <a:xfrm rot="0">
            <a:off x="2644775" y="4876800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9"/>
                </a:lnTo>
                <a:lnTo>
                  <a:pt x="50" y="16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3"/>
                </a:lnTo>
                <a:lnTo>
                  <a:pt x="4" y="16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60" name=""/>
          <p:cNvSpPr/>
          <p:nvPr/>
        </p:nvSpPr>
        <p:spPr>
          <a:xfrm rot="0">
            <a:off x="2644775" y="4152900"/>
            <a:ext cx="44450" cy="723900"/>
          </a:xfrm>
          <a:custGeom>
            <a:avLst/>
            <a:ahLst/>
            <a:rect l="0" t="0" r="r" b="b"/>
            <a:pathLst>
              <a:path w="55" h="797">
                <a:moveTo>
                  <a:pt x="0" y="797"/>
                </a:moveTo>
                <a:lnTo>
                  <a:pt x="27" y="797"/>
                </a:lnTo>
                <a:lnTo>
                  <a:pt x="55" y="797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79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61" name=""/>
          <p:cNvSpPr/>
          <p:nvPr/>
        </p:nvSpPr>
        <p:spPr>
          <a:xfrm rot="0">
            <a:off x="2644775" y="4152900"/>
            <a:ext cx="44450" cy="723900"/>
          </a:xfrm>
          <a:custGeom>
            <a:avLst/>
            <a:ahLst/>
            <a:rect l="0" t="0" r="r" b="b"/>
            <a:pathLst>
              <a:path w="55" h="797">
                <a:moveTo>
                  <a:pt x="0" y="797"/>
                </a:moveTo>
                <a:lnTo>
                  <a:pt x="27" y="797"/>
                </a:lnTo>
                <a:lnTo>
                  <a:pt x="55" y="797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79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62" name=""/>
          <p:cNvSpPr/>
          <p:nvPr/>
        </p:nvSpPr>
        <p:spPr>
          <a:xfrm rot="0">
            <a:off x="2644775" y="4127500"/>
            <a:ext cx="44450" cy="25400"/>
          </a:xfrm>
          <a:custGeom>
            <a:avLst/>
            <a:ahLst/>
            <a:rect l="0" t="0" r="r" b="b"/>
            <a:pathLst>
              <a:path w="55" h="28">
                <a:moveTo>
                  <a:pt x="27" y="28"/>
                </a:move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63" name=""/>
          <p:cNvSpPr/>
          <p:nvPr/>
        </p:nvSpPr>
        <p:spPr>
          <a:xfrm rot="0">
            <a:off x="2644775" y="4127500"/>
            <a:ext cx="44450" cy="25400"/>
          </a:xfrm>
          <a:custGeom>
            <a:avLst/>
            <a:ahLst/>
            <a:rect l="0" t="0" r="r" b="b"/>
            <a:pathLst>
              <a:path w="55" h="28">
                <a:moveTo>
                  <a:pt x="0" y="28"/>
                </a:move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64" name=""/>
          <p:cNvSpPr/>
          <p:nvPr/>
        </p:nvSpPr>
        <p:spPr>
          <a:xfrm rot="0">
            <a:off x="2644775" y="3794125"/>
            <a:ext cx="44450" cy="49212"/>
          </a:xfrm>
          <a:custGeom>
            <a:avLst/>
            <a:ahLst/>
            <a:rect l="0" t="0" r="r" b="b"/>
            <a:pathLst>
              <a:path w="47" h="46">
                <a:moveTo>
                  <a:pt x="27" y="27"/>
                </a:moveTo>
                <a:lnTo>
                  <a:pt x="7" y="46"/>
                </a:lnTo>
                <a:lnTo>
                  <a:pt x="2" y="40"/>
                </a:lnTo>
                <a:lnTo>
                  <a:pt x="0" y="31"/>
                </a:lnTo>
                <a:lnTo>
                  <a:pt x="0" y="22"/>
                </a:lnTo>
                <a:lnTo>
                  <a:pt x="2" y="14"/>
                </a:lnTo>
                <a:lnTo>
                  <a:pt x="7" y="7"/>
                </a:lnTo>
                <a:lnTo>
                  <a:pt x="14" y="2"/>
                </a:lnTo>
                <a:lnTo>
                  <a:pt x="23" y="0"/>
                </a:lnTo>
                <a:lnTo>
                  <a:pt x="31" y="0"/>
                </a:lnTo>
                <a:lnTo>
                  <a:pt x="40" y="2"/>
                </a:lnTo>
                <a:lnTo>
                  <a:pt x="47" y="7"/>
                </a:lnTo>
                <a:lnTo>
                  <a:pt x="27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65" name=""/>
          <p:cNvSpPr/>
          <p:nvPr/>
        </p:nvSpPr>
        <p:spPr>
          <a:xfrm rot="0">
            <a:off x="2644775" y="3794125"/>
            <a:ext cx="44450" cy="49212"/>
          </a:xfrm>
          <a:custGeom>
            <a:avLst/>
            <a:ahLst/>
            <a:rect l="0" t="0" r="r" b="b"/>
            <a:pathLst>
              <a:path w="47" h="46">
                <a:moveTo>
                  <a:pt x="7" y="46"/>
                </a:moveTo>
                <a:lnTo>
                  <a:pt x="2" y="40"/>
                </a:lnTo>
                <a:lnTo>
                  <a:pt x="0" y="31"/>
                </a:lnTo>
                <a:lnTo>
                  <a:pt x="0" y="22"/>
                </a:lnTo>
                <a:lnTo>
                  <a:pt x="2" y="14"/>
                </a:lnTo>
                <a:lnTo>
                  <a:pt x="7" y="7"/>
                </a:lnTo>
                <a:lnTo>
                  <a:pt x="14" y="2"/>
                </a:lnTo>
                <a:lnTo>
                  <a:pt x="23" y="0"/>
                </a:lnTo>
                <a:lnTo>
                  <a:pt x="31" y="0"/>
                </a:lnTo>
                <a:lnTo>
                  <a:pt x="40" y="2"/>
                </a:lnTo>
                <a:lnTo>
                  <a:pt x="47" y="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66" name=""/>
          <p:cNvSpPr/>
          <p:nvPr/>
        </p:nvSpPr>
        <p:spPr>
          <a:xfrm rot="0">
            <a:off x="2651125" y="3802062"/>
            <a:ext cx="447675" cy="481012"/>
          </a:xfrm>
          <a:custGeom>
            <a:avLst/>
            <a:ahLst/>
            <a:rect l="0" t="0" r="r" b="b"/>
            <a:pathLst>
              <a:path w="529" h="530">
                <a:moveTo>
                  <a:pt x="40" y="0"/>
                </a:moveTo>
                <a:lnTo>
                  <a:pt x="20" y="20"/>
                </a:lnTo>
                <a:lnTo>
                  <a:pt x="0" y="39"/>
                </a:lnTo>
                <a:lnTo>
                  <a:pt x="490" y="530"/>
                </a:lnTo>
                <a:lnTo>
                  <a:pt x="510" y="511"/>
                </a:lnTo>
                <a:lnTo>
                  <a:pt x="529" y="491"/>
                </a:lnTo>
                <a:lnTo>
                  <a:pt x="4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67" name=""/>
          <p:cNvSpPr/>
          <p:nvPr/>
        </p:nvSpPr>
        <p:spPr>
          <a:xfrm rot="0">
            <a:off x="2651125" y="3802062"/>
            <a:ext cx="447675" cy="481012"/>
          </a:xfrm>
          <a:custGeom>
            <a:avLst/>
            <a:ahLst/>
            <a:rect l="0" t="0" r="r" b="b"/>
            <a:pathLst>
              <a:path w="529" h="530">
                <a:moveTo>
                  <a:pt x="40" y="0"/>
                </a:moveTo>
                <a:lnTo>
                  <a:pt x="20" y="20"/>
                </a:lnTo>
                <a:lnTo>
                  <a:pt x="0" y="39"/>
                </a:lnTo>
                <a:lnTo>
                  <a:pt x="490" y="530"/>
                </a:lnTo>
                <a:lnTo>
                  <a:pt x="510" y="511"/>
                </a:lnTo>
                <a:lnTo>
                  <a:pt x="529" y="491"/>
                </a:lnTo>
                <a:lnTo>
                  <a:pt x="4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68" name=""/>
          <p:cNvSpPr/>
          <p:nvPr/>
        </p:nvSpPr>
        <p:spPr>
          <a:xfrm rot="0">
            <a:off x="3068637" y="4249737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0" y="20"/>
                </a:moveTo>
                <a:lnTo>
                  <a:pt x="39" y="0"/>
                </a:lnTo>
                <a:lnTo>
                  <a:pt x="45" y="7"/>
                </a:lnTo>
                <a:lnTo>
                  <a:pt x="47" y="15"/>
                </a:lnTo>
                <a:lnTo>
                  <a:pt x="47" y="24"/>
                </a:lnTo>
                <a:lnTo>
                  <a:pt x="45" y="33"/>
                </a:lnTo>
                <a:lnTo>
                  <a:pt x="39" y="39"/>
                </a:lnTo>
                <a:lnTo>
                  <a:pt x="33" y="45"/>
                </a:lnTo>
                <a:lnTo>
                  <a:pt x="24" y="47"/>
                </a:lnTo>
                <a:lnTo>
                  <a:pt x="15" y="47"/>
                </a:lnTo>
                <a:lnTo>
                  <a:pt x="7" y="45"/>
                </a:lnTo>
                <a:lnTo>
                  <a:pt x="0" y="39"/>
                </a:lnTo>
                <a:lnTo>
                  <a:pt x="20" y="2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69" name=""/>
          <p:cNvSpPr/>
          <p:nvPr/>
        </p:nvSpPr>
        <p:spPr>
          <a:xfrm rot="0">
            <a:off x="3068637" y="4249737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39" y="0"/>
                </a:moveTo>
                <a:lnTo>
                  <a:pt x="45" y="7"/>
                </a:lnTo>
                <a:lnTo>
                  <a:pt x="47" y="15"/>
                </a:lnTo>
                <a:lnTo>
                  <a:pt x="47" y="24"/>
                </a:lnTo>
                <a:lnTo>
                  <a:pt x="45" y="33"/>
                </a:lnTo>
                <a:lnTo>
                  <a:pt x="39" y="39"/>
                </a:lnTo>
                <a:lnTo>
                  <a:pt x="33" y="45"/>
                </a:lnTo>
                <a:lnTo>
                  <a:pt x="24" y="47"/>
                </a:lnTo>
                <a:lnTo>
                  <a:pt x="15" y="47"/>
                </a:lnTo>
                <a:lnTo>
                  <a:pt x="7" y="45"/>
                </a:lnTo>
                <a:lnTo>
                  <a:pt x="0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70" name=""/>
          <p:cNvSpPr/>
          <p:nvPr/>
        </p:nvSpPr>
        <p:spPr>
          <a:xfrm rot="0">
            <a:off x="3819525" y="4860925"/>
            <a:ext cx="38100" cy="39687"/>
          </a:xfrm>
          <a:custGeom>
            <a:avLst/>
            <a:ahLst/>
            <a:rect l="0" t="0" r="r" b="b"/>
            <a:pathLst>
              <a:path w="47" h="46">
                <a:moveTo>
                  <a:pt x="20" y="19"/>
                </a:moveTo>
                <a:lnTo>
                  <a:pt x="39" y="0"/>
                </a:lnTo>
                <a:lnTo>
                  <a:pt x="45" y="6"/>
                </a:lnTo>
                <a:lnTo>
                  <a:pt x="47" y="15"/>
                </a:lnTo>
                <a:lnTo>
                  <a:pt x="47" y="23"/>
                </a:lnTo>
                <a:lnTo>
                  <a:pt x="45" y="32"/>
                </a:lnTo>
                <a:lnTo>
                  <a:pt x="39" y="39"/>
                </a:lnTo>
                <a:lnTo>
                  <a:pt x="33" y="44"/>
                </a:lnTo>
                <a:lnTo>
                  <a:pt x="24" y="46"/>
                </a:lnTo>
                <a:lnTo>
                  <a:pt x="15" y="46"/>
                </a:lnTo>
                <a:lnTo>
                  <a:pt x="7" y="44"/>
                </a:lnTo>
                <a:lnTo>
                  <a:pt x="0" y="39"/>
                </a:lnTo>
                <a:lnTo>
                  <a:pt x="20" y="1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71" name=""/>
          <p:cNvSpPr/>
          <p:nvPr/>
        </p:nvSpPr>
        <p:spPr>
          <a:xfrm rot="0">
            <a:off x="3819525" y="4860925"/>
            <a:ext cx="38100" cy="39687"/>
          </a:xfrm>
          <a:custGeom>
            <a:avLst/>
            <a:ahLst/>
            <a:rect l="0" t="0" r="r" b="b"/>
            <a:pathLst>
              <a:path w="47" h="46">
                <a:moveTo>
                  <a:pt x="39" y="0"/>
                </a:moveTo>
                <a:lnTo>
                  <a:pt x="45" y="6"/>
                </a:lnTo>
                <a:lnTo>
                  <a:pt x="47" y="15"/>
                </a:lnTo>
                <a:lnTo>
                  <a:pt x="47" y="23"/>
                </a:lnTo>
                <a:lnTo>
                  <a:pt x="45" y="32"/>
                </a:lnTo>
                <a:lnTo>
                  <a:pt x="39" y="39"/>
                </a:lnTo>
                <a:lnTo>
                  <a:pt x="33" y="44"/>
                </a:lnTo>
                <a:lnTo>
                  <a:pt x="24" y="46"/>
                </a:lnTo>
                <a:lnTo>
                  <a:pt x="15" y="46"/>
                </a:lnTo>
                <a:lnTo>
                  <a:pt x="7" y="44"/>
                </a:lnTo>
                <a:lnTo>
                  <a:pt x="0" y="3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472" name=""/>
          <p:cNvSpPr/>
          <p:nvPr/>
        </p:nvSpPr>
        <p:spPr>
          <a:xfrm rot="0">
            <a:off x="2651125" y="3606800"/>
            <a:ext cx="1198562" cy="1285875"/>
          </a:xfrm>
          <a:custGeom>
            <a:avLst/>
            <a:ahLst/>
            <a:rect l="0" t="0" r="r" b="b"/>
            <a:pathLst>
              <a:path w="1424" h="1425">
                <a:moveTo>
                  <a:pt x="1385" y="1425"/>
                </a:moveTo>
                <a:lnTo>
                  <a:pt x="1405" y="1405"/>
                </a:lnTo>
                <a:lnTo>
                  <a:pt x="1424" y="1386"/>
                </a:lnTo>
                <a:lnTo>
                  <a:pt x="40" y="0"/>
                </a:lnTo>
                <a:lnTo>
                  <a:pt x="20" y="19"/>
                </a:lnTo>
                <a:lnTo>
                  <a:pt x="0" y="39"/>
                </a:lnTo>
                <a:lnTo>
                  <a:pt x="1385" y="142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73" name=""/>
          <p:cNvSpPr/>
          <p:nvPr/>
        </p:nvSpPr>
        <p:spPr>
          <a:xfrm rot="0">
            <a:off x="2644775" y="3598862"/>
            <a:ext cx="44450" cy="41275"/>
          </a:xfrm>
          <a:custGeom>
            <a:avLst/>
            <a:ahLst/>
            <a:rect l="0" t="0" r="r" b="b"/>
            <a:pathLst>
              <a:path w="47" h="47">
                <a:moveTo>
                  <a:pt x="27" y="27"/>
                </a:moveTo>
                <a:lnTo>
                  <a:pt x="7" y="47"/>
                </a:lnTo>
                <a:lnTo>
                  <a:pt x="2" y="40"/>
                </a:lnTo>
                <a:lnTo>
                  <a:pt x="0" y="32"/>
                </a:lnTo>
                <a:lnTo>
                  <a:pt x="0" y="23"/>
                </a:lnTo>
                <a:lnTo>
                  <a:pt x="2" y="14"/>
                </a:lnTo>
                <a:lnTo>
                  <a:pt x="7" y="8"/>
                </a:lnTo>
                <a:lnTo>
                  <a:pt x="14" y="2"/>
                </a:lnTo>
                <a:lnTo>
                  <a:pt x="23" y="0"/>
                </a:lnTo>
                <a:lnTo>
                  <a:pt x="31" y="0"/>
                </a:lnTo>
                <a:lnTo>
                  <a:pt x="40" y="2"/>
                </a:lnTo>
                <a:lnTo>
                  <a:pt x="47" y="8"/>
                </a:lnTo>
                <a:lnTo>
                  <a:pt x="27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74" name=""/>
          <p:cNvSpPr/>
          <p:nvPr/>
        </p:nvSpPr>
        <p:spPr>
          <a:xfrm rot="0">
            <a:off x="2644775" y="3598862"/>
            <a:ext cx="44450" cy="41275"/>
          </a:xfrm>
          <a:custGeom>
            <a:avLst/>
            <a:ahLst/>
            <a:rect l="0" t="0" r="r" b="b"/>
            <a:pathLst>
              <a:path w="47" h="47">
                <a:moveTo>
                  <a:pt x="7" y="47"/>
                </a:moveTo>
                <a:lnTo>
                  <a:pt x="2" y="40"/>
                </a:lnTo>
                <a:lnTo>
                  <a:pt x="0" y="32"/>
                </a:lnTo>
                <a:lnTo>
                  <a:pt x="0" y="23"/>
                </a:lnTo>
                <a:lnTo>
                  <a:pt x="2" y="14"/>
                </a:lnTo>
                <a:lnTo>
                  <a:pt x="7" y="8"/>
                </a:lnTo>
                <a:lnTo>
                  <a:pt x="14" y="2"/>
                </a:lnTo>
                <a:lnTo>
                  <a:pt x="23" y="0"/>
                </a:lnTo>
                <a:lnTo>
                  <a:pt x="31" y="0"/>
                </a:lnTo>
                <a:lnTo>
                  <a:pt x="40" y="2"/>
                </a:lnTo>
                <a:lnTo>
                  <a:pt x="47" y="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475" name=""/>
          <p:cNvSpPr/>
          <p:nvPr/>
        </p:nvSpPr>
        <p:spPr>
          <a:xfrm rot="0">
            <a:off x="2644775" y="4852987"/>
            <a:ext cx="22225" cy="47625"/>
          </a:xfrm>
          <a:custGeom>
            <a:avLst/>
            <a:ahLst/>
            <a:rect l="0" t="0" r="r" b="b"/>
            <a:pathLst>
              <a:path w="27" h="55">
                <a:moveTo>
                  <a:pt x="27" y="28"/>
                </a:moveTo>
                <a:lnTo>
                  <a:pt x="27" y="55"/>
                </a:lnTo>
                <a:lnTo>
                  <a:pt x="18" y="54"/>
                </a:lnTo>
                <a:lnTo>
                  <a:pt x="11" y="51"/>
                </a:lnTo>
                <a:lnTo>
                  <a:pt x="4" y="44"/>
                </a:lnTo>
                <a:lnTo>
                  <a:pt x="1" y="37"/>
                </a:ln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76" name=""/>
          <p:cNvSpPr/>
          <p:nvPr/>
        </p:nvSpPr>
        <p:spPr>
          <a:xfrm rot="0">
            <a:off x="2644775" y="4852987"/>
            <a:ext cx="22225" cy="47625"/>
          </a:xfrm>
          <a:custGeom>
            <a:avLst/>
            <a:ahLst/>
            <a:rect l="0" t="0" r="r" b="b"/>
            <a:pathLst>
              <a:path w="27" h="55">
                <a:moveTo>
                  <a:pt x="27" y="55"/>
                </a:moveTo>
                <a:lnTo>
                  <a:pt x="18" y="54"/>
                </a:lnTo>
                <a:lnTo>
                  <a:pt x="11" y="51"/>
                </a:lnTo>
                <a:lnTo>
                  <a:pt x="4" y="44"/>
                </a:lnTo>
                <a:lnTo>
                  <a:pt x="1" y="37"/>
                </a:ln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77" name=""/>
          <p:cNvSpPr/>
          <p:nvPr/>
        </p:nvSpPr>
        <p:spPr>
          <a:xfrm rot="0">
            <a:off x="2667000" y="4852987"/>
            <a:ext cx="1168400" cy="47625"/>
          </a:xfrm>
          <a:custGeom>
            <a:avLst/>
            <a:ahLst/>
            <a:rect l="0" t="0" r="r" b="b"/>
            <a:pathLst>
              <a:path w="1385" h="55">
                <a:moveTo>
                  <a:pt x="0" y="0"/>
                </a:moveTo>
                <a:lnTo>
                  <a:pt x="0" y="28"/>
                </a:lnTo>
                <a:lnTo>
                  <a:pt x="0" y="55"/>
                </a:lnTo>
                <a:lnTo>
                  <a:pt x="1385" y="55"/>
                </a:lnTo>
                <a:lnTo>
                  <a:pt x="1385" y="28"/>
                </a:lnTo>
                <a:lnTo>
                  <a:pt x="1385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78" name=""/>
          <p:cNvSpPr/>
          <p:nvPr/>
        </p:nvSpPr>
        <p:spPr>
          <a:xfrm rot="0">
            <a:off x="2667000" y="4852987"/>
            <a:ext cx="1168400" cy="47625"/>
          </a:xfrm>
          <a:custGeom>
            <a:avLst/>
            <a:ahLst/>
            <a:rect l="0" t="0" r="r" b="b"/>
            <a:pathLst>
              <a:path w="1385" h="55">
                <a:moveTo>
                  <a:pt x="0" y="0"/>
                </a:moveTo>
                <a:lnTo>
                  <a:pt x="0" y="28"/>
                </a:lnTo>
                <a:lnTo>
                  <a:pt x="0" y="55"/>
                </a:lnTo>
                <a:lnTo>
                  <a:pt x="1385" y="55"/>
                </a:lnTo>
                <a:lnTo>
                  <a:pt x="1385" y="28"/>
                </a:lnTo>
                <a:lnTo>
                  <a:pt x="1385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79" name=""/>
          <p:cNvSpPr/>
          <p:nvPr/>
        </p:nvSpPr>
        <p:spPr>
          <a:xfrm rot="0">
            <a:off x="3835400" y="4852987"/>
            <a:ext cx="22225" cy="47625"/>
          </a:xfrm>
          <a:custGeom>
            <a:avLst/>
            <a:ahLst/>
            <a:rect l="0" t="0" r="r" b="b"/>
            <a:pathLst>
              <a:path w="28" h="55">
                <a:moveTo>
                  <a:pt x="0" y="28"/>
                </a:moveTo>
                <a:lnTo>
                  <a:pt x="0" y="0"/>
                </a:lnTo>
                <a:lnTo>
                  <a:pt x="8" y="2"/>
                </a:lnTo>
                <a:lnTo>
                  <a:pt x="16" y="5"/>
                </a:lnTo>
                <a:lnTo>
                  <a:pt x="22" y="12"/>
                </a:lnTo>
                <a:lnTo>
                  <a:pt x="26" y="19"/>
                </a:lnTo>
                <a:lnTo>
                  <a:pt x="28" y="28"/>
                </a:lnTo>
                <a:lnTo>
                  <a:pt x="26" y="37"/>
                </a:lnTo>
                <a:lnTo>
                  <a:pt x="22" y="44"/>
                </a:lnTo>
                <a:lnTo>
                  <a:pt x="16" y="51"/>
                </a:lnTo>
                <a:lnTo>
                  <a:pt x="8" y="54"/>
                </a:lnTo>
                <a:lnTo>
                  <a:pt x="0" y="55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80" name=""/>
          <p:cNvSpPr/>
          <p:nvPr/>
        </p:nvSpPr>
        <p:spPr>
          <a:xfrm rot="0">
            <a:off x="3835400" y="4852987"/>
            <a:ext cx="22225" cy="47625"/>
          </a:xfrm>
          <a:custGeom>
            <a:avLst/>
            <a:ahLst/>
            <a:rect l="0" t="0" r="r" b="b"/>
            <a:pathLst>
              <a:path w="28" h="55">
                <a:moveTo>
                  <a:pt x="0" y="0"/>
                </a:moveTo>
                <a:lnTo>
                  <a:pt x="8" y="2"/>
                </a:lnTo>
                <a:lnTo>
                  <a:pt x="16" y="5"/>
                </a:lnTo>
                <a:lnTo>
                  <a:pt x="22" y="12"/>
                </a:lnTo>
                <a:lnTo>
                  <a:pt x="26" y="19"/>
                </a:lnTo>
                <a:lnTo>
                  <a:pt x="28" y="28"/>
                </a:lnTo>
                <a:lnTo>
                  <a:pt x="26" y="37"/>
                </a:lnTo>
                <a:lnTo>
                  <a:pt x="22" y="44"/>
                </a:lnTo>
                <a:lnTo>
                  <a:pt x="16" y="51"/>
                </a:lnTo>
                <a:lnTo>
                  <a:pt x="8" y="54"/>
                </a:lnTo>
                <a:lnTo>
                  <a:pt x="0" y="5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81" name=""/>
          <p:cNvSpPr/>
          <p:nvPr/>
        </p:nvSpPr>
        <p:spPr>
          <a:xfrm rot="0">
            <a:off x="3068637" y="45831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0" y="20"/>
                </a:moveTo>
                <a:lnTo>
                  <a:pt x="39" y="0"/>
                </a:lnTo>
                <a:lnTo>
                  <a:pt x="45" y="7"/>
                </a:lnTo>
                <a:lnTo>
                  <a:pt x="47" y="15"/>
                </a:lnTo>
                <a:lnTo>
                  <a:pt x="47" y="24"/>
                </a:lnTo>
                <a:lnTo>
                  <a:pt x="45" y="33"/>
                </a:lnTo>
                <a:lnTo>
                  <a:pt x="39" y="39"/>
                </a:lnTo>
                <a:lnTo>
                  <a:pt x="33" y="45"/>
                </a:lnTo>
                <a:lnTo>
                  <a:pt x="24" y="47"/>
                </a:lnTo>
                <a:lnTo>
                  <a:pt x="15" y="47"/>
                </a:lnTo>
                <a:lnTo>
                  <a:pt x="7" y="45"/>
                </a:lnTo>
                <a:lnTo>
                  <a:pt x="0" y="39"/>
                </a:lnTo>
                <a:lnTo>
                  <a:pt x="20" y="2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82" name=""/>
          <p:cNvSpPr/>
          <p:nvPr/>
        </p:nvSpPr>
        <p:spPr>
          <a:xfrm rot="0">
            <a:off x="3068637" y="45831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39" y="0"/>
                </a:moveTo>
                <a:lnTo>
                  <a:pt x="45" y="7"/>
                </a:lnTo>
                <a:lnTo>
                  <a:pt x="47" y="15"/>
                </a:lnTo>
                <a:lnTo>
                  <a:pt x="47" y="24"/>
                </a:lnTo>
                <a:lnTo>
                  <a:pt x="45" y="33"/>
                </a:lnTo>
                <a:lnTo>
                  <a:pt x="39" y="39"/>
                </a:lnTo>
                <a:lnTo>
                  <a:pt x="33" y="45"/>
                </a:lnTo>
                <a:lnTo>
                  <a:pt x="24" y="47"/>
                </a:lnTo>
                <a:lnTo>
                  <a:pt x="15" y="47"/>
                </a:lnTo>
                <a:lnTo>
                  <a:pt x="7" y="45"/>
                </a:lnTo>
                <a:lnTo>
                  <a:pt x="0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83" name=""/>
          <p:cNvSpPr/>
          <p:nvPr/>
        </p:nvSpPr>
        <p:spPr>
          <a:xfrm rot="0">
            <a:off x="2651125" y="4135437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490" y="529"/>
                </a:moveTo>
                <a:lnTo>
                  <a:pt x="510" y="510"/>
                </a:lnTo>
                <a:lnTo>
                  <a:pt x="529" y="490"/>
                </a:lnTo>
                <a:lnTo>
                  <a:pt x="40" y="0"/>
                </a:lnTo>
                <a:lnTo>
                  <a:pt x="20" y="20"/>
                </a:lnTo>
                <a:lnTo>
                  <a:pt x="0" y="39"/>
                </a:lnTo>
                <a:lnTo>
                  <a:pt x="490" y="5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84" name=""/>
          <p:cNvSpPr/>
          <p:nvPr/>
        </p:nvSpPr>
        <p:spPr>
          <a:xfrm rot="0">
            <a:off x="2651125" y="4135437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490" y="529"/>
                </a:moveTo>
                <a:lnTo>
                  <a:pt x="510" y="510"/>
                </a:lnTo>
                <a:lnTo>
                  <a:pt x="529" y="490"/>
                </a:lnTo>
                <a:lnTo>
                  <a:pt x="40" y="0"/>
                </a:lnTo>
                <a:lnTo>
                  <a:pt x="20" y="20"/>
                </a:lnTo>
                <a:lnTo>
                  <a:pt x="0" y="39"/>
                </a:lnTo>
                <a:lnTo>
                  <a:pt x="490" y="5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85" name=""/>
          <p:cNvSpPr/>
          <p:nvPr/>
        </p:nvSpPr>
        <p:spPr>
          <a:xfrm rot="0">
            <a:off x="2644775" y="4127500"/>
            <a:ext cx="44450" cy="41275"/>
          </a:xfrm>
          <a:custGeom>
            <a:avLst/>
            <a:ahLst/>
            <a:rect l="0" t="0" r="r" b="b"/>
            <a:pathLst>
              <a:path w="47" h="46">
                <a:moveTo>
                  <a:pt x="27" y="27"/>
                </a:moveTo>
                <a:lnTo>
                  <a:pt x="7" y="46"/>
                </a:lnTo>
                <a:lnTo>
                  <a:pt x="2" y="40"/>
                </a:lnTo>
                <a:lnTo>
                  <a:pt x="0" y="31"/>
                </a:lnTo>
                <a:lnTo>
                  <a:pt x="0" y="23"/>
                </a:lnTo>
                <a:lnTo>
                  <a:pt x="2" y="14"/>
                </a:lnTo>
                <a:lnTo>
                  <a:pt x="7" y="7"/>
                </a:lnTo>
                <a:lnTo>
                  <a:pt x="14" y="2"/>
                </a:lnTo>
                <a:lnTo>
                  <a:pt x="23" y="0"/>
                </a:lnTo>
                <a:lnTo>
                  <a:pt x="31" y="0"/>
                </a:lnTo>
                <a:lnTo>
                  <a:pt x="40" y="2"/>
                </a:lnTo>
                <a:lnTo>
                  <a:pt x="47" y="7"/>
                </a:lnTo>
                <a:lnTo>
                  <a:pt x="27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86" name=""/>
          <p:cNvSpPr/>
          <p:nvPr/>
        </p:nvSpPr>
        <p:spPr>
          <a:xfrm rot="0">
            <a:off x="2644775" y="4127500"/>
            <a:ext cx="44450" cy="41275"/>
          </a:xfrm>
          <a:custGeom>
            <a:avLst/>
            <a:ahLst/>
            <a:rect l="0" t="0" r="r" b="b"/>
            <a:pathLst>
              <a:path w="47" h="46">
                <a:moveTo>
                  <a:pt x="7" y="46"/>
                </a:moveTo>
                <a:lnTo>
                  <a:pt x="2" y="40"/>
                </a:lnTo>
                <a:lnTo>
                  <a:pt x="0" y="31"/>
                </a:lnTo>
                <a:lnTo>
                  <a:pt x="0" y="23"/>
                </a:lnTo>
                <a:lnTo>
                  <a:pt x="2" y="14"/>
                </a:lnTo>
                <a:lnTo>
                  <a:pt x="7" y="7"/>
                </a:lnTo>
                <a:lnTo>
                  <a:pt x="14" y="2"/>
                </a:lnTo>
                <a:lnTo>
                  <a:pt x="23" y="0"/>
                </a:lnTo>
                <a:lnTo>
                  <a:pt x="31" y="0"/>
                </a:lnTo>
                <a:lnTo>
                  <a:pt x="40" y="2"/>
                </a:lnTo>
                <a:lnTo>
                  <a:pt x="47" y="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87" name=""/>
          <p:cNvSpPr/>
          <p:nvPr/>
        </p:nvSpPr>
        <p:spPr>
          <a:xfrm rot="0">
            <a:off x="3060700" y="4241800"/>
            <a:ext cx="46037" cy="23812"/>
          </a:xfrm>
          <a:custGeom>
            <a:avLst/>
            <a:ahLst/>
            <a:rect l="0" t="0" r="r" b="b"/>
            <a:pathLst>
              <a:path w="55" h="29">
                <a:moveTo>
                  <a:pt x="27" y="29"/>
                </a:move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7" y="0"/>
                </a:lnTo>
                <a:lnTo>
                  <a:pt x="35" y="3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  <a:lnTo>
                  <a:pt x="27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88" name=""/>
          <p:cNvSpPr/>
          <p:nvPr/>
        </p:nvSpPr>
        <p:spPr>
          <a:xfrm rot="0">
            <a:off x="3060700" y="4241800"/>
            <a:ext cx="46037" cy="23812"/>
          </a:xfrm>
          <a:custGeom>
            <a:avLst/>
            <a:ahLst/>
            <a:rect l="0" t="0" r="r" b="b"/>
            <a:pathLst>
              <a:path w="55" h="29">
                <a:moveTo>
                  <a:pt x="0" y="29"/>
                </a:moveTo>
                <a:lnTo>
                  <a:pt x="1" y="20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7" y="0"/>
                </a:lnTo>
                <a:lnTo>
                  <a:pt x="35" y="3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89" name=""/>
          <p:cNvSpPr/>
          <p:nvPr/>
        </p:nvSpPr>
        <p:spPr>
          <a:xfrm rot="0">
            <a:off x="3060700" y="4265612"/>
            <a:ext cx="46037" cy="334962"/>
          </a:xfrm>
          <a:custGeom>
            <a:avLst/>
            <a:ahLst/>
            <a:rect l="0" t="0" r="r" b="b"/>
            <a:pathLst>
              <a:path w="55" h="367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90" name=""/>
          <p:cNvSpPr/>
          <p:nvPr/>
        </p:nvSpPr>
        <p:spPr>
          <a:xfrm rot="0">
            <a:off x="3060700" y="4265612"/>
            <a:ext cx="46037" cy="334962"/>
          </a:xfrm>
          <a:custGeom>
            <a:avLst/>
            <a:ahLst/>
            <a:rect l="0" t="0" r="r" b="b"/>
            <a:pathLst>
              <a:path w="55" h="367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91" name=""/>
          <p:cNvSpPr/>
          <p:nvPr/>
        </p:nvSpPr>
        <p:spPr>
          <a:xfrm rot="0">
            <a:off x="3060700" y="4600575"/>
            <a:ext cx="46037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8"/>
                </a:lnTo>
                <a:lnTo>
                  <a:pt x="50" y="16"/>
                </a:lnTo>
                <a:lnTo>
                  <a:pt x="43" y="23"/>
                </a:lnTo>
                <a:lnTo>
                  <a:pt x="35" y="26"/>
                </a:lnTo>
                <a:lnTo>
                  <a:pt x="27" y="27"/>
                </a:lnTo>
                <a:lnTo>
                  <a:pt x="18" y="26"/>
                </a:lnTo>
                <a:lnTo>
                  <a:pt x="10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92" name=""/>
          <p:cNvSpPr/>
          <p:nvPr/>
        </p:nvSpPr>
        <p:spPr>
          <a:xfrm rot="0">
            <a:off x="3060700" y="4600575"/>
            <a:ext cx="46037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8"/>
                </a:lnTo>
                <a:lnTo>
                  <a:pt x="50" y="16"/>
                </a:lnTo>
                <a:lnTo>
                  <a:pt x="43" y="23"/>
                </a:lnTo>
                <a:lnTo>
                  <a:pt x="35" y="26"/>
                </a:lnTo>
                <a:lnTo>
                  <a:pt x="27" y="27"/>
                </a:lnTo>
                <a:lnTo>
                  <a:pt x="18" y="26"/>
                </a:lnTo>
                <a:lnTo>
                  <a:pt x="10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493" name=""/>
          <p:cNvSpPr/>
          <p:nvPr/>
        </p:nvSpPr>
        <p:spPr>
          <a:xfrm rot="0">
            <a:off x="2644775" y="6113462"/>
            <a:ext cx="44450" cy="41275"/>
          </a:xfrm>
          <a:custGeom>
            <a:avLst/>
            <a:ahLst/>
            <a:rect l="0" t="0" r="r" b="b"/>
            <a:pathLst>
              <a:path w="47" h="46">
                <a:moveTo>
                  <a:pt x="27" y="19"/>
                </a:moveTo>
                <a:lnTo>
                  <a:pt x="47" y="39"/>
                </a:lnTo>
                <a:lnTo>
                  <a:pt x="40" y="44"/>
                </a:lnTo>
                <a:lnTo>
                  <a:pt x="31" y="46"/>
                </a:lnTo>
                <a:lnTo>
                  <a:pt x="23" y="46"/>
                </a:lnTo>
                <a:lnTo>
                  <a:pt x="14" y="44"/>
                </a:lnTo>
                <a:lnTo>
                  <a:pt x="7" y="39"/>
                </a:lnTo>
                <a:lnTo>
                  <a:pt x="2" y="32"/>
                </a:lnTo>
                <a:lnTo>
                  <a:pt x="0" y="23"/>
                </a:lnTo>
                <a:lnTo>
                  <a:pt x="0" y="15"/>
                </a:lnTo>
                <a:lnTo>
                  <a:pt x="2" y="6"/>
                </a:lnTo>
                <a:lnTo>
                  <a:pt x="7" y="0"/>
                </a:lnTo>
                <a:lnTo>
                  <a:pt x="27" y="1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94" name=""/>
          <p:cNvSpPr/>
          <p:nvPr/>
        </p:nvSpPr>
        <p:spPr>
          <a:xfrm rot="0">
            <a:off x="2644775" y="6113462"/>
            <a:ext cx="44450" cy="41275"/>
          </a:xfrm>
          <a:custGeom>
            <a:avLst/>
            <a:ahLst/>
            <a:rect l="0" t="0" r="r" b="b"/>
            <a:pathLst>
              <a:path w="47" h="46">
                <a:moveTo>
                  <a:pt x="47" y="39"/>
                </a:moveTo>
                <a:lnTo>
                  <a:pt x="40" y="44"/>
                </a:lnTo>
                <a:lnTo>
                  <a:pt x="31" y="46"/>
                </a:lnTo>
                <a:lnTo>
                  <a:pt x="23" y="46"/>
                </a:lnTo>
                <a:lnTo>
                  <a:pt x="14" y="44"/>
                </a:lnTo>
                <a:lnTo>
                  <a:pt x="7" y="39"/>
                </a:lnTo>
                <a:lnTo>
                  <a:pt x="2" y="32"/>
                </a:lnTo>
                <a:lnTo>
                  <a:pt x="0" y="23"/>
                </a:lnTo>
                <a:lnTo>
                  <a:pt x="0" y="15"/>
                </a:lnTo>
                <a:lnTo>
                  <a:pt x="2" y="6"/>
                </a:lnTo>
                <a:lnTo>
                  <a:pt x="7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495" name=""/>
          <p:cNvSpPr/>
          <p:nvPr/>
        </p:nvSpPr>
        <p:spPr>
          <a:xfrm rot="0">
            <a:off x="2651125" y="4860925"/>
            <a:ext cx="1198562" cy="1284287"/>
          </a:xfrm>
          <a:custGeom>
            <a:avLst/>
            <a:ahLst/>
            <a:rect l="0" t="0" r="r" b="b"/>
            <a:pathLst>
              <a:path w="1424" h="1426">
                <a:moveTo>
                  <a:pt x="0" y="1387"/>
                </a:moveTo>
                <a:lnTo>
                  <a:pt x="20" y="1406"/>
                </a:lnTo>
                <a:lnTo>
                  <a:pt x="40" y="1426"/>
                </a:lnTo>
                <a:lnTo>
                  <a:pt x="1424" y="39"/>
                </a:lnTo>
                <a:lnTo>
                  <a:pt x="1405" y="19"/>
                </a:lnTo>
                <a:lnTo>
                  <a:pt x="1385" y="0"/>
                </a:lnTo>
                <a:lnTo>
                  <a:pt x="0" y="138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96" name=""/>
          <p:cNvSpPr/>
          <p:nvPr/>
        </p:nvSpPr>
        <p:spPr>
          <a:xfrm rot="0">
            <a:off x="3819525" y="4852987"/>
            <a:ext cx="38100" cy="39687"/>
          </a:xfrm>
          <a:custGeom>
            <a:avLst/>
            <a:ahLst/>
            <a:rect l="0" t="0" r="r" b="b"/>
            <a:pathLst>
              <a:path w="47" h="47">
                <a:moveTo>
                  <a:pt x="20" y="27"/>
                </a:moveTo>
                <a:lnTo>
                  <a:pt x="0" y="8"/>
                </a:lnTo>
                <a:lnTo>
                  <a:pt x="7" y="2"/>
                </a:lnTo>
                <a:lnTo>
                  <a:pt x="15" y="0"/>
                </a:lnTo>
                <a:lnTo>
                  <a:pt x="24" y="0"/>
                </a:lnTo>
                <a:lnTo>
                  <a:pt x="33" y="2"/>
                </a:lnTo>
                <a:lnTo>
                  <a:pt x="39" y="8"/>
                </a:lnTo>
                <a:lnTo>
                  <a:pt x="45" y="14"/>
                </a:lnTo>
                <a:lnTo>
                  <a:pt x="47" y="23"/>
                </a:lnTo>
                <a:lnTo>
                  <a:pt x="47" y="31"/>
                </a:lnTo>
                <a:lnTo>
                  <a:pt x="45" y="40"/>
                </a:lnTo>
                <a:lnTo>
                  <a:pt x="39" y="47"/>
                </a:lnTo>
                <a:lnTo>
                  <a:pt x="2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497" name=""/>
          <p:cNvSpPr/>
          <p:nvPr/>
        </p:nvSpPr>
        <p:spPr>
          <a:xfrm rot="0">
            <a:off x="3819525" y="4852987"/>
            <a:ext cx="38100" cy="39687"/>
          </a:xfrm>
          <a:custGeom>
            <a:avLst/>
            <a:ahLst/>
            <a:rect l="0" t="0" r="r" b="b"/>
            <a:pathLst>
              <a:path w="47" h="47">
                <a:moveTo>
                  <a:pt x="0" y="8"/>
                </a:moveTo>
                <a:lnTo>
                  <a:pt x="7" y="2"/>
                </a:lnTo>
                <a:lnTo>
                  <a:pt x="15" y="0"/>
                </a:lnTo>
                <a:lnTo>
                  <a:pt x="24" y="0"/>
                </a:lnTo>
                <a:lnTo>
                  <a:pt x="33" y="2"/>
                </a:lnTo>
                <a:lnTo>
                  <a:pt x="39" y="8"/>
                </a:lnTo>
                <a:lnTo>
                  <a:pt x="45" y="14"/>
                </a:lnTo>
                <a:lnTo>
                  <a:pt x="47" y="23"/>
                </a:lnTo>
                <a:lnTo>
                  <a:pt x="47" y="31"/>
                </a:lnTo>
                <a:lnTo>
                  <a:pt x="45" y="40"/>
                </a:lnTo>
                <a:lnTo>
                  <a:pt x="39" y="4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498" name=""/>
          <p:cNvSpPr/>
          <p:nvPr/>
        </p:nvSpPr>
        <p:spPr>
          <a:xfrm rot="0">
            <a:off x="2644775" y="5902325"/>
            <a:ext cx="44450" cy="23812"/>
          </a:xfrm>
          <a:custGeom>
            <a:avLst/>
            <a:ahLst/>
            <a:rect l="0" t="0" r="r" b="b"/>
            <a:pathLst>
              <a:path w="55" h="29">
                <a:moveTo>
                  <a:pt x="27" y="29"/>
                </a:move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  <a:lnTo>
                  <a:pt x="27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499" name=""/>
          <p:cNvSpPr/>
          <p:nvPr/>
        </p:nvSpPr>
        <p:spPr>
          <a:xfrm rot="0">
            <a:off x="2644775" y="5902325"/>
            <a:ext cx="44450" cy="23812"/>
          </a:xfrm>
          <a:custGeom>
            <a:avLst/>
            <a:ahLst/>
            <a:rect l="0" t="0" r="r" b="b"/>
            <a:pathLst>
              <a:path w="55" h="29">
                <a:moveTo>
                  <a:pt x="0" y="29"/>
                </a:move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00" name=""/>
          <p:cNvSpPr/>
          <p:nvPr/>
        </p:nvSpPr>
        <p:spPr>
          <a:xfrm rot="0">
            <a:off x="2644775" y="5926137"/>
            <a:ext cx="44450" cy="204787"/>
          </a:xfrm>
          <a:custGeom>
            <a:avLst/>
            <a:ahLst/>
            <a:rect l="0" t="0" r="r" b="b"/>
            <a:pathLst>
              <a:path w="55" h="221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221"/>
                </a:lnTo>
                <a:lnTo>
                  <a:pt x="27" y="221"/>
                </a:lnTo>
                <a:lnTo>
                  <a:pt x="55" y="221"/>
                </a:lnTo>
                <a:lnTo>
                  <a:pt x="5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01" name=""/>
          <p:cNvSpPr/>
          <p:nvPr/>
        </p:nvSpPr>
        <p:spPr>
          <a:xfrm rot="0">
            <a:off x="2644775" y="5926137"/>
            <a:ext cx="44450" cy="204787"/>
          </a:xfrm>
          <a:custGeom>
            <a:avLst/>
            <a:ahLst/>
            <a:rect l="0" t="0" r="r" b="b"/>
            <a:pathLst>
              <a:path w="55" h="221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221"/>
                </a:lnTo>
                <a:lnTo>
                  <a:pt x="27" y="221"/>
                </a:lnTo>
                <a:lnTo>
                  <a:pt x="55" y="221"/>
                </a:lnTo>
                <a:lnTo>
                  <a:pt x="5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02" name=""/>
          <p:cNvSpPr/>
          <p:nvPr/>
        </p:nvSpPr>
        <p:spPr>
          <a:xfrm rot="0">
            <a:off x="2644775" y="613092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9"/>
                </a:lnTo>
                <a:lnTo>
                  <a:pt x="50" y="16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3"/>
                </a:lnTo>
                <a:lnTo>
                  <a:pt x="4" y="16"/>
                </a:lnTo>
                <a:lnTo>
                  <a:pt x="1" y="9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03" name=""/>
          <p:cNvSpPr/>
          <p:nvPr/>
        </p:nvSpPr>
        <p:spPr>
          <a:xfrm rot="0">
            <a:off x="2644775" y="613092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9"/>
                </a:lnTo>
                <a:lnTo>
                  <a:pt x="50" y="16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3"/>
                </a:lnTo>
                <a:lnTo>
                  <a:pt x="4" y="16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04" name=""/>
          <p:cNvSpPr/>
          <p:nvPr/>
        </p:nvSpPr>
        <p:spPr>
          <a:xfrm rot="0">
            <a:off x="3068637" y="5462587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20" y="27"/>
                </a:moveTo>
                <a:lnTo>
                  <a:pt x="0" y="7"/>
                </a:lnTo>
                <a:lnTo>
                  <a:pt x="7" y="2"/>
                </a:lnTo>
                <a:lnTo>
                  <a:pt x="15" y="0"/>
                </a:lnTo>
                <a:lnTo>
                  <a:pt x="24" y="0"/>
                </a:lnTo>
                <a:lnTo>
                  <a:pt x="33" y="2"/>
                </a:lnTo>
                <a:lnTo>
                  <a:pt x="39" y="7"/>
                </a:lnTo>
                <a:lnTo>
                  <a:pt x="45" y="14"/>
                </a:lnTo>
                <a:lnTo>
                  <a:pt x="47" y="22"/>
                </a:lnTo>
                <a:lnTo>
                  <a:pt x="47" y="31"/>
                </a:lnTo>
                <a:lnTo>
                  <a:pt x="45" y="40"/>
                </a:lnTo>
                <a:lnTo>
                  <a:pt x="39" y="46"/>
                </a:lnTo>
                <a:lnTo>
                  <a:pt x="20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05" name=""/>
          <p:cNvSpPr/>
          <p:nvPr/>
        </p:nvSpPr>
        <p:spPr>
          <a:xfrm rot="0">
            <a:off x="3068637" y="5462587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0" y="7"/>
                </a:moveTo>
                <a:lnTo>
                  <a:pt x="7" y="2"/>
                </a:lnTo>
                <a:lnTo>
                  <a:pt x="15" y="0"/>
                </a:lnTo>
                <a:lnTo>
                  <a:pt x="24" y="0"/>
                </a:lnTo>
                <a:lnTo>
                  <a:pt x="33" y="2"/>
                </a:lnTo>
                <a:lnTo>
                  <a:pt x="39" y="7"/>
                </a:lnTo>
                <a:lnTo>
                  <a:pt x="45" y="14"/>
                </a:lnTo>
                <a:lnTo>
                  <a:pt x="47" y="22"/>
                </a:lnTo>
                <a:lnTo>
                  <a:pt x="47" y="31"/>
                </a:lnTo>
                <a:lnTo>
                  <a:pt x="45" y="40"/>
                </a:lnTo>
                <a:lnTo>
                  <a:pt x="39" y="4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06" name=""/>
          <p:cNvSpPr/>
          <p:nvPr/>
        </p:nvSpPr>
        <p:spPr>
          <a:xfrm rot="0">
            <a:off x="2651125" y="5470525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529" y="39"/>
                </a:moveTo>
                <a:lnTo>
                  <a:pt x="510" y="20"/>
                </a:lnTo>
                <a:lnTo>
                  <a:pt x="490" y="0"/>
                </a:lnTo>
                <a:lnTo>
                  <a:pt x="0" y="490"/>
                </a:lnTo>
                <a:lnTo>
                  <a:pt x="20" y="510"/>
                </a:lnTo>
                <a:lnTo>
                  <a:pt x="40" y="529"/>
                </a:lnTo>
                <a:lnTo>
                  <a:pt x="529" y="3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07" name=""/>
          <p:cNvSpPr/>
          <p:nvPr/>
        </p:nvSpPr>
        <p:spPr>
          <a:xfrm rot="0">
            <a:off x="2651125" y="5470525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529" y="39"/>
                </a:moveTo>
                <a:lnTo>
                  <a:pt x="510" y="20"/>
                </a:lnTo>
                <a:lnTo>
                  <a:pt x="490" y="0"/>
                </a:lnTo>
                <a:lnTo>
                  <a:pt x="0" y="490"/>
                </a:lnTo>
                <a:lnTo>
                  <a:pt x="20" y="510"/>
                </a:lnTo>
                <a:lnTo>
                  <a:pt x="40" y="529"/>
                </a:lnTo>
                <a:lnTo>
                  <a:pt x="529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08" name=""/>
          <p:cNvSpPr/>
          <p:nvPr/>
        </p:nvSpPr>
        <p:spPr>
          <a:xfrm rot="0">
            <a:off x="2644775" y="5910262"/>
            <a:ext cx="44450" cy="41275"/>
          </a:xfrm>
          <a:custGeom>
            <a:avLst/>
            <a:ahLst/>
            <a:rect l="0" t="0" r="r" b="b"/>
            <a:pathLst>
              <a:path w="47" h="47">
                <a:moveTo>
                  <a:pt x="27" y="20"/>
                </a:moveTo>
                <a:lnTo>
                  <a:pt x="47" y="39"/>
                </a:lnTo>
                <a:lnTo>
                  <a:pt x="40" y="45"/>
                </a:lnTo>
                <a:lnTo>
                  <a:pt x="31" y="47"/>
                </a:lnTo>
                <a:lnTo>
                  <a:pt x="23" y="47"/>
                </a:lnTo>
                <a:lnTo>
                  <a:pt x="14" y="45"/>
                </a:lnTo>
                <a:lnTo>
                  <a:pt x="7" y="39"/>
                </a:lnTo>
                <a:lnTo>
                  <a:pt x="2" y="33"/>
                </a:lnTo>
                <a:lnTo>
                  <a:pt x="0" y="24"/>
                </a:lnTo>
                <a:lnTo>
                  <a:pt x="0" y="15"/>
                </a:lnTo>
                <a:lnTo>
                  <a:pt x="2" y="7"/>
                </a:lnTo>
                <a:lnTo>
                  <a:pt x="7" y="0"/>
                </a:lnTo>
                <a:lnTo>
                  <a:pt x="27" y="2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09" name=""/>
          <p:cNvSpPr/>
          <p:nvPr/>
        </p:nvSpPr>
        <p:spPr>
          <a:xfrm rot="0">
            <a:off x="2644775" y="5910262"/>
            <a:ext cx="44450" cy="41275"/>
          </a:xfrm>
          <a:custGeom>
            <a:avLst/>
            <a:ahLst/>
            <a:rect l="0" t="0" r="r" b="b"/>
            <a:pathLst>
              <a:path w="47" h="47">
                <a:moveTo>
                  <a:pt x="47" y="39"/>
                </a:moveTo>
                <a:lnTo>
                  <a:pt x="40" y="45"/>
                </a:lnTo>
                <a:lnTo>
                  <a:pt x="31" y="47"/>
                </a:lnTo>
                <a:lnTo>
                  <a:pt x="23" y="47"/>
                </a:lnTo>
                <a:lnTo>
                  <a:pt x="14" y="45"/>
                </a:lnTo>
                <a:lnTo>
                  <a:pt x="7" y="39"/>
                </a:lnTo>
                <a:lnTo>
                  <a:pt x="2" y="33"/>
                </a:lnTo>
                <a:lnTo>
                  <a:pt x="0" y="24"/>
                </a:lnTo>
                <a:lnTo>
                  <a:pt x="0" y="15"/>
                </a:lnTo>
                <a:lnTo>
                  <a:pt x="2" y="7"/>
                </a:lnTo>
                <a:lnTo>
                  <a:pt x="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10" name=""/>
          <p:cNvSpPr/>
          <p:nvPr/>
        </p:nvSpPr>
        <p:spPr>
          <a:xfrm rot="0">
            <a:off x="3060700" y="5129212"/>
            <a:ext cx="46037" cy="23812"/>
          </a:xfrm>
          <a:custGeom>
            <a:avLst/>
            <a:ahLst/>
            <a:rect l="0" t="0" r="r" b="b"/>
            <a:pathLst>
              <a:path w="55" h="29">
                <a:moveTo>
                  <a:pt x="27" y="29"/>
                </a:move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7" y="0"/>
                </a:lnTo>
                <a:lnTo>
                  <a:pt x="35" y="3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  <a:lnTo>
                  <a:pt x="27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11" name=""/>
          <p:cNvSpPr/>
          <p:nvPr/>
        </p:nvSpPr>
        <p:spPr>
          <a:xfrm rot="0">
            <a:off x="3060700" y="5129212"/>
            <a:ext cx="46037" cy="23812"/>
          </a:xfrm>
          <a:custGeom>
            <a:avLst/>
            <a:ahLst/>
            <a:rect l="0" t="0" r="r" b="b"/>
            <a:pathLst>
              <a:path w="55" h="29">
                <a:moveTo>
                  <a:pt x="0" y="29"/>
                </a:moveTo>
                <a:lnTo>
                  <a:pt x="1" y="20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7" y="0"/>
                </a:lnTo>
                <a:lnTo>
                  <a:pt x="35" y="3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12" name=""/>
          <p:cNvSpPr/>
          <p:nvPr/>
        </p:nvSpPr>
        <p:spPr>
          <a:xfrm rot="0">
            <a:off x="3060700" y="5153025"/>
            <a:ext cx="46037" cy="334962"/>
          </a:xfrm>
          <a:custGeom>
            <a:avLst/>
            <a:ahLst/>
            <a:rect l="0" t="0" r="r" b="b"/>
            <a:pathLst>
              <a:path w="55" h="367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13" name=""/>
          <p:cNvSpPr/>
          <p:nvPr/>
        </p:nvSpPr>
        <p:spPr>
          <a:xfrm rot="0">
            <a:off x="3060700" y="5153025"/>
            <a:ext cx="46037" cy="334962"/>
          </a:xfrm>
          <a:custGeom>
            <a:avLst/>
            <a:ahLst/>
            <a:rect l="0" t="0" r="r" b="b"/>
            <a:pathLst>
              <a:path w="55" h="367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14" name=""/>
          <p:cNvSpPr/>
          <p:nvPr/>
        </p:nvSpPr>
        <p:spPr>
          <a:xfrm rot="0">
            <a:off x="3060700" y="5487987"/>
            <a:ext cx="46037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8"/>
                </a:lnTo>
                <a:lnTo>
                  <a:pt x="50" y="16"/>
                </a:lnTo>
                <a:lnTo>
                  <a:pt x="43" y="23"/>
                </a:lnTo>
                <a:lnTo>
                  <a:pt x="35" y="26"/>
                </a:lnTo>
                <a:lnTo>
                  <a:pt x="27" y="27"/>
                </a:lnTo>
                <a:lnTo>
                  <a:pt x="18" y="26"/>
                </a:lnTo>
                <a:lnTo>
                  <a:pt x="10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15" name=""/>
          <p:cNvSpPr/>
          <p:nvPr/>
        </p:nvSpPr>
        <p:spPr>
          <a:xfrm rot="0">
            <a:off x="3060700" y="5487987"/>
            <a:ext cx="46037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8"/>
                </a:lnTo>
                <a:lnTo>
                  <a:pt x="50" y="16"/>
                </a:lnTo>
                <a:lnTo>
                  <a:pt x="43" y="23"/>
                </a:lnTo>
                <a:lnTo>
                  <a:pt x="35" y="26"/>
                </a:lnTo>
                <a:lnTo>
                  <a:pt x="27" y="27"/>
                </a:lnTo>
                <a:lnTo>
                  <a:pt x="18" y="26"/>
                </a:lnTo>
                <a:lnTo>
                  <a:pt x="10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16" name=""/>
          <p:cNvSpPr/>
          <p:nvPr/>
        </p:nvSpPr>
        <p:spPr>
          <a:xfrm rot="0">
            <a:off x="2644775" y="5576887"/>
            <a:ext cx="44450" cy="49212"/>
          </a:xfrm>
          <a:custGeom>
            <a:avLst/>
            <a:ahLst/>
            <a:rect l="0" t="0" r="r" b="b"/>
            <a:pathLst>
              <a:path w="47" h="47">
                <a:moveTo>
                  <a:pt x="27" y="19"/>
                </a:moveTo>
                <a:lnTo>
                  <a:pt x="47" y="39"/>
                </a:lnTo>
                <a:lnTo>
                  <a:pt x="40" y="44"/>
                </a:lnTo>
                <a:lnTo>
                  <a:pt x="31" y="47"/>
                </a:lnTo>
                <a:lnTo>
                  <a:pt x="23" y="47"/>
                </a:lnTo>
                <a:lnTo>
                  <a:pt x="14" y="44"/>
                </a:lnTo>
                <a:lnTo>
                  <a:pt x="7" y="39"/>
                </a:lnTo>
                <a:lnTo>
                  <a:pt x="2" y="32"/>
                </a:lnTo>
                <a:lnTo>
                  <a:pt x="0" y="24"/>
                </a:lnTo>
                <a:lnTo>
                  <a:pt x="0" y="15"/>
                </a:lnTo>
                <a:lnTo>
                  <a:pt x="2" y="6"/>
                </a:lnTo>
                <a:lnTo>
                  <a:pt x="7" y="0"/>
                </a:lnTo>
                <a:lnTo>
                  <a:pt x="27" y="1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17" name=""/>
          <p:cNvSpPr/>
          <p:nvPr/>
        </p:nvSpPr>
        <p:spPr>
          <a:xfrm rot="0">
            <a:off x="2644775" y="5576887"/>
            <a:ext cx="44450" cy="49212"/>
          </a:xfrm>
          <a:custGeom>
            <a:avLst/>
            <a:ahLst/>
            <a:rect l="0" t="0" r="r" b="b"/>
            <a:pathLst>
              <a:path w="47" h="47">
                <a:moveTo>
                  <a:pt x="47" y="39"/>
                </a:moveTo>
                <a:lnTo>
                  <a:pt x="40" y="44"/>
                </a:lnTo>
                <a:lnTo>
                  <a:pt x="31" y="47"/>
                </a:lnTo>
                <a:lnTo>
                  <a:pt x="23" y="47"/>
                </a:lnTo>
                <a:lnTo>
                  <a:pt x="14" y="44"/>
                </a:lnTo>
                <a:lnTo>
                  <a:pt x="7" y="39"/>
                </a:lnTo>
                <a:lnTo>
                  <a:pt x="2" y="32"/>
                </a:lnTo>
                <a:lnTo>
                  <a:pt x="0" y="24"/>
                </a:lnTo>
                <a:lnTo>
                  <a:pt x="0" y="15"/>
                </a:lnTo>
                <a:lnTo>
                  <a:pt x="2" y="6"/>
                </a:lnTo>
                <a:lnTo>
                  <a:pt x="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18" name=""/>
          <p:cNvSpPr/>
          <p:nvPr/>
        </p:nvSpPr>
        <p:spPr>
          <a:xfrm rot="0">
            <a:off x="2651125" y="5137150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0" y="490"/>
                </a:moveTo>
                <a:lnTo>
                  <a:pt x="20" y="509"/>
                </a:lnTo>
                <a:lnTo>
                  <a:pt x="40" y="529"/>
                </a:lnTo>
                <a:lnTo>
                  <a:pt x="529" y="39"/>
                </a:lnTo>
                <a:lnTo>
                  <a:pt x="510" y="20"/>
                </a:lnTo>
                <a:lnTo>
                  <a:pt x="490" y="0"/>
                </a:lnTo>
                <a:lnTo>
                  <a:pt x="0" y="49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19" name=""/>
          <p:cNvSpPr/>
          <p:nvPr/>
        </p:nvSpPr>
        <p:spPr>
          <a:xfrm rot="0">
            <a:off x="2651125" y="5137150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0" y="490"/>
                </a:moveTo>
                <a:lnTo>
                  <a:pt x="20" y="509"/>
                </a:lnTo>
                <a:lnTo>
                  <a:pt x="40" y="529"/>
                </a:lnTo>
                <a:lnTo>
                  <a:pt x="529" y="39"/>
                </a:lnTo>
                <a:lnTo>
                  <a:pt x="510" y="20"/>
                </a:lnTo>
                <a:lnTo>
                  <a:pt x="490" y="0"/>
                </a:lnTo>
                <a:lnTo>
                  <a:pt x="0" y="49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20" name=""/>
          <p:cNvSpPr/>
          <p:nvPr/>
        </p:nvSpPr>
        <p:spPr>
          <a:xfrm rot="0">
            <a:off x="3068637" y="51292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0" y="28"/>
                </a:moveTo>
                <a:lnTo>
                  <a:pt x="0" y="8"/>
                </a:lnTo>
                <a:lnTo>
                  <a:pt x="7" y="3"/>
                </a:lnTo>
                <a:lnTo>
                  <a:pt x="15" y="0"/>
                </a:lnTo>
                <a:lnTo>
                  <a:pt x="24" y="0"/>
                </a:lnTo>
                <a:lnTo>
                  <a:pt x="33" y="3"/>
                </a:lnTo>
                <a:lnTo>
                  <a:pt x="39" y="8"/>
                </a:lnTo>
                <a:lnTo>
                  <a:pt x="45" y="15"/>
                </a:lnTo>
                <a:lnTo>
                  <a:pt x="47" y="23"/>
                </a:lnTo>
                <a:lnTo>
                  <a:pt x="47" y="32"/>
                </a:lnTo>
                <a:lnTo>
                  <a:pt x="45" y="41"/>
                </a:lnTo>
                <a:lnTo>
                  <a:pt x="39" y="47"/>
                </a:lnTo>
                <a:lnTo>
                  <a:pt x="20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21" name=""/>
          <p:cNvSpPr/>
          <p:nvPr/>
        </p:nvSpPr>
        <p:spPr>
          <a:xfrm rot="0">
            <a:off x="3068637" y="51292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0" y="8"/>
                </a:moveTo>
                <a:lnTo>
                  <a:pt x="7" y="3"/>
                </a:lnTo>
                <a:lnTo>
                  <a:pt x="15" y="0"/>
                </a:lnTo>
                <a:lnTo>
                  <a:pt x="24" y="0"/>
                </a:lnTo>
                <a:lnTo>
                  <a:pt x="33" y="3"/>
                </a:lnTo>
                <a:lnTo>
                  <a:pt x="39" y="8"/>
                </a:lnTo>
                <a:lnTo>
                  <a:pt x="45" y="15"/>
                </a:lnTo>
                <a:lnTo>
                  <a:pt x="47" y="23"/>
                </a:lnTo>
                <a:lnTo>
                  <a:pt x="47" y="32"/>
                </a:lnTo>
                <a:lnTo>
                  <a:pt x="45" y="41"/>
                </a:lnTo>
                <a:lnTo>
                  <a:pt x="39" y="4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22" name=""/>
          <p:cNvSpPr/>
          <p:nvPr/>
        </p:nvSpPr>
        <p:spPr>
          <a:xfrm rot="0">
            <a:off x="2644775" y="4852987"/>
            <a:ext cx="44450" cy="23812"/>
          </a:xfrm>
          <a:custGeom>
            <a:avLst/>
            <a:ahLst/>
            <a:rect l="0" t="0" r="r" b="b"/>
            <a:pathLst>
              <a:path w="55" h="28">
                <a:moveTo>
                  <a:pt x="27" y="28"/>
                </a:move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23" name=""/>
          <p:cNvSpPr/>
          <p:nvPr/>
        </p:nvSpPr>
        <p:spPr>
          <a:xfrm rot="0">
            <a:off x="2644775" y="4852987"/>
            <a:ext cx="44450" cy="23812"/>
          </a:xfrm>
          <a:custGeom>
            <a:avLst/>
            <a:ahLst/>
            <a:rect l="0" t="0" r="r" b="b"/>
            <a:pathLst>
              <a:path w="55" h="28">
                <a:moveTo>
                  <a:pt x="0" y="28"/>
                </a:move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24" name=""/>
          <p:cNvSpPr/>
          <p:nvPr/>
        </p:nvSpPr>
        <p:spPr>
          <a:xfrm rot="0">
            <a:off x="2644775" y="4876800"/>
            <a:ext cx="44450" cy="723900"/>
          </a:xfrm>
          <a:custGeom>
            <a:avLst/>
            <a:ahLst/>
            <a:rect l="0" t="0" r="r" b="b"/>
            <a:pathLst>
              <a:path w="55" h="798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798"/>
                </a:lnTo>
                <a:lnTo>
                  <a:pt x="27" y="798"/>
                </a:lnTo>
                <a:lnTo>
                  <a:pt x="55" y="798"/>
                </a:lnTo>
                <a:lnTo>
                  <a:pt x="5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25" name=""/>
          <p:cNvSpPr/>
          <p:nvPr/>
        </p:nvSpPr>
        <p:spPr>
          <a:xfrm rot="0">
            <a:off x="2644775" y="4876800"/>
            <a:ext cx="44450" cy="723900"/>
          </a:xfrm>
          <a:custGeom>
            <a:avLst/>
            <a:ahLst/>
            <a:rect l="0" t="0" r="r" b="b"/>
            <a:pathLst>
              <a:path w="55" h="798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798"/>
                </a:lnTo>
                <a:lnTo>
                  <a:pt x="27" y="798"/>
                </a:lnTo>
                <a:lnTo>
                  <a:pt x="55" y="798"/>
                </a:lnTo>
                <a:lnTo>
                  <a:pt x="5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26" name=""/>
          <p:cNvSpPr/>
          <p:nvPr/>
        </p:nvSpPr>
        <p:spPr>
          <a:xfrm rot="0">
            <a:off x="2644775" y="5600700"/>
            <a:ext cx="44450" cy="25400"/>
          </a:xfrm>
          <a:custGeom>
            <a:avLst/>
            <a:ahLst/>
            <a:rect l="0" t="0" r="r" b="b"/>
            <a:pathLst>
              <a:path w="55" h="28">
                <a:moveTo>
                  <a:pt x="27" y="0"/>
                </a:moveTo>
                <a:lnTo>
                  <a:pt x="55" y="0"/>
                </a:lnTo>
                <a:lnTo>
                  <a:pt x="53" y="9"/>
                </a:lnTo>
                <a:lnTo>
                  <a:pt x="50" y="17"/>
                </a:lnTo>
                <a:lnTo>
                  <a:pt x="43" y="23"/>
                </a:lnTo>
                <a:lnTo>
                  <a:pt x="36" y="27"/>
                </a:lnTo>
                <a:lnTo>
                  <a:pt x="27" y="28"/>
                </a:lnTo>
                <a:lnTo>
                  <a:pt x="18" y="27"/>
                </a:lnTo>
                <a:lnTo>
                  <a:pt x="11" y="23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27" name=""/>
          <p:cNvSpPr/>
          <p:nvPr/>
        </p:nvSpPr>
        <p:spPr>
          <a:xfrm rot="0">
            <a:off x="2644775" y="5600700"/>
            <a:ext cx="44450" cy="25400"/>
          </a:xfrm>
          <a:custGeom>
            <a:avLst/>
            <a:ahLst/>
            <a:rect l="0" t="0" r="r" b="b"/>
            <a:pathLst>
              <a:path w="55" h="28">
                <a:moveTo>
                  <a:pt x="55" y="0"/>
                </a:moveTo>
                <a:lnTo>
                  <a:pt x="53" y="9"/>
                </a:lnTo>
                <a:lnTo>
                  <a:pt x="50" y="17"/>
                </a:lnTo>
                <a:lnTo>
                  <a:pt x="43" y="23"/>
                </a:lnTo>
                <a:lnTo>
                  <a:pt x="36" y="27"/>
                </a:lnTo>
                <a:lnTo>
                  <a:pt x="27" y="28"/>
                </a:lnTo>
                <a:lnTo>
                  <a:pt x="18" y="27"/>
                </a:lnTo>
                <a:lnTo>
                  <a:pt x="11" y="23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28" name=""/>
          <p:cNvSpPr/>
          <p:nvPr/>
        </p:nvSpPr>
        <p:spPr>
          <a:xfrm rot="0">
            <a:off x="2651125" y="591026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0" y="20"/>
                </a:moveTo>
                <a:lnTo>
                  <a:pt x="40" y="0"/>
                </a:lnTo>
                <a:lnTo>
                  <a:pt x="45" y="7"/>
                </a:lnTo>
                <a:lnTo>
                  <a:pt x="47" y="15"/>
                </a:lnTo>
                <a:lnTo>
                  <a:pt x="47" y="24"/>
                </a:lnTo>
                <a:lnTo>
                  <a:pt x="45" y="33"/>
                </a:lnTo>
                <a:lnTo>
                  <a:pt x="40" y="39"/>
                </a:lnTo>
                <a:lnTo>
                  <a:pt x="33" y="45"/>
                </a:lnTo>
                <a:lnTo>
                  <a:pt x="24" y="47"/>
                </a:lnTo>
                <a:lnTo>
                  <a:pt x="16" y="47"/>
                </a:lnTo>
                <a:lnTo>
                  <a:pt x="7" y="45"/>
                </a:lnTo>
                <a:lnTo>
                  <a:pt x="0" y="39"/>
                </a:lnTo>
                <a:lnTo>
                  <a:pt x="20" y="2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29" name=""/>
          <p:cNvSpPr/>
          <p:nvPr/>
        </p:nvSpPr>
        <p:spPr>
          <a:xfrm rot="0">
            <a:off x="2651125" y="591026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40" y="0"/>
                </a:moveTo>
                <a:lnTo>
                  <a:pt x="45" y="7"/>
                </a:lnTo>
                <a:lnTo>
                  <a:pt x="47" y="15"/>
                </a:lnTo>
                <a:lnTo>
                  <a:pt x="47" y="24"/>
                </a:lnTo>
                <a:lnTo>
                  <a:pt x="45" y="33"/>
                </a:lnTo>
                <a:lnTo>
                  <a:pt x="40" y="39"/>
                </a:lnTo>
                <a:lnTo>
                  <a:pt x="33" y="45"/>
                </a:lnTo>
                <a:lnTo>
                  <a:pt x="24" y="47"/>
                </a:lnTo>
                <a:lnTo>
                  <a:pt x="16" y="47"/>
                </a:lnTo>
                <a:lnTo>
                  <a:pt x="7" y="45"/>
                </a:lnTo>
                <a:lnTo>
                  <a:pt x="0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30" name=""/>
          <p:cNvSpPr/>
          <p:nvPr/>
        </p:nvSpPr>
        <p:spPr>
          <a:xfrm rot="0">
            <a:off x="2241550" y="5470525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489" y="529"/>
                </a:moveTo>
                <a:lnTo>
                  <a:pt x="509" y="510"/>
                </a:lnTo>
                <a:lnTo>
                  <a:pt x="529" y="490"/>
                </a:lnTo>
                <a:lnTo>
                  <a:pt x="39" y="0"/>
                </a:lnTo>
                <a:lnTo>
                  <a:pt x="19" y="20"/>
                </a:lnTo>
                <a:lnTo>
                  <a:pt x="0" y="39"/>
                </a:lnTo>
                <a:lnTo>
                  <a:pt x="489" y="5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31" name=""/>
          <p:cNvSpPr/>
          <p:nvPr/>
        </p:nvSpPr>
        <p:spPr>
          <a:xfrm rot="0">
            <a:off x="2241550" y="5470525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489" y="529"/>
                </a:moveTo>
                <a:lnTo>
                  <a:pt x="509" y="510"/>
                </a:lnTo>
                <a:lnTo>
                  <a:pt x="529" y="490"/>
                </a:lnTo>
                <a:lnTo>
                  <a:pt x="39" y="0"/>
                </a:lnTo>
                <a:lnTo>
                  <a:pt x="19" y="20"/>
                </a:lnTo>
                <a:lnTo>
                  <a:pt x="0" y="39"/>
                </a:lnTo>
                <a:lnTo>
                  <a:pt x="489" y="5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32" name=""/>
          <p:cNvSpPr/>
          <p:nvPr/>
        </p:nvSpPr>
        <p:spPr>
          <a:xfrm rot="0">
            <a:off x="2235200" y="5462587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27" y="27"/>
                </a:moveTo>
                <a:lnTo>
                  <a:pt x="8" y="46"/>
                </a:lnTo>
                <a:lnTo>
                  <a:pt x="2" y="40"/>
                </a:lnTo>
                <a:lnTo>
                  <a:pt x="0" y="31"/>
                </a:lnTo>
                <a:lnTo>
                  <a:pt x="0" y="22"/>
                </a:lnTo>
                <a:lnTo>
                  <a:pt x="2" y="14"/>
                </a:lnTo>
                <a:lnTo>
                  <a:pt x="8" y="7"/>
                </a:lnTo>
                <a:lnTo>
                  <a:pt x="14" y="2"/>
                </a:lnTo>
                <a:lnTo>
                  <a:pt x="23" y="0"/>
                </a:lnTo>
                <a:lnTo>
                  <a:pt x="32" y="0"/>
                </a:lnTo>
                <a:lnTo>
                  <a:pt x="40" y="2"/>
                </a:lnTo>
                <a:lnTo>
                  <a:pt x="47" y="7"/>
                </a:lnTo>
                <a:lnTo>
                  <a:pt x="27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33" name=""/>
          <p:cNvSpPr/>
          <p:nvPr/>
        </p:nvSpPr>
        <p:spPr>
          <a:xfrm rot="0">
            <a:off x="2235200" y="5462587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8" y="46"/>
                </a:moveTo>
                <a:lnTo>
                  <a:pt x="2" y="40"/>
                </a:lnTo>
                <a:lnTo>
                  <a:pt x="0" y="31"/>
                </a:lnTo>
                <a:lnTo>
                  <a:pt x="0" y="22"/>
                </a:lnTo>
                <a:lnTo>
                  <a:pt x="2" y="14"/>
                </a:lnTo>
                <a:lnTo>
                  <a:pt x="8" y="7"/>
                </a:lnTo>
                <a:lnTo>
                  <a:pt x="14" y="2"/>
                </a:lnTo>
                <a:lnTo>
                  <a:pt x="23" y="0"/>
                </a:lnTo>
                <a:lnTo>
                  <a:pt x="32" y="0"/>
                </a:lnTo>
                <a:lnTo>
                  <a:pt x="40" y="2"/>
                </a:lnTo>
                <a:lnTo>
                  <a:pt x="47" y="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34" name=""/>
          <p:cNvSpPr/>
          <p:nvPr/>
        </p:nvSpPr>
        <p:spPr>
          <a:xfrm rot="0">
            <a:off x="1476375" y="4852987"/>
            <a:ext cx="46037" cy="39687"/>
          </a:xfrm>
          <a:custGeom>
            <a:avLst/>
            <a:ahLst/>
            <a:rect l="0" t="0" r="r" b="b"/>
            <a:pathLst>
              <a:path w="47" h="47">
                <a:moveTo>
                  <a:pt x="27" y="27"/>
                </a:moveTo>
                <a:lnTo>
                  <a:pt x="8" y="47"/>
                </a:lnTo>
                <a:lnTo>
                  <a:pt x="2" y="40"/>
                </a:lnTo>
                <a:lnTo>
                  <a:pt x="0" y="31"/>
                </a:lnTo>
                <a:lnTo>
                  <a:pt x="0" y="23"/>
                </a:lnTo>
                <a:lnTo>
                  <a:pt x="2" y="14"/>
                </a:lnTo>
                <a:lnTo>
                  <a:pt x="8" y="8"/>
                </a:lnTo>
                <a:lnTo>
                  <a:pt x="14" y="2"/>
                </a:lnTo>
                <a:lnTo>
                  <a:pt x="23" y="0"/>
                </a:lnTo>
                <a:lnTo>
                  <a:pt x="32" y="0"/>
                </a:lnTo>
                <a:lnTo>
                  <a:pt x="40" y="2"/>
                </a:lnTo>
                <a:lnTo>
                  <a:pt x="47" y="8"/>
                </a:lnTo>
                <a:lnTo>
                  <a:pt x="27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35" name=""/>
          <p:cNvSpPr/>
          <p:nvPr/>
        </p:nvSpPr>
        <p:spPr>
          <a:xfrm rot="0">
            <a:off x="1476375" y="4852987"/>
            <a:ext cx="46037" cy="39687"/>
          </a:xfrm>
          <a:custGeom>
            <a:avLst/>
            <a:ahLst/>
            <a:rect l="0" t="0" r="r" b="b"/>
            <a:pathLst>
              <a:path w="47" h="47">
                <a:moveTo>
                  <a:pt x="8" y="47"/>
                </a:moveTo>
                <a:lnTo>
                  <a:pt x="2" y="40"/>
                </a:lnTo>
                <a:lnTo>
                  <a:pt x="0" y="31"/>
                </a:lnTo>
                <a:lnTo>
                  <a:pt x="0" y="23"/>
                </a:lnTo>
                <a:lnTo>
                  <a:pt x="2" y="14"/>
                </a:lnTo>
                <a:lnTo>
                  <a:pt x="8" y="8"/>
                </a:lnTo>
                <a:lnTo>
                  <a:pt x="14" y="2"/>
                </a:lnTo>
                <a:lnTo>
                  <a:pt x="23" y="0"/>
                </a:lnTo>
                <a:lnTo>
                  <a:pt x="32" y="0"/>
                </a:lnTo>
                <a:lnTo>
                  <a:pt x="40" y="2"/>
                </a:lnTo>
                <a:lnTo>
                  <a:pt x="47" y="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536" name=""/>
          <p:cNvSpPr/>
          <p:nvPr/>
        </p:nvSpPr>
        <p:spPr>
          <a:xfrm rot="0">
            <a:off x="1484312" y="4860925"/>
            <a:ext cx="1204912" cy="1285875"/>
          </a:xfrm>
          <a:custGeom>
            <a:avLst/>
            <a:ahLst/>
            <a:rect l="0" t="0" r="r" b="b"/>
            <a:pathLst>
              <a:path w="1424" h="1426">
                <a:moveTo>
                  <a:pt x="39" y="0"/>
                </a:moveTo>
                <a:lnTo>
                  <a:pt x="19" y="19"/>
                </a:lnTo>
                <a:lnTo>
                  <a:pt x="0" y="39"/>
                </a:lnTo>
                <a:lnTo>
                  <a:pt x="1384" y="1426"/>
                </a:lnTo>
                <a:lnTo>
                  <a:pt x="1404" y="1406"/>
                </a:lnTo>
                <a:lnTo>
                  <a:pt x="1424" y="1387"/>
                </a:lnTo>
                <a:lnTo>
                  <a:pt x="39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grpSp>
        <p:nvGrpSpPr>
          <p:cNvPr id="230" name=""/>
          <p:cNvGrpSpPr/>
          <p:nvPr/>
        </p:nvGrpSpPr>
        <p:grpSpPr>
          <a:xfrm rot="0">
            <a:off x="1484312" y="3606800"/>
            <a:ext cx="2365375" cy="2540000"/>
            <a:chOff x="935" y="2272"/>
            <a:chExt cx="1490" cy="1600"/>
          </a:xfrm>
        </p:grpSpPr>
        <p:sp>
          <p:nvSpPr>
            <p:cNvPr id="1067537" name=""/>
            <p:cNvSpPr/>
            <p:nvPr/>
          </p:nvSpPr>
          <p:spPr>
            <a:xfrm rot="0">
              <a:off x="935" y="2272"/>
              <a:ext cx="759" cy="810"/>
            </a:xfrm>
            <a:custGeom>
              <a:avLst/>
              <a:ahLst/>
              <a:rect l="0" t="0" r="r" b="b"/>
              <a:pathLst>
                <a:path w="1424" h="1425">
                  <a:moveTo>
                    <a:pt x="1424" y="39"/>
                  </a:moveTo>
                  <a:lnTo>
                    <a:pt x="1404" y="19"/>
                  </a:lnTo>
                  <a:lnTo>
                    <a:pt x="1384" y="0"/>
                  </a:lnTo>
                  <a:lnTo>
                    <a:pt x="0" y="1386"/>
                  </a:lnTo>
                  <a:lnTo>
                    <a:pt x="19" y="1405"/>
                  </a:lnTo>
                  <a:lnTo>
                    <a:pt x="39" y="1425"/>
                  </a:lnTo>
                  <a:lnTo>
                    <a:pt x="1424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538" name=""/>
            <p:cNvSpPr/>
            <p:nvPr/>
          </p:nvSpPr>
          <p:spPr>
            <a:xfrm rot="0">
              <a:off x="1670" y="2272"/>
              <a:ext cx="755" cy="810"/>
            </a:xfrm>
            <a:custGeom>
              <a:avLst/>
              <a:ahLst/>
              <a:rect l="0" t="0" r="r" b="b"/>
              <a:pathLst>
                <a:path w="1424" h="1425">
                  <a:moveTo>
                    <a:pt x="1385" y="1425"/>
                  </a:moveTo>
                  <a:lnTo>
                    <a:pt x="1405" y="1405"/>
                  </a:lnTo>
                  <a:lnTo>
                    <a:pt x="1424" y="1386"/>
                  </a:lnTo>
                  <a:lnTo>
                    <a:pt x="40" y="0"/>
                  </a:lnTo>
                  <a:lnTo>
                    <a:pt x="20" y="19"/>
                  </a:lnTo>
                  <a:lnTo>
                    <a:pt x="0" y="39"/>
                  </a:lnTo>
                  <a:lnTo>
                    <a:pt x="1385" y="14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539" name=""/>
            <p:cNvSpPr/>
            <p:nvPr/>
          </p:nvSpPr>
          <p:spPr>
            <a:xfrm rot="0">
              <a:off x="1670" y="3062"/>
              <a:ext cx="755" cy="809"/>
            </a:xfrm>
            <a:custGeom>
              <a:avLst/>
              <a:ahLst/>
              <a:rect l="0" t="0" r="r" b="b"/>
              <a:pathLst>
                <a:path w="1424" h="1426">
                  <a:moveTo>
                    <a:pt x="0" y="1387"/>
                  </a:moveTo>
                  <a:lnTo>
                    <a:pt x="20" y="1406"/>
                  </a:lnTo>
                  <a:lnTo>
                    <a:pt x="40" y="1426"/>
                  </a:lnTo>
                  <a:lnTo>
                    <a:pt x="1424" y="39"/>
                  </a:lnTo>
                  <a:lnTo>
                    <a:pt x="1405" y="19"/>
                  </a:lnTo>
                  <a:lnTo>
                    <a:pt x="1385" y="0"/>
                  </a:lnTo>
                  <a:lnTo>
                    <a:pt x="0" y="13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540" name=""/>
            <p:cNvSpPr/>
            <p:nvPr/>
          </p:nvSpPr>
          <p:spPr>
            <a:xfrm rot="0">
              <a:off x="935" y="3062"/>
              <a:ext cx="759" cy="810"/>
            </a:xfrm>
            <a:custGeom>
              <a:avLst/>
              <a:ahLst/>
              <a:rect l="0" t="0" r="r" b="b"/>
              <a:pathLst>
                <a:path w="1424" h="1426">
                  <a:moveTo>
                    <a:pt x="39" y="0"/>
                  </a:moveTo>
                  <a:lnTo>
                    <a:pt x="19" y="19"/>
                  </a:lnTo>
                  <a:lnTo>
                    <a:pt x="0" y="39"/>
                  </a:lnTo>
                  <a:lnTo>
                    <a:pt x="1384" y="1426"/>
                  </a:lnTo>
                  <a:lnTo>
                    <a:pt x="1404" y="1406"/>
                  </a:lnTo>
                  <a:lnTo>
                    <a:pt x="1424" y="1387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7541" name=""/>
          <p:cNvSpPr/>
          <p:nvPr/>
        </p:nvSpPr>
        <p:spPr>
          <a:xfrm rot="0">
            <a:off x="2651125" y="6113462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20" y="19"/>
                </a:moveTo>
                <a:lnTo>
                  <a:pt x="40" y="0"/>
                </a:lnTo>
                <a:lnTo>
                  <a:pt x="45" y="6"/>
                </a:lnTo>
                <a:lnTo>
                  <a:pt x="47" y="15"/>
                </a:lnTo>
                <a:lnTo>
                  <a:pt x="47" y="23"/>
                </a:lnTo>
                <a:lnTo>
                  <a:pt x="45" y="32"/>
                </a:lnTo>
                <a:lnTo>
                  <a:pt x="40" y="39"/>
                </a:lnTo>
                <a:lnTo>
                  <a:pt x="33" y="44"/>
                </a:lnTo>
                <a:lnTo>
                  <a:pt x="24" y="46"/>
                </a:lnTo>
                <a:lnTo>
                  <a:pt x="16" y="46"/>
                </a:lnTo>
                <a:lnTo>
                  <a:pt x="7" y="44"/>
                </a:lnTo>
                <a:lnTo>
                  <a:pt x="0" y="39"/>
                </a:lnTo>
                <a:lnTo>
                  <a:pt x="20" y="1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42" name=""/>
          <p:cNvSpPr/>
          <p:nvPr/>
        </p:nvSpPr>
        <p:spPr>
          <a:xfrm rot="0">
            <a:off x="2651125" y="6113462"/>
            <a:ext cx="38100" cy="41275"/>
          </a:xfrm>
          <a:custGeom>
            <a:avLst/>
            <a:ahLst/>
            <a:rect l="0" t="0" r="r" b="b"/>
            <a:pathLst>
              <a:path w="47" h="46">
                <a:moveTo>
                  <a:pt x="40" y="0"/>
                </a:moveTo>
                <a:lnTo>
                  <a:pt x="45" y="6"/>
                </a:lnTo>
                <a:lnTo>
                  <a:pt x="47" y="15"/>
                </a:lnTo>
                <a:lnTo>
                  <a:pt x="47" y="23"/>
                </a:lnTo>
                <a:lnTo>
                  <a:pt x="45" y="32"/>
                </a:lnTo>
                <a:lnTo>
                  <a:pt x="40" y="39"/>
                </a:lnTo>
                <a:lnTo>
                  <a:pt x="33" y="44"/>
                </a:lnTo>
                <a:lnTo>
                  <a:pt x="24" y="46"/>
                </a:lnTo>
                <a:lnTo>
                  <a:pt x="16" y="46"/>
                </a:lnTo>
                <a:lnTo>
                  <a:pt x="7" y="44"/>
                </a:lnTo>
                <a:lnTo>
                  <a:pt x="0" y="3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543" name=""/>
          <p:cNvSpPr/>
          <p:nvPr/>
        </p:nvSpPr>
        <p:spPr>
          <a:xfrm rot="0">
            <a:off x="2235200" y="51292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27" y="28"/>
                </a:moveTo>
                <a:lnTo>
                  <a:pt x="8" y="47"/>
                </a:lnTo>
                <a:lnTo>
                  <a:pt x="2" y="41"/>
                </a:lnTo>
                <a:lnTo>
                  <a:pt x="0" y="32"/>
                </a:lnTo>
                <a:lnTo>
                  <a:pt x="0" y="23"/>
                </a:lnTo>
                <a:lnTo>
                  <a:pt x="2" y="15"/>
                </a:lnTo>
                <a:lnTo>
                  <a:pt x="8" y="8"/>
                </a:lnTo>
                <a:lnTo>
                  <a:pt x="14" y="3"/>
                </a:lnTo>
                <a:lnTo>
                  <a:pt x="23" y="0"/>
                </a:lnTo>
                <a:lnTo>
                  <a:pt x="32" y="0"/>
                </a:lnTo>
                <a:lnTo>
                  <a:pt x="40" y="3"/>
                </a:lnTo>
                <a:lnTo>
                  <a:pt x="47" y="8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44" name=""/>
          <p:cNvSpPr/>
          <p:nvPr/>
        </p:nvSpPr>
        <p:spPr>
          <a:xfrm rot="0">
            <a:off x="2235200" y="5129212"/>
            <a:ext cx="38100" cy="41275"/>
          </a:xfrm>
          <a:custGeom>
            <a:avLst/>
            <a:ahLst/>
            <a:rect l="0" t="0" r="r" b="b"/>
            <a:pathLst>
              <a:path w="47" h="47">
                <a:moveTo>
                  <a:pt x="8" y="47"/>
                </a:moveTo>
                <a:lnTo>
                  <a:pt x="2" y="41"/>
                </a:lnTo>
                <a:lnTo>
                  <a:pt x="0" y="32"/>
                </a:lnTo>
                <a:lnTo>
                  <a:pt x="0" y="23"/>
                </a:lnTo>
                <a:lnTo>
                  <a:pt x="2" y="15"/>
                </a:lnTo>
                <a:lnTo>
                  <a:pt x="8" y="8"/>
                </a:lnTo>
                <a:lnTo>
                  <a:pt x="14" y="3"/>
                </a:lnTo>
                <a:lnTo>
                  <a:pt x="23" y="0"/>
                </a:lnTo>
                <a:lnTo>
                  <a:pt x="32" y="0"/>
                </a:lnTo>
                <a:lnTo>
                  <a:pt x="40" y="3"/>
                </a:lnTo>
                <a:lnTo>
                  <a:pt x="47" y="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45" name=""/>
          <p:cNvSpPr/>
          <p:nvPr/>
        </p:nvSpPr>
        <p:spPr>
          <a:xfrm rot="0">
            <a:off x="2241550" y="5137150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39" y="0"/>
                </a:moveTo>
                <a:lnTo>
                  <a:pt x="19" y="20"/>
                </a:lnTo>
                <a:lnTo>
                  <a:pt x="0" y="39"/>
                </a:lnTo>
                <a:lnTo>
                  <a:pt x="489" y="529"/>
                </a:lnTo>
                <a:lnTo>
                  <a:pt x="509" y="509"/>
                </a:lnTo>
                <a:lnTo>
                  <a:pt x="529" y="490"/>
                </a:lnTo>
                <a:lnTo>
                  <a:pt x="3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46" name=""/>
          <p:cNvSpPr/>
          <p:nvPr/>
        </p:nvSpPr>
        <p:spPr>
          <a:xfrm rot="0">
            <a:off x="2241550" y="5137150"/>
            <a:ext cx="447675" cy="481012"/>
          </a:xfrm>
          <a:custGeom>
            <a:avLst/>
            <a:ahLst/>
            <a:rect l="0" t="0" r="r" b="b"/>
            <a:pathLst>
              <a:path w="529" h="529">
                <a:moveTo>
                  <a:pt x="39" y="0"/>
                </a:moveTo>
                <a:lnTo>
                  <a:pt x="19" y="20"/>
                </a:lnTo>
                <a:lnTo>
                  <a:pt x="0" y="39"/>
                </a:lnTo>
                <a:lnTo>
                  <a:pt x="489" y="529"/>
                </a:lnTo>
                <a:lnTo>
                  <a:pt x="509" y="509"/>
                </a:lnTo>
                <a:lnTo>
                  <a:pt x="529" y="490"/>
                </a:lnTo>
                <a:lnTo>
                  <a:pt x="3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47" name=""/>
          <p:cNvSpPr/>
          <p:nvPr/>
        </p:nvSpPr>
        <p:spPr>
          <a:xfrm rot="0">
            <a:off x="2651125" y="5576887"/>
            <a:ext cx="38100" cy="49212"/>
          </a:xfrm>
          <a:custGeom>
            <a:avLst/>
            <a:ahLst/>
            <a:rect l="0" t="0" r="r" b="b"/>
            <a:pathLst>
              <a:path w="47" h="47">
                <a:moveTo>
                  <a:pt x="20" y="19"/>
                </a:moveTo>
                <a:lnTo>
                  <a:pt x="40" y="0"/>
                </a:lnTo>
                <a:lnTo>
                  <a:pt x="45" y="6"/>
                </a:lnTo>
                <a:lnTo>
                  <a:pt x="47" y="15"/>
                </a:lnTo>
                <a:lnTo>
                  <a:pt x="47" y="24"/>
                </a:lnTo>
                <a:lnTo>
                  <a:pt x="45" y="32"/>
                </a:lnTo>
                <a:lnTo>
                  <a:pt x="40" y="39"/>
                </a:lnTo>
                <a:lnTo>
                  <a:pt x="33" y="44"/>
                </a:lnTo>
                <a:lnTo>
                  <a:pt x="24" y="47"/>
                </a:lnTo>
                <a:lnTo>
                  <a:pt x="16" y="47"/>
                </a:lnTo>
                <a:lnTo>
                  <a:pt x="7" y="44"/>
                </a:lnTo>
                <a:lnTo>
                  <a:pt x="0" y="39"/>
                </a:lnTo>
                <a:lnTo>
                  <a:pt x="20" y="1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48" name=""/>
          <p:cNvSpPr/>
          <p:nvPr/>
        </p:nvSpPr>
        <p:spPr>
          <a:xfrm rot="0">
            <a:off x="2651125" y="5576887"/>
            <a:ext cx="38100" cy="49212"/>
          </a:xfrm>
          <a:custGeom>
            <a:avLst/>
            <a:ahLst/>
            <a:rect l="0" t="0" r="r" b="b"/>
            <a:pathLst>
              <a:path w="47" h="47">
                <a:moveTo>
                  <a:pt x="40" y="0"/>
                </a:moveTo>
                <a:lnTo>
                  <a:pt x="45" y="6"/>
                </a:lnTo>
                <a:lnTo>
                  <a:pt x="47" y="15"/>
                </a:lnTo>
                <a:lnTo>
                  <a:pt x="47" y="24"/>
                </a:lnTo>
                <a:lnTo>
                  <a:pt x="45" y="32"/>
                </a:lnTo>
                <a:lnTo>
                  <a:pt x="40" y="39"/>
                </a:lnTo>
                <a:lnTo>
                  <a:pt x="33" y="44"/>
                </a:lnTo>
                <a:lnTo>
                  <a:pt x="24" y="47"/>
                </a:lnTo>
                <a:lnTo>
                  <a:pt x="16" y="47"/>
                </a:lnTo>
                <a:lnTo>
                  <a:pt x="7" y="44"/>
                </a:lnTo>
                <a:lnTo>
                  <a:pt x="0" y="3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49" name=""/>
          <p:cNvSpPr/>
          <p:nvPr/>
        </p:nvSpPr>
        <p:spPr>
          <a:xfrm rot="0">
            <a:off x="2235200" y="5487987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8"/>
                </a:lnTo>
                <a:lnTo>
                  <a:pt x="50" y="16"/>
                </a:lnTo>
                <a:lnTo>
                  <a:pt x="44" y="23"/>
                </a:lnTo>
                <a:lnTo>
                  <a:pt x="36" y="26"/>
                </a:lnTo>
                <a:lnTo>
                  <a:pt x="27" y="27"/>
                </a:lnTo>
                <a:lnTo>
                  <a:pt x="19" y="26"/>
                </a:lnTo>
                <a:lnTo>
                  <a:pt x="11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50" name=""/>
          <p:cNvSpPr/>
          <p:nvPr/>
        </p:nvSpPr>
        <p:spPr>
          <a:xfrm rot="0">
            <a:off x="2235200" y="5487987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8"/>
                </a:lnTo>
                <a:lnTo>
                  <a:pt x="50" y="16"/>
                </a:lnTo>
                <a:lnTo>
                  <a:pt x="44" y="23"/>
                </a:lnTo>
                <a:lnTo>
                  <a:pt x="36" y="26"/>
                </a:lnTo>
                <a:lnTo>
                  <a:pt x="27" y="27"/>
                </a:lnTo>
                <a:lnTo>
                  <a:pt x="19" y="26"/>
                </a:lnTo>
                <a:lnTo>
                  <a:pt x="11" y="23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51" name=""/>
          <p:cNvSpPr/>
          <p:nvPr/>
        </p:nvSpPr>
        <p:spPr>
          <a:xfrm rot="0">
            <a:off x="2235200" y="5153025"/>
            <a:ext cx="44450" cy="334962"/>
          </a:xfrm>
          <a:custGeom>
            <a:avLst/>
            <a:ahLst/>
            <a:rect l="0" t="0" r="r" b="b"/>
            <a:pathLst>
              <a:path w="55" h="367">
                <a:moveTo>
                  <a:pt x="0" y="367"/>
                </a:move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52" name=""/>
          <p:cNvSpPr/>
          <p:nvPr/>
        </p:nvSpPr>
        <p:spPr>
          <a:xfrm rot="0">
            <a:off x="2235200" y="5153025"/>
            <a:ext cx="44450" cy="334962"/>
          </a:xfrm>
          <a:custGeom>
            <a:avLst/>
            <a:ahLst/>
            <a:rect l="0" t="0" r="r" b="b"/>
            <a:pathLst>
              <a:path w="55" h="367">
                <a:moveTo>
                  <a:pt x="0" y="367"/>
                </a:moveTo>
                <a:lnTo>
                  <a:pt x="27" y="367"/>
                </a:lnTo>
                <a:lnTo>
                  <a:pt x="55" y="367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3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53" name=""/>
          <p:cNvSpPr/>
          <p:nvPr/>
        </p:nvSpPr>
        <p:spPr>
          <a:xfrm rot="0">
            <a:off x="2235200" y="5129212"/>
            <a:ext cx="44450" cy="23812"/>
          </a:xfrm>
          <a:custGeom>
            <a:avLst/>
            <a:ahLst/>
            <a:rect l="0" t="0" r="r" b="b"/>
            <a:pathLst>
              <a:path w="55" h="29">
                <a:moveTo>
                  <a:pt x="27" y="29"/>
                </a:move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3"/>
                </a:lnTo>
                <a:lnTo>
                  <a:pt x="27" y="0"/>
                </a:lnTo>
                <a:lnTo>
                  <a:pt x="36" y="3"/>
                </a:lnTo>
                <a:lnTo>
                  <a:pt x="44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  <a:lnTo>
                  <a:pt x="27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54" name=""/>
          <p:cNvSpPr/>
          <p:nvPr/>
        </p:nvSpPr>
        <p:spPr>
          <a:xfrm rot="0">
            <a:off x="2235200" y="5129212"/>
            <a:ext cx="44450" cy="23812"/>
          </a:xfrm>
          <a:custGeom>
            <a:avLst/>
            <a:ahLst/>
            <a:rect l="0" t="0" r="r" b="b"/>
            <a:pathLst>
              <a:path w="55" h="29">
                <a:moveTo>
                  <a:pt x="0" y="29"/>
                </a:move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3"/>
                </a:lnTo>
                <a:lnTo>
                  <a:pt x="27" y="0"/>
                </a:lnTo>
                <a:lnTo>
                  <a:pt x="36" y="3"/>
                </a:lnTo>
                <a:lnTo>
                  <a:pt x="44" y="6"/>
                </a:lnTo>
                <a:lnTo>
                  <a:pt x="50" y="12"/>
                </a:lnTo>
                <a:lnTo>
                  <a:pt x="53" y="20"/>
                </a:lnTo>
                <a:lnTo>
                  <a:pt x="55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55" name=""/>
          <p:cNvSpPr/>
          <p:nvPr/>
        </p:nvSpPr>
        <p:spPr>
          <a:xfrm rot="0">
            <a:off x="2257425" y="4600575"/>
            <a:ext cx="7937" cy="1301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556" name=""/>
          <p:cNvSpPr/>
          <p:nvPr/>
        </p:nvSpPr>
        <p:spPr>
          <a:xfrm rot="0">
            <a:off x="2257425" y="4803775"/>
            <a:ext cx="7937" cy="1460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557" name=""/>
          <p:cNvSpPr/>
          <p:nvPr/>
        </p:nvSpPr>
        <p:spPr>
          <a:xfrm rot="0">
            <a:off x="2257425" y="5014912"/>
            <a:ext cx="7937" cy="138112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558" name=""/>
          <p:cNvSpPr/>
          <p:nvPr/>
        </p:nvSpPr>
        <p:spPr>
          <a:xfrm rot="0">
            <a:off x="3084512" y="4600575"/>
            <a:ext cx="7937" cy="1301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559" name=""/>
          <p:cNvSpPr/>
          <p:nvPr/>
        </p:nvSpPr>
        <p:spPr>
          <a:xfrm rot="0">
            <a:off x="3084512" y="4803775"/>
            <a:ext cx="7937" cy="1460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560" name=""/>
          <p:cNvSpPr/>
          <p:nvPr/>
        </p:nvSpPr>
        <p:spPr>
          <a:xfrm rot="0">
            <a:off x="3084512" y="5014912"/>
            <a:ext cx="7937" cy="138112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7561" name=""/>
          <p:cNvSpPr/>
          <p:nvPr/>
        </p:nvSpPr>
        <p:spPr>
          <a:xfrm rot="0">
            <a:off x="5678487" y="1125537"/>
            <a:ext cx="44450" cy="23812"/>
          </a:xfrm>
          <a:custGeom>
            <a:avLst/>
            <a:ahLst/>
            <a:rect l="0" t="0" r="r" b="b"/>
            <a:pathLst>
              <a:path w="55" h="28">
                <a:moveTo>
                  <a:pt x="27" y="28"/>
                </a:moveTo>
                <a:lnTo>
                  <a:pt x="0" y="28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8"/>
                </a:lnTo>
                <a:lnTo>
                  <a:pt x="27" y="2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62" name=""/>
          <p:cNvSpPr/>
          <p:nvPr/>
        </p:nvSpPr>
        <p:spPr>
          <a:xfrm rot="0">
            <a:off x="5678487" y="1125537"/>
            <a:ext cx="44450" cy="23812"/>
          </a:xfrm>
          <a:custGeom>
            <a:avLst/>
            <a:ahLst/>
            <a:rect l="0" t="0" r="r" b="b"/>
            <a:pathLst>
              <a:path w="55" h="28">
                <a:moveTo>
                  <a:pt x="0" y="28"/>
                </a:move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6"/>
                </a:lnTo>
                <a:lnTo>
                  <a:pt x="50" y="12"/>
                </a:lnTo>
                <a:lnTo>
                  <a:pt x="53" y="20"/>
                </a:lnTo>
                <a:lnTo>
                  <a:pt x="55" y="2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563" name=""/>
          <p:cNvSpPr/>
          <p:nvPr/>
        </p:nvSpPr>
        <p:spPr>
          <a:xfrm rot="0">
            <a:off x="5678487" y="1149350"/>
            <a:ext cx="44450" cy="2092325"/>
          </a:xfrm>
          <a:custGeom>
            <a:avLst/>
            <a:ahLst/>
            <a:rect l="0" t="0" r="r" b="b"/>
            <a:pathLst>
              <a:path w="55" h="2310">
                <a:moveTo>
                  <a:pt x="55" y="0"/>
                </a:moveTo>
                <a:lnTo>
                  <a:pt x="27" y="0"/>
                </a:lnTo>
                <a:lnTo>
                  <a:pt x="0" y="0"/>
                </a:lnTo>
                <a:lnTo>
                  <a:pt x="0" y="2310"/>
                </a:lnTo>
                <a:lnTo>
                  <a:pt x="27" y="2310"/>
                </a:lnTo>
                <a:lnTo>
                  <a:pt x="55" y="2310"/>
                </a:lnTo>
                <a:lnTo>
                  <a:pt x="55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64" name=""/>
          <p:cNvSpPr/>
          <p:nvPr/>
        </p:nvSpPr>
        <p:spPr>
          <a:xfrm rot="0">
            <a:off x="5678487" y="324167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8"/>
                </a:lnTo>
                <a:lnTo>
                  <a:pt x="50" y="16"/>
                </a:lnTo>
                <a:lnTo>
                  <a:pt x="43" y="22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2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65" name=""/>
          <p:cNvSpPr/>
          <p:nvPr/>
        </p:nvSpPr>
        <p:spPr>
          <a:xfrm rot="0">
            <a:off x="5678487" y="3241675"/>
            <a:ext cx="44450" cy="23812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8"/>
                </a:lnTo>
                <a:lnTo>
                  <a:pt x="50" y="16"/>
                </a:lnTo>
                <a:lnTo>
                  <a:pt x="43" y="22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2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566" name=""/>
          <p:cNvSpPr/>
          <p:nvPr/>
        </p:nvSpPr>
        <p:spPr>
          <a:xfrm rot="0">
            <a:off x="4699000" y="2882900"/>
            <a:ext cx="46037" cy="41275"/>
          </a:xfrm>
          <a:custGeom>
            <a:avLst/>
            <a:ahLst/>
            <a:rect l="0" t="0" r="r" b="b"/>
            <a:pathLst>
              <a:path w="51" h="42">
                <a:moveTo>
                  <a:pt x="24" y="27"/>
                </a:moveTo>
                <a:lnTo>
                  <a:pt x="0" y="13"/>
                </a:lnTo>
                <a:lnTo>
                  <a:pt x="5" y="7"/>
                </a:lnTo>
                <a:lnTo>
                  <a:pt x="13" y="2"/>
                </a:lnTo>
                <a:lnTo>
                  <a:pt x="21" y="0"/>
                </a:lnTo>
                <a:lnTo>
                  <a:pt x="30" y="0"/>
                </a:lnTo>
                <a:lnTo>
                  <a:pt x="38" y="4"/>
                </a:lnTo>
                <a:lnTo>
                  <a:pt x="44" y="9"/>
                </a:lnTo>
                <a:lnTo>
                  <a:pt x="49" y="17"/>
                </a:lnTo>
                <a:lnTo>
                  <a:pt x="51" y="25"/>
                </a:lnTo>
                <a:lnTo>
                  <a:pt x="51" y="34"/>
                </a:lnTo>
                <a:lnTo>
                  <a:pt x="48" y="42"/>
                </a:lnTo>
                <a:lnTo>
                  <a:pt x="24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67" name=""/>
          <p:cNvSpPr/>
          <p:nvPr/>
        </p:nvSpPr>
        <p:spPr>
          <a:xfrm rot="0">
            <a:off x="4699000" y="2882900"/>
            <a:ext cx="46037" cy="41275"/>
          </a:xfrm>
          <a:custGeom>
            <a:avLst/>
            <a:ahLst/>
            <a:rect l="0" t="0" r="r" b="b"/>
            <a:pathLst>
              <a:path w="51" h="42">
                <a:moveTo>
                  <a:pt x="0" y="13"/>
                </a:moveTo>
                <a:lnTo>
                  <a:pt x="5" y="7"/>
                </a:lnTo>
                <a:lnTo>
                  <a:pt x="13" y="2"/>
                </a:lnTo>
                <a:lnTo>
                  <a:pt x="21" y="0"/>
                </a:lnTo>
                <a:lnTo>
                  <a:pt x="30" y="0"/>
                </a:lnTo>
                <a:lnTo>
                  <a:pt x="38" y="4"/>
                </a:lnTo>
                <a:lnTo>
                  <a:pt x="44" y="9"/>
                </a:lnTo>
                <a:lnTo>
                  <a:pt x="49" y="17"/>
                </a:lnTo>
                <a:lnTo>
                  <a:pt x="51" y="25"/>
                </a:lnTo>
                <a:lnTo>
                  <a:pt x="51" y="34"/>
                </a:lnTo>
                <a:lnTo>
                  <a:pt x="48" y="4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68" name=""/>
          <p:cNvSpPr/>
          <p:nvPr/>
        </p:nvSpPr>
        <p:spPr>
          <a:xfrm rot="0">
            <a:off x="4518025" y="2890837"/>
            <a:ext cx="219075" cy="358775"/>
          </a:xfrm>
          <a:custGeom>
            <a:avLst/>
            <a:ahLst/>
            <a:rect l="0" t="0" r="r" b="b"/>
            <a:pathLst>
              <a:path w="269" h="396">
                <a:moveTo>
                  <a:pt x="269" y="29"/>
                </a:moveTo>
                <a:lnTo>
                  <a:pt x="245" y="14"/>
                </a:lnTo>
                <a:lnTo>
                  <a:pt x="221" y="0"/>
                </a:lnTo>
                <a:lnTo>
                  <a:pt x="0" y="367"/>
                </a:lnTo>
                <a:lnTo>
                  <a:pt x="24" y="382"/>
                </a:lnTo>
                <a:lnTo>
                  <a:pt x="48" y="396"/>
                </a:lnTo>
                <a:lnTo>
                  <a:pt x="269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69" name=""/>
          <p:cNvSpPr/>
          <p:nvPr/>
        </p:nvSpPr>
        <p:spPr>
          <a:xfrm rot="0">
            <a:off x="4518025" y="2890837"/>
            <a:ext cx="219075" cy="358775"/>
          </a:xfrm>
          <a:custGeom>
            <a:avLst/>
            <a:ahLst/>
            <a:rect l="0" t="0" r="r" b="b"/>
            <a:pathLst>
              <a:path w="269" h="396">
                <a:moveTo>
                  <a:pt x="269" y="29"/>
                </a:moveTo>
                <a:lnTo>
                  <a:pt x="245" y="14"/>
                </a:lnTo>
                <a:lnTo>
                  <a:pt x="221" y="0"/>
                </a:lnTo>
                <a:lnTo>
                  <a:pt x="0" y="367"/>
                </a:lnTo>
                <a:lnTo>
                  <a:pt x="24" y="382"/>
                </a:lnTo>
                <a:lnTo>
                  <a:pt x="48" y="396"/>
                </a:lnTo>
                <a:lnTo>
                  <a:pt x="269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70" name=""/>
          <p:cNvSpPr/>
          <p:nvPr/>
        </p:nvSpPr>
        <p:spPr>
          <a:xfrm rot="0">
            <a:off x="4510087" y="3225800"/>
            <a:ext cx="46037" cy="39687"/>
          </a:xfrm>
          <a:custGeom>
            <a:avLst/>
            <a:ahLst/>
            <a:rect l="0" t="0" r="r" b="b"/>
            <a:pathLst>
              <a:path w="51" h="42">
                <a:moveTo>
                  <a:pt x="27" y="15"/>
                </a:moveTo>
                <a:lnTo>
                  <a:pt x="51" y="29"/>
                </a:lnTo>
                <a:lnTo>
                  <a:pt x="46" y="35"/>
                </a:lnTo>
                <a:lnTo>
                  <a:pt x="38" y="40"/>
                </a:lnTo>
                <a:lnTo>
                  <a:pt x="29" y="42"/>
                </a:lnTo>
                <a:lnTo>
                  <a:pt x="21" y="42"/>
                </a:lnTo>
                <a:lnTo>
                  <a:pt x="13" y="38"/>
                </a:lnTo>
                <a:lnTo>
                  <a:pt x="7" y="33"/>
                </a:lnTo>
                <a:lnTo>
                  <a:pt x="2" y="25"/>
                </a:lnTo>
                <a:lnTo>
                  <a:pt x="0" y="17"/>
                </a:lnTo>
                <a:lnTo>
                  <a:pt x="0" y="8"/>
                </a:lnTo>
                <a:lnTo>
                  <a:pt x="3" y="0"/>
                </a:lnTo>
                <a:lnTo>
                  <a:pt x="27" y="1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71" name=""/>
          <p:cNvSpPr/>
          <p:nvPr/>
        </p:nvSpPr>
        <p:spPr>
          <a:xfrm rot="0">
            <a:off x="4510087" y="3225800"/>
            <a:ext cx="46037" cy="39687"/>
          </a:xfrm>
          <a:custGeom>
            <a:avLst/>
            <a:ahLst/>
            <a:rect l="0" t="0" r="r" b="b"/>
            <a:pathLst>
              <a:path w="51" h="42">
                <a:moveTo>
                  <a:pt x="51" y="29"/>
                </a:moveTo>
                <a:lnTo>
                  <a:pt x="46" y="35"/>
                </a:lnTo>
                <a:lnTo>
                  <a:pt x="38" y="40"/>
                </a:lnTo>
                <a:lnTo>
                  <a:pt x="29" y="42"/>
                </a:lnTo>
                <a:lnTo>
                  <a:pt x="21" y="42"/>
                </a:lnTo>
                <a:lnTo>
                  <a:pt x="13" y="38"/>
                </a:lnTo>
                <a:lnTo>
                  <a:pt x="7" y="33"/>
                </a:lnTo>
                <a:lnTo>
                  <a:pt x="2" y="25"/>
                </a:lnTo>
                <a:lnTo>
                  <a:pt x="0" y="17"/>
                </a:lnTo>
                <a:lnTo>
                  <a:pt x="0" y="8"/>
                </a:lnTo>
                <a:lnTo>
                  <a:pt x="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72" name=""/>
          <p:cNvSpPr/>
          <p:nvPr/>
        </p:nvSpPr>
        <p:spPr>
          <a:xfrm rot="0">
            <a:off x="4722812" y="2882900"/>
            <a:ext cx="409575" cy="49212"/>
          </a:xfrm>
          <a:custGeom>
            <a:avLst/>
            <a:ahLst/>
            <a:rect l="0" t="0" r="r" b="b"/>
            <a:pathLst>
              <a:path w="489" h="56">
                <a:moveTo>
                  <a:pt x="489" y="56"/>
                </a:moveTo>
                <a:lnTo>
                  <a:pt x="489" y="28"/>
                </a:lnTo>
                <a:lnTo>
                  <a:pt x="489" y="0"/>
                </a:lnTo>
                <a:lnTo>
                  <a:pt x="0" y="0"/>
                </a:lnTo>
                <a:lnTo>
                  <a:pt x="0" y="28"/>
                </a:lnTo>
                <a:lnTo>
                  <a:pt x="0" y="56"/>
                </a:lnTo>
                <a:lnTo>
                  <a:pt x="489" y="5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73" name=""/>
          <p:cNvSpPr/>
          <p:nvPr/>
        </p:nvSpPr>
        <p:spPr>
          <a:xfrm rot="0">
            <a:off x="4722812" y="2882900"/>
            <a:ext cx="409575" cy="49212"/>
          </a:xfrm>
          <a:custGeom>
            <a:avLst/>
            <a:ahLst/>
            <a:rect l="0" t="0" r="r" b="b"/>
            <a:pathLst>
              <a:path w="489" h="56">
                <a:moveTo>
                  <a:pt x="489" y="56"/>
                </a:moveTo>
                <a:lnTo>
                  <a:pt x="489" y="28"/>
                </a:lnTo>
                <a:lnTo>
                  <a:pt x="489" y="0"/>
                </a:lnTo>
                <a:lnTo>
                  <a:pt x="0" y="0"/>
                </a:lnTo>
                <a:lnTo>
                  <a:pt x="0" y="28"/>
                </a:lnTo>
                <a:lnTo>
                  <a:pt x="0" y="56"/>
                </a:lnTo>
                <a:lnTo>
                  <a:pt x="489" y="5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74" name=""/>
          <p:cNvSpPr/>
          <p:nvPr/>
        </p:nvSpPr>
        <p:spPr>
          <a:xfrm rot="0">
            <a:off x="4699000" y="2882900"/>
            <a:ext cx="23812" cy="49212"/>
          </a:xfrm>
          <a:custGeom>
            <a:avLst/>
            <a:ahLst/>
            <a:rect l="0" t="0" r="r" b="b"/>
            <a:pathLst>
              <a:path w="27" h="56">
                <a:moveTo>
                  <a:pt x="27" y="28"/>
                </a:moveTo>
                <a:lnTo>
                  <a:pt x="27" y="56"/>
                </a:lnTo>
                <a:lnTo>
                  <a:pt x="18" y="55"/>
                </a:lnTo>
                <a:lnTo>
                  <a:pt x="10" y="51"/>
                </a:lnTo>
                <a:lnTo>
                  <a:pt x="4" y="45"/>
                </a:lnTo>
                <a:lnTo>
                  <a:pt x="1" y="37"/>
                </a:lnTo>
                <a:lnTo>
                  <a:pt x="0" y="28"/>
                </a:lnTo>
                <a:lnTo>
                  <a:pt x="1" y="20"/>
                </a:lnTo>
                <a:lnTo>
                  <a:pt x="4" y="12"/>
                </a:lnTo>
                <a:lnTo>
                  <a:pt x="10" y="6"/>
                </a:lnTo>
                <a:lnTo>
                  <a:pt x="18" y="2"/>
                </a:lnTo>
                <a:lnTo>
                  <a:pt x="27" y="0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75" name=""/>
          <p:cNvSpPr/>
          <p:nvPr/>
        </p:nvSpPr>
        <p:spPr>
          <a:xfrm rot="0">
            <a:off x="4699000" y="2882900"/>
            <a:ext cx="23812" cy="49212"/>
          </a:xfrm>
          <a:custGeom>
            <a:avLst/>
            <a:ahLst/>
            <a:rect l="0" t="0" r="r" b="b"/>
            <a:pathLst>
              <a:path w="27" h="56">
                <a:moveTo>
                  <a:pt x="27" y="56"/>
                </a:moveTo>
                <a:lnTo>
                  <a:pt x="18" y="55"/>
                </a:lnTo>
                <a:lnTo>
                  <a:pt x="10" y="51"/>
                </a:lnTo>
                <a:lnTo>
                  <a:pt x="4" y="45"/>
                </a:lnTo>
                <a:lnTo>
                  <a:pt x="1" y="37"/>
                </a:lnTo>
                <a:lnTo>
                  <a:pt x="0" y="28"/>
                </a:lnTo>
                <a:lnTo>
                  <a:pt x="1" y="20"/>
                </a:lnTo>
                <a:lnTo>
                  <a:pt x="4" y="12"/>
                </a:lnTo>
                <a:lnTo>
                  <a:pt x="10" y="6"/>
                </a:lnTo>
                <a:lnTo>
                  <a:pt x="18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76" name=""/>
          <p:cNvSpPr/>
          <p:nvPr/>
        </p:nvSpPr>
        <p:spPr>
          <a:xfrm rot="0">
            <a:off x="5116512" y="2338387"/>
            <a:ext cx="349250" cy="585787"/>
          </a:xfrm>
          <a:custGeom>
            <a:avLst/>
            <a:ahLst/>
            <a:rect l="0" t="0" r="r" b="b"/>
            <a:pathLst>
              <a:path w="414" h="641">
                <a:moveTo>
                  <a:pt x="414" y="28"/>
                </a:moveTo>
                <a:lnTo>
                  <a:pt x="390" y="14"/>
                </a:lnTo>
                <a:lnTo>
                  <a:pt x="367" y="0"/>
                </a:lnTo>
                <a:lnTo>
                  <a:pt x="0" y="612"/>
                </a:lnTo>
                <a:lnTo>
                  <a:pt x="23" y="626"/>
                </a:lnTo>
                <a:lnTo>
                  <a:pt x="47" y="641"/>
                </a:lnTo>
                <a:lnTo>
                  <a:pt x="414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77" name=""/>
          <p:cNvSpPr/>
          <p:nvPr/>
        </p:nvSpPr>
        <p:spPr>
          <a:xfrm rot="0">
            <a:off x="5116512" y="2338387"/>
            <a:ext cx="349250" cy="585787"/>
          </a:xfrm>
          <a:custGeom>
            <a:avLst/>
            <a:ahLst/>
            <a:rect l="0" t="0" r="r" b="b"/>
            <a:pathLst>
              <a:path w="414" h="641">
                <a:moveTo>
                  <a:pt x="414" y="28"/>
                </a:moveTo>
                <a:lnTo>
                  <a:pt x="390" y="14"/>
                </a:lnTo>
                <a:lnTo>
                  <a:pt x="367" y="0"/>
                </a:lnTo>
                <a:lnTo>
                  <a:pt x="0" y="612"/>
                </a:lnTo>
                <a:lnTo>
                  <a:pt x="23" y="626"/>
                </a:lnTo>
                <a:lnTo>
                  <a:pt x="47" y="641"/>
                </a:lnTo>
                <a:lnTo>
                  <a:pt x="414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78" name=""/>
          <p:cNvSpPr/>
          <p:nvPr/>
        </p:nvSpPr>
        <p:spPr>
          <a:xfrm rot="0">
            <a:off x="5010150" y="2330450"/>
            <a:ext cx="22225" cy="47625"/>
          </a:xfrm>
          <a:custGeom>
            <a:avLst/>
            <a:ahLst/>
            <a:rect l="0" t="0" r="r" b="b"/>
            <a:pathLst>
              <a:path w="27" h="55">
                <a:moveTo>
                  <a:pt x="27" y="28"/>
                </a:moveTo>
                <a:lnTo>
                  <a:pt x="27" y="55"/>
                </a:lnTo>
                <a:lnTo>
                  <a:pt x="18" y="54"/>
                </a:lnTo>
                <a:lnTo>
                  <a:pt x="10" y="51"/>
                </a:lnTo>
                <a:lnTo>
                  <a:pt x="4" y="44"/>
                </a:lnTo>
                <a:lnTo>
                  <a:pt x="1" y="37"/>
                </a:ln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0" y="5"/>
                </a:lnTo>
                <a:lnTo>
                  <a:pt x="18" y="2"/>
                </a:lnTo>
                <a:lnTo>
                  <a:pt x="27" y="0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79" name=""/>
          <p:cNvSpPr/>
          <p:nvPr/>
        </p:nvSpPr>
        <p:spPr>
          <a:xfrm rot="0">
            <a:off x="5010150" y="2330450"/>
            <a:ext cx="22225" cy="47625"/>
          </a:xfrm>
          <a:custGeom>
            <a:avLst/>
            <a:ahLst/>
            <a:rect l="0" t="0" r="r" b="b"/>
            <a:pathLst>
              <a:path w="27" h="55">
                <a:moveTo>
                  <a:pt x="27" y="55"/>
                </a:moveTo>
                <a:lnTo>
                  <a:pt x="18" y="54"/>
                </a:lnTo>
                <a:lnTo>
                  <a:pt x="10" y="51"/>
                </a:lnTo>
                <a:lnTo>
                  <a:pt x="4" y="44"/>
                </a:lnTo>
                <a:lnTo>
                  <a:pt x="1" y="37"/>
                </a:ln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0" y="5"/>
                </a:lnTo>
                <a:lnTo>
                  <a:pt x="18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80" name=""/>
          <p:cNvSpPr/>
          <p:nvPr/>
        </p:nvSpPr>
        <p:spPr>
          <a:xfrm rot="0">
            <a:off x="5032375" y="2330450"/>
            <a:ext cx="409575" cy="47625"/>
          </a:xfrm>
          <a:custGeom>
            <a:avLst/>
            <a:ahLst/>
            <a:rect l="0" t="0" r="r" b="b"/>
            <a:pathLst>
              <a:path w="489" h="55">
                <a:moveTo>
                  <a:pt x="0" y="0"/>
                </a:moveTo>
                <a:lnTo>
                  <a:pt x="0" y="28"/>
                </a:lnTo>
                <a:lnTo>
                  <a:pt x="0" y="55"/>
                </a:lnTo>
                <a:lnTo>
                  <a:pt x="489" y="55"/>
                </a:lnTo>
                <a:lnTo>
                  <a:pt x="489" y="28"/>
                </a:lnTo>
                <a:lnTo>
                  <a:pt x="489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81" name=""/>
          <p:cNvSpPr/>
          <p:nvPr/>
        </p:nvSpPr>
        <p:spPr>
          <a:xfrm rot="0">
            <a:off x="5032375" y="2330450"/>
            <a:ext cx="409575" cy="47625"/>
          </a:xfrm>
          <a:custGeom>
            <a:avLst/>
            <a:ahLst/>
            <a:rect l="0" t="0" r="r" b="b"/>
            <a:pathLst>
              <a:path w="489" h="55">
                <a:moveTo>
                  <a:pt x="0" y="0"/>
                </a:moveTo>
                <a:lnTo>
                  <a:pt x="0" y="28"/>
                </a:lnTo>
                <a:lnTo>
                  <a:pt x="0" y="55"/>
                </a:lnTo>
                <a:lnTo>
                  <a:pt x="489" y="55"/>
                </a:lnTo>
                <a:lnTo>
                  <a:pt x="489" y="28"/>
                </a:lnTo>
                <a:lnTo>
                  <a:pt x="489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82" name=""/>
          <p:cNvSpPr/>
          <p:nvPr/>
        </p:nvSpPr>
        <p:spPr>
          <a:xfrm rot="0">
            <a:off x="5678487" y="1125537"/>
            <a:ext cx="44450" cy="41275"/>
          </a:xfrm>
          <a:custGeom>
            <a:avLst/>
            <a:ahLst/>
            <a:rect l="0" t="0" r="r" b="b"/>
            <a:pathLst>
              <a:path w="51" h="42">
                <a:moveTo>
                  <a:pt x="24" y="27"/>
                </a:moveTo>
                <a:lnTo>
                  <a:pt x="0" y="13"/>
                </a:lnTo>
                <a:lnTo>
                  <a:pt x="5" y="7"/>
                </a:lnTo>
                <a:lnTo>
                  <a:pt x="13" y="2"/>
                </a:lnTo>
                <a:lnTo>
                  <a:pt x="22" y="0"/>
                </a:lnTo>
                <a:lnTo>
                  <a:pt x="30" y="0"/>
                </a:lnTo>
                <a:lnTo>
                  <a:pt x="38" y="3"/>
                </a:lnTo>
                <a:lnTo>
                  <a:pt x="44" y="9"/>
                </a:lnTo>
                <a:lnTo>
                  <a:pt x="49" y="17"/>
                </a:lnTo>
                <a:lnTo>
                  <a:pt x="51" y="25"/>
                </a:lnTo>
                <a:lnTo>
                  <a:pt x="51" y="34"/>
                </a:lnTo>
                <a:lnTo>
                  <a:pt x="48" y="42"/>
                </a:lnTo>
                <a:lnTo>
                  <a:pt x="24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83" name=""/>
          <p:cNvSpPr/>
          <p:nvPr/>
        </p:nvSpPr>
        <p:spPr>
          <a:xfrm rot="0">
            <a:off x="5678487" y="1125537"/>
            <a:ext cx="44450" cy="41275"/>
          </a:xfrm>
          <a:custGeom>
            <a:avLst/>
            <a:ahLst/>
            <a:rect l="0" t="0" r="r" b="b"/>
            <a:pathLst>
              <a:path w="51" h="42">
                <a:moveTo>
                  <a:pt x="0" y="13"/>
                </a:moveTo>
                <a:lnTo>
                  <a:pt x="5" y="7"/>
                </a:lnTo>
                <a:lnTo>
                  <a:pt x="13" y="2"/>
                </a:lnTo>
                <a:lnTo>
                  <a:pt x="22" y="0"/>
                </a:lnTo>
                <a:lnTo>
                  <a:pt x="30" y="0"/>
                </a:lnTo>
                <a:lnTo>
                  <a:pt x="38" y="3"/>
                </a:lnTo>
                <a:lnTo>
                  <a:pt x="44" y="9"/>
                </a:lnTo>
                <a:lnTo>
                  <a:pt x="49" y="17"/>
                </a:lnTo>
                <a:lnTo>
                  <a:pt x="51" y="25"/>
                </a:lnTo>
                <a:lnTo>
                  <a:pt x="51" y="34"/>
                </a:lnTo>
                <a:lnTo>
                  <a:pt x="48" y="4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84" name=""/>
          <p:cNvSpPr/>
          <p:nvPr/>
        </p:nvSpPr>
        <p:spPr>
          <a:xfrm rot="0">
            <a:off x="5010150" y="1141412"/>
            <a:ext cx="712787" cy="1228725"/>
          </a:xfrm>
          <a:custGeom>
            <a:avLst/>
            <a:ahLst/>
            <a:rect l="0" t="0" r="r" b="b"/>
            <a:pathLst>
              <a:path w="845" h="1358">
                <a:moveTo>
                  <a:pt x="845" y="29"/>
                </a:moveTo>
                <a:lnTo>
                  <a:pt x="821" y="14"/>
                </a:lnTo>
                <a:lnTo>
                  <a:pt x="797" y="0"/>
                </a:lnTo>
                <a:lnTo>
                  <a:pt x="0" y="1330"/>
                </a:lnTo>
                <a:lnTo>
                  <a:pt x="24" y="1344"/>
                </a:lnTo>
                <a:lnTo>
                  <a:pt x="48" y="1358"/>
                </a:lnTo>
                <a:lnTo>
                  <a:pt x="845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85" name=""/>
          <p:cNvSpPr/>
          <p:nvPr/>
        </p:nvSpPr>
        <p:spPr>
          <a:xfrm rot="0">
            <a:off x="5010150" y="1141412"/>
            <a:ext cx="712787" cy="1228725"/>
          </a:xfrm>
          <a:custGeom>
            <a:avLst/>
            <a:ahLst/>
            <a:rect l="0" t="0" r="r" b="b"/>
            <a:pathLst>
              <a:path w="845" h="1358">
                <a:moveTo>
                  <a:pt x="845" y="29"/>
                </a:moveTo>
                <a:lnTo>
                  <a:pt x="821" y="14"/>
                </a:lnTo>
                <a:lnTo>
                  <a:pt x="797" y="0"/>
                </a:lnTo>
                <a:lnTo>
                  <a:pt x="0" y="1330"/>
                </a:lnTo>
                <a:lnTo>
                  <a:pt x="24" y="1344"/>
                </a:lnTo>
                <a:lnTo>
                  <a:pt x="48" y="1358"/>
                </a:lnTo>
                <a:lnTo>
                  <a:pt x="845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86" name=""/>
          <p:cNvSpPr/>
          <p:nvPr/>
        </p:nvSpPr>
        <p:spPr>
          <a:xfrm rot="0">
            <a:off x="5010150" y="2338387"/>
            <a:ext cx="38100" cy="39687"/>
          </a:xfrm>
          <a:custGeom>
            <a:avLst/>
            <a:ahLst/>
            <a:rect l="0" t="0" r="r" b="b"/>
            <a:pathLst>
              <a:path w="51" h="41">
                <a:moveTo>
                  <a:pt x="27" y="14"/>
                </a:moveTo>
                <a:lnTo>
                  <a:pt x="51" y="28"/>
                </a:lnTo>
                <a:lnTo>
                  <a:pt x="45" y="34"/>
                </a:lnTo>
                <a:lnTo>
                  <a:pt x="38" y="39"/>
                </a:lnTo>
                <a:lnTo>
                  <a:pt x="29" y="41"/>
                </a:lnTo>
                <a:lnTo>
                  <a:pt x="20" y="41"/>
                </a:lnTo>
                <a:lnTo>
                  <a:pt x="13" y="38"/>
                </a:lnTo>
                <a:lnTo>
                  <a:pt x="6" y="32"/>
                </a:lnTo>
                <a:lnTo>
                  <a:pt x="2" y="25"/>
                </a:lnTo>
                <a:lnTo>
                  <a:pt x="0" y="16"/>
                </a:lnTo>
                <a:lnTo>
                  <a:pt x="0" y="7"/>
                </a:lnTo>
                <a:lnTo>
                  <a:pt x="3" y="0"/>
                </a:lnTo>
                <a:lnTo>
                  <a:pt x="27" y="1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87" name=""/>
          <p:cNvSpPr/>
          <p:nvPr/>
        </p:nvSpPr>
        <p:spPr>
          <a:xfrm rot="0">
            <a:off x="5010150" y="2338387"/>
            <a:ext cx="38100" cy="39687"/>
          </a:xfrm>
          <a:custGeom>
            <a:avLst/>
            <a:ahLst/>
            <a:rect l="0" t="0" r="r" b="b"/>
            <a:pathLst>
              <a:path w="51" h="41">
                <a:moveTo>
                  <a:pt x="51" y="28"/>
                </a:moveTo>
                <a:lnTo>
                  <a:pt x="45" y="34"/>
                </a:lnTo>
                <a:lnTo>
                  <a:pt x="38" y="39"/>
                </a:lnTo>
                <a:lnTo>
                  <a:pt x="29" y="41"/>
                </a:lnTo>
                <a:lnTo>
                  <a:pt x="20" y="41"/>
                </a:lnTo>
                <a:lnTo>
                  <a:pt x="13" y="38"/>
                </a:lnTo>
                <a:lnTo>
                  <a:pt x="6" y="32"/>
                </a:lnTo>
                <a:lnTo>
                  <a:pt x="2" y="25"/>
                </a:lnTo>
                <a:lnTo>
                  <a:pt x="0" y="16"/>
                </a:lnTo>
                <a:lnTo>
                  <a:pt x="0" y="7"/>
                </a:lnTo>
                <a:lnTo>
                  <a:pt x="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88" name=""/>
          <p:cNvSpPr/>
          <p:nvPr/>
        </p:nvSpPr>
        <p:spPr>
          <a:xfrm rot="0">
            <a:off x="4510087" y="3216275"/>
            <a:ext cx="22225" cy="49212"/>
          </a:xfrm>
          <a:custGeom>
            <a:avLst/>
            <a:ahLst/>
            <a:rect l="0" t="0" r="r" b="b"/>
            <a:pathLst>
              <a:path w="27" h="56">
                <a:moveTo>
                  <a:pt x="27" y="29"/>
                </a:moveTo>
                <a:lnTo>
                  <a:pt x="27" y="56"/>
                </a:lnTo>
                <a:lnTo>
                  <a:pt x="19" y="55"/>
                </a:lnTo>
                <a:lnTo>
                  <a:pt x="11" y="51"/>
                </a:lnTo>
                <a:lnTo>
                  <a:pt x="4" y="45"/>
                </a:lnTo>
                <a:lnTo>
                  <a:pt x="1" y="37"/>
                </a:ln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2"/>
                </a:lnTo>
                <a:lnTo>
                  <a:pt x="27" y="0"/>
                </a:lnTo>
                <a:lnTo>
                  <a:pt x="27" y="2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89" name=""/>
          <p:cNvSpPr/>
          <p:nvPr/>
        </p:nvSpPr>
        <p:spPr>
          <a:xfrm rot="0">
            <a:off x="4510087" y="3216275"/>
            <a:ext cx="22225" cy="49212"/>
          </a:xfrm>
          <a:custGeom>
            <a:avLst/>
            <a:ahLst/>
            <a:rect l="0" t="0" r="r" b="b"/>
            <a:pathLst>
              <a:path w="27" h="56">
                <a:moveTo>
                  <a:pt x="27" y="56"/>
                </a:moveTo>
                <a:lnTo>
                  <a:pt x="19" y="55"/>
                </a:lnTo>
                <a:lnTo>
                  <a:pt x="11" y="51"/>
                </a:lnTo>
                <a:lnTo>
                  <a:pt x="4" y="45"/>
                </a:lnTo>
                <a:lnTo>
                  <a:pt x="1" y="37"/>
                </a:ln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9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590" name=""/>
          <p:cNvSpPr/>
          <p:nvPr/>
        </p:nvSpPr>
        <p:spPr>
          <a:xfrm rot="0">
            <a:off x="4532312" y="3216275"/>
            <a:ext cx="1168400" cy="49212"/>
          </a:xfrm>
          <a:custGeom>
            <a:avLst/>
            <a:ahLst/>
            <a:rect l="0" t="0" r="r" b="b"/>
            <a:pathLst>
              <a:path w="1385" h="56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1385" y="56"/>
                </a:lnTo>
                <a:lnTo>
                  <a:pt x="1385" y="29"/>
                </a:lnTo>
                <a:lnTo>
                  <a:pt x="1385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91" name=""/>
          <p:cNvSpPr/>
          <p:nvPr/>
        </p:nvSpPr>
        <p:spPr>
          <a:xfrm rot="0">
            <a:off x="5700712" y="3216275"/>
            <a:ext cx="22225" cy="49212"/>
          </a:xfrm>
          <a:custGeom>
            <a:avLst/>
            <a:ahLst/>
            <a:rect l="0" t="0" r="r" b="b"/>
            <a:pathLst>
              <a:path w="28" h="56">
                <a:moveTo>
                  <a:pt x="0" y="29"/>
                </a:moveTo>
                <a:lnTo>
                  <a:pt x="0" y="0"/>
                </a:lnTo>
                <a:lnTo>
                  <a:pt x="9" y="2"/>
                </a:lnTo>
                <a:lnTo>
                  <a:pt x="16" y="6"/>
                </a:lnTo>
                <a:lnTo>
                  <a:pt x="23" y="12"/>
                </a:lnTo>
                <a:lnTo>
                  <a:pt x="26" y="20"/>
                </a:lnTo>
                <a:lnTo>
                  <a:pt x="28" y="29"/>
                </a:lnTo>
                <a:lnTo>
                  <a:pt x="26" y="37"/>
                </a:lnTo>
                <a:lnTo>
                  <a:pt x="23" y="45"/>
                </a:lnTo>
                <a:lnTo>
                  <a:pt x="16" y="51"/>
                </a:lnTo>
                <a:lnTo>
                  <a:pt x="9" y="55"/>
                </a:lnTo>
                <a:lnTo>
                  <a:pt x="0" y="56"/>
                </a:lnTo>
                <a:lnTo>
                  <a:pt x="0" y="2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592" name=""/>
          <p:cNvSpPr/>
          <p:nvPr/>
        </p:nvSpPr>
        <p:spPr>
          <a:xfrm rot="0">
            <a:off x="5700712" y="3216275"/>
            <a:ext cx="22225" cy="49212"/>
          </a:xfrm>
          <a:custGeom>
            <a:avLst/>
            <a:ahLst/>
            <a:rect l="0" t="0" r="r" b="b"/>
            <a:pathLst>
              <a:path w="28" h="56">
                <a:moveTo>
                  <a:pt x="0" y="0"/>
                </a:moveTo>
                <a:lnTo>
                  <a:pt x="9" y="2"/>
                </a:lnTo>
                <a:lnTo>
                  <a:pt x="16" y="6"/>
                </a:lnTo>
                <a:lnTo>
                  <a:pt x="23" y="12"/>
                </a:lnTo>
                <a:lnTo>
                  <a:pt x="26" y="20"/>
                </a:lnTo>
                <a:lnTo>
                  <a:pt x="28" y="29"/>
                </a:lnTo>
                <a:lnTo>
                  <a:pt x="26" y="37"/>
                </a:lnTo>
                <a:lnTo>
                  <a:pt x="23" y="45"/>
                </a:lnTo>
                <a:lnTo>
                  <a:pt x="16" y="51"/>
                </a:lnTo>
                <a:lnTo>
                  <a:pt x="9" y="55"/>
                </a:lnTo>
                <a:lnTo>
                  <a:pt x="0" y="56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593" name=""/>
          <p:cNvSpPr/>
          <p:nvPr/>
        </p:nvSpPr>
        <p:spPr>
          <a:xfrm rot="0">
            <a:off x="6678612" y="2882900"/>
            <a:ext cx="30162" cy="49212"/>
          </a:xfrm>
          <a:custGeom>
            <a:avLst/>
            <a:ahLst/>
            <a:rect l="0" t="0" r="r" b="b"/>
            <a:pathLst>
              <a:path w="28" h="56">
                <a:moveTo>
                  <a:pt x="0" y="28"/>
                </a:moveTo>
                <a:lnTo>
                  <a:pt x="0" y="0"/>
                </a:lnTo>
                <a:lnTo>
                  <a:pt x="9" y="2"/>
                </a:lnTo>
                <a:lnTo>
                  <a:pt x="16" y="6"/>
                </a:lnTo>
                <a:lnTo>
                  <a:pt x="23" y="12"/>
                </a:lnTo>
                <a:lnTo>
                  <a:pt x="26" y="20"/>
                </a:lnTo>
                <a:lnTo>
                  <a:pt x="28" y="28"/>
                </a:lnTo>
                <a:lnTo>
                  <a:pt x="26" y="37"/>
                </a:lnTo>
                <a:lnTo>
                  <a:pt x="23" y="45"/>
                </a:lnTo>
                <a:lnTo>
                  <a:pt x="16" y="51"/>
                </a:lnTo>
                <a:lnTo>
                  <a:pt x="9" y="55"/>
                </a:lnTo>
                <a:lnTo>
                  <a:pt x="0" y="56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94" name=""/>
          <p:cNvSpPr/>
          <p:nvPr/>
        </p:nvSpPr>
        <p:spPr>
          <a:xfrm rot="0">
            <a:off x="6678612" y="2882900"/>
            <a:ext cx="30162" cy="49212"/>
          </a:xfrm>
          <a:custGeom>
            <a:avLst/>
            <a:ahLst/>
            <a:rect l="0" t="0" r="r" b="b"/>
            <a:pathLst>
              <a:path w="28" h="56">
                <a:moveTo>
                  <a:pt x="0" y="0"/>
                </a:moveTo>
                <a:lnTo>
                  <a:pt x="9" y="2"/>
                </a:lnTo>
                <a:lnTo>
                  <a:pt x="16" y="6"/>
                </a:lnTo>
                <a:lnTo>
                  <a:pt x="23" y="12"/>
                </a:lnTo>
                <a:lnTo>
                  <a:pt x="26" y="20"/>
                </a:lnTo>
                <a:lnTo>
                  <a:pt x="28" y="28"/>
                </a:lnTo>
                <a:lnTo>
                  <a:pt x="26" y="37"/>
                </a:lnTo>
                <a:lnTo>
                  <a:pt x="23" y="45"/>
                </a:lnTo>
                <a:lnTo>
                  <a:pt x="16" y="51"/>
                </a:lnTo>
                <a:lnTo>
                  <a:pt x="9" y="55"/>
                </a:lnTo>
                <a:lnTo>
                  <a:pt x="0" y="5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95" name=""/>
          <p:cNvSpPr/>
          <p:nvPr/>
        </p:nvSpPr>
        <p:spPr>
          <a:xfrm rot="0">
            <a:off x="6269037" y="2882900"/>
            <a:ext cx="409575" cy="49212"/>
          </a:xfrm>
          <a:custGeom>
            <a:avLst/>
            <a:ahLst/>
            <a:rect l="0" t="0" r="r" b="b"/>
            <a:pathLst>
              <a:path w="490" h="56">
                <a:moveTo>
                  <a:pt x="490" y="56"/>
                </a:moveTo>
                <a:lnTo>
                  <a:pt x="490" y="28"/>
                </a:lnTo>
                <a:lnTo>
                  <a:pt x="490" y="0"/>
                </a:lnTo>
                <a:lnTo>
                  <a:pt x="0" y="0"/>
                </a:lnTo>
                <a:lnTo>
                  <a:pt x="0" y="28"/>
                </a:lnTo>
                <a:lnTo>
                  <a:pt x="0" y="56"/>
                </a:lnTo>
                <a:lnTo>
                  <a:pt x="490" y="5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96" name=""/>
          <p:cNvSpPr/>
          <p:nvPr/>
        </p:nvSpPr>
        <p:spPr>
          <a:xfrm rot="0">
            <a:off x="6269037" y="2882900"/>
            <a:ext cx="409575" cy="49212"/>
          </a:xfrm>
          <a:custGeom>
            <a:avLst/>
            <a:ahLst/>
            <a:rect l="0" t="0" r="r" b="b"/>
            <a:pathLst>
              <a:path w="490" h="56">
                <a:moveTo>
                  <a:pt x="490" y="56"/>
                </a:moveTo>
                <a:lnTo>
                  <a:pt x="490" y="28"/>
                </a:lnTo>
                <a:lnTo>
                  <a:pt x="490" y="0"/>
                </a:lnTo>
                <a:lnTo>
                  <a:pt x="0" y="0"/>
                </a:lnTo>
                <a:lnTo>
                  <a:pt x="0" y="28"/>
                </a:lnTo>
                <a:lnTo>
                  <a:pt x="0" y="56"/>
                </a:lnTo>
                <a:lnTo>
                  <a:pt x="490" y="5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97" name=""/>
          <p:cNvSpPr/>
          <p:nvPr/>
        </p:nvSpPr>
        <p:spPr>
          <a:xfrm rot="0">
            <a:off x="6656387" y="2882900"/>
            <a:ext cx="44450" cy="41275"/>
          </a:xfrm>
          <a:custGeom>
            <a:avLst/>
            <a:ahLst/>
            <a:rect l="0" t="0" r="r" b="b"/>
            <a:pathLst>
              <a:path w="51" h="42">
                <a:moveTo>
                  <a:pt x="27" y="27"/>
                </a:moveTo>
                <a:lnTo>
                  <a:pt x="3" y="42"/>
                </a:lnTo>
                <a:lnTo>
                  <a:pt x="0" y="34"/>
                </a:lnTo>
                <a:lnTo>
                  <a:pt x="0" y="25"/>
                </a:lnTo>
                <a:lnTo>
                  <a:pt x="2" y="17"/>
                </a:lnTo>
                <a:lnTo>
                  <a:pt x="6" y="9"/>
                </a:lnTo>
                <a:lnTo>
                  <a:pt x="13" y="4"/>
                </a:lnTo>
                <a:lnTo>
                  <a:pt x="20" y="0"/>
                </a:lnTo>
                <a:lnTo>
                  <a:pt x="29" y="0"/>
                </a:lnTo>
                <a:lnTo>
                  <a:pt x="38" y="2"/>
                </a:lnTo>
                <a:lnTo>
                  <a:pt x="45" y="7"/>
                </a:lnTo>
                <a:lnTo>
                  <a:pt x="51" y="13"/>
                </a:lnTo>
                <a:lnTo>
                  <a:pt x="27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598" name=""/>
          <p:cNvSpPr/>
          <p:nvPr/>
        </p:nvSpPr>
        <p:spPr>
          <a:xfrm rot="0">
            <a:off x="6656387" y="2882900"/>
            <a:ext cx="44450" cy="41275"/>
          </a:xfrm>
          <a:custGeom>
            <a:avLst/>
            <a:ahLst/>
            <a:rect l="0" t="0" r="r" b="b"/>
            <a:pathLst>
              <a:path w="51" h="42">
                <a:moveTo>
                  <a:pt x="3" y="42"/>
                </a:moveTo>
                <a:lnTo>
                  <a:pt x="0" y="34"/>
                </a:lnTo>
                <a:lnTo>
                  <a:pt x="0" y="25"/>
                </a:lnTo>
                <a:lnTo>
                  <a:pt x="2" y="17"/>
                </a:lnTo>
                <a:lnTo>
                  <a:pt x="6" y="9"/>
                </a:lnTo>
                <a:lnTo>
                  <a:pt x="13" y="4"/>
                </a:lnTo>
                <a:lnTo>
                  <a:pt x="20" y="0"/>
                </a:lnTo>
                <a:lnTo>
                  <a:pt x="29" y="0"/>
                </a:lnTo>
                <a:lnTo>
                  <a:pt x="38" y="2"/>
                </a:lnTo>
                <a:lnTo>
                  <a:pt x="45" y="7"/>
                </a:lnTo>
                <a:lnTo>
                  <a:pt x="51" y="1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599" name=""/>
          <p:cNvSpPr/>
          <p:nvPr/>
        </p:nvSpPr>
        <p:spPr>
          <a:xfrm rot="0">
            <a:off x="6664325" y="2890837"/>
            <a:ext cx="227012" cy="358775"/>
          </a:xfrm>
          <a:custGeom>
            <a:avLst/>
            <a:ahLst/>
            <a:rect l="0" t="0" r="r" b="b"/>
            <a:pathLst>
              <a:path w="268" h="396">
                <a:moveTo>
                  <a:pt x="48" y="0"/>
                </a:moveTo>
                <a:lnTo>
                  <a:pt x="24" y="14"/>
                </a:lnTo>
                <a:lnTo>
                  <a:pt x="0" y="29"/>
                </a:lnTo>
                <a:lnTo>
                  <a:pt x="221" y="396"/>
                </a:lnTo>
                <a:lnTo>
                  <a:pt x="244" y="382"/>
                </a:lnTo>
                <a:lnTo>
                  <a:pt x="268" y="367"/>
                </a:lnTo>
                <a:lnTo>
                  <a:pt x="4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00" name=""/>
          <p:cNvSpPr/>
          <p:nvPr/>
        </p:nvSpPr>
        <p:spPr>
          <a:xfrm rot="0">
            <a:off x="6664325" y="2890837"/>
            <a:ext cx="227012" cy="358775"/>
          </a:xfrm>
          <a:custGeom>
            <a:avLst/>
            <a:ahLst/>
            <a:rect l="0" t="0" r="r" b="b"/>
            <a:pathLst>
              <a:path w="268" h="396">
                <a:moveTo>
                  <a:pt x="48" y="0"/>
                </a:moveTo>
                <a:lnTo>
                  <a:pt x="24" y="14"/>
                </a:lnTo>
                <a:lnTo>
                  <a:pt x="0" y="29"/>
                </a:lnTo>
                <a:lnTo>
                  <a:pt x="221" y="396"/>
                </a:lnTo>
                <a:lnTo>
                  <a:pt x="244" y="382"/>
                </a:lnTo>
                <a:lnTo>
                  <a:pt x="268" y="367"/>
                </a:lnTo>
                <a:lnTo>
                  <a:pt x="4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01" name=""/>
          <p:cNvSpPr/>
          <p:nvPr/>
        </p:nvSpPr>
        <p:spPr>
          <a:xfrm rot="0">
            <a:off x="6845300" y="3225800"/>
            <a:ext cx="46037" cy="39687"/>
          </a:xfrm>
          <a:custGeom>
            <a:avLst/>
            <a:ahLst/>
            <a:rect l="0" t="0" r="r" b="b"/>
            <a:pathLst>
              <a:path w="51" h="42">
                <a:moveTo>
                  <a:pt x="23" y="15"/>
                </a:moveTo>
                <a:lnTo>
                  <a:pt x="47" y="0"/>
                </a:lnTo>
                <a:lnTo>
                  <a:pt x="51" y="8"/>
                </a:lnTo>
                <a:lnTo>
                  <a:pt x="51" y="17"/>
                </a:lnTo>
                <a:lnTo>
                  <a:pt x="48" y="25"/>
                </a:lnTo>
                <a:lnTo>
                  <a:pt x="44" y="33"/>
                </a:lnTo>
                <a:lnTo>
                  <a:pt x="38" y="38"/>
                </a:lnTo>
                <a:lnTo>
                  <a:pt x="30" y="42"/>
                </a:lnTo>
                <a:lnTo>
                  <a:pt x="21" y="42"/>
                </a:lnTo>
                <a:lnTo>
                  <a:pt x="13" y="40"/>
                </a:lnTo>
                <a:lnTo>
                  <a:pt x="5" y="35"/>
                </a:lnTo>
                <a:lnTo>
                  <a:pt x="0" y="29"/>
                </a:lnTo>
                <a:lnTo>
                  <a:pt x="23" y="1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02" name=""/>
          <p:cNvSpPr/>
          <p:nvPr/>
        </p:nvSpPr>
        <p:spPr>
          <a:xfrm rot="0">
            <a:off x="6845300" y="3225800"/>
            <a:ext cx="46037" cy="39687"/>
          </a:xfrm>
          <a:custGeom>
            <a:avLst/>
            <a:ahLst/>
            <a:rect l="0" t="0" r="r" b="b"/>
            <a:pathLst>
              <a:path w="51" h="42">
                <a:moveTo>
                  <a:pt x="47" y="0"/>
                </a:moveTo>
                <a:lnTo>
                  <a:pt x="51" y="8"/>
                </a:lnTo>
                <a:lnTo>
                  <a:pt x="51" y="17"/>
                </a:lnTo>
                <a:lnTo>
                  <a:pt x="48" y="25"/>
                </a:lnTo>
                <a:lnTo>
                  <a:pt x="44" y="33"/>
                </a:lnTo>
                <a:lnTo>
                  <a:pt x="38" y="38"/>
                </a:lnTo>
                <a:lnTo>
                  <a:pt x="30" y="42"/>
                </a:lnTo>
                <a:lnTo>
                  <a:pt x="21" y="42"/>
                </a:lnTo>
                <a:lnTo>
                  <a:pt x="13" y="40"/>
                </a:lnTo>
                <a:lnTo>
                  <a:pt x="5" y="35"/>
                </a:lnTo>
                <a:lnTo>
                  <a:pt x="0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03" name=""/>
          <p:cNvSpPr/>
          <p:nvPr/>
        </p:nvSpPr>
        <p:spPr>
          <a:xfrm rot="0">
            <a:off x="5678487" y="1125537"/>
            <a:ext cx="44450" cy="41275"/>
          </a:xfrm>
          <a:custGeom>
            <a:avLst/>
            <a:ahLst/>
            <a:rect l="0" t="0" r="r" b="b"/>
            <a:pathLst>
              <a:path w="51" h="42">
                <a:moveTo>
                  <a:pt x="27" y="27"/>
                </a:moveTo>
                <a:lnTo>
                  <a:pt x="3" y="42"/>
                </a:lnTo>
                <a:lnTo>
                  <a:pt x="0" y="34"/>
                </a:lnTo>
                <a:lnTo>
                  <a:pt x="0" y="25"/>
                </a:lnTo>
                <a:lnTo>
                  <a:pt x="2" y="17"/>
                </a:lnTo>
                <a:lnTo>
                  <a:pt x="6" y="9"/>
                </a:lnTo>
                <a:lnTo>
                  <a:pt x="13" y="3"/>
                </a:lnTo>
                <a:lnTo>
                  <a:pt x="20" y="0"/>
                </a:lnTo>
                <a:lnTo>
                  <a:pt x="29" y="0"/>
                </a:lnTo>
                <a:lnTo>
                  <a:pt x="38" y="2"/>
                </a:lnTo>
                <a:lnTo>
                  <a:pt x="45" y="7"/>
                </a:lnTo>
                <a:lnTo>
                  <a:pt x="51" y="13"/>
                </a:lnTo>
                <a:lnTo>
                  <a:pt x="27" y="2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04" name=""/>
          <p:cNvSpPr/>
          <p:nvPr/>
        </p:nvSpPr>
        <p:spPr>
          <a:xfrm rot="0">
            <a:off x="5678487" y="1125537"/>
            <a:ext cx="44450" cy="41275"/>
          </a:xfrm>
          <a:custGeom>
            <a:avLst/>
            <a:ahLst/>
            <a:rect l="0" t="0" r="r" b="b"/>
            <a:pathLst>
              <a:path w="51" h="42">
                <a:moveTo>
                  <a:pt x="3" y="42"/>
                </a:moveTo>
                <a:lnTo>
                  <a:pt x="0" y="34"/>
                </a:lnTo>
                <a:lnTo>
                  <a:pt x="0" y="25"/>
                </a:lnTo>
                <a:lnTo>
                  <a:pt x="2" y="17"/>
                </a:lnTo>
                <a:lnTo>
                  <a:pt x="6" y="9"/>
                </a:lnTo>
                <a:lnTo>
                  <a:pt x="13" y="3"/>
                </a:lnTo>
                <a:lnTo>
                  <a:pt x="20" y="0"/>
                </a:lnTo>
                <a:lnTo>
                  <a:pt x="29" y="0"/>
                </a:lnTo>
                <a:lnTo>
                  <a:pt x="38" y="2"/>
                </a:lnTo>
                <a:lnTo>
                  <a:pt x="45" y="7"/>
                </a:lnTo>
                <a:lnTo>
                  <a:pt x="51" y="1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05" name=""/>
          <p:cNvSpPr/>
          <p:nvPr/>
        </p:nvSpPr>
        <p:spPr>
          <a:xfrm rot="0">
            <a:off x="5678487" y="1141412"/>
            <a:ext cx="712787" cy="1228725"/>
          </a:xfrm>
          <a:custGeom>
            <a:avLst/>
            <a:ahLst/>
            <a:rect l="0" t="0" r="r" b="b"/>
            <a:pathLst>
              <a:path w="845" h="1358">
                <a:moveTo>
                  <a:pt x="48" y="0"/>
                </a:moveTo>
                <a:lnTo>
                  <a:pt x="24" y="14"/>
                </a:lnTo>
                <a:lnTo>
                  <a:pt x="0" y="29"/>
                </a:lnTo>
                <a:lnTo>
                  <a:pt x="797" y="1358"/>
                </a:lnTo>
                <a:lnTo>
                  <a:pt x="821" y="1344"/>
                </a:lnTo>
                <a:lnTo>
                  <a:pt x="845" y="1330"/>
                </a:lnTo>
                <a:lnTo>
                  <a:pt x="48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06" name=""/>
          <p:cNvSpPr/>
          <p:nvPr/>
        </p:nvSpPr>
        <p:spPr>
          <a:xfrm rot="0">
            <a:off x="5678487" y="1141412"/>
            <a:ext cx="712787" cy="1228725"/>
          </a:xfrm>
          <a:custGeom>
            <a:avLst/>
            <a:ahLst/>
            <a:rect l="0" t="0" r="r" b="b"/>
            <a:pathLst>
              <a:path w="845" h="1358">
                <a:moveTo>
                  <a:pt x="48" y="0"/>
                </a:moveTo>
                <a:lnTo>
                  <a:pt x="24" y="14"/>
                </a:lnTo>
                <a:lnTo>
                  <a:pt x="0" y="29"/>
                </a:lnTo>
                <a:lnTo>
                  <a:pt x="797" y="1358"/>
                </a:lnTo>
                <a:lnTo>
                  <a:pt x="821" y="1344"/>
                </a:lnTo>
                <a:lnTo>
                  <a:pt x="845" y="1330"/>
                </a:lnTo>
                <a:lnTo>
                  <a:pt x="48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07" name=""/>
          <p:cNvSpPr/>
          <p:nvPr/>
        </p:nvSpPr>
        <p:spPr>
          <a:xfrm rot="0">
            <a:off x="6353175" y="2338387"/>
            <a:ext cx="44450" cy="39687"/>
          </a:xfrm>
          <a:custGeom>
            <a:avLst/>
            <a:ahLst/>
            <a:rect l="0" t="0" r="r" b="b"/>
            <a:pathLst>
              <a:path w="51" h="41">
                <a:moveTo>
                  <a:pt x="24" y="14"/>
                </a:moveTo>
                <a:lnTo>
                  <a:pt x="48" y="0"/>
                </a:lnTo>
                <a:lnTo>
                  <a:pt x="51" y="7"/>
                </a:lnTo>
                <a:lnTo>
                  <a:pt x="51" y="16"/>
                </a:lnTo>
                <a:lnTo>
                  <a:pt x="49" y="25"/>
                </a:lnTo>
                <a:lnTo>
                  <a:pt x="45" y="32"/>
                </a:lnTo>
                <a:lnTo>
                  <a:pt x="38" y="38"/>
                </a:lnTo>
                <a:lnTo>
                  <a:pt x="30" y="41"/>
                </a:lnTo>
                <a:lnTo>
                  <a:pt x="22" y="41"/>
                </a:lnTo>
                <a:lnTo>
                  <a:pt x="13" y="39"/>
                </a:lnTo>
                <a:lnTo>
                  <a:pt x="5" y="34"/>
                </a:lnTo>
                <a:lnTo>
                  <a:pt x="0" y="28"/>
                </a:lnTo>
                <a:lnTo>
                  <a:pt x="24" y="1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08" name=""/>
          <p:cNvSpPr/>
          <p:nvPr/>
        </p:nvSpPr>
        <p:spPr>
          <a:xfrm rot="0">
            <a:off x="6353175" y="2338387"/>
            <a:ext cx="44450" cy="39687"/>
          </a:xfrm>
          <a:custGeom>
            <a:avLst/>
            <a:ahLst/>
            <a:rect l="0" t="0" r="r" b="b"/>
            <a:pathLst>
              <a:path w="51" h="41">
                <a:moveTo>
                  <a:pt x="48" y="0"/>
                </a:moveTo>
                <a:lnTo>
                  <a:pt x="51" y="7"/>
                </a:lnTo>
                <a:lnTo>
                  <a:pt x="51" y="16"/>
                </a:lnTo>
                <a:lnTo>
                  <a:pt x="49" y="25"/>
                </a:lnTo>
                <a:lnTo>
                  <a:pt x="45" y="32"/>
                </a:lnTo>
                <a:lnTo>
                  <a:pt x="38" y="38"/>
                </a:lnTo>
                <a:lnTo>
                  <a:pt x="30" y="41"/>
                </a:lnTo>
                <a:lnTo>
                  <a:pt x="22" y="41"/>
                </a:lnTo>
                <a:lnTo>
                  <a:pt x="13" y="39"/>
                </a:lnTo>
                <a:lnTo>
                  <a:pt x="5" y="34"/>
                </a:lnTo>
                <a:lnTo>
                  <a:pt x="0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09" name=""/>
          <p:cNvSpPr/>
          <p:nvPr/>
        </p:nvSpPr>
        <p:spPr>
          <a:xfrm rot="0">
            <a:off x="5957887" y="2330450"/>
            <a:ext cx="417512" cy="47625"/>
          </a:xfrm>
          <a:custGeom>
            <a:avLst/>
            <a:ahLst/>
            <a:rect l="0" t="0" r="r" b="b"/>
            <a:pathLst>
              <a:path w="490" h="55">
                <a:moveTo>
                  <a:pt x="0" y="0"/>
                </a:moveTo>
                <a:lnTo>
                  <a:pt x="0" y="28"/>
                </a:lnTo>
                <a:lnTo>
                  <a:pt x="0" y="55"/>
                </a:lnTo>
                <a:lnTo>
                  <a:pt x="490" y="55"/>
                </a:lnTo>
                <a:lnTo>
                  <a:pt x="490" y="28"/>
                </a:lnTo>
                <a:lnTo>
                  <a:pt x="49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10" name=""/>
          <p:cNvSpPr/>
          <p:nvPr/>
        </p:nvSpPr>
        <p:spPr>
          <a:xfrm rot="0">
            <a:off x="5957887" y="2330450"/>
            <a:ext cx="417512" cy="47625"/>
          </a:xfrm>
          <a:custGeom>
            <a:avLst/>
            <a:ahLst/>
            <a:rect l="0" t="0" r="r" b="b"/>
            <a:pathLst>
              <a:path w="490" h="55">
                <a:moveTo>
                  <a:pt x="0" y="0"/>
                </a:moveTo>
                <a:lnTo>
                  <a:pt x="0" y="28"/>
                </a:lnTo>
                <a:lnTo>
                  <a:pt x="0" y="55"/>
                </a:lnTo>
                <a:lnTo>
                  <a:pt x="490" y="55"/>
                </a:lnTo>
                <a:lnTo>
                  <a:pt x="490" y="28"/>
                </a:lnTo>
                <a:lnTo>
                  <a:pt x="49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11" name=""/>
          <p:cNvSpPr/>
          <p:nvPr/>
        </p:nvSpPr>
        <p:spPr>
          <a:xfrm rot="0">
            <a:off x="6375400" y="2330450"/>
            <a:ext cx="22225" cy="47625"/>
          </a:xfrm>
          <a:custGeom>
            <a:avLst/>
            <a:ahLst/>
            <a:rect l="0" t="0" r="r" b="b"/>
            <a:pathLst>
              <a:path w="28" h="55">
                <a:moveTo>
                  <a:pt x="0" y="28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3" y="12"/>
                </a:lnTo>
                <a:lnTo>
                  <a:pt x="26" y="19"/>
                </a:lnTo>
                <a:lnTo>
                  <a:pt x="28" y="28"/>
                </a:lnTo>
                <a:lnTo>
                  <a:pt x="26" y="37"/>
                </a:lnTo>
                <a:lnTo>
                  <a:pt x="23" y="44"/>
                </a:lnTo>
                <a:lnTo>
                  <a:pt x="16" y="51"/>
                </a:lnTo>
                <a:lnTo>
                  <a:pt x="9" y="54"/>
                </a:lnTo>
                <a:lnTo>
                  <a:pt x="0" y="55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12" name=""/>
          <p:cNvSpPr/>
          <p:nvPr/>
        </p:nvSpPr>
        <p:spPr>
          <a:xfrm rot="0">
            <a:off x="6375400" y="2330450"/>
            <a:ext cx="22225" cy="47625"/>
          </a:xfrm>
          <a:custGeom>
            <a:avLst/>
            <a:ahLst/>
            <a:rect l="0" t="0" r="r" b="b"/>
            <a:pathLst>
              <a:path w="28" h="55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3" y="12"/>
                </a:lnTo>
                <a:lnTo>
                  <a:pt x="26" y="19"/>
                </a:lnTo>
                <a:lnTo>
                  <a:pt x="28" y="28"/>
                </a:lnTo>
                <a:lnTo>
                  <a:pt x="26" y="37"/>
                </a:lnTo>
                <a:lnTo>
                  <a:pt x="23" y="44"/>
                </a:lnTo>
                <a:lnTo>
                  <a:pt x="16" y="51"/>
                </a:lnTo>
                <a:lnTo>
                  <a:pt x="9" y="54"/>
                </a:lnTo>
                <a:lnTo>
                  <a:pt x="0" y="5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13" name=""/>
          <p:cNvSpPr/>
          <p:nvPr/>
        </p:nvSpPr>
        <p:spPr>
          <a:xfrm rot="0">
            <a:off x="5943600" y="2338387"/>
            <a:ext cx="347662" cy="585787"/>
          </a:xfrm>
          <a:custGeom>
            <a:avLst/>
            <a:ahLst/>
            <a:rect l="0" t="0" r="r" b="b"/>
            <a:pathLst>
              <a:path w="415" h="641">
                <a:moveTo>
                  <a:pt x="367" y="641"/>
                </a:moveTo>
                <a:lnTo>
                  <a:pt x="391" y="626"/>
                </a:lnTo>
                <a:lnTo>
                  <a:pt x="415" y="612"/>
                </a:lnTo>
                <a:lnTo>
                  <a:pt x="48" y="0"/>
                </a:lnTo>
                <a:lnTo>
                  <a:pt x="24" y="14"/>
                </a:lnTo>
                <a:lnTo>
                  <a:pt x="0" y="28"/>
                </a:lnTo>
                <a:lnTo>
                  <a:pt x="367" y="64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67614" name=""/>
          <p:cNvSpPr/>
          <p:nvPr/>
        </p:nvSpPr>
        <p:spPr>
          <a:xfrm rot="0">
            <a:off x="5943600" y="2338387"/>
            <a:ext cx="347662" cy="585787"/>
          </a:xfrm>
          <a:custGeom>
            <a:avLst/>
            <a:ahLst/>
            <a:rect l="0" t="0" r="r" b="b"/>
            <a:pathLst>
              <a:path w="415" h="641">
                <a:moveTo>
                  <a:pt x="367" y="641"/>
                </a:moveTo>
                <a:lnTo>
                  <a:pt x="391" y="626"/>
                </a:lnTo>
                <a:lnTo>
                  <a:pt x="415" y="612"/>
                </a:lnTo>
                <a:lnTo>
                  <a:pt x="48" y="0"/>
                </a:lnTo>
                <a:lnTo>
                  <a:pt x="24" y="14"/>
                </a:lnTo>
                <a:lnTo>
                  <a:pt x="0" y="28"/>
                </a:lnTo>
                <a:lnTo>
                  <a:pt x="367" y="64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67615" name=""/>
          <p:cNvSpPr/>
          <p:nvPr/>
        </p:nvSpPr>
        <p:spPr>
          <a:xfrm rot="0">
            <a:off x="5678487" y="3216275"/>
            <a:ext cx="22225" cy="49212"/>
          </a:xfrm>
          <a:custGeom>
            <a:avLst/>
            <a:ahLst/>
            <a:rect l="0" t="0" r="r" b="b"/>
            <a:pathLst>
              <a:path w="27" h="56">
                <a:moveTo>
                  <a:pt x="27" y="29"/>
                </a:moveTo>
                <a:lnTo>
                  <a:pt x="27" y="56"/>
                </a:lnTo>
                <a:lnTo>
                  <a:pt x="18" y="55"/>
                </a:lnTo>
                <a:lnTo>
                  <a:pt x="11" y="51"/>
                </a:lnTo>
                <a:lnTo>
                  <a:pt x="4" y="45"/>
                </a:lnTo>
                <a:lnTo>
                  <a:pt x="1" y="37"/>
                </a:ln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2"/>
                </a:lnTo>
                <a:lnTo>
                  <a:pt x="27" y="0"/>
                </a:lnTo>
                <a:lnTo>
                  <a:pt x="27" y="2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616" name=""/>
          <p:cNvSpPr/>
          <p:nvPr/>
        </p:nvSpPr>
        <p:spPr>
          <a:xfrm rot="0">
            <a:off x="5678487" y="3216275"/>
            <a:ext cx="22225" cy="49212"/>
          </a:xfrm>
          <a:custGeom>
            <a:avLst/>
            <a:ahLst/>
            <a:rect l="0" t="0" r="r" b="b"/>
            <a:pathLst>
              <a:path w="27" h="56">
                <a:moveTo>
                  <a:pt x="27" y="56"/>
                </a:moveTo>
                <a:lnTo>
                  <a:pt x="18" y="55"/>
                </a:lnTo>
                <a:lnTo>
                  <a:pt x="11" y="51"/>
                </a:lnTo>
                <a:lnTo>
                  <a:pt x="4" y="45"/>
                </a:lnTo>
                <a:lnTo>
                  <a:pt x="1" y="37"/>
                </a:lnTo>
                <a:lnTo>
                  <a:pt x="0" y="29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7617" name=""/>
          <p:cNvSpPr/>
          <p:nvPr/>
        </p:nvSpPr>
        <p:spPr>
          <a:xfrm rot="0">
            <a:off x="5700712" y="3216275"/>
            <a:ext cx="1168400" cy="49212"/>
          </a:xfrm>
          <a:custGeom>
            <a:avLst/>
            <a:ahLst/>
            <a:rect l="0" t="0" r="r" b="b"/>
            <a:pathLst>
              <a:path w="1384" h="56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1384" y="56"/>
                </a:lnTo>
                <a:lnTo>
                  <a:pt x="1384" y="29"/>
                </a:lnTo>
                <a:lnTo>
                  <a:pt x="1384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grpSp>
        <p:nvGrpSpPr>
          <p:cNvPr id="231" name=""/>
          <p:cNvGrpSpPr/>
          <p:nvPr/>
        </p:nvGrpSpPr>
        <p:grpSpPr>
          <a:xfrm rot="0">
            <a:off x="4532312" y="1149350"/>
            <a:ext cx="2336800" cy="2116137"/>
            <a:chOff x="2855" y="724"/>
            <a:chExt cx="1472" cy="1333"/>
          </a:xfrm>
        </p:grpSpPr>
        <p:sp>
          <p:nvSpPr>
            <p:cNvPr id="1067618" name=""/>
            <p:cNvSpPr/>
            <p:nvPr/>
          </p:nvSpPr>
          <p:spPr>
            <a:xfrm rot="0">
              <a:off x="3577" y="724"/>
              <a:ext cx="28" cy="1318"/>
            </a:xfrm>
            <a:custGeom>
              <a:avLst/>
              <a:ahLst/>
              <a:rect l="0" t="0" r="r" b="b"/>
              <a:pathLst>
                <a:path w="55" h="2310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310"/>
                  </a:lnTo>
                  <a:lnTo>
                    <a:pt x="27" y="2310"/>
                  </a:lnTo>
                  <a:lnTo>
                    <a:pt x="55" y="2310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19" name=""/>
            <p:cNvSpPr/>
            <p:nvPr/>
          </p:nvSpPr>
          <p:spPr>
            <a:xfrm rot="0">
              <a:off x="2855" y="2026"/>
              <a:ext cx="736" cy="31"/>
            </a:xfrm>
            <a:custGeom>
              <a:avLst/>
              <a:ahLst/>
              <a:rect l="0" t="0" r="r" b="b"/>
              <a:pathLst>
                <a:path w="1385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385" y="56"/>
                  </a:lnTo>
                  <a:lnTo>
                    <a:pt x="1385" y="29"/>
                  </a:lnTo>
                  <a:lnTo>
                    <a:pt x="138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20" name=""/>
            <p:cNvSpPr/>
            <p:nvPr/>
          </p:nvSpPr>
          <p:spPr>
            <a:xfrm rot="0">
              <a:off x="3591" y="2026"/>
              <a:ext cx="736" cy="31"/>
            </a:xfrm>
            <a:custGeom>
              <a:avLst/>
              <a:ahLst/>
              <a:rect l="0" t="0" r="r" b="b"/>
              <a:pathLst>
                <a:path w="1384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384" y="56"/>
                  </a:lnTo>
                  <a:lnTo>
                    <a:pt x="1384" y="29"/>
                  </a:lnTo>
                  <a:lnTo>
                    <a:pt x="138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7621" name=""/>
          <p:cNvSpPr/>
          <p:nvPr/>
        </p:nvSpPr>
        <p:spPr>
          <a:xfrm rot="0">
            <a:off x="6869112" y="3216275"/>
            <a:ext cx="22225" cy="49212"/>
          </a:xfrm>
          <a:custGeom>
            <a:avLst/>
            <a:ahLst/>
            <a:rect l="0" t="0" r="r" b="b"/>
            <a:pathLst>
              <a:path w="29" h="56">
                <a:moveTo>
                  <a:pt x="0" y="29"/>
                </a:moveTo>
                <a:lnTo>
                  <a:pt x="0" y="0"/>
                </a:lnTo>
                <a:lnTo>
                  <a:pt x="9" y="2"/>
                </a:lnTo>
                <a:lnTo>
                  <a:pt x="17" y="6"/>
                </a:lnTo>
                <a:lnTo>
                  <a:pt x="23" y="12"/>
                </a:lnTo>
                <a:lnTo>
                  <a:pt x="26" y="20"/>
                </a:lnTo>
                <a:lnTo>
                  <a:pt x="29" y="29"/>
                </a:lnTo>
                <a:lnTo>
                  <a:pt x="26" y="37"/>
                </a:lnTo>
                <a:lnTo>
                  <a:pt x="23" y="45"/>
                </a:lnTo>
                <a:lnTo>
                  <a:pt x="17" y="51"/>
                </a:lnTo>
                <a:lnTo>
                  <a:pt x="9" y="55"/>
                </a:lnTo>
                <a:lnTo>
                  <a:pt x="0" y="56"/>
                </a:lnTo>
                <a:lnTo>
                  <a:pt x="0" y="2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67622" name=""/>
          <p:cNvSpPr/>
          <p:nvPr/>
        </p:nvSpPr>
        <p:spPr>
          <a:xfrm rot="0">
            <a:off x="6869112" y="3216275"/>
            <a:ext cx="22225" cy="49212"/>
          </a:xfrm>
          <a:custGeom>
            <a:avLst/>
            <a:ahLst/>
            <a:rect l="0" t="0" r="r" b="b"/>
            <a:pathLst>
              <a:path w="29" h="56">
                <a:moveTo>
                  <a:pt x="0" y="0"/>
                </a:moveTo>
                <a:lnTo>
                  <a:pt x="9" y="2"/>
                </a:lnTo>
                <a:lnTo>
                  <a:pt x="17" y="6"/>
                </a:lnTo>
                <a:lnTo>
                  <a:pt x="23" y="12"/>
                </a:lnTo>
                <a:lnTo>
                  <a:pt x="26" y="20"/>
                </a:lnTo>
                <a:lnTo>
                  <a:pt x="29" y="29"/>
                </a:lnTo>
                <a:lnTo>
                  <a:pt x="26" y="37"/>
                </a:lnTo>
                <a:lnTo>
                  <a:pt x="23" y="45"/>
                </a:lnTo>
                <a:lnTo>
                  <a:pt x="17" y="51"/>
                </a:lnTo>
                <a:lnTo>
                  <a:pt x="9" y="55"/>
                </a:lnTo>
                <a:lnTo>
                  <a:pt x="0" y="56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232" name=""/>
          <p:cNvGrpSpPr/>
          <p:nvPr/>
        </p:nvGrpSpPr>
        <p:grpSpPr>
          <a:xfrm rot="0">
            <a:off x="5419725" y="2330450"/>
            <a:ext cx="561975" cy="47625"/>
            <a:chOff x="3414" y="1468"/>
            <a:chExt cx="354" cy="30"/>
          </a:xfrm>
        </p:grpSpPr>
        <p:sp>
          <p:nvSpPr>
            <p:cNvPr id="1067623" name=""/>
            <p:cNvSpPr/>
            <p:nvPr/>
          </p:nvSpPr>
          <p:spPr>
            <a:xfrm rot="0">
              <a:off x="3414" y="1468"/>
              <a:ext cx="29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23" y="27"/>
                  </a:moveTo>
                  <a:lnTo>
                    <a:pt x="0" y="13"/>
                  </a:lnTo>
                  <a:lnTo>
                    <a:pt x="5" y="6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3"/>
                  </a:lnTo>
                  <a:lnTo>
                    <a:pt x="47" y="41"/>
                  </a:lnTo>
                  <a:lnTo>
                    <a:pt x="23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24" name=""/>
            <p:cNvSpPr/>
            <p:nvPr/>
          </p:nvSpPr>
          <p:spPr>
            <a:xfrm rot="0">
              <a:off x="3414" y="1468"/>
              <a:ext cx="29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0" y="13"/>
                  </a:moveTo>
                  <a:lnTo>
                    <a:pt x="5" y="6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3"/>
                  </a:lnTo>
                  <a:lnTo>
                    <a:pt x="47" y="4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25" name=""/>
            <p:cNvSpPr/>
            <p:nvPr/>
          </p:nvSpPr>
          <p:spPr>
            <a:xfrm rot="0">
              <a:off x="3428" y="1468"/>
              <a:ext cx="15" cy="30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19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26" name=""/>
            <p:cNvSpPr/>
            <p:nvPr/>
          </p:nvSpPr>
          <p:spPr>
            <a:xfrm rot="0">
              <a:off x="3428" y="1468"/>
              <a:ext cx="15" cy="30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19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27" name=""/>
            <p:cNvSpPr/>
            <p:nvPr/>
          </p:nvSpPr>
          <p:spPr>
            <a:xfrm rot="0">
              <a:off x="3739" y="1468"/>
              <a:ext cx="14" cy="30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28" name=""/>
            <p:cNvSpPr/>
            <p:nvPr/>
          </p:nvSpPr>
          <p:spPr>
            <a:xfrm rot="0">
              <a:off x="3739" y="1468"/>
              <a:ext cx="14" cy="30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29" name=""/>
            <p:cNvSpPr/>
            <p:nvPr/>
          </p:nvSpPr>
          <p:spPr>
            <a:xfrm rot="0">
              <a:off x="3739" y="1468"/>
              <a:ext cx="29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27" y="27"/>
                  </a:moveTo>
                  <a:lnTo>
                    <a:pt x="3" y="41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7" y="8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1" y="13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30" name=""/>
            <p:cNvSpPr/>
            <p:nvPr/>
          </p:nvSpPr>
          <p:spPr>
            <a:xfrm rot="0">
              <a:off x="3739" y="1468"/>
              <a:ext cx="29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3" y="41"/>
                  </a:moveTo>
                  <a:lnTo>
                    <a:pt x="0" y="33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7" y="8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1" y="1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31" name=""/>
            <p:cNvSpPr/>
            <p:nvPr/>
          </p:nvSpPr>
          <p:spPr>
            <a:xfrm rot="0">
              <a:off x="3428" y="1483"/>
              <a:ext cx="82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32" name=""/>
            <p:cNvSpPr/>
            <p:nvPr/>
          </p:nvSpPr>
          <p:spPr>
            <a:xfrm rot="0">
              <a:off x="3548" y="1483"/>
              <a:ext cx="8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33" name=""/>
            <p:cNvSpPr/>
            <p:nvPr/>
          </p:nvSpPr>
          <p:spPr>
            <a:xfrm rot="0">
              <a:off x="3677" y="1483"/>
              <a:ext cx="7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33" name=""/>
          <p:cNvGrpSpPr/>
          <p:nvPr/>
        </p:nvGrpSpPr>
        <p:grpSpPr>
          <a:xfrm rot="0">
            <a:off x="5108575" y="2882900"/>
            <a:ext cx="1182687" cy="49212"/>
            <a:chOff x="3218" y="1816"/>
            <a:chExt cx="745" cy="31"/>
          </a:xfrm>
        </p:grpSpPr>
        <p:sp>
          <p:nvSpPr>
            <p:cNvPr id="1067634" name=""/>
            <p:cNvSpPr/>
            <p:nvPr/>
          </p:nvSpPr>
          <p:spPr>
            <a:xfrm rot="0">
              <a:off x="3233" y="1816"/>
              <a:ext cx="14" cy="31"/>
            </a:xfrm>
            <a:custGeom>
              <a:avLst/>
              <a:ahLst/>
              <a:rect l="0" t="0" r="r" b="b"/>
              <a:pathLst>
                <a:path w="29" h="56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35" name=""/>
            <p:cNvSpPr/>
            <p:nvPr/>
          </p:nvSpPr>
          <p:spPr>
            <a:xfrm rot="0">
              <a:off x="3233" y="1816"/>
              <a:ext cx="14" cy="31"/>
            </a:xfrm>
            <a:custGeom>
              <a:avLst/>
              <a:ahLst/>
              <a:rect l="0" t="0" r="r" b="b"/>
              <a:pathLst>
                <a:path w="29" h="56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36" name=""/>
            <p:cNvSpPr/>
            <p:nvPr/>
          </p:nvSpPr>
          <p:spPr>
            <a:xfrm rot="0">
              <a:off x="3218" y="1821"/>
              <a:ext cx="29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7" y="14"/>
                  </a:moveTo>
                  <a:lnTo>
                    <a:pt x="51" y="29"/>
                  </a:lnTo>
                  <a:lnTo>
                    <a:pt x="46" y="35"/>
                  </a:lnTo>
                  <a:lnTo>
                    <a:pt x="38" y="39"/>
                  </a:lnTo>
                  <a:lnTo>
                    <a:pt x="30" y="42"/>
                  </a:lnTo>
                  <a:lnTo>
                    <a:pt x="21" y="42"/>
                  </a:lnTo>
                  <a:lnTo>
                    <a:pt x="13" y="38"/>
                  </a:lnTo>
                  <a:lnTo>
                    <a:pt x="7" y="33"/>
                  </a:lnTo>
                  <a:lnTo>
                    <a:pt x="2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4" y="0"/>
                  </a:lnTo>
                  <a:lnTo>
                    <a:pt x="27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37" name=""/>
            <p:cNvSpPr/>
            <p:nvPr/>
          </p:nvSpPr>
          <p:spPr>
            <a:xfrm rot="0">
              <a:off x="3218" y="1821"/>
              <a:ext cx="29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51" y="29"/>
                  </a:moveTo>
                  <a:lnTo>
                    <a:pt x="46" y="35"/>
                  </a:lnTo>
                  <a:lnTo>
                    <a:pt x="38" y="39"/>
                  </a:lnTo>
                  <a:lnTo>
                    <a:pt x="30" y="42"/>
                  </a:lnTo>
                  <a:lnTo>
                    <a:pt x="21" y="42"/>
                  </a:lnTo>
                  <a:lnTo>
                    <a:pt x="13" y="38"/>
                  </a:lnTo>
                  <a:lnTo>
                    <a:pt x="7" y="33"/>
                  </a:lnTo>
                  <a:lnTo>
                    <a:pt x="2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38" name=""/>
            <p:cNvSpPr/>
            <p:nvPr/>
          </p:nvSpPr>
          <p:spPr>
            <a:xfrm rot="0">
              <a:off x="3935" y="181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8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39" name=""/>
            <p:cNvSpPr/>
            <p:nvPr/>
          </p:nvSpPr>
          <p:spPr>
            <a:xfrm rot="0">
              <a:off x="3935" y="1816"/>
              <a:ext cx="14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0" name=""/>
            <p:cNvSpPr/>
            <p:nvPr/>
          </p:nvSpPr>
          <p:spPr>
            <a:xfrm rot="0">
              <a:off x="3935" y="1821"/>
              <a:ext cx="28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4" y="14"/>
                  </a:moveTo>
                  <a:lnTo>
                    <a:pt x="48" y="0"/>
                  </a:lnTo>
                  <a:lnTo>
                    <a:pt x="51" y="8"/>
                  </a:lnTo>
                  <a:lnTo>
                    <a:pt x="51" y="17"/>
                  </a:lnTo>
                  <a:lnTo>
                    <a:pt x="49" y="25"/>
                  </a:lnTo>
                  <a:lnTo>
                    <a:pt x="45" y="33"/>
                  </a:lnTo>
                  <a:lnTo>
                    <a:pt x="38" y="38"/>
                  </a:lnTo>
                  <a:lnTo>
                    <a:pt x="31" y="42"/>
                  </a:lnTo>
                  <a:lnTo>
                    <a:pt x="22" y="42"/>
                  </a:lnTo>
                  <a:lnTo>
                    <a:pt x="13" y="39"/>
                  </a:lnTo>
                  <a:lnTo>
                    <a:pt x="6" y="35"/>
                  </a:lnTo>
                  <a:lnTo>
                    <a:pt x="0" y="29"/>
                  </a:lnTo>
                  <a:lnTo>
                    <a:pt x="24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7641" name=""/>
            <p:cNvSpPr/>
            <p:nvPr/>
          </p:nvSpPr>
          <p:spPr>
            <a:xfrm rot="0">
              <a:off x="3935" y="1821"/>
              <a:ext cx="28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48" y="0"/>
                  </a:moveTo>
                  <a:lnTo>
                    <a:pt x="51" y="8"/>
                  </a:lnTo>
                  <a:lnTo>
                    <a:pt x="51" y="17"/>
                  </a:lnTo>
                  <a:lnTo>
                    <a:pt x="49" y="25"/>
                  </a:lnTo>
                  <a:lnTo>
                    <a:pt x="45" y="33"/>
                  </a:lnTo>
                  <a:lnTo>
                    <a:pt x="38" y="38"/>
                  </a:lnTo>
                  <a:lnTo>
                    <a:pt x="31" y="42"/>
                  </a:lnTo>
                  <a:lnTo>
                    <a:pt x="22" y="42"/>
                  </a:lnTo>
                  <a:lnTo>
                    <a:pt x="13" y="39"/>
                  </a:lnTo>
                  <a:lnTo>
                    <a:pt x="6" y="35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2" name=""/>
            <p:cNvSpPr/>
            <p:nvPr/>
          </p:nvSpPr>
          <p:spPr>
            <a:xfrm rot="0">
              <a:off x="3233" y="1832"/>
              <a:ext cx="8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3" name=""/>
            <p:cNvSpPr/>
            <p:nvPr/>
          </p:nvSpPr>
          <p:spPr>
            <a:xfrm rot="0">
              <a:off x="3362" y="1832"/>
              <a:ext cx="8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4" name=""/>
            <p:cNvSpPr/>
            <p:nvPr/>
          </p:nvSpPr>
          <p:spPr>
            <a:xfrm rot="0">
              <a:off x="3486" y="1832"/>
              <a:ext cx="8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5" name=""/>
            <p:cNvSpPr/>
            <p:nvPr/>
          </p:nvSpPr>
          <p:spPr>
            <a:xfrm rot="0">
              <a:off x="3610" y="1832"/>
              <a:ext cx="8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6" name=""/>
            <p:cNvSpPr/>
            <p:nvPr/>
          </p:nvSpPr>
          <p:spPr>
            <a:xfrm rot="0">
              <a:off x="3739" y="1832"/>
              <a:ext cx="81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47" name=""/>
            <p:cNvSpPr/>
            <p:nvPr/>
          </p:nvSpPr>
          <p:spPr>
            <a:xfrm rot="0">
              <a:off x="3863" y="1832"/>
              <a:ext cx="8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34" name=""/>
          <p:cNvGrpSpPr/>
          <p:nvPr/>
        </p:nvGrpSpPr>
        <p:grpSpPr>
          <a:xfrm rot="0">
            <a:off x="5351462" y="3994150"/>
            <a:ext cx="1790700" cy="2328862"/>
            <a:chOff x="3724" y="2113"/>
            <a:chExt cx="1128" cy="1467"/>
          </a:xfrm>
        </p:grpSpPr>
        <p:sp>
          <p:nvSpPr>
            <p:cNvPr id="1067648" name=""/>
            <p:cNvSpPr/>
            <p:nvPr/>
          </p:nvSpPr>
          <p:spPr>
            <a:xfrm rot="0">
              <a:off x="4685" y="3318"/>
              <a:ext cx="14" cy="31"/>
            </a:xfrm>
            <a:custGeom>
              <a:avLst/>
              <a:ahLst/>
              <a:rect l="0" t="0" r="r" b="b"/>
              <a:pathLst>
                <a:path w="30" h="55">
                  <a:moveTo>
                    <a:pt x="3" y="28"/>
                  </a:moveTo>
                  <a:lnTo>
                    <a:pt x="7" y="0"/>
                  </a:lnTo>
                  <a:lnTo>
                    <a:pt x="15" y="3"/>
                  </a:lnTo>
                  <a:lnTo>
                    <a:pt x="22" y="7"/>
                  </a:lnTo>
                  <a:lnTo>
                    <a:pt x="27" y="15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6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5"/>
                  </a:lnTo>
                  <a:lnTo>
                    <a:pt x="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49" name=""/>
            <p:cNvSpPr/>
            <p:nvPr/>
          </p:nvSpPr>
          <p:spPr>
            <a:xfrm rot="0">
              <a:off x="4685" y="3318"/>
              <a:ext cx="14" cy="31"/>
            </a:xfrm>
            <a:custGeom>
              <a:avLst/>
              <a:ahLst/>
              <a:rect l="0" t="0" r="r" b="b"/>
              <a:pathLst>
                <a:path w="30" h="55">
                  <a:moveTo>
                    <a:pt x="7" y="0"/>
                  </a:moveTo>
                  <a:lnTo>
                    <a:pt x="15" y="3"/>
                  </a:lnTo>
                  <a:lnTo>
                    <a:pt x="22" y="7"/>
                  </a:lnTo>
                  <a:lnTo>
                    <a:pt x="27" y="15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6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50" name=""/>
            <p:cNvSpPr/>
            <p:nvPr/>
          </p:nvSpPr>
          <p:spPr>
            <a:xfrm rot="0">
              <a:off x="4331" y="3272"/>
              <a:ext cx="359" cy="77"/>
            </a:xfrm>
            <a:custGeom>
              <a:avLst/>
              <a:ahLst/>
              <a:rect l="0" t="0" r="r" b="b"/>
              <a:pathLst>
                <a:path w="673" h="136">
                  <a:moveTo>
                    <a:pt x="666" y="136"/>
                  </a:moveTo>
                  <a:lnTo>
                    <a:pt x="669" y="109"/>
                  </a:lnTo>
                  <a:lnTo>
                    <a:pt x="673" y="81"/>
                  </a:lnTo>
                  <a:lnTo>
                    <a:pt x="7" y="0"/>
                  </a:lnTo>
                  <a:lnTo>
                    <a:pt x="4" y="27"/>
                  </a:lnTo>
                  <a:lnTo>
                    <a:pt x="0" y="54"/>
                  </a:lnTo>
                  <a:lnTo>
                    <a:pt x="666" y="1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51" name=""/>
            <p:cNvSpPr/>
            <p:nvPr/>
          </p:nvSpPr>
          <p:spPr>
            <a:xfrm rot="0">
              <a:off x="4331" y="3272"/>
              <a:ext cx="359" cy="77"/>
            </a:xfrm>
            <a:custGeom>
              <a:avLst/>
              <a:ahLst/>
              <a:rect l="0" t="0" r="r" b="b"/>
              <a:pathLst>
                <a:path w="673" h="136">
                  <a:moveTo>
                    <a:pt x="666" y="136"/>
                  </a:moveTo>
                  <a:lnTo>
                    <a:pt x="669" y="109"/>
                  </a:lnTo>
                  <a:lnTo>
                    <a:pt x="673" y="81"/>
                  </a:lnTo>
                  <a:lnTo>
                    <a:pt x="7" y="0"/>
                  </a:lnTo>
                  <a:lnTo>
                    <a:pt x="4" y="27"/>
                  </a:lnTo>
                  <a:lnTo>
                    <a:pt x="0" y="54"/>
                  </a:lnTo>
                  <a:lnTo>
                    <a:pt x="666" y="1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52" name=""/>
            <p:cNvSpPr/>
            <p:nvPr/>
          </p:nvSpPr>
          <p:spPr>
            <a:xfrm rot="0">
              <a:off x="4317" y="3272"/>
              <a:ext cx="19" cy="31"/>
            </a:xfrm>
            <a:custGeom>
              <a:avLst/>
              <a:ahLst/>
              <a:rect l="0" t="0" r="r" b="b"/>
              <a:pathLst>
                <a:path w="31" h="54">
                  <a:moveTo>
                    <a:pt x="28" y="27"/>
                  </a:moveTo>
                  <a:lnTo>
                    <a:pt x="24" y="54"/>
                  </a:lnTo>
                  <a:lnTo>
                    <a:pt x="16" y="52"/>
                  </a:lnTo>
                  <a:lnTo>
                    <a:pt x="9" y="48"/>
                  </a:lnTo>
                  <a:lnTo>
                    <a:pt x="4" y="40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3" y="15"/>
                  </a:lnTo>
                  <a:lnTo>
                    <a:pt x="7" y="9"/>
                  </a:lnTo>
                  <a:lnTo>
                    <a:pt x="15" y="3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28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53" name=""/>
            <p:cNvSpPr/>
            <p:nvPr/>
          </p:nvSpPr>
          <p:spPr>
            <a:xfrm rot="0">
              <a:off x="4317" y="3272"/>
              <a:ext cx="19" cy="31"/>
            </a:xfrm>
            <a:custGeom>
              <a:avLst/>
              <a:ahLst/>
              <a:rect l="0" t="0" r="r" b="b"/>
              <a:pathLst>
                <a:path w="31" h="54">
                  <a:moveTo>
                    <a:pt x="24" y="54"/>
                  </a:moveTo>
                  <a:lnTo>
                    <a:pt x="16" y="52"/>
                  </a:lnTo>
                  <a:lnTo>
                    <a:pt x="9" y="48"/>
                  </a:lnTo>
                  <a:lnTo>
                    <a:pt x="4" y="40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3" y="15"/>
                  </a:lnTo>
                  <a:lnTo>
                    <a:pt x="7" y="9"/>
                  </a:lnTo>
                  <a:lnTo>
                    <a:pt x="15" y="3"/>
                  </a:lnTo>
                  <a:lnTo>
                    <a:pt x="22" y="0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54" name=""/>
            <p:cNvSpPr/>
            <p:nvPr/>
          </p:nvSpPr>
          <p:spPr>
            <a:xfrm rot="0">
              <a:off x="4670" y="3318"/>
              <a:ext cx="29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27" y="28"/>
                  </a:moveTo>
                  <a:lnTo>
                    <a:pt x="0" y="34"/>
                  </a:lnTo>
                  <a:lnTo>
                    <a:pt x="0" y="25"/>
                  </a:lnTo>
                  <a:lnTo>
                    <a:pt x="1" y="17"/>
                  </a:lnTo>
                  <a:lnTo>
                    <a:pt x="6" y="10"/>
                  </a:lnTo>
                  <a:lnTo>
                    <a:pt x="12" y="4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5" y="6"/>
                  </a:lnTo>
                  <a:lnTo>
                    <a:pt x="51" y="12"/>
                  </a:lnTo>
                  <a:lnTo>
                    <a:pt x="54" y="21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55" name=""/>
            <p:cNvSpPr/>
            <p:nvPr/>
          </p:nvSpPr>
          <p:spPr>
            <a:xfrm rot="0">
              <a:off x="4670" y="3318"/>
              <a:ext cx="29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0" y="34"/>
                  </a:moveTo>
                  <a:lnTo>
                    <a:pt x="0" y="25"/>
                  </a:lnTo>
                  <a:lnTo>
                    <a:pt x="1" y="17"/>
                  </a:lnTo>
                  <a:lnTo>
                    <a:pt x="6" y="10"/>
                  </a:lnTo>
                  <a:lnTo>
                    <a:pt x="12" y="4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5" y="6"/>
                  </a:lnTo>
                  <a:lnTo>
                    <a:pt x="51" y="12"/>
                  </a:lnTo>
                  <a:lnTo>
                    <a:pt x="54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56" name=""/>
            <p:cNvSpPr/>
            <p:nvPr/>
          </p:nvSpPr>
          <p:spPr>
            <a:xfrm rot="0">
              <a:off x="4670" y="3328"/>
              <a:ext cx="86" cy="236"/>
            </a:xfrm>
            <a:custGeom>
              <a:avLst/>
              <a:ahLst/>
              <a:rect l="0" t="0" r="r" b="b"/>
              <a:pathLst>
                <a:path w="154" h="414">
                  <a:moveTo>
                    <a:pt x="54" y="0"/>
                  </a:moveTo>
                  <a:lnTo>
                    <a:pt x="27" y="7"/>
                  </a:lnTo>
                  <a:lnTo>
                    <a:pt x="0" y="13"/>
                  </a:lnTo>
                  <a:lnTo>
                    <a:pt x="100" y="414"/>
                  </a:lnTo>
                  <a:lnTo>
                    <a:pt x="127" y="407"/>
                  </a:lnTo>
                  <a:lnTo>
                    <a:pt x="154" y="40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57" name=""/>
            <p:cNvSpPr/>
            <p:nvPr/>
          </p:nvSpPr>
          <p:spPr>
            <a:xfrm rot="0">
              <a:off x="4670" y="3328"/>
              <a:ext cx="86" cy="236"/>
            </a:xfrm>
            <a:custGeom>
              <a:avLst/>
              <a:ahLst/>
              <a:rect l="0" t="0" r="r" b="b"/>
              <a:pathLst>
                <a:path w="154" h="414">
                  <a:moveTo>
                    <a:pt x="54" y="0"/>
                  </a:moveTo>
                  <a:lnTo>
                    <a:pt x="27" y="7"/>
                  </a:lnTo>
                  <a:lnTo>
                    <a:pt x="0" y="13"/>
                  </a:lnTo>
                  <a:lnTo>
                    <a:pt x="100" y="414"/>
                  </a:lnTo>
                  <a:lnTo>
                    <a:pt x="127" y="407"/>
                  </a:lnTo>
                  <a:lnTo>
                    <a:pt x="154" y="40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58" name=""/>
            <p:cNvSpPr/>
            <p:nvPr/>
          </p:nvSpPr>
          <p:spPr>
            <a:xfrm rot="0">
              <a:off x="4728" y="3559"/>
              <a:ext cx="28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27" y="6"/>
                  </a:moveTo>
                  <a:lnTo>
                    <a:pt x="54" y="0"/>
                  </a:lnTo>
                  <a:lnTo>
                    <a:pt x="54" y="9"/>
                  </a:lnTo>
                  <a:lnTo>
                    <a:pt x="53" y="17"/>
                  </a:lnTo>
                  <a:lnTo>
                    <a:pt x="49" y="24"/>
                  </a:lnTo>
                  <a:lnTo>
                    <a:pt x="42" y="30"/>
                  </a:lnTo>
                  <a:lnTo>
                    <a:pt x="34" y="34"/>
                  </a:lnTo>
                  <a:lnTo>
                    <a:pt x="25" y="34"/>
                  </a:lnTo>
                  <a:lnTo>
                    <a:pt x="16" y="32"/>
                  </a:lnTo>
                  <a:lnTo>
                    <a:pt x="10" y="28"/>
                  </a:lnTo>
                  <a:lnTo>
                    <a:pt x="3" y="22"/>
                  </a:lnTo>
                  <a:lnTo>
                    <a:pt x="0" y="13"/>
                  </a:lnTo>
                  <a:lnTo>
                    <a:pt x="2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59" name=""/>
            <p:cNvSpPr/>
            <p:nvPr/>
          </p:nvSpPr>
          <p:spPr>
            <a:xfrm rot="0">
              <a:off x="4728" y="3559"/>
              <a:ext cx="28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54" y="0"/>
                  </a:moveTo>
                  <a:lnTo>
                    <a:pt x="54" y="9"/>
                  </a:lnTo>
                  <a:lnTo>
                    <a:pt x="53" y="17"/>
                  </a:lnTo>
                  <a:lnTo>
                    <a:pt x="49" y="24"/>
                  </a:lnTo>
                  <a:lnTo>
                    <a:pt x="42" y="30"/>
                  </a:lnTo>
                  <a:lnTo>
                    <a:pt x="34" y="34"/>
                  </a:lnTo>
                  <a:lnTo>
                    <a:pt x="25" y="34"/>
                  </a:lnTo>
                  <a:lnTo>
                    <a:pt x="16" y="32"/>
                  </a:lnTo>
                  <a:lnTo>
                    <a:pt x="10" y="28"/>
                  </a:lnTo>
                  <a:lnTo>
                    <a:pt x="3" y="22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60" name=""/>
            <p:cNvSpPr/>
            <p:nvPr/>
          </p:nvSpPr>
          <p:spPr>
            <a:xfrm rot="0">
              <a:off x="3725" y="3416"/>
              <a:ext cx="19" cy="30"/>
            </a:xfrm>
            <a:custGeom>
              <a:avLst/>
              <a:ahLst/>
              <a:rect l="0" t="0" r="r" b="b"/>
              <a:pathLst>
                <a:path w="30" h="54">
                  <a:moveTo>
                    <a:pt x="27" y="27"/>
                  </a:moveTo>
                  <a:lnTo>
                    <a:pt x="24" y="54"/>
                  </a:lnTo>
                  <a:lnTo>
                    <a:pt x="15" y="52"/>
                  </a:lnTo>
                  <a:lnTo>
                    <a:pt x="9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6" y="8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61" name=""/>
            <p:cNvSpPr/>
            <p:nvPr/>
          </p:nvSpPr>
          <p:spPr>
            <a:xfrm rot="0">
              <a:off x="3725" y="3416"/>
              <a:ext cx="19" cy="30"/>
            </a:xfrm>
            <a:custGeom>
              <a:avLst/>
              <a:ahLst/>
              <a:rect l="0" t="0" r="r" b="b"/>
              <a:pathLst>
                <a:path w="30" h="54">
                  <a:moveTo>
                    <a:pt x="24" y="54"/>
                  </a:moveTo>
                  <a:lnTo>
                    <a:pt x="15" y="52"/>
                  </a:lnTo>
                  <a:lnTo>
                    <a:pt x="9" y="48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6" y="8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62" name=""/>
            <p:cNvSpPr/>
            <p:nvPr/>
          </p:nvSpPr>
          <p:spPr>
            <a:xfrm rot="0">
              <a:off x="3739" y="3416"/>
              <a:ext cx="1003" cy="164"/>
            </a:xfrm>
            <a:custGeom>
              <a:avLst/>
              <a:ahLst/>
              <a:rect l="0" t="0" r="r" b="b"/>
              <a:pathLst>
                <a:path w="1890" h="287">
                  <a:moveTo>
                    <a:pt x="6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1884" y="287"/>
                  </a:lnTo>
                  <a:lnTo>
                    <a:pt x="1887" y="259"/>
                  </a:lnTo>
                  <a:lnTo>
                    <a:pt x="1890" y="232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63" name=""/>
            <p:cNvSpPr/>
            <p:nvPr/>
          </p:nvSpPr>
          <p:spPr>
            <a:xfrm rot="0">
              <a:off x="3739" y="3416"/>
              <a:ext cx="1003" cy="164"/>
            </a:xfrm>
            <a:custGeom>
              <a:avLst/>
              <a:ahLst/>
              <a:rect l="0" t="0" r="r" b="b"/>
              <a:pathLst>
                <a:path w="1890" h="287">
                  <a:moveTo>
                    <a:pt x="6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1884" y="287"/>
                  </a:lnTo>
                  <a:lnTo>
                    <a:pt x="1887" y="259"/>
                  </a:lnTo>
                  <a:lnTo>
                    <a:pt x="1890" y="232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64" name=""/>
            <p:cNvSpPr/>
            <p:nvPr/>
          </p:nvSpPr>
          <p:spPr>
            <a:xfrm rot="0">
              <a:off x="4737" y="3544"/>
              <a:ext cx="19" cy="36"/>
            </a:xfrm>
            <a:custGeom>
              <a:avLst/>
              <a:ahLst/>
              <a:rect l="0" t="0" r="r" b="b"/>
              <a:pathLst>
                <a:path w="30" h="55">
                  <a:moveTo>
                    <a:pt x="3" y="27"/>
                  </a:moveTo>
                  <a:lnTo>
                    <a:pt x="6" y="0"/>
                  </a:lnTo>
                  <a:lnTo>
                    <a:pt x="15" y="2"/>
                  </a:lnTo>
                  <a:lnTo>
                    <a:pt x="22" y="7"/>
                  </a:lnTo>
                  <a:lnTo>
                    <a:pt x="27" y="14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39"/>
                  </a:lnTo>
                  <a:lnTo>
                    <a:pt x="24" y="46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5"/>
                  </a:lnTo>
                  <a:lnTo>
                    <a:pt x="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65" name=""/>
            <p:cNvSpPr/>
            <p:nvPr/>
          </p:nvSpPr>
          <p:spPr>
            <a:xfrm rot="0">
              <a:off x="4737" y="3544"/>
              <a:ext cx="19" cy="36"/>
            </a:xfrm>
            <a:custGeom>
              <a:avLst/>
              <a:ahLst/>
              <a:rect l="0" t="0" r="r" b="b"/>
              <a:pathLst>
                <a:path w="30" h="55">
                  <a:moveTo>
                    <a:pt x="6" y="0"/>
                  </a:moveTo>
                  <a:lnTo>
                    <a:pt x="15" y="2"/>
                  </a:lnTo>
                  <a:lnTo>
                    <a:pt x="22" y="7"/>
                  </a:lnTo>
                  <a:lnTo>
                    <a:pt x="27" y="14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39"/>
                  </a:lnTo>
                  <a:lnTo>
                    <a:pt x="24" y="46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66" name=""/>
            <p:cNvSpPr/>
            <p:nvPr/>
          </p:nvSpPr>
          <p:spPr>
            <a:xfrm rot="0">
              <a:off x="4393" y="2114"/>
              <a:ext cx="29" cy="20"/>
            </a:xfrm>
            <a:custGeom>
              <a:avLst/>
              <a:ahLst/>
              <a:rect l="0" t="0" r="r" b="b"/>
              <a:pathLst>
                <a:path w="51" h="40">
                  <a:moveTo>
                    <a:pt x="24" y="27"/>
                  </a:moveTo>
                  <a:lnTo>
                    <a:pt x="0" y="14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7" y="3"/>
                  </a:lnTo>
                  <a:lnTo>
                    <a:pt x="44" y="8"/>
                  </a:lnTo>
                  <a:lnTo>
                    <a:pt x="49" y="15"/>
                  </a:lnTo>
                  <a:lnTo>
                    <a:pt x="51" y="24"/>
                  </a:lnTo>
                  <a:lnTo>
                    <a:pt x="51" y="32"/>
                  </a:lnTo>
                  <a:lnTo>
                    <a:pt x="47" y="40"/>
                  </a:lnTo>
                  <a:lnTo>
                    <a:pt x="2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67" name=""/>
            <p:cNvSpPr/>
            <p:nvPr/>
          </p:nvSpPr>
          <p:spPr>
            <a:xfrm rot="0">
              <a:off x="4393" y="2114"/>
              <a:ext cx="29" cy="20"/>
            </a:xfrm>
            <a:custGeom>
              <a:avLst/>
              <a:ahLst/>
              <a:rect l="0" t="0" r="r" b="b"/>
              <a:pathLst>
                <a:path w="51" h="40">
                  <a:moveTo>
                    <a:pt x="0" y="14"/>
                  </a:moveTo>
                  <a:lnTo>
                    <a:pt x="5" y="6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7" y="3"/>
                  </a:lnTo>
                  <a:lnTo>
                    <a:pt x="44" y="8"/>
                  </a:lnTo>
                  <a:lnTo>
                    <a:pt x="49" y="15"/>
                  </a:lnTo>
                  <a:lnTo>
                    <a:pt x="51" y="24"/>
                  </a:lnTo>
                  <a:lnTo>
                    <a:pt x="51" y="32"/>
                  </a:lnTo>
                  <a:lnTo>
                    <a:pt x="47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68" name=""/>
            <p:cNvSpPr/>
            <p:nvPr/>
          </p:nvSpPr>
          <p:spPr>
            <a:xfrm rot="0">
              <a:off x="3729" y="2124"/>
              <a:ext cx="693" cy="1312"/>
            </a:xfrm>
            <a:custGeom>
              <a:avLst/>
              <a:ahLst/>
              <a:rect l="0" t="0" r="r" b="b"/>
              <a:pathLst>
                <a:path w="1305" h="2309">
                  <a:moveTo>
                    <a:pt x="1305" y="26"/>
                  </a:moveTo>
                  <a:lnTo>
                    <a:pt x="1282" y="13"/>
                  </a:lnTo>
                  <a:lnTo>
                    <a:pt x="1258" y="0"/>
                  </a:lnTo>
                  <a:lnTo>
                    <a:pt x="0" y="2283"/>
                  </a:lnTo>
                  <a:lnTo>
                    <a:pt x="24" y="2296"/>
                  </a:lnTo>
                  <a:lnTo>
                    <a:pt x="48" y="2309"/>
                  </a:lnTo>
                  <a:lnTo>
                    <a:pt x="130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69" name=""/>
            <p:cNvSpPr/>
            <p:nvPr/>
          </p:nvSpPr>
          <p:spPr>
            <a:xfrm rot="0">
              <a:off x="3729" y="2124"/>
              <a:ext cx="693" cy="1312"/>
            </a:xfrm>
            <a:custGeom>
              <a:avLst/>
              <a:ahLst/>
              <a:rect l="0" t="0" r="r" b="b"/>
              <a:pathLst>
                <a:path w="1305" h="2309">
                  <a:moveTo>
                    <a:pt x="1305" y="26"/>
                  </a:moveTo>
                  <a:lnTo>
                    <a:pt x="1282" y="13"/>
                  </a:lnTo>
                  <a:lnTo>
                    <a:pt x="1258" y="0"/>
                  </a:lnTo>
                  <a:lnTo>
                    <a:pt x="0" y="2283"/>
                  </a:lnTo>
                  <a:lnTo>
                    <a:pt x="24" y="2296"/>
                  </a:lnTo>
                  <a:lnTo>
                    <a:pt x="48" y="2309"/>
                  </a:lnTo>
                  <a:lnTo>
                    <a:pt x="1305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70" name=""/>
            <p:cNvSpPr/>
            <p:nvPr/>
          </p:nvSpPr>
          <p:spPr>
            <a:xfrm rot="0">
              <a:off x="3725" y="3421"/>
              <a:ext cx="28" cy="25"/>
            </a:xfrm>
            <a:custGeom>
              <a:avLst/>
              <a:ahLst/>
              <a:rect l="0" t="0" r="r" b="b"/>
              <a:pathLst>
                <a:path w="51" h="40">
                  <a:moveTo>
                    <a:pt x="27" y="13"/>
                  </a:moveTo>
                  <a:lnTo>
                    <a:pt x="51" y="26"/>
                  </a:lnTo>
                  <a:lnTo>
                    <a:pt x="45" y="34"/>
                  </a:lnTo>
                  <a:lnTo>
                    <a:pt x="39" y="38"/>
                  </a:lnTo>
                  <a:lnTo>
                    <a:pt x="30" y="40"/>
                  </a:lnTo>
                  <a:lnTo>
                    <a:pt x="22" y="40"/>
                  </a:lnTo>
                  <a:lnTo>
                    <a:pt x="14" y="37"/>
                  </a:lnTo>
                  <a:lnTo>
                    <a:pt x="6" y="31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7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71" name=""/>
            <p:cNvSpPr/>
            <p:nvPr/>
          </p:nvSpPr>
          <p:spPr>
            <a:xfrm rot="0">
              <a:off x="3725" y="3421"/>
              <a:ext cx="28" cy="25"/>
            </a:xfrm>
            <a:custGeom>
              <a:avLst/>
              <a:ahLst/>
              <a:rect l="0" t="0" r="r" b="b"/>
              <a:pathLst>
                <a:path w="51" h="40">
                  <a:moveTo>
                    <a:pt x="51" y="26"/>
                  </a:moveTo>
                  <a:lnTo>
                    <a:pt x="45" y="34"/>
                  </a:lnTo>
                  <a:lnTo>
                    <a:pt x="39" y="38"/>
                  </a:lnTo>
                  <a:lnTo>
                    <a:pt x="30" y="40"/>
                  </a:lnTo>
                  <a:lnTo>
                    <a:pt x="22" y="40"/>
                  </a:lnTo>
                  <a:lnTo>
                    <a:pt x="14" y="37"/>
                  </a:lnTo>
                  <a:lnTo>
                    <a:pt x="6" y="31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72" name=""/>
            <p:cNvSpPr/>
            <p:nvPr/>
          </p:nvSpPr>
          <p:spPr>
            <a:xfrm rot="0">
              <a:off x="4393" y="2114"/>
              <a:ext cx="29" cy="20"/>
            </a:xfrm>
            <a:custGeom>
              <a:avLst/>
              <a:ahLst/>
              <a:rect l="0" t="0" r="r" b="b"/>
              <a:pathLst>
                <a:path w="55" h="33">
                  <a:moveTo>
                    <a:pt x="28" y="27"/>
                  </a:moveTo>
                  <a:lnTo>
                    <a:pt x="0" y="33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6" y="9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1"/>
                  </a:lnTo>
                  <a:lnTo>
                    <a:pt x="45" y="5"/>
                  </a:lnTo>
                  <a:lnTo>
                    <a:pt x="51" y="12"/>
                  </a:lnTo>
                  <a:lnTo>
                    <a:pt x="55" y="20"/>
                  </a:lnTo>
                  <a:lnTo>
                    <a:pt x="28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73" name=""/>
            <p:cNvSpPr/>
            <p:nvPr/>
          </p:nvSpPr>
          <p:spPr>
            <a:xfrm rot="0">
              <a:off x="4393" y="2114"/>
              <a:ext cx="29" cy="20"/>
            </a:xfrm>
            <a:custGeom>
              <a:avLst/>
              <a:ahLst/>
              <a:rect l="0" t="0" r="r" b="b"/>
              <a:pathLst>
                <a:path w="55" h="33">
                  <a:moveTo>
                    <a:pt x="0" y="33"/>
                  </a:moveTo>
                  <a:lnTo>
                    <a:pt x="0" y="25"/>
                  </a:lnTo>
                  <a:lnTo>
                    <a:pt x="1" y="16"/>
                  </a:lnTo>
                  <a:lnTo>
                    <a:pt x="6" y="9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1"/>
                  </a:lnTo>
                  <a:lnTo>
                    <a:pt x="45" y="5"/>
                  </a:lnTo>
                  <a:lnTo>
                    <a:pt x="51" y="12"/>
                  </a:lnTo>
                  <a:lnTo>
                    <a:pt x="55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74" name=""/>
            <p:cNvSpPr/>
            <p:nvPr/>
          </p:nvSpPr>
          <p:spPr>
            <a:xfrm rot="0">
              <a:off x="4393" y="2124"/>
              <a:ext cx="220" cy="835"/>
            </a:xfrm>
            <a:custGeom>
              <a:avLst/>
              <a:ahLst/>
              <a:rect l="0" t="0" r="r" b="b"/>
              <a:pathLst>
                <a:path w="415" h="1461">
                  <a:moveTo>
                    <a:pt x="55" y="0"/>
                  </a:moveTo>
                  <a:lnTo>
                    <a:pt x="28" y="7"/>
                  </a:lnTo>
                  <a:lnTo>
                    <a:pt x="0" y="13"/>
                  </a:lnTo>
                  <a:lnTo>
                    <a:pt x="361" y="1461"/>
                  </a:lnTo>
                  <a:lnTo>
                    <a:pt x="388" y="1455"/>
                  </a:lnTo>
                  <a:lnTo>
                    <a:pt x="415" y="1448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75" name=""/>
            <p:cNvSpPr/>
            <p:nvPr/>
          </p:nvSpPr>
          <p:spPr>
            <a:xfrm rot="0">
              <a:off x="4393" y="2124"/>
              <a:ext cx="220" cy="835"/>
            </a:xfrm>
            <a:custGeom>
              <a:avLst/>
              <a:ahLst/>
              <a:rect l="0" t="0" r="r" b="b"/>
              <a:pathLst>
                <a:path w="415" h="1461">
                  <a:moveTo>
                    <a:pt x="55" y="0"/>
                  </a:moveTo>
                  <a:lnTo>
                    <a:pt x="28" y="7"/>
                  </a:lnTo>
                  <a:lnTo>
                    <a:pt x="0" y="13"/>
                  </a:lnTo>
                  <a:lnTo>
                    <a:pt x="361" y="1461"/>
                  </a:lnTo>
                  <a:lnTo>
                    <a:pt x="388" y="1455"/>
                  </a:lnTo>
                  <a:lnTo>
                    <a:pt x="415" y="1448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76" name=""/>
            <p:cNvSpPr/>
            <p:nvPr/>
          </p:nvSpPr>
          <p:spPr>
            <a:xfrm rot="0">
              <a:off x="4584" y="2949"/>
              <a:ext cx="29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27" y="7"/>
                  </a:moveTo>
                  <a:lnTo>
                    <a:pt x="54" y="0"/>
                  </a:lnTo>
                  <a:lnTo>
                    <a:pt x="54" y="9"/>
                  </a:lnTo>
                  <a:lnTo>
                    <a:pt x="53" y="18"/>
                  </a:lnTo>
                  <a:lnTo>
                    <a:pt x="49" y="24"/>
                  </a:lnTo>
                  <a:lnTo>
                    <a:pt x="42" y="31"/>
                  </a:lnTo>
                  <a:lnTo>
                    <a:pt x="34" y="34"/>
                  </a:lnTo>
                  <a:lnTo>
                    <a:pt x="25" y="34"/>
                  </a:lnTo>
                  <a:lnTo>
                    <a:pt x="16" y="33"/>
                  </a:lnTo>
                  <a:lnTo>
                    <a:pt x="10" y="28"/>
                  </a:lnTo>
                  <a:lnTo>
                    <a:pt x="3" y="22"/>
                  </a:lnTo>
                  <a:lnTo>
                    <a:pt x="0" y="13"/>
                  </a:lnTo>
                  <a:lnTo>
                    <a:pt x="2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77" name=""/>
            <p:cNvSpPr/>
            <p:nvPr/>
          </p:nvSpPr>
          <p:spPr>
            <a:xfrm rot="0">
              <a:off x="4584" y="2949"/>
              <a:ext cx="29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54" y="0"/>
                  </a:moveTo>
                  <a:lnTo>
                    <a:pt x="54" y="9"/>
                  </a:lnTo>
                  <a:lnTo>
                    <a:pt x="53" y="18"/>
                  </a:lnTo>
                  <a:lnTo>
                    <a:pt x="49" y="24"/>
                  </a:lnTo>
                  <a:lnTo>
                    <a:pt x="42" y="31"/>
                  </a:lnTo>
                  <a:lnTo>
                    <a:pt x="34" y="34"/>
                  </a:lnTo>
                  <a:lnTo>
                    <a:pt x="25" y="34"/>
                  </a:lnTo>
                  <a:lnTo>
                    <a:pt x="16" y="33"/>
                  </a:lnTo>
                  <a:lnTo>
                    <a:pt x="10" y="28"/>
                  </a:lnTo>
                  <a:lnTo>
                    <a:pt x="3" y="22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78" name=""/>
            <p:cNvSpPr/>
            <p:nvPr/>
          </p:nvSpPr>
          <p:spPr>
            <a:xfrm rot="0">
              <a:off x="4231" y="2893"/>
              <a:ext cx="14" cy="31"/>
            </a:xfrm>
            <a:custGeom>
              <a:avLst/>
              <a:ahLst/>
              <a:rect l="0" t="0" r="r" b="b"/>
              <a:pathLst>
                <a:path w="31" h="54">
                  <a:moveTo>
                    <a:pt x="27" y="27"/>
                  </a:moveTo>
                  <a:lnTo>
                    <a:pt x="24" y="54"/>
                  </a:lnTo>
                  <a:lnTo>
                    <a:pt x="15" y="52"/>
                  </a:lnTo>
                  <a:lnTo>
                    <a:pt x="9" y="48"/>
                  </a:lnTo>
                  <a:lnTo>
                    <a:pt x="4" y="40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7" y="9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79" name=""/>
            <p:cNvSpPr/>
            <p:nvPr/>
          </p:nvSpPr>
          <p:spPr>
            <a:xfrm rot="0">
              <a:off x="4231" y="2893"/>
              <a:ext cx="14" cy="31"/>
            </a:xfrm>
            <a:custGeom>
              <a:avLst/>
              <a:ahLst/>
              <a:rect l="0" t="0" r="r" b="b"/>
              <a:pathLst>
                <a:path w="31" h="54">
                  <a:moveTo>
                    <a:pt x="24" y="54"/>
                  </a:moveTo>
                  <a:lnTo>
                    <a:pt x="15" y="52"/>
                  </a:lnTo>
                  <a:lnTo>
                    <a:pt x="9" y="48"/>
                  </a:lnTo>
                  <a:lnTo>
                    <a:pt x="4" y="40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7" y="9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80" name=""/>
            <p:cNvSpPr/>
            <p:nvPr/>
          </p:nvSpPr>
          <p:spPr>
            <a:xfrm rot="0">
              <a:off x="4245" y="2893"/>
              <a:ext cx="354" cy="77"/>
            </a:xfrm>
            <a:custGeom>
              <a:avLst/>
              <a:ahLst/>
              <a:rect l="0" t="0" r="r" b="b"/>
              <a:pathLst>
                <a:path w="672" h="137">
                  <a:moveTo>
                    <a:pt x="7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666" y="137"/>
                  </a:lnTo>
                  <a:lnTo>
                    <a:pt x="669" y="110"/>
                  </a:lnTo>
                  <a:lnTo>
                    <a:pt x="672" y="82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81" name=""/>
            <p:cNvSpPr/>
            <p:nvPr/>
          </p:nvSpPr>
          <p:spPr>
            <a:xfrm rot="0">
              <a:off x="4245" y="2893"/>
              <a:ext cx="354" cy="77"/>
            </a:xfrm>
            <a:custGeom>
              <a:avLst/>
              <a:ahLst/>
              <a:rect l="0" t="0" r="r" b="b"/>
              <a:pathLst>
                <a:path w="672" h="137">
                  <a:moveTo>
                    <a:pt x="7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666" y="137"/>
                  </a:lnTo>
                  <a:lnTo>
                    <a:pt x="669" y="110"/>
                  </a:lnTo>
                  <a:lnTo>
                    <a:pt x="672" y="82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82" name=""/>
            <p:cNvSpPr/>
            <p:nvPr/>
          </p:nvSpPr>
          <p:spPr>
            <a:xfrm rot="0">
              <a:off x="4599" y="2939"/>
              <a:ext cx="14" cy="31"/>
            </a:xfrm>
            <a:custGeom>
              <a:avLst/>
              <a:ahLst/>
              <a:rect l="0" t="0" r="r" b="b"/>
              <a:pathLst>
                <a:path w="30" h="55">
                  <a:moveTo>
                    <a:pt x="3" y="28"/>
                  </a:moveTo>
                  <a:lnTo>
                    <a:pt x="6" y="0"/>
                  </a:lnTo>
                  <a:lnTo>
                    <a:pt x="15" y="3"/>
                  </a:lnTo>
                  <a:lnTo>
                    <a:pt x="22" y="7"/>
                  </a:lnTo>
                  <a:lnTo>
                    <a:pt x="27" y="15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6"/>
                  </a:lnTo>
                  <a:lnTo>
                    <a:pt x="16" y="52"/>
                  </a:lnTo>
                  <a:lnTo>
                    <a:pt x="9" y="55"/>
                  </a:lnTo>
                  <a:lnTo>
                    <a:pt x="0" y="55"/>
                  </a:lnTo>
                  <a:lnTo>
                    <a:pt x="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83" name=""/>
            <p:cNvSpPr/>
            <p:nvPr/>
          </p:nvSpPr>
          <p:spPr>
            <a:xfrm rot="0">
              <a:off x="4599" y="2939"/>
              <a:ext cx="14" cy="31"/>
            </a:xfrm>
            <a:custGeom>
              <a:avLst/>
              <a:ahLst/>
              <a:rect l="0" t="0" r="r" b="b"/>
              <a:pathLst>
                <a:path w="30" h="55">
                  <a:moveTo>
                    <a:pt x="6" y="0"/>
                  </a:moveTo>
                  <a:lnTo>
                    <a:pt x="15" y="3"/>
                  </a:lnTo>
                  <a:lnTo>
                    <a:pt x="22" y="7"/>
                  </a:lnTo>
                  <a:lnTo>
                    <a:pt x="27" y="15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6"/>
                  </a:lnTo>
                  <a:lnTo>
                    <a:pt x="16" y="52"/>
                  </a:lnTo>
                  <a:lnTo>
                    <a:pt x="9" y="55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84" name=""/>
            <p:cNvSpPr/>
            <p:nvPr/>
          </p:nvSpPr>
          <p:spPr>
            <a:xfrm rot="0">
              <a:off x="4317" y="3282"/>
              <a:ext cx="33" cy="21"/>
            </a:xfrm>
            <a:custGeom>
              <a:avLst/>
              <a:ahLst/>
              <a:rect l="0" t="0" r="r" b="b"/>
              <a:pathLst>
                <a:path w="55" h="33">
                  <a:moveTo>
                    <a:pt x="28" y="6"/>
                  </a:moveTo>
                  <a:lnTo>
                    <a:pt x="55" y="0"/>
                  </a:lnTo>
                  <a:lnTo>
                    <a:pt x="55" y="8"/>
                  </a:lnTo>
                  <a:lnTo>
                    <a:pt x="54" y="17"/>
                  </a:lnTo>
                  <a:lnTo>
                    <a:pt x="49" y="23"/>
                  </a:lnTo>
                  <a:lnTo>
                    <a:pt x="43" y="30"/>
                  </a:lnTo>
                  <a:lnTo>
                    <a:pt x="34" y="33"/>
                  </a:lnTo>
                  <a:lnTo>
                    <a:pt x="25" y="33"/>
                  </a:lnTo>
                  <a:lnTo>
                    <a:pt x="17" y="32"/>
                  </a:lnTo>
                  <a:lnTo>
                    <a:pt x="10" y="28"/>
                  </a:lnTo>
                  <a:lnTo>
                    <a:pt x="4" y="21"/>
                  </a:lnTo>
                  <a:lnTo>
                    <a:pt x="0" y="13"/>
                  </a:lnTo>
                  <a:lnTo>
                    <a:pt x="28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85" name=""/>
            <p:cNvSpPr/>
            <p:nvPr/>
          </p:nvSpPr>
          <p:spPr>
            <a:xfrm rot="0">
              <a:off x="4317" y="3282"/>
              <a:ext cx="33" cy="21"/>
            </a:xfrm>
            <a:custGeom>
              <a:avLst/>
              <a:ahLst/>
              <a:rect l="0" t="0" r="r" b="b"/>
              <a:pathLst>
                <a:path w="55" h="33">
                  <a:moveTo>
                    <a:pt x="55" y="0"/>
                  </a:moveTo>
                  <a:lnTo>
                    <a:pt x="55" y="8"/>
                  </a:lnTo>
                  <a:lnTo>
                    <a:pt x="54" y="17"/>
                  </a:lnTo>
                  <a:lnTo>
                    <a:pt x="49" y="23"/>
                  </a:lnTo>
                  <a:lnTo>
                    <a:pt x="43" y="30"/>
                  </a:lnTo>
                  <a:lnTo>
                    <a:pt x="34" y="33"/>
                  </a:lnTo>
                  <a:lnTo>
                    <a:pt x="25" y="33"/>
                  </a:lnTo>
                  <a:lnTo>
                    <a:pt x="17" y="32"/>
                  </a:lnTo>
                  <a:lnTo>
                    <a:pt x="10" y="28"/>
                  </a:lnTo>
                  <a:lnTo>
                    <a:pt x="4" y="21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86" name=""/>
            <p:cNvSpPr/>
            <p:nvPr/>
          </p:nvSpPr>
          <p:spPr>
            <a:xfrm rot="0">
              <a:off x="4231" y="2903"/>
              <a:ext cx="119" cy="390"/>
            </a:xfrm>
            <a:custGeom>
              <a:avLst/>
              <a:ahLst/>
              <a:rect l="0" t="0" r="r" b="b"/>
              <a:pathLst>
                <a:path w="221" h="681">
                  <a:moveTo>
                    <a:pt x="166" y="681"/>
                  </a:moveTo>
                  <a:lnTo>
                    <a:pt x="194" y="674"/>
                  </a:lnTo>
                  <a:lnTo>
                    <a:pt x="221" y="668"/>
                  </a:lnTo>
                  <a:lnTo>
                    <a:pt x="55" y="0"/>
                  </a:lnTo>
                  <a:lnTo>
                    <a:pt x="27" y="6"/>
                  </a:lnTo>
                  <a:lnTo>
                    <a:pt x="0" y="13"/>
                  </a:lnTo>
                  <a:lnTo>
                    <a:pt x="166" y="6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87" name=""/>
            <p:cNvSpPr/>
            <p:nvPr/>
          </p:nvSpPr>
          <p:spPr>
            <a:xfrm rot="0">
              <a:off x="4231" y="2903"/>
              <a:ext cx="119" cy="390"/>
            </a:xfrm>
            <a:custGeom>
              <a:avLst/>
              <a:ahLst/>
              <a:rect l="0" t="0" r="r" b="b"/>
              <a:pathLst>
                <a:path w="221" h="681">
                  <a:moveTo>
                    <a:pt x="166" y="681"/>
                  </a:moveTo>
                  <a:lnTo>
                    <a:pt x="194" y="674"/>
                  </a:lnTo>
                  <a:lnTo>
                    <a:pt x="221" y="668"/>
                  </a:lnTo>
                  <a:lnTo>
                    <a:pt x="55" y="0"/>
                  </a:lnTo>
                  <a:lnTo>
                    <a:pt x="27" y="6"/>
                  </a:lnTo>
                  <a:lnTo>
                    <a:pt x="0" y="13"/>
                  </a:lnTo>
                  <a:lnTo>
                    <a:pt x="166" y="6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88" name=""/>
            <p:cNvSpPr/>
            <p:nvPr/>
          </p:nvSpPr>
          <p:spPr>
            <a:xfrm rot="0">
              <a:off x="4231" y="2893"/>
              <a:ext cx="29" cy="15"/>
            </a:xfrm>
            <a:custGeom>
              <a:avLst/>
              <a:ahLst/>
              <a:rect l="0" t="0" r="r" b="b"/>
              <a:pathLst>
                <a:path w="55" h="34">
                  <a:moveTo>
                    <a:pt x="27" y="27"/>
                  </a:moveTo>
                  <a:lnTo>
                    <a:pt x="0" y="34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6" y="10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1"/>
                  </a:lnTo>
                  <a:lnTo>
                    <a:pt x="45" y="5"/>
                  </a:lnTo>
                  <a:lnTo>
                    <a:pt x="51" y="12"/>
                  </a:lnTo>
                  <a:lnTo>
                    <a:pt x="55" y="21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89" name=""/>
            <p:cNvSpPr/>
            <p:nvPr/>
          </p:nvSpPr>
          <p:spPr>
            <a:xfrm rot="0">
              <a:off x="4231" y="2893"/>
              <a:ext cx="29" cy="15"/>
            </a:xfrm>
            <a:custGeom>
              <a:avLst/>
              <a:ahLst/>
              <a:rect l="0" t="0" r="r" b="b"/>
              <a:pathLst>
                <a:path w="55" h="34">
                  <a:moveTo>
                    <a:pt x="0" y="34"/>
                  </a:moveTo>
                  <a:lnTo>
                    <a:pt x="0" y="25"/>
                  </a:lnTo>
                  <a:lnTo>
                    <a:pt x="1" y="16"/>
                  </a:lnTo>
                  <a:lnTo>
                    <a:pt x="6" y="10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1"/>
                  </a:lnTo>
                  <a:lnTo>
                    <a:pt x="45" y="5"/>
                  </a:lnTo>
                  <a:lnTo>
                    <a:pt x="51" y="12"/>
                  </a:lnTo>
                  <a:lnTo>
                    <a:pt x="5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90" name=""/>
            <p:cNvSpPr/>
            <p:nvPr/>
          </p:nvSpPr>
          <p:spPr>
            <a:xfrm rot="0">
              <a:off x="4393" y="2114"/>
              <a:ext cx="29" cy="20"/>
            </a:xfrm>
            <a:custGeom>
              <a:avLst/>
              <a:ahLst/>
              <a:rect l="0" t="0" r="r" b="b"/>
              <a:pathLst>
                <a:path w="54" h="38">
                  <a:moveTo>
                    <a:pt x="28" y="27"/>
                  </a:moveTo>
                  <a:lnTo>
                    <a:pt x="1" y="38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49" y="9"/>
                  </a:lnTo>
                  <a:lnTo>
                    <a:pt x="54" y="16"/>
                  </a:lnTo>
                  <a:lnTo>
                    <a:pt x="28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91" name=""/>
            <p:cNvSpPr/>
            <p:nvPr/>
          </p:nvSpPr>
          <p:spPr>
            <a:xfrm rot="0">
              <a:off x="4393" y="2114"/>
              <a:ext cx="29" cy="20"/>
            </a:xfrm>
            <a:custGeom>
              <a:avLst/>
              <a:ahLst/>
              <a:rect l="0" t="0" r="r" b="b"/>
              <a:pathLst>
                <a:path w="54" h="38">
                  <a:moveTo>
                    <a:pt x="1" y="38"/>
                  </a:moveTo>
                  <a:lnTo>
                    <a:pt x="0" y="29"/>
                  </a:lnTo>
                  <a:lnTo>
                    <a:pt x="0" y="20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3"/>
                  </a:lnTo>
                  <a:lnTo>
                    <a:pt x="49" y="9"/>
                  </a:lnTo>
                  <a:lnTo>
                    <a:pt x="54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92" name=""/>
            <p:cNvSpPr/>
            <p:nvPr/>
          </p:nvSpPr>
          <p:spPr>
            <a:xfrm rot="0">
              <a:off x="4393" y="2124"/>
              <a:ext cx="459" cy="1153"/>
            </a:xfrm>
            <a:custGeom>
              <a:avLst/>
              <a:ahLst/>
              <a:rect l="0" t="0" r="r" b="b"/>
              <a:pathLst>
                <a:path w="865" h="2030">
                  <a:moveTo>
                    <a:pt x="53" y="0"/>
                  </a:moveTo>
                  <a:lnTo>
                    <a:pt x="27" y="11"/>
                  </a:lnTo>
                  <a:lnTo>
                    <a:pt x="0" y="22"/>
                  </a:lnTo>
                  <a:lnTo>
                    <a:pt x="813" y="2030"/>
                  </a:lnTo>
                  <a:lnTo>
                    <a:pt x="839" y="2019"/>
                  </a:lnTo>
                  <a:lnTo>
                    <a:pt x="865" y="2008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93" name=""/>
            <p:cNvSpPr/>
            <p:nvPr/>
          </p:nvSpPr>
          <p:spPr>
            <a:xfrm rot="0">
              <a:off x="4393" y="2124"/>
              <a:ext cx="459" cy="1153"/>
            </a:xfrm>
            <a:custGeom>
              <a:avLst/>
              <a:ahLst/>
              <a:rect l="0" t="0" r="r" b="b"/>
              <a:pathLst>
                <a:path w="865" h="2030">
                  <a:moveTo>
                    <a:pt x="53" y="0"/>
                  </a:moveTo>
                  <a:lnTo>
                    <a:pt x="27" y="11"/>
                  </a:lnTo>
                  <a:lnTo>
                    <a:pt x="0" y="22"/>
                  </a:lnTo>
                  <a:lnTo>
                    <a:pt x="813" y="2030"/>
                  </a:lnTo>
                  <a:lnTo>
                    <a:pt x="839" y="2019"/>
                  </a:lnTo>
                  <a:lnTo>
                    <a:pt x="865" y="2008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94" name=""/>
            <p:cNvSpPr/>
            <p:nvPr/>
          </p:nvSpPr>
          <p:spPr>
            <a:xfrm rot="0">
              <a:off x="4823" y="3267"/>
              <a:ext cx="29" cy="20"/>
            </a:xfrm>
            <a:custGeom>
              <a:avLst/>
              <a:ahLst/>
              <a:rect l="0" t="0" r="r" b="b"/>
              <a:pathLst>
                <a:path w="53" h="38">
                  <a:moveTo>
                    <a:pt x="26" y="11"/>
                  </a:moveTo>
                  <a:lnTo>
                    <a:pt x="52" y="0"/>
                  </a:lnTo>
                  <a:lnTo>
                    <a:pt x="53" y="9"/>
                  </a:lnTo>
                  <a:lnTo>
                    <a:pt x="53" y="18"/>
                  </a:lnTo>
                  <a:lnTo>
                    <a:pt x="50" y="26"/>
                  </a:lnTo>
                  <a:lnTo>
                    <a:pt x="43" y="33"/>
                  </a:lnTo>
                  <a:lnTo>
                    <a:pt x="37" y="37"/>
                  </a:lnTo>
                  <a:lnTo>
                    <a:pt x="28" y="38"/>
                  </a:lnTo>
                  <a:lnTo>
                    <a:pt x="19" y="38"/>
                  </a:lnTo>
                  <a:lnTo>
                    <a:pt x="11" y="35"/>
                  </a:lnTo>
                  <a:lnTo>
                    <a:pt x="4" y="28"/>
                  </a:lnTo>
                  <a:lnTo>
                    <a:pt x="0" y="22"/>
                  </a:lnTo>
                  <a:lnTo>
                    <a:pt x="2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95" name=""/>
            <p:cNvSpPr/>
            <p:nvPr/>
          </p:nvSpPr>
          <p:spPr>
            <a:xfrm rot="0">
              <a:off x="4823" y="3267"/>
              <a:ext cx="29" cy="20"/>
            </a:xfrm>
            <a:custGeom>
              <a:avLst/>
              <a:ahLst/>
              <a:rect l="0" t="0" r="r" b="b"/>
              <a:pathLst>
                <a:path w="53" h="38">
                  <a:moveTo>
                    <a:pt x="52" y="0"/>
                  </a:moveTo>
                  <a:lnTo>
                    <a:pt x="53" y="9"/>
                  </a:lnTo>
                  <a:lnTo>
                    <a:pt x="53" y="18"/>
                  </a:lnTo>
                  <a:lnTo>
                    <a:pt x="50" y="26"/>
                  </a:lnTo>
                  <a:lnTo>
                    <a:pt x="43" y="33"/>
                  </a:lnTo>
                  <a:lnTo>
                    <a:pt x="37" y="37"/>
                  </a:lnTo>
                  <a:lnTo>
                    <a:pt x="28" y="38"/>
                  </a:lnTo>
                  <a:lnTo>
                    <a:pt x="19" y="38"/>
                  </a:lnTo>
                  <a:lnTo>
                    <a:pt x="11" y="35"/>
                  </a:lnTo>
                  <a:lnTo>
                    <a:pt x="4" y="28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96" name=""/>
            <p:cNvSpPr/>
            <p:nvPr/>
          </p:nvSpPr>
          <p:spPr>
            <a:xfrm rot="0">
              <a:off x="4709" y="3216"/>
              <a:ext cx="28" cy="20"/>
            </a:xfrm>
            <a:custGeom>
              <a:avLst/>
              <a:ahLst/>
              <a:rect l="0" t="0" r="r" b="b"/>
              <a:pathLst>
                <a:path w="54" h="37">
                  <a:moveTo>
                    <a:pt x="26" y="27"/>
                  </a:moveTo>
                  <a:lnTo>
                    <a:pt x="0" y="18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44" y="6"/>
                  </a:lnTo>
                  <a:lnTo>
                    <a:pt x="49" y="12"/>
                  </a:lnTo>
                  <a:lnTo>
                    <a:pt x="54" y="20"/>
                  </a:lnTo>
                  <a:lnTo>
                    <a:pt x="54" y="28"/>
                  </a:lnTo>
                  <a:lnTo>
                    <a:pt x="53" y="3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97" name=""/>
            <p:cNvSpPr/>
            <p:nvPr/>
          </p:nvSpPr>
          <p:spPr>
            <a:xfrm rot="0">
              <a:off x="4709" y="3216"/>
              <a:ext cx="28" cy="20"/>
            </a:xfrm>
            <a:custGeom>
              <a:avLst/>
              <a:ahLst/>
              <a:rect l="0" t="0" r="r" b="b"/>
              <a:pathLst>
                <a:path w="54" h="37">
                  <a:moveTo>
                    <a:pt x="0" y="18"/>
                  </a:moveTo>
                  <a:lnTo>
                    <a:pt x="5" y="10"/>
                  </a:lnTo>
                  <a:lnTo>
                    <a:pt x="11" y="5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44" y="6"/>
                  </a:lnTo>
                  <a:lnTo>
                    <a:pt x="49" y="12"/>
                  </a:lnTo>
                  <a:lnTo>
                    <a:pt x="54" y="20"/>
                  </a:lnTo>
                  <a:lnTo>
                    <a:pt x="54" y="28"/>
                  </a:lnTo>
                  <a:lnTo>
                    <a:pt x="5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698" name=""/>
            <p:cNvSpPr/>
            <p:nvPr/>
          </p:nvSpPr>
          <p:spPr>
            <a:xfrm rot="0">
              <a:off x="4675" y="3226"/>
              <a:ext cx="62" cy="113"/>
            </a:xfrm>
            <a:custGeom>
              <a:avLst/>
              <a:ahLst/>
              <a:rect l="0" t="0" r="r" b="b"/>
              <a:pathLst>
                <a:path w="119" h="198">
                  <a:moveTo>
                    <a:pt x="119" y="19"/>
                  </a:moveTo>
                  <a:lnTo>
                    <a:pt x="92" y="9"/>
                  </a:lnTo>
                  <a:lnTo>
                    <a:pt x="66" y="0"/>
                  </a:lnTo>
                  <a:lnTo>
                    <a:pt x="0" y="179"/>
                  </a:lnTo>
                  <a:lnTo>
                    <a:pt x="26" y="189"/>
                  </a:lnTo>
                  <a:lnTo>
                    <a:pt x="52" y="198"/>
                  </a:lnTo>
                  <a:lnTo>
                    <a:pt x="1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699" name=""/>
            <p:cNvSpPr/>
            <p:nvPr/>
          </p:nvSpPr>
          <p:spPr>
            <a:xfrm rot="0">
              <a:off x="4675" y="3226"/>
              <a:ext cx="62" cy="113"/>
            </a:xfrm>
            <a:custGeom>
              <a:avLst/>
              <a:ahLst/>
              <a:rect l="0" t="0" r="r" b="b"/>
              <a:pathLst>
                <a:path w="119" h="198">
                  <a:moveTo>
                    <a:pt x="119" y="19"/>
                  </a:moveTo>
                  <a:lnTo>
                    <a:pt x="92" y="9"/>
                  </a:lnTo>
                  <a:lnTo>
                    <a:pt x="66" y="0"/>
                  </a:lnTo>
                  <a:lnTo>
                    <a:pt x="0" y="179"/>
                  </a:lnTo>
                  <a:lnTo>
                    <a:pt x="26" y="189"/>
                  </a:lnTo>
                  <a:lnTo>
                    <a:pt x="52" y="198"/>
                  </a:lnTo>
                  <a:lnTo>
                    <a:pt x="119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00" name=""/>
            <p:cNvSpPr/>
            <p:nvPr/>
          </p:nvSpPr>
          <p:spPr>
            <a:xfrm rot="0">
              <a:off x="4670" y="3328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27" y="10"/>
                  </a:moveTo>
                  <a:lnTo>
                    <a:pt x="53" y="19"/>
                  </a:lnTo>
                  <a:lnTo>
                    <a:pt x="49" y="27"/>
                  </a:lnTo>
                  <a:lnTo>
                    <a:pt x="42" y="32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  <a:lnTo>
                    <a:pt x="2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01" name=""/>
            <p:cNvSpPr/>
            <p:nvPr/>
          </p:nvSpPr>
          <p:spPr>
            <a:xfrm rot="0">
              <a:off x="4670" y="3328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53" y="19"/>
                  </a:moveTo>
                  <a:lnTo>
                    <a:pt x="49" y="27"/>
                  </a:lnTo>
                  <a:lnTo>
                    <a:pt x="42" y="32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02" name=""/>
            <p:cNvSpPr/>
            <p:nvPr/>
          </p:nvSpPr>
          <p:spPr>
            <a:xfrm rot="0">
              <a:off x="4618" y="2836"/>
              <a:ext cx="28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27" y="27"/>
                  </a:moveTo>
                  <a:lnTo>
                    <a:pt x="0" y="34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6" y="10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5" y="6"/>
                  </a:lnTo>
                  <a:lnTo>
                    <a:pt x="51" y="12"/>
                  </a:lnTo>
                  <a:lnTo>
                    <a:pt x="54" y="21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03" name=""/>
            <p:cNvSpPr/>
            <p:nvPr/>
          </p:nvSpPr>
          <p:spPr>
            <a:xfrm rot="0">
              <a:off x="4618" y="2836"/>
              <a:ext cx="28" cy="21"/>
            </a:xfrm>
            <a:custGeom>
              <a:avLst/>
              <a:ahLst/>
              <a:rect l="0" t="0" r="r" b="b"/>
              <a:pathLst>
                <a:path w="54" h="34">
                  <a:moveTo>
                    <a:pt x="0" y="34"/>
                  </a:moveTo>
                  <a:lnTo>
                    <a:pt x="0" y="25"/>
                  </a:lnTo>
                  <a:lnTo>
                    <a:pt x="1" y="16"/>
                  </a:lnTo>
                  <a:lnTo>
                    <a:pt x="6" y="10"/>
                  </a:lnTo>
                  <a:lnTo>
                    <a:pt x="12" y="3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5" y="6"/>
                  </a:lnTo>
                  <a:lnTo>
                    <a:pt x="51" y="12"/>
                  </a:lnTo>
                  <a:lnTo>
                    <a:pt x="54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04" name=""/>
            <p:cNvSpPr/>
            <p:nvPr/>
          </p:nvSpPr>
          <p:spPr>
            <a:xfrm rot="0">
              <a:off x="4618" y="2846"/>
              <a:ext cx="119" cy="390"/>
            </a:xfrm>
            <a:custGeom>
              <a:avLst/>
              <a:ahLst/>
              <a:rect l="0" t="0" r="r" b="b"/>
              <a:pathLst>
                <a:path w="222" h="681">
                  <a:moveTo>
                    <a:pt x="54" y="0"/>
                  </a:moveTo>
                  <a:lnTo>
                    <a:pt x="27" y="6"/>
                  </a:lnTo>
                  <a:lnTo>
                    <a:pt x="0" y="13"/>
                  </a:lnTo>
                  <a:lnTo>
                    <a:pt x="167" y="681"/>
                  </a:lnTo>
                  <a:lnTo>
                    <a:pt x="194" y="674"/>
                  </a:lnTo>
                  <a:lnTo>
                    <a:pt x="222" y="668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05" name=""/>
            <p:cNvSpPr/>
            <p:nvPr/>
          </p:nvSpPr>
          <p:spPr>
            <a:xfrm rot="0">
              <a:off x="4618" y="2846"/>
              <a:ext cx="119" cy="390"/>
            </a:xfrm>
            <a:custGeom>
              <a:avLst/>
              <a:ahLst/>
              <a:rect l="0" t="0" r="r" b="b"/>
              <a:pathLst>
                <a:path w="222" h="681">
                  <a:moveTo>
                    <a:pt x="54" y="0"/>
                  </a:moveTo>
                  <a:lnTo>
                    <a:pt x="27" y="6"/>
                  </a:lnTo>
                  <a:lnTo>
                    <a:pt x="0" y="13"/>
                  </a:lnTo>
                  <a:lnTo>
                    <a:pt x="167" y="681"/>
                  </a:lnTo>
                  <a:lnTo>
                    <a:pt x="194" y="674"/>
                  </a:lnTo>
                  <a:lnTo>
                    <a:pt x="222" y="66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06" name=""/>
            <p:cNvSpPr/>
            <p:nvPr/>
          </p:nvSpPr>
          <p:spPr>
            <a:xfrm rot="0">
              <a:off x="4708" y="3226"/>
              <a:ext cx="29" cy="20"/>
            </a:xfrm>
            <a:custGeom>
              <a:avLst/>
              <a:ahLst/>
              <a:rect l="0" t="0" r="r" b="b"/>
              <a:pathLst>
                <a:path w="55" h="33">
                  <a:moveTo>
                    <a:pt x="27" y="6"/>
                  </a:moveTo>
                  <a:lnTo>
                    <a:pt x="55" y="0"/>
                  </a:lnTo>
                  <a:lnTo>
                    <a:pt x="55" y="9"/>
                  </a:lnTo>
                  <a:lnTo>
                    <a:pt x="54" y="17"/>
                  </a:lnTo>
                  <a:lnTo>
                    <a:pt x="49" y="24"/>
                  </a:lnTo>
                  <a:lnTo>
                    <a:pt x="43" y="30"/>
                  </a:lnTo>
                  <a:lnTo>
                    <a:pt x="34" y="33"/>
                  </a:lnTo>
                  <a:lnTo>
                    <a:pt x="25" y="33"/>
                  </a:lnTo>
                  <a:lnTo>
                    <a:pt x="17" y="32"/>
                  </a:lnTo>
                  <a:lnTo>
                    <a:pt x="10" y="28"/>
                  </a:lnTo>
                  <a:lnTo>
                    <a:pt x="4" y="22"/>
                  </a:lnTo>
                  <a:lnTo>
                    <a:pt x="0" y="13"/>
                  </a:lnTo>
                  <a:lnTo>
                    <a:pt x="2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07" name=""/>
            <p:cNvSpPr/>
            <p:nvPr/>
          </p:nvSpPr>
          <p:spPr>
            <a:xfrm rot="0">
              <a:off x="4708" y="3226"/>
              <a:ext cx="29" cy="20"/>
            </a:xfrm>
            <a:custGeom>
              <a:avLst/>
              <a:ahLst/>
              <a:rect l="0" t="0" r="r" b="b"/>
              <a:pathLst>
                <a:path w="55" h="33">
                  <a:moveTo>
                    <a:pt x="55" y="0"/>
                  </a:moveTo>
                  <a:lnTo>
                    <a:pt x="55" y="9"/>
                  </a:lnTo>
                  <a:lnTo>
                    <a:pt x="54" y="17"/>
                  </a:lnTo>
                  <a:lnTo>
                    <a:pt x="49" y="24"/>
                  </a:lnTo>
                  <a:lnTo>
                    <a:pt x="43" y="30"/>
                  </a:lnTo>
                  <a:lnTo>
                    <a:pt x="34" y="33"/>
                  </a:lnTo>
                  <a:lnTo>
                    <a:pt x="25" y="33"/>
                  </a:lnTo>
                  <a:lnTo>
                    <a:pt x="17" y="32"/>
                  </a:lnTo>
                  <a:lnTo>
                    <a:pt x="10" y="28"/>
                  </a:lnTo>
                  <a:lnTo>
                    <a:pt x="4" y="22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08" name=""/>
            <p:cNvSpPr/>
            <p:nvPr/>
          </p:nvSpPr>
          <p:spPr>
            <a:xfrm rot="0">
              <a:off x="4584" y="2949"/>
              <a:ext cx="29" cy="20"/>
            </a:xfrm>
            <a:custGeom>
              <a:avLst/>
              <a:ahLst/>
              <a:rect l="0" t="0" r="r" b="b"/>
              <a:pathLst>
                <a:path w="53" h="37">
                  <a:moveTo>
                    <a:pt x="27" y="10"/>
                  </a:moveTo>
                  <a:lnTo>
                    <a:pt x="53" y="19"/>
                  </a:lnTo>
                  <a:lnTo>
                    <a:pt x="49" y="27"/>
                  </a:lnTo>
                  <a:lnTo>
                    <a:pt x="42" y="32"/>
                  </a:lnTo>
                  <a:lnTo>
                    <a:pt x="35" y="36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0"/>
                  </a:lnTo>
                  <a:lnTo>
                    <a:pt x="2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09" name=""/>
            <p:cNvSpPr/>
            <p:nvPr/>
          </p:nvSpPr>
          <p:spPr>
            <a:xfrm rot="0">
              <a:off x="4584" y="2949"/>
              <a:ext cx="29" cy="20"/>
            </a:xfrm>
            <a:custGeom>
              <a:avLst/>
              <a:ahLst/>
              <a:rect l="0" t="0" r="r" b="b"/>
              <a:pathLst>
                <a:path w="53" h="37">
                  <a:moveTo>
                    <a:pt x="53" y="19"/>
                  </a:moveTo>
                  <a:lnTo>
                    <a:pt x="49" y="27"/>
                  </a:lnTo>
                  <a:lnTo>
                    <a:pt x="42" y="32"/>
                  </a:lnTo>
                  <a:lnTo>
                    <a:pt x="35" y="36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10" name=""/>
            <p:cNvSpPr/>
            <p:nvPr/>
          </p:nvSpPr>
          <p:spPr>
            <a:xfrm rot="0">
              <a:off x="4584" y="2846"/>
              <a:ext cx="62" cy="113"/>
            </a:xfrm>
            <a:custGeom>
              <a:avLst/>
              <a:ahLst/>
              <a:rect l="0" t="0" r="r" b="b"/>
              <a:pathLst>
                <a:path w="117" h="199">
                  <a:moveTo>
                    <a:pt x="0" y="180"/>
                  </a:moveTo>
                  <a:lnTo>
                    <a:pt x="26" y="190"/>
                  </a:lnTo>
                  <a:lnTo>
                    <a:pt x="52" y="199"/>
                  </a:lnTo>
                  <a:lnTo>
                    <a:pt x="117" y="19"/>
                  </a:lnTo>
                  <a:lnTo>
                    <a:pt x="91" y="9"/>
                  </a:lnTo>
                  <a:lnTo>
                    <a:pt x="65" y="0"/>
                  </a:lnTo>
                  <a:lnTo>
                    <a:pt x="0" y="1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11" name=""/>
            <p:cNvSpPr/>
            <p:nvPr/>
          </p:nvSpPr>
          <p:spPr>
            <a:xfrm rot="0">
              <a:off x="4584" y="2846"/>
              <a:ext cx="62" cy="113"/>
            </a:xfrm>
            <a:custGeom>
              <a:avLst/>
              <a:ahLst/>
              <a:rect l="0" t="0" r="r" b="b"/>
              <a:pathLst>
                <a:path w="117" h="199">
                  <a:moveTo>
                    <a:pt x="0" y="180"/>
                  </a:moveTo>
                  <a:lnTo>
                    <a:pt x="26" y="190"/>
                  </a:lnTo>
                  <a:lnTo>
                    <a:pt x="52" y="199"/>
                  </a:lnTo>
                  <a:lnTo>
                    <a:pt x="117" y="19"/>
                  </a:lnTo>
                  <a:lnTo>
                    <a:pt x="91" y="9"/>
                  </a:lnTo>
                  <a:lnTo>
                    <a:pt x="65" y="0"/>
                  </a:lnTo>
                  <a:lnTo>
                    <a:pt x="0" y="1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12" name=""/>
            <p:cNvSpPr/>
            <p:nvPr/>
          </p:nvSpPr>
          <p:spPr>
            <a:xfrm rot="0">
              <a:off x="4618" y="2836"/>
              <a:ext cx="28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26" y="27"/>
                  </a:moveTo>
                  <a:lnTo>
                    <a:pt x="0" y="18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1"/>
                  </a:lnTo>
                  <a:lnTo>
                    <a:pt x="44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3" y="28"/>
                  </a:lnTo>
                  <a:lnTo>
                    <a:pt x="52" y="3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13" name=""/>
            <p:cNvSpPr/>
            <p:nvPr/>
          </p:nvSpPr>
          <p:spPr>
            <a:xfrm rot="0">
              <a:off x="4618" y="2836"/>
              <a:ext cx="28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0" y="18"/>
                  </a:moveTo>
                  <a:lnTo>
                    <a:pt x="5" y="10"/>
                  </a:lnTo>
                  <a:lnTo>
                    <a:pt x="11" y="5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1"/>
                  </a:lnTo>
                  <a:lnTo>
                    <a:pt x="44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3" y="28"/>
                  </a:lnTo>
                  <a:lnTo>
                    <a:pt x="5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14" name=""/>
            <p:cNvSpPr/>
            <p:nvPr/>
          </p:nvSpPr>
          <p:spPr>
            <a:xfrm rot="0">
              <a:off x="4727" y="3554"/>
              <a:ext cx="24" cy="25"/>
            </a:xfrm>
            <a:custGeom>
              <a:avLst/>
              <a:ahLst/>
              <a:rect l="0" t="0" r="r" b="b"/>
              <a:pathLst>
                <a:path w="53" h="37">
                  <a:moveTo>
                    <a:pt x="27" y="9"/>
                  </a:moveTo>
                  <a:lnTo>
                    <a:pt x="53" y="19"/>
                  </a:lnTo>
                  <a:lnTo>
                    <a:pt x="49" y="27"/>
                  </a:lnTo>
                  <a:lnTo>
                    <a:pt x="42" y="32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5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  <a:lnTo>
                    <a:pt x="2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15" name=""/>
            <p:cNvSpPr/>
            <p:nvPr/>
          </p:nvSpPr>
          <p:spPr>
            <a:xfrm rot="0">
              <a:off x="4727" y="3554"/>
              <a:ext cx="24" cy="25"/>
            </a:xfrm>
            <a:custGeom>
              <a:avLst/>
              <a:ahLst/>
              <a:rect l="0" t="0" r="r" b="b"/>
              <a:pathLst>
                <a:path w="53" h="37">
                  <a:moveTo>
                    <a:pt x="53" y="19"/>
                  </a:moveTo>
                  <a:lnTo>
                    <a:pt x="49" y="27"/>
                  </a:lnTo>
                  <a:lnTo>
                    <a:pt x="42" y="32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5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16" name=""/>
            <p:cNvSpPr/>
            <p:nvPr/>
          </p:nvSpPr>
          <p:spPr>
            <a:xfrm rot="0">
              <a:off x="4727" y="3267"/>
              <a:ext cx="125" cy="302"/>
            </a:xfrm>
            <a:custGeom>
              <a:avLst/>
              <a:ahLst/>
              <a:rect l="0" t="0" r="r" b="b"/>
              <a:pathLst>
                <a:path w="238" h="527">
                  <a:moveTo>
                    <a:pt x="0" y="508"/>
                  </a:moveTo>
                  <a:lnTo>
                    <a:pt x="26" y="517"/>
                  </a:lnTo>
                  <a:lnTo>
                    <a:pt x="52" y="527"/>
                  </a:lnTo>
                  <a:lnTo>
                    <a:pt x="238" y="20"/>
                  </a:lnTo>
                  <a:lnTo>
                    <a:pt x="212" y="10"/>
                  </a:lnTo>
                  <a:lnTo>
                    <a:pt x="186" y="0"/>
                  </a:lnTo>
                  <a:lnTo>
                    <a:pt x="0" y="5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17" name=""/>
            <p:cNvSpPr/>
            <p:nvPr/>
          </p:nvSpPr>
          <p:spPr>
            <a:xfrm rot="0">
              <a:off x="4727" y="3267"/>
              <a:ext cx="125" cy="302"/>
            </a:xfrm>
            <a:custGeom>
              <a:avLst/>
              <a:ahLst/>
              <a:rect l="0" t="0" r="r" b="b"/>
              <a:pathLst>
                <a:path w="238" h="527">
                  <a:moveTo>
                    <a:pt x="0" y="508"/>
                  </a:moveTo>
                  <a:lnTo>
                    <a:pt x="26" y="517"/>
                  </a:lnTo>
                  <a:lnTo>
                    <a:pt x="52" y="527"/>
                  </a:lnTo>
                  <a:lnTo>
                    <a:pt x="238" y="20"/>
                  </a:lnTo>
                  <a:lnTo>
                    <a:pt x="212" y="10"/>
                  </a:lnTo>
                  <a:lnTo>
                    <a:pt x="186" y="0"/>
                  </a:lnTo>
                  <a:lnTo>
                    <a:pt x="0" y="5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18" name=""/>
            <p:cNvSpPr/>
            <p:nvPr/>
          </p:nvSpPr>
          <p:spPr>
            <a:xfrm rot="0">
              <a:off x="4823" y="3256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26" y="27"/>
                  </a:moveTo>
                  <a:lnTo>
                    <a:pt x="0" y="17"/>
                  </a:lnTo>
                  <a:lnTo>
                    <a:pt x="4" y="10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6" y="1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3" y="28"/>
                  </a:lnTo>
                  <a:lnTo>
                    <a:pt x="52" y="3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19" name=""/>
            <p:cNvSpPr/>
            <p:nvPr/>
          </p:nvSpPr>
          <p:spPr>
            <a:xfrm rot="0">
              <a:off x="4823" y="3256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0" y="17"/>
                  </a:moveTo>
                  <a:lnTo>
                    <a:pt x="4" y="10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6" y="1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3" y="28"/>
                  </a:lnTo>
                  <a:lnTo>
                    <a:pt x="5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20" name=""/>
            <p:cNvSpPr/>
            <p:nvPr/>
          </p:nvSpPr>
          <p:spPr>
            <a:xfrm rot="0">
              <a:off x="3915" y="2964"/>
              <a:ext cx="29" cy="21"/>
            </a:xfrm>
            <a:custGeom>
              <a:avLst/>
              <a:ahLst/>
              <a:rect l="0" t="0" r="r" b="b"/>
              <a:pathLst>
                <a:path w="51" h="41">
                  <a:moveTo>
                    <a:pt x="24" y="27"/>
                  </a:moveTo>
                  <a:lnTo>
                    <a:pt x="0" y="13"/>
                  </a:lnTo>
                  <a:lnTo>
                    <a:pt x="6" y="7"/>
                  </a:lnTo>
                  <a:lnTo>
                    <a:pt x="13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5" y="9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4"/>
                  </a:lnTo>
                  <a:lnTo>
                    <a:pt x="48" y="41"/>
                  </a:lnTo>
                  <a:lnTo>
                    <a:pt x="2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21" name=""/>
            <p:cNvSpPr/>
            <p:nvPr/>
          </p:nvSpPr>
          <p:spPr>
            <a:xfrm rot="0">
              <a:off x="3915" y="2964"/>
              <a:ext cx="29" cy="21"/>
            </a:xfrm>
            <a:custGeom>
              <a:avLst/>
              <a:ahLst/>
              <a:rect l="0" t="0" r="r" b="b"/>
              <a:pathLst>
                <a:path w="51" h="41">
                  <a:moveTo>
                    <a:pt x="0" y="13"/>
                  </a:moveTo>
                  <a:lnTo>
                    <a:pt x="6" y="7"/>
                  </a:lnTo>
                  <a:lnTo>
                    <a:pt x="13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5" y="9"/>
                  </a:lnTo>
                  <a:lnTo>
                    <a:pt x="49" y="16"/>
                  </a:lnTo>
                  <a:lnTo>
                    <a:pt x="51" y="25"/>
                  </a:lnTo>
                  <a:lnTo>
                    <a:pt x="51" y="34"/>
                  </a:lnTo>
                  <a:lnTo>
                    <a:pt x="48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22" name=""/>
            <p:cNvSpPr/>
            <p:nvPr/>
          </p:nvSpPr>
          <p:spPr>
            <a:xfrm rot="0">
              <a:off x="3825" y="2969"/>
              <a:ext cx="114" cy="180"/>
            </a:xfrm>
            <a:custGeom>
              <a:avLst/>
              <a:ahLst/>
              <a:rect l="0" t="0" r="r" b="b"/>
              <a:pathLst>
                <a:path w="218" h="311">
                  <a:moveTo>
                    <a:pt x="218" y="28"/>
                  </a:moveTo>
                  <a:lnTo>
                    <a:pt x="194" y="14"/>
                  </a:lnTo>
                  <a:lnTo>
                    <a:pt x="170" y="0"/>
                  </a:lnTo>
                  <a:lnTo>
                    <a:pt x="0" y="283"/>
                  </a:lnTo>
                  <a:lnTo>
                    <a:pt x="24" y="297"/>
                  </a:lnTo>
                  <a:lnTo>
                    <a:pt x="48" y="311"/>
                  </a:lnTo>
                  <a:lnTo>
                    <a:pt x="21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23" name=""/>
            <p:cNvSpPr/>
            <p:nvPr/>
          </p:nvSpPr>
          <p:spPr>
            <a:xfrm rot="0">
              <a:off x="3825" y="2969"/>
              <a:ext cx="114" cy="180"/>
            </a:xfrm>
            <a:custGeom>
              <a:avLst/>
              <a:ahLst/>
              <a:rect l="0" t="0" r="r" b="b"/>
              <a:pathLst>
                <a:path w="218" h="311">
                  <a:moveTo>
                    <a:pt x="218" y="28"/>
                  </a:moveTo>
                  <a:lnTo>
                    <a:pt x="194" y="14"/>
                  </a:lnTo>
                  <a:lnTo>
                    <a:pt x="170" y="0"/>
                  </a:lnTo>
                  <a:lnTo>
                    <a:pt x="0" y="283"/>
                  </a:lnTo>
                  <a:lnTo>
                    <a:pt x="24" y="297"/>
                  </a:lnTo>
                  <a:lnTo>
                    <a:pt x="48" y="311"/>
                  </a:lnTo>
                  <a:lnTo>
                    <a:pt x="218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24" name=""/>
            <p:cNvSpPr/>
            <p:nvPr/>
          </p:nvSpPr>
          <p:spPr>
            <a:xfrm rot="0">
              <a:off x="3825" y="3133"/>
              <a:ext cx="24" cy="21"/>
            </a:xfrm>
            <a:custGeom>
              <a:avLst/>
              <a:ahLst/>
              <a:rect l="0" t="0" r="r" b="b"/>
              <a:pathLst>
                <a:path w="52" h="41">
                  <a:moveTo>
                    <a:pt x="28" y="14"/>
                  </a:moveTo>
                  <a:lnTo>
                    <a:pt x="52" y="28"/>
                  </a:lnTo>
                  <a:lnTo>
                    <a:pt x="46" y="34"/>
                  </a:lnTo>
                  <a:lnTo>
                    <a:pt x="38" y="39"/>
                  </a:lnTo>
                  <a:lnTo>
                    <a:pt x="30" y="41"/>
                  </a:lnTo>
                  <a:lnTo>
                    <a:pt x="21" y="41"/>
                  </a:lnTo>
                  <a:lnTo>
                    <a:pt x="13" y="38"/>
                  </a:lnTo>
                  <a:lnTo>
                    <a:pt x="7" y="32"/>
                  </a:lnTo>
                  <a:lnTo>
                    <a:pt x="3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4" y="0"/>
                  </a:lnTo>
                  <a:lnTo>
                    <a:pt x="2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25" name=""/>
            <p:cNvSpPr/>
            <p:nvPr/>
          </p:nvSpPr>
          <p:spPr>
            <a:xfrm rot="0">
              <a:off x="3825" y="3133"/>
              <a:ext cx="24" cy="21"/>
            </a:xfrm>
            <a:custGeom>
              <a:avLst/>
              <a:ahLst/>
              <a:rect l="0" t="0" r="r" b="b"/>
              <a:pathLst>
                <a:path w="52" h="41">
                  <a:moveTo>
                    <a:pt x="52" y="28"/>
                  </a:moveTo>
                  <a:lnTo>
                    <a:pt x="46" y="34"/>
                  </a:lnTo>
                  <a:lnTo>
                    <a:pt x="38" y="39"/>
                  </a:lnTo>
                  <a:lnTo>
                    <a:pt x="30" y="41"/>
                  </a:lnTo>
                  <a:lnTo>
                    <a:pt x="21" y="41"/>
                  </a:lnTo>
                  <a:lnTo>
                    <a:pt x="13" y="38"/>
                  </a:lnTo>
                  <a:lnTo>
                    <a:pt x="7" y="32"/>
                  </a:lnTo>
                  <a:lnTo>
                    <a:pt x="3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26" name=""/>
            <p:cNvSpPr/>
            <p:nvPr/>
          </p:nvSpPr>
          <p:spPr>
            <a:xfrm rot="0">
              <a:off x="3877" y="3077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27" y="9"/>
                  </a:moveTo>
                  <a:lnTo>
                    <a:pt x="53" y="19"/>
                  </a:lnTo>
                  <a:lnTo>
                    <a:pt x="49" y="27"/>
                  </a:lnTo>
                  <a:lnTo>
                    <a:pt x="42" y="32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  <a:lnTo>
                    <a:pt x="2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27" name=""/>
            <p:cNvSpPr/>
            <p:nvPr/>
          </p:nvSpPr>
          <p:spPr>
            <a:xfrm rot="0">
              <a:off x="3877" y="3077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53" y="19"/>
                  </a:moveTo>
                  <a:lnTo>
                    <a:pt x="49" y="27"/>
                  </a:lnTo>
                  <a:lnTo>
                    <a:pt x="42" y="32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1"/>
                  </a:lnTo>
                  <a:lnTo>
                    <a:pt x="4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28" name=""/>
            <p:cNvSpPr/>
            <p:nvPr/>
          </p:nvSpPr>
          <p:spPr>
            <a:xfrm rot="0">
              <a:off x="3882" y="2975"/>
              <a:ext cx="62" cy="112"/>
            </a:xfrm>
            <a:custGeom>
              <a:avLst/>
              <a:ahLst/>
              <a:rect l="0" t="0" r="r" b="b"/>
              <a:pathLst>
                <a:path w="117" h="199">
                  <a:moveTo>
                    <a:pt x="0" y="180"/>
                  </a:moveTo>
                  <a:lnTo>
                    <a:pt x="26" y="189"/>
                  </a:lnTo>
                  <a:lnTo>
                    <a:pt x="52" y="199"/>
                  </a:lnTo>
                  <a:lnTo>
                    <a:pt x="117" y="20"/>
                  </a:lnTo>
                  <a:lnTo>
                    <a:pt x="91" y="10"/>
                  </a:lnTo>
                  <a:lnTo>
                    <a:pt x="65" y="0"/>
                  </a:lnTo>
                  <a:lnTo>
                    <a:pt x="0" y="1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29" name=""/>
            <p:cNvSpPr/>
            <p:nvPr/>
          </p:nvSpPr>
          <p:spPr>
            <a:xfrm rot="0">
              <a:off x="3882" y="2975"/>
              <a:ext cx="62" cy="112"/>
            </a:xfrm>
            <a:custGeom>
              <a:avLst/>
              <a:ahLst/>
              <a:rect l="0" t="0" r="r" b="b"/>
              <a:pathLst>
                <a:path w="117" h="199">
                  <a:moveTo>
                    <a:pt x="0" y="180"/>
                  </a:moveTo>
                  <a:lnTo>
                    <a:pt x="26" y="189"/>
                  </a:lnTo>
                  <a:lnTo>
                    <a:pt x="52" y="199"/>
                  </a:lnTo>
                  <a:lnTo>
                    <a:pt x="117" y="20"/>
                  </a:lnTo>
                  <a:lnTo>
                    <a:pt x="91" y="10"/>
                  </a:lnTo>
                  <a:lnTo>
                    <a:pt x="65" y="0"/>
                  </a:lnTo>
                  <a:lnTo>
                    <a:pt x="0" y="1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30" name=""/>
            <p:cNvSpPr/>
            <p:nvPr/>
          </p:nvSpPr>
          <p:spPr>
            <a:xfrm rot="0">
              <a:off x="3915" y="2964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26" y="27"/>
                  </a:moveTo>
                  <a:lnTo>
                    <a:pt x="0" y="17"/>
                  </a:lnTo>
                  <a:lnTo>
                    <a:pt x="4" y="10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6" y="1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3" y="28"/>
                  </a:lnTo>
                  <a:lnTo>
                    <a:pt x="52" y="3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31" name=""/>
            <p:cNvSpPr/>
            <p:nvPr/>
          </p:nvSpPr>
          <p:spPr>
            <a:xfrm rot="0">
              <a:off x="3915" y="2964"/>
              <a:ext cx="29" cy="21"/>
            </a:xfrm>
            <a:custGeom>
              <a:avLst/>
              <a:ahLst/>
              <a:rect l="0" t="0" r="r" b="b"/>
              <a:pathLst>
                <a:path w="53" h="37">
                  <a:moveTo>
                    <a:pt x="0" y="17"/>
                  </a:moveTo>
                  <a:lnTo>
                    <a:pt x="4" y="10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6" y="1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53" y="20"/>
                  </a:lnTo>
                  <a:lnTo>
                    <a:pt x="53" y="28"/>
                  </a:lnTo>
                  <a:lnTo>
                    <a:pt x="5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32" name=""/>
            <p:cNvSpPr/>
            <p:nvPr/>
          </p:nvSpPr>
          <p:spPr>
            <a:xfrm rot="0">
              <a:off x="4030" y="2795"/>
              <a:ext cx="29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23" y="27"/>
                  </a:moveTo>
                  <a:lnTo>
                    <a:pt x="0" y="13"/>
                  </a:lnTo>
                  <a:lnTo>
                    <a:pt x="5" y="6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9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4"/>
                  </a:lnTo>
                  <a:lnTo>
                    <a:pt x="47" y="41"/>
                  </a:lnTo>
                  <a:lnTo>
                    <a:pt x="2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33" name=""/>
            <p:cNvSpPr/>
            <p:nvPr/>
          </p:nvSpPr>
          <p:spPr>
            <a:xfrm rot="0">
              <a:off x="4030" y="2795"/>
              <a:ext cx="29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0" y="13"/>
                  </a:moveTo>
                  <a:lnTo>
                    <a:pt x="5" y="6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9"/>
                  </a:lnTo>
                  <a:lnTo>
                    <a:pt x="48" y="16"/>
                  </a:lnTo>
                  <a:lnTo>
                    <a:pt x="51" y="25"/>
                  </a:lnTo>
                  <a:lnTo>
                    <a:pt x="51" y="34"/>
                  </a:lnTo>
                  <a:lnTo>
                    <a:pt x="47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34" name=""/>
            <p:cNvSpPr/>
            <p:nvPr/>
          </p:nvSpPr>
          <p:spPr>
            <a:xfrm rot="0">
              <a:off x="3882" y="2805"/>
              <a:ext cx="177" cy="282"/>
            </a:xfrm>
            <a:custGeom>
              <a:avLst/>
              <a:ahLst/>
              <a:rect l="0" t="0" r="r" b="b"/>
              <a:pathLst>
                <a:path w="332" h="500">
                  <a:moveTo>
                    <a:pt x="332" y="28"/>
                  </a:moveTo>
                  <a:lnTo>
                    <a:pt x="308" y="14"/>
                  </a:lnTo>
                  <a:lnTo>
                    <a:pt x="285" y="0"/>
                  </a:lnTo>
                  <a:lnTo>
                    <a:pt x="0" y="471"/>
                  </a:lnTo>
                  <a:lnTo>
                    <a:pt x="24" y="485"/>
                  </a:lnTo>
                  <a:lnTo>
                    <a:pt x="48" y="500"/>
                  </a:lnTo>
                  <a:lnTo>
                    <a:pt x="332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35" name=""/>
            <p:cNvSpPr/>
            <p:nvPr/>
          </p:nvSpPr>
          <p:spPr>
            <a:xfrm rot="0">
              <a:off x="3882" y="2805"/>
              <a:ext cx="177" cy="282"/>
            </a:xfrm>
            <a:custGeom>
              <a:avLst/>
              <a:ahLst/>
              <a:rect l="0" t="0" r="r" b="b"/>
              <a:pathLst>
                <a:path w="332" h="500">
                  <a:moveTo>
                    <a:pt x="332" y="28"/>
                  </a:moveTo>
                  <a:lnTo>
                    <a:pt x="308" y="14"/>
                  </a:lnTo>
                  <a:lnTo>
                    <a:pt x="285" y="0"/>
                  </a:lnTo>
                  <a:lnTo>
                    <a:pt x="0" y="471"/>
                  </a:lnTo>
                  <a:lnTo>
                    <a:pt x="24" y="485"/>
                  </a:lnTo>
                  <a:lnTo>
                    <a:pt x="48" y="500"/>
                  </a:lnTo>
                  <a:lnTo>
                    <a:pt x="332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36" name=""/>
            <p:cNvSpPr/>
            <p:nvPr/>
          </p:nvSpPr>
          <p:spPr>
            <a:xfrm rot="0">
              <a:off x="3877" y="3072"/>
              <a:ext cx="29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27" y="14"/>
                  </a:moveTo>
                  <a:lnTo>
                    <a:pt x="51" y="29"/>
                  </a:lnTo>
                  <a:lnTo>
                    <a:pt x="45" y="35"/>
                  </a:lnTo>
                  <a:lnTo>
                    <a:pt x="38" y="39"/>
                  </a:lnTo>
                  <a:lnTo>
                    <a:pt x="29" y="42"/>
                  </a:lnTo>
                  <a:lnTo>
                    <a:pt x="20" y="42"/>
                  </a:lnTo>
                  <a:lnTo>
                    <a:pt x="13" y="38"/>
                  </a:lnTo>
                  <a:lnTo>
                    <a:pt x="6" y="33"/>
                  </a:lnTo>
                  <a:lnTo>
                    <a:pt x="2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  <a:lnTo>
                    <a:pt x="27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37" name=""/>
            <p:cNvSpPr/>
            <p:nvPr/>
          </p:nvSpPr>
          <p:spPr>
            <a:xfrm rot="0">
              <a:off x="3877" y="3072"/>
              <a:ext cx="29" cy="26"/>
            </a:xfrm>
            <a:custGeom>
              <a:avLst/>
              <a:ahLst/>
              <a:rect l="0" t="0" r="r" b="b"/>
              <a:pathLst>
                <a:path w="51" h="42">
                  <a:moveTo>
                    <a:pt x="51" y="29"/>
                  </a:moveTo>
                  <a:lnTo>
                    <a:pt x="45" y="35"/>
                  </a:lnTo>
                  <a:lnTo>
                    <a:pt x="38" y="39"/>
                  </a:lnTo>
                  <a:lnTo>
                    <a:pt x="29" y="42"/>
                  </a:lnTo>
                  <a:lnTo>
                    <a:pt x="20" y="42"/>
                  </a:lnTo>
                  <a:lnTo>
                    <a:pt x="13" y="38"/>
                  </a:lnTo>
                  <a:lnTo>
                    <a:pt x="6" y="33"/>
                  </a:lnTo>
                  <a:lnTo>
                    <a:pt x="2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38" name=""/>
            <p:cNvSpPr/>
            <p:nvPr/>
          </p:nvSpPr>
          <p:spPr>
            <a:xfrm rot="0">
              <a:off x="4063" y="2698"/>
              <a:ext cx="29" cy="20"/>
            </a:xfrm>
            <a:custGeom>
              <a:avLst/>
              <a:ahLst/>
              <a:rect l="0" t="0" r="r" b="b"/>
              <a:pathLst>
                <a:path w="53" h="37">
                  <a:moveTo>
                    <a:pt x="26" y="27"/>
                  </a:moveTo>
                  <a:lnTo>
                    <a:pt x="0" y="17"/>
                  </a:lnTo>
                  <a:lnTo>
                    <a:pt x="4" y="9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5"/>
                  </a:lnTo>
                  <a:lnTo>
                    <a:pt x="48" y="12"/>
                  </a:lnTo>
                  <a:lnTo>
                    <a:pt x="53" y="19"/>
                  </a:lnTo>
                  <a:lnTo>
                    <a:pt x="53" y="28"/>
                  </a:lnTo>
                  <a:lnTo>
                    <a:pt x="52" y="3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39" name=""/>
            <p:cNvSpPr/>
            <p:nvPr/>
          </p:nvSpPr>
          <p:spPr>
            <a:xfrm rot="0">
              <a:off x="4063" y="2698"/>
              <a:ext cx="29" cy="20"/>
            </a:xfrm>
            <a:custGeom>
              <a:avLst/>
              <a:ahLst/>
              <a:rect l="0" t="0" r="r" b="b"/>
              <a:pathLst>
                <a:path w="53" h="37">
                  <a:moveTo>
                    <a:pt x="0" y="17"/>
                  </a:moveTo>
                  <a:lnTo>
                    <a:pt x="4" y="9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5"/>
                  </a:lnTo>
                  <a:lnTo>
                    <a:pt x="48" y="12"/>
                  </a:lnTo>
                  <a:lnTo>
                    <a:pt x="53" y="19"/>
                  </a:lnTo>
                  <a:lnTo>
                    <a:pt x="53" y="28"/>
                  </a:lnTo>
                  <a:lnTo>
                    <a:pt x="5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40" name=""/>
            <p:cNvSpPr/>
            <p:nvPr/>
          </p:nvSpPr>
          <p:spPr>
            <a:xfrm rot="0">
              <a:off x="4030" y="2703"/>
              <a:ext cx="62" cy="118"/>
            </a:xfrm>
            <a:custGeom>
              <a:avLst/>
              <a:ahLst/>
              <a:rect l="0" t="0" r="r" b="b"/>
              <a:pathLst>
                <a:path w="118" h="199">
                  <a:moveTo>
                    <a:pt x="118" y="20"/>
                  </a:moveTo>
                  <a:lnTo>
                    <a:pt x="92" y="10"/>
                  </a:lnTo>
                  <a:lnTo>
                    <a:pt x="66" y="0"/>
                  </a:lnTo>
                  <a:lnTo>
                    <a:pt x="0" y="179"/>
                  </a:lnTo>
                  <a:lnTo>
                    <a:pt x="26" y="189"/>
                  </a:lnTo>
                  <a:lnTo>
                    <a:pt x="53" y="199"/>
                  </a:lnTo>
                  <a:lnTo>
                    <a:pt x="11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41" name=""/>
            <p:cNvSpPr/>
            <p:nvPr/>
          </p:nvSpPr>
          <p:spPr>
            <a:xfrm rot="0">
              <a:off x="4030" y="2703"/>
              <a:ext cx="62" cy="118"/>
            </a:xfrm>
            <a:custGeom>
              <a:avLst/>
              <a:ahLst/>
              <a:rect l="0" t="0" r="r" b="b"/>
              <a:pathLst>
                <a:path w="118" h="199">
                  <a:moveTo>
                    <a:pt x="118" y="20"/>
                  </a:moveTo>
                  <a:lnTo>
                    <a:pt x="92" y="10"/>
                  </a:lnTo>
                  <a:lnTo>
                    <a:pt x="66" y="0"/>
                  </a:lnTo>
                  <a:lnTo>
                    <a:pt x="0" y="179"/>
                  </a:lnTo>
                  <a:lnTo>
                    <a:pt x="26" y="189"/>
                  </a:lnTo>
                  <a:lnTo>
                    <a:pt x="53" y="199"/>
                  </a:lnTo>
                  <a:lnTo>
                    <a:pt x="118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42" name=""/>
            <p:cNvSpPr/>
            <p:nvPr/>
          </p:nvSpPr>
          <p:spPr>
            <a:xfrm rot="0">
              <a:off x="4030" y="2805"/>
              <a:ext cx="29" cy="21"/>
            </a:xfrm>
            <a:custGeom>
              <a:avLst/>
              <a:ahLst/>
              <a:rect l="0" t="0" r="r" b="b"/>
              <a:pathLst>
                <a:path w="54" h="37">
                  <a:moveTo>
                    <a:pt x="27" y="10"/>
                  </a:moveTo>
                  <a:lnTo>
                    <a:pt x="54" y="20"/>
                  </a:lnTo>
                  <a:lnTo>
                    <a:pt x="49" y="27"/>
                  </a:lnTo>
                  <a:lnTo>
                    <a:pt x="43" y="33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8" y="36"/>
                  </a:lnTo>
                  <a:lnTo>
                    <a:pt x="10" y="32"/>
                  </a:lnTo>
                  <a:lnTo>
                    <a:pt x="5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1" y="0"/>
                  </a:lnTo>
                  <a:lnTo>
                    <a:pt x="2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43" name=""/>
            <p:cNvSpPr/>
            <p:nvPr/>
          </p:nvSpPr>
          <p:spPr>
            <a:xfrm rot="0">
              <a:off x="4030" y="2805"/>
              <a:ext cx="29" cy="21"/>
            </a:xfrm>
            <a:custGeom>
              <a:avLst/>
              <a:ahLst/>
              <a:rect l="0" t="0" r="r" b="b"/>
              <a:pathLst>
                <a:path w="54" h="37">
                  <a:moveTo>
                    <a:pt x="54" y="20"/>
                  </a:moveTo>
                  <a:lnTo>
                    <a:pt x="49" y="27"/>
                  </a:lnTo>
                  <a:lnTo>
                    <a:pt x="43" y="33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8" y="36"/>
                  </a:lnTo>
                  <a:lnTo>
                    <a:pt x="10" y="32"/>
                  </a:lnTo>
                  <a:lnTo>
                    <a:pt x="5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44" name=""/>
            <p:cNvSpPr/>
            <p:nvPr/>
          </p:nvSpPr>
          <p:spPr>
            <a:xfrm rot="0">
              <a:off x="4393" y="2113"/>
              <a:ext cx="29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24" y="27"/>
                  </a:moveTo>
                  <a:lnTo>
                    <a:pt x="0" y="13"/>
                  </a:lnTo>
                  <a:lnTo>
                    <a:pt x="5" y="6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50" y="16"/>
                  </a:lnTo>
                  <a:lnTo>
                    <a:pt x="51" y="25"/>
                  </a:lnTo>
                  <a:lnTo>
                    <a:pt x="51" y="33"/>
                  </a:lnTo>
                  <a:lnTo>
                    <a:pt x="47" y="41"/>
                  </a:lnTo>
                  <a:lnTo>
                    <a:pt x="2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45" name=""/>
            <p:cNvSpPr/>
            <p:nvPr/>
          </p:nvSpPr>
          <p:spPr>
            <a:xfrm rot="0">
              <a:off x="4393" y="2113"/>
              <a:ext cx="29" cy="26"/>
            </a:xfrm>
            <a:custGeom>
              <a:avLst/>
              <a:ahLst/>
              <a:rect l="0" t="0" r="r" b="b"/>
              <a:pathLst>
                <a:path w="51" h="41">
                  <a:moveTo>
                    <a:pt x="0" y="13"/>
                  </a:moveTo>
                  <a:lnTo>
                    <a:pt x="5" y="6"/>
                  </a:lnTo>
                  <a:lnTo>
                    <a:pt x="13" y="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50" y="16"/>
                  </a:lnTo>
                  <a:lnTo>
                    <a:pt x="51" y="25"/>
                  </a:lnTo>
                  <a:lnTo>
                    <a:pt x="51" y="33"/>
                  </a:lnTo>
                  <a:lnTo>
                    <a:pt x="47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46" name=""/>
            <p:cNvSpPr/>
            <p:nvPr/>
          </p:nvSpPr>
          <p:spPr>
            <a:xfrm rot="0">
              <a:off x="4068" y="2119"/>
              <a:ext cx="354" cy="599"/>
            </a:xfrm>
            <a:custGeom>
              <a:avLst/>
              <a:ahLst/>
              <a:rect l="0" t="0" r="r" b="b"/>
              <a:pathLst>
                <a:path w="665" h="1050">
                  <a:moveTo>
                    <a:pt x="665" y="28"/>
                  </a:moveTo>
                  <a:lnTo>
                    <a:pt x="642" y="14"/>
                  </a:lnTo>
                  <a:lnTo>
                    <a:pt x="618" y="0"/>
                  </a:lnTo>
                  <a:lnTo>
                    <a:pt x="0" y="1022"/>
                  </a:lnTo>
                  <a:lnTo>
                    <a:pt x="24" y="1036"/>
                  </a:lnTo>
                  <a:lnTo>
                    <a:pt x="48" y="1050"/>
                  </a:lnTo>
                  <a:lnTo>
                    <a:pt x="66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47" name=""/>
            <p:cNvSpPr/>
            <p:nvPr/>
          </p:nvSpPr>
          <p:spPr>
            <a:xfrm rot="0">
              <a:off x="4068" y="2119"/>
              <a:ext cx="354" cy="599"/>
            </a:xfrm>
            <a:custGeom>
              <a:avLst/>
              <a:ahLst/>
              <a:rect l="0" t="0" r="r" b="b"/>
              <a:pathLst>
                <a:path w="665" h="1050">
                  <a:moveTo>
                    <a:pt x="665" y="28"/>
                  </a:moveTo>
                  <a:lnTo>
                    <a:pt x="642" y="14"/>
                  </a:lnTo>
                  <a:lnTo>
                    <a:pt x="618" y="0"/>
                  </a:lnTo>
                  <a:lnTo>
                    <a:pt x="0" y="1022"/>
                  </a:lnTo>
                  <a:lnTo>
                    <a:pt x="24" y="1036"/>
                  </a:lnTo>
                  <a:lnTo>
                    <a:pt x="48" y="1050"/>
                  </a:lnTo>
                  <a:lnTo>
                    <a:pt x="66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48" name=""/>
            <p:cNvSpPr/>
            <p:nvPr/>
          </p:nvSpPr>
          <p:spPr>
            <a:xfrm rot="0">
              <a:off x="4063" y="2703"/>
              <a:ext cx="29" cy="25"/>
            </a:xfrm>
            <a:custGeom>
              <a:avLst/>
              <a:ahLst/>
              <a:rect l="0" t="0" r="r" b="b"/>
              <a:pathLst>
                <a:path w="52" h="41">
                  <a:moveTo>
                    <a:pt x="28" y="14"/>
                  </a:moveTo>
                  <a:lnTo>
                    <a:pt x="52" y="28"/>
                  </a:lnTo>
                  <a:lnTo>
                    <a:pt x="46" y="35"/>
                  </a:lnTo>
                  <a:lnTo>
                    <a:pt x="38" y="40"/>
                  </a:lnTo>
                  <a:lnTo>
                    <a:pt x="30" y="41"/>
                  </a:lnTo>
                  <a:lnTo>
                    <a:pt x="21" y="41"/>
                  </a:lnTo>
                  <a:lnTo>
                    <a:pt x="14" y="38"/>
                  </a:lnTo>
                  <a:lnTo>
                    <a:pt x="7" y="32"/>
                  </a:lnTo>
                  <a:lnTo>
                    <a:pt x="3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4" y="0"/>
                  </a:lnTo>
                  <a:lnTo>
                    <a:pt x="2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49" name=""/>
            <p:cNvSpPr/>
            <p:nvPr/>
          </p:nvSpPr>
          <p:spPr>
            <a:xfrm rot="0">
              <a:off x="4063" y="2703"/>
              <a:ext cx="29" cy="25"/>
            </a:xfrm>
            <a:custGeom>
              <a:avLst/>
              <a:ahLst/>
              <a:rect l="0" t="0" r="r" b="b"/>
              <a:pathLst>
                <a:path w="52" h="41">
                  <a:moveTo>
                    <a:pt x="52" y="28"/>
                  </a:moveTo>
                  <a:lnTo>
                    <a:pt x="46" y="35"/>
                  </a:lnTo>
                  <a:lnTo>
                    <a:pt x="38" y="40"/>
                  </a:lnTo>
                  <a:lnTo>
                    <a:pt x="30" y="41"/>
                  </a:lnTo>
                  <a:lnTo>
                    <a:pt x="21" y="41"/>
                  </a:lnTo>
                  <a:lnTo>
                    <a:pt x="14" y="38"/>
                  </a:lnTo>
                  <a:lnTo>
                    <a:pt x="7" y="32"/>
                  </a:lnTo>
                  <a:lnTo>
                    <a:pt x="3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50" name=""/>
            <p:cNvSpPr/>
            <p:nvPr/>
          </p:nvSpPr>
          <p:spPr>
            <a:xfrm rot="0">
              <a:off x="3825" y="3123"/>
              <a:ext cx="28" cy="21"/>
            </a:xfrm>
            <a:custGeom>
              <a:avLst/>
              <a:ahLst/>
              <a:rect l="0" t="0" r="r" b="b"/>
              <a:pathLst>
                <a:path w="53" h="36">
                  <a:moveTo>
                    <a:pt x="26" y="27"/>
                  </a:moveTo>
                  <a:lnTo>
                    <a:pt x="0" y="17"/>
                  </a:lnTo>
                  <a:lnTo>
                    <a:pt x="4" y="9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5"/>
                  </a:lnTo>
                  <a:lnTo>
                    <a:pt x="48" y="11"/>
                  </a:lnTo>
                  <a:lnTo>
                    <a:pt x="53" y="19"/>
                  </a:lnTo>
                  <a:lnTo>
                    <a:pt x="53" y="28"/>
                  </a:lnTo>
                  <a:lnTo>
                    <a:pt x="52" y="36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51" name=""/>
            <p:cNvSpPr/>
            <p:nvPr/>
          </p:nvSpPr>
          <p:spPr>
            <a:xfrm rot="0">
              <a:off x="3825" y="3123"/>
              <a:ext cx="28" cy="21"/>
            </a:xfrm>
            <a:custGeom>
              <a:avLst/>
              <a:ahLst/>
              <a:rect l="0" t="0" r="r" b="b"/>
              <a:pathLst>
                <a:path w="53" h="36">
                  <a:moveTo>
                    <a:pt x="0" y="17"/>
                  </a:moveTo>
                  <a:lnTo>
                    <a:pt x="4" y="9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5"/>
                  </a:lnTo>
                  <a:lnTo>
                    <a:pt x="48" y="11"/>
                  </a:lnTo>
                  <a:lnTo>
                    <a:pt x="53" y="19"/>
                  </a:lnTo>
                  <a:lnTo>
                    <a:pt x="53" y="28"/>
                  </a:lnTo>
                  <a:lnTo>
                    <a:pt x="52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52" name=""/>
            <p:cNvSpPr/>
            <p:nvPr/>
          </p:nvSpPr>
          <p:spPr>
            <a:xfrm rot="0">
              <a:off x="3724" y="3133"/>
              <a:ext cx="129" cy="303"/>
            </a:xfrm>
            <a:custGeom>
              <a:avLst/>
              <a:ahLst/>
              <a:rect l="0" t="0" r="r" b="b"/>
              <a:pathLst>
                <a:path w="237" h="527">
                  <a:moveTo>
                    <a:pt x="237" y="19"/>
                  </a:moveTo>
                  <a:lnTo>
                    <a:pt x="211" y="10"/>
                  </a:lnTo>
                  <a:lnTo>
                    <a:pt x="185" y="0"/>
                  </a:lnTo>
                  <a:lnTo>
                    <a:pt x="0" y="507"/>
                  </a:lnTo>
                  <a:lnTo>
                    <a:pt x="26" y="517"/>
                  </a:lnTo>
                  <a:lnTo>
                    <a:pt x="52" y="527"/>
                  </a:lnTo>
                  <a:lnTo>
                    <a:pt x="237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53" name=""/>
            <p:cNvSpPr/>
            <p:nvPr/>
          </p:nvSpPr>
          <p:spPr>
            <a:xfrm rot="0">
              <a:off x="3724" y="3133"/>
              <a:ext cx="129" cy="303"/>
            </a:xfrm>
            <a:custGeom>
              <a:avLst/>
              <a:ahLst/>
              <a:rect l="0" t="0" r="r" b="b"/>
              <a:pathLst>
                <a:path w="237" h="527">
                  <a:moveTo>
                    <a:pt x="237" y="19"/>
                  </a:moveTo>
                  <a:lnTo>
                    <a:pt x="211" y="10"/>
                  </a:lnTo>
                  <a:lnTo>
                    <a:pt x="185" y="0"/>
                  </a:lnTo>
                  <a:lnTo>
                    <a:pt x="0" y="507"/>
                  </a:lnTo>
                  <a:lnTo>
                    <a:pt x="26" y="517"/>
                  </a:lnTo>
                  <a:lnTo>
                    <a:pt x="52" y="527"/>
                  </a:lnTo>
                  <a:lnTo>
                    <a:pt x="237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54" name=""/>
            <p:cNvSpPr/>
            <p:nvPr/>
          </p:nvSpPr>
          <p:spPr>
            <a:xfrm rot="0">
              <a:off x="3724" y="3426"/>
              <a:ext cx="29" cy="20"/>
            </a:xfrm>
            <a:custGeom>
              <a:avLst/>
              <a:ahLst/>
              <a:rect l="0" t="0" r="r" b="b"/>
              <a:pathLst>
                <a:path w="53" h="37">
                  <a:moveTo>
                    <a:pt x="27" y="10"/>
                  </a:moveTo>
                  <a:lnTo>
                    <a:pt x="53" y="20"/>
                  </a:lnTo>
                  <a:lnTo>
                    <a:pt x="49" y="27"/>
                  </a:lnTo>
                  <a:lnTo>
                    <a:pt x="42" y="33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2"/>
                  </a:lnTo>
                  <a:lnTo>
                    <a:pt x="4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1" y="0"/>
                  </a:lnTo>
                  <a:lnTo>
                    <a:pt x="2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55" name=""/>
            <p:cNvSpPr/>
            <p:nvPr/>
          </p:nvSpPr>
          <p:spPr>
            <a:xfrm rot="0">
              <a:off x="3724" y="3426"/>
              <a:ext cx="29" cy="20"/>
            </a:xfrm>
            <a:custGeom>
              <a:avLst/>
              <a:ahLst/>
              <a:rect l="0" t="0" r="r" b="b"/>
              <a:pathLst>
                <a:path w="53" h="37">
                  <a:moveTo>
                    <a:pt x="53" y="20"/>
                  </a:moveTo>
                  <a:lnTo>
                    <a:pt x="49" y="27"/>
                  </a:lnTo>
                  <a:lnTo>
                    <a:pt x="42" y="33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17" y="36"/>
                  </a:lnTo>
                  <a:lnTo>
                    <a:pt x="10" y="32"/>
                  </a:lnTo>
                  <a:lnTo>
                    <a:pt x="4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56" name=""/>
            <p:cNvSpPr/>
            <p:nvPr/>
          </p:nvSpPr>
          <p:spPr>
            <a:xfrm rot="0">
              <a:off x="3915" y="2964"/>
              <a:ext cx="15" cy="31"/>
            </a:xfrm>
            <a:custGeom>
              <a:avLst/>
              <a:ahLst/>
              <a:rect l="0" t="0" r="r" b="b"/>
              <a:pathLst>
                <a:path w="30" h="54">
                  <a:moveTo>
                    <a:pt x="27" y="27"/>
                  </a:moveTo>
                  <a:lnTo>
                    <a:pt x="24" y="54"/>
                  </a:lnTo>
                  <a:lnTo>
                    <a:pt x="16" y="52"/>
                  </a:lnTo>
                  <a:lnTo>
                    <a:pt x="9" y="48"/>
                  </a:lnTo>
                  <a:lnTo>
                    <a:pt x="3" y="41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6" y="9"/>
                  </a:lnTo>
                  <a:lnTo>
                    <a:pt x="13" y="3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57" name=""/>
            <p:cNvSpPr/>
            <p:nvPr/>
          </p:nvSpPr>
          <p:spPr>
            <a:xfrm rot="0">
              <a:off x="3915" y="2964"/>
              <a:ext cx="15" cy="31"/>
            </a:xfrm>
            <a:custGeom>
              <a:avLst/>
              <a:ahLst/>
              <a:rect l="0" t="0" r="r" b="b"/>
              <a:pathLst>
                <a:path w="30" h="54">
                  <a:moveTo>
                    <a:pt x="24" y="54"/>
                  </a:moveTo>
                  <a:lnTo>
                    <a:pt x="16" y="52"/>
                  </a:lnTo>
                  <a:lnTo>
                    <a:pt x="9" y="48"/>
                  </a:lnTo>
                  <a:lnTo>
                    <a:pt x="3" y="41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6" y="9"/>
                  </a:lnTo>
                  <a:lnTo>
                    <a:pt x="13" y="3"/>
                  </a:lnTo>
                  <a:lnTo>
                    <a:pt x="22" y="0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58" name=""/>
            <p:cNvSpPr/>
            <p:nvPr/>
          </p:nvSpPr>
          <p:spPr>
            <a:xfrm rot="0">
              <a:off x="3925" y="2964"/>
              <a:ext cx="29" cy="31"/>
            </a:xfrm>
            <a:custGeom>
              <a:avLst/>
              <a:ahLst/>
              <a:rect l="0" t="0" r="r" b="b"/>
              <a:pathLst>
                <a:path w="47" h="59">
                  <a:moveTo>
                    <a:pt x="6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40" y="59"/>
                  </a:lnTo>
                  <a:lnTo>
                    <a:pt x="43" y="32"/>
                  </a:lnTo>
                  <a:lnTo>
                    <a:pt x="47" y="4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59" name=""/>
            <p:cNvSpPr/>
            <p:nvPr/>
          </p:nvSpPr>
          <p:spPr>
            <a:xfrm rot="0">
              <a:off x="3925" y="2964"/>
              <a:ext cx="29" cy="31"/>
            </a:xfrm>
            <a:custGeom>
              <a:avLst/>
              <a:ahLst/>
              <a:rect l="0" t="0" r="r" b="b"/>
              <a:pathLst>
                <a:path w="47" h="59">
                  <a:moveTo>
                    <a:pt x="6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40" y="59"/>
                  </a:lnTo>
                  <a:lnTo>
                    <a:pt x="43" y="32"/>
                  </a:lnTo>
                  <a:lnTo>
                    <a:pt x="47" y="4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60" name=""/>
            <p:cNvSpPr/>
            <p:nvPr/>
          </p:nvSpPr>
          <p:spPr>
            <a:xfrm rot="0">
              <a:off x="3949" y="2964"/>
              <a:ext cx="14" cy="31"/>
            </a:xfrm>
            <a:custGeom>
              <a:avLst/>
              <a:ahLst/>
              <a:rect l="0" t="0" r="r" b="b"/>
              <a:pathLst>
                <a:path w="30" h="55">
                  <a:moveTo>
                    <a:pt x="3" y="28"/>
                  </a:moveTo>
                  <a:lnTo>
                    <a:pt x="7" y="0"/>
                  </a:lnTo>
                  <a:lnTo>
                    <a:pt x="14" y="3"/>
                  </a:lnTo>
                  <a:lnTo>
                    <a:pt x="22" y="7"/>
                  </a:lnTo>
                  <a:lnTo>
                    <a:pt x="27" y="13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38"/>
                  </a:lnTo>
                  <a:lnTo>
                    <a:pt x="24" y="46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5"/>
                  </a:lnTo>
                  <a:lnTo>
                    <a:pt x="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61" name=""/>
            <p:cNvSpPr/>
            <p:nvPr/>
          </p:nvSpPr>
          <p:spPr>
            <a:xfrm rot="0">
              <a:off x="3949" y="2964"/>
              <a:ext cx="14" cy="31"/>
            </a:xfrm>
            <a:custGeom>
              <a:avLst/>
              <a:ahLst/>
              <a:rect l="0" t="0" r="r" b="b"/>
              <a:pathLst>
                <a:path w="30" h="55">
                  <a:moveTo>
                    <a:pt x="7" y="0"/>
                  </a:moveTo>
                  <a:lnTo>
                    <a:pt x="14" y="3"/>
                  </a:lnTo>
                  <a:lnTo>
                    <a:pt x="22" y="7"/>
                  </a:lnTo>
                  <a:lnTo>
                    <a:pt x="27" y="13"/>
                  </a:lnTo>
                  <a:lnTo>
                    <a:pt x="30" y="22"/>
                  </a:lnTo>
                  <a:lnTo>
                    <a:pt x="30" y="31"/>
                  </a:lnTo>
                  <a:lnTo>
                    <a:pt x="28" y="38"/>
                  </a:lnTo>
                  <a:lnTo>
                    <a:pt x="24" y="46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62" name=""/>
            <p:cNvSpPr/>
            <p:nvPr/>
          </p:nvSpPr>
          <p:spPr>
            <a:xfrm rot="0">
              <a:off x="4259" y="3010"/>
              <a:ext cx="15" cy="31"/>
            </a:xfrm>
            <a:custGeom>
              <a:avLst/>
              <a:ahLst/>
              <a:rect l="0" t="0" r="r" b="b"/>
              <a:pathLst>
                <a:path w="31" h="55">
                  <a:moveTo>
                    <a:pt x="27" y="28"/>
                  </a:moveTo>
                  <a:lnTo>
                    <a:pt x="24" y="55"/>
                  </a:lnTo>
                  <a:lnTo>
                    <a:pt x="15" y="53"/>
                  </a:lnTo>
                  <a:lnTo>
                    <a:pt x="9" y="48"/>
                  </a:lnTo>
                  <a:lnTo>
                    <a:pt x="4" y="41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7" y="9"/>
                  </a:lnTo>
                  <a:lnTo>
                    <a:pt x="14" y="4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63" name=""/>
            <p:cNvSpPr/>
            <p:nvPr/>
          </p:nvSpPr>
          <p:spPr>
            <a:xfrm rot="0">
              <a:off x="4259" y="3010"/>
              <a:ext cx="15" cy="31"/>
            </a:xfrm>
            <a:custGeom>
              <a:avLst/>
              <a:ahLst/>
              <a:rect l="0" t="0" r="r" b="b"/>
              <a:pathLst>
                <a:path w="31" h="55">
                  <a:moveTo>
                    <a:pt x="24" y="55"/>
                  </a:moveTo>
                  <a:lnTo>
                    <a:pt x="15" y="53"/>
                  </a:lnTo>
                  <a:lnTo>
                    <a:pt x="9" y="48"/>
                  </a:lnTo>
                  <a:lnTo>
                    <a:pt x="4" y="41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7" y="9"/>
                  </a:lnTo>
                  <a:lnTo>
                    <a:pt x="14" y="4"/>
                  </a:lnTo>
                  <a:lnTo>
                    <a:pt x="22" y="0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64" name=""/>
            <p:cNvSpPr/>
            <p:nvPr/>
          </p:nvSpPr>
          <p:spPr>
            <a:xfrm rot="0">
              <a:off x="4269" y="3010"/>
              <a:ext cx="14" cy="31"/>
            </a:xfrm>
            <a:custGeom>
              <a:avLst/>
              <a:ahLst/>
              <a:rect l="0" t="0" r="r" b="b"/>
              <a:pathLst>
                <a:path w="25" h="57">
                  <a:moveTo>
                    <a:pt x="7" y="0"/>
                  </a:moveTo>
                  <a:lnTo>
                    <a:pt x="3" y="28"/>
                  </a:lnTo>
                  <a:lnTo>
                    <a:pt x="0" y="55"/>
                  </a:lnTo>
                  <a:lnTo>
                    <a:pt x="19" y="57"/>
                  </a:lnTo>
                  <a:lnTo>
                    <a:pt x="22" y="30"/>
                  </a:lnTo>
                  <a:lnTo>
                    <a:pt x="25" y="3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65" name=""/>
            <p:cNvSpPr/>
            <p:nvPr/>
          </p:nvSpPr>
          <p:spPr>
            <a:xfrm rot="0">
              <a:off x="4269" y="3010"/>
              <a:ext cx="14" cy="31"/>
            </a:xfrm>
            <a:custGeom>
              <a:avLst/>
              <a:ahLst/>
              <a:rect l="0" t="0" r="r" b="b"/>
              <a:pathLst>
                <a:path w="25" h="57">
                  <a:moveTo>
                    <a:pt x="7" y="0"/>
                  </a:moveTo>
                  <a:lnTo>
                    <a:pt x="3" y="28"/>
                  </a:lnTo>
                  <a:lnTo>
                    <a:pt x="0" y="55"/>
                  </a:lnTo>
                  <a:lnTo>
                    <a:pt x="19" y="57"/>
                  </a:lnTo>
                  <a:lnTo>
                    <a:pt x="22" y="30"/>
                  </a:lnTo>
                  <a:lnTo>
                    <a:pt x="25" y="3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66" name=""/>
            <p:cNvSpPr/>
            <p:nvPr/>
          </p:nvSpPr>
          <p:spPr>
            <a:xfrm rot="0">
              <a:off x="4278" y="3010"/>
              <a:ext cx="20" cy="31"/>
            </a:xfrm>
            <a:custGeom>
              <a:avLst/>
              <a:ahLst/>
              <a:rect l="0" t="0" r="r" b="b"/>
              <a:pathLst>
                <a:path w="30" h="54">
                  <a:moveTo>
                    <a:pt x="3" y="27"/>
                  </a:moveTo>
                  <a:lnTo>
                    <a:pt x="6" y="0"/>
                  </a:lnTo>
                  <a:lnTo>
                    <a:pt x="15" y="2"/>
                  </a:lnTo>
                  <a:lnTo>
                    <a:pt x="21" y="6"/>
                  </a:lnTo>
                  <a:lnTo>
                    <a:pt x="27" y="14"/>
                  </a:lnTo>
                  <a:lnTo>
                    <a:pt x="30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5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4"/>
                  </a:lnTo>
                  <a:lnTo>
                    <a:pt x="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67" name=""/>
            <p:cNvSpPr/>
            <p:nvPr/>
          </p:nvSpPr>
          <p:spPr>
            <a:xfrm rot="0">
              <a:off x="4278" y="3010"/>
              <a:ext cx="20" cy="31"/>
            </a:xfrm>
            <a:custGeom>
              <a:avLst/>
              <a:ahLst/>
              <a:rect l="0" t="0" r="r" b="b"/>
              <a:pathLst>
                <a:path w="30" h="54">
                  <a:moveTo>
                    <a:pt x="6" y="0"/>
                  </a:moveTo>
                  <a:lnTo>
                    <a:pt x="15" y="2"/>
                  </a:lnTo>
                  <a:lnTo>
                    <a:pt x="21" y="6"/>
                  </a:lnTo>
                  <a:lnTo>
                    <a:pt x="27" y="14"/>
                  </a:lnTo>
                  <a:lnTo>
                    <a:pt x="30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5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68" name=""/>
            <p:cNvSpPr/>
            <p:nvPr/>
          </p:nvSpPr>
          <p:spPr>
            <a:xfrm rot="0">
              <a:off x="4269" y="3010"/>
              <a:ext cx="19" cy="31"/>
            </a:xfrm>
            <a:custGeom>
              <a:avLst/>
              <a:ahLst/>
              <a:rect l="0" t="0" r="r" b="b"/>
              <a:pathLst>
                <a:path w="38" h="52">
                  <a:moveTo>
                    <a:pt x="27" y="27"/>
                  </a:moveTo>
                  <a:lnTo>
                    <a:pt x="16" y="52"/>
                  </a:lnTo>
                  <a:lnTo>
                    <a:pt x="8" y="47"/>
                  </a:lnTo>
                  <a:lnTo>
                    <a:pt x="3" y="41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6" y="8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69" name=""/>
            <p:cNvSpPr/>
            <p:nvPr/>
          </p:nvSpPr>
          <p:spPr>
            <a:xfrm rot="0">
              <a:off x="4269" y="3010"/>
              <a:ext cx="19" cy="31"/>
            </a:xfrm>
            <a:custGeom>
              <a:avLst/>
              <a:ahLst/>
              <a:rect l="0" t="0" r="r" b="b"/>
              <a:pathLst>
                <a:path w="38" h="52">
                  <a:moveTo>
                    <a:pt x="16" y="52"/>
                  </a:moveTo>
                  <a:lnTo>
                    <a:pt x="8" y="47"/>
                  </a:lnTo>
                  <a:lnTo>
                    <a:pt x="3" y="41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6" y="8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38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70" name=""/>
            <p:cNvSpPr/>
            <p:nvPr/>
          </p:nvSpPr>
          <p:spPr>
            <a:xfrm rot="0">
              <a:off x="4278" y="3010"/>
              <a:ext cx="449" cy="236"/>
            </a:xfrm>
            <a:custGeom>
              <a:avLst/>
              <a:ahLst/>
              <a:rect l="0" t="0" r="r" b="b"/>
              <a:pathLst>
                <a:path w="850" h="410">
                  <a:moveTo>
                    <a:pt x="22" y="0"/>
                  </a:moveTo>
                  <a:lnTo>
                    <a:pt x="11" y="25"/>
                  </a:lnTo>
                  <a:lnTo>
                    <a:pt x="0" y="50"/>
                  </a:lnTo>
                  <a:lnTo>
                    <a:pt x="829" y="410"/>
                  </a:lnTo>
                  <a:lnTo>
                    <a:pt x="839" y="385"/>
                  </a:lnTo>
                  <a:lnTo>
                    <a:pt x="850" y="360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71" name=""/>
            <p:cNvSpPr/>
            <p:nvPr/>
          </p:nvSpPr>
          <p:spPr>
            <a:xfrm rot="0">
              <a:off x="4278" y="3010"/>
              <a:ext cx="449" cy="236"/>
            </a:xfrm>
            <a:custGeom>
              <a:avLst/>
              <a:ahLst/>
              <a:rect l="0" t="0" r="r" b="b"/>
              <a:pathLst>
                <a:path w="850" h="410">
                  <a:moveTo>
                    <a:pt x="22" y="0"/>
                  </a:moveTo>
                  <a:lnTo>
                    <a:pt x="11" y="25"/>
                  </a:lnTo>
                  <a:lnTo>
                    <a:pt x="0" y="50"/>
                  </a:lnTo>
                  <a:lnTo>
                    <a:pt x="829" y="410"/>
                  </a:lnTo>
                  <a:lnTo>
                    <a:pt x="839" y="385"/>
                  </a:lnTo>
                  <a:lnTo>
                    <a:pt x="850" y="360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72" name=""/>
            <p:cNvSpPr/>
            <p:nvPr/>
          </p:nvSpPr>
          <p:spPr>
            <a:xfrm rot="0">
              <a:off x="4718" y="3215"/>
              <a:ext cx="19" cy="31"/>
            </a:xfrm>
            <a:custGeom>
              <a:avLst/>
              <a:ahLst/>
              <a:rect l="0" t="0" r="r" b="b"/>
              <a:pathLst>
                <a:path w="38" h="52">
                  <a:moveTo>
                    <a:pt x="10" y="25"/>
                  </a:moveTo>
                  <a:lnTo>
                    <a:pt x="21" y="0"/>
                  </a:lnTo>
                  <a:lnTo>
                    <a:pt x="29" y="5"/>
                  </a:lnTo>
                  <a:lnTo>
                    <a:pt x="34" y="11"/>
                  </a:lnTo>
                  <a:lnTo>
                    <a:pt x="38" y="19"/>
                  </a:lnTo>
                  <a:lnTo>
                    <a:pt x="38" y="28"/>
                  </a:lnTo>
                  <a:lnTo>
                    <a:pt x="35" y="36"/>
                  </a:lnTo>
                  <a:lnTo>
                    <a:pt x="31" y="44"/>
                  </a:lnTo>
                  <a:lnTo>
                    <a:pt x="25" y="49"/>
                  </a:lnTo>
                  <a:lnTo>
                    <a:pt x="17" y="52"/>
                  </a:lnTo>
                  <a:lnTo>
                    <a:pt x="8" y="52"/>
                  </a:lnTo>
                  <a:lnTo>
                    <a:pt x="0" y="50"/>
                  </a:lnTo>
                  <a:lnTo>
                    <a:pt x="1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73" name=""/>
            <p:cNvSpPr/>
            <p:nvPr/>
          </p:nvSpPr>
          <p:spPr>
            <a:xfrm rot="0">
              <a:off x="4718" y="3215"/>
              <a:ext cx="19" cy="31"/>
            </a:xfrm>
            <a:custGeom>
              <a:avLst/>
              <a:ahLst/>
              <a:rect l="0" t="0" r="r" b="b"/>
              <a:pathLst>
                <a:path w="38" h="52">
                  <a:moveTo>
                    <a:pt x="21" y="0"/>
                  </a:moveTo>
                  <a:lnTo>
                    <a:pt x="29" y="5"/>
                  </a:lnTo>
                  <a:lnTo>
                    <a:pt x="34" y="11"/>
                  </a:lnTo>
                  <a:lnTo>
                    <a:pt x="38" y="19"/>
                  </a:lnTo>
                  <a:lnTo>
                    <a:pt x="38" y="28"/>
                  </a:lnTo>
                  <a:lnTo>
                    <a:pt x="35" y="36"/>
                  </a:lnTo>
                  <a:lnTo>
                    <a:pt x="31" y="44"/>
                  </a:lnTo>
                  <a:lnTo>
                    <a:pt x="25" y="49"/>
                  </a:lnTo>
                  <a:lnTo>
                    <a:pt x="17" y="52"/>
                  </a:lnTo>
                  <a:lnTo>
                    <a:pt x="8" y="52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74" name=""/>
            <p:cNvSpPr/>
            <p:nvPr/>
          </p:nvSpPr>
          <p:spPr>
            <a:xfrm rot="0">
              <a:off x="4269" y="3016"/>
              <a:ext cx="24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27" y="14"/>
                  </a:moveTo>
                  <a:lnTo>
                    <a:pt x="51" y="28"/>
                  </a:lnTo>
                  <a:lnTo>
                    <a:pt x="45" y="34"/>
                  </a:lnTo>
                  <a:lnTo>
                    <a:pt x="38" y="40"/>
                  </a:lnTo>
                  <a:lnTo>
                    <a:pt x="29" y="41"/>
                  </a:lnTo>
                  <a:lnTo>
                    <a:pt x="20" y="41"/>
                  </a:lnTo>
                  <a:lnTo>
                    <a:pt x="13" y="38"/>
                  </a:lnTo>
                  <a:lnTo>
                    <a:pt x="6" y="32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7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75" name=""/>
            <p:cNvSpPr/>
            <p:nvPr/>
          </p:nvSpPr>
          <p:spPr>
            <a:xfrm rot="0">
              <a:off x="4269" y="3016"/>
              <a:ext cx="24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51" y="28"/>
                  </a:moveTo>
                  <a:lnTo>
                    <a:pt x="45" y="34"/>
                  </a:lnTo>
                  <a:lnTo>
                    <a:pt x="38" y="40"/>
                  </a:lnTo>
                  <a:lnTo>
                    <a:pt x="29" y="41"/>
                  </a:lnTo>
                  <a:lnTo>
                    <a:pt x="20" y="41"/>
                  </a:lnTo>
                  <a:lnTo>
                    <a:pt x="13" y="38"/>
                  </a:lnTo>
                  <a:lnTo>
                    <a:pt x="6" y="32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0" y="7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76" name=""/>
            <p:cNvSpPr/>
            <p:nvPr/>
          </p:nvSpPr>
          <p:spPr>
            <a:xfrm rot="0">
              <a:off x="4269" y="2913"/>
              <a:ext cx="86" cy="123"/>
            </a:xfrm>
            <a:custGeom>
              <a:avLst/>
              <a:ahLst/>
              <a:rect l="0" t="0" r="r" b="b"/>
              <a:pathLst>
                <a:path w="161" h="215">
                  <a:moveTo>
                    <a:pt x="0" y="187"/>
                  </a:moveTo>
                  <a:lnTo>
                    <a:pt x="24" y="201"/>
                  </a:lnTo>
                  <a:lnTo>
                    <a:pt x="48" y="215"/>
                  </a:lnTo>
                  <a:lnTo>
                    <a:pt x="161" y="28"/>
                  </a:lnTo>
                  <a:lnTo>
                    <a:pt x="137" y="14"/>
                  </a:lnTo>
                  <a:lnTo>
                    <a:pt x="113" y="0"/>
                  </a:lnTo>
                  <a:lnTo>
                    <a:pt x="0" y="1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77" name=""/>
            <p:cNvSpPr/>
            <p:nvPr/>
          </p:nvSpPr>
          <p:spPr>
            <a:xfrm rot="0">
              <a:off x="4269" y="2913"/>
              <a:ext cx="86" cy="123"/>
            </a:xfrm>
            <a:custGeom>
              <a:avLst/>
              <a:ahLst/>
              <a:rect l="0" t="0" r="r" b="b"/>
              <a:pathLst>
                <a:path w="161" h="215">
                  <a:moveTo>
                    <a:pt x="0" y="187"/>
                  </a:moveTo>
                  <a:lnTo>
                    <a:pt x="24" y="201"/>
                  </a:lnTo>
                  <a:lnTo>
                    <a:pt x="48" y="215"/>
                  </a:lnTo>
                  <a:lnTo>
                    <a:pt x="161" y="28"/>
                  </a:lnTo>
                  <a:lnTo>
                    <a:pt x="137" y="14"/>
                  </a:lnTo>
                  <a:lnTo>
                    <a:pt x="113" y="0"/>
                  </a:lnTo>
                  <a:lnTo>
                    <a:pt x="0" y="1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7778" name=""/>
            <p:cNvSpPr/>
            <p:nvPr/>
          </p:nvSpPr>
          <p:spPr>
            <a:xfrm rot="0">
              <a:off x="4331" y="2903"/>
              <a:ext cx="24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24" y="27"/>
                  </a:moveTo>
                  <a:lnTo>
                    <a:pt x="0" y="13"/>
                  </a:lnTo>
                  <a:lnTo>
                    <a:pt x="5" y="6"/>
                  </a:lnTo>
                  <a:lnTo>
                    <a:pt x="13" y="1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50" y="16"/>
                  </a:lnTo>
                  <a:lnTo>
                    <a:pt x="51" y="25"/>
                  </a:lnTo>
                  <a:lnTo>
                    <a:pt x="51" y="33"/>
                  </a:lnTo>
                  <a:lnTo>
                    <a:pt x="48" y="41"/>
                  </a:lnTo>
                  <a:lnTo>
                    <a:pt x="2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7779" name=""/>
            <p:cNvSpPr/>
            <p:nvPr/>
          </p:nvSpPr>
          <p:spPr>
            <a:xfrm rot="0">
              <a:off x="4331" y="2903"/>
              <a:ext cx="24" cy="25"/>
            </a:xfrm>
            <a:custGeom>
              <a:avLst/>
              <a:ahLst/>
              <a:rect l="0" t="0" r="r" b="b"/>
              <a:pathLst>
                <a:path w="51" h="41">
                  <a:moveTo>
                    <a:pt x="0" y="13"/>
                  </a:moveTo>
                  <a:lnTo>
                    <a:pt x="5" y="6"/>
                  </a:lnTo>
                  <a:lnTo>
                    <a:pt x="13" y="1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4" y="8"/>
                  </a:lnTo>
                  <a:lnTo>
                    <a:pt x="50" y="16"/>
                  </a:lnTo>
                  <a:lnTo>
                    <a:pt x="51" y="25"/>
                  </a:lnTo>
                  <a:lnTo>
                    <a:pt x="51" y="33"/>
                  </a:lnTo>
                  <a:lnTo>
                    <a:pt x="48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7780" name=""/>
          <p:cNvSpPr/>
          <p:nvPr/>
        </p:nvSpPr>
        <p:spPr>
          <a:xfrm rot="0">
            <a:off x="179387" y="1052512"/>
            <a:ext cx="1657350" cy="577850"/>
          </a:xfrm>
          <a:prstGeom prst="wedgeRectCallout">
            <a:avLst>
              <a:gd name="adj1" fmla="val 79597"/>
              <a:gd name="adj2" fmla="val 181042"/>
            </a:avLst>
          </a:prstGeom>
          <a:solidFill>
            <a:schemeClr val="accent1"/>
          </a:solidFill>
          <a:ln w="9525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lang="en-US"/>
              <a:t> </a:t>
            </a:r>
            <a:r>
              <a:rPr altLang="en-US" lang="zh-CN"/>
              <a:t>矩形通孔</a:t>
            </a:r>
          </a:p>
        </p:txBody>
      </p:sp>
      <p:sp>
        <p:nvSpPr>
          <p:cNvPr id="1067781" name=""/>
          <p:cNvSpPr/>
          <p:nvPr/>
        </p:nvSpPr>
        <p:spPr>
          <a:xfrm rot="0">
            <a:off x="3068637" y="2886075"/>
            <a:ext cx="0" cy="1368425"/>
          </a:xfrm>
          <a:prstGeom prst="line"/>
          <a:noFill/>
          <a:ln w="19050" cap="flat" cmpd="sng">
            <a:solidFill>
              <a:srgbClr val="0000CC">
                <a:alpha val="100000"/>
              </a:srgbClr>
            </a:solidFill>
            <a:prstDash val="solid"/>
            <a:round/>
          </a:ln>
        </p:spPr>
      </p:sp>
      <p:sp>
        <p:nvSpPr>
          <p:cNvPr id="1067782" name=""/>
          <p:cNvSpPr/>
          <p:nvPr/>
        </p:nvSpPr>
        <p:spPr>
          <a:xfrm rot="0">
            <a:off x="2265362" y="2873375"/>
            <a:ext cx="0" cy="1368425"/>
          </a:xfrm>
          <a:prstGeom prst="line"/>
          <a:noFill/>
          <a:ln w="19050" cap="flat" cmpd="sng">
            <a:solidFill>
              <a:srgbClr val="0000CC">
                <a:alpha val="100000"/>
              </a:srgbClr>
            </a:solidFill>
            <a:prstDash val="solid"/>
            <a:round/>
          </a:ln>
        </p:spPr>
      </p:sp>
      <p:sp>
        <p:nvSpPr>
          <p:cNvPr id="1067783" name=""/>
          <p:cNvSpPr/>
          <p:nvPr/>
        </p:nvSpPr>
        <p:spPr>
          <a:xfrm rot="0">
            <a:off x="3068637" y="2890837"/>
            <a:ext cx="1668462" cy="0"/>
          </a:xfrm>
          <a:prstGeom prst="line"/>
          <a:noFill/>
          <a:ln w="12700" cap="flat" cmpd="sng">
            <a:solidFill>
              <a:srgbClr val="0000CC">
                <a:alpha val="100000"/>
              </a:srgbClr>
            </a:solidFill>
            <a:prstDash val="solid"/>
            <a:round/>
          </a:ln>
        </p:spPr>
      </p:sp>
      <p:sp>
        <p:nvSpPr>
          <p:cNvPr id="1067784" name=""/>
          <p:cNvSpPr/>
          <p:nvPr/>
        </p:nvSpPr>
        <p:spPr>
          <a:xfrm rot="0">
            <a:off x="3098800" y="2354262"/>
            <a:ext cx="1874837" cy="1587"/>
          </a:xfrm>
          <a:prstGeom prst="line"/>
          <a:noFill/>
          <a:ln w="12700" cap="flat" cmpd="sng">
            <a:solidFill>
              <a:srgbClr val="0000CC">
                <a:alpha val="100000"/>
              </a:srgbClr>
            </a:solidFill>
            <a:prstDash val="solid"/>
            <a:round/>
          </a:ln>
        </p:spPr>
      </p:sp>
      <p:sp>
        <p:nvSpPr>
          <p:cNvPr id="1067785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36</a:t>
            </a:r>
          </a:p>
        </p:txBody>
      </p:sp>
    </p:spTree>
  </p:cSld>
  <p:clrMapOvr>
    <a:masterClrMapping/>
  </p:clrMapOvr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10677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10677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id="9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1"/>
                                        <p:tgtEl>
                                          <p:spTgt spid="10677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"/>
                                        <p:tgtEl>
                                          <p:spTgt spid="10677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17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3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7786" name=""/>
          <p:cNvSpPr txBox="1"/>
          <p:nvPr/>
        </p:nvSpPr>
        <p:spPr>
          <a:xfrm rot="0">
            <a:off x="2411412" y="188912"/>
            <a:ext cx="4176712" cy="579437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3200" lang="zh-CN"/>
              <a:t>立体表面交线 题</a:t>
            </a:r>
            <a:r>
              <a:rPr altLang="zh-CN" sz="3200" lang="en-US"/>
              <a:t>37</a:t>
            </a:r>
          </a:p>
        </p:txBody>
      </p:sp>
      <p:sp>
        <p:nvSpPr>
          <p:cNvPr id="1067787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37</a:t>
            </a:r>
          </a:p>
        </p:txBody>
      </p:sp>
      <p:grpSp>
        <p:nvGrpSpPr>
          <p:cNvPr id="236" name=""/>
          <p:cNvGrpSpPr/>
          <p:nvPr/>
        </p:nvGrpSpPr>
        <p:grpSpPr>
          <a:xfrm rot="0">
            <a:off x="1476375" y="1616075"/>
            <a:ext cx="5111750" cy="4945062"/>
            <a:chOff x="2018" y="2262"/>
            <a:chExt cx="597" cy="575"/>
          </a:xfrm>
        </p:grpSpPr>
        <p:grpSp>
          <p:nvGrpSpPr>
            <p:cNvPr id="237" name=""/>
            <p:cNvGrpSpPr/>
            <p:nvPr/>
          </p:nvGrpSpPr>
          <p:grpSpPr>
            <a:xfrm rot="0">
              <a:off x="2042" y="2280"/>
              <a:ext cx="501" cy="514"/>
              <a:chOff x="2042" y="2280"/>
              <a:chExt cx="501" cy="514"/>
            </a:xfrm>
          </p:grpSpPr>
          <p:sp>
            <p:nvSpPr>
              <p:cNvPr id="1067788" name=""/>
              <p:cNvSpPr/>
              <p:nvPr/>
            </p:nvSpPr>
            <p:spPr>
              <a:xfrm rot="0" flipH="1">
                <a:off x="2444" y="2280"/>
                <a:ext cx="9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789" name=""/>
              <p:cNvSpPr/>
              <p:nvPr/>
            </p:nvSpPr>
            <p:spPr>
              <a:xfrm rot="0">
                <a:off x="2454" y="2510"/>
                <a:ext cx="7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790" name=""/>
              <p:cNvSpPr/>
              <p:nvPr/>
            </p:nvSpPr>
            <p:spPr>
              <a:xfrm rot="0">
                <a:off x="2099" y="2587"/>
                <a:ext cx="5" cy="5"/>
              </a:xfrm>
              <a:custGeom>
                <a:avLst/>
                <a:ahLst/>
                <a:rect l="0" t="0" r="r" b="b"/>
                <a:pathLst>
                  <a:path w="43" h="50">
                    <a:moveTo>
                      <a:pt x="16" y="27"/>
                    </a:moveTo>
                    <a:lnTo>
                      <a:pt x="0" y="4"/>
                    </a:lnTo>
                    <a:lnTo>
                      <a:pt x="8" y="0"/>
                    </a:lnTo>
                    <a:lnTo>
                      <a:pt x="17" y="0"/>
                    </a:lnTo>
                    <a:lnTo>
                      <a:pt x="25" y="1"/>
                    </a:lnTo>
                    <a:lnTo>
                      <a:pt x="33" y="5"/>
                    </a:lnTo>
                    <a:lnTo>
                      <a:pt x="39" y="12"/>
                    </a:lnTo>
                    <a:lnTo>
                      <a:pt x="43" y="19"/>
                    </a:lnTo>
                    <a:lnTo>
                      <a:pt x="43" y="28"/>
                    </a:lnTo>
                    <a:lnTo>
                      <a:pt x="42" y="37"/>
                    </a:lnTo>
                    <a:lnTo>
                      <a:pt x="37" y="44"/>
                    </a:lnTo>
                    <a:lnTo>
                      <a:pt x="31" y="50"/>
                    </a:lnTo>
                    <a:lnTo>
                      <a:pt x="1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791" name=""/>
              <p:cNvSpPr/>
              <p:nvPr/>
            </p:nvSpPr>
            <p:spPr>
              <a:xfrm rot="0">
                <a:off x="2099" y="2587"/>
                <a:ext cx="5" cy="5"/>
              </a:xfrm>
              <a:custGeom>
                <a:avLst/>
                <a:ahLst/>
                <a:rect l="0" t="0" r="r" b="b"/>
                <a:pathLst>
                  <a:path w="43" h="50">
                    <a:moveTo>
                      <a:pt x="0" y="4"/>
                    </a:moveTo>
                    <a:lnTo>
                      <a:pt x="8" y="0"/>
                    </a:lnTo>
                    <a:lnTo>
                      <a:pt x="17" y="0"/>
                    </a:lnTo>
                    <a:lnTo>
                      <a:pt x="25" y="1"/>
                    </a:lnTo>
                    <a:lnTo>
                      <a:pt x="33" y="5"/>
                    </a:lnTo>
                    <a:lnTo>
                      <a:pt x="39" y="12"/>
                    </a:lnTo>
                    <a:lnTo>
                      <a:pt x="43" y="19"/>
                    </a:lnTo>
                    <a:lnTo>
                      <a:pt x="43" y="28"/>
                    </a:lnTo>
                    <a:lnTo>
                      <a:pt x="42" y="37"/>
                    </a:lnTo>
                    <a:lnTo>
                      <a:pt x="37" y="44"/>
                    </a:lnTo>
                    <a:lnTo>
                      <a:pt x="31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792" name=""/>
              <p:cNvSpPr/>
              <p:nvPr/>
            </p:nvSpPr>
            <p:spPr>
              <a:xfrm rot="0">
                <a:off x="2094" y="2587"/>
                <a:ext cx="8" cy="8"/>
              </a:xfrm>
              <a:custGeom>
                <a:avLst/>
                <a:ahLst/>
                <a:rect l="0" t="0" r="r" b="b"/>
                <a:pathLst>
                  <a:path w="73" h="74">
                    <a:moveTo>
                      <a:pt x="73" y="46"/>
                    </a:moveTo>
                    <a:lnTo>
                      <a:pt x="58" y="23"/>
                    </a:lnTo>
                    <a:lnTo>
                      <a:pt x="42" y="0"/>
                    </a:lnTo>
                    <a:lnTo>
                      <a:pt x="0" y="28"/>
                    </a:lnTo>
                    <a:lnTo>
                      <a:pt x="15" y="51"/>
                    </a:lnTo>
                    <a:lnTo>
                      <a:pt x="31" y="74"/>
                    </a:lnTo>
                    <a:lnTo>
                      <a:pt x="73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793" name=""/>
              <p:cNvSpPr/>
              <p:nvPr/>
            </p:nvSpPr>
            <p:spPr>
              <a:xfrm rot="0">
                <a:off x="2094" y="2587"/>
                <a:ext cx="8" cy="8"/>
              </a:xfrm>
              <a:custGeom>
                <a:avLst/>
                <a:ahLst/>
                <a:rect l="0" t="0" r="r" b="b"/>
                <a:pathLst>
                  <a:path w="73" h="74">
                    <a:moveTo>
                      <a:pt x="73" y="46"/>
                    </a:moveTo>
                    <a:lnTo>
                      <a:pt x="58" y="23"/>
                    </a:lnTo>
                    <a:lnTo>
                      <a:pt x="42" y="0"/>
                    </a:lnTo>
                    <a:lnTo>
                      <a:pt x="0" y="28"/>
                    </a:lnTo>
                    <a:lnTo>
                      <a:pt x="15" y="51"/>
                    </a:lnTo>
                    <a:lnTo>
                      <a:pt x="31" y="74"/>
                    </a:lnTo>
                    <a:lnTo>
                      <a:pt x="73" y="4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794" name=""/>
              <p:cNvSpPr/>
              <p:nvPr/>
            </p:nvSpPr>
            <p:spPr>
              <a:xfrm rot="0">
                <a:off x="2094" y="2590"/>
                <a:ext cx="2" cy="3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16" y="2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6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795" name=""/>
              <p:cNvSpPr/>
              <p:nvPr/>
            </p:nvSpPr>
            <p:spPr>
              <a:xfrm rot="0" flipH="1">
                <a:off x="2094" y="25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796" name=""/>
              <p:cNvSpPr/>
              <p:nvPr/>
            </p:nvSpPr>
            <p:spPr>
              <a:xfrm rot="0">
                <a:off x="2090" y="2590"/>
                <a:ext cx="8" cy="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74" y="44"/>
                    </a:moveTo>
                    <a:lnTo>
                      <a:pt x="57" y="22"/>
                    </a:lnTo>
                    <a:lnTo>
                      <a:pt x="41" y="0"/>
                    </a:lnTo>
                    <a:lnTo>
                      <a:pt x="0" y="32"/>
                    </a:lnTo>
                    <a:lnTo>
                      <a:pt x="16" y="54"/>
                    </a:lnTo>
                    <a:lnTo>
                      <a:pt x="32" y="75"/>
                    </a:lnTo>
                    <a:lnTo>
                      <a:pt x="74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797" name=""/>
              <p:cNvSpPr/>
              <p:nvPr/>
            </p:nvSpPr>
            <p:spPr>
              <a:xfrm rot="0">
                <a:off x="2090" y="2590"/>
                <a:ext cx="8" cy="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74" y="44"/>
                    </a:moveTo>
                    <a:lnTo>
                      <a:pt x="57" y="22"/>
                    </a:lnTo>
                    <a:lnTo>
                      <a:pt x="41" y="0"/>
                    </a:lnTo>
                    <a:lnTo>
                      <a:pt x="0" y="32"/>
                    </a:lnTo>
                    <a:lnTo>
                      <a:pt x="16" y="54"/>
                    </a:lnTo>
                    <a:lnTo>
                      <a:pt x="32" y="75"/>
                    </a:lnTo>
                    <a:lnTo>
                      <a:pt x="74" y="4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798" name=""/>
              <p:cNvSpPr/>
              <p:nvPr/>
            </p:nvSpPr>
            <p:spPr>
              <a:xfrm rot="0">
                <a:off x="2089" y="2594"/>
                <a:ext cx="2" cy="2"/>
              </a:xfrm>
              <a:custGeom>
                <a:avLst/>
                <a:ahLst/>
                <a:rect l="0" t="0" r="r" b="b"/>
                <a:pathLst>
                  <a:path w="17" h="22">
                    <a:moveTo>
                      <a:pt x="17" y="2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7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799" name=""/>
              <p:cNvSpPr/>
              <p:nvPr/>
            </p:nvSpPr>
            <p:spPr>
              <a:xfrm rot="0" flipH="1">
                <a:off x="2089" y="25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00" name=""/>
              <p:cNvSpPr/>
              <p:nvPr/>
            </p:nvSpPr>
            <p:spPr>
              <a:xfrm rot="0">
                <a:off x="2085" y="2594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74" y="43"/>
                    </a:moveTo>
                    <a:lnTo>
                      <a:pt x="57" y="22"/>
                    </a:lnTo>
                    <a:lnTo>
                      <a:pt x="40" y="0"/>
                    </a:lnTo>
                    <a:lnTo>
                      <a:pt x="0" y="32"/>
                    </a:lnTo>
                    <a:lnTo>
                      <a:pt x="17" y="54"/>
                    </a:lnTo>
                    <a:lnTo>
                      <a:pt x="34" y="76"/>
                    </a:lnTo>
                    <a:lnTo>
                      <a:pt x="74" y="4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01" name=""/>
              <p:cNvSpPr/>
              <p:nvPr/>
            </p:nvSpPr>
            <p:spPr>
              <a:xfrm rot="0">
                <a:off x="2085" y="2594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74" y="43"/>
                    </a:moveTo>
                    <a:lnTo>
                      <a:pt x="57" y="22"/>
                    </a:lnTo>
                    <a:lnTo>
                      <a:pt x="40" y="0"/>
                    </a:lnTo>
                    <a:lnTo>
                      <a:pt x="0" y="32"/>
                    </a:lnTo>
                    <a:lnTo>
                      <a:pt x="17" y="54"/>
                    </a:lnTo>
                    <a:lnTo>
                      <a:pt x="34" y="76"/>
                    </a:lnTo>
                    <a:lnTo>
                      <a:pt x="74" y="4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02" name=""/>
              <p:cNvSpPr/>
              <p:nvPr/>
            </p:nvSpPr>
            <p:spPr>
              <a:xfrm rot="0">
                <a:off x="2085" y="2597"/>
                <a:ext cx="2" cy="3"/>
              </a:xfrm>
              <a:custGeom>
                <a:avLst/>
                <a:ahLst/>
                <a:rect l="0" t="0" r="r" b="b"/>
                <a:pathLst>
                  <a:path w="19" h="22">
                    <a:moveTo>
                      <a:pt x="19" y="2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9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03" name=""/>
              <p:cNvSpPr/>
              <p:nvPr/>
            </p:nvSpPr>
            <p:spPr>
              <a:xfrm rot="0" flipH="1">
                <a:off x="2085" y="259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04" name=""/>
              <p:cNvSpPr/>
              <p:nvPr/>
            </p:nvSpPr>
            <p:spPr>
              <a:xfrm rot="0">
                <a:off x="2081" y="2597"/>
                <a:ext cx="8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75" y="42"/>
                    </a:moveTo>
                    <a:lnTo>
                      <a:pt x="57" y="21"/>
                    </a:lnTo>
                    <a:lnTo>
                      <a:pt x="38" y="0"/>
                    </a:lnTo>
                    <a:lnTo>
                      <a:pt x="0" y="34"/>
                    </a:lnTo>
                    <a:lnTo>
                      <a:pt x="19" y="55"/>
                    </a:lnTo>
                    <a:lnTo>
                      <a:pt x="37" y="75"/>
                    </a:lnTo>
                    <a:lnTo>
                      <a:pt x="75" y="4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05" name=""/>
              <p:cNvSpPr/>
              <p:nvPr/>
            </p:nvSpPr>
            <p:spPr>
              <a:xfrm rot="0">
                <a:off x="2081" y="2597"/>
                <a:ext cx="8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75" y="42"/>
                    </a:moveTo>
                    <a:lnTo>
                      <a:pt x="57" y="21"/>
                    </a:lnTo>
                    <a:lnTo>
                      <a:pt x="38" y="0"/>
                    </a:lnTo>
                    <a:lnTo>
                      <a:pt x="0" y="34"/>
                    </a:lnTo>
                    <a:lnTo>
                      <a:pt x="19" y="55"/>
                    </a:lnTo>
                    <a:lnTo>
                      <a:pt x="37" y="75"/>
                    </a:lnTo>
                    <a:lnTo>
                      <a:pt x="75" y="4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06" name=""/>
              <p:cNvSpPr/>
              <p:nvPr/>
            </p:nvSpPr>
            <p:spPr>
              <a:xfrm rot="0">
                <a:off x="2080" y="2601"/>
                <a:ext cx="3" cy="3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20" y="2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07" name=""/>
              <p:cNvSpPr/>
              <p:nvPr/>
            </p:nvSpPr>
            <p:spPr>
              <a:xfrm rot="0" flipH="1">
                <a:off x="2080" y="26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08" name=""/>
              <p:cNvSpPr/>
              <p:nvPr/>
            </p:nvSpPr>
            <p:spPr>
              <a:xfrm rot="0">
                <a:off x="2077" y="2601"/>
                <a:ext cx="8" cy="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74" y="39"/>
                    </a:moveTo>
                    <a:lnTo>
                      <a:pt x="55" y="20"/>
                    </a:lnTo>
                    <a:lnTo>
                      <a:pt x="35" y="0"/>
                    </a:lnTo>
                    <a:lnTo>
                      <a:pt x="0" y="36"/>
                    </a:lnTo>
                    <a:lnTo>
                      <a:pt x="19" y="56"/>
                    </a:lnTo>
                    <a:lnTo>
                      <a:pt x="39" y="75"/>
                    </a:lnTo>
                    <a:lnTo>
                      <a:pt x="74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09" name=""/>
              <p:cNvSpPr/>
              <p:nvPr/>
            </p:nvSpPr>
            <p:spPr>
              <a:xfrm rot="0">
                <a:off x="2077" y="2601"/>
                <a:ext cx="8" cy="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74" y="39"/>
                    </a:moveTo>
                    <a:lnTo>
                      <a:pt x="55" y="20"/>
                    </a:lnTo>
                    <a:lnTo>
                      <a:pt x="35" y="0"/>
                    </a:lnTo>
                    <a:lnTo>
                      <a:pt x="0" y="36"/>
                    </a:lnTo>
                    <a:lnTo>
                      <a:pt x="19" y="56"/>
                    </a:lnTo>
                    <a:lnTo>
                      <a:pt x="39" y="75"/>
                    </a:lnTo>
                    <a:lnTo>
                      <a:pt x="74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10" name=""/>
              <p:cNvSpPr/>
              <p:nvPr/>
            </p:nvSpPr>
            <p:spPr>
              <a:xfrm rot="0">
                <a:off x="2076" y="2605"/>
                <a:ext cx="3" cy="3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21" y="2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1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11" name=""/>
              <p:cNvSpPr/>
              <p:nvPr/>
            </p:nvSpPr>
            <p:spPr>
              <a:xfrm rot="0" flipH="1">
                <a:off x="2076" y="26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12" name=""/>
              <p:cNvSpPr/>
              <p:nvPr/>
            </p:nvSpPr>
            <p:spPr>
              <a:xfrm rot="0">
                <a:off x="2073" y="2605"/>
                <a:ext cx="8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76" y="37"/>
                    </a:moveTo>
                    <a:lnTo>
                      <a:pt x="55" y="19"/>
                    </a:lnTo>
                    <a:lnTo>
                      <a:pt x="34" y="0"/>
                    </a:lnTo>
                    <a:lnTo>
                      <a:pt x="0" y="38"/>
                    </a:lnTo>
                    <a:lnTo>
                      <a:pt x="20" y="57"/>
                    </a:lnTo>
                    <a:lnTo>
                      <a:pt x="41" y="75"/>
                    </a:lnTo>
                    <a:lnTo>
                      <a:pt x="76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13" name=""/>
              <p:cNvSpPr/>
              <p:nvPr/>
            </p:nvSpPr>
            <p:spPr>
              <a:xfrm rot="0">
                <a:off x="2073" y="2605"/>
                <a:ext cx="8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76" y="37"/>
                    </a:moveTo>
                    <a:lnTo>
                      <a:pt x="55" y="19"/>
                    </a:lnTo>
                    <a:lnTo>
                      <a:pt x="34" y="0"/>
                    </a:lnTo>
                    <a:lnTo>
                      <a:pt x="0" y="38"/>
                    </a:lnTo>
                    <a:lnTo>
                      <a:pt x="20" y="57"/>
                    </a:lnTo>
                    <a:lnTo>
                      <a:pt x="41" y="75"/>
                    </a:lnTo>
                    <a:lnTo>
                      <a:pt x="76" y="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14" name=""/>
              <p:cNvSpPr/>
              <p:nvPr/>
            </p:nvSpPr>
            <p:spPr>
              <a:xfrm rot="0">
                <a:off x="2072" y="2610"/>
                <a:ext cx="3" cy="2"/>
              </a:xfrm>
              <a:custGeom>
                <a:avLst/>
                <a:ahLst/>
                <a:rect l="0" t="0" r="r" b="b"/>
                <a:pathLst>
                  <a:path w="21" h="19">
                    <a:moveTo>
                      <a:pt x="21" y="19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1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15" name=""/>
              <p:cNvSpPr/>
              <p:nvPr/>
            </p:nvSpPr>
            <p:spPr>
              <a:xfrm rot="0" flipH="1">
                <a:off x="2072" y="26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16" name=""/>
              <p:cNvSpPr/>
              <p:nvPr/>
            </p:nvSpPr>
            <p:spPr>
              <a:xfrm rot="0">
                <a:off x="2069" y="2610"/>
                <a:ext cx="8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76" y="35"/>
                    </a:moveTo>
                    <a:lnTo>
                      <a:pt x="54" y="18"/>
                    </a:lnTo>
                    <a:lnTo>
                      <a:pt x="33" y="0"/>
                    </a:lnTo>
                    <a:lnTo>
                      <a:pt x="0" y="40"/>
                    </a:lnTo>
                    <a:lnTo>
                      <a:pt x="22" y="58"/>
                    </a:lnTo>
                    <a:lnTo>
                      <a:pt x="43" y="75"/>
                    </a:lnTo>
                    <a:lnTo>
                      <a:pt x="76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17" name=""/>
              <p:cNvSpPr/>
              <p:nvPr/>
            </p:nvSpPr>
            <p:spPr>
              <a:xfrm rot="0">
                <a:off x="2069" y="2610"/>
                <a:ext cx="8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76" y="35"/>
                    </a:moveTo>
                    <a:lnTo>
                      <a:pt x="54" y="18"/>
                    </a:lnTo>
                    <a:lnTo>
                      <a:pt x="33" y="0"/>
                    </a:lnTo>
                    <a:lnTo>
                      <a:pt x="0" y="40"/>
                    </a:lnTo>
                    <a:lnTo>
                      <a:pt x="22" y="58"/>
                    </a:lnTo>
                    <a:lnTo>
                      <a:pt x="43" y="75"/>
                    </a:lnTo>
                    <a:lnTo>
                      <a:pt x="76" y="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18" name=""/>
              <p:cNvSpPr/>
              <p:nvPr/>
            </p:nvSpPr>
            <p:spPr>
              <a:xfrm rot="0">
                <a:off x="2069" y="2614"/>
                <a:ext cx="2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18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2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19" name=""/>
              <p:cNvSpPr/>
              <p:nvPr/>
            </p:nvSpPr>
            <p:spPr>
              <a:xfrm rot="0">
                <a:off x="2069" y="26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20" name=""/>
              <p:cNvSpPr/>
              <p:nvPr/>
            </p:nvSpPr>
            <p:spPr>
              <a:xfrm rot="0">
                <a:off x="2065" y="2614"/>
                <a:ext cx="9" cy="8"/>
              </a:xfrm>
              <a:custGeom>
                <a:avLst/>
                <a:ahLst/>
                <a:rect l="0" t="0" r="r" b="b"/>
                <a:pathLst>
                  <a:path w="73" h="72">
                    <a:moveTo>
                      <a:pt x="73" y="32"/>
                    </a:moveTo>
                    <a:lnTo>
                      <a:pt x="52" y="16"/>
                    </a:lnTo>
                    <a:lnTo>
                      <a:pt x="30" y="0"/>
                    </a:lnTo>
                    <a:lnTo>
                      <a:pt x="0" y="40"/>
                    </a:lnTo>
                    <a:lnTo>
                      <a:pt x="21" y="56"/>
                    </a:lnTo>
                    <a:lnTo>
                      <a:pt x="43" y="72"/>
                    </a:lnTo>
                    <a:lnTo>
                      <a:pt x="73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21" name=""/>
              <p:cNvSpPr/>
              <p:nvPr/>
            </p:nvSpPr>
            <p:spPr>
              <a:xfrm rot="0">
                <a:off x="2065" y="2614"/>
                <a:ext cx="9" cy="8"/>
              </a:xfrm>
              <a:custGeom>
                <a:avLst/>
                <a:ahLst/>
                <a:rect l="0" t="0" r="r" b="b"/>
                <a:pathLst>
                  <a:path w="73" h="72">
                    <a:moveTo>
                      <a:pt x="73" y="32"/>
                    </a:moveTo>
                    <a:lnTo>
                      <a:pt x="52" y="16"/>
                    </a:lnTo>
                    <a:lnTo>
                      <a:pt x="30" y="0"/>
                    </a:lnTo>
                    <a:lnTo>
                      <a:pt x="0" y="40"/>
                    </a:lnTo>
                    <a:lnTo>
                      <a:pt x="21" y="56"/>
                    </a:lnTo>
                    <a:lnTo>
                      <a:pt x="43" y="72"/>
                    </a:lnTo>
                    <a:lnTo>
                      <a:pt x="73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22" name=""/>
              <p:cNvSpPr/>
              <p:nvPr/>
            </p:nvSpPr>
            <p:spPr>
              <a:xfrm rot="0">
                <a:off x="2065" y="2619"/>
                <a:ext cx="3" cy="2"/>
              </a:xfrm>
              <a:custGeom>
                <a:avLst/>
                <a:ahLst/>
                <a:rect l="0" t="0" r="r" b="b"/>
                <a:pathLst>
                  <a:path w="22" h="16">
                    <a:moveTo>
                      <a:pt x="22" y="1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2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23" name=""/>
              <p:cNvSpPr/>
              <p:nvPr/>
            </p:nvSpPr>
            <p:spPr>
              <a:xfrm rot="0" flipH="1">
                <a:off x="2065" y="26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24" name=""/>
              <p:cNvSpPr/>
              <p:nvPr/>
            </p:nvSpPr>
            <p:spPr>
              <a:xfrm rot="0">
                <a:off x="2062" y="2619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75" y="32"/>
                    </a:moveTo>
                    <a:lnTo>
                      <a:pt x="52" y="16"/>
                    </a:lnTo>
                    <a:lnTo>
                      <a:pt x="30" y="0"/>
                    </a:lnTo>
                    <a:lnTo>
                      <a:pt x="0" y="42"/>
                    </a:lnTo>
                    <a:lnTo>
                      <a:pt x="23" y="58"/>
                    </a:lnTo>
                    <a:lnTo>
                      <a:pt x="46" y="75"/>
                    </a:lnTo>
                    <a:lnTo>
                      <a:pt x="75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25" name=""/>
              <p:cNvSpPr/>
              <p:nvPr/>
            </p:nvSpPr>
            <p:spPr>
              <a:xfrm rot="0">
                <a:off x="2062" y="2619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75" y="32"/>
                    </a:moveTo>
                    <a:lnTo>
                      <a:pt x="52" y="16"/>
                    </a:lnTo>
                    <a:lnTo>
                      <a:pt x="30" y="0"/>
                    </a:lnTo>
                    <a:lnTo>
                      <a:pt x="0" y="42"/>
                    </a:lnTo>
                    <a:lnTo>
                      <a:pt x="23" y="58"/>
                    </a:lnTo>
                    <a:lnTo>
                      <a:pt x="46" y="75"/>
                    </a:lnTo>
                    <a:lnTo>
                      <a:pt x="75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26" name=""/>
              <p:cNvSpPr/>
              <p:nvPr/>
            </p:nvSpPr>
            <p:spPr>
              <a:xfrm rot="0">
                <a:off x="2062" y="2624"/>
                <a:ext cx="3" cy="1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24" y="16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4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27" name=""/>
              <p:cNvSpPr/>
              <p:nvPr/>
            </p:nvSpPr>
            <p:spPr>
              <a:xfrm rot="0" flipH="1">
                <a:off x="2062" y="262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28" name=""/>
              <p:cNvSpPr/>
              <p:nvPr/>
            </p:nvSpPr>
            <p:spPr>
              <a:xfrm rot="0">
                <a:off x="2059" y="2624"/>
                <a:ext cx="8" cy="8"/>
              </a:xfrm>
              <a:custGeom>
                <a:avLst/>
                <a:ahLst/>
                <a:rect l="0" t="0" r="r" b="b"/>
                <a:pathLst>
                  <a:path w="75" h="73">
                    <a:moveTo>
                      <a:pt x="75" y="29"/>
                    </a:moveTo>
                    <a:lnTo>
                      <a:pt x="51" y="14"/>
                    </a:lnTo>
                    <a:lnTo>
                      <a:pt x="27" y="0"/>
                    </a:lnTo>
                    <a:lnTo>
                      <a:pt x="0" y="45"/>
                    </a:lnTo>
                    <a:lnTo>
                      <a:pt x="24" y="59"/>
                    </a:lnTo>
                    <a:lnTo>
                      <a:pt x="48" y="73"/>
                    </a:lnTo>
                    <a:lnTo>
                      <a:pt x="75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29" name=""/>
              <p:cNvSpPr/>
              <p:nvPr/>
            </p:nvSpPr>
            <p:spPr>
              <a:xfrm rot="0">
                <a:off x="2059" y="2624"/>
                <a:ext cx="8" cy="8"/>
              </a:xfrm>
              <a:custGeom>
                <a:avLst/>
                <a:ahLst/>
                <a:rect l="0" t="0" r="r" b="b"/>
                <a:pathLst>
                  <a:path w="75" h="73">
                    <a:moveTo>
                      <a:pt x="75" y="29"/>
                    </a:moveTo>
                    <a:lnTo>
                      <a:pt x="51" y="14"/>
                    </a:lnTo>
                    <a:lnTo>
                      <a:pt x="27" y="0"/>
                    </a:lnTo>
                    <a:lnTo>
                      <a:pt x="0" y="45"/>
                    </a:lnTo>
                    <a:lnTo>
                      <a:pt x="24" y="59"/>
                    </a:lnTo>
                    <a:lnTo>
                      <a:pt x="48" y="73"/>
                    </a:lnTo>
                    <a:lnTo>
                      <a:pt x="75" y="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30" name=""/>
              <p:cNvSpPr/>
              <p:nvPr/>
            </p:nvSpPr>
            <p:spPr>
              <a:xfrm rot="0">
                <a:off x="2059" y="2629"/>
                <a:ext cx="3" cy="1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24" y="1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4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31" name=""/>
              <p:cNvSpPr/>
              <p:nvPr/>
            </p:nvSpPr>
            <p:spPr>
              <a:xfrm rot="0">
                <a:off x="2059" y="26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32" name=""/>
              <p:cNvSpPr/>
              <p:nvPr/>
            </p:nvSpPr>
            <p:spPr>
              <a:xfrm rot="0">
                <a:off x="2056" y="2629"/>
                <a:ext cx="8" cy="8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72" y="26"/>
                    </a:moveTo>
                    <a:lnTo>
                      <a:pt x="48" y="13"/>
                    </a:lnTo>
                    <a:lnTo>
                      <a:pt x="24" y="0"/>
                    </a:lnTo>
                    <a:lnTo>
                      <a:pt x="0" y="44"/>
                    </a:lnTo>
                    <a:lnTo>
                      <a:pt x="24" y="57"/>
                    </a:lnTo>
                    <a:lnTo>
                      <a:pt x="48" y="70"/>
                    </a:lnTo>
                    <a:lnTo>
                      <a:pt x="72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33" name=""/>
              <p:cNvSpPr/>
              <p:nvPr/>
            </p:nvSpPr>
            <p:spPr>
              <a:xfrm rot="0">
                <a:off x="2056" y="2629"/>
                <a:ext cx="8" cy="8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72" y="26"/>
                    </a:moveTo>
                    <a:lnTo>
                      <a:pt x="48" y="13"/>
                    </a:lnTo>
                    <a:lnTo>
                      <a:pt x="24" y="0"/>
                    </a:lnTo>
                    <a:lnTo>
                      <a:pt x="0" y="44"/>
                    </a:lnTo>
                    <a:lnTo>
                      <a:pt x="24" y="57"/>
                    </a:lnTo>
                    <a:lnTo>
                      <a:pt x="48" y="70"/>
                    </a:lnTo>
                    <a:lnTo>
                      <a:pt x="72" y="2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34" name=""/>
              <p:cNvSpPr/>
              <p:nvPr/>
            </p:nvSpPr>
            <p:spPr>
              <a:xfrm rot="0">
                <a:off x="2056" y="2634"/>
                <a:ext cx="3" cy="1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25" y="1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5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35" name=""/>
              <p:cNvSpPr/>
              <p:nvPr/>
            </p:nvSpPr>
            <p:spPr>
              <a:xfrm rot="0" flipH="1">
                <a:off x="2056" y="263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36" name=""/>
              <p:cNvSpPr/>
              <p:nvPr/>
            </p:nvSpPr>
            <p:spPr>
              <a:xfrm rot="0">
                <a:off x="2054" y="2634"/>
                <a:ext cx="8" cy="8"/>
              </a:xfrm>
              <a:custGeom>
                <a:avLst/>
                <a:ahLst/>
                <a:rect l="0" t="0" r="r" b="b"/>
                <a:pathLst>
                  <a:path w="73" h="69">
                    <a:moveTo>
                      <a:pt x="73" y="23"/>
                    </a:moveTo>
                    <a:lnTo>
                      <a:pt x="48" y="11"/>
                    </a:lnTo>
                    <a:lnTo>
                      <a:pt x="23" y="0"/>
                    </a:lnTo>
                    <a:lnTo>
                      <a:pt x="0" y="45"/>
                    </a:lnTo>
                    <a:lnTo>
                      <a:pt x="25" y="57"/>
                    </a:lnTo>
                    <a:lnTo>
                      <a:pt x="50" y="69"/>
                    </a:lnTo>
                    <a:lnTo>
                      <a:pt x="73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37" name=""/>
              <p:cNvSpPr/>
              <p:nvPr/>
            </p:nvSpPr>
            <p:spPr>
              <a:xfrm rot="0">
                <a:off x="2054" y="2634"/>
                <a:ext cx="8" cy="8"/>
              </a:xfrm>
              <a:custGeom>
                <a:avLst/>
                <a:ahLst/>
                <a:rect l="0" t="0" r="r" b="b"/>
                <a:pathLst>
                  <a:path w="73" h="69">
                    <a:moveTo>
                      <a:pt x="73" y="23"/>
                    </a:moveTo>
                    <a:lnTo>
                      <a:pt x="48" y="11"/>
                    </a:lnTo>
                    <a:lnTo>
                      <a:pt x="23" y="0"/>
                    </a:lnTo>
                    <a:lnTo>
                      <a:pt x="0" y="45"/>
                    </a:lnTo>
                    <a:lnTo>
                      <a:pt x="25" y="57"/>
                    </a:lnTo>
                    <a:lnTo>
                      <a:pt x="50" y="69"/>
                    </a:lnTo>
                    <a:lnTo>
                      <a:pt x="73" y="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38" name=""/>
              <p:cNvSpPr/>
              <p:nvPr/>
            </p:nvSpPr>
            <p:spPr>
              <a:xfrm rot="0">
                <a:off x="2054" y="2639"/>
                <a:ext cx="2" cy="1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25" y="1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5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39" name=""/>
              <p:cNvSpPr/>
              <p:nvPr/>
            </p:nvSpPr>
            <p:spPr>
              <a:xfrm rot="0">
                <a:off x="2054" y="263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40" name=""/>
              <p:cNvSpPr/>
              <p:nvPr/>
            </p:nvSpPr>
            <p:spPr>
              <a:xfrm rot="0">
                <a:off x="2051" y="2639"/>
                <a:ext cx="8" cy="8"/>
              </a:xfrm>
              <a:custGeom>
                <a:avLst/>
                <a:ahLst/>
                <a:rect l="0" t="0" r="r" b="b"/>
                <a:pathLst>
                  <a:path w="70" h="70">
                    <a:moveTo>
                      <a:pt x="70" y="22"/>
                    </a:moveTo>
                    <a:lnTo>
                      <a:pt x="45" y="11"/>
                    </a:lnTo>
                    <a:lnTo>
                      <a:pt x="20" y="0"/>
                    </a:lnTo>
                    <a:lnTo>
                      <a:pt x="0" y="48"/>
                    </a:lnTo>
                    <a:lnTo>
                      <a:pt x="25" y="59"/>
                    </a:lnTo>
                    <a:lnTo>
                      <a:pt x="49" y="70"/>
                    </a:lnTo>
                    <a:lnTo>
                      <a:pt x="7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41" name=""/>
              <p:cNvSpPr/>
              <p:nvPr/>
            </p:nvSpPr>
            <p:spPr>
              <a:xfrm rot="0">
                <a:off x="2051" y="2639"/>
                <a:ext cx="8" cy="8"/>
              </a:xfrm>
              <a:custGeom>
                <a:avLst/>
                <a:ahLst/>
                <a:rect l="0" t="0" r="r" b="b"/>
                <a:pathLst>
                  <a:path w="70" h="70">
                    <a:moveTo>
                      <a:pt x="70" y="22"/>
                    </a:moveTo>
                    <a:lnTo>
                      <a:pt x="45" y="11"/>
                    </a:lnTo>
                    <a:lnTo>
                      <a:pt x="20" y="0"/>
                    </a:lnTo>
                    <a:lnTo>
                      <a:pt x="0" y="48"/>
                    </a:lnTo>
                    <a:lnTo>
                      <a:pt x="25" y="59"/>
                    </a:lnTo>
                    <a:lnTo>
                      <a:pt x="49" y="70"/>
                    </a:lnTo>
                    <a:lnTo>
                      <a:pt x="70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42" name=""/>
              <p:cNvSpPr/>
              <p:nvPr/>
            </p:nvSpPr>
            <p:spPr>
              <a:xfrm rot="0">
                <a:off x="2051" y="2644"/>
                <a:ext cx="3" cy="2"/>
              </a:xfrm>
              <a:custGeom>
                <a:avLst/>
                <a:ahLst/>
                <a:rect l="0" t="0" r="r" b="b"/>
                <a:pathLst>
                  <a:path w="27" h="11">
                    <a:moveTo>
                      <a:pt x="27" y="1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7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43" name=""/>
              <p:cNvSpPr/>
              <p:nvPr/>
            </p:nvSpPr>
            <p:spPr>
              <a:xfrm rot="0" flipH="1">
                <a:off x="2051" y="264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44" name=""/>
              <p:cNvSpPr/>
              <p:nvPr/>
            </p:nvSpPr>
            <p:spPr>
              <a:xfrm rot="0">
                <a:off x="2049" y="2645"/>
                <a:ext cx="8" cy="7"/>
              </a:xfrm>
              <a:custGeom>
                <a:avLst/>
                <a:ahLst/>
                <a:rect l="0" t="0" r="r" b="b"/>
                <a:pathLst>
                  <a:path w="70" h="67">
                    <a:moveTo>
                      <a:pt x="70" y="20"/>
                    </a:moveTo>
                    <a:lnTo>
                      <a:pt x="44" y="10"/>
                    </a:lnTo>
                    <a:lnTo>
                      <a:pt x="17" y="0"/>
                    </a:lnTo>
                    <a:lnTo>
                      <a:pt x="0" y="48"/>
                    </a:lnTo>
                    <a:lnTo>
                      <a:pt x="26" y="58"/>
                    </a:lnTo>
                    <a:lnTo>
                      <a:pt x="52" y="67"/>
                    </a:lnTo>
                    <a:lnTo>
                      <a:pt x="7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45" name=""/>
              <p:cNvSpPr/>
              <p:nvPr/>
            </p:nvSpPr>
            <p:spPr>
              <a:xfrm rot="0">
                <a:off x="2049" y="2645"/>
                <a:ext cx="8" cy="7"/>
              </a:xfrm>
              <a:custGeom>
                <a:avLst/>
                <a:ahLst/>
                <a:rect l="0" t="0" r="r" b="b"/>
                <a:pathLst>
                  <a:path w="70" h="67">
                    <a:moveTo>
                      <a:pt x="70" y="20"/>
                    </a:moveTo>
                    <a:lnTo>
                      <a:pt x="44" y="10"/>
                    </a:lnTo>
                    <a:lnTo>
                      <a:pt x="17" y="0"/>
                    </a:lnTo>
                    <a:lnTo>
                      <a:pt x="0" y="48"/>
                    </a:lnTo>
                    <a:lnTo>
                      <a:pt x="26" y="58"/>
                    </a:lnTo>
                    <a:lnTo>
                      <a:pt x="52" y="67"/>
                    </a:lnTo>
                    <a:lnTo>
                      <a:pt x="70" y="2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46" name=""/>
              <p:cNvSpPr/>
              <p:nvPr/>
            </p:nvSpPr>
            <p:spPr>
              <a:xfrm rot="0">
                <a:off x="2049" y="2650"/>
                <a:ext cx="3" cy="1"/>
              </a:xfrm>
              <a:custGeom>
                <a:avLst/>
                <a:ahLst/>
                <a:rect l="0" t="0" r="r" b="b"/>
                <a:pathLst>
                  <a:path w="26" h="10">
                    <a:moveTo>
                      <a:pt x="26" y="1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6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47" name=""/>
              <p:cNvSpPr/>
              <p:nvPr/>
            </p:nvSpPr>
            <p:spPr>
              <a:xfrm rot="0">
                <a:off x="2049" y="26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48" name=""/>
              <p:cNvSpPr/>
              <p:nvPr/>
            </p:nvSpPr>
            <p:spPr>
              <a:xfrm rot="0">
                <a:off x="2048" y="2650"/>
                <a:ext cx="7" cy="7"/>
              </a:xfrm>
              <a:custGeom>
                <a:avLst/>
                <a:ahLst/>
                <a:rect l="0" t="0" r="r" b="b"/>
                <a:pathLst>
                  <a:path w="67" h="66">
                    <a:moveTo>
                      <a:pt x="67" y="17"/>
                    </a:moveTo>
                    <a:lnTo>
                      <a:pt x="41" y="9"/>
                    </a:lnTo>
                    <a:lnTo>
                      <a:pt x="15" y="0"/>
                    </a:lnTo>
                    <a:lnTo>
                      <a:pt x="0" y="49"/>
                    </a:lnTo>
                    <a:lnTo>
                      <a:pt x="26" y="58"/>
                    </a:lnTo>
                    <a:lnTo>
                      <a:pt x="52" y="66"/>
                    </a:lnTo>
                    <a:lnTo>
                      <a:pt x="67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49" name=""/>
              <p:cNvSpPr/>
              <p:nvPr/>
            </p:nvSpPr>
            <p:spPr>
              <a:xfrm rot="0">
                <a:off x="2048" y="2650"/>
                <a:ext cx="7" cy="7"/>
              </a:xfrm>
              <a:custGeom>
                <a:avLst/>
                <a:ahLst/>
                <a:rect l="0" t="0" r="r" b="b"/>
                <a:pathLst>
                  <a:path w="67" h="66">
                    <a:moveTo>
                      <a:pt x="67" y="17"/>
                    </a:moveTo>
                    <a:lnTo>
                      <a:pt x="41" y="9"/>
                    </a:lnTo>
                    <a:lnTo>
                      <a:pt x="15" y="0"/>
                    </a:lnTo>
                    <a:lnTo>
                      <a:pt x="0" y="49"/>
                    </a:lnTo>
                    <a:lnTo>
                      <a:pt x="26" y="58"/>
                    </a:lnTo>
                    <a:lnTo>
                      <a:pt x="52" y="66"/>
                    </a:lnTo>
                    <a:lnTo>
                      <a:pt x="67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50" name=""/>
              <p:cNvSpPr/>
              <p:nvPr/>
            </p:nvSpPr>
            <p:spPr>
              <a:xfrm rot="0">
                <a:off x="2047" y="2655"/>
                <a:ext cx="3" cy="1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27" y="9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7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51" name=""/>
              <p:cNvSpPr/>
              <p:nvPr/>
            </p:nvSpPr>
            <p:spPr>
              <a:xfrm rot="0" flipH="1">
                <a:off x="2047" y="26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52" name=""/>
              <p:cNvSpPr/>
              <p:nvPr/>
            </p:nvSpPr>
            <p:spPr>
              <a:xfrm rot="0">
                <a:off x="2046" y="2656"/>
                <a:ext cx="7" cy="7"/>
              </a:xfrm>
              <a:custGeom>
                <a:avLst/>
                <a:ahLst/>
                <a:rect l="0" t="0" r="r" b="b"/>
                <a:pathLst>
                  <a:path w="68" h="65">
                    <a:moveTo>
                      <a:pt x="68" y="15"/>
                    </a:moveTo>
                    <a:lnTo>
                      <a:pt x="41" y="8"/>
                    </a:lnTo>
                    <a:lnTo>
                      <a:pt x="14" y="0"/>
                    </a:lnTo>
                    <a:lnTo>
                      <a:pt x="0" y="50"/>
                    </a:lnTo>
                    <a:lnTo>
                      <a:pt x="27" y="58"/>
                    </a:lnTo>
                    <a:lnTo>
                      <a:pt x="54" y="65"/>
                    </a:lnTo>
                    <a:lnTo>
                      <a:pt x="68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53" name=""/>
              <p:cNvSpPr/>
              <p:nvPr/>
            </p:nvSpPr>
            <p:spPr>
              <a:xfrm rot="0">
                <a:off x="2046" y="2656"/>
                <a:ext cx="7" cy="7"/>
              </a:xfrm>
              <a:custGeom>
                <a:avLst/>
                <a:ahLst/>
                <a:rect l="0" t="0" r="r" b="b"/>
                <a:pathLst>
                  <a:path w="68" h="65">
                    <a:moveTo>
                      <a:pt x="68" y="15"/>
                    </a:moveTo>
                    <a:lnTo>
                      <a:pt x="41" y="8"/>
                    </a:lnTo>
                    <a:lnTo>
                      <a:pt x="14" y="0"/>
                    </a:lnTo>
                    <a:lnTo>
                      <a:pt x="0" y="50"/>
                    </a:lnTo>
                    <a:lnTo>
                      <a:pt x="27" y="58"/>
                    </a:lnTo>
                    <a:lnTo>
                      <a:pt x="54" y="65"/>
                    </a:lnTo>
                    <a:lnTo>
                      <a:pt x="68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54" name=""/>
              <p:cNvSpPr/>
              <p:nvPr/>
            </p:nvSpPr>
            <p:spPr>
              <a:xfrm rot="0">
                <a:off x="2046" y="2661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7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55" name=""/>
              <p:cNvSpPr/>
              <p:nvPr/>
            </p:nvSpPr>
            <p:spPr>
              <a:xfrm rot="0">
                <a:off x="2046" y="26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56" name=""/>
              <p:cNvSpPr/>
              <p:nvPr/>
            </p:nvSpPr>
            <p:spPr>
              <a:xfrm rot="0">
                <a:off x="2045" y="2661"/>
                <a:ext cx="7" cy="7"/>
              </a:xfrm>
              <a:custGeom>
                <a:avLst/>
                <a:ahLst/>
                <a:rect l="0" t="0" r="r" b="b"/>
                <a:pathLst>
                  <a:path w="65" h="61">
                    <a:moveTo>
                      <a:pt x="65" y="11"/>
                    </a:moveTo>
                    <a:lnTo>
                      <a:pt x="38" y="6"/>
                    </a:lnTo>
                    <a:lnTo>
                      <a:pt x="11" y="0"/>
                    </a:lnTo>
                    <a:lnTo>
                      <a:pt x="0" y="50"/>
                    </a:lnTo>
                    <a:lnTo>
                      <a:pt x="27" y="55"/>
                    </a:lnTo>
                    <a:lnTo>
                      <a:pt x="54" y="61"/>
                    </a:lnTo>
                    <a:lnTo>
                      <a:pt x="65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57" name=""/>
              <p:cNvSpPr/>
              <p:nvPr/>
            </p:nvSpPr>
            <p:spPr>
              <a:xfrm rot="0">
                <a:off x="2045" y="2661"/>
                <a:ext cx="7" cy="7"/>
              </a:xfrm>
              <a:custGeom>
                <a:avLst/>
                <a:ahLst/>
                <a:rect l="0" t="0" r="r" b="b"/>
                <a:pathLst>
                  <a:path w="65" h="61">
                    <a:moveTo>
                      <a:pt x="65" y="11"/>
                    </a:moveTo>
                    <a:lnTo>
                      <a:pt x="38" y="6"/>
                    </a:lnTo>
                    <a:lnTo>
                      <a:pt x="11" y="0"/>
                    </a:lnTo>
                    <a:lnTo>
                      <a:pt x="0" y="50"/>
                    </a:lnTo>
                    <a:lnTo>
                      <a:pt x="27" y="55"/>
                    </a:lnTo>
                    <a:lnTo>
                      <a:pt x="54" y="61"/>
                    </a:lnTo>
                    <a:lnTo>
                      <a:pt x="65" y="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58" name=""/>
              <p:cNvSpPr/>
              <p:nvPr/>
            </p:nvSpPr>
            <p:spPr>
              <a:xfrm rot="0">
                <a:off x="2045" y="2667"/>
                <a:ext cx="3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27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59" name=""/>
              <p:cNvSpPr/>
              <p:nvPr/>
            </p:nvSpPr>
            <p:spPr>
              <a:xfrm rot="0">
                <a:off x="2045" y="26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60" name=""/>
              <p:cNvSpPr/>
              <p:nvPr/>
            </p:nvSpPr>
            <p:spPr>
              <a:xfrm rot="0">
                <a:off x="2044" y="2667"/>
                <a:ext cx="7" cy="7"/>
              </a:xfrm>
              <a:custGeom>
                <a:avLst/>
                <a:ahLst/>
                <a:rect l="0" t="0" r="r" b="b"/>
                <a:pathLst>
                  <a:path w="63" h="59">
                    <a:moveTo>
                      <a:pt x="63" y="9"/>
                    </a:moveTo>
                    <a:lnTo>
                      <a:pt x="36" y="4"/>
                    </a:lnTo>
                    <a:lnTo>
                      <a:pt x="9" y="0"/>
                    </a:lnTo>
                    <a:lnTo>
                      <a:pt x="0" y="50"/>
                    </a:lnTo>
                    <a:lnTo>
                      <a:pt x="27" y="54"/>
                    </a:lnTo>
                    <a:lnTo>
                      <a:pt x="54" y="59"/>
                    </a:lnTo>
                    <a:lnTo>
                      <a:pt x="63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61" name=""/>
              <p:cNvSpPr/>
              <p:nvPr/>
            </p:nvSpPr>
            <p:spPr>
              <a:xfrm rot="0">
                <a:off x="2044" y="2667"/>
                <a:ext cx="7" cy="7"/>
              </a:xfrm>
              <a:custGeom>
                <a:avLst/>
                <a:ahLst/>
                <a:rect l="0" t="0" r="r" b="b"/>
                <a:pathLst>
                  <a:path w="63" h="59">
                    <a:moveTo>
                      <a:pt x="63" y="9"/>
                    </a:moveTo>
                    <a:lnTo>
                      <a:pt x="36" y="4"/>
                    </a:lnTo>
                    <a:lnTo>
                      <a:pt x="9" y="0"/>
                    </a:lnTo>
                    <a:lnTo>
                      <a:pt x="0" y="50"/>
                    </a:lnTo>
                    <a:lnTo>
                      <a:pt x="27" y="54"/>
                    </a:lnTo>
                    <a:lnTo>
                      <a:pt x="54" y="59"/>
                    </a:lnTo>
                    <a:lnTo>
                      <a:pt x="63" y="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62" name=""/>
              <p:cNvSpPr/>
              <p:nvPr/>
            </p:nvSpPr>
            <p:spPr>
              <a:xfrm rot="0">
                <a:off x="2044" y="2673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63" name=""/>
              <p:cNvSpPr/>
              <p:nvPr/>
            </p:nvSpPr>
            <p:spPr>
              <a:xfrm rot="0">
                <a:off x="2044" y="26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64" name=""/>
              <p:cNvSpPr/>
              <p:nvPr/>
            </p:nvSpPr>
            <p:spPr>
              <a:xfrm rot="0">
                <a:off x="2043" y="2673"/>
                <a:ext cx="7" cy="6"/>
              </a:xfrm>
              <a:custGeom>
                <a:avLst/>
                <a:ahLst/>
                <a:rect l="0" t="0" r="r" b="b"/>
                <a:pathLst>
                  <a:path w="59" h="58">
                    <a:moveTo>
                      <a:pt x="59" y="7"/>
                    </a:moveTo>
                    <a:lnTo>
                      <a:pt x="32" y="3"/>
                    </a:lnTo>
                    <a:lnTo>
                      <a:pt x="5" y="0"/>
                    </a:lnTo>
                    <a:lnTo>
                      <a:pt x="0" y="51"/>
                    </a:lnTo>
                    <a:lnTo>
                      <a:pt x="27" y="54"/>
                    </a:lnTo>
                    <a:lnTo>
                      <a:pt x="54" y="58"/>
                    </a:lnTo>
                    <a:lnTo>
                      <a:pt x="59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65" name=""/>
              <p:cNvSpPr/>
              <p:nvPr/>
            </p:nvSpPr>
            <p:spPr>
              <a:xfrm rot="0">
                <a:off x="2043" y="2673"/>
                <a:ext cx="7" cy="6"/>
              </a:xfrm>
              <a:custGeom>
                <a:avLst/>
                <a:ahLst/>
                <a:rect l="0" t="0" r="r" b="b"/>
                <a:pathLst>
                  <a:path w="59" h="58">
                    <a:moveTo>
                      <a:pt x="59" y="7"/>
                    </a:moveTo>
                    <a:lnTo>
                      <a:pt x="32" y="3"/>
                    </a:lnTo>
                    <a:lnTo>
                      <a:pt x="5" y="0"/>
                    </a:lnTo>
                    <a:lnTo>
                      <a:pt x="0" y="51"/>
                    </a:lnTo>
                    <a:lnTo>
                      <a:pt x="27" y="54"/>
                    </a:lnTo>
                    <a:lnTo>
                      <a:pt x="54" y="58"/>
                    </a:lnTo>
                    <a:lnTo>
                      <a:pt x="59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66" name=""/>
              <p:cNvSpPr/>
              <p:nvPr/>
            </p:nvSpPr>
            <p:spPr>
              <a:xfrm rot="0">
                <a:off x="2043" y="2678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67" name=""/>
              <p:cNvSpPr/>
              <p:nvPr/>
            </p:nvSpPr>
            <p:spPr>
              <a:xfrm rot="0">
                <a:off x="2043" y="267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68" name=""/>
              <p:cNvSpPr/>
              <p:nvPr/>
            </p:nvSpPr>
            <p:spPr>
              <a:xfrm rot="0">
                <a:off x="2043" y="2678"/>
                <a:ext cx="6" cy="7"/>
              </a:xfrm>
              <a:custGeom>
                <a:avLst/>
                <a:ahLst/>
                <a:rect l="0" t="0" r="r" b="b"/>
                <a:pathLst>
                  <a:path w="59" h="56">
                    <a:moveTo>
                      <a:pt x="59" y="5"/>
                    </a:moveTo>
                    <a:lnTo>
                      <a:pt x="32" y="2"/>
                    </a:lnTo>
                    <a:lnTo>
                      <a:pt x="5" y="0"/>
                    </a:lnTo>
                    <a:lnTo>
                      <a:pt x="0" y="51"/>
                    </a:lnTo>
                    <a:lnTo>
                      <a:pt x="27" y="54"/>
                    </a:lnTo>
                    <a:lnTo>
                      <a:pt x="55" y="56"/>
                    </a:lnTo>
                    <a:lnTo>
                      <a:pt x="59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69" name=""/>
              <p:cNvSpPr/>
              <p:nvPr/>
            </p:nvSpPr>
            <p:spPr>
              <a:xfrm rot="0">
                <a:off x="2043" y="2678"/>
                <a:ext cx="6" cy="7"/>
              </a:xfrm>
              <a:custGeom>
                <a:avLst/>
                <a:ahLst/>
                <a:rect l="0" t="0" r="r" b="b"/>
                <a:pathLst>
                  <a:path w="59" h="56">
                    <a:moveTo>
                      <a:pt x="59" y="5"/>
                    </a:moveTo>
                    <a:lnTo>
                      <a:pt x="32" y="2"/>
                    </a:lnTo>
                    <a:lnTo>
                      <a:pt x="5" y="0"/>
                    </a:lnTo>
                    <a:lnTo>
                      <a:pt x="0" y="51"/>
                    </a:lnTo>
                    <a:lnTo>
                      <a:pt x="27" y="54"/>
                    </a:lnTo>
                    <a:lnTo>
                      <a:pt x="55" y="56"/>
                    </a:lnTo>
                    <a:lnTo>
                      <a:pt x="59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70" name=""/>
              <p:cNvSpPr/>
              <p:nvPr/>
            </p:nvSpPr>
            <p:spPr>
              <a:xfrm rot="0">
                <a:off x="2043" y="2684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71" name=""/>
              <p:cNvSpPr/>
              <p:nvPr/>
            </p:nvSpPr>
            <p:spPr>
              <a:xfrm rot="0">
                <a:off x="2043" y="26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72" name=""/>
              <p:cNvSpPr/>
              <p:nvPr/>
            </p:nvSpPr>
            <p:spPr>
              <a:xfrm rot="0">
                <a:off x="2042" y="2684"/>
                <a:ext cx="7" cy="6"/>
              </a:xfrm>
              <a:custGeom>
                <a:avLst/>
                <a:ahLst/>
                <a:rect l="0" t="0" r="r" b="b"/>
                <a:pathLst>
                  <a:path w="56" h="54">
                    <a:moveTo>
                      <a:pt x="56" y="3"/>
                    </a:moveTo>
                    <a:lnTo>
                      <a:pt x="28" y="2"/>
                    </a:lnTo>
                    <a:lnTo>
                      <a:pt x="1" y="0"/>
                    </a:lnTo>
                    <a:lnTo>
                      <a:pt x="0" y="51"/>
                    </a:lnTo>
                    <a:lnTo>
                      <a:pt x="27" y="53"/>
                    </a:lnTo>
                    <a:lnTo>
                      <a:pt x="55" y="54"/>
                    </a:lnTo>
                    <a:lnTo>
                      <a:pt x="5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73" name=""/>
              <p:cNvSpPr/>
              <p:nvPr/>
            </p:nvSpPr>
            <p:spPr>
              <a:xfrm rot="0">
                <a:off x="2042" y="2684"/>
                <a:ext cx="7" cy="6"/>
              </a:xfrm>
              <a:custGeom>
                <a:avLst/>
                <a:ahLst/>
                <a:rect l="0" t="0" r="r" b="b"/>
                <a:pathLst>
                  <a:path w="56" h="54">
                    <a:moveTo>
                      <a:pt x="56" y="3"/>
                    </a:moveTo>
                    <a:lnTo>
                      <a:pt x="28" y="2"/>
                    </a:lnTo>
                    <a:lnTo>
                      <a:pt x="1" y="0"/>
                    </a:lnTo>
                    <a:lnTo>
                      <a:pt x="0" y="51"/>
                    </a:lnTo>
                    <a:lnTo>
                      <a:pt x="27" y="53"/>
                    </a:lnTo>
                    <a:lnTo>
                      <a:pt x="55" y="54"/>
                    </a:lnTo>
                    <a:lnTo>
                      <a:pt x="56" y="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74" name=""/>
              <p:cNvSpPr/>
              <p:nvPr/>
            </p:nvSpPr>
            <p:spPr>
              <a:xfrm rot="0">
                <a:off x="2042" y="2690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7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75" name=""/>
              <p:cNvSpPr/>
              <p:nvPr/>
            </p:nvSpPr>
            <p:spPr>
              <a:xfrm rot="0">
                <a:off x="2042" y="26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76" name=""/>
              <p:cNvSpPr/>
              <p:nvPr/>
            </p:nvSpPr>
            <p:spPr>
              <a:xfrm rot="0">
                <a:off x="2042" y="2690"/>
                <a:ext cx="7" cy="6"/>
              </a:xfrm>
              <a:custGeom>
                <a:avLst/>
                <a:ahLst/>
                <a:rect l="0" t="0" r="r" b="b"/>
                <a:pathLst>
                  <a:path w="56" h="55">
                    <a:moveTo>
                      <a:pt x="55" y="0"/>
                    </a:moveTo>
                    <a:lnTo>
                      <a:pt x="27" y="2"/>
                    </a:lnTo>
                    <a:lnTo>
                      <a:pt x="0" y="3"/>
                    </a:lnTo>
                    <a:lnTo>
                      <a:pt x="1" y="55"/>
                    </a:lnTo>
                    <a:lnTo>
                      <a:pt x="28" y="54"/>
                    </a:lnTo>
                    <a:lnTo>
                      <a:pt x="56" y="53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77" name=""/>
              <p:cNvSpPr/>
              <p:nvPr/>
            </p:nvSpPr>
            <p:spPr>
              <a:xfrm rot="0">
                <a:off x="2042" y="2690"/>
                <a:ext cx="7" cy="6"/>
              </a:xfrm>
              <a:custGeom>
                <a:avLst/>
                <a:ahLst/>
                <a:rect l="0" t="0" r="r" b="b"/>
                <a:pathLst>
                  <a:path w="56" h="55">
                    <a:moveTo>
                      <a:pt x="55" y="0"/>
                    </a:moveTo>
                    <a:lnTo>
                      <a:pt x="27" y="2"/>
                    </a:lnTo>
                    <a:lnTo>
                      <a:pt x="0" y="3"/>
                    </a:lnTo>
                    <a:lnTo>
                      <a:pt x="1" y="55"/>
                    </a:lnTo>
                    <a:lnTo>
                      <a:pt x="28" y="54"/>
                    </a:lnTo>
                    <a:lnTo>
                      <a:pt x="56" y="53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78" name=""/>
              <p:cNvSpPr/>
              <p:nvPr/>
            </p:nvSpPr>
            <p:spPr>
              <a:xfrm rot="0">
                <a:off x="2043" y="2696"/>
                <a:ext cx="3" cy="1"/>
              </a:xfrm>
              <a:custGeom>
                <a:avLst/>
                <a:ahLst/>
                <a:rect l="0" t="0" r="r" b="b"/>
                <a:pathLst>
                  <a:path w="27" h="2">
                    <a:moveTo>
                      <a:pt x="27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79" name=""/>
              <p:cNvSpPr/>
              <p:nvPr/>
            </p:nvSpPr>
            <p:spPr>
              <a:xfrm rot="0">
                <a:off x="2043" y="26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80" name=""/>
              <p:cNvSpPr/>
              <p:nvPr/>
            </p:nvSpPr>
            <p:spPr>
              <a:xfrm rot="0">
                <a:off x="2043" y="2696"/>
                <a:ext cx="6" cy="6"/>
              </a:xfrm>
              <a:custGeom>
                <a:avLst/>
                <a:ahLst/>
                <a:rect l="0" t="0" r="r" b="b"/>
                <a:pathLst>
                  <a:path w="59" h="55">
                    <a:moveTo>
                      <a:pt x="55" y="0"/>
                    </a:moveTo>
                    <a:lnTo>
                      <a:pt x="27" y="2"/>
                    </a:lnTo>
                    <a:lnTo>
                      <a:pt x="0" y="4"/>
                    </a:lnTo>
                    <a:lnTo>
                      <a:pt x="5" y="55"/>
                    </a:lnTo>
                    <a:lnTo>
                      <a:pt x="32" y="53"/>
                    </a:lnTo>
                    <a:lnTo>
                      <a:pt x="59" y="51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81" name=""/>
              <p:cNvSpPr/>
              <p:nvPr/>
            </p:nvSpPr>
            <p:spPr>
              <a:xfrm rot="0">
                <a:off x="2043" y="2696"/>
                <a:ext cx="6" cy="6"/>
              </a:xfrm>
              <a:custGeom>
                <a:avLst/>
                <a:ahLst/>
                <a:rect l="0" t="0" r="r" b="b"/>
                <a:pathLst>
                  <a:path w="59" h="55">
                    <a:moveTo>
                      <a:pt x="55" y="0"/>
                    </a:moveTo>
                    <a:lnTo>
                      <a:pt x="27" y="2"/>
                    </a:lnTo>
                    <a:lnTo>
                      <a:pt x="0" y="4"/>
                    </a:lnTo>
                    <a:lnTo>
                      <a:pt x="5" y="55"/>
                    </a:lnTo>
                    <a:lnTo>
                      <a:pt x="32" y="53"/>
                    </a:lnTo>
                    <a:lnTo>
                      <a:pt x="59" y="51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82" name=""/>
              <p:cNvSpPr/>
              <p:nvPr/>
            </p:nvSpPr>
            <p:spPr>
              <a:xfrm rot="0">
                <a:off x="2043" y="2702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83" name=""/>
              <p:cNvSpPr/>
              <p:nvPr/>
            </p:nvSpPr>
            <p:spPr>
              <a:xfrm rot="0">
                <a:off x="2043" y="27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84" name=""/>
              <p:cNvSpPr/>
              <p:nvPr/>
            </p:nvSpPr>
            <p:spPr>
              <a:xfrm rot="0">
                <a:off x="2043" y="2701"/>
                <a:ext cx="7" cy="7"/>
              </a:xfrm>
              <a:custGeom>
                <a:avLst/>
                <a:ahLst/>
                <a:rect l="0" t="0" r="r" b="b"/>
                <a:pathLst>
                  <a:path w="59" h="57">
                    <a:moveTo>
                      <a:pt x="54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5" y="57"/>
                    </a:lnTo>
                    <a:lnTo>
                      <a:pt x="32" y="54"/>
                    </a:lnTo>
                    <a:lnTo>
                      <a:pt x="59" y="51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85" name=""/>
              <p:cNvSpPr/>
              <p:nvPr/>
            </p:nvSpPr>
            <p:spPr>
              <a:xfrm rot="0">
                <a:off x="2043" y="2701"/>
                <a:ext cx="7" cy="7"/>
              </a:xfrm>
              <a:custGeom>
                <a:avLst/>
                <a:ahLst/>
                <a:rect l="0" t="0" r="r" b="b"/>
                <a:pathLst>
                  <a:path w="59" h="57">
                    <a:moveTo>
                      <a:pt x="54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5" y="57"/>
                    </a:lnTo>
                    <a:lnTo>
                      <a:pt x="32" y="54"/>
                    </a:lnTo>
                    <a:lnTo>
                      <a:pt x="59" y="51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86" name=""/>
              <p:cNvSpPr/>
              <p:nvPr/>
            </p:nvSpPr>
            <p:spPr>
              <a:xfrm rot="0">
                <a:off x="2044" y="2707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27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87" name=""/>
              <p:cNvSpPr/>
              <p:nvPr/>
            </p:nvSpPr>
            <p:spPr>
              <a:xfrm rot="0">
                <a:off x="2044" y="270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88" name=""/>
              <p:cNvSpPr/>
              <p:nvPr/>
            </p:nvSpPr>
            <p:spPr>
              <a:xfrm rot="0">
                <a:off x="2044" y="2707"/>
                <a:ext cx="7" cy="6"/>
              </a:xfrm>
              <a:custGeom>
                <a:avLst/>
                <a:ahLst/>
                <a:rect l="0" t="0" r="r" b="b"/>
                <a:pathLst>
                  <a:path w="63" h="59">
                    <a:moveTo>
                      <a:pt x="54" y="0"/>
                    </a:moveTo>
                    <a:lnTo>
                      <a:pt x="27" y="5"/>
                    </a:lnTo>
                    <a:lnTo>
                      <a:pt x="0" y="9"/>
                    </a:lnTo>
                    <a:lnTo>
                      <a:pt x="9" y="59"/>
                    </a:lnTo>
                    <a:lnTo>
                      <a:pt x="36" y="55"/>
                    </a:lnTo>
                    <a:lnTo>
                      <a:pt x="63" y="50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89" name=""/>
              <p:cNvSpPr/>
              <p:nvPr/>
            </p:nvSpPr>
            <p:spPr>
              <a:xfrm rot="0">
                <a:off x="2044" y="2707"/>
                <a:ext cx="7" cy="6"/>
              </a:xfrm>
              <a:custGeom>
                <a:avLst/>
                <a:ahLst/>
                <a:rect l="0" t="0" r="r" b="b"/>
                <a:pathLst>
                  <a:path w="63" h="59">
                    <a:moveTo>
                      <a:pt x="54" y="0"/>
                    </a:moveTo>
                    <a:lnTo>
                      <a:pt x="27" y="5"/>
                    </a:lnTo>
                    <a:lnTo>
                      <a:pt x="0" y="9"/>
                    </a:lnTo>
                    <a:lnTo>
                      <a:pt x="9" y="59"/>
                    </a:lnTo>
                    <a:lnTo>
                      <a:pt x="36" y="55"/>
                    </a:lnTo>
                    <a:lnTo>
                      <a:pt x="63" y="50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90" name=""/>
              <p:cNvSpPr/>
              <p:nvPr/>
            </p:nvSpPr>
            <p:spPr>
              <a:xfrm rot="0">
                <a:off x="2045" y="2713"/>
                <a:ext cx="3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27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91" name=""/>
              <p:cNvSpPr/>
              <p:nvPr/>
            </p:nvSpPr>
            <p:spPr>
              <a:xfrm rot="0">
                <a:off x="2045" y="271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92" name=""/>
              <p:cNvSpPr/>
              <p:nvPr/>
            </p:nvSpPr>
            <p:spPr>
              <a:xfrm rot="0">
                <a:off x="2045" y="2712"/>
                <a:ext cx="7" cy="7"/>
              </a:xfrm>
              <a:custGeom>
                <a:avLst/>
                <a:ahLst/>
                <a:rect l="0" t="0" r="r" b="b"/>
                <a:pathLst>
                  <a:path w="65" h="61">
                    <a:moveTo>
                      <a:pt x="54" y="0"/>
                    </a:moveTo>
                    <a:lnTo>
                      <a:pt x="27" y="6"/>
                    </a:lnTo>
                    <a:lnTo>
                      <a:pt x="0" y="11"/>
                    </a:lnTo>
                    <a:lnTo>
                      <a:pt x="11" y="61"/>
                    </a:lnTo>
                    <a:lnTo>
                      <a:pt x="38" y="56"/>
                    </a:lnTo>
                    <a:lnTo>
                      <a:pt x="65" y="50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93" name=""/>
              <p:cNvSpPr/>
              <p:nvPr/>
            </p:nvSpPr>
            <p:spPr>
              <a:xfrm rot="0">
                <a:off x="2045" y="2712"/>
                <a:ext cx="7" cy="7"/>
              </a:xfrm>
              <a:custGeom>
                <a:avLst/>
                <a:ahLst/>
                <a:rect l="0" t="0" r="r" b="b"/>
                <a:pathLst>
                  <a:path w="65" h="61">
                    <a:moveTo>
                      <a:pt x="54" y="0"/>
                    </a:moveTo>
                    <a:lnTo>
                      <a:pt x="27" y="6"/>
                    </a:lnTo>
                    <a:lnTo>
                      <a:pt x="0" y="11"/>
                    </a:lnTo>
                    <a:lnTo>
                      <a:pt x="11" y="61"/>
                    </a:lnTo>
                    <a:lnTo>
                      <a:pt x="38" y="56"/>
                    </a:lnTo>
                    <a:lnTo>
                      <a:pt x="65" y="50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94" name=""/>
              <p:cNvSpPr/>
              <p:nvPr/>
            </p:nvSpPr>
            <p:spPr>
              <a:xfrm rot="0">
                <a:off x="2046" y="2718"/>
                <a:ext cx="3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27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95" name=""/>
              <p:cNvSpPr/>
              <p:nvPr/>
            </p:nvSpPr>
            <p:spPr>
              <a:xfrm rot="0">
                <a:off x="2046" y="27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96" name=""/>
              <p:cNvSpPr/>
              <p:nvPr/>
            </p:nvSpPr>
            <p:spPr>
              <a:xfrm rot="0">
                <a:off x="2046" y="2717"/>
                <a:ext cx="7" cy="8"/>
              </a:xfrm>
              <a:custGeom>
                <a:avLst/>
                <a:ahLst/>
                <a:rect l="0" t="0" r="r" b="b"/>
                <a:pathLst>
                  <a:path w="68" h="65">
                    <a:moveTo>
                      <a:pt x="54" y="0"/>
                    </a:moveTo>
                    <a:lnTo>
                      <a:pt x="27" y="8"/>
                    </a:lnTo>
                    <a:lnTo>
                      <a:pt x="0" y="15"/>
                    </a:lnTo>
                    <a:lnTo>
                      <a:pt x="14" y="65"/>
                    </a:lnTo>
                    <a:lnTo>
                      <a:pt x="41" y="58"/>
                    </a:lnTo>
                    <a:lnTo>
                      <a:pt x="68" y="50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97" name=""/>
              <p:cNvSpPr/>
              <p:nvPr/>
            </p:nvSpPr>
            <p:spPr>
              <a:xfrm rot="0">
                <a:off x="2046" y="2717"/>
                <a:ext cx="7" cy="8"/>
              </a:xfrm>
              <a:custGeom>
                <a:avLst/>
                <a:ahLst/>
                <a:rect l="0" t="0" r="r" b="b"/>
                <a:pathLst>
                  <a:path w="68" h="65">
                    <a:moveTo>
                      <a:pt x="54" y="0"/>
                    </a:moveTo>
                    <a:lnTo>
                      <a:pt x="27" y="8"/>
                    </a:lnTo>
                    <a:lnTo>
                      <a:pt x="0" y="15"/>
                    </a:lnTo>
                    <a:lnTo>
                      <a:pt x="14" y="65"/>
                    </a:lnTo>
                    <a:lnTo>
                      <a:pt x="41" y="58"/>
                    </a:lnTo>
                    <a:lnTo>
                      <a:pt x="68" y="50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898" name=""/>
              <p:cNvSpPr/>
              <p:nvPr/>
            </p:nvSpPr>
            <p:spPr>
              <a:xfrm rot="0">
                <a:off x="2047" y="2724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27" y="0"/>
                    </a:moveTo>
                    <a:lnTo>
                      <a:pt x="0" y="7"/>
                    </a:lnTo>
                    <a:lnTo>
                      <a:pt x="1" y="8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899" name=""/>
              <p:cNvSpPr/>
              <p:nvPr/>
            </p:nvSpPr>
            <p:spPr>
              <a:xfrm rot="0">
                <a:off x="2047" y="27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00" name=""/>
              <p:cNvSpPr/>
              <p:nvPr/>
            </p:nvSpPr>
            <p:spPr>
              <a:xfrm rot="0">
                <a:off x="2048" y="2723"/>
                <a:ext cx="7" cy="7"/>
              </a:xfrm>
              <a:custGeom>
                <a:avLst/>
                <a:ahLst/>
                <a:rect l="0" t="0" r="r" b="b"/>
                <a:pathLst>
                  <a:path w="67" h="66">
                    <a:moveTo>
                      <a:pt x="52" y="0"/>
                    </a:moveTo>
                    <a:lnTo>
                      <a:pt x="26" y="9"/>
                    </a:lnTo>
                    <a:lnTo>
                      <a:pt x="0" y="17"/>
                    </a:lnTo>
                    <a:lnTo>
                      <a:pt x="15" y="66"/>
                    </a:lnTo>
                    <a:lnTo>
                      <a:pt x="41" y="58"/>
                    </a:lnTo>
                    <a:lnTo>
                      <a:pt x="67" y="49"/>
                    </a:lnTo>
                    <a:lnTo>
                      <a:pt x="5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01" name=""/>
              <p:cNvSpPr/>
              <p:nvPr/>
            </p:nvSpPr>
            <p:spPr>
              <a:xfrm rot="0">
                <a:off x="2048" y="2723"/>
                <a:ext cx="7" cy="7"/>
              </a:xfrm>
              <a:custGeom>
                <a:avLst/>
                <a:ahLst/>
                <a:rect l="0" t="0" r="r" b="b"/>
                <a:pathLst>
                  <a:path w="67" h="66">
                    <a:moveTo>
                      <a:pt x="52" y="0"/>
                    </a:moveTo>
                    <a:lnTo>
                      <a:pt x="26" y="9"/>
                    </a:lnTo>
                    <a:lnTo>
                      <a:pt x="0" y="17"/>
                    </a:lnTo>
                    <a:lnTo>
                      <a:pt x="15" y="66"/>
                    </a:lnTo>
                    <a:lnTo>
                      <a:pt x="41" y="58"/>
                    </a:lnTo>
                    <a:lnTo>
                      <a:pt x="67" y="49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02" name=""/>
              <p:cNvSpPr/>
              <p:nvPr/>
            </p:nvSpPr>
            <p:spPr>
              <a:xfrm rot="0">
                <a:off x="2049" y="2729"/>
                <a:ext cx="3" cy="1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26" y="0"/>
                    </a:moveTo>
                    <a:lnTo>
                      <a:pt x="0" y="8"/>
                    </a:lnTo>
                    <a:lnTo>
                      <a:pt x="0" y="9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03" name=""/>
              <p:cNvSpPr/>
              <p:nvPr/>
            </p:nvSpPr>
            <p:spPr>
              <a:xfrm rot="0">
                <a:off x="2049" y="273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04" name=""/>
              <p:cNvSpPr/>
              <p:nvPr/>
            </p:nvSpPr>
            <p:spPr>
              <a:xfrm rot="0">
                <a:off x="2049" y="2728"/>
                <a:ext cx="8" cy="8"/>
              </a:xfrm>
              <a:custGeom>
                <a:avLst/>
                <a:ahLst/>
                <a:rect l="0" t="0" r="r" b="b"/>
                <a:pathLst>
                  <a:path w="70" h="67">
                    <a:moveTo>
                      <a:pt x="52" y="0"/>
                    </a:moveTo>
                    <a:lnTo>
                      <a:pt x="26" y="10"/>
                    </a:lnTo>
                    <a:lnTo>
                      <a:pt x="0" y="19"/>
                    </a:lnTo>
                    <a:lnTo>
                      <a:pt x="17" y="67"/>
                    </a:lnTo>
                    <a:lnTo>
                      <a:pt x="44" y="57"/>
                    </a:lnTo>
                    <a:lnTo>
                      <a:pt x="70" y="48"/>
                    </a:lnTo>
                    <a:lnTo>
                      <a:pt x="5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05" name=""/>
              <p:cNvSpPr/>
              <p:nvPr/>
            </p:nvSpPr>
            <p:spPr>
              <a:xfrm rot="0">
                <a:off x="2049" y="2728"/>
                <a:ext cx="8" cy="8"/>
              </a:xfrm>
              <a:custGeom>
                <a:avLst/>
                <a:ahLst/>
                <a:rect l="0" t="0" r="r" b="b"/>
                <a:pathLst>
                  <a:path w="70" h="67">
                    <a:moveTo>
                      <a:pt x="52" y="0"/>
                    </a:moveTo>
                    <a:lnTo>
                      <a:pt x="26" y="10"/>
                    </a:lnTo>
                    <a:lnTo>
                      <a:pt x="0" y="19"/>
                    </a:lnTo>
                    <a:lnTo>
                      <a:pt x="17" y="67"/>
                    </a:lnTo>
                    <a:lnTo>
                      <a:pt x="44" y="57"/>
                    </a:lnTo>
                    <a:lnTo>
                      <a:pt x="70" y="48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06" name=""/>
              <p:cNvSpPr/>
              <p:nvPr/>
            </p:nvSpPr>
            <p:spPr>
              <a:xfrm rot="0">
                <a:off x="2051" y="2735"/>
                <a:ext cx="3" cy="1"/>
              </a:xfrm>
              <a:custGeom>
                <a:avLst/>
                <a:ahLst/>
                <a:rect l="0" t="0" r="r" b="b"/>
                <a:pathLst>
                  <a:path w="27" h="11">
                    <a:moveTo>
                      <a:pt x="27" y="0"/>
                    </a:moveTo>
                    <a:lnTo>
                      <a:pt x="0" y="10"/>
                    </a:lnTo>
                    <a:lnTo>
                      <a:pt x="2" y="11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07" name=""/>
              <p:cNvSpPr/>
              <p:nvPr/>
            </p:nvSpPr>
            <p:spPr>
              <a:xfrm rot="0">
                <a:off x="2051" y="273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08" name=""/>
              <p:cNvSpPr/>
              <p:nvPr/>
            </p:nvSpPr>
            <p:spPr>
              <a:xfrm rot="0">
                <a:off x="2051" y="2733"/>
                <a:ext cx="8" cy="8"/>
              </a:xfrm>
              <a:custGeom>
                <a:avLst/>
                <a:ahLst/>
                <a:rect l="0" t="0" r="r" b="b"/>
                <a:pathLst>
                  <a:path w="70" h="68">
                    <a:moveTo>
                      <a:pt x="49" y="0"/>
                    </a:moveTo>
                    <a:lnTo>
                      <a:pt x="25" y="10"/>
                    </a:lnTo>
                    <a:lnTo>
                      <a:pt x="0" y="21"/>
                    </a:lnTo>
                    <a:lnTo>
                      <a:pt x="20" y="68"/>
                    </a:lnTo>
                    <a:lnTo>
                      <a:pt x="45" y="57"/>
                    </a:lnTo>
                    <a:lnTo>
                      <a:pt x="70" y="46"/>
                    </a:lnTo>
                    <a:lnTo>
                      <a:pt x="4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09" name=""/>
              <p:cNvSpPr/>
              <p:nvPr/>
            </p:nvSpPr>
            <p:spPr>
              <a:xfrm rot="0">
                <a:off x="2051" y="2733"/>
                <a:ext cx="8" cy="8"/>
              </a:xfrm>
              <a:custGeom>
                <a:avLst/>
                <a:ahLst/>
                <a:rect l="0" t="0" r="r" b="b"/>
                <a:pathLst>
                  <a:path w="70" h="68">
                    <a:moveTo>
                      <a:pt x="49" y="0"/>
                    </a:moveTo>
                    <a:lnTo>
                      <a:pt x="25" y="10"/>
                    </a:lnTo>
                    <a:lnTo>
                      <a:pt x="0" y="21"/>
                    </a:lnTo>
                    <a:lnTo>
                      <a:pt x="20" y="68"/>
                    </a:lnTo>
                    <a:lnTo>
                      <a:pt x="45" y="57"/>
                    </a:lnTo>
                    <a:lnTo>
                      <a:pt x="70" y="46"/>
                    </a:lnTo>
                    <a:lnTo>
                      <a:pt x="4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10" name=""/>
              <p:cNvSpPr/>
              <p:nvPr/>
            </p:nvSpPr>
            <p:spPr>
              <a:xfrm rot="0">
                <a:off x="2054" y="2740"/>
                <a:ext cx="2" cy="1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25" y="0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11" name=""/>
              <p:cNvSpPr/>
              <p:nvPr/>
            </p:nvSpPr>
            <p:spPr>
              <a:xfrm rot="0">
                <a:off x="2054" y="27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12" name=""/>
              <p:cNvSpPr/>
              <p:nvPr/>
            </p:nvSpPr>
            <p:spPr>
              <a:xfrm rot="0">
                <a:off x="2054" y="2738"/>
                <a:ext cx="8" cy="8"/>
              </a:xfrm>
              <a:custGeom>
                <a:avLst/>
                <a:ahLst/>
                <a:rect l="0" t="0" r="r" b="b"/>
                <a:pathLst>
                  <a:path w="73" h="71">
                    <a:moveTo>
                      <a:pt x="50" y="0"/>
                    </a:moveTo>
                    <a:lnTo>
                      <a:pt x="25" y="12"/>
                    </a:lnTo>
                    <a:lnTo>
                      <a:pt x="0" y="24"/>
                    </a:lnTo>
                    <a:lnTo>
                      <a:pt x="23" y="71"/>
                    </a:lnTo>
                    <a:lnTo>
                      <a:pt x="48" y="59"/>
                    </a:lnTo>
                    <a:lnTo>
                      <a:pt x="73" y="47"/>
                    </a:lnTo>
                    <a:lnTo>
                      <a:pt x="5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13" name=""/>
              <p:cNvSpPr/>
              <p:nvPr/>
            </p:nvSpPr>
            <p:spPr>
              <a:xfrm rot="0">
                <a:off x="2054" y="2738"/>
                <a:ext cx="8" cy="8"/>
              </a:xfrm>
              <a:custGeom>
                <a:avLst/>
                <a:ahLst/>
                <a:rect l="0" t="0" r="r" b="b"/>
                <a:pathLst>
                  <a:path w="73" h="71">
                    <a:moveTo>
                      <a:pt x="50" y="0"/>
                    </a:moveTo>
                    <a:lnTo>
                      <a:pt x="25" y="12"/>
                    </a:lnTo>
                    <a:lnTo>
                      <a:pt x="0" y="24"/>
                    </a:lnTo>
                    <a:lnTo>
                      <a:pt x="23" y="71"/>
                    </a:lnTo>
                    <a:lnTo>
                      <a:pt x="48" y="59"/>
                    </a:lnTo>
                    <a:lnTo>
                      <a:pt x="73" y="47"/>
                    </a:lnTo>
                    <a:lnTo>
                      <a:pt x="5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14" name=""/>
              <p:cNvSpPr/>
              <p:nvPr/>
            </p:nvSpPr>
            <p:spPr>
              <a:xfrm rot="0">
                <a:off x="2056" y="2745"/>
                <a:ext cx="3" cy="1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25" y="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15" name=""/>
              <p:cNvSpPr/>
              <p:nvPr/>
            </p:nvSpPr>
            <p:spPr>
              <a:xfrm rot="0">
                <a:off x="2056" y="27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16" name=""/>
              <p:cNvSpPr/>
              <p:nvPr/>
            </p:nvSpPr>
            <p:spPr>
              <a:xfrm rot="0">
                <a:off x="2056" y="2744"/>
                <a:ext cx="8" cy="7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48" y="0"/>
                    </a:moveTo>
                    <a:lnTo>
                      <a:pt x="24" y="13"/>
                    </a:lnTo>
                    <a:lnTo>
                      <a:pt x="0" y="26"/>
                    </a:lnTo>
                    <a:lnTo>
                      <a:pt x="24" y="70"/>
                    </a:lnTo>
                    <a:lnTo>
                      <a:pt x="48" y="57"/>
                    </a:lnTo>
                    <a:lnTo>
                      <a:pt x="72" y="44"/>
                    </a:lnTo>
                    <a:lnTo>
                      <a:pt x="4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17" name=""/>
              <p:cNvSpPr/>
              <p:nvPr/>
            </p:nvSpPr>
            <p:spPr>
              <a:xfrm rot="0">
                <a:off x="2056" y="2744"/>
                <a:ext cx="8" cy="7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48" y="0"/>
                    </a:moveTo>
                    <a:lnTo>
                      <a:pt x="24" y="13"/>
                    </a:lnTo>
                    <a:lnTo>
                      <a:pt x="0" y="26"/>
                    </a:lnTo>
                    <a:lnTo>
                      <a:pt x="24" y="70"/>
                    </a:lnTo>
                    <a:lnTo>
                      <a:pt x="48" y="57"/>
                    </a:lnTo>
                    <a:lnTo>
                      <a:pt x="72" y="44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18" name=""/>
              <p:cNvSpPr/>
              <p:nvPr/>
            </p:nvSpPr>
            <p:spPr>
              <a:xfrm rot="0">
                <a:off x="2059" y="2750"/>
                <a:ext cx="3" cy="1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24" y="0"/>
                    </a:moveTo>
                    <a:lnTo>
                      <a:pt x="0" y="13"/>
                    </a:lnTo>
                    <a:lnTo>
                      <a:pt x="0" y="14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19" name=""/>
              <p:cNvSpPr/>
              <p:nvPr/>
            </p:nvSpPr>
            <p:spPr>
              <a:xfrm rot="0">
                <a:off x="2059" y="27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20" name=""/>
              <p:cNvSpPr/>
              <p:nvPr/>
            </p:nvSpPr>
            <p:spPr>
              <a:xfrm rot="0">
                <a:off x="2059" y="2748"/>
                <a:ext cx="8" cy="8"/>
              </a:xfrm>
              <a:custGeom>
                <a:avLst/>
                <a:ahLst/>
                <a:rect l="0" t="0" r="r" b="b"/>
                <a:pathLst>
                  <a:path w="75" h="73">
                    <a:moveTo>
                      <a:pt x="48" y="0"/>
                    </a:moveTo>
                    <a:lnTo>
                      <a:pt x="24" y="14"/>
                    </a:lnTo>
                    <a:lnTo>
                      <a:pt x="0" y="28"/>
                    </a:lnTo>
                    <a:lnTo>
                      <a:pt x="27" y="73"/>
                    </a:lnTo>
                    <a:lnTo>
                      <a:pt x="51" y="59"/>
                    </a:lnTo>
                    <a:lnTo>
                      <a:pt x="75" y="45"/>
                    </a:lnTo>
                    <a:lnTo>
                      <a:pt x="4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21" name=""/>
              <p:cNvSpPr/>
              <p:nvPr/>
            </p:nvSpPr>
            <p:spPr>
              <a:xfrm rot="0">
                <a:off x="2059" y="2748"/>
                <a:ext cx="8" cy="8"/>
              </a:xfrm>
              <a:custGeom>
                <a:avLst/>
                <a:ahLst/>
                <a:rect l="0" t="0" r="r" b="b"/>
                <a:pathLst>
                  <a:path w="75" h="73">
                    <a:moveTo>
                      <a:pt x="48" y="0"/>
                    </a:moveTo>
                    <a:lnTo>
                      <a:pt x="24" y="14"/>
                    </a:lnTo>
                    <a:lnTo>
                      <a:pt x="0" y="28"/>
                    </a:lnTo>
                    <a:lnTo>
                      <a:pt x="27" y="73"/>
                    </a:lnTo>
                    <a:lnTo>
                      <a:pt x="51" y="59"/>
                    </a:lnTo>
                    <a:lnTo>
                      <a:pt x="75" y="45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22" name=""/>
              <p:cNvSpPr/>
              <p:nvPr/>
            </p:nvSpPr>
            <p:spPr>
              <a:xfrm rot="0">
                <a:off x="2062" y="2755"/>
                <a:ext cx="3" cy="2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24" y="0"/>
                    </a:moveTo>
                    <a:lnTo>
                      <a:pt x="0" y="14"/>
                    </a:lnTo>
                    <a:lnTo>
                      <a:pt x="1" y="16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23" name=""/>
              <p:cNvSpPr/>
              <p:nvPr/>
            </p:nvSpPr>
            <p:spPr>
              <a:xfrm rot="0">
                <a:off x="2062" y="27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24" name=""/>
              <p:cNvSpPr/>
              <p:nvPr/>
            </p:nvSpPr>
            <p:spPr>
              <a:xfrm rot="0">
                <a:off x="2062" y="2753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46" y="0"/>
                    </a:moveTo>
                    <a:lnTo>
                      <a:pt x="23" y="16"/>
                    </a:lnTo>
                    <a:lnTo>
                      <a:pt x="0" y="32"/>
                    </a:lnTo>
                    <a:lnTo>
                      <a:pt x="30" y="75"/>
                    </a:lnTo>
                    <a:lnTo>
                      <a:pt x="52" y="58"/>
                    </a:lnTo>
                    <a:lnTo>
                      <a:pt x="75" y="42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25" name=""/>
              <p:cNvSpPr/>
              <p:nvPr/>
            </p:nvSpPr>
            <p:spPr>
              <a:xfrm rot="0">
                <a:off x="2062" y="2753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46" y="0"/>
                    </a:moveTo>
                    <a:lnTo>
                      <a:pt x="23" y="16"/>
                    </a:lnTo>
                    <a:lnTo>
                      <a:pt x="0" y="32"/>
                    </a:lnTo>
                    <a:lnTo>
                      <a:pt x="30" y="75"/>
                    </a:lnTo>
                    <a:lnTo>
                      <a:pt x="52" y="58"/>
                    </a:lnTo>
                    <a:lnTo>
                      <a:pt x="75" y="42"/>
                    </a:lnTo>
                    <a:lnTo>
                      <a:pt x="4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26" name=""/>
              <p:cNvSpPr/>
              <p:nvPr/>
            </p:nvSpPr>
            <p:spPr>
              <a:xfrm rot="0">
                <a:off x="2065" y="2760"/>
                <a:ext cx="3" cy="1"/>
              </a:xfrm>
              <a:custGeom>
                <a:avLst/>
                <a:ahLst/>
                <a:rect l="0" t="0" r="r" b="b"/>
                <a:pathLst>
                  <a:path w="22" h="17">
                    <a:moveTo>
                      <a:pt x="22" y="0"/>
                    </a:moveTo>
                    <a:lnTo>
                      <a:pt x="0" y="17"/>
                    </a:lnTo>
                    <a:lnTo>
                      <a:pt x="1" y="17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27" name=""/>
              <p:cNvSpPr/>
              <p:nvPr/>
            </p:nvSpPr>
            <p:spPr>
              <a:xfrm rot="0">
                <a:off x="2065" y="27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28" name=""/>
              <p:cNvSpPr/>
              <p:nvPr/>
            </p:nvSpPr>
            <p:spPr>
              <a:xfrm rot="0">
                <a:off x="2065" y="2758"/>
                <a:ext cx="9" cy="8"/>
              </a:xfrm>
              <a:custGeom>
                <a:avLst/>
                <a:ahLst/>
                <a:rect l="0" t="0" r="r" b="b"/>
                <a:pathLst>
                  <a:path w="73" h="73">
                    <a:moveTo>
                      <a:pt x="43" y="0"/>
                    </a:moveTo>
                    <a:lnTo>
                      <a:pt x="21" y="16"/>
                    </a:lnTo>
                    <a:lnTo>
                      <a:pt x="0" y="33"/>
                    </a:lnTo>
                    <a:lnTo>
                      <a:pt x="30" y="73"/>
                    </a:lnTo>
                    <a:lnTo>
                      <a:pt x="52" y="56"/>
                    </a:lnTo>
                    <a:lnTo>
                      <a:pt x="73" y="40"/>
                    </a:lnTo>
                    <a:lnTo>
                      <a:pt x="4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29" name=""/>
              <p:cNvSpPr/>
              <p:nvPr/>
            </p:nvSpPr>
            <p:spPr>
              <a:xfrm rot="0">
                <a:off x="2065" y="2758"/>
                <a:ext cx="9" cy="8"/>
              </a:xfrm>
              <a:custGeom>
                <a:avLst/>
                <a:ahLst/>
                <a:rect l="0" t="0" r="r" b="b"/>
                <a:pathLst>
                  <a:path w="73" h="73">
                    <a:moveTo>
                      <a:pt x="43" y="0"/>
                    </a:moveTo>
                    <a:lnTo>
                      <a:pt x="21" y="16"/>
                    </a:lnTo>
                    <a:lnTo>
                      <a:pt x="0" y="33"/>
                    </a:lnTo>
                    <a:lnTo>
                      <a:pt x="30" y="73"/>
                    </a:lnTo>
                    <a:lnTo>
                      <a:pt x="52" y="56"/>
                    </a:lnTo>
                    <a:lnTo>
                      <a:pt x="73" y="40"/>
                    </a:lnTo>
                    <a:lnTo>
                      <a:pt x="4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30" name=""/>
              <p:cNvSpPr/>
              <p:nvPr/>
            </p:nvSpPr>
            <p:spPr>
              <a:xfrm rot="0">
                <a:off x="2069" y="2764"/>
                <a:ext cx="2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31" name=""/>
              <p:cNvSpPr/>
              <p:nvPr/>
            </p:nvSpPr>
            <p:spPr>
              <a:xfrm rot="0">
                <a:off x="2069" y="276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32" name=""/>
              <p:cNvSpPr/>
              <p:nvPr/>
            </p:nvSpPr>
            <p:spPr>
              <a:xfrm rot="0">
                <a:off x="2069" y="2762"/>
                <a:ext cx="8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43" y="0"/>
                    </a:moveTo>
                    <a:lnTo>
                      <a:pt x="22" y="17"/>
                    </a:lnTo>
                    <a:lnTo>
                      <a:pt x="0" y="35"/>
                    </a:lnTo>
                    <a:lnTo>
                      <a:pt x="33" y="75"/>
                    </a:lnTo>
                    <a:lnTo>
                      <a:pt x="54" y="58"/>
                    </a:lnTo>
                    <a:lnTo>
                      <a:pt x="76" y="40"/>
                    </a:lnTo>
                    <a:lnTo>
                      <a:pt x="4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33" name=""/>
              <p:cNvSpPr/>
              <p:nvPr/>
            </p:nvSpPr>
            <p:spPr>
              <a:xfrm rot="0">
                <a:off x="2069" y="2762"/>
                <a:ext cx="8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43" y="0"/>
                    </a:moveTo>
                    <a:lnTo>
                      <a:pt x="22" y="17"/>
                    </a:lnTo>
                    <a:lnTo>
                      <a:pt x="0" y="35"/>
                    </a:lnTo>
                    <a:lnTo>
                      <a:pt x="33" y="75"/>
                    </a:lnTo>
                    <a:lnTo>
                      <a:pt x="54" y="58"/>
                    </a:lnTo>
                    <a:lnTo>
                      <a:pt x="76" y="40"/>
                    </a:lnTo>
                    <a:lnTo>
                      <a:pt x="4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34" name=""/>
              <p:cNvSpPr/>
              <p:nvPr/>
            </p:nvSpPr>
            <p:spPr>
              <a:xfrm rot="0">
                <a:off x="2072" y="2769"/>
                <a:ext cx="3" cy="2"/>
              </a:xfrm>
              <a:custGeom>
                <a:avLst/>
                <a:ahLst/>
                <a:rect l="0" t="0" r="r" b="b"/>
                <a:pathLst>
                  <a:path w="21" h="18">
                    <a:moveTo>
                      <a:pt x="21" y="0"/>
                    </a:moveTo>
                    <a:lnTo>
                      <a:pt x="0" y="17"/>
                    </a:lnTo>
                    <a:lnTo>
                      <a:pt x="1" y="18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35" name=""/>
              <p:cNvSpPr/>
              <p:nvPr/>
            </p:nvSpPr>
            <p:spPr>
              <a:xfrm rot="0">
                <a:off x="2072" y="27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36" name=""/>
              <p:cNvSpPr/>
              <p:nvPr/>
            </p:nvSpPr>
            <p:spPr>
              <a:xfrm rot="0">
                <a:off x="2073" y="2766"/>
                <a:ext cx="8" cy="9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41" y="0"/>
                    </a:moveTo>
                    <a:lnTo>
                      <a:pt x="20" y="19"/>
                    </a:lnTo>
                    <a:lnTo>
                      <a:pt x="0" y="37"/>
                    </a:lnTo>
                    <a:lnTo>
                      <a:pt x="34" y="74"/>
                    </a:lnTo>
                    <a:lnTo>
                      <a:pt x="55" y="56"/>
                    </a:lnTo>
                    <a:lnTo>
                      <a:pt x="76" y="37"/>
                    </a:lnTo>
                    <a:lnTo>
                      <a:pt x="4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37" name=""/>
              <p:cNvSpPr/>
              <p:nvPr/>
            </p:nvSpPr>
            <p:spPr>
              <a:xfrm rot="0">
                <a:off x="2073" y="2766"/>
                <a:ext cx="8" cy="9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41" y="0"/>
                    </a:moveTo>
                    <a:lnTo>
                      <a:pt x="20" y="19"/>
                    </a:lnTo>
                    <a:lnTo>
                      <a:pt x="0" y="37"/>
                    </a:lnTo>
                    <a:lnTo>
                      <a:pt x="34" y="74"/>
                    </a:lnTo>
                    <a:lnTo>
                      <a:pt x="55" y="56"/>
                    </a:lnTo>
                    <a:lnTo>
                      <a:pt x="76" y="37"/>
                    </a:lnTo>
                    <a:lnTo>
                      <a:pt x="4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38" name=""/>
              <p:cNvSpPr/>
              <p:nvPr/>
            </p:nvSpPr>
            <p:spPr>
              <a:xfrm rot="0">
                <a:off x="2076" y="2773"/>
                <a:ext cx="3" cy="2"/>
              </a:xfrm>
              <a:custGeom>
                <a:avLst/>
                <a:ahLst/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8"/>
                    </a:lnTo>
                    <a:lnTo>
                      <a:pt x="2" y="19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39" name=""/>
              <p:cNvSpPr/>
              <p:nvPr/>
            </p:nvSpPr>
            <p:spPr>
              <a:xfrm rot="0">
                <a:off x="2076" y="27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40" name=""/>
              <p:cNvSpPr/>
              <p:nvPr/>
            </p:nvSpPr>
            <p:spPr>
              <a:xfrm rot="0">
                <a:off x="2077" y="2770"/>
                <a:ext cx="8" cy="9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39" y="0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35" y="76"/>
                    </a:lnTo>
                    <a:lnTo>
                      <a:pt x="55" y="56"/>
                    </a:lnTo>
                    <a:lnTo>
                      <a:pt x="74" y="37"/>
                    </a:lnTo>
                    <a:lnTo>
                      <a:pt x="3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41" name=""/>
              <p:cNvSpPr/>
              <p:nvPr/>
            </p:nvSpPr>
            <p:spPr>
              <a:xfrm rot="0">
                <a:off x="2077" y="2770"/>
                <a:ext cx="8" cy="9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39" y="0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35" y="76"/>
                    </a:lnTo>
                    <a:lnTo>
                      <a:pt x="55" y="56"/>
                    </a:lnTo>
                    <a:lnTo>
                      <a:pt x="74" y="37"/>
                    </a:lnTo>
                    <a:lnTo>
                      <a:pt x="3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42" name=""/>
              <p:cNvSpPr/>
              <p:nvPr/>
            </p:nvSpPr>
            <p:spPr>
              <a:xfrm rot="0">
                <a:off x="2080" y="2777"/>
                <a:ext cx="3" cy="2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20" y="0"/>
                    </a:moveTo>
                    <a:lnTo>
                      <a:pt x="0" y="20"/>
                    </a:lnTo>
                    <a:lnTo>
                      <a:pt x="1" y="21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43" name=""/>
              <p:cNvSpPr/>
              <p:nvPr/>
            </p:nvSpPr>
            <p:spPr>
              <a:xfrm rot="0">
                <a:off x="2080" y="277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44" name=""/>
              <p:cNvSpPr/>
              <p:nvPr/>
            </p:nvSpPr>
            <p:spPr>
              <a:xfrm rot="0">
                <a:off x="2081" y="2774"/>
                <a:ext cx="8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37" y="0"/>
                    </a:moveTo>
                    <a:lnTo>
                      <a:pt x="19" y="20"/>
                    </a:lnTo>
                    <a:lnTo>
                      <a:pt x="0" y="41"/>
                    </a:lnTo>
                    <a:lnTo>
                      <a:pt x="38" y="75"/>
                    </a:lnTo>
                    <a:lnTo>
                      <a:pt x="57" y="54"/>
                    </a:lnTo>
                    <a:lnTo>
                      <a:pt x="75" y="33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45" name=""/>
              <p:cNvSpPr/>
              <p:nvPr/>
            </p:nvSpPr>
            <p:spPr>
              <a:xfrm rot="0">
                <a:off x="2081" y="2774"/>
                <a:ext cx="8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37" y="0"/>
                    </a:moveTo>
                    <a:lnTo>
                      <a:pt x="19" y="20"/>
                    </a:lnTo>
                    <a:lnTo>
                      <a:pt x="0" y="41"/>
                    </a:lnTo>
                    <a:lnTo>
                      <a:pt x="38" y="75"/>
                    </a:lnTo>
                    <a:lnTo>
                      <a:pt x="57" y="54"/>
                    </a:lnTo>
                    <a:lnTo>
                      <a:pt x="75" y="33"/>
                    </a:lnTo>
                    <a:lnTo>
                      <a:pt x="3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46" name=""/>
              <p:cNvSpPr/>
              <p:nvPr/>
            </p:nvSpPr>
            <p:spPr>
              <a:xfrm rot="0">
                <a:off x="2085" y="2780"/>
                <a:ext cx="2" cy="3"/>
              </a:xfrm>
              <a:custGeom>
                <a:avLst/>
                <a:ahLst/>
                <a:rect l="0" t="0" r="r" b="b"/>
                <a:pathLst>
                  <a:path w="19" h="22">
                    <a:moveTo>
                      <a:pt x="19" y="0"/>
                    </a:moveTo>
                    <a:lnTo>
                      <a:pt x="0" y="21"/>
                    </a:lnTo>
                    <a:lnTo>
                      <a:pt x="2" y="22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47" name=""/>
              <p:cNvSpPr/>
              <p:nvPr/>
            </p:nvSpPr>
            <p:spPr>
              <a:xfrm rot="0">
                <a:off x="2085" y="278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48" name=""/>
              <p:cNvSpPr/>
              <p:nvPr/>
            </p:nvSpPr>
            <p:spPr>
              <a:xfrm rot="0">
                <a:off x="2085" y="2778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34" y="0"/>
                    </a:moveTo>
                    <a:lnTo>
                      <a:pt x="17" y="22"/>
                    </a:lnTo>
                    <a:lnTo>
                      <a:pt x="0" y="44"/>
                    </a:lnTo>
                    <a:lnTo>
                      <a:pt x="40" y="76"/>
                    </a:lnTo>
                    <a:lnTo>
                      <a:pt x="57" y="55"/>
                    </a:lnTo>
                    <a:lnTo>
                      <a:pt x="74" y="33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49" name=""/>
              <p:cNvSpPr/>
              <p:nvPr/>
            </p:nvSpPr>
            <p:spPr>
              <a:xfrm rot="0">
                <a:off x="2085" y="2778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34" y="0"/>
                    </a:moveTo>
                    <a:lnTo>
                      <a:pt x="17" y="22"/>
                    </a:lnTo>
                    <a:lnTo>
                      <a:pt x="0" y="44"/>
                    </a:lnTo>
                    <a:lnTo>
                      <a:pt x="40" y="76"/>
                    </a:lnTo>
                    <a:lnTo>
                      <a:pt x="57" y="55"/>
                    </a:lnTo>
                    <a:lnTo>
                      <a:pt x="74" y="33"/>
                    </a:lnTo>
                    <a:lnTo>
                      <a:pt x="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50" name=""/>
              <p:cNvSpPr/>
              <p:nvPr/>
            </p:nvSpPr>
            <p:spPr>
              <a:xfrm rot="0">
                <a:off x="2089" y="2784"/>
                <a:ext cx="2" cy="2"/>
              </a:xfrm>
              <a:custGeom>
                <a:avLst/>
                <a:ahLst/>
                <a:rect l="0" t="0" r="r" b="b"/>
                <a:pathLst>
                  <a:path w="17" h="21">
                    <a:moveTo>
                      <a:pt x="17" y="0"/>
                    </a:moveTo>
                    <a:lnTo>
                      <a:pt x="0" y="21"/>
                    </a:lnTo>
                    <a:lnTo>
                      <a:pt x="1" y="21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51" name=""/>
              <p:cNvSpPr/>
              <p:nvPr/>
            </p:nvSpPr>
            <p:spPr>
              <a:xfrm rot="0">
                <a:off x="2089" y="27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52" name=""/>
              <p:cNvSpPr/>
              <p:nvPr/>
            </p:nvSpPr>
            <p:spPr>
              <a:xfrm rot="0">
                <a:off x="2090" y="2782"/>
                <a:ext cx="8" cy="8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32" y="0"/>
                    </a:moveTo>
                    <a:lnTo>
                      <a:pt x="16" y="22"/>
                    </a:lnTo>
                    <a:lnTo>
                      <a:pt x="0" y="43"/>
                    </a:lnTo>
                    <a:lnTo>
                      <a:pt x="41" y="75"/>
                    </a:lnTo>
                    <a:lnTo>
                      <a:pt x="57" y="53"/>
                    </a:lnTo>
                    <a:lnTo>
                      <a:pt x="74" y="31"/>
                    </a:lnTo>
                    <a:lnTo>
                      <a:pt x="3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53" name=""/>
              <p:cNvSpPr/>
              <p:nvPr/>
            </p:nvSpPr>
            <p:spPr>
              <a:xfrm rot="0">
                <a:off x="2090" y="2782"/>
                <a:ext cx="8" cy="8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32" y="0"/>
                    </a:moveTo>
                    <a:lnTo>
                      <a:pt x="16" y="22"/>
                    </a:lnTo>
                    <a:lnTo>
                      <a:pt x="0" y="43"/>
                    </a:lnTo>
                    <a:lnTo>
                      <a:pt x="41" y="75"/>
                    </a:lnTo>
                    <a:lnTo>
                      <a:pt x="57" y="53"/>
                    </a:lnTo>
                    <a:lnTo>
                      <a:pt x="74" y="31"/>
                    </a:lnTo>
                    <a:lnTo>
                      <a:pt x="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54" name=""/>
              <p:cNvSpPr/>
              <p:nvPr/>
            </p:nvSpPr>
            <p:spPr>
              <a:xfrm rot="0">
                <a:off x="2094" y="2788"/>
                <a:ext cx="2" cy="2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16" y="0"/>
                    </a:moveTo>
                    <a:lnTo>
                      <a:pt x="0" y="22"/>
                    </a:lnTo>
                    <a:lnTo>
                      <a:pt x="1" y="23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55" name=""/>
              <p:cNvSpPr/>
              <p:nvPr/>
            </p:nvSpPr>
            <p:spPr>
              <a:xfrm rot="0">
                <a:off x="2094" y="27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56" name=""/>
              <p:cNvSpPr/>
              <p:nvPr/>
            </p:nvSpPr>
            <p:spPr>
              <a:xfrm rot="0">
                <a:off x="2094" y="2785"/>
                <a:ext cx="8" cy="8"/>
              </a:xfrm>
              <a:custGeom>
                <a:avLst/>
                <a:ahLst/>
                <a:rect l="0" t="0" r="r" b="b"/>
                <a:pathLst>
                  <a:path w="73" h="74">
                    <a:moveTo>
                      <a:pt x="31" y="0"/>
                    </a:moveTo>
                    <a:lnTo>
                      <a:pt x="15" y="23"/>
                    </a:lnTo>
                    <a:lnTo>
                      <a:pt x="0" y="46"/>
                    </a:lnTo>
                    <a:lnTo>
                      <a:pt x="42" y="74"/>
                    </a:lnTo>
                    <a:lnTo>
                      <a:pt x="58" y="51"/>
                    </a:lnTo>
                    <a:lnTo>
                      <a:pt x="73" y="29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57" name=""/>
              <p:cNvSpPr/>
              <p:nvPr/>
            </p:nvSpPr>
            <p:spPr>
              <a:xfrm rot="0">
                <a:off x="2094" y="2785"/>
                <a:ext cx="8" cy="8"/>
              </a:xfrm>
              <a:custGeom>
                <a:avLst/>
                <a:ahLst/>
                <a:rect l="0" t="0" r="r" b="b"/>
                <a:pathLst>
                  <a:path w="73" h="74">
                    <a:moveTo>
                      <a:pt x="31" y="0"/>
                    </a:moveTo>
                    <a:lnTo>
                      <a:pt x="15" y="23"/>
                    </a:lnTo>
                    <a:lnTo>
                      <a:pt x="0" y="46"/>
                    </a:lnTo>
                    <a:lnTo>
                      <a:pt x="42" y="74"/>
                    </a:lnTo>
                    <a:lnTo>
                      <a:pt x="58" y="51"/>
                    </a:lnTo>
                    <a:lnTo>
                      <a:pt x="73" y="29"/>
                    </a:lnTo>
                    <a:lnTo>
                      <a:pt x="3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58" name=""/>
              <p:cNvSpPr/>
              <p:nvPr/>
            </p:nvSpPr>
            <p:spPr>
              <a:xfrm rot="0">
                <a:off x="2099" y="2788"/>
                <a:ext cx="5" cy="6"/>
              </a:xfrm>
              <a:custGeom>
                <a:avLst/>
                <a:ahLst/>
                <a:rect l="0" t="0" r="r" b="b"/>
                <a:pathLst>
                  <a:path w="43" h="50">
                    <a:moveTo>
                      <a:pt x="16" y="22"/>
                    </a:moveTo>
                    <a:lnTo>
                      <a:pt x="31" y="0"/>
                    </a:lnTo>
                    <a:lnTo>
                      <a:pt x="37" y="5"/>
                    </a:lnTo>
                    <a:lnTo>
                      <a:pt x="42" y="13"/>
                    </a:lnTo>
                    <a:lnTo>
                      <a:pt x="43" y="21"/>
                    </a:lnTo>
                    <a:lnTo>
                      <a:pt x="43" y="30"/>
                    </a:lnTo>
                    <a:lnTo>
                      <a:pt x="39" y="38"/>
                    </a:lnTo>
                    <a:lnTo>
                      <a:pt x="33" y="44"/>
                    </a:lnTo>
                    <a:lnTo>
                      <a:pt x="25" y="49"/>
                    </a:lnTo>
                    <a:lnTo>
                      <a:pt x="17" y="50"/>
                    </a:lnTo>
                    <a:lnTo>
                      <a:pt x="8" y="50"/>
                    </a:lnTo>
                    <a:lnTo>
                      <a:pt x="0" y="45"/>
                    </a:lnTo>
                    <a:lnTo>
                      <a:pt x="16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59" name=""/>
              <p:cNvSpPr/>
              <p:nvPr/>
            </p:nvSpPr>
            <p:spPr>
              <a:xfrm rot="0">
                <a:off x="2099" y="2788"/>
                <a:ext cx="5" cy="6"/>
              </a:xfrm>
              <a:custGeom>
                <a:avLst/>
                <a:ahLst/>
                <a:rect l="0" t="0" r="r" b="b"/>
                <a:pathLst>
                  <a:path w="43" h="50">
                    <a:moveTo>
                      <a:pt x="31" y="0"/>
                    </a:moveTo>
                    <a:lnTo>
                      <a:pt x="37" y="5"/>
                    </a:lnTo>
                    <a:lnTo>
                      <a:pt x="42" y="13"/>
                    </a:lnTo>
                    <a:lnTo>
                      <a:pt x="43" y="21"/>
                    </a:lnTo>
                    <a:lnTo>
                      <a:pt x="43" y="30"/>
                    </a:lnTo>
                    <a:lnTo>
                      <a:pt x="39" y="38"/>
                    </a:lnTo>
                    <a:lnTo>
                      <a:pt x="33" y="44"/>
                    </a:lnTo>
                    <a:lnTo>
                      <a:pt x="25" y="49"/>
                    </a:lnTo>
                    <a:lnTo>
                      <a:pt x="17" y="50"/>
                    </a:lnTo>
                    <a:lnTo>
                      <a:pt x="8" y="5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60" name=""/>
              <p:cNvSpPr/>
              <p:nvPr/>
            </p:nvSpPr>
            <p:spPr>
              <a:xfrm rot="0">
                <a:off x="2226" y="2788"/>
                <a:ext cx="4" cy="6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27" y="22"/>
                    </a:moveTo>
                    <a:lnTo>
                      <a:pt x="42" y="45"/>
                    </a:lnTo>
                    <a:lnTo>
                      <a:pt x="35" y="50"/>
                    </a:lnTo>
                    <a:lnTo>
                      <a:pt x="26" y="50"/>
                    </a:lnTo>
                    <a:lnTo>
                      <a:pt x="17" y="49"/>
                    </a:lnTo>
                    <a:lnTo>
                      <a:pt x="10" y="44"/>
                    </a:lnTo>
                    <a:lnTo>
                      <a:pt x="4" y="38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1" y="13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27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61" name=""/>
              <p:cNvSpPr/>
              <p:nvPr/>
            </p:nvSpPr>
            <p:spPr>
              <a:xfrm rot="0">
                <a:off x="2226" y="2788"/>
                <a:ext cx="4" cy="6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42" y="45"/>
                    </a:moveTo>
                    <a:lnTo>
                      <a:pt x="35" y="50"/>
                    </a:lnTo>
                    <a:lnTo>
                      <a:pt x="26" y="50"/>
                    </a:lnTo>
                    <a:lnTo>
                      <a:pt x="17" y="49"/>
                    </a:lnTo>
                    <a:lnTo>
                      <a:pt x="10" y="44"/>
                    </a:lnTo>
                    <a:lnTo>
                      <a:pt x="4" y="38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1" y="13"/>
                    </a:lnTo>
                    <a:lnTo>
                      <a:pt x="5" y="5"/>
                    </a:lnTo>
                    <a:lnTo>
                      <a:pt x="1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62" name=""/>
              <p:cNvSpPr/>
              <p:nvPr/>
            </p:nvSpPr>
            <p:spPr>
              <a:xfrm rot="0">
                <a:off x="2227" y="2785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0" y="29"/>
                    </a:moveTo>
                    <a:lnTo>
                      <a:pt x="15" y="51"/>
                    </a:lnTo>
                    <a:lnTo>
                      <a:pt x="30" y="74"/>
                    </a:lnTo>
                    <a:lnTo>
                      <a:pt x="72" y="46"/>
                    </a:lnTo>
                    <a:lnTo>
                      <a:pt x="57" y="23"/>
                    </a:lnTo>
                    <a:lnTo>
                      <a:pt x="42" y="0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63" name=""/>
              <p:cNvSpPr/>
              <p:nvPr/>
            </p:nvSpPr>
            <p:spPr>
              <a:xfrm rot="0">
                <a:off x="2227" y="2785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0" y="29"/>
                    </a:moveTo>
                    <a:lnTo>
                      <a:pt x="15" y="51"/>
                    </a:lnTo>
                    <a:lnTo>
                      <a:pt x="30" y="74"/>
                    </a:lnTo>
                    <a:lnTo>
                      <a:pt x="72" y="46"/>
                    </a:lnTo>
                    <a:lnTo>
                      <a:pt x="57" y="23"/>
                    </a:lnTo>
                    <a:lnTo>
                      <a:pt x="42" y="0"/>
                    </a:lnTo>
                    <a:lnTo>
                      <a:pt x="0" y="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64" name=""/>
              <p:cNvSpPr/>
              <p:nvPr/>
            </p:nvSpPr>
            <p:spPr>
              <a:xfrm rot="0">
                <a:off x="2233" y="2788"/>
                <a:ext cx="2" cy="2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0" y="0"/>
                    </a:moveTo>
                    <a:lnTo>
                      <a:pt x="15" y="23"/>
                    </a:lnTo>
                    <a:lnTo>
                      <a:pt x="17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65" name=""/>
              <p:cNvSpPr/>
              <p:nvPr/>
            </p:nvSpPr>
            <p:spPr>
              <a:xfrm rot="0" flipV="1">
                <a:off x="2235" y="27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66" name=""/>
              <p:cNvSpPr/>
              <p:nvPr/>
            </p:nvSpPr>
            <p:spPr>
              <a:xfrm rot="0">
                <a:off x="2232" y="2782"/>
                <a:ext cx="8" cy="8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0" y="31"/>
                    </a:moveTo>
                    <a:lnTo>
                      <a:pt x="16" y="53"/>
                    </a:lnTo>
                    <a:lnTo>
                      <a:pt x="33" y="75"/>
                    </a:lnTo>
                    <a:lnTo>
                      <a:pt x="74" y="43"/>
                    </a:lnTo>
                    <a:lnTo>
                      <a:pt x="58" y="22"/>
                    </a:lnTo>
                    <a:lnTo>
                      <a:pt x="41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67" name=""/>
              <p:cNvSpPr/>
              <p:nvPr/>
            </p:nvSpPr>
            <p:spPr>
              <a:xfrm rot="0">
                <a:off x="2232" y="2782"/>
                <a:ext cx="8" cy="8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0" y="31"/>
                    </a:moveTo>
                    <a:lnTo>
                      <a:pt x="16" y="53"/>
                    </a:lnTo>
                    <a:lnTo>
                      <a:pt x="33" y="75"/>
                    </a:lnTo>
                    <a:lnTo>
                      <a:pt x="74" y="43"/>
                    </a:lnTo>
                    <a:lnTo>
                      <a:pt x="58" y="22"/>
                    </a:lnTo>
                    <a:lnTo>
                      <a:pt x="41" y="0"/>
                    </a:lnTo>
                    <a:lnTo>
                      <a:pt x="0" y="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68" name=""/>
              <p:cNvSpPr/>
              <p:nvPr/>
            </p:nvSpPr>
            <p:spPr>
              <a:xfrm rot="0">
                <a:off x="2238" y="2784"/>
                <a:ext cx="2" cy="2"/>
              </a:xfrm>
              <a:custGeom>
                <a:avLst/>
                <a:ahLst/>
                <a:rect l="0" t="0" r="r" b="b"/>
                <a:pathLst>
                  <a:path w="17" h="21">
                    <a:moveTo>
                      <a:pt x="0" y="0"/>
                    </a:moveTo>
                    <a:lnTo>
                      <a:pt x="16" y="21"/>
                    </a:lnTo>
                    <a:lnTo>
                      <a:pt x="17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69" name=""/>
              <p:cNvSpPr/>
              <p:nvPr/>
            </p:nvSpPr>
            <p:spPr>
              <a:xfrm rot="0">
                <a:off x="2240" y="27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70" name=""/>
              <p:cNvSpPr/>
              <p:nvPr/>
            </p:nvSpPr>
            <p:spPr>
              <a:xfrm rot="0">
                <a:off x="2236" y="2778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0" y="33"/>
                    </a:moveTo>
                    <a:lnTo>
                      <a:pt x="18" y="55"/>
                    </a:lnTo>
                    <a:lnTo>
                      <a:pt x="35" y="76"/>
                    </a:lnTo>
                    <a:lnTo>
                      <a:pt x="74" y="44"/>
                    </a:lnTo>
                    <a:lnTo>
                      <a:pt x="57" y="22"/>
                    </a:lnTo>
                    <a:lnTo>
                      <a:pt x="39" y="0"/>
                    </a:lnTo>
                    <a:lnTo>
                      <a:pt x="0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71" name=""/>
              <p:cNvSpPr/>
              <p:nvPr/>
            </p:nvSpPr>
            <p:spPr>
              <a:xfrm rot="0">
                <a:off x="2236" y="2778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0" y="33"/>
                    </a:moveTo>
                    <a:lnTo>
                      <a:pt x="18" y="55"/>
                    </a:lnTo>
                    <a:lnTo>
                      <a:pt x="35" y="76"/>
                    </a:lnTo>
                    <a:lnTo>
                      <a:pt x="74" y="44"/>
                    </a:lnTo>
                    <a:lnTo>
                      <a:pt x="57" y="22"/>
                    </a:lnTo>
                    <a:lnTo>
                      <a:pt x="39" y="0"/>
                    </a:lnTo>
                    <a:lnTo>
                      <a:pt x="0" y="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72" name=""/>
              <p:cNvSpPr/>
              <p:nvPr/>
            </p:nvSpPr>
            <p:spPr>
              <a:xfrm rot="0">
                <a:off x="2242" y="2780"/>
                <a:ext cx="2" cy="3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0" y="0"/>
                    </a:moveTo>
                    <a:lnTo>
                      <a:pt x="17" y="22"/>
                    </a:lnTo>
                    <a:lnTo>
                      <a:pt x="18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73" name=""/>
              <p:cNvSpPr/>
              <p:nvPr/>
            </p:nvSpPr>
            <p:spPr>
              <a:xfrm rot="0" flipV="1">
                <a:off x="2244" y="278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74" name=""/>
              <p:cNvSpPr/>
              <p:nvPr/>
            </p:nvSpPr>
            <p:spPr>
              <a:xfrm rot="0">
                <a:off x="2240" y="2774"/>
                <a:ext cx="9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0" y="33"/>
                    </a:moveTo>
                    <a:lnTo>
                      <a:pt x="19" y="54"/>
                    </a:lnTo>
                    <a:lnTo>
                      <a:pt x="37" y="75"/>
                    </a:lnTo>
                    <a:lnTo>
                      <a:pt x="75" y="41"/>
                    </a:lnTo>
                    <a:lnTo>
                      <a:pt x="57" y="20"/>
                    </a:lnTo>
                    <a:lnTo>
                      <a:pt x="38" y="0"/>
                    </a:lnTo>
                    <a:lnTo>
                      <a:pt x="0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75" name=""/>
              <p:cNvSpPr/>
              <p:nvPr/>
            </p:nvSpPr>
            <p:spPr>
              <a:xfrm rot="0">
                <a:off x="2240" y="2774"/>
                <a:ext cx="9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0" y="33"/>
                    </a:moveTo>
                    <a:lnTo>
                      <a:pt x="19" y="54"/>
                    </a:lnTo>
                    <a:lnTo>
                      <a:pt x="37" y="75"/>
                    </a:lnTo>
                    <a:lnTo>
                      <a:pt x="75" y="41"/>
                    </a:lnTo>
                    <a:lnTo>
                      <a:pt x="57" y="20"/>
                    </a:lnTo>
                    <a:lnTo>
                      <a:pt x="38" y="0"/>
                    </a:lnTo>
                    <a:lnTo>
                      <a:pt x="0" y="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76" name=""/>
              <p:cNvSpPr/>
              <p:nvPr/>
            </p:nvSpPr>
            <p:spPr>
              <a:xfrm rot="0">
                <a:off x="2247" y="2777"/>
                <a:ext cx="2" cy="2"/>
              </a:xfrm>
              <a:custGeom>
                <a:avLst/>
                <a:ahLst/>
                <a:rect l="0" t="0" r="r" b="b"/>
                <a:pathLst>
                  <a:path w="19" h="21">
                    <a:moveTo>
                      <a:pt x="0" y="0"/>
                    </a:moveTo>
                    <a:lnTo>
                      <a:pt x="18" y="21"/>
                    </a:lnTo>
                    <a:lnTo>
                      <a:pt x="19" y="2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77" name=""/>
              <p:cNvSpPr/>
              <p:nvPr/>
            </p:nvSpPr>
            <p:spPr>
              <a:xfrm rot="0" flipV="1">
                <a:off x="2249" y="277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78" name=""/>
              <p:cNvSpPr/>
              <p:nvPr/>
            </p:nvSpPr>
            <p:spPr>
              <a:xfrm rot="0">
                <a:off x="2244" y="2770"/>
                <a:ext cx="9" cy="9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0" y="37"/>
                    </a:moveTo>
                    <a:lnTo>
                      <a:pt x="20" y="56"/>
                    </a:lnTo>
                    <a:lnTo>
                      <a:pt x="39" y="76"/>
                    </a:lnTo>
                    <a:lnTo>
                      <a:pt x="76" y="39"/>
                    </a:lnTo>
                    <a:lnTo>
                      <a:pt x="57" y="20"/>
                    </a:lnTo>
                    <a:lnTo>
                      <a:pt x="37" y="0"/>
                    </a:lnTo>
                    <a:lnTo>
                      <a:pt x="0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79" name=""/>
              <p:cNvSpPr/>
              <p:nvPr/>
            </p:nvSpPr>
            <p:spPr>
              <a:xfrm rot="0">
                <a:off x="2244" y="2770"/>
                <a:ext cx="9" cy="9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0" y="37"/>
                    </a:moveTo>
                    <a:lnTo>
                      <a:pt x="20" y="56"/>
                    </a:lnTo>
                    <a:lnTo>
                      <a:pt x="39" y="76"/>
                    </a:lnTo>
                    <a:lnTo>
                      <a:pt x="76" y="39"/>
                    </a:lnTo>
                    <a:lnTo>
                      <a:pt x="57" y="20"/>
                    </a:lnTo>
                    <a:lnTo>
                      <a:pt x="37" y="0"/>
                    </a:lnTo>
                    <a:lnTo>
                      <a:pt x="0" y="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80" name=""/>
              <p:cNvSpPr/>
              <p:nvPr/>
            </p:nvSpPr>
            <p:spPr>
              <a:xfrm rot="0">
                <a:off x="2251" y="2773"/>
                <a:ext cx="2" cy="2"/>
              </a:xfrm>
              <a:custGeom>
                <a:avLst/>
                <a:ahLst/>
                <a:rect l="0" t="0" r="r" b="b"/>
                <a:pathLst>
                  <a:path w="20" h="19">
                    <a:moveTo>
                      <a:pt x="0" y="0"/>
                    </a:moveTo>
                    <a:lnTo>
                      <a:pt x="19" y="19"/>
                    </a:lnTo>
                    <a:lnTo>
                      <a:pt x="20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81" name=""/>
              <p:cNvSpPr/>
              <p:nvPr/>
            </p:nvSpPr>
            <p:spPr>
              <a:xfrm rot="0" flipV="1">
                <a:off x="2253" y="27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82" name=""/>
              <p:cNvSpPr/>
              <p:nvPr/>
            </p:nvSpPr>
            <p:spPr>
              <a:xfrm rot="0">
                <a:off x="2248" y="2766"/>
                <a:ext cx="9" cy="9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0" y="37"/>
                    </a:moveTo>
                    <a:lnTo>
                      <a:pt x="21" y="56"/>
                    </a:lnTo>
                    <a:lnTo>
                      <a:pt x="41" y="74"/>
                    </a:lnTo>
                    <a:lnTo>
                      <a:pt x="76" y="37"/>
                    </a:lnTo>
                    <a:lnTo>
                      <a:pt x="55" y="19"/>
                    </a:lnTo>
                    <a:lnTo>
                      <a:pt x="35" y="0"/>
                    </a:lnTo>
                    <a:lnTo>
                      <a:pt x="0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83" name=""/>
              <p:cNvSpPr/>
              <p:nvPr/>
            </p:nvSpPr>
            <p:spPr>
              <a:xfrm rot="0">
                <a:off x="2248" y="2766"/>
                <a:ext cx="9" cy="9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0" y="37"/>
                    </a:moveTo>
                    <a:lnTo>
                      <a:pt x="21" y="56"/>
                    </a:lnTo>
                    <a:lnTo>
                      <a:pt x="41" y="74"/>
                    </a:lnTo>
                    <a:lnTo>
                      <a:pt x="76" y="37"/>
                    </a:lnTo>
                    <a:lnTo>
                      <a:pt x="55" y="19"/>
                    </a:lnTo>
                    <a:lnTo>
                      <a:pt x="35" y="0"/>
                    </a:lnTo>
                    <a:lnTo>
                      <a:pt x="0" y="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84" name=""/>
              <p:cNvSpPr/>
              <p:nvPr/>
            </p:nvSpPr>
            <p:spPr>
              <a:xfrm rot="0">
                <a:off x="2254" y="2769"/>
                <a:ext cx="3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0" y="0"/>
                    </a:moveTo>
                    <a:lnTo>
                      <a:pt x="21" y="18"/>
                    </a:lnTo>
                    <a:lnTo>
                      <a:pt x="22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85" name=""/>
              <p:cNvSpPr/>
              <p:nvPr/>
            </p:nvSpPr>
            <p:spPr>
              <a:xfrm rot="0" flipV="1">
                <a:off x="2257" y="27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86" name=""/>
              <p:cNvSpPr/>
              <p:nvPr/>
            </p:nvSpPr>
            <p:spPr>
              <a:xfrm rot="0">
                <a:off x="2252" y="2762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0" y="40"/>
                    </a:moveTo>
                    <a:lnTo>
                      <a:pt x="21" y="58"/>
                    </a:lnTo>
                    <a:lnTo>
                      <a:pt x="43" y="75"/>
                    </a:lnTo>
                    <a:lnTo>
                      <a:pt x="76" y="35"/>
                    </a:lnTo>
                    <a:lnTo>
                      <a:pt x="54" y="17"/>
                    </a:lnTo>
                    <a:lnTo>
                      <a:pt x="32" y="0"/>
                    </a:lnTo>
                    <a:lnTo>
                      <a:pt x="0" y="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87" name=""/>
              <p:cNvSpPr/>
              <p:nvPr/>
            </p:nvSpPr>
            <p:spPr>
              <a:xfrm rot="0">
                <a:off x="2252" y="2762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0" y="40"/>
                    </a:moveTo>
                    <a:lnTo>
                      <a:pt x="21" y="58"/>
                    </a:lnTo>
                    <a:lnTo>
                      <a:pt x="43" y="75"/>
                    </a:lnTo>
                    <a:lnTo>
                      <a:pt x="76" y="35"/>
                    </a:lnTo>
                    <a:lnTo>
                      <a:pt x="54" y="17"/>
                    </a:lnTo>
                    <a:lnTo>
                      <a:pt x="32" y="0"/>
                    </a:lnTo>
                    <a:lnTo>
                      <a:pt x="0" y="4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238" name=""/>
            <p:cNvGrpSpPr/>
            <p:nvPr/>
          </p:nvGrpSpPr>
          <p:grpSpPr>
            <a:xfrm rot="0">
              <a:off x="2098" y="2587"/>
              <a:ext cx="190" cy="226"/>
              <a:chOff x="2098" y="2587"/>
              <a:chExt cx="190" cy="226"/>
            </a:xfrm>
          </p:grpSpPr>
          <p:sp>
            <p:nvSpPr>
              <p:cNvPr id="1067988" name=""/>
              <p:cNvSpPr/>
              <p:nvPr/>
            </p:nvSpPr>
            <p:spPr>
              <a:xfrm rot="0">
                <a:off x="2258" y="2764"/>
                <a:ext cx="3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0" y="0"/>
                    </a:moveTo>
                    <a:lnTo>
                      <a:pt x="22" y="18"/>
                    </a:lnTo>
                    <a:lnTo>
                      <a:pt x="22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89" name=""/>
              <p:cNvSpPr/>
              <p:nvPr/>
            </p:nvSpPr>
            <p:spPr>
              <a:xfrm rot="0" flipV="1">
                <a:off x="2261" y="276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90" name=""/>
              <p:cNvSpPr/>
              <p:nvPr/>
            </p:nvSpPr>
            <p:spPr>
              <a:xfrm rot="0">
                <a:off x="2256" y="2758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0" y="40"/>
                    </a:moveTo>
                    <a:lnTo>
                      <a:pt x="22" y="56"/>
                    </a:lnTo>
                    <a:lnTo>
                      <a:pt x="44" y="73"/>
                    </a:lnTo>
                    <a:lnTo>
                      <a:pt x="74" y="33"/>
                    </a:lnTo>
                    <a:lnTo>
                      <a:pt x="52" y="16"/>
                    </a:lnTo>
                    <a:lnTo>
                      <a:pt x="31" y="0"/>
                    </a:lnTo>
                    <a:lnTo>
                      <a:pt x="0" y="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91" name=""/>
              <p:cNvSpPr/>
              <p:nvPr/>
            </p:nvSpPr>
            <p:spPr>
              <a:xfrm rot="0">
                <a:off x="2256" y="2758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0" y="40"/>
                    </a:moveTo>
                    <a:lnTo>
                      <a:pt x="22" y="56"/>
                    </a:lnTo>
                    <a:lnTo>
                      <a:pt x="44" y="73"/>
                    </a:lnTo>
                    <a:lnTo>
                      <a:pt x="74" y="33"/>
                    </a:lnTo>
                    <a:lnTo>
                      <a:pt x="52" y="16"/>
                    </a:lnTo>
                    <a:lnTo>
                      <a:pt x="31" y="0"/>
                    </a:lnTo>
                    <a:lnTo>
                      <a:pt x="0" y="4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92" name=""/>
              <p:cNvSpPr/>
              <p:nvPr/>
            </p:nvSpPr>
            <p:spPr>
              <a:xfrm rot="0">
                <a:off x="2261" y="2760"/>
                <a:ext cx="3" cy="1"/>
              </a:xfrm>
              <a:custGeom>
                <a:avLst/>
                <a:ahLst/>
                <a:rect l="0" t="0" r="r" b="b"/>
                <a:pathLst>
                  <a:path w="23" h="17">
                    <a:moveTo>
                      <a:pt x="0" y="0"/>
                    </a:moveTo>
                    <a:lnTo>
                      <a:pt x="22" y="17"/>
                    </a:lnTo>
                    <a:lnTo>
                      <a:pt x="23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93" name=""/>
              <p:cNvSpPr/>
              <p:nvPr/>
            </p:nvSpPr>
            <p:spPr>
              <a:xfrm rot="0">
                <a:off x="2264" y="27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94" name=""/>
              <p:cNvSpPr/>
              <p:nvPr/>
            </p:nvSpPr>
            <p:spPr>
              <a:xfrm rot="0">
                <a:off x="2259" y="2753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0" y="42"/>
                    </a:moveTo>
                    <a:lnTo>
                      <a:pt x="23" y="58"/>
                    </a:lnTo>
                    <a:lnTo>
                      <a:pt x="46" y="75"/>
                    </a:lnTo>
                    <a:lnTo>
                      <a:pt x="75" y="32"/>
                    </a:lnTo>
                    <a:lnTo>
                      <a:pt x="53" y="16"/>
                    </a:lnTo>
                    <a:lnTo>
                      <a:pt x="30" y="0"/>
                    </a:lnTo>
                    <a:lnTo>
                      <a:pt x="0" y="4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95" name=""/>
              <p:cNvSpPr/>
              <p:nvPr/>
            </p:nvSpPr>
            <p:spPr>
              <a:xfrm rot="0">
                <a:off x="2259" y="2753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0" y="42"/>
                    </a:moveTo>
                    <a:lnTo>
                      <a:pt x="23" y="58"/>
                    </a:lnTo>
                    <a:lnTo>
                      <a:pt x="46" y="75"/>
                    </a:lnTo>
                    <a:lnTo>
                      <a:pt x="75" y="32"/>
                    </a:lnTo>
                    <a:lnTo>
                      <a:pt x="53" y="16"/>
                    </a:lnTo>
                    <a:lnTo>
                      <a:pt x="30" y="0"/>
                    </a:lnTo>
                    <a:lnTo>
                      <a:pt x="0" y="4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96" name=""/>
              <p:cNvSpPr/>
              <p:nvPr/>
            </p:nvSpPr>
            <p:spPr>
              <a:xfrm rot="0">
                <a:off x="2265" y="2755"/>
                <a:ext cx="2" cy="2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22" y="16"/>
                    </a:lnTo>
                    <a:lnTo>
                      <a:pt x="24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97" name=""/>
              <p:cNvSpPr/>
              <p:nvPr/>
            </p:nvSpPr>
            <p:spPr>
              <a:xfrm rot="0" flipV="1">
                <a:off x="2267" y="27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7998" name=""/>
              <p:cNvSpPr/>
              <p:nvPr/>
            </p:nvSpPr>
            <p:spPr>
              <a:xfrm rot="0">
                <a:off x="2262" y="2748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0" y="45"/>
                    </a:moveTo>
                    <a:lnTo>
                      <a:pt x="24" y="59"/>
                    </a:lnTo>
                    <a:lnTo>
                      <a:pt x="48" y="73"/>
                    </a:lnTo>
                    <a:lnTo>
                      <a:pt x="74" y="28"/>
                    </a:lnTo>
                    <a:lnTo>
                      <a:pt x="50" y="14"/>
                    </a:lnTo>
                    <a:lnTo>
                      <a:pt x="26" y="0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7999" name=""/>
              <p:cNvSpPr/>
              <p:nvPr/>
            </p:nvSpPr>
            <p:spPr>
              <a:xfrm rot="0">
                <a:off x="2262" y="2748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0" y="45"/>
                    </a:moveTo>
                    <a:lnTo>
                      <a:pt x="24" y="59"/>
                    </a:lnTo>
                    <a:lnTo>
                      <a:pt x="48" y="73"/>
                    </a:lnTo>
                    <a:lnTo>
                      <a:pt x="74" y="28"/>
                    </a:lnTo>
                    <a:lnTo>
                      <a:pt x="50" y="14"/>
                    </a:lnTo>
                    <a:lnTo>
                      <a:pt x="26" y="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00" name=""/>
              <p:cNvSpPr/>
              <p:nvPr/>
            </p:nvSpPr>
            <p:spPr>
              <a:xfrm rot="0">
                <a:off x="2268" y="2750"/>
                <a:ext cx="2" cy="1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0"/>
                    </a:moveTo>
                    <a:lnTo>
                      <a:pt x="24" y="14"/>
                    </a:lnTo>
                    <a:lnTo>
                      <a:pt x="24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01" name=""/>
              <p:cNvSpPr/>
              <p:nvPr/>
            </p:nvSpPr>
            <p:spPr>
              <a:xfrm rot="0" flipV="1">
                <a:off x="2270" y="27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02" name=""/>
              <p:cNvSpPr/>
              <p:nvPr/>
            </p:nvSpPr>
            <p:spPr>
              <a:xfrm rot="0">
                <a:off x="2265" y="2744"/>
                <a:ext cx="8" cy="7"/>
              </a:xfrm>
              <a:custGeom>
                <a:avLst/>
                <a:ahLst/>
                <a:rect l="0" t="0" r="r" b="b"/>
                <a:pathLst>
                  <a:path w="73" h="70">
                    <a:moveTo>
                      <a:pt x="0" y="44"/>
                    </a:moveTo>
                    <a:lnTo>
                      <a:pt x="24" y="57"/>
                    </a:lnTo>
                    <a:lnTo>
                      <a:pt x="48" y="70"/>
                    </a:lnTo>
                    <a:lnTo>
                      <a:pt x="73" y="26"/>
                    </a:lnTo>
                    <a:lnTo>
                      <a:pt x="49" y="13"/>
                    </a:lnTo>
                    <a:lnTo>
                      <a:pt x="25" y="0"/>
                    </a:lnTo>
                    <a:lnTo>
                      <a:pt x="0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03" name=""/>
              <p:cNvSpPr/>
              <p:nvPr/>
            </p:nvSpPr>
            <p:spPr>
              <a:xfrm rot="0">
                <a:off x="2265" y="2744"/>
                <a:ext cx="8" cy="7"/>
              </a:xfrm>
              <a:custGeom>
                <a:avLst/>
                <a:ahLst/>
                <a:rect l="0" t="0" r="r" b="b"/>
                <a:pathLst>
                  <a:path w="73" h="70">
                    <a:moveTo>
                      <a:pt x="0" y="44"/>
                    </a:moveTo>
                    <a:lnTo>
                      <a:pt x="24" y="57"/>
                    </a:lnTo>
                    <a:lnTo>
                      <a:pt x="48" y="70"/>
                    </a:lnTo>
                    <a:lnTo>
                      <a:pt x="73" y="26"/>
                    </a:lnTo>
                    <a:lnTo>
                      <a:pt x="49" y="13"/>
                    </a:lnTo>
                    <a:lnTo>
                      <a:pt x="25" y="0"/>
                    </a:lnTo>
                    <a:lnTo>
                      <a:pt x="0" y="4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04" name=""/>
              <p:cNvSpPr/>
              <p:nvPr/>
            </p:nvSpPr>
            <p:spPr>
              <a:xfrm rot="0">
                <a:off x="2270" y="2745"/>
                <a:ext cx="3" cy="1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0" y="0"/>
                    </a:moveTo>
                    <a:lnTo>
                      <a:pt x="24" y="13"/>
                    </a:lnTo>
                    <a:lnTo>
                      <a:pt x="25" y="1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05" name=""/>
              <p:cNvSpPr/>
              <p:nvPr/>
            </p:nvSpPr>
            <p:spPr>
              <a:xfrm rot="0" flipV="1">
                <a:off x="2273" y="27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06" name=""/>
              <p:cNvSpPr/>
              <p:nvPr/>
            </p:nvSpPr>
            <p:spPr>
              <a:xfrm rot="0">
                <a:off x="2268" y="2738"/>
                <a:ext cx="8" cy="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0" y="47"/>
                    </a:moveTo>
                    <a:lnTo>
                      <a:pt x="25" y="59"/>
                    </a:lnTo>
                    <a:lnTo>
                      <a:pt x="50" y="71"/>
                    </a:lnTo>
                    <a:lnTo>
                      <a:pt x="72" y="24"/>
                    </a:lnTo>
                    <a:lnTo>
                      <a:pt x="47" y="12"/>
                    </a:lnTo>
                    <a:lnTo>
                      <a:pt x="22" y="0"/>
                    </a:lnTo>
                    <a:lnTo>
                      <a:pt x="0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07" name=""/>
              <p:cNvSpPr/>
              <p:nvPr/>
            </p:nvSpPr>
            <p:spPr>
              <a:xfrm rot="0">
                <a:off x="2268" y="2738"/>
                <a:ext cx="8" cy="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0" y="47"/>
                    </a:moveTo>
                    <a:lnTo>
                      <a:pt x="25" y="59"/>
                    </a:lnTo>
                    <a:lnTo>
                      <a:pt x="50" y="71"/>
                    </a:lnTo>
                    <a:lnTo>
                      <a:pt x="72" y="24"/>
                    </a:lnTo>
                    <a:lnTo>
                      <a:pt x="47" y="12"/>
                    </a:lnTo>
                    <a:lnTo>
                      <a:pt x="22" y="0"/>
                    </a:lnTo>
                    <a:lnTo>
                      <a:pt x="0" y="4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08" name=""/>
              <p:cNvSpPr/>
              <p:nvPr/>
            </p:nvSpPr>
            <p:spPr>
              <a:xfrm rot="0">
                <a:off x="2273" y="2740"/>
                <a:ext cx="3" cy="1"/>
              </a:xfrm>
              <a:custGeom>
                <a:avLst/>
                <a:ahLst/>
                <a:rect l="0" t="0" r="r" b="b"/>
                <a:pathLst>
                  <a:path w="27" h="12">
                    <a:moveTo>
                      <a:pt x="0" y="0"/>
                    </a:moveTo>
                    <a:lnTo>
                      <a:pt x="25" y="12"/>
                    </a:lnTo>
                    <a:lnTo>
                      <a:pt x="27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09" name=""/>
              <p:cNvSpPr/>
              <p:nvPr/>
            </p:nvSpPr>
            <p:spPr>
              <a:xfrm rot="0" flipV="1">
                <a:off x="2276" y="27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10" name=""/>
              <p:cNvSpPr/>
              <p:nvPr/>
            </p:nvSpPr>
            <p:spPr>
              <a:xfrm rot="0">
                <a:off x="2270" y="2733"/>
                <a:ext cx="8" cy="8"/>
              </a:xfrm>
              <a:custGeom>
                <a:avLst/>
                <a:ahLst/>
                <a:rect l="0" t="0" r="r" b="b"/>
                <a:pathLst>
                  <a:path w="72" h="68">
                    <a:moveTo>
                      <a:pt x="0" y="46"/>
                    </a:moveTo>
                    <a:lnTo>
                      <a:pt x="26" y="57"/>
                    </a:lnTo>
                    <a:lnTo>
                      <a:pt x="53" y="68"/>
                    </a:lnTo>
                    <a:lnTo>
                      <a:pt x="72" y="21"/>
                    </a:lnTo>
                    <a:lnTo>
                      <a:pt x="46" y="10"/>
                    </a:lnTo>
                    <a:lnTo>
                      <a:pt x="20" y="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11" name=""/>
              <p:cNvSpPr/>
              <p:nvPr/>
            </p:nvSpPr>
            <p:spPr>
              <a:xfrm rot="0">
                <a:off x="2270" y="2733"/>
                <a:ext cx="8" cy="8"/>
              </a:xfrm>
              <a:custGeom>
                <a:avLst/>
                <a:ahLst/>
                <a:rect l="0" t="0" r="r" b="b"/>
                <a:pathLst>
                  <a:path w="72" h="68">
                    <a:moveTo>
                      <a:pt x="0" y="46"/>
                    </a:moveTo>
                    <a:lnTo>
                      <a:pt x="26" y="57"/>
                    </a:lnTo>
                    <a:lnTo>
                      <a:pt x="53" y="68"/>
                    </a:lnTo>
                    <a:lnTo>
                      <a:pt x="72" y="21"/>
                    </a:lnTo>
                    <a:lnTo>
                      <a:pt x="46" y="10"/>
                    </a:lnTo>
                    <a:lnTo>
                      <a:pt x="20" y="0"/>
                    </a:lnTo>
                    <a:lnTo>
                      <a:pt x="0" y="4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12" name=""/>
              <p:cNvSpPr/>
              <p:nvPr/>
            </p:nvSpPr>
            <p:spPr>
              <a:xfrm rot="0">
                <a:off x="2275" y="2735"/>
                <a:ext cx="3" cy="1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0"/>
                    </a:moveTo>
                    <a:lnTo>
                      <a:pt x="26" y="11"/>
                    </a:lnTo>
                    <a:lnTo>
                      <a:pt x="26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13" name=""/>
              <p:cNvSpPr/>
              <p:nvPr/>
            </p:nvSpPr>
            <p:spPr>
              <a:xfrm rot="0" flipV="1">
                <a:off x="2278" y="273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14" name=""/>
              <p:cNvSpPr/>
              <p:nvPr/>
            </p:nvSpPr>
            <p:spPr>
              <a:xfrm rot="0">
                <a:off x="2272" y="2728"/>
                <a:ext cx="8" cy="8"/>
              </a:xfrm>
              <a:custGeom>
                <a:avLst/>
                <a:ahLst/>
                <a:rect l="0" t="0" r="r" b="b"/>
                <a:pathLst>
                  <a:path w="71" h="67">
                    <a:moveTo>
                      <a:pt x="0" y="48"/>
                    </a:moveTo>
                    <a:lnTo>
                      <a:pt x="26" y="57"/>
                    </a:lnTo>
                    <a:lnTo>
                      <a:pt x="52" y="67"/>
                    </a:lnTo>
                    <a:lnTo>
                      <a:pt x="71" y="19"/>
                    </a:lnTo>
                    <a:lnTo>
                      <a:pt x="44" y="10"/>
                    </a:lnTo>
                    <a:lnTo>
                      <a:pt x="18" y="0"/>
                    </a:lnTo>
                    <a:lnTo>
                      <a:pt x="0" y="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15" name=""/>
              <p:cNvSpPr/>
              <p:nvPr/>
            </p:nvSpPr>
            <p:spPr>
              <a:xfrm rot="0">
                <a:off x="2272" y="2728"/>
                <a:ext cx="8" cy="8"/>
              </a:xfrm>
              <a:custGeom>
                <a:avLst/>
                <a:ahLst/>
                <a:rect l="0" t="0" r="r" b="b"/>
                <a:pathLst>
                  <a:path w="71" h="67">
                    <a:moveTo>
                      <a:pt x="0" y="48"/>
                    </a:moveTo>
                    <a:lnTo>
                      <a:pt x="26" y="57"/>
                    </a:lnTo>
                    <a:lnTo>
                      <a:pt x="52" y="67"/>
                    </a:lnTo>
                    <a:lnTo>
                      <a:pt x="71" y="19"/>
                    </a:lnTo>
                    <a:lnTo>
                      <a:pt x="44" y="10"/>
                    </a:lnTo>
                    <a:lnTo>
                      <a:pt x="18" y="0"/>
                    </a:lnTo>
                    <a:lnTo>
                      <a:pt x="0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16" name=""/>
              <p:cNvSpPr/>
              <p:nvPr/>
            </p:nvSpPr>
            <p:spPr>
              <a:xfrm rot="0">
                <a:off x="2277" y="2729"/>
                <a:ext cx="3" cy="1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0" y="0"/>
                    </a:moveTo>
                    <a:lnTo>
                      <a:pt x="27" y="9"/>
                    </a:lnTo>
                    <a:lnTo>
                      <a:pt x="27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17" name=""/>
              <p:cNvSpPr/>
              <p:nvPr/>
            </p:nvSpPr>
            <p:spPr>
              <a:xfrm rot="0" flipV="1">
                <a:off x="2280" y="273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18" name=""/>
              <p:cNvSpPr/>
              <p:nvPr/>
            </p:nvSpPr>
            <p:spPr>
              <a:xfrm rot="0">
                <a:off x="2274" y="2723"/>
                <a:ext cx="8" cy="7"/>
              </a:xfrm>
              <a:custGeom>
                <a:avLst/>
                <a:ahLst/>
                <a:rect l="0" t="0" r="r" b="b"/>
                <a:pathLst>
                  <a:path w="68" h="66">
                    <a:moveTo>
                      <a:pt x="0" y="49"/>
                    </a:moveTo>
                    <a:lnTo>
                      <a:pt x="26" y="58"/>
                    </a:lnTo>
                    <a:lnTo>
                      <a:pt x="53" y="66"/>
                    </a:lnTo>
                    <a:lnTo>
                      <a:pt x="68" y="17"/>
                    </a:lnTo>
                    <a:lnTo>
                      <a:pt x="42" y="9"/>
                    </a:lnTo>
                    <a:lnTo>
                      <a:pt x="16" y="0"/>
                    </a:lnTo>
                    <a:lnTo>
                      <a:pt x="0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19" name=""/>
              <p:cNvSpPr/>
              <p:nvPr/>
            </p:nvSpPr>
            <p:spPr>
              <a:xfrm rot="0">
                <a:off x="2274" y="2723"/>
                <a:ext cx="8" cy="7"/>
              </a:xfrm>
              <a:custGeom>
                <a:avLst/>
                <a:ahLst/>
                <a:rect l="0" t="0" r="r" b="b"/>
                <a:pathLst>
                  <a:path w="68" h="66">
                    <a:moveTo>
                      <a:pt x="0" y="49"/>
                    </a:moveTo>
                    <a:lnTo>
                      <a:pt x="26" y="58"/>
                    </a:lnTo>
                    <a:lnTo>
                      <a:pt x="53" y="66"/>
                    </a:lnTo>
                    <a:lnTo>
                      <a:pt x="68" y="17"/>
                    </a:lnTo>
                    <a:lnTo>
                      <a:pt x="42" y="9"/>
                    </a:lnTo>
                    <a:lnTo>
                      <a:pt x="16" y="0"/>
                    </a:lnTo>
                    <a:lnTo>
                      <a:pt x="0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20" name=""/>
              <p:cNvSpPr/>
              <p:nvPr/>
            </p:nvSpPr>
            <p:spPr>
              <a:xfrm rot="0">
                <a:off x="2279" y="2724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0"/>
                    </a:moveTo>
                    <a:lnTo>
                      <a:pt x="26" y="8"/>
                    </a:lnTo>
                    <a:lnTo>
                      <a:pt x="27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21" name=""/>
              <p:cNvSpPr/>
              <p:nvPr/>
            </p:nvSpPr>
            <p:spPr>
              <a:xfrm rot="0" flipV="1">
                <a:off x="2282" y="27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22" name=""/>
              <p:cNvSpPr/>
              <p:nvPr/>
            </p:nvSpPr>
            <p:spPr>
              <a:xfrm rot="0">
                <a:off x="2276" y="2718"/>
                <a:ext cx="7" cy="7"/>
              </a:xfrm>
              <a:custGeom>
                <a:avLst/>
                <a:ahLst/>
                <a:rect l="0" t="0" r="r" b="b"/>
                <a:pathLst>
                  <a:path w="67" h="63">
                    <a:moveTo>
                      <a:pt x="0" y="50"/>
                    </a:moveTo>
                    <a:lnTo>
                      <a:pt x="27" y="57"/>
                    </a:lnTo>
                    <a:lnTo>
                      <a:pt x="54" y="63"/>
                    </a:lnTo>
                    <a:lnTo>
                      <a:pt x="67" y="13"/>
                    </a:lnTo>
                    <a:lnTo>
                      <a:pt x="40" y="7"/>
                    </a:lnTo>
                    <a:lnTo>
                      <a:pt x="13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23" name=""/>
              <p:cNvSpPr/>
              <p:nvPr/>
            </p:nvSpPr>
            <p:spPr>
              <a:xfrm rot="0">
                <a:off x="2276" y="2718"/>
                <a:ext cx="7" cy="7"/>
              </a:xfrm>
              <a:custGeom>
                <a:avLst/>
                <a:ahLst/>
                <a:rect l="0" t="0" r="r" b="b"/>
                <a:pathLst>
                  <a:path w="67" h="63">
                    <a:moveTo>
                      <a:pt x="0" y="50"/>
                    </a:moveTo>
                    <a:lnTo>
                      <a:pt x="27" y="57"/>
                    </a:lnTo>
                    <a:lnTo>
                      <a:pt x="54" y="63"/>
                    </a:lnTo>
                    <a:lnTo>
                      <a:pt x="67" y="13"/>
                    </a:lnTo>
                    <a:lnTo>
                      <a:pt x="40" y="7"/>
                    </a:lnTo>
                    <a:lnTo>
                      <a:pt x="13" y="0"/>
                    </a:lnTo>
                    <a:lnTo>
                      <a:pt x="0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24" name=""/>
              <p:cNvSpPr/>
              <p:nvPr/>
            </p:nvSpPr>
            <p:spPr>
              <a:xfrm rot="0">
                <a:off x="2280" y="2718"/>
                <a:ext cx="3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0"/>
                    </a:moveTo>
                    <a:lnTo>
                      <a:pt x="27" y="6"/>
                    </a:lnTo>
                    <a:lnTo>
                      <a:pt x="27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25" name=""/>
              <p:cNvSpPr/>
              <p:nvPr/>
            </p:nvSpPr>
            <p:spPr>
              <a:xfrm rot="0">
                <a:off x="2283" y="27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26" name=""/>
              <p:cNvSpPr/>
              <p:nvPr/>
            </p:nvSpPr>
            <p:spPr>
              <a:xfrm rot="0">
                <a:off x="2277" y="2712"/>
                <a:ext cx="8" cy="7"/>
              </a:xfrm>
              <a:custGeom>
                <a:avLst/>
                <a:ahLst/>
                <a:rect l="0" t="0" r="r" b="b"/>
                <a:pathLst>
                  <a:path w="66" h="63">
                    <a:moveTo>
                      <a:pt x="0" y="50"/>
                    </a:moveTo>
                    <a:lnTo>
                      <a:pt x="27" y="57"/>
                    </a:lnTo>
                    <a:lnTo>
                      <a:pt x="54" y="63"/>
                    </a:lnTo>
                    <a:lnTo>
                      <a:pt x="66" y="13"/>
                    </a:lnTo>
                    <a:lnTo>
                      <a:pt x="39" y="7"/>
                    </a:lnTo>
                    <a:lnTo>
                      <a:pt x="12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27" name=""/>
              <p:cNvSpPr/>
              <p:nvPr/>
            </p:nvSpPr>
            <p:spPr>
              <a:xfrm rot="0">
                <a:off x="2277" y="2712"/>
                <a:ext cx="8" cy="7"/>
              </a:xfrm>
              <a:custGeom>
                <a:avLst/>
                <a:ahLst/>
                <a:rect l="0" t="0" r="r" b="b"/>
                <a:pathLst>
                  <a:path w="66" h="63">
                    <a:moveTo>
                      <a:pt x="0" y="50"/>
                    </a:moveTo>
                    <a:lnTo>
                      <a:pt x="27" y="57"/>
                    </a:lnTo>
                    <a:lnTo>
                      <a:pt x="54" y="63"/>
                    </a:lnTo>
                    <a:lnTo>
                      <a:pt x="66" y="13"/>
                    </a:lnTo>
                    <a:lnTo>
                      <a:pt x="39" y="7"/>
                    </a:lnTo>
                    <a:lnTo>
                      <a:pt x="12" y="0"/>
                    </a:lnTo>
                    <a:lnTo>
                      <a:pt x="0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28" name=""/>
              <p:cNvSpPr/>
              <p:nvPr/>
            </p:nvSpPr>
            <p:spPr>
              <a:xfrm rot="0">
                <a:off x="2282" y="2713"/>
                <a:ext cx="3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0"/>
                    </a:moveTo>
                    <a:lnTo>
                      <a:pt x="27" y="6"/>
                    </a:lnTo>
                    <a:lnTo>
                      <a:pt x="27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29" name=""/>
              <p:cNvSpPr/>
              <p:nvPr/>
            </p:nvSpPr>
            <p:spPr>
              <a:xfrm rot="0" flipV="1">
                <a:off x="2285" y="271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30" name=""/>
              <p:cNvSpPr/>
              <p:nvPr/>
            </p:nvSpPr>
            <p:spPr>
              <a:xfrm rot="0">
                <a:off x="2279" y="2707"/>
                <a:ext cx="6" cy="6"/>
              </a:xfrm>
              <a:custGeom>
                <a:avLst/>
                <a:ahLst/>
                <a:rect l="0" t="0" r="r" b="b"/>
                <a:pathLst>
                  <a:path w="61" h="59">
                    <a:moveTo>
                      <a:pt x="0" y="50"/>
                    </a:moveTo>
                    <a:lnTo>
                      <a:pt x="27" y="55"/>
                    </a:lnTo>
                    <a:lnTo>
                      <a:pt x="54" y="59"/>
                    </a:lnTo>
                    <a:lnTo>
                      <a:pt x="61" y="9"/>
                    </a:lnTo>
                    <a:lnTo>
                      <a:pt x="34" y="5"/>
                    </a:lnTo>
                    <a:lnTo>
                      <a:pt x="7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31" name=""/>
              <p:cNvSpPr/>
              <p:nvPr/>
            </p:nvSpPr>
            <p:spPr>
              <a:xfrm rot="0">
                <a:off x="2279" y="2707"/>
                <a:ext cx="6" cy="6"/>
              </a:xfrm>
              <a:custGeom>
                <a:avLst/>
                <a:ahLst/>
                <a:rect l="0" t="0" r="r" b="b"/>
                <a:pathLst>
                  <a:path w="61" h="59">
                    <a:moveTo>
                      <a:pt x="0" y="50"/>
                    </a:moveTo>
                    <a:lnTo>
                      <a:pt x="27" y="55"/>
                    </a:lnTo>
                    <a:lnTo>
                      <a:pt x="54" y="59"/>
                    </a:lnTo>
                    <a:lnTo>
                      <a:pt x="61" y="9"/>
                    </a:lnTo>
                    <a:lnTo>
                      <a:pt x="34" y="5"/>
                    </a:lnTo>
                    <a:lnTo>
                      <a:pt x="7" y="0"/>
                    </a:lnTo>
                    <a:lnTo>
                      <a:pt x="0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32" name=""/>
              <p:cNvSpPr/>
              <p:nvPr/>
            </p:nvSpPr>
            <p:spPr>
              <a:xfrm rot="0">
                <a:off x="2282" y="2707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0"/>
                    </a:moveTo>
                    <a:lnTo>
                      <a:pt x="27" y="4"/>
                    </a:lnTo>
                    <a:lnTo>
                      <a:pt x="27" y="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33" name=""/>
              <p:cNvSpPr/>
              <p:nvPr/>
            </p:nvSpPr>
            <p:spPr>
              <a:xfrm rot="0" flipV="1">
                <a:off x="2285" y="270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34" name=""/>
              <p:cNvSpPr/>
              <p:nvPr/>
            </p:nvSpPr>
            <p:spPr>
              <a:xfrm rot="0">
                <a:off x="2279" y="2701"/>
                <a:ext cx="7" cy="7"/>
              </a:xfrm>
              <a:custGeom>
                <a:avLst/>
                <a:ahLst/>
                <a:rect l="0" t="0" r="r" b="b"/>
                <a:pathLst>
                  <a:path w="61" h="57">
                    <a:moveTo>
                      <a:pt x="0" y="51"/>
                    </a:moveTo>
                    <a:lnTo>
                      <a:pt x="27" y="54"/>
                    </a:lnTo>
                    <a:lnTo>
                      <a:pt x="54" y="57"/>
                    </a:lnTo>
                    <a:lnTo>
                      <a:pt x="61" y="6"/>
                    </a:lnTo>
                    <a:lnTo>
                      <a:pt x="34" y="3"/>
                    </a:lnTo>
                    <a:lnTo>
                      <a:pt x="7" y="0"/>
                    </a:lnTo>
                    <a:lnTo>
                      <a:pt x="0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35" name=""/>
              <p:cNvSpPr/>
              <p:nvPr/>
            </p:nvSpPr>
            <p:spPr>
              <a:xfrm rot="0">
                <a:off x="2279" y="2701"/>
                <a:ext cx="7" cy="7"/>
              </a:xfrm>
              <a:custGeom>
                <a:avLst/>
                <a:ahLst/>
                <a:rect l="0" t="0" r="r" b="b"/>
                <a:pathLst>
                  <a:path w="61" h="57">
                    <a:moveTo>
                      <a:pt x="0" y="51"/>
                    </a:moveTo>
                    <a:lnTo>
                      <a:pt x="27" y="54"/>
                    </a:lnTo>
                    <a:lnTo>
                      <a:pt x="54" y="57"/>
                    </a:lnTo>
                    <a:lnTo>
                      <a:pt x="61" y="6"/>
                    </a:lnTo>
                    <a:lnTo>
                      <a:pt x="34" y="3"/>
                    </a:lnTo>
                    <a:lnTo>
                      <a:pt x="7" y="0"/>
                    </a:lnTo>
                    <a:lnTo>
                      <a:pt x="0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36" name=""/>
              <p:cNvSpPr/>
              <p:nvPr/>
            </p:nvSpPr>
            <p:spPr>
              <a:xfrm rot="0">
                <a:off x="2283" y="2702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0"/>
                    </a:moveTo>
                    <a:lnTo>
                      <a:pt x="27" y="3"/>
                    </a:lnTo>
                    <a:lnTo>
                      <a:pt x="27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37" name=""/>
              <p:cNvSpPr/>
              <p:nvPr/>
            </p:nvSpPr>
            <p:spPr>
              <a:xfrm rot="0" flipV="1">
                <a:off x="2286" y="27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38" name=""/>
              <p:cNvSpPr/>
              <p:nvPr/>
            </p:nvSpPr>
            <p:spPr>
              <a:xfrm rot="0">
                <a:off x="2280" y="2696"/>
                <a:ext cx="7" cy="6"/>
              </a:xfrm>
              <a:custGeom>
                <a:avLst/>
                <a:ahLst/>
                <a:rect l="0" t="0" r="r" b="b"/>
                <a:pathLst>
                  <a:path w="57" h="55">
                    <a:moveTo>
                      <a:pt x="0" y="51"/>
                    </a:moveTo>
                    <a:lnTo>
                      <a:pt x="27" y="53"/>
                    </a:lnTo>
                    <a:lnTo>
                      <a:pt x="54" y="55"/>
                    </a:lnTo>
                    <a:lnTo>
                      <a:pt x="57" y="4"/>
                    </a:lnTo>
                    <a:lnTo>
                      <a:pt x="30" y="2"/>
                    </a:lnTo>
                    <a:lnTo>
                      <a:pt x="3" y="0"/>
                    </a:lnTo>
                    <a:lnTo>
                      <a:pt x="0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39" name=""/>
              <p:cNvSpPr/>
              <p:nvPr/>
            </p:nvSpPr>
            <p:spPr>
              <a:xfrm rot="0">
                <a:off x="2280" y="2696"/>
                <a:ext cx="7" cy="6"/>
              </a:xfrm>
              <a:custGeom>
                <a:avLst/>
                <a:ahLst/>
                <a:rect l="0" t="0" r="r" b="b"/>
                <a:pathLst>
                  <a:path w="57" h="55">
                    <a:moveTo>
                      <a:pt x="0" y="51"/>
                    </a:moveTo>
                    <a:lnTo>
                      <a:pt x="27" y="53"/>
                    </a:lnTo>
                    <a:lnTo>
                      <a:pt x="54" y="55"/>
                    </a:lnTo>
                    <a:lnTo>
                      <a:pt x="57" y="4"/>
                    </a:lnTo>
                    <a:lnTo>
                      <a:pt x="30" y="2"/>
                    </a:lnTo>
                    <a:lnTo>
                      <a:pt x="3" y="0"/>
                    </a:lnTo>
                    <a:lnTo>
                      <a:pt x="0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40" name=""/>
              <p:cNvSpPr/>
              <p:nvPr/>
            </p:nvSpPr>
            <p:spPr>
              <a:xfrm rot="0">
                <a:off x="2284" y="2696"/>
                <a:ext cx="3" cy="1"/>
              </a:xfrm>
              <a:custGeom>
                <a:avLst/>
                <a:ahLst/>
                <a:rect l="0" t="0" r="r" b="b"/>
                <a:pathLst>
                  <a:path w="27" h="2">
                    <a:moveTo>
                      <a:pt x="0" y="0"/>
                    </a:moveTo>
                    <a:lnTo>
                      <a:pt x="27" y="2"/>
                    </a:lnTo>
                    <a:lnTo>
                      <a:pt x="27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41" name=""/>
              <p:cNvSpPr/>
              <p:nvPr/>
            </p:nvSpPr>
            <p:spPr>
              <a:xfrm rot="0" flipV="1">
                <a:off x="2287" y="26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42" name=""/>
              <p:cNvSpPr/>
              <p:nvPr/>
            </p:nvSpPr>
            <p:spPr>
              <a:xfrm rot="0">
                <a:off x="2281" y="2690"/>
                <a:ext cx="6" cy="6"/>
              </a:xfrm>
              <a:custGeom>
                <a:avLst/>
                <a:ahLst/>
                <a:rect l="0" t="0" r="r" b="b"/>
                <a:pathLst>
                  <a:path w="55" h="55">
                    <a:moveTo>
                      <a:pt x="0" y="53"/>
                    </a:moveTo>
                    <a:lnTo>
                      <a:pt x="27" y="54"/>
                    </a:lnTo>
                    <a:lnTo>
                      <a:pt x="54" y="55"/>
                    </a:lnTo>
                    <a:lnTo>
                      <a:pt x="55" y="3"/>
                    </a:lnTo>
                    <a:lnTo>
                      <a:pt x="28" y="2"/>
                    </a:lnTo>
                    <a:lnTo>
                      <a:pt x="1" y="0"/>
                    </a:lnTo>
                    <a:lnTo>
                      <a:pt x="0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43" name=""/>
              <p:cNvSpPr/>
              <p:nvPr/>
            </p:nvSpPr>
            <p:spPr>
              <a:xfrm rot="0">
                <a:off x="2281" y="2690"/>
                <a:ext cx="6" cy="6"/>
              </a:xfrm>
              <a:custGeom>
                <a:avLst/>
                <a:ahLst/>
                <a:rect l="0" t="0" r="r" b="b"/>
                <a:pathLst>
                  <a:path w="55" h="55">
                    <a:moveTo>
                      <a:pt x="0" y="53"/>
                    </a:moveTo>
                    <a:lnTo>
                      <a:pt x="27" y="54"/>
                    </a:lnTo>
                    <a:lnTo>
                      <a:pt x="54" y="55"/>
                    </a:lnTo>
                    <a:lnTo>
                      <a:pt x="55" y="3"/>
                    </a:lnTo>
                    <a:lnTo>
                      <a:pt x="28" y="2"/>
                    </a:lnTo>
                    <a:lnTo>
                      <a:pt x="1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44" name=""/>
              <p:cNvSpPr/>
              <p:nvPr/>
            </p:nvSpPr>
            <p:spPr>
              <a:xfrm rot="0">
                <a:off x="2284" y="2690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2"/>
                    </a:moveTo>
                    <a:lnTo>
                      <a:pt x="27" y="3"/>
                    </a:lnTo>
                    <a:lnTo>
                      <a:pt x="27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45" name=""/>
              <p:cNvSpPr/>
              <p:nvPr/>
            </p:nvSpPr>
            <p:spPr>
              <a:xfrm rot="0" flipV="1">
                <a:off x="2287" y="26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46" name=""/>
              <p:cNvSpPr/>
              <p:nvPr/>
            </p:nvSpPr>
            <p:spPr>
              <a:xfrm rot="0">
                <a:off x="2281" y="2684"/>
                <a:ext cx="6" cy="6"/>
              </a:xfrm>
              <a:custGeom>
                <a:avLst/>
                <a:ahLst/>
                <a:rect l="0" t="0" r="r" b="b"/>
                <a:pathLst>
                  <a:path w="55" h="54">
                    <a:moveTo>
                      <a:pt x="1" y="54"/>
                    </a:moveTo>
                    <a:lnTo>
                      <a:pt x="28" y="53"/>
                    </a:lnTo>
                    <a:lnTo>
                      <a:pt x="55" y="51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3"/>
                    </a:lnTo>
                    <a:lnTo>
                      <a:pt x="1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47" name=""/>
              <p:cNvSpPr/>
              <p:nvPr/>
            </p:nvSpPr>
            <p:spPr>
              <a:xfrm rot="0">
                <a:off x="2281" y="2684"/>
                <a:ext cx="6" cy="6"/>
              </a:xfrm>
              <a:custGeom>
                <a:avLst/>
                <a:ahLst/>
                <a:rect l="0" t="0" r="r" b="b"/>
                <a:pathLst>
                  <a:path w="55" h="54">
                    <a:moveTo>
                      <a:pt x="1" y="54"/>
                    </a:moveTo>
                    <a:lnTo>
                      <a:pt x="28" y="53"/>
                    </a:lnTo>
                    <a:lnTo>
                      <a:pt x="55" y="51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3"/>
                    </a:lnTo>
                    <a:lnTo>
                      <a:pt x="1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48" name=""/>
              <p:cNvSpPr/>
              <p:nvPr/>
            </p:nvSpPr>
            <p:spPr>
              <a:xfrm rot="0">
                <a:off x="2284" y="2684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49" name=""/>
              <p:cNvSpPr/>
              <p:nvPr/>
            </p:nvSpPr>
            <p:spPr>
              <a:xfrm rot="0" flipV="1">
                <a:off x="2287" y="26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50" name=""/>
              <p:cNvSpPr/>
              <p:nvPr/>
            </p:nvSpPr>
            <p:spPr>
              <a:xfrm rot="0">
                <a:off x="2280" y="2678"/>
                <a:ext cx="7" cy="7"/>
              </a:xfrm>
              <a:custGeom>
                <a:avLst/>
                <a:ahLst/>
                <a:rect l="0" t="0" r="r" b="b"/>
                <a:pathLst>
                  <a:path w="57" h="56">
                    <a:moveTo>
                      <a:pt x="3" y="56"/>
                    </a:moveTo>
                    <a:lnTo>
                      <a:pt x="30" y="54"/>
                    </a:lnTo>
                    <a:lnTo>
                      <a:pt x="57" y="51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5"/>
                    </a:lnTo>
                    <a:lnTo>
                      <a:pt x="3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51" name=""/>
              <p:cNvSpPr/>
              <p:nvPr/>
            </p:nvSpPr>
            <p:spPr>
              <a:xfrm rot="0">
                <a:off x="2280" y="2678"/>
                <a:ext cx="7" cy="7"/>
              </a:xfrm>
              <a:custGeom>
                <a:avLst/>
                <a:ahLst/>
                <a:rect l="0" t="0" r="r" b="b"/>
                <a:pathLst>
                  <a:path w="57" h="56">
                    <a:moveTo>
                      <a:pt x="3" y="56"/>
                    </a:moveTo>
                    <a:lnTo>
                      <a:pt x="30" y="54"/>
                    </a:lnTo>
                    <a:lnTo>
                      <a:pt x="57" y="51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5"/>
                    </a:lnTo>
                    <a:lnTo>
                      <a:pt x="3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52" name=""/>
              <p:cNvSpPr/>
              <p:nvPr/>
            </p:nvSpPr>
            <p:spPr>
              <a:xfrm rot="0">
                <a:off x="2283" y="2678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53" name=""/>
              <p:cNvSpPr/>
              <p:nvPr/>
            </p:nvSpPr>
            <p:spPr>
              <a:xfrm rot="0" flipV="1">
                <a:off x="2286" y="267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54" name=""/>
              <p:cNvSpPr/>
              <p:nvPr/>
            </p:nvSpPr>
            <p:spPr>
              <a:xfrm rot="0">
                <a:off x="2279" y="2673"/>
                <a:ext cx="7" cy="6"/>
              </a:xfrm>
              <a:custGeom>
                <a:avLst/>
                <a:ahLst/>
                <a:rect l="0" t="0" r="r" b="b"/>
                <a:pathLst>
                  <a:path w="61" h="58">
                    <a:moveTo>
                      <a:pt x="7" y="58"/>
                    </a:moveTo>
                    <a:lnTo>
                      <a:pt x="34" y="54"/>
                    </a:lnTo>
                    <a:lnTo>
                      <a:pt x="61" y="51"/>
                    </a:lnTo>
                    <a:lnTo>
                      <a:pt x="54" y="0"/>
                    </a:lnTo>
                    <a:lnTo>
                      <a:pt x="27" y="3"/>
                    </a:lnTo>
                    <a:lnTo>
                      <a:pt x="0" y="7"/>
                    </a:lnTo>
                    <a:lnTo>
                      <a:pt x="7" y="5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55" name=""/>
              <p:cNvSpPr/>
              <p:nvPr/>
            </p:nvSpPr>
            <p:spPr>
              <a:xfrm rot="0">
                <a:off x="2279" y="2673"/>
                <a:ext cx="7" cy="6"/>
              </a:xfrm>
              <a:custGeom>
                <a:avLst/>
                <a:ahLst/>
                <a:rect l="0" t="0" r="r" b="b"/>
                <a:pathLst>
                  <a:path w="61" h="58">
                    <a:moveTo>
                      <a:pt x="7" y="58"/>
                    </a:moveTo>
                    <a:lnTo>
                      <a:pt x="34" y="54"/>
                    </a:lnTo>
                    <a:lnTo>
                      <a:pt x="61" y="51"/>
                    </a:lnTo>
                    <a:lnTo>
                      <a:pt x="54" y="0"/>
                    </a:lnTo>
                    <a:lnTo>
                      <a:pt x="27" y="3"/>
                    </a:lnTo>
                    <a:lnTo>
                      <a:pt x="0" y="7"/>
                    </a:lnTo>
                    <a:lnTo>
                      <a:pt x="7" y="5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56" name=""/>
              <p:cNvSpPr/>
              <p:nvPr/>
            </p:nvSpPr>
            <p:spPr>
              <a:xfrm rot="0">
                <a:off x="2282" y="2673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4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57" name=""/>
              <p:cNvSpPr/>
              <p:nvPr/>
            </p:nvSpPr>
            <p:spPr>
              <a:xfrm rot="0" flipV="1">
                <a:off x="2285" y="26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58" name=""/>
              <p:cNvSpPr/>
              <p:nvPr/>
            </p:nvSpPr>
            <p:spPr>
              <a:xfrm rot="0">
                <a:off x="2279" y="2667"/>
                <a:ext cx="6" cy="7"/>
              </a:xfrm>
              <a:custGeom>
                <a:avLst/>
                <a:ahLst/>
                <a:rect l="0" t="0" r="r" b="b"/>
                <a:pathLst>
                  <a:path w="61" h="59">
                    <a:moveTo>
                      <a:pt x="7" y="59"/>
                    </a:moveTo>
                    <a:lnTo>
                      <a:pt x="34" y="54"/>
                    </a:lnTo>
                    <a:lnTo>
                      <a:pt x="61" y="50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9"/>
                    </a:lnTo>
                    <a:lnTo>
                      <a:pt x="7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59" name=""/>
              <p:cNvSpPr/>
              <p:nvPr/>
            </p:nvSpPr>
            <p:spPr>
              <a:xfrm rot="0">
                <a:off x="2279" y="2667"/>
                <a:ext cx="6" cy="7"/>
              </a:xfrm>
              <a:custGeom>
                <a:avLst/>
                <a:ahLst/>
                <a:rect l="0" t="0" r="r" b="b"/>
                <a:pathLst>
                  <a:path w="61" h="59">
                    <a:moveTo>
                      <a:pt x="7" y="59"/>
                    </a:moveTo>
                    <a:lnTo>
                      <a:pt x="34" y="54"/>
                    </a:lnTo>
                    <a:lnTo>
                      <a:pt x="61" y="50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9"/>
                    </a:lnTo>
                    <a:lnTo>
                      <a:pt x="7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60" name=""/>
              <p:cNvSpPr/>
              <p:nvPr/>
            </p:nvSpPr>
            <p:spPr>
              <a:xfrm rot="0">
                <a:off x="2282" y="2667"/>
                <a:ext cx="3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61" name=""/>
              <p:cNvSpPr/>
              <p:nvPr/>
            </p:nvSpPr>
            <p:spPr>
              <a:xfrm rot="0" flipV="1">
                <a:off x="2285" y="26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62" name=""/>
              <p:cNvSpPr/>
              <p:nvPr/>
            </p:nvSpPr>
            <p:spPr>
              <a:xfrm rot="0">
                <a:off x="2277" y="2661"/>
                <a:ext cx="8" cy="7"/>
              </a:xfrm>
              <a:custGeom>
                <a:avLst/>
                <a:ahLst/>
                <a:rect l="0" t="0" r="r" b="b"/>
                <a:pathLst>
                  <a:path w="66" h="63">
                    <a:moveTo>
                      <a:pt x="12" y="63"/>
                    </a:moveTo>
                    <a:lnTo>
                      <a:pt x="39" y="56"/>
                    </a:lnTo>
                    <a:lnTo>
                      <a:pt x="66" y="50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12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63" name=""/>
              <p:cNvSpPr/>
              <p:nvPr/>
            </p:nvSpPr>
            <p:spPr>
              <a:xfrm rot="0">
                <a:off x="2277" y="2661"/>
                <a:ext cx="8" cy="7"/>
              </a:xfrm>
              <a:custGeom>
                <a:avLst/>
                <a:ahLst/>
                <a:rect l="0" t="0" r="r" b="b"/>
                <a:pathLst>
                  <a:path w="66" h="63">
                    <a:moveTo>
                      <a:pt x="12" y="63"/>
                    </a:moveTo>
                    <a:lnTo>
                      <a:pt x="39" y="56"/>
                    </a:lnTo>
                    <a:lnTo>
                      <a:pt x="66" y="50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12" y="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64" name=""/>
              <p:cNvSpPr/>
              <p:nvPr/>
            </p:nvSpPr>
            <p:spPr>
              <a:xfrm rot="0">
                <a:off x="2280" y="2661"/>
                <a:ext cx="3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0" y="7"/>
                    </a:moveTo>
                    <a:lnTo>
                      <a:pt x="27" y="0"/>
                    </a:lnTo>
                    <a:lnTo>
                      <a:pt x="2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65" name=""/>
              <p:cNvSpPr/>
              <p:nvPr/>
            </p:nvSpPr>
            <p:spPr>
              <a:xfrm rot="0">
                <a:off x="2283" y="26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66" name=""/>
              <p:cNvSpPr/>
              <p:nvPr/>
            </p:nvSpPr>
            <p:spPr>
              <a:xfrm rot="0">
                <a:off x="2276" y="2656"/>
                <a:ext cx="7" cy="7"/>
              </a:xfrm>
              <a:custGeom>
                <a:avLst/>
                <a:ahLst/>
                <a:rect l="0" t="0" r="r" b="b"/>
                <a:pathLst>
                  <a:path w="67" h="63">
                    <a:moveTo>
                      <a:pt x="13" y="63"/>
                    </a:moveTo>
                    <a:lnTo>
                      <a:pt x="40" y="57"/>
                    </a:lnTo>
                    <a:lnTo>
                      <a:pt x="67" y="50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13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67" name=""/>
              <p:cNvSpPr/>
              <p:nvPr/>
            </p:nvSpPr>
            <p:spPr>
              <a:xfrm rot="0">
                <a:off x="2276" y="2656"/>
                <a:ext cx="7" cy="7"/>
              </a:xfrm>
              <a:custGeom>
                <a:avLst/>
                <a:ahLst/>
                <a:rect l="0" t="0" r="r" b="b"/>
                <a:pathLst>
                  <a:path w="67" h="63">
                    <a:moveTo>
                      <a:pt x="13" y="63"/>
                    </a:moveTo>
                    <a:lnTo>
                      <a:pt x="40" y="57"/>
                    </a:lnTo>
                    <a:lnTo>
                      <a:pt x="67" y="50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13" y="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68" name=""/>
              <p:cNvSpPr/>
              <p:nvPr/>
            </p:nvSpPr>
            <p:spPr>
              <a:xfrm rot="0">
                <a:off x="2279" y="2655"/>
                <a:ext cx="3" cy="1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0" y="9"/>
                    </a:moveTo>
                    <a:lnTo>
                      <a:pt x="27" y="2"/>
                    </a:lnTo>
                    <a:lnTo>
                      <a:pt x="26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69" name=""/>
              <p:cNvSpPr/>
              <p:nvPr/>
            </p:nvSpPr>
            <p:spPr>
              <a:xfrm rot="0" flipH="1" flipV="1">
                <a:off x="2282" y="26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70" name=""/>
              <p:cNvSpPr/>
              <p:nvPr/>
            </p:nvSpPr>
            <p:spPr>
              <a:xfrm rot="0">
                <a:off x="2274" y="2650"/>
                <a:ext cx="8" cy="7"/>
              </a:xfrm>
              <a:custGeom>
                <a:avLst/>
                <a:ahLst/>
                <a:rect l="0" t="0" r="r" b="b"/>
                <a:pathLst>
                  <a:path w="68" h="66">
                    <a:moveTo>
                      <a:pt x="16" y="66"/>
                    </a:moveTo>
                    <a:lnTo>
                      <a:pt x="42" y="58"/>
                    </a:lnTo>
                    <a:lnTo>
                      <a:pt x="68" y="49"/>
                    </a:lnTo>
                    <a:lnTo>
                      <a:pt x="53" y="0"/>
                    </a:lnTo>
                    <a:lnTo>
                      <a:pt x="26" y="9"/>
                    </a:lnTo>
                    <a:lnTo>
                      <a:pt x="0" y="17"/>
                    </a:lnTo>
                    <a:lnTo>
                      <a:pt x="16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71" name=""/>
              <p:cNvSpPr/>
              <p:nvPr/>
            </p:nvSpPr>
            <p:spPr>
              <a:xfrm rot="0">
                <a:off x="2274" y="2650"/>
                <a:ext cx="8" cy="7"/>
              </a:xfrm>
              <a:custGeom>
                <a:avLst/>
                <a:ahLst/>
                <a:rect l="0" t="0" r="r" b="b"/>
                <a:pathLst>
                  <a:path w="68" h="66">
                    <a:moveTo>
                      <a:pt x="16" y="66"/>
                    </a:moveTo>
                    <a:lnTo>
                      <a:pt x="42" y="58"/>
                    </a:lnTo>
                    <a:lnTo>
                      <a:pt x="68" y="49"/>
                    </a:lnTo>
                    <a:lnTo>
                      <a:pt x="53" y="0"/>
                    </a:lnTo>
                    <a:lnTo>
                      <a:pt x="26" y="9"/>
                    </a:lnTo>
                    <a:lnTo>
                      <a:pt x="0" y="17"/>
                    </a:lnTo>
                    <a:lnTo>
                      <a:pt x="16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72" name=""/>
              <p:cNvSpPr/>
              <p:nvPr/>
            </p:nvSpPr>
            <p:spPr>
              <a:xfrm rot="0">
                <a:off x="2277" y="2650"/>
                <a:ext cx="3" cy="1"/>
              </a:xfrm>
              <a:custGeom>
                <a:avLst/>
                <a:ahLst/>
                <a:rect l="0" t="0" r="r" b="b"/>
                <a:pathLst>
                  <a:path w="27" h="10">
                    <a:moveTo>
                      <a:pt x="0" y="10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73" name=""/>
              <p:cNvSpPr/>
              <p:nvPr/>
            </p:nvSpPr>
            <p:spPr>
              <a:xfrm rot="0" flipV="1">
                <a:off x="2280" y="26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74" name=""/>
              <p:cNvSpPr/>
              <p:nvPr/>
            </p:nvSpPr>
            <p:spPr>
              <a:xfrm rot="0">
                <a:off x="2272" y="2645"/>
                <a:ext cx="8" cy="7"/>
              </a:xfrm>
              <a:custGeom>
                <a:avLst/>
                <a:ahLst/>
                <a:rect l="0" t="0" r="r" b="b"/>
                <a:pathLst>
                  <a:path w="71" h="67">
                    <a:moveTo>
                      <a:pt x="18" y="67"/>
                    </a:moveTo>
                    <a:lnTo>
                      <a:pt x="44" y="58"/>
                    </a:lnTo>
                    <a:lnTo>
                      <a:pt x="71" y="48"/>
                    </a:lnTo>
                    <a:lnTo>
                      <a:pt x="52" y="0"/>
                    </a:lnTo>
                    <a:lnTo>
                      <a:pt x="26" y="10"/>
                    </a:lnTo>
                    <a:lnTo>
                      <a:pt x="0" y="20"/>
                    </a:lnTo>
                    <a:lnTo>
                      <a:pt x="18" y="6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75" name=""/>
              <p:cNvSpPr/>
              <p:nvPr/>
            </p:nvSpPr>
            <p:spPr>
              <a:xfrm rot="0">
                <a:off x="2272" y="2645"/>
                <a:ext cx="8" cy="7"/>
              </a:xfrm>
              <a:custGeom>
                <a:avLst/>
                <a:ahLst/>
                <a:rect l="0" t="0" r="r" b="b"/>
                <a:pathLst>
                  <a:path w="71" h="67">
                    <a:moveTo>
                      <a:pt x="18" y="67"/>
                    </a:moveTo>
                    <a:lnTo>
                      <a:pt x="44" y="58"/>
                    </a:lnTo>
                    <a:lnTo>
                      <a:pt x="71" y="48"/>
                    </a:lnTo>
                    <a:lnTo>
                      <a:pt x="52" y="0"/>
                    </a:lnTo>
                    <a:lnTo>
                      <a:pt x="26" y="10"/>
                    </a:lnTo>
                    <a:lnTo>
                      <a:pt x="0" y="20"/>
                    </a:lnTo>
                    <a:lnTo>
                      <a:pt x="18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76" name=""/>
              <p:cNvSpPr/>
              <p:nvPr/>
            </p:nvSpPr>
            <p:spPr>
              <a:xfrm rot="0">
                <a:off x="2275" y="2644"/>
                <a:ext cx="3" cy="2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11"/>
                    </a:moveTo>
                    <a:lnTo>
                      <a:pt x="26" y="1"/>
                    </a:lnTo>
                    <a:lnTo>
                      <a:pt x="26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77" name=""/>
              <p:cNvSpPr/>
              <p:nvPr/>
            </p:nvSpPr>
            <p:spPr>
              <a:xfrm rot="0" flipV="1">
                <a:off x="2278" y="264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78" name=""/>
              <p:cNvSpPr/>
              <p:nvPr/>
            </p:nvSpPr>
            <p:spPr>
              <a:xfrm rot="0">
                <a:off x="2270" y="2639"/>
                <a:ext cx="8" cy="8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20" y="70"/>
                    </a:moveTo>
                    <a:lnTo>
                      <a:pt x="46" y="59"/>
                    </a:lnTo>
                    <a:lnTo>
                      <a:pt x="72" y="48"/>
                    </a:lnTo>
                    <a:lnTo>
                      <a:pt x="53" y="0"/>
                    </a:lnTo>
                    <a:lnTo>
                      <a:pt x="26" y="11"/>
                    </a:lnTo>
                    <a:lnTo>
                      <a:pt x="0" y="22"/>
                    </a:lnTo>
                    <a:lnTo>
                      <a:pt x="20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79" name=""/>
              <p:cNvSpPr/>
              <p:nvPr/>
            </p:nvSpPr>
            <p:spPr>
              <a:xfrm rot="0">
                <a:off x="2270" y="2639"/>
                <a:ext cx="8" cy="8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20" y="70"/>
                    </a:moveTo>
                    <a:lnTo>
                      <a:pt x="46" y="59"/>
                    </a:lnTo>
                    <a:lnTo>
                      <a:pt x="72" y="48"/>
                    </a:lnTo>
                    <a:lnTo>
                      <a:pt x="53" y="0"/>
                    </a:lnTo>
                    <a:lnTo>
                      <a:pt x="26" y="11"/>
                    </a:lnTo>
                    <a:lnTo>
                      <a:pt x="0" y="22"/>
                    </a:lnTo>
                    <a:lnTo>
                      <a:pt x="20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80" name=""/>
              <p:cNvSpPr/>
              <p:nvPr/>
            </p:nvSpPr>
            <p:spPr>
              <a:xfrm rot="0">
                <a:off x="2273" y="2639"/>
                <a:ext cx="3" cy="1"/>
              </a:xfrm>
              <a:custGeom>
                <a:avLst/>
                <a:ahLst/>
                <a:rect l="0" t="0" r="r" b="b"/>
                <a:pathLst>
                  <a:path w="27" h="12">
                    <a:moveTo>
                      <a:pt x="0" y="12"/>
                    </a:moveTo>
                    <a:lnTo>
                      <a:pt x="27" y="1"/>
                    </a:lnTo>
                    <a:lnTo>
                      <a:pt x="25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81" name=""/>
              <p:cNvSpPr/>
              <p:nvPr/>
            </p:nvSpPr>
            <p:spPr>
              <a:xfrm rot="0" flipH="1" flipV="1">
                <a:off x="2276" y="263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82" name=""/>
              <p:cNvSpPr/>
              <p:nvPr/>
            </p:nvSpPr>
            <p:spPr>
              <a:xfrm rot="0">
                <a:off x="2268" y="2634"/>
                <a:ext cx="8" cy="8"/>
              </a:xfrm>
              <a:custGeom>
                <a:avLst/>
                <a:ahLst/>
                <a:rect l="0" t="0" r="r" b="b"/>
                <a:pathLst>
                  <a:path w="72" h="69">
                    <a:moveTo>
                      <a:pt x="22" y="69"/>
                    </a:moveTo>
                    <a:lnTo>
                      <a:pt x="47" y="57"/>
                    </a:lnTo>
                    <a:lnTo>
                      <a:pt x="72" y="45"/>
                    </a:lnTo>
                    <a:lnTo>
                      <a:pt x="50" y="0"/>
                    </a:lnTo>
                    <a:lnTo>
                      <a:pt x="25" y="11"/>
                    </a:lnTo>
                    <a:lnTo>
                      <a:pt x="0" y="23"/>
                    </a:lnTo>
                    <a:lnTo>
                      <a:pt x="22" y="6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83" name=""/>
              <p:cNvSpPr/>
              <p:nvPr/>
            </p:nvSpPr>
            <p:spPr>
              <a:xfrm rot="0">
                <a:off x="2268" y="2634"/>
                <a:ext cx="8" cy="8"/>
              </a:xfrm>
              <a:custGeom>
                <a:avLst/>
                <a:ahLst/>
                <a:rect l="0" t="0" r="r" b="b"/>
                <a:pathLst>
                  <a:path w="72" h="69">
                    <a:moveTo>
                      <a:pt x="22" y="69"/>
                    </a:moveTo>
                    <a:lnTo>
                      <a:pt x="47" y="57"/>
                    </a:lnTo>
                    <a:lnTo>
                      <a:pt x="72" y="45"/>
                    </a:lnTo>
                    <a:lnTo>
                      <a:pt x="50" y="0"/>
                    </a:lnTo>
                    <a:lnTo>
                      <a:pt x="25" y="11"/>
                    </a:lnTo>
                    <a:lnTo>
                      <a:pt x="0" y="23"/>
                    </a:lnTo>
                    <a:lnTo>
                      <a:pt x="22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84" name=""/>
              <p:cNvSpPr/>
              <p:nvPr/>
            </p:nvSpPr>
            <p:spPr>
              <a:xfrm rot="0">
                <a:off x="2270" y="2634"/>
                <a:ext cx="3" cy="1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0" y="13"/>
                    </a:moveTo>
                    <a:lnTo>
                      <a:pt x="25" y="2"/>
                    </a:lnTo>
                    <a:lnTo>
                      <a:pt x="24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85" name=""/>
              <p:cNvSpPr/>
              <p:nvPr/>
            </p:nvSpPr>
            <p:spPr>
              <a:xfrm rot="0" flipH="1" flipV="1">
                <a:off x="2273" y="263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86" name=""/>
              <p:cNvSpPr/>
              <p:nvPr/>
            </p:nvSpPr>
            <p:spPr>
              <a:xfrm rot="0">
                <a:off x="2265" y="2629"/>
                <a:ext cx="8" cy="8"/>
              </a:xfrm>
              <a:custGeom>
                <a:avLst/>
                <a:ahLst/>
                <a:rect l="0" t="0" r="r" b="b"/>
                <a:pathLst>
                  <a:path w="73" h="70">
                    <a:moveTo>
                      <a:pt x="25" y="70"/>
                    </a:moveTo>
                    <a:lnTo>
                      <a:pt x="49" y="57"/>
                    </a:lnTo>
                    <a:lnTo>
                      <a:pt x="73" y="44"/>
                    </a:lnTo>
                    <a:lnTo>
                      <a:pt x="48" y="0"/>
                    </a:lnTo>
                    <a:lnTo>
                      <a:pt x="24" y="13"/>
                    </a:lnTo>
                    <a:lnTo>
                      <a:pt x="0" y="26"/>
                    </a:lnTo>
                    <a:lnTo>
                      <a:pt x="25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87" name=""/>
              <p:cNvSpPr/>
              <p:nvPr/>
            </p:nvSpPr>
            <p:spPr>
              <a:xfrm rot="0">
                <a:off x="2265" y="2629"/>
                <a:ext cx="8" cy="8"/>
              </a:xfrm>
              <a:custGeom>
                <a:avLst/>
                <a:ahLst/>
                <a:rect l="0" t="0" r="r" b="b"/>
                <a:pathLst>
                  <a:path w="73" h="70">
                    <a:moveTo>
                      <a:pt x="25" y="70"/>
                    </a:moveTo>
                    <a:lnTo>
                      <a:pt x="49" y="57"/>
                    </a:lnTo>
                    <a:lnTo>
                      <a:pt x="73" y="44"/>
                    </a:lnTo>
                    <a:lnTo>
                      <a:pt x="48" y="0"/>
                    </a:lnTo>
                    <a:lnTo>
                      <a:pt x="24" y="13"/>
                    </a:lnTo>
                    <a:lnTo>
                      <a:pt x="0" y="26"/>
                    </a:lnTo>
                    <a:lnTo>
                      <a:pt x="25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88" name=""/>
              <p:cNvSpPr/>
              <p:nvPr/>
            </p:nvSpPr>
            <p:spPr>
              <a:xfrm rot="0">
                <a:off x="2268" y="2629"/>
                <a:ext cx="2" cy="1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14"/>
                    </a:moveTo>
                    <a:lnTo>
                      <a:pt x="24" y="1"/>
                    </a:lnTo>
                    <a:lnTo>
                      <a:pt x="24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89" name=""/>
              <p:cNvSpPr/>
              <p:nvPr/>
            </p:nvSpPr>
            <p:spPr>
              <a:xfrm rot="0" flipV="1">
                <a:off x="2270" y="26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90" name=""/>
              <p:cNvSpPr/>
              <p:nvPr/>
            </p:nvSpPr>
            <p:spPr>
              <a:xfrm rot="0">
                <a:off x="2262" y="2624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26" y="73"/>
                    </a:moveTo>
                    <a:lnTo>
                      <a:pt x="50" y="59"/>
                    </a:lnTo>
                    <a:lnTo>
                      <a:pt x="74" y="45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9"/>
                    </a:lnTo>
                    <a:lnTo>
                      <a:pt x="26" y="7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91" name=""/>
              <p:cNvSpPr/>
              <p:nvPr/>
            </p:nvSpPr>
            <p:spPr>
              <a:xfrm rot="0">
                <a:off x="2262" y="2624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26" y="73"/>
                    </a:moveTo>
                    <a:lnTo>
                      <a:pt x="50" y="59"/>
                    </a:lnTo>
                    <a:lnTo>
                      <a:pt x="74" y="45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9"/>
                    </a:lnTo>
                    <a:lnTo>
                      <a:pt x="26" y="7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92" name=""/>
              <p:cNvSpPr/>
              <p:nvPr/>
            </p:nvSpPr>
            <p:spPr>
              <a:xfrm rot="0">
                <a:off x="2265" y="2624"/>
                <a:ext cx="2" cy="1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0" y="16"/>
                    </a:moveTo>
                    <a:lnTo>
                      <a:pt x="24" y="2"/>
                    </a:lnTo>
                    <a:lnTo>
                      <a:pt x="22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93" name=""/>
              <p:cNvSpPr/>
              <p:nvPr/>
            </p:nvSpPr>
            <p:spPr>
              <a:xfrm rot="0" flipH="1" flipV="1">
                <a:off x="2267" y="262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94" name=""/>
              <p:cNvSpPr/>
              <p:nvPr/>
            </p:nvSpPr>
            <p:spPr>
              <a:xfrm rot="0">
                <a:off x="2259" y="2619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30" y="75"/>
                    </a:moveTo>
                    <a:lnTo>
                      <a:pt x="53" y="58"/>
                    </a:lnTo>
                    <a:lnTo>
                      <a:pt x="75" y="42"/>
                    </a:lnTo>
                    <a:lnTo>
                      <a:pt x="46" y="0"/>
                    </a:lnTo>
                    <a:lnTo>
                      <a:pt x="23" y="16"/>
                    </a:lnTo>
                    <a:lnTo>
                      <a:pt x="0" y="32"/>
                    </a:lnTo>
                    <a:lnTo>
                      <a:pt x="30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95" name=""/>
              <p:cNvSpPr/>
              <p:nvPr/>
            </p:nvSpPr>
            <p:spPr>
              <a:xfrm rot="0">
                <a:off x="2259" y="2619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30" y="75"/>
                    </a:moveTo>
                    <a:lnTo>
                      <a:pt x="53" y="58"/>
                    </a:lnTo>
                    <a:lnTo>
                      <a:pt x="75" y="42"/>
                    </a:lnTo>
                    <a:lnTo>
                      <a:pt x="46" y="0"/>
                    </a:lnTo>
                    <a:lnTo>
                      <a:pt x="23" y="16"/>
                    </a:lnTo>
                    <a:lnTo>
                      <a:pt x="0" y="32"/>
                    </a:lnTo>
                    <a:lnTo>
                      <a:pt x="30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96" name=""/>
              <p:cNvSpPr/>
              <p:nvPr/>
            </p:nvSpPr>
            <p:spPr>
              <a:xfrm rot="0">
                <a:off x="2261" y="2619"/>
                <a:ext cx="3" cy="2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0" y="16"/>
                    </a:moveTo>
                    <a:lnTo>
                      <a:pt x="23" y="0"/>
                    </a:lnTo>
                    <a:lnTo>
                      <a:pt x="22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97" name=""/>
              <p:cNvSpPr/>
              <p:nvPr/>
            </p:nvSpPr>
            <p:spPr>
              <a:xfrm rot="0" flipH="1">
                <a:off x="2264" y="26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098" name=""/>
              <p:cNvSpPr/>
              <p:nvPr/>
            </p:nvSpPr>
            <p:spPr>
              <a:xfrm rot="0">
                <a:off x="2256" y="2614"/>
                <a:ext cx="8" cy="8"/>
              </a:xfrm>
              <a:custGeom>
                <a:avLst/>
                <a:ahLst/>
                <a:rect l="0" t="0" r="r" b="b"/>
                <a:pathLst>
                  <a:path w="74" h="72">
                    <a:moveTo>
                      <a:pt x="31" y="72"/>
                    </a:moveTo>
                    <a:lnTo>
                      <a:pt x="52" y="56"/>
                    </a:lnTo>
                    <a:lnTo>
                      <a:pt x="74" y="40"/>
                    </a:lnTo>
                    <a:lnTo>
                      <a:pt x="44" y="0"/>
                    </a:lnTo>
                    <a:lnTo>
                      <a:pt x="22" y="16"/>
                    </a:lnTo>
                    <a:lnTo>
                      <a:pt x="0" y="32"/>
                    </a:lnTo>
                    <a:lnTo>
                      <a:pt x="31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099" name=""/>
              <p:cNvSpPr/>
              <p:nvPr/>
            </p:nvSpPr>
            <p:spPr>
              <a:xfrm rot="0">
                <a:off x="2256" y="2614"/>
                <a:ext cx="8" cy="8"/>
              </a:xfrm>
              <a:custGeom>
                <a:avLst/>
                <a:ahLst/>
                <a:rect l="0" t="0" r="r" b="b"/>
                <a:pathLst>
                  <a:path w="74" h="72">
                    <a:moveTo>
                      <a:pt x="31" y="72"/>
                    </a:moveTo>
                    <a:lnTo>
                      <a:pt x="52" y="56"/>
                    </a:lnTo>
                    <a:lnTo>
                      <a:pt x="74" y="40"/>
                    </a:lnTo>
                    <a:lnTo>
                      <a:pt x="44" y="0"/>
                    </a:lnTo>
                    <a:lnTo>
                      <a:pt x="22" y="16"/>
                    </a:lnTo>
                    <a:lnTo>
                      <a:pt x="0" y="32"/>
                    </a:lnTo>
                    <a:lnTo>
                      <a:pt x="31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00" name=""/>
              <p:cNvSpPr/>
              <p:nvPr/>
            </p:nvSpPr>
            <p:spPr>
              <a:xfrm rot="0">
                <a:off x="2258" y="2614"/>
                <a:ext cx="3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0" y="18"/>
                    </a:moveTo>
                    <a:lnTo>
                      <a:pt x="22" y="2"/>
                    </a:lnTo>
                    <a:lnTo>
                      <a:pt x="22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01" name=""/>
              <p:cNvSpPr/>
              <p:nvPr/>
            </p:nvSpPr>
            <p:spPr>
              <a:xfrm rot="0" flipV="1">
                <a:off x="2261" y="26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02" name=""/>
              <p:cNvSpPr/>
              <p:nvPr/>
            </p:nvSpPr>
            <p:spPr>
              <a:xfrm rot="0">
                <a:off x="2252" y="2610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2" y="75"/>
                    </a:moveTo>
                    <a:lnTo>
                      <a:pt x="54" y="58"/>
                    </a:lnTo>
                    <a:lnTo>
                      <a:pt x="76" y="40"/>
                    </a:lnTo>
                    <a:lnTo>
                      <a:pt x="43" y="0"/>
                    </a:lnTo>
                    <a:lnTo>
                      <a:pt x="21" y="18"/>
                    </a:lnTo>
                    <a:lnTo>
                      <a:pt x="0" y="35"/>
                    </a:lnTo>
                    <a:lnTo>
                      <a:pt x="32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03" name=""/>
              <p:cNvSpPr/>
              <p:nvPr/>
            </p:nvSpPr>
            <p:spPr>
              <a:xfrm rot="0">
                <a:off x="2252" y="2610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2" y="75"/>
                    </a:moveTo>
                    <a:lnTo>
                      <a:pt x="54" y="58"/>
                    </a:lnTo>
                    <a:lnTo>
                      <a:pt x="76" y="40"/>
                    </a:lnTo>
                    <a:lnTo>
                      <a:pt x="43" y="0"/>
                    </a:lnTo>
                    <a:lnTo>
                      <a:pt x="21" y="18"/>
                    </a:lnTo>
                    <a:lnTo>
                      <a:pt x="0" y="35"/>
                    </a:lnTo>
                    <a:lnTo>
                      <a:pt x="32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04" name=""/>
              <p:cNvSpPr/>
              <p:nvPr/>
            </p:nvSpPr>
            <p:spPr>
              <a:xfrm rot="0">
                <a:off x="2254" y="2610"/>
                <a:ext cx="3" cy="2"/>
              </a:xfrm>
              <a:custGeom>
                <a:avLst/>
                <a:ahLst/>
                <a:rect l="0" t="0" r="r" b="b"/>
                <a:pathLst>
                  <a:path w="22" h="19">
                    <a:moveTo>
                      <a:pt x="0" y="19"/>
                    </a:moveTo>
                    <a:lnTo>
                      <a:pt x="22" y="1"/>
                    </a:lnTo>
                    <a:lnTo>
                      <a:pt x="21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05" name=""/>
              <p:cNvSpPr/>
              <p:nvPr/>
            </p:nvSpPr>
            <p:spPr>
              <a:xfrm rot="0" flipH="1" flipV="1">
                <a:off x="2257" y="26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06" name=""/>
              <p:cNvSpPr/>
              <p:nvPr/>
            </p:nvSpPr>
            <p:spPr>
              <a:xfrm rot="0">
                <a:off x="2248" y="2605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5" y="75"/>
                    </a:moveTo>
                    <a:lnTo>
                      <a:pt x="55" y="57"/>
                    </a:lnTo>
                    <a:lnTo>
                      <a:pt x="76" y="38"/>
                    </a:lnTo>
                    <a:lnTo>
                      <a:pt x="41" y="0"/>
                    </a:lnTo>
                    <a:lnTo>
                      <a:pt x="21" y="19"/>
                    </a:lnTo>
                    <a:lnTo>
                      <a:pt x="0" y="37"/>
                    </a:lnTo>
                    <a:lnTo>
                      <a:pt x="35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07" name=""/>
              <p:cNvSpPr/>
              <p:nvPr/>
            </p:nvSpPr>
            <p:spPr>
              <a:xfrm rot="0">
                <a:off x="2248" y="2605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5" y="75"/>
                    </a:moveTo>
                    <a:lnTo>
                      <a:pt x="55" y="57"/>
                    </a:lnTo>
                    <a:lnTo>
                      <a:pt x="76" y="38"/>
                    </a:lnTo>
                    <a:lnTo>
                      <a:pt x="41" y="0"/>
                    </a:lnTo>
                    <a:lnTo>
                      <a:pt x="21" y="19"/>
                    </a:lnTo>
                    <a:lnTo>
                      <a:pt x="0" y="37"/>
                    </a:lnTo>
                    <a:lnTo>
                      <a:pt x="35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08" name=""/>
              <p:cNvSpPr/>
              <p:nvPr/>
            </p:nvSpPr>
            <p:spPr>
              <a:xfrm rot="0">
                <a:off x="2251" y="2605"/>
                <a:ext cx="2" cy="3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0" y="20"/>
                    </a:moveTo>
                    <a:lnTo>
                      <a:pt x="20" y="1"/>
                    </a:lnTo>
                    <a:lnTo>
                      <a:pt x="19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09" name=""/>
              <p:cNvSpPr/>
              <p:nvPr/>
            </p:nvSpPr>
            <p:spPr>
              <a:xfrm rot="0" flipH="1" flipV="1">
                <a:off x="2253" y="26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10" name=""/>
              <p:cNvSpPr/>
              <p:nvPr/>
            </p:nvSpPr>
            <p:spPr>
              <a:xfrm rot="0">
                <a:off x="2244" y="2601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7" y="75"/>
                    </a:moveTo>
                    <a:lnTo>
                      <a:pt x="57" y="56"/>
                    </a:lnTo>
                    <a:lnTo>
                      <a:pt x="76" y="36"/>
                    </a:lnTo>
                    <a:lnTo>
                      <a:pt x="39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37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11" name=""/>
              <p:cNvSpPr/>
              <p:nvPr/>
            </p:nvSpPr>
            <p:spPr>
              <a:xfrm rot="0">
                <a:off x="2244" y="2601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7" y="75"/>
                    </a:moveTo>
                    <a:lnTo>
                      <a:pt x="57" y="56"/>
                    </a:lnTo>
                    <a:lnTo>
                      <a:pt x="76" y="36"/>
                    </a:lnTo>
                    <a:lnTo>
                      <a:pt x="39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37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12" name=""/>
              <p:cNvSpPr/>
              <p:nvPr/>
            </p:nvSpPr>
            <p:spPr>
              <a:xfrm rot="0">
                <a:off x="2247" y="2601"/>
                <a:ext cx="2" cy="3"/>
              </a:xfrm>
              <a:custGeom>
                <a:avLst/>
                <a:ahLst/>
                <a:rect l="0" t="0" r="r" b="b"/>
                <a:pathLst>
                  <a:path w="19" h="21">
                    <a:moveTo>
                      <a:pt x="0" y="21"/>
                    </a:moveTo>
                    <a:lnTo>
                      <a:pt x="19" y="1"/>
                    </a:lnTo>
                    <a:lnTo>
                      <a:pt x="18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13" name=""/>
              <p:cNvSpPr/>
              <p:nvPr/>
            </p:nvSpPr>
            <p:spPr>
              <a:xfrm rot="0" flipH="1" flipV="1">
                <a:off x="2249" y="26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14" name=""/>
              <p:cNvSpPr/>
              <p:nvPr/>
            </p:nvSpPr>
            <p:spPr>
              <a:xfrm rot="0">
                <a:off x="2240" y="2597"/>
                <a:ext cx="9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38" y="75"/>
                    </a:moveTo>
                    <a:lnTo>
                      <a:pt x="57" y="55"/>
                    </a:lnTo>
                    <a:lnTo>
                      <a:pt x="75" y="34"/>
                    </a:lnTo>
                    <a:lnTo>
                      <a:pt x="37" y="0"/>
                    </a:lnTo>
                    <a:lnTo>
                      <a:pt x="19" y="21"/>
                    </a:lnTo>
                    <a:lnTo>
                      <a:pt x="0" y="42"/>
                    </a:lnTo>
                    <a:lnTo>
                      <a:pt x="38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15" name=""/>
              <p:cNvSpPr/>
              <p:nvPr/>
            </p:nvSpPr>
            <p:spPr>
              <a:xfrm rot="0">
                <a:off x="2240" y="2597"/>
                <a:ext cx="9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38" y="75"/>
                    </a:moveTo>
                    <a:lnTo>
                      <a:pt x="57" y="55"/>
                    </a:lnTo>
                    <a:lnTo>
                      <a:pt x="75" y="34"/>
                    </a:lnTo>
                    <a:lnTo>
                      <a:pt x="37" y="0"/>
                    </a:lnTo>
                    <a:lnTo>
                      <a:pt x="19" y="21"/>
                    </a:lnTo>
                    <a:lnTo>
                      <a:pt x="0" y="42"/>
                    </a:lnTo>
                    <a:lnTo>
                      <a:pt x="38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16" name=""/>
              <p:cNvSpPr/>
              <p:nvPr/>
            </p:nvSpPr>
            <p:spPr>
              <a:xfrm rot="0">
                <a:off x="2242" y="2597"/>
                <a:ext cx="2" cy="3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18" y="1"/>
                    </a:lnTo>
                    <a:lnTo>
                      <a:pt x="1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17" name=""/>
              <p:cNvSpPr/>
              <p:nvPr/>
            </p:nvSpPr>
            <p:spPr>
              <a:xfrm rot="0" flipH="1" flipV="1">
                <a:off x="2244" y="259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18" name=""/>
              <p:cNvSpPr/>
              <p:nvPr/>
            </p:nvSpPr>
            <p:spPr>
              <a:xfrm rot="0">
                <a:off x="2236" y="2594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39" y="76"/>
                    </a:moveTo>
                    <a:lnTo>
                      <a:pt x="57" y="54"/>
                    </a:lnTo>
                    <a:lnTo>
                      <a:pt x="74" y="32"/>
                    </a:lnTo>
                    <a:lnTo>
                      <a:pt x="35" y="0"/>
                    </a:lnTo>
                    <a:lnTo>
                      <a:pt x="18" y="22"/>
                    </a:lnTo>
                    <a:lnTo>
                      <a:pt x="0" y="43"/>
                    </a:lnTo>
                    <a:lnTo>
                      <a:pt x="39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19" name=""/>
              <p:cNvSpPr/>
              <p:nvPr/>
            </p:nvSpPr>
            <p:spPr>
              <a:xfrm rot="0">
                <a:off x="2236" y="2594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39" y="76"/>
                    </a:moveTo>
                    <a:lnTo>
                      <a:pt x="57" y="54"/>
                    </a:lnTo>
                    <a:lnTo>
                      <a:pt x="74" y="32"/>
                    </a:lnTo>
                    <a:lnTo>
                      <a:pt x="35" y="0"/>
                    </a:lnTo>
                    <a:lnTo>
                      <a:pt x="18" y="22"/>
                    </a:lnTo>
                    <a:lnTo>
                      <a:pt x="0" y="43"/>
                    </a:lnTo>
                    <a:lnTo>
                      <a:pt x="39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20" name=""/>
              <p:cNvSpPr/>
              <p:nvPr/>
            </p:nvSpPr>
            <p:spPr>
              <a:xfrm rot="0">
                <a:off x="2238" y="2594"/>
                <a:ext cx="2" cy="2"/>
              </a:xfrm>
              <a:custGeom>
                <a:avLst/>
                <a:ahLst/>
                <a:rect l="0" t="0" r="r" b="b"/>
                <a:pathLst>
                  <a:path w="17" h="22">
                    <a:moveTo>
                      <a:pt x="0" y="22"/>
                    </a:moveTo>
                    <a:lnTo>
                      <a:pt x="17" y="0"/>
                    </a:lnTo>
                    <a:lnTo>
                      <a:pt x="16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21" name=""/>
              <p:cNvSpPr/>
              <p:nvPr/>
            </p:nvSpPr>
            <p:spPr>
              <a:xfrm rot="0" flipH="1">
                <a:off x="2240" y="25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22" name=""/>
              <p:cNvSpPr/>
              <p:nvPr/>
            </p:nvSpPr>
            <p:spPr>
              <a:xfrm rot="0">
                <a:off x="2232" y="2590"/>
                <a:ext cx="8" cy="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41" y="75"/>
                    </a:moveTo>
                    <a:lnTo>
                      <a:pt x="58" y="54"/>
                    </a:lnTo>
                    <a:lnTo>
                      <a:pt x="74" y="32"/>
                    </a:lnTo>
                    <a:lnTo>
                      <a:pt x="33" y="0"/>
                    </a:lnTo>
                    <a:lnTo>
                      <a:pt x="16" y="22"/>
                    </a:lnTo>
                    <a:lnTo>
                      <a:pt x="0" y="44"/>
                    </a:lnTo>
                    <a:lnTo>
                      <a:pt x="41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23" name=""/>
              <p:cNvSpPr/>
              <p:nvPr/>
            </p:nvSpPr>
            <p:spPr>
              <a:xfrm rot="0">
                <a:off x="2232" y="2590"/>
                <a:ext cx="8" cy="9"/>
              </a:xfrm>
              <a:custGeom>
                <a:avLst/>
                <a:ahLst/>
                <a:rect l="0" t="0" r="r" b="b"/>
                <a:pathLst>
                  <a:path w="74" h="75">
                    <a:moveTo>
                      <a:pt x="41" y="75"/>
                    </a:moveTo>
                    <a:lnTo>
                      <a:pt x="58" y="54"/>
                    </a:lnTo>
                    <a:lnTo>
                      <a:pt x="74" y="32"/>
                    </a:lnTo>
                    <a:lnTo>
                      <a:pt x="33" y="0"/>
                    </a:lnTo>
                    <a:lnTo>
                      <a:pt x="16" y="22"/>
                    </a:lnTo>
                    <a:lnTo>
                      <a:pt x="0" y="44"/>
                    </a:lnTo>
                    <a:lnTo>
                      <a:pt x="41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24" name=""/>
              <p:cNvSpPr/>
              <p:nvPr/>
            </p:nvSpPr>
            <p:spPr>
              <a:xfrm rot="0">
                <a:off x="2233" y="2590"/>
                <a:ext cx="2" cy="3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0" y="23"/>
                    </a:moveTo>
                    <a:lnTo>
                      <a:pt x="17" y="1"/>
                    </a:lnTo>
                    <a:lnTo>
                      <a:pt x="15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25" name=""/>
              <p:cNvSpPr/>
              <p:nvPr/>
            </p:nvSpPr>
            <p:spPr>
              <a:xfrm rot="0" flipH="1" flipV="1">
                <a:off x="2235" y="25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26" name=""/>
              <p:cNvSpPr/>
              <p:nvPr/>
            </p:nvSpPr>
            <p:spPr>
              <a:xfrm rot="0">
                <a:off x="2227" y="2587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42" y="74"/>
                    </a:moveTo>
                    <a:lnTo>
                      <a:pt x="57" y="51"/>
                    </a:lnTo>
                    <a:lnTo>
                      <a:pt x="72" y="28"/>
                    </a:lnTo>
                    <a:lnTo>
                      <a:pt x="30" y="0"/>
                    </a:lnTo>
                    <a:lnTo>
                      <a:pt x="15" y="23"/>
                    </a:lnTo>
                    <a:lnTo>
                      <a:pt x="0" y="46"/>
                    </a:lnTo>
                    <a:lnTo>
                      <a:pt x="42" y="7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27" name=""/>
              <p:cNvSpPr/>
              <p:nvPr/>
            </p:nvSpPr>
            <p:spPr>
              <a:xfrm rot="0">
                <a:off x="2227" y="2587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42" y="74"/>
                    </a:moveTo>
                    <a:lnTo>
                      <a:pt x="57" y="51"/>
                    </a:lnTo>
                    <a:lnTo>
                      <a:pt x="72" y="28"/>
                    </a:lnTo>
                    <a:lnTo>
                      <a:pt x="30" y="0"/>
                    </a:lnTo>
                    <a:lnTo>
                      <a:pt x="15" y="23"/>
                    </a:lnTo>
                    <a:lnTo>
                      <a:pt x="0" y="46"/>
                    </a:lnTo>
                    <a:lnTo>
                      <a:pt x="42" y="7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28" name=""/>
              <p:cNvSpPr/>
              <p:nvPr/>
            </p:nvSpPr>
            <p:spPr>
              <a:xfrm rot="0">
                <a:off x="2226" y="2587"/>
                <a:ext cx="4" cy="5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27" y="27"/>
                    </a:moveTo>
                    <a:lnTo>
                      <a:pt x="12" y="50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0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7" y="1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2" y="4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29" name=""/>
              <p:cNvSpPr/>
              <p:nvPr/>
            </p:nvSpPr>
            <p:spPr>
              <a:xfrm rot="0">
                <a:off x="2226" y="2587"/>
                <a:ext cx="4" cy="5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12" y="50"/>
                    </a:move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0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7" y="1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2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30" name=""/>
              <p:cNvSpPr/>
              <p:nvPr/>
            </p:nvSpPr>
            <p:spPr>
              <a:xfrm rot="0">
                <a:off x="2098" y="2788"/>
                <a:ext cx="4" cy="5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27" y="27"/>
                    </a:moveTo>
                    <a:lnTo>
                      <a:pt x="13" y="51"/>
                    </a:lnTo>
                    <a:lnTo>
                      <a:pt x="6" y="46"/>
                    </a:lnTo>
                    <a:lnTo>
                      <a:pt x="2" y="38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8" y="7"/>
                    </a:lnTo>
                    <a:lnTo>
                      <a:pt x="16" y="2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4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31" name=""/>
              <p:cNvSpPr/>
              <p:nvPr/>
            </p:nvSpPr>
            <p:spPr>
              <a:xfrm rot="0">
                <a:off x="2098" y="2788"/>
                <a:ext cx="4" cy="5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13" y="51"/>
                    </a:moveTo>
                    <a:lnTo>
                      <a:pt x="6" y="46"/>
                    </a:lnTo>
                    <a:lnTo>
                      <a:pt x="2" y="38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8" y="7"/>
                    </a:lnTo>
                    <a:lnTo>
                      <a:pt x="16" y="2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32" name=""/>
              <p:cNvSpPr/>
              <p:nvPr/>
            </p:nvSpPr>
            <p:spPr>
              <a:xfrm rot="0">
                <a:off x="2099" y="2788"/>
                <a:ext cx="8" cy="8"/>
              </a:xfrm>
              <a:custGeom>
                <a:avLst/>
                <a:ahLst/>
                <a:rect l="0" t="0" r="r" b="b"/>
                <a:pathLst>
                  <a:path w="71" h="73">
                    <a:moveTo>
                      <a:pt x="28" y="0"/>
                    </a:moveTo>
                    <a:lnTo>
                      <a:pt x="14" y="23"/>
                    </a:lnTo>
                    <a:lnTo>
                      <a:pt x="0" y="47"/>
                    </a:lnTo>
                    <a:lnTo>
                      <a:pt x="43" y="73"/>
                    </a:lnTo>
                    <a:lnTo>
                      <a:pt x="57" y="50"/>
                    </a:lnTo>
                    <a:lnTo>
                      <a:pt x="71" y="26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33" name=""/>
              <p:cNvSpPr/>
              <p:nvPr/>
            </p:nvSpPr>
            <p:spPr>
              <a:xfrm rot="0">
                <a:off x="2099" y="2788"/>
                <a:ext cx="8" cy="8"/>
              </a:xfrm>
              <a:custGeom>
                <a:avLst/>
                <a:ahLst/>
                <a:rect l="0" t="0" r="r" b="b"/>
                <a:pathLst>
                  <a:path w="71" h="73">
                    <a:moveTo>
                      <a:pt x="28" y="0"/>
                    </a:moveTo>
                    <a:lnTo>
                      <a:pt x="14" y="23"/>
                    </a:lnTo>
                    <a:lnTo>
                      <a:pt x="0" y="47"/>
                    </a:lnTo>
                    <a:lnTo>
                      <a:pt x="43" y="73"/>
                    </a:lnTo>
                    <a:lnTo>
                      <a:pt x="57" y="50"/>
                    </a:lnTo>
                    <a:lnTo>
                      <a:pt x="71" y="26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34" name=""/>
              <p:cNvSpPr/>
              <p:nvPr/>
            </p:nvSpPr>
            <p:spPr>
              <a:xfrm rot="0">
                <a:off x="2104" y="2794"/>
                <a:ext cx="1" cy="2"/>
              </a:xfrm>
              <a:custGeom>
                <a:avLst/>
                <a:ahLst/>
                <a:rect l="0" t="0" r="r" b="b"/>
                <a:pathLst>
                  <a:path w="14" h="23">
                    <a:moveTo>
                      <a:pt x="14" y="0"/>
                    </a:moveTo>
                    <a:lnTo>
                      <a:pt x="0" y="23"/>
                    </a:lnTo>
                    <a:lnTo>
                      <a:pt x="1" y="23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35" name=""/>
              <p:cNvSpPr/>
              <p:nvPr/>
            </p:nvSpPr>
            <p:spPr>
              <a:xfrm rot="0">
                <a:off x="2104" y="27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36" name=""/>
              <p:cNvSpPr/>
              <p:nvPr/>
            </p:nvSpPr>
            <p:spPr>
              <a:xfrm rot="0">
                <a:off x="2104" y="2791"/>
                <a:ext cx="8" cy="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26" y="0"/>
                    </a:moveTo>
                    <a:lnTo>
                      <a:pt x="13" y="24"/>
                    </a:lnTo>
                    <a:lnTo>
                      <a:pt x="0" y="47"/>
                    </a:lnTo>
                    <a:lnTo>
                      <a:pt x="45" y="71"/>
                    </a:lnTo>
                    <a:lnTo>
                      <a:pt x="58" y="47"/>
                    </a:lnTo>
                    <a:lnTo>
                      <a:pt x="71" y="24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37" name=""/>
              <p:cNvSpPr/>
              <p:nvPr/>
            </p:nvSpPr>
            <p:spPr>
              <a:xfrm rot="0">
                <a:off x="2104" y="2791"/>
                <a:ext cx="8" cy="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26" y="0"/>
                    </a:moveTo>
                    <a:lnTo>
                      <a:pt x="13" y="24"/>
                    </a:lnTo>
                    <a:lnTo>
                      <a:pt x="0" y="47"/>
                    </a:lnTo>
                    <a:lnTo>
                      <a:pt x="45" y="71"/>
                    </a:lnTo>
                    <a:lnTo>
                      <a:pt x="58" y="47"/>
                    </a:lnTo>
                    <a:lnTo>
                      <a:pt x="71" y="24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38" name=""/>
              <p:cNvSpPr/>
              <p:nvPr/>
            </p:nvSpPr>
            <p:spPr>
              <a:xfrm rot="0">
                <a:off x="2109" y="2796"/>
                <a:ext cx="1" cy="3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13" y="0"/>
                    </a:moveTo>
                    <a:lnTo>
                      <a:pt x="0" y="24"/>
                    </a:lnTo>
                    <a:lnTo>
                      <a:pt x="1" y="25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39" name=""/>
              <p:cNvSpPr/>
              <p:nvPr/>
            </p:nvSpPr>
            <p:spPr>
              <a:xfrm rot="0">
                <a:off x="2109" y="27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40" name=""/>
              <p:cNvSpPr/>
              <p:nvPr/>
            </p:nvSpPr>
            <p:spPr>
              <a:xfrm rot="0">
                <a:off x="2109" y="2793"/>
                <a:ext cx="8" cy="9"/>
              </a:xfrm>
              <a:custGeom>
                <a:avLst/>
                <a:ahLst/>
                <a:rect l="0" t="0" r="r" b="b"/>
                <a:pathLst>
                  <a:path w="69" h="73">
                    <a:moveTo>
                      <a:pt x="24" y="0"/>
                    </a:moveTo>
                    <a:lnTo>
                      <a:pt x="12" y="25"/>
                    </a:lnTo>
                    <a:lnTo>
                      <a:pt x="0" y="50"/>
                    </a:lnTo>
                    <a:lnTo>
                      <a:pt x="45" y="73"/>
                    </a:lnTo>
                    <a:lnTo>
                      <a:pt x="57" y="48"/>
                    </a:lnTo>
                    <a:lnTo>
                      <a:pt x="69" y="23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41" name=""/>
              <p:cNvSpPr/>
              <p:nvPr/>
            </p:nvSpPr>
            <p:spPr>
              <a:xfrm rot="0">
                <a:off x="2109" y="2793"/>
                <a:ext cx="8" cy="9"/>
              </a:xfrm>
              <a:custGeom>
                <a:avLst/>
                <a:ahLst/>
                <a:rect l="0" t="0" r="r" b="b"/>
                <a:pathLst>
                  <a:path w="69" h="73">
                    <a:moveTo>
                      <a:pt x="24" y="0"/>
                    </a:moveTo>
                    <a:lnTo>
                      <a:pt x="12" y="25"/>
                    </a:lnTo>
                    <a:lnTo>
                      <a:pt x="0" y="50"/>
                    </a:lnTo>
                    <a:lnTo>
                      <a:pt x="45" y="73"/>
                    </a:lnTo>
                    <a:lnTo>
                      <a:pt x="57" y="48"/>
                    </a:lnTo>
                    <a:lnTo>
                      <a:pt x="69" y="23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42" name=""/>
              <p:cNvSpPr/>
              <p:nvPr/>
            </p:nvSpPr>
            <p:spPr>
              <a:xfrm rot="0">
                <a:off x="2114" y="2799"/>
                <a:ext cx="1" cy="3"/>
              </a:xfrm>
              <a:custGeom>
                <a:avLst/>
                <a:ahLst/>
                <a:rect l="0" t="0" r="r" b="b"/>
                <a:pathLst>
                  <a:path w="12" h="26">
                    <a:moveTo>
                      <a:pt x="12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43" name=""/>
              <p:cNvSpPr/>
              <p:nvPr/>
            </p:nvSpPr>
            <p:spPr>
              <a:xfrm rot="0">
                <a:off x="2114" y="2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44" name=""/>
              <p:cNvSpPr/>
              <p:nvPr/>
            </p:nvSpPr>
            <p:spPr>
              <a:xfrm rot="0">
                <a:off x="2114" y="2796"/>
                <a:ext cx="8" cy="8"/>
              </a:xfrm>
              <a:custGeom>
                <a:avLst/>
                <a:ahLst/>
                <a:rect l="0" t="0" r="r" b="b"/>
                <a:pathLst>
                  <a:path w="69" h="72">
                    <a:moveTo>
                      <a:pt x="22" y="0"/>
                    </a:moveTo>
                    <a:lnTo>
                      <a:pt x="11" y="26"/>
                    </a:lnTo>
                    <a:lnTo>
                      <a:pt x="0" y="52"/>
                    </a:lnTo>
                    <a:lnTo>
                      <a:pt x="47" y="72"/>
                    </a:lnTo>
                    <a:lnTo>
                      <a:pt x="58" y="46"/>
                    </a:lnTo>
                    <a:lnTo>
                      <a:pt x="69" y="20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45" name=""/>
              <p:cNvSpPr/>
              <p:nvPr/>
            </p:nvSpPr>
            <p:spPr>
              <a:xfrm rot="0">
                <a:off x="2114" y="2796"/>
                <a:ext cx="8" cy="8"/>
              </a:xfrm>
              <a:custGeom>
                <a:avLst/>
                <a:ahLst/>
                <a:rect l="0" t="0" r="r" b="b"/>
                <a:pathLst>
                  <a:path w="69" h="72">
                    <a:moveTo>
                      <a:pt x="22" y="0"/>
                    </a:moveTo>
                    <a:lnTo>
                      <a:pt x="11" y="26"/>
                    </a:lnTo>
                    <a:lnTo>
                      <a:pt x="0" y="52"/>
                    </a:lnTo>
                    <a:lnTo>
                      <a:pt x="47" y="72"/>
                    </a:lnTo>
                    <a:lnTo>
                      <a:pt x="58" y="46"/>
                    </a:lnTo>
                    <a:lnTo>
                      <a:pt x="69" y="20"/>
                    </a:lnTo>
                    <a:lnTo>
                      <a:pt x="2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46" name=""/>
              <p:cNvSpPr/>
              <p:nvPr/>
            </p:nvSpPr>
            <p:spPr>
              <a:xfrm rot="0">
                <a:off x="2119" y="2801"/>
                <a:ext cx="2" cy="3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11" y="0"/>
                    </a:moveTo>
                    <a:lnTo>
                      <a:pt x="0" y="26"/>
                    </a:lnTo>
                    <a:lnTo>
                      <a:pt x="1" y="26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47" name=""/>
              <p:cNvSpPr/>
              <p:nvPr/>
            </p:nvSpPr>
            <p:spPr>
              <a:xfrm rot="0">
                <a:off x="2119" y="280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48" name=""/>
              <p:cNvSpPr/>
              <p:nvPr/>
            </p:nvSpPr>
            <p:spPr>
              <a:xfrm rot="0">
                <a:off x="2120" y="2798"/>
                <a:ext cx="7" cy="8"/>
              </a:xfrm>
              <a:custGeom>
                <a:avLst/>
                <a:ahLst/>
                <a:rect l="0" t="0" r="r" b="b"/>
                <a:pathLst>
                  <a:path w="68" h="69">
                    <a:moveTo>
                      <a:pt x="20" y="0"/>
                    </a:moveTo>
                    <a:lnTo>
                      <a:pt x="10" y="26"/>
                    </a:lnTo>
                    <a:lnTo>
                      <a:pt x="0" y="52"/>
                    </a:lnTo>
                    <a:lnTo>
                      <a:pt x="48" y="69"/>
                    </a:lnTo>
                    <a:lnTo>
                      <a:pt x="58" y="43"/>
                    </a:lnTo>
                    <a:lnTo>
                      <a:pt x="68" y="17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49" name=""/>
              <p:cNvSpPr/>
              <p:nvPr/>
            </p:nvSpPr>
            <p:spPr>
              <a:xfrm rot="0">
                <a:off x="2120" y="2798"/>
                <a:ext cx="7" cy="8"/>
              </a:xfrm>
              <a:custGeom>
                <a:avLst/>
                <a:ahLst/>
                <a:rect l="0" t="0" r="r" b="b"/>
                <a:pathLst>
                  <a:path w="68" h="69">
                    <a:moveTo>
                      <a:pt x="20" y="0"/>
                    </a:moveTo>
                    <a:lnTo>
                      <a:pt x="10" y="26"/>
                    </a:lnTo>
                    <a:lnTo>
                      <a:pt x="0" y="52"/>
                    </a:lnTo>
                    <a:lnTo>
                      <a:pt x="48" y="69"/>
                    </a:lnTo>
                    <a:lnTo>
                      <a:pt x="58" y="43"/>
                    </a:lnTo>
                    <a:lnTo>
                      <a:pt x="68" y="17"/>
                    </a:lnTo>
                    <a:lnTo>
                      <a:pt x="2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50" name=""/>
              <p:cNvSpPr/>
              <p:nvPr/>
            </p:nvSpPr>
            <p:spPr>
              <a:xfrm rot="0">
                <a:off x="2125" y="2803"/>
                <a:ext cx="1" cy="3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10" y="0"/>
                    </a:moveTo>
                    <a:lnTo>
                      <a:pt x="0" y="26"/>
                    </a:lnTo>
                    <a:lnTo>
                      <a:pt x="1" y="26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51" name=""/>
              <p:cNvSpPr/>
              <p:nvPr/>
            </p:nvSpPr>
            <p:spPr>
              <a:xfrm rot="0">
                <a:off x="2125" y="28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52" name=""/>
              <p:cNvSpPr/>
              <p:nvPr/>
            </p:nvSpPr>
            <p:spPr>
              <a:xfrm rot="0">
                <a:off x="2125" y="2800"/>
                <a:ext cx="7" cy="7"/>
              </a:xfrm>
              <a:custGeom>
                <a:avLst/>
                <a:ahLst/>
                <a:rect l="0" t="0" r="r" b="b"/>
                <a:pathLst>
                  <a:path w="65" h="67">
                    <a:moveTo>
                      <a:pt x="17" y="0"/>
                    </a:moveTo>
                    <a:lnTo>
                      <a:pt x="9" y="26"/>
                    </a:lnTo>
                    <a:lnTo>
                      <a:pt x="0" y="52"/>
                    </a:lnTo>
                    <a:lnTo>
                      <a:pt x="48" y="67"/>
                    </a:lnTo>
                    <a:lnTo>
                      <a:pt x="57" y="41"/>
                    </a:lnTo>
                    <a:lnTo>
                      <a:pt x="65" y="15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53" name=""/>
              <p:cNvSpPr/>
              <p:nvPr/>
            </p:nvSpPr>
            <p:spPr>
              <a:xfrm rot="0">
                <a:off x="2125" y="2800"/>
                <a:ext cx="7" cy="7"/>
              </a:xfrm>
              <a:custGeom>
                <a:avLst/>
                <a:ahLst/>
                <a:rect l="0" t="0" r="r" b="b"/>
                <a:pathLst>
                  <a:path w="65" h="67">
                    <a:moveTo>
                      <a:pt x="17" y="0"/>
                    </a:moveTo>
                    <a:lnTo>
                      <a:pt x="9" y="26"/>
                    </a:lnTo>
                    <a:lnTo>
                      <a:pt x="0" y="52"/>
                    </a:lnTo>
                    <a:lnTo>
                      <a:pt x="48" y="67"/>
                    </a:lnTo>
                    <a:lnTo>
                      <a:pt x="57" y="41"/>
                    </a:lnTo>
                    <a:lnTo>
                      <a:pt x="65" y="15"/>
                    </a:lnTo>
                    <a:lnTo>
                      <a:pt x="1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54" name=""/>
              <p:cNvSpPr/>
              <p:nvPr/>
            </p:nvSpPr>
            <p:spPr>
              <a:xfrm rot="0">
                <a:off x="2130" y="2805"/>
                <a:ext cx="1" cy="3"/>
              </a:xfrm>
              <a:custGeom>
                <a:avLst/>
                <a:ahLst/>
                <a:rect l="0" t="0" r="r" b="b"/>
                <a:pathLst>
                  <a:path w="9" h="28">
                    <a:moveTo>
                      <a:pt x="9" y="0"/>
                    </a:moveTo>
                    <a:lnTo>
                      <a:pt x="0" y="26"/>
                    </a:lnTo>
                    <a:lnTo>
                      <a:pt x="1" y="28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55" name=""/>
              <p:cNvSpPr/>
              <p:nvPr/>
            </p:nvSpPr>
            <p:spPr>
              <a:xfrm rot="0">
                <a:off x="2130" y="28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56" name=""/>
              <p:cNvSpPr/>
              <p:nvPr/>
            </p:nvSpPr>
            <p:spPr>
              <a:xfrm rot="0">
                <a:off x="2130" y="2802"/>
                <a:ext cx="8" cy="7"/>
              </a:xfrm>
              <a:custGeom>
                <a:avLst/>
                <a:ahLst/>
                <a:rect l="0" t="0" r="r" b="b"/>
                <a:pathLst>
                  <a:path w="64" h="68">
                    <a:moveTo>
                      <a:pt x="15" y="0"/>
                    </a:moveTo>
                    <a:lnTo>
                      <a:pt x="8" y="27"/>
                    </a:lnTo>
                    <a:lnTo>
                      <a:pt x="0" y="55"/>
                    </a:lnTo>
                    <a:lnTo>
                      <a:pt x="49" y="68"/>
                    </a:lnTo>
                    <a:lnTo>
                      <a:pt x="56" y="40"/>
                    </a:lnTo>
                    <a:lnTo>
                      <a:pt x="64" y="13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57" name=""/>
              <p:cNvSpPr/>
              <p:nvPr/>
            </p:nvSpPr>
            <p:spPr>
              <a:xfrm rot="0">
                <a:off x="2130" y="2802"/>
                <a:ext cx="8" cy="7"/>
              </a:xfrm>
              <a:custGeom>
                <a:avLst/>
                <a:ahLst/>
                <a:rect l="0" t="0" r="r" b="b"/>
                <a:pathLst>
                  <a:path w="64" h="68">
                    <a:moveTo>
                      <a:pt x="15" y="0"/>
                    </a:moveTo>
                    <a:lnTo>
                      <a:pt x="8" y="27"/>
                    </a:lnTo>
                    <a:lnTo>
                      <a:pt x="0" y="55"/>
                    </a:lnTo>
                    <a:lnTo>
                      <a:pt x="49" y="68"/>
                    </a:lnTo>
                    <a:lnTo>
                      <a:pt x="56" y="40"/>
                    </a:lnTo>
                    <a:lnTo>
                      <a:pt x="64" y="13"/>
                    </a:lnTo>
                    <a:lnTo>
                      <a:pt x="1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58" name=""/>
              <p:cNvSpPr/>
              <p:nvPr/>
            </p:nvSpPr>
            <p:spPr>
              <a:xfrm rot="0">
                <a:off x="2136" y="2806"/>
                <a:ext cx="1" cy="3"/>
              </a:xfrm>
              <a:custGeom>
                <a:avLst/>
                <a:ahLst/>
                <a:rect l="0" t="0" r="r" b="b"/>
                <a:pathLst>
                  <a:path w="7" h="28">
                    <a:moveTo>
                      <a:pt x="7" y="0"/>
                    </a:moveTo>
                    <a:lnTo>
                      <a:pt x="0" y="28"/>
                    </a:lnTo>
                    <a:lnTo>
                      <a:pt x="2" y="28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59" name=""/>
              <p:cNvSpPr/>
              <p:nvPr/>
            </p:nvSpPr>
            <p:spPr>
              <a:xfrm rot="0">
                <a:off x="2136" y="28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60" name=""/>
              <p:cNvSpPr/>
              <p:nvPr/>
            </p:nvSpPr>
            <p:spPr>
              <a:xfrm rot="0">
                <a:off x="2136" y="2803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11" y="0"/>
                    </a:moveTo>
                    <a:lnTo>
                      <a:pt x="5" y="27"/>
                    </a:lnTo>
                    <a:lnTo>
                      <a:pt x="0" y="55"/>
                    </a:lnTo>
                    <a:lnTo>
                      <a:pt x="50" y="65"/>
                    </a:lnTo>
                    <a:lnTo>
                      <a:pt x="55" y="38"/>
                    </a:lnTo>
                    <a:lnTo>
                      <a:pt x="61" y="11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61" name=""/>
              <p:cNvSpPr/>
              <p:nvPr/>
            </p:nvSpPr>
            <p:spPr>
              <a:xfrm rot="0">
                <a:off x="2136" y="2803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11" y="0"/>
                    </a:moveTo>
                    <a:lnTo>
                      <a:pt x="5" y="27"/>
                    </a:lnTo>
                    <a:lnTo>
                      <a:pt x="0" y="55"/>
                    </a:lnTo>
                    <a:lnTo>
                      <a:pt x="50" y="65"/>
                    </a:lnTo>
                    <a:lnTo>
                      <a:pt x="55" y="38"/>
                    </a:lnTo>
                    <a:lnTo>
                      <a:pt x="61" y="11"/>
                    </a:lnTo>
                    <a:lnTo>
                      <a:pt x="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62" name=""/>
              <p:cNvSpPr/>
              <p:nvPr/>
            </p:nvSpPr>
            <p:spPr>
              <a:xfrm rot="0">
                <a:off x="2142" y="2807"/>
                <a:ext cx="1" cy="3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63" name=""/>
              <p:cNvSpPr/>
              <p:nvPr/>
            </p:nvSpPr>
            <p:spPr>
              <a:xfrm rot="0">
                <a:off x="2142" y="2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64" name=""/>
              <p:cNvSpPr/>
              <p:nvPr/>
            </p:nvSpPr>
            <p:spPr>
              <a:xfrm rot="0">
                <a:off x="2142" y="2804"/>
                <a:ext cx="6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9" y="0"/>
                    </a:moveTo>
                    <a:lnTo>
                      <a:pt x="4" y="27"/>
                    </a:lnTo>
                    <a:lnTo>
                      <a:pt x="0" y="54"/>
                    </a:lnTo>
                    <a:lnTo>
                      <a:pt x="50" y="63"/>
                    </a:lnTo>
                    <a:lnTo>
                      <a:pt x="54" y="36"/>
                    </a:lnTo>
                    <a:lnTo>
                      <a:pt x="59" y="9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65" name=""/>
              <p:cNvSpPr/>
              <p:nvPr/>
            </p:nvSpPr>
            <p:spPr>
              <a:xfrm rot="0">
                <a:off x="2142" y="2804"/>
                <a:ext cx="6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9" y="0"/>
                    </a:moveTo>
                    <a:lnTo>
                      <a:pt x="4" y="27"/>
                    </a:lnTo>
                    <a:lnTo>
                      <a:pt x="0" y="54"/>
                    </a:lnTo>
                    <a:lnTo>
                      <a:pt x="50" y="63"/>
                    </a:lnTo>
                    <a:lnTo>
                      <a:pt x="54" y="36"/>
                    </a:lnTo>
                    <a:lnTo>
                      <a:pt x="59" y="9"/>
                    </a:lnTo>
                    <a:lnTo>
                      <a:pt x="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66" name=""/>
              <p:cNvSpPr/>
              <p:nvPr/>
            </p:nvSpPr>
            <p:spPr>
              <a:xfrm rot="0">
                <a:off x="2147" y="2808"/>
                <a:ext cx="1" cy="3"/>
              </a:xfrm>
              <a:custGeom>
                <a:avLst/>
                <a:ahLst/>
                <a:rect l="0" t="0" r="r" b="b"/>
                <a:pathLst>
                  <a:path w="4" h="27">
                    <a:moveTo>
                      <a:pt x="4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67" name=""/>
              <p:cNvSpPr/>
              <p:nvPr/>
            </p:nvSpPr>
            <p:spPr>
              <a:xfrm rot="0">
                <a:off x="2147" y="28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68" name=""/>
              <p:cNvSpPr/>
              <p:nvPr/>
            </p:nvSpPr>
            <p:spPr>
              <a:xfrm rot="0">
                <a:off x="2147" y="2805"/>
                <a:ext cx="7" cy="7"/>
              </a:xfrm>
              <a:custGeom>
                <a:avLst/>
                <a:ahLst/>
                <a:rect l="0" t="0" r="r" b="b"/>
                <a:pathLst>
                  <a:path w="57" h="60">
                    <a:moveTo>
                      <a:pt x="7" y="0"/>
                    </a:moveTo>
                    <a:lnTo>
                      <a:pt x="3" y="27"/>
                    </a:lnTo>
                    <a:lnTo>
                      <a:pt x="0" y="54"/>
                    </a:lnTo>
                    <a:lnTo>
                      <a:pt x="50" y="60"/>
                    </a:lnTo>
                    <a:lnTo>
                      <a:pt x="53" y="32"/>
                    </a:lnTo>
                    <a:lnTo>
                      <a:pt x="57" y="5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69" name=""/>
              <p:cNvSpPr/>
              <p:nvPr/>
            </p:nvSpPr>
            <p:spPr>
              <a:xfrm rot="0">
                <a:off x="2147" y="2805"/>
                <a:ext cx="7" cy="7"/>
              </a:xfrm>
              <a:custGeom>
                <a:avLst/>
                <a:ahLst/>
                <a:rect l="0" t="0" r="r" b="b"/>
                <a:pathLst>
                  <a:path w="57" h="60">
                    <a:moveTo>
                      <a:pt x="7" y="0"/>
                    </a:moveTo>
                    <a:lnTo>
                      <a:pt x="3" y="27"/>
                    </a:lnTo>
                    <a:lnTo>
                      <a:pt x="0" y="54"/>
                    </a:lnTo>
                    <a:lnTo>
                      <a:pt x="50" y="60"/>
                    </a:lnTo>
                    <a:lnTo>
                      <a:pt x="53" y="32"/>
                    </a:lnTo>
                    <a:lnTo>
                      <a:pt x="57" y="5"/>
                    </a:lnTo>
                    <a:lnTo>
                      <a:pt x="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70" name=""/>
              <p:cNvSpPr/>
              <p:nvPr/>
            </p:nvSpPr>
            <p:spPr>
              <a:xfrm rot="0">
                <a:off x="2153" y="2809"/>
                <a:ext cx="1" cy="3"/>
              </a:xfrm>
              <a:custGeom>
                <a:avLst/>
                <a:ahLst/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71" name=""/>
              <p:cNvSpPr/>
              <p:nvPr/>
            </p:nvSpPr>
            <p:spPr>
              <a:xfrm rot="0">
                <a:off x="2153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72" name=""/>
              <p:cNvSpPr/>
              <p:nvPr/>
            </p:nvSpPr>
            <p:spPr>
              <a:xfrm rot="0">
                <a:off x="2153" y="2806"/>
                <a:ext cx="6" cy="6"/>
              </a:xfrm>
              <a:custGeom>
                <a:avLst/>
                <a:ahLst/>
                <a:rect l="0" t="0" r="r" b="b"/>
                <a:pathLst>
                  <a:path w="55" h="58">
                    <a:moveTo>
                      <a:pt x="4" y="0"/>
                    </a:moveTo>
                    <a:lnTo>
                      <a:pt x="2" y="27"/>
                    </a:lnTo>
                    <a:lnTo>
                      <a:pt x="0" y="55"/>
                    </a:lnTo>
                    <a:lnTo>
                      <a:pt x="51" y="58"/>
                    </a:lnTo>
                    <a:lnTo>
                      <a:pt x="53" y="31"/>
                    </a:lnTo>
                    <a:lnTo>
                      <a:pt x="55" y="3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73" name=""/>
              <p:cNvSpPr/>
              <p:nvPr/>
            </p:nvSpPr>
            <p:spPr>
              <a:xfrm rot="0">
                <a:off x="2153" y="2806"/>
                <a:ext cx="6" cy="6"/>
              </a:xfrm>
              <a:custGeom>
                <a:avLst/>
                <a:ahLst/>
                <a:rect l="0" t="0" r="r" b="b"/>
                <a:pathLst>
                  <a:path w="55" h="58">
                    <a:moveTo>
                      <a:pt x="4" y="0"/>
                    </a:moveTo>
                    <a:lnTo>
                      <a:pt x="2" y="27"/>
                    </a:lnTo>
                    <a:lnTo>
                      <a:pt x="0" y="55"/>
                    </a:lnTo>
                    <a:lnTo>
                      <a:pt x="51" y="58"/>
                    </a:lnTo>
                    <a:lnTo>
                      <a:pt x="53" y="31"/>
                    </a:lnTo>
                    <a:lnTo>
                      <a:pt x="55" y="3"/>
                    </a:lnTo>
                    <a:lnTo>
                      <a:pt x="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74" name=""/>
              <p:cNvSpPr/>
              <p:nvPr/>
            </p:nvSpPr>
            <p:spPr>
              <a:xfrm rot="0">
                <a:off x="2159" y="2809"/>
                <a:ext cx="1" cy="3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75" name=""/>
              <p:cNvSpPr/>
              <p:nvPr/>
            </p:nvSpPr>
            <p:spPr>
              <a:xfrm rot="0">
                <a:off x="2159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76" name=""/>
              <p:cNvSpPr/>
              <p:nvPr/>
            </p:nvSpPr>
            <p:spPr>
              <a:xfrm rot="0">
                <a:off x="2159" y="2806"/>
                <a:ext cx="6" cy="6"/>
              </a:xfrm>
              <a:custGeom>
                <a:avLst/>
                <a:ahLst/>
                <a:rect l="0" t="0" r="r" b="b"/>
                <a:pathLst>
                  <a:path w="52" h="57">
                    <a:moveTo>
                      <a:pt x="2" y="0"/>
                    </a:moveTo>
                    <a:lnTo>
                      <a:pt x="1" y="28"/>
                    </a:lnTo>
                    <a:lnTo>
                      <a:pt x="0" y="55"/>
                    </a:lnTo>
                    <a:lnTo>
                      <a:pt x="50" y="57"/>
                    </a:lnTo>
                    <a:lnTo>
                      <a:pt x="51" y="30"/>
                    </a:lnTo>
                    <a:lnTo>
                      <a:pt x="52" y="3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77" name=""/>
              <p:cNvSpPr/>
              <p:nvPr/>
            </p:nvSpPr>
            <p:spPr>
              <a:xfrm rot="0">
                <a:off x="2159" y="2806"/>
                <a:ext cx="6" cy="6"/>
              </a:xfrm>
              <a:custGeom>
                <a:avLst/>
                <a:ahLst/>
                <a:rect l="0" t="0" r="r" b="b"/>
                <a:pathLst>
                  <a:path w="52" h="57">
                    <a:moveTo>
                      <a:pt x="2" y="0"/>
                    </a:moveTo>
                    <a:lnTo>
                      <a:pt x="1" y="28"/>
                    </a:lnTo>
                    <a:lnTo>
                      <a:pt x="0" y="55"/>
                    </a:lnTo>
                    <a:lnTo>
                      <a:pt x="50" y="57"/>
                    </a:lnTo>
                    <a:lnTo>
                      <a:pt x="51" y="30"/>
                    </a:lnTo>
                    <a:lnTo>
                      <a:pt x="52" y="3"/>
                    </a:lnTo>
                    <a:lnTo>
                      <a:pt x="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78" name=""/>
              <p:cNvSpPr/>
              <p:nvPr/>
            </p:nvSpPr>
            <p:spPr>
              <a:xfrm rot="0">
                <a:off x="2164" y="2809"/>
                <a:ext cx="1" cy="3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1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79" name=""/>
              <p:cNvSpPr/>
              <p:nvPr/>
            </p:nvSpPr>
            <p:spPr>
              <a:xfrm rot="0">
                <a:off x="2164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80" name=""/>
              <p:cNvSpPr/>
              <p:nvPr/>
            </p:nvSpPr>
            <p:spPr>
              <a:xfrm rot="0">
                <a:off x="2164" y="2806"/>
                <a:ext cx="6" cy="6"/>
              </a:xfrm>
              <a:custGeom>
                <a:avLst/>
                <a:ahLst/>
                <a:rect l="0" t="0" r="r" b="b"/>
                <a:pathLst>
                  <a:path w="53" h="57">
                    <a:moveTo>
                      <a:pt x="0" y="3"/>
                    </a:moveTo>
                    <a:lnTo>
                      <a:pt x="1" y="30"/>
                    </a:lnTo>
                    <a:lnTo>
                      <a:pt x="2" y="57"/>
                    </a:lnTo>
                    <a:lnTo>
                      <a:pt x="53" y="55"/>
                    </a:lnTo>
                    <a:lnTo>
                      <a:pt x="52" y="28"/>
                    </a:lnTo>
                    <a:lnTo>
                      <a:pt x="51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81" name=""/>
              <p:cNvSpPr/>
              <p:nvPr/>
            </p:nvSpPr>
            <p:spPr>
              <a:xfrm rot="0">
                <a:off x="2164" y="2806"/>
                <a:ext cx="6" cy="6"/>
              </a:xfrm>
              <a:custGeom>
                <a:avLst/>
                <a:ahLst/>
                <a:rect l="0" t="0" r="r" b="b"/>
                <a:pathLst>
                  <a:path w="53" h="57">
                    <a:moveTo>
                      <a:pt x="0" y="3"/>
                    </a:moveTo>
                    <a:lnTo>
                      <a:pt x="1" y="30"/>
                    </a:lnTo>
                    <a:lnTo>
                      <a:pt x="2" y="57"/>
                    </a:lnTo>
                    <a:lnTo>
                      <a:pt x="53" y="55"/>
                    </a:lnTo>
                    <a:lnTo>
                      <a:pt x="52" y="28"/>
                    </a:lnTo>
                    <a:lnTo>
                      <a:pt x="51" y="0"/>
                    </a:lnTo>
                    <a:lnTo>
                      <a:pt x="0" y="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82" name=""/>
              <p:cNvSpPr/>
              <p:nvPr/>
            </p:nvSpPr>
            <p:spPr>
              <a:xfrm rot="0">
                <a:off x="2170" y="2809"/>
                <a:ext cx="1" cy="3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0" y="0"/>
                    </a:moveTo>
                    <a:lnTo>
                      <a:pt x="1" y="27"/>
                    </a:lnTo>
                    <a:lnTo>
                      <a:pt x="2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83" name=""/>
              <p:cNvSpPr/>
              <p:nvPr/>
            </p:nvSpPr>
            <p:spPr>
              <a:xfrm rot="0">
                <a:off x="2170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84" name=""/>
              <p:cNvSpPr/>
              <p:nvPr/>
            </p:nvSpPr>
            <p:spPr>
              <a:xfrm rot="0">
                <a:off x="2170" y="2806"/>
                <a:ext cx="6" cy="6"/>
              </a:xfrm>
              <a:custGeom>
                <a:avLst/>
                <a:ahLst/>
                <a:rect l="0" t="0" r="r" b="b"/>
                <a:pathLst>
                  <a:path w="56" h="58">
                    <a:moveTo>
                      <a:pt x="0" y="3"/>
                    </a:moveTo>
                    <a:lnTo>
                      <a:pt x="2" y="31"/>
                    </a:lnTo>
                    <a:lnTo>
                      <a:pt x="4" y="58"/>
                    </a:lnTo>
                    <a:lnTo>
                      <a:pt x="56" y="55"/>
                    </a:lnTo>
                    <a:lnTo>
                      <a:pt x="53" y="27"/>
                    </a:lnTo>
                    <a:lnTo>
                      <a:pt x="51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85" name=""/>
              <p:cNvSpPr/>
              <p:nvPr/>
            </p:nvSpPr>
            <p:spPr>
              <a:xfrm rot="0">
                <a:off x="2170" y="2806"/>
                <a:ext cx="6" cy="6"/>
              </a:xfrm>
              <a:custGeom>
                <a:avLst/>
                <a:ahLst/>
                <a:rect l="0" t="0" r="r" b="b"/>
                <a:pathLst>
                  <a:path w="56" h="58">
                    <a:moveTo>
                      <a:pt x="0" y="3"/>
                    </a:moveTo>
                    <a:lnTo>
                      <a:pt x="2" y="31"/>
                    </a:lnTo>
                    <a:lnTo>
                      <a:pt x="4" y="58"/>
                    </a:lnTo>
                    <a:lnTo>
                      <a:pt x="56" y="55"/>
                    </a:lnTo>
                    <a:lnTo>
                      <a:pt x="53" y="27"/>
                    </a:lnTo>
                    <a:lnTo>
                      <a:pt x="51" y="0"/>
                    </a:lnTo>
                    <a:lnTo>
                      <a:pt x="0" y="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86" name=""/>
              <p:cNvSpPr/>
              <p:nvPr/>
            </p:nvSpPr>
            <p:spPr>
              <a:xfrm rot="0">
                <a:off x="2176" y="2809"/>
                <a:ext cx="1" cy="3"/>
              </a:xfrm>
              <a:custGeom>
                <a:avLst/>
                <a:ahLst/>
                <a:rect l="0" t="0" r="r" b="b"/>
                <a:pathLst>
                  <a:path w="4" h="28">
                    <a:moveTo>
                      <a:pt x="0" y="0"/>
                    </a:moveTo>
                    <a:lnTo>
                      <a:pt x="3" y="28"/>
                    </a:lnTo>
                    <a:lnTo>
                      <a:pt x="4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87" name=""/>
              <p:cNvSpPr/>
              <p:nvPr/>
            </p:nvSpPr>
            <p:spPr>
              <a:xfrm rot="0">
                <a:off x="2176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239" name=""/>
            <p:cNvGrpSpPr/>
            <p:nvPr/>
          </p:nvGrpSpPr>
          <p:grpSpPr>
            <a:xfrm rot="0">
              <a:off x="2018" y="2277"/>
              <a:ext cx="269" cy="535"/>
              <a:chOff x="2018" y="2277"/>
              <a:chExt cx="269" cy="535"/>
            </a:xfrm>
          </p:grpSpPr>
          <p:sp>
            <p:nvSpPr>
              <p:cNvPr id="1068188" name=""/>
              <p:cNvSpPr/>
              <p:nvPr/>
            </p:nvSpPr>
            <p:spPr>
              <a:xfrm rot="0">
                <a:off x="2176" y="2805"/>
                <a:ext cx="6" cy="7"/>
              </a:xfrm>
              <a:custGeom>
                <a:avLst/>
                <a:ahLst/>
                <a:rect l="0" t="0" r="r" b="b"/>
                <a:pathLst>
                  <a:path w="57" h="60">
                    <a:moveTo>
                      <a:pt x="0" y="5"/>
                    </a:moveTo>
                    <a:lnTo>
                      <a:pt x="3" y="32"/>
                    </a:lnTo>
                    <a:lnTo>
                      <a:pt x="7" y="60"/>
                    </a:lnTo>
                    <a:lnTo>
                      <a:pt x="57" y="54"/>
                    </a:lnTo>
                    <a:lnTo>
                      <a:pt x="53" y="27"/>
                    </a:lnTo>
                    <a:lnTo>
                      <a:pt x="50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89" name=""/>
              <p:cNvSpPr/>
              <p:nvPr/>
            </p:nvSpPr>
            <p:spPr>
              <a:xfrm rot="0">
                <a:off x="2176" y="2805"/>
                <a:ext cx="6" cy="7"/>
              </a:xfrm>
              <a:custGeom>
                <a:avLst/>
                <a:ahLst/>
                <a:rect l="0" t="0" r="r" b="b"/>
                <a:pathLst>
                  <a:path w="57" h="60">
                    <a:moveTo>
                      <a:pt x="0" y="5"/>
                    </a:moveTo>
                    <a:lnTo>
                      <a:pt x="3" y="32"/>
                    </a:lnTo>
                    <a:lnTo>
                      <a:pt x="7" y="60"/>
                    </a:lnTo>
                    <a:lnTo>
                      <a:pt x="57" y="54"/>
                    </a:lnTo>
                    <a:lnTo>
                      <a:pt x="53" y="27"/>
                    </a:lnTo>
                    <a:lnTo>
                      <a:pt x="50" y="0"/>
                    </a:lnTo>
                    <a:lnTo>
                      <a:pt x="0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90" name=""/>
              <p:cNvSpPr/>
              <p:nvPr/>
            </p:nvSpPr>
            <p:spPr>
              <a:xfrm rot="0">
                <a:off x="2181" y="2808"/>
                <a:ext cx="1" cy="3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0" y="0"/>
                    </a:moveTo>
                    <a:lnTo>
                      <a:pt x="4" y="27"/>
                    </a:lnTo>
                    <a:lnTo>
                      <a:pt x="5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91" name=""/>
              <p:cNvSpPr/>
              <p:nvPr/>
            </p:nvSpPr>
            <p:spPr>
              <a:xfrm rot="0">
                <a:off x="2182" y="28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92" name=""/>
              <p:cNvSpPr/>
              <p:nvPr/>
            </p:nvSpPr>
            <p:spPr>
              <a:xfrm rot="0">
                <a:off x="2181" y="2804"/>
                <a:ext cx="7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0" y="9"/>
                    </a:moveTo>
                    <a:lnTo>
                      <a:pt x="4" y="36"/>
                    </a:lnTo>
                    <a:lnTo>
                      <a:pt x="9" y="63"/>
                    </a:lnTo>
                    <a:lnTo>
                      <a:pt x="59" y="54"/>
                    </a:lnTo>
                    <a:lnTo>
                      <a:pt x="54" y="27"/>
                    </a:lnTo>
                    <a:lnTo>
                      <a:pt x="50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93" name=""/>
              <p:cNvSpPr/>
              <p:nvPr/>
            </p:nvSpPr>
            <p:spPr>
              <a:xfrm rot="0">
                <a:off x="2181" y="2804"/>
                <a:ext cx="7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0" y="9"/>
                    </a:moveTo>
                    <a:lnTo>
                      <a:pt x="4" y="36"/>
                    </a:lnTo>
                    <a:lnTo>
                      <a:pt x="9" y="63"/>
                    </a:lnTo>
                    <a:lnTo>
                      <a:pt x="59" y="54"/>
                    </a:lnTo>
                    <a:lnTo>
                      <a:pt x="54" y="27"/>
                    </a:lnTo>
                    <a:lnTo>
                      <a:pt x="50" y="0"/>
                    </a:lnTo>
                    <a:lnTo>
                      <a:pt x="0" y="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94" name=""/>
              <p:cNvSpPr/>
              <p:nvPr/>
            </p:nvSpPr>
            <p:spPr>
              <a:xfrm rot="0">
                <a:off x="2187" y="2807"/>
                <a:ext cx="1" cy="3"/>
              </a:xfrm>
              <a:custGeom>
                <a:avLst/>
                <a:ahLst/>
                <a:rect l="0" t="0" r="r" b="b"/>
                <a:pathLst>
                  <a:path w="6" h="27">
                    <a:moveTo>
                      <a:pt x="0" y="0"/>
                    </a:moveTo>
                    <a:lnTo>
                      <a:pt x="5" y="27"/>
                    </a:lnTo>
                    <a:lnTo>
                      <a:pt x="6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95" name=""/>
              <p:cNvSpPr/>
              <p:nvPr/>
            </p:nvSpPr>
            <p:spPr>
              <a:xfrm rot="0">
                <a:off x="2188" y="2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96" name=""/>
              <p:cNvSpPr/>
              <p:nvPr/>
            </p:nvSpPr>
            <p:spPr>
              <a:xfrm rot="0">
                <a:off x="2186" y="2803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0" y="11"/>
                    </a:moveTo>
                    <a:lnTo>
                      <a:pt x="5" y="38"/>
                    </a:lnTo>
                    <a:lnTo>
                      <a:pt x="11" y="65"/>
                    </a:lnTo>
                    <a:lnTo>
                      <a:pt x="61" y="55"/>
                    </a:lnTo>
                    <a:lnTo>
                      <a:pt x="55" y="27"/>
                    </a:lnTo>
                    <a:lnTo>
                      <a:pt x="50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97" name=""/>
              <p:cNvSpPr/>
              <p:nvPr/>
            </p:nvSpPr>
            <p:spPr>
              <a:xfrm rot="0">
                <a:off x="2186" y="2803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0" y="11"/>
                    </a:moveTo>
                    <a:lnTo>
                      <a:pt x="5" y="38"/>
                    </a:lnTo>
                    <a:lnTo>
                      <a:pt x="11" y="65"/>
                    </a:lnTo>
                    <a:lnTo>
                      <a:pt x="61" y="55"/>
                    </a:lnTo>
                    <a:lnTo>
                      <a:pt x="55" y="27"/>
                    </a:lnTo>
                    <a:lnTo>
                      <a:pt x="50" y="0"/>
                    </a:lnTo>
                    <a:lnTo>
                      <a:pt x="0" y="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198" name=""/>
              <p:cNvSpPr/>
              <p:nvPr/>
            </p:nvSpPr>
            <p:spPr>
              <a:xfrm rot="0">
                <a:off x="2193" y="2806"/>
                <a:ext cx="1" cy="3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6" y="28"/>
                    </a:lnTo>
                    <a:lnTo>
                      <a:pt x="8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199" name=""/>
              <p:cNvSpPr/>
              <p:nvPr/>
            </p:nvSpPr>
            <p:spPr>
              <a:xfrm rot="0">
                <a:off x="2193" y="28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00" name=""/>
              <p:cNvSpPr/>
              <p:nvPr/>
            </p:nvSpPr>
            <p:spPr>
              <a:xfrm rot="0">
                <a:off x="2192" y="2802"/>
                <a:ext cx="7" cy="7"/>
              </a:xfrm>
              <a:custGeom>
                <a:avLst/>
                <a:ahLst/>
                <a:rect l="0" t="0" r="r" b="b"/>
                <a:pathLst>
                  <a:path w="64" h="68">
                    <a:moveTo>
                      <a:pt x="0" y="13"/>
                    </a:moveTo>
                    <a:lnTo>
                      <a:pt x="7" y="40"/>
                    </a:lnTo>
                    <a:lnTo>
                      <a:pt x="15" y="68"/>
                    </a:lnTo>
                    <a:lnTo>
                      <a:pt x="64" y="55"/>
                    </a:lnTo>
                    <a:lnTo>
                      <a:pt x="56" y="27"/>
                    </a:lnTo>
                    <a:lnTo>
                      <a:pt x="48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01" name=""/>
              <p:cNvSpPr/>
              <p:nvPr/>
            </p:nvSpPr>
            <p:spPr>
              <a:xfrm rot="0">
                <a:off x="2192" y="2802"/>
                <a:ext cx="7" cy="7"/>
              </a:xfrm>
              <a:custGeom>
                <a:avLst/>
                <a:ahLst/>
                <a:rect l="0" t="0" r="r" b="b"/>
                <a:pathLst>
                  <a:path w="64" h="68">
                    <a:moveTo>
                      <a:pt x="0" y="13"/>
                    </a:moveTo>
                    <a:lnTo>
                      <a:pt x="7" y="40"/>
                    </a:lnTo>
                    <a:lnTo>
                      <a:pt x="15" y="68"/>
                    </a:lnTo>
                    <a:lnTo>
                      <a:pt x="64" y="55"/>
                    </a:lnTo>
                    <a:lnTo>
                      <a:pt x="56" y="27"/>
                    </a:lnTo>
                    <a:lnTo>
                      <a:pt x="48" y="0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02" name=""/>
              <p:cNvSpPr/>
              <p:nvPr/>
            </p:nvSpPr>
            <p:spPr>
              <a:xfrm rot="0">
                <a:off x="2198" y="2805"/>
                <a:ext cx="1" cy="3"/>
              </a:xfrm>
              <a:custGeom>
                <a:avLst/>
                <a:ahLst/>
                <a:rect l="0" t="0" r="r" b="b"/>
                <a:pathLst>
                  <a:path w="9" h="28">
                    <a:moveTo>
                      <a:pt x="0" y="0"/>
                    </a:moveTo>
                    <a:lnTo>
                      <a:pt x="8" y="28"/>
                    </a:lnTo>
                    <a:lnTo>
                      <a:pt x="9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03" name=""/>
              <p:cNvSpPr/>
              <p:nvPr/>
            </p:nvSpPr>
            <p:spPr>
              <a:xfrm rot="0" flipV="1">
                <a:off x="2199" y="28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04" name=""/>
              <p:cNvSpPr/>
              <p:nvPr/>
            </p:nvSpPr>
            <p:spPr>
              <a:xfrm rot="0">
                <a:off x="2197" y="2800"/>
                <a:ext cx="7" cy="7"/>
              </a:xfrm>
              <a:custGeom>
                <a:avLst/>
                <a:ahLst/>
                <a:rect l="0" t="0" r="r" b="b"/>
                <a:pathLst>
                  <a:path w="66" h="67">
                    <a:moveTo>
                      <a:pt x="0" y="15"/>
                    </a:moveTo>
                    <a:lnTo>
                      <a:pt x="9" y="41"/>
                    </a:lnTo>
                    <a:lnTo>
                      <a:pt x="18" y="67"/>
                    </a:lnTo>
                    <a:lnTo>
                      <a:pt x="66" y="52"/>
                    </a:lnTo>
                    <a:lnTo>
                      <a:pt x="57" y="26"/>
                    </a:lnTo>
                    <a:lnTo>
                      <a:pt x="48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05" name=""/>
              <p:cNvSpPr/>
              <p:nvPr/>
            </p:nvSpPr>
            <p:spPr>
              <a:xfrm rot="0">
                <a:off x="2197" y="2800"/>
                <a:ext cx="7" cy="7"/>
              </a:xfrm>
              <a:custGeom>
                <a:avLst/>
                <a:ahLst/>
                <a:rect l="0" t="0" r="r" b="b"/>
                <a:pathLst>
                  <a:path w="66" h="67">
                    <a:moveTo>
                      <a:pt x="0" y="15"/>
                    </a:moveTo>
                    <a:lnTo>
                      <a:pt x="9" y="41"/>
                    </a:lnTo>
                    <a:lnTo>
                      <a:pt x="18" y="67"/>
                    </a:lnTo>
                    <a:lnTo>
                      <a:pt x="66" y="52"/>
                    </a:lnTo>
                    <a:lnTo>
                      <a:pt x="57" y="26"/>
                    </a:lnTo>
                    <a:lnTo>
                      <a:pt x="48" y="0"/>
                    </a:lnTo>
                    <a:lnTo>
                      <a:pt x="0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06" name=""/>
              <p:cNvSpPr/>
              <p:nvPr/>
            </p:nvSpPr>
            <p:spPr>
              <a:xfrm rot="0">
                <a:off x="2203" y="2803"/>
                <a:ext cx="1" cy="3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9" y="26"/>
                    </a:lnTo>
                    <a:lnTo>
                      <a:pt x="10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07" name=""/>
              <p:cNvSpPr/>
              <p:nvPr/>
            </p:nvSpPr>
            <p:spPr>
              <a:xfrm rot="0">
                <a:off x="2204" y="28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08" name=""/>
              <p:cNvSpPr/>
              <p:nvPr/>
            </p:nvSpPr>
            <p:spPr>
              <a:xfrm rot="0">
                <a:off x="2202" y="2798"/>
                <a:ext cx="8" cy="8"/>
              </a:xfrm>
              <a:custGeom>
                <a:avLst/>
                <a:ahLst/>
                <a:rect l="0" t="0" r="r" b="b"/>
                <a:pathLst>
                  <a:path w="67" h="69">
                    <a:moveTo>
                      <a:pt x="0" y="17"/>
                    </a:moveTo>
                    <a:lnTo>
                      <a:pt x="10" y="43"/>
                    </a:lnTo>
                    <a:lnTo>
                      <a:pt x="20" y="69"/>
                    </a:lnTo>
                    <a:lnTo>
                      <a:pt x="67" y="52"/>
                    </a:lnTo>
                    <a:lnTo>
                      <a:pt x="58" y="26"/>
                    </a:lnTo>
                    <a:lnTo>
                      <a:pt x="48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09" name=""/>
              <p:cNvSpPr/>
              <p:nvPr/>
            </p:nvSpPr>
            <p:spPr>
              <a:xfrm rot="0">
                <a:off x="2202" y="2798"/>
                <a:ext cx="8" cy="8"/>
              </a:xfrm>
              <a:custGeom>
                <a:avLst/>
                <a:ahLst/>
                <a:rect l="0" t="0" r="r" b="b"/>
                <a:pathLst>
                  <a:path w="67" h="69">
                    <a:moveTo>
                      <a:pt x="0" y="17"/>
                    </a:moveTo>
                    <a:lnTo>
                      <a:pt x="10" y="43"/>
                    </a:lnTo>
                    <a:lnTo>
                      <a:pt x="20" y="69"/>
                    </a:lnTo>
                    <a:lnTo>
                      <a:pt x="67" y="52"/>
                    </a:lnTo>
                    <a:lnTo>
                      <a:pt x="58" y="26"/>
                    </a:lnTo>
                    <a:lnTo>
                      <a:pt x="48" y="0"/>
                    </a:lnTo>
                    <a:lnTo>
                      <a:pt x="0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10" name=""/>
              <p:cNvSpPr/>
              <p:nvPr/>
            </p:nvSpPr>
            <p:spPr>
              <a:xfrm rot="0">
                <a:off x="2209" y="2801"/>
                <a:ext cx="1" cy="3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0" y="0"/>
                    </a:moveTo>
                    <a:lnTo>
                      <a:pt x="9" y="26"/>
                    </a:lnTo>
                    <a:lnTo>
                      <a:pt x="11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11" name=""/>
              <p:cNvSpPr/>
              <p:nvPr/>
            </p:nvSpPr>
            <p:spPr>
              <a:xfrm rot="0">
                <a:off x="2210" y="280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12" name=""/>
              <p:cNvSpPr/>
              <p:nvPr/>
            </p:nvSpPr>
            <p:spPr>
              <a:xfrm rot="0">
                <a:off x="2207" y="2796"/>
                <a:ext cx="8" cy="8"/>
              </a:xfrm>
              <a:custGeom>
                <a:avLst/>
                <a:ahLst/>
                <a:rect l="0" t="0" r="r" b="b"/>
                <a:pathLst>
                  <a:path w="68" h="72">
                    <a:moveTo>
                      <a:pt x="0" y="20"/>
                    </a:moveTo>
                    <a:lnTo>
                      <a:pt x="11" y="46"/>
                    </a:lnTo>
                    <a:lnTo>
                      <a:pt x="22" y="72"/>
                    </a:lnTo>
                    <a:lnTo>
                      <a:pt x="68" y="52"/>
                    </a:lnTo>
                    <a:lnTo>
                      <a:pt x="57" y="26"/>
                    </a:lnTo>
                    <a:lnTo>
                      <a:pt x="46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13" name=""/>
              <p:cNvSpPr/>
              <p:nvPr/>
            </p:nvSpPr>
            <p:spPr>
              <a:xfrm rot="0">
                <a:off x="2207" y="2796"/>
                <a:ext cx="8" cy="8"/>
              </a:xfrm>
              <a:custGeom>
                <a:avLst/>
                <a:ahLst/>
                <a:rect l="0" t="0" r="r" b="b"/>
                <a:pathLst>
                  <a:path w="68" h="72">
                    <a:moveTo>
                      <a:pt x="0" y="20"/>
                    </a:moveTo>
                    <a:lnTo>
                      <a:pt x="11" y="46"/>
                    </a:lnTo>
                    <a:lnTo>
                      <a:pt x="22" y="72"/>
                    </a:lnTo>
                    <a:lnTo>
                      <a:pt x="68" y="52"/>
                    </a:lnTo>
                    <a:lnTo>
                      <a:pt x="57" y="26"/>
                    </a:lnTo>
                    <a:lnTo>
                      <a:pt x="46" y="0"/>
                    </a:lnTo>
                    <a:lnTo>
                      <a:pt x="0" y="2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14" name=""/>
              <p:cNvSpPr/>
              <p:nvPr/>
            </p:nvSpPr>
            <p:spPr>
              <a:xfrm rot="0">
                <a:off x="2214" y="2799"/>
                <a:ext cx="1" cy="3"/>
              </a:xfrm>
              <a:custGeom>
                <a:avLst/>
                <a:ahLst/>
                <a:rect l="0" t="0" r="r" b="b"/>
                <a:pathLst>
                  <a:path w="12" h="26">
                    <a:moveTo>
                      <a:pt x="0" y="0"/>
                    </a:moveTo>
                    <a:lnTo>
                      <a:pt x="11" y="26"/>
                    </a:lnTo>
                    <a:lnTo>
                      <a:pt x="12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15" name=""/>
              <p:cNvSpPr/>
              <p:nvPr/>
            </p:nvSpPr>
            <p:spPr>
              <a:xfrm rot="0" flipV="1">
                <a:off x="2215" y="2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16" name=""/>
              <p:cNvSpPr/>
              <p:nvPr/>
            </p:nvSpPr>
            <p:spPr>
              <a:xfrm rot="0">
                <a:off x="2212" y="2793"/>
                <a:ext cx="8" cy="9"/>
              </a:xfrm>
              <a:custGeom>
                <a:avLst/>
                <a:ahLst/>
                <a:rect l="0" t="0" r="r" b="b"/>
                <a:pathLst>
                  <a:path w="70" h="73">
                    <a:moveTo>
                      <a:pt x="0" y="23"/>
                    </a:moveTo>
                    <a:lnTo>
                      <a:pt x="12" y="48"/>
                    </a:lnTo>
                    <a:lnTo>
                      <a:pt x="24" y="73"/>
                    </a:lnTo>
                    <a:lnTo>
                      <a:pt x="70" y="50"/>
                    </a:lnTo>
                    <a:lnTo>
                      <a:pt x="58" y="25"/>
                    </a:lnTo>
                    <a:lnTo>
                      <a:pt x="46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17" name=""/>
              <p:cNvSpPr/>
              <p:nvPr/>
            </p:nvSpPr>
            <p:spPr>
              <a:xfrm rot="0">
                <a:off x="2212" y="2793"/>
                <a:ext cx="8" cy="9"/>
              </a:xfrm>
              <a:custGeom>
                <a:avLst/>
                <a:ahLst/>
                <a:rect l="0" t="0" r="r" b="b"/>
                <a:pathLst>
                  <a:path w="70" h="73">
                    <a:moveTo>
                      <a:pt x="0" y="23"/>
                    </a:moveTo>
                    <a:lnTo>
                      <a:pt x="12" y="48"/>
                    </a:lnTo>
                    <a:lnTo>
                      <a:pt x="24" y="73"/>
                    </a:lnTo>
                    <a:lnTo>
                      <a:pt x="70" y="50"/>
                    </a:lnTo>
                    <a:lnTo>
                      <a:pt x="58" y="25"/>
                    </a:lnTo>
                    <a:lnTo>
                      <a:pt x="46" y="0"/>
                    </a:lnTo>
                    <a:lnTo>
                      <a:pt x="0" y="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18" name=""/>
              <p:cNvSpPr/>
              <p:nvPr/>
            </p:nvSpPr>
            <p:spPr>
              <a:xfrm rot="0">
                <a:off x="2219" y="2796"/>
                <a:ext cx="1" cy="3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0"/>
                    </a:moveTo>
                    <a:lnTo>
                      <a:pt x="12" y="25"/>
                    </a:lnTo>
                    <a:lnTo>
                      <a:pt x="13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19" name=""/>
              <p:cNvSpPr/>
              <p:nvPr/>
            </p:nvSpPr>
            <p:spPr>
              <a:xfrm rot="0" flipV="1">
                <a:off x="2220" y="27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20" name=""/>
              <p:cNvSpPr/>
              <p:nvPr/>
            </p:nvSpPr>
            <p:spPr>
              <a:xfrm rot="0">
                <a:off x="2217" y="2791"/>
                <a:ext cx="8" cy="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0" y="24"/>
                    </a:moveTo>
                    <a:lnTo>
                      <a:pt x="13" y="47"/>
                    </a:lnTo>
                    <a:lnTo>
                      <a:pt x="26" y="71"/>
                    </a:lnTo>
                    <a:lnTo>
                      <a:pt x="71" y="47"/>
                    </a:lnTo>
                    <a:lnTo>
                      <a:pt x="57" y="24"/>
                    </a:lnTo>
                    <a:lnTo>
                      <a:pt x="44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21" name=""/>
              <p:cNvSpPr/>
              <p:nvPr/>
            </p:nvSpPr>
            <p:spPr>
              <a:xfrm rot="0">
                <a:off x="2217" y="2791"/>
                <a:ext cx="8" cy="8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0" y="24"/>
                    </a:moveTo>
                    <a:lnTo>
                      <a:pt x="13" y="47"/>
                    </a:lnTo>
                    <a:lnTo>
                      <a:pt x="26" y="71"/>
                    </a:lnTo>
                    <a:lnTo>
                      <a:pt x="71" y="47"/>
                    </a:lnTo>
                    <a:lnTo>
                      <a:pt x="57" y="24"/>
                    </a:lnTo>
                    <a:lnTo>
                      <a:pt x="44" y="0"/>
                    </a:lnTo>
                    <a:lnTo>
                      <a:pt x="0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22" name=""/>
              <p:cNvSpPr/>
              <p:nvPr/>
            </p:nvSpPr>
            <p:spPr>
              <a:xfrm rot="0">
                <a:off x="2224" y="2794"/>
                <a:ext cx="1" cy="2"/>
              </a:xfrm>
              <a:custGeom>
                <a:avLst/>
                <a:ahLst/>
                <a:rect l="0" t="0" r="r" b="b"/>
                <a:pathLst>
                  <a:path w="15" h="23">
                    <a:moveTo>
                      <a:pt x="0" y="0"/>
                    </a:moveTo>
                    <a:lnTo>
                      <a:pt x="14" y="23"/>
                    </a:lnTo>
                    <a:lnTo>
                      <a:pt x="15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23" name=""/>
              <p:cNvSpPr/>
              <p:nvPr/>
            </p:nvSpPr>
            <p:spPr>
              <a:xfrm rot="0">
                <a:off x="2225" y="27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24" name=""/>
              <p:cNvSpPr/>
              <p:nvPr/>
            </p:nvSpPr>
            <p:spPr>
              <a:xfrm rot="0">
                <a:off x="2222" y="2788"/>
                <a:ext cx="8" cy="8"/>
              </a:xfrm>
              <a:custGeom>
                <a:avLst/>
                <a:ahLst/>
                <a:rect l="0" t="0" r="r" b="b"/>
                <a:pathLst>
                  <a:path w="72" h="73">
                    <a:moveTo>
                      <a:pt x="0" y="26"/>
                    </a:moveTo>
                    <a:lnTo>
                      <a:pt x="14" y="50"/>
                    </a:lnTo>
                    <a:lnTo>
                      <a:pt x="29" y="73"/>
                    </a:lnTo>
                    <a:lnTo>
                      <a:pt x="72" y="47"/>
                    </a:lnTo>
                    <a:lnTo>
                      <a:pt x="58" y="23"/>
                    </a:lnTo>
                    <a:lnTo>
                      <a:pt x="44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25" name=""/>
              <p:cNvSpPr/>
              <p:nvPr/>
            </p:nvSpPr>
            <p:spPr>
              <a:xfrm rot="0">
                <a:off x="2222" y="2788"/>
                <a:ext cx="8" cy="8"/>
              </a:xfrm>
              <a:custGeom>
                <a:avLst/>
                <a:ahLst/>
                <a:rect l="0" t="0" r="r" b="b"/>
                <a:pathLst>
                  <a:path w="72" h="73">
                    <a:moveTo>
                      <a:pt x="0" y="26"/>
                    </a:moveTo>
                    <a:lnTo>
                      <a:pt x="14" y="50"/>
                    </a:lnTo>
                    <a:lnTo>
                      <a:pt x="29" y="73"/>
                    </a:lnTo>
                    <a:lnTo>
                      <a:pt x="72" y="47"/>
                    </a:lnTo>
                    <a:lnTo>
                      <a:pt x="58" y="23"/>
                    </a:lnTo>
                    <a:lnTo>
                      <a:pt x="44" y="0"/>
                    </a:lnTo>
                    <a:lnTo>
                      <a:pt x="0" y="2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26" name=""/>
              <p:cNvSpPr/>
              <p:nvPr/>
            </p:nvSpPr>
            <p:spPr>
              <a:xfrm rot="0">
                <a:off x="2227" y="2788"/>
                <a:ext cx="5" cy="5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14" y="27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7"/>
                    </a:lnTo>
                    <a:lnTo>
                      <a:pt x="38" y="13"/>
                    </a:lnTo>
                    <a:lnTo>
                      <a:pt x="41" y="21"/>
                    </a:lnTo>
                    <a:lnTo>
                      <a:pt x="41" y="30"/>
                    </a:lnTo>
                    <a:lnTo>
                      <a:pt x="39" y="38"/>
                    </a:lnTo>
                    <a:lnTo>
                      <a:pt x="35" y="46"/>
                    </a:lnTo>
                    <a:lnTo>
                      <a:pt x="28" y="51"/>
                    </a:lnTo>
                    <a:lnTo>
                      <a:pt x="14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27" name=""/>
              <p:cNvSpPr/>
              <p:nvPr/>
            </p:nvSpPr>
            <p:spPr>
              <a:xfrm rot="0">
                <a:off x="2227" y="2788"/>
                <a:ext cx="5" cy="5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0" y="4"/>
                    </a:moveTo>
                    <a:lnTo>
                      <a:pt x="7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7"/>
                    </a:lnTo>
                    <a:lnTo>
                      <a:pt x="38" y="13"/>
                    </a:lnTo>
                    <a:lnTo>
                      <a:pt x="41" y="21"/>
                    </a:lnTo>
                    <a:lnTo>
                      <a:pt x="41" y="30"/>
                    </a:lnTo>
                    <a:lnTo>
                      <a:pt x="39" y="38"/>
                    </a:lnTo>
                    <a:lnTo>
                      <a:pt x="35" y="46"/>
                    </a:lnTo>
                    <a:lnTo>
                      <a:pt x="28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28" name=""/>
              <p:cNvSpPr/>
              <p:nvPr/>
            </p:nvSpPr>
            <p:spPr>
              <a:xfrm rot="0">
                <a:off x="2227" y="2587"/>
                <a:ext cx="5" cy="6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14" y="24"/>
                    </a:moveTo>
                    <a:lnTo>
                      <a:pt x="28" y="0"/>
                    </a:lnTo>
                    <a:lnTo>
                      <a:pt x="35" y="5"/>
                    </a:lnTo>
                    <a:lnTo>
                      <a:pt x="39" y="13"/>
                    </a:lnTo>
                    <a:lnTo>
                      <a:pt x="41" y="22"/>
                    </a:lnTo>
                    <a:lnTo>
                      <a:pt x="41" y="30"/>
                    </a:lnTo>
                    <a:lnTo>
                      <a:pt x="38" y="38"/>
                    </a:lnTo>
                    <a:lnTo>
                      <a:pt x="32" y="44"/>
                    </a:lnTo>
                    <a:lnTo>
                      <a:pt x="25" y="49"/>
                    </a:lnTo>
                    <a:lnTo>
                      <a:pt x="16" y="51"/>
                    </a:lnTo>
                    <a:lnTo>
                      <a:pt x="7" y="51"/>
                    </a:lnTo>
                    <a:lnTo>
                      <a:pt x="0" y="48"/>
                    </a:lnTo>
                    <a:lnTo>
                      <a:pt x="14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29" name=""/>
              <p:cNvSpPr/>
              <p:nvPr/>
            </p:nvSpPr>
            <p:spPr>
              <a:xfrm rot="0">
                <a:off x="2227" y="2587"/>
                <a:ext cx="5" cy="6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28" y="0"/>
                    </a:moveTo>
                    <a:lnTo>
                      <a:pt x="35" y="5"/>
                    </a:lnTo>
                    <a:lnTo>
                      <a:pt x="39" y="13"/>
                    </a:lnTo>
                    <a:lnTo>
                      <a:pt x="41" y="22"/>
                    </a:lnTo>
                    <a:lnTo>
                      <a:pt x="41" y="30"/>
                    </a:lnTo>
                    <a:lnTo>
                      <a:pt x="38" y="38"/>
                    </a:lnTo>
                    <a:lnTo>
                      <a:pt x="32" y="44"/>
                    </a:lnTo>
                    <a:lnTo>
                      <a:pt x="25" y="49"/>
                    </a:lnTo>
                    <a:lnTo>
                      <a:pt x="16" y="51"/>
                    </a:lnTo>
                    <a:lnTo>
                      <a:pt x="7" y="51"/>
                    </a:lnTo>
                    <a:lnTo>
                      <a:pt x="0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30" name=""/>
              <p:cNvSpPr/>
              <p:nvPr/>
            </p:nvSpPr>
            <p:spPr>
              <a:xfrm rot="0">
                <a:off x="2222" y="2584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44" y="74"/>
                    </a:moveTo>
                    <a:lnTo>
                      <a:pt x="58" y="50"/>
                    </a:lnTo>
                    <a:lnTo>
                      <a:pt x="72" y="26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48"/>
                    </a:lnTo>
                    <a:lnTo>
                      <a:pt x="44" y="7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31" name=""/>
              <p:cNvSpPr/>
              <p:nvPr/>
            </p:nvSpPr>
            <p:spPr>
              <a:xfrm rot="0">
                <a:off x="2222" y="2584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44" y="74"/>
                    </a:moveTo>
                    <a:lnTo>
                      <a:pt x="58" y="50"/>
                    </a:lnTo>
                    <a:lnTo>
                      <a:pt x="72" y="26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48"/>
                    </a:lnTo>
                    <a:lnTo>
                      <a:pt x="44" y="7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32" name=""/>
              <p:cNvSpPr/>
              <p:nvPr/>
            </p:nvSpPr>
            <p:spPr>
              <a:xfrm rot="0">
                <a:off x="2224" y="2584"/>
                <a:ext cx="1" cy="3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0" y="24"/>
                    </a:moveTo>
                    <a:lnTo>
                      <a:pt x="15" y="0"/>
                    </a:lnTo>
                    <a:lnTo>
                      <a:pt x="14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33" name=""/>
              <p:cNvSpPr/>
              <p:nvPr/>
            </p:nvSpPr>
            <p:spPr>
              <a:xfrm rot="0" flipH="1">
                <a:off x="2225" y="25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34" name=""/>
              <p:cNvSpPr/>
              <p:nvPr/>
            </p:nvSpPr>
            <p:spPr>
              <a:xfrm rot="0">
                <a:off x="2217" y="2581"/>
                <a:ext cx="8" cy="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44" y="72"/>
                    </a:moveTo>
                    <a:lnTo>
                      <a:pt x="57" y="48"/>
                    </a:lnTo>
                    <a:lnTo>
                      <a:pt x="71" y="24"/>
                    </a:lnTo>
                    <a:lnTo>
                      <a:pt x="26" y="0"/>
                    </a:lnTo>
                    <a:lnTo>
                      <a:pt x="13" y="24"/>
                    </a:lnTo>
                    <a:lnTo>
                      <a:pt x="0" y="48"/>
                    </a:lnTo>
                    <a:lnTo>
                      <a:pt x="44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35" name=""/>
              <p:cNvSpPr/>
              <p:nvPr/>
            </p:nvSpPr>
            <p:spPr>
              <a:xfrm rot="0">
                <a:off x="2217" y="2581"/>
                <a:ext cx="8" cy="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44" y="72"/>
                    </a:moveTo>
                    <a:lnTo>
                      <a:pt x="57" y="48"/>
                    </a:lnTo>
                    <a:lnTo>
                      <a:pt x="71" y="24"/>
                    </a:lnTo>
                    <a:lnTo>
                      <a:pt x="26" y="0"/>
                    </a:lnTo>
                    <a:lnTo>
                      <a:pt x="13" y="24"/>
                    </a:lnTo>
                    <a:lnTo>
                      <a:pt x="0" y="48"/>
                    </a:lnTo>
                    <a:lnTo>
                      <a:pt x="44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36" name=""/>
              <p:cNvSpPr/>
              <p:nvPr/>
            </p:nvSpPr>
            <p:spPr>
              <a:xfrm rot="0">
                <a:off x="2219" y="2581"/>
                <a:ext cx="1" cy="3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25"/>
                    </a:moveTo>
                    <a:lnTo>
                      <a:pt x="13" y="1"/>
                    </a:lnTo>
                    <a:lnTo>
                      <a:pt x="12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37" name=""/>
              <p:cNvSpPr/>
              <p:nvPr/>
            </p:nvSpPr>
            <p:spPr>
              <a:xfrm rot="0" flipH="1" flipV="1">
                <a:off x="2220" y="25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38" name=""/>
              <p:cNvSpPr/>
              <p:nvPr/>
            </p:nvSpPr>
            <p:spPr>
              <a:xfrm rot="0">
                <a:off x="2212" y="2579"/>
                <a:ext cx="8" cy="8"/>
              </a:xfrm>
              <a:custGeom>
                <a:avLst/>
                <a:ahLst/>
                <a:rect l="0" t="0" r="r" b="b"/>
                <a:pathLst>
                  <a:path w="70" h="73">
                    <a:moveTo>
                      <a:pt x="46" y="73"/>
                    </a:moveTo>
                    <a:lnTo>
                      <a:pt x="58" y="48"/>
                    </a:lnTo>
                    <a:lnTo>
                      <a:pt x="70" y="23"/>
                    </a:lnTo>
                    <a:lnTo>
                      <a:pt x="24" y="0"/>
                    </a:lnTo>
                    <a:lnTo>
                      <a:pt x="12" y="25"/>
                    </a:lnTo>
                    <a:lnTo>
                      <a:pt x="0" y="50"/>
                    </a:lnTo>
                    <a:lnTo>
                      <a:pt x="46" y="7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39" name=""/>
              <p:cNvSpPr/>
              <p:nvPr/>
            </p:nvSpPr>
            <p:spPr>
              <a:xfrm rot="0">
                <a:off x="2212" y="2579"/>
                <a:ext cx="8" cy="8"/>
              </a:xfrm>
              <a:custGeom>
                <a:avLst/>
                <a:ahLst/>
                <a:rect l="0" t="0" r="r" b="b"/>
                <a:pathLst>
                  <a:path w="70" h="73">
                    <a:moveTo>
                      <a:pt x="46" y="73"/>
                    </a:moveTo>
                    <a:lnTo>
                      <a:pt x="58" y="48"/>
                    </a:lnTo>
                    <a:lnTo>
                      <a:pt x="70" y="23"/>
                    </a:lnTo>
                    <a:lnTo>
                      <a:pt x="24" y="0"/>
                    </a:lnTo>
                    <a:lnTo>
                      <a:pt x="12" y="25"/>
                    </a:lnTo>
                    <a:lnTo>
                      <a:pt x="0" y="50"/>
                    </a:lnTo>
                    <a:lnTo>
                      <a:pt x="46" y="7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40" name=""/>
              <p:cNvSpPr/>
              <p:nvPr/>
            </p:nvSpPr>
            <p:spPr>
              <a:xfrm rot="0">
                <a:off x="2214" y="2579"/>
                <a:ext cx="1" cy="2"/>
              </a:xfrm>
              <a:custGeom>
                <a:avLst/>
                <a:ahLst/>
                <a:rect l="0" t="0" r="r" b="b"/>
                <a:pathLst>
                  <a:path w="12" h="26">
                    <a:moveTo>
                      <a:pt x="0" y="26"/>
                    </a:moveTo>
                    <a:lnTo>
                      <a:pt x="12" y="1"/>
                    </a:lnTo>
                    <a:lnTo>
                      <a:pt x="11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41" name=""/>
              <p:cNvSpPr/>
              <p:nvPr/>
            </p:nvSpPr>
            <p:spPr>
              <a:xfrm rot="0" flipH="1" flipV="1">
                <a:off x="2215" y="257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42" name=""/>
              <p:cNvSpPr/>
              <p:nvPr/>
            </p:nvSpPr>
            <p:spPr>
              <a:xfrm rot="0">
                <a:off x="2207" y="2576"/>
                <a:ext cx="8" cy="8"/>
              </a:xfrm>
              <a:custGeom>
                <a:avLst/>
                <a:ahLst/>
                <a:rect l="0" t="0" r="r" b="b"/>
                <a:pathLst>
                  <a:path w="68" h="72">
                    <a:moveTo>
                      <a:pt x="46" y="72"/>
                    </a:moveTo>
                    <a:lnTo>
                      <a:pt x="57" y="46"/>
                    </a:lnTo>
                    <a:lnTo>
                      <a:pt x="68" y="20"/>
                    </a:lnTo>
                    <a:lnTo>
                      <a:pt x="22" y="0"/>
                    </a:lnTo>
                    <a:lnTo>
                      <a:pt x="11" y="26"/>
                    </a:lnTo>
                    <a:lnTo>
                      <a:pt x="0" y="53"/>
                    </a:lnTo>
                    <a:lnTo>
                      <a:pt x="46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43" name=""/>
              <p:cNvSpPr/>
              <p:nvPr/>
            </p:nvSpPr>
            <p:spPr>
              <a:xfrm rot="0">
                <a:off x="2207" y="2576"/>
                <a:ext cx="8" cy="8"/>
              </a:xfrm>
              <a:custGeom>
                <a:avLst/>
                <a:ahLst/>
                <a:rect l="0" t="0" r="r" b="b"/>
                <a:pathLst>
                  <a:path w="68" h="72">
                    <a:moveTo>
                      <a:pt x="46" y="72"/>
                    </a:moveTo>
                    <a:lnTo>
                      <a:pt x="57" y="46"/>
                    </a:lnTo>
                    <a:lnTo>
                      <a:pt x="68" y="20"/>
                    </a:lnTo>
                    <a:lnTo>
                      <a:pt x="22" y="0"/>
                    </a:lnTo>
                    <a:lnTo>
                      <a:pt x="11" y="26"/>
                    </a:lnTo>
                    <a:lnTo>
                      <a:pt x="0" y="53"/>
                    </a:lnTo>
                    <a:lnTo>
                      <a:pt x="46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44" name=""/>
              <p:cNvSpPr/>
              <p:nvPr/>
            </p:nvSpPr>
            <p:spPr>
              <a:xfrm rot="0">
                <a:off x="2209" y="2576"/>
                <a:ext cx="1" cy="3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0" y="26"/>
                    </a:moveTo>
                    <a:lnTo>
                      <a:pt x="11" y="0"/>
                    </a:lnTo>
                    <a:lnTo>
                      <a:pt x="9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45" name=""/>
              <p:cNvSpPr/>
              <p:nvPr/>
            </p:nvSpPr>
            <p:spPr>
              <a:xfrm rot="0" flipH="1">
                <a:off x="2210" y="25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46" name=""/>
              <p:cNvSpPr/>
              <p:nvPr/>
            </p:nvSpPr>
            <p:spPr>
              <a:xfrm rot="0">
                <a:off x="2202" y="2574"/>
                <a:ext cx="8" cy="8"/>
              </a:xfrm>
              <a:custGeom>
                <a:avLst/>
                <a:ahLst/>
                <a:rect l="0" t="0" r="r" b="b"/>
                <a:pathLst>
                  <a:path w="67" h="70">
                    <a:moveTo>
                      <a:pt x="48" y="70"/>
                    </a:moveTo>
                    <a:lnTo>
                      <a:pt x="58" y="43"/>
                    </a:lnTo>
                    <a:lnTo>
                      <a:pt x="67" y="17"/>
                    </a:lnTo>
                    <a:lnTo>
                      <a:pt x="20" y="0"/>
                    </a:lnTo>
                    <a:lnTo>
                      <a:pt x="10" y="26"/>
                    </a:lnTo>
                    <a:lnTo>
                      <a:pt x="0" y="52"/>
                    </a:lnTo>
                    <a:lnTo>
                      <a:pt x="48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47" name=""/>
              <p:cNvSpPr/>
              <p:nvPr/>
            </p:nvSpPr>
            <p:spPr>
              <a:xfrm rot="0">
                <a:off x="2202" y="2574"/>
                <a:ext cx="8" cy="8"/>
              </a:xfrm>
              <a:custGeom>
                <a:avLst/>
                <a:ahLst/>
                <a:rect l="0" t="0" r="r" b="b"/>
                <a:pathLst>
                  <a:path w="67" h="70">
                    <a:moveTo>
                      <a:pt x="48" y="70"/>
                    </a:moveTo>
                    <a:lnTo>
                      <a:pt x="58" y="43"/>
                    </a:lnTo>
                    <a:lnTo>
                      <a:pt x="67" y="17"/>
                    </a:lnTo>
                    <a:lnTo>
                      <a:pt x="20" y="0"/>
                    </a:lnTo>
                    <a:lnTo>
                      <a:pt x="10" y="26"/>
                    </a:lnTo>
                    <a:lnTo>
                      <a:pt x="0" y="52"/>
                    </a:lnTo>
                    <a:lnTo>
                      <a:pt x="48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48" name=""/>
              <p:cNvSpPr/>
              <p:nvPr/>
            </p:nvSpPr>
            <p:spPr>
              <a:xfrm rot="0">
                <a:off x="2203" y="2574"/>
                <a:ext cx="1" cy="3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0" y="26"/>
                    </a:moveTo>
                    <a:lnTo>
                      <a:pt x="10" y="0"/>
                    </a:lnTo>
                    <a:lnTo>
                      <a:pt x="9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49" name=""/>
              <p:cNvSpPr/>
              <p:nvPr/>
            </p:nvSpPr>
            <p:spPr>
              <a:xfrm rot="0" flipH="1">
                <a:off x="2204" y="257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50" name=""/>
              <p:cNvSpPr/>
              <p:nvPr/>
            </p:nvSpPr>
            <p:spPr>
              <a:xfrm rot="0">
                <a:off x="2197" y="2573"/>
                <a:ext cx="7" cy="7"/>
              </a:xfrm>
              <a:custGeom>
                <a:avLst/>
                <a:ahLst/>
                <a:rect l="0" t="0" r="r" b="b"/>
                <a:pathLst>
                  <a:path w="66" h="67">
                    <a:moveTo>
                      <a:pt x="48" y="67"/>
                    </a:moveTo>
                    <a:lnTo>
                      <a:pt x="57" y="41"/>
                    </a:lnTo>
                    <a:lnTo>
                      <a:pt x="66" y="15"/>
                    </a:lnTo>
                    <a:lnTo>
                      <a:pt x="18" y="0"/>
                    </a:lnTo>
                    <a:lnTo>
                      <a:pt x="9" y="26"/>
                    </a:lnTo>
                    <a:lnTo>
                      <a:pt x="0" y="52"/>
                    </a:lnTo>
                    <a:lnTo>
                      <a:pt x="48" y="6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51" name=""/>
              <p:cNvSpPr/>
              <p:nvPr/>
            </p:nvSpPr>
            <p:spPr>
              <a:xfrm rot="0">
                <a:off x="2197" y="2573"/>
                <a:ext cx="7" cy="7"/>
              </a:xfrm>
              <a:custGeom>
                <a:avLst/>
                <a:ahLst/>
                <a:rect l="0" t="0" r="r" b="b"/>
                <a:pathLst>
                  <a:path w="66" h="67">
                    <a:moveTo>
                      <a:pt x="48" y="67"/>
                    </a:moveTo>
                    <a:lnTo>
                      <a:pt x="57" y="41"/>
                    </a:lnTo>
                    <a:lnTo>
                      <a:pt x="66" y="15"/>
                    </a:lnTo>
                    <a:lnTo>
                      <a:pt x="18" y="0"/>
                    </a:lnTo>
                    <a:lnTo>
                      <a:pt x="9" y="26"/>
                    </a:lnTo>
                    <a:lnTo>
                      <a:pt x="0" y="52"/>
                    </a:lnTo>
                    <a:lnTo>
                      <a:pt x="48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52" name=""/>
              <p:cNvSpPr/>
              <p:nvPr/>
            </p:nvSpPr>
            <p:spPr>
              <a:xfrm rot="0">
                <a:off x="2198" y="2573"/>
                <a:ext cx="1" cy="3"/>
              </a:xfrm>
              <a:custGeom>
                <a:avLst/>
                <a:ahLst/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9" y="1"/>
                    </a:lnTo>
                    <a:lnTo>
                      <a:pt x="8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53" name=""/>
              <p:cNvSpPr/>
              <p:nvPr/>
            </p:nvSpPr>
            <p:spPr>
              <a:xfrm rot="0" flipH="1" flipV="1">
                <a:off x="2199" y="25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54" name=""/>
              <p:cNvSpPr/>
              <p:nvPr/>
            </p:nvSpPr>
            <p:spPr>
              <a:xfrm rot="0">
                <a:off x="2192" y="2571"/>
                <a:ext cx="7" cy="8"/>
              </a:xfrm>
              <a:custGeom>
                <a:avLst/>
                <a:ahLst/>
                <a:rect l="0" t="0" r="r" b="b"/>
                <a:pathLst>
                  <a:path w="64" h="67">
                    <a:moveTo>
                      <a:pt x="48" y="67"/>
                    </a:moveTo>
                    <a:lnTo>
                      <a:pt x="56" y="40"/>
                    </a:lnTo>
                    <a:lnTo>
                      <a:pt x="64" y="13"/>
                    </a:lnTo>
                    <a:lnTo>
                      <a:pt x="15" y="0"/>
                    </a:lnTo>
                    <a:lnTo>
                      <a:pt x="7" y="27"/>
                    </a:lnTo>
                    <a:lnTo>
                      <a:pt x="0" y="54"/>
                    </a:lnTo>
                    <a:lnTo>
                      <a:pt x="48" y="6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55" name=""/>
              <p:cNvSpPr/>
              <p:nvPr/>
            </p:nvSpPr>
            <p:spPr>
              <a:xfrm rot="0">
                <a:off x="2192" y="2571"/>
                <a:ext cx="7" cy="8"/>
              </a:xfrm>
              <a:custGeom>
                <a:avLst/>
                <a:ahLst/>
                <a:rect l="0" t="0" r="r" b="b"/>
                <a:pathLst>
                  <a:path w="64" h="67">
                    <a:moveTo>
                      <a:pt x="48" y="67"/>
                    </a:moveTo>
                    <a:lnTo>
                      <a:pt x="56" y="40"/>
                    </a:lnTo>
                    <a:lnTo>
                      <a:pt x="64" y="13"/>
                    </a:lnTo>
                    <a:lnTo>
                      <a:pt x="15" y="0"/>
                    </a:lnTo>
                    <a:lnTo>
                      <a:pt x="7" y="27"/>
                    </a:lnTo>
                    <a:lnTo>
                      <a:pt x="0" y="54"/>
                    </a:lnTo>
                    <a:lnTo>
                      <a:pt x="48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56" name=""/>
              <p:cNvSpPr/>
              <p:nvPr/>
            </p:nvSpPr>
            <p:spPr>
              <a:xfrm rot="0">
                <a:off x="2193" y="2571"/>
                <a:ext cx="1" cy="3"/>
              </a:xfrm>
              <a:custGeom>
                <a:avLst/>
                <a:ahLst/>
                <a:rect l="0" t="0" r="r" b="b"/>
                <a:pathLst>
                  <a:path w="8" h="27">
                    <a:moveTo>
                      <a:pt x="0" y="27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57" name=""/>
              <p:cNvSpPr/>
              <p:nvPr/>
            </p:nvSpPr>
            <p:spPr>
              <a:xfrm rot="0" flipH="1">
                <a:off x="2193" y="257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58" name=""/>
              <p:cNvSpPr/>
              <p:nvPr/>
            </p:nvSpPr>
            <p:spPr>
              <a:xfrm rot="0">
                <a:off x="2186" y="2570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50" y="65"/>
                    </a:moveTo>
                    <a:lnTo>
                      <a:pt x="55" y="38"/>
                    </a:lnTo>
                    <a:lnTo>
                      <a:pt x="61" y="11"/>
                    </a:lnTo>
                    <a:lnTo>
                      <a:pt x="11" y="0"/>
                    </a:lnTo>
                    <a:lnTo>
                      <a:pt x="5" y="27"/>
                    </a:lnTo>
                    <a:lnTo>
                      <a:pt x="0" y="54"/>
                    </a:lnTo>
                    <a:lnTo>
                      <a:pt x="50" y="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59" name=""/>
              <p:cNvSpPr/>
              <p:nvPr/>
            </p:nvSpPr>
            <p:spPr>
              <a:xfrm rot="0">
                <a:off x="2186" y="2570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50" y="65"/>
                    </a:moveTo>
                    <a:lnTo>
                      <a:pt x="55" y="38"/>
                    </a:lnTo>
                    <a:lnTo>
                      <a:pt x="61" y="11"/>
                    </a:lnTo>
                    <a:lnTo>
                      <a:pt x="11" y="0"/>
                    </a:lnTo>
                    <a:lnTo>
                      <a:pt x="5" y="27"/>
                    </a:lnTo>
                    <a:lnTo>
                      <a:pt x="0" y="54"/>
                    </a:lnTo>
                    <a:lnTo>
                      <a:pt x="50" y="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60" name=""/>
              <p:cNvSpPr/>
              <p:nvPr/>
            </p:nvSpPr>
            <p:spPr>
              <a:xfrm rot="0">
                <a:off x="2187" y="2570"/>
                <a:ext cx="1" cy="3"/>
              </a:xfrm>
              <a:custGeom>
                <a:avLst/>
                <a:ahLst/>
                <a:rect l="0" t="0" r="r" b="b"/>
                <a:pathLst>
                  <a:path w="6" h="27">
                    <a:moveTo>
                      <a:pt x="0" y="27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61" name=""/>
              <p:cNvSpPr/>
              <p:nvPr/>
            </p:nvSpPr>
            <p:spPr>
              <a:xfrm rot="0" flipH="1">
                <a:off x="2188" y="25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62" name=""/>
              <p:cNvSpPr/>
              <p:nvPr/>
            </p:nvSpPr>
            <p:spPr>
              <a:xfrm rot="0">
                <a:off x="2181" y="2569"/>
                <a:ext cx="7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50" y="63"/>
                    </a:moveTo>
                    <a:lnTo>
                      <a:pt x="54" y="36"/>
                    </a:lnTo>
                    <a:lnTo>
                      <a:pt x="59" y="9"/>
                    </a:lnTo>
                    <a:lnTo>
                      <a:pt x="9" y="0"/>
                    </a:lnTo>
                    <a:lnTo>
                      <a:pt x="4" y="27"/>
                    </a:lnTo>
                    <a:lnTo>
                      <a:pt x="0" y="54"/>
                    </a:lnTo>
                    <a:lnTo>
                      <a:pt x="50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63" name=""/>
              <p:cNvSpPr/>
              <p:nvPr/>
            </p:nvSpPr>
            <p:spPr>
              <a:xfrm rot="0">
                <a:off x="2181" y="2569"/>
                <a:ext cx="7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50" y="63"/>
                    </a:moveTo>
                    <a:lnTo>
                      <a:pt x="54" y="36"/>
                    </a:lnTo>
                    <a:lnTo>
                      <a:pt x="59" y="9"/>
                    </a:lnTo>
                    <a:lnTo>
                      <a:pt x="9" y="0"/>
                    </a:lnTo>
                    <a:lnTo>
                      <a:pt x="4" y="27"/>
                    </a:lnTo>
                    <a:lnTo>
                      <a:pt x="0" y="54"/>
                    </a:lnTo>
                    <a:lnTo>
                      <a:pt x="50" y="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64" name=""/>
              <p:cNvSpPr/>
              <p:nvPr/>
            </p:nvSpPr>
            <p:spPr>
              <a:xfrm rot="0">
                <a:off x="2181" y="2569"/>
                <a:ext cx="1" cy="3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0" y="27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65" name=""/>
              <p:cNvSpPr/>
              <p:nvPr/>
            </p:nvSpPr>
            <p:spPr>
              <a:xfrm rot="0" flipH="1">
                <a:off x="2182" y="25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66" name=""/>
              <p:cNvSpPr/>
              <p:nvPr/>
            </p:nvSpPr>
            <p:spPr>
              <a:xfrm rot="0">
                <a:off x="2176" y="2568"/>
                <a:ext cx="6" cy="7"/>
              </a:xfrm>
              <a:custGeom>
                <a:avLst/>
                <a:ahLst/>
                <a:rect l="0" t="0" r="r" b="b"/>
                <a:pathLst>
                  <a:path w="57" h="59">
                    <a:moveTo>
                      <a:pt x="50" y="59"/>
                    </a:moveTo>
                    <a:lnTo>
                      <a:pt x="53" y="32"/>
                    </a:lnTo>
                    <a:lnTo>
                      <a:pt x="57" y="5"/>
                    </a:lnTo>
                    <a:lnTo>
                      <a:pt x="7" y="0"/>
                    </a:lnTo>
                    <a:lnTo>
                      <a:pt x="3" y="27"/>
                    </a:lnTo>
                    <a:lnTo>
                      <a:pt x="0" y="54"/>
                    </a:lnTo>
                    <a:lnTo>
                      <a:pt x="50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67" name=""/>
              <p:cNvSpPr/>
              <p:nvPr/>
            </p:nvSpPr>
            <p:spPr>
              <a:xfrm rot="0">
                <a:off x="2176" y="2568"/>
                <a:ext cx="6" cy="7"/>
              </a:xfrm>
              <a:custGeom>
                <a:avLst/>
                <a:ahLst/>
                <a:rect l="0" t="0" r="r" b="b"/>
                <a:pathLst>
                  <a:path w="57" h="59">
                    <a:moveTo>
                      <a:pt x="50" y="59"/>
                    </a:moveTo>
                    <a:lnTo>
                      <a:pt x="53" y="32"/>
                    </a:lnTo>
                    <a:lnTo>
                      <a:pt x="57" y="5"/>
                    </a:lnTo>
                    <a:lnTo>
                      <a:pt x="7" y="0"/>
                    </a:lnTo>
                    <a:lnTo>
                      <a:pt x="3" y="27"/>
                    </a:lnTo>
                    <a:lnTo>
                      <a:pt x="0" y="54"/>
                    </a:lnTo>
                    <a:lnTo>
                      <a:pt x="50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68" name=""/>
              <p:cNvSpPr/>
              <p:nvPr/>
            </p:nvSpPr>
            <p:spPr>
              <a:xfrm rot="0">
                <a:off x="2176" y="2568"/>
                <a:ext cx="1" cy="3"/>
              </a:xfrm>
              <a:custGeom>
                <a:avLst/>
                <a:ahLst/>
                <a:rect l="0" t="0" r="r" b="b"/>
                <a:pathLst>
                  <a:path w="4" h="27">
                    <a:moveTo>
                      <a:pt x="0" y="27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69" name=""/>
              <p:cNvSpPr/>
              <p:nvPr/>
            </p:nvSpPr>
            <p:spPr>
              <a:xfrm rot="0" flipH="1">
                <a:off x="2176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70" name=""/>
              <p:cNvSpPr/>
              <p:nvPr/>
            </p:nvSpPr>
            <p:spPr>
              <a:xfrm rot="0">
                <a:off x="2170" y="2568"/>
                <a:ext cx="6" cy="6"/>
              </a:xfrm>
              <a:custGeom>
                <a:avLst/>
                <a:ahLst/>
                <a:rect l="0" t="0" r="r" b="b"/>
                <a:pathLst>
                  <a:path w="56" h="59">
                    <a:moveTo>
                      <a:pt x="51" y="59"/>
                    </a:moveTo>
                    <a:lnTo>
                      <a:pt x="53" y="32"/>
                    </a:lnTo>
                    <a:lnTo>
                      <a:pt x="56" y="5"/>
                    </a:lnTo>
                    <a:lnTo>
                      <a:pt x="4" y="0"/>
                    </a:lnTo>
                    <a:lnTo>
                      <a:pt x="2" y="28"/>
                    </a:lnTo>
                    <a:lnTo>
                      <a:pt x="0" y="55"/>
                    </a:lnTo>
                    <a:lnTo>
                      <a:pt x="51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71" name=""/>
              <p:cNvSpPr/>
              <p:nvPr/>
            </p:nvSpPr>
            <p:spPr>
              <a:xfrm rot="0">
                <a:off x="2170" y="2568"/>
                <a:ext cx="6" cy="6"/>
              </a:xfrm>
              <a:custGeom>
                <a:avLst/>
                <a:ahLst/>
                <a:rect l="0" t="0" r="r" b="b"/>
                <a:pathLst>
                  <a:path w="56" h="59">
                    <a:moveTo>
                      <a:pt x="51" y="59"/>
                    </a:moveTo>
                    <a:lnTo>
                      <a:pt x="53" y="32"/>
                    </a:lnTo>
                    <a:lnTo>
                      <a:pt x="56" y="5"/>
                    </a:lnTo>
                    <a:lnTo>
                      <a:pt x="4" y="0"/>
                    </a:lnTo>
                    <a:lnTo>
                      <a:pt x="2" y="28"/>
                    </a:lnTo>
                    <a:lnTo>
                      <a:pt x="0" y="55"/>
                    </a:lnTo>
                    <a:lnTo>
                      <a:pt x="51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72" name=""/>
              <p:cNvSpPr/>
              <p:nvPr/>
            </p:nvSpPr>
            <p:spPr>
              <a:xfrm rot="0">
                <a:off x="2170" y="2568"/>
                <a:ext cx="1" cy="3"/>
              </a:xfrm>
              <a:custGeom>
                <a:avLst/>
                <a:ahLst/>
                <a:rect l="0" t="0" r="r" b="b"/>
                <a:pathLst>
                  <a:path w="2" h="28">
                    <a:moveTo>
                      <a:pt x="0" y="28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73" name=""/>
              <p:cNvSpPr/>
              <p:nvPr/>
            </p:nvSpPr>
            <p:spPr>
              <a:xfrm rot="0" flipH="1">
                <a:off x="2170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74" name=""/>
              <p:cNvSpPr/>
              <p:nvPr/>
            </p:nvSpPr>
            <p:spPr>
              <a:xfrm rot="0">
                <a:off x="2164" y="2568"/>
                <a:ext cx="6" cy="6"/>
              </a:xfrm>
              <a:custGeom>
                <a:avLst/>
                <a:ahLst/>
                <a:rect l="0" t="0" r="r" b="b"/>
                <a:pathLst>
                  <a:path w="53" h="56">
                    <a:moveTo>
                      <a:pt x="51" y="56"/>
                    </a:moveTo>
                    <a:lnTo>
                      <a:pt x="52" y="29"/>
                    </a:lnTo>
                    <a:lnTo>
                      <a:pt x="53" y="1"/>
                    </a:lnTo>
                    <a:lnTo>
                      <a:pt x="2" y="0"/>
                    </a:lnTo>
                    <a:lnTo>
                      <a:pt x="1" y="27"/>
                    </a:lnTo>
                    <a:lnTo>
                      <a:pt x="0" y="55"/>
                    </a:lnTo>
                    <a:lnTo>
                      <a:pt x="51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75" name=""/>
              <p:cNvSpPr/>
              <p:nvPr/>
            </p:nvSpPr>
            <p:spPr>
              <a:xfrm rot="0">
                <a:off x="2164" y="2568"/>
                <a:ext cx="6" cy="6"/>
              </a:xfrm>
              <a:custGeom>
                <a:avLst/>
                <a:ahLst/>
                <a:rect l="0" t="0" r="r" b="b"/>
                <a:pathLst>
                  <a:path w="53" h="56">
                    <a:moveTo>
                      <a:pt x="51" y="56"/>
                    </a:moveTo>
                    <a:lnTo>
                      <a:pt x="52" y="29"/>
                    </a:lnTo>
                    <a:lnTo>
                      <a:pt x="53" y="1"/>
                    </a:lnTo>
                    <a:lnTo>
                      <a:pt x="2" y="0"/>
                    </a:lnTo>
                    <a:lnTo>
                      <a:pt x="1" y="27"/>
                    </a:lnTo>
                    <a:lnTo>
                      <a:pt x="0" y="55"/>
                    </a:lnTo>
                    <a:lnTo>
                      <a:pt x="51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76" name=""/>
              <p:cNvSpPr/>
              <p:nvPr/>
            </p:nvSpPr>
            <p:spPr>
              <a:xfrm rot="0">
                <a:off x="2164" y="2568"/>
                <a:ext cx="1" cy="3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1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77" name=""/>
              <p:cNvSpPr/>
              <p:nvPr/>
            </p:nvSpPr>
            <p:spPr>
              <a:xfrm rot="0" flipH="1">
                <a:off x="2164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78" name=""/>
              <p:cNvSpPr/>
              <p:nvPr/>
            </p:nvSpPr>
            <p:spPr>
              <a:xfrm rot="0">
                <a:off x="2159" y="2568"/>
                <a:ext cx="6" cy="6"/>
              </a:xfrm>
              <a:custGeom>
                <a:avLst/>
                <a:ahLst/>
                <a:rect l="0" t="0" r="r" b="b"/>
                <a:pathLst>
                  <a:path w="52" h="56">
                    <a:moveTo>
                      <a:pt x="52" y="55"/>
                    </a:moveTo>
                    <a:lnTo>
                      <a:pt x="51" y="27"/>
                    </a:lnTo>
                    <a:lnTo>
                      <a:pt x="50" y="0"/>
                    </a:lnTo>
                    <a:lnTo>
                      <a:pt x="0" y="1"/>
                    </a:lnTo>
                    <a:lnTo>
                      <a:pt x="1" y="29"/>
                    </a:lnTo>
                    <a:lnTo>
                      <a:pt x="2" y="56"/>
                    </a:lnTo>
                    <a:lnTo>
                      <a:pt x="52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79" name=""/>
              <p:cNvSpPr/>
              <p:nvPr/>
            </p:nvSpPr>
            <p:spPr>
              <a:xfrm rot="0">
                <a:off x="2159" y="2568"/>
                <a:ext cx="6" cy="6"/>
              </a:xfrm>
              <a:custGeom>
                <a:avLst/>
                <a:ahLst/>
                <a:rect l="0" t="0" r="r" b="b"/>
                <a:pathLst>
                  <a:path w="52" h="56">
                    <a:moveTo>
                      <a:pt x="52" y="55"/>
                    </a:moveTo>
                    <a:lnTo>
                      <a:pt x="51" y="27"/>
                    </a:lnTo>
                    <a:lnTo>
                      <a:pt x="50" y="0"/>
                    </a:lnTo>
                    <a:lnTo>
                      <a:pt x="0" y="1"/>
                    </a:lnTo>
                    <a:lnTo>
                      <a:pt x="1" y="29"/>
                    </a:lnTo>
                    <a:lnTo>
                      <a:pt x="2" y="56"/>
                    </a:lnTo>
                    <a:lnTo>
                      <a:pt x="52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80" name=""/>
              <p:cNvSpPr/>
              <p:nvPr/>
            </p:nvSpPr>
            <p:spPr>
              <a:xfrm rot="0">
                <a:off x="2159" y="2568"/>
                <a:ext cx="1" cy="3"/>
              </a:xfrm>
              <a:custGeom>
                <a:avLst/>
                <a:ahLst/>
                <a:rect l="0" t="0" r="r" b="b"/>
                <a:pathLst>
                  <a:path w="2" h="28">
                    <a:moveTo>
                      <a:pt x="2" y="28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81" name=""/>
              <p:cNvSpPr/>
              <p:nvPr/>
            </p:nvSpPr>
            <p:spPr>
              <a:xfrm rot="0" flipH="1">
                <a:off x="2159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82" name=""/>
              <p:cNvSpPr/>
              <p:nvPr/>
            </p:nvSpPr>
            <p:spPr>
              <a:xfrm rot="0">
                <a:off x="2153" y="2568"/>
                <a:ext cx="6" cy="6"/>
              </a:xfrm>
              <a:custGeom>
                <a:avLst/>
                <a:ahLst/>
                <a:rect l="0" t="0" r="r" b="b"/>
                <a:pathLst>
                  <a:path w="55" h="59">
                    <a:moveTo>
                      <a:pt x="55" y="55"/>
                    </a:moveTo>
                    <a:lnTo>
                      <a:pt x="53" y="28"/>
                    </a:lnTo>
                    <a:lnTo>
                      <a:pt x="51" y="0"/>
                    </a:lnTo>
                    <a:lnTo>
                      <a:pt x="0" y="5"/>
                    </a:lnTo>
                    <a:lnTo>
                      <a:pt x="2" y="32"/>
                    </a:lnTo>
                    <a:lnTo>
                      <a:pt x="4" y="59"/>
                    </a:lnTo>
                    <a:lnTo>
                      <a:pt x="55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83" name=""/>
              <p:cNvSpPr/>
              <p:nvPr/>
            </p:nvSpPr>
            <p:spPr>
              <a:xfrm rot="0">
                <a:off x="2153" y="2568"/>
                <a:ext cx="6" cy="6"/>
              </a:xfrm>
              <a:custGeom>
                <a:avLst/>
                <a:ahLst/>
                <a:rect l="0" t="0" r="r" b="b"/>
                <a:pathLst>
                  <a:path w="55" h="59">
                    <a:moveTo>
                      <a:pt x="55" y="55"/>
                    </a:moveTo>
                    <a:lnTo>
                      <a:pt x="53" y="28"/>
                    </a:lnTo>
                    <a:lnTo>
                      <a:pt x="51" y="0"/>
                    </a:lnTo>
                    <a:lnTo>
                      <a:pt x="0" y="5"/>
                    </a:lnTo>
                    <a:lnTo>
                      <a:pt x="2" y="32"/>
                    </a:lnTo>
                    <a:lnTo>
                      <a:pt x="4" y="59"/>
                    </a:lnTo>
                    <a:lnTo>
                      <a:pt x="55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84" name=""/>
              <p:cNvSpPr/>
              <p:nvPr/>
            </p:nvSpPr>
            <p:spPr>
              <a:xfrm rot="0">
                <a:off x="2153" y="2568"/>
                <a:ext cx="1" cy="3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3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85" name=""/>
              <p:cNvSpPr/>
              <p:nvPr/>
            </p:nvSpPr>
            <p:spPr>
              <a:xfrm rot="0" flipH="1">
                <a:off x="2153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86" name=""/>
              <p:cNvSpPr/>
              <p:nvPr/>
            </p:nvSpPr>
            <p:spPr>
              <a:xfrm rot="0">
                <a:off x="2147" y="2568"/>
                <a:ext cx="7" cy="7"/>
              </a:xfrm>
              <a:custGeom>
                <a:avLst/>
                <a:ahLst/>
                <a:rect l="0" t="0" r="r" b="b"/>
                <a:pathLst>
                  <a:path w="57" h="59">
                    <a:moveTo>
                      <a:pt x="57" y="54"/>
                    </a:moveTo>
                    <a:lnTo>
                      <a:pt x="53" y="27"/>
                    </a:lnTo>
                    <a:lnTo>
                      <a:pt x="50" y="0"/>
                    </a:lnTo>
                    <a:lnTo>
                      <a:pt x="0" y="5"/>
                    </a:lnTo>
                    <a:lnTo>
                      <a:pt x="3" y="32"/>
                    </a:lnTo>
                    <a:lnTo>
                      <a:pt x="7" y="59"/>
                    </a:lnTo>
                    <a:lnTo>
                      <a:pt x="57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87" name=""/>
              <p:cNvSpPr/>
              <p:nvPr/>
            </p:nvSpPr>
            <p:spPr>
              <a:xfrm rot="0">
                <a:off x="2147" y="2568"/>
                <a:ext cx="7" cy="7"/>
              </a:xfrm>
              <a:custGeom>
                <a:avLst/>
                <a:ahLst/>
                <a:rect l="0" t="0" r="r" b="b"/>
                <a:pathLst>
                  <a:path w="57" h="59">
                    <a:moveTo>
                      <a:pt x="57" y="54"/>
                    </a:moveTo>
                    <a:lnTo>
                      <a:pt x="53" y="27"/>
                    </a:lnTo>
                    <a:lnTo>
                      <a:pt x="50" y="0"/>
                    </a:lnTo>
                    <a:lnTo>
                      <a:pt x="0" y="5"/>
                    </a:lnTo>
                    <a:lnTo>
                      <a:pt x="3" y="32"/>
                    </a:lnTo>
                    <a:lnTo>
                      <a:pt x="7" y="59"/>
                    </a:lnTo>
                    <a:lnTo>
                      <a:pt x="57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88" name=""/>
              <p:cNvSpPr/>
              <p:nvPr/>
            </p:nvSpPr>
            <p:spPr>
              <a:xfrm rot="0">
                <a:off x="2147" y="2569"/>
                <a:ext cx="1" cy="3"/>
              </a:xfrm>
              <a:custGeom>
                <a:avLst/>
                <a:ahLst/>
                <a:rect l="0" t="0" r="r" b="b"/>
                <a:pathLst>
                  <a:path w="4" h="27">
                    <a:moveTo>
                      <a:pt x="4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4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89" name=""/>
              <p:cNvSpPr/>
              <p:nvPr/>
            </p:nvSpPr>
            <p:spPr>
              <a:xfrm rot="0" flipH="1">
                <a:off x="2147" y="25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90" name=""/>
              <p:cNvSpPr/>
              <p:nvPr/>
            </p:nvSpPr>
            <p:spPr>
              <a:xfrm rot="0">
                <a:off x="2142" y="2569"/>
                <a:ext cx="6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59" y="54"/>
                    </a:moveTo>
                    <a:lnTo>
                      <a:pt x="54" y="27"/>
                    </a:lnTo>
                    <a:lnTo>
                      <a:pt x="50" y="0"/>
                    </a:lnTo>
                    <a:lnTo>
                      <a:pt x="0" y="9"/>
                    </a:lnTo>
                    <a:lnTo>
                      <a:pt x="4" y="36"/>
                    </a:lnTo>
                    <a:lnTo>
                      <a:pt x="9" y="63"/>
                    </a:lnTo>
                    <a:lnTo>
                      <a:pt x="59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91" name=""/>
              <p:cNvSpPr/>
              <p:nvPr/>
            </p:nvSpPr>
            <p:spPr>
              <a:xfrm rot="0">
                <a:off x="2142" y="2569"/>
                <a:ext cx="6" cy="7"/>
              </a:xfrm>
              <a:custGeom>
                <a:avLst/>
                <a:ahLst/>
                <a:rect l="0" t="0" r="r" b="b"/>
                <a:pathLst>
                  <a:path w="59" h="63">
                    <a:moveTo>
                      <a:pt x="59" y="54"/>
                    </a:moveTo>
                    <a:lnTo>
                      <a:pt x="54" y="27"/>
                    </a:lnTo>
                    <a:lnTo>
                      <a:pt x="50" y="0"/>
                    </a:lnTo>
                    <a:lnTo>
                      <a:pt x="0" y="9"/>
                    </a:lnTo>
                    <a:lnTo>
                      <a:pt x="4" y="36"/>
                    </a:lnTo>
                    <a:lnTo>
                      <a:pt x="9" y="63"/>
                    </a:lnTo>
                    <a:lnTo>
                      <a:pt x="59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92" name=""/>
              <p:cNvSpPr/>
              <p:nvPr/>
            </p:nvSpPr>
            <p:spPr>
              <a:xfrm rot="0">
                <a:off x="2142" y="2570"/>
                <a:ext cx="1" cy="3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5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93" name=""/>
              <p:cNvSpPr/>
              <p:nvPr/>
            </p:nvSpPr>
            <p:spPr>
              <a:xfrm rot="0" flipH="1">
                <a:off x="2142" y="25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94" name=""/>
              <p:cNvSpPr/>
              <p:nvPr/>
            </p:nvSpPr>
            <p:spPr>
              <a:xfrm rot="0">
                <a:off x="2136" y="2570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61" y="54"/>
                    </a:moveTo>
                    <a:lnTo>
                      <a:pt x="55" y="27"/>
                    </a:lnTo>
                    <a:lnTo>
                      <a:pt x="50" y="0"/>
                    </a:lnTo>
                    <a:lnTo>
                      <a:pt x="0" y="11"/>
                    </a:lnTo>
                    <a:lnTo>
                      <a:pt x="5" y="38"/>
                    </a:lnTo>
                    <a:lnTo>
                      <a:pt x="11" y="65"/>
                    </a:lnTo>
                    <a:lnTo>
                      <a:pt x="61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95" name=""/>
              <p:cNvSpPr/>
              <p:nvPr/>
            </p:nvSpPr>
            <p:spPr>
              <a:xfrm rot="0">
                <a:off x="2136" y="2570"/>
                <a:ext cx="7" cy="7"/>
              </a:xfrm>
              <a:custGeom>
                <a:avLst/>
                <a:ahLst/>
                <a:rect l="0" t="0" r="r" b="b"/>
                <a:pathLst>
                  <a:path w="61" h="65">
                    <a:moveTo>
                      <a:pt x="61" y="54"/>
                    </a:moveTo>
                    <a:lnTo>
                      <a:pt x="55" y="27"/>
                    </a:lnTo>
                    <a:lnTo>
                      <a:pt x="50" y="0"/>
                    </a:lnTo>
                    <a:lnTo>
                      <a:pt x="0" y="11"/>
                    </a:lnTo>
                    <a:lnTo>
                      <a:pt x="5" y="38"/>
                    </a:lnTo>
                    <a:lnTo>
                      <a:pt x="11" y="65"/>
                    </a:lnTo>
                    <a:lnTo>
                      <a:pt x="61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96" name=""/>
              <p:cNvSpPr/>
              <p:nvPr/>
            </p:nvSpPr>
            <p:spPr>
              <a:xfrm rot="0">
                <a:off x="2136" y="2571"/>
                <a:ext cx="1" cy="3"/>
              </a:xfrm>
              <a:custGeom>
                <a:avLst/>
                <a:ahLst/>
                <a:rect l="0" t="0" r="r" b="b"/>
                <a:pathLst>
                  <a:path w="7" h="27">
                    <a:moveTo>
                      <a:pt x="7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97" name=""/>
              <p:cNvSpPr/>
              <p:nvPr/>
            </p:nvSpPr>
            <p:spPr>
              <a:xfrm rot="0" flipH="1">
                <a:off x="2136" y="257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298" name=""/>
              <p:cNvSpPr/>
              <p:nvPr/>
            </p:nvSpPr>
            <p:spPr>
              <a:xfrm rot="0">
                <a:off x="2130" y="2571"/>
                <a:ext cx="8" cy="8"/>
              </a:xfrm>
              <a:custGeom>
                <a:avLst/>
                <a:ahLst/>
                <a:rect l="0" t="0" r="r" b="b"/>
                <a:pathLst>
                  <a:path w="64" h="67">
                    <a:moveTo>
                      <a:pt x="64" y="54"/>
                    </a:moveTo>
                    <a:lnTo>
                      <a:pt x="56" y="27"/>
                    </a:lnTo>
                    <a:lnTo>
                      <a:pt x="49" y="0"/>
                    </a:lnTo>
                    <a:lnTo>
                      <a:pt x="0" y="13"/>
                    </a:lnTo>
                    <a:lnTo>
                      <a:pt x="8" y="40"/>
                    </a:lnTo>
                    <a:lnTo>
                      <a:pt x="15" y="67"/>
                    </a:lnTo>
                    <a:lnTo>
                      <a:pt x="64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299" name=""/>
              <p:cNvSpPr/>
              <p:nvPr/>
            </p:nvSpPr>
            <p:spPr>
              <a:xfrm rot="0">
                <a:off x="2130" y="2571"/>
                <a:ext cx="8" cy="8"/>
              </a:xfrm>
              <a:custGeom>
                <a:avLst/>
                <a:ahLst/>
                <a:rect l="0" t="0" r="r" b="b"/>
                <a:pathLst>
                  <a:path w="64" h="67">
                    <a:moveTo>
                      <a:pt x="64" y="54"/>
                    </a:moveTo>
                    <a:lnTo>
                      <a:pt x="56" y="27"/>
                    </a:lnTo>
                    <a:lnTo>
                      <a:pt x="49" y="0"/>
                    </a:lnTo>
                    <a:lnTo>
                      <a:pt x="0" y="13"/>
                    </a:lnTo>
                    <a:lnTo>
                      <a:pt x="8" y="40"/>
                    </a:lnTo>
                    <a:lnTo>
                      <a:pt x="15" y="67"/>
                    </a:lnTo>
                    <a:lnTo>
                      <a:pt x="64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00" name=""/>
              <p:cNvSpPr/>
              <p:nvPr/>
            </p:nvSpPr>
            <p:spPr>
              <a:xfrm rot="0">
                <a:off x="2130" y="2573"/>
                <a:ext cx="1" cy="3"/>
              </a:xfrm>
              <a:custGeom>
                <a:avLst/>
                <a:ahLst/>
                <a:rect l="0" t="0" r="r" b="b"/>
                <a:pathLst>
                  <a:path w="9" h="27">
                    <a:moveTo>
                      <a:pt x="9" y="2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9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01" name=""/>
              <p:cNvSpPr/>
              <p:nvPr/>
            </p:nvSpPr>
            <p:spPr>
              <a:xfrm rot="0" flipH="1">
                <a:off x="2130" y="25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02" name=""/>
              <p:cNvSpPr/>
              <p:nvPr/>
            </p:nvSpPr>
            <p:spPr>
              <a:xfrm rot="0">
                <a:off x="2125" y="2573"/>
                <a:ext cx="7" cy="7"/>
              </a:xfrm>
              <a:custGeom>
                <a:avLst/>
                <a:ahLst/>
                <a:rect l="0" t="0" r="r" b="b"/>
                <a:pathLst>
                  <a:path w="65" h="67">
                    <a:moveTo>
                      <a:pt x="65" y="52"/>
                    </a:moveTo>
                    <a:lnTo>
                      <a:pt x="57" y="26"/>
                    </a:lnTo>
                    <a:lnTo>
                      <a:pt x="48" y="0"/>
                    </a:lnTo>
                    <a:lnTo>
                      <a:pt x="0" y="15"/>
                    </a:lnTo>
                    <a:lnTo>
                      <a:pt x="9" y="41"/>
                    </a:lnTo>
                    <a:lnTo>
                      <a:pt x="17" y="67"/>
                    </a:lnTo>
                    <a:lnTo>
                      <a:pt x="65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03" name=""/>
              <p:cNvSpPr/>
              <p:nvPr/>
            </p:nvSpPr>
            <p:spPr>
              <a:xfrm rot="0">
                <a:off x="2125" y="2573"/>
                <a:ext cx="7" cy="7"/>
              </a:xfrm>
              <a:custGeom>
                <a:avLst/>
                <a:ahLst/>
                <a:rect l="0" t="0" r="r" b="b"/>
                <a:pathLst>
                  <a:path w="65" h="67">
                    <a:moveTo>
                      <a:pt x="65" y="52"/>
                    </a:moveTo>
                    <a:lnTo>
                      <a:pt x="57" y="26"/>
                    </a:lnTo>
                    <a:lnTo>
                      <a:pt x="48" y="0"/>
                    </a:lnTo>
                    <a:lnTo>
                      <a:pt x="0" y="15"/>
                    </a:lnTo>
                    <a:lnTo>
                      <a:pt x="9" y="41"/>
                    </a:lnTo>
                    <a:lnTo>
                      <a:pt x="17" y="67"/>
                    </a:lnTo>
                    <a:lnTo>
                      <a:pt x="65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04" name=""/>
              <p:cNvSpPr/>
              <p:nvPr/>
            </p:nvSpPr>
            <p:spPr>
              <a:xfrm rot="0">
                <a:off x="2125" y="2574"/>
                <a:ext cx="1" cy="3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10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05" name=""/>
              <p:cNvSpPr/>
              <p:nvPr/>
            </p:nvSpPr>
            <p:spPr>
              <a:xfrm rot="0" flipH="1">
                <a:off x="2125" y="257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06" name=""/>
              <p:cNvSpPr/>
              <p:nvPr/>
            </p:nvSpPr>
            <p:spPr>
              <a:xfrm rot="0">
                <a:off x="2120" y="2574"/>
                <a:ext cx="7" cy="8"/>
              </a:xfrm>
              <a:custGeom>
                <a:avLst/>
                <a:ahLst/>
                <a:rect l="0" t="0" r="r" b="b"/>
                <a:pathLst>
                  <a:path w="68" h="70">
                    <a:moveTo>
                      <a:pt x="68" y="52"/>
                    </a:moveTo>
                    <a:lnTo>
                      <a:pt x="58" y="26"/>
                    </a:lnTo>
                    <a:lnTo>
                      <a:pt x="48" y="0"/>
                    </a:lnTo>
                    <a:lnTo>
                      <a:pt x="0" y="17"/>
                    </a:lnTo>
                    <a:lnTo>
                      <a:pt x="10" y="43"/>
                    </a:lnTo>
                    <a:lnTo>
                      <a:pt x="20" y="70"/>
                    </a:lnTo>
                    <a:lnTo>
                      <a:pt x="68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07" name=""/>
              <p:cNvSpPr/>
              <p:nvPr/>
            </p:nvSpPr>
            <p:spPr>
              <a:xfrm rot="0">
                <a:off x="2120" y="2574"/>
                <a:ext cx="7" cy="8"/>
              </a:xfrm>
              <a:custGeom>
                <a:avLst/>
                <a:ahLst/>
                <a:rect l="0" t="0" r="r" b="b"/>
                <a:pathLst>
                  <a:path w="68" h="70">
                    <a:moveTo>
                      <a:pt x="68" y="52"/>
                    </a:moveTo>
                    <a:lnTo>
                      <a:pt x="58" y="26"/>
                    </a:lnTo>
                    <a:lnTo>
                      <a:pt x="48" y="0"/>
                    </a:lnTo>
                    <a:lnTo>
                      <a:pt x="0" y="17"/>
                    </a:lnTo>
                    <a:lnTo>
                      <a:pt x="10" y="43"/>
                    </a:lnTo>
                    <a:lnTo>
                      <a:pt x="20" y="70"/>
                    </a:lnTo>
                    <a:lnTo>
                      <a:pt x="68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08" name=""/>
              <p:cNvSpPr/>
              <p:nvPr/>
            </p:nvSpPr>
            <p:spPr>
              <a:xfrm rot="0">
                <a:off x="2119" y="2576"/>
                <a:ext cx="2" cy="3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11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1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09" name=""/>
              <p:cNvSpPr/>
              <p:nvPr/>
            </p:nvSpPr>
            <p:spPr>
              <a:xfrm rot="0" flipH="1">
                <a:off x="2119" y="25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10" name=""/>
              <p:cNvSpPr/>
              <p:nvPr/>
            </p:nvSpPr>
            <p:spPr>
              <a:xfrm rot="0">
                <a:off x="2114" y="2576"/>
                <a:ext cx="8" cy="8"/>
              </a:xfrm>
              <a:custGeom>
                <a:avLst/>
                <a:ahLst/>
                <a:rect l="0" t="0" r="r" b="b"/>
                <a:pathLst>
                  <a:path w="69" h="72">
                    <a:moveTo>
                      <a:pt x="69" y="53"/>
                    </a:moveTo>
                    <a:lnTo>
                      <a:pt x="58" y="26"/>
                    </a:lnTo>
                    <a:lnTo>
                      <a:pt x="47" y="0"/>
                    </a:lnTo>
                    <a:lnTo>
                      <a:pt x="0" y="20"/>
                    </a:lnTo>
                    <a:lnTo>
                      <a:pt x="11" y="46"/>
                    </a:lnTo>
                    <a:lnTo>
                      <a:pt x="22" y="72"/>
                    </a:lnTo>
                    <a:lnTo>
                      <a:pt x="69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11" name=""/>
              <p:cNvSpPr/>
              <p:nvPr/>
            </p:nvSpPr>
            <p:spPr>
              <a:xfrm rot="0">
                <a:off x="2114" y="2576"/>
                <a:ext cx="8" cy="8"/>
              </a:xfrm>
              <a:custGeom>
                <a:avLst/>
                <a:ahLst/>
                <a:rect l="0" t="0" r="r" b="b"/>
                <a:pathLst>
                  <a:path w="69" h="72">
                    <a:moveTo>
                      <a:pt x="69" y="53"/>
                    </a:moveTo>
                    <a:lnTo>
                      <a:pt x="58" y="26"/>
                    </a:lnTo>
                    <a:lnTo>
                      <a:pt x="47" y="0"/>
                    </a:lnTo>
                    <a:lnTo>
                      <a:pt x="0" y="20"/>
                    </a:lnTo>
                    <a:lnTo>
                      <a:pt x="11" y="46"/>
                    </a:lnTo>
                    <a:lnTo>
                      <a:pt x="22" y="72"/>
                    </a:lnTo>
                    <a:lnTo>
                      <a:pt x="69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12" name=""/>
              <p:cNvSpPr/>
              <p:nvPr/>
            </p:nvSpPr>
            <p:spPr>
              <a:xfrm rot="0">
                <a:off x="2114" y="2579"/>
                <a:ext cx="1" cy="2"/>
              </a:xfrm>
              <a:custGeom>
                <a:avLst/>
                <a:ahLst/>
                <a:rect l="0" t="0" r="r" b="b"/>
                <a:pathLst>
                  <a:path w="12" h="26">
                    <a:moveTo>
                      <a:pt x="12" y="26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2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13" name=""/>
              <p:cNvSpPr/>
              <p:nvPr/>
            </p:nvSpPr>
            <p:spPr>
              <a:xfrm rot="0" flipH="1">
                <a:off x="2114" y="257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14" name=""/>
              <p:cNvSpPr/>
              <p:nvPr/>
            </p:nvSpPr>
            <p:spPr>
              <a:xfrm rot="0">
                <a:off x="2109" y="2579"/>
                <a:ext cx="8" cy="8"/>
              </a:xfrm>
              <a:custGeom>
                <a:avLst/>
                <a:ahLst/>
                <a:rect l="0" t="0" r="r" b="b"/>
                <a:pathLst>
                  <a:path w="69" h="73">
                    <a:moveTo>
                      <a:pt x="69" y="50"/>
                    </a:moveTo>
                    <a:lnTo>
                      <a:pt x="57" y="25"/>
                    </a:lnTo>
                    <a:lnTo>
                      <a:pt x="45" y="0"/>
                    </a:lnTo>
                    <a:lnTo>
                      <a:pt x="0" y="23"/>
                    </a:lnTo>
                    <a:lnTo>
                      <a:pt x="12" y="48"/>
                    </a:lnTo>
                    <a:lnTo>
                      <a:pt x="24" y="73"/>
                    </a:lnTo>
                    <a:lnTo>
                      <a:pt x="69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15" name=""/>
              <p:cNvSpPr/>
              <p:nvPr/>
            </p:nvSpPr>
            <p:spPr>
              <a:xfrm rot="0">
                <a:off x="2109" y="2579"/>
                <a:ext cx="8" cy="8"/>
              </a:xfrm>
              <a:custGeom>
                <a:avLst/>
                <a:ahLst/>
                <a:rect l="0" t="0" r="r" b="b"/>
                <a:pathLst>
                  <a:path w="69" h="73">
                    <a:moveTo>
                      <a:pt x="69" y="50"/>
                    </a:moveTo>
                    <a:lnTo>
                      <a:pt x="57" y="25"/>
                    </a:lnTo>
                    <a:lnTo>
                      <a:pt x="45" y="0"/>
                    </a:lnTo>
                    <a:lnTo>
                      <a:pt x="0" y="23"/>
                    </a:lnTo>
                    <a:lnTo>
                      <a:pt x="12" y="48"/>
                    </a:lnTo>
                    <a:lnTo>
                      <a:pt x="24" y="73"/>
                    </a:lnTo>
                    <a:lnTo>
                      <a:pt x="69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16" name=""/>
              <p:cNvSpPr/>
              <p:nvPr/>
            </p:nvSpPr>
            <p:spPr>
              <a:xfrm rot="0">
                <a:off x="2109" y="2581"/>
                <a:ext cx="1" cy="3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13" y="2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3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17" name=""/>
              <p:cNvSpPr/>
              <p:nvPr/>
            </p:nvSpPr>
            <p:spPr>
              <a:xfrm rot="0" flipH="1">
                <a:off x="2109" y="25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18" name=""/>
              <p:cNvSpPr/>
              <p:nvPr/>
            </p:nvSpPr>
            <p:spPr>
              <a:xfrm rot="0">
                <a:off x="2104" y="2581"/>
                <a:ext cx="8" cy="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71" y="48"/>
                    </a:moveTo>
                    <a:lnTo>
                      <a:pt x="58" y="24"/>
                    </a:lnTo>
                    <a:lnTo>
                      <a:pt x="45" y="0"/>
                    </a:lnTo>
                    <a:lnTo>
                      <a:pt x="0" y="24"/>
                    </a:lnTo>
                    <a:lnTo>
                      <a:pt x="13" y="48"/>
                    </a:lnTo>
                    <a:lnTo>
                      <a:pt x="26" y="72"/>
                    </a:lnTo>
                    <a:lnTo>
                      <a:pt x="71" y="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19" name=""/>
              <p:cNvSpPr/>
              <p:nvPr/>
            </p:nvSpPr>
            <p:spPr>
              <a:xfrm rot="0">
                <a:off x="2104" y="2581"/>
                <a:ext cx="8" cy="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71" y="48"/>
                    </a:moveTo>
                    <a:lnTo>
                      <a:pt x="58" y="24"/>
                    </a:lnTo>
                    <a:lnTo>
                      <a:pt x="45" y="0"/>
                    </a:lnTo>
                    <a:lnTo>
                      <a:pt x="0" y="24"/>
                    </a:lnTo>
                    <a:lnTo>
                      <a:pt x="13" y="48"/>
                    </a:lnTo>
                    <a:lnTo>
                      <a:pt x="26" y="72"/>
                    </a:lnTo>
                    <a:lnTo>
                      <a:pt x="71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20" name=""/>
              <p:cNvSpPr/>
              <p:nvPr/>
            </p:nvSpPr>
            <p:spPr>
              <a:xfrm rot="0">
                <a:off x="2104" y="2584"/>
                <a:ext cx="1" cy="3"/>
              </a:xfrm>
              <a:custGeom>
                <a:avLst/>
                <a:ahLst/>
                <a:rect l="0" t="0" r="r" b="b"/>
                <a:pathLst>
                  <a:path w="14" h="24">
                    <a:moveTo>
                      <a:pt x="14" y="2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4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21" name=""/>
              <p:cNvSpPr/>
              <p:nvPr/>
            </p:nvSpPr>
            <p:spPr>
              <a:xfrm rot="0" flipH="1">
                <a:off x="2104" y="25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22" name=""/>
              <p:cNvSpPr/>
              <p:nvPr/>
            </p:nvSpPr>
            <p:spPr>
              <a:xfrm rot="0">
                <a:off x="2099" y="2584"/>
                <a:ext cx="8" cy="8"/>
              </a:xfrm>
              <a:custGeom>
                <a:avLst/>
                <a:ahLst/>
                <a:rect l="0" t="0" r="r" b="b"/>
                <a:pathLst>
                  <a:path w="71" h="74">
                    <a:moveTo>
                      <a:pt x="71" y="48"/>
                    </a:moveTo>
                    <a:lnTo>
                      <a:pt x="57" y="24"/>
                    </a:lnTo>
                    <a:lnTo>
                      <a:pt x="43" y="0"/>
                    </a:lnTo>
                    <a:lnTo>
                      <a:pt x="0" y="26"/>
                    </a:lnTo>
                    <a:lnTo>
                      <a:pt x="14" y="50"/>
                    </a:lnTo>
                    <a:lnTo>
                      <a:pt x="28" y="74"/>
                    </a:lnTo>
                    <a:lnTo>
                      <a:pt x="71" y="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23" name=""/>
              <p:cNvSpPr/>
              <p:nvPr/>
            </p:nvSpPr>
            <p:spPr>
              <a:xfrm rot="0">
                <a:off x="2099" y="2584"/>
                <a:ext cx="8" cy="8"/>
              </a:xfrm>
              <a:custGeom>
                <a:avLst/>
                <a:ahLst/>
                <a:rect l="0" t="0" r="r" b="b"/>
                <a:pathLst>
                  <a:path w="71" h="74">
                    <a:moveTo>
                      <a:pt x="71" y="48"/>
                    </a:moveTo>
                    <a:lnTo>
                      <a:pt x="57" y="24"/>
                    </a:lnTo>
                    <a:lnTo>
                      <a:pt x="43" y="0"/>
                    </a:lnTo>
                    <a:lnTo>
                      <a:pt x="0" y="26"/>
                    </a:lnTo>
                    <a:lnTo>
                      <a:pt x="14" y="50"/>
                    </a:lnTo>
                    <a:lnTo>
                      <a:pt x="28" y="74"/>
                    </a:lnTo>
                    <a:lnTo>
                      <a:pt x="71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24" name=""/>
              <p:cNvSpPr/>
              <p:nvPr/>
            </p:nvSpPr>
            <p:spPr>
              <a:xfrm rot="0">
                <a:off x="2098" y="2587"/>
                <a:ext cx="4" cy="6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27" y="24"/>
                    </a:moveTo>
                    <a:lnTo>
                      <a:pt x="41" y="48"/>
                    </a:lnTo>
                    <a:lnTo>
                      <a:pt x="33" y="51"/>
                    </a:lnTo>
                    <a:lnTo>
                      <a:pt x="25" y="51"/>
                    </a:lnTo>
                    <a:lnTo>
                      <a:pt x="16" y="49"/>
                    </a:lnTo>
                    <a:lnTo>
                      <a:pt x="8" y="44"/>
                    </a:lnTo>
                    <a:lnTo>
                      <a:pt x="3" y="38"/>
                    </a:lnTo>
                    <a:lnTo>
                      <a:pt x="0" y="30"/>
                    </a:lnTo>
                    <a:lnTo>
                      <a:pt x="0" y="22"/>
                    </a:lnTo>
                    <a:lnTo>
                      <a:pt x="2" y="13"/>
                    </a:lnTo>
                    <a:lnTo>
                      <a:pt x="6" y="5"/>
                    </a:lnTo>
                    <a:lnTo>
                      <a:pt x="13" y="0"/>
                    </a:lnTo>
                    <a:lnTo>
                      <a:pt x="27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25" name=""/>
              <p:cNvSpPr/>
              <p:nvPr/>
            </p:nvSpPr>
            <p:spPr>
              <a:xfrm rot="0">
                <a:off x="2098" y="2587"/>
                <a:ext cx="4" cy="6"/>
              </a:xfrm>
              <a:custGeom>
                <a:avLst/>
                <a:ahLst/>
                <a:rect l="0" t="0" r="r" b="b"/>
                <a:pathLst>
                  <a:path w="41" h="51">
                    <a:moveTo>
                      <a:pt x="41" y="48"/>
                    </a:moveTo>
                    <a:lnTo>
                      <a:pt x="33" y="51"/>
                    </a:lnTo>
                    <a:lnTo>
                      <a:pt x="25" y="51"/>
                    </a:lnTo>
                    <a:lnTo>
                      <a:pt x="16" y="49"/>
                    </a:lnTo>
                    <a:lnTo>
                      <a:pt x="8" y="44"/>
                    </a:lnTo>
                    <a:lnTo>
                      <a:pt x="3" y="38"/>
                    </a:lnTo>
                    <a:lnTo>
                      <a:pt x="0" y="30"/>
                    </a:lnTo>
                    <a:lnTo>
                      <a:pt x="0" y="22"/>
                    </a:lnTo>
                    <a:lnTo>
                      <a:pt x="2" y="13"/>
                    </a:lnTo>
                    <a:lnTo>
                      <a:pt x="6" y="5"/>
                    </a:lnTo>
                    <a:lnTo>
                      <a:pt x="1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26" name=""/>
              <p:cNvSpPr/>
              <p:nvPr/>
            </p:nvSpPr>
            <p:spPr>
              <a:xfrm rot="0">
                <a:off x="2226" y="2791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7"/>
                    </a:lnTo>
                    <a:lnTo>
                      <a:pt x="27" y="28"/>
                    </a:lnTo>
                    <a:lnTo>
                      <a:pt x="18" y="27"/>
                    </a:lnTo>
                    <a:lnTo>
                      <a:pt x="11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27" name=""/>
              <p:cNvSpPr/>
              <p:nvPr/>
            </p:nvSpPr>
            <p:spPr>
              <a:xfrm rot="0">
                <a:off x="2226" y="2791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7"/>
                    </a:lnTo>
                    <a:lnTo>
                      <a:pt x="27" y="28"/>
                    </a:lnTo>
                    <a:lnTo>
                      <a:pt x="18" y="27"/>
                    </a:lnTo>
                    <a:lnTo>
                      <a:pt x="11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28" name=""/>
              <p:cNvSpPr/>
              <p:nvPr/>
            </p:nvSpPr>
            <p:spPr>
              <a:xfrm rot="0">
                <a:off x="2226" y="2590"/>
                <a:ext cx="6" cy="201"/>
              </a:xfrm>
              <a:custGeom>
                <a:avLst/>
                <a:ahLst/>
                <a:rect l="0" t="0" r="r" b="b"/>
                <a:pathLst>
                  <a:path w="55" h="1810">
                    <a:moveTo>
                      <a:pt x="0" y="1810"/>
                    </a:moveTo>
                    <a:lnTo>
                      <a:pt x="27" y="1810"/>
                    </a:lnTo>
                    <a:lnTo>
                      <a:pt x="55" y="1810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8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29" name=""/>
              <p:cNvSpPr/>
              <p:nvPr/>
            </p:nvSpPr>
            <p:spPr>
              <a:xfrm rot="0">
                <a:off x="2226" y="2590"/>
                <a:ext cx="6" cy="201"/>
              </a:xfrm>
              <a:custGeom>
                <a:avLst/>
                <a:ahLst/>
                <a:rect l="0" t="0" r="r" b="b"/>
                <a:pathLst>
                  <a:path w="55" h="1810">
                    <a:moveTo>
                      <a:pt x="0" y="1810"/>
                    </a:moveTo>
                    <a:lnTo>
                      <a:pt x="27" y="1810"/>
                    </a:lnTo>
                    <a:lnTo>
                      <a:pt x="55" y="1810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8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30" name=""/>
              <p:cNvSpPr/>
              <p:nvPr/>
            </p:nvSpPr>
            <p:spPr>
              <a:xfrm rot="0">
                <a:off x="2226" y="2586"/>
                <a:ext cx="6" cy="4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31" name=""/>
              <p:cNvSpPr/>
              <p:nvPr/>
            </p:nvSpPr>
            <p:spPr>
              <a:xfrm rot="0">
                <a:off x="2226" y="2586"/>
                <a:ext cx="6" cy="4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32" name=""/>
              <p:cNvSpPr/>
              <p:nvPr/>
            </p:nvSpPr>
            <p:spPr>
              <a:xfrm rot="0">
                <a:off x="2098" y="2791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7" y="28"/>
                    </a:lnTo>
                    <a:lnTo>
                      <a:pt x="18" y="27"/>
                    </a:lnTo>
                    <a:lnTo>
                      <a:pt x="10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33" name=""/>
              <p:cNvSpPr/>
              <p:nvPr/>
            </p:nvSpPr>
            <p:spPr>
              <a:xfrm rot="0">
                <a:off x="2098" y="2791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7" y="28"/>
                    </a:lnTo>
                    <a:lnTo>
                      <a:pt x="18" y="27"/>
                    </a:lnTo>
                    <a:lnTo>
                      <a:pt x="10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34" name=""/>
              <p:cNvSpPr/>
              <p:nvPr/>
            </p:nvSpPr>
            <p:spPr>
              <a:xfrm rot="0">
                <a:off x="2098" y="2590"/>
                <a:ext cx="6" cy="201"/>
              </a:xfrm>
              <a:custGeom>
                <a:avLst/>
                <a:ahLst/>
                <a:rect l="0" t="0" r="r" b="b"/>
                <a:pathLst>
                  <a:path w="55" h="1810">
                    <a:moveTo>
                      <a:pt x="0" y="1810"/>
                    </a:moveTo>
                    <a:lnTo>
                      <a:pt x="27" y="1810"/>
                    </a:lnTo>
                    <a:lnTo>
                      <a:pt x="55" y="1810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8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35" name=""/>
              <p:cNvSpPr/>
              <p:nvPr/>
            </p:nvSpPr>
            <p:spPr>
              <a:xfrm rot="0">
                <a:off x="2098" y="2590"/>
                <a:ext cx="6" cy="201"/>
              </a:xfrm>
              <a:custGeom>
                <a:avLst/>
                <a:ahLst/>
                <a:rect l="0" t="0" r="r" b="b"/>
                <a:pathLst>
                  <a:path w="55" h="1810">
                    <a:moveTo>
                      <a:pt x="0" y="1810"/>
                    </a:moveTo>
                    <a:lnTo>
                      <a:pt x="27" y="1810"/>
                    </a:lnTo>
                    <a:lnTo>
                      <a:pt x="55" y="1810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8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36" name=""/>
              <p:cNvSpPr/>
              <p:nvPr/>
            </p:nvSpPr>
            <p:spPr>
              <a:xfrm rot="0">
                <a:off x="2098" y="2586"/>
                <a:ext cx="6" cy="4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37" name=""/>
              <p:cNvSpPr/>
              <p:nvPr/>
            </p:nvSpPr>
            <p:spPr>
              <a:xfrm rot="0">
                <a:off x="2098" y="2586"/>
                <a:ext cx="6" cy="4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38" name=""/>
              <p:cNvSpPr/>
              <p:nvPr/>
            </p:nvSpPr>
            <p:spPr>
              <a:xfrm rot="0">
                <a:off x="2042" y="250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9" y="54"/>
                    </a:lnTo>
                    <a:lnTo>
                      <a:pt x="11" y="51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39" name=""/>
              <p:cNvSpPr/>
              <p:nvPr/>
            </p:nvSpPr>
            <p:spPr>
              <a:xfrm rot="0">
                <a:off x="2042" y="250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9" y="54"/>
                    </a:lnTo>
                    <a:lnTo>
                      <a:pt x="11" y="51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40" name=""/>
              <p:cNvSpPr/>
              <p:nvPr/>
            </p:nvSpPr>
            <p:spPr>
              <a:xfrm rot="0">
                <a:off x="2045" y="2507"/>
                <a:ext cx="239" cy="6"/>
              </a:xfrm>
              <a:custGeom>
                <a:avLst/>
                <a:ahLst/>
                <a:rect l="0" t="0" r="r" b="b"/>
                <a:pathLst>
                  <a:path w="2144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2144" y="55"/>
                    </a:lnTo>
                    <a:lnTo>
                      <a:pt x="2144" y="28"/>
                    </a:lnTo>
                    <a:lnTo>
                      <a:pt x="2144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41" name=""/>
              <p:cNvSpPr/>
              <p:nvPr/>
            </p:nvSpPr>
            <p:spPr>
              <a:xfrm rot="0">
                <a:off x="2045" y="2507"/>
                <a:ext cx="239" cy="6"/>
              </a:xfrm>
              <a:custGeom>
                <a:avLst/>
                <a:ahLst/>
                <a:rect l="0" t="0" r="r" b="b"/>
                <a:pathLst>
                  <a:path w="2144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2144" y="55"/>
                    </a:lnTo>
                    <a:lnTo>
                      <a:pt x="2144" y="28"/>
                    </a:lnTo>
                    <a:lnTo>
                      <a:pt x="2144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42" name=""/>
              <p:cNvSpPr/>
              <p:nvPr/>
            </p:nvSpPr>
            <p:spPr>
              <a:xfrm rot="0">
                <a:off x="2284" y="250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43" name=""/>
              <p:cNvSpPr/>
              <p:nvPr/>
            </p:nvSpPr>
            <p:spPr>
              <a:xfrm rot="0">
                <a:off x="2284" y="250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44" name=""/>
              <p:cNvSpPr/>
              <p:nvPr/>
            </p:nvSpPr>
            <p:spPr>
              <a:xfrm rot="0">
                <a:off x="2226" y="2277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45" name=""/>
              <p:cNvSpPr/>
              <p:nvPr/>
            </p:nvSpPr>
            <p:spPr>
              <a:xfrm rot="0">
                <a:off x="2226" y="2277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46" name=""/>
              <p:cNvSpPr/>
              <p:nvPr/>
            </p:nvSpPr>
            <p:spPr>
              <a:xfrm rot="0">
                <a:off x="2226" y="2280"/>
                <a:ext cx="6" cy="110"/>
              </a:xfrm>
              <a:custGeom>
                <a:avLst/>
                <a:ahLst/>
                <a:rect l="0" t="0" r="r" b="b"/>
                <a:pathLst>
                  <a:path w="55" h="987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987"/>
                    </a:lnTo>
                    <a:lnTo>
                      <a:pt x="27" y="987"/>
                    </a:lnTo>
                    <a:lnTo>
                      <a:pt x="55" y="987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47" name=""/>
              <p:cNvSpPr/>
              <p:nvPr/>
            </p:nvSpPr>
            <p:spPr>
              <a:xfrm rot="0">
                <a:off x="2226" y="2280"/>
                <a:ext cx="6" cy="110"/>
              </a:xfrm>
              <a:custGeom>
                <a:avLst/>
                <a:ahLst/>
                <a:rect l="0" t="0" r="r" b="b"/>
                <a:pathLst>
                  <a:path w="55" h="987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987"/>
                    </a:lnTo>
                    <a:lnTo>
                      <a:pt x="27" y="987"/>
                    </a:lnTo>
                    <a:lnTo>
                      <a:pt x="55" y="987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48" name=""/>
              <p:cNvSpPr/>
              <p:nvPr/>
            </p:nvSpPr>
            <p:spPr>
              <a:xfrm rot="0">
                <a:off x="2226" y="2390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49" name=""/>
              <p:cNvSpPr/>
              <p:nvPr/>
            </p:nvSpPr>
            <p:spPr>
              <a:xfrm rot="0">
                <a:off x="2226" y="2390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50" name=""/>
              <p:cNvSpPr/>
              <p:nvPr/>
            </p:nvSpPr>
            <p:spPr>
              <a:xfrm rot="0">
                <a:off x="2098" y="227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8" y="54"/>
                    </a:lnTo>
                    <a:lnTo>
                      <a:pt x="10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51" name=""/>
              <p:cNvSpPr/>
              <p:nvPr/>
            </p:nvSpPr>
            <p:spPr>
              <a:xfrm rot="0">
                <a:off x="2098" y="227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8" y="54"/>
                    </a:lnTo>
                    <a:lnTo>
                      <a:pt x="10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52" name=""/>
              <p:cNvSpPr/>
              <p:nvPr/>
            </p:nvSpPr>
            <p:spPr>
              <a:xfrm rot="0">
                <a:off x="2101" y="2277"/>
                <a:ext cx="128" cy="6"/>
              </a:xfrm>
              <a:custGeom>
                <a:avLst/>
                <a:ahLst/>
                <a:rect l="0" t="0" r="r" b="b"/>
                <a:pathLst>
                  <a:path w="1152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1152" y="55"/>
                    </a:lnTo>
                    <a:lnTo>
                      <a:pt x="1152" y="28"/>
                    </a:lnTo>
                    <a:lnTo>
                      <a:pt x="115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53" name=""/>
              <p:cNvSpPr/>
              <p:nvPr/>
            </p:nvSpPr>
            <p:spPr>
              <a:xfrm rot="0">
                <a:off x="2101" y="2277"/>
                <a:ext cx="128" cy="6"/>
              </a:xfrm>
              <a:custGeom>
                <a:avLst/>
                <a:ahLst/>
                <a:rect l="0" t="0" r="r" b="b"/>
                <a:pathLst>
                  <a:path w="1152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1152" y="55"/>
                    </a:lnTo>
                    <a:lnTo>
                      <a:pt x="1152" y="28"/>
                    </a:lnTo>
                    <a:lnTo>
                      <a:pt x="1152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54" name=""/>
              <p:cNvSpPr/>
              <p:nvPr/>
            </p:nvSpPr>
            <p:spPr>
              <a:xfrm rot="0">
                <a:off x="2229" y="227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55" name=""/>
              <p:cNvSpPr/>
              <p:nvPr/>
            </p:nvSpPr>
            <p:spPr>
              <a:xfrm rot="0">
                <a:off x="2229" y="227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56" name=""/>
              <p:cNvSpPr/>
              <p:nvPr/>
            </p:nvSpPr>
            <p:spPr>
              <a:xfrm rot="0">
                <a:off x="2098" y="2277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57" name=""/>
              <p:cNvSpPr/>
              <p:nvPr/>
            </p:nvSpPr>
            <p:spPr>
              <a:xfrm rot="0">
                <a:off x="2098" y="2277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58" name=""/>
              <p:cNvSpPr/>
              <p:nvPr/>
            </p:nvSpPr>
            <p:spPr>
              <a:xfrm rot="0">
                <a:off x="2098" y="2280"/>
                <a:ext cx="6" cy="110"/>
              </a:xfrm>
              <a:custGeom>
                <a:avLst/>
                <a:ahLst/>
                <a:rect l="0" t="0" r="r" b="b"/>
                <a:pathLst>
                  <a:path w="55" h="987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987"/>
                    </a:lnTo>
                    <a:lnTo>
                      <a:pt x="27" y="987"/>
                    </a:lnTo>
                    <a:lnTo>
                      <a:pt x="55" y="987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59" name=""/>
              <p:cNvSpPr/>
              <p:nvPr/>
            </p:nvSpPr>
            <p:spPr>
              <a:xfrm rot="0">
                <a:off x="2098" y="2280"/>
                <a:ext cx="6" cy="110"/>
              </a:xfrm>
              <a:custGeom>
                <a:avLst/>
                <a:ahLst/>
                <a:rect l="0" t="0" r="r" b="b"/>
                <a:pathLst>
                  <a:path w="55" h="987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987"/>
                    </a:lnTo>
                    <a:lnTo>
                      <a:pt x="27" y="987"/>
                    </a:lnTo>
                    <a:lnTo>
                      <a:pt x="55" y="987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60" name=""/>
              <p:cNvSpPr/>
              <p:nvPr/>
            </p:nvSpPr>
            <p:spPr>
              <a:xfrm rot="0">
                <a:off x="2098" y="2390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61" name=""/>
              <p:cNvSpPr/>
              <p:nvPr/>
            </p:nvSpPr>
            <p:spPr>
              <a:xfrm rot="0">
                <a:off x="2098" y="2390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62" name=""/>
              <p:cNvSpPr/>
              <p:nvPr/>
            </p:nvSpPr>
            <p:spPr>
              <a:xfrm rot="0">
                <a:off x="2101" y="238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63" name=""/>
              <p:cNvSpPr/>
              <p:nvPr/>
            </p:nvSpPr>
            <p:spPr>
              <a:xfrm rot="0">
                <a:off x="2101" y="238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64" name=""/>
              <p:cNvSpPr/>
              <p:nvPr/>
            </p:nvSpPr>
            <p:spPr>
              <a:xfrm rot="0">
                <a:off x="2045" y="2387"/>
                <a:ext cx="56" cy="6"/>
              </a:xfrm>
              <a:custGeom>
                <a:avLst/>
                <a:ahLst/>
                <a:rect l="0" t="0" r="r" b="b"/>
                <a:pathLst>
                  <a:path w="497" h="55">
                    <a:moveTo>
                      <a:pt x="497" y="55"/>
                    </a:moveTo>
                    <a:lnTo>
                      <a:pt x="497" y="28"/>
                    </a:lnTo>
                    <a:lnTo>
                      <a:pt x="497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5"/>
                    </a:lnTo>
                    <a:lnTo>
                      <a:pt x="497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65" name=""/>
              <p:cNvSpPr/>
              <p:nvPr/>
            </p:nvSpPr>
            <p:spPr>
              <a:xfrm rot="0">
                <a:off x="2045" y="2387"/>
                <a:ext cx="56" cy="6"/>
              </a:xfrm>
              <a:custGeom>
                <a:avLst/>
                <a:ahLst/>
                <a:rect l="0" t="0" r="r" b="b"/>
                <a:pathLst>
                  <a:path w="497" h="55">
                    <a:moveTo>
                      <a:pt x="497" y="55"/>
                    </a:moveTo>
                    <a:lnTo>
                      <a:pt x="497" y="28"/>
                    </a:lnTo>
                    <a:lnTo>
                      <a:pt x="497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5"/>
                    </a:lnTo>
                    <a:lnTo>
                      <a:pt x="497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66" name=""/>
              <p:cNvSpPr/>
              <p:nvPr/>
            </p:nvSpPr>
            <p:spPr>
              <a:xfrm rot="0">
                <a:off x="2042" y="238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9" y="54"/>
                    </a:lnTo>
                    <a:lnTo>
                      <a:pt x="11" y="51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67" name=""/>
              <p:cNvSpPr/>
              <p:nvPr/>
            </p:nvSpPr>
            <p:spPr>
              <a:xfrm rot="0">
                <a:off x="2042" y="238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9" y="54"/>
                    </a:lnTo>
                    <a:lnTo>
                      <a:pt x="11" y="51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68" name=""/>
              <p:cNvSpPr/>
              <p:nvPr/>
            </p:nvSpPr>
            <p:spPr>
              <a:xfrm rot="0">
                <a:off x="2226" y="238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8" y="54"/>
                    </a:lnTo>
                    <a:lnTo>
                      <a:pt x="11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69" name=""/>
              <p:cNvSpPr/>
              <p:nvPr/>
            </p:nvSpPr>
            <p:spPr>
              <a:xfrm rot="0">
                <a:off x="2226" y="2387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8" y="54"/>
                    </a:lnTo>
                    <a:lnTo>
                      <a:pt x="11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70" name=""/>
              <p:cNvSpPr/>
              <p:nvPr/>
            </p:nvSpPr>
            <p:spPr>
              <a:xfrm rot="0">
                <a:off x="2229" y="2387"/>
                <a:ext cx="55" cy="6"/>
              </a:xfrm>
              <a:custGeom>
                <a:avLst/>
                <a:ahLst/>
                <a:rect l="0" t="0" r="r" b="b"/>
                <a:pathLst>
                  <a:path w="495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495" y="55"/>
                    </a:lnTo>
                    <a:lnTo>
                      <a:pt x="495" y="28"/>
                    </a:lnTo>
                    <a:lnTo>
                      <a:pt x="49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71" name=""/>
              <p:cNvSpPr/>
              <p:nvPr/>
            </p:nvSpPr>
            <p:spPr>
              <a:xfrm rot="0">
                <a:off x="2229" y="2387"/>
                <a:ext cx="55" cy="6"/>
              </a:xfrm>
              <a:custGeom>
                <a:avLst/>
                <a:ahLst/>
                <a:rect l="0" t="0" r="r" b="b"/>
                <a:pathLst>
                  <a:path w="495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495" y="55"/>
                    </a:lnTo>
                    <a:lnTo>
                      <a:pt x="495" y="28"/>
                    </a:lnTo>
                    <a:lnTo>
                      <a:pt x="49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72" name=""/>
              <p:cNvSpPr/>
              <p:nvPr/>
            </p:nvSpPr>
            <p:spPr>
              <a:xfrm rot="0">
                <a:off x="2284" y="238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73" name=""/>
              <p:cNvSpPr/>
              <p:nvPr/>
            </p:nvSpPr>
            <p:spPr>
              <a:xfrm rot="0">
                <a:off x="2284" y="2387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74" name=""/>
              <p:cNvSpPr/>
              <p:nvPr/>
            </p:nvSpPr>
            <p:spPr>
              <a:xfrm rot="0">
                <a:off x="2042" y="2387"/>
                <a:ext cx="7" cy="3"/>
              </a:xfrm>
              <a:custGeom>
                <a:avLst/>
                <a:ahLst/>
                <a:rect l="0" t="0" r="r" b="b"/>
                <a:pathLst>
                  <a:path w="56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6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75" name=""/>
              <p:cNvSpPr/>
              <p:nvPr/>
            </p:nvSpPr>
            <p:spPr>
              <a:xfrm rot="0">
                <a:off x="2042" y="2387"/>
                <a:ext cx="7" cy="3"/>
              </a:xfrm>
              <a:custGeom>
                <a:avLst/>
                <a:ahLst/>
                <a:rect l="0" t="0" r="r" b="b"/>
                <a:pathLst>
                  <a:path w="56" h="28">
                    <a:moveTo>
                      <a:pt x="0" y="28"/>
                    </a:move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6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76" name=""/>
              <p:cNvSpPr/>
              <p:nvPr/>
            </p:nvSpPr>
            <p:spPr>
              <a:xfrm rot="0">
                <a:off x="2042" y="2390"/>
                <a:ext cx="7" cy="120"/>
              </a:xfrm>
              <a:custGeom>
                <a:avLst/>
                <a:ahLst/>
                <a:rect l="0" t="0" r="r" b="b"/>
                <a:pathLst>
                  <a:path w="56" h="1080">
                    <a:moveTo>
                      <a:pt x="56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080"/>
                    </a:lnTo>
                    <a:lnTo>
                      <a:pt x="27" y="1080"/>
                    </a:lnTo>
                    <a:lnTo>
                      <a:pt x="56" y="1080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77" name=""/>
              <p:cNvSpPr/>
              <p:nvPr/>
            </p:nvSpPr>
            <p:spPr>
              <a:xfrm rot="0">
                <a:off x="2042" y="2390"/>
                <a:ext cx="7" cy="120"/>
              </a:xfrm>
              <a:custGeom>
                <a:avLst/>
                <a:ahLst/>
                <a:rect l="0" t="0" r="r" b="b"/>
                <a:pathLst>
                  <a:path w="56" h="1080">
                    <a:moveTo>
                      <a:pt x="56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080"/>
                    </a:lnTo>
                    <a:lnTo>
                      <a:pt x="27" y="1080"/>
                    </a:lnTo>
                    <a:lnTo>
                      <a:pt x="56" y="1080"/>
                    </a:lnTo>
                    <a:lnTo>
                      <a:pt x="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78" name=""/>
              <p:cNvSpPr/>
              <p:nvPr/>
            </p:nvSpPr>
            <p:spPr>
              <a:xfrm rot="0">
                <a:off x="2042" y="2510"/>
                <a:ext cx="7" cy="3"/>
              </a:xfrm>
              <a:custGeom>
                <a:avLst/>
                <a:ahLst/>
                <a:rect l="0" t="0" r="r" b="b"/>
                <a:pathLst>
                  <a:path w="56" h="27">
                    <a:moveTo>
                      <a:pt x="27" y="0"/>
                    </a:moveTo>
                    <a:lnTo>
                      <a:pt x="56" y="0"/>
                    </a:lnTo>
                    <a:lnTo>
                      <a:pt x="53" y="9"/>
                    </a:lnTo>
                    <a:lnTo>
                      <a:pt x="50" y="16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79" name=""/>
              <p:cNvSpPr/>
              <p:nvPr/>
            </p:nvSpPr>
            <p:spPr>
              <a:xfrm rot="0">
                <a:off x="2042" y="2510"/>
                <a:ext cx="7" cy="3"/>
              </a:xfrm>
              <a:custGeom>
                <a:avLst/>
                <a:ahLst/>
                <a:rect l="0" t="0" r="r" b="b"/>
                <a:pathLst>
                  <a:path w="56" h="27">
                    <a:moveTo>
                      <a:pt x="56" y="0"/>
                    </a:moveTo>
                    <a:lnTo>
                      <a:pt x="53" y="9"/>
                    </a:lnTo>
                    <a:lnTo>
                      <a:pt x="50" y="16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80" name=""/>
              <p:cNvSpPr/>
              <p:nvPr/>
            </p:nvSpPr>
            <p:spPr>
              <a:xfrm rot="0">
                <a:off x="2281" y="2510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6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81" name=""/>
              <p:cNvSpPr/>
              <p:nvPr/>
            </p:nvSpPr>
            <p:spPr>
              <a:xfrm rot="0">
                <a:off x="2281" y="2510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6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82" name=""/>
              <p:cNvSpPr/>
              <p:nvPr/>
            </p:nvSpPr>
            <p:spPr>
              <a:xfrm rot="0">
                <a:off x="2281" y="2390"/>
                <a:ext cx="6" cy="120"/>
              </a:xfrm>
              <a:custGeom>
                <a:avLst/>
                <a:ahLst/>
                <a:rect l="0" t="0" r="r" b="b"/>
                <a:pathLst>
                  <a:path w="55" h="1080">
                    <a:moveTo>
                      <a:pt x="0" y="1080"/>
                    </a:moveTo>
                    <a:lnTo>
                      <a:pt x="27" y="1080"/>
                    </a:lnTo>
                    <a:lnTo>
                      <a:pt x="55" y="1080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0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83" name=""/>
              <p:cNvSpPr/>
              <p:nvPr/>
            </p:nvSpPr>
            <p:spPr>
              <a:xfrm rot="0">
                <a:off x="2281" y="2390"/>
                <a:ext cx="6" cy="120"/>
              </a:xfrm>
              <a:custGeom>
                <a:avLst/>
                <a:ahLst/>
                <a:rect l="0" t="0" r="r" b="b"/>
                <a:pathLst>
                  <a:path w="55" h="1080">
                    <a:moveTo>
                      <a:pt x="0" y="1080"/>
                    </a:moveTo>
                    <a:lnTo>
                      <a:pt x="27" y="1080"/>
                    </a:lnTo>
                    <a:lnTo>
                      <a:pt x="55" y="1080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08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84" name=""/>
              <p:cNvSpPr/>
              <p:nvPr/>
            </p:nvSpPr>
            <p:spPr>
              <a:xfrm rot="0">
                <a:off x="2281" y="2387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385" name=""/>
              <p:cNvSpPr/>
              <p:nvPr/>
            </p:nvSpPr>
            <p:spPr>
              <a:xfrm rot="0">
                <a:off x="2281" y="2387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86" name=""/>
              <p:cNvSpPr/>
              <p:nvPr/>
            </p:nvSpPr>
            <p:spPr>
              <a:xfrm rot="0">
                <a:off x="2018" y="2690"/>
                <a:ext cx="77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387" name=""/>
              <p:cNvSpPr/>
              <p:nvPr/>
            </p:nvSpPr>
            <p:spPr>
              <a:xfrm rot="0">
                <a:off x="2106" y="2690"/>
                <a:ext cx="1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68388" name=""/>
            <p:cNvSpPr/>
            <p:nvPr/>
          </p:nvSpPr>
          <p:spPr>
            <a:xfrm rot="0">
              <a:off x="2130" y="2690"/>
              <a:ext cx="7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89" name=""/>
            <p:cNvSpPr/>
            <p:nvPr/>
          </p:nvSpPr>
          <p:spPr>
            <a:xfrm rot="0">
              <a:off x="2211" y="2690"/>
              <a:ext cx="1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0" name=""/>
            <p:cNvSpPr/>
            <p:nvPr/>
          </p:nvSpPr>
          <p:spPr>
            <a:xfrm rot="0">
              <a:off x="2235" y="2690"/>
              <a:ext cx="7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1" name=""/>
            <p:cNvSpPr/>
            <p:nvPr/>
          </p:nvSpPr>
          <p:spPr>
            <a:xfrm rot="0">
              <a:off x="2165" y="2543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2" name=""/>
            <p:cNvSpPr/>
            <p:nvPr/>
          </p:nvSpPr>
          <p:spPr>
            <a:xfrm rot="0">
              <a:off x="2165" y="2632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3" name=""/>
            <p:cNvSpPr/>
            <p:nvPr/>
          </p:nvSpPr>
          <p:spPr>
            <a:xfrm rot="0">
              <a:off x="2165" y="2655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4" name=""/>
            <p:cNvSpPr/>
            <p:nvPr/>
          </p:nvSpPr>
          <p:spPr>
            <a:xfrm rot="0">
              <a:off x="2165" y="2737"/>
              <a:ext cx="1" cy="1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5" name=""/>
            <p:cNvSpPr/>
            <p:nvPr/>
          </p:nvSpPr>
          <p:spPr>
            <a:xfrm rot="0">
              <a:off x="2165" y="2760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6" name=""/>
            <p:cNvSpPr/>
            <p:nvPr/>
          </p:nvSpPr>
          <p:spPr>
            <a:xfrm rot="0" flipV="1">
              <a:off x="2165" y="2473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7" name=""/>
            <p:cNvSpPr/>
            <p:nvPr/>
          </p:nvSpPr>
          <p:spPr>
            <a:xfrm rot="0" flipV="1">
              <a:off x="2165" y="2449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8" name=""/>
            <p:cNvSpPr/>
            <p:nvPr/>
          </p:nvSpPr>
          <p:spPr>
            <a:xfrm rot="0" flipV="1">
              <a:off x="2165" y="2368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399" name=""/>
            <p:cNvSpPr/>
            <p:nvPr/>
          </p:nvSpPr>
          <p:spPr>
            <a:xfrm rot="0" flipV="1">
              <a:off x="2165" y="2344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0" name=""/>
            <p:cNvSpPr/>
            <p:nvPr/>
          </p:nvSpPr>
          <p:spPr>
            <a:xfrm rot="0" flipV="1">
              <a:off x="2165" y="2262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1" name=""/>
            <p:cNvSpPr/>
            <p:nvPr/>
          </p:nvSpPr>
          <p:spPr>
            <a:xfrm rot="0" flipV="1">
              <a:off x="2493" y="2473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2" name=""/>
            <p:cNvSpPr/>
            <p:nvPr/>
          </p:nvSpPr>
          <p:spPr>
            <a:xfrm rot="0" flipV="1">
              <a:off x="2493" y="2449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3" name=""/>
            <p:cNvSpPr/>
            <p:nvPr/>
          </p:nvSpPr>
          <p:spPr>
            <a:xfrm rot="0" flipV="1">
              <a:off x="2493" y="2368"/>
              <a:ext cx="1" cy="7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4" name=""/>
            <p:cNvSpPr/>
            <p:nvPr/>
          </p:nvSpPr>
          <p:spPr>
            <a:xfrm rot="0" flipV="1">
              <a:off x="2493" y="2344"/>
              <a:ext cx="1" cy="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5" name=""/>
            <p:cNvSpPr/>
            <p:nvPr/>
          </p:nvSpPr>
          <p:spPr>
            <a:xfrm rot="0" flipV="1">
              <a:off x="2493" y="2262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6" name=""/>
            <p:cNvSpPr/>
            <p:nvPr/>
          </p:nvSpPr>
          <p:spPr>
            <a:xfrm rot="0">
              <a:off x="2371" y="250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07" name=""/>
            <p:cNvSpPr/>
            <p:nvPr/>
          </p:nvSpPr>
          <p:spPr>
            <a:xfrm rot="0">
              <a:off x="2371" y="250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08" name=""/>
            <p:cNvSpPr/>
            <p:nvPr/>
          </p:nvSpPr>
          <p:spPr>
            <a:xfrm rot="0">
              <a:off x="2374" y="250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09" name=""/>
            <p:cNvSpPr/>
            <p:nvPr/>
          </p:nvSpPr>
          <p:spPr>
            <a:xfrm rot="0">
              <a:off x="2374" y="250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10" name=""/>
            <p:cNvSpPr/>
            <p:nvPr/>
          </p:nvSpPr>
          <p:spPr>
            <a:xfrm rot="0">
              <a:off x="2493" y="2507"/>
              <a:ext cx="3" cy="6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11" name=""/>
            <p:cNvSpPr/>
            <p:nvPr/>
          </p:nvSpPr>
          <p:spPr>
            <a:xfrm rot="0">
              <a:off x="2493" y="2507"/>
              <a:ext cx="3" cy="6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12" name=""/>
            <p:cNvSpPr/>
            <p:nvPr/>
          </p:nvSpPr>
          <p:spPr>
            <a:xfrm rot="0">
              <a:off x="2371" y="2510"/>
              <a:ext cx="6" cy="3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13" name=""/>
            <p:cNvSpPr/>
            <p:nvPr/>
          </p:nvSpPr>
          <p:spPr>
            <a:xfrm rot="0">
              <a:off x="2371" y="2510"/>
              <a:ext cx="6" cy="3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14" name=""/>
            <p:cNvSpPr/>
            <p:nvPr/>
          </p:nvSpPr>
          <p:spPr>
            <a:xfrm rot="0">
              <a:off x="2371" y="2280"/>
              <a:ext cx="6" cy="230"/>
            </a:xfrm>
            <a:custGeom>
              <a:avLst/>
              <a:ahLst/>
              <a:rect l="0" t="0" r="r" b="b"/>
              <a:pathLst>
                <a:path w="56" h="2067">
                  <a:moveTo>
                    <a:pt x="0" y="2067"/>
                  </a:moveTo>
                  <a:lnTo>
                    <a:pt x="27" y="2067"/>
                  </a:lnTo>
                  <a:lnTo>
                    <a:pt x="56" y="2067"/>
                  </a:lnTo>
                  <a:lnTo>
                    <a:pt x="56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0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15" name=""/>
            <p:cNvSpPr/>
            <p:nvPr/>
          </p:nvSpPr>
          <p:spPr>
            <a:xfrm rot="0">
              <a:off x="2371" y="2280"/>
              <a:ext cx="6" cy="230"/>
            </a:xfrm>
            <a:custGeom>
              <a:avLst/>
              <a:ahLst/>
              <a:rect l="0" t="0" r="r" b="b"/>
              <a:pathLst>
                <a:path w="56" h="2067">
                  <a:moveTo>
                    <a:pt x="0" y="2067"/>
                  </a:moveTo>
                  <a:lnTo>
                    <a:pt x="27" y="2067"/>
                  </a:lnTo>
                  <a:lnTo>
                    <a:pt x="56" y="2067"/>
                  </a:lnTo>
                  <a:lnTo>
                    <a:pt x="56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0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16" name=""/>
            <p:cNvSpPr/>
            <p:nvPr/>
          </p:nvSpPr>
          <p:spPr>
            <a:xfrm rot="0">
              <a:off x="2371" y="2277"/>
              <a:ext cx="6" cy="3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17" name=""/>
            <p:cNvSpPr/>
            <p:nvPr/>
          </p:nvSpPr>
          <p:spPr>
            <a:xfrm rot="0">
              <a:off x="2371" y="2277"/>
              <a:ext cx="6" cy="3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18" name=""/>
            <p:cNvSpPr/>
            <p:nvPr/>
          </p:nvSpPr>
          <p:spPr>
            <a:xfrm rot="0">
              <a:off x="2371" y="227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19" name=""/>
            <p:cNvSpPr/>
            <p:nvPr/>
          </p:nvSpPr>
          <p:spPr>
            <a:xfrm rot="0">
              <a:off x="2371" y="227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20" name=""/>
            <p:cNvSpPr/>
            <p:nvPr/>
          </p:nvSpPr>
          <p:spPr>
            <a:xfrm rot="0">
              <a:off x="2374" y="227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21" name=""/>
            <p:cNvSpPr/>
            <p:nvPr/>
          </p:nvSpPr>
          <p:spPr>
            <a:xfrm rot="0">
              <a:off x="2374" y="227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22" name=""/>
            <p:cNvSpPr/>
            <p:nvPr/>
          </p:nvSpPr>
          <p:spPr>
            <a:xfrm rot="0">
              <a:off x="2493" y="2277"/>
              <a:ext cx="3" cy="6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23" name=""/>
            <p:cNvSpPr/>
            <p:nvPr/>
          </p:nvSpPr>
          <p:spPr>
            <a:xfrm rot="0">
              <a:off x="2493" y="2277"/>
              <a:ext cx="3" cy="6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24" name=""/>
            <p:cNvSpPr/>
            <p:nvPr/>
          </p:nvSpPr>
          <p:spPr>
            <a:xfrm rot="0">
              <a:off x="2390" y="2390"/>
              <a:ext cx="6" cy="3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49" y="17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25" name=""/>
            <p:cNvSpPr/>
            <p:nvPr/>
          </p:nvSpPr>
          <p:spPr>
            <a:xfrm rot="0">
              <a:off x="2390" y="2390"/>
              <a:ext cx="6" cy="3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49" y="17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26" name=""/>
            <p:cNvSpPr/>
            <p:nvPr/>
          </p:nvSpPr>
          <p:spPr>
            <a:xfrm rot="0">
              <a:off x="2390" y="2280"/>
              <a:ext cx="6" cy="110"/>
            </a:xfrm>
            <a:custGeom>
              <a:avLst/>
              <a:ahLst/>
              <a:rect l="0" t="0" r="r" b="b"/>
              <a:pathLst>
                <a:path w="55" h="987">
                  <a:moveTo>
                    <a:pt x="0" y="987"/>
                  </a:moveTo>
                  <a:lnTo>
                    <a:pt x="27" y="987"/>
                  </a:lnTo>
                  <a:lnTo>
                    <a:pt x="55" y="98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98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27" name=""/>
            <p:cNvSpPr/>
            <p:nvPr/>
          </p:nvSpPr>
          <p:spPr>
            <a:xfrm rot="0">
              <a:off x="2390" y="2280"/>
              <a:ext cx="6" cy="110"/>
            </a:xfrm>
            <a:custGeom>
              <a:avLst/>
              <a:ahLst/>
              <a:rect l="0" t="0" r="r" b="b"/>
              <a:pathLst>
                <a:path w="55" h="987">
                  <a:moveTo>
                    <a:pt x="0" y="987"/>
                  </a:moveTo>
                  <a:lnTo>
                    <a:pt x="27" y="987"/>
                  </a:lnTo>
                  <a:lnTo>
                    <a:pt x="55" y="98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98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28" name=""/>
            <p:cNvSpPr/>
            <p:nvPr/>
          </p:nvSpPr>
          <p:spPr>
            <a:xfrm rot="0">
              <a:off x="2390" y="2277"/>
              <a:ext cx="6" cy="3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29" name=""/>
            <p:cNvSpPr/>
            <p:nvPr/>
          </p:nvSpPr>
          <p:spPr>
            <a:xfrm rot="0">
              <a:off x="2390" y="2277"/>
              <a:ext cx="6" cy="3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30" name=""/>
            <p:cNvSpPr/>
            <p:nvPr/>
          </p:nvSpPr>
          <p:spPr>
            <a:xfrm rot="0">
              <a:off x="2390" y="238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0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31" name=""/>
            <p:cNvSpPr/>
            <p:nvPr/>
          </p:nvSpPr>
          <p:spPr>
            <a:xfrm rot="0">
              <a:off x="2390" y="238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0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32" name=""/>
            <p:cNvSpPr/>
            <p:nvPr/>
          </p:nvSpPr>
          <p:spPr>
            <a:xfrm rot="0">
              <a:off x="2393" y="2387"/>
              <a:ext cx="100" cy="6"/>
            </a:xfrm>
            <a:custGeom>
              <a:avLst/>
              <a:ahLst/>
              <a:rect l="0" t="0" r="r" b="b"/>
              <a:pathLst>
                <a:path w="904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904" y="55"/>
                  </a:lnTo>
                  <a:lnTo>
                    <a:pt x="904" y="28"/>
                  </a:lnTo>
                  <a:lnTo>
                    <a:pt x="90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33" name=""/>
            <p:cNvSpPr/>
            <p:nvPr/>
          </p:nvSpPr>
          <p:spPr>
            <a:xfrm rot="0">
              <a:off x="2393" y="2387"/>
              <a:ext cx="100" cy="6"/>
            </a:xfrm>
            <a:custGeom>
              <a:avLst/>
              <a:ahLst/>
              <a:rect l="0" t="0" r="r" b="b"/>
              <a:pathLst>
                <a:path w="904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904" y="55"/>
                  </a:lnTo>
                  <a:lnTo>
                    <a:pt x="904" y="28"/>
                  </a:lnTo>
                  <a:lnTo>
                    <a:pt x="90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34" name=""/>
            <p:cNvSpPr/>
            <p:nvPr/>
          </p:nvSpPr>
          <p:spPr>
            <a:xfrm rot="0">
              <a:off x="2493" y="2387"/>
              <a:ext cx="3" cy="6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35" name=""/>
            <p:cNvSpPr/>
            <p:nvPr/>
          </p:nvSpPr>
          <p:spPr>
            <a:xfrm rot="0">
              <a:off x="2493" y="2387"/>
              <a:ext cx="3" cy="6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36" name=""/>
            <p:cNvSpPr/>
            <p:nvPr/>
          </p:nvSpPr>
          <p:spPr>
            <a:xfrm rot="0">
              <a:off x="2612" y="2507"/>
              <a:ext cx="3" cy="6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37" name=""/>
            <p:cNvSpPr/>
            <p:nvPr/>
          </p:nvSpPr>
          <p:spPr>
            <a:xfrm rot="0">
              <a:off x="2612" y="2507"/>
              <a:ext cx="3" cy="6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38" name=""/>
            <p:cNvSpPr/>
            <p:nvPr/>
          </p:nvSpPr>
          <p:spPr>
            <a:xfrm rot="0">
              <a:off x="2493" y="250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1073" y="55"/>
                  </a:move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39" name=""/>
            <p:cNvSpPr/>
            <p:nvPr/>
          </p:nvSpPr>
          <p:spPr>
            <a:xfrm rot="0">
              <a:off x="2493" y="250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1073" y="55"/>
                  </a:move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40" name=""/>
            <p:cNvSpPr/>
            <p:nvPr/>
          </p:nvSpPr>
          <p:spPr>
            <a:xfrm rot="0">
              <a:off x="2490" y="250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41" name=""/>
            <p:cNvSpPr/>
            <p:nvPr/>
          </p:nvSpPr>
          <p:spPr>
            <a:xfrm rot="0">
              <a:off x="2490" y="250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42" name=""/>
            <p:cNvSpPr/>
            <p:nvPr/>
          </p:nvSpPr>
          <p:spPr>
            <a:xfrm rot="0">
              <a:off x="2609" y="2510"/>
              <a:ext cx="6" cy="3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43" name=""/>
            <p:cNvSpPr/>
            <p:nvPr/>
          </p:nvSpPr>
          <p:spPr>
            <a:xfrm rot="0">
              <a:off x="2609" y="2510"/>
              <a:ext cx="6" cy="3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44" name=""/>
            <p:cNvSpPr/>
            <p:nvPr/>
          </p:nvSpPr>
          <p:spPr>
            <a:xfrm rot="0">
              <a:off x="2609" y="2280"/>
              <a:ext cx="6" cy="230"/>
            </a:xfrm>
            <a:custGeom>
              <a:avLst/>
              <a:ahLst/>
              <a:rect l="0" t="0" r="r" b="b"/>
              <a:pathLst>
                <a:path w="55" h="2067">
                  <a:moveTo>
                    <a:pt x="0" y="2067"/>
                  </a:moveTo>
                  <a:lnTo>
                    <a:pt x="27" y="2067"/>
                  </a:lnTo>
                  <a:lnTo>
                    <a:pt x="55" y="206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0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45" name=""/>
            <p:cNvSpPr/>
            <p:nvPr/>
          </p:nvSpPr>
          <p:spPr>
            <a:xfrm rot="0">
              <a:off x="2609" y="2280"/>
              <a:ext cx="6" cy="230"/>
            </a:xfrm>
            <a:custGeom>
              <a:avLst/>
              <a:ahLst/>
              <a:rect l="0" t="0" r="r" b="b"/>
              <a:pathLst>
                <a:path w="55" h="2067">
                  <a:moveTo>
                    <a:pt x="0" y="2067"/>
                  </a:moveTo>
                  <a:lnTo>
                    <a:pt x="27" y="2067"/>
                  </a:lnTo>
                  <a:lnTo>
                    <a:pt x="55" y="206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0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46" name=""/>
            <p:cNvSpPr/>
            <p:nvPr/>
          </p:nvSpPr>
          <p:spPr>
            <a:xfrm rot="0">
              <a:off x="2609" y="2277"/>
              <a:ext cx="6" cy="3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47" name=""/>
            <p:cNvSpPr/>
            <p:nvPr/>
          </p:nvSpPr>
          <p:spPr>
            <a:xfrm rot="0">
              <a:off x="2609" y="2277"/>
              <a:ext cx="6" cy="3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48" name=""/>
            <p:cNvSpPr/>
            <p:nvPr/>
          </p:nvSpPr>
          <p:spPr>
            <a:xfrm rot="0">
              <a:off x="2594" y="2387"/>
              <a:ext cx="3" cy="6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49" name=""/>
            <p:cNvSpPr/>
            <p:nvPr/>
          </p:nvSpPr>
          <p:spPr>
            <a:xfrm rot="0">
              <a:off x="2594" y="2387"/>
              <a:ext cx="3" cy="6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50" name=""/>
            <p:cNvSpPr/>
            <p:nvPr/>
          </p:nvSpPr>
          <p:spPr>
            <a:xfrm rot="0">
              <a:off x="2493" y="2387"/>
              <a:ext cx="101" cy="6"/>
            </a:xfrm>
            <a:custGeom>
              <a:avLst/>
              <a:ahLst/>
              <a:rect l="0" t="0" r="r" b="b"/>
              <a:pathLst>
                <a:path w="905" h="55">
                  <a:moveTo>
                    <a:pt x="905" y="55"/>
                  </a:moveTo>
                  <a:lnTo>
                    <a:pt x="905" y="28"/>
                  </a:lnTo>
                  <a:lnTo>
                    <a:pt x="90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905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51" name=""/>
            <p:cNvSpPr/>
            <p:nvPr/>
          </p:nvSpPr>
          <p:spPr>
            <a:xfrm rot="0">
              <a:off x="2493" y="2387"/>
              <a:ext cx="101" cy="6"/>
            </a:xfrm>
            <a:custGeom>
              <a:avLst/>
              <a:ahLst/>
              <a:rect l="0" t="0" r="r" b="b"/>
              <a:pathLst>
                <a:path w="905" h="55">
                  <a:moveTo>
                    <a:pt x="905" y="55"/>
                  </a:moveTo>
                  <a:lnTo>
                    <a:pt x="905" y="28"/>
                  </a:lnTo>
                  <a:lnTo>
                    <a:pt x="905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905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52" name=""/>
            <p:cNvSpPr/>
            <p:nvPr/>
          </p:nvSpPr>
          <p:spPr>
            <a:xfrm rot="0">
              <a:off x="2490" y="238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53" name=""/>
            <p:cNvSpPr/>
            <p:nvPr/>
          </p:nvSpPr>
          <p:spPr>
            <a:xfrm rot="0">
              <a:off x="2490" y="238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54" name=""/>
            <p:cNvSpPr/>
            <p:nvPr/>
          </p:nvSpPr>
          <p:spPr>
            <a:xfrm rot="0">
              <a:off x="2591" y="2390"/>
              <a:ext cx="6" cy="3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55" name=""/>
            <p:cNvSpPr/>
            <p:nvPr/>
          </p:nvSpPr>
          <p:spPr>
            <a:xfrm rot="0">
              <a:off x="2591" y="2390"/>
              <a:ext cx="6" cy="3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56" name=""/>
            <p:cNvSpPr/>
            <p:nvPr/>
          </p:nvSpPr>
          <p:spPr>
            <a:xfrm rot="0">
              <a:off x="2591" y="2280"/>
              <a:ext cx="6" cy="110"/>
            </a:xfrm>
            <a:custGeom>
              <a:avLst/>
              <a:ahLst/>
              <a:rect l="0" t="0" r="r" b="b"/>
              <a:pathLst>
                <a:path w="55" h="987">
                  <a:moveTo>
                    <a:pt x="0" y="987"/>
                  </a:moveTo>
                  <a:lnTo>
                    <a:pt x="27" y="987"/>
                  </a:lnTo>
                  <a:lnTo>
                    <a:pt x="55" y="98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98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57" name=""/>
            <p:cNvSpPr/>
            <p:nvPr/>
          </p:nvSpPr>
          <p:spPr>
            <a:xfrm rot="0">
              <a:off x="2591" y="2280"/>
              <a:ext cx="6" cy="110"/>
            </a:xfrm>
            <a:custGeom>
              <a:avLst/>
              <a:ahLst/>
              <a:rect l="0" t="0" r="r" b="b"/>
              <a:pathLst>
                <a:path w="55" h="987">
                  <a:moveTo>
                    <a:pt x="0" y="987"/>
                  </a:moveTo>
                  <a:lnTo>
                    <a:pt x="27" y="987"/>
                  </a:lnTo>
                  <a:lnTo>
                    <a:pt x="55" y="98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98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58" name=""/>
            <p:cNvSpPr/>
            <p:nvPr/>
          </p:nvSpPr>
          <p:spPr>
            <a:xfrm rot="0">
              <a:off x="2591" y="2277"/>
              <a:ext cx="6" cy="3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59" name=""/>
            <p:cNvSpPr/>
            <p:nvPr/>
          </p:nvSpPr>
          <p:spPr>
            <a:xfrm rot="0">
              <a:off x="2591" y="2277"/>
              <a:ext cx="6" cy="3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60" name=""/>
            <p:cNvSpPr/>
            <p:nvPr/>
          </p:nvSpPr>
          <p:spPr>
            <a:xfrm rot="0">
              <a:off x="2612" y="2277"/>
              <a:ext cx="3" cy="6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61" name=""/>
            <p:cNvSpPr/>
            <p:nvPr/>
          </p:nvSpPr>
          <p:spPr>
            <a:xfrm rot="0">
              <a:off x="2612" y="2277"/>
              <a:ext cx="3" cy="6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62" name=""/>
            <p:cNvSpPr/>
            <p:nvPr/>
          </p:nvSpPr>
          <p:spPr>
            <a:xfrm rot="0">
              <a:off x="2493" y="227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1073" y="55"/>
                  </a:move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63" name=""/>
            <p:cNvSpPr/>
            <p:nvPr/>
          </p:nvSpPr>
          <p:spPr>
            <a:xfrm rot="0">
              <a:off x="2493" y="2277"/>
              <a:ext cx="119" cy="6"/>
            </a:xfrm>
            <a:custGeom>
              <a:avLst/>
              <a:ahLst/>
              <a:rect l="0" t="0" r="r" b="b"/>
              <a:pathLst>
                <a:path w="1073" h="55">
                  <a:moveTo>
                    <a:pt x="1073" y="55"/>
                  </a:moveTo>
                  <a:lnTo>
                    <a:pt x="1073" y="28"/>
                  </a:lnTo>
                  <a:lnTo>
                    <a:pt x="107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73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64" name=""/>
            <p:cNvSpPr/>
            <p:nvPr/>
          </p:nvSpPr>
          <p:spPr>
            <a:xfrm rot="0">
              <a:off x="2490" y="227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8465" name=""/>
            <p:cNvSpPr/>
            <p:nvPr/>
          </p:nvSpPr>
          <p:spPr>
            <a:xfrm rot="0">
              <a:off x="2490" y="2277"/>
              <a:ext cx="3" cy="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</p:spTree>
  </p:cSld>
  <p:clrMapOvr>
    <a:masterClrMapping/>
  </p:clrMapOvr>
  <p:timing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4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8466" name=""/>
          <p:cNvSpPr txBox="1"/>
          <p:nvPr/>
        </p:nvSpPr>
        <p:spPr>
          <a:xfrm rot="0">
            <a:off x="2411412" y="188912"/>
            <a:ext cx="4176712" cy="579437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3200" lang="zh-CN"/>
              <a:t>立体表面交线 题</a:t>
            </a:r>
            <a:r>
              <a:rPr altLang="zh-CN" sz="3200" lang="en-US"/>
              <a:t>38</a:t>
            </a:r>
          </a:p>
        </p:txBody>
      </p:sp>
      <p:grpSp>
        <p:nvGrpSpPr>
          <p:cNvPr id="241" name=""/>
          <p:cNvGrpSpPr/>
          <p:nvPr/>
        </p:nvGrpSpPr>
        <p:grpSpPr>
          <a:xfrm rot="0">
            <a:off x="1844675" y="1800225"/>
            <a:ext cx="4389437" cy="4433887"/>
            <a:chOff x="3058" y="2264"/>
            <a:chExt cx="520" cy="533"/>
          </a:xfrm>
        </p:grpSpPr>
        <p:sp>
          <p:nvSpPr>
            <p:cNvPr id="1068467" name=""/>
            <p:cNvSpPr/>
            <p:nvPr/>
          </p:nvSpPr>
          <p:spPr>
            <a:xfrm rot="0">
              <a:off x="3483" y="2264"/>
              <a:ext cx="9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68" name=""/>
            <p:cNvSpPr/>
            <p:nvPr/>
          </p:nvSpPr>
          <p:spPr>
            <a:xfrm rot="0">
              <a:off x="3484" y="2493"/>
              <a:ext cx="94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69" name=""/>
            <p:cNvSpPr/>
            <p:nvPr/>
          </p:nvSpPr>
          <p:spPr>
            <a:xfrm rot="0">
              <a:off x="3125" y="2573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0" name=""/>
            <p:cNvSpPr/>
            <p:nvPr/>
          </p:nvSpPr>
          <p:spPr>
            <a:xfrm rot="0">
              <a:off x="3125" y="2597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1" name=""/>
            <p:cNvSpPr/>
            <p:nvPr/>
          </p:nvSpPr>
          <p:spPr>
            <a:xfrm rot="0">
              <a:off x="3125" y="2624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2" name=""/>
            <p:cNvSpPr/>
            <p:nvPr/>
          </p:nvSpPr>
          <p:spPr>
            <a:xfrm rot="0">
              <a:off x="3125" y="2650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3" name=""/>
            <p:cNvSpPr/>
            <p:nvPr/>
          </p:nvSpPr>
          <p:spPr>
            <a:xfrm rot="0">
              <a:off x="3125" y="2676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4" name=""/>
            <p:cNvSpPr/>
            <p:nvPr/>
          </p:nvSpPr>
          <p:spPr>
            <a:xfrm rot="0">
              <a:off x="3125" y="2702"/>
              <a:ext cx="1" cy="1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5" name=""/>
            <p:cNvSpPr/>
            <p:nvPr/>
          </p:nvSpPr>
          <p:spPr>
            <a:xfrm rot="0">
              <a:off x="3125" y="2729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6" name=""/>
            <p:cNvSpPr/>
            <p:nvPr/>
          </p:nvSpPr>
          <p:spPr>
            <a:xfrm rot="0">
              <a:off x="3125" y="2755"/>
              <a:ext cx="1" cy="1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7" name=""/>
            <p:cNvSpPr/>
            <p:nvPr/>
          </p:nvSpPr>
          <p:spPr>
            <a:xfrm rot="0">
              <a:off x="3125" y="2781"/>
              <a:ext cx="1" cy="1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78" name=""/>
            <p:cNvSpPr/>
            <p:nvPr/>
          </p:nvSpPr>
          <p:spPr>
            <a:xfrm rot="0">
              <a:off x="3255" y="2570"/>
              <a:ext cx="4" cy="6"/>
            </a:xfrm>
            <a:custGeom>
              <a:avLst/>
              <a:ahLst/>
              <a:rect l="0" t="0" r="r" b="b"/>
              <a:pathLst>
                <a:path w="40" h="51">
                  <a:moveTo>
                    <a:pt x="13" y="24"/>
                  </a:moveTo>
                  <a:lnTo>
                    <a:pt x="26" y="0"/>
                  </a:lnTo>
                  <a:lnTo>
                    <a:pt x="34" y="4"/>
                  </a:lnTo>
                  <a:lnTo>
                    <a:pt x="38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3" y="44"/>
                  </a:lnTo>
                  <a:lnTo>
                    <a:pt x="25" y="49"/>
                  </a:lnTo>
                  <a:lnTo>
                    <a:pt x="16" y="51"/>
                  </a:lnTo>
                  <a:lnTo>
                    <a:pt x="8" y="51"/>
                  </a:lnTo>
                  <a:lnTo>
                    <a:pt x="0" y="48"/>
                  </a:lnTo>
                  <a:lnTo>
                    <a:pt x="1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79" name=""/>
            <p:cNvSpPr/>
            <p:nvPr/>
          </p:nvSpPr>
          <p:spPr>
            <a:xfrm rot="0">
              <a:off x="3255" y="2570"/>
              <a:ext cx="4" cy="6"/>
            </a:xfrm>
            <a:custGeom>
              <a:avLst/>
              <a:ahLst/>
              <a:rect l="0" t="0" r="r" b="b"/>
              <a:pathLst>
                <a:path w="40" h="51">
                  <a:moveTo>
                    <a:pt x="26" y="0"/>
                  </a:moveTo>
                  <a:lnTo>
                    <a:pt x="34" y="4"/>
                  </a:lnTo>
                  <a:lnTo>
                    <a:pt x="38" y="12"/>
                  </a:lnTo>
                  <a:lnTo>
                    <a:pt x="40" y="21"/>
                  </a:lnTo>
                  <a:lnTo>
                    <a:pt x="40" y="29"/>
                  </a:lnTo>
                  <a:lnTo>
                    <a:pt x="37" y="37"/>
                  </a:lnTo>
                  <a:lnTo>
                    <a:pt x="33" y="44"/>
                  </a:lnTo>
                  <a:lnTo>
                    <a:pt x="25" y="49"/>
                  </a:lnTo>
                  <a:lnTo>
                    <a:pt x="16" y="51"/>
                  </a:lnTo>
                  <a:lnTo>
                    <a:pt x="8" y="51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80" name=""/>
            <p:cNvSpPr/>
            <p:nvPr/>
          </p:nvSpPr>
          <p:spPr>
            <a:xfrm rot="0">
              <a:off x="3249" y="2567"/>
              <a:ext cx="9" cy="8"/>
            </a:xfrm>
            <a:custGeom>
              <a:avLst/>
              <a:ahLst/>
              <a:rect l="0" t="0" r="r" b="b"/>
              <a:pathLst>
                <a:path w="74" h="74">
                  <a:moveTo>
                    <a:pt x="48" y="74"/>
                  </a:moveTo>
                  <a:lnTo>
                    <a:pt x="61" y="50"/>
                  </a:lnTo>
                  <a:lnTo>
                    <a:pt x="74" y="26"/>
                  </a:lnTo>
                  <a:lnTo>
                    <a:pt x="26" y="0"/>
                  </a:lnTo>
                  <a:lnTo>
                    <a:pt x="13" y="24"/>
                  </a:lnTo>
                  <a:lnTo>
                    <a:pt x="0" y="48"/>
                  </a:lnTo>
                  <a:lnTo>
                    <a:pt x="48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81" name=""/>
            <p:cNvSpPr/>
            <p:nvPr/>
          </p:nvSpPr>
          <p:spPr>
            <a:xfrm rot="0">
              <a:off x="3249" y="2567"/>
              <a:ext cx="9" cy="8"/>
            </a:xfrm>
            <a:custGeom>
              <a:avLst/>
              <a:ahLst/>
              <a:rect l="0" t="0" r="r" b="b"/>
              <a:pathLst>
                <a:path w="74" h="74">
                  <a:moveTo>
                    <a:pt x="48" y="74"/>
                  </a:moveTo>
                  <a:lnTo>
                    <a:pt x="61" y="50"/>
                  </a:lnTo>
                  <a:lnTo>
                    <a:pt x="74" y="26"/>
                  </a:lnTo>
                  <a:lnTo>
                    <a:pt x="26" y="0"/>
                  </a:lnTo>
                  <a:lnTo>
                    <a:pt x="13" y="24"/>
                  </a:lnTo>
                  <a:lnTo>
                    <a:pt x="0" y="48"/>
                  </a:lnTo>
                  <a:lnTo>
                    <a:pt x="48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82" name=""/>
            <p:cNvSpPr/>
            <p:nvPr/>
          </p:nvSpPr>
          <p:spPr>
            <a:xfrm rot="0">
              <a:off x="3251" y="2567"/>
              <a:ext cx="1" cy="3"/>
            </a:xfrm>
            <a:custGeom>
              <a:avLst/>
              <a:ahLst/>
              <a:rect l="0" t="0" r="r" b="b"/>
              <a:pathLst>
                <a:path w="13" h="25">
                  <a:moveTo>
                    <a:pt x="0" y="25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83" name=""/>
            <p:cNvSpPr/>
            <p:nvPr/>
          </p:nvSpPr>
          <p:spPr>
            <a:xfrm rot="0" flipH="1" flipV="1">
              <a:off x="3252" y="25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84" name=""/>
            <p:cNvSpPr/>
            <p:nvPr/>
          </p:nvSpPr>
          <p:spPr>
            <a:xfrm rot="0">
              <a:off x="3244" y="2564"/>
              <a:ext cx="8" cy="9"/>
            </a:xfrm>
            <a:custGeom>
              <a:avLst/>
              <a:ahLst/>
              <a:rect l="0" t="0" r="r" b="b"/>
              <a:pathLst>
                <a:path w="72" h="74">
                  <a:moveTo>
                    <a:pt x="48" y="74"/>
                  </a:moveTo>
                  <a:lnTo>
                    <a:pt x="60" y="49"/>
                  </a:lnTo>
                  <a:lnTo>
                    <a:pt x="72" y="24"/>
                  </a:lnTo>
                  <a:lnTo>
                    <a:pt x="24" y="0"/>
                  </a:lnTo>
                  <a:lnTo>
                    <a:pt x="12" y="25"/>
                  </a:lnTo>
                  <a:lnTo>
                    <a:pt x="0" y="50"/>
                  </a:lnTo>
                  <a:lnTo>
                    <a:pt x="48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85" name=""/>
            <p:cNvSpPr/>
            <p:nvPr/>
          </p:nvSpPr>
          <p:spPr>
            <a:xfrm rot="0">
              <a:off x="3244" y="2564"/>
              <a:ext cx="8" cy="9"/>
            </a:xfrm>
            <a:custGeom>
              <a:avLst/>
              <a:ahLst/>
              <a:rect l="0" t="0" r="r" b="b"/>
              <a:pathLst>
                <a:path w="72" h="74">
                  <a:moveTo>
                    <a:pt x="48" y="74"/>
                  </a:moveTo>
                  <a:lnTo>
                    <a:pt x="60" y="49"/>
                  </a:lnTo>
                  <a:lnTo>
                    <a:pt x="72" y="24"/>
                  </a:lnTo>
                  <a:lnTo>
                    <a:pt x="24" y="0"/>
                  </a:lnTo>
                  <a:lnTo>
                    <a:pt x="12" y="25"/>
                  </a:lnTo>
                  <a:lnTo>
                    <a:pt x="0" y="50"/>
                  </a:lnTo>
                  <a:lnTo>
                    <a:pt x="48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86" name=""/>
            <p:cNvSpPr/>
            <p:nvPr/>
          </p:nvSpPr>
          <p:spPr>
            <a:xfrm rot="0">
              <a:off x="3245" y="2564"/>
              <a:ext cx="2" cy="3"/>
            </a:xfrm>
            <a:custGeom>
              <a:avLst/>
              <a:ahLst/>
              <a:rect l="0" t="0" r="r" b="b"/>
              <a:pathLst>
                <a:path w="12" h="25">
                  <a:moveTo>
                    <a:pt x="0" y="25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87" name=""/>
            <p:cNvSpPr/>
            <p:nvPr/>
          </p:nvSpPr>
          <p:spPr>
            <a:xfrm rot="0" flipH="1">
              <a:off x="3247" y="2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88" name=""/>
            <p:cNvSpPr/>
            <p:nvPr/>
          </p:nvSpPr>
          <p:spPr>
            <a:xfrm rot="0">
              <a:off x="3239" y="2562"/>
              <a:ext cx="8" cy="8"/>
            </a:xfrm>
            <a:custGeom>
              <a:avLst/>
              <a:ahLst/>
              <a:rect l="0" t="0" r="r" b="b"/>
              <a:pathLst>
                <a:path w="70" h="71">
                  <a:moveTo>
                    <a:pt x="49" y="71"/>
                  </a:moveTo>
                  <a:lnTo>
                    <a:pt x="59" y="46"/>
                  </a:lnTo>
                  <a:lnTo>
                    <a:pt x="70" y="21"/>
                  </a:lnTo>
                  <a:lnTo>
                    <a:pt x="21" y="0"/>
                  </a:lnTo>
                  <a:lnTo>
                    <a:pt x="11" y="25"/>
                  </a:lnTo>
                  <a:lnTo>
                    <a:pt x="0" y="50"/>
                  </a:lnTo>
                  <a:lnTo>
                    <a:pt x="49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89" name=""/>
            <p:cNvSpPr/>
            <p:nvPr/>
          </p:nvSpPr>
          <p:spPr>
            <a:xfrm rot="0">
              <a:off x="3239" y="2562"/>
              <a:ext cx="8" cy="8"/>
            </a:xfrm>
            <a:custGeom>
              <a:avLst/>
              <a:ahLst/>
              <a:rect l="0" t="0" r="r" b="b"/>
              <a:pathLst>
                <a:path w="70" h="71">
                  <a:moveTo>
                    <a:pt x="49" y="71"/>
                  </a:moveTo>
                  <a:lnTo>
                    <a:pt x="59" y="46"/>
                  </a:lnTo>
                  <a:lnTo>
                    <a:pt x="70" y="21"/>
                  </a:lnTo>
                  <a:lnTo>
                    <a:pt x="21" y="0"/>
                  </a:lnTo>
                  <a:lnTo>
                    <a:pt x="11" y="25"/>
                  </a:lnTo>
                  <a:lnTo>
                    <a:pt x="0" y="50"/>
                  </a:lnTo>
                  <a:lnTo>
                    <a:pt x="49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90" name=""/>
            <p:cNvSpPr/>
            <p:nvPr/>
          </p:nvSpPr>
          <p:spPr>
            <a:xfrm rot="0">
              <a:off x="3240" y="2562"/>
              <a:ext cx="1" cy="3"/>
            </a:xfrm>
            <a:custGeom>
              <a:avLst/>
              <a:ahLst/>
              <a:rect l="0" t="0" r="r" b="b"/>
              <a:pathLst>
                <a:path w="10" h="26">
                  <a:moveTo>
                    <a:pt x="0" y="26"/>
                  </a:moveTo>
                  <a:lnTo>
                    <a:pt x="10" y="1"/>
                  </a:lnTo>
                  <a:lnTo>
                    <a:pt x="9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91" name=""/>
            <p:cNvSpPr/>
            <p:nvPr/>
          </p:nvSpPr>
          <p:spPr>
            <a:xfrm rot="0" flipH="1" flipV="1">
              <a:off x="3241" y="2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92" name=""/>
            <p:cNvSpPr/>
            <p:nvPr/>
          </p:nvSpPr>
          <p:spPr>
            <a:xfrm rot="0">
              <a:off x="3233" y="2560"/>
              <a:ext cx="8" cy="8"/>
            </a:xfrm>
            <a:custGeom>
              <a:avLst/>
              <a:ahLst/>
              <a:rect l="0" t="0" r="r" b="b"/>
              <a:pathLst>
                <a:path w="70" h="71">
                  <a:moveTo>
                    <a:pt x="51" y="71"/>
                  </a:moveTo>
                  <a:lnTo>
                    <a:pt x="61" y="45"/>
                  </a:lnTo>
                  <a:lnTo>
                    <a:pt x="70" y="19"/>
                  </a:lnTo>
                  <a:lnTo>
                    <a:pt x="19" y="0"/>
                  </a:lnTo>
                  <a:lnTo>
                    <a:pt x="10" y="26"/>
                  </a:lnTo>
                  <a:lnTo>
                    <a:pt x="0" y="52"/>
                  </a:lnTo>
                  <a:lnTo>
                    <a:pt x="5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93" name=""/>
            <p:cNvSpPr/>
            <p:nvPr/>
          </p:nvSpPr>
          <p:spPr>
            <a:xfrm rot="0">
              <a:off x="3233" y="2560"/>
              <a:ext cx="8" cy="8"/>
            </a:xfrm>
            <a:custGeom>
              <a:avLst/>
              <a:ahLst/>
              <a:rect l="0" t="0" r="r" b="b"/>
              <a:pathLst>
                <a:path w="70" h="71">
                  <a:moveTo>
                    <a:pt x="51" y="71"/>
                  </a:moveTo>
                  <a:lnTo>
                    <a:pt x="61" y="45"/>
                  </a:lnTo>
                  <a:lnTo>
                    <a:pt x="70" y="19"/>
                  </a:lnTo>
                  <a:lnTo>
                    <a:pt x="19" y="0"/>
                  </a:lnTo>
                  <a:lnTo>
                    <a:pt x="10" y="26"/>
                  </a:lnTo>
                  <a:lnTo>
                    <a:pt x="0" y="52"/>
                  </a:lnTo>
                  <a:lnTo>
                    <a:pt x="5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94" name=""/>
            <p:cNvSpPr/>
            <p:nvPr/>
          </p:nvSpPr>
          <p:spPr>
            <a:xfrm rot="0">
              <a:off x="3234" y="2560"/>
              <a:ext cx="1" cy="3"/>
            </a:xfrm>
            <a:custGeom>
              <a:avLst/>
              <a:ahLst/>
              <a:rect l="0" t="0" r="r" b="b"/>
              <a:pathLst>
                <a:path w="9" h="26">
                  <a:moveTo>
                    <a:pt x="0" y="26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95" name=""/>
            <p:cNvSpPr/>
            <p:nvPr/>
          </p:nvSpPr>
          <p:spPr>
            <a:xfrm rot="0" flipH="1">
              <a:off x="3235" y="2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96" name=""/>
            <p:cNvSpPr/>
            <p:nvPr/>
          </p:nvSpPr>
          <p:spPr>
            <a:xfrm rot="0">
              <a:off x="3228" y="2558"/>
              <a:ext cx="7" cy="8"/>
            </a:xfrm>
            <a:custGeom>
              <a:avLst/>
              <a:ahLst/>
              <a:rect l="0" t="0" r="r" b="b"/>
              <a:pathLst>
                <a:path w="68" h="70">
                  <a:moveTo>
                    <a:pt x="51" y="70"/>
                  </a:moveTo>
                  <a:lnTo>
                    <a:pt x="60" y="44"/>
                  </a:lnTo>
                  <a:lnTo>
                    <a:pt x="68" y="18"/>
                  </a:lnTo>
                  <a:lnTo>
                    <a:pt x="17" y="0"/>
                  </a:lnTo>
                  <a:lnTo>
                    <a:pt x="8" y="26"/>
                  </a:lnTo>
                  <a:lnTo>
                    <a:pt x="0" y="52"/>
                  </a:lnTo>
                  <a:lnTo>
                    <a:pt x="51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97" name=""/>
            <p:cNvSpPr/>
            <p:nvPr/>
          </p:nvSpPr>
          <p:spPr>
            <a:xfrm rot="0">
              <a:off x="3228" y="2558"/>
              <a:ext cx="7" cy="8"/>
            </a:xfrm>
            <a:custGeom>
              <a:avLst/>
              <a:ahLst/>
              <a:rect l="0" t="0" r="r" b="b"/>
              <a:pathLst>
                <a:path w="68" h="70">
                  <a:moveTo>
                    <a:pt x="51" y="70"/>
                  </a:moveTo>
                  <a:lnTo>
                    <a:pt x="60" y="44"/>
                  </a:lnTo>
                  <a:lnTo>
                    <a:pt x="68" y="18"/>
                  </a:lnTo>
                  <a:lnTo>
                    <a:pt x="17" y="0"/>
                  </a:lnTo>
                  <a:lnTo>
                    <a:pt x="8" y="26"/>
                  </a:lnTo>
                  <a:lnTo>
                    <a:pt x="0" y="52"/>
                  </a:lnTo>
                  <a:lnTo>
                    <a:pt x="51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498" name=""/>
            <p:cNvSpPr/>
            <p:nvPr/>
          </p:nvSpPr>
          <p:spPr>
            <a:xfrm rot="0">
              <a:off x="3229" y="2558"/>
              <a:ext cx="1" cy="3"/>
            </a:xfrm>
            <a:custGeom>
              <a:avLst/>
              <a:ahLst/>
              <a:rect l="0" t="0" r="r" b="b"/>
              <a:pathLst>
                <a:path w="9" h="27">
                  <a:moveTo>
                    <a:pt x="0" y="27"/>
                  </a:moveTo>
                  <a:lnTo>
                    <a:pt x="9" y="1"/>
                  </a:lnTo>
                  <a:lnTo>
                    <a:pt x="8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499" name=""/>
            <p:cNvSpPr/>
            <p:nvPr/>
          </p:nvSpPr>
          <p:spPr>
            <a:xfrm rot="0" flipH="1" flipV="1">
              <a:off x="3230" y="25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00" name=""/>
            <p:cNvSpPr/>
            <p:nvPr/>
          </p:nvSpPr>
          <p:spPr>
            <a:xfrm rot="0">
              <a:off x="3222" y="2556"/>
              <a:ext cx="8" cy="8"/>
            </a:xfrm>
            <a:custGeom>
              <a:avLst/>
              <a:ahLst/>
              <a:rect l="0" t="0" r="r" b="b"/>
              <a:pathLst>
                <a:path w="66" h="68">
                  <a:moveTo>
                    <a:pt x="51" y="68"/>
                  </a:moveTo>
                  <a:lnTo>
                    <a:pt x="58" y="41"/>
                  </a:lnTo>
                  <a:lnTo>
                    <a:pt x="66" y="14"/>
                  </a:lnTo>
                  <a:lnTo>
                    <a:pt x="15" y="0"/>
                  </a:lnTo>
                  <a:lnTo>
                    <a:pt x="7" y="27"/>
                  </a:lnTo>
                  <a:lnTo>
                    <a:pt x="0" y="54"/>
                  </a:lnTo>
                  <a:lnTo>
                    <a:pt x="51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01" name=""/>
            <p:cNvSpPr/>
            <p:nvPr/>
          </p:nvSpPr>
          <p:spPr>
            <a:xfrm rot="0">
              <a:off x="3222" y="2556"/>
              <a:ext cx="8" cy="8"/>
            </a:xfrm>
            <a:custGeom>
              <a:avLst/>
              <a:ahLst/>
              <a:rect l="0" t="0" r="r" b="b"/>
              <a:pathLst>
                <a:path w="66" h="68">
                  <a:moveTo>
                    <a:pt x="51" y="68"/>
                  </a:moveTo>
                  <a:lnTo>
                    <a:pt x="58" y="41"/>
                  </a:lnTo>
                  <a:lnTo>
                    <a:pt x="66" y="14"/>
                  </a:lnTo>
                  <a:lnTo>
                    <a:pt x="15" y="0"/>
                  </a:lnTo>
                  <a:lnTo>
                    <a:pt x="7" y="27"/>
                  </a:lnTo>
                  <a:lnTo>
                    <a:pt x="0" y="54"/>
                  </a:lnTo>
                  <a:lnTo>
                    <a:pt x="51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02" name=""/>
            <p:cNvSpPr/>
            <p:nvPr/>
          </p:nvSpPr>
          <p:spPr>
            <a:xfrm rot="0">
              <a:off x="3223" y="2556"/>
              <a:ext cx="1" cy="3"/>
            </a:xfrm>
            <a:custGeom>
              <a:avLst/>
              <a:ahLst/>
              <a:rect l="0" t="0" r="r" b="b"/>
              <a:pathLst>
                <a:path w="8" h="27">
                  <a:moveTo>
                    <a:pt x="0" y="27"/>
                  </a:moveTo>
                  <a:lnTo>
                    <a:pt x="8" y="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03" name=""/>
            <p:cNvSpPr/>
            <p:nvPr/>
          </p:nvSpPr>
          <p:spPr>
            <a:xfrm rot="0" flipH="1">
              <a:off x="3224" y="25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04" name=""/>
            <p:cNvSpPr/>
            <p:nvPr/>
          </p:nvSpPr>
          <p:spPr>
            <a:xfrm rot="0">
              <a:off x="3216" y="2555"/>
              <a:ext cx="8" cy="7"/>
            </a:xfrm>
            <a:custGeom>
              <a:avLst/>
              <a:ahLst/>
              <a:rect l="0" t="0" r="r" b="b"/>
              <a:pathLst>
                <a:path w="66" h="67">
                  <a:moveTo>
                    <a:pt x="53" y="67"/>
                  </a:moveTo>
                  <a:lnTo>
                    <a:pt x="59" y="40"/>
                  </a:lnTo>
                  <a:lnTo>
                    <a:pt x="66" y="13"/>
                  </a:lnTo>
                  <a:lnTo>
                    <a:pt x="13" y="0"/>
                  </a:lnTo>
                  <a:lnTo>
                    <a:pt x="6" y="27"/>
                  </a:lnTo>
                  <a:lnTo>
                    <a:pt x="0" y="54"/>
                  </a:lnTo>
                  <a:lnTo>
                    <a:pt x="53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05" name=""/>
            <p:cNvSpPr/>
            <p:nvPr/>
          </p:nvSpPr>
          <p:spPr>
            <a:xfrm rot="0">
              <a:off x="3216" y="2555"/>
              <a:ext cx="8" cy="7"/>
            </a:xfrm>
            <a:custGeom>
              <a:avLst/>
              <a:ahLst/>
              <a:rect l="0" t="0" r="r" b="b"/>
              <a:pathLst>
                <a:path w="66" h="67">
                  <a:moveTo>
                    <a:pt x="53" y="67"/>
                  </a:moveTo>
                  <a:lnTo>
                    <a:pt x="59" y="40"/>
                  </a:lnTo>
                  <a:lnTo>
                    <a:pt x="66" y="13"/>
                  </a:lnTo>
                  <a:lnTo>
                    <a:pt x="13" y="0"/>
                  </a:lnTo>
                  <a:lnTo>
                    <a:pt x="6" y="27"/>
                  </a:lnTo>
                  <a:lnTo>
                    <a:pt x="0" y="54"/>
                  </a:lnTo>
                  <a:lnTo>
                    <a:pt x="53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06" name=""/>
            <p:cNvSpPr/>
            <p:nvPr/>
          </p:nvSpPr>
          <p:spPr>
            <a:xfrm rot="0">
              <a:off x="3217" y="2555"/>
              <a:ext cx="1" cy="3"/>
            </a:xfrm>
            <a:custGeom>
              <a:avLst/>
              <a:ahLst/>
              <a:rect l="0" t="0" r="r" b="b"/>
              <a:pathLst>
                <a:path w="7" h="27">
                  <a:moveTo>
                    <a:pt x="0" y="27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07" name=""/>
            <p:cNvSpPr/>
            <p:nvPr/>
          </p:nvSpPr>
          <p:spPr>
            <a:xfrm rot="0" flipH="1">
              <a:off x="3218" y="2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08" name=""/>
            <p:cNvSpPr/>
            <p:nvPr/>
          </p:nvSpPr>
          <p:spPr>
            <a:xfrm rot="0">
              <a:off x="3211" y="2554"/>
              <a:ext cx="7" cy="7"/>
            </a:xfrm>
            <a:custGeom>
              <a:avLst/>
              <a:ahLst/>
              <a:rect l="0" t="0" r="r" b="b"/>
              <a:pathLst>
                <a:path w="63" h="64">
                  <a:moveTo>
                    <a:pt x="52" y="64"/>
                  </a:moveTo>
                  <a:lnTo>
                    <a:pt x="57" y="37"/>
                  </a:lnTo>
                  <a:lnTo>
                    <a:pt x="63" y="10"/>
                  </a:lnTo>
                  <a:lnTo>
                    <a:pt x="11" y="0"/>
                  </a:lnTo>
                  <a:lnTo>
                    <a:pt x="5" y="27"/>
                  </a:lnTo>
                  <a:lnTo>
                    <a:pt x="0" y="55"/>
                  </a:lnTo>
                  <a:lnTo>
                    <a:pt x="52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09" name=""/>
            <p:cNvSpPr/>
            <p:nvPr/>
          </p:nvSpPr>
          <p:spPr>
            <a:xfrm rot="0">
              <a:off x="3211" y="2554"/>
              <a:ext cx="7" cy="7"/>
            </a:xfrm>
            <a:custGeom>
              <a:avLst/>
              <a:ahLst/>
              <a:rect l="0" t="0" r="r" b="b"/>
              <a:pathLst>
                <a:path w="63" h="64">
                  <a:moveTo>
                    <a:pt x="52" y="64"/>
                  </a:moveTo>
                  <a:lnTo>
                    <a:pt x="57" y="37"/>
                  </a:lnTo>
                  <a:lnTo>
                    <a:pt x="63" y="10"/>
                  </a:lnTo>
                  <a:lnTo>
                    <a:pt x="11" y="0"/>
                  </a:lnTo>
                  <a:lnTo>
                    <a:pt x="5" y="27"/>
                  </a:lnTo>
                  <a:lnTo>
                    <a:pt x="0" y="55"/>
                  </a:lnTo>
                  <a:lnTo>
                    <a:pt x="52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10" name=""/>
            <p:cNvSpPr/>
            <p:nvPr/>
          </p:nvSpPr>
          <p:spPr>
            <a:xfrm rot="0">
              <a:off x="3211" y="2554"/>
              <a:ext cx="1" cy="3"/>
            </a:xfrm>
            <a:custGeom>
              <a:avLst/>
              <a:ahLst/>
              <a:rect l="0" t="0" r="r" b="b"/>
              <a:pathLst>
                <a:path w="6" h="27">
                  <a:moveTo>
                    <a:pt x="0" y="27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11" name=""/>
            <p:cNvSpPr/>
            <p:nvPr/>
          </p:nvSpPr>
          <p:spPr>
            <a:xfrm rot="0" flipH="1">
              <a:off x="3212" y="2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12" name=""/>
            <p:cNvSpPr/>
            <p:nvPr/>
          </p:nvSpPr>
          <p:spPr>
            <a:xfrm rot="0">
              <a:off x="3205" y="2553"/>
              <a:ext cx="7" cy="7"/>
            </a:xfrm>
            <a:custGeom>
              <a:avLst/>
              <a:ahLst/>
              <a:rect l="0" t="0" r="r" b="b"/>
              <a:pathLst>
                <a:path w="60" h="61">
                  <a:moveTo>
                    <a:pt x="54" y="61"/>
                  </a:moveTo>
                  <a:lnTo>
                    <a:pt x="57" y="33"/>
                  </a:lnTo>
                  <a:lnTo>
                    <a:pt x="60" y="6"/>
                  </a:lnTo>
                  <a:lnTo>
                    <a:pt x="6" y="0"/>
                  </a:lnTo>
                  <a:lnTo>
                    <a:pt x="3" y="27"/>
                  </a:lnTo>
                  <a:lnTo>
                    <a:pt x="0" y="54"/>
                  </a:lnTo>
                  <a:lnTo>
                    <a:pt x="54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13" name=""/>
            <p:cNvSpPr/>
            <p:nvPr/>
          </p:nvSpPr>
          <p:spPr>
            <a:xfrm rot="0">
              <a:off x="3205" y="2553"/>
              <a:ext cx="7" cy="7"/>
            </a:xfrm>
            <a:custGeom>
              <a:avLst/>
              <a:ahLst/>
              <a:rect l="0" t="0" r="r" b="b"/>
              <a:pathLst>
                <a:path w="60" h="61">
                  <a:moveTo>
                    <a:pt x="54" y="61"/>
                  </a:moveTo>
                  <a:lnTo>
                    <a:pt x="57" y="33"/>
                  </a:lnTo>
                  <a:lnTo>
                    <a:pt x="60" y="6"/>
                  </a:lnTo>
                  <a:lnTo>
                    <a:pt x="6" y="0"/>
                  </a:lnTo>
                  <a:lnTo>
                    <a:pt x="3" y="27"/>
                  </a:lnTo>
                  <a:lnTo>
                    <a:pt x="0" y="54"/>
                  </a:lnTo>
                  <a:lnTo>
                    <a:pt x="54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14" name=""/>
            <p:cNvSpPr/>
            <p:nvPr/>
          </p:nvSpPr>
          <p:spPr>
            <a:xfrm rot="0">
              <a:off x="3205" y="2553"/>
              <a:ext cx="1" cy="3"/>
            </a:xfrm>
            <a:custGeom>
              <a:avLst/>
              <a:ahLst/>
              <a:rect l="0" t="0" r="r" b="b"/>
              <a:pathLst>
                <a:path w="3" h="27">
                  <a:moveTo>
                    <a:pt x="0" y="27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15" name=""/>
            <p:cNvSpPr/>
            <p:nvPr/>
          </p:nvSpPr>
          <p:spPr>
            <a:xfrm rot="0">
              <a:off x="3206" y="25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16" name=""/>
            <p:cNvSpPr/>
            <p:nvPr/>
          </p:nvSpPr>
          <p:spPr>
            <a:xfrm rot="0">
              <a:off x="3199" y="2552"/>
              <a:ext cx="7" cy="7"/>
            </a:xfrm>
            <a:custGeom>
              <a:avLst/>
              <a:ahLst/>
              <a:rect l="0" t="0" r="r" b="b"/>
              <a:pathLst>
                <a:path w="60" h="60">
                  <a:moveTo>
                    <a:pt x="54" y="60"/>
                  </a:moveTo>
                  <a:lnTo>
                    <a:pt x="57" y="33"/>
                  </a:lnTo>
                  <a:lnTo>
                    <a:pt x="60" y="6"/>
                  </a:lnTo>
                  <a:lnTo>
                    <a:pt x="7" y="0"/>
                  </a:lnTo>
                  <a:lnTo>
                    <a:pt x="4" y="27"/>
                  </a:lnTo>
                  <a:lnTo>
                    <a:pt x="0" y="55"/>
                  </a:lnTo>
                  <a:lnTo>
                    <a:pt x="5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17" name=""/>
            <p:cNvSpPr/>
            <p:nvPr/>
          </p:nvSpPr>
          <p:spPr>
            <a:xfrm rot="0">
              <a:off x="3199" y="2552"/>
              <a:ext cx="7" cy="7"/>
            </a:xfrm>
            <a:custGeom>
              <a:avLst/>
              <a:ahLst/>
              <a:rect l="0" t="0" r="r" b="b"/>
              <a:pathLst>
                <a:path w="60" h="60">
                  <a:moveTo>
                    <a:pt x="54" y="60"/>
                  </a:moveTo>
                  <a:lnTo>
                    <a:pt x="57" y="33"/>
                  </a:lnTo>
                  <a:lnTo>
                    <a:pt x="60" y="6"/>
                  </a:lnTo>
                  <a:lnTo>
                    <a:pt x="7" y="0"/>
                  </a:lnTo>
                  <a:lnTo>
                    <a:pt x="4" y="27"/>
                  </a:lnTo>
                  <a:lnTo>
                    <a:pt x="0" y="55"/>
                  </a:lnTo>
                  <a:lnTo>
                    <a:pt x="5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18" name=""/>
            <p:cNvSpPr/>
            <p:nvPr/>
          </p:nvSpPr>
          <p:spPr>
            <a:xfrm rot="0">
              <a:off x="3199" y="2552"/>
              <a:ext cx="1" cy="3"/>
            </a:xfrm>
            <a:custGeom>
              <a:avLst/>
              <a:ahLst/>
              <a:rect l="0" t="0" r="r" b="b"/>
              <a:pathLst>
                <a:path w="3" h="27">
                  <a:moveTo>
                    <a:pt x="0" y="27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19" name=""/>
            <p:cNvSpPr/>
            <p:nvPr/>
          </p:nvSpPr>
          <p:spPr>
            <a:xfrm rot="0" flipH="1">
              <a:off x="3200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20" name=""/>
            <p:cNvSpPr/>
            <p:nvPr/>
          </p:nvSpPr>
          <p:spPr>
            <a:xfrm rot="0">
              <a:off x="3193" y="2552"/>
              <a:ext cx="7" cy="6"/>
            </a:xfrm>
            <a:custGeom>
              <a:avLst/>
              <a:ahLst/>
              <a:rect l="0" t="0" r="r" b="b"/>
              <a:pathLst>
                <a:path w="56" h="57">
                  <a:moveTo>
                    <a:pt x="53" y="57"/>
                  </a:moveTo>
                  <a:lnTo>
                    <a:pt x="55" y="29"/>
                  </a:lnTo>
                  <a:lnTo>
                    <a:pt x="56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4"/>
                  </a:lnTo>
                  <a:lnTo>
                    <a:pt x="53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21" name=""/>
            <p:cNvSpPr/>
            <p:nvPr/>
          </p:nvSpPr>
          <p:spPr>
            <a:xfrm rot="0">
              <a:off x="3193" y="2552"/>
              <a:ext cx="7" cy="6"/>
            </a:xfrm>
            <a:custGeom>
              <a:avLst/>
              <a:ahLst/>
              <a:rect l="0" t="0" r="r" b="b"/>
              <a:pathLst>
                <a:path w="56" h="57">
                  <a:moveTo>
                    <a:pt x="53" y="57"/>
                  </a:moveTo>
                  <a:lnTo>
                    <a:pt x="55" y="29"/>
                  </a:lnTo>
                  <a:lnTo>
                    <a:pt x="56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4"/>
                  </a:lnTo>
                  <a:lnTo>
                    <a:pt x="53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22" name=""/>
            <p:cNvSpPr/>
            <p:nvPr/>
          </p:nvSpPr>
          <p:spPr>
            <a:xfrm rot="0">
              <a:off x="3193" y="2552"/>
              <a:ext cx="1" cy="3"/>
            </a:xfrm>
            <a:custGeom>
              <a:avLst/>
              <a:ahLst/>
              <a:rect l="0" t="0" r="r" b="b"/>
              <a:pathLst>
                <a:path w="1" h="28">
                  <a:moveTo>
                    <a:pt x="0" y="28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23" name=""/>
            <p:cNvSpPr/>
            <p:nvPr/>
          </p:nvSpPr>
          <p:spPr>
            <a:xfrm rot="0" flipH="1" flipV="1">
              <a:off x="3193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24" name=""/>
            <p:cNvSpPr/>
            <p:nvPr/>
          </p:nvSpPr>
          <p:spPr>
            <a:xfrm rot="0">
              <a:off x="3187" y="2552"/>
              <a:ext cx="6" cy="6"/>
            </a:xfrm>
            <a:custGeom>
              <a:avLst/>
              <a:ahLst/>
              <a:rect l="0" t="0" r="r" b="b"/>
              <a:pathLst>
                <a:path w="54" h="55">
                  <a:moveTo>
                    <a:pt x="54" y="55"/>
                  </a:moveTo>
                  <a:lnTo>
                    <a:pt x="54" y="28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25" name=""/>
            <p:cNvSpPr/>
            <p:nvPr/>
          </p:nvSpPr>
          <p:spPr>
            <a:xfrm rot="0">
              <a:off x="3187" y="2552"/>
              <a:ext cx="6" cy="6"/>
            </a:xfrm>
            <a:custGeom>
              <a:avLst/>
              <a:ahLst/>
              <a:rect l="0" t="0" r="r" b="b"/>
              <a:pathLst>
                <a:path w="54" h="55">
                  <a:moveTo>
                    <a:pt x="54" y="55"/>
                  </a:moveTo>
                  <a:lnTo>
                    <a:pt x="54" y="28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5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26" name=""/>
            <p:cNvSpPr/>
            <p:nvPr/>
          </p:nvSpPr>
          <p:spPr>
            <a:xfrm rot="0">
              <a:off x="3187" y="2552"/>
              <a:ext cx="1" cy="3"/>
            </a:xfrm>
            <a:custGeom>
              <a:avLst/>
              <a:ahLst/>
              <a:rect l="0" t="0" r="r" b="b"/>
              <a:pathLst>
                <a:path w="1" h="28">
                  <a:moveTo>
                    <a:pt x="1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27" name=""/>
            <p:cNvSpPr/>
            <p:nvPr/>
          </p:nvSpPr>
          <p:spPr>
            <a:xfrm rot="0" flipH="1">
              <a:off x="3187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28" name=""/>
            <p:cNvSpPr/>
            <p:nvPr/>
          </p:nvSpPr>
          <p:spPr>
            <a:xfrm rot="0">
              <a:off x="3181" y="2552"/>
              <a:ext cx="7" cy="6"/>
            </a:xfrm>
            <a:custGeom>
              <a:avLst/>
              <a:ahLst/>
              <a:rect l="0" t="0" r="r" b="b"/>
              <a:pathLst>
                <a:path w="55" h="57">
                  <a:moveTo>
                    <a:pt x="55" y="54"/>
                  </a:moveTo>
                  <a:lnTo>
                    <a:pt x="54" y="27"/>
                  </a:lnTo>
                  <a:lnTo>
                    <a:pt x="53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7"/>
                  </a:lnTo>
                  <a:lnTo>
                    <a:pt x="5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29" name=""/>
            <p:cNvSpPr/>
            <p:nvPr/>
          </p:nvSpPr>
          <p:spPr>
            <a:xfrm rot="0">
              <a:off x="3181" y="2552"/>
              <a:ext cx="7" cy="6"/>
            </a:xfrm>
            <a:custGeom>
              <a:avLst/>
              <a:ahLst/>
              <a:rect l="0" t="0" r="r" b="b"/>
              <a:pathLst>
                <a:path w="55" h="57">
                  <a:moveTo>
                    <a:pt x="55" y="54"/>
                  </a:moveTo>
                  <a:lnTo>
                    <a:pt x="54" y="27"/>
                  </a:lnTo>
                  <a:lnTo>
                    <a:pt x="53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7"/>
                  </a:lnTo>
                  <a:lnTo>
                    <a:pt x="5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30" name=""/>
            <p:cNvSpPr/>
            <p:nvPr/>
          </p:nvSpPr>
          <p:spPr>
            <a:xfrm rot="0">
              <a:off x="3181" y="2552"/>
              <a:ext cx="1" cy="3"/>
            </a:xfrm>
            <a:custGeom>
              <a:avLst/>
              <a:ahLst/>
              <a:rect l="0" t="0" r="r" b="b"/>
              <a:pathLst>
                <a:path w="3" h="27">
                  <a:moveTo>
                    <a:pt x="3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31" name=""/>
            <p:cNvSpPr/>
            <p:nvPr/>
          </p:nvSpPr>
          <p:spPr>
            <a:xfrm rot="0" flipH="1">
              <a:off x="3181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32" name=""/>
            <p:cNvSpPr/>
            <p:nvPr/>
          </p:nvSpPr>
          <p:spPr>
            <a:xfrm rot="0">
              <a:off x="3175" y="2552"/>
              <a:ext cx="7" cy="7"/>
            </a:xfrm>
            <a:custGeom>
              <a:avLst/>
              <a:ahLst/>
              <a:rect l="0" t="0" r="r" b="b"/>
              <a:pathLst>
                <a:path w="61" h="60">
                  <a:moveTo>
                    <a:pt x="61" y="55"/>
                  </a:moveTo>
                  <a:lnTo>
                    <a:pt x="58" y="27"/>
                  </a:lnTo>
                  <a:lnTo>
                    <a:pt x="55" y="0"/>
                  </a:lnTo>
                  <a:lnTo>
                    <a:pt x="0" y="6"/>
                  </a:lnTo>
                  <a:lnTo>
                    <a:pt x="4" y="33"/>
                  </a:lnTo>
                  <a:lnTo>
                    <a:pt x="7" y="60"/>
                  </a:lnTo>
                  <a:lnTo>
                    <a:pt x="6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33" name=""/>
            <p:cNvSpPr/>
            <p:nvPr/>
          </p:nvSpPr>
          <p:spPr>
            <a:xfrm rot="0">
              <a:off x="3175" y="2552"/>
              <a:ext cx="7" cy="7"/>
            </a:xfrm>
            <a:custGeom>
              <a:avLst/>
              <a:ahLst/>
              <a:rect l="0" t="0" r="r" b="b"/>
              <a:pathLst>
                <a:path w="61" h="60">
                  <a:moveTo>
                    <a:pt x="61" y="55"/>
                  </a:moveTo>
                  <a:lnTo>
                    <a:pt x="58" y="27"/>
                  </a:lnTo>
                  <a:lnTo>
                    <a:pt x="55" y="0"/>
                  </a:lnTo>
                  <a:lnTo>
                    <a:pt x="0" y="6"/>
                  </a:lnTo>
                  <a:lnTo>
                    <a:pt x="4" y="33"/>
                  </a:lnTo>
                  <a:lnTo>
                    <a:pt x="7" y="60"/>
                  </a:lnTo>
                  <a:lnTo>
                    <a:pt x="61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34" name=""/>
            <p:cNvSpPr/>
            <p:nvPr/>
          </p:nvSpPr>
          <p:spPr>
            <a:xfrm rot="0">
              <a:off x="3175" y="2553"/>
              <a:ext cx="1" cy="3"/>
            </a:xfrm>
            <a:custGeom>
              <a:avLst/>
              <a:ahLst/>
              <a:rect l="0" t="0" r="r" b="b"/>
              <a:pathLst>
                <a:path w="5" h="27">
                  <a:moveTo>
                    <a:pt x="5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35" name=""/>
            <p:cNvSpPr/>
            <p:nvPr/>
          </p:nvSpPr>
          <p:spPr>
            <a:xfrm rot="0" flipH="1">
              <a:off x="3175" y="25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36" name=""/>
            <p:cNvSpPr/>
            <p:nvPr/>
          </p:nvSpPr>
          <p:spPr>
            <a:xfrm rot="0">
              <a:off x="3169" y="2553"/>
              <a:ext cx="7" cy="7"/>
            </a:xfrm>
            <a:custGeom>
              <a:avLst/>
              <a:ahLst/>
              <a:rect l="0" t="0" r="r" b="b"/>
              <a:pathLst>
                <a:path w="62" h="62">
                  <a:moveTo>
                    <a:pt x="62" y="54"/>
                  </a:moveTo>
                  <a:lnTo>
                    <a:pt x="58" y="27"/>
                  </a:lnTo>
                  <a:lnTo>
                    <a:pt x="53" y="0"/>
                  </a:lnTo>
                  <a:lnTo>
                    <a:pt x="0" y="7"/>
                  </a:lnTo>
                  <a:lnTo>
                    <a:pt x="4" y="34"/>
                  </a:lnTo>
                  <a:lnTo>
                    <a:pt x="9" y="62"/>
                  </a:lnTo>
                  <a:lnTo>
                    <a:pt x="6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37" name=""/>
            <p:cNvSpPr/>
            <p:nvPr/>
          </p:nvSpPr>
          <p:spPr>
            <a:xfrm rot="0">
              <a:off x="3169" y="2553"/>
              <a:ext cx="7" cy="7"/>
            </a:xfrm>
            <a:custGeom>
              <a:avLst/>
              <a:ahLst/>
              <a:rect l="0" t="0" r="r" b="b"/>
              <a:pathLst>
                <a:path w="62" h="62">
                  <a:moveTo>
                    <a:pt x="62" y="54"/>
                  </a:moveTo>
                  <a:lnTo>
                    <a:pt x="58" y="27"/>
                  </a:lnTo>
                  <a:lnTo>
                    <a:pt x="53" y="0"/>
                  </a:lnTo>
                  <a:lnTo>
                    <a:pt x="0" y="7"/>
                  </a:lnTo>
                  <a:lnTo>
                    <a:pt x="4" y="34"/>
                  </a:lnTo>
                  <a:lnTo>
                    <a:pt x="9" y="62"/>
                  </a:lnTo>
                  <a:lnTo>
                    <a:pt x="6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38" name=""/>
            <p:cNvSpPr/>
            <p:nvPr/>
          </p:nvSpPr>
          <p:spPr>
            <a:xfrm rot="0">
              <a:off x="3169" y="2554"/>
              <a:ext cx="1" cy="3"/>
            </a:xfrm>
            <a:custGeom>
              <a:avLst/>
              <a:ahLst/>
              <a:rect l="0" t="0" r="r" b="b"/>
              <a:pathLst>
                <a:path w="5" h="27">
                  <a:moveTo>
                    <a:pt x="5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39" name=""/>
            <p:cNvSpPr/>
            <p:nvPr/>
          </p:nvSpPr>
          <p:spPr>
            <a:xfrm rot="0" flipH="1">
              <a:off x="3169" y="2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40" name=""/>
            <p:cNvSpPr/>
            <p:nvPr/>
          </p:nvSpPr>
          <p:spPr>
            <a:xfrm rot="0">
              <a:off x="3163" y="2554"/>
              <a:ext cx="7" cy="7"/>
            </a:xfrm>
            <a:custGeom>
              <a:avLst/>
              <a:ahLst/>
              <a:rect l="0" t="0" r="r" b="b"/>
              <a:pathLst>
                <a:path w="64" h="64">
                  <a:moveTo>
                    <a:pt x="64" y="55"/>
                  </a:moveTo>
                  <a:lnTo>
                    <a:pt x="58" y="27"/>
                  </a:lnTo>
                  <a:lnTo>
                    <a:pt x="53" y="0"/>
                  </a:lnTo>
                  <a:lnTo>
                    <a:pt x="0" y="10"/>
                  </a:lnTo>
                  <a:lnTo>
                    <a:pt x="5" y="37"/>
                  </a:lnTo>
                  <a:lnTo>
                    <a:pt x="11" y="64"/>
                  </a:lnTo>
                  <a:lnTo>
                    <a:pt x="6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41" name=""/>
            <p:cNvSpPr/>
            <p:nvPr/>
          </p:nvSpPr>
          <p:spPr>
            <a:xfrm rot="0">
              <a:off x="3163" y="2554"/>
              <a:ext cx="7" cy="7"/>
            </a:xfrm>
            <a:custGeom>
              <a:avLst/>
              <a:ahLst/>
              <a:rect l="0" t="0" r="r" b="b"/>
              <a:pathLst>
                <a:path w="64" h="64">
                  <a:moveTo>
                    <a:pt x="64" y="55"/>
                  </a:moveTo>
                  <a:lnTo>
                    <a:pt x="58" y="27"/>
                  </a:lnTo>
                  <a:lnTo>
                    <a:pt x="53" y="0"/>
                  </a:lnTo>
                  <a:lnTo>
                    <a:pt x="0" y="10"/>
                  </a:lnTo>
                  <a:lnTo>
                    <a:pt x="5" y="37"/>
                  </a:lnTo>
                  <a:lnTo>
                    <a:pt x="11" y="64"/>
                  </a:lnTo>
                  <a:lnTo>
                    <a:pt x="6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42" name=""/>
            <p:cNvSpPr/>
            <p:nvPr/>
          </p:nvSpPr>
          <p:spPr>
            <a:xfrm rot="0">
              <a:off x="3163" y="2555"/>
              <a:ext cx="1" cy="3"/>
            </a:xfrm>
            <a:custGeom>
              <a:avLst/>
              <a:ahLst/>
              <a:rect l="0" t="0" r="r" b="b"/>
              <a:pathLst>
                <a:path w="6" h="27">
                  <a:moveTo>
                    <a:pt x="6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43" name=""/>
            <p:cNvSpPr/>
            <p:nvPr/>
          </p:nvSpPr>
          <p:spPr>
            <a:xfrm rot="0" flipH="1">
              <a:off x="3163" y="2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44" name=""/>
            <p:cNvSpPr/>
            <p:nvPr/>
          </p:nvSpPr>
          <p:spPr>
            <a:xfrm rot="0">
              <a:off x="3157" y="2555"/>
              <a:ext cx="7" cy="7"/>
            </a:xfrm>
            <a:custGeom>
              <a:avLst/>
              <a:ahLst/>
              <a:rect l="0" t="0" r="r" b="b"/>
              <a:pathLst>
                <a:path w="66" h="67">
                  <a:moveTo>
                    <a:pt x="66" y="54"/>
                  </a:moveTo>
                  <a:lnTo>
                    <a:pt x="59" y="27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7" y="40"/>
                  </a:lnTo>
                  <a:lnTo>
                    <a:pt x="14" y="67"/>
                  </a:lnTo>
                  <a:lnTo>
                    <a:pt x="66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45" name=""/>
            <p:cNvSpPr/>
            <p:nvPr/>
          </p:nvSpPr>
          <p:spPr>
            <a:xfrm rot="0">
              <a:off x="3157" y="2555"/>
              <a:ext cx="7" cy="7"/>
            </a:xfrm>
            <a:custGeom>
              <a:avLst/>
              <a:ahLst/>
              <a:rect l="0" t="0" r="r" b="b"/>
              <a:pathLst>
                <a:path w="66" h="67">
                  <a:moveTo>
                    <a:pt x="66" y="54"/>
                  </a:moveTo>
                  <a:lnTo>
                    <a:pt x="59" y="27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7" y="40"/>
                  </a:lnTo>
                  <a:lnTo>
                    <a:pt x="14" y="67"/>
                  </a:lnTo>
                  <a:lnTo>
                    <a:pt x="66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46" name=""/>
            <p:cNvSpPr/>
            <p:nvPr/>
          </p:nvSpPr>
          <p:spPr>
            <a:xfrm rot="0">
              <a:off x="3157" y="2556"/>
              <a:ext cx="1" cy="3"/>
            </a:xfrm>
            <a:custGeom>
              <a:avLst/>
              <a:ahLst/>
              <a:rect l="0" t="0" r="r" b="b"/>
              <a:pathLst>
                <a:path w="8" h="27">
                  <a:moveTo>
                    <a:pt x="8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47" name=""/>
            <p:cNvSpPr/>
            <p:nvPr/>
          </p:nvSpPr>
          <p:spPr>
            <a:xfrm rot="0" flipH="1">
              <a:off x="3157" y="25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48" name=""/>
            <p:cNvSpPr/>
            <p:nvPr/>
          </p:nvSpPr>
          <p:spPr>
            <a:xfrm rot="0">
              <a:off x="3151" y="2556"/>
              <a:ext cx="8" cy="8"/>
            </a:xfrm>
            <a:custGeom>
              <a:avLst/>
              <a:ahLst/>
              <a:rect l="0" t="0" r="r" b="b"/>
              <a:pathLst>
                <a:path w="67" h="69">
                  <a:moveTo>
                    <a:pt x="67" y="54"/>
                  </a:moveTo>
                  <a:lnTo>
                    <a:pt x="59" y="27"/>
                  </a:lnTo>
                  <a:lnTo>
                    <a:pt x="51" y="0"/>
                  </a:lnTo>
                  <a:lnTo>
                    <a:pt x="0" y="14"/>
                  </a:lnTo>
                  <a:lnTo>
                    <a:pt x="8" y="41"/>
                  </a:lnTo>
                  <a:lnTo>
                    <a:pt x="16" y="69"/>
                  </a:lnTo>
                  <a:lnTo>
                    <a:pt x="67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49" name=""/>
            <p:cNvSpPr/>
            <p:nvPr/>
          </p:nvSpPr>
          <p:spPr>
            <a:xfrm rot="0">
              <a:off x="3151" y="2556"/>
              <a:ext cx="8" cy="8"/>
            </a:xfrm>
            <a:custGeom>
              <a:avLst/>
              <a:ahLst/>
              <a:rect l="0" t="0" r="r" b="b"/>
              <a:pathLst>
                <a:path w="67" h="69">
                  <a:moveTo>
                    <a:pt x="67" y="54"/>
                  </a:moveTo>
                  <a:lnTo>
                    <a:pt x="59" y="27"/>
                  </a:lnTo>
                  <a:lnTo>
                    <a:pt x="51" y="0"/>
                  </a:lnTo>
                  <a:lnTo>
                    <a:pt x="0" y="14"/>
                  </a:lnTo>
                  <a:lnTo>
                    <a:pt x="8" y="41"/>
                  </a:lnTo>
                  <a:lnTo>
                    <a:pt x="16" y="69"/>
                  </a:lnTo>
                  <a:lnTo>
                    <a:pt x="6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50" name=""/>
            <p:cNvSpPr/>
            <p:nvPr/>
          </p:nvSpPr>
          <p:spPr>
            <a:xfrm rot="0">
              <a:off x="3151" y="2558"/>
              <a:ext cx="1" cy="3"/>
            </a:xfrm>
            <a:custGeom>
              <a:avLst/>
              <a:ahLst/>
              <a:rect l="0" t="0" r="r" b="b"/>
              <a:pathLst>
                <a:path w="9" h="27">
                  <a:moveTo>
                    <a:pt x="9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9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51" name=""/>
            <p:cNvSpPr/>
            <p:nvPr/>
          </p:nvSpPr>
          <p:spPr>
            <a:xfrm rot="0" flipH="1">
              <a:off x="3151" y="25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52" name=""/>
            <p:cNvSpPr/>
            <p:nvPr/>
          </p:nvSpPr>
          <p:spPr>
            <a:xfrm rot="0">
              <a:off x="3146" y="2558"/>
              <a:ext cx="7" cy="8"/>
            </a:xfrm>
            <a:custGeom>
              <a:avLst/>
              <a:ahLst/>
              <a:rect l="0" t="0" r="r" b="b"/>
              <a:pathLst>
                <a:path w="69" h="70">
                  <a:moveTo>
                    <a:pt x="69" y="52"/>
                  </a:moveTo>
                  <a:lnTo>
                    <a:pt x="60" y="26"/>
                  </a:lnTo>
                  <a:lnTo>
                    <a:pt x="51" y="0"/>
                  </a:lnTo>
                  <a:lnTo>
                    <a:pt x="0" y="18"/>
                  </a:lnTo>
                  <a:lnTo>
                    <a:pt x="9" y="44"/>
                  </a:lnTo>
                  <a:lnTo>
                    <a:pt x="18" y="70"/>
                  </a:lnTo>
                  <a:lnTo>
                    <a:pt x="6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53" name=""/>
            <p:cNvSpPr/>
            <p:nvPr/>
          </p:nvSpPr>
          <p:spPr>
            <a:xfrm rot="0">
              <a:off x="3146" y="2558"/>
              <a:ext cx="7" cy="8"/>
            </a:xfrm>
            <a:custGeom>
              <a:avLst/>
              <a:ahLst/>
              <a:rect l="0" t="0" r="r" b="b"/>
              <a:pathLst>
                <a:path w="69" h="70">
                  <a:moveTo>
                    <a:pt x="69" y="52"/>
                  </a:moveTo>
                  <a:lnTo>
                    <a:pt x="60" y="26"/>
                  </a:lnTo>
                  <a:lnTo>
                    <a:pt x="51" y="0"/>
                  </a:lnTo>
                  <a:lnTo>
                    <a:pt x="0" y="18"/>
                  </a:lnTo>
                  <a:lnTo>
                    <a:pt x="9" y="44"/>
                  </a:lnTo>
                  <a:lnTo>
                    <a:pt x="18" y="70"/>
                  </a:lnTo>
                  <a:lnTo>
                    <a:pt x="6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54" name=""/>
            <p:cNvSpPr/>
            <p:nvPr/>
          </p:nvSpPr>
          <p:spPr>
            <a:xfrm rot="0">
              <a:off x="3145" y="2560"/>
              <a:ext cx="2" cy="3"/>
            </a:xfrm>
            <a:custGeom>
              <a:avLst/>
              <a:ahLst/>
              <a:rect l="0" t="0" r="r" b="b"/>
              <a:pathLst>
                <a:path w="10" h="26">
                  <a:moveTo>
                    <a:pt x="10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55" name=""/>
            <p:cNvSpPr/>
            <p:nvPr/>
          </p:nvSpPr>
          <p:spPr>
            <a:xfrm rot="0" flipH="1">
              <a:off x="3145" y="2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56" name=""/>
            <p:cNvSpPr/>
            <p:nvPr/>
          </p:nvSpPr>
          <p:spPr>
            <a:xfrm rot="0">
              <a:off x="3140" y="2560"/>
              <a:ext cx="8" cy="8"/>
            </a:xfrm>
            <a:custGeom>
              <a:avLst/>
              <a:ahLst/>
              <a:rect l="0" t="0" r="r" b="b"/>
              <a:pathLst>
                <a:path w="71" h="71">
                  <a:moveTo>
                    <a:pt x="71" y="52"/>
                  </a:moveTo>
                  <a:lnTo>
                    <a:pt x="61" y="26"/>
                  </a:lnTo>
                  <a:lnTo>
                    <a:pt x="51" y="0"/>
                  </a:lnTo>
                  <a:lnTo>
                    <a:pt x="0" y="19"/>
                  </a:lnTo>
                  <a:lnTo>
                    <a:pt x="10" y="45"/>
                  </a:lnTo>
                  <a:lnTo>
                    <a:pt x="20" y="71"/>
                  </a:lnTo>
                  <a:lnTo>
                    <a:pt x="7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57" name=""/>
            <p:cNvSpPr/>
            <p:nvPr/>
          </p:nvSpPr>
          <p:spPr>
            <a:xfrm rot="0">
              <a:off x="3140" y="2560"/>
              <a:ext cx="8" cy="8"/>
            </a:xfrm>
            <a:custGeom>
              <a:avLst/>
              <a:ahLst/>
              <a:rect l="0" t="0" r="r" b="b"/>
              <a:pathLst>
                <a:path w="71" h="71">
                  <a:moveTo>
                    <a:pt x="71" y="52"/>
                  </a:moveTo>
                  <a:lnTo>
                    <a:pt x="61" y="26"/>
                  </a:lnTo>
                  <a:lnTo>
                    <a:pt x="51" y="0"/>
                  </a:lnTo>
                  <a:lnTo>
                    <a:pt x="0" y="19"/>
                  </a:lnTo>
                  <a:lnTo>
                    <a:pt x="10" y="45"/>
                  </a:lnTo>
                  <a:lnTo>
                    <a:pt x="20" y="71"/>
                  </a:lnTo>
                  <a:lnTo>
                    <a:pt x="7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58" name=""/>
            <p:cNvSpPr/>
            <p:nvPr/>
          </p:nvSpPr>
          <p:spPr>
            <a:xfrm rot="0">
              <a:off x="3140" y="2562"/>
              <a:ext cx="1" cy="3"/>
            </a:xfrm>
            <a:custGeom>
              <a:avLst/>
              <a:ahLst/>
              <a:rect l="0" t="0" r="r" b="b"/>
              <a:pathLst>
                <a:path w="11" h="26">
                  <a:moveTo>
                    <a:pt x="11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59" name=""/>
            <p:cNvSpPr/>
            <p:nvPr/>
          </p:nvSpPr>
          <p:spPr>
            <a:xfrm rot="0" flipH="1">
              <a:off x="3140" y="2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60" name=""/>
            <p:cNvSpPr/>
            <p:nvPr/>
          </p:nvSpPr>
          <p:spPr>
            <a:xfrm rot="0">
              <a:off x="3134" y="2562"/>
              <a:ext cx="8" cy="8"/>
            </a:xfrm>
            <a:custGeom>
              <a:avLst/>
              <a:ahLst/>
              <a:rect l="0" t="0" r="r" b="b"/>
              <a:pathLst>
                <a:path w="71" h="72">
                  <a:moveTo>
                    <a:pt x="71" y="50"/>
                  </a:moveTo>
                  <a:lnTo>
                    <a:pt x="60" y="25"/>
                  </a:lnTo>
                  <a:lnTo>
                    <a:pt x="49" y="0"/>
                  </a:lnTo>
                  <a:lnTo>
                    <a:pt x="0" y="22"/>
                  </a:lnTo>
                  <a:lnTo>
                    <a:pt x="11" y="47"/>
                  </a:lnTo>
                  <a:lnTo>
                    <a:pt x="22" y="72"/>
                  </a:lnTo>
                  <a:lnTo>
                    <a:pt x="7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61" name=""/>
            <p:cNvSpPr/>
            <p:nvPr/>
          </p:nvSpPr>
          <p:spPr>
            <a:xfrm rot="0">
              <a:off x="3134" y="2562"/>
              <a:ext cx="8" cy="8"/>
            </a:xfrm>
            <a:custGeom>
              <a:avLst/>
              <a:ahLst/>
              <a:rect l="0" t="0" r="r" b="b"/>
              <a:pathLst>
                <a:path w="71" h="72">
                  <a:moveTo>
                    <a:pt x="71" y="50"/>
                  </a:moveTo>
                  <a:lnTo>
                    <a:pt x="60" y="25"/>
                  </a:lnTo>
                  <a:lnTo>
                    <a:pt x="49" y="0"/>
                  </a:lnTo>
                  <a:lnTo>
                    <a:pt x="0" y="22"/>
                  </a:lnTo>
                  <a:lnTo>
                    <a:pt x="11" y="47"/>
                  </a:lnTo>
                  <a:lnTo>
                    <a:pt x="22" y="72"/>
                  </a:lnTo>
                  <a:lnTo>
                    <a:pt x="7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62" name=""/>
            <p:cNvSpPr/>
            <p:nvPr/>
          </p:nvSpPr>
          <p:spPr>
            <a:xfrm rot="0">
              <a:off x="3134" y="2565"/>
              <a:ext cx="1" cy="2"/>
            </a:xfrm>
            <a:custGeom>
              <a:avLst/>
              <a:ahLst/>
              <a:rect l="0" t="0" r="r" b="b"/>
              <a:pathLst>
                <a:path w="12" h="25">
                  <a:moveTo>
                    <a:pt x="12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63" name=""/>
            <p:cNvSpPr/>
            <p:nvPr/>
          </p:nvSpPr>
          <p:spPr>
            <a:xfrm rot="0" flipH="1">
              <a:off x="3134" y="25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64" name=""/>
            <p:cNvSpPr/>
            <p:nvPr/>
          </p:nvSpPr>
          <p:spPr>
            <a:xfrm rot="0">
              <a:off x="3129" y="2565"/>
              <a:ext cx="8" cy="8"/>
            </a:xfrm>
            <a:custGeom>
              <a:avLst/>
              <a:ahLst/>
              <a:rect l="0" t="0" r="r" b="b"/>
              <a:pathLst>
                <a:path w="72" h="74">
                  <a:moveTo>
                    <a:pt x="72" y="50"/>
                  </a:moveTo>
                  <a:lnTo>
                    <a:pt x="60" y="25"/>
                  </a:lnTo>
                  <a:lnTo>
                    <a:pt x="48" y="0"/>
                  </a:lnTo>
                  <a:lnTo>
                    <a:pt x="0" y="24"/>
                  </a:lnTo>
                  <a:lnTo>
                    <a:pt x="12" y="49"/>
                  </a:lnTo>
                  <a:lnTo>
                    <a:pt x="24" y="74"/>
                  </a:lnTo>
                  <a:lnTo>
                    <a:pt x="72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65" name=""/>
            <p:cNvSpPr/>
            <p:nvPr/>
          </p:nvSpPr>
          <p:spPr>
            <a:xfrm rot="0">
              <a:off x="3129" y="2565"/>
              <a:ext cx="8" cy="8"/>
            </a:xfrm>
            <a:custGeom>
              <a:avLst/>
              <a:ahLst/>
              <a:rect l="0" t="0" r="r" b="b"/>
              <a:pathLst>
                <a:path w="72" h="74">
                  <a:moveTo>
                    <a:pt x="72" y="50"/>
                  </a:moveTo>
                  <a:lnTo>
                    <a:pt x="60" y="25"/>
                  </a:lnTo>
                  <a:lnTo>
                    <a:pt x="48" y="0"/>
                  </a:lnTo>
                  <a:lnTo>
                    <a:pt x="0" y="24"/>
                  </a:lnTo>
                  <a:lnTo>
                    <a:pt x="12" y="49"/>
                  </a:lnTo>
                  <a:lnTo>
                    <a:pt x="24" y="74"/>
                  </a:lnTo>
                  <a:lnTo>
                    <a:pt x="72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66" name=""/>
            <p:cNvSpPr/>
            <p:nvPr/>
          </p:nvSpPr>
          <p:spPr>
            <a:xfrm rot="0">
              <a:off x="3129" y="2567"/>
              <a:ext cx="1" cy="3"/>
            </a:xfrm>
            <a:custGeom>
              <a:avLst/>
              <a:ahLst/>
              <a:rect l="0" t="0" r="r" b="b"/>
              <a:pathLst>
                <a:path w="14" h="25">
                  <a:moveTo>
                    <a:pt x="14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67" name=""/>
            <p:cNvSpPr/>
            <p:nvPr/>
          </p:nvSpPr>
          <p:spPr>
            <a:xfrm rot="0" flipH="1">
              <a:off x="3129" y="25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68" name=""/>
            <p:cNvSpPr/>
            <p:nvPr/>
          </p:nvSpPr>
          <p:spPr>
            <a:xfrm rot="0">
              <a:off x="3123" y="2567"/>
              <a:ext cx="9" cy="9"/>
            </a:xfrm>
            <a:custGeom>
              <a:avLst/>
              <a:ahLst/>
              <a:rect l="0" t="0" r="r" b="b"/>
              <a:pathLst>
                <a:path w="76" h="75">
                  <a:moveTo>
                    <a:pt x="76" y="48"/>
                  </a:moveTo>
                  <a:lnTo>
                    <a:pt x="62" y="24"/>
                  </a:lnTo>
                  <a:lnTo>
                    <a:pt x="48" y="0"/>
                  </a:lnTo>
                  <a:lnTo>
                    <a:pt x="0" y="27"/>
                  </a:lnTo>
                  <a:lnTo>
                    <a:pt x="14" y="51"/>
                  </a:lnTo>
                  <a:lnTo>
                    <a:pt x="29" y="75"/>
                  </a:lnTo>
                  <a:lnTo>
                    <a:pt x="76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69" name=""/>
            <p:cNvSpPr/>
            <p:nvPr/>
          </p:nvSpPr>
          <p:spPr>
            <a:xfrm rot="0">
              <a:off x="3123" y="2567"/>
              <a:ext cx="9" cy="9"/>
            </a:xfrm>
            <a:custGeom>
              <a:avLst/>
              <a:ahLst/>
              <a:rect l="0" t="0" r="r" b="b"/>
              <a:pathLst>
                <a:path w="76" h="75">
                  <a:moveTo>
                    <a:pt x="76" y="48"/>
                  </a:moveTo>
                  <a:lnTo>
                    <a:pt x="62" y="24"/>
                  </a:lnTo>
                  <a:lnTo>
                    <a:pt x="48" y="0"/>
                  </a:lnTo>
                  <a:lnTo>
                    <a:pt x="0" y="27"/>
                  </a:lnTo>
                  <a:lnTo>
                    <a:pt x="14" y="51"/>
                  </a:lnTo>
                  <a:lnTo>
                    <a:pt x="29" y="75"/>
                  </a:lnTo>
                  <a:lnTo>
                    <a:pt x="76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70" name=""/>
            <p:cNvSpPr/>
            <p:nvPr/>
          </p:nvSpPr>
          <p:spPr>
            <a:xfrm rot="0">
              <a:off x="3123" y="2570"/>
              <a:ext cx="2" cy="3"/>
            </a:xfrm>
            <a:custGeom>
              <a:avLst/>
              <a:ahLst/>
              <a:rect l="0" t="0" r="r" b="b"/>
              <a:pathLst>
                <a:path w="14" h="24">
                  <a:moveTo>
                    <a:pt x="14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71" name=""/>
            <p:cNvSpPr/>
            <p:nvPr/>
          </p:nvSpPr>
          <p:spPr>
            <a:xfrm rot="0">
              <a:off x="3123" y="25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72" name=""/>
            <p:cNvSpPr/>
            <p:nvPr/>
          </p:nvSpPr>
          <p:spPr>
            <a:xfrm rot="0">
              <a:off x="3118" y="2570"/>
              <a:ext cx="8" cy="9"/>
            </a:xfrm>
            <a:custGeom>
              <a:avLst/>
              <a:ahLst/>
              <a:rect l="0" t="0" r="r" b="b"/>
              <a:pathLst>
                <a:path w="74" h="76">
                  <a:moveTo>
                    <a:pt x="74" y="48"/>
                  </a:moveTo>
                  <a:lnTo>
                    <a:pt x="59" y="24"/>
                  </a:lnTo>
                  <a:lnTo>
                    <a:pt x="45" y="0"/>
                  </a:lnTo>
                  <a:lnTo>
                    <a:pt x="0" y="28"/>
                  </a:lnTo>
                  <a:lnTo>
                    <a:pt x="14" y="52"/>
                  </a:lnTo>
                  <a:lnTo>
                    <a:pt x="28" y="76"/>
                  </a:lnTo>
                  <a:lnTo>
                    <a:pt x="74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73" name=""/>
            <p:cNvSpPr/>
            <p:nvPr/>
          </p:nvSpPr>
          <p:spPr>
            <a:xfrm rot="0">
              <a:off x="3118" y="2570"/>
              <a:ext cx="8" cy="9"/>
            </a:xfrm>
            <a:custGeom>
              <a:avLst/>
              <a:ahLst/>
              <a:rect l="0" t="0" r="r" b="b"/>
              <a:pathLst>
                <a:path w="74" h="76">
                  <a:moveTo>
                    <a:pt x="74" y="48"/>
                  </a:moveTo>
                  <a:lnTo>
                    <a:pt x="59" y="24"/>
                  </a:lnTo>
                  <a:lnTo>
                    <a:pt x="45" y="0"/>
                  </a:lnTo>
                  <a:lnTo>
                    <a:pt x="0" y="28"/>
                  </a:lnTo>
                  <a:lnTo>
                    <a:pt x="14" y="52"/>
                  </a:lnTo>
                  <a:lnTo>
                    <a:pt x="28" y="76"/>
                  </a:lnTo>
                  <a:lnTo>
                    <a:pt x="74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74" name=""/>
            <p:cNvSpPr/>
            <p:nvPr/>
          </p:nvSpPr>
          <p:spPr>
            <a:xfrm rot="0">
              <a:off x="3118" y="2574"/>
              <a:ext cx="2" cy="2"/>
            </a:xfrm>
            <a:custGeom>
              <a:avLst/>
              <a:ahLst/>
              <a:rect l="0" t="0" r="r" b="b"/>
              <a:pathLst>
                <a:path w="15" h="24">
                  <a:moveTo>
                    <a:pt x="15" y="2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75" name=""/>
            <p:cNvSpPr/>
            <p:nvPr/>
          </p:nvSpPr>
          <p:spPr>
            <a:xfrm rot="0" flipH="1">
              <a:off x="3118" y="25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76" name=""/>
            <p:cNvSpPr/>
            <p:nvPr/>
          </p:nvSpPr>
          <p:spPr>
            <a:xfrm rot="0">
              <a:off x="3113" y="2574"/>
              <a:ext cx="8" cy="8"/>
            </a:xfrm>
            <a:custGeom>
              <a:avLst/>
              <a:ahLst/>
              <a:rect l="0" t="0" r="r" b="b"/>
              <a:pathLst>
                <a:path w="75" h="76">
                  <a:moveTo>
                    <a:pt x="75" y="45"/>
                  </a:moveTo>
                  <a:lnTo>
                    <a:pt x="60" y="22"/>
                  </a:lnTo>
                  <a:lnTo>
                    <a:pt x="45" y="0"/>
                  </a:lnTo>
                  <a:lnTo>
                    <a:pt x="0" y="30"/>
                  </a:lnTo>
                  <a:lnTo>
                    <a:pt x="15" y="53"/>
                  </a:lnTo>
                  <a:lnTo>
                    <a:pt x="31" y="76"/>
                  </a:lnTo>
                  <a:lnTo>
                    <a:pt x="7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77" name=""/>
            <p:cNvSpPr/>
            <p:nvPr/>
          </p:nvSpPr>
          <p:spPr>
            <a:xfrm rot="0">
              <a:off x="3113" y="2574"/>
              <a:ext cx="8" cy="8"/>
            </a:xfrm>
            <a:custGeom>
              <a:avLst/>
              <a:ahLst/>
              <a:rect l="0" t="0" r="r" b="b"/>
              <a:pathLst>
                <a:path w="75" h="76">
                  <a:moveTo>
                    <a:pt x="75" y="45"/>
                  </a:moveTo>
                  <a:lnTo>
                    <a:pt x="60" y="22"/>
                  </a:lnTo>
                  <a:lnTo>
                    <a:pt x="45" y="0"/>
                  </a:lnTo>
                  <a:lnTo>
                    <a:pt x="0" y="30"/>
                  </a:lnTo>
                  <a:lnTo>
                    <a:pt x="15" y="53"/>
                  </a:lnTo>
                  <a:lnTo>
                    <a:pt x="31" y="76"/>
                  </a:lnTo>
                  <a:lnTo>
                    <a:pt x="7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78" name=""/>
            <p:cNvSpPr/>
            <p:nvPr/>
          </p:nvSpPr>
          <p:spPr>
            <a:xfrm rot="0">
              <a:off x="3113" y="2577"/>
              <a:ext cx="2" cy="3"/>
            </a:xfrm>
            <a:custGeom>
              <a:avLst/>
              <a:ahLst/>
              <a:rect l="0" t="0" r="r" b="b"/>
              <a:pathLst>
                <a:path w="17" h="23">
                  <a:moveTo>
                    <a:pt x="17" y="2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79" name=""/>
            <p:cNvSpPr/>
            <p:nvPr/>
          </p:nvSpPr>
          <p:spPr>
            <a:xfrm rot="0" flipH="1">
              <a:off x="3113" y="25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80" name=""/>
            <p:cNvSpPr/>
            <p:nvPr/>
          </p:nvSpPr>
          <p:spPr>
            <a:xfrm rot="0">
              <a:off x="3108" y="2577"/>
              <a:ext cx="9" cy="9"/>
            </a:xfrm>
            <a:custGeom>
              <a:avLst/>
              <a:ahLst/>
              <a:rect l="0" t="0" r="r" b="b"/>
              <a:pathLst>
                <a:path w="77" h="76">
                  <a:moveTo>
                    <a:pt x="77" y="43"/>
                  </a:moveTo>
                  <a:lnTo>
                    <a:pt x="59" y="22"/>
                  </a:lnTo>
                  <a:lnTo>
                    <a:pt x="42" y="0"/>
                  </a:lnTo>
                  <a:lnTo>
                    <a:pt x="0" y="33"/>
                  </a:lnTo>
                  <a:lnTo>
                    <a:pt x="17" y="54"/>
                  </a:lnTo>
                  <a:lnTo>
                    <a:pt x="34" y="76"/>
                  </a:lnTo>
                  <a:lnTo>
                    <a:pt x="7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81" name=""/>
            <p:cNvSpPr/>
            <p:nvPr/>
          </p:nvSpPr>
          <p:spPr>
            <a:xfrm rot="0">
              <a:off x="3108" y="2577"/>
              <a:ext cx="9" cy="9"/>
            </a:xfrm>
            <a:custGeom>
              <a:avLst/>
              <a:ahLst/>
              <a:rect l="0" t="0" r="r" b="b"/>
              <a:pathLst>
                <a:path w="77" h="76">
                  <a:moveTo>
                    <a:pt x="77" y="43"/>
                  </a:moveTo>
                  <a:lnTo>
                    <a:pt x="59" y="22"/>
                  </a:lnTo>
                  <a:lnTo>
                    <a:pt x="42" y="0"/>
                  </a:lnTo>
                  <a:lnTo>
                    <a:pt x="0" y="33"/>
                  </a:lnTo>
                  <a:lnTo>
                    <a:pt x="17" y="54"/>
                  </a:lnTo>
                  <a:lnTo>
                    <a:pt x="34" y="76"/>
                  </a:lnTo>
                  <a:lnTo>
                    <a:pt x="7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82" name=""/>
            <p:cNvSpPr/>
            <p:nvPr/>
          </p:nvSpPr>
          <p:spPr>
            <a:xfrm rot="0">
              <a:off x="3108" y="2581"/>
              <a:ext cx="2" cy="2"/>
            </a:xfrm>
            <a:custGeom>
              <a:avLst/>
              <a:ahLst/>
              <a:rect l="0" t="0" r="r" b="b"/>
              <a:pathLst>
                <a:path w="17" h="21">
                  <a:moveTo>
                    <a:pt x="17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83" name=""/>
            <p:cNvSpPr/>
            <p:nvPr/>
          </p:nvSpPr>
          <p:spPr>
            <a:xfrm rot="0">
              <a:off x="3108" y="25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84" name=""/>
            <p:cNvSpPr/>
            <p:nvPr/>
          </p:nvSpPr>
          <p:spPr>
            <a:xfrm rot="0">
              <a:off x="3104" y="2581"/>
              <a:ext cx="8" cy="9"/>
            </a:xfrm>
            <a:custGeom>
              <a:avLst/>
              <a:ahLst/>
              <a:rect l="0" t="0" r="r" b="b"/>
              <a:pathLst>
                <a:path w="76" h="78">
                  <a:moveTo>
                    <a:pt x="76" y="43"/>
                  </a:moveTo>
                  <a:lnTo>
                    <a:pt x="59" y="21"/>
                  </a:lnTo>
                  <a:lnTo>
                    <a:pt x="42" y="0"/>
                  </a:lnTo>
                  <a:lnTo>
                    <a:pt x="0" y="34"/>
                  </a:lnTo>
                  <a:lnTo>
                    <a:pt x="18" y="56"/>
                  </a:lnTo>
                  <a:lnTo>
                    <a:pt x="35" y="78"/>
                  </a:lnTo>
                  <a:lnTo>
                    <a:pt x="7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85" name=""/>
            <p:cNvSpPr/>
            <p:nvPr/>
          </p:nvSpPr>
          <p:spPr>
            <a:xfrm rot="0">
              <a:off x="3104" y="2581"/>
              <a:ext cx="8" cy="9"/>
            </a:xfrm>
            <a:custGeom>
              <a:avLst/>
              <a:ahLst/>
              <a:rect l="0" t="0" r="r" b="b"/>
              <a:pathLst>
                <a:path w="76" h="78">
                  <a:moveTo>
                    <a:pt x="76" y="43"/>
                  </a:moveTo>
                  <a:lnTo>
                    <a:pt x="59" y="21"/>
                  </a:lnTo>
                  <a:lnTo>
                    <a:pt x="42" y="0"/>
                  </a:lnTo>
                  <a:lnTo>
                    <a:pt x="0" y="34"/>
                  </a:lnTo>
                  <a:lnTo>
                    <a:pt x="18" y="56"/>
                  </a:lnTo>
                  <a:lnTo>
                    <a:pt x="35" y="78"/>
                  </a:lnTo>
                  <a:lnTo>
                    <a:pt x="7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86" name=""/>
            <p:cNvSpPr/>
            <p:nvPr/>
          </p:nvSpPr>
          <p:spPr>
            <a:xfrm rot="0">
              <a:off x="3103" y="2585"/>
              <a:ext cx="3" cy="2"/>
            </a:xfrm>
            <a:custGeom>
              <a:avLst/>
              <a:ahLst/>
              <a:rect l="0" t="0" r="r" b="b"/>
              <a:pathLst>
                <a:path w="19" h="22">
                  <a:moveTo>
                    <a:pt x="19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87" name=""/>
            <p:cNvSpPr/>
            <p:nvPr/>
          </p:nvSpPr>
          <p:spPr>
            <a:xfrm rot="0" flipH="1">
              <a:off x="3103" y="2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88" name=""/>
            <p:cNvSpPr/>
            <p:nvPr/>
          </p:nvSpPr>
          <p:spPr>
            <a:xfrm rot="0">
              <a:off x="3099" y="2585"/>
              <a:ext cx="9" cy="8"/>
            </a:xfrm>
            <a:custGeom>
              <a:avLst/>
              <a:ahLst/>
              <a:rect l="0" t="0" r="r" b="b"/>
              <a:pathLst>
                <a:path w="77" h="78">
                  <a:moveTo>
                    <a:pt x="77" y="42"/>
                  </a:moveTo>
                  <a:lnTo>
                    <a:pt x="59" y="21"/>
                  </a:lnTo>
                  <a:lnTo>
                    <a:pt x="40" y="0"/>
                  </a:lnTo>
                  <a:lnTo>
                    <a:pt x="0" y="36"/>
                  </a:lnTo>
                  <a:lnTo>
                    <a:pt x="19" y="57"/>
                  </a:lnTo>
                  <a:lnTo>
                    <a:pt x="37" y="78"/>
                  </a:lnTo>
                  <a:lnTo>
                    <a:pt x="7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89" name=""/>
            <p:cNvSpPr/>
            <p:nvPr/>
          </p:nvSpPr>
          <p:spPr>
            <a:xfrm rot="0">
              <a:off x="3099" y="2585"/>
              <a:ext cx="9" cy="8"/>
            </a:xfrm>
            <a:custGeom>
              <a:avLst/>
              <a:ahLst/>
              <a:rect l="0" t="0" r="r" b="b"/>
              <a:pathLst>
                <a:path w="77" h="78">
                  <a:moveTo>
                    <a:pt x="77" y="42"/>
                  </a:moveTo>
                  <a:lnTo>
                    <a:pt x="59" y="21"/>
                  </a:lnTo>
                  <a:lnTo>
                    <a:pt x="40" y="0"/>
                  </a:lnTo>
                  <a:lnTo>
                    <a:pt x="0" y="36"/>
                  </a:lnTo>
                  <a:lnTo>
                    <a:pt x="19" y="57"/>
                  </a:lnTo>
                  <a:lnTo>
                    <a:pt x="37" y="78"/>
                  </a:lnTo>
                  <a:lnTo>
                    <a:pt x="7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90" name=""/>
            <p:cNvSpPr/>
            <p:nvPr/>
          </p:nvSpPr>
          <p:spPr>
            <a:xfrm rot="0">
              <a:off x="3099" y="2589"/>
              <a:ext cx="2" cy="2"/>
            </a:xfrm>
            <a:custGeom>
              <a:avLst/>
              <a:ahLst/>
              <a:rect l="0" t="0" r="r" b="b"/>
              <a:pathLst>
                <a:path w="20" h="21">
                  <a:moveTo>
                    <a:pt x="20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91" name=""/>
            <p:cNvSpPr/>
            <p:nvPr/>
          </p:nvSpPr>
          <p:spPr>
            <a:xfrm rot="0" flipH="1">
              <a:off x="3099" y="2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92" name=""/>
            <p:cNvSpPr/>
            <p:nvPr/>
          </p:nvSpPr>
          <p:spPr>
            <a:xfrm rot="0">
              <a:off x="3095" y="2589"/>
              <a:ext cx="8" cy="8"/>
            </a:xfrm>
            <a:custGeom>
              <a:avLst/>
              <a:ahLst/>
              <a:rect l="0" t="0" r="r" b="b"/>
              <a:pathLst>
                <a:path w="77" h="77">
                  <a:moveTo>
                    <a:pt x="77" y="39"/>
                  </a:moveTo>
                  <a:lnTo>
                    <a:pt x="58" y="20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19" y="58"/>
                  </a:lnTo>
                  <a:lnTo>
                    <a:pt x="39" y="77"/>
                  </a:lnTo>
                  <a:lnTo>
                    <a:pt x="77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93" name=""/>
            <p:cNvSpPr/>
            <p:nvPr/>
          </p:nvSpPr>
          <p:spPr>
            <a:xfrm rot="0">
              <a:off x="3095" y="2589"/>
              <a:ext cx="8" cy="8"/>
            </a:xfrm>
            <a:custGeom>
              <a:avLst/>
              <a:ahLst/>
              <a:rect l="0" t="0" r="r" b="b"/>
              <a:pathLst>
                <a:path w="77" h="77">
                  <a:moveTo>
                    <a:pt x="77" y="39"/>
                  </a:moveTo>
                  <a:lnTo>
                    <a:pt x="58" y="20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19" y="58"/>
                  </a:lnTo>
                  <a:lnTo>
                    <a:pt x="39" y="77"/>
                  </a:lnTo>
                  <a:lnTo>
                    <a:pt x="77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94" name=""/>
            <p:cNvSpPr/>
            <p:nvPr/>
          </p:nvSpPr>
          <p:spPr>
            <a:xfrm rot="0">
              <a:off x="3095" y="2593"/>
              <a:ext cx="2" cy="2"/>
            </a:xfrm>
            <a:custGeom>
              <a:avLst/>
              <a:ahLst/>
              <a:rect l="0" t="0" r="r" b="b"/>
              <a:pathLst>
                <a:path w="20" h="20">
                  <a:moveTo>
                    <a:pt x="20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95" name=""/>
            <p:cNvSpPr/>
            <p:nvPr/>
          </p:nvSpPr>
          <p:spPr>
            <a:xfrm rot="0" flipH="1">
              <a:off x="3095" y="25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96" name=""/>
            <p:cNvSpPr/>
            <p:nvPr/>
          </p:nvSpPr>
          <p:spPr>
            <a:xfrm rot="0">
              <a:off x="3091" y="2593"/>
              <a:ext cx="8" cy="9"/>
            </a:xfrm>
            <a:custGeom>
              <a:avLst/>
              <a:ahLst/>
              <a:rect l="0" t="0" r="r" b="b"/>
              <a:pathLst>
                <a:path w="77" h="78">
                  <a:moveTo>
                    <a:pt x="77" y="37"/>
                  </a:moveTo>
                  <a:lnTo>
                    <a:pt x="56" y="19"/>
                  </a:lnTo>
                  <a:lnTo>
                    <a:pt x="36" y="0"/>
                  </a:lnTo>
                  <a:lnTo>
                    <a:pt x="0" y="41"/>
                  </a:lnTo>
                  <a:lnTo>
                    <a:pt x="21" y="59"/>
                  </a:lnTo>
                  <a:lnTo>
                    <a:pt x="41" y="78"/>
                  </a:lnTo>
                  <a:lnTo>
                    <a:pt x="77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97" name=""/>
            <p:cNvSpPr/>
            <p:nvPr/>
          </p:nvSpPr>
          <p:spPr>
            <a:xfrm rot="0">
              <a:off x="3091" y="2593"/>
              <a:ext cx="8" cy="9"/>
            </a:xfrm>
            <a:custGeom>
              <a:avLst/>
              <a:ahLst/>
              <a:rect l="0" t="0" r="r" b="b"/>
              <a:pathLst>
                <a:path w="77" h="78">
                  <a:moveTo>
                    <a:pt x="77" y="37"/>
                  </a:moveTo>
                  <a:lnTo>
                    <a:pt x="56" y="19"/>
                  </a:lnTo>
                  <a:lnTo>
                    <a:pt x="36" y="0"/>
                  </a:lnTo>
                  <a:lnTo>
                    <a:pt x="0" y="41"/>
                  </a:lnTo>
                  <a:lnTo>
                    <a:pt x="21" y="59"/>
                  </a:lnTo>
                  <a:lnTo>
                    <a:pt x="41" y="78"/>
                  </a:lnTo>
                  <a:lnTo>
                    <a:pt x="77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598" name=""/>
            <p:cNvSpPr/>
            <p:nvPr/>
          </p:nvSpPr>
          <p:spPr>
            <a:xfrm rot="0">
              <a:off x="3090" y="2598"/>
              <a:ext cx="3" cy="2"/>
            </a:xfrm>
            <a:custGeom>
              <a:avLst/>
              <a:ahLst/>
              <a:rect l="0" t="0" r="r" b="b"/>
              <a:pathLst>
                <a:path w="22" h="18">
                  <a:moveTo>
                    <a:pt x="22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599" name=""/>
            <p:cNvSpPr/>
            <p:nvPr/>
          </p:nvSpPr>
          <p:spPr>
            <a:xfrm rot="0" flipH="1">
              <a:off x="3090" y="25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00" name=""/>
            <p:cNvSpPr/>
            <p:nvPr/>
          </p:nvSpPr>
          <p:spPr>
            <a:xfrm rot="0">
              <a:off x="3087" y="2598"/>
              <a:ext cx="8" cy="8"/>
            </a:xfrm>
            <a:custGeom>
              <a:avLst/>
              <a:ahLst/>
              <a:rect l="0" t="0" r="r" b="b"/>
              <a:pathLst>
                <a:path w="78" h="76">
                  <a:moveTo>
                    <a:pt x="78" y="35"/>
                  </a:moveTo>
                  <a:lnTo>
                    <a:pt x="57" y="17"/>
                  </a:lnTo>
                  <a:lnTo>
                    <a:pt x="35" y="0"/>
                  </a:lnTo>
                  <a:lnTo>
                    <a:pt x="0" y="41"/>
                  </a:lnTo>
                  <a:lnTo>
                    <a:pt x="22" y="58"/>
                  </a:lnTo>
                  <a:lnTo>
                    <a:pt x="44" y="76"/>
                  </a:lnTo>
                  <a:lnTo>
                    <a:pt x="78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01" name=""/>
            <p:cNvSpPr/>
            <p:nvPr/>
          </p:nvSpPr>
          <p:spPr>
            <a:xfrm rot="0">
              <a:off x="3087" y="2598"/>
              <a:ext cx="8" cy="8"/>
            </a:xfrm>
            <a:custGeom>
              <a:avLst/>
              <a:ahLst/>
              <a:rect l="0" t="0" r="r" b="b"/>
              <a:pathLst>
                <a:path w="78" h="76">
                  <a:moveTo>
                    <a:pt x="78" y="35"/>
                  </a:moveTo>
                  <a:lnTo>
                    <a:pt x="57" y="17"/>
                  </a:lnTo>
                  <a:lnTo>
                    <a:pt x="35" y="0"/>
                  </a:lnTo>
                  <a:lnTo>
                    <a:pt x="0" y="41"/>
                  </a:lnTo>
                  <a:lnTo>
                    <a:pt x="22" y="58"/>
                  </a:lnTo>
                  <a:lnTo>
                    <a:pt x="44" y="76"/>
                  </a:lnTo>
                  <a:lnTo>
                    <a:pt x="78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02" name=""/>
            <p:cNvSpPr/>
            <p:nvPr/>
          </p:nvSpPr>
          <p:spPr>
            <a:xfrm rot="0">
              <a:off x="3087" y="2602"/>
              <a:ext cx="2" cy="2"/>
            </a:xfrm>
            <a:custGeom>
              <a:avLst/>
              <a:ahLst/>
              <a:rect l="0" t="0" r="r" b="b"/>
              <a:pathLst>
                <a:path w="22" h="17">
                  <a:moveTo>
                    <a:pt x="22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03" name=""/>
            <p:cNvSpPr/>
            <p:nvPr/>
          </p:nvSpPr>
          <p:spPr>
            <a:xfrm rot="0">
              <a:off x="3087" y="26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04" name=""/>
            <p:cNvSpPr/>
            <p:nvPr/>
          </p:nvSpPr>
          <p:spPr>
            <a:xfrm rot="0">
              <a:off x="3083" y="2603"/>
              <a:ext cx="8" cy="8"/>
            </a:xfrm>
            <a:custGeom>
              <a:avLst/>
              <a:ahLst/>
              <a:rect l="0" t="0" r="r" b="b"/>
              <a:pathLst>
                <a:path w="76" h="76">
                  <a:moveTo>
                    <a:pt x="76" y="33"/>
                  </a:moveTo>
                  <a:lnTo>
                    <a:pt x="54" y="16"/>
                  </a:lnTo>
                  <a:lnTo>
                    <a:pt x="32" y="0"/>
                  </a:lnTo>
                  <a:lnTo>
                    <a:pt x="0" y="44"/>
                  </a:lnTo>
                  <a:lnTo>
                    <a:pt x="21" y="60"/>
                  </a:lnTo>
                  <a:lnTo>
                    <a:pt x="43" y="76"/>
                  </a:lnTo>
                  <a:lnTo>
                    <a:pt x="7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05" name=""/>
            <p:cNvSpPr/>
            <p:nvPr/>
          </p:nvSpPr>
          <p:spPr>
            <a:xfrm rot="0">
              <a:off x="3083" y="2603"/>
              <a:ext cx="8" cy="8"/>
            </a:xfrm>
            <a:custGeom>
              <a:avLst/>
              <a:ahLst/>
              <a:rect l="0" t="0" r="r" b="b"/>
              <a:pathLst>
                <a:path w="76" h="76">
                  <a:moveTo>
                    <a:pt x="76" y="33"/>
                  </a:moveTo>
                  <a:lnTo>
                    <a:pt x="54" y="16"/>
                  </a:lnTo>
                  <a:lnTo>
                    <a:pt x="32" y="0"/>
                  </a:lnTo>
                  <a:lnTo>
                    <a:pt x="0" y="44"/>
                  </a:lnTo>
                  <a:lnTo>
                    <a:pt x="21" y="60"/>
                  </a:lnTo>
                  <a:lnTo>
                    <a:pt x="43" y="76"/>
                  </a:lnTo>
                  <a:lnTo>
                    <a:pt x="76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06" name=""/>
            <p:cNvSpPr/>
            <p:nvPr/>
          </p:nvSpPr>
          <p:spPr>
            <a:xfrm rot="0">
              <a:off x="3083" y="2607"/>
              <a:ext cx="2" cy="2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07" name=""/>
            <p:cNvSpPr/>
            <p:nvPr/>
          </p:nvSpPr>
          <p:spPr>
            <a:xfrm rot="0" flipH="1">
              <a:off x="3083" y="2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08" name=""/>
            <p:cNvSpPr/>
            <p:nvPr/>
          </p:nvSpPr>
          <p:spPr>
            <a:xfrm rot="0">
              <a:off x="3079" y="2608"/>
              <a:ext cx="9" cy="8"/>
            </a:xfrm>
            <a:custGeom>
              <a:avLst/>
              <a:ahLst/>
              <a:rect l="0" t="0" r="r" b="b"/>
              <a:pathLst>
                <a:path w="76" h="75">
                  <a:moveTo>
                    <a:pt x="76" y="30"/>
                  </a:moveTo>
                  <a:lnTo>
                    <a:pt x="53" y="15"/>
                  </a:lnTo>
                  <a:lnTo>
                    <a:pt x="31" y="0"/>
                  </a:lnTo>
                  <a:lnTo>
                    <a:pt x="0" y="44"/>
                  </a:lnTo>
                  <a:lnTo>
                    <a:pt x="23" y="59"/>
                  </a:lnTo>
                  <a:lnTo>
                    <a:pt x="46" y="75"/>
                  </a:lnTo>
                  <a:lnTo>
                    <a:pt x="7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09" name=""/>
            <p:cNvSpPr/>
            <p:nvPr/>
          </p:nvSpPr>
          <p:spPr>
            <a:xfrm rot="0">
              <a:off x="3079" y="2608"/>
              <a:ext cx="9" cy="8"/>
            </a:xfrm>
            <a:custGeom>
              <a:avLst/>
              <a:ahLst/>
              <a:rect l="0" t="0" r="r" b="b"/>
              <a:pathLst>
                <a:path w="76" h="75">
                  <a:moveTo>
                    <a:pt x="76" y="30"/>
                  </a:moveTo>
                  <a:lnTo>
                    <a:pt x="53" y="15"/>
                  </a:lnTo>
                  <a:lnTo>
                    <a:pt x="31" y="0"/>
                  </a:lnTo>
                  <a:lnTo>
                    <a:pt x="0" y="44"/>
                  </a:lnTo>
                  <a:lnTo>
                    <a:pt x="23" y="59"/>
                  </a:lnTo>
                  <a:lnTo>
                    <a:pt x="46" y="75"/>
                  </a:lnTo>
                  <a:lnTo>
                    <a:pt x="76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10" name=""/>
            <p:cNvSpPr/>
            <p:nvPr/>
          </p:nvSpPr>
          <p:spPr>
            <a:xfrm rot="0">
              <a:off x="3079" y="2612"/>
              <a:ext cx="3" cy="2"/>
            </a:xfrm>
            <a:custGeom>
              <a:avLst/>
              <a:ahLst/>
              <a:rect l="0" t="0" r="r" b="b"/>
              <a:pathLst>
                <a:path w="24" h="15">
                  <a:moveTo>
                    <a:pt x="24" y="1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11" name=""/>
            <p:cNvSpPr/>
            <p:nvPr/>
          </p:nvSpPr>
          <p:spPr>
            <a:xfrm rot="0" flipH="1">
              <a:off x="3079" y="26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12" name=""/>
            <p:cNvSpPr/>
            <p:nvPr/>
          </p:nvSpPr>
          <p:spPr>
            <a:xfrm rot="0">
              <a:off x="3076" y="2613"/>
              <a:ext cx="9" cy="8"/>
            </a:xfrm>
            <a:custGeom>
              <a:avLst/>
              <a:ahLst/>
              <a:rect l="0" t="0" r="r" b="b"/>
              <a:pathLst>
                <a:path w="76" h="74">
                  <a:moveTo>
                    <a:pt x="76" y="29"/>
                  </a:moveTo>
                  <a:lnTo>
                    <a:pt x="52" y="14"/>
                  </a:lnTo>
                  <a:lnTo>
                    <a:pt x="28" y="0"/>
                  </a:lnTo>
                  <a:lnTo>
                    <a:pt x="0" y="46"/>
                  </a:lnTo>
                  <a:lnTo>
                    <a:pt x="24" y="60"/>
                  </a:lnTo>
                  <a:lnTo>
                    <a:pt x="48" y="74"/>
                  </a:lnTo>
                  <a:lnTo>
                    <a:pt x="76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13" name=""/>
            <p:cNvSpPr/>
            <p:nvPr/>
          </p:nvSpPr>
          <p:spPr>
            <a:xfrm rot="0">
              <a:off x="3076" y="2613"/>
              <a:ext cx="9" cy="8"/>
            </a:xfrm>
            <a:custGeom>
              <a:avLst/>
              <a:ahLst/>
              <a:rect l="0" t="0" r="r" b="b"/>
              <a:pathLst>
                <a:path w="76" h="74">
                  <a:moveTo>
                    <a:pt x="76" y="29"/>
                  </a:moveTo>
                  <a:lnTo>
                    <a:pt x="52" y="14"/>
                  </a:lnTo>
                  <a:lnTo>
                    <a:pt x="28" y="0"/>
                  </a:lnTo>
                  <a:lnTo>
                    <a:pt x="0" y="46"/>
                  </a:lnTo>
                  <a:lnTo>
                    <a:pt x="24" y="60"/>
                  </a:lnTo>
                  <a:lnTo>
                    <a:pt x="48" y="74"/>
                  </a:lnTo>
                  <a:lnTo>
                    <a:pt x="76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14" name=""/>
            <p:cNvSpPr/>
            <p:nvPr/>
          </p:nvSpPr>
          <p:spPr>
            <a:xfrm rot="0">
              <a:off x="3076" y="2618"/>
              <a:ext cx="3" cy="1"/>
            </a:xfrm>
            <a:custGeom>
              <a:avLst/>
              <a:ahLst/>
              <a:rect l="0" t="0" r="r" b="b"/>
              <a:pathLst>
                <a:path w="24" h="14">
                  <a:moveTo>
                    <a:pt x="24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15" name=""/>
            <p:cNvSpPr/>
            <p:nvPr/>
          </p:nvSpPr>
          <p:spPr>
            <a:xfrm rot="0">
              <a:off x="3076" y="26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16" name=""/>
            <p:cNvSpPr/>
            <p:nvPr/>
          </p:nvSpPr>
          <p:spPr>
            <a:xfrm rot="0">
              <a:off x="3073" y="2618"/>
              <a:ext cx="9" cy="8"/>
            </a:xfrm>
            <a:custGeom>
              <a:avLst/>
              <a:ahLst/>
              <a:rect l="0" t="0" r="r" b="b"/>
              <a:pathLst>
                <a:path w="74" h="73">
                  <a:moveTo>
                    <a:pt x="74" y="26"/>
                  </a:moveTo>
                  <a:lnTo>
                    <a:pt x="50" y="13"/>
                  </a:lnTo>
                  <a:lnTo>
                    <a:pt x="26" y="0"/>
                  </a:lnTo>
                  <a:lnTo>
                    <a:pt x="0" y="47"/>
                  </a:lnTo>
                  <a:lnTo>
                    <a:pt x="24" y="60"/>
                  </a:lnTo>
                  <a:lnTo>
                    <a:pt x="48" y="73"/>
                  </a:lnTo>
                  <a:lnTo>
                    <a:pt x="7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17" name=""/>
            <p:cNvSpPr/>
            <p:nvPr/>
          </p:nvSpPr>
          <p:spPr>
            <a:xfrm rot="0">
              <a:off x="3073" y="2618"/>
              <a:ext cx="9" cy="8"/>
            </a:xfrm>
            <a:custGeom>
              <a:avLst/>
              <a:ahLst/>
              <a:rect l="0" t="0" r="r" b="b"/>
              <a:pathLst>
                <a:path w="74" h="73">
                  <a:moveTo>
                    <a:pt x="74" y="26"/>
                  </a:moveTo>
                  <a:lnTo>
                    <a:pt x="50" y="13"/>
                  </a:lnTo>
                  <a:lnTo>
                    <a:pt x="26" y="0"/>
                  </a:lnTo>
                  <a:lnTo>
                    <a:pt x="0" y="47"/>
                  </a:lnTo>
                  <a:lnTo>
                    <a:pt x="24" y="60"/>
                  </a:lnTo>
                  <a:lnTo>
                    <a:pt x="48" y="73"/>
                  </a:lnTo>
                  <a:lnTo>
                    <a:pt x="7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18" name=""/>
            <p:cNvSpPr/>
            <p:nvPr/>
          </p:nvSpPr>
          <p:spPr>
            <a:xfrm rot="0">
              <a:off x="3073" y="2623"/>
              <a:ext cx="3" cy="1"/>
            </a:xfrm>
            <a:custGeom>
              <a:avLst/>
              <a:ahLst/>
              <a:rect l="0" t="0" r="r" b="b"/>
              <a:pathLst>
                <a:path w="25" h="13">
                  <a:moveTo>
                    <a:pt x="25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19" name=""/>
            <p:cNvSpPr/>
            <p:nvPr/>
          </p:nvSpPr>
          <p:spPr>
            <a:xfrm rot="0" flipH="1">
              <a:off x="3073" y="26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20" name=""/>
            <p:cNvSpPr/>
            <p:nvPr/>
          </p:nvSpPr>
          <p:spPr>
            <a:xfrm rot="0">
              <a:off x="3071" y="2623"/>
              <a:ext cx="8" cy="8"/>
            </a:xfrm>
            <a:custGeom>
              <a:avLst/>
              <a:ahLst/>
              <a:rect l="0" t="0" r="r" b="b"/>
              <a:pathLst>
                <a:path w="74" h="73">
                  <a:moveTo>
                    <a:pt x="74" y="24"/>
                  </a:moveTo>
                  <a:lnTo>
                    <a:pt x="49" y="12"/>
                  </a:lnTo>
                  <a:lnTo>
                    <a:pt x="24" y="0"/>
                  </a:lnTo>
                  <a:lnTo>
                    <a:pt x="0" y="49"/>
                  </a:lnTo>
                  <a:lnTo>
                    <a:pt x="25" y="61"/>
                  </a:lnTo>
                  <a:lnTo>
                    <a:pt x="50" y="73"/>
                  </a:lnTo>
                  <a:lnTo>
                    <a:pt x="7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21" name=""/>
            <p:cNvSpPr/>
            <p:nvPr/>
          </p:nvSpPr>
          <p:spPr>
            <a:xfrm rot="0">
              <a:off x="3071" y="2623"/>
              <a:ext cx="8" cy="8"/>
            </a:xfrm>
            <a:custGeom>
              <a:avLst/>
              <a:ahLst/>
              <a:rect l="0" t="0" r="r" b="b"/>
              <a:pathLst>
                <a:path w="74" h="73">
                  <a:moveTo>
                    <a:pt x="74" y="24"/>
                  </a:moveTo>
                  <a:lnTo>
                    <a:pt x="49" y="12"/>
                  </a:lnTo>
                  <a:lnTo>
                    <a:pt x="24" y="0"/>
                  </a:lnTo>
                  <a:lnTo>
                    <a:pt x="0" y="49"/>
                  </a:lnTo>
                  <a:lnTo>
                    <a:pt x="25" y="61"/>
                  </a:lnTo>
                  <a:lnTo>
                    <a:pt x="50" y="73"/>
                  </a:lnTo>
                  <a:lnTo>
                    <a:pt x="74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22" name=""/>
            <p:cNvSpPr/>
            <p:nvPr/>
          </p:nvSpPr>
          <p:spPr>
            <a:xfrm rot="0">
              <a:off x="3071" y="2629"/>
              <a:ext cx="2" cy="1"/>
            </a:xfrm>
            <a:custGeom>
              <a:avLst/>
              <a:ahLst/>
              <a:rect l="0" t="0" r="r" b="b"/>
              <a:pathLst>
                <a:path w="25" h="12">
                  <a:moveTo>
                    <a:pt x="25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23" name=""/>
            <p:cNvSpPr/>
            <p:nvPr/>
          </p:nvSpPr>
          <p:spPr>
            <a:xfrm rot="0">
              <a:off x="3071" y="26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24" name=""/>
            <p:cNvSpPr/>
            <p:nvPr/>
          </p:nvSpPr>
          <p:spPr>
            <a:xfrm rot="0">
              <a:off x="3068" y="2629"/>
              <a:ext cx="8" cy="7"/>
            </a:xfrm>
            <a:custGeom>
              <a:avLst/>
              <a:ahLst/>
              <a:rect l="0" t="0" r="r" b="b"/>
              <a:pathLst>
                <a:path w="72" h="70">
                  <a:moveTo>
                    <a:pt x="72" y="21"/>
                  </a:moveTo>
                  <a:lnTo>
                    <a:pt x="47" y="11"/>
                  </a:lnTo>
                  <a:lnTo>
                    <a:pt x="22" y="0"/>
                  </a:lnTo>
                  <a:lnTo>
                    <a:pt x="0" y="49"/>
                  </a:lnTo>
                  <a:lnTo>
                    <a:pt x="25" y="59"/>
                  </a:lnTo>
                  <a:lnTo>
                    <a:pt x="50" y="70"/>
                  </a:lnTo>
                  <a:lnTo>
                    <a:pt x="72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25" name=""/>
            <p:cNvSpPr/>
            <p:nvPr/>
          </p:nvSpPr>
          <p:spPr>
            <a:xfrm rot="0">
              <a:off x="3068" y="2629"/>
              <a:ext cx="8" cy="7"/>
            </a:xfrm>
            <a:custGeom>
              <a:avLst/>
              <a:ahLst/>
              <a:rect l="0" t="0" r="r" b="b"/>
              <a:pathLst>
                <a:path w="72" h="70">
                  <a:moveTo>
                    <a:pt x="72" y="21"/>
                  </a:moveTo>
                  <a:lnTo>
                    <a:pt x="47" y="11"/>
                  </a:lnTo>
                  <a:lnTo>
                    <a:pt x="22" y="0"/>
                  </a:lnTo>
                  <a:lnTo>
                    <a:pt x="0" y="49"/>
                  </a:lnTo>
                  <a:lnTo>
                    <a:pt x="25" y="59"/>
                  </a:lnTo>
                  <a:lnTo>
                    <a:pt x="50" y="70"/>
                  </a:lnTo>
                  <a:lnTo>
                    <a:pt x="72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26" name=""/>
            <p:cNvSpPr/>
            <p:nvPr/>
          </p:nvSpPr>
          <p:spPr>
            <a:xfrm rot="0">
              <a:off x="3068" y="2634"/>
              <a:ext cx="3" cy="1"/>
            </a:xfrm>
            <a:custGeom>
              <a:avLst/>
              <a:ahLst/>
              <a:rect l="0" t="0" r="r" b="b"/>
              <a:pathLst>
                <a:path w="26" h="10">
                  <a:moveTo>
                    <a:pt x="26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27" name=""/>
            <p:cNvSpPr/>
            <p:nvPr/>
          </p:nvSpPr>
          <p:spPr>
            <a:xfrm rot="0" flipH="1">
              <a:off x="3068" y="26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28" name=""/>
            <p:cNvSpPr/>
            <p:nvPr/>
          </p:nvSpPr>
          <p:spPr>
            <a:xfrm rot="0">
              <a:off x="3066" y="2634"/>
              <a:ext cx="8" cy="8"/>
            </a:xfrm>
            <a:custGeom>
              <a:avLst/>
              <a:ahLst/>
              <a:rect l="0" t="0" r="r" b="b"/>
              <a:pathLst>
                <a:path w="72" h="69">
                  <a:moveTo>
                    <a:pt x="72" y="19"/>
                  </a:moveTo>
                  <a:lnTo>
                    <a:pt x="46" y="9"/>
                  </a:lnTo>
                  <a:lnTo>
                    <a:pt x="20" y="0"/>
                  </a:lnTo>
                  <a:lnTo>
                    <a:pt x="0" y="50"/>
                  </a:lnTo>
                  <a:lnTo>
                    <a:pt x="26" y="59"/>
                  </a:lnTo>
                  <a:lnTo>
                    <a:pt x="53" y="69"/>
                  </a:lnTo>
                  <a:lnTo>
                    <a:pt x="72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29" name=""/>
            <p:cNvSpPr/>
            <p:nvPr/>
          </p:nvSpPr>
          <p:spPr>
            <a:xfrm rot="0">
              <a:off x="3066" y="2634"/>
              <a:ext cx="8" cy="8"/>
            </a:xfrm>
            <a:custGeom>
              <a:avLst/>
              <a:ahLst/>
              <a:rect l="0" t="0" r="r" b="b"/>
              <a:pathLst>
                <a:path w="72" h="69">
                  <a:moveTo>
                    <a:pt x="72" y="19"/>
                  </a:moveTo>
                  <a:lnTo>
                    <a:pt x="46" y="9"/>
                  </a:lnTo>
                  <a:lnTo>
                    <a:pt x="20" y="0"/>
                  </a:lnTo>
                  <a:lnTo>
                    <a:pt x="0" y="50"/>
                  </a:lnTo>
                  <a:lnTo>
                    <a:pt x="26" y="59"/>
                  </a:lnTo>
                  <a:lnTo>
                    <a:pt x="53" y="69"/>
                  </a:lnTo>
                  <a:lnTo>
                    <a:pt x="72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30" name=""/>
            <p:cNvSpPr/>
            <p:nvPr/>
          </p:nvSpPr>
          <p:spPr>
            <a:xfrm rot="0">
              <a:off x="3066" y="2640"/>
              <a:ext cx="3" cy="1"/>
            </a:xfrm>
            <a:custGeom>
              <a:avLst/>
              <a:ahLst/>
              <a:rect l="0" t="0" r="r" b="b"/>
              <a:pathLst>
                <a:path w="26" h="9">
                  <a:moveTo>
                    <a:pt x="26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31" name=""/>
            <p:cNvSpPr/>
            <p:nvPr/>
          </p:nvSpPr>
          <p:spPr>
            <a:xfrm rot="0">
              <a:off x="3066" y="26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32" name=""/>
            <p:cNvSpPr/>
            <p:nvPr/>
          </p:nvSpPr>
          <p:spPr>
            <a:xfrm rot="0">
              <a:off x="3064" y="2640"/>
              <a:ext cx="8" cy="7"/>
            </a:xfrm>
            <a:custGeom>
              <a:avLst/>
              <a:ahLst/>
              <a:rect l="0" t="0" r="r" b="b"/>
              <a:pathLst>
                <a:path w="69" h="68">
                  <a:moveTo>
                    <a:pt x="69" y="17"/>
                  </a:moveTo>
                  <a:lnTo>
                    <a:pt x="42" y="8"/>
                  </a:lnTo>
                  <a:lnTo>
                    <a:pt x="16" y="0"/>
                  </a:lnTo>
                  <a:lnTo>
                    <a:pt x="0" y="51"/>
                  </a:lnTo>
                  <a:lnTo>
                    <a:pt x="26" y="59"/>
                  </a:lnTo>
                  <a:lnTo>
                    <a:pt x="52" y="68"/>
                  </a:lnTo>
                  <a:lnTo>
                    <a:pt x="6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33" name=""/>
            <p:cNvSpPr/>
            <p:nvPr/>
          </p:nvSpPr>
          <p:spPr>
            <a:xfrm rot="0">
              <a:off x="3064" y="2640"/>
              <a:ext cx="8" cy="7"/>
            </a:xfrm>
            <a:custGeom>
              <a:avLst/>
              <a:ahLst/>
              <a:rect l="0" t="0" r="r" b="b"/>
              <a:pathLst>
                <a:path w="69" h="68">
                  <a:moveTo>
                    <a:pt x="69" y="17"/>
                  </a:moveTo>
                  <a:lnTo>
                    <a:pt x="42" y="8"/>
                  </a:lnTo>
                  <a:lnTo>
                    <a:pt x="16" y="0"/>
                  </a:lnTo>
                  <a:lnTo>
                    <a:pt x="0" y="51"/>
                  </a:lnTo>
                  <a:lnTo>
                    <a:pt x="26" y="59"/>
                  </a:lnTo>
                  <a:lnTo>
                    <a:pt x="52" y="68"/>
                  </a:lnTo>
                  <a:lnTo>
                    <a:pt x="69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34" name=""/>
            <p:cNvSpPr/>
            <p:nvPr/>
          </p:nvSpPr>
          <p:spPr>
            <a:xfrm rot="0">
              <a:off x="3064" y="2646"/>
              <a:ext cx="3" cy="1"/>
            </a:xfrm>
            <a:custGeom>
              <a:avLst/>
              <a:ahLst/>
              <a:rect l="0" t="0" r="r" b="b"/>
              <a:pathLst>
                <a:path w="26" h="8">
                  <a:moveTo>
                    <a:pt x="26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35" name=""/>
            <p:cNvSpPr/>
            <p:nvPr/>
          </p:nvSpPr>
          <p:spPr>
            <a:xfrm rot="0">
              <a:off x="3064" y="26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36" name=""/>
            <p:cNvSpPr/>
            <p:nvPr/>
          </p:nvSpPr>
          <p:spPr>
            <a:xfrm rot="0">
              <a:off x="3062" y="2646"/>
              <a:ext cx="8" cy="7"/>
            </a:xfrm>
            <a:custGeom>
              <a:avLst/>
              <a:ahLst/>
              <a:rect l="0" t="0" r="r" b="b"/>
              <a:pathLst>
                <a:path w="67" h="67">
                  <a:moveTo>
                    <a:pt x="67" y="15"/>
                  </a:moveTo>
                  <a:lnTo>
                    <a:pt x="41" y="7"/>
                  </a:lnTo>
                  <a:lnTo>
                    <a:pt x="15" y="0"/>
                  </a:lnTo>
                  <a:lnTo>
                    <a:pt x="0" y="52"/>
                  </a:lnTo>
                  <a:lnTo>
                    <a:pt x="26" y="60"/>
                  </a:lnTo>
                  <a:lnTo>
                    <a:pt x="52" y="67"/>
                  </a:lnTo>
                  <a:lnTo>
                    <a:pt x="67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37" name=""/>
            <p:cNvSpPr/>
            <p:nvPr/>
          </p:nvSpPr>
          <p:spPr>
            <a:xfrm rot="0">
              <a:off x="3062" y="2646"/>
              <a:ext cx="8" cy="7"/>
            </a:xfrm>
            <a:custGeom>
              <a:avLst/>
              <a:ahLst/>
              <a:rect l="0" t="0" r="r" b="b"/>
              <a:pathLst>
                <a:path w="67" h="67">
                  <a:moveTo>
                    <a:pt x="67" y="15"/>
                  </a:moveTo>
                  <a:lnTo>
                    <a:pt x="41" y="7"/>
                  </a:lnTo>
                  <a:lnTo>
                    <a:pt x="15" y="0"/>
                  </a:lnTo>
                  <a:lnTo>
                    <a:pt x="0" y="52"/>
                  </a:lnTo>
                  <a:lnTo>
                    <a:pt x="26" y="60"/>
                  </a:lnTo>
                  <a:lnTo>
                    <a:pt x="52" y="67"/>
                  </a:lnTo>
                  <a:lnTo>
                    <a:pt x="67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38" name=""/>
            <p:cNvSpPr/>
            <p:nvPr/>
          </p:nvSpPr>
          <p:spPr>
            <a:xfrm rot="0">
              <a:off x="3062" y="2651"/>
              <a:ext cx="3" cy="1"/>
            </a:xfrm>
            <a:custGeom>
              <a:avLst/>
              <a:ahLst/>
              <a:rect l="0" t="0" r="r" b="b"/>
              <a:pathLst>
                <a:path w="27" h="8">
                  <a:moveTo>
                    <a:pt x="27" y="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39" name=""/>
            <p:cNvSpPr/>
            <p:nvPr/>
          </p:nvSpPr>
          <p:spPr>
            <a:xfrm rot="0" flipH="1">
              <a:off x="3062" y="26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40" name=""/>
            <p:cNvSpPr/>
            <p:nvPr/>
          </p:nvSpPr>
          <p:spPr>
            <a:xfrm rot="0">
              <a:off x="3061" y="2652"/>
              <a:ext cx="7" cy="7"/>
            </a:xfrm>
            <a:custGeom>
              <a:avLst/>
              <a:ahLst/>
              <a:rect l="0" t="0" r="r" b="b"/>
              <a:pathLst>
                <a:path w="66" h="65">
                  <a:moveTo>
                    <a:pt x="66" y="13"/>
                  </a:moveTo>
                  <a:lnTo>
                    <a:pt x="39" y="7"/>
                  </a:lnTo>
                  <a:lnTo>
                    <a:pt x="12" y="0"/>
                  </a:lnTo>
                  <a:lnTo>
                    <a:pt x="0" y="52"/>
                  </a:lnTo>
                  <a:lnTo>
                    <a:pt x="27" y="59"/>
                  </a:lnTo>
                  <a:lnTo>
                    <a:pt x="54" y="65"/>
                  </a:lnTo>
                  <a:lnTo>
                    <a:pt x="6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41" name=""/>
            <p:cNvSpPr/>
            <p:nvPr/>
          </p:nvSpPr>
          <p:spPr>
            <a:xfrm rot="0">
              <a:off x="3061" y="2652"/>
              <a:ext cx="7" cy="7"/>
            </a:xfrm>
            <a:custGeom>
              <a:avLst/>
              <a:ahLst/>
              <a:rect l="0" t="0" r="r" b="b"/>
              <a:pathLst>
                <a:path w="66" h="65">
                  <a:moveTo>
                    <a:pt x="66" y="13"/>
                  </a:moveTo>
                  <a:lnTo>
                    <a:pt x="39" y="7"/>
                  </a:lnTo>
                  <a:lnTo>
                    <a:pt x="12" y="0"/>
                  </a:lnTo>
                  <a:lnTo>
                    <a:pt x="0" y="52"/>
                  </a:lnTo>
                  <a:lnTo>
                    <a:pt x="27" y="59"/>
                  </a:lnTo>
                  <a:lnTo>
                    <a:pt x="54" y="65"/>
                  </a:lnTo>
                  <a:lnTo>
                    <a:pt x="66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42" name=""/>
            <p:cNvSpPr/>
            <p:nvPr/>
          </p:nvSpPr>
          <p:spPr>
            <a:xfrm rot="0">
              <a:off x="3061" y="2657"/>
              <a:ext cx="3" cy="1"/>
            </a:xfrm>
            <a:custGeom>
              <a:avLst/>
              <a:ahLst/>
              <a:rect l="0" t="0" r="r" b="b"/>
              <a:pathLst>
                <a:path w="27" h="7">
                  <a:moveTo>
                    <a:pt x="27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43" name=""/>
            <p:cNvSpPr/>
            <p:nvPr/>
          </p:nvSpPr>
          <p:spPr>
            <a:xfrm rot="0">
              <a:off x="3061" y="2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44" name=""/>
            <p:cNvSpPr/>
            <p:nvPr/>
          </p:nvSpPr>
          <p:spPr>
            <a:xfrm rot="0">
              <a:off x="3060" y="2657"/>
              <a:ext cx="7" cy="8"/>
            </a:xfrm>
            <a:custGeom>
              <a:avLst/>
              <a:ahLst/>
              <a:rect l="0" t="0" r="r" b="b"/>
              <a:pathLst>
                <a:path w="64" h="64">
                  <a:moveTo>
                    <a:pt x="64" y="11"/>
                  </a:moveTo>
                  <a:lnTo>
                    <a:pt x="37" y="6"/>
                  </a:lnTo>
                  <a:lnTo>
                    <a:pt x="10" y="0"/>
                  </a:lnTo>
                  <a:lnTo>
                    <a:pt x="0" y="54"/>
                  </a:lnTo>
                  <a:lnTo>
                    <a:pt x="27" y="59"/>
                  </a:lnTo>
                  <a:lnTo>
                    <a:pt x="54" y="64"/>
                  </a:lnTo>
                  <a:lnTo>
                    <a:pt x="6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45" name=""/>
            <p:cNvSpPr/>
            <p:nvPr/>
          </p:nvSpPr>
          <p:spPr>
            <a:xfrm rot="0">
              <a:off x="3060" y="2657"/>
              <a:ext cx="7" cy="8"/>
            </a:xfrm>
            <a:custGeom>
              <a:avLst/>
              <a:ahLst/>
              <a:rect l="0" t="0" r="r" b="b"/>
              <a:pathLst>
                <a:path w="64" h="64">
                  <a:moveTo>
                    <a:pt x="64" y="11"/>
                  </a:moveTo>
                  <a:lnTo>
                    <a:pt x="37" y="6"/>
                  </a:lnTo>
                  <a:lnTo>
                    <a:pt x="10" y="0"/>
                  </a:lnTo>
                  <a:lnTo>
                    <a:pt x="0" y="54"/>
                  </a:lnTo>
                  <a:lnTo>
                    <a:pt x="27" y="59"/>
                  </a:lnTo>
                  <a:lnTo>
                    <a:pt x="54" y="64"/>
                  </a:lnTo>
                  <a:lnTo>
                    <a:pt x="64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46" name=""/>
            <p:cNvSpPr/>
            <p:nvPr/>
          </p:nvSpPr>
          <p:spPr>
            <a:xfrm rot="0">
              <a:off x="3060" y="2663"/>
              <a:ext cx="3" cy="1"/>
            </a:xfrm>
            <a:custGeom>
              <a:avLst/>
              <a:ahLst/>
              <a:rect l="0" t="0" r="r" b="b"/>
              <a:pathLst>
                <a:path w="27" h="5">
                  <a:moveTo>
                    <a:pt x="27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47" name=""/>
            <p:cNvSpPr/>
            <p:nvPr/>
          </p:nvSpPr>
          <p:spPr>
            <a:xfrm rot="0">
              <a:off x="3060" y="26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48" name=""/>
            <p:cNvSpPr/>
            <p:nvPr/>
          </p:nvSpPr>
          <p:spPr>
            <a:xfrm rot="0">
              <a:off x="3059" y="2664"/>
              <a:ext cx="7" cy="6"/>
            </a:xfrm>
            <a:custGeom>
              <a:avLst/>
              <a:ahLst/>
              <a:rect l="0" t="0" r="r" b="b"/>
              <a:pathLst>
                <a:path w="62" h="62">
                  <a:moveTo>
                    <a:pt x="62" y="8"/>
                  </a:moveTo>
                  <a:lnTo>
                    <a:pt x="35" y="4"/>
                  </a:lnTo>
                  <a:lnTo>
                    <a:pt x="8" y="0"/>
                  </a:lnTo>
                  <a:lnTo>
                    <a:pt x="0" y="53"/>
                  </a:lnTo>
                  <a:lnTo>
                    <a:pt x="28" y="57"/>
                  </a:lnTo>
                  <a:lnTo>
                    <a:pt x="55" y="62"/>
                  </a:lnTo>
                  <a:lnTo>
                    <a:pt x="62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49" name=""/>
            <p:cNvSpPr/>
            <p:nvPr/>
          </p:nvSpPr>
          <p:spPr>
            <a:xfrm rot="0">
              <a:off x="3059" y="2664"/>
              <a:ext cx="7" cy="6"/>
            </a:xfrm>
            <a:custGeom>
              <a:avLst/>
              <a:ahLst/>
              <a:rect l="0" t="0" r="r" b="b"/>
              <a:pathLst>
                <a:path w="62" h="62">
                  <a:moveTo>
                    <a:pt x="62" y="8"/>
                  </a:moveTo>
                  <a:lnTo>
                    <a:pt x="35" y="4"/>
                  </a:lnTo>
                  <a:lnTo>
                    <a:pt x="8" y="0"/>
                  </a:lnTo>
                  <a:lnTo>
                    <a:pt x="0" y="53"/>
                  </a:lnTo>
                  <a:lnTo>
                    <a:pt x="28" y="57"/>
                  </a:lnTo>
                  <a:lnTo>
                    <a:pt x="55" y="62"/>
                  </a:lnTo>
                  <a:lnTo>
                    <a:pt x="62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50" name=""/>
            <p:cNvSpPr/>
            <p:nvPr/>
          </p:nvSpPr>
          <p:spPr>
            <a:xfrm rot="0">
              <a:off x="3059" y="2669"/>
              <a:ext cx="3" cy="1"/>
            </a:xfrm>
            <a:custGeom>
              <a:avLst/>
              <a:ahLst/>
              <a:rect l="0" t="0" r="r" b="b"/>
              <a:pathLst>
                <a:path w="28" h="4">
                  <a:moveTo>
                    <a:pt x="28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51" name=""/>
            <p:cNvSpPr/>
            <p:nvPr/>
          </p:nvSpPr>
          <p:spPr>
            <a:xfrm rot="0">
              <a:off x="3059" y="2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52" name=""/>
            <p:cNvSpPr/>
            <p:nvPr/>
          </p:nvSpPr>
          <p:spPr>
            <a:xfrm rot="0">
              <a:off x="3058" y="2670"/>
              <a:ext cx="7" cy="6"/>
            </a:xfrm>
            <a:custGeom>
              <a:avLst/>
              <a:ahLst/>
              <a:rect l="0" t="0" r="r" b="b"/>
              <a:pathLst>
                <a:path w="60" h="61">
                  <a:moveTo>
                    <a:pt x="60" y="6"/>
                  </a:moveTo>
                  <a:lnTo>
                    <a:pt x="33" y="3"/>
                  </a:lnTo>
                  <a:lnTo>
                    <a:pt x="5" y="0"/>
                  </a:lnTo>
                  <a:lnTo>
                    <a:pt x="0" y="54"/>
                  </a:lnTo>
                  <a:lnTo>
                    <a:pt x="27" y="57"/>
                  </a:lnTo>
                  <a:lnTo>
                    <a:pt x="54" y="61"/>
                  </a:lnTo>
                  <a:lnTo>
                    <a:pt x="6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53" name=""/>
            <p:cNvSpPr/>
            <p:nvPr/>
          </p:nvSpPr>
          <p:spPr>
            <a:xfrm rot="0">
              <a:off x="3058" y="2670"/>
              <a:ext cx="7" cy="6"/>
            </a:xfrm>
            <a:custGeom>
              <a:avLst/>
              <a:ahLst/>
              <a:rect l="0" t="0" r="r" b="b"/>
              <a:pathLst>
                <a:path w="60" h="61">
                  <a:moveTo>
                    <a:pt x="60" y="6"/>
                  </a:moveTo>
                  <a:lnTo>
                    <a:pt x="33" y="3"/>
                  </a:lnTo>
                  <a:lnTo>
                    <a:pt x="5" y="0"/>
                  </a:lnTo>
                  <a:lnTo>
                    <a:pt x="0" y="54"/>
                  </a:lnTo>
                  <a:lnTo>
                    <a:pt x="27" y="57"/>
                  </a:lnTo>
                  <a:lnTo>
                    <a:pt x="54" y="61"/>
                  </a:lnTo>
                  <a:lnTo>
                    <a:pt x="6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54" name=""/>
            <p:cNvSpPr/>
            <p:nvPr/>
          </p:nvSpPr>
          <p:spPr>
            <a:xfrm rot="0">
              <a:off x="3058" y="2676"/>
              <a:ext cx="3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55" name=""/>
            <p:cNvSpPr/>
            <p:nvPr/>
          </p:nvSpPr>
          <p:spPr>
            <a:xfrm rot="0">
              <a:off x="3058" y="26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56" name=""/>
            <p:cNvSpPr/>
            <p:nvPr/>
          </p:nvSpPr>
          <p:spPr>
            <a:xfrm rot="0">
              <a:off x="3058" y="2676"/>
              <a:ext cx="6" cy="6"/>
            </a:xfrm>
            <a:custGeom>
              <a:avLst/>
              <a:ahLst/>
              <a:rect l="0" t="0" r="r" b="b"/>
              <a:pathLst>
                <a:path w="56" h="56">
                  <a:moveTo>
                    <a:pt x="56" y="3"/>
                  </a:moveTo>
                  <a:lnTo>
                    <a:pt x="29" y="1"/>
                  </a:lnTo>
                  <a:lnTo>
                    <a:pt x="2" y="0"/>
                  </a:lnTo>
                  <a:lnTo>
                    <a:pt x="0" y="54"/>
                  </a:lnTo>
                  <a:lnTo>
                    <a:pt x="27" y="55"/>
                  </a:lnTo>
                  <a:lnTo>
                    <a:pt x="54" y="56"/>
                  </a:lnTo>
                  <a:lnTo>
                    <a:pt x="5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57" name=""/>
            <p:cNvSpPr/>
            <p:nvPr/>
          </p:nvSpPr>
          <p:spPr>
            <a:xfrm rot="0">
              <a:off x="3058" y="2676"/>
              <a:ext cx="6" cy="6"/>
            </a:xfrm>
            <a:custGeom>
              <a:avLst/>
              <a:ahLst/>
              <a:rect l="0" t="0" r="r" b="b"/>
              <a:pathLst>
                <a:path w="56" h="56">
                  <a:moveTo>
                    <a:pt x="56" y="3"/>
                  </a:moveTo>
                  <a:lnTo>
                    <a:pt x="29" y="1"/>
                  </a:lnTo>
                  <a:lnTo>
                    <a:pt x="2" y="0"/>
                  </a:lnTo>
                  <a:lnTo>
                    <a:pt x="0" y="54"/>
                  </a:lnTo>
                  <a:lnTo>
                    <a:pt x="27" y="55"/>
                  </a:lnTo>
                  <a:lnTo>
                    <a:pt x="54" y="56"/>
                  </a:lnTo>
                  <a:lnTo>
                    <a:pt x="56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58" name=""/>
            <p:cNvSpPr/>
            <p:nvPr/>
          </p:nvSpPr>
          <p:spPr>
            <a:xfrm rot="0">
              <a:off x="3058" y="2682"/>
              <a:ext cx="3" cy="1"/>
            </a:xfrm>
            <a:custGeom>
              <a:avLst/>
              <a:ahLst/>
              <a:rect l="0" t="0" r="r" b="b"/>
              <a:pathLst>
                <a:path w="27" h="1">
                  <a:moveTo>
                    <a:pt x="27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59" name=""/>
            <p:cNvSpPr/>
            <p:nvPr/>
          </p:nvSpPr>
          <p:spPr>
            <a:xfrm rot="0">
              <a:off x="3058" y="2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60" name=""/>
            <p:cNvSpPr/>
            <p:nvPr/>
          </p:nvSpPr>
          <p:spPr>
            <a:xfrm rot="0">
              <a:off x="3058" y="2682"/>
              <a:ext cx="6" cy="6"/>
            </a:xfrm>
            <a:custGeom>
              <a:avLst/>
              <a:ahLst/>
              <a:rect l="0" t="0" r="r" b="b"/>
              <a:pathLst>
                <a:path w="55" h="54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27" y="54"/>
                  </a:lnTo>
                  <a:lnTo>
                    <a:pt x="55" y="54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61" name=""/>
            <p:cNvSpPr/>
            <p:nvPr/>
          </p:nvSpPr>
          <p:spPr>
            <a:xfrm rot="0">
              <a:off x="3058" y="2682"/>
              <a:ext cx="6" cy="6"/>
            </a:xfrm>
            <a:custGeom>
              <a:avLst/>
              <a:ahLst/>
              <a:rect l="0" t="0" r="r" b="b"/>
              <a:pathLst>
                <a:path w="55" h="54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27" y="54"/>
                  </a:lnTo>
                  <a:lnTo>
                    <a:pt x="55" y="54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62" name=""/>
            <p:cNvSpPr/>
            <p:nvPr/>
          </p:nvSpPr>
          <p:spPr>
            <a:xfrm rot="0">
              <a:off x="3058" y="2688"/>
              <a:ext cx="3" cy="1"/>
            </a:xfrm>
            <a:custGeom>
              <a:avLst/>
              <a:ahLst/>
              <a:rect l="0" t="0" r="r" b="b"/>
              <a:pathLst>
                <a:path w="27" h="1">
                  <a:moveTo>
                    <a:pt x="27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63" name=""/>
            <p:cNvSpPr/>
            <p:nvPr/>
          </p:nvSpPr>
          <p:spPr>
            <a:xfrm rot="0">
              <a:off x="3058" y="26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64" name=""/>
            <p:cNvSpPr/>
            <p:nvPr/>
          </p:nvSpPr>
          <p:spPr>
            <a:xfrm rot="0">
              <a:off x="3058" y="2688"/>
              <a:ext cx="6" cy="6"/>
            </a:xfrm>
            <a:custGeom>
              <a:avLst/>
              <a:ahLst/>
              <a:rect l="0" t="0" r="r" b="b"/>
              <a:pathLst>
                <a:path w="56" h="55">
                  <a:moveTo>
                    <a:pt x="54" y="0"/>
                  </a:moveTo>
                  <a:lnTo>
                    <a:pt x="27" y="1"/>
                  </a:lnTo>
                  <a:lnTo>
                    <a:pt x="0" y="2"/>
                  </a:lnTo>
                  <a:lnTo>
                    <a:pt x="2" y="55"/>
                  </a:lnTo>
                  <a:lnTo>
                    <a:pt x="29" y="54"/>
                  </a:lnTo>
                  <a:lnTo>
                    <a:pt x="56" y="5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8665" name=""/>
            <p:cNvSpPr/>
            <p:nvPr/>
          </p:nvSpPr>
          <p:spPr>
            <a:xfrm rot="0">
              <a:off x="3058" y="2688"/>
              <a:ext cx="6" cy="6"/>
            </a:xfrm>
            <a:custGeom>
              <a:avLst/>
              <a:ahLst/>
              <a:rect l="0" t="0" r="r" b="b"/>
              <a:pathLst>
                <a:path w="56" h="55">
                  <a:moveTo>
                    <a:pt x="54" y="0"/>
                  </a:moveTo>
                  <a:lnTo>
                    <a:pt x="27" y="1"/>
                  </a:lnTo>
                  <a:lnTo>
                    <a:pt x="0" y="2"/>
                  </a:lnTo>
                  <a:lnTo>
                    <a:pt x="2" y="55"/>
                  </a:lnTo>
                  <a:lnTo>
                    <a:pt x="29" y="54"/>
                  </a:lnTo>
                  <a:lnTo>
                    <a:pt x="56" y="5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8666" name=""/>
            <p:cNvSpPr/>
            <p:nvPr/>
          </p:nvSpPr>
          <p:spPr>
            <a:xfrm rot="0">
              <a:off x="3058" y="2694"/>
              <a:ext cx="3" cy="1"/>
            </a:xfrm>
            <a:custGeom>
              <a:avLst/>
              <a:ahLst/>
              <a:rect l="0" t="0" r="r" b="b"/>
              <a:pathLst>
                <a:path w="27" h="4">
                  <a:moveTo>
                    <a:pt x="27" y="0"/>
                  </a:moveTo>
                  <a:lnTo>
                    <a:pt x="0" y="1"/>
                  </a:lnTo>
                  <a:lnTo>
                    <a:pt x="0" y="4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242" name=""/>
          <p:cNvGrpSpPr/>
          <p:nvPr/>
        </p:nvGrpSpPr>
        <p:grpSpPr>
          <a:xfrm rot="0">
            <a:off x="1727200" y="1743075"/>
            <a:ext cx="2481262" cy="4781550"/>
            <a:chOff x="1088" y="1098"/>
            <a:chExt cx="1563" cy="3012"/>
          </a:xfrm>
        </p:grpSpPr>
        <p:grpSp>
          <p:nvGrpSpPr>
            <p:cNvPr id="243" name=""/>
            <p:cNvGrpSpPr/>
            <p:nvPr/>
          </p:nvGrpSpPr>
          <p:grpSpPr>
            <a:xfrm rot="0">
              <a:off x="1162" y="3382"/>
              <a:ext cx="1213" cy="660"/>
              <a:chOff x="3058" y="2693"/>
              <a:chExt cx="228" cy="126"/>
            </a:xfrm>
          </p:grpSpPr>
          <p:sp>
            <p:nvSpPr>
              <p:cNvPr id="1068667" name=""/>
              <p:cNvSpPr/>
              <p:nvPr/>
            </p:nvSpPr>
            <p:spPr>
              <a:xfrm rot="0">
                <a:off x="3058" y="26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68" name=""/>
              <p:cNvSpPr/>
              <p:nvPr/>
            </p:nvSpPr>
            <p:spPr>
              <a:xfrm rot="0">
                <a:off x="3058" y="2693"/>
                <a:ext cx="7" cy="7"/>
              </a:xfrm>
              <a:custGeom>
                <a:avLst/>
                <a:ahLst/>
                <a:rect l="0" t="0" r="r" b="b"/>
                <a:pathLst>
                  <a:path w="60" h="61">
                    <a:moveTo>
                      <a:pt x="54" y="0"/>
                    </a:moveTo>
                    <a:lnTo>
                      <a:pt x="27" y="3"/>
                    </a:lnTo>
                    <a:lnTo>
                      <a:pt x="0" y="7"/>
                    </a:lnTo>
                    <a:lnTo>
                      <a:pt x="5" y="61"/>
                    </a:lnTo>
                    <a:lnTo>
                      <a:pt x="33" y="58"/>
                    </a:lnTo>
                    <a:lnTo>
                      <a:pt x="60" y="54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69" name=""/>
              <p:cNvSpPr/>
              <p:nvPr/>
            </p:nvSpPr>
            <p:spPr>
              <a:xfrm rot="0">
                <a:off x="3058" y="2693"/>
                <a:ext cx="7" cy="7"/>
              </a:xfrm>
              <a:custGeom>
                <a:avLst/>
                <a:ahLst/>
                <a:rect l="0" t="0" r="r" b="b"/>
                <a:pathLst>
                  <a:path w="60" h="61">
                    <a:moveTo>
                      <a:pt x="54" y="0"/>
                    </a:moveTo>
                    <a:lnTo>
                      <a:pt x="27" y="3"/>
                    </a:lnTo>
                    <a:lnTo>
                      <a:pt x="0" y="7"/>
                    </a:lnTo>
                    <a:lnTo>
                      <a:pt x="5" y="61"/>
                    </a:lnTo>
                    <a:lnTo>
                      <a:pt x="33" y="58"/>
                    </a:lnTo>
                    <a:lnTo>
                      <a:pt x="60" y="54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70" name=""/>
              <p:cNvSpPr/>
              <p:nvPr/>
            </p:nvSpPr>
            <p:spPr>
              <a:xfrm rot="0">
                <a:off x="3059" y="2700"/>
                <a:ext cx="3" cy="1"/>
              </a:xfrm>
              <a:custGeom>
                <a:avLst/>
                <a:ahLst/>
                <a:rect l="0" t="0" r="r" b="b"/>
                <a:pathLst>
                  <a:path w="28" h="4">
                    <a:moveTo>
                      <a:pt x="28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71" name=""/>
              <p:cNvSpPr/>
              <p:nvPr/>
            </p:nvSpPr>
            <p:spPr>
              <a:xfrm rot="0">
                <a:off x="3059" y="27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72" name=""/>
              <p:cNvSpPr/>
              <p:nvPr/>
            </p:nvSpPr>
            <p:spPr>
              <a:xfrm rot="0">
                <a:off x="3059" y="2699"/>
                <a:ext cx="7" cy="7"/>
              </a:xfrm>
              <a:custGeom>
                <a:avLst/>
                <a:ahLst/>
                <a:rect l="0" t="0" r="r" b="b"/>
                <a:pathLst>
                  <a:path w="62" h="62">
                    <a:moveTo>
                      <a:pt x="55" y="0"/>
                    </a:moveTo>
                    <a:lnTo>
                      <a:pt x="28" y="5"/>
                    </a:lnTo>
                    <a:lnTo>
                      <a:pt x="0" y="9"/>
                    </a:lnTo>
                    <a:lnTo>
                      <a:pt x="8" y="62"/>
                    </a:lnTo>
                    <a:lnTo>
                      <a:pt x="35" y="58"/>
                    </a:lnTo>
                    <a:lnTo>
                      <a:pt x="62" y="53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73" name=""/>
              <p:cNvSpPr/>
              <p:nvPr/>
            </p:nvSpPr>
            <p:spPr>
              <a:xfrm rot="0">
                <a:off x="3059" y="2699"/>
                <a:ext cx="7" cy="7"/>
              </a:xfrm>
              <a:custGeom>
                <a:avLst/>
                <a:ahLst/>
                <a:rect l="0" t="0" r="r" b="b"/>
                <a:pathLst>
                  <a:path w="62" h="62">
                    <a:moveTo>
                      <a:pt x="55" y="0"/>
                    </a:moveTo>
                    <a:lnTo>
                      <a:pt x="28" y="5"/>
                    </a:lnTo>
                    <a:lnTo>
                      <a:pt x="0" y="9"/>
                    </a:lnTo>
                    <a:lnTo>
                      <a:pt x="8" y="62"/>
                    </a:lnTo>
                    <a:lnTo>
                      <a:pt x="35" y="58"/>
                    </a:lnTo>
                    <a:lnTo>
                      <a:pt x="62" y="53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74" name=""/>
              <p:cNvSpPr/>
              <p:nvPr/>
            </p:nvSpPr>
            <p:spPr>
              <a:xfrm rot="0">
                <a:off x="3060" y="2706"/>
                <a:ext cx="3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27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75" name=""/>
              <p:cNvSpPr/>
              <p:nvPr/>
            </p:nvSpPr>
            <p:spPr>
              <a:xfrm rot="0">
                <a:off x="3060" y="27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76" name=""/>
              <p:cNvSpPr/>
              <p:nvPr/>
            </p:nvSpPr>
            <p:spPr>
              <a:xfrm rot="0">
                <a:off x="3060" y="2705"/>
                <a:ext cx="7" cy="7"/>
              </a:xfrm>
              <a:custGeom>
                <a:avLst/>
                <a:ahLst/>
                <a:rect l="0" t="0" r="r" b="b"/>
                <a:pathLst>
                  <a:path w="64" h="64">
                    <a:moveTo>
                      <a:pt x="54" y="0"/>
                    </a:moveTo>
                    <a:lnTo>
                      <a:pt x="27" y="6"/>
                    </a:lnTo>
                    <a:lnTo>
                      <a:pt x="0" y="11"/>
                    </a:lnTo>
                    <a:lnTo>
                      <a:pt x="10" y="64"/>
                    </a:lnTo>
                    <a:lnTo>
                      <a:pt x="37" y="59"/>
                    </a:lnTo>
                    <a:lnTo>
                      <a:pt x="64" y="54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77" name=""/>
              <p:cNvSpPr/>
              <p:nvPr/>
            </p:nvSpPr>
            <p:spPr>
              <a:xfrm rot="0">
                <a:off x="3060" y="2705"/>
                <a:ext cx="7" cy="7"/>
              </a:xfrm>
              <a:custGeom>
                <a:avLst/>
                <a:ahLst/>
                <a:rect l="0" t="0" r="r" b="b"/>
                <a:pathLst>
                  <a:path w="64" h="64">
                    <a:moveTo>
                      <a:pt x="54" y="0"/>
                    </a:moveTo>
                    <a:lnTo>
                      <a:pt x="27" y="6"/>
                    </a:lnTo>
                    <a:lnTo>
                      <a:pt x="0" y="11"/>
                    </a:lnTo>
                    <a:lnTo>
                      <a:pt x="10" y="64"/>
                    </a:lnTo>
                    <a:lnTo>
                      <a:pt x="37" y="59"/>
                    </a:lnTo>
                    <a:lnTo>
                      <a:pt x="64" y="54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78" name=""/>
              <p:cNvSpPr/>
              <p:nvPr/>
            </p:nvSpPr>
            <p:spPr>
              <a:xfrm rot="0">
                <a:off x="3061" y="2712"/>
                <a:ext cx="3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27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79" name=""/>
              <p:cNvSpPr/>
              <p:nvPr/>
            </p:nvSpPr>
            <p:spPr>
              <a:xfrm rot="0">
                <a:off x="3061" y="27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80" name=""/>
              <p:cNvSpPr/>
              <p:nvPr/>
            </p:nvSpPr>
            <p:spPr>
              <a:xfrm rot="0">
                <a:off x="3061" y="2711"/>
                <a:ext cx="7" cy="7"/>
              </a:xfrm>
              <a:custGeom>
                <a:avLst/>
                <a:ahLst/>
                <a:rect l="0" t="0" r="r" b="b"/>
                <a:pathLst>
                  <a:path w="66" h="66">
                    <a:moveTo>
                      <a:pt x="54" y="0"/>
                    </a:moveTo>
                    <a:lnTo>
                      <a:pt x="27" y="7"/>
                    </a:lnTo>
                    <a:lnTo>
                      <a:pt x="0" y="14"/>
                    </a:lnTo>
                    <a:lnTo>
                      <a:pt x="12" y="66"/>
                    </a:lnTo>
                    <a:lnTo>
                      <a:pt x="39" y="59"/>
                    </a:lnTo>
                    <a:lnTo>
                      <a:pt x="66" y="53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81" name=""/>
              <p:cNvSpPr/>
              <p:nvPr/>
            </p:nvSpPr>
            <p:spPr>
              <a:xfrm rot="0">
                <a:off x="3061" y="2711"/>
                <a:ext cx="7" cy="7"/>
              </a:xfrm>
              <a:custGeom>
                <a:avLst/>
                <a:ahLst/>
                <a:rect l="0" t="0" r="r" b="b"/>
                <a:pathLst>
                  <a:path w="66" h="66">
                    <a:moveTo>
                      <a:pt x="54" y="0"/>
                    </a:moveTo>
                    <a:lnTo>
                      <a:pt x="27" y="7"/>
                    </a:lnTo>
                    <a:lnTo>
                      <a:pt x="0" y="14"/>
                    </a:lnTo>
                    <a:lnTo>
                      <a:pt x="12" y="66"/>
                    </a:lnTo>
                    <a:lnTo>
                      <a:pt x="39" y="59"/>
                    </a:lnTo>
                    <a:lnTo>
                      <a:pt x="66" y="53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82" name=""/>
              <p:cNvSpPr/>
              <p:nvPr/>
            </p:nvSpPr>
            <p:spPr>
              <a:xfrm rot="0">
                <a:off x="3062" y="2717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27" y="0"/>
                    </a:moveTo>
                    <a:lnTo>
                      <a:pt x="0" y="7"/>
                    </a:lnTo>
                    <a:lnTo>
                      <a:pt x="1" y="8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83" name=""/>
              <p:cNvSpPr/>
              <p:nvPr/>
            </p:nvSpPr>
            <p:spPr>
              <a:xfrm rot="0">
                <a:off x="3062" y="27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84" name=""/>
              <p:cNvSpPr/>
              <p:nvPr/>
            </p:nvSpPr>
            <p:spPr>
              <a:xfrm rot="0">
                <a:off x="3062" y="2717"/>
                <a:ext cx="8" cy="7"/>
              </a:xfrm>
              <a:custGeom>
                <a:avLst/>
                <a:ahLst/>
                <a:rect l="0" t="0" r="r" b="b"/>
                <a:pathLst>
                  <a:path w="67" h="67">
                    <a:moveTo>
                      <a:pt x="52" y="0"/>
                    </a:moveTo>
                    <a:lnTo>
                      <a:pt x="26" y="7"/>
                    </a:lnTo>
                    <a:lnTo>
                      <a:pt x="0" y="15"/>
                    </a:lnTo>
                    <a:lnTo>
                      <a:pt x="15" y="67"/>
                    </a:lnTo>
                    <a:lnTo>
                      <a:pt x="41" y="59"/>
                    </a:lnTo>
                    <a:lnTo>
                      <a:pt x="67" y="52"/>
                    </a:lnTo>
                    <a:lnTo>
                      <a:pt x="5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85" name=""/>
              <p:cNvSpPr/>
              <p:nvPr/>
            </p:nvSpPr>
            <p:spPr>
              <a:xfrm rot="0">
                <a:off x="3062" y="2717"/>
                <a:ext cx="8" cy="7"/>
              </a:xfrm>
              <a:custGeom>
                <a:avLst/>
                <a:ahLst/>
                <a:rect l="0" t="0" r="r" b="b"/>
                <a:pathLst>
                  <a:path w="67" h="67">
                    <a:moveTo>
                      <a:pt x="52" y="0"/>
                    </a:moveTo>
                    <a:lnTo>
                      <a:pt x="26" y="7"/>
                    </a:lnTo>
                    <a:lnTo>
                      <a:pt x="0" y="15"/>
                    </a:lnTo>
                    <a:lnTo>
                      <a:pt x="15" y="67"/>
                    </a:lnTo>
                    <a:lnTo>
                      <a:pt x="41" y="59"/>
                    </a:lnTo>
                    <a:lnTo>
                      <a:pt x="67" y="52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86" name=""/>
              <p:cNvSpPr/>
              <p:nvPr/>
            </p:nvSpPr>
            <p:spPr>
              <a:xfrm rot="0">
                <a:off x="3064" y="2723"/>
                <a:ext cx="3" cy="1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26" y="0"/>
                    </a:moveTo>
                    <a:lnTo>
                      <a:pt x="0" y="8"/>
                    </a:lnTo>
                    <a:lnTo>
                      <a:pt x="0" y="9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87" name=""/>
              <p:cNvSpPr/>
              <p:nvPr/>
            </p:nvSpPr>
            <p:spPr>
              <a:xfrm rot="0">
                <a:off x="3064" y="272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88" name=""/>
              <p:cNvSpPr/>
              <p:nvPr/>
            </p:nvSpPr>
            <p:spPr>
              <a:xfrm rot="0">
                <a:off x="3064" y="2722"/>
                <a:ext cx="8" cy="8"/>
              </a:xfrm>
              <a:custGeom>
                <a:avLst/>
                <a:ahLst/>
                <a:rect l="0" t="0" r="r" b="b"/>
                <a:pathLst>
                  <a:path w="69" h="68">
                    <a:moveTo>
                      <a:pt x="52" y="0"/>
                    </a:moveTo>
                    <a:lnTo>
                      <a:pt x="26" y="8"/>
                    </a:lnTo>
                    <a:lnTo>
                      <a:pt x="0" y="17"/>
                    </a:lnTo>
                    <a:lnTo>
                      <a:pt x="16" y="68"/>
                    </a:lnTo>
                    <a:lnTo>
                      <a:pt x="42" y="59"/>
                    </a:lnTo>
                    <a:lnTo>
                      <a:pt x="69" y="51"/>
                    </a:lnTo>
                    <a:lnTo>
                      <a:pt x="5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89" name=""/>
              <p:cNvSpPr/>
              <p:nvPr/>
            </p:nvSpPr>
            <p:spPr>
              <a:xfrm rot="0">
                <a:off x="3064" y="2722"/>
                <a:ext cx="8" cy="8"/>
              </a:xfrm>
              <a:custGeom>
                <a:avLst/>
                <a:ahLst/>
                <a:rect l="0" t="0" r="r" b="b"/>
                <a:pathLst>
                  <a:path w="69" h="68">
                    <a:moveTo>
                      <a:pt x="52" y="0"/>
                    </a:moveTo>
                    <a:lnTo>
                      <a:pt x="26" y="8"/>
                    </a:lnTo>
                    <a:lnTo>
                      <a:pt x="0" y="17"/>
                    </a:lnTo>
                    <a:lnTo>
                      <a:pt x="16" y="68"/>
                    </a:lnTo>
                    <a:lnTo>
                      <a:pt x="42" y="59"/>
                    </a:lnTo>
                    <a:lnTo>
                      <a:pt x="69" y="51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90" name=""/>
              <p:cNvSpPr/>
              <p:nvPr/>
            </p:nvSpPr>
            <p:spPr>
              <a:xfrm rot="0">
                <a:off x="3066" y="2729"/>
                <a:ext cx="3" cy="1"/>
              </a:xfrm>
              <a:custGeom>
                <a:avLst/>
                <a:ahLst/>
                <a:rect l="0" t="0" r="r" b="b"/>
                <a:pathLst>
                  <a:path w="26" h="10">
                    <a:moveTo>
                      <a:pt x="26" y="0"/>
                    </a:moveTo>
                    <a:lnTo>
                      <a:pt x="0" y="9"/>
                    </a:lnTo>
                    <a:lnTo>
                      <a:pt x="0" y="1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91" name=""/>
              <p:cNvSpPr/>
              <p:nvPr/>
            </p:nvSpPr>
            <p:spPr>
              <a:xfrm rot="0">
                <a:off x="3066" y="273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92" name=""/>
              <p:cNvSpPr/>
              <p:nvPr/>
            </p:nvSpPr>
            <p:spPr>
              <a:xfrm rot="0">
                <a:off x="3066" y="2728"/>
                <a:ext cx="8" cy="8"/>
              </a:xfrm>
              <a:custGeom>
                <a:avLst/>
                <a:ahLst/>
                <a:rect l="0" t="0" r="r" b="b"/>
                <a:pathLst>
                  <a:path w="72" h="69">
                    <a:moveTo>
                      <a:pt x="53" y="0"/>
                    </a:moveTo>
                    <a:lnTo>
                      <a:pt x="26" y="9"/>
                    </a:lnTo>
                    <a:lnTo>
                      <a:pt x="0" y="19"/>
                    </a:lnTo>
                    <a:lnTo>
                      <a:pt x="20" y="69"/>
                    </a:lnTo>
                    <a:lnTo>
                      <a:pt x="46" y="59"/>
                    </a:lnTo>
                    <a:lnTo>
                      <a:pt x="72" y="50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93" name=""/>
              <p:cNvSpPr/>
              <p:nvPr/>
            </p:nvSpPr>
            <p:spPr>
              <a:xfrm rot="0">
                <a:off x="3066" y="2728"/>
                <a:ext cx="8" cy="8"/>
              </a:xfrm>
              <a:custGeom>
                <a:avLst/>
                <a:ahLst/>
                <a:rect l="0" t="0" r="r" b="b"/>
                <a:pathLst>
                  <a:path w="72" h="69">
                    <a:moveTo>
                      <a:pt x="53" y="0"/>
                    </a:moveTo>
                    <a:lnTo>
                      <a:pt x="26" y="9"/>
                    </a:lnTo>
                    <a:lnTo>
                      <a:pt x="0" y="19"/>
                    </a:lnTo>
                    <a:lnTo>
                      <a:pt x="20" y="69"/>
                    </a:lnTo>
                    <a:lnTo>
                      <a:pt x="46" y="59"/>
                    </a:lnTo>
                    <a:lnTo>
                      <a:pt x="72" y="50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94" name=""/>
              <p:cNvSpPr/>
              <p:nvPr/>
            </p:nvSpPr>
            <p:spPr>
              <a:xfrm rot="0">
                <a:off x="3068" y="2734"/>
                <a:ext cx="3" cy="2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26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95" name=""/>
              <p:cNvSpPr/>
              <p:nvPr/>
            </p:nvSpPr>
            <p:spPr>
              <a:xfrm rot="0">
                <a:off x="3068" y="273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96" name=""/>
              <p:cNvSpPr/>
              <p:nvPr/>
            </p:nvSpPr>
            <p:spPr>
              <a:xfrm rot="0">
                <a:off x="3068" y="2733"/>
                <a:ext cx="8" cy="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50" y="0"/>
                    </a:moveTo>
                    <a:lnTo>
                      <a:pt x="25" y="11"/>
                    </a:lnTo>
                    <a:lnTo>
                      <a:pt x="0" y="22"/>
                    </a:lnTo>
                    <a:lnTo>
                      <a:pt x="22" y="71"/>
                    </a:lnTo>
                    <a:lnTo>
                      <a:pt x="47" y="60"/>
                    </a:lnTo>
                    <a:lnTo>
                      <a:pt x="72" y="49"/>
                    </a:lnTo>
                    <a:lnTo>
                      <a:pt x="5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97" name=""/>
              <p:cNvSpPr/>
              <p:nvPr/>
            </p:nvSpPr>
            <p:spPr>
              <a:xfrm rot="0">
                <a:off x="3068" y="2733"/>
                <a:ext cx="8" cy="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50" y="0"/>
                    </a:moveTo>
                    <a:lnTo>
                      <a:pt x="25" y="11"/>
                    </a:lnTo>
                    <a:lnTo>
                      <a:pt x="0" y="22"/>
                    </a:lnTo>
                    <a:lnTo>
                      <a:pt x="22" y="71"/>
                    </a:lnTo>
                    <a:lnTo>
                      <a:pt x="47" y="60"/>
                    </a:lnTo>
                    <a:lnTo>
                      <a:pt x="72" y="49"/>
                    </a:lnTo>
                    <a:lnTo>
                      <a:pt x="5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698" name=""/>
              <p:cNvSpPr/>
              <p:nvPr/>
            </p:nvSpPr>
            <p:spPr>
              <a:xfrm rot="0">
                <a:off x="3071" y="2740"/>
                <a:ext cx="2" cy="1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25" y="0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699" name=""/>
              <p:cNvSpPr/>
              <p:nvPr/>
            </p:nvSpPr>
            <p:spPr>
              <a:xfrm rot="0">
                <a:off x="3071" y="27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00" name=""/>
              <p:cNvSpPr/>
              <p:nvPr/>
            </p:nvSpPr>
            <p:spPr>
              <a:xfrm rot="0">
                <a:off x="3071" y="2739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50" y="0"/>
                    </a:moveTo>
                    <a:lnTo>
                      <a:pt x="25" y="12"/>
                    </a:lnTo>
                    <a:lnTo>
                      <a:pt x="0" y="24"/>
                    </a:lnTo>
                    <a:lnTo>
                      <a:pt x="24" y="73"/>
                    </a:lnTo>
                    <a:lnTo>
                      <a:pt x="49" y="61"/>
                    </a:lnTo>
                    <a:lnTo>
                      <a:pt x="74" y="49"/>
                    </a:lnTo>
                    <a:lnTo>
                      <a:pt x="5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01" name=""/>
              <p:cNvSpPr/>
              <p:nvPr/>
            </p:nvSpPr>
            <p:spPr>
              <a:xfrm rot="0">
                <a:off x="3071" y="2739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50" y="0"/>
                    </a:moveTo>
                    <a:lnTo>
                      <a:pt x="25" y="12"/>
                    </a:lnTo>
                    <a:lnTo>
                      <a:pt x="0" y="24"/>
                    </a:lnTo>
                    <a:lnTo>
                      <a:pt x="24" y="73"/>
                    </a:lnTo>
                    <a:lnTo>
                      <a:pt x="49" y="61"/>
                    </a:lnTo>
                    <a:lnTo>
                      <a:pt x="74" y="49"/>
                    </a:lnTo>
                    <a:lnTo>
                      <a:pt x="5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02" name=""/>
              <p:cNvSpPr/>
              <p:nvPr/>
            </p:nvSpPr>
            <p:spPr>
              <a:xfrm rot="0">
                <a:off x="3073" y="2745"/>
                <a:ext cx="3" cy="2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25" y="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03" name=""/>
              <p:cNvSpPr/>
              <p:nvPr/>
            </p:nvSpPr>
            <p:spPr>
              <a:xfrm rot="0">
                <a:off x="3073" y="274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04" name=""/>
              <p:cNvSpPr/>
              <p:nvPr/>
            </p:nvSpPr>
            <p:spPr>
              <a:xfrm rot="0">
                <a:off x="3073" y="2744"/>
                <a:ext cx="9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48" y="0"/>
                    </a:moveTo>
                    <a:lnTo>
                      <a:pt x="24" y="13"/>
                    </a:lnTo>
                    <a:lnTo>
                      <a:pt x="0" y="26"/>
                    </a:lnTo>
                    <a:lnTo>
                      <a:pt x="26" y="73"/>
                    </a:lnTo>
                    <a:lnTo>
                      <a:pt x="50" y="60"/>
                    </a:lnTo>
                    <a:lnTo>
                      <a:pt x="74" y="47"/>
                    </a:lnTo>
                    <a:lnTo>
                      <a:pt x="4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05" name=""/>
              <p:cNvSpPr/>
              <p:nvPr/>
            </p:nvSpPr>
            <p:spPr>
              <a:xfrm rot="0">
                <a:off x="3073" y="2744"/>
                <a:ext cx="9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48" y="0"/>
                    </a:moveTo>
                    <a:lnTo>
                      <a:pt x="24" y="13"/>
                    </a:lnTo>
                    <a:lnTo>
                      <a:pt x="0" y="26"/>
                    </a:lnTo>
                    <a:lnTo>
                      <a:pt x="26" y="73"/>
                    </a:lnTo>
                    <a:lnTo>
                      <a:pt x="50" y="60"/>
                    </a:lnTo>
                    <a:lnTo>
                      <a:pt x="74" y="47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06" name=""/>
              <p:cNvSpPr/>
              <p:nvPr/>
            </p:nvSpPr>
            <p:spPr>
              <a:xfrm rot="0">
                <a:off x="3076" y="2751"/>
                <a:ext cx="3" cy="1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24" y="0"/>
                    </a:moveTo>
                    <a:lnTo>
                      <a:pt x="0" y="13"/>
                    </a:lnTo>
                    <a:lnTo>
                      <a:pt x="0" y="14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07" name=""/>
              <p:cNvSpPr/>
              <p:nvPr/>
            </p:nvSpPr>
            <p:spPr>
              <a:xfrm rot="0">
                <a:off x="3076" y="27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08" name=""/>
              <p:cNvSpPr/>
              <p:nvPr/>
            </p:nvSpPr>
            <p:spPr>
              <a:xfrm rot="0">
                <a:off x="3076" y="2749"/>
                <a:ext cx="9" cy="8"/>
              </a:xfrm>
              <a:custGeom>
                <a:avLst/>
                <a:ahLst/>
                <a:rect l="0" t="0" r="r" b="b"/>
                <a:pathLst>
                  <a:path w="76" h="73">
                    <a:moveTo>
                      <a:pt x="48" y="0"/>
                    </a:moveTo>
                    <a:lnTo>
                      <a:pt x="24" y="14"/>
                    </a:lnTo>
                    <a:lnTo>
                      <a:pt x="0" y="28"/>
                    </a:lnTo>
                    <a:lnTo>
                      <a:pt x="28" y="73"/>
                    </a:lnTo>
                    <a:lnTo>
                      <a:pt x="52" y="59"/>
                    </a:lnTo>
                    <a:lnTo>
                      <a:pt x="76" y="45"/>
                    </a:lnTo>
                    <a:lnTo>
                      <a:pt x="4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09" name=""/>
              <p:cNvSpPr/>
              <p:nvPr/>
            </p:nvSpPr>
            <p:spPr>
              <a:xfrm rot="0">
                <a:off x="3076" y="2749"/>
                <a:ext cx="9" cy="8"/>
              </a:xfrm>
              <a:custGeom>
                <a:avLst/>
                <a:ahLst/>
                <a:rect l="0" t="0" r="r" b="b"/>
                <a:pathLst>
                  <a:path w="76" h="73">
                    <a:moveTo>
                      <a:pt x="48" y="0"/>
                    </a:moveTo>
                    <a:lnTo>
                      <a:pt x="24" y="14"/>
                    </a:lnTo>
                    <a:lnTo>
                      <a:pt x="0" y="28"/>
                    </a:lnTo>
                    <a:lnTo>
                      <a:pt x="28" y="73"/>
                    </a:lnTo>
                    <a:lnTo>
                      <a:pt x="52" y="59"/>
                    </a:lnTo>
                    <a:lnTo>
                      <a:pt x="76" y="45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10" name=""/>
              <p:cNvSpPr/>
              <p:nvPr/>
            </p:nvSpPr>
            <p:spPr>
              <a:xfrm rot="0">
                <a:off x="3079" y="2756"/>
                <a:ext cx="3" cy="1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24" y="0"/>
                    </a:moveTo>
                    <a:lnTo>
                      <a:pt x="0" y="14"/>
                    </a:lnTo>
                    <a:lnTo>
                      <a:pt x="1" y="16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11" name=""/>
              <p:cNvSpPr/>
              <p:nvPr/>
            </p:nvSpPr>
            <p:spPr>
              <a:xfrm rot="0">
                <a:off x="3079" y="27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12" name=""/>
              <p:cNvSpPr/>
              <p:nvPr/>
            </p:nvSpPr>
            <p:spPr>
              <a:xfrm rot="0">
                <a:off x="3079" y="2754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46" y="0"/>
                    </a:moveTo>
                    <a:lnTo>
                      <a:pt x="23" y="15"/>
                    </a:lnTo>
                    <a:lnTo>
                      <a:pt x="0" y="31"/>
                    </a:lnTo>
                    <a:lnTo>
                      <a:pt x="31" y="75"/>
                    </a:lnTo>
                    <a:lnTo>
                      <a:pt x="53" y="60"/>
                    </a:lnTo>
                    <a:lnTo>
                      <a:pt x="76" y="45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13" name=""/>
              <p:cNvSpPr/>
              <p:nvPr/>
            </p:nvSpPr>
            <p:spPr>
              <a:xfrm rot="0">
                <a:off x="3079" y="2754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46" y="0"/>
                    </a:moveTo>
                    <a:lnTo>
                      <a:pt x="23" y="15"/>
                    </a:lnTo>
                    <a:lnTo>
                      <a:pt x="0" y="31"/>
                    </a:lnTo>
                    <a:lnTo>
                      <a:pt x="31" y="75"/>
                    </a:lnTo>
                    <a:lnTo>
                      <a:pt x="53" y="60"/>
                    </a:lnTo>
                    <a:lnTo>
                      <a:pt x="76" y="45"/>
                    </a:lnTo>
                    <a:lnTo>
                      <a:pt x="4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14" name=""/>
              <p:cNvSpPr/>
              <p:nvPr/>
            </p:nvSpPr>
            <p:spPr>
              <a:xfrm rot="0">
                <a:off x="3083" y="2761"/>
                <a:ext cx="2" cy="1"/>
              </a:xfrm>
              <a:custGeom>
                <a:avLst/>
                <a:ahLst/>
                <a:rect l="0" t="0" r="r" b="b"/>
                <a:pathLst>
                  <a:path w="22" h="16">
                    <a:moveTo>
                      <a:pt x="22" y="0"/>
                    </a:moveTo>
                    <a:lnTo>
                      <a:pt x="0" y="15"/>
                    </a:lnTo>
                    <a:lnTo>
                      <a:pt x="1" y="16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15" name=""/>
              <p:cNvSpPr/>
              <p:nvPr/>
            </p:nvSpPr>
            <p:spPr>
              <a:xfrm rot="0">
                <a:off x="3083" y="27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16" name=""/>
              <p:cNvSpPr/>
              <p:nvPr/>
            </p:nvSpPr>
            <p:spPr>
              <a:xfrm rot="0">
                <a:off x="3083" y="2759"/>
                <a:ext cx="8" cy="8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43" y="0"/>
                    </a:moveTo>
                    <a:lnTo>
                      <a:pt x="21" y="16"/>
                    </a:lnTo>
                    <a:lnTo>
                      <a:pt x="0" y="32"/>
                    </a:lnTo>
                    <a:lnTo>
                      <a:pt x="32" y="76"/>
                    </a:lnTo>
                    <a:lnTo>
                      <a:pt x="54" y="59"/>
                    </a:lnTo>
                    <a:lnTo>
                      <a:pt x="76" y="43"/>
                    </a:lnTo>
                    <a:lnTo>
                      <a:pt x="4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17" name=""/>
              <p:cNvSpPr/>
              <p:nvPr/>
            </p:nvSpPr>
            <p:spPr>
              <a:xfrm rot="0">
                <a:off x="3083" y="2759"/>
                <a:ext cx="8" cy="8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43" y="0"/>
                    </a:moveTo>
                    <a:lnTo>
                      <a:pt x="21" y="16"/>
                    </a:lnTo>
                    <a:lnTo>
                      <a:pt x="0" y="32"/>
                    </a:lnTo>
                    <a:lnTo>
                      <a:pt x="32" y="76"/>
                    </a:lnTo>
                    <a:lnTo>
                      <a:pt x="54" y="59"/>
                    </a:lnTo>
                    <a:lnTo>
                      <a:pt x="76" y="43"/>
                    </a:lnTo>
                    <a:lnTo>
                      <a:pt x="4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18" name=""/>
              <p:cNvSpPr/>
              <p:nvPr/>
            </p:nvSpPr>
            <p:spPr>
              <a:xfrm rot="0">
                <a:off x="3087" y="2765"/>
                <a:ext cx="2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19" name=""/>
              <p:cNvSpPr/>
              <p:nvPr/>
            </p:nvSpPr>
            <p:spPr>
              <a:xfrm rot="0">
                <a:off x="3087" y="27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20" name=""/>
              <p:cNvSpPr/>
              <p:nvPr/>
            </p:nvSpPr>
            <p:spPr>
              <a:xfrm rot="0">
                <a:off x="3087" y="2763"/>
                <a:ext cx="8" cy="9"/>
              </a:xfrm>
              <a:custGeom>
                <a:avLst/>
                <a:ahLst/>
                <a:rect l="0" t="0" r="r" b="b"/>
                <a:pathLst>
                  <a:path w="78" h="76">
                    <a:moveTo>
                      <a:pt x="44" y="0"/>
                    </a:moveTo>
                    <a:lnTo>
                      <a:pt x="22" y="17"/>
                    </a:lnTo>
                    <a:lnTo>
                      <a:pt x="0" y="35"/>
                    </a:lnTo>
                    <a:lnTo>
                      <a:pt x="35" y="76"/>
                    </a:lnTo>
                    <a:lnTo>
                      <a:pt x="57" y="59"/>
                    </a:lnTo>
                    <a:lnTo>
                      <a:pt x="78" y="41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21" name=""/>
              <p:cNvSpPr/>
              <p:nvPr/>
            </p:nvSpPr>
            <p:spPr>
              <a:xfrm rot="0">
                <a:off x="3087" y="2763"/>
                <a:ext cx="8" cy="9"/>
              </a:xfrm>
              <a:custGeom>
                <a:avLst/>
                <a:ahLst/>
                <a:rect l="0" t="0" r="r" b="b"/>
                <a:pathLst>
                  <a:path w="78" h="76">
                    <a:moveTo>
                      <a:pt x="44" y="0"/>
                    </a:moveTo>
                    <a:lnTo>
                      <a:pt x="22" y="17"/>
                    </a:lnTo>
                    <a:lnTo>
                      <a:pt x="0" y="35"/>
                    </a:lnTo>
                    <a:lnTo>
                      <a:pt x="35" y="76"/>
                    </a:lnTo>
                    <a:lnTo>
                      <a:pt x="57" y="59"/>
                    </a:lnTo>
                    <a:lnTo>
                      <a:pt x="78" y="41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22" name=""/>
              <p:cNvSpPr/>
              <p:nvPr/>
            </p:nvSpPr>
            <p:spPr>
              <a:xfrm rot="0">
                <a:off x="3090" y="2770"/>
                <a:ext cx="3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0" y="17"/>
                    </a:lnTo>
                    <a:lnTo>
                      <a:pt x="1" y="18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23" name=""/>
              <p:cNvSpPr/>
              <p:nvPr/>
            </p:nvSpPr>
            <p:spPr>
              <a:xfrm rot="0">
                <a:off x="3090" y="27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24" name=""/>
              <p:cNvSpPr/>
              <p:nvPr/>
            </p:nvSpPr>
            <p:spPr>
              <a:xfrm rot="0">
                <a:off x="3091" y="2768"/>
                <a:ext cx="8" cy="8"/>
              </a:xfrm>
              <a:custGeom>
                <a:avLst/>
                <a:ahLst/>
                <a:rect l="0" t="0" r="r" b="b"/>
                <a:pathLst>
                  <a:path w="77" h="77">
                    <a:moveTo>
                      <a:pt x="41" y="0"/>
                    </a:moveTo>
                    <a:lnTo>
                      <a:pt x="21" y="19"/>
                    </a:lnTo>
                    <a:lnTo>
                      <a:pt x="0" y="37"/>
                    </a:lnTo>
                    <a:lnTo>
                      <a:pt x="36" y="77"/>
                    </a:lnTo>
                    <a:lnTo>
                      <a:pt x="56" y="59"/>
                    </a:lnTo>
                    <a:lnTo>
                      <a:pt x="77" y="40"/>
                    </a:lnTo>
                    <a:lnTo>
                      <a:pt x="4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25" name=""/>
              <p:cNvSpPr/>
              <p:nvPr/>
            </p:nvSpPr>
            <p:spPr>
              <a:xfrm rot="0">
                <a:off x="3091" y="2768"/>
                <a:ext cx="8" cy="8"/>
              </a:xfrm>
              <a:custGeom>
                <a:avLst/>
                <a:ahLst/>
                <a:rect l="0" t="0" r="r" b="b"/>
                <a:pathLst>
                  <a:path w="77" h="77">
                    <a:moveTo>
                      <a:pt x="41" y="0"/>
                    </a:moveTo>
                    <a:lnTo>
                      <a:pt x="21" y="19"/>
                    </a:lnTo>
                    <a:lnTo>
                      <a:pt x="0" y="37"/>
                    </a:lnTo>
                    <a:lnTo>
                      <a:pt x="36" y="77"/>
                    </a:lnTo>
                    <a:lnTo>
                      <a:pt x="56" y="59"/>
                    </a:lnTo>
                    <a:lnTo>
                      <a:pt x="77" y="40"/>
                    </a:lnTo>
                    <a:lnTo>
                      <a:pt x="4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26" name=""/>
              <p:cNvSpPr/>
              <p:nvPr/>
            </p:nvSpPr>
            <p:spPr>
              <a:xfrm rot="0">
                <a:off x="3095" y="2774"/>
                <a:ext cx="2" cy="3"/>
              </a:xfrm>
              <a:custGeom>
                <a:avLst/>
                <a:ahLst/>
                <a:rect l="0" t="0" r="r" b="b"/>
                <a:pathLst>
                  <a:path w="20" h="19">
                    <a:moveTo>
                      <a:pt x="20" y="0"/>
                    </a:moveTo>
                    <a:lnTo>
                      <a:pt x="0" y="18"/>
                    </a:lnTo>
                    <a:lnTo>
                      <a:pt x="1" y="19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27" name=""/>
              <p:cNvSpPr/>
              <p:nvPr/>
            </p:nvSpPr>
            <p:spPr>
              <a:xfrm rot="0">
                <a:off x="3095" y="27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28" name=""/>
              <p:cNvSpPr/>
              <p:nvPr/>
            </p:nvSpPr>
            <p:spPr>
              <a:xfrm rot="0">
                <a:off x="3095" y="2772"/>
                <a:ext cx="8" cy="9"/>
              </a:xfrm>
              <a:custGeom>
                <a:avLst/>
                <a:ahLst/>
                <a:rect l="0" t="0" r="r" b="b"/>
                <a:pathLst>
                  <a:path w="77" h="77">
                    <a:moveTo>
                      <a:pt x="39" y="0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38" y="77"/>
                    </a:lnTo>
                    <a:lnTo>
                      <a:pt x="58" y="58"/>
                    </a:lnTo>
                    <a:lnTo>
                      <a:pt x="77" y="38"/>
                    </a:lnTo>
                    <a:lnTo>
                      <a:pt x="3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29" name=""/>
              <p:cNvSpPr/>
              <p:nvPr/>
            </p:nvSpPr>
            <p:spPr>
              <a:xfrm rot="0">
                <a:off x="3095" y="2772"/>
                <a:ext cx="8" cy="9"/>
              </a:xfrm>
              <a:custGeom>
                <a:avLst/>
                <a:ahLst/>
                <a:rect l="0" t="0" r="r" b="b"/>
                <a:pathLst>
                  <a:path w="77" h="77">
                    <a:moveTo>
                      <a:pt x="39" y="0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38" y="77"/>
                    </a:lnTo>
                    <a:lnTo>
                      <a:pt x="58" y="58"/>
                    </a:lnTo>
                    <a:lnTo>
                      <a:pt x="77" y="38"/>
                    </a:lnTo>
                    <a:lnTo>
                      <a:pt x="3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30" name=""/>
              <p:cNvSpPr/>
              <p:nvPr/>
            </p:nvSpPr>
            <p:spPr>
              <a:xfrm rot="0">
                <a:off x="3099" y="2779"/>
                <a:ext cx="2" cy="2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20" y="0"/>
                    </a:moveTo>
                    <a:lnTo>
                      <a:pt x="0" y="19"/>
                    </a:lnTo>
                    <a:lnTo>
                      <a:pt x="1" y="20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31" name=""/>
              <p:cNvSpPr/>
              <p:nvPr/>
            </p:nvSpPr>
            <p:spPr>
              <a:xfrm rot="0">
                <a:off x="3099" y="27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32" name=""/>
              <p:cNvSpPr/>
              <p:nvPr/>
            </p:nvSpPr>
            <p:spPr>
              <a:xfrm rot="0">
                <a:off x="3099" y="2776"/>
                <a:ext cx="9" cy="9"/>
              </a:xfrm>
              <a:custGeom>
                <a:avLst/>
                <a:ahLst/>
                <a:rect l="0" t="0" r="r" b="b"/>
                <a:pathLst>
                  <a:path w="77" h="77">
                    <a:moveTo>
                      <a:pt x="37" y="0"/>
                    </a:moveTo>
                    <a:lnTo>
                      <a:pt x="19" y="21"/>
                    </a:lnTo>
                    <a:lnTo>
                      <a:pt x="0" y="41"/>
                    </a:lnTo>
                    <a:lnTo>
                      <a:pt x="40" y="77"/>
                    </a:lnTo>
                    <a:lnTo>
                      <a:pt x="59" y="57"/>
                    </a:lnTo>
                    <a:lnTo>
                      <a:pt x="77" y="36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33" name=""/>
              <p:cNvSpPr/>
              <p:nvPr/>
            </p:nvSpPr>
            <p:spPr>
              <a:xfrm rot="0">
                <a:off x="3099" y="2776"/>
                <a:ext cx="9" cy="9"/>
              </a:xfrm>
              <a:custGeom>
                <a:avLst/>
                <a:ahLst/>
                <a:rect l="0" t="0" r="r" b="b"/>
                <a:pathLst>
                  <a:path w="77" h="77">
                    <a:moveTo>
                      <a:pt x="37" y="0"/>
                    </a:moveTo>
                    <a:lnTo>
                      <a:pt x="19" y="21"/>
                    </a:lnTo>
                    <a:lnTo>
                      <a:pt x="0" y="41"/>
                    </a:lnTo>
                    <a:lnTo>
                      <a:pt x="40" y="77"/>
                    </a:lnTo>
                    <a:lnTo>
                      <a:pt x="59" y="57"/>
                    </a:lnTo>
                    <a:lnTo>
                      <a:pt x="77" y="36"/>
                    </a:lnTo>
                    <a:lnTo>
                      <a:pt x="3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34" name=""/>
              <p:cNvSpPr/>
              <p:nvPr/>
            </p:nvSpPr>
            <p:spPr>
              <a:xfrm rot="0">
                <a:off x="3103" y="2783"/>
                <a:ext cx="3" cy="2"/>
              </a:xfrm>
              <a:custGeom>
                <a:avLst/>
                <a:ahLst/>
                <a:rect l="0" t="0" r="r" b="b"/>
                <a:pathLst>
                  <a:path w="19" h="21">
                    <a:moveTo>
                      <a:pt x="19" y="0"/>
                    </a:moveTo>
                    <a:lnTo>
                      <a:pt x="0" y="20"/>
                    </a:lnTo>
                    <a:lnTo>
                      <a:pt x="1" y="21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35" name=""/>
              <p:cNvSpPr/>
              <p:nvPr/>
            </p:nvSpPr>
            <p:spPr>
              <a:xfrm rot="0">
                <a:off x="3103" y="27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36" name=""/>
              <p:cNvSpPr/>
              <p:nvPr/>
            </p:nvSpPr>
            <p:spPr>
              <a:xfrm rot="0">
                <a:off x="3104" y="2780"/>
                <a:ext cx="8" cy="9"/>
              </a:xfrm>
              <a:custGeom>
                <a:avLst/>
                <a:ahLst/>
                <a:rect l="0" t="0" r="r" b="b"/>
                <a:pathLst>
                  <a:path w="76" h="78">
                    <a:moveTo>
                      <a:pt x="35" y="0"/>
                    </a:moveTo>
                    <a:lnTo>
                      <a:pt x="18" y="22"/>
                    </a:lnTo>
                    <a:lnTo>
                      <a:pt x="0" y="43"/>
                    </a:lnTo>
                    <a:lnTo>
                      <a:pt x="42" y="78"/>
                    </a:lnTo>
                    <a:lnTo>
                      <a:pt x="59" y="56"/>
                    </a:lnTo>
                    <a:lnTo>
                      <a:pt x="76" y="35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37" name=""/>
              <p:cNvSpPr/>
              <p:nvPr/>
            </p:nvSpPr>
            <p:spPr>
              <a:xfrm rot="0">
                <a:off x="3104" y="2780"/>
                <a:ext cx="8" cy="9"/>
              </a:xfrm>
              <a:custGeom>
                <a:avLst/>
                <a:ahLst/>
                <a:rect l="0" t="0" r="r" b="b"/>
                <a:pathLst>
                  <a:path w="76" h="78">
                    <a:moveTo>
                      <a:pt x="35" y="0"/>
                    </a:moveTo>
                    <a:lnTo>
                      <a:pt x="18" y="22"/>
                    </a:lnTo>
                    <a:lnTo>
                      <a:pt x="0" y="43"/>
                    </a:lnTo>
                    <a:lnTo>
                      <a:pt x="42" y="78"/>
                    </a:lnTo>
                    <a:lnTo>
                      <a:pt x="59" y="56"/>
                    </a:lnTo>
                    <a:lnTo>
                      <a:pt x="76" y="35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38" name=""/>
              <p:cNvSpPr/>
              <p:nvPr/>
            </p:nvSpPr>
            <p:spPr>
              <a:xfrm rot="0">
                <a:off x="3108" y="2786"/>
                <a:ext cx="2" cy="3"/>
              </a:xfrm>
              <a:custGeom>
                <a:avLst/>
                <a:ahLst/>
                <a:rect l="0" t="0" r="r" b="b"/>
                <a:pathLst>
                  <a:path w="17" h="22">
                    <a:moveTo>
                      <a:pt x="17" y="0"/>
                    </a:moveTo>
                    <a:lnTo>
                      <a:pt x="0" y="22"/>
                    </a:lnTo>
                    <a:lnTo>
                      <a:pt x="0" y="22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39" name=""/>
              <p:cNvSpPr/>
              <p:nvPr/>
            </p:nvSpPr>
            <p:spPr>
              <a:xfrm rot="0">
                <a:off x="3108" y="27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40" name=""/>
              <p:cNvSpPr/>
              <p:nvPr/>
            </p:nvSpPr>
            <p:spPr>
              <a:xfrm rot="0">
                <a:off x="3108" y="2784"/>
                <a:ext cx="9" cy="9"/>
              </a:xfrm>
              <a:custGeom>
                <a:avLst/>
                <a:ahLst/>
                <a:rect l="0" t="0" r="r" b="b"/>
                <a:pathLst>
                  <a:path w="77" h="76">
                    <a:moveTo>
                      <a:pt x="34" y="0"/>
                    </a:moveTo>
                    <a:lnTo>
                      <a:pt x="17" y="21"/>
                    </a:lnTo>
                    <a:lnTo>
                      <a:pt x="0" y="43"/>
                    </a:lnTo>
                    <a:lnTo>
                      <a:pt x="42" y="76"/>
                    </a:lnTo>
                    <a:lnTo>
                      <a:pt x="59" y="54"/>
                    </a:lnTo>
                    <a:lnTo>
                      <a:pt x="77" y="32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41" name=""/>
              <p:cNvSpPr/>
              <p:nvPr/>
            </p:nvSpPr>
            <p:spPr>
              <a:xfrm rot="0">
                <a:off x="3108" y="2784"/>
                <a:ext cx="9" cy="9"/>
              </a:xfrm>
              <a:custGeom>
                <a:avLst/>
                <a:ahLst/>
                <a:rect l="0" t="0" r="r" b="b"/>
                <a:pathLst>
                  <a:path w="77" h="76">
                    <a:moveTo>
                      <a:pt x="34" y="0"/>
                    </a:moveTo>
                    <a:lnTo>
                      <a:pt x="17" y="21"/>
                    </a:lnTo>
                    <a:lnTo>
                      <a:pt x="0" y="43"/>
                    </a:lnTo>
                    <a:lnTo>
                      <a:pt x="42" y="76"/>
                    </a:lnTo>
                    <a:lnTo>
                      <a:pt x="59" y="54"/>
                    </a:lnTo>
                    <a:lnTo>
                      <a:pt x="77" y="32"/>
                    </a:lnTo>
                    <a:lnTo>
                      <a:pt x="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42" name=""/>
              <p:cNvSpPr/>
              <p:nvPr/>
            </p:nvSpPr>
            <p:spPr>
              <a:xfrm rot="0">
                <a:off x="3113" y="2790"/>
                <a:ext cx="2" cy="3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17" y="0"/>
                    </a:moveTo>
                    <a:lnTo>
                      <a:pt x="0" y="22"/>
                    </a:lnTo>
                    <a:lnTo>
                      <a:pt x="2" y="23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43" name=""/>
              <p:cNvSpPr/>
              <p:nvPr/>
            </p:nvSpPr>
            <p:spPr>
              <a:xfrm rot="0">
                <a:off x="3113" y="279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44" name=""/>
              <p:cNvSpPr/>
              <p:nvPr/>
            </p:nvSpPr>
            <p:spPr>
              <a:xfrm rot="0">
                <a:off x="3113" y="2788"/>
                <a:ext cx="8" cy="8"/>
              </a:xfrm>
              <a:custGeom>
                <a:avLst/>
                <a:ahLst/>
                <a:rect l="0" t="0" r="r" b="b"/>
                <a:pathLst>
                  <a:path w="75" h="76">
                    <a:moveTo>
                      <a:pt x="31" y="0"/>
                    </a:moveTo>
                    <a:lnTo>
                      <a:pt x="15" y="23"/>
                    </a:lnTo>
                    <a:lnTo>
                      <a:pt x="0" y="46"/>
                    </a:lnTo>
                    <a:lnTo>
                      <a:pt x="45" y="76"/>
                    </a:lnTo>
                    <a:lnTo>
                      <a:pt x="60" y="53"/>
                    </a:lnTo>
                    <a:lnTo>
                      <a:pt x="75" y="31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45" name=""/>
              <p:cNvSpPr/>
              <p:nvPr/>
            </p:nvSpPr>
            <p:spPr>
              <a:xfrm rot="0">
                <a:off x="3113" y="2788"/>
                <a:ext cx="8" cy="8"/>
              </a:xfrm>
              <a:custGeom>
                <a:avLst/>
                <a:ahLst/>
                <a:rect l="0" t="0" r="r" b="b"/>
                <a:pathLst>
                  <a:path w="75" h="76">
                    <a:moveTo>
                      <a:pt x="31" y="0"/>
                    </a:moveTo>
                    <a:lnTo>
                      <a:pt x="15" y="23"/>
                    </a:lnTo>
                    <a:lnTo>
                      <a:pt x="0" y="46"/>
                    </a:lnTo>
                    <a:lnTo>
                      <a:pt x="45" y="76"/>
                    </a:lnTo>
                    <a:lnTo>
                      <a:pt x="60" y="53"/>
                    </a:lnTo>
                    <a:lnTo>
                      <a:pt x="75" y="31"/>
                    </a:lnTo>
                    <a:lnTo>
                      <a:pt x="3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46" name=""/>
              <p:cNvSpPr/>
              <p:nvPr/>
            </p:nvSpPr>
            <p:spPr>
              <a:xfrm rot="0">
                <a:off x="3118" y="2793"/>
                <a:ext cx="2" cy="3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15" y="0"/>
                    </a:moveTo>
                    <a:lnTo>
                      <a:pt x="0" y="23"/>
                    </a:lnTo>
                    <a:lnTo>
                      <a:pt x="1" y="24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47" name=""/>
              <p:cNvSpPr/>
              <p:nvPr/>
            </p:nvSpPr>
            <p:spPr>
              <a:xfrm rot="0">
                <a:off x="3118" y="27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48" name=""/>
              <p:cNvSpPr/>
              <p:nvPr/>
            </p:nvSpPr>
            <p:spPr>
              <a:xfrm rot="0">
                <a:off x="3118" y="2791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28" y="0"/>
                    </a:moveTo>
                    <a:lnTo>
                      <a:pt x="14" y="23"/>
                    </a:lnTo>
                    <a:lnTo>
                      <a:pt x="0" y="47"/>
                    </a:lnTo>
                    <a:lnTo>
                      <a:pt x="45" y="76"/>
                    </a:lnTo>
                    <a:lnTo>
                      <a:pt x="59" y="52"/>
                    </a:lnTo>
                    <a:lnTo>
                      <a:pt x="74" y="28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49" name=""/>
              <p:cNvSpPr/>
              <p:nvPr/>
            </p:nvSpPr>
            <p:spPr>
              <a:xfrm rot="0">
                <a:off x="3118" y="2791"/>
                <a:ext cx="8" cy="8"/>
              </a:xfrm>
              <a:custGeom>
                <a:avLst/>
                <a:ahLst/>
                <a:rect l="0" t="0" r="r" b="b"/>
                <a:pathLst>
                  <a:path w="74" h="76">
                    <a:moveTo>
                      <a:pt x="28" y="0"/>
                    </a:moveTo>
                    <a:lnTo>
                      <a:pt x="14" y="23"/>
                    </a:lnTo>
                    <a:lnTo>
                      <a:pt x="0" y="47"/>
                    </a:lnTo>
                    <a:lnTo>
                      <a:pt x="45" y="76"/>
                    </a:lnTo>
                    <a:lnTo>
                      <a:pt x="59" y="52"/>
                    </a:lnTo>
                    <a:lnTo>
                      <a:pt x="74" y="28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50" name=""/>
              <p:cNvSpPr/>
              <p:nvPr/>
            </p:nvSpPr>
            <p:spPr>
              <a:xfrm rot="0">
                <a:off x="3123" y="2797"/>
                <a:ext cx="2" cy="2"/>
              </a:xfrm>
              <a:custGeom>
                <a:avLst/>
                <a:ahLst/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0" y="24"/>
                    </a:lnTo>
                    <a:lnTo>
                      <a:pt x="0" y="24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51" name=""/>
              <p:cNvSpPr/>
              <p:nvPr/>
            </p:nvSpPr>
            <p:spPr>
              <a:xfrm rot="0">
                <a:off x="3123" y="27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52" name=""/>
              <p:cNvSpPr/>
              <p:nvPr/>
            </p:nvSpPr>
            <p:spPr>
              <a:xfrm rot="0">
                <a:off x="3123" y="2794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29" y="0"/>
                    </a:moveTo>
                    <a:lnTo>
                      <a:pt x="14" y="24"/>
                    </a:lnTo>
                    <a:lnTo>
                      <a:pt x="0" y="48"/>
                    </a:lnTo>
                    <a:lnTo>
                      <a:pt x="48" y="75"/>
                    </a:lnTo>
                    <a:lnTo>
                      <a:pt x="62" y="51"/>
                    </a:lnTo>
                    <a:lnTo>
                      <a:pt x="76" y="27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53" name=""/>
              <p:cNvSpPr/>
              <p:nvPr/>
            </p:nvSpPr>
            <p:spPr>
              <a:xfrm rot="0">
                <a:off x="3123" y="2794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29" y="0"/>
                    </a:moveTo>
                    <a:lnTo>
                      <a:pt x="14" y="24"/>
                    </a:lnTo>
                    <a:lnTo>
                      <a:pt x="0" y="48"/>
                    </a:lnTo>
                    <a:lnTo>
                      <a:pt x="48" y="75"/>
                    </a:lnTo>
                    <a:lnTo>
                      <a:pt x="62" y="51"/>
                    </a:lnTo>
                    <a:lnTo>
                      <a:pt x="76" y="27"/>
                    </a:lnTo>
                    <a:lnTo>
                      <a:pt x="2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54" name=""/>
              <p:cNvSpPr/>
              <p:nvPr/>
            </p:nvSpPr>
            <p:spPr>
              <a:xfrm rot="0">
                <a:off x="3129" y="2800"/>
                <a:ext cx="1" cy="2"/>
              </a:xfrm>
              <a:custGeom>
                <a:avLst/>
                <a:ahLst/>
                <a:rect l="0" t="0" r="r" b="b"/>
                <a:pathLst>
                  <a:path w="14" h="25">
                    <a:moveTo>
                      <a:pt x="14" y="0"/>
                    </a:moveTo>
                    <a:lnTo>
                      <a:pt x="0" y="24"/>
                    </a:lnTo>
                    <a:lnTo>
                      <a:pt x="2" y="25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55" name=""/>
              <p:cNvSpPr/>
              <p:nvPr/>
            </p:nvSpPr>
            <p:spPr>
              <a:xfrm rot="0">
                <a:off x="3129" y="2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56" name=""/>
              <p:cNvSpPr/>
              <p:nvPr/>
            </p:nvSpPr>
            <p:spPr>
              <a:xfrm rot="0">
                <a:off x="3129" y="2797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24" y="0"/>
                    </a:moveTo>
                    <a:lnTo>
                      <a:pt x="12" y="25"/>
                    </a:lnTo>
                    <a:lnTo>
                      <a:pt x="0" y="50"/>
                    </a:lnTo>
                    <a:lnTo>
                      <a:pt x="48" y="74"/>
                    </a:lnTo>
                    <a:lnTo>
                      <a:pt x="60" y="49"/>
                    </a:lnTo>
                    <a:lnTo>
                      <a:pt x="72" y="24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57" name=""/>
              <p:cNvSpPr/>
              <p:nvPr/>
            </p:nvSpPr>
            <p:spPr>
              <a:xfrm rot="0">
                <a:off x="3129" y="2797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24" y="0"/>
                    </a:moveTo>
                    <a:lnTo>
                      <a:pt x="12" y="25"/>
                    </a:lnTo>
                    <a:lnTo>
                      <a:pt x="0" y="50"/>
                    </a:lnTo>
                    <a:lnTo>
                      <a:pt x="48" y="74"/>
                    </a:lnTo>
                    <a:lnTo>
                      <a:pt x="60" y="49"/>
                    </a:lnTo>
                    <a:lnTo>
                      <a:pt x="72" y="24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58" name=""/>
              <p:cNvSpPr/>
              <p:nvPr/>
            </p:nvSpPr>
            <p:spPr>
              <a:xfrm rot="0">
                <a:off x="3134" y="2802"/>
                <a:ext cx="1" cy="3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12" y="0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59" name=""/>
              <p:cNvSpPr/>
              <p:nvPr/>
            </p:nvSpPr>
            <p:spPr>
              <a:xfrm rot="0">
                <a:off x="3134" y="28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60" name=""/>
              <p:cNvSpPr/>
              <p:nvPr/>
            </p:nvSpPr>
            <p:spPr>
              <a:xfrm rot="0">
                <a:off x="3134" y="2800"/>
                <a:ext cx="8" cy="7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22" y="0"/>
                    </a:moveTo>
                    <a:lnTo>
                      <a:pt x="11" y="25"/>
                    </a:lnTo>
                    <a:lnTo>
                      <a:pt x="0" y="50"/>
                    </a:lnTo>
                    <a:lnTo>
                      <a:pt x="49" y="71"/>
                    </a:lnTo>
                    <a:lnTo>
                      <a:pt x="60" y="46"/>
                    </a:lnTo>
                    <a:lnTo>
                      <a:pt x="71" y="21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61" name=""/>
              <p:cNvSpPr/>
              <p:nvPr/>
            </p:nvSpPr>
            <p:spPr>
              <a:xfrm rot="0">
                <a:off x="3134" y="2800"/>
                <a:ext cx="8" cy="7"/>
              </a:xfrm>
              <a:custGeom>
                <a:avLst/>
                <a:ahLst/>
                <a:rect l="0" t="0" r="r" b="b"/>
                <a:pathLst>
                  <a:path w="71" h="71">
                    <a:moveTo>
                      <a:pt x="22" y="0"/>
                    </a:moveTo>
                    <a:lnTo>
                      <a:pt x="11" y="25"/>
                    </a:lnTo>
                    <a:lnTo>
                      <a:pt x="0" y="50"/>
                    </a:lnTo>
                    <a:lnTo>
                      <a:pt x="49" y="71"/>
                    </a:lnTo>
                    <a:lnTo>
                      <a:pt x="60" y="46"/>
                    </a:lnTo>
                    <a:lnTo>
                      <a:pt x="71" y="21"/>
                    </a:lnTo>
                    <a:lnTo>
                      <a:pt x="2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62" name=""/>
              <p:cNvSpPr/>
              <p:nvPr/>
            </p:nvSpPr>
            <p:spPr>
              <a:xfrm rot="0">
                <a:off x="3140" y="2805"/>
                <a:ext cx="1" cy="3"/>
              </a:xfrm>
              <a:custGeom>
                <a:avLst/>
                <a:ahLst/>
                <a:rect l="0" t="0" r="r" b="b"/>
                <a:pathLst>
                  <a:path w="11" h="27">
                    <a:moveTo>
                      <a:pt x="11" y="0"/>
                    </a:moveTo>
                    <a:lnTo>
                      <a:pt x="0" y="25"/>
                    </a:lnTo>
                    <a:lnTo>
                      <a:pt x="1" y="27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63" name=""/>
              <p:cNvSpPr/>
              <p:nvPr/>
            </p:nvSpPr>
            <p:spPr>
              <a:xfrm rot="0">
                <a:off x="3140" y="28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64" name=""/>
              <p:cNvSpPr/>
              <p:nvPr/>
            </p:nvSpPr>
            <p:spPr>
              <a:xfrm rot="0">
                <a:off x="3140" y="2802"/>
                <a:ext cx="8" cy="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20" y="0"/>
                    </a:moveTo>
                    <a:lnTo>
                      <a:pt x="10" y="26"/>
                    </a:lnTo>
                    <a:lnTo>
                      <a:pt x="0" y="53"/>
                    </a:lnTo>
                    <a:lnTo>
                      <a:pt x="51" y="72"/>
                    </a:lnTo>
                    <a:lnTo>
                      <a:pt x="61" y="46"/>
                    </a:lnTo>
                    <a:lnTo>
                      <a:pt x="71" y="20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65" name=""/>
              <p:cNvSpPr/>
              <p:nvPr/>
            </p:nvSpPr>
            <p:spPr>
              <a:xfrm rot="0">
                <a:off x="3140" y="2802"/>
                <a:ext cx="8" cy="8"/>
              </a:xfrm>
              <a:custGeom>
                <a:avLst/>
                <a:ahLst/>
                <a:rect l="0" t="0" r="r" b="b"/>
                <a:pathLst>
                  <a:path w="71" h="72">
                    <a:moveTo>
                      <a:pt x="20" y="0"/>
                    </a:moveTo>
                    <a:lnTo>
                      <a:pt x="10" y="26"/>
                    </a:lnTo>
                    <a:lnTo>
                      <a:pt x="0" y="53"/>
                    </a:lnTo>
                    <a:lnTo>
                      <a:pt x="51" y="72"/>
                    </a:lnTo>
                    <a:lnTo>
                      <a:pt x="61" y="46"/>
                    </a:lnTo>
                    <a:lnTo>
                      <a:pt x="71" y="20"/>
                    </a:lnTo>
                    <a:lnTo>
                      <a:pt x="2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66" name=""/>
              <p:cNvSpPr/>
              <p:nvPr/>
            </p:nvSpPr>
            <p:spPr>
              <a:xfrm rot="0">
                <a:off x="3145" y="2807"/>
                <a:ext cx="2" cy="3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10" y="0"/>
                    </a:moveTo>
                    <a:lnTo>
                      <a:pt x="0" y="26"/>
                    </a:lnTo>
                    <a:lnTo>
                      <a:pt x="1" y="26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67" name=""/>
              <p:cNvSpPr/>
              <p:nvPr/>
            </p:nvSpPr>
            <p:spPr>
              <a:xfrm rot="0">
                <a:off x="3145" y="2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68" name=""/>
              <p:cNvSpPr/>
              <p:nvPr/>
            </p:nvSpPr>
            <p:spPr>
              <a:xfrm rot="0">
                <a:off x="3146" y="2804"/>
                <a:ext cx="7" cy="8"/>
              </a:xfrm>
              <a:custGeom>
                <a:avLst/>
                <a:ahLst/>
                <a:rect l="0" t="0" r="r" b="b"/>
                <a:pathLst>
                  <a:path w="69" h="69">
                    <a:moveTo>
                      <a:pt x="18" y="0"/>
                    </a:moveTo>
                    <a:lnTo>
                      <a:pt x="9" y="26"/>
                    </a:lnTo>
                    <a:lnTo>
                      <a:pt x="0" y="52"/>
                    </a:lnTo>
                    <a:lnTo>
                      <a:pt x="51" y="69"/>
                    </a:lnTo>
                    <a:lnTo>
                      <a:pt x="60" y="43"/>
                    </a:lnTo>
                    <a:lnTo>
                      <a:pt x="69" y="17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69" name=""/>
              <p:cNvSpPr/>
              <p:nvPr/>
            </p:nvSpPr>
            <p:spPr>
              <a:xfrm rot="0">
                <a:off x="3146" y="2804"/>
                <a:ext cx="7" cy="8"/>
              </a:xfrm>
              <a:custGeom>
                <a:avLst/>
                <a:ahLst/>
                <a:rect l="0" t="0" r="r" b="b"/>
                <a:pathLst>
                  <a:path w="69" h="69">
                    <a:moveTo>
                      <a:pt x="18" y="0"/>
                    </a:moveTo>
                    <a:lnTo>
                      <a:pt x="9" y="26"/>
                    </a:lnTo>
                    <a:lnTo>
                      <a:pt x="0" y="52"/>
                    </a:lnTo>
                    <a:lnTo>
                      <a:pt x="51" y="69"/>
                    </a:lnTo>
                    <a:lnTo>
                      <a:pt x="60" y="43"/>
                    </a:lnTo>
                    <a:lnTo>
                      <a:pt x="69" y="17"/>
                    </a:lnTo>
                    <a:lnTo>
                      <a:pt x="1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70" name=""/>
              <p:cNvSpPr/>
              <p:nvPr/>
            </p:nvSpPr>
            <p:spPr>
              <a:xfrm rot="0">
                <a:off x="3151" y="2809"/>
                <a:ext cx="1" cy="3"/>
              </a:xfrm>
              <a:custGeom>
                <a:avLst/>
                <a:ahLst/>
                <a:rect l="0" t="0" r="r" b="b"/>
                <a:pathLst>
                  <a:path w="9" h="28">
                    <a:moveTo>
                      <a:pt x="9" y="0"/>
                    </a:moveTo>
                    <a:lnTo>
                      <a:pt x="0" y="26"/>
                    </a:lnTo>
                    <a:lnTo>
                      <a:pt x="1" y="28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71" name=""/>
              <p:cNvSpPr/>
              <p:nvPr/>
            </p:nvSpPr>
            <p:spPr>
              <a:xfrm rot="0">
                <a:off x="3151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72" name=""/>
              <p:cNvSpPr/>
              <p:nvPr/>
            </p:nvSpPr>
            <p:spPr>
              <a:xfrm rot="0">
                <a:off x="3151" y="2806"/>
                <a:ext cx="8" cy="7"/>
              </a:xfrm>
              <a:custGeom>
                <a:avLst/>
                <a:ahLst/>
                <a:rect l="0" t="0" r="r" b="b"/>
                <a:pathLst>
                  <a:path w="67" h="69">
                    <a:moveTo>
                      <a:pt x="16" y="0"/>
                    </a:moveTo>
                    <a:lnTo>
                      <a:pt x="8" y="27"/>
                    </a:lnTo>
                    <a:lnTo>
                      <a:pt x="0" y="55"/>
                    </a:lnTo>
                    <a:lnTo>
                      <a:pt x="51" y="69"/>
                    </a:lnTo>
                    <a:lnTo>
                      <a:pt x="59" y="41"/>
                    </a:lnTo>
                    <a:lnTo>
                      <a:pt x="67" y="14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73" name=""/>
              <p:cNvSpPr/>
              <p:nvPr/>
            </p:nvSpPr>
            <p:spPr>
              <a:xfrm rot="0">
                <a:off x="3151" y="2806"/>
                <a:ext cx="8" cy="7"/>
              </a:xfrm>
              <a:custGeom>
                <a:avLst/>
                <a:ahLst/>
                <a:rect l="0" t="0" r="r" b="b"/>
                <a:pathLst>
                  <a:path w="67" h="69">
                    <a:moveTo>
                      <a:pt x="16" y="0"/>
                    </a:moveTo>
                    <a:lnTo>
                      <a:pt x="8" y="27"/>
                    </a:lnTo>
                    <a:lnTo>
                      <a:pt x="0" y="55"/>
                    </a:lnTo>
                    <a:lnTo>
                      <a:pt x="51" y="69"/>
                    </a:lnTo>
                    <a:lnTo>
                      <a:pt x="59" y="41"/>
                    </a:lnTo>
                    <a:lnTo>
                      <a:pt x="67" y="14"/>
                    </a:lnTo>
                    <a:lnTo>
                      <a:pt x="1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74" name=""/>
              <p:cNvSpPr/>
              <p:nvPr/>
            </p:nvSpPr>
            <p:spPr>
              <a:xfrm rot="0">
                <a:off x="3157" y="2810"/>
                <a:ext cx="1" cy="3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75" name=""/>
              <p:cNvSpPr/>
              <p:nvPr/>
            </p:nvSpPr>
            <p:spPr>
              <a:xfrm rot="0">
                <a:off x="3157" y="281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76" name=""/>
              <p:cNvSpPr/>
              <p:nvPr/>
            </p:nvSpPr>
            <p:spPr>
              <a:xfrm rot="0">
                <a:off x="3157" y="2807"/>
                <a:ext cx="7" cy="8"/>
              </a:xfrm>
              <a:custGeom>
                <a:avLst/>
                <a:ahLst/>
                <a:rect l="0" t="0" r="r" b="b"/>
                <a:pathLst>
                  <a:path w="66" h="68">
                    <a:moveTo>
                      <a:pt x="14" y="0"/>
                    </a:moveTo>
                    <a:lnTo>
                      <a:pt x="7" y="27"/>
                    </a:lnTo>
                    <a:lnTo>
                      <a:pt x="0" y="55"/>
                    </a:lnTo>
                    <a:lnTo>
                      <a:pt x="53" y="68"/>
                    </a:lnTo>
                    <a:lnTo>
                      <a:pt x="59" y="41"/>
                    </a:lnTo>
                    <a:lnTo>
                      <a:pt x="66" y="13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77" name=""/>
              <p:cNvSpPr/>
              <p:nvPr/>
            </p:nvSpPr>
            <p:spPr>
              <a:xfrm rot="0">
                <a:off x="3157" y="2807"/>
                <a:ext cx="7" cy="8"/>
              </a:xfrm>
              <a:custGeom>
                <a:avLst/>
                <a:ahLst/>
                <a:rect l="0" t="0" r="r" b="b"/>
                <a:pathLst>
                  <a:path w="66" h="68">
                    <a:moveTo>
                      <a:pt x="14" y="0"/>
                    </a:moveTo>
                    <a:lnTo>
                      <a:pt x="7" y="27"/>
                    </a:lnTo>
                    <a:lnTo>
                      <a:pt x="0" y="55"/>
                    </a:lnTo>
                    <a:lnTo>
                      <a:pt x="53" y="68"/>
                    </a:lnTo>
                    <a:lnTo>
                      <a:pt x="59" y="41"/>
                    </a:lnTo>
                    <a:lnTo>
                      <a:pt x="66" y="13"/>
                    </a:lnTo>
                    <a:lnTo>
                      <a:pt x="1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78" name=""/>
              <p:cNvSpPr/>
              <p:nvPr/>
            </p:nvSpPr>
            <p:spPr>
              <a:xfrm rot="0">
                <a:off x="3163" y="2812"/>
                <a:ext cx="1" cy="3"/>
              </a:xfrm>
              <a:custGeom>
                <a:avLst/>
                <a:ahLst/>
                <a:rect l="0" t="0" r="r" b="b"/>
                <a:pathLst>
                  <a:path w="6" h="27">
                    <a:moveTo>
                      <a:pt x="6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79" name=""/>
              <p:cNvSpPr/>
              <p:nvPr/>
            </p:nvSpPr>
            <p:spPr>
              <a:xfrm rot="0">
                <a:off x="3163" y="281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80" name=""/>
              <p:cNvSpPr/>
              <p:nvPr/>
            </p:nvSpPr>
            <p:spPr>
              <a:xfrm rot="0">
                <a:off x="3163" y="2809"/>
                <a:ext cx="7" cy="7"/>
              </a:xfrm>
              <a:custGeom>
                <a:avLst/>
                <a:ahLst/>
                <a:rect l="0" t="0" r="r" b="b"/>
                <a:pathLst>
                  <a:path w="64" h="64">
                    <a:moveTo>
                      <a:pt x="11" y="0"/>
                    </a:moveTo>
                    <a:lnTo>
                      <a:pt x="5" y="28"/>
                    </a:lnTo>
                    <a:lnTo>
                      <a:pt x="0" y="55"/>
                    </a:lnTo>
                    <a:lnTo>
                      <a:pt x="53" y="64"/>
                    </a:lnTo>
                    <a:lnTo>
                      <a:pt x="58" y="37"/>
                    </a:lnTo>
                    <a:lnTo>
                      <a:pt x="64" y="10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81" name=""/>
              <p:cNvSpPr/>
              <p:nvPr/>
            </p:nvSpPr>
            <p:spPr>
              <a:xfrm rot="0">
                <a:off x="3163" y="2809"/>
                <a:ext cx="7" cy="7"/>
              </a:xfrm>
              <a:custGeom>
                <a:avLst/>
                <a:ahLst/>
                <a:rect l="0" t="0" r="r" b="b"/>
                <a:pathLst>
                  <a:path w="64" h="64">
                    <a:moveTo>
                      <a:pt x="11" y="0"/>
                    </a:moveTo>
                    <a:lnTo>
                      <a:pt x="5" y="28"/>
                    </a:lnTo>
                    <a:lnTo>
                      <a:pt x="0" y="55"/>
                    </a:lnTo>
                    <a:lnTo>
                      <a:pt x="53" y="64"/>
                    </a:lnTo>
                    <a:lnTo>
                      <a:pt x="58" y="37"/>
                    </a:lnTo>
                    <a:lnTo>
                      <a:pt x="64" y="10"/>
                    </a:lnTo>
                    <a:lnTo>
                      <a:pt x="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82" name=""/>
              <p:cNvSpPr/>
              <p:nvPr/>
            </p:nvSpPr>
            <p:spPr>
              <a:xfrm rot="0">
                <a:off x="3169" y="2813"/>
                <a:ext cx="1" cy="3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83" name=""/>
              <p:cNvSpPr/>
              <p:nvPr/>
            </p:nvSpPr>
            <p:spPr>
              <a:xfrm rot="0">
                <a:off x="3169" y="281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84" name=""/>
              <p:cNvSpPr/>
              <p:nvPr/>
            </p:nvSpPr>
            <p:spPr>
              <a:xfrm rot="0">
                <a:off x="3169" y="2810"/>
                <a:ext cx="7" cy="7"/>
              </a:xfrm>
              <a:custGeom>
                <a:avLst/>
                <a:ahLst/>
                <a:rect l="0" t="0" r="r" b="b"/>
                <a:pathLst>
                  <a:path w="62" h="62">
                    <a:moveTo>
                      <a:pt x="9" y="0"/>
                    </a:moveTo>
                    <a:lnTo>
                      <a:pt x="4" y="27"/>
                    </a:lnTo>
                    <a:lnTo>
                      <a:pt x="0" y="54"/>
                    </a:lnTo>
                    <a:lnTo>
                      <a:pt x="53" y="62"/>
                    </a:lnTo>
                    <a:lnTo>
                      <a:pt x="58" y="35"/>
                    </a:lnTo>
                    <a:lnTo>
                      <a:pt x="62" y="8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85" name=""/>
              <p:cNvSpPr/>
              <p:nvPr/>
            </p:nvSpPr>
            <p:spPr>
              <a:xfrm rot="0">
                <a:off x="3169" y="2810"/>
                <a:ext cx="7" cy="7"/>
              </a:xfrm>
              <a:custGeom>
                <a:avLst/>
                <a:ahLst/>
                <a:rect l="0" t="0" r="r" b="b"/>
                <a:pathLst>
                  <a:path w="62" h="62">
                    <a:moveTo>
                      <a:pt x="9" y="0"/>
                    </a:moveTo>
                    <a:lnTo>
                      <a:pt x="4" y="27"/>
                    </a:lnTo>
                    <a:lnTo>
                      <a:pt x="0" y="54"/>
                    </a:lnTo>
                    <a:lnTo>
                      <a:pt x="53" y="62"/>
                    </a:lnTo>
                    <a:lnTo>
                      <a:pt x="58" y="35"/>
                    </a:lnTo>
                    <a:lnTo>
                      <a:pt x="62" y="8"/>
                    </a:lnTo>
                    <a:lnTo>
                      <a:pt x="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86" name=""/>
              <p:cNvSpPr/>
              <p:nvPr/>
            </p:nvSpPr>
            <p:spPr>
              <a:xfrm rot="0">
                <a:off x="3175" y="2814"/>
                <a:ext cx="1" cy="3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87" name=""/>
              <p:cNvSpPr/>
              <p:nvPr/>
            </p:nvSpPr>
            <p:spPr>
              <a:xfrm rot="0">
                <a:off x="3175" y="28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88" name=""/>
              <p:cNvSpPr/>
              <p:nvPr/>
            </p:nvSpPr>
            <p:spPr>
              <a:xfrm rot="0">
                <a:off x="3175" y="2811"/>
                <a:ext cx="7" cy="6"/>
              </a:xfrm>
              <a:custGeom>
                <a:avLst/>
                <a:ahLst/>
                <a:rect l="0" t="0" r="r" b="b"/>
                <a:pathLst>
                  <a:path w="61" h="59">
                    <a:moveTo>
                      <a:pt x="7" y="0"/>
                    </a:moveTo>
                    <a:lnTo>
                      <a:pt x="4" y="27"/>
                    </a:lnTo>
                    <a:lnTo>
                      <a:pt x="0" y="54"/>
                    </a:lnTo>
                    <a:lnTo>
                      <a:pt x="55" y="59"/>
                    </a:lnTo>
                    <a:lnTo>
                      <a:pt x="58" y="32"/>
                    </a:lnTo>
                    <a:lnTo>
                      <a:pt x="61" y="5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89" name=""/>
              <p:cNvSpPr/>
              <p:nvPr/>
            </p:nvSpPr>
            <p:spPr>
              <a:xfrm rot="0">
                <a:off x="3175" y="2811"/>
                <a:ext cx="7" cy="6"/>
              </a:xfrm>
              <a:custGeom>
                <a:avLst/>
                <a:ahLst/>
                <a:rect l="0" t="0" r="r" b="b"/>
                <a:pathLst>
                  <a:path w="61" h="59">
                    <a:moveTo>
                      <a:pt x="7" y="0"/>
                    </a:moveTo>
                    <a:lnTo>
                      <a:pt x="4" y="27"/>
                    </a:lnTo>
                    <a:lnTo>
                      <a:pt x="0" y="54"/>
                    </a:lnTo>
                    <a:lnTo>
                      <a:pt x="55" y="59"/>
                    </a:lnTo>
                    <a:lnTo>
                      <a:pt x="58" y="32"/>
                    </a:lnTo>
                    <a:lnTo>
                      <a:pt x="61" y="5"/>
                    </a:lnTo>
                    <a:lnTo>
                      <a:pt x="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90" name=""/>
              <p:cNvSpPr/>
              <p:nvPr/>
            </p:nvSpPr>
            <p:spPr>
              <a:xfrm rot="0">
                <a:off x="3181" y="2814"/>
                <a:ext cx="1" cy="3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3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91" name=""/>
              <p:cNvSpPr/>
              <p:nvPr/>
            </p:nvSpPr>
            <p:spPr>
              <a:xfrm rot="0">
                <a:off x="3181" y="28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92" name=""/>
              <p:cNvSpPr/>
              <p:nvPr/>
            </p:nvSpPr>
            <p:spPr>
              <a:xfrm rot="0">
                <a:off x="3181" y="2811"/>
                <a:ext cx="7" cy="7"/>
              </a:xfrm>
              <a:custGeom>
                <a:avLst/>
                <a:ahLst/>
                <a:rect l="0" t="0" r="r" b="b"/>
                <a:pathLst>
                  <a:path w="55" h="57">
                    <a:moveTo>
                      <a:pt x="2" y="0"/>
                    </a:moveTo>
                    <a:lnTo>
                      <a:pt x="1" y="27"/>
                    </a:lnTo>
                    <a:lnTo>
                      <a:pt x="0" y="54"/>
                    </a:lnTo>
                    <a:lnTo>
                      <a:pt x="53" y="57"/>
                    </a:lnTo>
                    <a:lnTo>
                      <a:pt x="54" y="30"/>
                    </a:lnTo>
                    <a:lnTo>
                      <a:pt x="55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93" name=""/>
              <p:cNvSpPr/>
              <p:nvPr/>
            </p:nvSpPr>
            <p:spPr>
              <a:xfrm rot="0">
                <a:off x="3181" y="2811"/>
                <a:ext cx="7" cy="7"/>
              </a:xfrm>
              <a:custGeom>
                <a:avLst/>
                <a:ahLst/>
                <a:rect l="0" t="0" r="r" b="b"/>
                <a:pathLst>
                  <a:path w="55" h="57">
                    <a:moveTo>
                      <a:pt x="2" y="0"/>
                    </a:moveTo>
                    <a:lnTo>
                      <a:pt x="1" y="27"/>
                    </a:lnTo>
                    <a:lnTo>
                      <a:pt x="0" y="54"/>
                    </a:lnTo>
                    <a:lnTo>
                      <a:pt x="53" y="57"/>
                    </a:lnTo>
                    <a:lnTo>
                      <a:pt x="54" y="30"/>
                    </a:lnTo>
                    <a:lnTo>
                      <a:pt x="55" y="2"/>
                    </a:lnTo>
                    <a:lnTo>
                      <a:pt x="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94" name=""/>
              <p:cNvSpPr/>
              <p:nvPr/>
            </p:nvSpPr>
            <p:spPr>
              <a:xfrm rot="0">
                <a:off x="3187" y="2815"/>
                <a:ext cx="1" cy="3"/>
              </a:xfrm>
              <a:custGeom>
                <a:avLst/>
                <a:ahLst/>
                <a:rect l="0" t="0" r="r" b="b"/>
                <a:pathLst>
                  <a:path w="1" h="27">
                    <a:moveTo>
                      <a:pt x="1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95" name=""/>
              <p:cNvSpPr/>
              <p:nvPr/>
            </p:nvSpPr>
            <p:spPr>
              <a:xfrm rot="0">
                <a:off x="3187" y="28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96" name=""/>
              <p:cNvSpPr/>
              <p:nvPr/>
            </p:nvSpPr>
            <p:spPr>
              <a:xfrm rot="0">
                <a:off x="3187" y="2811"/>
                <a:ext cx="6" cy="7"/>
              </a:xfrm>
              <a:custGeom>
                <a:avLst/>
                <a:ahLst/>
                <a:rect l="0" t="0" r="r" b="b"/>
                <a:pathLst>
                  <a:path w="54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54" y="56"/>
                    </a:lnTo>
                    <a:lnTo>
                      <a:pt x="54" y="29"/>
                    </a:lnTo>
                    <a:lnTo>
                      <a:pt x="54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97" name=""/>
              <p:cNvSpPr/>
              <p:nvPr/>
            </p:nvSpPr>
            <p:spPr>
              <a:xfrm rot="0">
                <a:off x="3187" y="2811"/>
                <a:ext cx="6" cy="7"/>
              </a:xfrm>
              <a:custGeom>
                <a:avLst/>
                <a:ahLst/>
                <a:rect l="0" t="0" r="r" b="b"/>
                <a:pathLst>
                  <a:path w="54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54" y="56"/>
                    </a:lnTo>
                    <a:lnTo>
                      <a:pt x="54" y="29"/>
                    </a:lnTo>
                    <a:lnTo>
                      <a:pt x="54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798" name=""/>
              <p:cNvSpPr/>
              <p:nvPr/>
            </p:nvSpPr>
            <p:spPr>
              <a:xfrm rot="0">
                <a:off x="3193" y="2815"/>
                <a:ext cx="1" cy="3"/>
              </a:xfrm>
              <a:custGeom>
                <a:avLst/>
                <a:ahLst/>
                <a:rect l="0" t="0" r="r" b="b"/>
                <a:pathLst>
                  <a:path w="1" h="27">
                    <a:moveTo>
                      <a:pt x="0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799" name=""/>
              <p:cNvSpPr/>
              <p:nvPr/>
            </p:nvSpPr>
            <p:spPr>
              <a:xfrm rot="0">
                <a:off x="3193" y="28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00" name=""/>
              <p:cNvSpPr/>
              <p:nvPr/>
            </p:nvSpPr>
            <p:spPr>
              <a:xfrm rot="0">
                <a:off x="3193" y="2811"/>
                <a:ext cx="7" cy="7"/>
              </a:xfrm>
              <a:custGeom>
                <a:avLst/>
                <a:ahLst/>
                <a:rect l="0" t="0" r="r" b="b"/>
                <a:pathLst>
                  <a:path w="56" h="57">
                    <a:moveTo>
                      <a:pt x="0" y="2"/>
                    </a:moveTo>
                    <a:lnTo>
                      <a:pt x="1" y="30"/>
                    </a:lnTo>
                    <a:lnTo>
                      <a:pt x="2" y="57"/>
                    </a:lnTo>
                    <a:lnTo>
                      <a:pt x="56" y="54"/>
                    </a:lnTo>
                    <a:lnTo>
                      <a:pt x="55" y="27"/>
                    </a:lnTo>
                    <a:lnTo>
                      <a:pt x="53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01" name=""/>
              <p:cNvSpPr/>
              <p:nvPr/>
            </p:nvSpPr>
            <p:spPr>
              <a:xfrm rot="0">
                <a:off x="3193" y="2811"/>
                <a:ext cx="7" cy="7"/>
              </a:xfrm>
              <a:custGeom>
                <a:avLst/>
                <a:ahLst/>
                <a:rect l="0" t="0" r="r" b="b"/>
                <a:pathLst>
                  <a:path w="56" h="57">
                    <a:moveTo>
                      <a:pt x="0" y="2"/>
                    </a:moveTo>
                    <a:lnTo>
                      <a:pt x="1" y="30"/>
                    </a:lnTo>
                    <a:lnTo>
                      <a:pt x="2" y="57"/>
                    </a:lnTo>
                    <a:lnTo>
                      <a:pt x="56" y="54"/>
                    </a:lnTo>
                    <a:lnTo>
                      <a:pt x="55" y="27"/>
                    </a:lnTo>
                    <a:lnTo>
                      <a:pt x="53" y="0"/>
                    </a:lnTo>
                    <a:lnTo>
                      <a:pt x="0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02" name=""/>
              <p:cNvSpPr/>
              <p:nvPr/>
            </p:nvSpPr>
            <p:spPr>
              <a:xfrm rot="0">
                <a:off x="3199" y="2814"/>
                <a:ext cx="1" cy="3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0" y="0"/>
                    </a:moveTo>
                    <a:lnTo>
                      <a:pt x="1" y="27"/>
                    </a:lnTo>
                    <a:lnTo>
                      <a:pt x="3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03" name=""/>
              <p:cNvSpPr/>
              <p:nvPr/>
            </p:nvSpPr>
            <p:spPr>
              <a:xfrm rot="0">
                <a:off x="3200" y="28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04" name=""/>
              <p:cNvSpPr/>
              <p:nvPr/>
            </p:nvSpPr>
            <p:spPr>
              <a:xfrm rot="0">
                <a:off x="3199" y="2811"/>
                <a:ext cx="7" cy="6"/>
              </a:xfrm>
              <a:custGeom>
                <a:avLst/>
                <a:ahLst/>
                <a:rect l="0" t="0" r="r" b="b"/>
                <a:pathLst>
                  <a:path w="60" h="59">
                    <a:moveTo>
                      <a:pt x="0" y="5"/>
                    </a:moveTo>
                    <a:lnTo>
                      <a:pt x="4" y="32"/>
                    </a:lnTo>
                    <a:lnTo>
                      <a:pt x="7" y="59"/>
                    </a:lnTo>
                    <a:lnTo>
                      <a:pt x="60" y="54"/>
                    </a:lnTo>
                    <a:lnTo>
                      <a:pt x="57" y="27"/>
                    </a:lnTo>
                    <a:lnTo>
                      <a:pt x="54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05" name=""/>
              <p:cNvSpPr/>
              <p:nvPr/>
            </p:nvSpPr>
            <p:spPr>
              <a:xfrm rot="0">
                <a:off x="3199" y="2811"/>
                <a:ext cx="7" cy="6"/>
              </a:xfrm>
              <a:custGeom>
                <a:avLst/>
                <a:ahLst/>
                <a:rect l="0" t="0" r="r" b="b"/>
                <a:pathLst>
                  <a:path w="60" h="59">
                    <a:moveTo>
                      <a:pt x="0" y="5"/>
                    </a:moveTo>
                    <a:lnTo>
                      <a:pt x="4" y="32"/>
                    </a:lnTo>
                    <a:lnTo>
                      <a:pt x="7" y="59"/>
                    </a:lnTo>
                    <a:lnTo>
                      <a:pt x="60" y="54"/>
                    </a:lnTo>
                    <a:lnTo>
                      <a:pt x="57" y="27"/>
                    </a:lnTo>
                    <a:lnTo>
                      <a:pt x="54" y="0"/>
                    </a:lnTo>
                    <a:lnTo>
                      <a:pt x="0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06" name=""/>
              <p:cNvSpPr/>
              <p:nvPr/>
            </p:nvSpPr>
            <p:spPr>
              <a:xfrm rot="0">
                <a:off x="3205" y="2814"/>
                <a:ext cx="1" cy="3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0" y="0"/>
                    </a:moveTo>
                    <a:lnTo>
                      <a:pt x="3" y="27"/>
                    </a:lnTo>
                    <a:lnTo>
                      <a:pt x="3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07" name=""/>
              <p:cNvSpPr/>
              <p:nvPr/>
            </p:nvSpPr>
            <p:spPr>
              <a:xfrm rot="0">
                <a:off x="3206" y="28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08" name=""/>
              <p:cNvSpPr/>
              <p:nvPr/>
            </p:nvSpPr>
            <p:spPr>
              <a:xfrm rot="0">
                <a:off x="3205" y="2810"/>
                <a:ext cx="7" cy="7"/>
              </a:xfrm>
              <a:custGeom>
                <a:avLst/>
                <a:ahLst/>
                <a:rect l="0" t="0" r="r" b="b"/>
                <a:pathLst>
                  <a:path w="60" h="61">
                    <a:moveTo>
                      <a:pt x="0" y="7"/>
                    </a:moveTo>
                    <a:lnTo>
                      <a:pt x="3" y="34"/>
                    </a:lnTo>
                    <a:lnTo>
                      <a:pt x="6" y="61"/>
                    </a:lnTo>
                    <a:lnTo>
                      <a:pt x="60" y="55"/>
                    </a:lnTo>
                    <a:lnTo>
                      <a:pt x="57" y="27"/>
                    </a:lnTo>
                    <a:lnTo>
                      <a:pt x="54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09" name=""/>
              <p:cNvSpPr/>
              <p:nvPr/>
            </p:nvSpPr>
            <p:spPr>
              <a:xfrm rot="0">
                <a:off x="3205" y="2810"/>
                <a:ext cx="7" cy="7"/>
              </a:xfrm>
              <a:custGeom>
                <a:avLst/>
                <a:ahLst/>
                <a:rect l="0" t="0" r="r" b="b"/>
                <a:pathLst>
                  <a:path w="60" h="61">
                    <a:moveTo>
                      <a:pt x="0" y="7"/>
                    </a:moveTo>
                    <a:lnTo>
                      <a:pt x="3" y="34"/>
                    </a:lnTo>
                    <a:lnTo>
                      <a:pt x="6" y="61"/>
                    </a:lnTo>
                    <a:lnTo>
                      <a:pt x="60" y="55"/>
                    </a:lnTo>
                    <a:lnTo>
                      <a:pt x="57" y="27"/>
                    </a:lnTo>
                    <a:lnTo>
                      <a:pt x="54" y="0"/>
                    </a:lnTo>
                    <a:lnTo>
                      <a:pt x="0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10" name=""/>
              <p:cNvSpPr/>
              <p:nvPr/>
            </p:nvSpPr>
            <p:spPr>
              <a:xfrm rot="0">
                <a:off x="3211" y="2813"/>
                <a:ext cx="1" cy="3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0" y="0"/>
                    </a:moveTo>
                    <a:lnTo>
                      <a:pt x="3" y="28"/>
                    </a:lnTo>
                    <a:lnTo>
                      <a:pt x="6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11" name=""/>
              <p:cNvSpPr/>
              <p:nvPr/>
            </p:nvSpPr>
            <p:spPr>
              <a:xfrm rot="0">
                <a:off x="3212" y="281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12" name=""/>
              <p:cNvSpPr/>
              <p:nvPr/>
            </p:nvSpPr>
            <p:spPr>
              <a:xfrm rot="0">
                <a:off x="3211" y="2809"/>
                <a:ext cx="7" cy="7"/>
              </a:xfrm>
              <a:custGeom>
                <a:avLst/>
                <a:ahLst/>
                <a:rect l="0" t="0" r="r" b="b"/>
                <a:pathLst>
                  <a:path w="63" h="65">
                    <a:moveTo>
                      <a:pt x="0" y="10"/>
                    </a:moveTo>
                    <a:lnTo>
                      <a:pt x="5" y="37"/>
                    </a:lnTo>
                    <a:lnTo>
                      <a:pt x="11" y="65"/>
                    </a:lnTo>
                    <a:lnTo>
                      <a:pt x="63" y="55"/>
                    </a:lnTo>
                    <a:lnTo>
                      <a:pt x="57" y="28"/>
                    </a:lnTo>
                    <a:lnTo>
                      <a:pt x="52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13" name=""/>
              <p:cNvSpPr/>
              <p:nvPr/>
            </p:nvSpPr>
            <p:spPr>
              <a:xfrm rot="0">
                <a:off x="3211" y="2809"/>
                <a:ext cx="7" cy="7"/>
              </a:xfrm>
              <a:custGeom>
                <a:avLst/>
                <a:ahLst/>
                <a:rect l="0" t="0" r="r" b="b"/>
                <a:pathLst>
                  <a:path w="63" h="65">
                    <a:moveTo>
                      <a:pt x="0" y="10"/>
                    </a:moveTo>
                    <a:lnTo>
                      <a:pt x="5" y="37"/>
                    </a:lnTo>
                    <a:lnTo>
                      <a:pt x="11" y="65"/>
                    </a:lnTo>
                    <a:lnTo>
                      <a:pt x="63" y="55"/>
                    </a:lnTo>
                    <a:lnTo>
                      <a:pt x="57" y="28"/>
                    </a:lnTo>
                    <a:lnTo>
                      <a:pt x="52" y="0"/>
                    </a:lnTo>
                    <a:lnTo>
                      <a:pt x="0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14" name=""/>
              <p:cNvSpPr/>
              <p:nvPr/>
            </p:nvSpPr>
            <p:spPr>
              <a:xfrm rot="0">
                <a:off x="3217" y="2812"/>
                <a:ext cx="1" cy="3"/>
              </a:xfrm>
              <a:custGeom>
                <a:avLst/>
                <a:ahLst/>
                <a:rect l="0" t="0" r="r" b="b"/>
                <a:pathLst>
                  <a:path w="7" h="27">
                    <a:moveTo>
                      <a:pt x="0" y="0"/>
                    </a:moveTo>
                    <a:lnTo>
                      <a:pt x="6" y="27"/>
                    </a:lnTo>
                    <a:lnTo>
                      <a:pt x="7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15" name=""/>
              <p:cNvSpPr/>
              <p:nvPr/>
            </p:nvSpPr>
            <p:spPr>
              <a:xfrm rot="0">
                <a:off x="3218" y="281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16" name=""/>
              <p:cNvSpPr/>
              <p:nvPr/>
            </p:nvSpPr>
            <p:spPr>
              <a:xfrm rot="0">
                <a:off x="3216" y="2807"/>
                <a:ext cx="8" cy="8"/>
              </a:xfrm>
              <a:custGeom>
                <a:avLst/>
                <a:ahLst/>
                <a:rect l="0" t="0" r="r" b="b"/>
                <a:pathLst>
                  <a:path w="66" h="68">
                    <a:moveTo>
                      <a:pt x="0" y="13"/>
                    </a:moveTo>
                    <a:lnTo>
                      <a:pt x="6" y="41"/>
                    </a:lnTo>
                    <a:lnTo>
                      <a:pt x="13" y="68"/>
                    </a:lnTo>
                    <a:lnTo>
                      <a:pt x="66" y="55"/>
                    </a:lnTo>
                    <a:lnTo>
                      <a:pt x="59" y="28"/>
                    </a:lnTo>
                    <a:lnTo>
                      <a:pt x="53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17" name=""/>
              <p:cNvSpPr/>
              <p:nvPr/>
            </p:nvSpPr>
            <p:spPr>
              <a:xfrm rot="0">
                <a:off x="3216" y="2807"/>
                <a:ext cx="8" cy="8"/>
              </a:xfrm>
              <a:custGeom>
                <a:avLst/>
                <a:ahLst/>
                <a:rect l="0" t="0" r="r" b="b"/>
                <a:pathLst>
                  <a:path w="66" h="68">
                    <a:moveTo>
                      <a:pt x="0" y="13"/>
                    </a:moveTo>
                    <a:lnTo>
                      <a:pt x="6" y="41"/>
                    </a:lnTo>
                    <a:lnTo>
                      <a:pt x="13" y="68"/>
                    </a:lnTo>
                    <a:lnTo>
                      <a:pt x="66" y="55"/>
                    </a:lnTo>
                    <a:lnTo>
                      <a:pt x="59" y="28"/>
                    </a:lnTo>
                    <a:lnTo>
                      <a:pt x="53" y="0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18" name=""/>
              <p:cNvSpPr/>
              <p:nvPr/>
            </p:nvSpPr>
            <p:spPr>
              <a:xfrm rot="0">
                <a:off x="3223" y="2811"/>
                <a:ext cx="1" cy="3"/>
              </a:xfrm>
              <a:custGeom>
                <a:avLst/>
                <a:ahLst/>
                <a:rect l="0" t="0" r="r" b="b"/>
                <a:pathLst>
                  <a:path w="8" h="27">
                    <a:moveTo>
                      <a:pt x="0" y="0"/>
                    </a:moveTo>
                    <a:lnTo>
                      <a:pt x="7" y="27"/>
                    </a:lnTo>
                    <a:lnTo>
                      <a:pt x="8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19" name=""/>
              <p:cNvSpPr/>
              <p:nvPr/>
            </p:nvSpPr>
            <p:spPr>
              <a:xfrm rot="0">
                <a:off x="3224" y="28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20" name=""/>
              <p:cNvSpPr/>
              <p:nvPr/>
            </p:nvSpPr>
            <p:spPr>
              <a:xfrm rot="0">
                <a:off x="3222" y="2806"/>
                <a:ext cx="8" cy="8"/>
              </a:xfrm>
              <a:custGeom>
                <a:avLst/>
                <a:ahLst/>
                <a:rect l="0" t="0" r="r" b="b"/>
                <a:pathLst>
                  <a:path w="66" h="69">
                    <a:moveTo>
                      <a:pt x="0" y="14"/>
                    </a:moveTo>
                    <a:lnTo>
                      <a:pt x="7" y="42"/>
                    </a:lnTo>
                    <a:lnTo>
                      <a:pt x="15" y="69"/>
                    </a:lnTo>
                    <a:lnTo>
                      <a:pt x="66" y="55"/>
                    </a:lnTo>
                    <a:lnTo>
                      <a:pt x="58" y="27"/>
                    </a:lnTo>
                    <a:lnTo>
                      <a:pt x="51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21" name=""/>
              <p:cNvSpPr/>
              <p:nvPr/>
            </p:nvSpPr>
            <p:spPr>
              <a:xfrm rot="0">
                <a:off x="3222" y="2806"/>
                <a:ext cx="8" cy="8"/>
              </a:xfrm>
              <a:custGeom>
                <a:avLst/>
                <a:ahLst/>
                <a:rect l="0" t="0" r="r" b="b"/>
                <a:pathLst>
                  <a:path w="66" h="69">
                    <a:moveTo>
                      <a:pt x="0" y="14"/>
                    </a:moveTo>
                    <a:lnTo>
                      <a:pt x="7" y="42"/>
                    </a:lnTo>
                    <a:lnTo>
                      <a:pt x="15" y="69"/>
                    </a:lnTo>
                    <a:lnTo>
                      <a:pt x="66" y="55"/>
                    </a:lnTo>
                    <a:lnTo>
                      <a:pt x="58" y="27"/>
                    </a:lnTo>
                    <a:lnTo>
                      <a:pt x="51" y="0"/>
                    </a:lnTo>
                    <a:lnTo>
                      <a:pt x="0" y="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22" name=""/>
              <p:cNvSpPr/>
              <p:nvPr/>
            </p:nvSpPr>
            <p:spPr>
              <a:xfrm rot="0">
                <a:off x="3229" y="2809"/>
                <a:ext cx="1" cy="3"/>
              </a:xfrm>
              <a:custGeom>
                <a:avLst/>
                <a:ahLst/>
                <a:rect l="0" t="0" r="r" b="b"/>
                <a:pathLst>
                  <a:path w="9" h="28">
                    <a:moveTo>
                      <a:pt x="0" y="0"/>
                    </a:moveTo>
                    <a:lnTo>
                      <a:pt x="8" y="28"/>
                    </a:lnTo>
                    <a:lnTo>
                      <a:pt x="9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23" name=""/>
              <p:cNvSpPr/>
              <p:nvPr/>
            </p:nvSpPr>
            <p:spPr>
              <a:xfrm rot="0" flipV="1">
                <a:off x="3230" y="28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24" name=""/>
              <p:cNvSpPr/>
              <p:nvPr/>
            </p:nvSpPr>
            <p:spPr>
              <a:xfrm rot="0">
                <a:off x="3228" y="2804"/>
                <a:ext cx="7" cy="8"/>
              </a:xfrm>
              <a:custGeom>
                <a:avLst/>
                <a:ahLst/>
                <a:rect l="0" t="0" r="r" b="b"/>
                <a:pathLst>
                  <a:path w="68" h="70">
                    <a:moveTo>
                      <a:pt x="0" y="17"/>
                    </a:moveTo>
                    <a:lnTo>
                      <a:pt x="8" y="43"/>
                    </a:lnTo>
                    <a:lnTo>
                      <a:pt x="17" y="70"/>
                    </a:lnTo>
                    <a:lnTo>
                      <a:pt x="68" y="52"/>
                    </a:lnTo>
                    <a:lnTo>
                      <a:pt x="60" y="26"/>
                    </a:lnTo>
                    <a:lnTo>
                      <a:pt x="51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25" name=""/>
              <p:cNvSpPr/>
              <p:nvPr/>
            </p:nvSpPr>
            <p:spPr>
              <a:xfrm rot="0">
                <a:off x="3228" y="2804"/>
                <a:ext cx="7" cy="8"/>
              </a:xfrm>
              <a:custGeom>
                <a:avLst/>
                <a:ahLst/>
                <a:rect l="0" t="0" r="r" b="b"/>
                <a:pathLst>
                  <a:path w="68" h="70">
                    <a:moveTo>
                      <a:pt x="0" y="17"/>
                    </a:moveTo>
                    <a:lnTo>
                      <a:pt x="8" y="43"/>
                    </a:lnTo>
                    <a:lnTo>
                      <a:pt x="17" y="70"/>
                    </a:lnTo>
                    <a:lnTo>
                      <a:pt x="68" y="52"/>
                    </a:lnTo>
                    <a:lnTo>
                      <a:pt x="60" y="26"/>
                    </a:lnTo>
                    <a:lnTo>
                      <a:pt x="51" y="0"/>
                    </a:lnTo>
                    <a:lnTo>
                      <a:pt x="0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26" name=""/>
              <p:cNvSpPr/>
              <p:nvPr/>
            </p:nvSpPr>
            <p:spPr>
              <a:xfrm rot="0">
                <a:off x="3234" y="2807"/>
                <a:ext cx="1" cy="3"/>
              </a:xfrm>
              <a:custGeom>
                <a:avLst/>
                <a:ahLst/>
                <a:rect l="0" t="0" r="r" b="b"/>
                <a:pathLst>
                  <a:path w="9" h="26">
                    <a:moveTo>
                      <a:pt x="0" y="0"/>
                    </a:moveTo>
                    <a:lnTo>
                      <a:pt x="8" y="26"/>
                    </a:lnTo>
                    <a:lnTo>
                      <a:pt x="9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27" name=""/>
              <p:cNvSpPr/>
              <p:nvPr/>
            </p:nvSpPr>
            <p:spPr>
              <a:xfrm rot="0">
                <a:off x="3235" y="2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28" name=""/>
              <p:cNvSpPr/>
              <p:nvPr/>
            </p:nvSpPr>
            <p:spPr>
              <a:xfrm rot="0">
                <a:off x="3233" y="2802"/>
                <a:ext cx="8" cy="8"/>
              </a:xfrm>
              <a:custGeom>
                <a:avLst/>
                <a:ahLst/>
                <a:rect l="0" t="0" r="r" b="b"/>
                <a:pathLst>
                  <a:path w="70" h="70">
                    <a:moveTo>
                      <a:pt x="0" y="18"/>
                    </a:moveTo>
                    <a:lnTo>
                      <a:pt x="10" y="44"/>
                    </a:lnTo>
                    <a:lnTo>
                      <a:pt x="19" y="70"/>
                    </a:lnTo>
                    <a:lnTo>
                      <a:pt x="70" y="52"/>
                    </a:lnTo>
                    <a:lnTo>
                      <a:pt x="61" y="26"/>
                    </a:lnTo>
                    <a:lnTo>
                      <a:pt x="51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29" name=""/>
              <p:cNvSpPr/>
              <p:nvPr/>
            </p:nvSpPr>
            <p:spPr>
              <a:xfrm rot="0">
                <a:off x="3233" y="2802"/>
                <a:ext cx="8" cy="8"/>
              </a:xfrm>
              <a:custGeom>
                <a:avLst/>
                <a:ahLst/>
                <a:rect l="0" t="0" r="r" b="b"/>
                <a:pathLst>
                  <a:path w="70" h="70">
                    <a:moveTo>
                      <a:pt x="0" y="18"/>
                    </a:moveTo>
                    <a:lnTo>
                      <a:pt x="10" y="44"/>
                    </a:lnTo>
                    <a:lnTo>
                      <a:pt x="19" y="70"/>
                    </a:lnTo>
                    <a:lnTo>
                      <a:pt x="70" y="52"/>
                    </a:lnTo>
                    <a:lnTo>
                      <a:pt x="61" y="26"/>
                    </a:lnTo>
                    <a:lnTo>
                      <a:pt x="51" y="0"/>
                    </a:lnTo>
                    <a:lnTo>
                      <a:pt x="0" y="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30" name=""/>
              <p:cNvSpPr/>
              <p:nvPr/>
            </p:nvSpPr>
            <p:spPr>
              <a:xfrm rot="0">
                <a:off x="3240" y="2805"/>
                <a:ext cx="1" cy="3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9" y="26"/>
                    </a:lnTo>
                    <a:lnTo>
                      <a:pt x="10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31" name=""/>
              <p:cNvSpPr/>
              <p:nvPr/>
            </p:nvSpPr>
            <p:spPr>
              <a:xfrm rot="0" flipV="1">
                <a:off x="3241" y="280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32" name=""/>
              <p:cNvSpPr/>
              <p:nvPr/>
            </p:nvSpPr>
            <p:spPr>
              <a:xfrm rot="0">
                <a:off x="3239" y="2800"/>
                <a:ext cx="8" cy="8"/>
              </a:xfrm>
              <a:custGeom>
                <a:avLst/>
                <a:ahLst/>
                <a:rect l="0" t="0" r="r" b="b"/>
                <a:pathLst>
                  <a:path w="70" h="72">
                    <a:moveTo>
                      <a:pt x="0" y="22"/>
                    </a:moveTo>
                    <a:lnTo>
                      <a:pt x="11" y="47"/>
                    </a:lnTo>
                    <a:lnTo>
                      <a:pt x="21" y="72"/>
                    </a:lnTo>
                    <a:lnTo>
                      <a:pt x="70" y="50"/>
                    </a:lnTo>
                    <a:lnTo>
                      <a:pt x="59" y="25"/>
                    </a:lnTo>
                    <a:lnTo>
                      <a:pt x="49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33" name=""/>
              <p:cNvSpPr/>
              <p:nvPr/>
            </p:nvSpPr>
            <p:spPr>
              <a:xfrm rot="0">
                <a:off x="3239" y="2800"/>
                <a:ext cx="8" cy="8"/>
              </a:xfrm>
              <a:custGeom>
                <a:avLst/>
                <a:ahLst/>
                <a:rect l="0" t="0" r="r" b="b"/>
                <a:pathLst>
                  <a:path w="70" h="72">
                    <a:moveTo>
                      <a:pt x="0" y="22"/>
                    </a:moveTo>
                    <a:lnTo>
                      <a:pt x="11" y="47"/>
                    </a:lnTo>
                    <a:lnTo>
                      <a:pt x="21" y="72"/>
                    </a:lnTo>
                    <a:lnTo>
                      <a:pt x="70" y="50"/>
                    </a:lnTo>
                    <a:lnTo>
                      <a:pt x="59" y="25"/>
                    </a:lnTo>
                    <a:lnTo>
                      <a:pt x="49" y="0"/>
                    </a:lnTo>
                    <a:lnTo>
                      <a:pt x="0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34" name=""/>
              <p:cNvSpPr/>
              <p:nvPr/>
            </p:nvSpPr>
            <p:spPr>
              <a:xfrm rot="0">
                <a:off x="3245" y="2803"/>
                <a:ext cx="2" cy="2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0" y="0"/>
                    </a:moveTo>
                    <a:lnTo>
                      <a:pt x="11" y="25"/>
                    </a:lnTo>
                    <a:lnTo>
                      <a:pt x="12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35" name=""/>
              <p:cNvSpPr/>
              <p:nvPr/>
            </p:nvSpPr>
            <p:spPr>
              <a:xfrm rot="0">
                <a:off x="3247" y="28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36" name=""/>
              <p:cNvSpPr/>
              <p:nvPr/>
            </p:nvSpPr>
            <p:spPr>
              <a:xfrm rot="0">
                <a:off x="3244" y="2797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0" y="24"/>
                    </a:moveTo>
                    <a:lnTo>
                      <a:pt x="12" y="49"/>
                    </a:lnTo>
                    <a:lnTo>
                      <a:pt x="24" y="74"/>
                    </a:lnTo>
                    <a:lnTo>
                      <a:pt x="72" y="50"/>
                    </a:lnTo>
                    <a:lnTo>
                      <a:pt x="60" y="25"/>
                    </a:lnTo>
                    <a:lnTo>
                      <a:pt x="48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37" name=""/>
              <p:cNvSpPr/>
              <p:nvPr/>
            </p:nvSpPr>
            <p:spPr>
              <a:xfrm rot="0">
                <a:off x="3244" y="2797"/>
                <a:ext cx="8" cy="8"/>
              </a:xfrm>
              <a:custGeom>
                <a:avLst/>
                <a:ahLst/>
                <a:rect l="0" t="0" r="r" b="b"/>
                <a:pathLst>
                  <a:path w="72" h="74">
                    <a:moveTo>
                      <a:pt x="0" y="24"/>
                    </a:moveTo>
                    <a:lnTo>
                      <a:pt x="12" y="49"/>
                    </a:lnTo>
                    <a:lnTo>
                      <a:pt x="24" y="74"/>
                    </a:lnTo>
                    <a:lnTo>
                      <a:pt x="72" y="50"/>
                    </a:lnTo>
                    <a:lnTo>
                      <a:pt x="60" y="25"/>
                    </a:lnTo>
                    <a:lnTo>
                      <a:pt x="48" y="0"/>
                    </a:lnTo>
                    <a:lnTo>
                      <a:pt x="0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38" name=""/>
              <p:cNvSpPr/>
              <p:nvPr/>
            </p:nvSpPr>
            <p:spPr>
              <a:xfrm rot="0">
                <a:off x="3251" y="2800"/>
                <a:ext cx="1" cy="3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0"/>
                    </a:moveTo>
                    <a:lnTo>
                      <a:pt x="12" y="25"/>
                    </a:lnTo>
                    <a:lnTo>
                      <a:pt x="13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39" name=""/>
              <p:cNvSpPr/>
              <p:nvPr/>
            </p:nvSpPr>
            <p:spPr>
              <a:xfrm rot="0" flipV="1">
                <a:off x="3252" y="280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40" name=""/>
              <p:cNvSpPr/>
              <p:nvPr/>
            </p:nvSpPr>
            <p:spPr>
              <a:xfrm rot="0">
                <a:off x="3249" y="2794"/>
                <a:ext cx="9" cy="9"/>
              </a:xfrm>
              <a:custGeom>
                <a:avLst/>
                <a:ahLst/>
                <a:rect l="0" t="0" r="r" b="b"/>
                <a:pathLst>
                  <a:path w="74" h="74">
                    <a:moveTo>
                      <a:pt x="0" y="26"/>
                    </a:moveTo>
                    <a:lnTo>
                      <a:pt x="13" y="50"/>
                    </a:lnTo>
                    <a:lnTo>
                      <a:pt x="26" y="74"/>
                    </a:lnTo>
                    <a:lnTo>
                      <a:pt x="74" y="48"/>
                    </a:lnTo>
                    <a:lnTo>
                      <a:pt x="61" y="24"/>
                    </a:lnTo>
                    <a:lnTo>
                      <a:pt x="48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41" name=""/>
              <p:cNvSpPr/>
              <p:nvPr/>
            </p:nvSpPr>
            <p:spPr>
              <a:xfrm rot="0">
                <a:off x="3249" y="2794"/>
                <a:ext cx="9" cy="9"/>
              </a:xfrm>
              <a:custGeom>
                <a:avLst/>
                <a:ahLst/>
                <a:rect l="0" t="0" r="r" b="b"/>
                <a:pathLst>
                  <a:path w="74" h="74">
                    <a:moveTo>
                      <a:pt x="0" y="26"/>
                    </a:moveTo>
                    <a:lnTo>
                      <a:pt x="13" y="50"/>
                    </a:lnTo>
                    <a:lnTo>
                      <a:pt x="26" y="74"/>
                    </a:lnTo>
                    <a:lnTo>
                      <a:pt x="74" y="48"/>
                    </a:lnTo>
                    <a:lnTo>
                      <a:pt x="61" y="24"/>
                    </a:lnTo>
                    <a:lnTo>
                      <a:pt x="48" y="0"/>
                    </a:lnTo>
                    <a:lnTo>
                      <a:pt x="0" y="2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42" name=""/>
              <p:cNvSpPr/>
              <p:nvPr/>
            </p:nvSpPr>
            <p:spPr>
              <a:xfrm rot="0">
                <a:off x="3255" y="2794"/>
                <a:ext cx="4" cy="6"/>
              </a:xfrm>
              <a:custGeom>
                <a:avLst/>
                <a:ahLst/>
                <a:rect l="0" t="0" r="r" b="b"/>
                <a:pathLst>
                  <a:path w="40" h="51">
                    <a:moveTo>
                      <a:pt x="13" y="27"/>
                    </a:moveTo>
                    <a:lnTo>
                      <a:pt x="0" y="3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3" y="6"/>
                    </a:lnTo>
                    <a:lnTo>
                      <a:pt x="37" y="14"/>
                    </a:lnTo>
                    <a:lnTo>
                      <a:pt x="40" y="21"/>
                    </a:lnTo>
                    <a:lnTo>
                      <a:pt x="40" y="30"/>
                    </a:lnTo>
                    <a:lnTo>
                      <a:pt x="38" y="39"/>
                    </a:lnTo>
                    <a:lnTo>
                      <a:pt x="34" y="46"/>
                    </a:lnTo>
                    <a:lnTo>
                      <a:pt x="26" y="51"/>
                    </a:lnTo>
                    <a:lnTo>
                      <a:pt x="13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43" name=""/>
              <p:cNvSpPr/>
              <p:nvPr/>
            </p:nvSpPr>
            <p:spPr>
              <a:xfrm rot="0">
                <a:off x="3255" y="2794"/>
                <a:ext cx="4" cy="6"/>
              </a:xfrm>
              <a:custGeom>
                <a:avLst/>
                <a:ahLst/>
                <a:rect l="0" t="0" r="r" b="b"/>
                <a:pathLst>
                  <a:path w="40" h="51">
                    <a:moveTo>
                      <a:pt x="0" y="3"/>
                    </a:moveTo>
                    <a:lnTo>
                      <a:pt x="8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3" y="6"/>
                    </a:lnTo>
                    <a:lnTo>
                      <a:pt x="37" y="14"/>
                    </a:lnTo>
                    <a:lnTo>
                      <a:pt x="40" y="21"/>
                    </a:lnTo>
                    <a:lnTo>
                      <a:pt x="40" y="30"/>
                    </a:lnTo>
                    <a:lnTo>
                      <a:pt x="38" y="39"/>
                    </a:lnTo>
                    <a:lnTo>
                      <a:pt x="34" y="46"/>
                    </a:lnTo>
                    <a:lnTo>
                      <a:pt x="26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44" name=""/>
              <p:cNvSpPr/>
              <p:nvPr/>
            </p:nvSpPr>
            <p:spPr>
              <a:xfrm rot="0">
                <a:off x="3253" y="2794"/>
                <a:ext cx="5" cy="6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27" y="23"/>
                    </a:moveTo>
                    <a:lnTo>
                      <a:pt x="42" y="46"/>
                    </a:lnTo>
                    <a:lnTo>
                      <a:pt x="33" y="50"/>
                    </a:lnTo>
                    <a:lnTo>
                      <a:pt x="26" y="50"/>
                    </a:lnTo>
                    <a:lnTo>
                      <a:pt x="17" y="49"/>
                    </a:lnTo>
                    <a:lnTo>
                      <a:pt x="10" y="45"/>
                    </a:lnTo>
                    <a:lnTo>
                      <a:pt x="4" y="38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" y="13"/>
                    </a:lnTo>
                    <a:lnTo>
                      <a:pt x="5" y="6"/>
                    </a:lnTo>
                    <a:lnTo>
                      <a:pt x="12" y="0"/>
                    </a:lnTo>
                    <a:lnTo>
                      <a:pt x="27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45" name=""/>
              <p:cNvSpPr/>
              <p:nvPr/>
            </p:nvSpPr>
            <p:spPr>
              <a:xfrm rot="0">
                <a:off x="3253" y="2794"/>
                <a:ext cx="5" cy="6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42" y="46"/>
                    </a:moveTo>
                    <a:lnTo>
                      <a:pt x="33" y="50"/>
                    </a:lnTo>
                    <a:lnTo>
                      <a:pt x="26" y="50"/>
                    </a:lnTo>
                    <a:lnTo>
                      <a:pt x="17" y="49"/>
                    </a:lnTo>
                    <a:lnTo>
                      <a:pt x="10" y="45"/>
                    </a:lnTo>
                    <a:lnTo>
                      <a:pt x="4" y="38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" y="13"/>
                    </a:lnTo>
                    <a:lnTo>
                      <a:pt x="5" y="6"/>
                    </a:lnTo>
                    <a:lnTo>
                      <a:pt x="1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46" name=""/>
              <p:cNvSpPr/>
              <p:nvPr/>
            </p:nvSpPr>
            <p:spPr>
              <a:xfrm rot="0">
                <a:off x="3254" y="2791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0" y="29"/>
                    </a:moveTo>
                    <a:lnTo>
                      <a:pt x="15" y="52"/>
                    </a:lnTo>
                    <a:lnTo>
                      <a:pt x="30" y="75"/>
                    </a:lnTo>
                    <a:lnTo>
                      <a:pt x="76" y="45"/>
                    </a:lnTo>
                    <a:lnTo>
                      <a:pt x="61" y="23"/>
                    </a:lnTo>
                    <a:lnTo>
                      <a:pt x="45" y="0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47" name=""/>
              <p:cNvSpPr/>
              <p:nvPr/>
            </p:nvSpPr>
            <p:spPr>
              <a:xfrm rot="0">
                <a:off x="3254" y="2791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0" y="29"/>
                    </a:moveTo>
                    <a:lnTo>
                      <a:pt x="15" y="52"/>
                    </a:lnTo>
                    <a:lnTo>
                      <a:pt x="30" y="75"/>
                    </a:lnTo>
                    <a:lnTo>
                      <a:pt x="76" y="45"/>
                    </a:lnTo>
                    <a:lnTo>
                      <a:pt x="61" y="23"/>
                    </a:lnTo>
                    <a:lnTo>
                      <a:pt x="45" y="0"/>
                    </a:lnTo>
                    <a:lnTo>
                      <a:pt x="0" y="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48" name=""/>
              <p:cNvSpPr/>
              <p:nvPr/>
            </p:nvSpPr>
            <p:spPr>
              <a:xfrm rot="0">
                <a:off x="3261" y="2794"/>
                <a:ext cx="2" cy="2"/>
              </a:xfrm>
              <a:custGeom>
                <a:avLst/>
                <a:ahLst/>
                <a:rect l="0" t="0" r="r" b="b"/>
                <a:pathLst>
                  <a:path w="15" h="22">
                    <a:moveTo>
                      <a:pt x="0" y="0"/>
                    </a:moveTo>
                    <a:lnTo>
                      <a:pt x="15" y="22"/>
                    </a:lnTo>
                    <a:lnTo>
                      <a:pt x="15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49" name=""/>
              <p:cNvSpPr/>
              <p:nvPr/>
            </p:nvSpPr>
            <p:spPr>
              <a:xfrm rot="0">
                <a:off x="3263" y="27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50" name=""/>
              <p:cNvSpPr/>
              <p:nvPr/>
            </p:nvSpPr>
            <p:spPr>
              <a:xfrm rot="0">
                <a:off x="3259" y="2788"/>
                <a:ext cx="9" cy="8"/>
              </a:xfrm>
              <a:custGeom>
                <a:avLst/>
                <a:ahLst/>
                <a:rect l="0" t="0" r="r" b="b"/>
                <a:pathLst>
                  <a:path w="75" h="76">
                    <a:moveTo>
                      <a:pt x="0" y="31"/>
                    </a:moveTo>
                    <a:lnTo>
                      <a:pt x="16" y="54"/>
                    </a:lnTo>
                    <a:lnTo>
                      <a:pt x="31" y="76"/>
                    </a:lnTo>
                    <a:lnTo>
                      <a:pt x="75" y="46"/>
                    </a:lnTo>
                    <a:lnTo>
                      <a:pt x="60" y="23"/>
                    </a:lnTo>
                    <a:lnTo>
                      <a:pt x="45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51" name=""/>
              <p:cNvSpPr/>
              <p:nvPr/>
            </p:nvSpPr>
            <p:spPr>
              <a:xfrm rot="0">
                <a:off x="3259" y="2788"/>
                <a:ext cx="9" cy="8"/>
              </a:xfrm>
              <a:custGeom>
                <a:avLst/>
                <a:ahLst/>
                <a:rect l="0" t="0" r="r" b="b"/>
                <a:pathLst>
                  <a:path w="75" h="76">
                    <a:moveTo>
                      <a:pt x="0" y="31"/>
                    </a:moveTo>
                    <a:lnTo>
                      <a:pt x="16" y="54"/>
                    </a:lnTo>
                    <a:lnTo>
                      <a:pt x="31" y="76"/>
                    </a:lnTo>
                    <a:lnTo>
                      <a:pt x="75" y="46"/>
                    </a:lnTo>
                    <a:lnTo>
                      <a:pt x="60" y="23"/>
                    </a:lnTo>
                    <a:lnTo>
                      <a:pt x="45" y="0"/>
                    </a:lnTo>
                    <a:lnTo>
                      <a:pt x="0" y="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52" name=""/>
              <p:cNvSpPr/>
              <p:nvPr/>
            </p:nvSpPr>
            <p:spPr>
              <a:xfrm rot="0">
                <a:off x="3266" y="2790"/>
                <a:ext cx="2" cy="3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0" y="0"/>
                    </a:moveTo>
                    <a:lnTo>
                      <a:pt x="15" y="23"/>
                    </a:lnTo>
                    <a:lnTo>
                      <a:pt x="16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53" name=""/>
              <p:cNvSpPr/>
              <p:nvPr/>
            </p:nvSpPr>
            <p:spPr>
              <a:xfrm rot="0" flipV="1">
                <a:off x="3268" y="279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54" name=""/>
              <p:cNvSpPr/>
              <p:nvPr/>
            </p:nvSpPr>
            <p:spPr>
              <a:xfrm rot="0">
                <a:off x="3264" y="2784"/>
                <a:ext cx="9" cy="9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0" y="32"/>
                    </a:moveTo>
                    <a:lnTo>
                      <a:pt x="16" y="54"/>
                    </a:lnTo>
                    <a:lnTo>
                      <a:pt x="32" y="76"/>
                    </a:lnTo>
                    <a:lnTo>
                      <a:pt x="76" y="43"/>
                    </a:lnTo>
                    <a:lnTo>
                      <a:pt x="60" y="22"/>
                    </a:lnTo>
                    <a:lnTo>
                      <a:pt x="4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55" name=""/>
              <p:cNvSpPr/>
              <p:nvPr/>
            </p:nvSpPr>
            <p:spPr>
              <a:xfrm rot="0">
                <a:off x="3264" y="2784"/>
                <a:ext cx="9" cy="9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0" y="32"/>
                    </a:moveTo>
                    <a:lnTo>
                      <a:pt x="16" y="54"/>
                    </a:lnTo>
                    <a:lnTo>
                      <a:pt x="32" y="76"/>
                    </a:lnTo>
                    <a:lnTo>
                      <a:pt x="76" y="43"/>
                    </a:lnTo>
                    <a:lnTo>
                      <a:pt x="60" y="22"/>
                    </a:lnTo>
                    <a:lnTo>
                      <a:pt x="43" y="0"/>
                    </a:lnTo>
                    <a:lnTo>
                      <a:pt x="0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56" name=""/>
              <p:cNvSpPr/>
              <p:nvPr/>
            </p:nvSpPr>
            <p:spPr>
              <a:xfrm rot="0">
                <a:off x="3271" y="2787"/>
                <a:ext cx="2" cy="2"/>
              </a:xfrm>
              <a:custGeom>
                <a:avLst/>
                <a:ahLst/>
                <a:rect l="0" t="0" r="r" b="b"/>
                <a:pathLst>
                  <a:path w="17" h="21">
                    <a:moveTo>
                      <a:pt x="0" y="0"/>
                    </a:moveTo>
                    <a:lnTo>
                      <a:pt x="16" y="21"/>
                    </a:lnTo>
                    <a:lnTo>
                      <a:pt x="17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57" name=""/>
              <p:cNvSpPr/>
              <p:nvPr/>
            </p:nvSpPr>
            <p:spPr>
              <a:xfrm rot="0">
                <a:off x="3273" y="27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58" name=""/>
              <p:cNvSpPr/>
              <p:nvPr/>
            </p:nvSpPr>
            <p:spPr>
              <a:xfrm rot="0">
                <a:off x="3269" y="2781"/>
                <a:ext cx="8" cy="8"/>
              </a:xfrm>
              <a:custGeom>
                <a:avLst/>
                <a:ahLst/>
                <a:rect l="0" t="0" r="r" b="b"/>
                <a:pathLst>
                  <a:path w="76" h="77">
                    <a:moveTo>
                      <a:pt x="0" y="34"/>
                    </a:moveTo>
                    <a:lnTo>
                      <a:pt x="18" y="56"/>
                    </a:lnTo>
                    <a:lnTo>
                      <a:pt x="35" y="77"/>
                    </a:lnTo>
                    <a:lnTo>
                      <a:pt x="76" y="44"/>
                    </a:lnTo>
                    <a:lnTo>
                      <a:pt x="59" y="22"/>
                    </a:lnTo>
                    <a:lnTo>
                      <a:pt x="41" y="0"/>
                    </a:lnTo>
                    <a:lnTo>
                      <a:pt x="0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59" name=""/>
              <p:cNvSpPr/>
              <p:nvPr/>
            </p:nvSpPr>
            <p:spPr>
              <a:xfrm rot="0">
                <a:off x="3269" y="2781"/>
                <a:ext cx="8" cy="8"/>
              </a:xfrm>
              <a:custGeom>
                <a:avLst/>
                <a:ahLst/>
                <a:rect l="0" t="0" r="r" b="b"/>
                <a:pathLst>
                  <a:path w="76" h="77">
                    <a:moveTo>
                      <a:pt x="0" y="34"/>
                    </a:moveTo>
                    <a:lnTo>
                      <a:pt x="18" y="56"/>
                    </a:lnTo>
                    <a:lnTo>
                      <a:pt x="35" y="77"/>
                    </a:lnTo>
                    <a:lnTo>
                      <a:pt x="76" y="44"/>
                    </a:lnTo>
                    <a:lnTo>
                      <a:pt x="59" y="22"/>
                    </a:lnTo>
                    <a:lnTo>
                      <a:pt x="41" y="0"/>
                    </a:lnTo>
                    <a:lnTo>
                      <a:pt x="0" y="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60" name=""/>
              <p:cNvSpPr/>
              <p:nvPr/>
            </p:nvSpPr>
            <p:spPr>
              <a:xfrm rot="0">
                <a:off x="3276" y="2783"/>
                <a:ext cx="2" cy="2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0" y="0"/>
                    </a:moveTo>
                    <a:lnTo>
                      <a:pt x="17" y="22"/>
                    </a:lnTo>
                    <a:lnTo>
                      <a:pt x="18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61" name=""/>
              <p:cNvSpPr/>
              <p:nvPr/>
            </p:nvSpPr>
            <p:spPr>
              <a:xfrm rot="0" flipV="1">
                <a:off x="3277" y="27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62" name=""/>
              <p:cNvSpPr/>
              <p:nvPr/>
            </p:nvSpPr>
            <p:spPr>
              <a:xfrm rot="0">
                <a:off x="3273" y="2777"/>
                <a:ext cx="9" cy="8"/>
              </a:xfrm>
              <a:custGeom>
                <a:avLst/>
                <a:ahLst/>
                <a:rect l="0" t="0" r="r" b="b"/>
                <a:pathLst>
                  <a:path w="77" h="79">
                    <a:moveTo>
                      <a:pt x="0" y="37"/>
                    </a:moveTo>
                    <a:lnTo>
                      <a:pt x="19" y="58"/>
                    </a:lnTo>
                    <a:lnTo>
                      <a:pt x="37" y="79"/>
                    </a:lnTo>
                    <a:lnTo>
                      <a:pt x="77" y="42"/>
                    </a:lnTo>
                    <a:lnTo>
                      <a:pt x="59" y="21"/>
                    </a:lnTo>
                    <a:lnTo>
                      <a:pt x="41" y="0"/>
                    </a:lnTo>
                    <a:lnTo>
                      <a:pt x="0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63" name=""/>
              <p:cNvSpPr/>
              <p:nvPr/>
            </p:nvSpPr>
            <p:spPr>
              <a:xfrm rot="0">
                <a:off x="3273" y="2777"/>
                <a:ext cx="9" cy="8"/>
              </a:xfrm>
              <a:custGeom>
                <a:avLst/>
                <a:ahLst/>
                <a:rect l="0" t="0" r="r" b="b"/>
                <a:pathLst>
                  <a:path w="77" h="79">
                    <a:moveTo>
                      <a:pt x="0" y="37"/>
                    </a:moveTo>
                    <a:lnTo>
                      <a:pt x="19" y="58"/>
                    </a:lnTo>
                    <a:lnTo>
                      <a:pt x="37" y="79"/>
                    </a:lnTo>
                    <a:lnTo>
                      <a:pt x="77" y="42"/>
                    </a:lnTo>
                    <a:lnTo>
                      <a:pt x="59" y="21"/>
                    </a:lnTo>
                    <a:lnTo>
                      <a:pt x="41" y="0"/>
                    </a:lnTo>
                    <a:lnTo>
                      <a:pt x="0" y="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64" name=""/>
              <p:cNvSpPr/>
              <p:nvPr/>
            </p:nvSpPr>
            <p:spPr>
              <a:xfrm rot="0">
                <a:off x="3280" y="2779"/>
                <a:ext cx="2" cy="2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0" y="0"/>
                    </a:moveTo>
                    <a:lnTo>
                      <a:pt x="18" y="21"/>
                    </a:lnTo>
                    <a:lnTo>
                      <a:pt x="20" y="2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65" name=""/>
              <p:cNvSpPr/>
              <p:nvPr/>
            </p:nvSpPr>
            <p:spPr>
              <a:xfrm rot="0" flipV="1">
                <a:off x="3282" y="27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66" name=""/>
              <p:cNvSpPr/>
              <p:nvPr/>
            </p:nvSpPr>
            <p:spPr>
              <a:xfrm rot="0">
                <a:off x="3278" y="2772"/>
                <a:ext cx="8" cy="9"/>
              </a:xfrm>
              <a:custGeom>
                <a:avLst/>
                <a:ahLst/>
                <a:rect l="0" t="0" r="r" b="b"/>
                <a:pathLst>
                  <a:path w="78" h="78">
                    <a:moveTo>
                      <a:pt x="0" y="38"/>
                    </a:moveTo>
                    <a:lnTo>
                      <a:pt x="20" y="58"/>
                    </a:lnTo>
                    <a:lnTo>
                      <a:pt x="40" y="78"/>
                    </a:lnTo>
                    <a:lnTo>
                      <a:pt x="78" y="40"/>
                    </a:lnTo>
                    <a:lnTo>
                      <a:pt x="58" y="20"/>
                    </a:lnTo>
                    <a:lnTo>
                      <a:pt x="38" y="0"/>
                    </a:lnTo>
                    <a:lnTo>
                      <a:pt x="0" y="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</p:grpSp>
        <p:grpSp>
          <p:nvGrpSpPr>
            <p:cNvPr id="244" name=""/>
            <p:cNvGrpSpPr/>
            <p:nvPr/>
          </p:nvGrpSpPr>
          <p:grpSpPr>
            <a:xfrm rot="0">
              <a:off x="1162" y="1114"/>
              <a:ext cx="1415" cy="2828"/>
              <a:chOff x="3058" y="2260"/>
              <a:chExt cx="266" cy="540"/>
            </a:xfrm>
          </p:grpSpPr>
          <p:sp>
            <p:nvSpPr>
              <p:cNvPr id="1068867" name=""/>
              <p:cNvSpPr/>
              <p:nvPr/>
            </p:nvSpPr>
            <p:spPr>
              <a:xfrm rot="0">
                <a:off x="3278" y="2772"/>
                <a:ext cx="8" cy="9"/>
              </a:xfrm>
              <a:custGeom>
                <a:avLst/>
                <a:ahLst/>
                <a:rect l="0" t="0" r="r" b="b"/>
                <a:pathLst>
                  <a:path w="78" h="78">
                    <a:moveTo>
                      <a:pt x="0" y="38"/>
                    </a:moveTo>
                    <a:lnTo>
                      <a:pt x="20" y="58"/>
                    </a:lnTo>
                    <a:lnTo>
                      <a:pt x="40" y="78"/>
                    </a:lnTo>
                    <a:lnTo>
                      <a:pt x="78" y="40"/>
                    </a:lnTo>
                    <a:lnTo>
                      <a:pt x="58" y="20"/>
                    </a:lnTo>
                    <a:lnTo>
                      <a:pt x="38" y="0"/>
                    </a:lnTo>
                    <a:lnTo>
                      <a:pt x="0" y="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68" name=""/>
              <p:cNvSpPr/>
              <p:nvPr/>
            </p:nvSpPr>
            <p:spPr>
              <a:xfrm rot="0">
                <a:off x="3284" y="2775"/>
                <a:ext cx="3" cy="2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0" y="0"/>
                    </a:moveTo>
                    <a:lnTo>
                      <a:pt x="20" y="20"/>
                    </a:lnTo>
                    <a:lnTo>
                      <a:pt x="21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69" name=""/>
              <p:cNvSpPr/>
              <p:nvPr/>
            </p:nvSpPr>
            <p:spPr>
              <a:xfrm rot="0" flipV="1">
                <a:off x="3286" y="27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70" name=""/>
              <p:cNvSpPr/>
              <p:nvPr/>
            </p:nvSpPr>
            <p:spPr>
              <a:xfrm rot="0">
                <a:off x="3282" y="2768"/>
                <a:ext cx="9" cy="9"/>
              </a:xfrm>
              <a:custGeom>
                <a:avLst/>
                <a:ahLst/>
                <a:rect l="0" t="0" r="r" b="b"/>
                <a:pathLst>
                  <a:path w="79" h="77">
                    <a:moveTo>
                      <a:pt x="0" y="41"/>
                    </a:moveTo>
                    <a:lnTo>
                      <a:pt x="21" y="59"/>
                    </a:lnTo>
                    <a:lnTo>
                      <a:pt x="42" y="77"/>
                    </a:lnTo>
                    <a:lnTo>
                      <a:pt x="79" y="37"/>
                    </a:lnTo>
                    <a:lnTo>
                      <a:pt x="58" y="19"/>
                    </a:lnTo>
                    <a:lnTo>
                      <a:pt x="37" y="0"/>
                    </a:lnTo>
                    <a:lnTo>
                      <a:pt x="0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71" name=""/>
              <p:cNvSpPr/>
              <p:nvPr/>
            </p:nvSpPr>
            <p:spPr>
              <a:xfrm rot="0">
                <a:off x="3282" y="2768"/>
                <a:ext cx="9" cy="9"/>
              </a:xfrm>
              <a:custGeom>
                <a:avLst/>
                <a:ahLst/>
                <a:rect l="0" t="0" r="r" b="b"/>
                <a:pathLst>
                  <a:path w="79" h="77">
                    <a:moveTo>
                      <a:pt x="0" y="41"/>
                    </a:moveTo>
                    <a:lnTo>
                      <a:pt x="21" y="59"/>
                    </a:lnTo>
                    <a:lnTo>
                      <a:pt x="42" y="77"/>
                    </a:lnTo>
                    <a:lnTo>
                      <a:pt x="79" y="37"/>
                    </a:lnTo>
                    <a:lnTo>
                      <a:pt x="58" y="19"/>
                    </a:lnTo>
                    <a:lnTo>
                      <a:pt x="37" y="0"/>
                    </a:lnTo>
                    <a:lnTo>
                      <a:pt x="0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72" name=""/>
              <p:cNvSpPr/>
              <p:nvPr/>
            </p:nvSpPr>
            <p:spPr>
              <a:xfrm rot="0">
                <a:off x="3288" y="2770"/>
                <a:ext cx="3" cy="2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0" y="0"/>
                    </a:moveTo>
                    <a:lnTo>
                      <a:pt x="21" y="18"/>
                    </a:lnTo>
                    <a:lnTo>
                      <a:pt x="22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73" name=""/>
              <p:cNvSpPr/>
              <p:nvPr/>
            </p:nvSpPr>
            <p:spPr>
              <a:xfrm rot="0" flipV="1">
                <a:off x="3291" y="27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74" name=""/>
              <p:cNvSpPr/>
              <p:nvPr/>
            </p:nvSpPr>
            <p:spPr>
              <a:xfrm rot="0">
                <a:off x="3286" y="2764"/>
                <a:ext cx="9" cy="8"/>
              </a:xfrm>
              <a:custGeom>
                <a:avLst/>
                <a:ahLst/>
                <a:rect l="0" t="0" r="r" b="b"/>
                <a:pathLst>
                  <a:path w="78" h="76">
                    <a:moveTo>
                      <a:pt x="0" y="41"/>
                    </a:moveTo>
                    <a:lnTo>
                      <a:pt x="22" y="59"/>
                    </a:lnTo>
                    <a:lnTo>
                      <a:pt x="44" y="76"/>
                    </a:lnTo>
                    <a:lnTo>
                      <a:pt x="78" y="35"/>
                    </a:lnTo>
                    <a:lnTo>
                      <a:pt x="57" y="18"/>
                    </a:lnTo>
                    <a:lnTo>
                      <a:pt x="35" y="0"/>
                    </a:lnTo>
                    <a:lnTo>
                      <a:pt x="0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75" name=""/>
              <p:cNvSpPr/>
              <p:nvPr/>
            </p:nvSpPr>
            <p:spPr>
              <a:xfrm rot="0">
                <a:off x="3286" y="2764"/>
                <a:ext cx="9" cy="8"/>
              </a:xfrm>
              <a:custGeom>
                <a:avLst/>
                <a:ahLst/>
                <a:rect l="0" t="0" r="r" b="b"/>
                <a:pathLst>
                  <a:path w="78" h="76">
                    <a:moveTo>
                      <a:pt x="0" y="41"/>
                    </a:moveTo>
                    <a:lnTo>
                      <a:pt x="22" y="59"/>
                    </a:lnTo>
                    <a:lnTo>
                      <a:pt x="44" y="76"/>
                    </a:lnTo>
                    <a:lnTo>
                      <a:pt x="78" y="35"/>
                    </a:lnTo>
                    <a:lnTo>
                      <a:pt x="57" y="18"/>
                    </a:lnTo>
                    <a:lnTo>
                      <a:pt x="35" y="0"/>
                    </a:lnTo>
                    <a:lnTo>
                      <a:pt x="0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76" name=""/>
              <p:cNvSpPr/>
              <p:nvPr/>
            </p:nvSpPr>
            <p:spPr>
              <a:xfrm rot="0">
                <a:off x="3292" y="2766"/>
                <a:ext cx="3" cy="2"/>
              </a:xfrm>
              <a:custGeom>
                <a:avLst/>
                <a:ahLst/>
                <a:rect l="0" t="0" r="r" b="b"/>
                <a:pathLst>
                  <a:path w="21" h="17">
                    <a:moveTo>
                      <a:pt x="0" y="0"/>
                    </a:moveTo>
                    <a:lnTo>
                      <a:pt x="21" y="17"/>
                    </a:lnTo>
                    <a:lnTo>
                      <a:pt x="21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77" name=""/>
              <p:cNvSpPr/>
              <p:nvPr/>
            </p:nvSpPr>
            <p:spPr>
              <a:xfrm rot="0" flipV="1">
                <a:off x="3295" y="27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78" name=""/>
              <p:cNvSpPr/>
              <p:nvPr/>
            </p:nvSpPr>
            <p:spPr>
              <a:xfrm rot="0">
                <a:off x="3290" y="2759"/>
                <a:ext cx="8" cy="8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0" y="43"/>
                    </a:moveTo>
                    <a:lnTo>
                      <a:pt x="22" y="60"/>
                    </a:lnTo>
                    <a:lnTo>
                      <a:pt x="43" y="76"/>
                    </a:lnTo>
                    <a:lnTo>
                      <a:pt x="76" y="32"/>
                    </a:lnTo>
                    <a:lnTo>
                      <a:pt x="54" y="16"/>
                    </a:lnTo>
                    <a:lnTo>
                      <a:pt x="33" y="0"/>
                    </a:lnTo>
                    <a:lnTo>
                      <a:pt x="0" y="4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79" name=""/>
              <p:cNvSpPr/>
              <p:nvPr/>
            </p:nvSpPr>
            <p:spPr>
              <a:xfrm rot="0">
                <a:off x="3290" y="2759"/>
                <a:ext cx="8" cy="8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0" y="43"/>
                    </a:moveTo>
                    <a:lnTo>
                      <a:pt x="22" y="60"/>
                    </a:lnTo>
                    <a:lnTo>
                      <a:pt x="43" y="76"/>
                    </a:lnTo>
                    <a:lnTo>
                      <a:pt x="76" y="32"/>
                    </a:lnTo>
                    <a:lnTo>
                      <a:pt x="54" y="16"/>
                    </a:lnTo>
                    <a:lnTo>
                      <a:pt x="33" y="0"/>
                    </a:lnTo>
                    <a:lnTo>
                      <a:pt x="0" y="4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80" name=""/>
              <p:cNvSpPr/>
              <p:nvPr/>
            </p:nvSpPr>
            <p:spPr>
              <a:xfrm rot="0">
                <a:off x="3296" y="2761"/>
                <a:ext cx="2" cy="2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0" y="0"/>
                    </a:moveTo>
                    <a:lnTo>
                      <a:pt x="22" y="16"/>
                    </a:lnTo>
                    <a:lnTo>
                      <a:pt x="23" y="1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81" name=""/>
              <p:cNvSpPr/>
              <p:nvPr/>
            </p:nvSpPr>
            <p:spPr>
              <a:xfrm rot="0" flipV="1">
                <a:off x="3298" y="27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82" name=""/>
              <p:cNvSpPr/>
              <p:nvPr/>
            </p:nvSpPr>
            <p:spPr>
              <a:xfrm rot="0">
                <a:off x="3293" y="2754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0" y="45"/>
                    </a:moveTo>
                    <a:lnTo>
                      <a:pt x="23" y="60"/>
                    </a:lnTo>
                    <a:lnTo>
                      <a:pt x="46" y="75"/>
                    </a:lnTo>
                    <a:lnTo>
                      <a:pt x="76" y="31"/>
                    </a:lnTo>
                    <a:lnTo>
                      <a:pt x="54" y="16"/>
                    </a:lnTo>
                    <a:lnTo>
                      <a:pt x="31" y="0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83" name=""/>
              <p:cNvSpPr/>
              <p:nvPr/>
            </p:nvSpPr>
            <p:spPr>
              <a:xfrm rot="0">
                <a:off x="3293" y="2754"/>
                <a:ext cx="9" cy="8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0" y="45"/>
                    </a:moveTo>
                    <a:lnTo>
                      <a:pt x="23" y="60"/>
                    </a:lnTo>
                    <a:lnTo>
                      <a:pt x="46" y="75"/>
                    </a:lnTo>
                    <a:lnTo>
                      <a:pt x="76" y="31"/>
                    </a:lnTo>
                    <a:lnTo>
                      <a:pt x="54" y="16"/>
                    </a:lnTo>
                    <a:lnTo>
                      <a:pt x="31" y="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84" name=""/>
              <p:cNvSpPr/>
              <p:nvPr/>
            </p:nvSpPr>
            <p:spPr>
              <a:xfrm rot="0">
                <a:off x="3299" y="2756"/>
                <a:ext cx="3" cy="2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0" y="0"/>
                    </a:moveTo>
                    <a:lnTo>
                      <a:pt x="22" y="15"/>
                    </a:lnTo>
                    <a:lnTo>
                      <a:pt x="24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85" name=""/>
              <p:cNvSpPr/>
              <p:nvPr/>
            </p:nvSpPr>
            <p:spPr>
              <a:xfrm rot="0" flipV="1">
                <a:off x="3302" y="27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86" name=""/>
              <p:cNvSpPr/>
              <p:nvPr/>
            </p:nvSpPr>
            <p:spPr>
              <a:xfrm rot="0">
                <a:off x="3297" y="2749"/>
                <a:ext cx="8" cy="8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0" y="45"/>
                    </a:moveTo>
                    <a:lnTo>
                      <a:pt x="24" y="60"/>
                    </a:lnTo>
                    <a:lnTo>
                      <a:pt x="48" y="74"/>
                    </a:lnTo>
                    <a:lnTo>
                      <a:pt x="76" y="28"/>
                    </a:lnTo>
                    <a:lnTo>
                      <a:pt x="52" y="14"/>
                    </a:lnTo>
                    <a:lnTo>
                      <a:pt x="28" y="0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87" name=""/>
              <p:cNvSpPr/>
              <p:nvPr/>
            </p:nvSpPr>
            <p:spPr>
              <a:xfrm rot="0">
                <a:off x="3297" y="2749"/>
                <a:ext cx="8" cy="8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0" y="45"/>
                    </a:moveTo>
                    <a:lnTo>
                      <a:pt x="24" y="60"/>
                    </a:lnTo>
                    <a:lnTo>
                      <a:pt x="48" y="74"/>
                    </a:lnTo>
                    <a:lnTo>
                      <a:pt x="76" y="28"/>
                    </a:lnTo>
                    <a:lnTo>
                      <a:pt x="52" y="14"/>
                    </a:lnTo>
                    <a:lnTo>
                      <a:pt x="28" y="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88" name=""/>
              <p:cNvSpPr/>
              <p:nvPr/>
            </p:nvSpPr>
            <p:spPr>
              <a:xfrm rot="0">
                <a:off x="3302" y="2751"/>
                <a:ext cx="3" cy="1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0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89" name=""/>
              <p:cNvSpPr/>
              <p:nvPr/>
            </p:nvSpPr>
            <p:spPr>
              <a:xfrm rot="0">
                <a:off x="3305" y="27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90" name=""/>
              <p:cNvSpPr/>
              <p:nvPr/>
            </p:nvSpPr>
            <p:spPr>
              <a:xfrm rot="0">
                <a:off x="3300" y="2744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0" y="47"/>
                    </a:moveTo>
                    <a:lnTo>
                      <a:pt x="24" y="61"/>
                    </a:lnTo>
                    <a:lnTo>
                      <a:pt x="48" y="75"/>
                    </a:lnTo>
                    <a:lnTo>
                      <a:pt x="75" y="28"/>
                    </a:lnTo>
                    <a:lnTo>
                      <a:pt x="51" y="14"/>
                    </a:lnTo>
                    <a:lnTo>
                      <a:pt x="27" y="0"/>
                    </a:lnTo>
                    <a:lnTo>
                      <a:pt x="0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91" name=""/>
              <p:cNvSpPr/>
              <p:nvPr/>
            </p:nvSpPr>
            <p:spPr>
              <a:xfrm rot="0">
                <a:off x="3300" y="2744"/>
                <a:ext cx="8" cy="8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0" y="47"/>
                    </a:moveTo>
                    <a:lnTo>
                      <a:pt x="24" y="61"/>
                    </a:lnTo>
                    <a:lnTo>
                      <a:pt x="48" y="75"/>
                    </a:lnTo>
                    <a:lnTo>
                      <a:pt x="75" y="28"/>
                    </a:lnTo>
                    <a:lnTo>
                      <a:pt x="51" y="14"/>
                    </a:lnTo>
                    <a:lnTo>
                      <a:pt x="27" y="0"/>
                    </a:lnTo>
                    <a:lnTo>
                      <a:pt x="0" y="4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92" name=""/>
              <p:cNvSpPr/>
              <p:nvPr/>
            </p:nvSpPr>
            <p:spPr>
              <a:xfrm rot="0">
                <a:off x="3305" y="2746"/>
                <a:ext cx="3" cy="1"/>
              </a:xfrm>
              <a:custGeom>
                <a:avLst/>
                <a:ahLst/>
                <a:rect l="0" t="0" r="r" b="b"/>
                <a:pathLst>
                  <a:path w="25" h="14">
                    <a:moveTo>
                      <a:pt x="0" y="0"/>
                    </a:moveTo>
                    <a:lnTo>
                      <a:pt x="24" y="14"/>
                    </a:lnTo>
                    <a:lnTo>
                      <a:pt x="25" y="1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93" name=""/>
              <p:cNvSpPr/>
              <p:nvPr/>
            </p:nvSpPr>
            <p:spPr>
              <a:xfrm rot="0" flipV="1">
                <a:off x="3308" y="274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94" name=""/>
              <p:cNvSpPr/>
              <p:nvPr/>
            </p:nvSpPr>
            <p:spPr>
              <a:xfrm rot="0">
                <a:off x="3303" y="2739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0" y="49"/>
                    </a:moveTo>
                    <a:lnTo>
                      <a:pt x="25" y="61"/>
                    </a:lnTo>
                    <a:lnTo>
                      <a:pt x="50" y="73"/>
                    </a:lnTo>
                    <a:lnTo>
                      <a:pt x="74" y="24"/>
                    </a:lnTo>
                    <a:lnTo>
                      <a:pt x="49" y="12"/>
                    </a:lnTo>
                    <a:lnTo>
                      <a:pt x="24" y="0"/>
                    </a:lnTo>
                    <a:lnTo>
                      <a:pt x="0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95" name=""/>
              <p:cNvSpPr/>
              <p:nvPr/>
            </p:nvSpPr>
            <p:spPr>
              <a:xfrm rot="0">
                <a:off x="3303" y="2739"/>
                <a:ext cx="8" cy="8"/>
              </a:xfrm>
              <a:custGeom>
                <a:avLst/>
                <a:ahLst/>
                <a:rect l="0" t="0" r="r" b="b"/>
                <a:pathLst>
                  <a:path w="74" h="73">
                    <a:moveTo>
                      <a:pt x="0" y="49"/>
                    </a:moveTo>
                    <a:lnTo>
                      <a:pt x="25" y="61"/>
                    </a:lnTo>
                    <a:lnTo>
                      <a:pt x="50" y="73"/>
                    </a:lnTo>
                    <a:lnTo>
                      <a:pt x="74" y="24"/>
                    </a:lnTo>
                    <a:lnTo>
                      <a:pt x="49" y="12"/>
                    </a:lnTo>
                    <a:lnTo>
                      <a:pt x="24" y="0"/>
                    </a:lnTo>
                    <a:lnTo>
                      <a:pt x="0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96" name=""/>
              <p:cNvSpPr/>
              <p:nvPr/>
            </p:nvSpPr>
            <p:spPr>
              <a:xfrm rot="0">
                <a:off x="3308" y="2740"/>
                <a:ext cx="3" cy="1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0" y="0"/>
                    </a:moveTo>
                    <a:lnTo>
                      <a:pt x="25" y="12"/>
                    </a:lnTo>
                    <a:lnTo>
                      <a:pt x="2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97" name=""/>
              <p:cNvSpPr/>
              <p:nvPr/>
            </p:nvSpPr>
            <p:spPr>
              <a:xfrm rot="0" flipV="1">
                <a:off x="3311" y="27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898" name=""/>
              <p:cNvSpPr/>
              <p:nvPr/>
            </p:nvSpPr>
            <p:spPr>
              <a:xfrm rot="0">
                <a:off x="3305" y="2734"/>
                <a:ext cx="8" cy="7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0" y="48"/>
                    </a:moveTo>
                    <a:lnTo>
                      <a:pt x="25" y="59"/>
                    </a:lnTo>
                    <a:lnTo>
                      <a:pt x="50" y="70"/>
                    </a:lnTo>
                    <a:lnTo>
                      <a:pt x="72" y="21"/>
                    </a:lnTo>
                    <a:lnTo>
                      <a:pt x="47" y="10"/>
                    </a:lnTo>
                    <a:lnTo>
                      <a:pt x="22" y="0"/>
                    </a:lnTo>
                    <a:lnTo>
                      <a:pt x="0" y="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899" name=""/>
              <p:cNvSpPr/>
              <p:nvPr/>
            </p:nvSpPr>
            <p:spPr>
              <a:xfrm rot="0">
                <a:off x="3305" y="2734"/>
                <a:ext cx="8" cy="7"/>
              </a:xfrm>
              <a:custGeom>
                <a:avLst/>
                <a:ahLst/>
                <a:rect l="0" t="0" r="r" b="b"/>
                <a:pathLst>
                  <a:path w="72" h="70">
                    <a:moveTo>
                      <a:pt x="0" y="48"/>
                    </a:moveTo>
                    <a:lnTo>
                      <a:pt x="25" y="59"/>
                    </a:lnTo>
                    <a:lnTo>
                      <a:pt x="50" y="70"/>
                    </a:lnTo>
                    <a:lnTo>
                      <a:pt x="72" y="21"/>
                    </a:lnTo>
                    <a:lnTo>
                      <a:pt x="47" y="10"/>
                    </a:lnTo>
                    <a:lnTo>
                      <a:pt x="22" y="0"/>
                    </a:lnTo>
                    <a:lnTo>
                      <a:pt x="0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00" name=""/>
              <p:cNvSpPr/>
              <p:nvPr/>
            </p:nvSpPr>
            <p:spPr>
              <a:xfrm rot="0">
                <a:off x="3310" y="2735"/>
                <a:ext cx="3" cy="1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0"/>
                    </a:moveTo>
                    <a:lnTo>
                      <a:pt x="25" y="11"/>
                    </a:lnTo>
                    <a:lnTo>
                      <a:pt x="26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01" name=""/>
              <p:cNvSpPr/>
              <p:nvPr/>
            </p:nvSpPr>
            <p:spPr>
              <a:xfrm rot="0" flipV="1">
                <a:off x="3313" y="273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02" name=""/>
              <p:cNvSpPr/>
              <p:nvPr/>
            </p:nvSpPr>
            <p:spPr>
              <a:xfrm rot="0">
                <a:off x="3308" y="2728"/>
                <a:ext cx="7" cy="8"/>
              </a:xfrm>
              <a:custGeom>
                <a:avLst/>
                <a:ahLst/>
                <a:rect l="0" t="0" r="r" b="b"/>
                <a:pathLst>
                  <a:path w="71" h="70">
                    <a:moveTo>
                      <a:pt x="0" y="51"/>
                    </a:moveTo>
                    <a:lnTo>
                      <a:pt x="26" y="60"/>
                    </a:lnTo>
                    <a:lnTo>
                      <a:pt x="52" y="70"/>
                    </a:lnTo>
                    <a:lnTo>
                      <a:pt x="71" y="19"/>
                    </a:lnTo>
                    <a:lnTo>
                      <a:pt x="45" y="9"/>
                    </a:lnTo>
                    <a:lnTo>
                      <a:pt x="19" y="0"/>
                    </a:lnTo>
                    <a:lnTo>
                      <a:pt x="0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03" name=""/>
              <p:cNvSpPr/>
              <p:nvPr/>
            </p:nvSpPr>
            <p:spPr>
              <a:xfrm rot="0">
                <a:off x="3308" y="2728"/>
                <a:ext cx="7" cy="8"/>
              </a:xfrm>
              <a:custGeom>
                <a:avLst/>
                <a:ahLst/>
                <a:rect l="0" t="0" r="r" b="b"/>
                <a:pathLst>
                  <a:path w="71" h="70">
                    <a:moveTo>
                      <a:pt x="0" y="51"/>
                    </a:moveTo>
                    <a:lnTo>
                      <a:pt x="26" y="60"/>
                    </a:lnTo>
                    <a:lnTo>
                      <a:pt x="52" y="70"/>
                    </a:lnTo>
                    <a:lnTo>
                      <a:pt x="71" y="19"/>
                    </a:lnTo>
                    <a:lnTo>
                      <a:pt x="45" y="9"/>
                    </a:lnTo>
                    <a:lnTo>
                      <a:pt x="19" y="0"/>
                    </a:lnTo>
                    <a:lnTo>
                      <a:pt x="0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04" name=""/>
              <p:cNvSpPr/>
              <p:nvPr/>
            </p:nvSpPr>
            <p:spPr>
              <a:xfrm rot="0">
                <a:off x="3313" y="2729"/>
                <a:ext cx="2" cy="1"/>
              </a:xfrm>
              <a:custGeom>
                <a:avLst/>
                <a:ahLst/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26" y="10"/>
                    </a:lnTo>
                    <a:lnTo>
                      <a:pt x="26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05" name=""/>
              <p:cNvSpPr/>
              <p:nvPr/>
            </p:nvSpPr>
            <p:spPr>
              <a:xfrm rot="0" flipV="1">
                <a:off x="3315" y="273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06" name=""/>
              <p:cNvSpPr/>
              <p:nvPr/>
            </p:nvSpPr>
            <p:spPr>
              <a:xfrm rot="0">
                <a:off x="3310" y="2722"/>
                <a:ext cx="7" cy="8"/>
              </a:xfrm>
              <a:custGeom>
                <a:avLst/>
                <a:ahLst/>
                <a:rect l="0" t="0" r="r" b="b"/>
                <a:pathLst>
                  <a:path w="70" h="68">
                    <a:moveTo>
                      <a:pt x="0" y="51"/>
                    </a:moveTo>
                    <a:lnTo>
                      <a:pt x="26" y="59"/>
                    </a:lnTo>
                    <a:lnTo>
                      <a:pt x="52" y="68"/>
                    </a:lnTo>
                    <a:lnTo>
                      <a:pt x="70" y="17"/>
                    </a:lnTo>
                    <a:lnTo>
                      <a:pt x="44" y="8"/>
                    </a:lnTo>
                    <a:lnTo>
                      <a:pt x="18" y="0"/>
                    </a:lnTo>
                    <a:lnTo>
                      <a:pt x="0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07" name=""/>
              <p:cNvSpPr/>
              <p:nvPr/>
            </p:nvSpPr>
            <p:spPr>
              <a:xfrm rot="0">
                <a:off x="3310" y="2722"/>
                <a:ext cx="7" cy="8"/>
              </a:xfrm>
              <a:custGeom>
                <a:avLst/>
                <a:ahLst/>
                <a:rect l="0" t="0" r="r" b="b"/>
                <a:pathLst>
                  <a:path w="70" h="68">
                    <a:moveTo>
                      <a:pt x="0" y="51"/>
                    </a:moveTo>
                    <a:lnTo>
                      <a:pt x="26" y="59"/>
                    </a:lnTo>
                    <a:lnTo>
                      <a:pt x="52" y="68"/>
                    </a:lnTo>
                    <a:lnTo>
                      <a:pt x="70" y="17"/>
                    </a:lnTo>
                    <a:lnTo>
                      <a:pt x="44" y="8"/>
                    </a:lnTo>
                    <a:lnTo>
                      <a:pt x="18" y="0"/>
                    </a:lnTo>
                    <a:lnTo>
                      <a:pt x="0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08" name=""/>
              <p:cNvSpPr/>
              <p:nvPr/>
            </p:nvSpPr>
            <p:spPr>
              <a:xfrm rot="0">
                <a:off x="3315" y="2723"/>
                <a:ext cx="3" cy="1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0" y="0"/>
                    </a:moveTo>
                    <a:lnTo>
                      <a:pt x="26" y="9"/>
                    </a:lnTo>
                    <a:lnTo>
                      <a:pt x="27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09" name=""/>
              <p:cNvSpPr/>
              <p:nvPr/>
            </p:nvSpPr>
            <p:spPr>
              <a:xfrm rot="0" flipV="1">
                <a:off x="3317" y="272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10" name=""/>
              <p:cNvSpPr/>
              <p:nvPr/>
            </p:nvSpPr>
            <p:spPr>
              <a:xfrm rot="0">
                <a:off x="3311" y="2717"/>
                <a:ext cx="8" cy="7"/>
              </a:xfrm>
              <a:custGeom>
                <a:avLst/>
                <a:ahLst/>
                <a:rect l="0" t="0" r="r" b="b"/>
                <a:pathLst>
                  <a:path w="69" h="67">
                    <a:moveTo>
                      <a:pt x="0" y="52"/>
                    </a:moveTo>
                    <a:lnTo>
                      <a:pt x="28" y="59"/>
                    </a:lnTo>
                    <a:lnTo>
                      <a:pt x="55" y="67"/>
                    </a:lnTo>
                    <a:lnTo>
                      <a:pt x="69" y="15"/>
                    </a:lnTo>
                    <a:lnTo>
                      <a:pt x="42" y="7"/>
                    </a:lnTo>
                    <a:lnTo>
                      <a:pt x="15" y="0"/>
                    </a:lnTo>
                    <a:lnTo>
                      <a:pt x="0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11" name=""/>
              <p:cNvSpPr/>
              <p:nvPr/>
            </p:nvSpPr>
            <p:spPr>
              <a:xfrm rot="0">
                <a:off x="3311" y="2717"/>
                <a:ext cx="8" cy="7"/>
              </a:xfrm>
              <a:custGeom>
                <a:avLst/>
                <a:ahLst/>
                <a:rect l="0" t="0" r="r" b="b"/>
                <a:pathLst>
                  <a:path w="69" h="67">
                    <a:moveTo>
                      <a:pt x="0" y="52"/>
                    </a:moveTo>
                    <a:lnTo>
                      <a:pt x="28" y="59"/>
                    </a:lnTo>
                    <a:lnTo>
                      <a:pt x="55" y="67"/>
                    </a:lnTo>
                    <a:lnTo>
                      <a:pt x="69" y="15"/>
                    </a:lnTo>
                    <a:lnTo>
                      <a:pt x="42" y="7"/>
                    </a:lnTo>
                    <a:lnTo>
                      <a:pt x="15" y="0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12" name=""/>
              <p:cNvSpPr/>
              <p:nvPr/>
            </p:nvSpPr>
            <p:spPr>
              <a:xfrm rot="0">
                <a:off x="3316" y="2718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0"/>
                    </a:moveTo>
                    <a:lnTo>
                      <a:pt x="27" y="8"/>
                    </a:lnTo>
                    <a:lnTo>
                      <a:pt x="27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13" name=""/>
              <p:cNvSpPr/>
              <p:nvPr/>
            </p:nvSpPr>
            <p:spPr>
              <a:xfrm rot="0" flipV="1">
                <a:off x="3319" y="27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14" name=""/>
              <p:cNvSpPr/>
              <p:nvPr/>
            </p:nvSpPr>
            <p:spPr>
              <a:xfrm rot="0">
                <a:off x="3313" y="2711"/>
                <a:ext cx="8" cy="7"/>
              </a:xfrm>
              <a:custGeom>
                <a:avLst/>
                <a:ahLst/>
                <a:rect l="0" t="0" r="r" b="b"/>
                <a:pathLst>
                  <a:path w="67" h="65">
                    <a:moveTo>
                      <a:pt x="0" y="52"/>
                    </a:moveTo>
                    <a:lnTo>
                      <a:pt x="27" y="58"/>
                    </a:lnTo>
                    <a:lnTo>
                      <a:pt x="54" y="65"/>
                    </a:lnTo>
                    <a:lnTo>
                      <a:pt x="67" y="13"/>
                    </a:lnTo>
                    <a:lnTo>
                      <a:pt x="40" y="6"/>
                    </a:lnTo>
                    <a:lnTo>
                      <a:pt x="13" y="0"/>
                    </a:lnTo>
                    <a:lnTo>
                      <a:pt x="0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15" name=""/>
              <p:cNvSpPr/>
              <p:nvPr/>
            </p:nvSpPr>
            <p:spPr>
              <a:xfrm rot="0">
                <a:off x="3313" y="2711"/>
                <a:ext cx="8" cy="7"/>
              </a:xfrm>
              <a:custGeom>
                <a:avLst/>
                <a:ahLst/>
                <a:rect l="0" t="0" r="r" b="b"/>
                <a:pathLst>
                  <a:path w="67" h="65">
                    <a:moveTo>
                      <a:pt x="0" y="52"/>
                    </a:moveTo>
                    <a:lnTo>
                      <a:pt x="27" y="58"/>
                    </a:lnTo>
                    <a:lnTo>
                      <a:pt x="54" y="65"/>
                    </a:lnTo>
                    <a:lnTo>
                      <a:pt x="67" y="13"/>
                    </a:lnTo>
                    <a:lnTo>
                      <a:pt x="40" y="6"/>
                    </a:lnTo>
                    <a:lnTo>
                      <a:pt x="13" y="0"/>
                    </a:lnTo>
                    <a:lnTo>
                      <a:pt x="0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16" name=""/>
              <p:cNvSpPr/>
              <p:nvPr/>
            </p:nvSpPr>
            <p:spPr>
              <a:xfrm rot="0">
                <a:off x="3318" y="2712"/>
                <a:ext cx="3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0" y="0"/>
                    </a:moveTo>
                    <a:lnTo>
                      <a:pt x="27" y="7"/>
                    </a:lnTo>
                    <a:lnTo>
                      <a:pt x="27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17" name=""/>
              <p:cNvSpPr/>
              <p:nvPr/>
            </p:nvSpPr>
            <p:spPr>
              <a:xfrm rot="0" flipV="1">
                <a:off x="3321" y="27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18" name=""/>
              <p:cNvSpPr/>
              <p:nvPr/>
            </p:nvSpPr>
            <p:spPr>
              <a:xfrm rot="0">
                <a:off x="3315" y="2705"/>
                <a:ext cx="7" cy="7"/>
              </a:xfrm>
              <a:custGeom>
                <a:avLst/>
                <a:ahLst/>
                <a:rect l="0" t="0" r="r" b="b"/>
                <a:pathLst>
                  <a:path w="64" h="65">
                    <a:moveTo>
                      <a:pt x="0" y="54"/>
                    </a:moveTo>
                    <a:lnTo>
                      <a:pt x="27" y="59"/>
                    </a:lnTo>
                    <a:lnTo>
                      <a:pt x="54" y="65"/>
                    </a:lnTo>
                    <a:lnTo>
                      <a:pt x="64" y="11"/>
                    </a:lnTo>
                    <a:lnTo>
                      <a:pt x="37" y="6"/>
                    </a:lnTo>
                    <a:lnTo>
                      <a:pt x="9" y="0"/>
                    </a:lnTo>
                    <a:lnTo>
                      <a:pt x="0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19" name=""/>
              <p:cNvSpPr/>
              <p:nvPr/>
            </p:nvSpPr>
            <p:spPr>
              <a:xfrm rot="0">
                <a:off x="3315" y="2705"/>
                <a:ext cx="7" cy="7"/>
              </a:xfrm>
              <a:custGeom>
                <a:avLst/>
                <a:ahLst/>
                <a:rect l="0" t="0" r="r" b="b"/>
                <a:pathLst>
                  <a:path w="64" h="65">
                    <a:moveTo>
                      <a:pt x="0" y="54"/>
                    </a:moveTo>
                    <a:lnTo>
                      <a:pt x="27" y="59"/>
                    </a:lnTo>
                    <a:lnTo>
                      <a:pt x="54" y="65"/>
                    </a:lnTo>
                    <a:lnTo>
                      <a:pt x="64" y="11"/>
                    </a:lnTo>
                    <a:lnTo>
                      <a:pt x="37" y="6"/>
                    </a:lnTo>
                    <a:lnTo>
                      <a:pt x="9" y="0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20" name=""/>
              <p:cNvSpPr/>
              <p:nvPr/>
            </p:nvSpPr>
            <p:spPr>
              <a:xfrm rot="0">
                <a:off x="3319" y="2706"/>
                <a:ext cx="3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0" y="0"/>
                    </a:moveTo>
                    <a:lnTo>
                      <a:pt x="27" y="5"/>
                    </a:lnTo>
                    <a:lnTo>
                      <a:pt x="27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21" name=""/>
              <p:cNvSpPr/>
              <p:nvPr/>
            </p:nvSpPr>
            <p:spPr>
              <a:xfrm rot="0" flipV="1">
                <a:off x="3322" y="27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22" name=""/>
              <p:cNvSpPr/>
              <p:nvPr/>
            </p:nvSpPr>
            <p:spPr>
              <a:xfrm rot="0">
                <a:off x="3316" y="2699"/>
                <a:ext cx="6" cy="7"/>
              </a:xfrm>
              <a:custGeom>
                <a:avLst/>
                <a:ahLst/>
                <a:rect l="0" t="0" r="r" b="b"/>
                <a:pathLst>
                  <a:path w="62" h="63">
                    <a:moveTo>
                      <a:pt x="0" y="55"/>
                    </a:moveTo>
                    <a:lnTo>
                      <a:pt x="28" y="59"/>
                    </a:lnTo>
                    <a:lnTo>
                      <a:pt x="55" y="63"/>
                    </a:lnTo>
                    <a:lnTo>
                      <a:pt x="62" y="9"/>
                    </a:lnTo>
                    <a:lnTo>
                      <a:pt x="35" y="5"/>
                    </a:lnTo>
                    <a:lnTo>
                      <a:pt x="8" y="0"/>
                    </a:lnTo>
                    <a:lnTo>
                      <a:pt x="0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23" name=""/>
              <p:cNvSpPr/>
              <p:nvPr/>
            </p:nvSpPr>
            <p:spPr>
              <a:xfrm rot="0">
                <a:off x="3316" y="2699"/>
                <a:ext cx="6" cy="7"/>
              </a:xfrm>
              <a:custGeom>
                <a:avLst/>
                <a:ahLst/>
                <a:rect l="0" t="0" r="r" b="b"/>
                <a:pathLst>
                  <a:path w="62" h="63">
                    <a:moveTo>
                      <a:pt x="0" y="55"/>
                    </a:moveTo>
                    <a:lnTo>
                      <a:pt x="28" y="59"/>
                    </a:lnTo>
                    <a:lnTo>
                      <a:pt x="55" y="63"/>
                    </a:lnTo>
                    <a:lnTo>
                      <a:pt x="62" y="9"/>
                    </a:lnTo>
                    <a:lnTo>
                      <a:pt x="35" y="5"/>
                    </a:lnTo>
                    <a:lnTo>
                      <a:pt x="8" y="0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24" name=""/>
              <p:cNvSpPr/>
              <p:nvPr/>
            </p:nvSpPr>
            <p:spPr>
              <a:xfrm rot="0">
                <a:off x="3319" y="2700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0"/>
                    </a:moveTo>
                    <a:lnTo>
                      <a:pt x="27" y="4"/>
                    </a:lnTo>
                    <a:lnTo>
                      <a:pt x="27" y="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25" name=""/>
              <p:cNvSpPr/>
              <p:nvPr/>
            </p:nvSpPr>
            <p:spPr>
              <a:xfrm rot="0" flipV="1">
                <a:off x="3322" y="27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26" name=""/>
              <p:cNvSpPr/>
              <p:nvPr/>
            </p:nvSpPr>
            <p:spPr>
              <a:xfrm rot="0">
                <a:off x="3316" y="2694"/>
                <a:ext cx="7" cy="6"/>
              </a:xfrm>
              <a:custGeom>
                <a:avLst/>
                <a:ahLst/>
                <a:rect l="0" t="0" r="r" b="b"/>
                <a:pathLst>
                  <a:path w="60" h="60">
                    <a:moveTo>
                      <a:pt x="0" y="53"/>
                    </a:moveTo>
                    <a:lnTo>
                      <a:pt x="27" y="57"/>
                    </a:lnTo>
                    <a:lnTo>
                      <a:pt x="54" y="60"/>
                    </a:lnTo>
                    <a:lnTo>
                      <a:pt x="60" y="7"/>
                    </a:lnTo>
                    <a:lnTo>
                      <a:pt x="33" y="3"/>
                    </a:lnTo>
                    <a:lnTo>
                      <a:pt x="5" y="0"/>
                    </a:lnTo>
                    <a:lnTo>
                      <a:pt x="0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27" name=""/>
              <p:cNvSpPr/>
              <p:nvPr/>
            </p:nvSpPr>
            <p:spPr>
              <a:xfrm rot="0">
                <a:off x="3316" y="2694"/>
                <a:ext cx="7" cy="6"/>
              </a:xfrm>
              <a:custGeom>
                <a:avLst/>
                <a:ahLst/>
                <a:rect l="0" t="0" r="r" b="b"/>
                <a:pathLst>
                  <a:path w="60" h="60">
                    <a:moveTo>
                      <a:pt x="0" y="53"/>
                    </a:moveTo>
                    <a:lnTo>
                      <a:pt x="27" y="57"/>
                    </a:lnTo>
                    <a:lnTo>
                      <a:pt x="54" y="60"/>
                    </a:lnTo>
                    <a:lnTo>
                      <a:pt x="60" y="7"/>
                    </a:lnTo>
                    <a:lnTo>
                      <a:pt x="33" y="3"/>
                    </a:lnTo>
                    <a:lnTo>
                      <a:pt x="5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28" name=""/>
              <p:cNvSpPr/>
              <p:nvPr/>
            </p:nvSpPr>
            <p:spPr>
              <a:xfrm rot="0">
                <a:off x="3320" y="2694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0"/>
                    </a:moveTo>
                    <a:lnTo>
                      <a:pt x="27" y="4"/>
                    </a:lnTo>
                    <a:lnTo>
                      <a:pt x="27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29" name=""/>
              <p:cNvSpPr/>
              <p:nvPr/>
            </p:nvSpPr>
            <p:spPr>
              <a:xfrm rot="0" flipV="1">
                <a:off x="3323" y="26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30" name=""/>
              <p:cNvSpPr/>
              <p:nvPr/>
            </p:nvSpPr>
            <p:spPr>
              <a:xfrm rot="0">
                <a:off x="3317" y="2688"/>
                <a:ext cx="6" cy="6"/>
              </a:xfrm>
              <a:custGeom>
                <a:avLst/>
                <a:ahLst/>
                <a:rect l="0" t="0" r="r" b="b"/>
                <a:pathLst>
                  <a:path w="57" h="56">
                    <a:moveTo>
                      <a:pt x="0" y="54"/>
                    </a:moveTo>
                    <a:lnTo>
                      <a:pt x="28" y="55"/>
                    </a:lnTo>
                    <a:lnTo>
                      <a:pt x="55" y="56"/>
                    </a:lnTo>
                    <a:lnTo>
                      <a:pt x="57" y="2"/>
                    </a:lnTo>
                    <a:lnTo>
                      <a:pt x="30" y="1"/>
                    </a:lnTo>
                    <a:lnTo>
                      <a:pt x="3" y="0"/>
                    </a:lnTo>
                    <a:lnTo>
                      <a:pt x="0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31" name=""/>
              <p:cNvSpPr/>
              <p:nvPr/>
            </p:nvSpPr>
            <p:spPr>
              <a:xfrm rot="0">
                <a:off x="3317" y="2688"/>
                <a:ext cx="6" cy="6"/>
              </a:xfrm>
              <a:custGeom>
                <a:avLst/>
                <a:ahLst/>
                <a:rect l="0" t="0" r="r" b="b"/>
                <a:pathLst>
                  <a:path w="57" h="56">
                    <a:moveTo>
                      <a:pt x="0" y="54"/>
                    </a:moveTo>
                    <a:lnTo>
                      <a:pt x="28" y="55"/>
                    </a:lnTo>
                    <a:lnTo>
                      <a:pt x="55" y="56"/>
                    </a:lnTo>
                    <a:lnTo>
                      <a:pt x="57" y="2"/>
                    </a:lnTo>
                    <a:lnTo>
                      <a:pt x="30" y="1"/>
                    </a:lnTo>
                    <a:lnTo>
                      <a:pt x="3" y="0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32" name=""/>
              <p:cNvSpPr/>
              <p:nvPr/>
            </p:nvSpPr>
            <p:spPr>
              <a:xfrm rot="0">
                <a:off x="3320" y="2688"/>
                <a:ext cx="3" cy="1"/>
              </a:xfrm>
              <a:custGeom>
                <a:avLst/>
                <a:ahLst/>
                <a:rect l="0" t="0" r="r" b="b"/>
                <a:pathLst>
                  <a:path w="28" h="1">
                    <a:moveTo>
                      <a:pt x="0" y="0"/>
                    </a:moveTo>
                    <a:lnTo>
                      <a:pt x="27" y="1"/>
                    </a:lnTo>
                    <a:lnTo>
                      <a:pt x="2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33" name=""/>
              <p:cNvSpPr/>
              <p:nvPr/>
            </p:nvSpPr>
            <p:spPr>
              <a:xfrm rot="0" flipV="1">
                <a:off x="3323" y="26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34" name=""/>
              <p:cNvSpPr/>
              <p:nvPr/>
            </p:nvSpPr>
            <p:spPr>
              <a:xfrm rot="0">
                <a:off x="3317" y="2682"/>
                <a:ext cx="6" cy="6"/>
              </a:xfrm>
              <a:custGeom>
                <a:avLst/>
                <a:ahLst/>
                <a:rect l="0" t="0" r="r" b="b"/>
                <a:pathLst>
                  <a:path w="55" h="54">
                    <a:moveTo>
                      <a:pt x="0" y="54"/>
                    </a:moveTo>
                    <a:lnTo>
                      <a:pt x="27" y="54"/>
                    </a:lnTo>
                    <a:lnTo>
                      <a:pt x="55" y="54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35" name=""/>
              <p:cNvSpPr/>
              <p:nvPr/>
            </p:nvSpPr>
            <p:spPr>
              <a:xfrm rot="0">
                <a:off x="3317" y="2682"/>
                <a:ext cx="6" cy="6"/>
              </a:xfrm>
              <a:custGeom>
                <a:avLst/>
                <a:ahLst/>
                <a:rect l="0" t="0" r="r" b="b"/>
                <a:pathLst>
                  <a:path w="55" h="54">
                    <a:moveTo>
                      <a:pt x="0" y="54"/>
                    </a:moveTo>
                    <a:lnTo>
                      <a:pt x="27" y="54"/>
                    </a:lnTo>
                    <a:lnTo>
                      <a:pt x="55" y="54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36" name=""/>
              <p:cNvSpPr/>
              <p:nvPr/>
            </p:nvSpPr>
            <p:spPr>
              <a:xfrm rot="0">
                <a:off x="3320" y="2682"/>
                <a:ext cx="3" cy="1"/>
              </a:xfrm>
              <a:custGeom>
                <a:avLst/>
                <a:ahLst/>
                <a:rect l="0" t="0" r="r" b="b"/>
                <a:pathLst>
                  <a:path w="28" h="1">
                    <a:moveTo>
                      <a:pt x="0" y="1"/>
                    </a:moveTo>
                    <a:lnTo>
                      <a:pt x="28" y="1"/>
                    </a:lnTo>
                    <a:lnTo>
                      <a:pt x="27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37" name=""/>
              <p:cNvSpPr/>
              <p:nvPr/>
            </p:nvSpPr>
            <p:spPr>
              <a:xfrm rot="0" flipH="1" flipV="1">
                <a:off x="3323" y="26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38" name=""/>
              <p:cNvSpPr/>
              <p:nvPr/>
            </p:nvSpPr>
            <p:spPr>
              <a:xfrm rot="0">
                <a:off x="3317" y="2676"/>
                <a:ext cx="6" cy="6"/>
              </a:xfrm>
              <a:custGeom>
                <a:avLst/>
                <a:ahLst/>
                <a:rect l="0" t="0" r="r" b="b"/>
                <a:pathLst>
                  <a:path w="57" h="57">
                    <a:moveTo>
                      <a:pt x="3" y="57"/>
                    </a:moveTo>
                    <a:lnTo>
                      <a:pt x="30" y="56"/>
                    </a:lnTo>
                    <a:lnTo>
                      <a:pt x="57" y="55"/>
                    </a:lnTo>
                    <a:lnTo>
                      <a:pt x="55" y="0"/>
                    </a:lnTo>
                    <a:lnTo>
                      <a:pt x="28" y="1"/>
                    </a:lnTo>
                    <a:lnTo>
                      <a:pt x="0" y="2"/>
                    </a:lnTo>
                    <a:lnTo>
                      <a:pt x="3" y="5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39" name=""/>
              <p:cNvSpPr/>
              <p:nvPr/>
            </p:nvSpPr>
            <p:spPr>
              <a:xfrm rot="0">
                <a:off x="3317" y="2676"/>
                <a:ext cx="6" cy="6"/>
              </a:xfrm>
              <a:custGeom>
                <a:avLst/>
                <a:ahLst/>
                <a:rect l="0" t="0" r="r" b="b"/>
                <a:pathLst>
                  <a:path w="57" h="57">
                    <a:moveTo>
                      <a:pt x="3" y="57"/>
                    </a:moveTo>
                    <a:lnTo>
                      <a:pt x="30" y="56"/>
                    </a:lnTo>
                    <a:lnTo>
                      <a:pt x="57" y="55"/>
                    </a:lnTo>
                    <a:lnTo>
                      <a:pt x="55" y="0"/>
                    </a:lnTo>
                    <a:lnTo>
                      <a:pt x="28" y="1"/>
                    </a:lnTo>
                    <a:lnTo>
                      <a:pt x="0" y="2"/>
                    </a:lnTo>
                    <a:lnTo>
                      <a:pt x="3" y="5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40" name=""/>
              <p:cNvSpPr/>
              <p:nvPr/>
            </p:nvSpPr>
            <p:spPr>
              <a:xfrm rot="0">
                <a:off x="3320" y="2675"/>
                <a:ext cx="3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41" name=""/>
              <p:cNvSpPr/>
              <p:nvPr/>
            </p:nvSpPr>
            <p:spPr>
              <a:xfrm rot="0" flipV="1">
                <a:off x="3323" y="26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42" name=""/>
              <p:cNvSpPr/>
              <p:nvPr/>
            </p:nvSpPr>
            <p:spPr>
              <a:xfrm rot="0">
                <a:off x="3316" y="2670"/>
                <a:ext cx="7" cy="6"/>
              </a:xfrm>
              <a:custGeom>
                <a:avLst/>
                <a:ahLst/>
                <a:rect l="0" t="0" r="r" b="b"/>
                <a:pathLst>
                  <a:path w="60" h="60">
                    <a:moveTo>
                      <a:pt x="5" y="60"/>
                    </a:moveTo>
                    <a:lnTo>
                      <a:pt x="33" y="56"/>
                    </a:lnTo>
                    <a:lnTo>
                      <a:pt x="60" y="53"/>
                    </a:lnTo>
                    <a:lnTo>
                      <a:pt x="54" y="0"/>
                    </a:lnTo>
                    <a:lnTo>
                      <a:pt x="27" y="3"/>
                    </a:lnTo>
                    <a:lnTo>
                      <a:pt x="0" y="6"/>
                    </a:lnTo>
                    <a:lnTo>
                      <a:pt x="5" y="6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43" name=""/>
              <p:cNvSpPr/>
              <p:nvPr/>
            </p:nvSpPr>
            <p:spPr>
              <a:xfrm rot="0">
                <a:off x="3316" y="2670"/>
                <a:ext cx="7" cy="6"/>
              </a:xfrm>
              <a:custGeom>
                <a:avLst/>
                <a:ahLst/>
                <a:rect l="0" t="0" r="r" b="b"/>
                <a:pathLst>
                  <a:path w="60" h="60">
                    <a:moveTo>
                      <a:pt x="5" y="60"/>
                    </a:moveTo>
                    <a:lnTo>
                      <a:pt x="33" y="56"/>
                    </a:lnTo>
                    <a:lnTo>
                      <a:pt x="60" y="53"/>
                    </a:lnTo>
                    <a:lnTo>
                      <a:pt x="54" y="0"/>
                    </a:lnTo>
                    <a:lnTo>
                      <a:pt x="27" y="3"/>
                    </a:lnTo>
                    <a:lnTo>
                      <a:pt x="0" y="6"/>
                    </a:lnTo>
                    <a:lnTo>
                      <a:pt x="5" y="6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44" name=""/>
              <p:cNvSpPr/>
              <p:nvPr/>
            </p:nvSpPr>
            <p:spPr>
              <a:xfrm rot="0">
                <a:off x="3319" y="2669"/>
                <a:ext cx="3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4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45" name=""/>
              <p:cNvSpPr/>
              <p:nvPr/>
            </p:nvSpPr>
            <p:spPr>
              <a:xfrm rot="0" flipV="1">
                <a:off x="3322" y="26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46" name=""/>
              <p:cNvSpPr/>
              <p:nvPr/>
            </p:nvSpPr>
            <p:spPr>
              <a:xfrm rot="0">
                <a:off x="3316" y="2663"/>
                <a:ext cx="6" cy="7"/>
              </a:xfrm>
              <a:custGeom>
                <a:avLst/>
                <a:ahLst/>
                <a:rect l="0" t="0" r="r" b="b"/>
                <a:pathLst>
                  <a:path w="62" h="63">
                    <a:moveTo>
                      <a:pt x="8" y="63"/>
                    </a:moveTo>
                    <a:lnTo>
                      <a:pt x="35" y="58"/>
                    </a:lnTo>
                    <a:lnTo>
                      <a:pt x="62" y="54"/>
                    </a:lnTo>
                    <a:lnTo>
                      <a:pt x="55" y="0"/>
                    </a:lnTo>
                    <a:lnTo>
                      <a:pt x="28" y="4"/>
                    </a:lnTo>
                    <a:lnTo>
                      <a:pt x="0" y="8"/>
                    </a:lnTo>
                    <a:lnTo>
                      <a:pt x="8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47" name=""/>
              <p:cNvSpPr/>
              <p:nvPr/>
            </p:nvSpPr>
            <p:spPr>
              <a:xfrm rot="0">
                <a:off x="3316" y="2663"/>
                <a:ext cx="6" cy="7"/>
              </a:xfrm>
              <a:custGeom>
                <a:avLst/>
                <a:ahLst/>
                <a:rect l="0" t="0" r="r" b="b"/>
                <a:pathLst>
                  <a:path w="62" h="63">
                    <a:moveTo>
                      <a:pt x="8" y="63"/>
                    </a:moveTo>
                    <a:lnTo>
                      <a:pt x="35" y="58"/>
                    </a:lnTo>
                    <a:lnTo>
                      <a:pt x="62" y="54"/>
                    </a:lnTo>
                    <a:lnTo>
                      <a:pt x="55" y="0"/>
                    </a:lnTo>
                    <a:lnTo>
                      <a:pt x="28" y="4"/>
                    </a:lnTo>
                    <a:lnTo>
                      <a:pt x="0" y="8"/>
                    </a:lnTo>
                    <a:lnTo>
                      <a:pt x="8" y="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48" name=""/>
              <p:cNvSpPr/>
              <p:nvPr/>
            </p:nvSpPr>
            <p:spPr>
              <a:xfrm rot="0">
                <a:off x="3319" y="2663"/>
                <a:ext cx="3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49" name=""/>
              <p:cNvSpPr/>
              <p:nvPr/>
            </p:nvSpPr>
            <p:spPr>
              <a:xfrm rot="0" flipV="1">
                <a:off x="3322" y="26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50" name=""/>
              <p:cNvSpPr/>
              <p:nvPr/>
            </p:nvSpPr>
            <p:spPr>
              <a:xfrm rot="0">
                <a:off x="3315" y="2657"/>
                <a:ext cx="7" cy="7"/>
              </a:xfrm>
              <a:custGeom>
                <a:avLst/>
                <a:ahLst/>
                <a:rect l="0" t="0" r="r" b="b"/>
                <a:pathLst>
                  <a:path w="64" h="63">
                    <a:moveTo>
                      <a:pt x="9" y="63"/>
                    </a:moveTo>
                    <a:lnTo>
                      <a:pt x="37" y="58"/>
                    </a:lnTo>
                    <a:lnTo>
                      <a:pt x="64" y="52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1"/>
                    </a:lnTo>
                    <a:lnTo>
                      <a:pt x="9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51" name=""/>
              <p:cNvSpPr/>
              <p:nvPr/>
            </p:nvSpPr>
            <p:spPr>
              <a:xfrm rot="0">
                <a:off x="3315" y="2657"/>
                <a:ext cx="7" cy="7"/>
              </a:xfrm>
              <a:custGeom>
                <a:avLst/>
                <a:ahLst/>
                <a:rect l="0" t="0" r="r" b="b"/>
                <a:pathLst>
                  <a:path w="64" h="63">
                    <a:moveTo>
                      <a:pt x="9" y="63"/>
                    </a:moveTo>
                    <a:lnTo>
                      <a:pt x="37" y="58"/>
                    </a:lnTo>
                    <a:lnTo>
                      <a:pt x="64" y="52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1"/>
                    </a:lnTo>
                    <a:lnTo>
                      <a:pt x="9" y="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52" name=""/>
              <p:cNvSpPr/>
              <p:nvPr/>
            </p:nvSpPr>
            <p:spPr>
              <a:xfrm rot="0">
                <a:off x="3318" y="2657"/>
                <a:ext cx="3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0" y="7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53" name=""/>
              <p:cNvSpPr/>
              <p:nvPr/>
            </p:nvSpPr>
            <p:spPr>
              <a:xfrm rot="0" flipV="1">
                <a:off x="3321" y="26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54" name=""/>
              <p:cNvSpPr/>
              <p:nvPr/>
            </p:nvSpPr>
            <p:spPr>
              <a:xfrm rot="0">
                <a:off x="3313" y="2651"/>
                <a:ext cx="8" cy="8"/>
              </a:xfrm>
              <a:custGeom>
                <a:avLst/>
                <a:ahLst/>
                <a:rect l="0" t="0" r="r" b="b"/>
                <a:pathLst>
                  <a:path w="67" h="66">
                    <a:moveTo>
                      <a:pt x="13" y="66"/>
                    </a:moveTo>
                    <a:lnTo>
                      <a:pt x="40" y="60"/>
                    </a:lnTo>
                    <a:lnTo>
                      <a:pt x="67" y="53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13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55" name=""/>
              <p:cNvSpPr/>
              <p:nvPr/>
            </p:nvSpPr>
            <p:spPr>
              <a:xfrm rot="0">
                <a:off x="3313" y="2651"/>
                <a:ext cx="8" cy="8"/>
              </a:xfrm>
              <a:custGeom>
                <a:avLst/>
                <a:ahLst/>
                <a:rect l="0" t="0" r="r" b="b"/>
                <a:pathLst>
                  <a:path w="67" h="66">
                    <a:moveTo>
                      <a:pt x="13" y="66"/>
                    </a:moveTo>
                    <a:lnTo>
                      <a:pt x="40" y="60"/>
                    </a:lnTo>
                    <a:lnTo>
                      <a:pt x="67" y="53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13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56" name=""/>
              <p:cNvSpPr/>
              <p:nvPr/>
            </p:nvSpPr>
            <p:spPr>
              <a:xfrm rot="0">
                <a:off x="3316" y="2651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8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57" name=""/>
              <p:cNvSpPr/>
              <p:nvPr/>
            </p:nvSpPr>
            <p:spPr>
              <a:xfrm rot="0" flipV="1">
                <a:off x="3319" y="26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58" name=""/>
              <p:cNvSpPr/>
              <p:nvPr/>
            </p:nvSpPr>
            <p:spPr>
              <a:xfrm rot="0">
                <a:off x="3311" y="2646"/>
                <a:ext cx="8" cy="7"/>
              </a:xfrm>
              <a:custGeom>
                <a:avLst/>
                <a:ahLst/>
                <a:rect l="0" t="0" r="r" b="b"/>
                <a:pathLst>
                  <a:path w="69" h="67">
                    <a:moveTo>
                      <a:pt x="15" y="67"/>
                    </a:moveTo>
                    <a:lnTo>
                      <a:pt x="42" y="60"/>
                    </a:lnTo>
                    <a:lnTo>
                      <a:pt x="69" y="52"/>
                    </a:lnTo>
                    <a:lnTo>
                      <a:pt x="55" y="0"/>
                    </a:lnTo>
                    <a:lnTo>
                      <a:pt x="28" y="7"/>
                    </a:lnTo>
                    <a:lnTo>
                      <a:pt x="0" y="15"/>
                    </a:lnTo>
                    <a:lnTo>
                      <a:pt x="15" y="6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59" name=""/>
              <p:cNvSpPr/>
              <p:nvPr/>
            </p:nvSpPr>
            <p:spPr>
              <a:xfrm rot="0">
                <a:off x="3311" y="2646"/>
                <a:ext cx="8" cy="7"/>
              </a:xfrm>
              <a:custGeom>
                <a:avLst/>
                <a:ahLst/>
                <a:rect l="0" t="0" r="r" b="b"/>
                <a:pathLst>
                  <a:path w="69" h="67">
                    <a:moveTo>
                      <a:pt x="15" y="67"/>
                    </a:moveTo>
                    <a:lnTo>
                      <a:pt x="42" y="60"/>
                    </a:lnTo>
                    <a:lnTo>
                      <a:pt x="69" y="52"/>
                    </a:lnTo>
                    <a:lnTo>
                      <a:pt x="55" y="0"/>
                    </a:lnTo>
                    <a:lnTo>
                      <a:pt x="28" y="7"/>
                    </a:lnTo>
                    <a:lnTo>
                      <a:pt x="0" y="15"/>
                    </a:lnTo>
                    <a:lnTo>
                      <a:pt x="15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60" name=""/>
              <p:cNvSpPr/>
              <p:nvPr/>
            </p:nvSpPr>
            <p:spPr>
              <a:xfrm rot="0">
                <a:off x="3315" y="2645"/>
                <a:ext cx="3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8"/>
                    </a:moveTo>
                    <a:lnTo>
                      <a:pt x="27" y="1"/>
                    </a:lnTo>
                    <a:lnTo>
                      <a:pt x="26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61" name=""/>
              <p:cNvSpPr/>
              <p:nvPr/>
            </p:nvSpPr>
            <p:spPr>
              <a:xfrm rot="0" flipH="1" flipV="1">
                <a:off x="3317" y="264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62" name=""/>
              <p:cNvSpPr/>
              <p:nvPr/>
            </p:nvSpPr>
            <p:spPr>
              <a:xfrm rot="0">
                <a:off x="3310" y="2640"/>
                <a:ext cx="7" cy="7"/>
              </a:xfrm>
              <a:custGeom>
                <a:avLst/>
                <a:ahLst/>
                <a:rect l="0" t="0" r="r" b="b"/>
                <a:pathLst>
                  <a:path w="70" h="68">
                    <a:moveTo>
                      <a:pt x="18" y="68"/>
                    </a:moveTo>
                    <a:lnTo>
                      <a:pt x="44" y="59"/>
                    </a:lnTo>
                    <a:lnTo>
                      <a:pt x="70" y="51"/>
                    </a:lnTo>
                    <a:lnTo>
                      <a:pt x="52" y="0"/>
                    </a:lnTo>
                    <a:lnTo>
                      <a:pt x="26" y="8"/>
                    </a:lnTo>
                    <a:lnTo>
                      <a:pt x="0" y="17"/>
                    </a:lnTo>
                    <a:lnTo>
                      <a:pt x="18" y="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63" name=""/>
              <p:cNvSpPr/>
              <p:nvPr/>
            </p:nvSpPr>
            <p:spPr>
              <a:xfrm rot="0">
                <a:off x="3310" y="2640"/>
                <a:ext cx="7" cy="7"/>
              </a:xfrm>
              <a:custGeom>
                <a:avLst/>
                <a:ahLst/>
                <a:rect l="0" t="0" r="r" b="b"/>
                <a:pathLst>
                  <a:path w="70" h="68">
                    <a:moveTo>
                      <a:pt x="18" y="68"/>
                    </a:moveTo>
                    <a:lnTo>
                      <a:pt x="44" y="59"/>
                    </a:lnTo>
                    <a:lnTo>
                      <a:pt x="70" y="51"/>
                    </a:lnTo>
                    <a:lnTo>
                      <a:pt x="52" y="0"/>
                    </a:lnTo>
                    <a:lnTo>
                      <a:pt x="26" y="8"/>
                    </a:lnTo>
                    <a:lnTo>
                      <a:pt x="0" y="17"/>
                    </a:lnTo>
                    <a:lnTo>
                      <a:pt x="18" y="6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64" name=""/>
              <p:cNvSpPr/>
              <p:nvPr/>
            </p:nvSpPr>
            <p:spPr>
              <a:xfrm rot="0">
                <a:off x="3313" y="2640"/>
                <a:ext cx="2" cy="1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0" y="9"/>
                    </a:moveTo>
                    <a:lnTo>
                      <a:pt x="26" y="1"/>
                    </a:lnTo>
                    <a:lnTo>
                      <a:pt x="26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65" name=""/>
              <p:cNvSpPr/>
              <p:nvPr/>
            </p:nvSpPr>
            <p:spPr>
              <a:xfrm rot="0" flipV="1">
                <a:off x="3315" y="26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66" name=""/>
              <p:cNvSpPr/>
              <p:nvPr/>
            </p:nvSpPr>
            <p:spPr>
              <a:xfrm rot="0">
                <a:off x="3308" y="2634"/>
                <a:ext cx="7" cy="8"/>
              </a:xfrm>
              <a:custGeom>
                <a:avLst/>
                <a:ahLst/>
                <a:rect l="0" t="0" r="r" b="b"/>
                <a:pathLst>
                  <a:path w="71" h="69">
                    <a:moveTo>
                      <a:pt x="19" y="69"/>
                    </a:moveTo>
                    <a:lnTo>
                      <a:pt x="45" y="59"/>
                    </a:lnTo>
                    <a:lnTo>
                      <a:pt x="71" y="50"/>
                    </a:lnTo>
                    <a:lnTo>
                      <a:pt x="52" y="0"/>
                    </a:lnTo>
                    <a:lnTo>
                      <a:pt x="26" y="9"/>
                    </a:lnTo>
                    <a:lnTo>
                      <a:pt x="0" y="19"/>
                    </a:lnTo>
                    <a:lnTo>
                      <a:pt x="19" y="6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67" name=""/>
              <p:cNvSpPr/>
              <p:nvPr/>
            </p:nvSpPr>
            <p:spPr>
              <a:xfrm rot="0">
                <a:off x="3308" y="2634"/>
                <a:ext cx="7" cy="8"/>
              </a:xfrm>
              <a:custGeom>
                <a:avLst/>
                <a:ahLst/>
                <a:rect l="0" t="0" r="r" b="b"/>
                <a:pathLst>
                  <a:path w="71" h="69">
                    <a:moveTo>
                      <a:pt x="19" y="69"/>
                    </a:moveTo>
                    <a:lnTo>
                      <a:pt x="45" y="59"/>
                    </a:lnTo>
                    <a:lnTo>
                      <a:pt x="71" y="50"/>
                    </a:lnTo>
                    <a:lnTo>
                      <a:pt x="52" y="0"/>
                    </a:lnTo>
                    <a:lnTo>
                      <a:pt x="26" y="9"/>
                    </a:lnTo>
                    <a:lnTo>
                      <a:pt x="0" y="19"/>
                    </a:lnTo>
                    <a:lnTo>
                      <a:pt x="19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68" name=""/>
              <p:cNvSpPr/>
              <p:nvPr/>
            </p:nvSpPr>
            <p:spPr>
              <a:xfrm rot="0">
                <a:off x="3310" y="2634"/>
                <a:ext cx="3" cy="1"/>
              </a:xfrm>
              <a:custGeom>
                <a:avLst/>
                <a:ahLst/>
                <a:rect l="0" t="0" r="r" b="b"/>
                <a:pathLst>
                  <a:path w="26" h="10">
                    <a:moveTo>
                      <a:pt x="0" y="10"/>
                    </a:moveTo>
                    <a:lnTo>
                      <a:pt x="26" y="1"/>
                    </a:lnTo>
                    <a:lnTo>
                      <a:pt x="25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69" name=""/>
              <p:cNvSpPr/>
              <p:nvPr/>
            </p:nvSpPr>
            <p:spPr>
              <a:xfrm rot="0" flipH="1" flipV="1">
                <a:off x="3313" y="263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70" name=""/>
              <p:cNvSpPr/>
              <p:nvPr/>
            </p:nvSpPr>
            <p:spPr>
              <a:xfrm rot="0">
                <a:off x="3305" y="2628"/>
                <a:ext cx="8" cy="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22" y="71"/>
                    </a:moveTo>
                    <a:lnTo>
                      <a:pt x="47" y="60"/>
                    </a:lnTo>
                    <a:lnTo>
                      <a:pt x="72" y="50"/>
                    </a:lnTo>
                    <a:lnTo>
                      <a:pt x="50" y="0"/>
                    </a:lnTo>
                    <a:lnTo>
                      <a:pt x="25" y="10"/>
                    </a:lnTo>
                    <a:lnTo>
                      <a:pt x="0" y="21"/>
                    </a:lnTo>
                    <a:lnTo>
                      <a:pt x="22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71" name=""/>
              <p:cNvSpPr/>
              <p:nvPr/>
            </p:nvSpPr>
            <p:spPr>
              <a:xfrm rot="0">
                <a:off x="3305" y="2628"/>
                <a:ext cx="8" cy="8"/>
              </a:xfrm>
              <a:custGeom>
                <a:avLst/>
                <a:ahLst/>
                <a:rect l="0" t="0" r="r" b="b"/>
                <a:pathLst>
                  <a:path w="72" h="71">
                    <a:moveTo>
                      <a:pt x="22" y="71"/>
                    </a:moveTo>
                    <a:lnTo>
                      <a:pt x="47" y="60"/>
                    </a:lnTo>
                    <a:lnTo>
                      <a:pt x="72" y="50"/>
                    </a:lnTo>
                    <a:lnTo>
                      <a:pt x="50" y="0"/>
                    </a:lnTo>
                    <a:lnTo>
                      <a:pt x="25" y="10"/>
                    </a:lnTo>
                    <a:lnTo>
                      <a:pt x="0" y="21"/>
                    </a:lnTo>
                    <a:lnTo>
                      <a:pt x="22" y="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72" name=""/>
              <p:cNvSpPr/>
              <p:nvPr/>
            </p:nvSpPr>
            <p:spPr>
              <a:xfrm rot="0">
                <a:off x="3308" y="2628"/>
                <a:ext cx="3" cy="2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0" y="12"/>
                    </a:moveTo>
                    <a:lnTo>
                      <a:pt x="25" y="2"/>
                    </a:lnTo>
                    <a:lnTo>
                      <a:pt x="25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73" name=""/>
              <p:cNvSpPr/>
              <p:nvPr/>
            </p:nvSpPr>
            <p:spPr>
              <a:xfrm rot="0" flipV="1">
                <a:off x="3311" y="26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74" name=""/>
              <p:cNvSpPr/>
              <p:nvPr/>
            </p:nvSpPr>
            <p:spPr>
              <a:xfrm rot="0">
                <a:off x="3303" y="2623"/>
                <a:ext cx="8" cy="8"/>
              </a:xfrm>
              <a:custGeom>
                <a:avLst/>
                <a:ahLst/>
                <a:rect l="0" t="0" r="r" b="b"/>
                <a:pathLst>
                  <a:path w="74" h="72">
                    <a:moveTo>
                      <a:pt x="24" y="72"/>
                    </a:moveTo>
                    <a:lnTo>
                      <a:pt x="49" y="60"/>
                    </a:lnTo>
                    <a:lnTo>
                      <a:pt x="74" y="48"/>
                    </a:lnTo>
                    <a:lnTo>
                      <a:pt x="50" y="0"/>
                    </a:lnTo>
                    <a:lnTo>
                      <a:pt x="25" y="12"/>
                    </a:lnTo>
                    <a:lnTo>
                      <a:pt x="0" y="23"/>
                    </a:lnTo>
                    <a:lnTo>
                      <a:pt x="24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75" name=""/>
              <p:cNvSpPr/>
              <p:nvPr/>
            </p:nvSpPr>
            <p:spPr>
              <a:xfrm rot="0">
                <a:off x="3303" y="2623"/>
                <a:ext cx="8" cy="8"/>
              </a:xfrm>
              <a:custGeom>
                <a:avLst/>
                <a:ahLst/>
                <a:rect l="0" t="0" r="r" b="b"/>
                <a:pathLst>
                  <a:path w="74" h="72">
                    <a:moveTo>
                      <a:pt x="24" y="72"/>
                    </a:moveTo>
                    <a:lnTo>
                      <a:pt x="49" y="60"/>
                    </a:lnTo>
                    <a:lnTo>
                      <a:pt x="74" y="48"/>
                    </a:lnTo>
                    <a:lnTo>
                      <a:pt x="50" y="0"/>
                    </a:lnTo>
                    <a:lnTo>
                      <a:pt x="25" y="12"/>
                    </a:lnTo>
                    <a:lnTo>
                      <a:pt x="0" y="23"/>
                    </a:lnTo>
                    <a:lnTo>
                      <a:pt x="24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76" name=""/>
              <p:cNvSpPr/>
              <p:nvPr/>
            </p:nvSpPr>
            <p:spPr>
              <a:xfrm rot="0">
                <a:off x="3305" y="2623"/>
                <a:ext cx="3" cy="1"/>
              </a:xfrm>
              <a:custGeom>
                <a:avLst/>
                <a:ahLst/>
                <a:rect l="0" t="0" r="r" b="b"/>
                <a:pathLst>
                  <a:path w="25" h="15">
                    <a:moveTo>
                      <a:pt x="0" y="15"/>
                    </a:moveTo>
                    <a:lnTo>
                      <a:pt x="25" y="3"/>
                    </a:lnTo>
                    <a:lnTo>
                      <a:pt x="2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77" name=""/>
              <p:cNvSpPr/>
              <p:nvPr/>
            </p:nvSpPr>
            <p:spPr>
              <a:xfrm rot="0" flipH="1" flipV="1">
                <a:off x="3308" y="262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78" name=""/>
              <p:cNvSpPr/>
              <p:nvPr/>
            </p:nvSpPr>
            <p:spPr>
              <a:xfrm rot="0">
                <a:off x="3300" y="2617"/>
                <a:ext cx="8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27" y="75"/>
                    </a:moveTo>
                    <a:lnTo>
                      <a:pt x="51" y="61"/>
                    </a:lnTo>
                    <a:lnTo>
                      <a:pt x="75" y="46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8"/>
                    </a:lnTo>
                    <a:lnTo>
                      <a:pt x="27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79" name=""/>
              <p:cNvSpPr/>
              <p:nvPr/>
            </p:nvSpPr>
            <p:spPr>
              <a:xfrm rot="0">
                <a:off x="3300" y="2617"/>
                <a:ext cx="8" cy="9"/>
              </a:xfrm>
              <a:custGeom>
                <a:avLst/>
                <a:ahLst/>
                <a:rect l="0" t="0" r="r" b="b"/>
                <a:pathLst>
                  <a:path w="75" h="75">
                    <a:moveTo>
                      <a:pt x="27" y="75"/>
                    </a:moveTo>
                    <a:lnTo>
                      <a:pt x="51" y="61"/>
                    </a:lnTo>
                    <a:lnTo>
                      <a:pt x="75" y="46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8"/>
                    </a:lnTo>
                    <a:lnTo>
                      <a:pt x="27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80" name=""/>
              <p:cNvSpPr/>
              <p:nvPr/>
            </p:nvSpPr>
            <p:spPr>
              <a:xfrm rot="0">
                <a:off x="3302" y="2617"/>
                <a:ext cx="3" cy="2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14"/>
                    </a:moveTo>
                    <a:lnTo>
                      <a:pt x="24" y="0"/>
                    </a:lnTo>
                    <a:lnTo>
                      <a:pt x="24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81" name=""/>
              <p:cNvSpPr/>
              <p:nvPr/>
            </p:nvSpPr>
            <p:spPr>
              <a:xfrm rot="0">
                <a:off x="3305" y="26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82" name=""/>
              <p:cNvSpPr/>
              <p:nvPr/>
            </p:nvSpPr>
            <p:spPr>
              <a:xfrm rot="0">
                <a:off x="3297" y="2612"/>
                <a:ext cx="8" cy="9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28" y="74"/>
                    </a:moveTo>
                    <a:lnTo>
                      <a:pt x="52" y="60"/>
                    </a:lnTo>
                    <a:lnTo>
                      <a:pt x="76" y="46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8"/>
                    </a:lnTo>
                    <a:lnTo>
                      <a:pt x="28" y="7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83" name=""/>
              <p:cNvSpPr/>
              <p:nvPr/>
            </p:nvSpPr>
            <p:spPr>
              <a:xfrm rot="0">
                <a:off x="3297" y="2612"/>
                <a:ext cx="8" cy="9"/>
              </a:xfrm>
              <a:custGeom>
                <a:avLst/>
                <a:ahLst/>
                <a:rect l="0" t="0" r="r" b="b"/>
                <a:pathLst>
                  <a:path w="76" h="74">
                    <a:moveTo>
                      <a:pt x="28" y="74"/>
                    </a:moveTo>
                    <a:lnTo>
                      <a:pt x="52" y="60"/>
                    </a:lnTo>
                    <a:lnTo>
                      <a:pt x="76" y="46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8"/>
                    </a:lnTo>
                    <a:lnTo>
                      <a:pt x="28" y="7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84" name=""/>
              <p:cNvSpPr/>
              <p:nvPr/>
            </p:nvSpPr>
            <p:spPr>
              <a:xfrm rot="0">
                <a:off x="3299" y="2612"/>
                <a:ext cx="3" cy="2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0" y="15"/>
                    </a:moveTo>
                    <a:lnTo>
                      <a:pt x="24" y="1"/>
                    </a:lnTo>
                    <a:lnTo>
                      <a:pt x="22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85" name=""/>
              <p:cNvSpPr/>
              <p:nvPr/>
            </p:nvSpPr>
            <p:spPr>
              <a:xfrm rot="0" flipH="1" flipV="1">
                <a:off x="3302" y="26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86" name=""/>
              <p:cNvSpPr/>
              <p:nvPr/>
            </p:nvSpPr>
            <p:spPr>
              <a:xfrm rot="0">
                <a:off x="3293" y="2607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1" y="75"/>
                    </a:moveTo>
                    <a:lnTo>
                      <a:pt x="54" y="60"/>
                    </a:lnTo>
                    <a:lnTo>
                      <a:pt x="76" y="45"/>
                    </a:lnTo>
                    <a:lnTo>
                      <a:pt x="46" y="0"/>
                    </a:lnTo>
                    <a:lnTo>
                      <a:pt x="23" y="16"/>
                    </a:lnTo>
                    <a:lnTo>
                      <a:pt x="0" y="31"/>
                    </a:lnTo>
                    <a:lnTo>
                      <a:pt x="31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87" name=""/>
              <p:cNvSpPr/>
              <p:nvPr/>
            </p:nvSpPr>
            <p:spPr>
              <a:xfrm rot="0">
                <a:off x="3293" y="2607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31" y="75"/>
                    </a:moveTo>
                    <a:lnTo>
                      <a:pt x="54" y="60"/>
                    </a:lnTo>
                    <a:lnTo>
                      <a:pt x="76" y="45"/>
                    </a:lnTo>
                    <a:lnTo>
                      <a:pt x="46" y="0"/>
                    </a:lnTo>
                    <a:lnTo>
                      <a:pt x="23" y="16"/>
                    </a:lnTo>
                    <a:lnTo>
                      <a:pt x="0" y="31"/>
                    </a:lnTo>
                    <a:lnTo>
                      <a:pt x="31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88" name=""/>
              <p:cNvSpPr/>
              <p:nvPr/>
            </p:nvSpPr>
            <p:spPr>
              <a:xfrm rot="0">
                <a:off x="3296" y="2607"/>
                <a:ext cx="2" cy="2"/>
              </a:xfrm>
              <a:custGeom>
                <a:avLst/>
                <a:ahLst/>
                <a:rect l="0" t="0" r="r" b="b"/>
                <a:pathLst>
                  <a:path w="23" h="17">
                    <a:moveTo>
                      <a:pt x="0" y="17"/>
                    </a:moveTo>
                    <a:lnTo>
                      <a:pt x="23" y="1"/>
                    </a:lnTo>
                    <a:lnTo>
                      <a:pt x="22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89" name=""/>
              <p:cNvSpPr/>
              <p:nvPr/>
            </p:nvSpPr>
            <p:spPr>
              <a:xfrm rot="0" flipH="1" flipV="1">
                <a:off x="3298" y="26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90" name=""/>
              <p:cNvSpPr/>
              <p:nvPr/>
            </p:nvSpPr>
            <p:spPr>
              <a:xfrm rot="0">
                <a:off x="3290" y="2602"/>
                <a:ext cx="8" cy="9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33" y="76"/>
                    </a:moveTo>
                    <a:lnTo>
                      <a:pt x="54" y="60"/>
                    </a:lnTo>
                    <a:lnTo>
                      <a:pt x="76" y="43"/>
                    </a:lnTo>
                    <a:lnTo>
                      <a:pt x="43" y="0"/>
                    </a:lnTo>
                    <a:lnTo>
                      <a:pt x="22" y="16"/>
                    </a:lnTo>
                    <a:lnTo>
                      <a:pt x="0" y="33"/>
                    </a:lnTo>
                    <a:lnTo>
                      <a:pt x="33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91" name=""/>
              <p:cNvSpPr/>
              <p:nvPr/>
            </p:nvSpPr>
            <p:spPr>
              <a:xfrm rot="0">
                <a:off x="3290" y="2602"/>
                <a:ext cx="8" cy="9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33" y="76"/>
                    </a:moveTo>
                    <a:lnTo>
                      <a:pt x="54" y="60"/>
                    </a:lnTo>
                    <a:lnTo>
                      <a:pt x="76" y="43"/>
                    </a:lnTo>
                    <a:lnTo>
                      <a:pt x="43" y="0"/>
                    </a:lnTo>
                    <a:lnTo>
                      <a:pt x="22" y="16"/>
                    </a:lnTo>
                    <a:lnTo>
                      <a:pt x="0" y="33"/>
                    </a:lnTo>
                    <a:lnTo>
                      <a:pt x="33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92" name=""/>
              <p:cNvSpPr/>
              <p:nvPr/>
            </p:nvSpPr>
            <p:spPr>
              <a:xfrm rot="0">
                <a:off x="3292" y="2602"/>
                <a:ext cx="3" cy="2"/>
              </a:xfrm>
              <a:custGeom>
                <a:avLst/>
                <a:ahLst/>
                <a:rect l="0" t="0" r="r" b="b"/>
                <a:pathLst>
                  <a:path w="21" h="17">
                    <a:moveTo>
                      <a:pt x="0" y="17"/>
                    </a:moveTo>
                    <a:lnTo>
                      <a:pt x="21" y="1"/>
                    </a:lnTo>
                    <a:lnTo>
                      <a:pt x="21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93" name=""/>
              <p:cNvSpPr/>
              <p:nvPr/>
            </p:nvSpPr>
            <p:spPr>
              <a:xfrm rot="0" flipV="1">
                <a:off x="3295" y="26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94" name=""/>
              <p:cNvSpPr/>
              <p:nvPr/>
            </p:nvSpPr>
            <p:spPr>
              <a:xfrm rot="0">
                <a:off x="3286" y="2598"/>
                <a:ext cx="9" cy="8"/>
              </a:xfrm>
              <a:custGeom>
                <a:avLst/>
                <a:ahLst/>
                <a:rect l="0" t="0" r="r" b="b"/>
                <a:pathLst>
                  <a:path w="78" h="76">
                    <a:moveTo>
                      <a:pt x="35" y="76"/>
                    </a:moveTo>
                    <a:lnTo>
                      <a:pt x="57" y="58"/>
                    </a:lnTo>
                    <a:lnTo>
                      <a:pt x="78" y="41"/>
                    </a:lnTo>
                    <a:lnTo>
                      <a:pt x="44" y="0"/>
                    </a:lnTo>
                    <a:lnTo>
                      <a:pt x="22" y="17"/>
                    </a:lnTo>
                    <a:lnTo>
                      <a:pt x="0" y="34"/>
                    </a:lnTo>
                    <a:lnTo>
                      <a:pt x="35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95" name=""/>
              <p:cNvSpPr/>
              <p:nvPr/>
            </p:nvSpPr>
            <p:spPr>
              <a:xfrm rot="0">
                <a:off x="3286" y="2598"/>
                <a:ext cx="9" cy="8"/>
              </a:xfrm>
              <a:custGeom>
                <a:avLst/>
                <a:ahLst/>
                <a:rect l="0" t="0" r="r" b="b"/>
                <a:pathLst>
                  <a:path w="78" h="76">
                    <a:moveTo>
                      <a:pt x="35" y="76"/>
                    </a:moveTo>
                    <a:lnTo>
                      <a:pt x="57" y="58"/>
                    </a:lnTo>
                    <a:lnTo>
                      <a:pt x="78" y="41"/>
                    </a:lnTo>
                    <a:lnTo>
                      <a:pt x="44" y="0"/>
                    </a:lnTo>
                    <a:lnTo>
                      <a:pt x="22" y="17"/>
                    </a:lnTo>
                    <a:lnTo>
                      <a:pt x="0" y="34"/>
                    </a:lnTo>
                    <a:lnTo>
                      <a:pt x="35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96" name=""/>
              <p:cNvSpPr/>
              <p:nvPr/>
            </p:nvSpPr>
            <p:spPr>
              <a:xfrm rot="0">
                <a:off x="3288" y="2597"/>
                <a:ext cx="3" cy="3"/>
              </a:xfrm>
              <a:custGeom>
                <a:avLst/>
                <a:ahLst/>
                <a:rect l="0" t="0" r="r" b="b"/>
                <a:pathLst>
                  <a:path w="22" h="19">
                    <a:moveTo>
                      <a:pt x="0" y="19"/>
                    </a:moveTo>
                    <a:lnTo>
                      <a:pt x="22" y="2"/>
                    </a:lnTo>
                    <a:lnTo>
                      <a:pt x="21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97" name=""/>
              <p:cNvSpPr/>
              <p:nvPr/>
            </p:nvSpPr>
            <p:spPr>
              <a:xfrm rot="0" flipH="1" flipV="1">
                <a:off x="3291" y="259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8998" name=""/>
              <p:cNvSpPr/>
              <p:nvPr/>
            </p:nvSpPr>
            <p:spPr>
              <a:xfrm rot="0">
                <a:off x="3282" y="2593"/>
                <a:ext cx="9" cy="9"/>
              </a:xfrm>
              <a:custGeom>
                <a:avLst/>
                <a:ahLst/>
                <a:rect l="0" t="0" r="r" b="b"/>
                <a:pathLst>
                  <a:path w="79" h="77">
                    <a:moveTo>
                      <a:pt x="37" y="77"/>
                    </a:moveTo>
                    <a:lnTo>
                      <a:pt x="58" y="59"/>
                    </a:lnTo>
                    <a:lnTo>
                      <a:pt x="79" y="40"/>
                    </a:lnTo>
                    <a:lnTo>
                      <a:pt x="42" y="0"/>
                    </a:lnTo>
                    <a:lnTo>
                      <a:pt x="21" y="19"/>
                    </a:lnTo>
                    <a:lnTo>
                      <a:pt x="0" y="37"/>
                    </a:lnTo>
                    <a:lnTo>
                      <a:pt x="37" y="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8999" name=""/>
              <p:cNvSpPr/>
              <p:nvPr/>
            </p:nvSpPr>
            <p:spPr>
              <a:xfrm rot="0">
                <a:off x="3282" y="2593"/>
                <a:ext cx="9" cy="9"/>
              </a:xfrm>
              <a:custGeom>
                <a:avLst/>
                <a:ahLst/>
                <a:rect l="0" t="0" r="r" b="b"/>
                <a:pathLst>
                  <a:path w="79" h="77">
                    <a:moveTo>
                      <a:pt x="37" y="77"/>
                    </a:moveTo>
                    <a:lnTo>
                      <a:pt x="58" y="59"/>
                    </a:lnTo>
                    <a:lnTo>
                      <a:pt x="79" y="40"/>
                    </a:lnTo>
                    <a:lnTo>
                      <a:pt x="42" y="0"/>
                    </a:lnTo>
                    <a:lnTo>
                      <a:pt x="21" y="19"/>
                    </a:lnTo>
                    <a:lnTo>
                      <a:pt x="0" y="37"/>
                    </a:lnTo>
                    <a:lnTo>
                      <a:pt x="37" y="7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00" name=""/>
              <p:cNvSpPr/>
              <p:nvPr/>
            </p:nvSpPr>
            <p:spPr>
              <a:xfrm rot="0">
                <a:off x="3284" y="2593"/>
                <a:ext cx="3" cy="2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0" y="20"/>
                    </a:moveTo>
                    <a:lnTo>
                      <a:pt x="21" y="1"/>
                    </a:lnTo>
                    <a:lnTo>
                      <a:pt x="20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01" name=""/>
              <p:cNvSpPr/>
              <p:nvPr/>
            </p:nvSpPr>
            <p:spPr>
              <a:xfrm rot="0" flipH="1" flipV="1">
                <a:off x="3286" y="259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02" name=""/>
              <p:cNvSpPr/>
              <p:nvPr/>
            </p:nvSpPr>
            <p:spPr>
              <a:xfrm rot="0">
                <a:off x="3278" y="2589"/>
                <a:ext cx="8" cy="8"/>
              </a:xfrm>
              <a:custGeom>
                <a:avLst/>
                <a:ahLst/>
                <a:rect l="0" t="0" r="r" b="b"/>
                <a:pathLst>
                  <a:path w="78" h="77">
                    <a:moveTo>
                      <a:pt x="38" y="77"/>
                    </a:moveTo>
                    <a:lnTo>
                      <a:pt x="58" y="58"/>
                    </a:lnTo>
                    <a:lnTo>
                      <a:pt x="78" y="38"/>
                    </a:lnTo>
                    <a:lnTo>
                      <a:pt x="40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38" y="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03" name=""/>
              <p:cNvSpPr/>
              <p:nvPr/>
            </p:nvSpPr>
            <p:spPr>
              <a:xfrm rot="0">
                <a:off x="3278" y="2589"/>
                <a:ext cx="8" cy="8"/>
              </a:xfrm>
              <a:custGeom>
                <a:avLst/>
                <a:ahLst/>
                <a:rect l="0" t="0" r="r" b="b"/>
                <a:pathLst>
                  <a:path w="78" h="77">
                    <a:moveTo>
                      <a:pt x="38" y="77"/>
                    </a:moveTo>
                    <a:lnTo>
                      <a:pt x="58" y="58"/>
                    </a:lnTo>
                    <a:lnTo>
                      <a:pt x="78" y="38"/>
                    </a:lnTo>
                    <a:lnTo>
                      <a:pt x="40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38" y="7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04" name=""/>
              <p:cNvSpPr/>
              <p:nvPr/>
            </p:nvSpPr>
            <p:spPr>
              <a:xfrm rot="0">
                <a:off x="3280" y="2589"/>
                <a:ext cx="2" cy="2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0" y="21"/>
                    </a:moveTo>
                    <a:lnTo>
                      <a:pt x="20" y="1"/>
                    </a:lnTo>
                    <a:lnTo>
                      <a:pt x="18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05" name=""/>
              <p:cNvSpPr/>
              <p:nvPr/>
            </p:nvSpPr>
            <p:spPr>
              <a:xfrm rot="0" flipH="1" flipV="1">
                <a:off x="3282" y="25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06" name=""/>
              <p:cNvSpPr/>
              <p:nvPr/>
            </p:nvSpPr>
            <p:spPr>
              <a:xfrm rot="0">
                <a:off x="3273" y="2584"/>
                <a:ext cx="9" cy="9"/>
              </a:xfrm>
              <a:custGeom>
                <a:avLst/>
                <a:ahLst/>
                <a:rect l="0" t="0" r="r" b="b"/>
                <a:pathLst>
                  <a:path w="77" h="78">
                    <a:moveTo>
                      <a:pt x="41" y="78"/>
                    </a:moveTo>
                    <a:lnTo>
                      <a:pt x="59" y="58"/>
                    </a:lnTo>
                    <a:lnTo>
                      <a:pt x="77" y="37"/>
                    </a:lnTo>
                    <a:lnTo>
                      <a:pt x="37" y="0"/>
                    </a:lnTo>
                    <a:lnTo>
                      <a:pt x="19" y="21"/>
                    </a:lnTo>
                    <a:lnTo>
                      <a:pt x="0" y="41"/>
                    </a:lnTo>
                    <a:lnTo>
                      <a:pt x="41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07" name=""/>
              <p:cNvSpPr/>
              <p:nvPr/>
            </p:nvSpPr>
            <p:spPr>
              <a:xfrm rot="0">
                <a:off x="3273" y="2584"/>
                <a:ext cx="9" cy="9"/>
              </a:xfrm>
              <a:custGeom>
                <a:avLst/>
                <a:ahLst/>
                <a:rect l="0" t="0" r="r" b="b"/>
                <a:pathLst>
                  <a:path w="77" h="78">
                    <a:moveTo>
                      <a:pt x="41" y="78"/>
                    </a:moveTo>
                    <a:lnTo>
                      <a:pt x="59" y="58"/>
                    </a:lnTo>
                    <a:lnTo>
                      <a:pt x="77" y="37"/>
                    </a:lnTo>
                    <a:lnTo>
                      <a:pt x="37" y="0"/>
                    </a:lnTo>
                    <a:lnTo>
                      <a:pt x="19" y="21"/>
                    </a:lnTo>
                    <a:lnTo>
                      <a:pt x="0" y="41"/>
                    </a:lnTo>
                    <a:lnTo>
                      <a:pt x="41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08" name=""/>
              <p:cNvSpPr/>
              <p:nvPr/>
            </p:nvSpPr>
            <p:spPr>
              <a:xfrm rot="0">
                <a:off x="3276" y="2584"/>
                <a:ext cx="2" cy="3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18" y="1"/>
                    </a:lnTo>
                    <a:lnTo>
                      <a:pt x="1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09" name=""/>
              <p:cNvSpPr/>
              <p:nvPr/>
            </p:nvSpPr>
            <p:spPr>
              <a:xfrm rot="0" flipH="1" flipV="1">
                <a:off x="3277" y="25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10" name=""/>
              <p:cNvSpPr/>
              <p:nvPr/>
            </p:nvSpPr>
            <p:spPr>
              <a:xfrm rot="0">
                <a:off x="3269" y="2581"/>
                <a:ext cx="8" cy="8"/>
              </a:xfrm>
              <a:custGeom>
                <a:avLst/>
                <a:ahLst/>
                <a:rect l="0" t="0" r="r" b="b"/>
                <a:pathLst>
                  <a:path w="76" h="78">
                    <a:moveTo>
                      <a:pt x="41" y="78"/>
                    </a:moveTo>
                    <a:lnTo>
                      <a:pt x="59" y="56"/>
                    </a:lnTo>
                    <a:lnTo>
                      <a:pt x="76" y="34"/>
                    </a:lnTo>
                    <a:lnTo>
                      <a:pt x="35" y="0"/>
                    </a:lnTo>
                    <a:lnTo>
                      <a:pt x="18" y="22"/>
                    </a:lnTo>
                    <a:lnTo>
                      <a:pt x="0" y="44"/>
                    </a:lnTo>
                    <a:lnTo>
                      <a:pt x="41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11" name=""/>
              <p:cNvSpPr/>
              <p:nvPr/>
            </p:nvSpPr>
            <p:spPr>
              <a:xfrm rot="0">
                <a:off x="3269" y="2581"/>
                <a:ext cx="8" cy="8"/>
              </a:xfrm>
              <a:custGeom>
                <a:avLst/>
                <a:ahLst/>
                <a:rect l="0" t="0" r="r" b="b"/>
                <a:pathLst>
                  <a:path w="76" h="78">
                    <a:moveTo>
                      <a:pt x="41" y="78"/>
                    </a:moveTo>
                    <a:lnTo>
                      <a:pt x="59" y="56"/>
                    </a:lnTo>
                    <a:lnTo>
                      <a:pt x="76" y="34"/>
                    </a:lnTo>
                    <a:lnTo>
                      <a:pt x="35" y="0"/>
                    </a:lnTo>
                    <a:lnTo>
                      <a:pt x="18" y="22"/>
                    </a:lnTo>
                    <a:lnTo>
                      <a:pt x="0" y="44"/>
                    </a:lnTo>
                    <a:lnTo>
                      <a:pt x="41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12" name=""/>
              <p:cNvSpPr/>
              <p:nvPr/>
            </p:nvSpPr>
            <p:spPr>
              <a:xfrm rot="0">
                <a:off x="3271" y="2581"/>
                <a:ext cx="2" cy="2"/>
              </a:xfrm>
              <a:custGeom>
                <a:avLst/>
                <a:ahLst/>
                <a:rect l="0" t="0" r="r" b="b"/>
                <a:pathLst>
                  <a:path w="17" h="22">
                    <a:moveTo>
                      <a:pt x="0" y="22"/>
                    </a:moveTo>
                    <a:lnTo>
                      <a:pt x="17" y="0"/>
                    </a:lnTo>
                    <a:lnTo>
                      <a:pt x="16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13" name=""/>
              <p:cNvSpPr/>
              <p:nvPr/>
            </p:nvSpPr>
            <p:spPr>
              <a:xfrm rot="0" flipH="1">
                <a:off x="3273" y="25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14" name=""/>
              <p:cNvSpPr/>
              <p:nvPr/>
            </p:nvSpPr>
            <p:spPr>
              <a:xfrm rot="0">
                <a:off x="3264" y="2577"/>
                <a:ext cx="9" cy="8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43" y="76"/>
                    </a:moveTo>
                    <a:lnTo>
                      <a:pt x="60" y="54"/>
                    </a:lnTo>
                    <a:lnTo>
                      <a:pt x="76" y="32"/>
                    </a:lnTo>
                    <a:lnTo>
                      <a:pt x="32" y="0"/>
                    </a:lnTo>
                    <a:lnTo>
                      <a:pt x="16" y="22"/>
                    </a:lnTo>
                    <a:lnTo>
                      <a:pt x="0" y="43"/>
                    </a:lnTo>
                    <a:lnTo>
                      <a:pt x="43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15" name=""/>
              <p:cNvSpPr/>
              <p:nvPr/>
            </p:nvSpPr>
            <p:spPr>
              <a:xfrm rot="0">
                <a:off x="3264" y="2577"/>
                <a:ext cx="9" cy="8"/>
              </a:xfrm>
              <a:custGeom>
                <a:avLst/>
                <a:ahLst/>
                <a:rect l="0" t="0" r="r" b="b"/>
                <a:pathLst>
                  <a:path w="76" h="76">
                    <a:moveTo>
                      <a:pt x="43" y="76"/>
                    </a:moveTo>
                    <a:lnTo>
                      <a:pt x="60" y="54"/>
                    </a:lnTo>
                    <a:lnTo>
                      <a:pt x="76" y="32"/>
                    </a:lnTo>
                    <a:lnTo>
                      <a:pt x="32" y="0"/>
                    </a:lnTo>
                    <a:lnTo>
                      <a:pt x="16" y="22"/>
                    </a:lnTo>
                    <a:lnTo>
                      <a:pt x="0" y="43"/>
                    </a:lnTo>
                    <a:lnTo>
                      <a:pt x="43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16" name=""/>
              <p:cNvSpPr/>
              <p:nvPr/>
            </p:nvSpPr>
            <p:spPr>
              <a:xfrm rot="0">
                <a:off x="3266" y="2577"/>
                <a:ext cx="2" cy="2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0" y="23"/>
                    </a:moveTo>
                    <a:lnTo>
                      <a:pt x="16" y="1"/>
                    </a:lnTo>
                    <a:lnTo>
                      <a:pt x="15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17" name=""/>
              <p:cNvSpPr/>
              <p:nvPr/>
            </p:nvSpPr>
            <p:spPr>
              <a:xfrm rot="0" flipH="1" flipV="1">
                <a:off x="3268" y="25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18" name=""/>
              <p:cNvSpPr/>
              <p:nvPr/>
            </p:nvSpPr>
            <p:spPr>
              <a:xfrm rot="0">
                <a:off x="3259" y="2573"/>
                <a:ext cx="9" cy="9"/>
              </a:xfrm>
              <a:custGeom>
                <a:avLst/>
                <a:ahLst/>
                <a:rect l="0" t="0" r="r" b="b"/>
                <a:pathLst>
                  <a:path w="75" h="76">
                    <a:moveTo>
                      <a:pt x="45" y="76"/>
                    </a:moveTo>
                    <a:lnTo>
                      <a:pt x="60" y="54"/>
                    </a:lnTo>
                    <a:lnTo>
                      <a:pt x="75" y="31"/>
                    </a:lnTo>
                    <a:lnTo>
                      <a:pt x="31" y="0"/>
                    </a:lnTo>
                    <a:lnTo>
                      <a:pt x="16" y="23"/>
                    </a:lnTo>
                    <a:lnTo>
                      <a:pt x="0" y="46"/>
                    </a:lnTo>
                    <a:lnTo>
                      <a:pt x="45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19" name=""/>
              <p:cNvSpPr/>
              <p:nvPr/>
            </p:nvSpPr>
            <p:spPr>
              <a:xfrm rot="0">
                <a:off x="3259" y="2573"/>
                <a:ext cx="9" cy="9"/>
              </a:xfrm>
              <a:custGeom>
                <a:avLst/>
                <a:ahLst/>
                <a:rect l="0" t="0" r="r" b="b"/>
                <a:pathLst>
                  <a:path w="75" h="76">
                    <a:moveTo>
                      <a:pt x="45" y="76"/>
                    </a:moveTo>
                    <a:lnTo>
                      <a:pt x="60" y="54"/>
                    </a:lnTo>
                    <a:lnTo>
                      <a:pt x="75" y="31"/>
                    </a:lnTo>
                    <a:lnTo>
                      <a:pt x="31" y="0"/>
                    </a:lnTo>
                    <a:lnTo>
                      <a:pt x="16" y="23"/>
                    </a:lnTo>
                    <a:lnTo>
                      <a:pt x="0" y="46"/>
                    </a:lnTo>
                    <a:lnTo>
                      <a:pt x="45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20" name=""/>
              <p:cNvSpPr/>
              <p:nvPr/>
            </p:nvSpPr>
            <p:spPr>
              <a:xfrm rot="0">
                <a:off x="3261" y="2573"/>
                <a:ext cx="2" cy="3"/>
              </a:xfrm>
              <a:custGeom>
                <a:avLst/>
                <a:ahLst/>
                <a:rect l="0" t="0" r="r" b="b"/>
                <a:pathLst>
                  <a:path w="15" h="23">
                    <a:moveTo>
                      <a:pt x="0" y="23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21" name=""/>
              <p:cNvSpPr/>
              <p:nvPr/>
            </p:nvSpPr>
            <p:spPr>
              <a:xfrm rot="0">
                <a:off x="3263" y="25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22" name=""/>
              <p:cNvSpPr/>
              <p:nvPr/>
            </p:nvSpPr>
            <p:spPr>
              <a:xfrm rot="0">
                <a:off x="3254" y="2570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45" y="75"/>
                    </a:moveTo>
                    <a:lnTo>
                      <a:pt x="61" y="52"/>
                    </a:lnTo>
                    <a:lnTo>
                      <a:pt x="76" y="29"/>
                    </a:lnTo>
                    <a:lnTo>
                      <a:pt x="30" y="0"/>
                    </a:lnTo>
                    <a:lnTo>
                      <a:pt x="15" y="23"/>
                    </a:lnTo>
                    <a:lnTo>
                      <a:pt x="0" y="46"/>
                    </a:lnTo>
                    <a:lnTo>
                      <a:pt x="45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23" name=""/>
              <p:cNvSpPr/>
              <p:nvPr/>
            </p:nvSpPr>
            <p:spPr>
              <a:xfrm rot="0">
                <a:off x="3254" y="2570"/>
                <a:ext cx="9" cy="9"/>
              </a:xfrm>
              <a:custGeom>
                <a:avLst/>
                <a:ahLst/>
                <a:rect l="0" t="0" r="r" b="b"/>
                <a:pathLst>
                  <a:path w="76" h="75">
                    <a:moveTo>
                      <a:pt x="45" y="75"/>
                    </a:moveTo>
                    <a:lnTo>
                      <a:pt x="61" y="52"/>
                    </a:lnTo>
                    <a:lnTo>
                      <a:pt x="76" y="29"/>
                    </a:lnTo>
                    <a:lnTo>
                      <a:pt x="30" y="0"/>
                    </a:lnTo>
                    <a:lnTo>
                      <a:pt x="15" y="23"/>
                    </a:lnTo>
                    <a:lnTo>
                      <a:pt x="0" y="46"/>
                    </a:lnTo>
                    <a:lnTo>
                      <a:pt x="45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24" name=""/>
              <p:cNvSpPr/>
              <p:nvPr/>
            </p:nvSpPr>
            <p:spPr>
              <a:xfrm rot="0">
                <a:off x="3253" y="2570"/>
                <a:ext cx="5" cy="5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27" y="27"/>
                    </a:moveTo>
                    <a:lnTo>
                      <a:pt x="12" y="50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0" y="20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7" y="1"/>
                    </a:lnTo>
                    <a:lnTo>
                      <a:pt x="26" y="0"/>
                    </a:lnTo>
                    <a:lnTo>
                      <a:pt x="33" y="0"/>
                    </a:lnTo>
                    <a:lnTo>
                      <a:pt x="42" y="4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25" name=""/>
              <p:cNvSpPr/>
              <p:nvPr/>
            </p:nvSpPr>
            <p:spPr>
              <a:xfrm rot="0">
                <a:off x="3253" y="2570"/>
                <a:ext cx="5" cy="5"/>
              </a:xfrm>
              <a:custGeom>
                <a:avLst/>
                <a:ahLst/>
                <a:rect l="0" t="0" r="r" b="b"/>
                <a:pathLst>
                  <a:path w="42" h="50">
                    <a:moveTo>
                      <a:pt x="12" y="50"/>
                    </a:move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0" y="20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7" y="1"/>
                    </a:lnTo>
                    <a:lnTo>
                      <a:pt x="26" y="0"/>
                    </a:lnTo>
                    <a:lnTo>
                      <a:pt x="33" y="0"/>
                    </a:lnTo>
                    <a:lnTo>
                      <a:pt x="42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26" name=""/>
              <p:cNvSpPr/>
              <p:nvPr/>
            </p:nvSpPr>
            <p:spPr>
              <a:xfrm rot="0">
                <a:off x="3253" y="2570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27" name=""/>
              <p:cNvSpPr/>
              <p:nvPr/>
            </p:nvSpPr>
            <p:spPr>
              <a:xfrm rot="0">
                <a:off x="3253" y="2570"/>
                <a:ext cx="6" cy="3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28" name=""/>
              <p:cNvSpPr/>
              <p:nvPr/>
            </p:nvSpPr>
            <p:spPr>
              <a:xfrm rot="0">
                <a:off x="3253" y="2573"/>
                <a:ext cx="6" cy="224"/>
              </a:xfrm>
              <a:custGeom>
                <a:avLst/>
                <a:ahLst/>
                <a:rect l="0" t="0" r="r" b="b"/>
                <a:pathLst>
                  <a:path w="55" h="2018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2018"/>
                    </a:lnTo>
                    <a:lnTo>
                      <a:pt x="27" y="2018"/>
                    </a:lnTo>
                    <a:lnTo>
                      <a:pt x="55" y="2018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29" name=""/>
              <p:cNvSpPr/>
              <p:nvPr/>
            </p:nvSpPr>
            <p:spPr>
              <a:xfrm rot="0">
                <a:off x="3253" y="2573"/>
                <a:ext cx="6" cy="224"/>
              </a:xfrm>
              <a:custGeom>
                <a:avLst/>
                <a:ahLst/>
                <a:rect l="0" t="0" r="r" b="b"/>
                <a:pathLst>
                  <a:path w="55" h="2018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2018"/>
                    </a:lnTo>
                    <a:lnTo>
                      <a:pt x="27" y="2018"/>
                    </a:lnTo>
                    <a:lnTo>
                      <a:pt x="55" y="2018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30" name=""/>
              <p:cNvSpPr/>
              <p:nvPr/>
            </p:nvSpPr>
            <p:spPr>
              <a:xfrm rot="0">
                <a:off x="3253" y="2797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6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31" name=""/>
              <p:cNvSpPr/>
              <p:nvPr/>
            </p:nvSpPr>
            <p:spPr>
              <a:xfrm rot="0">
                <a:off x="3253" y="2797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6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32" name=""/>
              <p:cNvSpPr/>
              <p:nvPr/>
            </p:nvSpPr>
            <p:spPr>
              <a:xfrm rot="0">
                <a:off x="3253" y="2337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8"/>
                    </a:lnTo>
                    <a:lnTo>
                      <a:pt x="50" y="16"/>
                    </a:lnTo>
                    <a:lnTo>
                      <a:pt x="43" y="22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33" name=""/>
              <p:cNvSpPr/>
              <p:nvPr/>
            </p:nvSpPr>
            <p:spPr>
              <a:xfrm rot="0">
                <a:off x="3253" y="2337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8"/>
                    </a:lnTo>
                    <a:lnTo>
                      <a:pt x="50" y="16"/>
                    </a:lnTo>
                    <a:lnTo>
                      <a:pt x="43" y="22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34" name=""/>
              <p:cNvSpPr/>
              <p:nvPr/>
            </p:nvSpPr>
            <p:spPr>
              <a:xfrm rot="0">
                <a:off x="3253" y="2264"/>
                <a:ext cx="6" cy="73"/>
              </a:xfrm>
              <a:custGeom>
                <a:avLst/>
                <a:ahLst/>
                <a:rect l="0" t="0" r="r" b="b"/>
                <a:pathLst>
                  <a:path w="55" h="663">
                    <a:moveTo>
                      <a:pt x="0" y="663"/>
                    </a:moveTo>
                    <a:lnTo>
                      <a:pt x="27" y="663"/>
                    </a:lnTo>
                    <a:lnTo>
                      <a:pt x="55" y="663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6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35" name=""/>
              <p:cNvSpPr/>
              <p:nvPr/>
            </p:nvSpPr>
            <p:spPr>
              <a:xfrm rot="0">
                <a:off x="3253" y="2264"/>
                <a:ext cx="6" cy="73"/>
              </a:xfrm>
              <a:custGeom>
                <a:avLst/>
                <a:ahLst/>
                <a:rect l="0" t="0" r="r" b="b"/>
                <a:pathLst>
                  <a:path w="55" h="663">
                    <a:moveTo>
                      <a:pt x="0" y="663"/>
                    </a:moveTo>
                    <a:lnTo>
                      <a:pt x="27" y="663"/>
                    </a:lnTo>
                    <a:lnTo>
                      <a:pt x="55" y="663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6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36" name=""/>
              <p:cNvSpPr/>
              <p:nvPr/>
            </p:nvSpPr>
            <p:spPr>
              <a:xfrm rot="0">
                <a:off x="3253" y="2260"/>
                <a:ext cx="6" cy="4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37" name=""/>
              <p:cNvSpPr/>
              <p:nvPr/>
            </p:nvSpPr>
            <p:spPr>
              <a:xfrm rot="0">
                <a:off x="3253" y="2260"/>
                <a:ext cx="6" cy="4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5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38" name=""/>
              <p:cNvSpPr/>
              <p:nvPr/>
            </p:nvSpPr>
            <p:spPr>
              <a:xfrm rot="0">
                <a:off x="3058" y="2334"/>
                <a:ext cx="3" cy="6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29"/>
                    </a:moveTo>
                    <a:lnTo>
                      <a:pt x="27" y="56"/>
                    </a:lnTo>
                    <a:lnTo>
                      <a:pt x="18" y="55"/>
                    </a:lnTo>
                    <a:lnTo>
                      <a:pt x="11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39" name=""/>
              <p:cNvSpPr/>
              <p:nvPr/>
            </p:nvSpPr>
            <p:spPr>
              <a:xfrm rot="0">
                <a:off x="3058" y="2334"/>
                <a:ext cx="3" cy="6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56"/>
                    </a:moveTo>
                    <a:lnTo>
                      <a:pt x="18" y="55"/>
                    </a:lnTo>
                    <a:lnTo>
                      <a:pt x="11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3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40" name=""/>
              <p:cNvSpPr/>
              <p:nvPr/>
            </p:nvSpPr>
            <p:spPr>
              <a:xfrm rot="0">
                <a:off x="3061" y="2334"/>
                <a:ext cx="195" cy="6"/>
              </a:xfrm>
              <a:custGeom>
                <a:avLst/>
                <a:ahLst/>
                <a:rect l="0" t="0" r="r" b="b"/>
                <a:pathLst>
                  <a:path w="1755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1755" y="56"/>
                    </a:lnTo>
                    <a:lnTo>
                      <a:pt x="1755" y="29"/>
                    </a:lnTo>
                    <a:lnTo>
                      <a:pt x="175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41" name=""/>
              <p:cNvSpPr/>
              <p:nvPr/>
            </p:nvSpPr>
            <p:spPr>
              <a:xfrm rot="0">
                <a:off x="3061" y="2334"/>
                <a:ext cx="195" cy="6"/>
              </a:xfrm>
              <a:custGeom>
                <a:avLst/>
                <a:ahLst/>
                <a:rect l="0" t="0" r="r" b="b"/>
                <a:pathLst>
                  <a:path w="1755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1755" y="56"/>
                    </a:lnTo>
                    <a:lnTo>
                      <a:pt x="1755" y="29"/>
                    </a:lnTo>
                    <a:lnTo>
                      <a:pt x="175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42" name=""/>
              <p:cNvSpPr/>
              <p:nvPr/>
            </p:nvSpPr>
            <p:spPr>
              <a:xfrm rot="0">
                <a:off x="3256" y="2334"/>
                <a:ext cx="3" cy="6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0" y="29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43" name=""/>
              <p:cNvSpPr/>
              <p:nvPr/>
            </p:nvSpPr>
            <p:spPr>
              <a:xfrm rot="0">
                <a:off x="3256" y="2334"/>
                <a:ext cx="3" cy="6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0" y="0"/>
                    </a:moveTo>
                    <a:lnTo>
                      <a:pt x="9" y="3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44" name=""/>
              <p:cNvSpPr/>
              <p:nvPr/>
            </p:nvSpPr>
            <p:spPr>
              <a:xfrm rot="0">
                <a:off x="3253" y="2260"/>
                <a:ext cx="3" cy="7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8" y="54"/>
                    </a:lnTo>
                    <a:lnTo>
                      <a:pt x="11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45" name=""/>
              <p:cNvSpPr/>
              <p:nvPr/>
            </p:nvSpPr>
            <p:spPr>
              <a:xfrm rot="0">
                <a:off x="3253" y="2260"/>
                <a:ext cx="3" cy="7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8" y="54"/>
                    </a:lnTo>
                    <a:lnTo>
                      <a:pt x="11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46" name=""/>
              <p:cNvSpPr/>
              <p:nvPr/>
            </p:nvSpPr>
            <p:spPr>
              <a:xfrm rot="0">
                <a:off x="3256" y="2260"/>
                <a:ext cx="64" cy="7"/>
              </a:xfrm>
              <a:custGeom>
                <a:avLst/>
                <a:ahLst/>
                <a:rect l="0" t="0" r="r" b="b"/>
                <a:pathLst>
                  <a:path w="578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578" y="55"/>
                    </a:lnTo>
                    <a:lnTo>
                      <a:pt x="578" y="28"/>
                    </a:lnTo>
                    <a:lnTo>
                      <a:pt x="57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47" name=""/>
              <p:cNvSpPr/>
              <p:nvPr/>
            </p:nvSpPr>
            <p:spPr>
              <a:xfrm rot="0">
                <a:off x="3256" y="2260"/>
                <a:ext cx="64" cy="7"/>
              </a:xfrm>
              <a:custGeom>
                <a:avLst/>
                <a:ahLst/>
                <a:rect l="0" t="0" r="r" b="b"/>
                <a:pathLst>
                  <a:path w="578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578" y="55"/>
                    </a:lnTo>
                    <a:lnTo>
                      <a:pt x="578" y="28"/>
                    </a:lnTo>
                    <a:lnTo>
                      <a:pt x="578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48" name=""/>
              <p:cNvSpPr/>
              <p:nvPr/>
            </p:nvSpPr>
            <p:spPr>
              <a:xfrm rot="0">
                <a:off x="3320" y="2260"/>
                <a:ext cx="3" cy="7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49" name=""/>
              <p:cNvSpPr/>
              <p:nvPr/>
            </p:nvSpPr>
            <p:spPr>
              <a:xfrm rot="0">
                <a:off x="3320" y="2260"/>
                <a:ext cx="3" cy="7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50" name=""/>
              <p:cNvSpPr/>
              <p:nvPr/>
            </p:nvSpPr>
            <p:spPr>
              <a:xfrm rot="0">
                <a:off x="3122" y="2417"/>
                <a:ext cx="6" cy="3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27" y="29"/>
                    </a:move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9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51" name=""/>
              <p:cNvSpPr/>
              <p:nvPr/>
            </p:nvSpPr>
            <p:spPr>
              <a:xfrm rot="0">
                <a:off x="3122" y="2417"/>
                <a:ext cx="6" cy="3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0" y="29"/>
                    </a:moveTo>
                    <a:lnTo>
                      <a:pt x="1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20"/>
                    </a:lnTo>
                    <a:lnTo>
                      <a:pt x="55" y="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52" name=""/>
              <p:cNvSpPr/>
              <p:nvPr/>
            </p:nvSpPr>
            <p:spPr>
              <a:xfrm rot="0">
                <a:off x="3122" y="2420"/>
                <a:ext cx="6" cy="73"/>
              </a:xfrm>
              <a:custGeom>
                <a:avLst/>
                <a:ahLst/>
                <a:rect l="0" t="0" r="r" b="b"/>
                <a:pathLst>
                  <a:path w="55" h="661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661"/>
                    </a:lnTo>
                    <a:lnTo>
                      <a:pt x="27" y="661"/>
                    </a:lnTo>
                    <a:lnTo>
                      <a:pt x="55" y="661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53" name=""/>
              <p:cNvSpPr/>
              <p:nvPr/>
            </p:nvSpPr>
            <p:spPr>
              <a:xfrm rot="0">
                <a:off x="3122" y="2420"/>
                <a:ext cx="6" cy="73"/>
              </a:xfrm>
              <a:custGeom>
                <a:avLst/>
                <a:ahLst/>
                <a:rect l="0" t="0" r="r" b="b"/>
                <a:pathLst>
                  <a:path w="55" h="661">
                    <a:moveTo>
                      <a:pt x="5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661"/>
                    </a:lnTo>
                    <a:lnTo>
                      <a:pt x="27" y="661"/>
                    </a:lnTo>
                    <a:lnTo>
                      <a:pt x="55" y="661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54" name=""/>
              <p:cNvSpPr/>
              <p:nvPr/>
            </p:nvSpPr>
            <p:spPr>
              <a:xfrm rot="0">
                <a:off x="3122" y="2493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55" name=""/>
              <p:cNvSpPr/>
              <p:nvPr/>
            </p:nvSpPr>
            <p:spPr>
              <a:xfrm rot="0">
                <a:off x="3122" y="2493"/>
                <a:ext cx="6" cy="3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56" name=""/>
              <p:cNvSpPr/>
              <p:nvPr/>
            </p:nvSpPr>
            <p:spPr>
              <a:xfrm rot="0">
                <a:off x="3320" y="2417"/>
                <a:ext cx="3" cy="6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0" y="29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8" y="55"/>
                    </a:lnTo>
                    <a:lnTo>
                      <a:pt x="0" y="56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57" name=""/>
              <p:cNvSpPr/>
              <p:nvPr/>
            </p:nvSpPr>
            <p:spPr>
              <a:xfrm rot="0">
                <a:off x="3320" y="2417"/>
                <a:ext cx="3" cy="6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0" y="0"/>
                    </a:moveTo>
                    <a:lnTo>
                      <a:pt x="8" y="3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8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6" y="51"/>
                    </a:lnTo>
                    <a:lnTo>
                      <a:pt x="8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58" name=""/>
              <p:cNvSpPr/>
              <p:nvPr/>
            </p:nvSpPr>
            <p:spPr>
              <a:xfrm rot="0">
                <a:off x="3125" y="2417"/>
                <a:ext cx="195" cy="6"/>
              </a:xfrm>
              <a:custGeom>
                <a:avLst/>
                <a:ahLst/>
                <a:rect l="0" t="0" r="r" b="b"/>
                <a:pathLst>
                  <a:path w="1755" h="56">
                    <a:moveTo>
                      <a:pt x="1755" y="56"/>
                    </a:moveTo>
                    <a:lnTo>
                      <a:pt x="1755" y="29"/>
                    </a:lnTo>
                    <a:lnTo>
                      <a:pt x="1755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0" y="56"/>
                    </a:lnTo>
                    <a:lnTo>
                      <a:pt x="1755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59" name=""/>
              <p:cNvSpPr/>
              <p:nvPr/>
            </p:nvSpPr>
            <p:spPr>
              <a:xfrm rot="0">
                <a:off x="3125" y="2417"/>
                <a:ext cx="195" cy="6"/>
              </a:xfrm>
              <a:custGeom>
                <a:avLst/>
                <a:ahLst/>
                <a:rect l="0" t="0" r="r" b="b"/>
                <a:pathLst>
                  <a:path w="1755" h="56">
                    <a:moveTo>
                      <a:pt x="1755" y="56"/>
                    </a:moveTo>
                    <a:lnTo>
                      <a:pt x="1755" y="29"/>
                    </a:lnTo>
                    <a:lnTo>
                      <a:pt x="1755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0" y="56"/>
                    </a:lnTo>
                    <a:lnTo>
                      <a:pt x="1755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60" name=""/>
              <p:cNvSpPr/>
              <p:nvPr/>
            </p:nvSpPr>
            <p:spPr>
              <a:xfrm rot="0">
                <a:off x="3122" y="2417"/>
                <a:ext cx="3" cy="6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29"/>
                    </a:moveTo>
                    <a:lnTo>
                      <a:pt x="27" y="56"/>
                    </a:lnTo>
                    <a:lnTo>
                      <a:pt x="18" y="55"/>
                    </a:lnTo>
                    <a:lnTo>
                      <a:pt x="10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8" y="3"/>
                    </a:lnTo>
                    <a:lnTo>
                      <a:pt x="27" y="0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61" name=""/>
              <p:cNvSpPr/>
              <p:nvPr/>
            </p:nvSpPr>
            <p:spPr>
              <a:xfrm rot="0">
                <a:off x="3122" y="2417"/>
                <a:ext cx="3" cy="6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56"/>
                    </a:moveTo>
                    <a:lnTo>
                      <a:pt x="18" y="55"/>
                    </a:lnTo>
                    <a:lnTo>
                      <a:pt x="10" y="51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8" y="3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62" name=""/>
              <p:cNvSpPr/>
              <p:nvPr/>
            </p:nvSpPr>
            <p:spPr>
              <a:xfrm rot="0">
                <a:off x="3058" y="2490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8" y="54"/>
                    </a:lnTo>
                    <a:lnTo>
                      <a:pt x="11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63" name=""/>
              <p:cNvSpPr/>
              <p:nvPr/>
            </p:nvSpPr>
            <p:spPr>
              <a:xfrm rot="0">
                <a:off x="3058" y="2490"/>
                <a:ext cx="3" cy="6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8" y="54"/>
                    </a:lnTo>
                    <a:lnTo>
                      <a:pt x="11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64" name=""/>
              <p:cNvSpPr/>
              <p:nvPr/>
            </p:nvSpPr>
            <p:spPr>
              <a:xfrm rot="0">
                <a:off x="3061" y="2490"/>
                <a:ext cx="64" cy="6"/>
              </a:xfrm>
              <a:custGeom>
                <a:avLst/>
                <a:ahLst/>
                <a:rect l="0" t="0" r="r" b="b"/>
                <a:pathLst>
                  <a:path w="578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578" y="55"/>
                    </a:lnTo>
                    <a:lnTo>
                      <a:pt x="578" y="28"/>
                    </a:lnTo>
                    <a:lnTo>
                      <a:pt x="57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69065" name=""/>
              <p:cNvSpPr/>
              <p:nvPr/>
            </p:nvSpPr>
            <p:spPr>
              <a:xfrm rot="0">
                <a:off x="3061" y="2490"/>
                <a:ext cx="64" cy="6"/>
              </a:xfrm>
              <a:custGeom>
                <a:avLst/>
                <a:ahLst/>
                <a:rect l="0" t="0" r="r" b="b"/>
                <a:pathLst>
                  <a:path w="578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578" y="55"/>
                    </a:lnTo>
                    <a:lnTo>
                      <a:pt x="578" y="28"/>
                    </a:lnTo>
                    <a:lnTo>
                      <a:pt x="578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066" name=""/>
              <p:cNvSpPr/>
              <p:nvPr/>
            </p:nvSpPr>
            <p:spPr>
              <a:xfrm rot="0">
                <a:off x="3125" y="2490"/>
                <a:ext cx="3" cy="6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8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</p:grpSp>
        <p:sp>
          <p:nvSpPr>
            <p:cNvPr id="1069067" name=""/>
            <p:cNvSpPr/>
            <p:nvPr/>
          </p:nvSpPr>
          <p:spPr>
            <a:xfrm rot="0">
              <a:off x="1519" y="2318"/>
              <a:ext cx="16" cy="32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68" name=""/>
            <p:cNvSpPr/>
            <p:nvPr/>
          </p:nvSpPr>
          <p:spPr>
            <a:xfrm rot="0">
              <a:off x="1162" y="1501"/>
              <a:ext cx="32" cy="16"/>
            </a:xfrm>
            <a:custGeom>
              <a:avLst/>
              <a:ahLst/>
              <a:rect l="0" t="0" r="r" b="b"/>
              <a:pathLst>
                <a:path w="55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9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069" name=""/>
            <p:cNvSpPr/>
            <p:nvPr/>
          </p:nvSpPr>
          <p:spPr>
            <a:xfrm rot="0">
              <a:off x="1162" y="1501"/>
              <a:ext cx="32" cy="16"/>
            </a:xfrm>
            <a:custGeom>
              <a:avLst/>
              <a:ahLst/>
              <a:rect l="0" t="0" r="r" b="b"/>
              <a:pathLst>
                <a:path w="55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70" name=""/>
            <p:cNvSpPr/>
            <p:nvPr/>
          </p:nvSpPr>
          <p:spPr>
            <a:xfrm rot="0">
              <a:off x="1162" y="1517"/>
              <a:ext cx="32" cy="817"/>
            </a:xfrm>
            <a:custGeom>
              <a:avLst/>
              <a:ahLst/>
              <a:rect l="0" t="0" r="r" b="b"/>
              <a:pathLst>
                <a:path w="55" h="1405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405"/>
                  </a:lnTo>
                  <a:lnTo>
                    <a:pt x="27" y="1405"/>
                  </a:lnTo>
                  <a:lnTo>
                    <a:pt x="55" y="1405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071" name=""/>
            <p:cNvSpPr/>
            <p:nvPr/>
          </p:nvSpPr>
          <p:spPr>
            <a:xfrm rot="0">
              <a:off x="1162" y="1517"/>
              <a:ext cx="32" cy="817"/>
            </a:xfrm>
            <a:custGeom>
              <a:avLst/>
              <a:ahLst/>
              <a:rect l="0" t="0" r="r" b="b"/>
              <a:pathLst>
                <a:path w="55" h="1405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405"/>
                  </a:lnTo>
                  <a:lnTo>
                    <a:pt x="27" y="1405"/>
                  </a:lnTo>
                  <a:lnTo>
                    <a:pt x="55" y="1405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72" name=""/>
            <p:cNvSpPr/>
            <p:nvPr/>
          </p:nvSpPr>
          <p:spPr>
            <a:xfrm rot="0">
              <a:off x="1162" y="2334"/>
              <a:ext cx="3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073" name=""/>
            <p:cNvSpPr/>
            <p:nvPr/>
          </p:nvSpPr>
          <p:spPr>
            <a:xfrm rot="0">
              <a:off x="1162" y="2334"/>
              <a:ext cx="3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74" name=""/>
            <p:cNvSpPr/>
            <p:nvPr/>
          </p:nvSpPr>
          <p:spPr>
            <a:xfrm rot="0">
              <a:off x="2540" y="1952"/>
              <a:ext cx="32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075" name=""/>
            <p:cNvSpPr/>
            <p:nvPr/>
          </p:nvSpPr>
          <p:spPr>
            <a:xfrm rot="0">
              <a:off x="2540" y="1952"/>
              <a:ext cx="32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5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76" name=""/>
            <p:cNvSpPr/>
            <p:nvPr/>
          </p:nvSpPr>
          <p:spPr>
            <a:xfrm rot="0">
              <a:off x="2540" y="1134"/>
              <a:ext cx="32" cy="818"/>
            </a:xfrm>
            <a:custGeom>
              <a:avLst/>
              <a:ahLst/>
              <a:rect l="0" t="0" r="r" b="b"/>
              <a:pathLst>
                <a:path w="55" h="1407">
                  <a:moveTo>
                    <a:pt x="0" y="1407"/>
                  </a:moveTo>
                  <a:lnTo>
                    <a:pt x="27" y="1407"/>
                  </a:lnTo>
                  <a:lnTo>
                    <a:pt x="55" y="140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4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077" name=""/>
            <p:cNvSpPr/>
            <p:nvPr/>
          </p:nvSpPr>
          <p:spPr>
            <a:xfrm rot="0">
              <a:off x="2540" y="1134"/>
              <a:ext cx="32" cy="818"/>
            </a:xfrm>
            <a:custGeom>
              <a:avLst/>
              <a:ahLst/>
              <a:rect l="0" t="0" r="r" b="b"/>
              <a:pathLst>
                <a:path w="55" h="1407">
                  <a:moveTo>
                    <a:pt x="0" y="1407"/>
                  </a:moveTo>
                  <a:lnTo>
                    <a:pt x="27" y="1407"/>
                  </a:lnTo>
                  <a:lnTo>
                    <a:pt x="55" y="1407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4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78" name=""/>
            <p:cNvSpPr/>
            <p:nvPr/>
          </p:nvSpPr>
          <p:spPr>
            <a:xfrm rot="0">
              <a:off x="2540" y="1114"/>
              <a:ext cx="32" cy="20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079" name=""/>
            <p:cNvSpPr/>
            <p:nvPr/>
          </p:nvSpPr>
          <p:spPr>
            <a:xfrm rot="0">
              <a:off x="2540" y="1114"/>
              <a:ext cx="32" cy="20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0" name=""/>
            <p:cNvSpPr/>
            <p:nvPr/>
          </p:nvSpPr>
          <p:spPr>
            <a:xfrm rot="0">
              <a:off x="1088" y="3340"/>
              <a:ext cx="409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1" name=""/>
            <p:cNvSpPr/>
            <p:nvPr/>
          </p:nvSpPr>
          <p:spPr>
            <a:xfrm rot="0">
              <a:off x="1556" y="3340"/>
              <a:ext cx="64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2" name=""/>
            <p:cNvSpPr/>
            <p:nvPr/>
          </p:nvSpPr>
          <p:spPr>
            <a:xfrm rot="0">
              <a:off x="1684" y="3340"/>
              <a:ext cx="372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3" name=""/>
            <p:cNvSpPr/>
            <p:nvPr/>
          </p:nvSpPr>
          <p:spPr>
            <a:xfrm rot="0">
              <a:off x="2114" y="3340"/>
              <a:ext cx="64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4" name=""/>
            <p:cNvSpPr/>
            <p:nvPr/>
          </p:nvSpPr>
          <p:spPr>
            <a:xfrm rot="0">
              <a:off x="2242" y="3340"/>
              <a:ext cx="409" cy="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5" name=""/>
            <p:cNvSpPr/>
            <p:nvPr/>
          </p:nvSpPr>
          <p:spPr>
            <a:xfrm rot="0">
              <a:off x="1870" y="2570"/>
              <a:ext cx="5" cy="40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6" name=""/>
            <p:cNvSpPr/>
            <p:nvPr/>
          </p:nvSpPr>
          <p:spPr>
            <a:xfrm rot="0">
              <a:off x="1870" y="3036"/>
              <a:ext cx="5" cy="5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7" name=""/>
            <p:cNvSpPr/>
            <p:nvPr/>
          </p:nvSpPr>
          <p:spPr>
            <a:xfrm rot="0">
              <a:off x="1870" y="3157"/>
              <a:ext cx="5" cy="36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8" name=""/>
            <p:cNvSpPr/>
            <p:nvPr/>
          </p:nvSpPr>
          <p:spPr>
            <a:xfrm rot="0">
              <a:off x="1870" y="3586"/>
              <a:ext cx="5" cy="5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89" name=""/>
            <p:cNvSpPr/>
            <p:nvPr/>
          </p:nvSpPr>
          <p:spPr>
            <a:xfrm rot="0">
              <a:off x="1870" y="3707"/>
              <a:ext cx="5" cy="40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0" name=""/>
            <p:cNvSpPr/>
            <p:nvPr/>
          </p:nvSpPr>
          <p:spPr>
            <a:xfrm rot="0" flipV="1">
              <a:off x="1870" y="2198"/>
              <a:ext cx="5" cy="37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1" name=""/>
            <p:cNvSpPr/>
            <p:nvPr/>
          </p:nvSpPr>
          <p:spPr>
            <a:xfrm rot="0" flipV="1">
              <a:off x="1870" y="2077"/>
              <a:ext cx="5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2" name=""/>
            <p:cNvSpPr/>
            <p:nvPr/>
          </p:nvSpPr>
          <p:spPr>
            <a:xfrm rot="0" flipV="1">
              <a:off x="1870" y="1648"/>
              <a:ext cx="5" cy="36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3" name=""/>
            <p:cNvSpPr/>
            <p:nvPr/>
          </p:nvSpPr>
          <p:spPr>
            <a:xfrm rot="0" flipV="1">
              <a:off x="1870" y="1527"/>
              <a:ext cx="5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4" name=""/>
            <p:cNvSpPr/>
            <p:nvPr/>
          </p:nvSpPr>
          <p:spPr>
            <a:xfrm rot="0" flipV="1">
              <a:off x="1870" y="1098"/>
              <a:ext cx="5" cy="36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45" name=""/>
          <p:cNvGrpSpPr/>
          <p:nvPr/>
        </p:nvGrpSpPr>
        <p:grpSpPr>
          <a:xfrm rot="0">
            <a:off x="4775200" y="1651000"/>
            <a:ext cx="2211387" cy="2336800"/>
            <a:chOff x="3008" y="1040"/>
            <a:chExt cx="1414" cy="1472"/>
          </a:xfrm>
        </p:grpSpPr>
        <p:sp>
          <p:nvSpPr>
            <p:cNvPr id="1069095" name=""/>
            <p:cNvSpPr/>
            <p:nvPr/>
          </p:nvSpPr>
          <p:spPr>
            <a:xfrm rot="0" flipV="1">
              <a:off x="3715" y="2140"/>
              <a:ext cx="5" cy="37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6" name=""/>
            <p:cNvSpPr/>
            <p:nvPr/>
          </p:nvSpPr>
          <p:spPr>
            <a:xfrm rot="0" flipV="1">
              <a:off x="3715" y="2020"/>
              <a:ext cx="5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7" name=""/>
            <p:cNvSpPr/>
            <p:nvPr/>
          </p:nvSpPr>
          <p:spPr>
            <a:xfrm rot="0" flipV="1">
              <a:off x="3715" y="1590"/>
              <a:ext cx="5" cy="36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8" name=""/>
            <p:cNvSpPr/>
            <p:nvPr/>
          </p:nvSpPr>
          <p:spPr>
            <a:xfrm rot="0" flipV="1">
              <a:off x="3715" y="1470"/>
              <a:ext cx="5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099" name=""/>
            <p:cNvSpPr/>
            <p:nvPr/>
          </p:nvSpPr>
          <p:spPr>
            <a:xfrm rot="0" flipV="1">
              <a:off x="3715" y="1040"/>
              <a:ext cx="5" cy="36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00" name=""/>
            <p:cNvSpPr/>
            <p:nvPr/>
          </p:nvSpPr>
          <p:spPr>
            <a:xfrm rot="0">
              <a:off x="3103" y="1114"/>
              <a:ext cx="16" cy="3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01" name=""/>
            <p:cNvSpPr/>
            <p:nvPr/>
          </p:nvSpPr>
          <p:spPr>
            <a:xfrm rot="0">
              <a:off x="3103" y="1114"/>
              <a:ext cx="16" cy="36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02" name=""/>
            <p:cNvSpPr/>
            <p:nvPr/>
          </p:nvSpPr>
          <p:spPr>
            <a:xfrm rot="0">
              <a:off x="3119" y="1114"/>
              <a:ext cx="596" cy="36"/>
            </a:xfrm>
            <a:custGeom>
              <a:avLst/>
              <a:ahLst/>
              <a:rect l="0" t="0" r="r" b="b"/>
              <a:pathLst>
                <a:path w="1007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03" name=""/>
            <p:cNvSpPr/>
            <p:nvPr/>
          </p:nvSpPr>
          <p:spPr>
            <a:xfrm rot="0">
              <a:off x="3119" y="1114"/>
              <a:ext cx="596" cy="36"/>
            </a:xfrm>
            <a:custGeom>
              <a:avLst/>
              <a:ahLst/>
              <a:rect l="0" t="0" r="r" b="b"/>
              <a:pathLst>
                <a:path w="1007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04" name=""/>
            <p:cNvSpPr/>
            <p:nvPr/>
          </p:nvSpPr>
          <p:spPr>
            <a:xfrm rot="0">
              <a:off x="3715" y="1114"/>
              <a:ext cx="16" cy="36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05" name=""/>
            <p:cNvSpPr/>
            <p:nvPr/>
          </p:nvSpPr>
          <p:spPr>
            <a:xfrm rot="0">
              <a:off x="3715" y="1114"/>
              <a:ext cx="16" cy="36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06" name=""/>
            <p:cNvSpPr/>
            <p:nvPr/>
          </p:nvSpPr>
          <p:spPr>
            <a:xfrm rot="0">
              <a:off x="3103" y="2318"/>
              <a:ext cx="16" cy="32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07" name=""/>
            <p:cNvSpPr/>
            <p:nvPr/>
          </p:nvSpPr>
          <p:spPr>
            <a:xfrm rot="0">
              <a:off x="3103" y="2318"/>
              <a:ext cx="16" cy="32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08" name=""/>
            <p:cNvSpPr/>
            <p:nvPr/>
          </p:nvSpPr>
          <p:spPr>
            <a:xfrm rot="0">
              <a:off x="3119" y="2318"/>
              <a:ext cx="596" cy="32"/>
            </a:xfrm>
            <a:custGeom>
              <a:avLst/>
              <a:ahLst/>
              <a:rect l="0" t="0" r="r" b="b"/>
              <a:pathLst>
                <a:path w="1007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09" name=""/>
            <p:cNvSpPr/>
            <p:nvPr/>
          </p:nvSpPr>
          <p:spPr>
            <a:xfrm rot="0">
              <a:off x="3119" y="2318"/>
              <a:ext cx="596" cy="32"/>
            </a:xfrm>
            <a:custGeom>
              <a:avLst/>
              <a:ahLst/>
              <a:rect l="0" t="0" r="r" b="b"/>
              <a:pathLst>
                <a:path w="1007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10" name=""/>
            <p:cNvSpPr/>
            <p:nvPr/>
          </p:nvSpPr>
          <p:spPr>
            <a:xfrm rot="0">
              <a:off x="3715" y="2318"/>
              <a:ext cx="16" cy="32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11" name=""/>
            <p:cNvSpPr/>
            <p:nvPr/>
          </p:nvSpPr>
          <p:spPr>
            <a:xfrm rot="0">
              <a:off x="3715" y="2318"/>
              <a:ext cx="16" cy="32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2" y="44"/>
                  </a:lnTo>
                  <a:lnTo>
                    <a:pt x="16" y="51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12" name=""/>
            <p:cNvSpPr/>
            <p:nvPr/>
          </p:nvSpPr>
          <p:spPr>
            <a:xfrm rot="0" flipV="1">
              <a:off x="3119" y="1134"/>
              <a:ext cx="6" cy="38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13" name=""/>
            <p:cNvSpPr/>
            <p:nvPr/>
          </p:nvSpPr>
          <p:spPr>
            <a:xfrm rot="0">
              <a:off x="3103" y="1501"/>
              <a:ext cx="16" cy="32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8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14" name=""/>
            <p:cNvSpPr/>
            <p:nvPr/>
          </p:nvSpPr>
          <p:spPr>
            <a:xfrm rot="0">
              <a:off x="3103" y="1501"/>
              <a:ext cx="16" cy="32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8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15" name=""/>
            <p:cNvSpPr/>
            <p:nvPr/>
          </p:nvSpPr>
          <p:spPr>
            <a:xfrm rot="0">
              <a:off x="3119" y="1501"/>
              <a:ext cx="596" cy="32"/>
            </a:xfrm>
            <a:custGeom>
              <a:avLst/>
              <a:ahLst/>
              <a:rect l="0" t="0" r="r" b="b"/>
              <a:pathLst>
                <a:path w="1007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007" y="56"/>
                  </a:lnTo>
                  <a:lnTo>
                    <a:pt x="1007" y="29"/>
                  </a:lnTo>
                  <a:lnTo>
                    <a:pt x="100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16" name=""/>
            <p:cNvSpPr/>
            <p:nvPr/>
          </p:nvSpPr>
          <p:spPr>
            <a:xfrm rot="0">
              <a:off x="3119" y="1501"/>
              <a:ext cx="596" cy="32"/>
            </a:xfrm>
            <a:custGeom>
              <a:avLst/>
              <a:ahLst/>
              <a:rect l="0" t="0" r="r" b="b"/>
              <a:pathLst>
                <a:path w="1007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007" y="56"/>
                  </a:lnTo>
                  <a:lnTo>
                    <a:pt x="1007" y="29"/>
                  </a:lnTo>
                  <a:lnTo>
                    <a:pt x="100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17" name=""/>
            <p:cNvSpPr/>
            <p:nvPr/>
          </p:nvSpPr>
          <p:spPr>
            <a:xfrm rot="0">
              <a:off x="3715" y="1501"/>
              <a:ext cx="16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2" y="45"/>
                  </a:lnTo>
                  <a:lnTo>
                    <a:pt x="16" y="51"/>
                  </a:lnTo>
                  <a:lnTo>
                    <a:pt x="8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18" name=""/>
            <p:cNvSpPr/>
            <p:nvPr/>
          </p:nvSpPr>
          <p:spPr>
            <a:xfrm rot="0">
              <a:off x="3715" y="1501"/>
              <a:ext cx="16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8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2" y="45"/>
                  </a:lnTo>
                  <a:lnTo>
                    <a:pt x="16" y="51"/>
                  </a:lnTo>
                  <a:lnTo>
                    <a:pt x="8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19" name=""/>
            <p:cNvSpPr/>
            <p:nvPr/>
          </p:nvSpPr>
          <p:spPr>
            <a:xfrm rot="0">
              <a:off x="3119" y="1501"/>
              <a:ext cx="16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20" name=""/>
            <p:cNvSpPr/>
            <p:nvPr/>
          </p:nvSpPr>
          <p:spPr>
            <a:xfrm rot="0">
              <a:off x="3119" y="1501"/>
              <a:ext cx="16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1" name=""/>
            <p:cNvSpPr/>
            <p:nvPr/>
          </p:nvSpPr>
          <p:spPr>
            <a:xfrm rot="0">
              <a:off x="3024" y="1501"/>
              <a:ext cx="95" cy="32"/>
            </a:xfrm>
            <a:custGeom>
              <a:avLst/>
              <a:ahLst/>
              <a:rect l="0" t="0" r="r" b="b"/>
              <a:pathLst>
                <a:path w="160" h="56">
                  <a:moveTo>
                    <a:pt x="160" y="56"/>
                  </a:move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22" name=""/>
            <p:cNvSpPr/>
            <p:nvPr/>
          </p:nvSpPr>
          <p:spPr>
            <a:xfrm rot="0">
              <a:off x="3024" y="1501"/>
              <a:ext cx="95" cy="32"/>
            </a:xfrm>
            <a:custGeom>
              <a:avLst/>
              <a:ahLst/>
              <a:rect l="0" t="0" r="r" b="b"/>
              <a:pathLst>
                <a:path w="160" h="56">
                  <a:moveTo>
                    <a:pt x="160" y="56"/>
                  </a:move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3" name=""/>
            <p:cNvSpPr/>
            <p:nvPr/>
          </p:nvSpPr>
          <p:spPr>
            <a:xfrm rot="0">
              <a:off x="3008" y="1501"/>
              <a:ext cx="16" cy="32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24" name=""/>
            <p:cNvSpPr/>
            <p:nvPr/>
          </p:nvSpPr>
          <p:spPr>
            <a:xfrm rot="0">
              <a:off x="3008" y="1501"/>
              <a:ext cx="16" cy="32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5" name=""/>
            <p:cNvSpPr/>
            <p:nvPr/>
          </p:nvSpPr>
          <p:spPr>
            <a:xfrm rot="0">
              <a:off x="3119" y="1952"/>
              <a:ext cx="64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6" name=""/>
            <p:cNvSpPr/>
            <p:nvPr/>
          </p:nvSpPr>
          <p:spPr>
            <a:xfrm rot="0">
              <a:off x="3231" y="1952"/>
              <a:ext cx="90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7" name=""/>
            <p:cNvSpPr/>
            <p:nvPr/>
          </p:nvSpPr>
          <p:spPr>
            <a:xfrm rot="0">
              <a:off x="3369" y="1952"/>
              <a:ext cx="9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8" name=""/>
            <p:cNvSpPr/>
            <p:nvPr/>
          </p:nvSpPr>
          <p:spPr>
            <a:xfrm rot="0">
              <a:off x="3507" y="1952"/>
              <a:ext cx="9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29" name=""/>
            <p:cNvSpPr/>
            <p:nvPr/>
          </p:nvSpPr>
          <p:spPr>
            <a:xfrm rot="0">
              <a:off x="3651" y="1952"/>
              <a:ext cx="64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30" name=""/>
            <p:cNvSpPr/>
            <p:nvPr/>
          </p:nvSpPr>
          <p:spPr>
            <a:xfrm rot="0">
              <a:off x="3008" y="1501"/>
              <a:ext cx="31" cy="16"/>
            </a:xfrm>
            <a:custGeom>
              <a:avLst/>
              <a:ahLst/>
              <a:rect l="0" t="0" r="r" b="b"/>
              <a:pathLst>
                <a:path w="56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9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31" name=""/>
            <p:cNvSpPr/>
            <p:nvPr/>
          </p:nvSpPr>
          <p:spPr>
            <a:xfrm rot="0">
              <a:off x="3008" y="1501"/>
              <a:ext cx="31" cy="16"/>
            </a:xfrm>
            <a:custGeom>
              <a:avLst/>
              <a:ahLst/>
              <a:rect l="0" t="0" r="r" b="b"/>
              <a:pathLst>
                <a:path w="56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32" name=""/>
            <p:cNvSpPr/>
            <p:nvPr/>
          </p:nvSpPr>
          <p:spPr>
            <a:xfrm rot="0">
              <a:off x="3008" y="1517"/>
              <a:ext cx="31" cy="435"/>
            </a:xfrm>
            <a:custGeom>
              <a:avLst/>
              <a:ahLst/>
              <a:rect l="0" t="0" r="r" b="b"/>
              <a:pathLst>
                <a:path w="56" h="744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44"/>
                  </a:lnTo>
                  <a:lnTo>
                    <a:pt x="27" y="744"/>
                  </a:lnTo>
                  <a:lnTo>
                    <a:pt x="56" y="744"/>
                  </a:lnTo>
                  <a:lnTo>
                    <a:pt x="5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33" name=""/>
            <p:cNvSpPr/>
            <p:nvPr/>
          </p:nvSpPr>
          <p:spPr>
            <a:xfrm rot="0">
              <a:off x="3008" y="1517"/>
              <a:ext cx="31" cy="435"/>
            </a:xfrm>
            <a:custGeom>
              <a:avLst/>
              <a:ahLst/>
              <a:rect l="0" t="0" r="r" b="b"/>
              <a:pathLst>
                <a:path w="56" h="744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44"/>
                  </a:lnTo>
                  <a:lnTo>
                    <a:pt x="27" y="744"/>
                  </a:lnTo>
                  <a:lnTo>
                    <a:pt x="56" y="744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34" name=""/>
            <p:cNvSpPr/>
            <p:nvPr/>
          </p:nvSpPr>
          <p:spPr>
            <a:xfrm rot="0">
              <a:off x="3008" y="1952"/>
              <a:ext cx="31" cy="15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4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35" name=""/>
            <p:cNvSpPr/>
            <p:nvPr/>
          </p:nvSpPr>
          <p:spPr>
            <a:xfrm rot="0">
              <a:off x="3008" y="1952"/>
              <a:ext cx="31" cy="15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4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36" name=""/>
            <p:cNvSpPr/>
            <p:nvPr/>
          </p:nvSpPr>
          <p:spPr>
            <a:xfrm rot="0">
              <a:off x="3103" y="1114"/>
              <a:ext cx="32" cy="20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37" name=""/>
            <p:cNvSpPr/>
            <p:nvPr/>
          </p:nvSpPr>
          <p:spPr>
            <a:xfrm rot="0">
              <a:off x="3103" y="1114"/>
              <a:ext cx="32" cy="20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38" name=""/>
            <p:cNvSpPr/>
            <p:nvPr/>
          </p:nvSpPr>
          <p:spPr>
            <a:xfrm rot="0">
              <a:off x="3103" y="1134"/>
              <a:ext cx="32" cy="383"/>
            </a:xfrm>
            <a:custGeom>
              <a:avLst/>
              <a:ahLst/>
              <a:rect l="0" t="0" r="r" b="b"/>
              <a:pathLst>
                <a:path w="55" h="663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3"/>
                  </a:lnTo>
                  <a:lnTo>
                    <a:pt x="27" y="663"/>
                  </a:lnTo>
                  <a:lnTo>
                    <a:pt x="55" y="663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39" name=""/>
            <p:cNvSpPr/>
            <p:nvPr/>
          </p:nvSpPr>
          <p:spPr>
            <a:xfrm rot="0">
              <a:off x="3103" y="1134"/>
              <a:ext cx="32" cy="383"/>
            </a:xfrm>
            <a:custGeom>
              <a:avLst/>
              <a:ahLst/>
              <a:rect l="0" t="0" r="r" b="b"/>
              <a:pathLst>
                <a:path w="55" h="663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3"/>
                  </a:lnTo>
                  <a:lnTo>
                    <a:pt x="27" y="663"/>
                  </a:lnTo>
                  <a:lnTo>
                    <a:pt x="55" y="663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40" name=""/>
            <p:cNvSpPr/>
            <p:nvPr/>
          </p:nvSpPr>
          <p:spPr>
            <a:xfrm rot="0">
              <a:off x="3103" y="1517"/>
              <a:ext cx="3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41" name=""/>
            <p:cNvSpPr/>
            <p:nvPr/>
          </p:nvSpPr>
          <p:spPr>
            <a:xfrm rot="0">
              <a:off x="3103" y="1517"/>
              <a:ext cx="3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42" name=""/>
            <p:cNvSpPr/>
            <p:nvPr/>
          </p:nvSpPr>
          <p:spPr>
            <a:xfrm rot="0">
              <a:off x="3103" y="1936"/>
              <a:ext cx="32" cy="16"/>
            </a:xfrm>
            <a:custGeom>
              <a:avLst/>
              <a:ahLst/>
              <a:rect l="0" t="0" r="r" b="b"/>
              <a:pathLst>
                <a:path w="55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9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43" name=""/>
            <p:cNvSpPr/>
            <p:nvPr/>
          </p:nvSpPr>
          <p:spPr>
            <a:xfrm rot="0">
              <a:off x="3103" y="1936"/>
              <a:ext cx="32" cy="16"/>
            </a:xfrm>
            <a:custGeom>
              <a:avLst/>
              <a:ahLst/>
              <a:rect l="0" t="0" r="r" b="b"/>
              <a:pathLst>
                <a:path w="55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44" name=""/>
            <p:cNvSpPr/>
            <p:nvPr/>
          </p:nvSpPr>
          <p:spPr>
            <a:xfrm rot="0">
              <a:off x="3103" y="1952"/>
              <a:ext cx="32" cy="382"/>
            </a:xfrm>
            <a:custGeom>
              <a:avLst/>
              <a:ahLst/>
              <a:rect l="0" t="0" r="r" b="b"/>
              <a:pathLst>
                <a:path w="55" h="661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1"/>
                  </a:lnTo>
                  <a:lnTo>
                    <a:pt x="27" y="661"/>
                  </a:lnTo>
                  <a:lnTo>
                    <a:pt x="55" y="661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45" name=""/>
            <p:cNvSpPr/>
            <p:nvPr/>
          </p:nvSpPr>
          <p:spPr>
            <a:xfrm rot="0">
              <a:off x="3103" y="1952"/>
              <a:ext cx="32" cy="382"/>
            </a:xfrm>
            <a:custGeom>
              <a:avLst/>
              <a:ahLst/>
              <a:rect l="0" t="0" r="r" b="b"/>
              <a:pathLst>
                <a:path w="55" h="661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1"/>
                  </a:lnTo>
                  <a:lnTo>
                    <a:pt x="27" y="661"/>
                  </a:lnTo>
                  <a:lnTo>
                    <a:pt x="55" y="661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46" name=""/>
            <p:cNvSpPr/>
            <p:nvPr/>
          </p:nvSpPr>
          <p:spPr>
            <a:xfrm rot="0">
              <a:off x="3103" y="2334"/>
              <a:ext cx="3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47" name=""/>
            <p:cNvSpPr/>
            <p:nvPr/>
          </p:nvSpPr>
          <p:spPr>
            <a:xfrm rot="0">
              <a:off x="3103" y="2334"/>
              <a:ext cx="32" cy="1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48" name=""/>
            <p:cNvSpPr/>
            <p:nvPr/>
          </p:nvSpPr>
          <p:spPr>
            <a:xfrm rot="0">
              <a:off x="3008" y="1936"/>
              <a:ext cx="16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49" name=""/>
            <p:cNvSpPr/>
            <p:nvPr/>
          </p:nvSpPr>
          <p:spPr>
            <a:xfrm rot="0">
              <a:off x="3008" y="1936"/>
              <a:ext cx="16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50" name=""/>
            <p:cNvSpPr/>
            <p:nvPr/>
          </p:nvSpPr>
          <p:spPr>
            <a:xfrm rot="0">
              <a:off x="3024" y="1936"/>
              <a:ext cx="95" cy="31"/>
            </a:xfrm>
            <a:custGeom>
              <a:avLst/>
              <a:ahLst/>
              <a:rect l="0" t="0" r="r" b="b"/>
              <a:pathLst>
                <a:path w="160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51" name=""/>
            <p:cNvSpPr/>
            <p:nvPr/>
          </p:nvSpPr>
          <p:spPr>
            <a:xfrm rot="0">
              <a:off x="3024" y="1936"/>
              <a:ext cx="95" cy="31"/>
            </a:xfrm>
            <a:custGeom>
              <a:avLst/>
              <a:ahLst/>
              <a:rect l="0" t="0" r="r" b="b"/>
              <a:pathLst>
                <a:path w="160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52" name=""/>
            <p:cNvSpPr/>
            <p:nvPr/>
          </p:nvSpPr>
          <p:spPr>
            <a:xfrm rot="0">
              <a:off x="3119" y="1936"/>
              <a:ext cx="16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53" name=""/>
            <p:cNvSpPr/>
            <p:nvPr/>
          </p:nvSpPr>
          <p:spPr>
            <a:xfrm rot="0">
              <a:off x="3119" y="1936"/>
              <a:ext cx="16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54" name=""/>
            <p:cNvSpPr/>
            <p:nvPr/>
          </p:nvSpPr>
          <p:spPr>
            <a:xfrm rot="0">
              <a:off x="4401" y="1936"/>
              <a:ext cx="21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55" name=""/>
            <p:cNvSpPr/>
            <p:nvPr/>
          </p:nvSpPr>
          <p:spPr>
            <a:xfrm rot="0">
              <a:off x="4401" y="1936"/>
              <a:ext cx="21" cy="31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56" name=""/>
            <p:cNvSpPr/>
            <p:nvPr/>
          </p:nvSpPr>
          <p:spPr>
            <a:xfrm rot="0">
              <a:off x="4310" y="1936"/>
              <a:ext cx="91" cy="31"/>
            </a:xfrm>
            <a:custGeom>
              <a:avLst/>
              <a:ahLst/>
              <a:rect l="0" t="0" r="r" b="b"/>
              <a:pathLst>
                <a:path w="160" h="56">
                  <a:moveTo>
                    <a:pt x="160" y="56"/>
                  </a:move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57" name=""/>
            <p:cNvSpPr/>
            <p:nvPr/>
          </p:nvSpPr>
          <p:spPr>
            <a:xfrm rot="0">
              <a:off x="4310" y="1936"/>
              <a:ext cx="91" cy="31"/>
            </a:xfrm>
            <a:custGeom>
              <a:avLst/>
              <a:ahLst/>
              <a:rect l="0" t="0" r="r" b="b"/>
              <a:pathLst>
                <a:path w="160" h="56">
                  <a:moveTo>
                    <a:pt x="160" y="56"/>
                  </a:move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58" name=""/>
            <p:cNvSpPr/>
            <p:nvPr/>
          </p:nvSpPr>
          <p:spPr>
            <a:xfrm rot="0">
              <a:off x="4294" y="1936"/>
              <a:ext cx="16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59" name=""/>
            <p:cNvSpPr/>
            <p:nvPr/>
          </p:nvSpPr>
          <p:spPr>
            <a:xfrm rot="0">
              <a:off x="4294" y="1936"/>
              <a:ext cx="16" cy="31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60" name=""/>
            <p:cNvSpPr/>
            <p:nvPr/>
          </p:nvSpPr>
          <p:spPr>
            <a:xfrm rot="0">
              <a:off x="4294" y="1936"/>
              <a:ext cx="32" cy="16"/>
            </a:xfrm>
            <a:custGeom>
              <a:avLst/>
              <a:ahLst/>
              <a:rect l="0" t="0" r="r" b="b"/>
              <a:pathLst>
                <a:path w="56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9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61" name=""/>
            <p:cNvSpPr/>
            <p:nvPr/>
          </p:nvSpPr>
          <p:spPr>
            <a:xfrm rot="0">
              <a:off x="4294" y="1936"/>
              <a:ext cx="32" cy="16"/>
            </a:xfrm>
            <a:custGeom>
              <a:avLst/>
              <a:ahLst/>
              <a:rect l="0" t="0" r="r" b="b"/>
              <a:pathLst>
                <a:path w="56" h="29">
                  <a:moveTo>
                    <a:pt x="0" y="29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62" name=""/>
            <p:cNvSpPr/>
            <p:nvPr/>
          </p:nvSpPr>
          <p:spPr>
            <a:xfrm rot="0">
              <a:off x="4294" y="1952"/>
              <a:ext cx="32" cy="382"/>
            </a:xfrm>
            <a:custGeom>
              <a:avLst/>
              <a:ahLst/>
              <a:rect l="0" t="0" r="r" b="b"/>
              <a:pathLst>
                <a:path w="56" h="661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1"/>
                  </a:lnTo>
                  <a:lnTo>
                    <a:pt x="27" y="661"/>
                  </a:lnTo>
                  <a:lnTo>
                    <a:pt x="56" y="661"/>
                  </a:lnTo>
                  <a:lnTo>
                    <a:pt x="5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63" name=""/>
            <p:cNvSpPr/>
            <p:nvPr/>
          </p:nvSpPr>
          <p:spPr>
            <a:xfrm rot="0">
              <a:off x="4294" y="1952"/>
              <a:ext cx="32" cy="382"/>
            </a:xfrm>
            <a:custGeom>
              <a:avLst/>
              <a:ahLst/>
              <a:rect l="0" t="0" r="r" b="b"/>
              <a:pathLst>
                <a:path w="56" h="661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1"/>
                  </a:lnTo>
                  <a:lnTo>
                    <a:pt x="27" y="661"/>
                  </a:lnTo>
                  <a:lnTo>
                    <a:pt x="56" y="661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64" name=""/>
            <p:cNvSpPr/>
            <p:nvPr/>
          </p:nvSpPr>
          <p:spPr>
            <a:xfrm rot="0">
              <a:off x="4294" y="2334"/>
              <a:ext cx="3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65" name=""/>
            <p:cNvSpPr/>
            <p:nvPr/>
          </p:nvSpPr>
          <p:spPr>
            <a:xfrm rot="0">
              <a:off x="4294" y="2334"/>
              <a:ext cx="3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66" name=""/>
            <p:cNvSpPr/>
            <p:nvPr/>
          </p:nvSpPr>
          <p:spPr>
            <a:xfrm rot="0">
              <a:off x="4294" y="1114"/>
              <a:ext cx="32" cy="20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67" name=""/>
            <p:cNvSpPr/>
            <p:nvPr/>
          </p:nvSpPr>
          <p:spPr>
            <a:xfrm rot="0">
              <a:off x="4294" y="1114"/>
              <a:ext cx="32" cy="20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68" name=""/>
            <p:cNvSpPr/>
            <p:nvPr/>
          </p:nvSpPr>
          <p:spPr>
            <a:xfrm rot="0">
              <a:off x="4294" y="1134"/>
              <a:ext cx="32" cy="383"/>
            </a:xfrm>
            <a:custGeom>
              <a:avLst/>
              <a:ahLst/>
              <a:rect l="0" t="0" r="r" b="b"/>
              <a:pathLst>
                <a:path w="56" h="663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3"/>
                  </a:lnTo>
                  <a:lnTo>
                    <a:pt x="27" y="663"/>
                  </a:lnTo>
                  <a:lnTo>
                    <a:pt x="56" y="663"/>
                  </a:lnTo>
                  <a:lnTo>
                    <a:pt x="5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69" name=""/>
            <p:cNvSpPr/>
            <p:nvPr/>
          </p:nvSpPr>
          <p:spPr>
            <a:xfrm rot="0">
              <a:off x="4294" y="1134"/>
              <a:ext cx="32" cy="383"/>
            </a:xfrm>
            <a:custGeom>
              <a:avLst/>
              <a:ahLst/>
              <a:rect l="0" t="0" r="r" b="b"/>
              <a:pathLst>
                <a:path w="56" h="663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63"/>
                  </a:lnTo>
                  <a:lnTo>
                    <a:pt x="27" y="663"/>
                  </a:lnTo>
                  <a:lnTo>
                    <a:pt x="56" y="663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70" name=""/>
            <p:cNvSpPr/>
            <p:nvPr/>
          </p:nvSpPr>
          <p:spPr>
            <a:xfrm rot="0">
              <a:off x="4294" y="1517"/>
              <a:ext cx="3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4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71" name=""/>
            <p:cNvSpPr/>
            <p:nvPr/>
          </p:nvSpPr>
          <p:spPr>
            <a:xfrm rot="0">
              <a:off x="4294" y="1517"/>
              <a:ext cx="32" cy="16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4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72" name=""/>
            <p:cNvSpPr/>
            <p:nvPr/>
          </p:nvSpPr>
          <p:spPr>
            <a:xfrm rot="0">
              <a:off x="4385" y="1501"/>
              <a:ext cx="37" cy="16"/>
            </a:xfrm>
            <a:custGeom>
              <a:avLst/>
              <a:ahLst/>
              <a:rect l="0" t="0" r="r" b="b"/>
              <a:pathLst>
                <a:path w="55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9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73" name=""/>
            <p:cNvSpPr/>
            <p:nvPr/>
          </p:nvSpPr>
          <p:spPr>
            <a:xfrm rot="0">
              <a:off x="4385" y="1501"/>
              <a:ext cx="37" cy="16"/>
            </a:xfrm>
            <a:custGeom>
              <a:avLst/>
              <a:ahLst/>
              <a:rect l="0" t="0" r="r" b="b"/>
              <a:pathLst>
                <a:path w="55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74" name=""/>
            <p:cNvSpPr/>
            <p:nvPr/>
          </p:nvSpPr>
          <p:spPr>
            <a:xfrm rot="0">
              <a:off x="4385" y="1517"/>
              <a:ext cx="37" cy="435"/>
            </a:xfrm>
            <a:custGeom>
              <a:avLst/>
              <a:ahLst/>
              <a:rect l="0" t="0" r="r" b="b"/>
              <a:pathLst>
                <a:path w="55" h="744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44"/>
                  </a:lnTo>
                  <a:lnTo>
                    <a:pt x="27" y="744"/>
                  </a:lnTo>
                  <a:lnTo>
                    <a:pt x="55" y="744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75" name=""/>
            <p:cNvSpPr/>
            <p:nvPr/>
          </p:nvSpPr>
          <p:spPr>
            <a:xfrm rot="0">
              <a:off x="4385" y="1517"/>
              <a:ext cx="37" cy="435"/>
            </a:xfrm>
            <a:custGeom>
              <a:avLst/>
              <a:ahLst/>
              <a:rect l="0" t="0" r="r" b="b"/>
              <a:pathLst>
                <a:path w="55" h="744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744"/>
                  </a:lnTo>
                  <a:lnTo>
                    <a:pt x="27" y="744"/>
                  </a:lnTo>
                  <a:lnTo>
                    <a:pt x="55" y="744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76" name=""/>
            <p:cNvSpPr/>
            <p:nvPr/>
          </p:nvSpPr>
          <p:spPr>
            <a:xfrm rot="0">
              <a:off x="4385" y="1952"/>
              <a:ext cx="37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77" name=""/>
            <p:cNvSpPr/>
            <p:nvPr/>
          </p:nvSpPr>
          <p:spPr>
            <a:xfrm rot="0">
              <a:off x="4385" y="1952"/>
              <a:ext cx="37" cy="15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78" name=""/>
            <p:cNvSpPr/>
            <p:nvPr/>
          </p:nvSpPr>
          <p:spPr>
            <a:xfrm rot="0" flipH="1">
              <a:off x="4241" y="1952"/>
              <a:ext cx="69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79" name=""/>
            <p:cNvSpPr/>
            <p:nvPr/>
          </p:nvSpPr>
          <p:spPr>
            <a:xfrm rot="0" flipH="1">
              <a:off x="4103" y="1952"/>
              <a:ext cx="96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0" name=""/>
            <p:cNvSpPr/>
            <p:nvPr/>
          </p:nvSpPr>
          <p:spPr>
            <a:xfrm rot="0" flipH="1">
              <a:off x="3965" y="1952"/>
              <a:ext cx="95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1" name=""/>
            <p:cNvSpPr/>
            <p:nvPr/>
          </p:nvSpPr>
          <p:spPr>
            <a:xfrm rot="0" flipH="1">
              <a:off x="3826" y="1952"/>
              <a:ext cx="91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2" name=""/>
            <p:cNvSpPr/>
            <p:nvPr/>
          </p:nvSpPr>
          <p:spPr>
            <a:xfrm rot="0" flipH="1">
              <a:off x="3715" y="1952"/>
              <a:ext cx="64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3" name=""/>
            <p:cNvSpPr/>
            <p:nvPr/>
          </p:nvSpPr>
          <p:spPr>
            <a:xfrm rot="0">
              <a:off x="4294" y="1501"/>
              <a:ext cx="16" cy="32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84" name=""/>
            <p:cNvSpPr/>
            <p:nvPr/>
          </p:nvSpPr>
          <p:spPr>
            <a:xfrm rot="0">
              <a:off x="4294" y="1501"/>
              <a:ext cx="16" cy="32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5" name=""/>
            <p:cNvSpPr/>
            <p:nvPr/>
          </p:nvSpPr>
          <p:spPr>
            <a:xfrm rot="0">
              <a:off x="4310" y="1501"/>
              <a:ext cx="91" cy="32"/>
            </a:xfrm>
            <a:custGeom>
              <a:avLst/>
              <a:ahLst/>
              <a:rect l="0" t="0" r="r" b="b"/>
              <a:pathLst>
                <a:path w="160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86" name=""/>
            <p:cNvSpPr/>
            <p:nvPr/>
          </p:nvSpPr>
          <p:spPr>
            <a:xfrm rot="0">
              <a:off x="4310" y="1501"/>
              <a:ext cx="91" cy="32"/>
            </a:xfrm>
            <a:custGeom>
              <a:avLst/>
              <a:ahLst/>
              <a:rect l="0" t="0" r="r" b="b"/>
              <a:pathLst>
                <a:path w="160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60" y="56"/>
                  </a:lnTo>
                  <a:lnTo>
                    <a:pt x="160" y="29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7" name=""/>
            <p:cNvSpPr/>
            <p:nvPr/>
          </p:nvSpPr>
          <p:spPr>
            <a:xfrm rot="0">
              <a:off x="4401" y="1501"/>
              <a:ext cx="21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88" name=""/>
            <p:cNvSpPr/>
            <p:nvPr/>
          </p:nvSpPr>
          <p:spPr>
            <a:xfrm rot="0">
              <a:off x="4401" y="1501"/>
              <a:ext cx="21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89" name=""/>
            <p:cNvSpPr/>
            <p:nvPr/>
          </p:nvSpPr>
          <p:spPr>
            <a:xfrm rot="0">
              <a:off x="4310" y="1501"/>
              <a:ext cx="16" cy="32"/>
            </a:xfrm>
            <a:custGeom>
              <a:avLst/>
              <a:ahLst/>
              <a:rect l="0" t="0" r="r" b="b"/>
              <a:pathLst>
                <a:path w="29" h="56">
                  <a:moveTo>
                    <a:pt x="0" y="29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9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90" name=""/>
            <p:cNvSpPr/>
            <p:nvPr/>
          </p:nvSpPr>
          <p:spPr>
            <a:xfrm rot="0">
              <a:off x="4310" y="1501"/>
              <a:ext cx="16" cy="32"/>
            </a:xfrm>
            <a:custGeom>
              <a:avLst/>
              <a:ahLst/>
              <a:rect l="0" t="0" r="r" b="b"/>
              <a:pathLst>
                <a:path w="29" h="56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9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7" y="51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91" name=""/>
            <p:cNvSpPr/>
            <p:nvPr/>
          </p:nvSpPr>
          <p:spPr>
            <a:xfrm rot="0">
              <a:off x="3715" y="1501"/>
              <a:ext cx="595" cy="32"/>
            </a:xfrm>
            <a:custGeom>
              <a:avLst/>
              <a:ahLst/>
              <a:rect l="0" t="0" r="r" b="b"/>
              <a:pathLst>
                <a:path w="1007" h="56">
                  <a:moveTo>
                    <a:pt x="1007" y="56"/>
                  </a:moveTo>
                  <a:lnTo>
                    <a:pt x="1007" y="29"/>
                  </a:lnTo>
                  <a:lnTo>
                    <a:pt x="1007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1007" y="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92" name=""/>
            <p:cNvSpPr/>
            <p:nvPr/>
          </p:nvSpPr>
          <p:spPr>
            <a:xfrm rot="0">
              <a:off x="3715" y="1501"/>
              <a:ext cx="595" cy="32"/>
            </a:xfrm>
            <a:custGeom>
              <a:avLst/>
              <a:ahLst/>
              <a:rect l="0" t="0" r="r" b="b"/>
              <a:pathLst>
                <a:path w="1007" h="56">
                  <a:moveTo>
                    <a:pt x="1007" y="56"/>
                  </a:moveTo>
                  <a:lnTo>
                    <a:pt x="1007" y="29"/>
                  </a:lnTo>
                  <a:lnTo>
                    <a:pt x="1007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1007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93" name=""/>
            <p:cNvSpPr/>
            <p:nvPr/>
          </p:nvSpPr>
          <p:spPr>
            <a:xfrm rot="0">
              <a:off x="3699" y="1501"/>
              <a:ext cx="16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28" y="29"/>
                  </a:moveTo>
                  <a:lnTo>
                    <a:pt x="28" y="56"/>
                  </a:ln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94" name=""/>
            <p:cNvSpPr/>
            <p:nvPr/>
          </p:nvSpPr>
          <p:spPr>
            <a:xfrm rot="0">
              <a:off x="3699" y="1501"/>
              <a:ext cx="16" cy="32"/>
            </a:xfrm>
            <a:custGeom>
              <a:avLst/>
              <a:ahLst/>
              <a:rect l="0" t="0" r="r" b="b"/>
              <a:pathLst>
                <a:path w="28" h="56">
                  <a:moveTo>
                    <a:pt x="28" y="56"/>
                  </a:moveTo>
                  <a:lnTo>
                    <a:pt x="19" y="55"/>
                  </a:lnTo>
                  <a:lnTo>
                    <a:pt x="11" y="51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95" name=""/>
            <p:cNvSpPr/>
            <p:nvPr/>
          </p:nvSpPr>
          <p:spPr>
            <a:xfrm rot="0" flipV="1">
              <a:off x="4310" y="1134"/>
              <a:ext cx="6" cy="38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96" name=""/>
            <p:cNvSpPr/>
            <p:nvPr/>
          </p:nvSpPr>
          <p:spPr>
            <a:xfrm rot="0">
              <a:off x="4310" y="2318"/>
              <a:ext cx="16" cy="32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97" name=""/>
            <p:cNvSpPr/>
            <p:nvPr/>
          </p:nvSpPr>
          <p:spPr>
            <a:xfrm rot="0">
              <a:off x="4310" y="2318"/>
              <a:ext cx="16" cy="32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198" name=""/>
            <p:cNvSpPr/>
            <p:nvPr/>
          </p:nvSpPr>
          <p:spPr>
            <a:xfrm rot="0">
              <a:off x="3715" y="2318"/>
              <a:ext cx="595" cy="32"/>
            </a:xfrm>
            <a:custGeom>
              <a:avLst/>
              <a:ahLst/>
              <a:rect l="0" t="0" r="r" b="b"/>
              <a:pathLst>
                <a:path w="1007" h="55">
                  <a:moveTo>
                    <a:pt x="1007" y="55"/>
                  </a:move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199" name=""/>
            <p:cNvSpPr/>
            <p:nvPr/>
          </p:nvSpPr>
          <p:spPr>
            <a:xfrm rot="0">
              <a:off x="3715" y="2318"/>
              <a:ext cx="595" cy="32"/>
            </a:xfrm>
            <a:custGeom>
              <a:avLst/>
              <a:ahLst/>
              <a:rect l="0" t="0" r="r" b="b"/>
              <a:pathLst>
                <a:path w="1007" h="55">
                  <a:moveTo>
                    <a:pt x="1007" y="55"/>
                  </a:move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00" name=""/>
            <p:cNvSpPr/>
            <p:nvPr/>
          </p:nvSpPr>
          <p:spPr>
            <a:xfrm rot="0">
              <a:off x="3699" y="2318"/>
              <a:ext cx="16" cy="32"/>
            </a:xfrm>
            <a:custGeom>
              <a:avLst/>
              <a:ahLst/>
              <a:rect l="0" t="0" r="r" b="b"/>
              <a:pathLst>
                <a:path w="28" h="55">
                  <a:moveTo>
                    <a:pt x="28" y="28"/>
                  </a:moveTo>
                  <a:lnTo>
                    <a:pt x="28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201" name=""/>
            <p:cNvSpPr/>
            <p:nvPr/>
          </p:nvSpPr>
          <p:spPr>
            <a:xfrm rot="0">
              <a:off x="3699" y="2318"/>
              <a:ext cx="16" cy="32"/>
            </a:xfrm>
            <a:custGeom>
              <a:avLst/>
              <a:ahLst/>
              <a:rect l="0" t="0" r="r" b="b"/>
              <a:pathLst>
                <a:path w="28" h="55">
                  <a:moveTo>
                    <a:pt x="28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02" name=""/>
            <p:cNvSpPr/>
            <p:nvPr/>
          </p:nvSpPr>
          <p:spPr>
            <a:xfrm rot="0">
              <a:off x="4310" y="1114"/>
              <a:ext cx="16" cy="36"/>
            </a:xfrm>
            <a:custGeom>
              <a:avLst/>
              <a:ahLst/>
              <a:rect l="0" t="0" r="r" b="b"/>
              <a:pathLst>
                <a:path w="29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203" name=""/>
            <p:cNvSpPr/>
            <p:nvPr/>
          </p:nvSpPr>
          <p:spPr>
            <a:xfrm rot="0">
              <a:off x="4310" y="1114"/>
              <a:ext cx="16" cy="36"/>
            </a:xfrm>
            <a:custGeom>
              <a:avLst/>
              <a:ahLst/>
              <a:rect l="0" t="0" r="r" b="b"/>
              <a:pathLst>
                <a:path w="29" h="55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9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7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04" name=""/>
            <p:cNvSpPr/>
            <p:nvPr/>
          </p:nvSpPr>
          <p:spPr>
            <a:xfrm rot="0">
              <a:off x="3715" y="1114"/>
              <a:ext cx="595" cy="36"/>
            </a:xfrm>
            <a:custGeom>
              <a:avLst/>
              <a:ahLst/>
              <a:rect l="0" t="0" r="r" b="b"/>
              <a:pathLst>
                <a:path w="1007" h="55">
                  <a:moveTo>
                    <a:pt x="1007" y="55"/>
                  </a:move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205" name=""/>
            <p:cNvSpPr/>
            <p:nvPr/>
          </p:nvSpPr>
          <p:spPr>
            <a:xfrm rot="0">
              <a:off x="3715" y="1114"/>
              <a:ext cx="595" cy="36"/>
            </a:xfrm>
            <a:custGeom>
              <a:avLst/>
              <a:ahLst/>
              <a:rect l="0" t="0" r="r" b="b"/>
              <a:pathLst>
                <a:path w="1007" h="55">
                  <a:moveTo>
                    <a:pt x="1007" y="55"/>
                  </a:moveTo>
                  <a:lnTo>
                    <a:pt x="1007" y="28"/>
                  </a:lnTo>
                  <a:lnTo>
                    <a:pt x="1007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07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06" name=""/>
            <p:cNvSpPr/>
            <p:nvPr/>
          </p:nvSpPr>
          <p:spPr>
            <a:xfrm rot="0">
              <a:off x="3699" y="1114"/>
              <a:ext cx="16" cy="36"/>
            </a:xfrm>
            <a:custGeom>
              <a:avLst/>
              <a:ahLst/>
              <a:rect l="0" t="0" r="r" b="b"/>
              <a:pathLst>
                <a:path w="28" h="55">
                  <a:moveTo>
                    <a:pt x="28" y="28"/>
                  </a:moveTo>
                  <a:lnTo>
                    <a:pt x="28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69207" name=""/>
            <p:cNvSpPr/>
            <p:nvPr/>
          </p:nvSpPr>
          <p:spPr>
            <a:xfrm rot="0">
              <a:off x="3699" y="1114"/>
              <a:ext cx="16" cy="36"/>
            </a:xfrm>
            <a:custGeom>
              <a:avLst/>
              <a:ahLst/>
              <a:rect l="0" t="0" r="r" b="b"/>
              <a:pathLst>
                <a:path w="28" h="55">
                  <a:moveTo>
                    <a:pt x="28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08" name=""/>
            <p:cNvSpPr/>
            <p:nvPr/>
          </p:nvSpPr>
          <p:spPr>
            <a:xfrm rot="0" flipH="1">
              <a:off x="3502" y="2334"/>
              <a:ext cx="495" cy="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09" name=""/>
            <p:cNvSpPr/>
            <p:nvPr/>
          </p:nvSpPr>
          <p:spPr>
            <a:xfrm rot="0" flipH="1">
              <a:off x="3518" y="1134"/>
              <a:ext cx="489" cy="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9210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38</a:t>
            </a:r>
          </a:p>
        </p:txBody>
      </p:sp>
    </p:spTree>
  </p:cSld>
  <p:clrMapOvr>
    <a:masterClrMapping/>
  </p:clrMapOvr>
  <p:timing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4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9216" name=""/>
          <p:cNvSpPr/>
          <p:nvPr/>
        </p:nvSpPr>
        <p:spPr>
          <a:xfrm rot="0">
            <a:off x="3224212" y="3940175"/>
            <a:ext cx="3175" cy="3175"/>
          </a:xfrm>
          <a:prstGeom prst="line"/>
          <a:solidFill>
            <a:srgbClr val="FFFFFF"/>
          </a:solidFill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217" name=""/>
          <p:cNvSpPr/>
          <p:nvPr/>
        </p:nvSpPr>
        <p:spPr>
          <a:xfrm rot="0">
            <a:off x="3224212" y="5583237"/>
            <a:ext cx="3175" cy="3175"/>
          </a:xfrm>
          <a:prstGeom prst="line"/>
          <a:solidFill>
            <a:srgbClr val="FFFFFF"/>
          </a:solidFill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248" name=""/>
          <p:cNvGrpSpPr/>
          <p:nvPr/>
        </p:nvGrpSpPr>
        <p:grpSpPr>
          <a:xfrm rot="0">
            <a:off x="3246437" y="3940175"/>
            <a:ext cx="1100137" cy="1646237"/>
            <a:chOff x="2045" y="2482"/>
            <a:chExt cx="693" cy="1037"/>
          </a:xfrm>
        </p:grpSpPr>
        <p:sp>
          <p:nvSpPr>
            <p:cNvPr id="1069218" name=""/>
            <p:cNvSpPr/>
            <p:nvPr/>
          </p:nvSpPr>
          <p:spPr>
            <a:xfrm rot="0">
              <a:off x="2045" y="2482"/>
              <a:ext cx="693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19" name=""/>
            <p:cNvSpPr/>
            <p:nvPr/>
          </p:nvSpPr>
          <p:spPr>
            <a:xfrm rot="0">
              <a:off x="2045" y="3517"/>
              <a:ext cx="693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20" name=""/>
            <p:cNvSpPr/>
            <p:nvPr/>
          </p:nvSpPr>
          <p:spPr>
            <a:xfrm rot="0">
              <a:off x="2662" y="2520"/>
              <a:ext cx="2" cy="96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21" name=""/>
            <p:cNvSpPr/>
            <p:nvPr/>
          </p:nvSpPr>
          <p:spPr>
            <a:xfrm rot="0">
              <a:off x="2656" y="2482"/>
              <a:ext cx="14" cy="38"/>
            </a:xfrm>
            <a:custGeom>
              <a:avLst/>
              <a:ahLst/>
              <a:rect l="0" t="0" r="r" b="b"/>
              <a:pathLst>
                <a:path w="39" h="116">
                  <a:moveTo>
                    <a:pt x="0" y="116"/>
                  </a:moveTo>
                  <a:lnTo>
                    <a:pt x="39" y="116"/>
                  </a:lnTo>
                  <a:lnTo>
                    <a:pt x="20" y="0"/>
                  </a:lnTo>
                  <a:lnTo>
                    <a:pt x="0" y="116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22" name=""/>
            <p:cNvSpPr/>
            <p:nvPr/>
          </p:nvSpPr>
          <p:spPr>
            <a:xfrm rot="0">
              <a:off x="2656" y="2482"/>
              <a:ext cx="14" cy="38"/>
            </a:xfrm>
            <a:custGeom>
              <a:avLst/>
              <a:ahLst/>
              <a:rect l="0" t="0" r="r" b="b"/>
              <a:pathLst>
                <a:path w="39" h="116">
                  <a:moveTo>
                    <a:pt x="0" y="116"/>
                  </a:moveTo>
                  <a:lnTo>
                    <a:pt x="39" y="116"/>
                  </a:lnTo>
                  <a:lnTo>
                    <a:pt x="20" y="0"/>
                  </a:lnTo>
                  <a:lnTo>
                    <a:pt x="0" y="116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23" name=""/>
            <p:cNvSpPr/>
            <p:nvPr/>
          </p:nvSpPr>
          <p:spPr>
            <a:xfrm rot="0">
              <a:off x="2656" y="3480"/>
              <a:ext cx="14" cy="37"/>
            </a:xfrm>
            <a:custGeom>
              <a:avLst/>
              <a:ahLst/>
              <a:rect l="0" t="0" r="r" b="b"/>
              <a:pathLst>
                <a:path w="39" h="114">
                  <a:moveTo>
                    <a:pt x="0" y="0"/>
                  </a:moveTo>
                  <a:lnTo>
                    <a:pt x="39" y="0"/>
                  </a:lnTo>
                  <a:lnTo>
                    <a:pt x="20" y="114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24" name=""/>
            <p:cNvSpPr/>
            <p:nvPr/>
          </p:nvSpPr>
          <p:spPr>
            <a:xfrm rot="16200000">
              <a:off x="2464" y="2871"/>
              <a:ext cx="160" cy="192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000" lang="en-US">
                  <a:solidFill>
                    <a:srgbClr val="0000FF"/>
                  </a:solidFill>
                  <a:latin typeface="宋体" pitchFamily="2" charset="-122"/>
                </a:rPr>
                <a:t>Y2</a:t>
              </a:r>
            </a:p>
          </p:txBody>
        </p:sp>
        <p:sp>
          <p:nvSpPr>
            <p:cNvPr id="1069225" name=""/>
            <p:cNvSpPr/>
            <p:nvPr/>
          </p:nvSpPr>
          <p:spPr>
            <a:xfrm rot="0">
              <a:off x="2656" y="3480"/>
              <a:ext cx="14" cy="37"/>
            </a:xfrm>
            <a:custGeom>
              <a:avLst/>
              <a:ahLst/>
              <a:rect l="0" t="0" r="r" b="b"/>
              <a:pathLst>
                <a:path w="39" h="114">
                  <a:moveTo>
                    <a:pt x="0" y="0"/>
                  </a:moveTo>
                  <a:lnTo>
                    <a:pt x="39" y="0"/>
                  </a:lnTo>
                  <a:lnTo>
                    <a:pt x="20" y="114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26" name=""/>
            <p:cNvSpPr/>
            <p:nvPr/>
          </p:nvSpPr>
          <p:spPr>
            <a:xfrm rot="0">
              <a:off x="2662" y="3517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9227" name=""/>
          <p:cNvSpPr/>
          <p:nvPr/>
        </p:nvSpPr>
        <p:spPr>
          <a:xfrm rot="0">
            <a:off x="1566862" y="4405312"/>
            <a:ext cx="3175" cy="3175"/>
          </a:xfrm>
          <a:prstGeom prst="line"/>
          <a:solidFill>
            <a:srgbClr val="FFFFFF"/>
          </a:solidFill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228" name=""/>
          <p:cNvSpPr/>
          <p:nvPr/>
        </p:nvSpPr>
        <p:spPr>
          <a:xfrm rot="0">
            <a:off x="1566862" y="5118100"/>
            <a:ext cx="3175" cy="3175"/>
          </a:xfrm>
          <a:prstGeom prst="line"/>
          <a:solidFill>
            <a:srgbClr val="FFFFFF"/>
          </a:solidFill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249" name=""/>
          <p:cNvGrpSpPr/>
          <p:nvPr/>
        </p:nvGrpSpPr>
        <p:grpSpPr>
          <a:xfrm rot="0">
            <a:off x="762000" y="4405312"/>
            <a:ext cx="779462" cy="715962"/>
            <a:chOff x="480" y="2775"/>
            <a:chExt cx="491" cy="451"/>
          </a:xfrm>
        </p:grpSpPr>
        <p:sp>
          <p:nvSpPr>
            <p:cNvPr id="1069229" name=""/>
            <p:cNvSpPr/>
            <p:nvPr/>
          </p:nvSpPr>
          <p:spPr>
            <a:xfrm rot="0" flipH="1">
              <a:off x="632" y="2775"/>
              <a:ext cx="339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0" name=""/>
            <p:cNvSpPr/>
            <p:nvPr/>
          </p:nvSpPr>
          <p:spPr>
            <a:xfrm rot="0" flipH="1">
              <a:off x="632" y="3224"/>
              <a:ext cx="339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1" name=""/>
            <p:cNvSpPr/>
            <p:nvPr/>
          </p:nvSpPr>
          <p:spPr>
            <a:xfrm rot="0">
              <a:off x="706" y="2814"/>
              <a:ext cx="2" cy="37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2" name=""/>
            <p:cNvSpPr/>
            <p:nvPr/>
          </p:nvSpPr>
          <p:spPr>
            <a:xfrm rot="0">
              <a:off x="700" y="2775"/>
              <a:ext cx="14" cy="39"/>
            </a:xfrm>
            <a:custGeom>
              <a:avLst/>
              <a:ahLst/>
              <a:rect l="0" t="0" r="r" b="b"/>
              <a:pathLst>
                <a:path w="38" h="115">
                  <a:moveTo>
                    <a:pt x="0" y="115"/>
                  </a:moveTo>
                  <a:lnTo>
                    <a:pt x="38" y="115"/>
                  </a:lnTo>
                  <a:lnTo>
                    <a:pt x="18" y="0"/>
                  </a:lnTo>
                  <a:lnTo>
                    <a:pt x="0" y="115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3" name=""/>
            <p:cNvSpPr/>
            <p:nvPr/>
          </p:nvSpPr>
          <p:spPr>
            <a:xfrm rot="0">
              <a:off x="700" y="2775"/>
              <a:ext cx="14" cy="39"/>
            </a:xfrm>
            <a:custGeom>
              <a:avLst/>
              <a:ahLst/>
              <a:rect l="0" t="0" r="r" b="b"/>
              <a:pathLst>
                <a:path w="38" h="115">
                  <a:moveTo>
                    <a:pt x="0" y="115"/>
                  </a:moveTo>
                  <a:lnTo>
                    <a:pt x="38" y="115"/>
                  </a:lnTo>
                  <a:lnTo>
                    <a:pt x="18" y="0"/>
                  </a:lnTo>
                  <a:lnTo>
                    <a:pt x="0" y="115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4" name=""/>
            <p:cNvSpPr/>
            <p:nvPr/>
          </p:nvSpPr>
          <p:spPr>
            <a:xfrm rot="0">
              <a:off x="700" y="3187"/>
              <a:ext cx="14" cy="37"/>
            </a:xfrm>
            <a:custGeom>
              <a:avLst/>
              <a:ahLst/>
              <a:rect l="0" t="0" r="r" b="b"/>
              <a:pathLst>
                <a:path w="38" h="114">
                  <a:moveTo>
                    <a:pt x="0" y="0"/>
                  </a:moveTo>
                  <a:lnTo>
                    <a:pt x="38" y="0"/>
                  </a:lnTo>
                  <a:lnTo>
                    <a:pt x="18" y="114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5" name=""/>
            <p:cNvSpPr/>
            <p:nvPr/>
          </p:nvSpPr>
          <p:spPr>
            <a:xfrm rot="16200000">
              <a:off x="496" y="2871"/>
              <a:ext cx="160" cy="192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000" lang="en-US">
                  <a:solidFill>
                    <a:srgbClr val="0000FF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69236" name=""/>
            <p:cNvSpPr/>
            <p:nvPr/>
          </p:nvSpPr>
          <p:spPr>
            <a:xfrm rot="0">
              <a:off x="700" y="3187"/>
              <a:ext cx="14" cy="37"/>
            </a:xfrm>
            <a:custGeom>
              <a:avLst/>
              <a:ahLst/>
              <a:rect l="0" t="0" r="r" b="b"/>
              <a:pathLst>
                <a:path w="38" h="114">
                  <a:moveTo>
                    <a:pt x="0" y="0"/>
                  </a:moveTo>
                  <a:lnTo>
                    <a:pt x="38" y="0"/>
                  </a:lnTo>
                  <a:lnTo>
                    <a:pt x="18" y="114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37" name=""/>
            <p:cNvSpPr/>
            <p:nvPr/>
          </p:nvSpPr>
          <p:spPr>
            <a:xfrm rot="0">
              <a:off x="706" y="3224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9238" name=""/>
          <p:cNvSpPr/>
          <p:nvPr/>
        </p:nvSpPr>
        <p:spPr>
          <a:xfrm rot="0">
            <a:off x="3224212" y="3940175"/>
            <a:ext cx="3175" cy="1643062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250" name=""/>
          <p:cNvGrpSpPr/>
          <p:nvPr/>
        </p:nvGrpSpPr>
        <p:grpSpPr>
          <a:xfrm rot="0">
            <a:off x="2743200" y="4405312"/>
            <a:ext cx="11112" cy="712787"/>
            <a:chOff x="1728" y="2775"/>
            <a:chExt cx="7" cy="449"/>
          </a:xfrm>
        </p:grpSpPr>
        <p:grpSp>
          <p:nvGrpSpPr>
            <p:cNvPr id="251" name=""/>
            <p:cNvGrpSpPr/>
            <p:nvPr/>
          </p:nvGrpSpPr>
          <p:grpSpPr>
            <a:xfrm rot="0">
              <a:off x="1728" y="2775"/>
              <a:ext cx="2" cy="449"/>
              <a:chOff x="1733" y="2775"/>
              <a:chExt cx="2" cy="449"/>
            </a:xfrm>
          </p:grpSpPr>
          <p:sp>
            <p:nvSpPr>
              <p:cNvPr id="1069239" name=""/>
              <p:cNvSpPr/>
              <p:nvPr/>
            </p:nvSpPr>
            <p:spPr>
              <a:xfrm rot="0">
                <a:off x="1733" y="2775"/>
                <a:ext cx="2" cy="4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40" name=""/>
              <p:cNvSpPr/>
              <p:nvPr/>
            </p:nvSpPr>
            <p:spPr>
              <a:xfrm rot="0">
                <a:off x="1733" y="2844"/>
                <a:ext cx="2" cy="56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41" name=""/>
              <p:cNvSpPr/>
              <p:nvPr/>
            </p:nvSpPr>
            <p:spPr>
              <a:xfrm rot="0">
                <a:off x="1733" y="3015"/>
                <a:ext cx="2" cy="5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42" name=""/>
              <p:cNvSpPr/>
              <p:nvPr/>
            </p:nvSpPr>
            <p:spPr>
              <a:xfrm rot="0">
                <a:off x="1733" y="3099"/>
                <a:ext cx="2" cy="5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43" name=""/>
              <p:cNvSpPr/>
              <p:nvPr/>
            </p:nvSpPr>
            <p:spPr>
              <a:xfrm rot="0">
                <a:off x="1733" y="3185"/>
                <a:ext cx="2" cy="3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69244" name=""/>
            <p:cNvSpPr/>
            <p:nvPr/>
          </p:nvSpPr>
          <p:spPr>
            <a:xfrm rot="0">
              <a:off x="1733" y="2929"/>
              <a:ext cx="2" cy="57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52" name=""/>
          <p:cNvGrpSpPr/>
          <p:nvPr/>
        </p:nvGrpSpPr>
        <p:grpSpPr>
          <a:xfrm rot="0">
            <a:off x="1400175" y="3813175"/>
            <a:ext cx="2471737" cy="1900237"/>
            <a:chOff x="882" y="2402"/>
            <a:chExt cx="1557" cy="1197"/>
          </a:xfrm>
        </p:grpSpPr>
        <p:sp>
          <p:nvSpPr>
            <p:cNvPr id="1069245" name=""/>
            <p:cNvSpPr/>
            <p:nvPr/>
          </p:nvSpPr>
          <p:spPr>
            <a:xfrm rot="0" flipH="1">
              <a:off x="2201" y="3000"/>
              <a:ext cx="23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46" name=""/>
            <p:cNvSpPr/>
            <p:nvPr/>
          </p:nvSpPr>
          <p:spPr>
            <a:xfrm rot="0" flipH="1">
              <a:off x="2088" y="3000"/>
              <a:ext cx="5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47" name=""/>
            <p:cNvSpPr/>
            <p:nvPr/>
          </p:nvSpPr>
          <p:spPr>
            <a:xfrm rot="0" flipH="1">
              <a:off x="1746" y="3000"/>
              <a:ext cx="285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48" name=""/>
            <p:cNvSpPr/>
            <p:nvPr/>
          </p:nvSpPr>
          <p:spPr>
            <a:xfrm rot="0" flipH="1">
              <a:off x="1633" y="3000"/>
              <a:ext cx="5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49" name=""/>
            <p:cNvSpPr/>
            <p:nvPr/>
          </p:nvSpPr>
          <p:spPr>
            <a:xfrm rot="0" flipH="1">
              <a:off x="1292" y="3000"/>
              <a:ext cx="285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50" name=""/>
            <p:cNvSpPr/>
            <p:nvPr/>
          </p:nvSpPr>
          <p:spPr>
            <a:xfrm rot="0" flipH="1">
              <a:off x="1178" y="3000"/>
              <a:ext cx="5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51" name=""/>
            <p:cNvSpPr/>
            <p:nvPr/>
          </p:nvSpPr>
          <p:spPr>
            <a:xfrm rot="0" flipH="1">
              <a:off x="882" y="3000"/>
              <a:ext cx="2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253" name=""/>
            <p:cNvGrpSpPr/>
            <p:nvPr/>
          </p:nvGrpSpPr>
          <p:grpSpPr>
            <a:xfrm rot="0">
              <a:off x="1007" y="2402"/>
              <a:ext cx="1345" cy="1197"/>
              <a:chOff x="987" y="2402"/>
              <a:chExt cx="1345" cy="1197"/>
            </a:xfrm>
          </p:grpSpPr>
          <p:sp>
            <p:nvSpPr>
              <p:cNvPr id="1069252" name=""/>
              <p:cNvSpPr/>
              <p:nvPr/>
            </p:nvSpPr>
            <p:spPr>
              <a:xfrm rot="0">
                <a:off x="987" y="3373"/>
                <a:ext cx="74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3" name=""/>
              <p:cNvSpPr/>
              <p:nvPr/>
            </p:nvSpPr>
            <p:spPr>
              <a:xfrm rot="0" flipH="1">
                <a:off x="987" y="2627"/>
                <a:ext cx="74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4" name=""/>
              <p:cNvSpPr/>
              <p:nvPr/>
            </p:nvSpPr>
            <p:spPr>
              <a:xfrm rot="0" flipV="1">
                <a:off x="987" y="3224"/>
                <a:ext cx="2" cy="149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5" name=""/>
              <p:cNvSpPr/>
              <p:nvPr/>
            </p:nvSpPr>
            <p:spPr>
              <a:xfrm rot="0" flipV="1">
                <a:off x="987" y="2775"/>
                <a:ext cx="2" cy="449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6" name=""/>
              <p:cNvSpPr/>
              <p:nvPr/>
            </p:nvSpPr>
            <p:spPr>
              <a:xfrm rot="0" flipV="1">
                <a:off x="987" y="2627"/>
                <a:ext cx="2" cy="148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7" name=""/>
              <p:cNvSpPr/>
              <p:nvPr/>
            </p:nvSpPr>
            <p:spPr>
              <a:xfrm rot="0" flipV="1">
                <a:off x="2330" y="2402"/>
                <a:ext cx="2" cy="1195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8" name=""/>
              <p:cNvSpPr/>
              <p:nvPr/>
            </p:nvSpPr>
            <p:spPr>
              <a:xfrm rot="0">
                <a:off x="1733" y="3597"/>
                <a:ext cx="597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59" name=""/>
              <p:cNvSpPr/>
              <p:nvPr/>
            </p:nvSpPr>
            <p:spPr>
              <a:xfrm rot="0" flipH="1">
                <a:off x="1733" y="2402"/>
                <a:ext cx="597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grpSp>
        <p:nvGrpSpPr>
          <p:cNvPr id="254" name=""/>
          <p:cNvGrpSpPr/>
          <p:nvPr/>
        </p:nvGrpSpPr>
        <p:grpSpPr>
          <a:xfrm rot="0">
            <a:off x="5329237" y="152400"/>
            <a:ext cx="1641475" cy="1622425"/>
            <a:chOff x="3357" y="96"/>
            <a:chExt cx="1034" cy="1022"/>
          </a:xfrm>
        </p:grpSpPr>
        <p:sp>
          <p:nvSpPr>
            <p:cNvPr id="1069260" name=""/>
            <p:cNvSpPr/>
            <p:nvPr/>
          </p:nvSpPr>
          <p:spPr>
            <a:xfrm rot="0" flipV="1">
              <a:off x="3357" y="232"/>
              <a:ext cx="2" cy="8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1" name=""/>
            <p:cNvSpPr/>
            <p:nvPr/>
          </p:nvSpPr>
          <p:spPr>
            <a:xfrm rot="0" flipV="1">
              <a:off x="4389" y="232"/>
              <a:ext cx="2" cy="8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2" name=""/>
            <p:cNvSpPr/>
            <p:nvPr/>
          </p:nvSpPr>
          <p:spPr>
            <a:xfrm rot="0">
              <a:off x="3394" y="306"/>
              <a:ext cx="95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3" name=""/>
            <p:cNvSpPr/>
            <p:nvPr/>
          </p:nvSpPr>
          <p:spPr>
            <a:xfrm rot="0">
              <a:off x="3357" y="300"/>
              <a:ext cx="37" cy="12"/>
            </a:xfrm>
            <a:custGeom>
              <a:avLst/>
              <a:ahLst/>
              <a:rect l="0" t="0" r="r" b="b"/>
              <a:pathLst>
                <a:path w="115" h="38">
                  <a:moveTo>
                    <a:pt x="115" y="0"/>
                  </a:moveTo>
                  <a:lnTo>
                    <a:pt x="115" y="38"/>
                  </a:lnTo>
                  <a:lnTo>
                    <a:pt x="0" y="19"/>
                  </a:lnTo>
                  <a:lnTo>
                    <a:pt x="115" y="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4" name=""/>
            <p:cNvSpPr/>
            <p:nvPr/>
          </p:nvSpPr>
          <p:spPr>
            <a:xfrm rot="0">
              <a:off x="3357" y="300"/>
              <a:ext cx="37" cy="12"/>
            </a:xfrm>
            <a:custGeom>
              <a:avLst/>
              <a:ahLst/>
              <a:rect l="0" t="0" r="r" b="b"/>
              <a:pathLst>
                <a:path w="115" h="38">
                  <a:moveTo>
                    <a:pt x="115" y="0"/>
                  </a:moveTo>
                  <a:lnTo>
                    <a:pt x="115" y="38"/>
                  </a:lnTo>
                  <a:lnTo>
                    <a:pt x="0" y="19"/>
                  </a:lnTo>
                  <a:lnTo>
                    <a:pt x="115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5" name=""/>
            <p:cNvSpPr/>
            <p:nvPr/>
          </p:nvSpPr>
          <p:spPr>
            <a:xfrm rot="0">
              <a:off x="4352" y="300"/>
              <a:ext cx="37" cy="12"/>
            </a:xfrm>
            <a:custGeom>
              <a:avLst/>
              <a:ahLst/>
              <a:rect l="0" t="0" r="r" b="b"/>
              <a:pathLst>
                <a:path w="114" h="38">
                  <a:moveTo>
                    <a:pt x="0" y="0"/>
                  </a:moveTo>
                  <a:lnTo>
                    <a:pt x="0" y="38"/>
                  </a:lnTo>
                  <a:lnTo>
                    <a:pt x="114" y="19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6" name=""/>
            <p:cNvSpPr/>
            <p:nvPr/>
          </p:nvSpPr>
          <p:spPr>
            <a:xfrm rot="0">
              <a:off x="3813" y="96"/>
              <a:ext cx="160" cy="192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000" lang="en-US">
                  <a:solidFill>
                    <a:srgbClr val="0000FF"/>
                  </a:solidFill>
                  <a:latin typeface="宋体" pitchFamily="2" charset="-122"/>
                </a:rPr>
                <a:t>Y2</a:t>
              </a:r>
            </a:p>
          </p:txBody>
        </p:sp>
        <p:sp>
          <p:nvSpPr>
            <p:cNvPr id="1069267" name=""/>
            <p:cNvSpPr/>
            <p:nvPr/>
          </p:nvSpPr>
          <p:spPr>
            <a:xfrm rot="0">
              <a:off x="4352" y="300"/>
              <a:ext cx="37" cy="12"/>
            </a:xfrm>
            <a:custGeom>
              <a:avLst/>
              <a:ahLst/>
              <a:rect l="0" t="0" r="r" b="b"/>
              <a:pathLst>
                <a:path w="114" h="38">
                  <a:moveTo>
                    <a:pt x="0" y="0"/>
                  </a:moveTo>
                  <a:lnTo>
                    <a:pt x="0" y="38"/>
                  </a:lnTo>
                  <a:lnTo>
                    <a:pt x="114" y="1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68" name=""/>
            <p:cNvSpPr/>
            <p:nvPr/>
          </p:nvSpPr>
          <p:spPr>
            <a:xfrm rot="0">
              <a:off x="4389" y="306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55" name=""/>
          <p:cNvGrpSpPr/>
          <p:nvPr/>
        </p:nvGrpSpPr>
        <p:grpSpPr>
          <a:xfrm rot="0">
            <a:off x="5794375" y="533400"/>
            <a:ext cx="712787" cy="1241425"/>
            <a:chOff x="3650" y="336"/>
            <a:chExt cx="449" cy="782"/>
          </a:xfrm>
        </p:grpSpPr>
        <p:sp>
          <p:nvSpPr>
            <p:cNvPr id="1069269" name=""/>
            <p:cNvSpPr/>
            <p:nvPr/>
          </p:nvSpPr>
          <p:spPr>
            <a:xfrm rot="0">
              <a:off x="3815" y="336"/>
              <a:ext cx="160" cy="192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000" lang="en-US">
                  <a:solidFill>
                    <a:srgbClr val="0000FF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69270" name=""/>
            <p:cNvSpPr/>
            <p:nvPr/>
          </p:nvSpPr>
          <p:spPr>
            <a:xfrm rot="0" flipV="1">
              <a:off x="3650" y="443"/>
              <a:ext cx="2" cy="67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1" name=""/>
            <p:cNvSpPr/>
            <p:nvPr/>
          </p:nvSpPr>
          <p:spPr>
            <a:xfrm rot="0" flipV="1">
              <a:off x="4097" y="443"/>
              <a:ext cx="2" cy="67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2" name=""/>
            <p:cNvSpPr/>
            <p:nvPr/>
          </p:nvSpPr>
          <p:spPr>
            <a:xfrm rot="0">
              <a:off x="3687" y="517"/>
              <a:ext cx="37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3" name=""/>
            <p:cNvSpPr/>
            <p:nvPr/>
          </p:nvSpPr>
          <p:spPr>
            <a:xfrm rot="0">
              <a:off x="3650" y="511"/>
              <a:ext cx="37" cy="12"/>
            </a:xfrm>
            <a:custGeom>
              <a:avLst/>
              <a:ahLst/>
              <a:rect l="0" t="0" r="r" b="b"/>
              <a:pathLst>
                <a:path w="115" h="38">
                  <a:moveTo>
                    <a:pt x="115" y="0"/>
                  </a:moveTo>
                  <a:lnTo>
                    <a:pt x="115" y="38"/>
                  </a:lnTo>
                  <a:lnTo>
                    <a:pt x="0" y="19"/>
                  </a:lnTo>
                  <a:lnTo>
                    <a:pt x="115" y="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4" name=""/>
            <p:cNvSpPr/>
            <p:nvPr/>
          </p:nvSpPr>
          <p:spPr>
            <a:xfrm rot="0">
              <a:off x="3650" y="511"/>
              <a:ext cx="37" cy="12"/>
            </a:xfrm>
            <a:custGeom>
              <a:avLst/>
              <a:ahLst/>
              <a:rect l="0" t="0" r="r" b="b"/>
              <a:pathLst>
                <a:path w="115" h="38">
                  <a:moveTo>
                    <a:pt x="115" y="0"/>
                  </a:moveTo>
                  <a:lnTo>
                    <a:pt x="115" y="38"/>
                  </a:lnTo>
                  <a:lnTo>
                    <a:pt x="0" y="19"/>
                  </a:lnTo>
                  <a:lnTo>
                    <a:pt x="115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5" name=""/>
            <p:cNvSpPr/>
            <p:nvPr/>
          </p:nvSpPr>
          <p:spPr>
            <a:xfrm rot="0">
              <a:off x="4059" y="511"/>
              <a:ext cx="38" cy="12"/>
            </a:xfrm>
            <a:custGeom>
              <a:avLst/>
              <a:ahLst/>
              <a:rect l="0" t="0" r="r" b="b"/>
              <a:pathLst>
                <a:path w="115" h="38">
                  <a:moveTo>
                    <a:pt x="0" y="0"/>
                  </a:moveTo>
                  <a:lnTo>
                    <a:pt x="0" y="38"/>
                  </a:lnTo>
                  <a:lnTo>
                    <a:pt x="115" y="19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6" name=""/>
            <p:cNvSpPr/>
            <p:nvPr/>
          </p:nvSpPr>
          <p:spPr>
            <a:xfrm rot="0">
              <a:off x="4059" y="511"/>
              <a:ext cx="38" cy="12"/>
            </a:xfrm>
            <a:custGeom>
              <a:avLst/>
              <a:ahLst/>
              <a:rect l="0" t="0" r="r" b="b"/>
              <a:pathLst>
                <a:path w="115" h="38">
                  <a:moveTo>
                    <a:pt x="0" y="0"/>
                  </a:moveTo>
                  <a:lnTo>
                    <a:pt x="0" y="38"/>
                  </a:lnTo>
                  <a:lnTo>
                    <a:pt x="115" y="1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277" name=""/>
            <p:cNvSpPr/>
            <p:nvPr/>
          </p:nvSpPr>
          <p:spPr>
            <a:xfrm rot="0">
              <a:off x="4097" y="517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56" name=""/>
          <p:cNvGrpSpPr/>
          <p:nvPr/>
        </p:nvGrpSpPr>
        <p:grpSpPr>
          <a:xfrm rot="0">
            <a:off x="1343025" y="1006475"/>
            <a:ext cx="5972175" cy="2360612"/>
            <a:chOff x="846" y="634"/>
            <a:chExt cx="3762" cy="1487"/>
          </a:xfrm>
        </p:grpSpPr>
        <p:grpSp>
          <p:nvGrpSpPr>
            <p:cNvPr id="257" name=""/>
            <p:cNvGrpSpPr/>
            <p:nvPr/>
          </p:nvGrpSpPr>
          <p:grpSpPr>
            <a:xfrm rot="0">
              <a:off x="846" y="835"/>
              <a:ext cx="1652" cy="1197"/>
              <a:chOff x="846" y="835"/>
              <a:chExt cx="1652" cy="1197"/>
            </a:xfrm>
          </p:grpSpPr>
          <p:sp>
            <p:nvSpPr>
              <p:cNvPr id="1069278" name=""/>
              <p:cNvSpPr/>
              <p:nvPr/>
            </p:nvSpPr>
            <p:spPr>
              <a:xfrm rot="0" flipH="1">
                <a:off x="2213" y="1432"/>
                <a:ext cx="28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79" name=""/>
              <p:cNvSpPr/>
              <p:nvPr/>
            </p:nvSpPr>
            <p:spPr>
              <a:xfrm rot="0" flipH="1">
                <a:off x="2100" y="1432"/>
                <a:ext cx="5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0" name=""/>
              <p:cNvSpPr/>
              <p:nvPr/>
            </p:nvSpPr>
            <p:spPr>
              <a:xfrm rot="0" flipH="1">
                <a:off x="1758" y="1432"/>
                <a:ext cx="28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1" name=""/>
              <p:cNvSpPr/>
              <p:nvPr/>
            </p:nvSpPr>
            <p:spPr>
              <a:xfrm rot="0" flipH="1">
                <a:off x="1645" y="1432"/>
                <a:ext cx="5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2" name=""/>
              <p:cNvSpPr/>
              <p:nvPr/>
            </p:nvSpPr>
            <p:spPr>
              <a:xfrm rot="0" flipH="1">
                <a:off x="1303" y="1432"/>
                <a:ext cx="28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3" name=""/>
              <p:cNvSpPr/>
              <p:nvPr/>
            </p:nvSpPr>
            <p:spPr>
              <a:xfrm rot="0" flipH="1">
                <a:off x="1190" y="1432"/>
                <a:ext cx="5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4" name=""/>
              <p:cNvSpPr/>
              <p:nvPr/>
            </p:nvSpPr>
            <p:spPr>
              <a:xfrm rot="0" flipH="1">
                <a:off x="846" y="1432"/>
                <a:ext cx="28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5" name=""/>
              <p:cNvSpPr/>
              <p:nvPr/>
            </p:nvSpPr>
            <p:spPr>
              <a:xfrm rot="0">
                <a:off x="987" y="1805"/>
                <a:ext cx="74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6" name=""/>
              <p:cNvSpPr/>
              <p:nvPr/>
            </p:nvSpPr>
            <p:spPr>
              <a:xfrm rot="0" flipH="1">
                <a:off x="987" y="1134"/>
                <a:ext cx="74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7" name=""/>
              <p:cNvSpPr/>
              <p:nvPr/>
            </p:nvSpPr>
            <p:spPr>
              <a:xfrm rot="0" flipV="1">
                <a:off x="987" y="1134"/>
                <a:ext cx="2" cy="671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8" name=""/>
              <p:cNvSpPr/>
              <p:nvPr/>
            </p:nvSpPr>
            <p:spPr>
              <a:xfrm rot="0" flipV="1">
                <a:off x="1733" y="1134"/>
                <a:ext cx="2" cy="896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89" name=""/>
              <p:cNvSpPr/>
              <p:nvPr/>
            </p:nvSpPr>
            <p:spPr>
              <a:xfrm rot="0" flipV="1">
                <a:off x="2330" y="835"/>
                <a:ext cx="2" cy="597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0" name=""/>
              <p:cNvSpPr/>
              <p:nvPr/>
            </p:nvSpPr>
            <p:spPr>
              <a:xfrm rot="0">
                <a:off x="1733" y="2030"/>
                <a:ext cx="597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1" name=""/>
              <p:cNvSpPr/>
              <p:nvPr/>
            </p:nvSpPr>
            <p:spPr>
              <a:xfrm rot="0" flipV="1">
                <a:off x="2330" y="1432"/>
                <a:ext cx="2" cy="598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2" name=""/>
              <p:cNvSpPr/>
              <p:nvPr/>
            </p:nvSpPr>
            <p:spPr>
              <a:xfrm rot="0" flipH="1">
                <a:off x="1733" y="1134"/>
                <a:ext cx="298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3" name=""/>
              <p:cNvSpPr/>
              <p:nvPr/>
            </p:nvSpPr>
            <p:spPr>
              <a:xfrm rot="0" flipH="1">
                <a:off x="2031" y="835"/>
                <a:ext cx="299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4" name=""/>
              <p:cNvSpPr/>
              <p:nvPr/>
            </p:nvSpPr>
            <p:spPr>
              <a:xfrm rot="0">
                <a:off x="2031" y="835"/>
                <a:ext cx="2" cy="299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258" name=""/>
            <p:cNvGrpSpPr/>
            <p:nvPr/>
          </p:nvGrpSpPr>
          <p:grpSpPr>
            <a:xfrm rot="0">
              <a:off x="3119" y="634"/>
              <a:ext cx="1489" cy="1487"/>
              <a:chOff x="3119" y="634"/>
              <a:chExt cx="1489" cy="1487"/>
            </a:xfrm>
          </p:grpSpPr>
          <p:sp>
            <p:nvSpPr>
              <p:cNvPr id="1069295" name=""/>
              <p:cNvSpPr/>
              <p:nvPr/>
            </p:nvSpPr>
            <p:spPr>
              <a:xfrm rot="0">
                <a:off x="3357" y="1134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6" name=""/>
              <p:cNvSpPr/>
              <p:nvPr/>
            </p:nvSpPr>
            <p:spPr>
              <a:xfrm rot="0">
                <a:off x="4389" y="1134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7" name=""/>
              <p:cNvSpPr/>
              <p:nvPr/>
            </p:nvSpPr>
            <p:spPr>
              <a:xfrm rot="0">
                <a:off x="3650" y="1134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8" name=""/>
              <p:cNvSpPr/>
              <p:nvPr/>
            </p:nvSpPr>
            <p:spPr>
              <a:xfrm rot="0">
                <a:off x="4097" y="1134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299" name=""/>
              <p:cNvSpPr/>
              <p:nvPr/>
            </p:nvSpPr>
            <p:spPr>
              <a:xfrm rot="0">
                <a:off x="3119" y="1432"/>
                <a:ext cx="20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0" name=""/>
              <p:cNvSpPr/>
              <p:nvPr/>
            </p:nvSpPr>
            <p:spPr>
              <a:xfrm rot="0">
                <a:off x="3380" y="1432"/>
                <a:ext cx="5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1" name=""/>
              <p:cNvSpPr/>
              <p:nvPr/>
            </p:nvSpPr>
            <p:spPr>
              <a:xfrm rot="0">
                <a:off x="3493" y="1432"/>
                <a:ext cx="28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2" name=""/>
              <p:cNvSpPr/>
              <p:nvPr/>
            </p:nvSpPr>
            <p:spPr>
              <a:xfrm rot="0">
                <a:off x="3835" y="1432"/>
                <a:ext cx="5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3" name=""/>
              <p:cNvSpPr/>
              <p:nvPr/>
            </p:nvSpPr>
            <p:spPr>
              <a:xfrm rot="0">
                <a:off x="3948" y="1432"/>
                <a:ext cx="28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4" name=""/>
              <p:cNvSpPr/>
              <p:nvPr/>
            </p:nvSpPr>
            <p:spPr>
              <a:xfrm rot="0">
                <a:off x="4290" y="1432"/>
                <a:ext cx="5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5" name=""/>
              <p:cNvSpPr/>
              <p:nvPr/>
            </p:nvSpPr>
            <p:spPr>
              <a:xfrm rot="0">
                <a:off x="4403" y="1432"/>
                <a:ext cx="20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6" name=""/>
              <p:cNvSpPr/>
              <p:nvPr/>
            </p:nvSpPr>
            <p:spPr>
              <a:xfrm rot="0" flipH="1">
                <a:off x="3650" y="1134"/>
                <a:ext cx="447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7" name=""/>
              <p:cNvSpPr/>
              <p:nvPr/>
            </p:nvSpPr>
            <p:spPr>
              <a:xfrm rot="0">
                <a:off x="3501" y="1134"/>
                <a:ext cx="746" cy="671"/>
              </a:xfrm>
              <a:custGeom>
                <a:avLst/>
                <a:ahLst/>
                <a:rect l="0" t="0" r="r" b="b"/>
                <a:pathLst>
                  <a:path w="2292" h="2065">
                    <a:moveTo>
                      <a:pt x="458" y="0"/>
                    </a:moveTo>
                    <a:lnTo>
                      <a:pt x="388" y="56"/>
                    </a:lnTo>
                    <a:lnTo>
                      <a:pt x="324" y="117"/>
                    </a:lnTo>
                    <a:lnTo>
                      <a:pt x="264" y="184"/>
                    </a:lnTo>
                    <a:lnTo>
                      <a:pt x="209" y="255"/>
                    </a:lnTo>
                    <a:lnTo>
                      <a:pt x="161" y="330"/>
                    </a:lnTo>
                    <a:lnTo>
                      <a:pt x="118" y="410"/>
                    </a:lnTo>
                    <a:lnTo>
                      <a:pt x="82" y="491"/>
                    </a:lnTo>
                    <a:lnTo>
                      <a:pt x="52" y="575"/>
                    </a:lnTo>
                    <a:lnTo>
                      <a:pt x="28" y="662"/>
                    </a:lnTo>
                    <a:lnTo>
                      <a:pt x="12" y="750"/>
                    </a:lnTo>
                    <a:lnTo>
                      <a:pt x="2" y="839"/>
                    </a:lnTo>
                    <a:lnTo>
                      <a:pt x="0" y="928"/>
                    </a:lnTo>
                    <a:lnTo>
                      <a:pt x="4" y="1018"/>
                    </a:lnTo>
                    <a:lnTo>
                      <a:pt x="15" y="1107"/>
                    </a:lnTo>
                    <a:lnTo>
                      <a:pt x="33" y="1195"/>
                    </a:lnTo>
                    <a:lnTo>
                      <a:pt x="58" y="1280"/>
                    </a:lnTo>
                    <a:lnTo>
                      <a:pt x="90" y="1364"/>
                    </a:lnTo>
                    <a:lnTo>
                      <a:pt x="128" y="1446"/>
                    </a:lnTo>
                    <a:lnTo>
                      <a:pt x="172" y="1523"/>
                    </a:lnTo>
                    <a:lnTo>
                      <a:pt x="222" y="1597"/>
                    </a:lnTo>
                    <a:lnTo>
                      <a:pt x="278" y="1667"/>
                    </a:lnTo>
                    <a:lnTo>
                      <a:pt x="339" y="1733"/>
                    </a:lnTo>
                    <a:lnTo>
                      <a:pt x="405" y="1793"/>
                    </a:lnTo>
                    <a:lnTo>
                      <a:pt x="476" y="1848"/>
                    </a:lnTo>
                    <a:lnTo>
                      <a:pt x="550" y="1897"/>
                    </a:lnTo>
                    <a:lnTo>
                      <a:pt x="628" y="1942"/>
                    </a:lnTo>
                    <a:lnTo>
                      <a:pt x="709" y="1979"/>
                    </a:lnTo>
                    <a:lnTo>
                      <a:pt x="794" y="2009"/>
                    </a:lnTo>
                    <a:lnTo>
                      <a:pt x="879" y="2033"/>
                    </a:lnTo>
                    <a:lnTo>
                      <a:pt x="968" y="2051"/>
                    </a:lnTo>
                    <a:lnTo>
                      <a:pt x="1056" y="2061"/>
                    </a:lnTo>
                    <a:lnTo>
                      <a:pt x="1146" y="2065"/>
                    </a:lnTo>
                    <a:lnTo>
                      <a:pt x="1235" y="2061"/>
                    </a:lnTo>
                    <a:lnTo>
                      <a:pt x="1324" y="2051"/>
                    </a:lnTo>
                    <a:lnTo>
                      <a:pt x="1412" y="2033"/>
                    </a:lnTo>
                    <a:lnTo>
                      <a:pt x="1497" y="2009"/>
                    </a:lnTo>
                    <a:lnTo>
                      <a:pt x="1582" y="1979"/>
                    </a:lnTo>
                    <a:lnTo>
                      <a:pt x="1663" y="1942"/>
                    </a:lnTo>
                    <a:lnTo>
                      <a:pt x="1741" y="1897"/>
                    </a:lnTo>
                    <a:lnTo>
                      <a:pt x="1816" y="1848"/>
                    </a:lnTo>
                    <a:lnTo>
                      <a:pt x="1886" y="1793"/>
                    </a:lnTo>
                    <a:lnTo>
                      <a:pt x="1952" y="1733"/>
                    </a:lnTo>
                    <a:lnTo>
                      <a:pt x="2014" y="1667"/>
                    </a:lnTo>
                    <a:lnTo>
                      <a:pt x="2069" y="1597"/>
                    </a:lnTo>
                    <a:lnTo>
                      <a:pt x="2120" y="1523"/>
                    </a:lnTo>
                    <a:lnTo>
                      <a:pt x="2163" y="1446"/>
                    </a:lnTo>
                    <a:lnTo>
                      <a:pt x="2201" y="1364"/>
                    </a:lnTo>
                    <a:lnTo>
                      <a:pt x="2233" y="1280"/>
                    </a:lnTo>
                    <a:lnTo>
                      <a:pt x="2258" y="1195"/>
                    </a:lnTo>
                    <a:lnTo>
                      <a:pt x="2276" y="1107"/>
                    </a:lnTo>
                    <a:lnTo>
                      <a:pt x="2288" y="1018"/>
                    </a:lnTo>
                    <a:lnTo>
                      <a:pt x="2292" y="928"/>
                    </a:lnTo>
                    <a:lnTo>
                      <a:pt x="2290" y="839"/>
                    </a:lnTo>
                    <a:lnTo>
                      <a:pt x="2279" y="750"/>
                    </a:lnTo>
                    <a:lnTo>
                      <a:pt x="2263" y="662"/>
                    </a:lnTo>
                    <a:lnTo>
                      <a:pt x="2240" y="575"/>
                    </a:lnTo>
                    <a:lnTo>
                      <a:pt x="2209" y="491"/>
                    </a:lnTo>
                    <a:lnTo>
                      <a:pt x="2173" y="410"/>
                    </a:lnTo>
                    <a:lnTo>
                      <a:pt x="2130" y="330"/>
                    </a:lnTo>
                    <a:lnTo>
                      <a:pt x="2082" y="255"/>
                    </a:lnTo>
                    <a:lnTo>
                      <a:pt x="2027" y="184"/>
                    </a:lnTo>
                    <a:lnTo>
                      <a:pt x="1968" y="117"/>
                    </a:lnTo>
                    <a:lnTo>
                      <a:pt x="1903" y="56"/>
                    </a:lnTo>
                    <a:lnTo>
                      <a:pt x="1834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8" name=""/>
              <p:cNvSpPr/>
              <p:nvPr/>
            </p:nvSpPr>
            <p:spPr>
              <a:xfrm rot="0">
                <a:off x="3277" y="1134"/>
                <a:ext cx="1192" cy="896"/>
              </a:xfrm>
              <a:custGeom>
                <a:avLst/>
                <a:ahLst/>
                <a:rect l="0" t="0" r="r" b="b"/>
                <a:pathLst>
                  <a:path w="3667" h="2752">
                    <a:moveTo>
                      <a:pt x="245" y="0"/>
                    </a:moveTo>
                    <a:lnTo>
                      <a:pt x="191" y="101"/>
                    </a:lnTo>
                    <a:lnTo>
                      <a:pt x="143" y="205"/>
                    </a:lnTo>
                    <a:lnTo>
                      <a:pt x="102" y="312"/>
                    </a:lnTo>
                    <a:lnTo>
                      <a:pt x="68" y="422"/>
                    </a:lnTo>
                    <a:lnTo>
                      <a:pt x="40" y="533"/>
                    </a:lnTo>
                    <a:lnTo>
                      <a:pt x="20" y="646"/>
                    </a:lnTo>
                    <a:lnTo>
                      <a:pt x="7" y="760"/>
                    </a:lnTo>
                    <a:lnTo>
                      <a:pt x="0" y="875"/>
                    </a:lnTo>
                    <a:lnTo>
                      <a:pt x="1" y="989"/>
                    </a:lnTo>
                    <a:lnTo>
                      <a:pt x="9" y="1104"/>
                    </a:lnTo>
                    <a:lnTo>
                      <a:pt x="24" y="1217"/>
                    </a:lnTo>
                    <a:lnTo>
                      <a:pt x="47" y="1330"/>
                    </a:lnTo>
                    <a:lnTo>
                      <a:pt x="75" y="1440"/>
                    </a:lnTo>
                    <a:lnTo>
                      <a:pt x="111" y="1550"/>
                    </a:lnTo>
                    <a:lnTo>
                      <a:pt x="155" y="1657"/>
                    </a:lnTo>
                    <a:lnTo>
                      <a:pt x="204" y="1759"/>
                    </a:lnTo>
                    <a:lnTo>
                      <a:pt x="260" y="1860"/>
                    </a:lnTo>
                    <a:lnTo>
                      <a:pt x="321" y="1957"/>
                    </a:lnTo>
                    <a:lnTo>
                      <a:pt x="389" y="2050"/>
                    </a:lnTo>
                    <a:lnTo>
                      <a:pt x="463" y="2137"/>
                    </a:lnTo>
                    <a:lnTo>
                      <a:pt x="541" y="2220"/>
                    </a:lnTo>
                    <a:lnTo>
                      <a:pt x="626" y="2299"/>
                    </a:lnTo>
                    <a:lnTo>
                      <a:pt x="714" y="2372"/>
                    </a:lnTo>
                    <a:lnTo>
                      <a:pt x="807" y="2438"/>
                    </a:lnTo>
                    <a:lnTo>
                      <a:pt x="905" y="2500"/>
                    </a:lnTo>
                    <a:lnTo>
                      <a:pt x="1004" y="2555"/>
                    </a:lnTo>
                    <a:lnTo>
                      <a:pt x="1108" y="2604"/>
                    </a:lnTo>
                    <a:lnTo>
                      <a:pt x="1215" y="2645"/>
                    </a:lnTo>
                    <a:lnTo>
                      <a:pt x="1324" y="2681"/>
                    </a:lnTo>
                    <a:lnTo>
                      <a:pt x="1435" y="2709"/>
                    </a:lnTo>
                    <a:lnTo>
                      <a:pt x="1549" y="2731"/>
                    </a:lnTo>
                    <a:lnTo>
                      <a:pt x="1662" y="2745"/>
                    </a:lnTo>
                    <a:lnTo>
                      <a:pt x="1776" y="2752"/>
                    </a:lnTo>
                    <a:lnTo>
                      <a:pt x="1891" y="2752"/>
                    </a:lnTo>
                    <a:lnTo>
                      <a:pt x="2005" y="2745"/>
                    </a:lnTo>
                    <a:lnTo>
                      <a:pt x="2120" y="2731"/>
                    </a:lnTo>
                    <a:lnTo>
                      <a:pt x="2232" y="2709"/>
                    </a:lnTo>
                    <a:lnTo>
                      <a:pt x="2343" y="2681"/>
                    </a:lnTo>
                    <a:lnTo>
                      <a:pt x="2452" y="2645"/>
                    </a:lnTo>
                    <a:lnTo>
                      <a:pt x="2559" y="2604"/>
                    </a:lnTo>
                    <a:lnTo>
                      <a:pt x="2663" y="2555"/>
                    </a:lnTo>
                    <a:lnTo>
                      <a:pt x="2763" y="2500"/>
                    </a:lnTo>
                    <a:lnTo>
                      <a:pt x="2860" y="2438"/>
                    </a:lnTo>
                    <a:lnTo>
                      <a:pt x="2953" y="2372"/>
                    </a:lnTo>
                    <a:lnTo>
                      <a:pt x="3041" y="2299"/>
                    </a:lnTo>
                    <a:lnTo>
                      <a:pt x="3126" y="2220"/>
                    </a:lnTo>
                    <a:lnTo>
                      <a:pt x="3204" y="2137"/>
                    </a:lnTo>
                    <a:lnTo>
                      <a:pt x="3278" y="2050"/>
                    </a:lnTo>
                    <a:lnTo>
                      <a:pt x="3346" y="1957"/>
                    </a:lnTo>
                    <a:lnTo>
                      <a:pt x="3408" y="1860"/>
                    </a:lnTo>
                    <a:lnTo>
                      <a:pt x="3463" y="1759"/>
                    </a:lnTo>
                    <a:lnTo>
                      <a:pt x="3513" y="1657"/>
                    </a:lnTo>
                    <a:lnTo>
                      <a:pt x="3556" y="1550"/>
                    </a:lnTo>
                    <a:lnTo>
                      <a:pt x="3592" y="1440"/>
                    </a:lnTo>
                    <a:lnTo>
                      <a:pt x="3621" y="1330"/>
                    </a:lnTo>
                    <a:lnTo>
                      <a:pt x="3643" y="1217"/>
                    </a:lnTo>
                    <a:lnTo>
                      <a:pt x="3659" y="1104"/>
                    </a:lnTo>
                    <a:lnTo>
                      <a:pt x="3666" y="989"/>
                    </a:lnTo>
                    <a:lnTo>
                      <a:pt x="3667" y="875"/>
                    </a:lnTo>
                    <a:lnTo>
                      <a:pt x="3661" y="760"/>
                    </a:lnTo>
                    <a:lnTo>
                      <a:pt x="3647" y="646"/>
                    </a:lnTo>
                    <a:lnTo>
                      <a:pt x="3627" y="533"/>
                    </a:lnTo>
                    <a:lnTo>
                      <a:pt x="3600" y="422"/>
                    </a:lnTo>
                    <a:lnTo>
                      <a:pt x="3565" y="312"/>
                    </a:lnTo>
                    <a:lnTo>
                      <a:pt x="3524" y="205"/>
                    </a:lnTo>
                    <a:lnTo>
                      <a:pt x="3477" y="101"/>
                    </a:lnTo>
                    <a:lnTo>
                      <a:pt x="3422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09" name=""/>
              <p:cNvSpPr/>
              <p:nvPr/>
            </p:nvSpPr>
            <p:spPr>
              <a:xfrm rot="0">
                <a:off x="3357" y="835"/>
                <a:ext cx="1032" cy="299"/>
              </a:xfrm>
              <a:custGeom>
                <a:avLst/>
                <a:ahLst/>
                <a:rect l="0" t="0" r="r" b="b"/>
                <a:pathLst>
                  <a:path w="3177" h="918">
                    <a:moveTo>
                      <a:pt x="3177" y="918"/>
                    </a:moveTo>
                    <a:lnTo>
                      <a:pt x="3115" y="818"/>
                    </a:lnTo>
                    <a:lnTo>
                      <a:pt x="3048" y="724"/>
                    </a:lnTo>
                    <a:lnTo>
                      <a:pt x="2974" y="633"/>
                    </a:lnTo>
                    <a:lnTo>
                      <a:pt x="2896" y="548"/>
                    </a:lnTo>
                    <a:lnTo>
                      <a:pt x="2812" y="467"/>
                    </a:lnTo>
                    <a:lnTo>
                      <a:pt x="2722" y="392"/>
                    </a:lnTo>
                    <a:lnTo>
                      <a:pt x="2629" y="323"/>
                    </a:lnTo>
                    <a:lnTo>
                      <a:pt x="2531" y="261"/>
                    </a:lnTo>
                    <a:lnTo>
                      <a:pt x="2429" y="204"/>
                    </a:lnTo>
                    <a:lnTo>
                      <a:pt x="2324" y="154"/>
                    </a:lnTo>
                    <a:lnTo>
                      <a:pt x="2216" y="110"/>
                    </a:lnTo>
                    <a:lnTo>
                      <a:pt x="2105" y="74"/>
                    </a:lnTo>
                    <a:lnTo>
                      <a:pt x="1993" y="44"/>
                    </a:lnTo>
                    <a:lnTo>
                      <a:pt x="1879" y="23"/>
                    </a:lnTo>
                    <a:lnTo>
                      <a:pt x="1763" y="8"/>
                    </a:lnTo>
                    <a:lnTo>
                      <a:pt x="1647" y="0"/>
                    </a:lnTo>
                    <a:lnTo>
                      <a:pt x="1531" y="0"/>
                    </a:lnTo>
                    <a:lnTo>
                      <a:pt x="1415" y="8"/>
                    </a:lnTo>
                    <a:lnTo>
                      <a:pt x="1298" y="23"/>
                    </a:lnTo>
                    <a:lnTo>
                      <a:pt x="1184" y="44"/>
                    </a:lnTo>
                    <a:lnTo>
                      <a:pt x="1072" y="74"/>
                    </a:lnTo>
                    <a:lnTo>
                      <a:pt x="961" y="110"/>
                    </a:lnTo>
                    <a:lnTo>
                      <a:pt x="853" y="154"/>
                    </a:lnTo>
                    <a:lnTo>
                      <a:pt x="748" y="204"/>
                    </a:lnTo>
                    <a:lnTo>
                      <a:pt x="646" y="261"/>
                    </a:lnTo>
                    <a:lnTo>
                      <a:pt x="549" y="323"/>
                    </a:lnTo>
                    <a:lnTo>
                      <a:pt x="455" y="392"/>
                    </a:lnTo>
                    <a:lnTo>
                      <a:pt x="365" y="467"/>
                    </a:lnTo>
                    <a:lnTo>
                      <a:pt x="281" y="548"/>
                    </a:lnTo>
                    <a:lnTo>
                      <a:pt x="203" y="633"/>
                    </a:lnTo>
                    <a:lnTo>
                      <a:pt x="129" y="724"/>
                    </a:lnTo>
                    <a:lnTo>
                      <a:pt x="62" y="818"/>
                    </a:lnTo>
                    <a:lnTo>
                      <a:pt x="0" y="918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0" name=""/>
              <p:cNvSpPr/>
              <p:nvPr/>
            </p:nvSpPr>
            <p:spPr>
              <a:xfrm rot="0" flipH="1">
                <a:off x="3357" y="1134"/>
                <a:ext cx="293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1" name=""/>
              <p:cNvSpPr/>
              <p:nvPr/>
            </p:nvSpPr>
            <p:spPr>
              <a:xfrm rot="0" flipV="1">
                <a:off x="3874" y="1918"/>
                <a:ext cx="2" cy="2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2" name=""/>
              <p:cNvSpPr/>
              <p:nvPr/>
            </p:nvSpPr>
            <p:spPr>
              <a:xfrm rot="0" flipV="1">
                <a:off x="3874" y="1805"/>
                <a:ext cx="2" cy="5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3" name=""/>
              <p:cNvSpPr/>
              <p:nvPr/>
            </p:nvSpPr>
            <p:spPr>
              <a:xfrm rot="0" flipV="1">
                <a:off x="3874" y="1464"/>
                <a:ext cx="2" cy="285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4" name=""/>
              <p:cNvSpPr/>
              <p:nvPr/>
            </p:nvSpPr>
            <p:spPr>
              <a:xfrm rot="0" flipV="1">
                <a:off x="3874" y="1350"/>
                <a:ext cx="2" cy="5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5" name=""/>
              <p:cNvSpPr/>
              <p:nvPr/>
            </p:nvSpPr>
            <p:spPr>
              <a:xfrm rot="0" flipV="1">
                <a:off x="3874" y="1009"/>
                <a:ext cx="2" cy="285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6" name=""/>
              <p:cNvSpPr/>
              <p:nvPr/>
            </p:nvSpPr>
            <p:spPr>
              <a:xfrm rot="0" flipV="1">
                <a:off x="3874" y="896"/>
                <a:ext cx="2" cy="56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7" name=""/>
              <p:cNvSpPr/>
              <p:nvPr/>
            </p:nvSpPr>
            <p:spPr>
              <a:xfrm rot="0" flipV="1">
                <a:off x="3874" y="634"/>
                <a:ext cx="2" cy="2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18" name=""/>
              <p:cNvSpPr/>
              <p:nvPr/>
            </p:nvSpPr>
            <p:spPr>
              <a:xfrm rot="0" flipH="1">
                <a:off x="4097" y="1134"/>
                <a:ext cx="292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graphicFrame>
        <p:nvGraphicFramePr>
          <p:cNvPr id="4194304" name=""/>
          <p:cNvGraphicFramePr>
            <a:graphicFrameLocks/>
          </p:cNvGraphicFramePr>
          <p:nvPr/>
        </p:nvGraphicFramePr>
        <p:xfrm rot="0">
          <a:off x="5029200" y="3578225"/>
          <a:ext cx="3810000" cy="3279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MP 图象" r:id="rId1" spid="" imgH="3279775" imgW="3810000" showAsIcon="0" progId="Paint.Picture">
                  <p:embed followColorScheme="full"/>
                  <p:pic>
                    <p:nvPicPr>
                      <p:cNvPr id="2097156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029200" y="3578225"/>
                        <a:ext cx="3810000" cy="327977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BMP 图象" r:id="rId1" spid="" imgH="3279775" imgW="3810000" showAsIcon="0" progId="Paint.Picture">
                  <p:embed followColorScheme="full"/>
                  <p:pic>
                    <p:nvPicPr>
                      <p:cNvPr id="2097156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029200" y="3578225"/>
                        <a:ext cx="3810000" cy="327977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59" name=""/>
          <p:cNvGrpSpPr/>
          <p:nvPr/>
        </p:nvGrpSpPr>
        <p:grpSpPr>
          <a:xfrm rot="0">
            <a:off x="5791200" y="4343400"/>
            <a:ext cx="2743200" cy="1189037"/>
            <a:chOff x="3648" y="2736"/>
            <a:chExt cx="1728" cy="749"/>
          </a:xfrm>
        </p:grpSpPr>
        <p:sp>
          <p:nvSpPr>
            <p:cNvPr id="1069319" name=""/>
            <p:cNvSpPr txBox="1"/>
            <p:nvPr/>
          </p:nvSpPr>
          <p:spPr>
            <a:xfrm rot="0">
              <a:off x="4368" y="2736"/>
              <a:ext cx="287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chemeClr val="lt1"/>
                  </a:solidFill>
                </a:rPr>
                <a:t>B</a:t>
              </a:r>
            </a:p>
          </p:txBody>
        </p:sp>
        <p:sp>
          <p:nvSpPr>
            <p:cNvPr id="1069320" name=""/>
            <p:cNvSpPr txBox="1"/>
            <p:nvPr/>
          </p:nvSpPr>
          <p:spPr>
            <a:xfrm rot="0">
              <a:off x="3648" y="3072"/>
              <a:ext cx="301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chemeClr val="lt1"/>
                  </a:solidFill>
                </a:rPr>
                <a:t>A</a:t>
              </a:r>
            </a:p>
          </p:txBody>
        </p:sp>
        <p:sp>
          <p:nvSpPr>
            <p:cNvPr id="1069321" name=""/>
            <p:cNvSpPr txBox="1"/>
            <p:nvPr/>
          </p:nvSpPr>
          <p:spPr>
            <a:xfrm rot="0">
              <a:off x="4698" y="3120"/>
              <a:ext cx="301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chemeClr val="lt1"/>
                  </a:solidFill>
                </a:rPr>
                <a:t>C</a:t>
              </a:r>
            </a:p>
          </p:txBody>
        </p:sp>
        <p:sp>
          <p:nvSpPr>
            <p:cNvPr id="1069322" name=""/>
            <p:cNvSpPr txBox="1"/>
            <p:nvPr/>
          </p:nvSpPr>
          <p:spPr>
            <a:xfrm rot="0">
              <a:off x="5075" y="2880"/>
              <a:ext cx="301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chemeClr val="lt1"/>
                  </a:solidFill>
                </a:rPr>
                <a:t>D</a:t>
              </a:r>
            </a:p>
          </p:txBody>
        </p:sp>
      </p:grpSp>
      <p:sp>
        <p:nvSpPr>
          <p:cNvPr id="1069323" name=""/>
          <p:cNvSpPr txBox="1"/>
          <p:nvPr/>
        </p:nvSpPr>
        <p:spPr>
          <a:xfrm rot="0">
            <a:off x="1198562" y="4876800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a</a:t>
            </a:r>
          </a:p>
        </p:txBody>
      </p:sp>
      <p:grpSp>
        <p:nvGrpSpPr>
          <p:cNvPr id="260" name=""/>
          <p:cNvGrpSpPr/>
          <p:nvPr/>
        </p:nvGrpSpPr>
        <p:grpSpPr>
          <a:xfrm rot="0">
            <a:off x="1328737" y="1219200"/>
            <a:ext cx="2382837" cy="960437"/>
            <a:chOff x="837" y="768"/>
            <a:chExt cx="1501" cy="605"/>
          </a:xfrm>
        </p:grpSpPr>
        <p:sp>
          <p:nvSpPr>
            <p:cNvPr id="1069324" name=""/>
            <p:cNvSpPr txBox="1"/>
            <p:nvPr/>
          </p:nvSpPr>
          <p:spPr>
            <a:xfrm rot="0">
              <a:off x="837" y="787"/>
              <a:ext cx="315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a'</a:t>
              </a:r>
            </a:p>
          </p:txBody>
        </p:sp>
        <p:sp>
          <p:nvSpPr>
            <p:cNvPr id="1069325" name=""/>
            <p:cNvSpPr txBox="1"/>
            <p:nvPr/>
          </p:nvSpPr>
          <p:spPr>
            <a:xfrm rot="0">
              <a:off x="1337" y="768"/>
              <a:ext cx="812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c '( b')</a:t>
              </a:r>
            </a:p>
          </p:txBody>
        </p:sp>
        <p:sp>
          <p:nvSpPr>
            <p:cNvPr id="1069326" name=""/>
            <p:cNvSpPr txBox="1"/>
            <p:nvPr/>
          </p:nvSpPr>
          <p:spPr>
            <a:xfrm rot="0">
              <a:off x="2009" y="1008"/>
              <a:ext cx="329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d'</a:t>
              </a:r>
            </a:p>
          </p:txBody>
        </p:sp>
      </p:grpSp>
      <p:grpSp>
        <p:nvGrpSpPr>
          <p:cNvPr id="261" name=""/>
          <p:cNvGrpSpPr/>
          <p:nvPr/>
        </p:nvGrpSpPr>
        <p:grpSpPr>
          <a:xfrm rot="0">
            <a:off x="1566862" y="4405312"/>
            <a:ext cx="1574800" cy="822325"/>
            <a:chOff x="987" y="2775"/>
            <a:chExt cx="992" cy="518"/>
          </a:xfrm>
        </p:grpSpPr>
        <p:sp>
          <p:nvSpPr>
            <p:cNvPr id="1069327" name=""/>
            <p:cNvSpPr/>
            <p:nvPr/>
          </p:nvSpPr>
          <p:spPr>
            <a:xfrm rot="0">
              <a:off x="987" y="2775"/>
              <a:ext cx="746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28" name=""/>
            <p:cNvSpPr/>
            <p:nvPr/>
          </p:nvSpPr>
          <p:spPr>
            <a:xfrm rot="0" flipH="1">
              <a:off x="987" y="3224"/>
              <a:ext cx="746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29" name=""/>
            <p:cNvSpPr txBox="1"/>
            <p:nvPr/>
          </p:nvSpPr>
          <p:spPr>
            <a:xfrm rot="0">
              <a:off x="1721" y="2928"/>
              <a:ext cx="258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b</a:t>
              </a:r>
            </a:p>
          </p:txBody>
        </p:sp>
      </p:grpSp>
      <p:grpSp>
        <p:nvGrpSpPr>
          <p:cNvPr id="262" name=""/>
          <p:cNvGrpSpPr/>
          <p:nvPr/>
        </p:nvGrpSpPr>
        <p:grpSpPr>
          <a:xfrm rot="0">
            <a:off x="2751137" y="3813175"/>
            <a:ext cx="3175" cy="1897062"/>
            <a:chOff x="1733" y="2402"/>
            <a:chExt cx="2" cy="1195"/>
          </a:xfrm>
        </p:grpSpPr>
        <p:grpSp>
          <p:nvGrpSpPr>
            <p:cNvPr id="263" name=""/>
            <p:cNvGrpSpPr/>
            <p:nvPr/>
          </p:nvGrpSpPr>
          <p:grpSpPr>
            <a:xfrm rot="0">
              <a:off x="1733" y="3224"/>
              <a:ext cx="2" cy="373"/>
              <a:chOff x="1733" y="3224"/>
              <a:chExt cx="2" cy="373"/>
            </a:xfrm>
          </p:grpSpPr>
          <p:sp>
            <p:nvSpPr>
              <p:cNvPr id="1069330" name=""/>
              <p:cNvSpPr/>
              <p:nvPr/>
            </p:nvSpPr>
            <p:spPr>
              <a:xfrm rot="0" flipV="1">
                <a:off x="1733" y="3517"/>
                <a:ext cx="2" cy="80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31" name=""/>
              <p:cNvSpPr/>
              <p:nvPr/>
            </p:nvSpPr>
            <p:spPr>
              <a:xfrm rot="0" flipV="1">
                <a:off x="1733" y="3224"/>
                <a:ext cx="2" cy="29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264" name=""/>
            <p:cNvGrpSpPr/>
            <p:nvPr/>
          </p:nvGrpSpPr>
          <p:grpSpPr>
            <a:xfrm rot="0">
              <a:off x="1733" y="2402"/>
              <a:ext cx="2" cy="373"/>
              <a:chOff x="1733" y="2402"/>
              <a:chExt cx="2" cy="373"/>
            </a:xfrm>
          </p:grpSpPr>
          <p:sp>
            <p:nvSpPr>
              <p:cNvPr id="1069332" name=""/>
              <p:cNvSpPr/>
              <p:nvPr/>
            </p:nvSpPr>
            <p:spPr>
              <a:xfrm rot="0" flipV="1">
                <a:off x="1733" y="2402"/>
                <a:ext cx="2" cy="80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69333" name=""/>
              <p:cNvSpPr/>
              <p:nvPr/>
            </p:nvSpPr>
            <p:spPr>
              <a:xfrm rot="0" flipV="1">
                <a:off x="1733" y="2482"/>
                <a:ext cx="2" cy="29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69334" name=""/>
          <p:cNvSpPr txBox="1"/>
          <p:nvPr/>
        </p:nvSpPr>
        <p:spPr>
          <a:xfrm rot="0">
            <a:off x="2373312" y="5181600"/>
            <a:ext cx="365125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c</a:t>
            </a:r>
          </a:p>
        </p:txBody>
      </p:sp>
      <p:grpSp>
        <p:nvGrpSpPr>
          <p:cNvPr id="265" name=""/>
          <p:cNvGrpSpPr/>
          <p:nvPr/>
        </p:nvGrpSpPr>
        <p:grpSpPr>
          <a:xfrm rot="0">
            <a:off x="2743200" y="3940175"/>
            <a:ext cx="847725" cy="1744662"/>
            <a:chOff x="1733" y="2482"/>
            <a:chExt cx="534" cy="1099"/>
          </a:xfrm>
        </p:grpSpPr>
        <p:sp>
          <p:nvSpPr>
            <p:cNvPr id="1069335" name=""/>
            <p:cNvSpPr/>
            <p:nvPr/>
          </p:nvSpPr>
          <p:spPr>
            <a:xfrm rot="0" flipH="1">
              <a:off x="1733" y="3517"/>
              <a:ext cx="29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36" name=""/>
            <p:cNvSpPr/>
            <p:nvPr/>
          </p:nvSpPr>
          <p:spPr>
            <a:xfrm rot="0">
              <a:off x="1733" y="2482"/>
              <a:ext cx="29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37" name=""/>
            <p:cNvSpPr txBox="1"/>
            <p:nvPr/>
          </p:nvSpPr>
          <p:spPr>
            <a:xfrm rot="0">
              <a:off x="2009" y="3216"/>
              <a:ext cx="258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d</a:t>
              </a:r>
            </a:p>
          </p:txBody>
        </p:sp>
      </p:grpSp>
      <p:grpSp>
        <p:nvGrpSpPr>
          <p:cNvPr id="266" name=""/>
          <p:cNvGrpSpPr/>
          <p:nvPr/>
        </p:nvGrpSpPr>
        <p:grpSpPr>
          <a:xfrm rot="0">
            <a:off x="5943600" y="1295400"/>
            <a:ext cx="2362200" cy="1066800"/>
            <a:chOff x="3744" y="816"/>
            <a:chExt cx="1488" cy="672"/>
          </a:xfrm>
        </p:grpSpPr>
        <p:sp>
          <p:nvSpPr>
            <p:cNvPr id="1069338" name=""/>
            <p:cNvSpPr txBox="1"/>
            <p:nvPr/>
          </p:nvSpPr>
          <p:spPr>
            <a:xfrm rot="0">
              <a:off x="4406" y="912"/>
              <a:ext cx="82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c"(d")</a:t>
              </a:r>
            </a:p>
          </p:txBody>
        </p:sp>
        <p:sp>
          <p:nvSpPr>
            <p:cNvPr id="1069339" name=""/>
            <p:cNvSpPr txBox="1"/>
            <p:nvPr/>
          </p:nvSpPr>
          <p:spPr>
            <a:xfrm rot="0">
              <a:off x="3785" y="816"/>
              <a:ext cx="450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a" </a:t>
              </a:r>
            </a:p>
          </p:txBody>
        </p:sp>
        <p:sp>
          <p:nvSpPr>
            <p:cNvPr id="1069340" name=""/>
            <p:cNvSpPr/>
            <p:nvPr/>
          </p:nvSpPr>
          <p:spPr>
            <a:xfrm rot="0">
              <a:off x="3744" y="1123"/>
              <a:ext cx="570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(b")</a:t>
              </a:r>
            </a:p>
          </p:txBody>
        </p:sp>
      </p:grpSp>
      <p:sp>
        <p:nvSpPr>
          <p:cNvPr id="1069341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38</a:t>
            </a:r>
          </a:p>
        </p:txBody>
      </p:sp>
      <p:sp>
        <p:nvSpPr>
          <p:cNvPr id="1069342" name=""/>
          <p:cNvSpPr txBox="1"/>
          <p:nvPr/>
        </p:nvSpPr>
        <p:spPr>
          <a:xfrm rot="0">
            <a:off x="22225" y="0"/>
            <a:ext cx="4929187" cy="116046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2800" lang="zh-CN"/>
              <a:t>分析截切形体的表面交线，</a:t>
            </a:r>
          </a:p>
          <a:p>
            <a:pPr algn="ctr" lvl="0">
              <a:spcBef>
                <a:spcPct val="50000"/>
              </a:spcBef>
            </a:pPr>
            <a:r>
              <a:rPr altLang="en-US" sz="2800" lang="zh-CN"/>
              <a:t>画全三视图</a:t>
            </a:r>
          </a:p>
        </p:txBody>
      </p:sp>
    </p:spTree>
  </p:cSld>
  <p:clrMapOvr>
    <a:masterClrMapping/>
  </p:clrMapOvr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4194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"/>
                                        <p:tgtEl>
                                          <p:spTgt spid="4194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" masterRel="sameClick" presetSubtype="1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">
                      <p:stCondLst>
                        <p:cond delay="indefinite"/>
                      </p:stCondLst>
                      <p:childTnLst>
                        <p:par>
                          <p:cTn fill="hold" id="11">
                            <p:stCondLst>
                              <p:cond delay="0"/>
                            </p:stCondLst>
                            <p:childTnLst>
                              <p:par>
                                <p:cTn fill="hold" id="12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5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6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13" masterRel="sameClick" presetSubtype="1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7">
                      <p:stCondLst>
                        <p:cond delay="indefinite"/>
                      </p:stCondLst>
                      <p:childTnLst>
                        <p:par>
                          <p:cTn fill="hold" id="18">
                            <p:stCondLst>
                              <p:cond delay="0"/>
                            </p:stCondLst>
                            <p:childTnLst>
                              <p:par>
                                <p:cTn fill="hold" id="19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2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3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20" masterRel="sameClick" presetSubtype="1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9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27" masterRel="sameClick" presetSubtype="1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1">
                      <p:stCondLst>
                        <p:cond delay="indefinite"/>
                      </p:stCondLst>
                      <p:childTnLst>
                        <p:par>
                          <p:cTn fill="hold" id="32">
                            <p:stCondLst>
                              <p:cond delay="0"/>
                            </p:stCondLst>
                            <p:childTnLst>
                              <p:par>
                                <p:cTn fill="hold" id="33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6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7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34" masterRel="sameClick" presetSubtype="1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8">
                      <p:stCondLst>
                        <p:cond delay="indefinite"/>
                      </p:stCondLst>
                      <p:childTnLst>
                        <p:par>
                          <p:cTn fill="hold" id="39">
                            <p:stCondLst>
                              <p:cond delay="0"/>
                            </p:stCondLst>
                            <p:childTnLst>
                              <p:par>
                                <p:cTn fill="hold" id="40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3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4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41" masterRel="sameClick" presetSubtype="1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5">
                      <p:stCondLst>
                        <p:cond delay="indefinite"/>
                      </p:stCondLst>
                      <p:childTnLst>
                        <p:par>
                          <p:cTn fill="hold" id="46">
                            <p:stCondLst>
                              <p:cond delay="0"/>
                            </p:stCondLst>
                            <p:childTnLst>
                              <p:par>
                                <p:cTn fill="hold" id="47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0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1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48" masterRel="sameClick" presetSubtype="1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2">
                      <p:stCondLst>
                        <p:cond delay="indefinite"/>
                      </p:stCondLst>
                      <p:childTnLst>
                        <p:par>
                          <p:cTn fill="hold" id="5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4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323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7"/>
                                        <p:tgtEl>
                                          <p:spTgt spid="1069323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8"/>
                                        <p:tgtEl>
                                          <p:spTgt spid="1069323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55" masterRel="sameClick" presetSubtype="1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9">
                      <p:stCondLst>
                        <p:cond delay="indefinite"/>
                      </p:stCondLst>
                      <p:childTnLst>
                        <p:par>
                          <p:cTn fill="hold" id="60">
                            <p:stCondLst>
                              <p:cond delay="0"/>
                            </p:stCondLst>
                            <p:childTnLst>
                              <p:par>
                                <p:cTn fill="hold" id="61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4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5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2" masterRel="sameClick" presetSubtype="1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6">
                      <p:stCondLst>
                        <p:cond delay="indefinite"/>
                      </p:stCondLst>
                      <p:childTnLst>
                        <p:par>
                          <p:cTn fill="hold" id="67">
                            <p:stCondLst>
                              <p:cond delay="0"/>
                            </p:stCondLst>
                            <p:childTnLst>
                              <p:par>
                                <p:cTn fill="hold" id="68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1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2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9" masterRel="sameClick" presetSubtype="1">
                                          <p:stCondLst>
                                            <p:cond evt="begin" delay="0">
                                              <p:tn val="5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3">
                      <p:stCondLst>
                        <p:cond delay="indefinite"/>
                      </p:stCondLst>
                      <p:childTnLst>
                        <p:par>
                          <p:cTn fill="hold" id="74">
                            <p:stCondLst>
                              <p:cond delay="0"/>
                            </p:stCondLst>
                            <p:childTnLst>
                              <p:par>
                                <p:cTn fill="hold" id="75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8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9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76" masterRel="sameClick" presetSubtype="1">
                                          <p:stCondLst>
                                            <p:cond evt="begin" delay="0">
                                              <p:tn val="6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0">
                      <p:stCondLst>
                        <p:cond delay="indefinite"/>
                      </p:stCondLst>
                      <p:childTnLst>
                        <p:par>
                          <p:cTn fill="hold" id="81">
                            <p:stCondLst>
                              <p:cond delay="0"/>
                            </p:stCondLst>
                            <p:childTnLst>
                              <p:par>
                                <p:cTn fill="hold" id="82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5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6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83" masterRel="sameClick" presetSubtype="1">
                                          <p:stCondLst>
                                            <p:cond evt="begin" delay="0">
                                              <p:tn val="7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7">
                      <p:stCondLst>
                        <p:cond delay="indefinite"/>
                      </p:stCondLst>
                      <p:childTnLst>
                        <p:par>
                          <p:cTn fill="hold" id="8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89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334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2"/>
                                        <p:tgtEl>
                                          <p:spTgt spid="1069334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3"/>
                                        <p:tgtEl>
                                          <p:spTgt spid="1069334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90" masterRel="sameClick" presetSubtype="1">
                                          <p:stCondLst>
                                            <p:cond evt="begin" delay="0">
                                              <p:tn val="7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4">
                      <p:stCondLst>
                        <p:cond delay="indefinite"/>
                      </p:stCondLst>
                      <p:childTnLst>
                        <p:par>
                          <p:cTn fill="hold" id="95">
                            <p:stCondLst>
                              <p:cond delay="0"/>
                            </p:stCondLst>
                            <p:childTnLst>
                              <p:par>
                                <p:cTn fill="hold" id="96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9"/>
                                        <p:tgtEl>
                                          <p:spTgt spid="1069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0"/>
                                        <p:tgtEl>
                                          <p:spTgt spid="1069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97" masterRel="sameClick" presetSubtype="1">
                                          <p:stCondLst>
                                            <p:cond evt="begin" delay="0">
                                              <p:tn val="8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1">
                      <p:stCondLst>
                        <p:cond delay="indefinite"/>
                      </p:stCondLst>
                      <p:childTnLst>
                        <p:par>
                          <p:cTn fill="hold" id="102">
                            <p:stCondLst>
                              <p:cond delay="0"/>
                            </p:stCondLst>
                            <p:childTnLst>
                              <p:par>
                                <p:cTn fill="hold" id="103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06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7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104" masterRel="sameClick" presetSubtype="1">
                                          <p:stCondLst>
                                            <p:cond evt="begin" delay="0">
                                              <p:tn val="8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8">
                      <p:stCondLst>
                        <p:cond delay="indefinite"/>
                      </p:stCondLst>
                      <p:childTnLst>
                        <p:par>
                          <p:cTn fill="hold" id="109">
                            <p:stCondLst>
                              <p:cond delay="0"/>
                            </p:stCondLst>
                            <p:childTnLst>
                              <p:par>
                                <p:cTn fill="hold" id="110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13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14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111" masterRel="sameClick" presetSubtype="1">
                                          <p:stCondLst>
                                            <p:cond evt="begin" delay="0">
                                              <p:tn val="9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9323" grpId="0" uiExpand="0" build="p" bldLvl="1"/>
      <p:bldP spid="1069334" grpId="0" uiExpand="0" build="p" bldLvl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27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69343" name=""/>
          <p:cNvSpPr/>
          <p:nvPr/>
        </p:nvSpPr>
        <p:spPr>
          <a:xfrm rot="0">
            <a:off x="4359275" y="3282950"/>
            <a:ext cx="50800" cy="1587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9344" name=""/>
          <p:cNvSpPr/>
          <p:nvPr/>
        </p:nvSpPr>
        <p:spPr>
          <a:xfrm rot="0">
            <a:off x="6254750" y="3282950"/>
            <a:ext cx="47625" cy="1587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9345" name=""/>
          <p:cNvSpPr/>
          <p:nvPr/>
        </p:nvSpPr>
        <p:spPr>
          <a:xfrm rot="0">
            <a:off x="4410075" y="1338262"/>
            <a:ext cx="1844675" cy="3175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69346" name=""/>
          <p:cNvSpPr/>
          <p:nvPr/>
        </p:nvSpPr>
        <p:spPr>
          <a:xfrm rot="0" flipV="1">
            <a:off x="6254750" y="1338262"/>
            <a:ext cx="1587" cy="514350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grpSp>
        <p:nvGrpSpPr>
          <p:cNvPr id="276" name=""/>
          <p:cNvGrpSpPr/>
          <p:nvPr/>
        </p:nvGrpSpPr>
        <p:grpSpPr>
          <a:xfrm rot="0">
            <a:off x="4359275" y="1852612"/>
            <a:ext cx="1943100" cy="3175"/>
            <a:chOff x="2746" y="942"/>
            <a:chExt cx="1224" cy="2"/>
          </a:xfrm>
        </p:grpSpPr>
        <p:sp>
          <p:nvSpPr>
            <p:cNvPr id="1069347" name=""/>
            <p:cNvSpPr/>
            <p:nvPr/>
          </p:nvSpPr>
          <p:spPr>
            <a:xfrm rot="0" flipH="1">
              <a:off x="3940" y="942"/>
              <a:ext cx="30" cy="2"/>
            </a:xfrm>
            <a:prstGeom prst="line"/>
            <a:solidFill>
              <a:srgbClr val="FFFFFF"/>
            </a:solidFill>
            <a:ln w="57150" cap="flat" cmpd="sng">
              <a:solidFill>
                <a:srgbClr val="0066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48" name=""/>
            <p:cNvSpPr/>
            <p:nvPr/>
          </p:nvSpPr>
          <p:spPr>
            <a:xfrm rot="0" flipH="1">
              <a:off x="2746" y="942"/>
              <a:ext cx="32" cy="2"/>
            </a:xfrm>
            <a:prstGeom prst="line"/>
            <a:solidFill>
              <a:srgbClr val="FFFFFF"/>
            </a:solidFill>
            <a:ln w="57150" cap="flat" cmpd="sng">
              <a:solidFill>
                <a:srgbClr val="0066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77" name=""/>
          <p:cNvGrpSpPr/>
          <p:nvPr/>
        </p:nvGrpSpPr>
        <p:grpSpPr>
          <a:xfrm rot="0">
            <a:off x="4392612" y="2841625"/>
            <a:ext cx="1846262" cy="455612"/>
            <a:chOff x="2778" y="1556"/>
            <a:chExt cx="1163" cy="287"/>
          </a:xfrm>
        </p:grpSpPr>
        <p:sp>
          <p:nvSpPr>
            <p:cNvPr id="1069349" name=""/>
            <p:cNvSpPr/>
            <p:nvPr/>
          </p:nvSpPr>
          <p:spPr>
            <a:xfrm rot="0" flipH="1">
              <a:off x="2778" y="1556"/>
              <a:ext cx="1162" cy="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50" name=""/>
            <p:cNvSpPr/>
            <p:nvPr/>
          </p:nvSpPr>
          <p:spPr>
            <a:xfrm rot="0" flipV="1">
              <a:off x="3742" y="1556"/>
              <a:ext cx="1" cy="287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51" name=""/>
            <p:cNvSpPr/>
            <p:nvPr/>
          </p:nvSpPr>
          <p:spPr>
            <a:xfrm rot="0">
              <a:off x="2976" y="1556"/>
              <a:ext cx="2" cy="287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52" name=""/>
            <p:cNvSpPr/>
            <p:nvPr/>
          </p:nvSpPr>
          <p:spPr>
            <a:xfrm rot="0" flipV="1">
              <a:off x="2778" y="1556"/>
              <a:ext cx="2" cy="287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53" name=""/>
            <p:cNvSpPr/>
            <p:nvPr/>
          </p:nvSpPr>
          <p:spPr>
            <a:xfrm rot="0">
              <a:off x="3940" y="1556"/>
              <a:ext cx="1" cy="287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78" name=""/>
          <p:cNvGrpSpPr/>
          <p:nvPr/>
        </p:nvGrpSpPr>
        <p:grpSpPr>
          <a:xfrm rot="0">
            <a:off x="4392612" y="1336675"/>
            <a:ext cx="317500" cy="514350"/>
            <a:chOff x="2778" y="618"/>
            <a:chExt cx="200" cy="324"/>
          </a:xfrm>
        </p:grpSpPr>
        <p:sp>
          <p:nvSpPr>
            <p:cNvPr id="1069354" name=""/>
            <p:cNvSpPr/>
            <p:nvPr/>
          </p:nvSpPr>
          <p:spPr>
            <a:xfrm rot="0">
              <a:off x="2778" y="618"/>
              <a:ext cx="2" cy="324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55" name=""/>
            <p:cNvSpPr/>
            <p:nvPr/>
          </p:nvSpPr>
          <p:spPr>
            <a:xfrm rot="0" flipV="1">
              <a:off x="2976" y="618"/>
              <a:ext cx="2" cy="32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lgDash"/>
              <a:round/>
            </a:ln>
          </p:spPr>
        </p:sp>
      </p:grpSp>
      <p:grpSp>
        <p:nvGrpSpPr>
          <p:cNvPr id="279" name=""/>
          <p:cNvGrpSpPr/>
          <p:nvPr/>
        </p:nvGrpSpPr>
        <p:grpSpPr>
          <a:xfrm rot="0">
            <a:off x="4410075" y="1852612"/>
            <a:ext cx="1844675" cy="3175"/>
            <a:chOff x="2778" y="942"/>
            <a:chExt cx="1162" cy="2"/>
          </a:xfrm>
        </p:grpSpPr>
        <p:sp>
          <p:nvSpPr>
            <p:cNvPr id="1069356" name=""/>
            <p:cNvSpPr/>
            <p:nvPr/>
          </p:nvSpPr>
          <p:spPr>
            <a:xfrm rot="0">
              <a:off x="2778" y="942"/>
              <a:ext cx="19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69357" name=""/>
            <p:cNvSpPr/>
            <p:nvPr/>
          </p:nvSpPr>
          <p:spPr>
            <a:xfrm rot="0">
              <a:off x="3742" y="942"/>
              <a:ext cx="19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dash"/>
              <a:round/>
            </a:ln>
          </p:spPr>
        </p:sp>
      </p:grpSp>
      <p:grpSp>
        <p:nvGrpSpPr>
          <p:cNvPr id="280" name=""/>
          <p:cNvGrpSpPr/>
          <p:nvPr/>
        </p:nvGrpSpPr>
        <p:grpSpPr>
          <a:xfrm rot="0">
            <a:off x="4649787" y="1852612"/>
            <a:ext cx="1363662" cy="1430337"/>
            <a:chOff x="2929" y="942"/>
            <a:chExt cx="859" cy="901"/>
          </a:xfrm>
        </p:grpSpPr>
        <p:sp>
          <p:nvSpPr>
            <p:cNvPr id="1069358" name=""/>
            <p:cNvSpPr/>
            <p:nvPr/>
          </p:nvSpPr>
          <p:spPr>
            <a:xfrm rot="0" flipV="1">
              <a:off x="3787" y="1765"/>
              <a:ext cx="1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59" name=""/>
            <p:cNvSpPr/>
            <p:nvPr/>
          </p:nvSpPr>
          <p:spPr>
            <a:xfrm rot="0" flipV="1">
              <a:off x="3787" y="1594"/>
              <a:ext cx="1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0" name=""/>
            <p:cNvSpPr/>
            <p:nvPr/>
          </p:nvSpPr>
          <p:spPr>
            <a:xfrm rot="0" flipV="1">
              <a:off x="3787" y="1421"/>
              <a:ext cx="1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1" name=""/>
            <p:cNvSpPr/>
            <p:nvPr/>
          </p:nvSpPr>
          <p:spPr>
            <a:xfrm rot="0" flipV="1">
              <a:off x="3787" y="1248"/>
              <a:ext cx="1" cy="11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2" name=""/>
            <p:cNvSpPr/>
            <p:nvPr/>
          </p:nvSpPr>
          <p:spPr>
            <a:xfrm rot="0" flipV="1">
              <a:off x="3787" y="1077"/>
              <a:ext cx="1" cy="11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3" name=""/>
            <p:cNvSpPr/>
            <p:nvPr/>
          </p:nvSpPr>
          <p:spPr>
            <a:xfrm rot="0" flipV="1">
              <a:off x="3787" y="942"/>
              <a:ext cx="1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4" name=""/>
            <p:cNvSpPr/>
            <p:nvPr/>
          </p:nvSpPr>
          <p:spPr>
            <a:xfrm rot="0">
              <a:off x="2929" y="942"/>
              <a:ext cx="2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5" name=""/>
            <p:cNvSpPr/>
            <p:nvPr/>
          </p:nvSpPr>
          <p:spPr>
            <a:xfrm rot="0">
              <a:off x="2929" y="1077"/>
              <a:ext cx="2" cy="11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6" name=""/>
            <p:cNvSpPr/>
            <p:nvPr/>
          </p:nvSpPr>
          <p:spPr>
            <a:xfrm rot="0">
              <a:off x="2929" y="1248"/>
              <a:ext cx="2" cy="11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7" name=""/>
            <p:cNvSpPr/>
            <p:nvPr/>
          </p:nvSpPr>
          <p:spPr>
            <a:xfrm rot="0">
              <a:off x="2929" y="1421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8" name=""/>
            <p:cNvSpPr/>
            <p:nvPr/>
          </p:nvSpPr>
          <p:spPr>
            <a:xfrm rot="0">
              <a:off x="2929" y="1594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69" name=""/>
            <p:cNvSpPr/>
            <p:nvPr/>
          </p:nvSpPr>
          <p:spPr>
            <a:xfrm rot="0">
              <a:off x="2929" y="1765"/>
              <a:ext cx="2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81" name=""/>
          <p:cNvGrpSpPr/>
          <p:nvPr/>
        </p:nvGrpSpPr>
        <p:grpSpPr>
          <a:xfrm rot="0">
            <a:off x="4359275" y="1189037"/>
            <a:ext cx="1946275" cy="2181225"/>
            <a:chOff x="2746" y="524"/>
            <a:chExt cx="1226" cy="1374"/>
          </a:xfrm>
        </p:grpSpPr>
        <p:sp>
          <p:nvSpPr>
            <p:cNvPr id="1069370" name=""/>
            <p:cNvSpPr/>
            <p:nvPr/>
          </p:nvSpPr>
          <p:spPr>
            <a:xfrm rot="0" flipV="1">
              <a:off x="3970" y="942"/>
              <a:ext cx="2" cy="901"/>
            </a:xfrm>
            <a:prstGeom prst="line"/>
            <a:solidFill>
              <a:srgbClr val="FFFFFF"/>
            </a:solidFill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1" name=""/>
            <p:cNvSpPr/>
            <p:nvPr/>
          </p:nvSpPr>
          <p:spPr>
            <a:xfrm rot="0">
              <a:off x="2746" y="942"/>
              <a:ext cx="2" cy="901"/>
            </a:xfrm>
            <a:prstGeom prst="line"/>
            <a:solidFill>
              <a:srgbClr val="FFFFFF"/>
            </a:solidFill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2" name=""/>
            <p:cNvSpPr/>
            <p:nvPr/>
          </p:nvSpPr>
          <p:spPr>
            <a:xfrm rot="0">
              <a:off x="2778" y="1843"/>
              <a:ext cx="198" cy="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3" name=""/>
            <p:cNvSpPr/>
            <p:nvPr/>
          </p:nvSpPr>
          <p:spPr>
            <a:xfrm rot="0">
              <a:off x="3742" y="1843"/>
              <a:ext cx="198" cy="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4" name=""/>
            <p:cNvSpPr/>
            <p:nvPr/>
          </p:nvSpPr>
          <p:spPr>
            <a:xfrm rot="0">
              <a:off x="3358" y="524"/>
              <a:ext cx="2" cy="16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5" name=""/>
            <p:cNvSpPr/>
            <p:nvPr/>
          </p:nvSpPr>
          <p:spPr>
            <a:xfrm rot="0">
              <a:off x="3358" y="726"/>
              <a:ext cx="2" cy="3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6" name=""/>
            <p:cNvSpPr/>
            <p:nvPr/>
          </p:nvSpPr>
          <p:spPr>
            <a:xfrm rot="0">
              <a:off x="3358" y="803"/>
              <a:ext cx="2" cy="19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7" name=""/>
            <p:cNvSpPr/>
            <p:nvPr/>
          </p:nvSpPr>
          <p:spPr>
            <a:xfrm rot="0">
              <a:off x="3358" y="1036"/>
              <a:ext cx="2" cy="3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8" name=""/>
            <p:cNvSpPr/>
            <p:nvPr/>
          </p:nvSpPr>
          <p:spPr>
            <a:xfrm rot="0">
              <a:off x="3358" y="1115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79" name=""/>
            <p:cNvSpPr/>
            <p:nvPr/>
          </p:nvSpPr>
          <p:spPr>
            <a:xfrm rot="0">
              <a:off x="3358" y="1347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0" name=""/>
            <p:cNvSpPr/>
            <p:nvPr/>
          </p:nvSpPr>
          <p:spPr>
            <a:xfrm rot="0">
              <a:off x="3358" y="1427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1" name=""/>
            <p:cNvSpPr/>
            <p:nvPr/>
          </p:nvSpPr>
          <p:spPr>
            <a:xfrm rot="0">
              <a:off x="3358" y="1659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2" name=""/>
            <p:cNvSpPr/>
            <p:nvPr/>
          </p:nvSpPr>
          <p:spPr>
            <a:xfrm rot="0">
              <a:off x="3358" y="1736"/>
              <a:ext cx="2" cy="16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82" name=""/>
          <p:cNvGrpSpPr/>
          <p:nvPr/>
        </p:nvGrpSpPr>
        <p:grpSpPr>
          <a:xfrm rot="0">
            <a:off x="179387" y="4418012"/>
            <a:ext cx="1809750" cy="1849437"/>
            <a:chOff x="113" y="2561"/>
            <a:chExt cx="1140" cy="1165"/>
          </a:xfrm>
        </p:grpSpPr>
        <p:sp>
          <p:nvSpPr>
            <p:cNvPr id="1069383" name=""/>
            <p:cNvSpPr/>
            <p:nvPr/>
          </p:nvSpPr>
          <p:spPr>
            <a:xfrm rot="0" flipH="1">
              <a:off x="376" y="2561"/>
              <a:ext cx="877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4" name=""/>
            <p:cNvSpPr/>
            <p:nvPr/>
          </p:nvSpPr>
          <p:spPr>
            <a:xfrm rot="0" flipH="1">
              <a:off x="376" y="3725"/>
              <a:ext cx="877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5" name=""/>
            <p:cNvSpPr/>
            <p:nvPr/>
          </p:nvSpPr>
          <p:spPr>
            <a:xfrm rot="0">
              <a:off x="421" y="2622"/>
              <a:ext cx="2" cy="104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6" name=""/>
            <p:cNvSpPr/>
            <p:nvPr/>
          </p:nvSpPr>
          <p:spPr>
            <a:xfrm rot="0">
              <a:off x="412" y="2561"/>
              <a:ext cx="20" cy="61"/>
            </a:xfrm>
            <a:custGeom>
              <a:avLst/>
              <a:ahLst/>
              <a:rect l="0" t="0" r="r" b="b"/>
              <a:pathLst>
                <a:path w="78" h="238">
                  <a:moveTo>
                    <a:pt x="0" y="238"/>
                  </a:moveTo>
                  <a:lnTo>
                    <a:pt x="78" y="238"/>
                  </a:lnTo>
                  <a:lnTo>
                    <a:pt x="39" y="0"/>
                  </a:lnTo>
                  <a:lnTo>
                    <a:pt x="0" y="238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7" name=""/>
            <p:cNvSpPr/>
            <p:nvPr/>
          </p:nvSpPr>
          <p:spPr>
            <a:xfrm rot="0">
              <a:off x="412" y="2561"/>
              <a:ext cx="20" cy="61"/>
            </a:xfrm>
            <a:custGeom>
              <a:avLst/>
              <a:ahLst/>
              <a:rect l="0" t="0" r="r" b="b"/>
              <a:pathLst>
                <a:path w="78" h="238">
                  <a:moveTo>
                    <a:pt x="0" y="238"/>
                  </a:moveTo>
                  <a:lnTo>
                    <a:pt x="78" y="238"/>
                  </a:lnTo>
                  <a:lnTo>
                    <a:pt x="39" y="0"/>
                  </a:lnTo>
                  <a:lnTo>
                    <a:pt x="0" y="238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8" name=""/>
            <p:cNvSpPr/>
            <p:nvPr/>
          </p:nvSpPr>
          <p:spPr>
            <a:xfrm rot="0">
              <a:off x="412" y="3663"/>
              <a:ext cx="20" cy="62"/>
            </a:xfrm>
            <a:custGeom>
              <a:avLst/>
              <a:ahLst/>
              <a:rect l="0" t="0" r="r" b="b"/>
              <a:pathLst>
                <a:path w="78" h="239">
                  <a:moveTo>
                    <a:pt x="0" y="0"/>
                  </a:moveTo>
                  <a:lnTo>
                    <a:pt x="78" y="0"/>
                  </a:lnTo>
                  <a:lnTo>
                    <a:pt x="39" y="239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89" name=""/>
            <p:cNvSpPr/>
            <p:nvPr/>
          </p:nvSpPr>
          <p:spPr>
            <a:xfrm rot="16200000">
              <a:off x="131" y="2990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69390" name=""/>
            <p:cNvSpPr/>
            <p:nvPr/>
          </p:nvSpPr>
          <p:spPr>
            <a:xfrm rot="0">
              <a:off x="412" y="3663"/>
              <a:ext cx="20" cy="62"/>
            </a:xfrm>
            <a:custGeom>
              <a:avLst/>
              <a:ahLst/>
              <a:rect l="0" t="0" r="r" b="b"/>
              <a:pathLst>
                <a:path w="78" h="239">
                  <a:moveTo>
                    <a:pt x="0" y="0"/>
                  </a:moveTo>
                  <a:lnTo>
                    <a:pt x="78" y="0"/>
                  </a:lnTo>
                  <a:lnTo>
                    <a:pt x="39" y="23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1" name=""/>
            <p:cNvSpPr/>
            <p:nvPr/>
          </p:nvSpPr>
          <p:spPr>
            <a:xfrm rot="0">
              <a:off x="421" y="3725"/>
              <a:ext cx="2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83" name=""/>
          <p:cNvGrpSpPr/>
          <p:nvPr/>
        </p:nvGrpSpPr>
        <p:grpSpPr>
          <a:xfrm rot="0">
            <a:off x="1217612" y="1198562"/>
            <a:ext cx="2132012" cy="5349875"/>
            <a:chOff x="767" y="533"/>
            <a:chExt cx="1343" cy="3370"/>
          </a:xfrm>
        </p:grpSpPr>
        <p:sp>
          <p:nvSpPr>
            <p:cNvPr id="1069392" name=""/>
            <p:cNvSpPr/>
            <p:nvPr/>
          </p:nvSpPr>
          <p:spPr>
            <a:xfrm rot="0" flipV="1">
              <a:off x="2060" y="618"/>
              <a:ext cx="1" cy="93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3" name=""/>
            <p:cNvSpPr/>
            <p:nvPr/>
          </p:nvSpPr>
          <p:spPr>
            <a:xfrm rot="0">
              <a:off x="835" y="618"/>
              <a:ext cx="2" cy="93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4" name=""/>
            <p:cNvSpPr/>
            <p:nvPr/>
          </p:nvSpPr>
          <p:spPr>
            <a:xfrm rot="0" flipH="1">
              <a:off x="1642" y="1556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5" name=""/>
            <p:cNvSpPr/>
            <p:nvPr/>
          </p:nvSpPr>
          <p:spPr>
            <a:xfrm rot="0">
              <a:off x="1642" y="1556"/>
              <a:ext cx="2" cy="287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6" name=""/>
            <p:cNvSpPr/>
            <p:nvPr/>
          </p:nvSpPr>
          <p:spPr>
            <a:xfrm rot="0">
              <a:off x="1253" y="1843"/>
              <a:ext cx="389" cy="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7" name=""/>
            <p:cNvSpPr/>
            <p:nvPr/>
          </p:nvSpPr>
          <p:spPr>
            <a:xfrm rot="0" flipV="1">
              <a:off x="1253" y="1556"/>
              <a:ext cx="2" cy="287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8" name=""/>
            <p:cNvSpPr/>
            <p:nvPr/>
          </p:nvSpPr>
          <p:spPr>
            <a:xfrm rot="0" flipH="1">
              <a:off x="835" y="1556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399" name=""/>
            <p:cNvSpPr/>
            <p:nvPr/>
          </p:nvSpPr>
          <p:spPr>
            <a:xfrm rot="0">
              <a:off x="835" y="618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0" name=""/>
            <p:cNvSpPr/>
            <p:nvPr/>
          </p:nvSpPr>
          <p:spPr>
            <a:xfrm rot="0" flipV="1">
              <a:off x="1253" y="618"/>
              <a:ext cx="2" cy="32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1" name=""/>
            <p:cNvSpPr/>
            <p:nvPr/>
          </p:nvSpPr>
          <p:spPr>
            <a:xfrm rot="0" flipH="1">
              <a:off x="1253" y="942"/>
              <a:ext cx="389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2" name=""/>
            <p:cNvSpPr/>
            <p:nvPr/>
          </p:nvSpPr>
          <p:spPr>
            <a:xfrm rot="0">
              <a:off x="1642" y="618"/>
              <a:ext cx="2" cy="32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3" name=""/>
            <p:cNvSpPr/>
            <p:nvPr/>
          </p:nvSpPr>
          <p:spPr>
            <a:xfrm rot="0">
              <a:off x="1642" y="618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4" name=""/>
            <p:cNvSpPr/>
            <p:nvPr/>
          </p:nvSpPr>
          <p:spPr>
            <a:xfrm rot="0" flipV="1">
              <a:off x="1876" y="1461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5" name=""/>
            <p:cNvSpPr/>
            <p:nvPr/>
          </p:nvSpPr>
          <p:spPr>
            <a:xfrm rot="0" flipV="1">
              <a:off x="1876" y="1288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6" name=""/>
            <p:cNvSpPr/>
            <p:nvPr/>
          </p:nvSpPr>
          <p:spPr>
            <a:xfrm rot="0" flipV="1">
              <a:off x="1876" y="1115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7" name=""/>
            <p:cNvSpPr/>
            <p:nvPr/>
          </p:nvSpPr>
          <p:spPr>
            <a:xfrm rot="0" flipV="1">
              <a:off x="1876" y="942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8" name=""/>
            <p:cNvSpPr/>
            <p:nvPr/>
          </p:nvSpPr>
          <p:spPr>
            <a:xfrm rot="0" flipV="1">
              <a:off x="1876" y="771"/>
              <a:ext cx="2" cy="11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09" name=""/>
            <p:cNvSpPr/>
            <p:nvPr/>
          </p:nvSpPr>
          <p:spPr>
            <a:xfrm rot="0" flipV="1">
              <a:off x="1876" y="618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0" name=""/>
            <p:cNvSpPr/>
            <p:nvPr/>
          </p:nvSpPr>
          <p:spPr>
            <a:xfrm rot="0">
              <a:off x="1019" y="618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1" name=""/>
            <p:cNvSpPr/>
            <p:nvPr/>
          </p:nvSpPr>
          <p:spPr>
            <a:xfrm rot="0">
              <a:off x="1019" y="771"/>
              <a:ext cx="2" cy="11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2" name=""/>
            <p:cNvSpPr/>
            <p:nvPr/>
          </p:nvSpPr>
          <p:spPr>
            <a:xfrm rot="0">
              <a:off x="1019" y="942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3" name=""/>
            <p:cNvSpPr/>
            <p:nvPr/>
          </p:nvSpPr>
          <p:spPr>
            <a:xfrm rot="0">
              <a:off x="1019" y="1115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4" name=""/>
            <p:cNvSpPr/>
            <p:nvPr/>
          </p:nvSpPr>
          <p:spPr>
            <a:xfrm rot="0">
              <a:off x="1019" y="1288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5" name=""/>
            <p:cNvSpPr/>
            <p:nvPr/>
          </p:nvSpPr>
          <p:spPr>
            <a:xfrm rot="0">
              <a:off x="1019" y="1461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6" name=""/>
            <p:cNvSpPr/>
            <p:nvPr/>
          </p:nvSpPr>
          <p:spPr>
            <a:xfrm rot="0">
              <a:off x="1019" y="2759"/>
              <a:ext cx="234" cy="766"/>
            </a:xfrm>
            <a:custGeom>
              <a:avLst/>
              <a:ahLst/>
              <a:rect l="0" t="0" r="r" b="b"/>
              <a:pathLst>
                <a:path w="912" h="2974">
                  <a:moveTo>
                    <a:pt x="912" y="0"/>
                  </a:moveTo>
                  <a:lnTo>
                    <a:pt x="818" y="52"/>
                  </a:lnTo>
                  <a:lnTo>
                    <a:pt x="726" y="109"/>
                  </a:lnTo>
                  <a:lnTo>
                    <a:pt x="640" y="173"/>
                  </a:lnTo>
                  <a:lnTo>
                    <a:pt x="557" y="243"/>
                  </a:lnTo>
                  <a:lnTo>
                    <a:pt x="478" y="317"/>
                  </a:lnTo>
                  <a:lnTo>
                    <a:pt x="405" y="397"/>
                  </a:lnTo>
                  <a:lnTo>
                    <a:pt x="337" y="481"/>
                  </a:lnTo>
                  <a:lnTo>
                    <a:pt x="275" y="569"/>
                  </a:lnTo>
                  <a:lnTo>
                    <a:pt x="219" y="661"/>
                  </a:lnTo>
                  <a:lnTo>
                    <a:pt x="168" y="756"/>
                  </a:lnTo>
                  <a:lnTo>
                    <a:pt x="124" y="854"/>
                  </a:lnTo>
                  <a:lnTo>
                    <a:pt x="86" y="956"/>
                  </a:lnTo>
                  <a:lnTo>
                    <a:pt x="55" y="1060"/>
                  </a:lnTo>
                  <a:lnTo>
                    <a:pt x="31" y="1165"/>
                  </a:lnTo>
                  <a:lnTo>
                    <a:pt x="13" y="1271"/>
                  </a:lnTo>
                  <a:lnTo>
                    <a:pt x="3" y="1379"/>
                  </a:lnTo>
                  <a:lnTo>
                    <a:pt x="0" y="1487"/>
                  </a:lnTo>
                  <a:lnTo>
                    <a:pt x="3" y="1595"/>
                  </a:lnTo>
                  <a:lnTo>
                    <a:pt x="13" y="1702"/>
                  </a:lnTo>
                  <a:lnTo>
                    <a:pt x="31" y="1809"/>
                  </a:lnTo>
                  <a:lnTo>
                    <a:pt x="55" y="1914"/>
                  </a:lnTo>
                  <a:lnTo>
                    <a:pt x="86" y="2018"/>
                  </a:lnTo>
                  <a:lnTo>
                    <a:pt x="124" y="2119"/>
                  </a:lnTo>
                  <a:lnTo>
                    <a:pt x="168" y="2217"/>
                  </a:lnTo>
                  <a:lnTo>
                    <a:pt x="219" y="2313"/>
                  </a:lnTo>
                  <a:lnTo>
                    <a:pt x="275" y="2405"/>
                  </a:lnTo>
                  <a:lnTo>
                    <a:pt x="337" y="2493"/>
                  </a:lnTo>
                  <a:lnTo>
                    <a:pt x="405" y="2577"/>
                  </a:lnTo>
                  <a:lnTo>
                    <a:pt x="478" y="2657"/>
                  </a:lnTo>
                  <a:lnTo>
                    <a:pt x="557" y="2731"/>
                  </a:lnTo>
                  <a:lnTo>
                    <a:pt x="640" y="2801"/>
                  </a:lnTo>
                  <a:lnTo>
                    <a:pt x="726" y="2864"/>
                  </a:lnTo>
                  <a:lnTo>
                    <a:pt x="818" y="2922"/>
                  </a:lnTo>
                  <a:lnTo>
                    <a:pt x="912" y="2974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7" name=""/>
            <p:cNvSpPr/>
            <p:nvPr/>
          </p:nvSpPr>
          <p:spPr>
            <a:xfrm rot="0">
              <a:off x="1253" y="3525"/>
              <a:ext cx="2" cy="200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8" name=""/>
            <p:cNvSpPr/>
            <p:nvPr/>
          </p:nvSpPr>
          <p:spPr>
            <a:xfrm rot="0">
              <a:off x="835" y="2561"/>
              <a:ext cx="418" cy="1164"/>
            </a:xfrm>
            <a:custGeom>
              <a:avLst/>
              <a:ahLst/>
              <a:rect l="0" t="0" r="r" b="b"/>
              <a:pathLst>
                <a:path w="1626" h="4520">
                  <a:moveTo>
                    <a:pt x="1626" y="0"/>
                  </a:moveTo>
                  <a:lnTo>
                    <a:pt x="1505" y="45"/>
                  </a:lnTo>
                  <a:lnTo>
                    <a:pt x="1386" y="95"/>
                  </a:lnTo>
                  <a:lnTo>
                    <a:pt x="1270" y="153"/>
                  </a:lnTo>
                  <a:lnTo>
                    <a:pt x="1157" y="216"/>
                  </a:lnTo>
                  <a:lnTo>
                    <a:pt x="1049" y="286"/>
                  </a:lnTo>
                  <a:lnTo>
                    <a:pt x="944" y="361"/>
                  </a:lnTo>
                  <a:lnTo>
                    <a:pt x="842" y="441"/>
                  </a:lnTo>
                  <a:lnTo>
                    <a:pt x="746" y="528"/>
                  </a:lnTo>
                  <a:lnTo>
                    <a:pt x="654" y="618"/>
                  </a:lnTo>
                  <a:lnTo>
                    <a:pt x="568" y="714"/>
                  </a:lnTo>
                  <a:lnTo>
                    <a:pt x="487" y="815"/>
                  </a:lnTo>
                  <a:lnTo>
                    <a:pt x="411" y="920"/>
                  </a:lnTo>
                  <a:lnTo>
                    <a:pt x="341" y="1029"/>
                  </a:lnTo>
                  <a:lnTo>
                    <a:pt x="278" y="1142"/>
                  </a:lnTo>
                  <a:lnTo>
                    <a:pt x="221" y="1257"/>
                  </a:lnTo>
                  <a:lnTo>
                    <a:pt x="169" y="1376"/>
                  </a:lnTo>
                  <a:lnTo>
                    <a:pt x="125" y="1498"/>
                  </a:lnTo>
                  <a:lnTo>
                    <a:pt x="86" y="1621"/>
                  </a:lnTo>
                  <a:lnTo>
                    <a:pt x="55" y="1747"/>
                  </a:lnTo>
                  <a:lnTo>
                    <a:pt x="31" y="1874"/>
                  </a:lnTo>
                  <a:lnTo>
                    <a:pt x="13" y="2002"/>
                  </a:lnTo>
                  <a:lnTo>
                    <a:pt x="3" y="2130"/>
                  </a:lnTo>
                  <a:lnTo>
                    <a:pt x="0" y="2260"/>
                  </a:lnTo>
                  <a:lnTo>
                    <a:pt x="3" y="2389"/>
                  </a:lnTo>
                  <a:lnTo>
                    <a:pt x="13" y="2518"/>
                  </a:lnTo>
                  <a:lnTo>
                    <a:pt x="31" y="2646"/>
                  </a:lnTo>
                  <a:lnTo>
                    <a:pt x="55" y="2773"/>
                  </a:lnTo>
                  <a:lnTo>
                    <a:pt x="86" y="2898"/>
                  </a:lnTo>
                  <a:lnTo>
                    <a:pt x="125" y="3022"/>
                  </a:lnTo>
                  <a:lnTo>
                    <a:pt x="169" y="3144"/>
                  </a:lnTo>
                  <a:lnTo>
                    <a:pt x="221" y="3262"/>
                  </a:lnTo>
                  <a:lnTo>
                    <a:pt x="278" y="3378"/>
                  </a:lnTo>
                  <a:lnTo>
                    <a:pt x="341" y="3491"/>
                  </a:lnTo>
                  <a:lnTo>
                    <a:pt x="411" y="3599"/>
                  </a:lnTo>
                  <a:lnTo>
                    <a:pt x="487" y="3704"/>
                  </a:lnTo>
                  <a:lnTo>
                    <a:pt x="568" y="3805"/>
                  </a:lnTo>
                  <a:lnTo>
                    <a:pt x="654" y="3901"/>
                  </a:lnTo>
                  <a:lnTo>
                    <a:pt x="746" y="3993"/>
                  </a:lnTo>
                  <a:lnTo>
                    <a:pt x="842" y="4079"/>
                  </a:lnTo>
                  <a:lnTo>
                    <a:pt x="944" y="4159"/>
                  </a:lnTo>
                  <a:lnTo>
                    <a:pt x="1049" y="4235"/>
                  </a:lnTo>
                  <a:lnTo>
                    <a:pt x="1157" y="4304"/>
                  </a:lnTo>
                  <a:lnTo>
                    <a:pt x="1270" y="4367"/>
                  </a:lnTo>
                  <a:lnTo>
                    <a:pt x="1386" y="4425"/>
                  </a:lnTo>
                  <a:lnTo>
                    <a:pt x="1505" y="4476"/>
                  </a:lnTo>
                  <a:lnTo>
                    <a:pt x="1626" y="452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19" name=""/>
            <p:cNvSpPr/>
            <p:nvPr/>
          </p:nvSpPr>
          <p:spPr>
            <a:xfrm rot="0">
              <a:off x="1253" y="2561"/>
              <a:ext cx="2" cy="19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0" name=""/>
            <p:cNvSpPr/>
            <p:nvPr/>
          </p:nvSpPr>
          <p:spPr>
            <a:xfrm rot="0">
              <a:off x="1642" y="2759"/>
              <a:ext cx="234" cy="766"/>
            </a:xfrm>
            <a:custGeom>
              <a:avLst/>
              <a:ahLst/>
              <a:rect l="0" t="0" r="r" b="b"/>
              <a:pathLst>
                <a:path w="912" h="2974">
                  <a:moveTo>
                    <a:pt x="0" y="2974"/>
                  </a:moveTo>
                  <a:lnTo>
                    <a:pt x="94" y="2922"/>
                  </a:lnTo>
                  <a:lnTo>
                    <a:pt x="186" y="2864"/>
                  </a:lnTo>
                  <a:lnTo>
                    <a:pt x="273" y="2801"/>
                  </a:lnTo>
                  <a:lnTo>
                    <a:pt x="355" y="2731"/>
                  </a:lnTo>
                  <a:lnTo>
                    <a:pt x="434" y="2657"/>
                  </a:lnTo>
                  <a:lnTo>
                    <a:pt x="506" y="2577"/>
                  </a:lnTo>
                  <a:lnTo>
                    <a:pt x="575" y="2493"/>
                  </a:lnTo>
                  <a:lnTo>
                    <a:pt x="637" y="2405"/>
                  </a:lnTo>
                  <a:lnTo>
                    <a:pt x="693" y="2313"/>
                  </a:lnTo>
                  <a:lnTo>
                    <a:pt x="744" y="2217"/>
                  </a:lnTo>
                  <a:lnTo>
                    <a:pt x="788" y="2119"/>
                  </a:lnTo>
                  <a:lnTo>
                    <a:pt x="826" y="2018"/>
                  </a:lnTo>
                  <a:lnTo>
                    <a:pt x="857" y="1914"/>
                  </a:lnTo>
                  <a:lnTo>
                    <a:pt x="881" y="1809"/>
                  </a:lnTo>
                  <a:lnTo>
                    <a:pt x="899" y="1702"/>
                  </a:lnTo>
                  <a:lnTo>
                    <a:pt x="909" y="1595"/>
                  </a:lnTo>
                  <a:lnTo>
                    <a:pt x="912" y="1487"/>
                  </a:lnTo>
                  <a:lnTo>
                    <a:pt x="909" y="1379"/>
                  </a:lnTo>
                  <a:lnTo>
                    <a:pt x="899" y="1271"/>
                  </a:lnTo>
                  <a:lnTo>
                    <a:pt x="881" y="1165"/>
                  </a:lnTo>
                  <a:lnTo>
                    <a:pt x="857" y="1060"/>
                  </a:lnTo>
                  <a:lnTo>
                    <a:pt x="826" y="956"/>
                  </a:lnTo>
                  <a:lnTo>
                    <a:pt x="788" y="854"/>
                  </a:lnTo>
                  <a:lnTo>
                    <a:pt x="744" y="756"/>
                  </a:lnTo>
                  <a:lnTo>
                    <a:pt x="693" y="661"/>
                  </a:lnTo>
                  <a:lnTo>
                    <a:pt x="637" y="569"/>
                  </a:lnTo>
                  <a:lnTo>
                    <a:pt x="575" y="481"/>
                  </a:lnTo>
                  <a:lnTo>
                    <a:pt x="506" y="397"/>
                  </a:lnTo>
                  <a:lnTo>
                    <a:pt x="434" y="317"/>
                  </a:lnTo>
                  <a:lnTo>
                    <a:pt x="355" y="243"/>
                  </a:lnTo>
                  <a:lnTo>
                    <a:pt x="273" y="173"/>
                  </a:lnTo>
                  <a:lnTo>
                    <a:pt x="186" y="109"/>
                  </a:lnTo>
                  <a:lnTo>
                    <a:pt x="94" y="52"/>
                  </a:lnTo>
                  <a:lnTo>
                    <a:pt x="0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1" name=""/>
            <p:cNvSpPr/>
            <p:nvPr/>
          </p:nvSpPr>
          <p:spPr>
            <a:xfrm rot="0" flipV="1">
              <a:off x="1642" y="2561"/>
              <a:ext cx="2" cy="19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2" name=""/>
            <p:cNvSpPr/>
            <p:nvPr/>
          </p:nvSpPr>
          <p:spPr>
            <a:xfrm rot="0">
              <a:off x="1642" y="2561"/>
              <a:ext cx="418" cy="1164"/>
            </a:xfrm>
            <a:custGeom>
              <a:avLst/>
              <a:ahLst/>
              <a:rect l="0" t="0" r="r" b="b"/>
              <a:pathLst>
                <a:path w="1627" h="4520">
                  <a:moveTo>
                    <a:pt x="0" y="4520"/>
                  </a:moveTo>
                  <a:lnTo>
                    <a:pt x="122" y="4476"/>
                  </a:lnTo>
                  <a:lnTo>
                    <a:pt x="240" y="4425"/>
                  </a:lnTo>
                  <a:lnTo>
                    <a:pt x="356" y="4367"/>
                  </a:lnTo>
                  <a:lnTo>
                    <a:pt x="469" y="4304"/>
                  </a:lnTo>
                  <a:lnTo>
                    <a:pt x="577" y="4235"/>
                  </a:lnTo>
                  <a:lnTo>
                    <a:pt x="683" y="4159"/>
                  </a:lnTo>
                  <a:lnTo>
                    <a:pt x="784" y="4079"/>
                  </a:lnTo>
                  <a:lnTo>
                    <a:pt x="880" y="3993"/>
                  </a:lnTo>
                  <a:lnTo>
                    <a:pt x="972" y="3901"/>
                  </a:lnTo>
                  <a:lnTo>
                    <a:pt x="1058" y="3805"/>
                  </a:lnTo>
                  <a:lnTo>
                    <a:pt x="1139" y="3704"/>
                  </a:lnTo>
                  <a:lnTo>
                    <a:pt x="1215" y="3599"/>
                  </a:lnTo>
                  <a:lnTo>
                    <a:pt x="1285" y="3491"/>
                  </a:lnTo>
                  <a:lnTo>
                    <a:pt x="1349" y="3378"/>
                  </a:lnTo>
                  <a:lnTo>
                    <a:pt x="1406" y="3262"/>
                  </a:lnTo>
                  <a:lnTo>
                    <a:pt x="1457" y="3144"/>
                  </a:lnTo>
                  <a:lnTo>
                    <a:pt x="1501" y="3022"/>
                  </a:lnTo>
                  <a:lnTo>
                    <a:pt x="1540" y="2898"/>
                  </a:lnTo>
                  <a:lnTo>
                    <a:pt x="1571" y="2773"/>
                  </a:lnTo>
                  <a:lnTo>
                    <a:pt x="1595" y="2646"/>
                  </a:lnTo>
                  <a:lnTo>
                    <a:pt x="1613" y="2518"/>
                  </a:lnTo>
                  <a:lnTo>
                    <a:pt x="1623" y="2389"/>
                  </a:lnTo>
                  <a:lnTo>
                    <a:pt x="1627" y="2260"/>
                  </a:lnTo>
                  <a:lnTo>
                    <a:pt x="1623" y="2130"/>
                  </a:lnTo>
                  <a:lnTo>
                    <a:pt x="1613" y="2002"/>
                  </a:lnTo>
                  <a:lnTo>
                    <a:pt x="1595" y="1874"/>
                  </a:lnTo>
                  <a:lnTo>
                    <a:pt x="1571" y="1747"/>
                  </a:lnTo>
                  <a:lnTo>
                    <a:pt x="1540" y="1621"/>
                  </a:lnTo>
                  <a:lnTo>
                    <a:pt x="1501" y="1498"/>
                  </a:lnTo>
                  <a:lnTo>
                    <a:pt x="1457" y="1376"/>
                  </a:lnTo>
                  <a:lnTo>
                    <a:pt x="1406" y="1257"/>
                  </a:lnTo>
                  <a:lnTo>
                    <a:pt x="1349" y="1142"/>
                  </a:lnTo>
                  <a:lnTo>
                    <a:pt x="1285" y="1029"/>
                  </a:lnTo>
                  <a:lnTo>
                    <a:pt x="1215" y="920"/>
                  </a:lnTo>
                  <a:lnTo>
                    <a:pt x="1139" y="815"/>
                  </a:lnTo>
                  <a:lnTo>
                    <a:pt x="1058" y="714"/>
                  </a:lnTo>
                  <a:lnTo>
                    <a:pt x="972" y="618"/>
                  </a:lnTo>
                  <a:lnTo>
                    <a:pt x="880" y="528"/>
                  </a:lnTo>
                  <a:lnTo>
                    <a:pt x="784" y="441"/>
                  </a:lnTo>
                  <a:lnTo>
                    <a:pt x="683" y="361"/>
                  </a:lnTo>
                  <a:lnTo>
                    <a:pt x="577" y="286"/>
                  </a:lnTo>
                  <a:lnTo>
                    <a:pt x="469" y="216"/>
                  </a:lnTo>
                  <a:lnTo>
                    <a:pt x="356" y="153"/>
                  </a:lnTo>
                  <a:lnTo>
                    <a:pt x="240" y="95"/>
                  </a:lnTo>
                  <a:lnTo>
                    <a:pt x="122" y="45"/>
                  </a:lnTo>
                  <a:lnTo>
                    <a:pt x="0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3" name=""/>
            <p:cNvSpPr/>
            <p:nvPr/>
          </p:nvSpPr>
          <p:spPr>
            <a:xfrm rot="0" flipV="1">
              <a:off x="1642" y="3525"/>
              <a:ext cx="2" cy="200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4" name=""/>
            <p:cNvSpPr/>
            <p:nvPr/>
          </p:nvSpPr>
          <p:spPr>
            <a:xfrm rot="0">
              <a:off x="1253" y="2714"/>
              <a:ext cx="389" cy="45"/>
            </a:xfrm>
            <a:custGeom>
              <a:avLst/>
              <a:ahLst/>
              <a:rect l="0" t="0" r="r" b="b"/>
              <a:pathLst>
                <a:path w="1508" h="181">
                  <a:moveTo>
                    <a:pt x="1508" y="181"/>
                  </a:moveTo>
                  <a:lnTo>
                    <a:pt x="1407" y="133"/>
                  </a:lnTo>
                  <a:lnTo>
                    <a:pt x="1303" y="94"/>
                  </a:lnTo>
                  <a:lnTo>
                    <a:pt x="1195" y="59"/>
                  </a:lnTo>
                  <a:lnTo>
                    <a:pt x="1087" y="34"/>
                  </a:lnTo>
                  <a:lnTo>
                    <a:pt x="977" y="15"/>
                  </a:lnTo>
                  <a:lnTo>
                    <a:pt x="866" y="4"/>
                  </a:lnTo>
                  <a:lnTo>
                    <a:pt x="754" y="0"/>
                  </a:lnTo>
                  <a:lnTo>
                    <a:pt x="643" y="4"/>
                  </a:lnTo>
                  <a:lnTo>
                    <a:pt x="531" y="15"/>
                  </a:lnTo>
                  <a:lnTo>
                    <a:pt x="421" y="34"/>
                  </a:lnTo>
                  <a:lnTo>
                    <a:pt x="312" y="59"/>
                  </a:lnTo>
                  <a:lnTo>
                    <a:pt x="205" y="94"/>
                  </a:lnTo>
                  <a:lnTo>
                    <a:pt x="101" y="133"/>
                  </a:lnTo>
                  <a:lnTo>
                    <a:pt x="0" y="181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5" name=""/>
            <p:cNvSpPr/>
            <p:nvPr/>
          </p:nvSpPr>
          <p:spPr>
            <a:xfrm rot="0">
              <a:off x="1253" y="2531"/>
              <a:ext cx="389" cy="30"/>
            </a:xfrm>
            <a:custGeom>
              <a:avLst/>
              <a:ahLst/>
              <a:rect l="0" t="0" r="r" b="b"/>
              <a:pathLst>
                <a:path w="1508" h="122">
                  <a:moveTo>
                    <a:pt x="1508" y="122"/>
                  </a:moveTo>
                  <a:lnTo>
                    <a:pt x="1386" y="85"/>
                  </a:lnTo>
                  <a:lnTo>
                    <a:pt x="1262" y="54"/>
                  </a:lnTo>
                  <a:lnTo>
                    <a:pt x="1136" y="31"/>
                  </a:lnTo>
                  <a:lnTo>
                    <a:pt x="1009" y="13"/>
                  </a:lnTo>
                  <a:lnTo>
                    <a:pt x="882" y="3"/>
                  </a:lnTo>
                  <a:lnTo>
                    <a:pt x="754" y="0"/>
                  </a:lnTo>
                  <a:lnTo>
                    <a:pt x="626" y="3"/>
                  </a:lnTo>
                  <a:lnTo>
                    <a:pt x="499" y="13"/>
                  </a:lnTo>
                  <a:lnTo>
                    <a:pt x="372" y="31"/>
                  </a:lnTo>
                  <a:lnTo>
                    <a:pt x="246" y="54"/>
                  </a:lnTo>
                  <a:lnTo>
                    <a:pt x="122" y="85"/>
                  </a:lnTo>
                  <a:lnTo>
                    <a:pt x="0" y="122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6" name=""/>
            <p:cNvSpPr/>
            <p:nvPr/>
          </p:nvSpPr>
          <p:spPr>
            <a:xfrm rot="0">
              <a:off x="1253" y="3525"/>
              <a:ext cx="389" cy="47"/>
            </a:xfrm>
            <a:custGeom>
              <a:avLst/>
              <a:ahLst/>
              <a:rect l="0" t="0" r="r" b="b"/>
              <a:pathLst>
                <a:path w="1508" h="180">
                  <a:moveTo>
                    <a:pt x="0" y="0"/>
                  </a:moveTo>
                  <a:lnTo>
                    <a:pt x="101" y="48"/>
                  </a:lnTo>
                  <a:lnTo>
                    <a:pt x="205" y="88"/>
                  </a:lnTo>
                  <a:lnTo>
                    <a:pt x="312" y="121"/>
                  </a:lnTo>
                  <a:lnTo>
                    <a:pt x="421" y="147"/>
                  </a:lnTo>
                  <a:lnTo>
                    <a:pt x="531" y="166"/>
                  </a:lnTo>
                  <a:lnTo>
                    <a:pt x="643" y="177"/>
                  </a:lnTo>
                  <a:lnTo>
                    <a:pt x="754" y="180"/>
                  </a:lnTo>
                  <a:lnTo>
                    <a:pt x="866" y="177"/>
                  </a:lnTo>
                  <a:lnTo>
                    <a:pt x="977" y="166"/>
                  </a:lnTo>
                  <a:lnTo>
                    <a:pt x="1087" y="147"/>
                  </a:lnTo>
                  <a:lnTo>
                    <a:pt x="1195" y="121"/>
                  </a:lnTo>
                  <a:lnTo>
                    <a:pt x="1303" y="88"/>
                  </a:lnTo>
                  <a:lnTo>
                    <a:pt x="1407" y="48"/>
                  </a:lnTo>
                  <a:lnTo>
                    <a:pt x="1508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7" name=""/>
            <p:cNvSpPr/>
            <p:nvPr/>
          </p:nvSpPr>
          <p:spPr>
            <a:xfrm rot="0">
              <a:off x="1253" y="3725"/>
              <a:ext cx="389" cy="30"/>
            </a:xfrm>
            <a:custGeom>
              <a:avLst/>
              <a:ahLst/>
              <a:rect l="0" t="0" r="r" b="b"/>
              <a:pathLst>
                <a:path w="1508" h="122">
                  <a:moveTo>
                    <a:pt x="0" y="0"/>
                  </a:moveTo>
                  <a:lnTo>
                    <a:pt x="122" y="37"/>
                  </a:lnTo>
                  <a:lnTo>
                    <a:pt x="246" y="67"/>
                  </a:lnTo>
                  <a:lnTo>
                    <a:pt x="372" y="92"/>
                  </a:lnTo>
                  <a:lnTo>
                    <a:pt x="499" y="108"/>
                  </a:lnTo>
                  <a:lnTo>
                    <a:pt x="626" y="119"/>
                  </a:lnTo>
                  <a:lnTo>
                    <a:pt x="754" y="122"/>
                  </a:lnTo>
                  <a:lnTo>
                    <a:pt x="882" y="119"/>
                  </a:lnTo>
                  <a:lnTo>
                    <a:pt x="1009" y="108"/>
                  </a:lnTo>
                  <a:lnTo>
                    <a:pt x="1136" y="92"/>
                  </a:lnTo>
                  <a:lnTo>
                    <a:pt x="1262" y="67"/>
                  </a:lnTo>
                  <a:lnTo>
                    <a:pt x="1386" y="37"/>
                  </a:lnTo>
                  <a:lnTo>
                    <a:pt x="1508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8" name=""/>
            <p:cNvSpPr/>
            <p:nvPr/>
          </p:nvSpPr>
          <p:spPr>
            <a:xfrm rot="0" flipV="1">
              <a:off x="1447" y="3674"/>
              <a:ext cx="2" cy="22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29" name=""/>
            <p:cNvSpPr/>
            <p:nvPr/>
          </p:nvSpPr>
          <p:spPr>
            <a:xfrm rot="0" flipV="1">
              <a:off x="1447" y="3595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0" name=""/>
            <p:cNvSpPr/>
            <p:nvPr/>
          </p:nvSpPr>
          <p:spPr>
            <a:xfrm rot="0" flipV="1">
              <a:off x="1447" y="3363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1" name=""/>
            <p:cNvSpPr/>
            <p:nvPr/>
          </p:nvSpPr>
          <p:spPr>
            <a:xfrm rot="0" flipV="1">
              <a:off x="1447" y="3285"/>
              <a:ext cx="2" cy="3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2" name=""/>
            <p:cNvSpPr/>
            <p:nvPr/>
          </p:nvSpPr>
          <p:spPr>
            <a:xfrm rot="0" flipV="1">
              <a:off x="1447" y="3051"/>
              <a:ext cx="2" cy="19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3" name=""/>
            <p:cNvSpPr/>
            <p:nvPr/>
          </p:nvSpPr>
          <p:spPr>
            <a:xfrm rot="0" flipV="1">
              <a:off x="1447" y="2974"/>
              <a:ext cx="2" cy="3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4" name=""/>
            <p:cNvSpPr/>
            <p:nvPr/>
          </p:nvSpPr>
          <p:spPr>
            <a:xfrm rot="0" flipV="1">
              <a:off x="1447" y="2740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5" name=""/>
            <p:cNvSpPr/>
            <p:nvPr/>
          </p:nvSpPr>
          <p:spPr>
            <a:xfrm rot="0" flipV="1">
              <a:off x="1447" y="2662"/>
              <a:ext cx="2" cy="3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6" name=""/>
            <p:cNvSpPr/>
            <p:nvPr/>
          </p:nvSpPr>
          <p:spPr>
            <a:xfrm rot="0" flipV="1">
              <a:off x="1447" y="2394"/>
              <a:ext cx="2" cy="22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7" name=""/>
            <p:cNvSpPr/>
            <p:nvPr/>
          </p:nvSpPr>
          <p:spPr>
            <a:xfrm rot="0">
              <a:off x="767" y="3143"/>
              <a:ext cx="14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8" name=""/>
            <p:cNvSpPr/>
            <p:nvPr/>
          </p:nvSpPr>
          <p:spPr>
            <a:xfrm rot="0">
              <a:off x="952" y="3143"/>
              <a:ext cx="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39" name=""/>
            <p:cNvSpPr/>
            <p:nvPr/>
          </p:nvSpPr>
          <p:spPr>
            <a:xfrm rot="0">
              <a:off x="1030" y="3143"/>
              <a:ext cx="19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0" name=""/>
            <p:cNvSpPr/>
            <p:nvPr/>
          </p:nvSpPr>
          <p:spPr>
            <a:xfrm rot="0">
              <a:off x="1264" y="3143"/>
              <a:ext cx="3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1" name=""/>
            <p:cNvSpPr/>
            <p:nvPr/>
          </p:nvSpPr>
          <p:spPr>
            <a:xfrm rot="0">
              <a:off x="1341" y="3143"/>
              <a:ext cx="195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2" name=""/>
            <p:cNvSpPr/>
            <p:nvPr/>
          </p:nvSpPr>
          <p:spPr>
            <a:xfrm rot="0">
              <a:off x="1573" y="3143"/>
              <a:ext cx="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3" name=""/>
            <p:cNvSpPr/>
            <p:nvPr/>
          </p:nvSpPr>
          <p:spPr>
            <a:xfrm rot="0">
              <a:off x="1653" y="3143"/>
              <a:ext cx="19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4" name=""/>
            <p:cNvSpPr/>
            <p:nvPr/>
          </p:nvSpPr>
          <p:spPr>
            <a:xfrm rot="0">
              <a:off x="1885" y="3143"/>
              <a:ext cx="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5" name=""/>
            <p:cNvSpPr/>
            <p:nvPr/>
          </p:nvSpPr>
          <p:spPr>
            <a:xfrm rot="0">
              <a:off x="1962" y="3143"/>
              <a:ext cx="14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6" name=""/>
            <p:cNvSpPr/>
            <p:nvPr/>
          </p:nvSpPr>
          <p:spPr>
            <a:xfrm rot="0" flipV="1">
              <a:off x="1447" y="1769"/>
              <a:ext cx="2" cy="18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7" name=""/>
            <p:cNvSpPr/>
            <p:nvPr/>
          </p:nvSpPr>
          <p:spPr>
            <a:xfrm rot="0" flipV="1">
              <a:off x="1447" y="1691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8" name=""/>
            <p:cNvSpPr/>
            <p:nvPr/>
          </p:nvSpPr>
          <p:spPr>
            <a:xfrm rot="0" flipV="1">
              <a:off x="1447" y="1457"/>
              <a:ext cx="2" cy="19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49" name=""/>
            <p:cNvSpPr/>
            <p:nvPr/>
          </p:nvSpPr>
          <p:spPr>
            <a:xfrm rot="0" flipV="1">
              <a:off x="1447" y="1380"/>
              <a:ext cx="2" cy="3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0" name=""/>
            <p:cNvSpPr/>
            <p:nvPr/>
          </p:nvSpPr>
          <p:spPr>
            <a:xfrm rot="0" flipV="1">
              <a:off x="1447" y="1146"/>
              <a:ext cx="2" cy="19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1" name=""/>
            <p:cNvSpPr/>
            <p:nvPr/>
          </p:nvSpPr>
          <p:spPr>
            <a:xfrm rot="0" flipV="1">
              <a:off x="1447" y="1068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2" name=""/>
            <p:cNvSpPr/>
            <p:nvPr/>
          </p:nvSpPr>
          <p:spPr>
            <a:xfrm rot="0" flipV="1">
              <a:off x="1447" y="834"/>
              <a:ext cx="2" cy="19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3" name=""/>
            <p:cNvSpPr/>
            <p:nvPr/>
          </p:nvSpPr>
          <p:spPr>
            <a:xfrm rot="0" flipV="1">
              <a:off x="1447" y="757"/>
              <a:ext cx="2" cy="3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4" name=""/>
            <p:cNvSpPr/>
            <p:nvPr/>
          </p:nvSpPr>
          <p:spPr>
            <a:xfrm rot="0" flipV="1">
              <a:off x="1447" y="533"/>
              <a:ext cx="2" cy="18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5" name=""/>
            <p:cNvSpPr/>
            <p:nvPr/>
          </p:nvSpPr>
          <p:spPr>
            <a:xfrm rot="0">
              <a:off x="1253" y="2561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6" name=""/>
            <p:cNvSpPr/>
            <p:nvPr/>
          </p:nvSpPr>
          <p:spPr>
            <a:xfrm rot="0">
              <a:off x="1253" y="3725"/>
              <a:ext cx="2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7" name=""/>
            <p:cNvSpPr/>
            <p:nvPr/>
          </p:nvSpPr>
          <p:spPr>
            <a:xfrm rot="0">
              <a:off x="1253" y="2759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58" name=""/>
            <p:cNvSpPr/>
            <p:nvPr/>
          </p:nvSpPr>
          <p:spPr>
            <a:xfrm rot="0">
              <a:off x="1253" y="3525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84" name=""/>
          <p:cNvGrpSpPr/>
          <p:nvPr/>
        </p:nvGrpSpPr>
        <p:grpSpPr>
          <a:xfrm rot="0">
            <a:off x="611187" y="4732337"/>
            <a:ext cx="1377950" cy="1219200"/>
            <a:chOff x="385" y="2759"/>
            <a:chExt cx="868" cy="768"/>
          </a:xfrm>
        </p:grpSpPr>
        <p:sp>
          <p:nvSpPr>
            <p:cNvPr id="1069459" name=""/>
            <p:cNvSpPr/>
            <p:nvPr/>
          </p:nvSpPr>
          <p:spPr>
            <a:xfrm rot="0" flipH="1">
              <a:off x="587" y="2759"/>
              <a:ext cx="666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0" name=""/>
            <p:cNvSpPr/>
            <p:nvPr/>
          </p:nvSpPr>
          <p:spPr>
            <a:xfrm rot="0" flipH="1">
              <a:off x="587" y="3525"/>
              <a:ext cx="666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1" name=""/>
            <p:cNvSpPr/>
            <p:nvPr/>
          </p:nvSpPr>
          <p:spPr>
            <a:xfrm rot="0">
              <a:off x="632" y="2821"/>
              <a:ext cx="2" cy="64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2" name=""/>
            <p:cNvSpPr/>
            <p:nvPr/>
          </p:nvSpPr>
          <p:spPr>
            <a:xfrm rot="0">
              <a:off x="621" y="2759"/>
              <a:ext cx="22" cy="62"/>
            </a:xfrm>
            <a:custGeom>
              <a:avLst/>
              <a:ahLst/>
              <a:rect l="0" t="0" r="r" b="b"/>
              <a:pathLst>
                <a:path w="79" h="238">
                  <a:moveTo>
                    <a:pt x="0" y="238"/>
                  </a:moveTo>
                  <a:lnTo>
                    <a:pt x="79" y="238"/>
                  </a:lnTo>
                  <a:lnTo>
                    <a:pt x="39" y="0"/>
                  </a:lnTo>
                  <a:lnTo>
                    <a:pt x="0" y="238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3" name=""/>
            <p:cNvSpPr/>
            <p:nvPr/>
          </p:nvSpPr>
          <p:spPr>
            <a:xfrm rot="0">
              <a:off x="621" y="2759"/>
              <a:ext cx="22" cy="62"/>
            </a:xfrm>
            <a:custGeom>
              <a:avLst/>
              <a:ahLst/>
              <a:rect l="0" t="0" r="r" b="b"/>
              <a:pathLst>
                <a:path w="79" h="238">
                  <a:moveTo>
                    <a:pt x="0" y="238"/>
                  </a:moveTo>
                  <a:lnTo>
                    <a:pt x="79" y="238"/>
                  </a:lnTo>
                  <a:lnTo>
                    <a:pt x="39" y="0"/>
                  </a:lnTo>
                  <a:lnTo>
                    <a:pt x="0" y="238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4" name=""/>
            <p:cNvSpPr/>
            <p:nvPr/>
          </p:nvSpPr>
          <p:spPr>
            <a:xfrm rot="0">
              <a:off x="621" y="3464"/>
              <a:ext cx="22" cy="61"/>
            </a:xfrm>
            <a:custGeom>
              <a:avLst/>
              <a:ahLst/>
              <a:rect l="0" t="0" r="r" b="b"/>
              <a:pathLst>
                <a:path w="79" h="239">
                  <a:moveTo>
                    <a:pt x="0" y="0"/>
                  </a:moveTo>
                  <a:lnTo>
                    <a:pt x="79" y="0"/>
                  </a:lnTo>
                  <a:lnTo>
                    <a:pt x="39" y="239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5" name=""/>
            <p:cNvSpPr/>
            <p:nvPr/>
          </p:nvSpPr>
          <p:spPr>
            <a:xfrm rot="16200000">
              <a:off x="403" y="2992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y2</a:t>
              </a:r>
            </a:p>
          </p:txBody>
        </p:sp>
        <p:sp>
          <p:nvSpPr>
            <p:cNvPr id="1069466" name=""/>
            <p:cNvSpPr/>
            <p:nvPr/>
          </p:nvSpPr>
          <p:spPr>
            <a:xfrm rot="0">
              <a:off x="621" y="3464"/>
              <a:ext cx="22" cy="61"/>
            </a:xfrm>
            <a:custGeom>
              <a:avLst/>
              <a:ahLst/>
              <a:rect l="0" t="0" r="r" b="b"/>
              <a:pathLst>
                <a:path w="79" h="239">
                  <a:moveTo>
                    <a:pt x="0" y="0"/>
                  </a:moveTo>
                  <a:lnTo>
                    <a:pt x="79" y="0"/>
                  </a:lnTo>
                  <a:lnTo>
                    <a:pt x="39" y="23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67" name=""/>
            <p:cNvSpPr/>
            <p:nvPr/>
          </p:nvSpPr>
          <p:spPr>
            <a:xfrm rot="0">
              <a:off x="632" y="3525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9468" name=""/>
          <p:cNvSpPr/>
          <p:nvPr/>
        </p:nvSpPr>
        <p:spPr>
          <a:xfrm rot="0">
            <a:off x="4724400" y="1338262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469" name=""/>
          <p:cNvSpPr/>
          <p:nvPr/>
        </p:nvSpPr>
        <p:spPr>
          <a:xfrm rot="0">
            <a:off x="4410075" y="1338262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470" name=""/>
          <p:cNvSpPr/>
          <p:nvPr/>
        </p:nvSpPr>
        <p:spPr>
          <a:xfrm rot="0">
            <a:off x="6254750" y="1338262"/>
            <a:ext cx="1587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471" name=""/>
          <p:cNvSpPr/>
          <p:nvPr/>
        </p:nvSpPr>
        <p:spPr>
          <a:xfrm rot="0">
            <a:off x="4724400" y="3282950"/>
            <a:ext cx="3175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472" name=""/>
          <p:cNvSpPr/>
          <p:nvPr/>
        </p:nvSpPr>
        <p:spPr>
          <a:xfrm rot="0">
            <a:off x="5940425" y="3282950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285" name=""/>
          <p:cNvGrpSpPr/>
          <p:nvPr/>
        </p:nvGrpSpPr>
        <p:grpSpPr>
          <a:xfrm rot="0">
            <a:off x="4724400" y="3209925"/>
            <a:ext cx="1217612" cy="481012"/>
            <a:chOff x="2976" y="1797"/>
            <a:chExt cx="767" cy="303"/>
          </a:xfrm>
        </p:grpSpPr>
        <p:sp>
          <p:nvSpPr>
            <p:cNvPr id="1069473" name=""/>
            <p:cNvSpPr/>
            <p:nvPr/>
          </p:nvSpPr>
          <p:spPr>
            <a:xfrm rot="0">
              <a:off x="2976" y="1843"/>
              <a:ext cx="2" cy="25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74" name=""/>
            <p:cNvSpPr/>
            <p:nvPr/>
          </p:nvSpPr>
          <p:spPr>
            <a:xfrm rot="0">
              <a:off x="3742" y="1843"/>
              <a:ext cx="1" cy="25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75" name=""/>
            <p:cNvSpPr/>
            <p:nvPr/>
          </p:nvSpPr>
          <p:spPr>
            <a:xfrm rot="0">
              <a:off x="3037" y="2053"/>
              <a:ext cx="643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76" name=""/>
            <p:cNvSpPr/>
            <p:nvPr/>
          </p:nvSpPr>
          <p:spPr>
            <a:xfrm rot="0">
              <a:off x="2976" y="2044"/>
              <a:ext cx="61" cy="20"/>
            </a:xfrm>
            <a:custGeom>
              <a:avLst/>
              <a:ahLst/>
              <a:rect l="0" t="0" r="r" b="b"/>
              <a:pathLst>
                <a:path w="239" h="79">
                  <a:moveTo>
                    <a:pt x="239" y="0"/>
                  </a:moveTo>
                  <a:lnTo>
                    <a:pt x="239" y="79"/>
                  </a:lnTo>
                  <a:lnTo>
                    <a:pt x="0" y="40"/>
                  </a:lnTo>
                  <a:lnTo>
                    <a:pt x="239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77" name=""/>
            <p:cNvSpPr/>
            <p:nvPr/>
          </p:nvSpPr>
          <p:spPr>
            <a:xfrm rot="0">
              <a:off x="2976" y="2044"/>
              <a:ext cx="61" cy="20"/>
            </a:xfrm>
            <a:custGeom>
              <a:avLst/>
              <a:ahLst/>
              <a:rect l="0" t="0" r="r" b="b"/>
              <a:pathLst>
                <a:path w="239" h="79">
                  <a:moveTo>
                    <a:pt x="239" y="0"/>
                  </a:moveTo>
                  <a:lnTo>
                    <a:pt x="239" y="79"/>
                  </a:lnTo>
                  <a:lnTo>
                    <a:pt x="0" y="40"/>
                  </a:lnTo>
                  <a:lnTo>
                    <a:pt x="239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78" name=""/>
            <p:cNvSpPr/>
            <p:nvPr/>
          </p:nvSpPr>
          <p:spPr>
            <a:xfrm rot="0">
              <a:off x="3680" y="2044"/>
              <a:ext cx="62" cy="20"/>
            </a:xfrm>
            <a:custGeom>
              <a:avLst/>
              <a:ahLst/>
              <a:rect l="0" t="0" r="r" b="b"/>
              <a:pathLst>
                <a:path w="238" h="79">
                  <a:moveTo>
                    <a:pt x="0" y="0"/>
                  </a:moveTo>
                  <a:lnTo>
                    <a:pt x="0" y="79"/>
                  </a:lnTo>
                  <a:lnTo>
                    <a:pt x="238" y="40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79" name=""/>
            <p:cNvSpPr/>
            <p:nvPr/>
          </p:nvSpPr>
          <p:spPr>
            <a:xfrm rot="0">
              <a:off x="3296" y="1797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69480" name=""/>
            <p:cNvSpPr/>
            <p:nvPr/>
          </p:nvSpPr>
          <p:spPr>
            <a:xfrm rot="0">
              <a:off x="3680" y="2044"/>
              <a:ext cx="62" cy="20"/>
            </a:xfrm>
            <a:custGeom>
              <a:avLst/>
              <a:ahLst/>
              <a:rect l="0" t="0" r="r" b="b"/>
              <a:pathLst>
                <a:path w="238" h="79">
                  <a:moveTo>
                    <a:pt x="0" y="0"/>
                  </a:moveTo>
                  <a:lnTo>
                    <a:pt x="0" y="79"/>
                  </a:lnTo>
                  <a:lnTo>
                    <a:pt x="238" y="4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81" name=""/>
            <p:cNvSpPr/>
            <p:nvPr/>
          </p:nvSpPr>
          <p:spPr>
            <a:xfrm rot="0">
              <a:off x="3742" y="2053"/>
              <a:ext cx="1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69482" name=""/>
          <p:cNvSpPr/>
          <p:nvPr/>
        </p:nvSpPr>
        <p:spPr>
          <a:xfrm rot="0">
            <a:off x="4410075" y="3282950"/>
            <a:ext cx="3175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69483" name=""/>
          <p:cNvSpPr/>
          <p:nvPr/>
        </p:nvSpPr>
        <p:spPr>
          <a:xfrm rot="0">
            <a:off x="6254750" y="3282950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286" name=""/>
          <p:cNvGrpSpPr/>
          <p:nvPr/>
        </p:nvGrpSpPr>
        <p:grpSpPr>
          <a:xfrm rot="0">
            <a:off x="4410075" y="3282950"/>
            <a:ext cx="1846262" cy="714375"/>
            <a:chOff x="2778" y="1843"/>
            <a:chExt cx="1163" cy="450"/>
          </a:xfrm>
        </p:grpSpPr>
        <p:sp>
          <p:nvSpPr>
            <p:cNvPr id="1069484" name=""/>
            <p:cNvSpPr/>
            <p:nvPr/>
          </p:nvSpPr>
          <p:spPr>
            <a:xfrm rot="0">
              <a:off x="2778" y="1843"/>
              <a:ext cx="2" cy="45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85" name=""/>
            <p:cNvSpPr/>
            <p:nvPr/>
          </p:nvSpPr>
          <p:spPr>
            <a:xfrm rot="0">
              <a:off x="3940" y="1843"/>
              <a:ext cx="1" cy="45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86" name=""/>
            <p:cNvSpPr/>
            <p:nvPr/>
          </p:nvSpPr>
          <p:spPr>
            <a:xfrm rot="0">
              <a:off x="2839" y="2246"/>
              <a:ext cx="1039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87" name=""/>
            <p:cNvSpPr/>
            <p:nvPr/>
          </p:nvSpPr>
          <p:spPr>
            <a:xfrm rot="0">
              <a:off x="2778" y="2237"/>
              <a:ext cx="61" cy="20"/>
            </a:xfrm>
            <a:custGeom>
              <a:avLst/>
              <a:ahLst/>
              <a:rect l="0" t="0" r="r" b="b"/>
              <a:pathLst>
                <a:path w="237" h="79">
                  <a:moveTo>
                    <a:pt x="237" y="0"/>
                  </a:moveTo>
                  <a:lnTo>
                    <a:pt x="237" y="79"/>
                  </a:lnTo>
                  <a:lnTo>
                    <a:pt x="0" y="40"/>
                  </a:lnTo>
                  <a:lnTo>
                    <a:pt x="237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88" name=""/>
            <p:cNvSpPr/>
            <p:nvPr/>
          </p:nvSpPr>
          <p:spPr>
            <a:xfrm rot="0">
              <a:off x="2778" y="2237"/>
              <a:ext cx="61" cy="20"/>
            </a:xfrm>
            <a:custGeom>
              <a:avLst/>
              <a:ahLst/>
              <a:rect l="0" t="0" r="r" b="b"/>
              <a:pathLst>
                <a:path w="237" h="79">
                  <a:moveTo>
                    <a:pt x="237" y="0"/>
                  </a:moveTo>
                  <a:lnTo>
                    <a:pt x="237" y="79"/>
                  </a:lnTo>
                  <a:lnTo>
                    <a:pt x="0" y="40"/>
                  </a:lnTo>
                  <a:lnTo>
                    <a:pt x="237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89" name=""/>
            <p:cNvSpPr/>
            <p:nvPr/>
          </p:nvSpPr>
          <p:spPr>
            <a:xfrm rot="0">
              <a:off x="3878" y="2237"/>
              <a:ext cx="62" cy="20"/>
            </a:xfrm>
            <a:custGeom>
              <a:avLst/>
              <a:ahLst/>
              <a:rect l="0" t="0" r="r" b="b"/>
              <a:pathLst>
                <a:path w="238" h="79">
                  <a:moveTo>
                    <a:pt x="0" y="0"/>
                  </a:moveTo>
                  <a:lnTo>
                    <a:pt x="0" y="79"/>
                  </a:lnTo>
                  <a:lnTo>
                    <a:pt x="238" y="40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90" name=""/>
            <p:cNvSpPr/>
            <p:nvPr/>
          </p:nvSpPr>
          <p:spPr>
            <a:xfrm rot="0">
              <a:off x="3294" y="2024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y2</a:t>
              </a:r>
            </a:p>
          </p:txBody>
        </p:sp>
        <p:sp>
          <p:nvSpPr>
            <p:cNvPr id="1069491" name=""/>
            <p:cNvSpPr/>
            <p:nvPr/>
          </p:nvSpPr>
          <p:spPr>
            <a:xfrm rot="0">
              <a:off x="3878" y="2237"/>
              <a:ext cx="62" cy="20"/>
            </a:xfrm>
            <a:custGeom>
              <a:avLst/>
              <a:ahLst/>
              <a:rect l="0" t="0" r="r" b="b"/>
              <a:pathLst>
                <a:path w="238" h="79">
                  <a:moveTo>
                    <a:pt x="0" y="0"/>
                  </a:moveTo>
                  <a:lnTo>
                    <a:pt x="0" y="79"/>
                  </a:lnTo>
                  <a:lnTo>
                    <a:pt x="238" y="4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92" name=""/>
            <p:cNvSpPr/>
            <p:nvPr/>
          </p:nvSpPr>
          <p:spPr>
            <a:xfrm rot="0">
              <a:off x="3940" y="2246"/>
              <a:ext cx="1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pic>
        <p:nvPicPr>
          <p:cNvPr id="2097157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862512" y="4105275"/>
            <a:ext cx="2535237" cy="2924175"/>
          </a:xfrm>
          <a:prstGeom prst="rect"/>
          <a:noFill/>
          <a:ln>
            <a:noFill/>
          </a:ln>
        </p:spPr>
      </p:pic>
      <p:grpSp>
        <p:nvGrpSpPr>
          <p:cNvPr id="287" name=""/>
          <p:cNvGrpSpPr/>
          <p:nvPr/>
        </p:nvGrpSpPr>
        <p:grpSpPr>
          <a:xfrm rot="0">
            <a:off x="6272212" y="4638675"/>
            <a:ext cx="1482725" cy="1311275"/>
            <a:chOff x="4649" y="2733"/>
            <a:chExt cx="934" cy="826"/>
          </a:xfrm>
        </p:grpSpPr>
        <p:sp>
          <p:nvSpPr>
            <p:cNvPr id="1069493" name=""/>
            <p:cNvSpPr txBox="1"/>
            <p:nvPr/>
          </p:nvSpPr>
          <p:spPr>
            <a:xfrm rot="0">
              <a:off x="5088" y="2733"/>
              <a:ext cx="495" cy="826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4800" lang="en-US">
                  <a:latin typeface="宋体" pitchFamily="2" charset="-122"/>
                  <a:ea typeface="Times New Roman" pitchFamily="18" charset="0"/>
                </a:rPr>
                <a:t>•</a:t>
              </a:r>
              <a:r>
                <a:rPr altLang="en-US" b="1" sz="3200" lang="zh-CN">
                  <a:solidFill>
                    <a:srgbClr val="FF3300"/>
                  </a:solidFill>
                </a:rPr>
                <a:t>A</a:t>
              </a:r>
            </a:p>
            <a:p>
              <a:pPr algn="ctr" lvl="0"/>
              <a:endParaRPr altLang="en-US" b="1" sz="3200" lang="zh-CN">
                <a:solidFill>
                  <a:srgbClr val="FF3300"/>
                </a:solidFill>
              </a:endParaRPr>
            </a:p>
          </p:txBody>
        </p:sp>
        <p:sp>
          <p:nvSpPr>
            <p:cNvPr id="1069494" name=""/>
            <p:cNvSpPr txBox="1"/>
            <p:nvPr/>
          </p:nvSpPr>
          <p:spPr>
            <a:xfrm rot="0">
              <a:off x="4649" y="2750"/>
              <a:ext cx="544" cy="749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B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 </a:t>
              </a:r>
              <a:r>
                <a:rPr altLang="zh-CN" b="1" sz="4000" lang="en-US">
                  <a:solidFill>
                    <a:schemeClr val="lt1"/>
                  </a:solidFill>
                  <a:ea typeface="Times New Roman" pitchFamily="18" charset="0"/>
                </a:rPr>
                <a:t>•</a:t>
              </a:r>
            </a:p>
            <a:p>
              <a:pPr algn="ctr" lvl="0"/>
              <a:endParaRPr altLang="en-US" b="1" sz="3200" lang="zh-CN">
                <a:solidFill>
                  <a:srgbClr val="FF3300"/>
                </a:solidFill>
              </a:endParaRPr>
            </a:p>
          </p:txBody>
        </p:sp>
      </p:grpSp>
      <p:sp>
        <p:nvSpPr>
          <p:cNvPr id="1069495" name=""/>
          <p:cNvSpPr txBox="1"/>
          <p:nvPr/>
        </p:nvSpPr>
        <p:spPr>
          <a:xfrm rot="0">
            <a:off x="5075237" y="1517650"/>
            <a:ext cx="1152525" cy="1189037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0000FF"/>
                </a:solidFill>
              </a:rPr>
              <a:t>b</a:t>
            </a:r>
            <a:r>
              <a:rPr altLang="zh-CN" b="1" sz="3200" lang="en-US">
                <a:solidFill>
                  <a:srgbClr val="0000FF"/>
                </a:solidFill>
                <a:ea typeface="Times New Roman" pitchFamily="18" charset="0"/>
              </a:rPr>
              <a:t>"</a:t>
            </a:r>
            <a:r>
              <a:rPr altLang="zh-CN" b="1" sz="3200" lang="en-US">
                <a:ea typeface="Times New Roman" pitchFamily="18" charset="0"/>
              </a:rPr>
              <a:t> </a:t>
            </a:r>
            <a:r>
              <a:rPr altLang="zh-CN" b="1" sz="4000" lang="en-US">
                <a:ea typeface="Times New Roman" pitchFamily="18" charset="0"/>
              </a:rPr>
              <a:t>•</a:t>
            </a:r>
          </a:p>
          <a:p>
            <a:pPr algn="ctr" lvl="0"/>
            <a:endParaRPr altLang="en-US" b="1" sz="3200" lang="zh-CN">
              <a:solidFill>
                <a:srgbClr val="FF3300"/>
              </a:solidFill>
            </a:endParaRPr>
          </a:p>
        </p:txBody>
      </p:sp>
      <p:grpSp>
        <p:nvGrpSpPr>
          <p:cNvPr id="288" name=""/>
          <p:cNvGrpSpPr/>
          <p:nvPr/>
        </p:nvGrpSpPr>
        <p:grpSpPr>
          <a:xfrm rot="0">
            <a:off x="2411412" y="5602287"/>
            <a:ext cx="585787" cy="987425"/>
            <a:chOff x="1519" y="3307"/>
            <a:chExt cx="369" cy="622"/>
          </a:xfrm>
        </p:grpSpPr>
        <p:sp>
          <p:nvSpPr>
            <p:cNvPr id="1069496" name=""/>
            <p:cNvSpPr/>
            <p:nvPr/>
          </p:nvSpPr>
          <p:spPr>
            <a:xfrm rot="0">
              <a:off x="1519" y="3525"/>
              <a:ext cx="361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</a:rPr>
                <a:t>•a</a:t>
              </a:r>
            </a:p>
          </p:txBody>
        </p:sp>
        <p:sp>
          <p:nvSpPr>
            <p:cNvPr id="1069497" name=""/>
            <p:cNvSpPr/>
            <p:nvPr/>
          </p:nvSpPr>
          <p:spPr>
            <a:xfrm rot="0">
              <a:off x="1529" y="3307"/>
              <a:ext cx="35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</a:rPr>
                <a:t>•</a:t>
              </a:r>
              <a:r>
                <a:rPr altLang="zh-CN" b="1" sz="3200" lang="en-US">
                  <a:solidFill>
                    <a:srgbClr val="FF3300"/>
                  </a:solidFill>
                </a:rPr>
                <a:t>b</a:t>
              </a:r>
            </a:p>
          </p:txBody>
        </p:sp>
      </p:grpSp>
      <p:grpSp>
        <p:nvGrpSpPr>
          <p:cNvPr id="289" name=""/>
          <p:cNvGrpSpPr/>
          <p:nvPr/>
        </p:nvGrpSpPr>
        <p:grpSpPr>
          <a:xfrm rot="0">
            <a:off x="2592387" y="5311775"/>
            <a:ext cx="1935162" cy="719137"/>
            <a:chOff x="1633" y="3124"/>
            <a:chExt cx="1219" cy="453"/>
          </a:xfrm>
        </p:grpSpPr>
        <p:sp>
          <p:nvSpPr>
            <p:cNvPr id="1069498" name=""/>
            <p:cNvSpPr/>
            <p:nvPr/>
          </p:nvSpPr>
          <p:spPr>
            <a:xfrm rot="0">
              <a:off x="2058" y="3152"/>
              <a:ext cx="794" cy="0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499" name=""/>
            <p:cNvSpPr/>
            <p:nvPr/>
          </p:nvSpPr>
          <p:spPr>
            <a:xfrm rot="0">
              <a:off x="1633" y="3521"/>
              <a:ext cx="765" cy="0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00" name=""/>
            <p:cNvSpPr/>
            <p:nvPr/>
          </p:nvSpPr>
          <p:spPr>
            <a:xfrm rot="0">
              <a:off x="2285" y="3152"/>
              <a:ext cx="0" cy="369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  <a:headEnd type="triangle" w="med" len="med"/>
              <a:tailEnd type="triangle" w="med" len="med"/>
            </a:ln>
          </p:spPr>
        </p:sp>
        <p:sp>
          <p:nvSpPr>
            <p:cNvPr id="1069501" name=""/>
            <p:cNvSpPr txBox="1"/>
            <p:nvPr/>
          </p:nvSpPr>
          <p:spPr>
            <a:xfrm rot="16200000">
              <a:off x="1900" y="3168"/>
              <a:ext cx="453" cy="365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>
                <a:spcBef>
                  <a:spcPct val="50000"/>
                </a:spcBef>
              </a:pPr>
              <a:r>
                <a:rPr altLang="zh-CN" b="1" sz="3200" lang="en-US">
                  <a:solidFill>
                    <a:srgbClr val="FF3300"/>
                  </a:solidFill>
                </a:rPr>
                <a:t>y3</a:t>
              </a:r>
            </a:p>
          </p:txBody>
        </p:sp>
      </p:grpSp>
      <p:grpSp>
        <p:nvGrpSpPr>
          <p:cNvPr id="290" name=""/>
          <p:cNvGrpSpPr/>
          <p:nvPr/>
        </p:nvGrpSpPr>
        <p:grpSpPr>
          <a:xfrm rot="0">
            <a:off x="2546350" y="5356225"/>
            <a:ext cx="1981200" cy="990600"/>
            <a:chOff x="1604" y="3152"/>
            <a:chExt cx="1248" cy="624"/>
          </a:xfrm>
        </p:grpSpPr>
        <p:sp>
          <p:nvSpPr>
            <p:cNvPr id="1069502" name=""/>
            <p:cNvSpPr/>
            <p:nvPr/>
          </p:nvSpPr>
          <p:spPr>
            <a:xfrm rot="0">
              <a:off x="1604" y="3748"/>
              <a:ext cx="1248" cy="0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03" name=""/>
            <p:cNvSpPr/>
            <p:nvPr/>
          </p:nvSpPr>
          <p:spPr>
            <a:xfrm rot="0">
              <a:off x="2710" y="3152"/>
              <a:ext cx="0" cy="624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  <a:headEnd type="triangle" w="med" len="med"/>
              <a:tailEnd type="triangle" w="med" len="med"/>
            </a:ln>
          </p:spPr>
        </p:sp>
        <p:sp>
          <p:nvSpPr>
            <p:cNvPr id="1069504" name=""/>
            <p:cNvSpPr txBox="1"/>
            <p:nvPr/>
          </p:nvSpPr>
          <p:spPr>
            <a:xfrm rot="16200000">
              <a:off x="2326" y="3253"/>
              <a:ext cx="453" cy="365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>
                <a:spcBef>
                  <a:spcPct val="50000"/>
                </a:spcBef>
              </a:pPr>
              <a:r>
                <a:rPr altLang="zh-CN" b="1" sz="3200" lang="en-US">
                  <a:solidFill>
                    <a:srgbClr val="FF3300"/>
                  </a:solidFill>
                </a:rPr>
                <a:t>y4</a:t>
              </a:r>
            </a:p>
          </p:txBody>
        </p:sp>
      </p:grpSp>
      <p:grpSp>
        <p:nvGrpSpPr>
          <p:cNvPr id="291" name=""/>
          <p:cNvGrpSpPr/>
          <p:nvPr/>
        </p:nvGrpSpPr>
        <p:grpSpPr>
          <a:xfrm rot="0">
            <a:off x="5327650" y="350837"/>
            <a:ext cx="944562" cy="954087"/>
            <a:chOff x="3362" y="0"/>
            <a:chExt cx="595" cy="601"/>
          </a:xfrm>
        </p:grpSpPr>
        <p:sp>
          <p:nvSpPr>
            <p:cNvPr id="1069505" name=""/>
            <p:cNvSpPr/>
            <p:nvPr/>
          </p:nvSpPr>
          <p:spPr>
            <a:xfrm rot="0" flipV="1">
              <a:off x="3957" y="176"/>
              <a:ext cx="0" cy="425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06" name=""/>
            <p:cNvSpPr/>
            <p:nvPr/>
          </p:nvSpPr>
          <p:spPr>
            <a:xfrm rot="0">
              <a:off x="3362" y="261"/>
              <a:ext cx="595" cy="0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  <a:headEnd type="triangle" w="med" len="med"/>
              <a:tailEnd type="triangle" w="med" len="med"/>
            </a:ln>
          </p:spPr>
        </p:sp>
        <p:sp>
          <p:nvSpPr>
            <p:cNvPr id="1069507" name=""/>
            <p:cNvSpPr/>
            <p:nvPr/>
          </p:nvSpPr>
          <p:spPr>
            <a:xfrm rot="0">
              <a:off x="3512" y="0"/>
              <a:ext cx="35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y</a:t>
              </a:r>
              <a:r>
                <a:rPr altLang="zh-CN" b="1" sz="2800" lang="en-US">
                  <a:solidFill>
                    <a:srgbClr val="FF3300"/>
                  </a:solidFill>
                </a:rPr>
                <a:t>4</a:t>
              </a:r>
            </a:p>
          </p:txBody>
        </p:sp>
      </p:grpSp>
      <p:grpSp>
        <p:nvGrpSpPr>
          <p:cNvPr id="292" name=""/>
          <p:cNvGrpSpPr/>
          <p:nvPr/>
        </p:nvGrpSpPr>
        <p:grpSpPr>
          <a:xfrm rot="0">
            <a:off x="5308600" y="681037"/>
            <a:ext cx="738187" cy="1160462"/>
            <a:chOff x="3344" y="204"/>
            <a:chExt cx="465" cy="731"/>
          </a:xfrm>
        </p:grpSpPr>
        <p:sp>
          <p:nvSpPr>
            <p:cNvPr id="1069508" name=""/>
            <p:cNvSpPr/>
            <p:nvPr/>
          </p:nvSpPr>
          <p:spPr>
            <a:xfrm rot="0">
              <a:off x="3742" y="618"/>
              <a:ext cx="1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09" name=""/>
            <p:cNvSpPr/>
            <p:nvPr/>
          </p:nvSpPr>
          <p:spPr>
            <a:xfrm rot="0" flipV="1">
              <a:off x="3742" y="346"/>
              <a:ext cx="0" cy="589"/>
            </a:xfrm>
            <a:prstGeom prst="line"/>
            <a:noFill/>
            <a:ln w="28575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69510" name=""/>
            <p:cNvSpPr/>
            <p:nvPr/>
          </p:nvSpPr>
          <p:spPr>
            <a:xfrm rot="0" flipV="1">
              <a:off x="3362" y="204"/>
              <a:ext cx="0" cy="414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11" name=""/>
            <p:cNvSpPr/>
            <p:nvPr/>
          </p:nvSpPr>
          <p:spPr>
            <a:xfrm rot="0">
              <a:off x="3362" y="487"/>
              <a:ext cx="368" cy="0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  <a:headEnd type="triangle" w="med" len="med"/>
              <a:tailEnd type="triangle" w="med" len="med"/>
            </a:ln>
          </p:spPr>
        </p:sp>
        <p:sp>
          <p:nvSpPr>
            <p:cNvPr id="1069512" name=""/>
            <p:cNvSpPr txBox="1"/>
            <p:nvPr/>
          </p:nvSpPr>
          <p:spPr>
            <a:xfrm rot="0">
              <a:off x="3344" y="234"/>
              <a:ext cx="465" cy="327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3300"/>
                  </a:solidFill>
                </a:rPr>
                <a:t>Y3`</a:t>
              </a:r>
            </a:p>
          </p:txBody>
        </p:sp>
      </p:grpSp>
      <p:sp>
        <p:nvSpPr>
          <p:cNvPr id="1069513" name=""/>
          <p:cNvSpPr/>
          <p:nvPr/>
        </p:nvSpPr>
        <p:spPr>
          <a:xfrm rot="0" flipV="1">
            <a:off x="5921375" y="1311275"/>
            <a:ext cx="1587" cy="514350"/>
          </a:xfrm>
          <a:prstGeom prst="line"/>
          <a:solidFill>
            <a:srgbClr val="FFFFFF"/>
          </a:solidFill>
          <a:ln w="28575" cap="flat" cmpd="sng">
            <a:solidFill>
              <a:srgbClr val="FF3300">
                <a:alpha val="100000"/>
              </a:srgbClr>
            </a:solidFill>
            <a:prstDash val="lgDash"/>
            <a:round/>
          </a:ln>
        </p:spPr>
      </p:sp>
      <p:sp>
        <p:nvSpPr>
          <p:cNvPr id="1069514" name=""/>
          <p:cNvSpPr txBox="1"/>
          <p:nvPr/>
        </p:nvSpPr>
        <p:spPr>
          <a:xfrm rot="0">
            <a:off x="8208962" y="6381750"/>
            <a:ext cx="935037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40</a:t>
            </a:r>
          </a:p>
        </p:txBody>
      </p:sp>
      <p:sp>
        <p:nvSpPr>
          <p:cNvPr id="1069515" name=""/>
          <p:cNvSpPr txBox="1"/>
          <p:nvPr/>
        </p:nvSpPr>
        <p:spPr>
          <a:xfrm rot="0">
            <a:off x="22225" y="0"/>
            <a:ext cx="8840788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2800" lang="zh-CN"/>
              <a:t>分析截切形体的表面交线，画全三视图</a:t>
            </a:r>
          </a:p>
        </p:txBody>
      </p:sp>
    </p:spTree>
  </p:cSld>
  <p:clrMapOvr>
    <a:masterClrMapping/>
  </p:clrMapOvr>
  <p:transition spd="fast" advClick="1"/>
  <p:timing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9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58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287337" y="225425"/>
            <a:ext cx="8424862" cy="61436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29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295" name=""/>
          <p:cNvGrpSpPr/>
          <p:nvPr/>
        </p:nvGrpSpPr>
        <p:grpSpPr>
          <a:xfrm rot="0">
            <a:off x="50800" y="166687"/>
            <a:ext cx="9018588" cy="6383337"/>
            <a:chOff x="32" y="105"/>
            <a:chExt cx="5681" cy="4021"/>
          </a:xfrm>
        </p:grpSpPr>
        <p:sp>
          <p:nvSpPr>
            <p:cNvPr id="1069516" name=""/>
            <p:cNvSpPr/>
            <p:nvPr/>
          </p:nvSpPr>
          <p:spPr>
            <a:xfrm rot="0">
              <a:off x="4769" y="718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17" name=""/>
            <p:cNvSpPr/>
            <p:nvPr/>
          </p:nvSpPr>
          <p:spPr>
            <a:xfrm rot="0">
              <a:off x="4769" y="7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18" name=""/>
            <p:cNvSpPr/>
            <p:nvPr/>
          </p:nvSpPr>
          <p:spPr>
            <a:xfrm rot="0">
              <a:off x="4769" y="844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19" name=""/>
            <p:cNvSpPr/>
            <p:nvPr/>
          </p:nvSpPr>
          <p:spPr>
            <a:xfrm rot="0">
              <a:off x="4769" y="917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0" name=""/>
            <p:cNvSpPr/>
            <p:nvPr/>
          </p:nvSpPr>
          <p:spPr>
            <a:xfrm rot="0">
              <a:off x="4769" y="991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1" name=""/>
            <p:cNvSpPr/>
            <p:nvPr/>
          </p:nvSpPr>
          <p:spPr>
            <a:xfrm rot="0">
              <a:off x="4769" y="1064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2" name=""/>
            <p:cNvSpPr/>
            <p:nvPr/>
          </p:nvSpPr>
          <p:spPr>
            <a:xfrm rot="0">
              <a:off x="4769" y="1138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3" name=""/>
            <p:cNvSpPr/>
            <p:nvPr/>
          </p:nvSpPr>
          <p:spPr>
            <a:xfrm rot="0" flipV="1">
              <a:off x="4906" y="718"/>
              <a:ext cx="1" cy="4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4" name=""/>
            <p:cNvSpPr/>
            <p:nvPr/>
          </p:nvSpPr>
          <p:spPr>
            <a:xfrm rot="0" flipV="1">
              <a:off x="4199" y="718"/>
              <a:ext cx="1" cy="4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5" name=""/>
            <p:cNvSpPr/>
            <p:nvPr/>
          </p:nvSpPr>
          <p:spPr>
            <a:xfrm rot="0">
              <a:off x="44" y="4102"/>
              <a:ext cx="5657" cy="24"/>
            </a:xfrm>
            <a:custGeom>
              <a:avLst/>
              <a:ahLst/>
              <a:rect l="0" t="0" r="r" b="b"/>
              <a:pathLst>
                <a:path w="16971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6971" y="72"/>
                  </a:lnTo>
                  <a:lnTo>
                    <a:pt x="16971" y="37"/>
                  </a:lnTo>
                  <a:lnTo>
                    <a:pt x="1697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26" name=""/>
            <p:cNvSpPr/>
            <p:nvPr/>
          </p:nvSpPr>
          <p:spPr>
            <a:xfrm rot="0">
              <a:off x="44" y="4102"/>
              <a:ext cx="5657" cy="24"/>
            </a:xfrm>
            <a:custGeom>
              <a:avLst/>
              <a:ahLst/>
              <a:rect l="0" t="0" r="r" b="b"/>
              <a:pathLst>
                <a:path w="16971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6971" y="72"/>
                  </a:lnTo>
                  <a:lnTo>
                    <a:pt x="16971" y="37"/>
                  </a:lnTo>
                  <a:lnTo>
                    <a:pt x="1697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7" name=""/>
            <p:cNvSpPr/>
            <p:nvPr/>
          </p:nvSpPr>
          <p:spPr>
            <a:xfrm rot="0">
              <a:off x="5701" y="4114"/>
              <a:ext cx="12" cy="12"/>
            </a:xfrm>
            <a:custGeom>
              <a:avLst/>
              <a:ahLst/>
              <a:rect l="0" t="0" r="r" b="b"/>
              <a:pathLst>
                <a:path w="37" h="35">
                  <a:moveTo>
                    <a:pt x="0" y="0"/>
                  </a:moveTo>
                  <a:lnTo>
                    <a:pt x="0" y="35"/>
                  </a:lnTo>
                  <a:lnTo>
                    <a:pt x="5" y="35"/>
                  </a:lnTo>
                  <a:lnTo>
                    <a:pt x="11" y="34"/>
                  </a:lnTo>
                  <a:lnTo>
                    <a:pt x="17" y="32"/>
                  </a:lnTo>
                  <a:lnTo>
                    <a:pt x="21" y="29"/>
                  </a:lnTo>
                  <a:lnTo>
                    <a:pt x="25" y="25"/>
                  </a:lnTo>
                  <a:lnTo>
                    <a:pt x="30" y="21"/>
                  </a:lnTo>
                  <a:lnTo>
                    <a:pt x="32" y="17"/>
                  </a:lnTo>
                  <a:lnTo>
                    <a:pt x="34" y="11"/>
                  </a:lnTo>
                  <a:lnTo>
                    <a:pt x="35" y="5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28" name=""/>
            <p:cNvSpPr/>
            <p:nvPr/>
          </p:nvSpPr>
          <p:spPr>
            <a:xfrm rot="0">
              <a:off x="5701" y="4114"/>
              <a:ext cx="12" cy="12"/>
            </a:xfrm>
            <a:custGeom>
              <a:avLst/>
              <a:ahLst/>
              <a:rect l="0" t="0" r="r" b="b"/>
              <a:pathLst>
                <a:path w="37" h="35">
                  <a:moveTo>
                    <a:pt x="0" y="35"/>
                  </a:moveTo>
                  <a:lnTo>
                    <a:pt x="5" y="35"/>
                  </a:lnTo>
                  <a:lnTo>
                    <a:pt x="11" y="34"/>
                  </a:lnTo>
                  <a:lnTo>
                    <a:pt x="17" y="32"/>
                  </a:lnTo>
                  <a:lnTo>
                    <a:pt x="21" y="29"/>
                  </a:lnTo>
                  <a:lnTo>
                    <a:pt x="25" y="25"/>
                  </a:lnTo>
                  <a:lnTo>
                    <a:pt x="30" y="21"/>
                  </a:lnTo>
                  <a:lnTo>
                    <a:pt x="32" y="17"/>
                  </a:lnTo>
                  <a:lnTo>
                    <a:pt x="34" y="11"/>
                  </a:lnTo>
                  <a:lnTo>
                    <a:pt x="35" y="5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29" name=""/>
            <p:cNvSpPr/>
            <p:nvPr/>
          </p:nvSpPr>
          <p:spPr>
            <a:xfrm rot="0">
              <a:off x="5689" y="253"/>
              <a:ext cx="24" cy="3861"/>
            </a:xfrm>
            <a:custGeom>
              <a:avLst/>
              <a:ahLst/>
              <a:rect l="0" t="0" r="r" b="b"/>
              <a:pathLst>
                <a:path w="73" h="11584">
                  <a:moveTo>
                    <a:pt x="0" y="11584"/>
                  </a:moveTo>
                  <a:lnTo>
                    <a:pt x="36" y="11584"/>
                  </a:lnTo>
                  <a:lnTo>
                    <a:pt x="73" y="11584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115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30" name=""/>
            <p:cNvSpPr/>
            <p:nvPr/>
          </p:nvSpPr>
          <p:spPr>
            <a:xfrm rot="0">
              <a:off x="5689" y="253"/>
              <a:ext cx="24" cy="3861"/>
            </a:xfrm>
            <a:custGeom>
              <a:avLst/>
              <a:ahLst/>
              <a:rect l="0" t="0" r="r" b="b"/>
              <a:pathLst>
                <a:path w="73" h="11584">
                  <a:moveTo>
                    <a:pt x="0" y="11584"/>
                  </a:moveTo>
                  <a:lnTo>
                    <a:pt x="36" y="11584"/>
                  </a:lnTo>
                  <a:lnTo>
                    <a:pt x="73" y="11584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115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31" name=""/>
            <p:cNvSpPr/>
            <p:nvPr/>
          </p:nvSpPr>
          <p:spPr>
            <a:xfrm rot="0">
              <a:off x="5701" y="240"/>
              <a:ext cx="12" cy="13"/>
            </a:xfrm>
            <a:custGeom>
              <a:avLst/>
              <a:ahLst/>
              <a:rect l="0" t="0" r="r" b="b"/>
              <a:pathLst>
                <a:path w="37" h="37">
                  <a:moveTo>
                    <a:pt x="0" y="37"/>
                  </a:moveTo>
                  <a:lnTo>
                    <a:pt x="37" y="37"/>
                  </a:lnTo>
                  <a:lnTo>
                    <a:pt x="35" y="31"/>
                  </a:lnTo>
                  <a:lnTo>
                    <a:pt x="34" y="25"/>
                  </a:lnTo>
                  <a:lnTo>
                    <a:pt x="32" y="20"/>
                  </a:lnTo>
                  <a:lnTo>
                    <a:pt x="30" y="16"/>
                  </a:lnTo>
                  <a:lnTo>
                    <a:pt x="25" y="11"/>
                  </a:lnTo>
                  <a:lnTo>
                    <a:pt x="21" y="7"/>
                  </a:lnTo>
                  <a:lnTo>
                    <a:pt x="17" y="4"/>
                  </a:lnTo>
                  <a:lnTo>
                    <a:pt x="11" y="3"/>
                  </a:lnTo>
                  <a:lnTo>
                    <a:pt x="5" y="1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32" name=""/>
            <p:cNvSpPr/>
            <p:nvPr/>
          </p:nvSpPr>
          <p:spPr>
            <a:xfrm rot="0">
              <a:off x="5701" y="240"/>
              <a:ext cx="12" cy="13"/>
            </a:xfrm>
            <a:custGeom>
              <a:avLst/>
              <a:ahLst/>
              <a:rect l="0" t="0" r="r" b="b"/>
              <a:pathLst>
                <a:path w="37" h="37">
                  <a:moveTo>
                    <a:pt x="37" y="37"/>
                  </a:moveTo>
                  <a:lnTo>
                    <a:pt x="35" y="31"/>
                  </a:lnTo>
                  <a:lnTo>
                    <a:pt x="34" y="25"/>
                  </a:lnTo>
                  <a:lnTo>
                    <a:pt x="32" y="20"/>
                  </a:lnTo>
                  <a:lnTo>
                    <a:pt x="30" y="16"/>
                  </a:lnTo>
                  <a:lnTo>
                    <a:pt x="25" y="11"/>
                  </a:lnTo>
                  <a:lnTo>
                    <a:pt x="21" y="7"/>
                  </a:lnTo>
                  <a:lnTo>
                    <a:pt x="17" y="4"/>
                  </a:lnTo>
                  <a:lnTo>
                    <a:pt x="11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33" name=""/>
            <p:cNvSpPr/>
            <p:nvPr/>
          </p:nvSpPr>
          <p:spPr>
            <a:xfrm rot="0">
              <a:off x="44" y="240"/>
              <a:ext cx="5657" cy="24"/>
            </a:xfrm>
            <a:custGeom>
              <a:avLst/>
              <a:ahLst/>
              <a:rect l="0" t="0" r="r" b="b"/>
              <a:pathLst>
                <a:path w="16971" h="72">
                  <a:moveTo>
                    <a:pt x="16971" y="72"/>
                  </a:moveTo>
                  <a:lnTo>
                    <a:pt x="16971" y="37"/>
                  </a:lnTo>
                  <a:lnTo>
                    <a:pt x="1697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16971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34" name=""/>
            <p:cNvSpPr/>
            <p:nvPr/>
          </p:nvSpPr>
          <p:spPr>
            <a:xfrm rot="0">
              <a:off x="44" y="240"/>
              <a:ext cx="5657" cy="24"/>
            </a:xfrm>
            <a:custGeom>
              <a:avLst/>
              <a:ahLst/>
              <a:rect l="0" t="0" r="r" b="b"/>
              <a:pathLst>
                <a:path w="16971" h="72">
                  <a:moveTo>
                    <a:pt x="16971" y="72"/>
                  </a:moveTo>
                  <a:lnTo>
                    <a:pt x="16971" y="37"/>
                  </a:lnTo>
                  <a:lnTo>
                    <a:pt x="1697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16971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35" name=""/>
            <p:cNvSpPr/>
            <p:nvPr/>
          </p:nvSpPr>
          <p:spPr>
            <a:xfrm rot="0">
              <a:off x="32" y="240"/>
              <a:ext cx="12" cy="13"/>
            </a:xfrm>
            <a:custGeom>
              <a:avLst/>
              <a:ahLst/>
              <a:rect l="0" t="0" r="r" b="b"/>
              <a:pathLst>
                <a:path w="36" h="37">
                  <a:moveTo>
                    <a:pt x="36" y="37"/>
                  </a:moveTo>
                  <a:lnTo>
                    <a:pt x="36" y="0"/>
                  </a:lnTo>
                  <a:lnTo>
                    <a:pt x="30" y="1"/>
                  </a:lnTo>
                  <a:lnTo>
                    <a:pt x="25" y="3"/>
                  </a:lnTo>
                  <a:lnTo>
                    <a:pt x="19" y="4"/>
                  </a:lnTo>
                  <a:lnTo>
                    <a:pt x="15" y="7"/>
                  </a:lnTo>
                  <a:lnTo>
                    <a:pt x="10" y="11"/>
                  </a:lnTo>
                  <a:lnTo>
                    <a:pt x="6" y="16"/>
                  </a:lnTo>
                  <a:lnTo>
                    <a:pt x="3" y="20"/>
                  </a:lnTo>
                  <a:lnTo>
                    <a:pt x="2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36" name=""/>
            <p:cNvSpPr/>
            <p:nvPr/>
          </p:nvSpPr>
          <p:spPr>
            <a:xfrm rot="0">
              <a:off x="32" y="240"/>
              <a:ext cx="12" cy="13"/>
            </a:xfrm>
            <a:custGeom>
              <a:avLst/>
              <a:ahLst/>
              <a:rect l="0" t="0" r="r" b="b"/>
              <a:pathLst>
                <a:path w="36" h="37">
                  <a:moveTo>
                    <a:pt x="36" y="0"/>
                  </a:moveTo>
                  <a:lnTo>
                    <a:pt x="30" y="1"/>
                  </a:lnTo>
                  <a:lnTo>
                    <a:pt x="25" y="3"/>
                  </a:lnTo>
                  <a:lnTo>
                    <a:pt x="19" y="4"/>
                  </a:lnTo>
                  <a:lnTo>
                    <a:pt x="15" y="7"/>
                  </a:lnTo>
                  <a:lnTo>
                    <a:pt x="10" y="11"/>
                  </a:lnTo>
                  <a:lnTo>
                    <a:pt x="6" y="16"/>
                  </a:lnTo>
                  <a:lnTo>
                    <a:pt x="3" y="20"/>
                  </a:lnTo>
                  <a:lnTo>
                    <a:pt x="2" y="25"/>
                  </a:lnTo>
                  <a:lnTo>
                    <a:pt x="0" y="31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37" name=""/>
            <p:cNvSpPr/>
            <p:nvPr/>
          </p:nvSpPr>
          <p:spPr>
            <a:xfrm rot="0">
              <a:off x="32" y="253"/>
              <a:ext cx="24" cy="3861"/>
            </a:xfrm>
            <a:custGeom>
              <a:avLst/>
              <a:ahLst/>
              <a:rect l="0" t="0" r="r" b="b"/>
              <a:pathLst>
                <a:path w="73" h="11584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1584"/>
                  </a:lnTo>
                  <a:lnTo>
                    <a:pt x="36" y="11584"/>
                  </a:lnTo>
                  <a:lnTo>
                    <a:pt x="73" y="11584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38" name=""/>
            <p:cNvSpPr/>
            <p:nvPr/>
          </p:nvSpPr>
          <p:spPr>
            <a:xfrm rot="0">
              <a:off x="32" y="253"/>
              <a:ext cx="24" cy="3861"/>
            </a:xfrm>
            <a:custGeom>
              <a:avLst/>
              <a:ahLst/>
              <a:rect l="0" t="0" r="r" b="b"/>
              <a:pathLst>
                <a:path w="73" h="11584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1584"/>
                  </a:lnTo>
                  <a:lnTo>
                    <a:pt x="36" y="11584"/>
                  </a:lnTo>
                  <a:lnTo>
                    <a:pt x="73" y="11584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39" name=""/>
            <p:cNvSpPr/>
            <p:nvPr/>
          </p:nvSpPr>
          <p:spPr>
            <a:xfrm rot="0">
              <a:off x="32" y="4114"/>
              <a:ext cx="12" cy="12"/>
            </a:xfrm>
            <a:custGeom>
              <a:avLst/>
              <a:ahLst/>
              <a:rect l="0" t="0" r="r" b="b"/>
              <a:pathLst>
                <a:path w="36" h="35">
                  <a:moveTo>
                    <a:pt x="36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" y="11"/>
                  </a:lnTo>
                  <a:lnTo>
                    <a:pt x="3" y="17"/>
                  </a:lnTo>
                  <a:lnTo>
                    <a:pt x="6" y="21"/>
                  </a:lnTo>
                  <a:lnTo>
                    <a:pt x="10" y="25"/>
                  </a:lnTo>
                  <a:lnTo>
                    <a:pt x="15" y="29"/>
                  </a:lnTo>
                  <a:lnTo>
                    <a:pt x="19" y="32"/>
                  </a:lnTo>
                  <a:lnTo>
                    <a:pt x="25" y="34"/>
                  </a:lnTo>
                  <a:lnTo>
                    <a:pt x="30" y="35"/>
                  </a:lnTo>
                  <a:lnTo>
                    <a:pt x="36" y="35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540" name=""/>
            <p:cNvSpPr/>
            <p:nvPr/>
          </p:nvSpPr>
          <p:spPr>
            <a:xfrm rot="0">
              <a:off x="32" y="4114"/>
              <a:ext cx="12" cy="12"/>
            </a:xfrm>
            <a:custGeom>
              <a:avLst/>
              <a:ahLst/>
              <a:rect l="0" t="0" r="r" b="b"/>
              <a:pathLst>
                <a:path w="36" h="35">
                  <a:moveTo>
                    <a:pt x="0" y="0"/>
                  </a:moveTo>
                  <a:lnTo>
                    <a:pt x="0" y="5"/>
                  </a:lnTo>
                  <a:lnTo>
                    <a:pt x="2" y="11"/>
                  </a:lnTo>
                  <a:lnTo>
                    <a:pt x="3" y="17"/>
                  </a:lnTo>
                  <a:lnTo>
                    <a:pt x="6" y="21"/>
                  </a:lnTo>
                  <a:lnTo>
                    <a:pt x="10" y="25"/>
                  </a:lnTo>
                  <a:lnTo>
                    <a:pt x="15" y="29"/>
                  </a:lnTo>
                  <a:lnTo>
                    <a:pt x="19" y="32"/>
                  </a:lnTo>
                  <a:lnTo>
                    <a:pt x="25" y="34"/>
                  </a:lnTo>
                  <a:lnTo>
                    <a:pt x="30" y="35"/>
                  </a:lnTo>
                  <a:lnTo>
                    <a:pt x="36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1" name=""/>
            <p:cNvSpPr/>
            <p:nvPr/>
          </p:nvSpPr>
          <p:spPr>
            <a:xfrm rot="0" flipV="1">
              <a:off x="2586" y="133"/>
              <a:ext cx="2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2" name=""/>
            <p:cNvSpPr/>
            <p:nvPr/>
          </p:nvSpPr>
          <p:spPr>
            <a:xfrm rot="0" flipH="1">
              <a:off x="2586" y="163"/>
              <a:ext cx="26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3" name=""/>
            <p:cNvSpPr/>
            <p:nvPr/>
          </p:nvSpPr>
          <p:spPr>
            <a:xfrm rot="0" flipV="1">
              <a:off x="2583" y="191"/>
              <a:ext cx="33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4" name=""/>
            <p:cNvSpPr/>
            <p:nvPr/>
          </p:nvSpPr>
          <p:spPr>
            <a:xfrm rot="0" flipV="1">
              <a:off x="2600" y="136"/>
              <a:ext cx="1" cy="6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5" name=""/>
            <p:cNvSpPr/>
            <p:nvPr/>
          </p:nvSpPr>
          <p:spPr>
            <a:xfrm rot="0" flipV="1">
              <a:off x="2634" y="132"/>
              <a:ext cx="2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6" name=""/>
            <p:cNvSpPr/>
            <p:nvPr/>
          </p:nvSpPr>
          <p:spPr>
            <a:xfrm rot="0">
              <a:off x="2644" y="135"/>
              <a:ext cx="1" cy="8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7" name=""/>
            <p:cNvSpPr/>
            <p:nvPr/>
          </p:nvSpPr>
          <p:spPr>
            <a:xfrm rot="0" flipH="1">
              <a:off x="2622" y="216"/>
              <a:ext cx="40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8" name=""/>
            <p:cNvSpPr/>
            <p:nvPr/>
          </p:nvSpPr>
          <p:spPr>
            <a:xfrm rot="0" flipV="1">
              <a:off x="2633" y="170"/>
              <a:ext cx="2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49" name=""/>
            <p:cNvSpPr/>
            <p:nvPr/>
          </p:nvSpPr>
          <p:spPr>
            <a:xfrm rot="0" flipH="1">
              <a:off x="2613" y="149"/>
              <a:ext cx="4" cy="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0" name=""/>
            <p:cNvSpPr/>
            <p:nvPr/>
          </p:nvSpPr>
          <p:spPr>
            <a:xfrm rot="0">
              <a:off x="2603" y="109"/>
              <a:ext cx="24" cy="124"/>
            </a:xfrm>
            <a:custGeom>
              <a:avLst/>
              <a:ahLst/>
              <a:rect l="0" t="0" r="r" b="b"/>
              <a:pathLst>
                <a:path w="73" h="370">
                  <a:moveTo>
                    <a:pt x="73" y="0"/>
                  </a:moveTo>
                  <a:lnTo>
                    <a:pt x="64" y="182"/>
                  </a:lnTo>
                  <a:lnTo>
                    <a:pt x="43" y="297"/>
                  </a:lnTo>
                  <a:lnTo>
                    <a:pt x="0" y="3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1" name=""/>
            <p:cNvSpPr/>
            <p:nvPr/>
          </p:nvSpPr>
          <p:spPr>
            <a:xfrm rot="0" flipV="1">
              <a:off x="2678" y="184"/>
              <a:ext cx="20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2" name=""/>
            <p:cNvSpPr/>
            <p:nvPr/>
          </p:nvSpPr>
          <p:spPr>
            <a:xfrm rot="0" flipV="1">
              <a:off x="2674" y="204"/>
              <a:ext cx="24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3" name=""/>
            <p:cNvSpPr/>
            <p:nvPr/>
          </p:nvSpPr>
          <p:spPr>
            <a:xfrm rot="0" flipH="1">
              <a:off x="2677" y="115"/>
              <a:ext cx="17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4" name=""/>
            <p:cNvSpPr/>
            <p:nvPr/>
          </p:nvSpPr>
          <p:spPr>
            <a:xfrm rot="0" flipH="1">
              <a:off x="2681" y="145"/>
              <a:ext cx="23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5" name=""/>
            <p:cNvSpPr/>
            <p:nvPr/>
          </p:nvSpPr>
          <p:spPr>
            <a:xfrm rot="0" flipV="1">
              <a:off x="2674" y="153"/>
              <a:ext cx="24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6" name=""/>
            <p:cNvSpPr/>
            <p:nvPr/>
          </p:nvSpPr>
          <p:spPr>
            <a:xfrm rot="0" flipV="1">
              <a:off x="2708" y="124"/>
              <a:ext cx="2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7" name=""/>
            <p:cNvSpPr/>
            <p:nvPr/>
          </p:nvSpPr>
          <p:spPr>
            <a:xfrm rot="0" flipH="1">
              <a:off x="2728" y="121"/>
              <a:ext cx="1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8" name=""/>
            <p:cNvSpPr/>
            <p:nvPr/>
          </p:nvSpPr>
          <p:spPr>
            <a:xfrm rot="0" flipV="1">
              <a:off x="2725" y="160"/>
              <a:ext cx="16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59" name=""/>
            <p:cNvSpPr/>
            <p:nvPr/>
          </p:nvSpPr>
          <p:spPr>
            <a:xfrm rot="0">
              <a:off x="2705" y="158"/>
              <a:ext cx="37" cy="76"/>
            </a:xfrm>
            <a:custGeom>
              <a:avLst/>
              <a:ahLst/>
              <a:rect l="0" t="0" r="r" b="b"/>
              <a:pathLst>
                <a:path w="111" h="229">
                  <a:moveTo>
                    <a:pt x="111" y="0"/>
                  </a:moveTo>
                  <a:lnTo>
                    <a:pt x="72" y="131"/>
                  </a:lnTo>
                  <a:lnTo>
                    <a:pt x="0" y="2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0" name=""/>
            <p:cNvSpPr/>
            <p:nvPr/>
          </p:nvSpPr>
          <p:spPr>
            <a:xfrm rot="0">
              <a:off x="2691" y="129"/>
              <a:ext cx="28" cy="104"/>
            </a:xfrm>
            <a:custGeom>
              <a:avLst/>
              <a:ahLst/>
              <a:rect l="0" t="0" r="r" b="b"/>
              <a:pathLst>
                <a:path w="85" h="310">
                  <a:moveTo>
                    <a:pt x="85" y="0"/>
                  </a:moveTo>
                  <a:lnTo>
                    <a:pt x="60" y="178"/>
                  </a:lnTo>
                  <a:lnTo>
                    <a:pt x="34" y="255"/>
                  </a:lnTo>
                  <a:lnTo>
                    <a:pt x="0" y="3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1" name=""/>
            <p:cNvSpPr/>
            <p:nvPr/>
          </p:nvSpPr>
          <p:spPr>
            <a:xfrm rot="0">
              <a:off x="2717" y="170"/>
              <a:ext cx="35" cy="61"/>
            </a:xfrm>
            <a:custGeom>
              <a:avLst/>
              <a:ahLst/>
              <a:rect l="0" t="0" r="r" b="b"/>
              <a:pathLst>
                <a:path w="106" h="184">
                  <a:moveTo>
                    <a:pt x="0" y="0"/>
                  </a:moveTo>
                  <a:lnTo>
                    <a:pt x="77" y="184"/>
                  </a:lnTo>
                  <a:lnTo>
                    <a:pt x="106" y="1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2" name=""/>
            <p:cNvSpPr/>
            <p:nvPr/>
          </p:nvSpPr>
          <p:spPr>
            <a:xfrm rot="0" flipV="1">
              <a:off x="3338" y="186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3" name=""/>
            <p:cNvSpPr/>
            <p:nvPr/>
          </p:nvSpPr>
          <p:spPr>
            <a:xfrm rot="0" flipV="1">
              <a:off x="3353" y="111"/>
              <a:ext cx="1" cy="11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4" name=""/>
            <p:cNvSpPr/>
            <p:nvPr/>
          </p:nvSpPr>
          <p:spPr>
            <a:xfrm rot="0" flipV="1">
              <a:off x="3325" y="221"/>
              <a:ext cx="52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5" name=""/>
            <p:cNvSpPr/>
            <p:nvPr/>
          </p:nvSpPr>
          <p:spPr>
            <a:xfrm rot="0" flipV="1">
              <a:off x="3338" y="156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6" name=""/>
            <p:cNvSpPr/>
            <p:nvPr/>
          </p:nvSpPr>
          <p:spPr>
            <a:xfrm rot="0">
              <a:off x="3331" y="131"/>
              <a:ext cx="11" cy="52"/>
            </a:xfrm>
            <a:custGeom>
              <a:avLst/>
              <a:ahLst/>
              <a:rect l="0" t="0" r="r" b="b"/>
              <a:pathLst>
                <a:path w="34" h="157">
                  <a:moveTo>
                    <a:pt x="34" y="0"/>
                  </a:moveTo>
                  <a:lnTo>
                    <a:pt x="21" y="88"/>
                  </a:lnTo>
                  <a:lnTo>
                    <a:pt x="0" y="1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7" name=""/>
            <p:cNvSpPr/>
            <p:nvPr/>
          </p:nvSpPr>
          <p:spPr>
            <a:xfrm rot="0" flipH="1" flipV="1">
              <a:off x="3307" y="184"/>
              <a:ext cx="22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8" name=""/>
            <p:cNvSpPr/>
            <p:nvPr/>
          </p:nvSpPr>
          <p:spPr>
            <a:xfrm rot="0" flipV="1">
              <a:off x="3298" y="153"/>
              <a:ext cx="30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69" name=""/>
            <p:cNvSpPr/>
            <p:nvPr/>
          </p:nvSpPr>
          <p:spPr>
            <a:xfrm rot="0">
              <a:off x="3301" y="145"/>
              <a:ext cx="30" cy="85"/>
            </a:xfrm>
            <a:custGeom>
              <a:avLst/>
              <a:ahLst/>
              <a:rect l="0" t="0" r="r" b="b"/>
              <a:pathLst>
                <a:path w="90" h="255">
                  <a:moveTo>
                    <a:pt x="90" y="0"/>
                  </a:moveTo>
                  <a:lnTo>
                    <a:pt x="56" y="152"/>
                  </a:lnTo>
                  <a:lnTo>
                    <a:pt x="0" y="2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0" name=""/>
            <p:cNvSpPr/>
            <p:nvPr/>
          </p:nvSpPr>
          <p:spPr>
            <a:xfrm rot="0" flipH="1">
              <a:off x="3308" y="111"/>
              <a:ext cx="13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1" name=""/>
            <p:cNvSpPr/>
            <p:nvPr/>
          </p:nvSpPr>
          <p:spPr>
            <a:xfrm rot="0" flipH="1">
              <a:off x="3403" y="112"/>
              <a:ext cx="40" cy="5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2" name=""/>
            <p:cNvSpPr/>
            <p:nvPr/>
          </p:nvSpPr>
          <p:spPr>
            <a:xfrm rot="0" flipV="1">
              <a:off x="3426" y="135"/>
              <a:ext cx="3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3" name=""/>
            <p:cNvSpPr/>
            <p:nvPr/>
          </p:nvSpPr>
          <p:spPr>
            <a:xfrm rot="0" flipH="1">
              <a:off x="3391" y="184"/>
              <a:ext cx="29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4" name=""/>
            <p:cNvSpPr/>
            <p:nvPr/>
          </p:nvSpPr>
          <p:spPr>
            <a:xfrm rot="0">
              <a:off x="3423" y="181"/>
              <a:ext cx="1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5" name=""/>
            <p:cNvSpPr/>
            <p:nvPr/>
          </p:nvSpPr>
          <p:spPr>
            <a:xfrm rot="0" flipV="1">
              <a:off x="3423" y="220"/>
              <a:ext cx="37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6" name=""/>
            <p:cNvSpPr/>
            <p:nvPr/>
          </p:nvSpPr>
          <p:spPr>
            <a:xfrm rot="0" flipV="1">
              <a:off x="3457" y="183"/>
              <a:ext cx="3" cy="3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7" name=""/>
            <p:cNvSpPr/>
            <p:nvPr/>
          </p:nvSpPr>
          <p:spPr>
            <a:xfrm rot="0">
              <a:off x="3419" y="146"/>
              <a:ext cx="11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8" name=""/>
            <p:cNvSpPr/>
            <p:nvPr/>
          </p:nvSpPr>
          <p:spPr>
            <a:xfrm rot="0">
              <a:off x="3420" y="131"/>
              <a:ext cx="43" cy="53"/>
            </a:xfrm>
            <a:custGeom>
              <a:avLst/>
              <a:ahLst/>
              <a:rect l="0" t="0" r="r" b="b"/>
              <a:pathLst>
                <a:path w="128" h="161">
                  <a:moveTo>
                    <a:pt x="128" y="0"/>
                  </a:moveTo>
                  <a:lnTo>
                    <a:pt x="60" y="101"/>
                  </a:lnTo>
                  <a:lnTo>
                    <a:pt x="0" y="1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79" name=""/>
            <p:cNvSpPr/>
            <p:nvPr/>
          </p:nvSpPr>
          <p:spPr>
            <a:xfrm rot="0" flipV="1">
              <a:off x="3423" y="186"/>
              <a:ext cx="3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0" name=""/>
            <p:cNvSpPr/>
            <p:nvPr/>
          </p:nvSpPr>
          <p:spPr>
            <a:xfrm rot="0">
              <a:off x="4111" y="105"/>
              <a:ext cx="5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1" name=""/>
            <p:cNvSpPr/>
            <p:nvPr/>
          </p:nvSpPr>
          <p:spPr>
            <a:xfrm rot="0" flipH="1">
              <a:off x="4082" y="136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2" name=""/>
            <p:cNvSpPr/>
            <p:nvPr/>
          </p:nvSpPr>
          <p:spPr>
            <a:xfrm rot="0" flipV="1">
              <a:off x="4084" y="143"/>
              <a:ext cx="61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3" name=""/>
            <p:cNvSpPr/>
            <p:nvPr/>
          </p:nvSpPr>
          <p:spPr>
            <a:xfrm rot="0" flipH="1">
              <a:off x="4141" y="138"/>
              <a:ext cx="7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4" name=""/>
            <p:cNvSpPr/>
            <p:nvPr/>
          </p:nvSpPr>
          <p:spPr>
            <a:xfrm rot="0" flipH="1" flipV="1">
              <a:off x="4103" y="216"/>
              <a:ext cx="13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5" name=""/>
            <p:cNvSpPr/>
            <p:nvPr/>
          </p:nvSpPr>
          <p:spPr>
            <a:xfrm rot="0" flipH="1">
              <a:off x="4116" y="155"/>
              <a:ext cx="15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6" name=""/>
            <p:cNvSpPr/>
            <p:nvPr/>
          </p:nvSpPr>
          <p:spPr>
            <a:xfrm rot="0">
              <a:off x="4116" y="174"/>
              <a:ext cx="3" cy="63"/>
            </a:xfrm>
            <a:custGeom>
              <a:avLst/>
              <a:ahLst/>
              <a:rect l="0" t="0" r="r" b="b"/>
              <a:pathLst>
                <a:path w="9" h="188">
                  <a:moveTo>
                    <a:pt x="0" y="0"/>
                  </a:moveTo>
                  <a:lnTo>
                    <a:pt x="9" y="51"/>
                  </a:lnTo>
                  <a:lnTo>
                    <a:pt x="9" y="158"/>
                  </a:lnTo>
                  <a:lnTo>
                    <a:pt x="0" y="1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7" name=""/>
            <p:cNvSpPr/>
            <p:nvPr/>
          </p:nvSpPr>
          <p:spPr>
            <a:xfrm rot="0" flipV="1">
              <a:off x="4082" y="184"/>
              <a:ext cx="67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8" name=""/>
            <p:cNvSpPr/>
            <p:nvPr/>
          </p:nvSpPr>
          <p:spPr>
            <a:xfrm rot="0">
              <a:off x="4093" y="111"/>
              <a:ext cx="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89" name=""/>
            <p:cNvSpPr/>
            <p:nvPr/>
          </p:nvSpPr>
          <p:spPr>
            <a:xfrm rot="0" flipH="1">
              <a:off x="4127" y="105"/>
              <a:ext cx="10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0" name=""/>
            <p:cNvSpPr/>
            <p:nvPr/>
          </p:nvSpPr>
          <p:spPr>
            <a:xfrm rot="0" flipH="1">
              <a:off x="4097" y="160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1" name=""/>
            <p:cNvSpPr/>
            <p:nvPr/>
          </p:nvSpPr>
          <p:spPr>
            <a:xfrm rot="0">
              <a:off x="4191" y="108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2" name=""/>
            <p:cNvSpPr/>
            <p:nvPr/>
          </p:nvSpPr>
          <p:spPr>
            <a:xfrm rot="0" flipV="1">
              <a:off x="4191" y="116"/>
              <a:ext cx="3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3" name=""/>
            <p:cNvSpPr/>
            <p:nvPr/>
          </p:nvSpPr>
          <p:spPr>
            <a:xfrm rot="0" flipH="1">
              <a:off x="4225" y="111"/>
              <a:ext cx="3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4" name=""/>
            <p:cNvSpPr/>
            <p:nvPr/>
          </p:nvSpPr>
          <p:spPr>
            <a:xfrm rot="0" flipH="1">
              <a:off x="4191" y="145"/>
              <a:ext cx="3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5" name=""/>
            <p:cNvSpPr/>
            <p:nvPr/>
          </p:nvSpPr>
          <p:spPr>
            <a:xfrm rot="0" flipV="1">
              <a:off x="4169" y="160"/>
              <a:ext cx="74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6" name=""/>
            <p:cNvSpPr/>
            <p:nvPr/>
          </p:nvSpPr>
          <p:spPr>
            <a:xfrm rot="0" flipH="1">
              <a:off x="4191" y="164"/>
              <a:ext cx="5" cy="2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7" name=""/>
            <p:cNvSpPr/>
            <p:nvPr/>
          </p:nvSpPr>
          <p:spPr>
            <a:xfrm rot="0">
              <a:off x="4199" y="180"/>
              <a:ext cx="30" cy="58"/>
            </a:xfrm>
            <a:custGeom>
              <a:avLst/>
              <a:ahLst/>
              <a:rect l="0" t="0" r="r" b="b"/>
              <a:pathLst>
                <a:path w="89" h="175">
                  <a:moveTo>
                    <a:pt x="89" y="0"/>
                  </a:moveTo>
                  <a:lnTo>
                    <a:pt x="38" y="175"/>
                  </a:lnTo>
                  <a:lnTo>
                    <a:pt x="0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8" name=""/>
            <p:cNvSpPr/>
            <p:nvPr/>
          </p:nvSpPr>
          <p:spPr>
            <a:xfrm rot="0" flipH="1">
              <a:off x="4188" y="184"/>
              <a:ext cx="40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599" name=""/>
            <p:cNvSpPr/>
            <p:nvPr/>
          </p:nvSpPr>
          <p:spPr>
            <a:xfrm rot="0">
              <a:off x="4867" y="135"/>
              <a:ext cx="1" cy="9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0" name=""/>
            <p:cNvSpPr/>
            <p:nvPr/>
          </p:nvSpPr>
          <p:spPr>
            <a:xfrm rot="0" flipH="1">
              <a:off x="4849" y="111"/>
              <a:ext cx="30" cy="5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1" name=""/>
            <p:cNvSpPr/>
            <p:nvPr/>
          </p:nvSpPr>
          <p:spPr>
            <a:xfrm rot="0" flipV="1">
              <a:off x="4875" y="169"/>
              <a:ext cx="55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2" name=""/>
            <p:cNvSpPr/>
            <p:nvPr/>
          </p:nvSpPr>
          <p:spPr>
            <a:xfrm rot="0" flipV="1">
              <a:off x="4878" y="214"/>
              <a:ext cx="4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3" name=""/>
            <p:cNvSpPr/>
            <p:nvPr/>
          </p:nvSpPr>
          <p:spPr>
            <a:xfrm rot="0" flipV="1">
              <a:off x="4902" y="135"/>
              <a:ext cx="1" cy="8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4" name=""/>
            <p:cNvSpPr/>
            <p:nvPr/>
          </p:nvSpPr>
          <p:spPr>
            <a:xfrm rot="0" flipH="1">
              <a:off x="4879" y="122"/>
              <a:ext cx="40" cy="2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5" name=""/>
            <p:cNvSpPr/>
            <p:nvPr/>
          </p:nvSpPr>
          <p:spPr>
            <a:xfrm rot="0">
              <a:off x="4998" y="176"/>
              <a:ext cx="15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6" name=""/>
            <p:cNvSpPr/>
            <p:nvPr/>
          </p:nvSpPr>
          <p:spPr>
            <a:xfrm rot="0">
              <a:off x="4994" y="122"/>
              <a:ext cx="1" cy="1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7" name=""/>
            <p:cNvSpPr/>
            <p:nvPr/>
          </p:nvSpPr>
          <p:spPr>
            <a:xfrm rot="0">
              <a:off x="5013" y="216"/>
              <a:ext cx="14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8" name=""/>
            <p:cNvSpPr/>
            <p:nvPr/>
          </p:nvSpPr>
          <p:spPr>
            <a:xfrm rot="0">
              <a:off x="4960" y="174"/>
              <a:ext cx="31" cy="53"/>
            </a:xfrm>
            <a:custGeom>
              <a:avLst/>
              <a:ahLst/>
              <a:rect l="0" t="0" r="r" b="b"/>
              <a:pathLst>
                <a:path w="94" h="158">
                  <a:moveTo>
                    <a:pt x="94" y="0"/>
                  </a:moveTo>
                  <a:lnTo>
                    <a:pt x="64" y="73"/>
                  </a:lnTo>
                  <a:lnTo>
                    <a:pt x="0" y="1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09" name=""/>
            <p:cNvSpPr/>
            <p:nvPr/>
          </p:nvSpPr>
          <p:spPr>
            <a:xfrm rot="0" flipV="1">
              <a:off x="4984" y="136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0" name=""/>
            <p:cNvSpPr/>
            <p:nvPr/>
          </p:nvSpPr>
          <p:spPr>
            <a:xfrm rot="0" flipV="1">
              <a:off x="4979" y="155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1" name=""/>
            <p:cNvSpPr/>
            <p:nvPr/>
          </p:nvSpPr>
          <p:spPr>
            <a:xfrm rot="0" flipH="1">
              <a:off x="5008" y="115"/>
              <a:ext cx="5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2" name=""/>
            <p:cNvSpPr/>
            <p:nvPr/>
          </p:nvSpPr>
          <p:spPr>
            <a:xfrm rot="0">
              <a:off x="4979" y="114"/>
              <a:ext cx="1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3" name=""/>
            <p:cNvSpPr/>
            <p:nvPr/>
          </p:nvSpPr>
          <p:spPr>
            <a:xfrm rot="0" flipV="1">
              <a:off x="4943" y="155"/>
              <a:ext cx="1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4" name=""/>
            <p:cNvSpPr/>
            <p:nvPr/>
          </p:nvSpPr>
          <p:spPr>
            <a:xfrm rot="0" flipH="1">
              <a:off x="4959" y="151"/>
              <a:ext cx="2" cy="6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5" name=""/>
            <p:cNvSpPr/>
            <p:nvPr/>
          </p:nvSpPr>
          <p:spPr>
            <a:xfrm rot="0">
              <a:off x="4954" y="115"/>
              <a:ext cx="12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6" name=""/>
            <p:cNvSpPr/>
            <p:nvPr/>
          </p:nvSpPr>
          <p:spPr>
            <a:xfrm rot="0" flipV="1">
              <a:off x="4957" y="194"/>
              <a:ext cx="16" cy="2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7" name=""/>
            <p:cNvSpPr/>
            <p:nvPr/>
          </p:nvSpPr>
          <p:spPr>
            <a:xfrm rot="0" flipV="1">
              <a:off x="4979" y="118"/>
              <a:ext cx="3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8" name=""/>
            <p:cNvSpPr/>
            <p:nvPr/>
          </p:nvSpPr>
          <p:spPr>
            <a:xfrm rot="0" flipH="1">
              <a:off x="4970" y="173"/>
              <a:ext cx="51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19" name=""/>
            <p:cNvSpPr/>
            <p:nvPr/>
          </p:nvSpPr>
          <p:spPr>
            <a:xfrm rot="0" flipV="1">
              <a:off x="5058" y="133"/>
              <a:ext cx="37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0" name=""/>
            <p:cNvSpPr/>
            <p:nvPr/>
          </p:nvSpPr>
          <p:spPr>
            <a:xfrm rot="0" flipV="1">
              <a:off x="5039" y="160"/>
              <a:ext cx="79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1" name=""/>
            <p:cNvSpPr/>
            <p:nvPr/>
          </p:nvSpPr>
          <p:spPr>
            <a:xfrm rot="0" flipV="1">
              <a:off x="5078" y="106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2" name=""/>
            <p:cNvSpPr/>
            <p:nvPr/>
          </p:nvSpPr>
          <p:spPr>
            <a:xfrm rot="0" flipH="1">
              <a:off x="5086" y="121"/>
              <a:ext cx="20" cy="4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3" name=""/>
            <p:cNvSpPr/>
            <p:nvPr/>
          </p:nvSpPr>
          <p:spPr>
            <a:xfrm rot="0">
              <a:off x="5073" y="181"/>
              <a:ext cx="35" cy="53"/>
            </a:xfrm>
            <a:custGeom>
              <a:avLst/>
              <a:ahLst/>
              <a:rect l="0" t="0" r="r" b="b"/>
              <a:pathLst>
                <a:path w="103" h="158">
                  <a:moveTo>
                    <a:pt x="0" y="0"/>
                  </a:moveTo>
                  <a:lnTo>
                    <a:pt x="0" y="150"/>
                  </a:lnTo>
                  <a:lnTo>
                    <a:pt x="30" y="158"/>
                  </a:lnTo>
                  <a:lnTo>
                    <a:pt x="103" y="154"/>
                  </a:lnTo>
                  <a:lnTo>
                    <a:pt x="99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4" name=""/>
            <p:cNvSpPr/>
            <p:nvPr/>
          </p:nvSpPr>
          <p:spPr>
            <a:xfrm rot="0" flipH="1">
              <a:off x="5073" y="189"/>
              <a:ext cx="29" cy="1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5" name=""/>
            <p:cNvSpPr/>
            <p:nvPr/>
          </p:nvSpPr>
          <p:spPr>
            <a:xfrm rot="0">
              <a:off x="5036" y="163"/>
              <a:ext cx="50" cy="51"/>
            </a:xfrm>
            <a:custGeom>
              <a:avLst/>
              <a:ahLst/>
              <a:rect l="0" t="0" r="r" b="b"/>
              <a:pathLst>
                <a:path w="150" h="154">
                  <a:moveTo>
                    <a:pt x="150" y="0"/>
                  </a:moveTo>
                  <a:lnTo>
                    <a:pt x="107" y="55"/>
                  </a:lnTo>
                  <a:lnTo>
                    <a:pt x="0" y="1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6" name=""/>
            <p:cNvSpPr/>
            <p:nvPr/>
          </p:nvSpPr>
          <p:spPr>
            <a:xfrm rot="0" flipH="1">
              <a:off x="5138" y="196"/>
              <a:ext cx="12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7" name=""/>
            <p:cNvSpPr/>
            <p:nvPr/>
          </p:nvSpPr>
          <p:spPr>
            <a:xfrm rot="0">
              <a:off x="5140" y="125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8" name=""/>
            <p:cNvSpPr/>
            <p:nvPr/>
          </p:nvSpPr>
          <p:spPr>
            <a:xfrm rot="0">
              <a:off x="5150" y="106"/>
              <a:ext cx="6" cy="91"/>
            </a:xfrm>
            <a:custGeom>
              <a:avLst/>
              <a:ahLst/>
              <a:rect l="0" t="0" r="r" b="b"/>
              <a:pathLst>
                <a:path w="17" h="272">
                  <a:moveTo>
                    <a:pt x="17" y="0"/>
                  </a:moveTo>
                  <a:lnTo>
                    <a:pt x="12" y="195"/>
                  </a:lnTo>
                  <a:lnTo>
                    <a:pt x="0" y="2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29" name=""/>
            <p:cNvSpPr/>
            <p:nvPr/>
          </p:nvSpPr>
          <p:spPr>
            <a:xfrm rot="0" flipV="1">
              <a:off x="5163" y="121"/>
              <a:ext cx="4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0" name=""/>
            <p:cNvSpPr/>
            <p:nvPr/>
          </p:nvSpPr>
          <p:spPr>
            <a:xfrm rot="0">
              <a:off x="5166" y="146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1" name=""/>
            <p:cNvSpPr/>
            <p:nvPr/>
          </p:nvSpPr>
          <p:spPr>
            <a:xfrm rot="0" flipV="1">
              <a:off x="5166" y="149"/>
              <a:ext cx="3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2" name=""/>
            <p:cNvSpPr/>
            <p:nvPr/>
          </p:nvSpPr>
          <p:spPr>
            <a:xfrm rot="0" flipH="1" flipV="1">
              <a:off x="5188" y="191"/>
              <a:ext cx="10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3" name=""/>
            <p:cNvSpPr/>
            <p:nvPr/>
          </p:nvSpPr>
          <p:spPr>
            <a:xfrm rot="0">
              <a:off x="5183" y="124"/>
              <a:ext cx="1" cy="1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4" name=""/>
            <p:cNvSpPr/>
            <p:nvPr/>
          </p:nvSpPr>
          <p:spPr>
            <a:xfrm rot="0" flipH="1">
              <a:off x="5198" y="143"/>
              <a:ext cx="3" cy="6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5" name=""/>
            <p:cNvSpPr/>
            <p:nvPr/>
          </p:nvSpPr>
          <p:spPr>
            <a:xfrm rot="0" flipH="1">
              <a:off x="44" y="433"/>
              <a:ext cx="565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6" name=""/>
            <p:cNvSpPr/>
            <p:nvPr/>
          </p:nvSpPr>
          <p:spPr>
            <a:xfrm rot="0">
              <a:off x="2872" y="433"/>
              <a:ext cx="1" cy="368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7" name=""/>
            <p:cNvSpPr/>
            <p:nvPr/>
          </p:nvSpPr>
          <p:spPr>
            <a:xfrm rot="0" flipH="1">
              <a:off x="44" y="2274"/>
              <a:ext cx="565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8" name=""/>
            <p:cNvSpPr/>
            <p:nvPr/>
          </p:nvSpPr>
          <p:spPr>
            <a:xfrm rot="0">
              <a:off x="2615" y="3934"/>
              <a:ext cx="257" cy="180"/>
            </a:xfrm>
            <a:custGeom>
              <a:avLst/>
              <a:ahLst/>
              <a:rect l="0" t="0" r="r" b="b"/>
              <a:pathLst>
                <a:path w="771" h="540">
                  <a:moveTo>
                    <a:pt x="0" y="540"/>
                  </a:moveTo>
                  <a:lnTo>
                    <a:pt x="0" y="0"/>
                  </a:lnTo>
                  <a:lnTo>
                    <a:pt x="771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39" name=""/>
            <p:cNvSpPr/>
            <p:nvPr/>
          </p:nvSpPr>
          <p:spPr>
            <a:xfrm rot="0">
              <a:off x="2697" y="3991"/>
              <a:ext cx="53" cy="75"/>
            </a:xfrm>
            <a:custGeom>
              <a:avLst/>
              <a:ahLst/>
              <a:rect l="0" t="0" r="r" b="b"/>
              <a:pathLst>
                <a:path w="161" h="225">
                  <a:moveTo>
                    <a:pt x="64" y="0"/>
                  </a:moveTo>
                  <a:lnTo>
                    <a:pt x="0" y="225"/>
                  </a:lnTo>
                  <a:lnTo>
                    <a:pt x="161" y="2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0" name=""/>
            <p:cNvSpPr/>
            <p:nvPr/>
          </p:nvSpPr>
          <p:spPr>
            <a:xfrm rot="0">
              <a:off x="2734" y="4045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1" name=""/>
            <p:cNvSpPr/>
            <p:nvPr/>
          </p:nvSpPr>
          <p:spPr>
            <a:xfrm rot="0">
              <a:off x="2782" y="3991"/>
              <a:ext cx="21" cy="97"/>
            </a:xfrm>
            <a:custGeom>
              <a:avLst/>
              <a:ahLst/>
              <a:rect l="0" t="0" r="r" b="b"/>
              <a:pathLst>
                <a:path w="64" h="289">
                  <a:moveTo>
                    <a:pt x="64" y="289"/>
                  </a:moveTo>
                  <a:lnTo>
                    <a:pt x="64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2" name=""/>
            <p:cNvSpPr/>
            <p:nvPr/>
          </p:nvSpPr>
          <p:spPr>
            <a:xfrm rot="0">
              <a:off x="2615" y="2093"/>
              <a:ext cx="257" cy="181"/>
            </a:xfrm>
            <a:custGeom>
              <a:avLst/>
              <a:ahLst/>
              <a:rect l="0" t="0" r="r" b="b"/>
              <a:pathLst>
                <a:path w="771" h="541">
                  <a:moveTo>
                    <a:pt x="0" y="541"/>
                  </a:moveTo>
                  <a:lnTo>
                    <a:pt x="0" y="0"/>
                  </a:lnTo>
                  <a:lnTo>
                    <a:pt x="771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3" name=""/>
            <p:cNvSpPr/>
            <p:nvPr/>
          </p:nvSpPr>
          <p:spPr>
            <a:xfrm rot="0">
              <a:off x="2687" y="2148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4" name=""/>
            <p:cNvSpPr/>
            <p:nvPr/>
          </p:nvSpPr>
          <p:spPr>
            <a:xfrm rot="0">
              <a:off x="2708" y="2148"/>
              <a:ext cx="22" cy="43"/>
            </a:xfrm>
            <a:custGeom>
              <a:avLst/>
              <a:ahLst/>
              <a:rect l="0" t="0" r="r" b="b"/>
              <a:pathLst>
                <a:path w="66" h="128">
                  <a:moveTo>
                    <a:pt x="0" y="128"/>
                  </a:moveTo>
                  <a:lnTo>
                    <a:pt x="12" y="128"/>
                  </a:lnTo>
                  <a:lnTo>
                    <a:pt x="23" y="125"/>
                  </a:lnTo>
                  <a:lnTo>
                    <a:pt x="33" y="120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7" y="97"/>
                  </a:lnTo>
                  <a:lnTo>
                    <a:pt x="62" y="87"/>
                  </a:lnTo>
                  <a:lnTo>
                    <a:pt x="65" y="76"/>
                  </a:lnTo>
                  <a:lnTo>
                    <a:pt x="66" y="64"/>
                  </a:lnTo>
                  <a:lnTo>
                    <a:pt x="65" y="53"/>
                  </a:lnTo>
                  <a:lnTo>
                    <a:pt x="62" y="43"/>
                  </a:lnTo>
                  <a:lnTo>
                    <a:pt x="57" y="33"/>
                  </a:lnTo>
                  <a:lnTo>
                    <a:pt x="50" y="23"/>
                  </a:lnTo>
                  <a:lnTo>
                    <a:pt x="43" y="16"/>
                  </a:lnTo>
                  <a:lnTo>
                    <a:pt x="33" y="9"/>
                  </a:lnTo>
                  <a:lnTo>
                    <a:pt x="23" y="4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5" name=""/>
            <p:cNvSpPr/>
            <p:nvPr/>
          </p:nvSpPr>
          <p:spPr>
            <a:xfrm rot="0" flipH="1">
              <a:off x="2698" y="2191"/>
              <a:ext cx="10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6" name=""/>
            <p:cNvSpPr/>
            <p:nvPr/>
          </p:nvSpPr>
          <p:spPr>
            <a:xfrm rot="0">
              <a:off x="2708" y="2191"/>
              <a:ext cx="22" cy="22"/>
            </a:xfrm>
            <a:custGeom>
              <a:avLst/>
              <a:ahLst/>
              <a:rect l="0" t="0" r="r" b="b"/>
              <a:pathLst>
                <a:path w="66" h="66">
                  <a:moveTo>
                    <a:pt x="66" y="66"/>
                  </a:moveTo>
                  <a:lnTo>
                    <a:pt x="65" y="54"/>
                  </a:lnTo>
                  <a:lnTo>
                    <a:pt x="62" y="43"/>
                  </a:lnTo>
                  <a:lnTo>
                    <a:pt x="57" y="33"/>
                  </a:lnTo>
                  <a:lnTo>
                    <a:pt x="50" y="24"/>
                  </a:lnTo>
                  <a:lnTo>
                    <a:pt x="43" y="16"/>
                  </a:lnTo>
                  <a:lnTo>
                    <a:pt x="33" y="9"/>
                  </a:lnTo>
                  <a:lnTo>
                    <a:pt x="23" y="5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7" name=""/>
            <p:cNvSpPr/>
            <p:nvPr/>
          </p:nvSpPr>
          <p:spPr>
            <a:xfrm rot="0">
              <a:off x="2730" y="2213"/>
              <a:ext cx="1" cy="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8" name=""/>
            <p:cNvSpPr/>
            <p:nvPr/>
          </p:nvSpPr>
          <p:spPr>
            <a:xfrm rot="0">
              <a:off x="2708" y="2223"/>
              <a:ext cx="22" cy="22"/>
            </a:xfrm>
            <a:custGeom>
              <a:avLst/>
              <a:ahLst/>
              <a:rect l="0" t="0" r="r" b="b"/>
              <a:pathLst>
                <a:path w="66" h="64">
                  <a:moveTo>
                    <a:pt x="0" y="64"/>
                  </a:moveTo>
                  <a:lnTo>
                    <a:pt x="12" y="64"/>
                  </a:lnTo>
                  <a:lnTo>
                    <a:pt x="23" y="61"/>
                  </a:lnTo>
                  <a:lnTo>
                    <a:pt x="33" y="56"/>
                  </a:lnTo>
                  <a:lnTo>
                    <a:pt x="43" y="50"/>
                  </a:lnTo>
                  <a:lnTo>
                    <a:pt x="50" y="41"/>
                  </a:lnTo>
                  <a:lnTo>
                    <a:pt x="57" y="33"/>
                  </a:lnTo>
                  <a:lnTo>
                    <a:pt x="62" y="23"/>
                  </a:lnTo>
                  <a:lnTo>
                    <a:pt x="65" y="11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49" name=""/>
            <p:cNvSpPr/>
            <p:nvPr/>
          </p:nvSpPr>
          <p:spPr>
            <a:xfrm rot="0" flipH="1">
              <a:off x="2687" y="2245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0" name=""/>
            <p:cNvSpPr/>
            <p:nvPr/>
          </p:nvSpPr>
          <p:spPr>
            <a:xfrm rot="0">
              <a:off x="2763" y="2148"/>
              <a:ext cx="42" cy="97"/>
            </a:xfrm>
            <a:custGeom>
              <a:avLst/>
              <a:ahLst/>
              <a:rect l="0" t="0" r="r" b="b"/>
              <a:pathLst>
                <a:path w="128" h="289">
                  <a:moveTo>
                    <a:pt x="31" y="289"/>
                  </a:moveTo>
                  <a:lnTo>
                    <a:pt x="48" y="283"/>
                  </a:lnTo>
                  <a:lnTo>
                    <a:pt x="62" y="273"/>
                  </a:lnTo>
                  <a:lnTo>
                    <a:pt x="78" y="264"/>
                  </a:lnTo>
                  <a:lnTo>
                    <a:pt x="91" y="251"/>
                  </a:lnTo>
                  <a:lnTo>
                    <a:pt x="102" y="236"/>
                  </a:lnTo>
                  <a:lnTo>
                    <a:pt x="111" y="222"/>
                  </a:lnTo>
                  <a:lnTo>
                    <a:pt x="119" y="205"/>
                  </a:lnTo>
                  <a:lnTo>
                    <a:pt x="124" y="188"/>
                  </a:lnTo>
                  <a:lnTo>
                    <a:pt x="128" y="171"/>
                  </a:lnTo>
                  <a:lnTo>
                    <a:pt x="128" y="152"/>
                  </a:lnTo>
                  <a:lnTo>
                    <a:pt x="128" y="64"/>
                  </a:lnTo>
                  <a:lnTo>
                    <a:pt x="128" y="53"/>
                  </a:lnTo>
                  <a:lnTo>
                    <a:pt x="125" y="43"/>
                  </a:lnTo>
                  <a:lnTo>
                    <a:pt x="119" y="31"/>
                  </a:lnTo>
                  <a:lnTo>
                    <a:pt x="114" y="23"/>
                  </a:lnTo>
                  <a:lnTo>
                    <a:pt x="105" y="14"/>
                  </a:lnTo>
                  <a:lnTo>
                    <a:pt x="97" y="9"/>
                  </a:lnTo>
                  <a:lnTo>
                    <a:pt x="87" y="4"/>
                  </a:lnTo>
                  <a:lnTo>
                    <a:pt x="75" y="1"/>
                  </a:lnTo>
                  <a:lnTo>
                    <a:pt x="64" y="0"/>
                  </a:lnTo>
                  <a:lnTo>
                    <a:pt x="52" y="1"/>
                  </a:lnTo>
                  <a:lnTo>
                    <a:pt x="43" y="4"/>
                  </a:lnTo>
                  <a:lnTo>
                    <a:pt x="33" y="9"/>
                  </a:lnTo>
                  <a:lnTo>
                    <a:pt x="23" y="14"/>
                  </a:lnTo>
                  <a:lnTo>
                    <a:pt x="15" y="23"/>
                  </a:lnTo>
                  <a:lnTo>
                    <a:pt x="8" y="31"/>
                  </a:lnTo>
                  <a:lnTo>
                    <a:pt x="4" y="43"/>
                  </a:lnTo>
                  <a:lnTo>
                    <a:pt x="1" y="53"/>
                  </a:lnTo>
                  <a:lnTo>
                    <a:pt x="0" y="64"/>
                  </a:lnTo>
                  <a:lnTo>
                    <a:pt x="0" y="97"/>
                  </a:lnTo>
                  <a:lnTo>
                    <a:pt x="1" y="107"/>
                  </a:lnTo>
                  <a:lnTo>
                    <a:pt x="4" y="118"/>
                  </a:lnTo>
                  <a:lnTo>
                    <a:pt x="8" y="128"/>
                  </a:lnTo>
                  <a:lnTo>
                    <a:pt x="15" y="138"/>
                  </a:lnTo>
                  <a:lnTo>
                    <a:pt x="23" y="145"/>
                  </a:lnTo>
                  <a:lnTo>
                    <a:pt x="33" y="152"/>
                  </a:lnTo>
                  <a:lnTo>
                    <a:pt x="43" y="157"/>
                  </a:lnTo>
                  <a:lnTo>
                    <a:pt x="52" y="160"/>
                  </a:lnTo>
                  <a:lnTo>
                    <a:pt x="64" y="161"/>
                  </a:lnTo>
                  <a:lnTo>
                    <a:pt x="128" y="16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1" name=""/>
            <p:cNvSpPr/>
            <p:nvPr/>
          </p:nvSpPr>
          <p:spPr>
            <a:xfrm rot="0">
              <a:off x="5444" y="3934"/>
              <a:ext cx="257" cy="180"/>
            </a:xfrm>
            <a:custGeom>
              <a:avLst/>
              <a:ahLst/>
              <a:rect l="0" t="0" r="r" b="b"/>
              <a:pathLst>
                <a:path w="772" h="540">
                  <a:moveTo>
                    <a:pt x="0" y="540"/>
                  </a:moveTo>
                  <a:lnTo>
                    <a:pt x="0" y="0"/>
                  </a:lnTo>
                  <a:lnTo>
                    <a:pt x="77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2" name=""/>
            <p:cNvSpPr/>
            <p:nvPr/>
          </p:nvSpPr>
          <p:spPr>
            <a:xfrm rot="0">
              <a:off x="5511" y="3994"/>
              <a:ext cx="54" cy="75"/>
            </a:xfrm>
            <a:custGeom>
              <a:avLst/>
              <a:ahLst/>
              <a:rect l="0" t="0" r="r" b="b"/>
              <a:pathLst>
                <a:path w="161" h="225">
                  <a:moveTo>
                    <a:pt x="64" y="0"/>
                  </a:moveTo>
                  <a:lnTo>
                    <a:pt x="0" y="225"/>
                  </a:lnTo>
                  <a:lnTo>
                    <a:pt x="161" y="2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3" name=""/>
            <p:cNvSpPr/>
            <p:nvPr/>
          </p:nvSpPr>
          <p:spPr>
            <a:xfrm rot="0">
              <a:off x="5549" y="4048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4" name=""/>
            <p:cNvSpPr/>
            <p:nvPr/>
          </p:nvSpPr>
          <p:spPr>
            <a:xfrm rot="0">
              <a:off x="5597" y="3994"/>
              <a:ext cx="21" cy="16"/>
            </a:xfrm>
            <a:custGeom>
              <a:avLst/>
              <a:ahLst/>
              <a:rect l="0" t="0" r="r" b="b"/>
              <a:pathLst>
                <a:path w="64" h="48">
                  <a:moveTo>
                    <a:pt x="64" y="0"/>
                  </a:moveTo>
                  <a:lnTo>
                    <a:pt x="51" y="0"/>
                  </a:lnTo>
                  <a:lnTo>
                    <a:pt x="40" y="4"/>
                  </a:lnTo>
                  <a:lnTo>
                    <a:pt x="28" y="10"/>
                  </a:lnTo>
                  <a:lnTo>
                    <a:pt x="18" y="17"/>
                  </a:lnTo>
                  <a:lnTo>
                    <a:pt x="10" y="25"/>
                  </a:lnTo>
                  <a:lnTo>
                    <a:pt x="4" y="37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5" name=""/>
            <p:cNvSpPr/>
            <p:nvPr/>
          </p:nvSpPr>
          <p:spPr>
            <a:xfrm rot="0">
              <a:off x="5618" y="3994"/>
              <a:ext cx="22" cy="33"/>
            </a:xfrm>
            <a:custGeom>
              <a:avLst/>
              <a:ahLst/>
              <a:rect l="0" t="0" r="r" b="b"/>
              <a:pathLst>
                <a:path w="64" h="98">
                  <a:moveTo>
                    <a:pt x="54" y="98"/>
                  </a:moveTo>
                  <a:lnTo>
                    <a:pt x="60" y="88"/>
                  </a:lnTo>
                  <a:lnTo>
                    <a:pt x="63" y="77"/>
                  </a:lnTo>
                  <a:lnTo>
                    <a:pt x="64" y="65"/>
                  </a:lnTo>
                  <a:lnTo>
                    <a:pt x="63" y="54"/>
                  </a:lnTo>
                  <a:lnTo>
                    <a:pt x="61" y="42"/>
                  </a:lnTo>
                  <a:lnTo>
                    <a:pt x="56" y="33"/>
                  </a:lnTo>
                  <a:lnTo>
                    <a:pt x="50" y="23"/>
                  </a:lnTo>
                  <a:lnTo>
                    <a:pt x="41" y="15"/>
                  </a:lnTo>
                  <a:lnTo>
                    <a:pt x="33" y="8"/>
                  </a:lnTo>
                  <a:lnTo>
                    <a:pt x="21" y="4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6" name=""/>
            <p:cNvSpPr/>
            <p:nvPr/>
          </p:nvSpPr>
          <p:spPr>
            <a:xfrm rot="0">
              <a:off x="5597" y="4027"/>
              <a:ext cx="43" cy="64"/>
            </a:xfrm>
            <a:custGeom>
              <a:avLst/>
              <a:ahLst/>
              <a:rect l="0" t="0" r="r" b="b"/>
              <a:pathLst>
                <a:path w="128" h="191">
                  <a:moveTo>
                    <a:pt x="118" y="0"/>
                  </a:moveTo>
                  <a:lnTo>
                    <a:pt x="0" y="191"/>
                  </a:lnTo>
                  <a:lnTo>
                    <a:pt x="128" y="19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7" name=""/>
            <p:cNvSpPr/>
            <p:nvPr/>
          </p:nvSpPr>
          <p:spPr>
            <a:xfrm rot="0">
              <a:off x="5444" y="2093"/>
              <a:ext cx="257" cy="181"/>
            </a:xfrm>
            <a:custGeom>
              <a:avLst/>
              <a:ahLst/>
              <a:rect l="0" t="0" r="r" b="b"/>
              <a:pathLst>
                <a:path w="772" h="541">
                  <a:moveTo>
                    <a:pt x="0" y="541"/>
                  </a:moveTo>
                  <a:lnTo>
                    <a:pt x="0" y="0"/>
                  </a:lnTo>
                  <a:lnTo>
                    <a:pt x="77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8" name=""/>
            <p:cNvSpPr/>
            <p:nvPr/>
          </p:nvSpPr>
          <p:spPr>
            <a:xfrm rot="0">
              <a:off x="5514" y="2151"/>
              <a:ext cx="54" cy="75"/>
            </a:xfrm>
            <a:custGeom>
              <a:avLst/>
              <a:ahLst/>
              <a:rect l="0" t="0" r="r" b="b"/>
              <a:pathLst>
                <a:path w="161" h="227">
                  <a:moveTo>
                    <a:pt x="64" y="0"/>
                  </a:moveTo>
                  <a:lnTo>
                    <a:pt x="0" y="227"/>
                  </a:lnTo>
                  <a:lnTo>
                    <a:pt x="161" y="22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59" name=""/>
            <p:cNvSpPr/>
            <p:nvPr/>
          </p:nvSpPr>
          <p:spPr>
            <a:xfrm rot="0">
              <a:off x="5552" y="2204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0" name=""/>
            <p:cNvSpPr/>
            <p:nvPr/>
          </p:nvSpPr>
          <p:spPr>
            <a:xfrm rot="0">
              <a:off x="5600" y="2156"/>
              <a:ext cx="11" cy="86"/>
            </a:xfrm>
            <a:custGeom>
              <a:avLst/>
              <a:ahLst/>
              <a:rect l="0" t="0" r="r" b="b"/>
              <a:pathLst>
                <a:path w="33" h="257">
                  <a:moveTo>
                    <a:pt x="33" y="0"/>
                  </a:moveTo>
                  <a:lnTo>
                    <a:pt x="22" y="22"/>
                  </a:lnTo>
                  <a:lnTo>
                    <a:pt x="13" y="44"/>
                  </a:lnTo>
                  <a:lnTo>
                    <a:pt x="8" y="69"/>
                  </a:lnTo>
                  <a:lnTo>
                    <a:pt x="3" y="91"/>
                  </a:lnTo>
                  <a:lnTo>
                    <a:pt x="0" y="117"/>
                  </a:lnTo>
                  <a:lnTo>
                    <a:pt x="0" y="141"/>
                  </a:lnTo>
                  <a:lnTo>
                    <a:pt x="3" y="165"/>
                  </a:lnTo>
                  <a:lnTo>
                    <a:pt x="8" y="190"/>
                  </a:lnTo>
                  <a:lnTo>
                    <a:pt x="13" y="212"/>
                  </a:lnTo>
                  <a:lnTo>
                    <a:pt x="22" y="235"/>
                  </a:lnTo>
                  <a:lnTo>
                    <a:pt x="33" y="25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1" name=""/>
            <p:cNvSpPr/>
            <p:nvPr/>
          </p:nvSpPr>
          <p:spPr>
            <a:xfrm rot="0">
              <a:off x="5611" y="2151"/>
              <a:ext cx="21" cy="5"/>
            </a:xfrm>
            <a:custGeom>
              <a:avLst/>
              <a:ahLst/>
              <a:rect l="0" t="0" r="r" b="b"/>
              <a:pathLst>
                <a:path w="64" h="17">
                  <a:moveTo>
                    <a:pt x="64" y="17"/>
                  </a:moveTo>
                  <a:lnTo>
                    <a:pt x="59" y="10"/>
                  </a:lnTo>
                  <a:lnTo>
                    <a:pt x="50" y="4"/>
                  </a:lnTo>
                  <a:lnTo>
                    <a:pt x="41" y="2"/>
                  </a:lnTo>
                  <a:lnTo>
                    <a:pt x="32" y="0"/>
                  </a:lnTo>
                  <a:lnTo>
                    <a:pt x="23" y="2"/>
                  </a:lnTo>
                  <a:lnTo>
                    <a:pt x="14" y="4"/>
                  </a:lnTo>
                  <a:lnTo>
                    <a:pt x="6" y="1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2" name=""/>
            <p:cNvSpPr/>
            <p:nvPr/>
          </p:nvSpPr>
          <p:spPr>
            <a:xfrm rot="0">
              <a:off x="5632" y="2156"/>
              <a:ext cx="11" cy="86"/>
            </a:xfrm>
            <a:custGeom>
              <a:avLst/>
              <a:ahLst/>
              <a:rect l="0" t="0" r="r" b="b"/>
              <a:pathLst>
                <a:path w="33" h="257">
                  <a:moveTo>
                    <a:pt x="0" y="257"/>
                  </a:moveTo>
                  <a:lnTo>
                    <a:pt x="10" y="235"/>
                  </a:lnTo>
                  <a:lnTo>
                    <a:pt x="19" y="212"/>
                  </a:lnTo>
                  <a:lnTo>
                    <a:pt x="26" y="190"/>
                  </a:lnTo>
                  <a:lnTo>
                    <a:pt x="30" y="165"/>
                  </a:lnTo>
                  <a:lnTo>
                    <a:pt x="33" y="141"/>
                  </a:lnTo>
                  <a:lnTo>
                    <a:pt x="33" y="117"/>
                  </a:lnTo>
                  <a:lnTo>
                    <a:pt x="30" y="91"/>
                  </a:lnTo>
                  <a:lnTo>
                    <a:pt x="26" y="69"/>
                  </a:lnTo>
                  <a:lnTo>
                    <a:pt x="19" y="44"/>
                  </a:lnTo>
                  <a:lnTo>
                    <a:pt x="10" y="2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3" name=""/>
            <p:cNvSpPr/>
            <p:nvPr/>
          </p:nvSpPr>
          <p:spPr>
            <a:xfrm rot="0">
              <a:off x="5611" y="2242"/>
              <a:ext cx="21" cy="6"/>
            </a:xfrm>
            <a:custGeom>
              <a:avLst/>
              <a:ahLst/>
              <a:rect l="0" t="0" r="r" b="b"/>
              <a:pathLst>
                <a:path w="64" h="17">
                  <a:moveTo>
                    <a:pt x="0" y="0"/>
                  </a:moveTo>
                  <a:lnTo>
                    <a:pt x="6" y="7"/>
                  </a:lnTo>
                  <a:lnTo>
                    <a:pt x="14" y="12"/>
                  </a:lnTo>
                  <a:lnTo>
                    <a:pt x="23" y="15"/>
                  </a:lnTo>
                  <a:lnTo>
                    <a:pt x="32" y="17"/>
                  </a:lnTo>
                  <a:lnTo>
                    <a:pt x="41" y="15"/>
                  </a:lnTo>
                  <a:lnTo>
                    <a:pt x="50" y="12"/>
                  </a:lnTo>
                  <a:lnTo>
                    <a:pt x="59" y="7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4" name=""/>
            <p:cNvSpPr/>
            <p:nvPr/>
          </p:nvSpPr>
          <p:spPr>
            <a:xfrm rot="0">
              <a:off x="127" y="386"/>
              <a:ext cx="11" cy="15"/>
            </a:xfrm>
            <a:custGeom>
              <a:avLst/>
              <a:ahLst/>
              <a:rect l="0" t="0" r="r" b="b"/>
              <a:pathLst>
                <a:path w="33" h="46">
                  <a:moveTo>
                    <a:pt x="33" y="0"/>
                  </a:moveTo>
                  <a:lnTo>
                    <a:pt x="20" y="46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5" name=""/>
            <p:cNvSpPr/>
            <p:nvPr/>
          </p:nvSpPr>
          <p:spPr>
            <a:xfrm rot="0" flipH="1">
              <a:off x="138" y="358"/>
              <a:ext cx="4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6" name=""/>
            <p:cNvSpPr/>
            <p:nvPr/>
          </p:nvSpPr>
          <p:spPr>
            <a:xfrm rot="0" flipV="1">
              <a:off x="116" y="361"/>
              <a:ext cx="2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7" name=""/>
            <p:cNvSpPr/>
            <p:nvPr/>
          </p:nvSpPr>
          <p:spPr>
            <a:xfrm rot="0">
              <a:off x="141" y="339"/>
              <a:ext cx="16" cy="23"/>
            </a:xfrm>
            <a:custGeom>
              <a:avLst/>
              <a:ahLst/>
              <a:rect l="0" t="0" r="r" b="b"/>
              <a:pathLst>
                <a:path w="47" h="69">
                  <a:moveTo>
                    <a:pt x="0" y="0"/>
                  </a:moveTo>
                  <a:lnTo>
                    <a:pt x="27" y="69"/>
                  </a:lnTo>
                  <a:lnTo>
                    <a:pt x="47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8" name=""/>
            <p:cNvSpPr/>
            <p:nvPr/>
          </p:nvSpPr>
          <p:spPr>
            <a:xfrm rot="0">
              <a:off x="134" y="316"/>
              <a:ext cx="8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69" name=""/>
            <p:cNvSpPr/>
            <p:nvPr/>
          </p:nvSpPr>
          <p:spPr>
            <a:xfrm rot="0">
              <a:off x="101" y="332"/>
              <a:ext cx="23" cy="36"/>
            </a:xfrm>
            <a:custGeom>
              <a:avLst/>
              <a:ahLst/>
              <a:rect l="0" t="0" r="r" b="b"/>
              <a:pathLst>
                <a:path w="69" h="108">
                  <a:moveTo>
                    <a:pt x="69" y="0"/>
                  </a:moveTo>
                  <a:lnTo>
                    <a:pt x="36" y="57"/>
                  </a:lnTo>
                  <a:lnTo>
                    <a:pt x="0" y="1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0" name=""/>
            <p:cNvSpPr/>
            <p:nvPr/>
          </p:nvSpPr>
          <p:spPr>
            <a:xfrm rot="0">
              <a:off x="107" y="362"/>
              <a:ext cx="20" cy="40"/>
            </a:xfrm>
            <a:custGeom>
              <a:avLst/>
              <a:ahLst/>
              <a:rect l="0" t="0" r="r" b="b"/>
              <a:pathLst>
                <a:path w="60" h="119">
                  <a:moveTo>
                    <a:pt x="60" y="0"/>
                  </a:moveTo>
                  <a:lnTo>
                    <a:pt x="38" y="71"/>
                  </a:lnTo>
                  <a:lnTo>
                    <a:pt x="0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1" name=""/>
            <p:cNvSpPr/>
            <p:nvPr/>
          </p:nvSpPr>
          <p:spPr>
            <a:xfrm rot="0" flipV="1">
              <a:off x="167" y="343"/>
              <a:ext cx="16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2" name=""/>
            <p:cNvSpPr/>
            <p:nvPr/>
          </p:nvSpPr>
          <p:spPr>
            <a:xfrm rot="0" flipH="1">
              <a:off x="169" y="339"/>
              <a:ext cx="2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3" name=""/>
            <p:cNvSpPr/>
            <p:nvPr/>
          </p:nvSpPr>
          <p:spPr>
            <a:xfrm rot="0" flipH="1" flipV="1">
              <a:off x="183" y="349"/>
              <a:ext cx="9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4" name=""/>
            <p:cNvSpPr/>
            <p:nvPr/>
          </p:nvSpPr>
          <p:spPr>
            <a:xfrm rot="0" flipV="1">
              <a:off x="183" y="314"/>
              <a:ext cx="1" cy="8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5" name=""/>
            <p:cNvSpPr/>
            <p:nvPr/>
          </p:nvSpPr>
          <p:spPr>
            <a:xfrm rot="0" flipH="1">
              <a:off x="200" y="346"/>
              <a:ext cx="24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6" name=""/>
            <p:cNvSpPr/>
            <p:nvPr/>
          </p:nvSpPr>
          <p:spPr>
            <a:xfrm rot="0" flipV="1">
              <a:off x="200" y="321"/>
              <a:ext cx="20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7" name=""/>
            <p:cNvSpPr/>
            <p:nvPr/>
          </p:nvSpPr>
          <p:spPr>
            <a:xfrm rot="0">
              <a:off x="189" y="323"/>
              <a:ext cx="11" cy="76"/>
            </a:xfrm>
            <a:custGeom>
              <a:avLst/>
              <a:ahLst/>
              <a:rect l="0" t="0" r="r" b="b"/>
              <a:pathLst>
                <a:path w="33" h="226">
                  <a:moveTo>
                    <a:pt x="33" y="0"/>
                  </a:moveTo>
                  <a:lnTo>
                    <a:pt x="33" y="81"/>
                  </a:lnTo>
                  <a:lnTo>
                    <a:pt x="25" y="158"/>
                  </a:lnTo>
                  <a:lnTo>
                    <a:pt x="0" y="2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8" name=""/>
            <p:cNvSpPr/>
            <p:nvPr/>
          </p:nvSpPr>
          <p:spPr>
            <a:xfrm rot="0" flipV="1">
              <a:off x="213" y="349"/>
              <a:ext cx="1" cy="5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79" name=""/>
            <p:cNvSpPr/>
            <p:nvPr/>
          </p:nvSpPr>
          <p:spPr>
            <a:xfrm rot="0" flipV="1">
              <a:off x="245" y="357"/>
              <a:ext cx="2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0" name=""/>
            <p:cNvSpPr/>
            <p:nvPr/>
          </p:nvSpPr>
          <p:spPr>
            <a:xfrm rot="0" flipV="1">
              <a:off x="253" y="312"/>
              <a:ext cx="1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1" name=""/>
            <p:cNvSpPr/>
            <p:nvPr/>
          </p:nvSpPr>
          <p:spPr>
            <a:xfrm rot="0" flipH="1">
              <a:off x="243" y="390"/>
              <a:ext cx="2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2" name=""/>
            <p:cNvSpPr/>
            <p:nvPr/>
          </p:nvSpPr>
          <p:spPr>
            <a:xfrm rot="0" flipH="1">
              <a:off x="243" y="378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3" name=""/>
            <p:cNvSpPr/>
            <p:nvPr/>
          </p:nvSpPr>
          <p:spPr>
            <a:xfrm rot="0" flipH="1">
              <a:off x="243" y="367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4" name=""/>
            <p:cNvSpPr/>
            <p:nvPr/>
          </p:nvSpPr>
          <p:spPr>
            <a:xfrm rot="0">
              <a:off x="285" y="380"/>
              <a:ext cx="2" cy="2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5" name=""/>
            <p:cNvSpPr/>
            <p:nvPr/>
          </p:nvSpPr>
          <p:spPr>
            <a:xfrm rot="0">
              <a:off x="268" y="312"/>
              <a:ext cx="19" cy="89"/>
            </a:xfrm>
            <a:custGeom>
              <a:avLst/>
              <a:ahLst/>
              <a:rect l="0" t="0" r="r" b="b"/>
              <a:pathLst>
                <a:path w="58" h="267">
                  <a:moveTo>
                    <a:pt x="0" y="0"/>
                  </a:moveTo>
                  <a:lnTo>
                    <a:pt x="11" y="134"/>
                  </a:lnTo>
                  <a:lnTo>
                    <a:pt x="20" y="188"/>
                  </a:lnTo>
                  <a:lnTo>
                    <a:pt x="58" y="2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6" name=""/>
            <p:cNvSpPr/>
            <p:nvPr/>
          </p:nvSpPr>
          <p:spPr>
            <a:xfrm rot="0">
              <a:off x="276" y="322"/>
              <a:ext cx="4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7" name=""/>
            <p:cNvSpPr/>
            <p:nvPr/>
          </p:nvSpPr>
          <p:spPr>
            <a:xfrm rot="0" flipV="1">
              <a:off x="234" y="339"/>
              <a:ext cx="51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8" name=""/>
            <p:cNvSpPr/>
            <p:nvPr/>
          </p:nvSpPr>
          <p:spPr>
            <a:xfrm rot="0" flipV="1">
              <a:off x="241" y="328"/>
              <a:ext cx="2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89" name=""/>
            <p:cNvSpPr/>
            <p:nvPr/>
          </p:nvSpPr>
          <p:spPr>
            <a:xfrm rot="0">
              <a:off x="243" y="362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0" name=""/>
            <p:cNvSpPr/>
            <p:nvPr/>
          </p:nvSpPr>
          <p:spPr>
            <a:xfrm rot="0" flipV="1">
              <a:off x="267" y="358"/>
              <a:ext cx="17" cy="2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1" name=""/>
            <p:cNvSpPr/>
            <p:nvPr/>
          </p:nvSpPr>
          <p:spPr>
            <a:xfrm rot="0">
              <a:off x="234" y="348"/>
              <a:ext cx="15" cy="29"/>
            </a:xfrm>
            <a:custGeom>
              <a:avLst/>
              <a:ahLst/>
              <a:rect l="0" t="0" r="r" b="b"/>
              <a:pathLst>
                <a:path w="44" h="88">
                  <a:moveTo>
                    <a:pt x="0" y="88"/>
                  </a:moveTo>
                  <a:lnTo>
                    <a:pt x="28" y="44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2" name=""/>
            <p:cNvSpPr/>
            <p:nvPr/>
          </p:nvSpPr>
          <p:spPr>
            <a:xfrm rot="0">
              <a:off x="256" y="349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3" name=""/>
            <p:cNvSpPr/>
            <p:nvPr/>
          </p:nvSpPr>
          <p:spPr>
            <a:xfrm rot="0">
              <a:off x="313" y="316"/>
              <a:ext cx="1" cy="6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4" name=""/>
            <p:cNvSpPr/>
            <p:nvPr/>
          </p:nvSpPr>
          <p:spPr>
            <a:xfrm rot="0" flipV="1">
              <a:off x="311" y="367"/>
              <a:ext cx="15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5" name=""/>
            <p:cNvSpPr/>
            <p:nvPr/>
          </p:nvSpPr>
          <p:spPr>
            <a:xfrm rot="0" flipV="1">
              <a:off x="298" y="346"/>
              <a:ext cx="28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6" name=""/>
            <p:cNvSpPr/>
            <p:nvPr/>
          </p:nvSpPr>
          <p:spPr>
            <a:xfrm rot="0" flipV="1">
              <a:off x="325" y="333"/>
              <a:ext cx="25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7" name=""/>
            <p:cNvSpPr/>
            <p:nvPr/>
          </p:nvSpPr>
          <p:spPr>
            <a:xfrm rot="0">
              <a:off x="336" y="330"/>
              <a:ext cx="16" cy="72"/>
            </a:xfrm>
            <a:custGeom>
              <a:avLst/>
              <a:ahLst/>
              <a:rect l="0" t="0" r="r" b="b"/>
              <a:pathLst>
                <a:path w="47" h="217">
                  <a:moveTo>
                    <a:pt x="47" y="0"/>
                  </a:moveTo>
                  <a:lnTo>
                    <a:pt x="35" y="158"/>
                  </a:lnTo>
                  <a:lnTo>
                    <a:pt x="24" y="217"/>
                  </a:lnTo>
                  <a:lnTo>
                    <a:pt x="0" y="1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8" name=""/>
            <p:cNvSpPr/>
            <p:nvPr/>
          </p:nvSpPr>
          <p:spPr>
            <a:xfrm rot="0">
              <a:off x="314" y="337"/>
              <a:ext cx="24" cy="67"/>
            </a:xfrm>
            <a:custGeom>
              <a:avLst/>
              <a:ahLst/>
              <a:rect l="0" t="0" r="r" b="b"/>
              <a:pathLst>
                <a:path w="71" h="202">
                  <a:moveTo>
                    <a:pt x="71" y="0"/>
                  </a:moveTo>
                  <a:lnTo>
                    <a:pt x="63" y="65"/>
                  </a:lnTo>
                  <a:lnTo>
                    <a:pt x="50" y="118"/>
                  </a:lnTo>
                  <a:lnTo>
                    <a:pt x="0" y="2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699" name=""/>
            <p:cNvSpPr/>
            <p:nvPr/>
          </p:nvSpPr>
          <p:spPr>
            <a:xfrm rot="0" flipV="1">
              <a:off x="369" y="322"/>
              <a:ext cx="28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0" name=""/>
            <p:cNvSpPr/>
            <p:nvPr/>
          </p:nvSpPr>
          <p:spPr>
            <a:xfrm rot="0" flipV="1">
              <a:off x="365" y="352"/>
              <a:ext cx="35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1" name=""/>
            <p:cNvSpPr/>
            <p:nvPr/>
          </p:nvSpPr>
          <p:spPr>
            <a:xfrm rot="0" flipH="1">
              <a:off x="368" y="376"/>
              <a:ext cx="9" cy="2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2" name=""/>
            <p:cNvSpPr/>
            <p:nvPr/>
          </p:nvSpPr>
          <p:spPr>
            <a:xfrm rot="0" flipH="1">
              <a:off x="399" y="316"/>
              <a:ext cx="13" cy="2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3" name=""/>
            <p:cNvSpPr/>
            <p:nvPr/>
          </p:nvSpPr>
          <p:spPr>
            <a:xfrm rot="0" flipH="1">
              <a:off x="395" y="340"/>
              <a:ext cx="18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4" name=""/>
            <p:cNvSpPr/>
            <p:nvPr/>
          </p:nvSpPr>
          <p:spPr>
            <a:xfrm rot="0">
              <a:off x="391" y="358"/>
              <a:ext cx="27" cy="46"/>
            </a:xfrm>
            <a:custGeom>
              <a:avLst/>
              <a:ahLst/>
              <a:rect l="0" t="0" r="r" b="b"/>
              <a:pathLst>
                <a:path w="81" h="137">
                  <a:moveTo>
                    <a:pt x="81" y="0"/>
                  </a:moveTo>
                  <a:lnTo>
                    <a:pt x="60" y="56"/>
                  </a:lnTo>
                  <a:lnTo>
                    <a:pt x="36" y="102"/>
                  </a:lnTo>
                  <a:lnTo>
                    <a:pt x="0" y="1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5" name=""/>
            <p:cNvSpPr/>
            <p:nvPr/>
          </p:nvSpPr>
          <p:spPr>
            <a:xfrm rot="0" flipV="1">
              <a:off x="377" y="359"/>
              <a:ext cx="2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6" name=""/>
            <p:cNvSpPr/>
            <p:nvPr/>
          </p:nvSpPr>
          <p:spPr>
            <a:xfrm rot="0">
              <a:off x="390" y="324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7" name=""/>
            <p:cNvSpPr/>
            <p:nvPr/>
          </p:nvSpPr>
          <p:spPr>
            <a:xfrm rot="0">
              <a:off x="379" y="328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8" name=""/>
            <p:cNvSpPr/>
            <p:nvPr/>
          </p:nvSpPr>
          <p:spPr>
            <a:xfrm rot="0" flipH="1">
              <a:off x="428" y="316"/>
              <a:ext cx="20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09" name=""/>
            <p:cNvSpPr/>
            <p:nvPr/>
          </p:nvSpPr>
          <p:spPr>
            <a:xfrm rot="0">
              <a:off x="465" y="313"/>
              <a:ext cx="1" cy="9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0" name=""/>
            <p:cNvSpPr/>
            <p:nvPr/>
          </p:nvSpPr>
          <p:spPr>
            <a:xfrm rot="0">
              <a:off x="443" y="339"/>
              <a:ext cx="19" cy="46"/>
            </a:xfrm>
            <a:custGeom>
              <a:avLst/>
              <a:ahLst/>
              <a:rect l="0" t="0" r="r" b="b"/>
              <a:pathLst>
                <a:path w="56" h="139">
                  <a:moveTo>
                    <a:pt x="56" y="0"/>
                  </a:moveTo>
                  <a:lnTo>
                    <a:pt x="41" y="47"/>
                  </a:lnTo>
                  <a:lnTo>
                    <a:pt x="24" y="92"/>
                  </a:lnTo>
                  <a:lnTo>
                    <a:pt x="0" y="1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1" name=""/>
            <p:cNvSpPr/>
            <p:nvPr/>
          </p:nvSpPr>
          <p:spPr>
            <a:xfrm rot="0">
              <a:off x="465" y="339"/>
              <a:ext cx="23" cy="40"/>
            </a:xfrm>
            <a:custGeom>
              <a:avLst/>
              <a:ahLst/>
              <a:rect l="0" t="0" r="r" b="b"/>
              <a:pathLst>
                <a:path w="68" h="122">
                  <a:moveTo>
                    <a:pt x="0" y="0"/>
                  </a:moveTo>
                  <a:lnTo>
                    <a:pt x="57" y="122"/>
                  </a:lnTo>
                  <a:lnTo>
                    <a:pt x="68" y="1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2" name=""/>
            <p:cNvSpPr/>
            <p:nvPr/>
          </p:nvSpPr>
          <p:spPr>
            <a:xfrm rot="0" flipV="1">
              <a:off x="453" y="375"/>
              <a:ext cx="2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3" name=""/>
            <p:cNvSpPr/>
            <p:nvPr/>
          </p:nvSpPr>
          <p:spPr>
            <a:xfrm rot="0" flipV="1">
              <a:off x="440" y="333"/>
              <a:ext cx="1" cy="6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4" name=""/>
            <p:cNvSpPr/>
            <p:nvPr/>
          </p:nvSpPr>
          <p:spPr>
            <a:xfrm rot="0" flipV="1">
              <a:off x="446" y="335"/>
              <a:ext cx="38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5" name=""/>
            <p:cNvSpPr/>
            <p:nvPr/>
          </p:nvSpPr>
          <p:spPr>
            <a:xfrm rot="0" flipH="1">
              <a:off x="507" y="316"/>
              <a:ext cx="5" cy="2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96" name=""/>
          <p:cNvGrpSpPr/>
          <p:nvPr/>
        </p:nvGrpSpPr>
        <p:grpSpPr>
          <a:xfrm rot="0">
            <a:off x="798512" y="495300"/>
            <a:ext cx="2476500" cy="744537"/>
            <a:chOff x="503" y="312"/>
            <a:chExt cx="1560" cy="469"/>
          </a:xfrm>
        </p:grpSpPr>
        <p:sp>
          <p:nvSpPr>
            <p:cNvPr id="1069716" name=""/>
            <p:cNvSpPr/>
            <p:nvPr/>
          </p:nvSpPr>
          <p:spPr>
            <a:xfrm rot="0" flipV="1">
              <a:off x="503" y="380"/>
              <a:ext cx="14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7" name=""/>
            <p:cNvSpPr/>
            <p:nvPr/>
          </p:nvSpPr>
          <p:spPr>
            <a:xfrm rot="0" flipV="1">
              <a:off x="519" y="337"/>
              <a:ext cx="2" cy="5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8" name=""/>
            <p:cNvSpPr/>
            <p:nvPr/>
          </p:nvSpPr>
          <p:spPr>
            <a:xfrm rot="0" flipH="1">
              <a:off x="503" y="339"/>
              <a:ext cx="17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19" name=""/>
            <p:cNvSpPr/>
            <p:nvPr/>
          </p:nvSpPr>
          <p:spPr>
            <a:xfrm rot="0" flipV="1">
              <a:off x="503" y="359"/>
              <a:ext cx="1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0" name=""/>
            <p:cNvSpPr/>
            <p:nvPr/>
          </p:nvSpPr>
          <p:spPr>
            <a:xfrm rot="0" flipH="1">
              <a:off x="523" y="314"/>
              <a:ext cx="11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1" name=""/>
            <p:cNvSpPr/>
            <p:nvPr/>
          </p:nvSpPr>
          <p:spPr>
            <a:xfrm rot="0" flipH="1" flipV="1">
              <a:off x="533" y="387"/>
              <a:ext cx="8" cy="1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2" name=""/>
            <p:cNvSpPr/>
            <p:nvPr/>
          </p:nvSpPr>
          <p:spPr>
            <a:xfrm rot="0">
              <a:off x="531" y="353"/>
              <a:ext cx="7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3" name=""/>
            <p:cNvSpPr/>
            <p:nvPr/>
          </p:nvSpPr>
          <p:spPr>
            <a:xfrm rot="0">
              <a:off x="541" y="334"/>
              <a:ext cx="8" cy="67"/>
            </a:xfrm>
            <a:custGeom>
              <a:avLst/>
              <a:ahLst/>
              <a:rect l="0" t="0" r="r" b="b"/>
              <a:pathLst>
                <a:path w="22" h="201">
                  <a:moveTo>
                    <a:pt x="0" y="201"/>
                  </a:moveTo>
                  <a:lnTo>
                    <a:pt x="12" y="11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4" name=""/>
            <p:cNvSpPr/>
            <p:nvPr/>
          </p:nvSpPr>
          <p:spPr>
            <a:xfrm rot="0" flipV="1">
              <a:off x="529" y="338"/>
              <a:ext cx="18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5" name=""/>
            <p:cNvSpPr/>
            <p:nvPr/>
          </p:nvSpPr>
          <p:spPr>
            <a:xfrm rot="0">
              <a:off x="503" y="335"/>
              <a:ext cx="1" cy="5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6" name=""/>
            <p:cNvSpPr/>
            <p:nvPr/>
          </p:nvSpPr>
          <p:spPr>
            <a:xfrm rot="0">
              <a:off x="587" y="31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7" name=""/>
            <p:cNvSpPr/>
            <p:nvPr/>
          </p:nvSpPr>
          <p:spPr>
            <a:xfrm rot="0" flipV="1">
              <a:off x="573" y="340"/>
              <a:ext cx="29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8" name=""/>
            <p:cNvSpPr/>
            <p:nvPr/>
          </p:nvSpPr>
          <p:spPr>
            <a:xfrm rot="0">
              <a:off x="558" y="355"/>
              <a:ext cx="28" cy="34"/>
            </a:xfrm>
            <a:custGeom>
              <a:avLst/>
              <a:ahLst/>
              <a:rect l="0" t="0" r="r" b="b"/>
              <a:pathLst>
                <a:path w="84" h="102">
                  <a:moveTo>
                    <a:pt x="84" y="0"/>
                  </a:moveTo>
                  <a:lnTo>
                    <a:pt x="51" y="46"/>
                  </a:lnTo>
                  <a:lnTo>
                    <a:pt x="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29" name=""/>
            <p:cNvSpPr/>
            <p:nvPr/>
          </p:nvSpPr>
          <p:spPr>
            <a:xfrm rot="0">
              <a:off x="579" y="367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0" name=""/>
            <p:cNvSpPr/>
            <p:nvPr/>
          </p:nvSpPr>
          <p:spPr>
            <a:xfrm rot="0" flipV="1">
              <a:off x="577" y="386"/>
              <a:ext cx="14" cy="1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1" name=""/>
            <p:cNvSpPr/>
            <p:nvPr/>
          </p:nvSpPr>
          <p:spPr>
            <a:xfrm rot="0">
              <a:off x="586" y="357"/>
              <a:ext cx="30" cy="37"/>
            </a:xfrm>
            <a:custGeom>
              <a:avLst/>
              <a:ahLst/>
              <a:rect l="0" t="0" r="r" b="b"/>
              <a:pathLst>
                <a:path w="90" h="111">
                  <a:moveTo>
                    <a:pt x="0" y="0"/>
                  </a:moveTo>
                  <a:lnTo>
                    <a:pt x="54" y="111"/>
                  </a:lnTo>
                  <a:lnTo>
                    <a:pt x="90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2" name=""/>
            <p:cNvSpPr/>
            <p:nvPr/>
          </p:nvSpPr>
          <p:spPr>
            <a:xfrm rot="0" flipH="1">
              <a:off x="595" y="360"/>
              <a:ext cx="10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3" name=""/>
            <p:cNvSpPr/>
            <p:nvPr/>
          </p:nvSpPr>
          <p:spPr>
            <a:xfrm rot="0" flipH="1">
              <a:off x="561" y="352"/>
              <a:ext cx="53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4" name=""/>
            <p:cNvSpPr/>
            <p:nvPr/>
          </p:nvSpPr>
          <p:spPr>
            <a:xfrm rot="0" flipV="1">
              <a:off x="568" y="327"/>
              <a:ext cx="4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5" name=""/>
            <p:cNvSpPr/>
            <p:nvPr/>
          </p:nvSpPr>
          <p:spPr>
            <a:xfrm rot="0" flipV="1">
              <a:off x="650" y="321"/>
              <a:ext cx="3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6" name=""/>
            <p:cNvSpPr/>
            <p:nvPr/>
          </p:nvSpPr>
          <p:spPr>
            <a:xfrm rot="0" flipH="1">
              <a:off x="634" y="341"/>
              <a:ext cx="38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7" name=""/>
            <p:cNvSpPr/>
            <p:nvPr/>
          </p:nvSpPr>
          <p:spPr>
            <a:xfrm rot="0" flipH="1">
              <a:off x="647" y="355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8" name=""/>
            <p:cNvSpPr/>
            <p:nvPr/>
          </p:nvSpPr>
          <p:spPr>
            <a:xfrm rot="0" flipV="1">
              <a:off x="647" y="369"/>
              <a:ext cx="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39" name=""/>
            <p:cNvSpPr/>
            <p:nvPr/>
          </p:nvSpPr>
          <p:spPr>
            <a:xfrm rot="0" flipH="1">
              <a:off x="660" y="343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0" name=""/>
            <p:cNvSpPr/>
            <p:nvPr/>
          </p:nvSpPr>
          <p:spPr>
            <a:xfrm rot="0">
              <a:off x="647" y="344"/>
              <a:ext cx="1" cy="4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1" name=""/>
            <p:cNvSpPr/>
            <p:nvPr/>
          </p:nvSpPr>
          <p:spPr>
            <a:xfrm rot="0" flipV="1">
              <a:off x="671" y="337"/>
              <a:ext cx="2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2" name=""/>
            <p:cNvSpPr/>
            <p:nvPr/>
          </p:nvSpPr>
          <p:spPr>
            <a:xfrm rot="0" flipV="1">
              <a:off x="636" y="387"/>
              <a:ext cx="35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3" name=""/>
            <p:cNvSpPr/>
            <p:nvPr/>
          </p:nvSpPr>
          <p:spPr>
            <a:xfrm rot="0">
              <a:off x="634" y="338"/>
              <a:ext cx="2" cy="6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4" name=""/>
            <p:cNvSpPr/>
            <p:nvPr/>
          </p:nvSpPr>
          <p:spPr>
            <a:xfrm rot="0" flipH="1">
              <a:off x="628" y="320"/>
              <a:ext cx="52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5" name=""/>
            <p:cNvSpPr/>
            <p:nvPr/>
          </p:nvSpPr>
          <p:spPr>
            <a:xfrm rot="0">
              <a:off x="714" y="312"/>
              <a:ext cx="7" cy="1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6" name=""/>
            <p:cNvSpPr/>
            <p:nvPr/>
          </p:nvSpPr>
          <p:spPr>
            <a:xfrm rot="0" flipV="1">
              <a:off x="694" y="329"/>
              <a:ext cx="49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7" name=""/>
            <p:cNvSpPr/>
            <p:nvPr/>
          </p:nvSpPr>
          <p:spPr>
            <a:xfrm rot="0" flipH="1">
              <a:off x="695" y="339"/>
              <a:ext cx="16" cy="3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8" name=""/>
            <p:cNvSpPr/>
            <p:nvPr/>
          </p:nvSpPr>
          <p:spPr>
            <a:xfrm rot="0">
              <a:off x="725" y="339"/>
              <a:ext cx="16" cy="1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49" name=""/>
            <p:cNvSpPr/>
            <p:nvPr/>
          </p:nvSpPr>
          <p:spPr>
            <a:xfrm rot="0">
              <a:off x="707" y="356"/>
              <a:ext cx="39" cy="44"/>
            </a:xfrm>
            <a:custGeom>
              <a:avLst/>
              <a:ahLst/>
              <a:rect l="0" t="0" r="r" b="b"/>
              <a:pathLst>
                <a:path w="117" h="131">
                  <a:moveTo>
                    <a:pt x="0" y="0"/>
                  </a:moveTo>
                  <a:lnTo>
                    <a:pt x="87" y="131"/>
                  </a:lnTo>
                  <a:lnTo>
                    <a:pt x="117" y="1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0" name=""/>
            <p:cNvSpPr/>
            <p:nvPr/>
          </p:nvSpPr>
          <p:spPr>
            <a:xfrm rot="0">
              <a:off x="693" y="349"/>
              <a:ext cx="34" cy="54"/>
            </a:xfrm>
            <a:custGeom>
              <a:avLst/>
              <a:ahLst/>
              <a:rect l="0" t="0" r="r" b="b"/>
              <a:pathLst>
                <a:path w="101" h="161">
                  <a:moveTo>
                    <a:pt x="101" y="0"/>
                  </a:moveTo>
                  <a:lnTo>
                    <a:pt x="71" y="69"/>
                  </a:lnTo>
                  <a:lnTo>
                    <a:pt x="0" y="1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1" name=""/>
            <p:cNvSpPr/>
            <p:nvPr/>
          </p:nvSpPr>
          <p:spPr>
            <a:xfrm rot="0" flipH="1">
              <a:off x="758" y="363"/>
              <a:ext cx="19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2" name=""/>
            <p:cNvSpPr/>
            <p:nvPr/>
          </p:nvSpPr>
          <p:spPr>
            <a:xfrm rot="0" flipH="1">
              <a:off x="760" y="335"/>
              <a:ext cx="14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3" name=""/>
            <p:cNvSpPr/>
            <p:nvPr/>
          </p:nvSpPr>
          <p:spPr>
            <a:xfrm rot="0" flipV="1">
              <a:off x="756" y="343"/>
              <a:ext cx="15" cy="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4" name=""/>
            <p:cNvSpPr/>
            <p:nvPr/>
          </p:nvSpPr>
          <p:spPr>
            <a:xfrm rot="0" flipV="1">
              <a:off x="758" y="377"/>
              <a:ext cx="20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5" name=""/>
            <p:cNvSpPr/>
            <p:nvPr/>
          </p:nvSpPr>
          <p:spPr>
            <a:xfrm rot="0" flipH="1">
              <a:off x="758" y="319"/>
              <a:ext cx="12" cy="3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6" name=""/>
            <p:cNvSpPr/>
            <p:nvPr/>
          </p:nvSpPr>
          <p:spPr>
            <a:xfrm rot="0" flipV="1">
              <a:off x="781" y="334"/>
              <a:ext cx="21" cy="1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7" name=""/>
            <p:cNvSpPr/>
            <p:nvPr/>
          </p:nvSpPr>
          <p:spPr>
            <a:xfrm rot="0" flipV="1">
              <a:off x="780" y="351"/>
              <a:ext cx="24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8" name=""/>
            <p:cNvSpPr/>
            <p:nvPr/>
          </p:nvSpPr>
          <p:spPr>
            <a:xfrm rot="0">
              <a:off x="796" y="380"/>
              <a:ext cx="15" cy="20"/>
            </a:xfrm>
            <a:custGeom>
              <a:avLst/>
              <a:ahLst/>
              <a:rect l="0" t="0" r="r" b="b"/>
              <a:pathLst>
                <a:path w="43" h="58">
                  <a:moveTo>
                    <a:pt x="0" y="3"/>
                  </a:moveTo>
                  <a:lnTo>
                    <a:pt x="43" y="58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59" name=""/>
            <p:cNvSpPr/>
            <p:nvPr/>
          </p:nvSpPr>
          <p:spPr>
            <a:xfrm rot="0">
              <a:off x="795" y="320"/>
              <a:ext cx="7" cy="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0" name=""/>
            <p:cNvSpPr/>
            <p:nvPr/>
          </p:nvSpPr>
          <p:spPr>
            <a:xfrm rot="0">
              <a:off x="786" y="314"/>
              <a:ext cx="10" cy="67"/>
            </a:xfrm>
            <a:custGeom>
              <a:avLst/>
              <a:ahLst/>
              <a:rect l="0" t="0" r="r" b="b"/>
              <a:pathLst>
                <a:path w="30" h="201">
                  <a:moveTo>
                    <a:pt x="0" y="0"/>
                  </a:moveTo>
                  <a:lnTo>
                    <a:pt x="10" y="138"/>
                  </a:lnTo>
                  <a:lnTo>
                    <a:pt x="30" y="2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1" name=""/>
            <p:cNvSpPr/>
            <p:nvPr/>
          </p:nvSpPr>
          <p:spPr>
            <a:xfrm rot="0">
              <a:off x="775" y="360"/>
              <a:ext cx="28" cy="35"/>
            </a:xfrm>
            <a:custGeom>
              <a:avLst/>
              <a:ahLst/>
              <a:rect l="0" t="0" r="r" b="b"/>
              <a:pathLst>
                <a:path w="84" h="104">
                  <a:moveTo>
                    <a:pt x="84" y="0"/>
                  </a:moveTo>
                  <a:lnTo>
                    <a:pt x="57" y="44"/>
                  </a:lnTo>
                  <a:lnTo>
                    <a:pt x="0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2" name=""/>
            <p:cNvSpPr/>
            <p:nvPr/>
          </p:nvSpPr>
          <p:spPr>
            <a:xfrm rot="0">
              <a:off x="826" y="371"/>
              <a:ext cx="8" cy="8"/>
            </a:xfrm>
            <a:custGeom>
              <a:avLst/>
              <a:ahLst/>
              <a:rect l="0" t="0" r="r" b="b"/>
              <a:pathLst>
                <a:path w="24" h="24">
                  <a:moveTo>
                    <a:pt x="0" y="11"/>
                  </a:move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19" y="20"/>
                  </a:lnTo>
                  <a:lnTo>
                    <a:pt x="22" y="16"/>
                  </a:lnTo>
                  <a:lnTo>
                    <a:pt x="24" y="11"/>
                  </a:lnTo>
                  <a:lnTo>
                    <a:pt x="22" y="7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3" name=""/>
            <p:cNvSpPr/>
            <p:nvPr/>
          </p:nvSpPr>
          <p:spPr>
            <a:xfrm rot="0">
              <a:off x="827" y="372"/>
              <a:ext cx="6" cy="6"/>
            </a:xfrm>
            <a:custGeom>
              <a:avLst/>
              <a:ahLst/>
              <a:rect l="0" t="0" r="r" b="b"/>
              <a:pathLst>
                <a:path w="19" h="17">
                  <a:moveTo>
                    <a:pt x="19" y="8"/>
                  </a:move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3"/>
                  </a:lnTo>
                  <a:lnTo>
                    <a:pt x="2" y="5"/>
                  </a:lnTo>
                  <a:lnTo>
                    <a:pt x="0" y="8"/>
                  </a:lnTo>
                  <a:lnTo>
                    <a:pt x="2" y="13"/>
                  </a:lnTo>
                  <a:lnTo>
                    <a:pt x="3" y="15"/>
                  </a:lnTo>
                  <a:lnTo>
                    <a:pt x="6" y="17"/>
                  </a:lnTo>
                  <a:lnTo>
                    <a:pt x="9" y="17"/>
                  </a:lnTo>
                  <a:lnTo>
                    <a:pt x="13" y="17"/>
                  </a:lnTo>
                  <a:lnTo>
                    <a:pt x="16" y="15"/>
                  </a:lnTo>
                  <a:lnTo>
                    <a:pt x="17" y="13"/>
                  </a:lnTo>
                  <a:lnTo>
                    <a:pt x="19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4" name=""/>
            <p:cNvSpPr/>
            <p:nvPr/>
          </p:nvSpPr>
          <p:spPr>
            <a:xfrm rot="0">
              <a:off x="828" y="373"/>
              <a:ext cx="4" cy="4"/>
            </a:xfrm>
            <a:custGeom>
              <a:avLst/>
              <a:ahLst/>
              <a:rect l="0" t="0" r="r" b="b"/>
              <a:pathLst>
                <a:path w="13" h="11">
                  <a:moveTo>
                    <a:pt x="13" y="5"/>
                  </a:moveTo>
                  <a:lnTo>
                    <a:pt x="12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10" y="11"/>
                  </a:lnTo>
                  <a:lnTo>
                    <a:pt x="12" y="8"/>
                  </a:lnTo>
                  <a:lnTo>
                    <a:pt x="13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5" name=""/>
            <p:cNvSpPr/>
            <p:nvPr/>
          </p:nvSpPr>
          <p:spPr>
            <a:xfrm rot="0">
              <a:off x="829" y="374"/>
              <a:ext cx="2" cy="2"/>
            </a:xfrm>
            <a:custGeom>
              <a:avLst/>
              <a:ahLst/>
              <a:rect l="0" t="0" r="r" b="b"/>
              <a:pathLst>
                <a:path w="7" h="6">
                  <a:moveTo>
                    <a:pt x="7" y="3"/>
                  </a:moveTo>
                  <a:lnTo>
                    <a:pt x="6" y="2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2" y="6"/>
                  </a:lnTo>
                  <a:lnTo>
                    <a:pt x="3" y="6"/>
                  </a:lnTo>
                  <a:lnTo>
                    <a:pt x="6" y="6"/>
                  </a:lnTo>
                  <a:lnTo>
                    <a:pt x="7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6" name=""/>
            <p:cNvSpPr/>
            <p:nvPr/>
          </p:nvSpPr>
          <p:spPr>
            <a:xfrm rot="0">
              <a:off x="822" y="376"/>
              <a:ext cx="12" cy="15"/>
            </a:xfrm>
            <a:custGeom>
              <a:avLst/>
              <a:ahLst/>
              <a:rect l="0" t="0" r="r" b="b"/>
              <a:pathLst>
                <a:path w="36" h="46">
                  <a:moveTo>
                    <a:pt x="36" y="0"/>
                  </a:moveTo>
                  <a:lnTo>
                    <a:pt x="36" y="16"/>
                  </a:lnTo>
                  <a:lnTo>
                    <a:pt x="30" y="30"/>
                  </a:lnTo>
                  <a:lnTo>
                    <a:pt x="14" y="43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7" name=""/>
            <p:cNvSpPr/>
            <p:nvPr/>
          </p:nvSpPr>
          <p:spPr>
            <a:xfrm rot="0" flipV="1">
              <a:off x="908" y="354"/>
              <a:ext cx="1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8" name=""/>
            <p:cNvSpPr/>
            <p:nvPr/>
          </p:nvSpPr>
          <p:spPr>
            <a:xfrm rot="0" flipV="1">
              <a:off x="935" y="35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69" name=""/>
            <p:cNvSpPr/>
            <p:nvPr/>
          </p:nvSpPr>
          <p:spPr>
            <a:xfrm rot="0" flipV="1">
              <a:off x="896" y="390"/>
              <a:ext cx="39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0" name=""/>
            <p:cNvSpPr/>
            <p:nvPr/>
          </p:nvSpPr>
          <p:spPr>
            <a:xfrm rot="0">
              <a:off x="895" y="353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1" name=""/>
            <p:cNvSpPr/>
            <p:nvPr/>
          </p:nvSpPr>
          <p:spPr>
            <a:xfrm rot="0">
              <a:off x="915" y="340"/>
              <a:ext cx="1" cy="3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2" name=""/>
            <p:cNvSpPr/>
            <p:nvPr/>
          </p:nvSpPr>
          <p:spPr>
            <a:xfrm rot="0" flipH="1">
              <a:off x="904" y="339"/>
              <a:ext cx="2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3" name=""/>
            <p:cNvSpPr/>
            <p:nvPr/>
          </p:nvSpPr>
          <p:spPr>
            <a:xfrm rot="0" flipV="1">
              <a:off x="926" y="335"/>
              <a:ext cx="1" cy="3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4" name=""/>
            <p:cNvSpPr/>
            <p:nvPr/>
          </p:nvSpPr>
          <p:spPr>
            <a:xfrm rot="0" flipV="1">
              <a:off x="904" y="373"/>
              <a:ext cx="2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5" name=""/>
            <p:cNvSpPr/>
            <p:nvPr/>
          </p:nvSpPr>
          <p:spPr>
            <a:xfrm rot="0">
              <a:off x="904" y="334"/>
              <a:ext cx="1" cy="4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6" name=""/>
            <p:cNvSpPr/>
            <p:nvPr/>
          </p:nvSpPr>
          <p:spPr>
            <a:xfrm rot="0" flipH="1">
              <a:off x="892" y="320"/>
              <a:ext cx="46" cy="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7" name=""/>
            <p:cNvSpPr/>
            <p:nvPr/>
          </p:nvSpPr>
          <p:spPr>
            <a:xfrm rot="0" flipV="1">
              <a:off x="981" y="357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8" name=""/>
            <p:cNvSpPr/>
            <p:nvPr/>
          </p:nvSpPr>
          <p:spPr>
            <a:xfrm rot="0" flipV="1">
              <a:off x="960" y="397"/>
              <a:ext cx="4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79" name=""/>
            <p:cNvSpPr/>
            <p:nvPr/>
          </p:nvSpPr>
          <p:spPr>
            <a:xfrm rot="0" flipV="1">
              <a:off x="965" y="373"/>
              <a:ext cx="30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0" name=""/>
            <p:cNvSpPr/>
            <p:nvPr/>
          </p:nvSpPr>
          <p:spPr>
            <a:xfrm rot="0" flipV="1">
              <a:off x="968" y="355"/>
              <a:ext cx="25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1" name=""/>
            <p:cNvSpPr/>
            <p:nvPr/>
          </p:nvSpPr>
          <p:spPr>
            <a:xfrm rot="0">
              <a:off x="979" y="322"/>
              <a:ext cx="31" cy="42"/>
            </a:xfrm>
            <a:custGeom>
              <a:avLst/>
              <a:ahLst/>
              <a:rect l="0" t="0" r="r" b="b"/>
              <a:pathLst>
                <a:path w="93" h="125">
                  <a:moveTo>
                    <a:pt x="0" y="0"/>
                  </a:moveTo>
                  <a:lnTo>
                    <a:pt x="68" y="125"/>
                  </a:lnTo>
                  <a:lnTo>
                    <a:pt x="93" y="1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2" name=""/>
            <p:cNvSpPr/>
            <p:nvPr/>
          </p:nvSpPr>
          <p:spPr>
            <a:xfrm rot="0">
              <a:off x="951" y="313"/>
              <a:ext cx="31" cy="57"/>
            </a:xfrm>
            <a:custGeom>
              <a:avLst/>
              <a:ahLst/>
              <a:rect l="0" t="0" r="r" b="b"/>
              <a:pathLst>
                <a:path w="92" h="171">
                  <a:moveTo>
                    <a:pt x="92" y="0"/>
                  </a:moveTo>
                  <a:lnTo>
                    <a:pt x="77" y="46"/>
                  </a:lnTo>
                  <a:lnTo>
                    <a:pt x="39" y="117"/>
                  </a:lnTo>
                  <a:lnTo>
                    <a:pt x="0" y="1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3" name=""/>
            <p:cNvSpPr/>
            <p:nvPr/>
          </p:nvSpPr>
          <p:spPr>
            <a:xfrm rot="0" flipV="1">
              <a:off x="1031" y="354"/>
              <a:ext cx="32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4" name=""/>
            <p:cNvSpPr/>
            <p:nvPr/>
          </p:nvSpPr>
          <p:spPr>
            <a:xfrm rot="0" flipH="1">
              <a:off x="1021" y="387"/>
              <a:ext cx="53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5" name=""/>
            <p:cNvSpPr/>
            <p:nvPr/>
          </p:nvSpPr>
          <p:spPr>
            <a:xfrm rot="0" flipV="1">
              <a:off x="1027" y="327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6" name=""/>
            <p:cNvSpPr/>
            <p:nvPr/>
          </p:nvSpPr>
          <p:spPr>
            <a:xfrm rot="0" flipV="1">
              <a:off x="1084" y="339"/>
              <a:ext cx="1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7" name=""/>
            <p:cNvSpPr/>
            <p:nvPr/>
          </p:nvSpPr>
          <p:spPr>
            <a:xfrm rot="0">
              <a:off x="1097" y="353"/>
              <a:ext cx="9" cy="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8" name=""/>
            <p:cNvSpPr/>
            <p:nvPr/>
          </p:nvSpPr>
          <p:spPr>
            <a:xfrm rot="0">
              <a:off x="1097" y="349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89" name=""/>
            <p:cNvSpPr/>
            <p:nvPr/>
          </p:nvSpPr>
          <p:spPr>
            <a:xfrm rot="0">
              <a:off x="1083" y="334"/>
              <a:ext cx="19" cy="35"/>
            </a:xfrm>
            <a:custGeom>
              <a:avLst/>
              <a:ahLst/>
              <a:rect l="0" t="0" r="r" b="b"/>
              <a:pathLst>
                <a:path w="57" h="105">
                  <a:moveTo>
                    <a:pt x="57" y="0"/>
                  </a:moveTo>
                  <a:lnTo>
                    <a:pt x="42" y="43"/>
                  </a:lnTo>
                  <a:lnTo>
                    <a:pt x="0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0" name=""/>
            <p:cNvSpPr/>
            <p:nvPr/>
          </p:nvSpPr>
          <p:spPr>
            <a:xfrm rot="0">
              <a:off x="1092" y="316"/>
              <a:ext cx="8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1" name=""/>
            <p:cNvSpPr/>
            <p:nvPr/>
          </p:nvSpPr>
          <p:spPr>
            <a:xfrm rot="0">
              <a:off x="1114" y="317"/>
              <a:ext cx="1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2" name=""/>
            <p:cNvSpPr/>
            <p:nvPr/>
          </p:nvSpPr>
          <p:spPr>
            <a:xfrm rot="0" flipV="1">
              <a:off x="1131" y="319"/>
              <a:ext cx="2" cy="4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3" name=""/>
            <p:cNvSpPr/>
            <p:nvPr/>
          </p:nvSpPr>
          <p:spPr>
            <a:xfrm rot="0" flipH="1">
              <a:off x="1114" y="321"/>
              <a:ext cx="19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4" name=""/>
            <p:cNvSpPr/>
            <p:nvPr/>
          </p:nvSpPr>
          <p:spPr>
            <a:xfrm rot="0">
              <a:off x="1115" y="333"/>
              <a:ext cx="8" cy="48"/>
            </a:xfrm>
            <a:custGeom>
              <a:avLst/>
              <a:ahLst/>
              <a:rect l="0" t="0" r="r" b="b"/>
              <a:pathLst>
                <a:path w="22" h="144">
                  <a:moveTo>
                    <a:pt x="22" y="0"/>
                  </a:moveTo>
                  <a:lnTo>
                    <a:pt x="14" y="90"/>
                  </a:lnTo>
                  <a:lnTo>
                    <a:pt x="0" y="1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5" name=""/>
            <p:cNvSpPr/>
            <p:nvPr/>
          </p:nvSpPr>
          <p:spPr>
            <a:xfrm rot="0">
              <a:off x="1100" y="381"/>
              <a:ext cx="15" cy="18"/>
            </a:xfrm>
            <a:custGeom>
              <a:avLst/>
              <a:ahLst/>
              <a:rect l="0" t="0" r="r" b="b"/>
              <a:pathLst>
                <a:path w="46" h="52">
                  <a:moveTo>
                    <a:pt x="0" y="52"/>
                  </a:moveTo>
                  <a:lnTo>
                    <a:pt x="24" y="30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6" name=""/>
            <p:cNvSpPr/>
            <p:nvPr/>
          </p:nvSpPr>
          <p:spPr>
            <a:xfrm rot="0">
              <a:off x="1124" y="360"/>
              <a:ext cx="16" cy="34"/>
            </a:xfrm>
            <a:custGeom>
              <a:avLst/>
              <a:ahLst/>
              <a:rect l="0" t="0" r="r" b="b"/>
              <a:pathLst>
                <a:path w="47" h="101">
                  <a:moveTo>
                    <a:pt x="47" y="47"/>
                  </a:moveTo>
                  <a:lnTo>
                    <a:pt x="47" y="101"/>
                  </a:lnTo>
                  <a:lnTo>
                    <a:pt x="11" y="101"/>
                  </a:lnTo>
                  <a:lnTo>
                    <a:pt x="0" y="9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7" name=""/>
            <p:cNvSpPr/>
            <p:nvPr/>
          </p:nvSpPr>
          <p:spPr>
            <a:xfrm rot="0" flipH="1">
              <a:off x="1157" y="321"/>
              <a:ext cx="41" cy="4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8" name=""/>
            <p:cNvSpPr/>
            <p:nvPr/>
          </p:nvSpPr>
          <p:spPr>
            <a:xfrm rot="0" flipV="1">
              <a:off x="1157" y="390"/>
              <a:ext cx="38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799" name=""/>
            <p:cNvSpPr/>
            <p:nvPr/>
          </p:nvSpPr>
          <p:spPr>
            <a:xfrm rot="0" flipV="1">
              <a:off x="1197" y="318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0" name=""/>
            <p:cNvSpPr/>
            <p:nvPr/>
          </p:nvSpPr>
          <p:spPr>
            <a:xfrm rot="0">
              <a:off x="1195" y="390"/>
              <a:ext cx="2" cy="8"/>
            </a:xfrm>
            <a:custGeom>
              <a:avLst/>
              <a:ahLst/>
              <a:rect l="0" t="0" r="r" b="b"/>
              <a:pathLst>
                <a:path w="6" h="23">
                  <a:moveTo>
                    <a:pt x="6" y="23"/>
                  </a:moveTo>
                  <a:lnTo>
                    <a:pt x="6" y="14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1" name=""/>
            <p:cNvSpPr/>
            <p:nvPr/>
          </p:nvSpPr>
          <p:spPr>
            <a:xfrm rot="0">
              <a:off x="1157" y="318"/>
              <a:ext cx="1" cy="7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2" name=""/>
            <p:cNvSpPr/>
            <p:nvPr/>
          </p:nvSpPr>
          <p:spPr>
            <a:xfrm rot="0">
              <a:off x="1157" y="317"/>
              <a:ext cx="1" cy="8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3" name=""/>
            <p:cNvSpPr/>
            <p:nvPr/>
          </p:nvSpPr>
          <p:spPr>
            <a:xfrm rot="0" flipH="1">
              <a:off x="1163" y="330"/>
              <a:ext cx="16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4" name=""/>
            <p:cNvSpPr/>
            <p:nvPr/>
          </p:nvSpPr>
          <p:spPr>
            <a:xfrm rot="0">
              <a:off x="1172" y="345"/>
              <a:ext cx="24" cy="21"/>
            </a:xfrm>
            <a:custGeom>
              <a:avLst/>
              <a:ahLst/>
              <a:rect l="0" t="0" r="r" b="b"/>
              <a:pathLst>
                <a:path w="74" h="62">
                  <a:moveTo>
                    <a:pt x="0" y="0"/>
                  </a:moveTo>
                  <a:lnTo>
                    <a:pt x="60" y="62"/>
                  </a:lnTo>
                  <a:lnTo>
                    <a:pt x="7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5" name=""/>
            <p:cNvSpPr/>
            <p:nvPr/>
          </p:nvSpPr>
          <p:spPr>
            <a:xfrm rot="0">
              <a:off x="1175" y="365"/>
              <a:ext cx="7" cy="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6" name=""/>
            <p:cNvSpPr/>
            <p:nvPr/>
          </p:nvSpPr>
          <p:spPr>
            <a:xfrm rot="0">
              <a:off x="1172" y="376"/>
              <a:ext cx="10" cy="1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7" name=""/>
            <p:cNvSpPr/>
            <p:nvPr/>
          </p:nvSpPr>
          <p:spPr>
            <a:xfrm rot="0" flipV="1">
              <a:off x="1173" y="338"/>
              <a:ext cx="1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8" name=""/>
            <p:cNvSpPr/>
            <p:nvPr/>
          </p:nvSpPr>
          <p:spPr>
            <a:xfrm rot="0">
              <a:off x="1173" y="333"/>
              <a:ext cx="16" cy="26"/>
            </a:xfrm>
            <a:custGeom>
              <a:avLst/>
              <a:ahLst/>
              <a:rect l="0" t="0" r="r" b="b"/>
              <a:pathLst>
                <a:path w="48" h="78">
                  <a:moveTo>
                    <a:pt x="0" y="78"/>
                  </a:moveTo>
                  <a:lnTo>
                    <a:pt x="18" y="54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09" name=""/>
            <p:cNvSpPr/>
            <p:nvPr/>
          </p:nvSpPr>
          <p:spPr>
            <a:xfrm rot="0" flipV="1">
              <a:off x="1159" y="359"/>
              <a:ext cx="14" cy="1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10" name=""/>
            <p:cNvSpPr/>
            <p:nvPr/>
          </p:nvSpPr>
          <p:spPr>
            <a:xfrm rot="0">
              <a:off x="1222" y="379"/>
              <a:ext cx="13" cy="14"/>
            </a:xfrm>
            <a:custGeom>
              <a:avLst/>
              <a:ahLst/>
              <a:rect l="0" t="0" r="r" b="b"/>
              <a:pathLst>
                <a:path w="41" h="41">
                  <a:moveTo>
                    <a:pt x="0" y="20"/>
                  </a:moveTo>
                  <a:lnTo>
                    <a:pt x="0" y="27"/>
                  </a:lnTo>
                  <a:lnTo>
                    <a:pt x="2" y="33"/>
                  </a:lnTo>
                  <a:lnTo>
                    <a:pt x="8" y="37"/>
                  </a:lnTo>
                  <a:lnTo>
                    <a:pt x="14" y="40"/>
                  </a:lnTo>
                  <a:lnTo>
                    <a:pt x="20" y="41"/>
                  </a:lnTo>
                  <a:lnTo>
                    <a:pt x="27" y="40"/>
                  </a:lnTo>
                  <a:lnTo>
                    <a:pt x="32" y="37"/>
                  </a:lnTo>
                  <a:lnTo>
                    <a:pt x="37" y="33"/>
                  </a:lnTo>
                  <a:lnTo>
                    <a:pt x="39" y="27"/>
                  </a:lnTo>
                  <a:lnTo>
                    <a:pt x="41" y="20"/>
                  </a:lnTo>
                  <a:lnTo>
                    <a:pt x="39" y="14"/>
                  </a:lnTo>
                  <a:lnTo>
                    <a:pt x="37" y="9"/>
                  </a:lnTo>
                  <a:lnTo>
                    <a:pt x="32" y="3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8" y="3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11" name=""/>
            <p:cNvSpPr/>
            <p:nvPr/>
          </p:nvSpPr>
          <p:spPr>
            <a:xfrm rot="0">
              <a:off x="1220" y="378"/>
              <a:ext cx="16" cy="16"/>
            </a:xfrm>
            <a:custGeom>
              <a:avLst/>
              <a:ahLst/>
              <a:rect l="0" t="0" r="r" b="b"/>
              <a:pathLst>
                <a:path w="49" h="48">
                  <a:moveTo>
                    <a:pt x="49" y="24"/>
                  </a:moveTo>
                  <a:lnTo>
                    <a:pt x="47" y="18"/>
                  </a:lnTo>
                  <a:lnTo>
                    <a:pt x="46" y="13"/>
                  </a:lnTo>
                  <a:lnTo>
                    <a:pt x="42" y="7"/>
                  </a:lnTo>
                  <a:lnTo>
                    <a:pt x="37" y="4"/>
                  </a:lnTo>
                  <a:lnTo>
                    <a:pt x="30" y="1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3" y="4"/>
                  </a:lnTo>
                  <a:lnTo>
                    <a:pt x="7" y="7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2" y="31"/>
                  </a:lnTo>
                  <a:lnTo>
                    <a:pt x="5" y="37"/>
                  </a:lnTo>
                  <a:lnTo>
                    <a:pt x="7" y="41"/>
                  </a:lnTo>
                  <a:lnTo>
                    <a:pt x="13" y="45"/>
                  </a:lnTo>
                  <a:lnTo>
                    <a:pt x="19" y="47"/>
                  </a:lnTo>
                  <a:lnTo>
                    <a:pt x="25" y="48"/>
                  </a:lnTo>
                  <a:lnTo>
                    <a:pt x="30" y="47"/>
                  </a:lnTo>
                  <a:lnTo>
                    <a:pt x="37" y="45"/>
                  </a:lnTo>
                  <a:lnTo>
                    <a:pt x="42" y="41"/>
                  </a:lnTo>
                  <a:lnTo>
                    <a:pt x="46" y="37"/>
                  </a:lnTo>
                  <a:lnTo>
                    <a:pt x="47" y="31"/>
                  </a:lnTo>
                  <a:lnTo>
                    <a:pt x="49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12" name=""/>
            <p:cNvSpPr/>
            <p:nvPr/>
          </p:nvSpPr>
          <p:spPr>
            <a:xfrm rot="0">
              <a:off x="2040" y="765"/>
              <a:ext cx="23" cy="16"/>
            </a:xfrm>
            <a:custGeom>
              <a:avLst/>
              <a:ahLst/>
              <a:rect l="0" t="0" r="r" b="b"/>
              <a:pathLst>
                <a:path w="70" h="49">
                  <a:moveTo>
                    <a:pt x="34" y="13"/>
                  </a:moveTo>
                  <a:lnTo>
                    <a:pt x="69" y="0"/>
                  </a:lnTo>
                  <a:lnTo>
                    <a:pt x="70" y="12"/>
                  </a:lnTo>
                  <a:lnTo>
                    <a:pt x="69" y="23"/>
                  </a:lnTo>
                  <a:lnTo>
                    <a:pt x="64" y="33"/>
                  </a:lnTo>
                  <a:lnTo>
                    <a:pt x="57" y="42"/>
                  </a:lnTo>
                  <a:lnTo>
                    <a:pt x="47" y="47"/>
                  </a:lnTo>
                  <a:lnTo>
                    <a:pt x="36" y="49"/>
                  </a:lnTo>
                  <a:lnTo>
                    <a:pt x="25" y="47"/>
                  </a:lnTo>
                  <a:lnTo>
                    <a:pt x="15" y="43"/>
                  </a:lnTo>
                  <a:lnTo>
                    <a:pt x="6" y="36"/>
                  </a:lnTo>
                  <a:lnTo>
                    <a:pt x="0" y="26"/>
                  </a:lnTo>
                  <a:lnTo>
                    <a:pt x="3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13" name=""/>
            <p:cNvSpPr/>
            <p:nvPr/>
          </p:nvSpPr>
          <p:spPr>
            <a:xfrm rot="0">
              <a:off x="2040" y="765"/>
              <a:ext cx="23" cy="16"/>
            </a:xfrm>
            <a:custGeom>
              <a:avLst/>
              <a:ahLst/>
              <a:rect l="0" t="0" r="r" b="b"/>
              <a:pathLst>
                <a:path w="70" h="49">
                  <a:moveTo>
                    <a:pt x="69" y="0"/>
                  </a:moveTo>
                  <a:lnTo>
                    <a:pt x="70" y="12"/>
                  </a:lnTo>
                  <a:lnTo>
                    <a:pt x="69" y="23"/>
                  </a:lnTo>
                  <a:lnTo>
                    <a:pt x="64" y="33"/>
                  </a:lnTo>
                  <a:lnTo>
                    <a:pt x="57" y="42"/>
                  </a:lnTo>
                  <a:lnTo>
                    <a:pt x="47" y="47"/>
                  </a:lnTo>
                  <a:lnTo>
                    <a:pt x="36" y="49"/>
                  </a:lnTo>
                  <a:lnTo>
                    <a:pt x="25" y="47"/>
                  </a:lnTo>
                  <a:lnTo>
                    <a:pt x="15" y="43"/>
                  </a:lnTo>
                  <a:lnTo>
                    <a:pt x="6" y="36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14" name=""/>
            <p:cNvSpPr/>
            <p:nvPr/>
          </p:nvSpPr>
          <p:spPr>
            <a:xfrm rot="0">
              <a:off x="2035" y="751"/>
              <a:ext cx="28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14" y="66"/>
                  </a:moveTo>
                  <a:lnTo>
                    <a:pt x="48" y="53"/>
                  </a:lnTo>
                  <a:lnTo>
                    <a:pt x="83" y="40"/>
                  </a:lnTo>
                  <a:lnTo>
                    <a:pt x="68" y="0"/>
                  </a:lnTo>
                  <a:lnTo>
                    <a:pt x="34" y="13"/>
                  </a:lnTo>
                  <a:lnTo>
                    <a:pt x="0" y="26"/>
                  </a:lnTo>
                  <a:lnTo>
                    <a:pt x="1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15" name=""/>
            <p:cNvSpPr/>
            <p:nvPr/>
          </p:nvSpPr>
          <p:spPr>
            <a:xfrm rot="0">
              <a:off x="2035" y="751"/>
              <a:ext cx="28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14" y="66"/>
                  </a:moveTo>
                  <a:lnTo>
                    <a:pt x="48" y="53"/>
                  </a:lnTo>
                  <a:lnTo>
                    <a:pt x="83" y="40"/>
                  </a:lnTo>
                  <a:lnTo>
                    <a:pt x="68" y="0"/>
                  </a:lnTo>
                  <a:lnTo>
                    <a:pt x="34" y="13"/>
                  </a:lnTo>
                  <a:lnTo>
                    <a:pt x="0" y="26"/>
                  </a:lnTo>
                  <a:lnTo>
                    <a:pt x="1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16" name=""/>
            <p:cNvSpPr/>
            <p:nvPr/>
          </p:nvSpPr>
          <p:spPr>
            <a:xfrm rot="0">
              <a:off x="2046" y="751"/>
              <a:ext cx="12" cy="5"/>
            </a:xfrm>
            <a:custGeom>
              <a:avLst/>
              <a:ahLst/>
              <a:rect l="0" t="0" r="r" b="b"/>
              <a:pathLst>
                <a:path w="34" h="14">
                  <a:moveTo>
                    <a:pt x="0" y="14"/>
                  </a:moveTo>
                  <a:lnTo>
                    <a:pt x="34" y="1"/>
                  </a:lnTo>
                  <a:lnTo>
                    <a:pt x="3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17" name=""/>
            <p:cNvSpPr/>
            <p:nvPr/>
          </p:nvSpPr>
          <p:spPr>
            <a:xfrm rot="0" flipH="1" flipV="1">
              <a:off x="2057" y="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18" name=""/>
            <p:cNvSpPr/>
            <p:nvPr/>
          </p:nvSpPr>
          <p:spPr>
            <a:xfrm rot="0">
              <a:off x="2030" y="738"/>
              <a:ext cx="27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17" y="66"/>
                  </a:moveTo>
                  <a:lnTo>
                    <a:pt x="50" y="52"/>
                  </a:lnTo>
                  <a:lnTo>
                    <a:pt x="83" y="38"/>
                  </a:lnTo>
                  <a:lnTo>
                    <a:pt x="66" y="0"/>
                  </a:lnTo>
                  <a:lnTo>
                    <a:pt x="33" y="14"/>
                  </a:lnTo>
                  <a:lnTo>
                    <a:pt x="0" y="28"/>
                  </a:lnTo>
                  <a:lnTo>
                    <a:pt x="1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19" name=""/>
            <p:cNvSpPr/>
            <p:nvPr/>
          </p:nvSpPr>
          <p:spPr>
            <a:xfrm rot="0">
              <a:off x="2030" y="738"/>
              <a:ext cx="27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17" y="66"/>
                  </a:moveTo>
                  <a:lnTo>
                    <a:pt x="50" y="52"/>
                  </a:lnTo>
                  <a:lnTo>
                    <a:pt x="83" y="38"/>
                  </a:lnTo>
                  <a:lnTo>
                    <a:pt x="66" y="0"/>
                  </a:lnTo>
                  <a:lnTo>
                    <a:pt x="33" y="14"/>
                  </a:lnTo>
                  <a:lnTo>
                    <a:pt x="0" y="28"/>
                  </a:lnTo>
                  <a:lnTo>
                    <a:pt x="1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20" name=""/>
            <p:cNvSpPr/>
            <p:nvPr/>
          </p:nvSpPr>
          <p:spPr>
            <a:xfrm rot="0">
              <a:off x="2041" y="737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0" y="17"/>
                  </a:moveTo>
                  <a:lnTo>
                    <a:pt x="33" y="3"/>
                  </a:lnTo>
                  <a:lnTo>
                    <a:pt x="33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21" name=""/>
            <p:cNvSpPr/>
            <p:nvPr/>
          </p:nvSpPr>
          <p:spPr>
            <a:xfrm rot="0" flipV="1">
              <a:off x="2052" y="7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22" name=""/>
            <p:cNvSpPr/>
            <p:nvPr/>
          </p:nvSpPr>
          <p:spPr>
            <a:xfrm rot="0">
              <a:off x="2023" y="724"/>
              <a:ext cx="29" cy="25"/>
            </a:xfrm>
            <a:custGeom>
              <a:avLst/>
              <a:ahLst/>
              <a:rect l="0" t="0" r="r" b="b"/>
              <a:pathLst>
                <a:path w="86" h="73">
                  <a:moveTo>
                    <a:pt x="20" y="73"/>
                  </a:moveTo>
                  <a:lnTo>
                    <a:pt x="53" y="56"/>
                  </a:lnTo>
                  <a:lnTo>
                    <a:pt x="86" y="39"/>
                  </a:lnTo>
                  <a:lnTo>
                    <a:pt x="66" y="0"/>
                  </a:lnTo>
                  <a:lnTo>
                    <a:pt x="33" y="17"/>
                  </a:lnTo>
                  <a:lnTo>
                    <a:pt x="0" y="34"/>
                  </a:lnTo>
                  <a:lnTo>
                    <a:pt x="2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23" name=""/>
            <p:cNvSpPr/>
            <p:nvPr/>
          </p:nvSpPr>
          <p:spPr>
            <a:xfrm rot="0">
              <a:off x="2023" y="724"/>
              <a:ext cx="29" cy="25"/>
            </a:xfrm>
            <a:custGeom>
              <a:avLst/>
              <a:ahLst/>
              <a:rect l="0" t="0" r="r" b="b"/>
              <a:pathLst>
                <a:path w="86" h="73">
                  <a:moveTo>
                    <a:pt x="20" y="73"/>
                  </a:moveTo>
                  <a:lnTo>
                    <a:pt x="53" y="56"/>
                  </a:lnTo>
                  <a:lnTo>
                    <a:pt x="86" y="39"/>
                  </a:lnTo>
                  <a:lnTo>
                    <a:pt x="66" y="0"/>
                  </a:lnTo>
                  <a:lnTo>
                    <a:pt x="33" y="17"/>
                  </a:lnTo>
                  <a:lnTo>
                    <a:pt x="0" y="34"/>
                  </a:lnTo>
                  <a:lnTo>
                    <a:pt x="2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24" name=""/>
            <p:cNvSpPr/>
            <p:nvPr/>
          </p:nvSpPr>
          <p:spPr>
            <a:xfrm rot="0">
              <a:off x="2034" y="724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0" y="17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25" name=""/>
            <p:cNvSpPr/>
            <p:nvPr/>
          </p:nvSpPr>
          <p:spPr>
            <a:xfrm rot="0">
              <a:off x="2045" y="7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26" name=""/>
            <p:cNvSpPr/>
            <p:nvPr/>
          </p:nvSpPr>
          <p:spPr>
            <a:xfrm rot="0">
              <a:off x="2017" y="712"/>
              <a:ext cx="28" cy="24"/>
            </a:xfrm>
            <a:custGeom>
              <a:avLst/>
              <a:ahLst/>
              <a:rect l="0" t="0" r="r" b="b"/>
              <a:pathLst>
                <a:path w="85" h="72">
                  <a:moveTo>
                    <a:pt x="19" y="72"/>
                  </a:moveTo>
                  <a:lnTo>
                    <a:pt x="52" y="55"/>
                  </a:lnTo>
                  <a:lnTo>
                    <a:pt x="85" y="38"/>
                  </a:lnTo>
                  <a:lnTo>
                    <a:pt x="65" y="0"/>
                  </a:lnTo>
                  <a:lnTo>
                    <a:pt x="32" y="17"/>
                  </a:lnTo>
                  <a:lnTo>
                    <a:pt x="0" y="34"/>
                  </a:lnTo>
                  <a:lnTo>
                    <a:pt x="19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27" name=""/>
            <p:cNvSpPr/>
            <p:nvPr/>
          </p:nvSpPr>
          <p:spPr>
            <a:xfrm rot="0">
              <a:off x="2017" y="712"/>
              <a:ext cx="28" cy="24"/>
            </a:xfrm>
            <a:custGeom>
              <a:avLst/>
              <a:ahLst/>
              <a:rect l="0" t="0" r="r" b="b"/>
              <a:pathLst>
                <a:path w="85" h="72">
                  <a:moveTo>
                    <a:pt x="19" y="72"/>
                  </a:moveTo>
                  <a:lnTo>
                    <a:pt x="52" y="55"/>
                  </a:lnTo>
                  <a:lnTo>
                    <a:pt x="85" y="38"/>
                  </a:lnTo>
                  <a:lnTo>
                    <a:pt x="65" y="0"/>
                  </a:lnTo>
                  <a:lnTo>
                    <a:pt x="32" y="17"/>
                  </a:lnTo>
                  <a:lnTo>
                    <a:pt x="0" y="34"/>
                  </a:lnTo>
                  <a:lnTo>
                    <a:pt x="19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28" name=""/>
            <p:cNvSpPr/>
            <p:nvPr/>
          </p:nvSpPr>
          <p:spPr>
            <a:xfrm rot="0">
              <a:off x="2027" y="711"/>
              <a:ext cx="11" cy="6"/>
            </a:xfrm>
            <a:custGeom>
              <a:avLst/>
              <a:ahLst/>
              <a:rect l="0" t="0" r="r" b="b"/>
              <a:pathLst>
                <a:path w="33" h="20">
                  <a:moveTo>
                    <a:pt x="0" y="20"/>
                  </a:moveTo>
                  <a:lnTo>
                    <a:pt x="33" y="3"/>
                  </a:lnTo>
                  <a:lnTo>
                    <a:pt x="30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29" name=""/>
            <p:cNvSpPr/>
            <p:nvPr/>
          </p:nvSpPr>
          <p:spPr>
            <a:xfrm rot="0" flipH="1" flipV="1">
              <a:off x="2037" y="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30" name=""/>
            <p:cNvSpPr/>
            <p:nvPr/>
          </p:nvSpPr>
          <p:spPr>
            <a:xfrm rot="0">
              <a:off x="2010" y="699"/>
              <a:ext cx="27" cy="25"/>
            </a:xfrm>
            <a:custGeom>
              <a:avLst/>
              <a:ahLst/>
              <a:rect l="0" t="0" r="r" b="b"/>
              <a:pathLst>
                <a:path w="82" h="76">
                  <a:moveTo>
                    <a:pt x="22" y="76"/>
                  </a:moveTo>
                  <a:lnTo>
                    <a:pt x="52" y="56"/>
                  </a:lnTo>
                  <a:lnTo>
                    <a:pt x="82" y="36"/>
                  </a:lnTo>
                  <a:lnTo>
                    <a:pt x="59" y="0"/>
                  </a:lnTo>
                  <a:lnTo>
                    <a:pt x="29" y="20"/>
                  </a:lnTo>
                  <a:lnTo>
                    <a:pt x="0" y="40"/>
                  </a:lnTo>
                  <a:lnTo>
                    <a:pt x="22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31" name=""/>
            <p:cNvSpPr/>
            <p:nvPr/>
          </p:nvSpPr>
          <p:spPr>
            <a:xfrm rot="0">
              <a:off x="2010" y="699"/>
              <a:ext cx="27" cy="25"/>
            </a:xfrm>
            <a:custGeom>
              <a:avLst/>
              <a:ahLst/>
              <a:rect l="0" t="0" r="r" b="b"/>
              <a:pathLst>
                <a:path w="82" h="76">
                  <a:moveTo>
                    <a:pt x="22" y="76"/>
                  </a:moveTo>
                  <a:lnTo>
                    <a:pt x="52" y="56"/>
                  </a:lnTo>
                  <a:lnTo>
                    <a:pt x="82" y="36"/>
                  </a:lnTo>
                  <a:lnTo>
                    <a:pt x="59" y="0"/>
                  </a:lnTo>
                  <a:lnTo>
                    <a:pt x="29" y="20"/>
                  </a:lnTo>
                  <a:lnTo>
                    <a:pt x="0" y="40"/>
                  </a:lnTo>
                  <a:lnTo>
                    <a:pt x="22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32" name=""/>
            <p:cNvSpPr/>
            <p:nvPr/>
          </p:nvSpPr>
          <p:spPr>
            <a:xfrm rot="0">
              <a:off x="2020" y="699"/>
              <a:ext cx="10" cy="6"/>
            </a:xfrm>
            <a:custGeom>
              <a:avLst/>
              <a:ahLst/>
              <a:rect l="0" t="0" r="r" b="b"/>
              <a:pathLst>
                <a:path w="30" h="20">
                  <a:moveTo>
                    <a:pt x="0" y="2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33" name=""/>
            <p:cNvSpPr/>
            <p:nvPr/>
          </p:nvSpPr>
          <p:spPr>
            <a:xfrm rot="0">
              <a:off x="2030" y="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34" name=""/>
            <p:cNvSpPr/>
            <p:nvPr/>
          </p:nvSpPr>
          <p:spPr>
            <a:xfrm rot="0">
              <a:off x="2002" y="687"/>
              <a:ext cx="28" cy="25"/>
            </a:xfrm>
            <a:custGeom>
              <a:avLst/>
              <a:ahLst/>
              <a:rect l="0" t="0" r="r" b="b"/>
              <a:pathLst>
                <a:path w="84" h="75">
                  <a:moveTo>
                    <a:pt x="25" y="75"/>
                  </a:moveTo>
                  <a:lnTo>
                    <a:pt x="54" y="55"/>
                  </a:lnTo>
                  <a:lnTo>
                    <a:pt x="84" y="35"/>
                  </a:lnTo>
                  <a:lnTo>
                    <a:pt x="60" y="0"/>
                  </a:lnTo>
                  <a:lnTo>
                    <a:pt x="30" y="20"/>
                  </a:lnTo>
                  <a:lnTo>
                    <a:pt x="0" y="40"/>
                  </a:lnTo>
                  <a:lnTo>
                    <a:pt x="25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35" name=""/>
            <p:cNvSpPr/>
            <p:nvPr/>
          </p:nvSpPr>
          <p:spPr>
            <a:xfrm rot="0">
              <a:off x="2002" y="687"/>
              <a:ext cx="28" cy="25"/>
            </a:xfrm>
            <a:custGeom>
              <a:avLst/>
              <a:ahLst/>
              <a:rect l="0" t="0" r="r" b="b"/>
              <a:pathLst>
                <a:path w="84" h="75">
                  <a:moveTo>
                    <a:pt x="25" y="75"/>
                  </a:moveTo>
                  <a:lnTo>
                    <a:pt x="54" y="55"/>
                  </a:lnTo>
                  <a:lnTo>
                    <a:pt x="84" y="35"/>
                  </a:lnTo>
                  <a:lnTo>
                    <a:pt x="60" y="0"/>
                  </a:lnTo>
                  <a:lnTo>
                    <a:pt x="30" y="20"/>
                  </a:lnTo>
                  <a:lnTo>
                    <a:pt x="0" y="40"/>
                  </a:lnTo>
                  <a:lnTo>
                    <a:pt x="2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36" name=""/>
            <p:cNvSpPr/>
            <p:nvPr/>
          </p:nvSpPr>
          <p:spPr>
            <a:xfrm rot="0">
              <a:off x="2012" y="686"/>
              <a:ext cx="10" cy="8"/>
            </a:xfrm>
            <a:custGeom>
              <a:avLst/>
              <a:ahLst/>
              <a:rect l="0" t="0" r="r" b="b"/>
              <a:pathLst>
                <a:path w="30" h="22">
                  <a:moveTo>
                    <a:pt x="0" y="22"/>
                  </a:moveTo>
                  <a:lnTo>
                    <a:pt x="30" y="2"/>
                  </a:lnTo>
                  <a:lnTo>
                    <a:pt x="29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37" name=""/>
            <p:cNvSpPr/>
            <p:nvPr/>
          </p:nvSpPr>
          <p:spPr>
            <a:xfrm rot="0" flipH="1" flipV="1">
              <a:off x="2021" y="6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38" name=""/>
            <p:cNvSpPr/>
            <p:nvPr/>
          </p:nvSpPr>
          <p:spPr>
            <a:xfrm rot="0">
              <a:off x="1994" y="675"/>
              <a:ext cx="27" cy="26"/>
            </a:xfrm>
            <a:custGeom>
              <a:avLst/>
              <a:ahLst/>
              <a:rect l="0" t="0" r="r" b="b"/>
              <a:pathLst>
                <a:path w="83" h="77">
                  <a:moveTo>
                    <a:pt x="26" y="77"/>
                  </a:moveTo>
                  <a:lnTo>
                    <a:pt x="54" y="56"/>
                  </a:lnTo>
                  <a:lnTo>
                    <a:pt x="83" y="34"/>
                  </a:lnTo>
                  <a:lnTo>
                    <a:pt x="57" y="0"/>
                  </a:lnTo>
                  <a:lnTo>
                    <a:pt x="29" y="22"/>
                  </a:lnTo>
                  <a:lnTo>
                    <a:pt x="0" y="43"/>
                  </a:lnTo>
                  <a:lnTo>
                    <a:pt x="26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39" name=""/>
            <p:cNvSpPr/>
            <p:nvPr/>
          </p:nvSpPr>
          <p:spPr>
            <a:xfrm rot="0">
              <a:off x="1994" y="675"/>
              <a:ext cx="27" cy="26"/>
            </a:xfrm>
            <a:custGeom>
              <a:avLst/>
              <a:ahLst/>
              <a:rect l="0" t="0" r="r" b="b"/>
              <a:pathLst>
                <a:path w="83" h="77">
                  <a:moveTo>
                    <a:pt x="26" y="77"/>
                  </a:moveTo>
                  <a:lnTo>
                    <a:pt x="54" y="56"/>
                  </a:lnTo>
                  <a:lnTo>
                    <a:pt x="83" y="34"/>
                  </a:lnTo>
                  <a:lnTo>
                    <a:pt x="57" y="0"/>
                  </a:lnTo>
                  <a:lnTo>
                    <a:pt x="29" y="22"/>
                  </a:lnTo>
                  <a:lnTo>
                    <a:pt x="0" y="43"/>
                  </a:lnTo>
                  <a:lnTo>
                    <a:pt x="26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40" name=""/>
            <p:cNvSpPr/>
            <p:nvPr/>
          </p:nvSpPr>
          <p:spPr>
            <a:xfrm rot="0">
              <a:off x="2003" y="674"/>
              <a:ext cx="10" cy="8"/>
            </a:xfrm>
            <a:custGeom>
              <a:avLst/>
              <a:ahLst/>
              <a:rect l="0" t="0" r="r" b="b"/>
              <a:pathLst>
                <a:path w="28" h="25">
                  <a:moveTo>
                    <a:pt x="0" y="25"/>
                  </a:moveTo>
                  <a:lnTo>
                    <a:pt x="28" y="3"/>
                  </a:lnTo>
                  <a:lnTo>
                    <a:pt x="2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41" name=""/>
            <p:cNvSpPr/>
            <p:nvPr/>
          </p:nvSpPr>
          <p:spPr>
            <a:xfrm rot="0" flipH="1" flipV="1">
              <a:off x="2012" y="6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42" name=""/>
            <p:cNvSpPr/>
            <p:nvPr/>
          </p:nvSpPr>
          <p:spPr>
            <a:xfrm rot="0">
              <a:off x="1985" y="663"/>
              <a:ext cx="27" cy="27"/>
            </a:xfrm>
            <a:custGeom>
              <a:avLst/>
              <a:ahLst/>
              <a:rect l="0" t="0" r="r" b="b"/>
              <a:pathLst>
                <a:path w="83" h="81">
                  <a:moveTo>
                    <a:pt x="29" y="81"/>
                  </a:moveTo>
                  <a:lnTo>
                    <a:pt x="56" y="57"/>
                  </a:lnTo>
                  <a:lnTo>
                    <a:pt x="83" y="32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29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43" name=""/>
            <p:cNvSpPr/>
            <p:nvPr/>
          </p:nvSpPr>
          <p:spPr>
            <a:xfrm rot="0">
              <a:off x="1985" y="663"/>
              <a:ext cx="27" cy="27"/>
            </a:xfrm>
            <a:custGeom>
              <a:avLst/>
              <a:ahLst/>
              <a:rect l="0" t="0" r="r" b="b"/>
              <a:pathLst>
                <a:path w="83" h="81">
                  <a:moveTo>
                    <a:pt x="29" y="81"/>
                  </a:moveTo>
                  <a:lnTo>
                    <a:pt x="56" y="57"/>
                  </a:lnTo>
                  <a:lnTo>
                    <a:pt x="83" y="32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29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44" name=""/>
            <p:cNvSpPr/>
            <p:nvPr/>
          </p:nvSpPr>
          <p:spPr>
            <a:xfrm rot="0">
              <a:off x="1994" y="663"/>
              <a:ext cx="9" cy="8"/>
            </a:xfrm>
            <a:custGeom>
              <a:avLst/>
              <a:ahLst/>
              <a:rect l="0" t="0" r="r" b="b"/>
              <a:pathLst>
                <a:path w="27" h="24">
                  <a:moveTo>
                    <a:pt x="0" y="24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45" name=""/>
            <p:cNvSpPr/>
            <p:nvPr/>
          </p:nvSpPr>
          <p:spPr>
            <a:xfrm rot="0">
              <a:off x="2003" y="6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46" name=""/>
            <p:cNvSpPr/>
            <p:nvPr/>
          </p:nvSpPr>
          <p:spPr>
            <a:xfrm rot="0">
              <a:off x="1975" y="653"/>
              <a:ext cx="28" cy="26"/>
            </a:xfrm>
            <a:custGeom>
              <a:avLst/>
              <a:ahLst/>
              <a:rect l="0" t="0" r="r" b="b"/>
              <a:pathLst>
                <a:path w="82" h="80">
                  <a:moveTo>
                    <a:pt x="28" y="80"/>
                  </a:moveTo>
                  <a:lnTo>
                    <a:pt x="55" y="56"/>
                  </a:lnTo>
                  <a:lnTo>
                    <a:pt x="82" y="32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9"/>
                  </a:lnTo>
                  <a:lnTo>
                    <a:pt x="28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47" name=""/>
            <p:cNvSpPr/>
            <p:nvPr/>
          </p:nvSpPr>
          <p:spPr>
            <a:xfrm rot="0">
              <a:off x="1975" y="653"/>
              <a:ext cx="28" cy="26"/>
            </a:xfrm>
            <a:custGeom>
              <a:avLst/>
              <a:ahLst/>
              <a:rect l="0" t="0" r="r" b="b"/>
              <a:pathLst>
                <a:path w="82" h="80">
                  <a:moveTo>
                    <a:pt x="28" y="80"/>
                  </a:moveTo>
                  <a:lnTo>
                    <a:pt x="55" y="56"/>
                  </a:lnTo>
                  <a:lnTo>
                    <a:pt x="82" y="32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9"/>
                  </a:lnTo>
                  <a:lnTo>
                    <a:pt x="28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48" name=""/>
            <p:cNvSpPr/>
            <p:nvPr/>
          </p:nvSpPr>
          <p:spPr>
            <a:xfrm rot="0">
              <a:off x="1984" y="652"/>
              <a:ext cx="9" cy="9"/>
            </a:xfrm>
            <a:custGeom>
              <a:avLst/>
              <a:ahLst/>
              <a:rect l="0" t="0" r="r" b="b"/>
              <a:pathLst>
                <a:path w="27" h="25">
                  <a:moveTo>
                    <a:pt x="0" y="25"/>
                  </a:moveTo>
                  <a:lnTo>
                    <a:pt x="27" y="1"/>
                  </a:lnTo>
                  <a:lnTo>
                    <a:pt x="2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49" name=""/>
            <p:cNvSpPr/>
            <p:nvPr/>
          </p:nvSpPr>
          <p:spPr>
            <a:xfrm rot="0" flipH="1" flipV="1">
              <a:off x="1993" y="6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50" name=""/>
            <p:cNvSpPr/>
            <p:nvPr/>
          </p:nvSpPr>
          <p:spPr>
            <a:xfrm rot="0">
              <a:off x="1966" y="642"/>
              <a:ext cx="27" cy="27"/>
            </a:xfrm>
            <a:custGeom>
              <a:avLst/>
              <a:ahLst/>
              <a:rect l="0" t="0" r="r" b="b"/>
              <a:pathLst>
                <a:path w="81" h="81">
                  <a:moveTo>
                    <a:pt x="30" y="81"/>
                  </a:moveTo>
                  <a:lnTo>
                    <a:pt x="56" y="55"/>
                  </a:lnTo>
                  <a:lnTo>
                    <a:pt x="81" y="30"/>
                  </a:lnTo>
                  <a:lnTo>
                    <a:pt x="51" y="0"/>
                  </a:lnTo>
                  <a:lnTo>
                    <a:pt x="26" y="26"/>
                  </a:lnTo>
                  <a:lnTo>
                    <a:pt x="0" y="51"/>
                  </a:lnTo>
                  <a:lnTo>
                    <a:pt x="3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51" name=""/>
            <p:cNvSpPr/>
            <p:nvPr/>
          </p:nvSpPr>
          <p:spPr>
            <a:xfrm rot="0">
              <a:off x="1966" y="642"/>
              <a:ext cx="27" cy="27"/>
            </a:xfrm>
            <a:custGeom>
              <a:avLst/>
              <a:ahLst/>
              <a:rect l="0" t="0" r="r" b="b"/>
              <a:pathLst>
                <a:path w="81" h="81">
                  <a:moveTo>
                    <a:pt x="30" y="81"/>
                  </a:moveTo>
                  <a:lnTo>
                    <a:pt x="56" y="55"/>
                  </a:lnTo>
                  <a:lnTo>
                    <a:pt x="81" y="30"/>
                  </a:lnTo>
                  <a:lnTo>
                    <a:pt x="51" y="0"/>
                  </a:lnTo>
                  <a:lnTo>
                    <a:pt x="26" y="26"/>
                  </a:lnTo>
                  <a:lnTo>
                    <a:pt x="0" y="51"/>
                  </a:lnTo>
                  <a:lnTo>
                    <a:pt x="3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52" name=""/>
            <p:cNvSpPr/>
            <p:nvPr/>
          </p:nvSpPr>
          <p:spPr>
            <a:xfrm rot="0">
              <a:off x="1974" y="642"/>
              <a:ext cx="9" cy="9"/>
            </a:xfrm>
            <a:custGeom>
              <a:avLst/>
              <a:ahLst/>
              <a:rect l="0" t="0" r="r" b="b"/>
              <a:pathLst>
                <a:path w="25" h="27">
                  <a:moveTo>
                    <a:pt x="0" y="27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53" name=""/>
            <p:cNvSpPr/>
            <p:nvPr/>
          </p:nvSpPr>
          <p:spPr>
            <a:xfrm rot="0" flipH="1" flipV="1">
              <a:off x="1982" y="6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54" name=""/>
            <p:cNvSpPr/>
            <p:nvPr/>
          </p:nvSpPr>
          <p:spPr>
            <a:xfrm rot="0">
              <a:off x="1955" y="632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33" y="83"/>
                  </a:moveTo>
                  <a:lnTo>
                    <a:pt x="57" y="56"/>
                  </a:lnTo>
                  <a:lnTo>
                    <a:pt x="81" y="29"/>
                  </a:lnTo>
                  <a:lnTo>
                    <a:pt x="48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33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55" name=""/>
            <p:cNvSpPr/>
            <p:nvPr/>
          </p:nvSpPr>
          <p:spPr>
            <a:xfrm rot="0">
              <a:off x="1955" y="632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33" y="83"/>
                  </a:moveTo>
                  <a:lnTo>
                    <a:pt x="57" y="56"/>
                  </a:lnTo>
                  <a:lnTo>
                    <a:pt x="81" y="29"/>
                  </a:lnTo>
                  <a:lnTo>
                    <a:pt x="48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33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56" name=""/>
            <p:cNvSpPr/>
            <p:nvPr/>
          </p:nvSpPr>
          <p:spPr>
            <a:xfrm rot="0">
              <a:off x="1963" y="632"/>
              <a:ext cx="8" cy="9"/>
            </a:xfrm>
            <a:custGeom>
              <a:avLst/>
              <a:ahLst/>
              <a:rect l="0" t="0" r="r" b="b"/>
              <a:pathLst>
                <a:path w="24" h="28">
                  <a:moveTo>
                    <a:pt x="0" y="28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57" name=""/>
            <p:cNvSpPr/>
            <p:nvPr/>
          </p:nvSpPr>
          <p:spPr>
            <a:xfrm rot="0" flipH="1" flipV="1">
              <a:off x="1971" y="6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58" name=""/>
            <p:cNvSpPr/>
            <p:nvPr/>
          </p:nvSpPr>
          <p:spPr>
            <a:xfrm rot="0">
              <a:off x="1945" y="623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32" y="84"/>
                  </a:moveTo>
                  <a:lnTo>
                    <a:pt x="55" y="55"/>
                  </a:lnTo>
                  <a:lnTo>
                    <a:pt x="78" y="27"/>
                  </a:lnTo>
                  <a:lnTo>
                    <a:pt x="45" y="0"/>
                  </a:lnTo>
                  <a:lnTo>
                    <a:pt x="22" y="28"/>
                  </a:lnTo>
                  <a:lnTo>
                    <a:pt x="0" y="57"/>
                  </a:lnTo>
                  <a:lnTo>
                    <a:pt x="32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59" name=""/>
            <p:cNvSpPr/>
            <p:nvPr/>
          </p:nvSpPr>
          <p:spPr>
            <a:xfrm rot="0">
              <a:off x="1945" y="623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32" y="84"/>
                  </a:moveTo>
                  <a:lnTo>
                    <a:pt x="55" y="55"/>
                  </a:lnTo>
                  <a:lnTo>
                    <a:pt x="78" y="27"/>
                  </a:lnTo>
                  <a:lnTo>
                    <a:pt x="45" y="0"/>
                  </a:lnTo>
                  <a:lnTo>
                    <a:pt x="22" y="28"/>
                  </a:lnTo>
                  <a:lnTo>
                    <a:pt x="0" y="57"/>
                  </a:lnTo>
                  <a:lnTo>
                    <a:pt x="32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60" name=""/>
            <p:cNvSpPr/>
            <p:nvPr/>
          </p:nvSpPr>
          <p:spPr>
            <a:xfrm rot="0">
              <a:off x="1952" y="623"/>
              <a:ext cx="8" cy="9"/>
            </a:xfrm>
            <a:custGeom>
              <a:avLst/>
              <a:ahLst/>
              <a:rect l="0" t="0" r="r" b="b"/>
              <a:pathLst>
                <a:path w="23" h="28">
                  <a:moveTo>
                    <a:pt x="0" y="28"/>
                  </a:moveTo>
                  <a:lnTo>
                    <a:pt x="23" y="0"/>
                  </a:lnTo>
                  <a:lnTo>
                    <a:pt x="22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61" name=""/>
            <p:cNvSpPr/>
            <p:nvPr/>
          </p:nvSpPr>
          <p:spPr>
            <a:xfrm rot="0" flipH="1">
              <a:off x="1960" y="6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62" name=""/>
            <p:cNvSpPr/>
            <p:nvPr/>
          </p:nvSpPr>
          <p:spPr>
            <a:xfrm rot="0">
              <a:off x="1934" y="614"/>
              <a:ext cx="26" cy="28"/>
            </a:xfrm>
            <a:custGeom>
              <a:avLst/>
              <a:ahLst/>
              <a:rect l="0" t="0" r="r" b="b"/>
              <a:pathLst>
                <a:path w="77" h="83">
                  <a:moveTo>
                    <a:pt x="34" y="83"/>
                  </a:moveTo>
                  <a:lnTo>
                    <a:pt x="55" y="54"/>
                  </a:lnTo>
                  <a:lnTo>
                    <a:pt x="77" y="26"/>
                  </a:lnTo>
                  <a:lnTo>
                    <a:pt x="42" y="0"/>
                  </a:lnTo>
                  <a:lnTo>
                    <a:pt x="21" y="28"/>
                  </a:lnTo>
                  <a:lnTo>
                    <a:pt x="0" y="57"/>
                  </a:lnTo>
                  <a:lnTo>
                    <a:pt x="34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63" name=""/>
            <p:cNvSpPr/>
            <p:nvPr/>
          </p:nvSpPr>
          <p:spPr>
            <a:xfrm rot="0">
              <a:off x="1934" y="614"/>
              <a:ext cx="26" cy="28"/>
            </a:xfrm>
            <a:custGeom>
              <a:avLst/>
              <a:ahLst/>
              <a:rect l="0" t="0" r="r" b="b"/>
              <a:pathLst>
                <a:path w="77" h="83">
                  <a:moveTo>
                    <a:pt x="34" y="83"/>
                  </a:moveTo>
                  <a:lnTo>
                    <a:pt x="55" y="54"/>
                  </a:lnTo>
                  <a:lnTo>
                    <a:pt x="77" y="26"/>
                  </a:lnTo>
                  <a:lnTo>
                    <a:pt x="42" y="0"/>
                  </a:lnTo>
                  <a:lnTo>
                    <a:pt x="21" y="28"/>
                  </a:lnTo>
                  <a:lnTo>
                    <a:pt x="0" y="57"/>
                  </a:lnTo>
                  <a:lnTo>
                    <a:pt x="34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64" name=""/>
            <p:cNvSpPr/>
            <p:nvPr/>
          </p:nvSpPr>
          <p:spPr>
            <a:xfrm rot="0">
              <a:off x="1941" y="614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0" y="30"/>
                  </a:moveTo>
                  <a:lnTo>
                    <a:pt x="21" y="2"/>
                  </a:lnTo>
                  <a:lnTo>
                    <a:pt x="20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65" name=""/>
            <p:cNvSpPr/>
            <p:nvPr/>
          </p:nvSpPr>
          <p:spPr>
            <a:xfrm rot="0" flipH="1" flipV="1">
              <a:off x="1948" y="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66" name=""/>
            <p:cNvSpPr/>
            <p:nvPr/>
          </p:nvSpPr>
          <p:spPr>
            <a:xfrm rot="0">
              <a:off x="1923" y="606"/>
              <a:ext cx="25" cy="28"/>
            </a:xfrm>
            <a:custGeom>
              <a:avLst/>
              <a:ahLst/>
              <a:rect l="0" t="0" r="r" b="b"/>
              <a:pathLst>
                <a:path w="75" h="84">
                  <a:moveTo>
                    <a:pt x="35" y="84"/>
                  </a:moveTo>
                  <a:lnTo>
                    <a:pt x="55" y="54"/>
                  </a:lnTo>
                  <a:lnTo>
                    <a:pt x="75" y="24"/>
                  </a:lnTo>
                  <a:lnTo>
                    <a:pt x="39" y="0"/>
                  </a:lnTo>
                  <a:lnTo>
                    <a:pt x="20" y="30"/>
                  </a:lnTo>
                  <a:lnTo>
                    <a:pt x="0" y="60"/>
                  </a:lnTo>
                  <a:lnTo>
                    <a:pt x="35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67" name=""/>
            <p:cNvSpPr/>
            <p:nvPr/>
          </p:nvSpPr>
          <p:spPr>
            <a:xfrm rot="0">
              <a:off x="1923" y="606"/>
              <a:ext cx="25" cy="28"/>
            </a:xfrm>
            <a:custGeom>
              <a:avLst/>
              <a:ahLst/>
              <a:rect l="0" t="0" r="r" b="b"/>
              <a:pathLst>
                <a:path w="75" h="84">
                  <a:moveTo>
                    <a:pt x="35" y="84"/>
                  </a:moveTo>
                  <a:lnTo>
                    <a:pt x="55" y="54"/>
                  </a:lnTo>
                  <a:lnTo>
                    <a:pt x="75" y="24"/>
                  </a:lnTo>
                  <a:lnTo>
                    <a:pt x="39" y="0"/>
                  </a:lnTo>
                  <a:lnTo>
                    <a:pt x="20" y="30"/>
                  </a:lnTo>
                  <a:lnTo>
                    <a:pt x="0" y="60"/>
                  </a:lnTo>
                  <a:lnTo>
                    <a:pt x="35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68" name=""/>
            <p:cNvSpPr/>
            <p:nvPr/>
          </p:nvSpPr>
          <p:spPr>
            <a:xfrm rot="0">
              <a:off x="1929" y="605"/>
              <a:ext cx="7" cy="11"/>
            </a:xfrm>
            <a:custGeom>
              <a:avLst/>
              <a:ahLst/>
              <a:rect l="0" t="0" r="r" b="b"/>
              <a:pathLst>
                <a:path w="19" h="31">
                  <a:moveTo>
                    <a:pt x="0" y="31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69" name=""/>
            <p:cNvSpPr/>
            <p:nvPr/>
          </p:nvSpPr>
          <p:spPr>
            <a:xfrm rot="0" flipH="1" flipV="1">
              <a:off x="1935" y="6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70" name=""/>
            <p:cNvSpPr/>
            <p:nvPr/>
          </p:nvSpPr>
          <p:spPr>
            <a:xfrm rot="0">
              <a:off x="1911" y="598"/>
              <a:ext cx="24" cy="28"/>
            </a:xfrm>
            <a:custGeom>
              <a:avLst/>
              <a:ahLst/>
              <a:rect l="0" t="0" r="r" b="b"/>
              <a:pathLst>
                <a:path w="74" h="86">
                  <a:moveTo>
                    <a:pt x="37" y="86"/>
                  </a:moveTo>
                  <a:lnTo>
                    <a:pt x="56" y="54"/>
                  </a:lnTo>
                  <a:lnTo>
                    <a:pt x="74" y="23"/>
                  </a:lnTo>
                  <a:lnTo>
                    <a:pt x="37" y="0"/>
                  </a:lnTo>
                  <a:lnTo>
                    <a:pt x="19" y="31"/>
                  </a:lnTo>
                  <a:lnTo>
                    <a:pt x="0" y="63"/>
                  </a:lnTo>
                  <a:lnTo>
                    <a:pt x="3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71" name=""/>
            <p:cNvSpPr/>
            <p:nvPr/>
          </p:nvSpPr>
          <p:spPr>
            <a:xfrm rot="0">
              <a:off x="1911" y="598"/>
              <a:ext cx="24" cy="28"/>
            </a:xfrm>
            <a:custGeom>
              <a:avLst/>
              <a:ahLst/>
              <a:rect l="0" t="0" r="r" b="b"/>
              <a:pathLst>
                <a:path w="74" h="86">
                  <a:moveTo>
                    <a:pt x="37" y="86"/>
                  </a:moveTo>
                  <a:lnTo>
                    <a:pt x="56" y="54"/>
                  </a:lnTo>
                  <a:lnTo>
                    <a:pt x="74" y="23"/>
                  </a:lnTo>
                  <a:lnTo>
                    <a:pt x="37" y="0"/>
                  </a:lnTo>
                  <a:lnTo>
                    <a:pt x="19" y="31"/>
                  </a:lnTo>
                  <a:lnTo>
                    <a:pt x="0" y="63"/>
                  </a:lnTo>
                  <a:lnTo>
                    <a:pt x="3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72" name=""/>
            <p:cNvSpPr/>
            <p:nvPr/>
          </p:nvSpPr>
          <p:spPr>
            <a:xfrm rot="0">
              <a:off x="1917" y="598"/>
              <a:ext cx="6" cy="10"/>
            </a:xfrm>
            <a:custGeom>
              <a:avLst/>
              <a:ahLst/>
              <a:rect l="0" t="0" r="r" b="b"/>
              <a:pathLst>
                <a:path w="18" h="31">
                  <a:moveTo>
                    <a:pt x="0" y="31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73" name=""/>
            <p:cNvSpPr/>
            <p:nvPr/>
          </p:nvSpPr>
          <p:spPr>
            <a:xfrm rot="0" flipH="1">
              <a:off x="1923" y="5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74" name=""/>
            <p:cNvSpPr/>
            <p:nvPr/>
          </p:nvSpPr>
          <p:spPr>
            <a:xfrm rot="0">
              <a:off x="1899" y="591"/>
              <a:ext cx="24" cy="28"/>
            </a:xfrm>
            <a:custGeom>
              <a:avLst/>
              <a:ahLst/>
              <a:rect l="0" t="0" r="r" b="b"/>
              <a:pathLst>
                <a:path w="72" h="83">
                  <a:moveTo>
                    <a:pt x="37" y="83"/>
                  </a:moveTo>
                  <a:lnTo>
                    <a:pt x="55" y="51"/>
                  </a:lnTo>
                  <a:lnTo>
                    <a:pt x="72" y="20"/>
                  </a:lnTo>
                  <a:lnTo>
                    <a:pt x="35" y="0"/>
                  </a:lnTo>
                  <a:lnTo>
                    <a:pt x="18" y="31"/>
                  </a:lnTo>
                  <a:lnTo>
                    <a:pt x="0" y="63"/>
                  </a:lnTo>
                  <a:lnTo>
                    <a:pt x="37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75" name=""/>
            <p:cNvSpPr/>
            <p:nvPr/>
          </p:nvSpPr>
          <p:spPr>
            <a:xfrm rot="0">
              <a:off x="1899" y="591"/>
              <a:ext cx="24" cy="28"/>
            </a:xfrm>
            <a:custGeom>
              <a:avLst/>
              <a:ahLst/>
              <a:rect l="0" t="0" r="r" b="b"/>
              <a:pathLst>
                <a:path w="72" h="83">
                  <a:moveTo>
                    <a:pt x="37" y="83"/>
                  </a:moveTo>
                  <a:lnTo>
                    <a:pt x="55" y="51"/>
                  </a:lnTo>
                  <a:lnTo>
                    <a:pt x="72" y="20"/>
                  </a:lnTo>
                  <a:lnTo>
                    <a:pt x="35" y="0"/>
                  </a:lnTo>
                  <a:lnTo>
                    <a:pt x="18" y="31"/>
                  </a:lnTo>
                  <a:lnTo>
                    <a:pt x="0" y="63"/>
                  </a:lnTo>
                  <a:lnTo>
                    <a:pt x="37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76" name=""/>
            <p:cNvSpPr/>
            <p:nvPr/>
          </p:nvSpPr>
          <p:spPr>
            <a:xfrm rot="0">
              <a:off x="1905" y="591"/>
              <a:ext cx="5" cy="10"/>
            </a:xfrm>
            <a:custGeom>
              <a:avLst/>
              <a:ahLst/>
              <a:rect l="0" t="0" r="r" b="b"/>
              <a:pathLst>
                <a:path w="17" h="32">
                  <a:moveTo>
                    <a:pt x="0" y="32"/>
                  </a:moveTo>
                  <a:lnTo>
                    <a:pt x="17" y="1"/>
                  </a:lnTo>
                  <a:lnTo>
                    <a:pt x="15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77" name=""/>
            <p:cNvSpPr/>
            <p:nvPr/>
          </p:nvSpPr>
          <p:spPr>
            <a:xfrm rot="0" flipH="1" flipV="1">
              <a:off x="1910" y="5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78" name=""/>
            <p:cNvSpPr/>
            <p:nvPr/>
          </p:nvSpPr>
          <p:spPr>
            <a:xfrm rot="0">
              <a:off x="1886" y="584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39" y="84"/>
                  </a:moveTo>
                  <a:lnTo>
                    <a:pt x="55" y="51"/>
                  </a:lnTo>
                  <a:lnTo>
                    <a:pt x="70" y="19"/>
                  </a:lnTo>
                  <a:lnTo>
                    <a:pt x="32" y="0"/>
                  </a:lnTo>
                  <a:lnTo>
                    <a:pt x="16" y="33"/>
                  </a:lnTo>
                  <a:lnTo>
                    <a:pt x="0" y="66"/>
                  </a:lnTo>
                  <a:lnTo>
                    <a:pt x="39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79" name=""/>
            <p:cNvSpPr/>
            <p:nvPr/>
          </p:nvSpPr>
          <p:spPr>
            <a:xfrm rot="0">
              <a:off x="1886" y="584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39" y="84"/>
                  </a:moveTo>
                  <a:lnTo>
                    <a:pt x="55" y="51"/>
                  </a:lnTo>
                  <a:lnTo>
                    <a:pt x="70" y="19"/>
                  </a:lnTo>
                  <a:lnTo>
                    <a:pt x="32" y="0"/>
                  </a:lnTo>
                  <a:lnTo>
                    <a:pt x="16" y="33"/>
                  </a:lnTo>
                  <a:lnTo>
                    <a:pt x="0" y="66"/>
                  </a:lnTo>
                  <a:lnTo>
                    <a:pt x="39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80" name=""/>
            <p:cNvSpPr/>
            <p:nvPr/>
          </p:nvSpPr>
          <p:spPr>
            <a:xfrm rot="0">
              <a:off x="1892" y="584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33"/>
                  </a:moveTo>
                  <a:lnTo>
                    <a:pt x="16" y="0"/>
                  </a:lnTo>
                  <a:lnTo>
                    <a:pt x="1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81" name=""/>
            <p:cNvSpPr/>
            <p:nvPr/>
          </p:nvSpPr>
          <p:spPr>
            <a:xfrm rot="0" flipH="1">
              <a:off x="1896" y="5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82" name=""/>
            <p:cNvSpPr/>
            <p:nvPr/>
          </p:nvSpPr>
          <p:spPr>
            <a:xfrm rot="0">
              <a:off x="1874" y="579"/>
              <a:ext cx="22" cy="27"/>
            </a:xfrm>
            <a:custGeom>
              <a:avLst/>
              <a:ahLst/>
              <a:rect l="0" t="0" r="r" b="b"/>
              <a:pathLst>
                <a:path w="68" h="83">
                  <a:moveTo>
                    <a:pt x="40" y="83"/>
                  </a:moveTo>
                  <a:lnTo>
                    <a:pt x="54" y="50"/>
                  </a:lnTo>
                  <a:lnTo>
                    <a:pt x="68" y="17"/>
                  </a:lnTo>
                  <a:lnTo>
                    <a:pt x="28" y="0"/>
                  </a:lnTo>
                  <a:lnTo>
                    <a:pt x="14" y="33"/>
                  </a:lnTo>
                  <a:lnTo>
                    <a:pt x="0" y="66"/>
                  </a:lnTo>
                  <a:lnTo>
                    <a:pt x="4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83" name=""/>
            <p:cNvSpPr/>
            <p:nvPr/>
          </p:nvSpPr>
          <p:spPr>
            <a:xfrm rot="0">
              <a:off x="1874" y="579"/>
              <a:ext cx="22" cy="27"/>
            </a:xfrm>
            <a:custGeom>
              <a:avLst/>
              <a:ahLst/>
              <a:rect l="0" t="0" r="r" b="b"/>
              <a:pathLst>
                <a:path w="68" h="83">
                  <a:moveTo>
                    <a:pt x="40" y="83"/>
                  </a:moveTo>
                  <a:lnTo>
                    <a:pt x="54" y="50"/>
                  </a:lnTo>
                  <a:lnTo>
                    <a:pt x="68" y="17"/>
                  </a:lnTo>
                  <a:lnTo>
                    <a:pt x="28" y="0"/>
                  </a:lnTo>
                  <a:lnTo>
                    <a:pt x="14" y="33"/>
                  </a:lnTo>
                  <a:lnTo>
                    <a:pt x="0" y="66"/>
                  </a:lnTo>
                  <a:lnTo>
                    <a:pt x="4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84" name=""/>
            <p:cNvSpPr/>
            <p:nvPr/>
          </p:nvSpPr>
          <p:spPr>
            <a:xfrm rot="0">
              <a:off x="1878" y="578"/>
              <a:ext cx="5" cy="12"/>
            </a:xfrm>
            <a:custGeom>
              <a:avLst/>
              <a:ahLst/>
              <a:rect l="0" t="0" r="r" b="b"/>
              <a:pathLst>
                <a:path w="14" h="34">
                  <a:moveTo>
                    <a:pt x="0" y="34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85" name=""/>
            <p:cNvSpPr/>
            <p:nvPr/>
          </p:nvSpPr>
          <p:spPr>
            <a:xfrm rot="0" flipH="1" flipV="1">
              <a:off x="1883" y="5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86" name=""/>
            <p:cNvSpPr/>
            <p:nvPr/>
          </p:nvSpPr>
          <p:spPr>
            <a:xfrm rot="0">
              <a:off x="1861" y="573"/>
              <a:ext cx="22" cy="28"/>
            </a:xfrm>
            <a:custGeom>
              <a:avLst/>
              <a:ahLst/>
              <a:rect l="0" t="0" r="r" b="b"/>
              <a:pathLst>
                <a:path w="65" h="83">
                  <a:moveTo>
                    <a:pt x="39" y="83"/>
                  </a:moveTo>
                  <a:lnTo>
                    <a:pt x="52" y="49"/>
                  </a:lnTo>
                  <a:lnTo>
                    <a:pt x="65" y="15"/>
                  </a:lnTo>
                  <a:lnTo>
                    <a:pt x="25" y="0"/>
                  </a:lnTo>
                  <a:lnTo>
                    <a:pt x="12" y="35"/>
                  </a:lnTo>
                  <a:lnTo>
                    <a:pt x="0" y="69"/>
                  </a:lnTo>
                  <a:lnTo>
                    <a:pt x="39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87" name=""/>
            <p:cNvSpPr/>
            <p:nvPr/>
          </p:nvSpPr>
          <p:spPr>
            <a:xfrm rot="0">
              <a:off x="1861" y="573"/>
              <a:ext cx="22" cy="28"/>
            </a:xfrm>
            <a:custGeom>
              <a:avLst/>
              <a:ahLst/>
              <a:rect l="0" t="0" r="r" b="b"/>
              <a:pathLst>
                <a:path w="65" h="83">
                  <a:moveTo>
                    <a:pt x="39" y="83"/>
                  </a:moveTo>
                  <a:lnTo>
                    <a:pt x="52" y="49"/>
                  </a:lnTo>
                  <a:lnTo>
                    <a:pt x="65" y="15"/>
                  </a:lnTo>
                  <a:lnTo>
                    <a:pt x="25" y="0"/>
                  </a:lnTo>
                  <a:lnTo>
                    <a:pt x="12" y="35"/>
                  </a:lnTo>
                  <a:lnTo>
                    <a:pt x="0" y="69"/>
                  </a:lnTo>
                  <a:lnTo>
                    <a:pt x="39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88" name=""/>
            <p:cNvSpPr/>
            <p:nvPr/>
          </p:nvSpPr>
          <p:spPr>
            <a:xfrm rot="0">
              <a:off x="1865" y="573"/>
              <a:ext cx="4" cy="12"/>
            </a:xfrm>
            <a:custGeom>
              <a:avLst/>
              <a:ahLst/>
              <a:rect l="0" t="0" r="r" b="b"/>
              <a:pathLst>
                <a:path w="13" h="35">
                  <a:moveTo>
                    <a:pt x="0" y="35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89" name=""/>
            <p:cNvSpPr/>
            <p:nvPr/>
          </p:nvSpPr>
          <p:spPr>
            <a:xfrm rot="0" flipH="1">
              <a:off x="1869" y="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90" name=""/>
            <p:cNvSpPr/>
            <p:nvPr/>
          </p:nvSpPr>
          <p:spPr>
            <a:xfrm rot="0">
              <a:off x="1848" y="569"/>
              <a:ext cx="21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41" y="81"/>
                  </a:moveTo>
                  <a:lnTo>
                    <a:pt x="52" y="47"/>
                  </a:lnTo>
                  <a:lnTo>
                    <a:pt x="64" y="12"/>
                  </a:lnTo>
                  <a:lnTo>
                    <a:pt x="22" y="0"/>
                  </a:lnTo>
                  <a:lnTo>
                    <a:pt x="11" y="34"/>
                  </a:lnTo>
                  <a:lnTo>
                    <a:pt x="0" y="68"/>
                  </a:lnTo>
                  <a:lnTo>
                    <a:pt x="4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91" name=""/>
            <p:cNvSpPr/>
            <p:nvPr/>
          </p:nvSpPr>
          <p:spPr>
            <a:xfrm rot="0">
              <a:off x="1848" y="569"/>
              <a:ext cx="21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41" y="81"/>
                  </a:moveTo>
                  <a:lnTo>
                    <a:pt x="52" y="47"/>
                  </a:lnTo>
                  <a:lnTo>
                    <a:pt x="64" y="12"/>
                  </a:lnTo>
                  <a:lnTo>
                    <a:pt x="22" y="0"/>
                  </a:lnTo>
                  <a:lnTo>
                    <a:pt x="11" y="34"/>
                  </a:lnTo>
                  <a:lnTo>
                    <a:pt x="0" y="68"/>
                  </a:lnTo>
                  <a:lnTo>
                    <a:pt x="41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92" name=""/>
            <p:cNvSpPr/>
            <p:nvPr/>
          </p:nvSpPr>
          <p:spPr>
            <a:xfrm rot="0">
              <a:off x="1851" y="569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36"/>
                  </a:moveTo>
                  <a:lnTo>
                    <a:pt x="11" y="2"/>
                  </a:lnTo>
                  <a:lnTo>
                    <a:pt x="10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93" name=""/>
            <p:cNvSpPr/>
            <p:nvPr/>
          </p:nvSpPr>
          <p:spPr>
            <a:xfrm rot="0" flipH="1" flipV="1">
              <a:off x="1855" y="5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94" name=""/>
            <p:cNvSpPr/>
            <p:nvPr/>
          </p:nvSpPr>
          <p:spPr>
            <a:xfrm rot="0">
              <a:off x="1834" y="565"/>
              <a:ext cx="21" cy="27"/>
            </a:xfrm>
            <a:custGeom>
              <a:avLst/>
              <a:ahLst/>
              <a:rect l="0" t="0" r="r" b="b"/>
              <a:pathLst>
                <a:path w="61" h="82">
                  <a:moveTo>
                    <a:pt x="41" y="82"/>
                  </a:moveTo>
                  <a:lnTo>
                    <a:pt x="51" y="47"/>
                  </a:lnTo>
                  <a:lnTo>
                    <a:pt x="61" y="11"/>
                  </a:lnTo>
                  <a:lnTo>
                    <a:pt x="20" y="0"/>
                  </a:lnTo>
                  <a:lnTo>
                    <a:pt x="10" y="35"/>
                  </a:lnTo>
                  <a:lnTo>
                    <a:pt x="0" y="71"/>
                  </a:lnTo>
                  <a:lnTo>
                    <a:pt x="41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95" name=""/>
            <p:cNvSpPr/>
            <p:nvPr/>
          </p:nvSpPr>
          <p:spPr>
            <a:xfrm rot="0">
              <a:off x="1834" y="565"/>
              <a:ext cx="21" cy="27"/>
            </a:xfrm>
            <a:custGeom>
              <a:avLst/>
              <a:ahLst/>
              <a:rect l="0" t="0" r="r" b="b"/>
              <a:pathLst>
                <a:path w="61" h="82">
                  <a:moveTo>
                    <a:pt x="41" y="82"/>
                  </a:moveTo>
                  <a:lnTo>
                    <a:pt x="51" y="47"/>
                  </a:lnTo>
                  <a:lnTo>
                    <a:pt x="61" y="11"/>
                  </a:lnTo>
                  <a:lnTo>
                    <a:pt x="20" y="0"/>
                  </a:lnTo>
                  <a:lnTo>
                    <a:pt x="10" y="35"/>
                  </a:lnTo>
                  <a:lnTo>
                    <a:pt x="0" y="71"/>
                  </a:lnTo>
                  <a:lnTo>
                    <a:pt x="41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96" name=""/>
            <p:cNvSpPr/>
            <p:nvPr/>
          </p:nvSpPr>
          <p:spPr>
            <a:xfrm rot="0">
              <a:off x="1838" y="565"/>
              <a:ext cx="3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0" y="35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97" name=""/>
            <p:cNvSpPr/>
            <p:nvPr/>
          </p:nvSpPr>
          <p:spPr>
            <a:xfrm rot="0" flipH="1">
              <a:off x="1840" y="5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898" name=""/>
            <p:cNvSpPr/>
            <p:nvPr/>
          </p:nvSpPr>
          <p:spPr>
            <a:xfrm rot="0">
              <a:off x="1821" y="562"/>
              <a:ext cx="19" cy="27"/>
            </a:xfrm>
            <a:custGeom>
              <a:avLst/>
              <a:ahLst/>
              <a:rect l="0" t="0" r="r" b="b"/>
              <a:pathLst>
                <a:path w="56" h="80">
                  <a:moveTo>
                    <a:pt x="42" y="80"/>
                  </a:moveTo>
                  <a:lnTo>
                    <a:pt x="49" y="44"/>
                  </a:lnTo>
                  <a:lnTo>
                    <a:pt x="56" y="9"/>
                  </a:lnTo>
                  <a:lnTo>
                    <a:pt x="15" y="0"/>
                  </a:lnTo>
                  <a:lnTo>
                    <a:pt x="7" y="36"/>
                  </a:lnTo>
                  <a:lnTo>
                    <a:pt x="0" y="71"/>
                  </a:lnTo>
                  <a:lnTo>
                    <a:pt x="42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899" name=""/>
            <p:cNvSpPr/>
            <p:nvPr/>
          </p:nvSpPr>
          <p:spPr>
            <a:xfrm rot="0">
              <a:off x="1821" y="562"/>
              <a:ext cx="19" cy="27"/>
            </a:xfrm>
            <a:custGeom>
              <a:avLst/>
              <a:ahLst/>
              <a:rect l="0" t="0" r="r" b="b"/>
              <a:pathLst>
                <a:path w="56" h="80">
                  <a:moveTo>
                    <a:pt x="42" y="80"/>
                  </a:moveTo>
                  <a:lnTo>
                    <a:pt x="49" y="44"/>
                  </a:lnTo>
                  <a:lnTo>
                    <a:pt x="56" y="9"/>
                  </a:lnTo>
                  <a:lnTo>
                    <a:pt x="15" y="0"/>
                  </a:lnTo>
                  <a:lnTo>
                    <a:pt x="7" y="36"/>
                  </a:lnTo>
                  <a:lnTo>
                    <a:pt x="0" y="71"/>
                  </a:lnTo>
                  <a:lnTo>
                    <a:pt x="42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00" name=""/>
            <p:cNvSpPr/>
            <p:nvPr/>
          </p:nvSpPr>
          <p:spPr>
            <a:xfrm rot="0">
              <a:off x="1824" y="562"/>
              <a:ext cx="2" cy="12"/>
            </a:xfrm>
            <a:custGeom>
              <a:avLst/>
              <a:ahLst/>
              <a:rect l="0" t="0" r="r" b="b"/>
              <a:pathLst>
                <a:path w="8" h="36">
                  <a:moveTo>
                    <a:pt x="0" y="36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01" name=""/>
            <p:cNvSpPr/>
            <p:nvPr/>
          </p:nvSpPr>
          <p:spPr>
            <a:xfrm rot="0" flipH="1">
              <a:off x="1826" y="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02" name=""/>
            <p:cNvSpPr/>
            <p:nvPr/>
          </p:nvSpPr>
          <p:spPr>
            <a:xfrm rot="0">
              <a:off x="1808" y="560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43" y="78"/>
                  </a:moveTo>
                  <a:lnTo>
                    <a:pt x="48" y="43"/>
                  </a:lnTo>
                  <a:lnTo>
                    <a:pt x="54" y="7"/>
                  </a:lnTo>
                  <a:lnTo>
                    <a:pt x="11" y="0"/>
                  </a:lnTo>
                  <a:lnTo>
                    <a:pt x="6" y="36"/>
                  </a:lnTo>
                  <a:lnTo>
                    <a:pt x="0" y="71"/>
                  </a:lnTo>
                  <a:lnTo>
                    <a:pt x="43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03" name=""/>
            <p:cNvSpPr/>
            <p:nvPr/>
          </p:nvSpPr>
          <p:spPr>
            <a:xfrm rot="0">
              <a:off x="1808" y="560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43" y="78"/>
                  </a:moveTo>
                  <a:lnTo>
                    <a:pt x="48" y="43"/>
                  </a:lnTo>
                  <a:lnTo>
                    <a:pt x="54" y="7"/>
                  </a:lnTo>
                  <a:lnTo>
                    <a:pt x="11" y="0"/>
                  </a:lnTo>
                  <a:lnTo>
                    <a:pt x="6" y="36"/>
                  </a:lnTo>
                  <a:lnTo>
                    <a:pt x="0" y="71"/>
                  </a:lnTo>
                  <a:lnTo>
                    <a:pt x="43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04" name=""/>
            <p:cNvSpPr/>
            <p:nvPr/>
          </p:nvSpPr>
          <p:spPr>
            <a:xfrm rot="0">
              <a:off x="1810" y="560"/>
              <a:ext cx="1" cy="12"/>
            </a:xfrm>
            <a:custGeom>
              <a:avLst/>
              <a:ahLst/>
              <a:rect l="0" t="0" r="r" b="b"/>
              <a:pathLst>
                <a:path w="5" h="36">
                  <a:moveTo>
                    <a:pt x="0" y="36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05" name=""/>
            <p:cNvSpPr/>
            <p:nvPr/>
          </p:nvSpPr>
          <p:spPr>
            <a:xfrm rot="0" flipH="1">
              <a:off x="1811" y="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06" name=""/>
            <p:cNvSpPr/>
            <p:nvPr/>
          </p:nvSpPr>
          <p:spPr>
            <a:xfrm rot="0">
              <a:off x="1794" y="558"/>
              <a:ext cx="17" cy="25"/>
            </a:xfrm>
            <a:custGeom>
              <a:avLst/>
              <a:ahLst/>
              <a:rect l="0" t="0" r="r" b="b"/>
              <a:pathLst>
                <a:path w="51" h="77">
                  <a:moveTo>
                    <a:pt x="42" y="77"/>
                  </a:moveTo>
                  <a:lnTo>
                    <a:pt x="47" y="42"/>
                  </a:lnTo>
                  <a:lnTo>
                    <a:pt x="51" y="6"/>
                  </a:lnTo>
                  <a:lnTo>
                    <a:pt x="8" y="0"/>
                  </a:lnTo>
                  <a:lnTo>
                    <a:pt x="4" y="36"/>
                  </a:lnTo>
                  <a:lnTo>
                    <a:pt x="0" y="72"/>
                  </a:lnTo>
                  <a:lnTo>
                    <a:pt x="42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07" name=""/>
            <p:cNvSpPr/>
            <p:nvPr/>
          </p:nvSpPr>
          <p:spPr>
            <a:xfrm rot="0">
              <a:off x="1794" y="558"/>
              <a:ext cx="17" cy="25"/>
            </a:xfrm>
            <a:custGeom>
              <a:avLst/>
              <a:ahLst/>
              <a:rect l="0" t="0" r="r" b="b"/>
              <a:pathLst>
                <a:path w="51" h="77">
                  <a:moveTo>
                    <a:pt x="42" y="77"/>
                  </a:moveTo>
                  <a:lnTo>
                    <a:pt x="47" y="42"/>
                  </a:lnTo>
                  <a:lnTo>
                    <a:pt x="51" y="6"/>
                  </a:lnTo>
                  <a:lnTo>
                    <a:pt x="8" y="0"/>
                  </a:lnTo>
                  <a:lnTo>
                    <a:pt x="4" y="36"/>
                  </a:lnTo>
                  <a:lnTo>
                    <a:pt x="0" y="72"/>
                  </a:lnTo>
                  <a:lnTo>
                    <a:pt x="42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08" name=""/>
            <p:cNvSpPr/>
            <p:nvPr/>
          </p:nvSpPr>
          <p:spPr>
            <a:xfrm rot="0">
              <a:off x="1795" y="558"/>
              <a:ext cx="2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36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09" name=""/>
            <p:cNvSpPr/>
            <p:nvPr/>
          </p:nvSpPr>
          <p:spPr>
            <a:xfrm rot="0" flipH="1">
              <a:off x="1796" y="5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10" name=""/>
            <p:cNvSpPr/>
            <p:nvPr/>
          </p:nvSpPr>
          <p:spPr>
            <a:xfrm rot="0">
              <a:off x="1780" y="557"/>
              <a:ext cx="16" cy="25"/>
            </a:xfrm>
            <a:custGeom>
              <a:avLst/>
              <a:ahLst/>
              <a:rect l="0" t="0" r="r" b="b"/>
              <a:pathLst>
                <a:path w="49" h="74">
                  <a:moveTo>
                    <a:pt x="43" y="74"/>
                  </a:moveTo>
                  <a:lnTo>
                    <a:pt x="46" y="38"/>
                  </a:lnTo>
                  <a:lnTo>
                    <a:pt x="49" y="2"/>
                  </a:lnTo>
                  <a:lnTo>
                    <a:pt x="6" y="0"/>
                  </a:lnTo>
                  <a:lnTo>
                    <a:pt x="3" y="35"/>
                  </a:lnTo>
                  <a:lnTo>
                    <a:pt x="0" y="71"/>
                  </a:lnTo>
                  <a:lnTo>
                    <a:pt x="43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11" name=""/>
            <p:cNvSpPr/>
            <p:nvPr/>
          </p:nvSpPr>
          <p:spPr>
            <a:xfrm rot="0">
              <a:off x="1780" y="557"/>
              <a:ext cx="16" cy="25"/>
            </a:xfrm>
            <a:custGeom>
              <a:avLst/>
              <a:ahLst/>
              <a:rect l="0" t="0" r="r" b="b"/>
              <a:pathLst>
                <a:path w="49" h="74">
                  <a:moveTo>
                    <a:pt x="43" y="74"/>
                  </a:moveTo>
                  <a:lnTo>
                    <a:pt x="46" y="38"/>
                  </a:lnTo>
                  <a:lnTo>
                    <a:pt x="49" y="2"/>
                  </a:lnTo>
                  <a:lnTo>
                    <a:pt x="6" y="0"/>
                  </a:lnTo>
                  <a:lnTo>
                    <a:pt x="3" y="35"/>
                  </a:lnTo>
                  <a:lnTo>
                    <a:pt x="0" y="71"/>
                  </a:lnTo>
                  <a:lnTo>
                    <a:pt x="43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12" name=""/>
            <p:cNvSpPr/>
            <p:nvPr/>
          </p:nvSpPr>
          <p:spPr>
            <a:xfrm rot="0">
              <a:off x="1781" y="557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0" y="35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13" name=""/>
            <p:cNvSpPr/>
            <p:nvPr/>
          </p:nvSpPr>
          <p:spPr>
            <a:xfrm rot="0" flipH="1">
              <a:off x="1782" y="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14" name=""/>
            <p:cNvSpPr/>
            <p:nvPr/>
          </p:nvSpPr>
          <p:spPr>
            <a:xfrm rot="0">
              <a:off x="1766" y="556"/>
              <a:ext cx="16" cy="25"/>
            </a:xfrm>
            <a:custGeom>
              <a:avLst/>
              <a:ahLst/>
              <a:rect l="0" t="0" r="r" b="b"/>
              <a:pathLst>
                <a:path w="46" h="73">
                  <a:moveTo>
                    <a:pt x="43" y="73"/>
                  </a:moveTo>
                  <a:lnTo>
                    <a:pt x="44" y="37"/>
                  </a:lnTo>
                  <a:lnTo>
                    <a:pt x="46" y="2"/>
                  </a:lnTo>
                  <a:lnTo>
                    <a:pt x="3" y="0"/>
                  </a:lnTo>
                  <a:lnTo>
                    <a:pt x="2" y="36"/>
                  </a:lnTo>
                  <a:lnTo>
                    <a:pt x="0" y="71"/>
                  </a:lnTo>
                  <a:lnTo>
                    <a:pt x="43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15" name=""/>
            <p:cNvSpPr/>
            <p:nvPr/>
          </p:nvSpPr>
          <p:spPr>
            <a:xfrm rot="0">
              <a:off x="1766" y="556"/>
              <a:ext cx="16" cy="25"/>
            </a:xfrm>
            <a:custGeom>
              <a:avLst/>
              <a:ahLst/>
              <a:rect l="0" t="0" r="r" b="b"/>
              <a:pathLst>
                <a:path w="46" h="73">
                  <a:moveTo>
                    <a:pt x="43" y="73"/>
                  </a:moveTo>
                  <a:lnTo>
                    <a:pt x="44" y="37"/>
                  </a:lnTo>
                  <a:lnTo>
                    <a:pt x="46" y="2"/>
                  </a:lnTo>
                  <a:lnTo>
                    <a:pt x="3" y="0"/>
                  </a:lnTo>
                  <a:lnTo>
                    <a:pt x="2" y="36"/>
                  </a:lnTo>
                  <a:lnTo>
                    <a:pt x="0" y="71"/>
                  </a:lnTo>
                  <a:lnTo>
                    <a:pt x="43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97" name=""/>
          <p:cNvGrpSpPr/>
          <p:nvPr/>
        </p:nvGrpSpPr>
        <p:grpSpPr>
          <a:xfrm rot="0">
            <a:off x="2308225" y="882650"/>
            <a:ext cx="966787" cy="804862"/>
            <a:chOff x="1454" y="556"/>
            <a:chExt cx="609" cy="507"/>
          </a:xfrm>
        </p:grpSpPr>
        <p:sp>
          <p:nvSpPr>
            <p:cNvPr id="1069916" name=""/>
            <p:cNvSpPr/>
            <p:nvPr/>
          </p:nvSpPr>
          <p:spPr>
            <a:xfrm rot="0">
              <a:off x="1766" y="556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2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17" name=""/>
            <p:cNvSpPr/>
            <p:nvPr/>
          </p:nvSpPr>
          <p:spPr>
            <a:xfrm rot="0" flipH="1">
              <a:off x="1766" y="5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18" name=""/>
            <p:cNvSpPr/>
            <p:nvPr/>
          </p:nvSpPr>
          <p:spPr>
            <a:xfrm rot="0">
              <a:off x="1752" y="556"/>
              <a:ext cx="15" cy="25"/>
            </a:xfrm>
            <a:custGeom>
              <a:avLst/>
              <a:ahLst/>
              <a:rect l="0" t="0" r="r" b="b"/>
              <a:pathLst>
                <a:path w="46" h="73">
                  <a:moveTo>
                    <a:pt x="46" y="71"/>
                  </a:moveTo>
                  <a:lnTo>
                    <a:pt x="45" y="36"/>
                  </a:lnTo>
                  <a:lnTo>
                    <a:pt x="43" y="0"/>
                  </a:lnTo>
                  <a:lnTo>
                    <a:pt x="0" y="2"/>
                  </a:lnTo>
                  <a:lnTo>
                    <a:pt x="2" y="37"/>
                  </a:lnTo>
                  <a:lnTo>
                    <a:pt x="3" y="73"/>
                  </a:lnTo>
                  <a:lnTo>
                    <a:pt x="46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19" name=""/>
            <p:cNvSpPr/>
            <p:nvPr/>
          </p:nvSpPr>
          <p:spPr>
            <a:xfrm rot="0">
              <a:off x="1752" y="556"/>
              <a:ext cx="15" cy="25"/>
            </a:xfrm>
            <a:custGeom>
              <a:avLst/>
              <a:ahLst/>
              <a:rect l="0" t="0" r="r" b="b"/>
              <a:pathLst>
                <a:path w="46" h="73">
                  <a:moveTo>
                    <a:pt x="46" y="71"/>
                  </a:moveTo>
                  <a:lnTo>
                    <a:pt x="45" y="36"/>
                  </a:lnTo>
                  <a:lnTo>
                    <a:pt x="43" y="0"/>
                  </a:lnTo>
                  <a:lnTo>
                    <a:pt x="0" y="2"/>
                  </a:lnTo>
                  <a:lnTo>
                    <a:pt x="2" y="37"/>
                  </a:lnTo>
                  <a:lnTo>
                    <a:pt x="3" y="73"/>
                  </a:lnTo>
                  <a:lnTo>
                    <a:pt x="46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20" name=""/>
            <p:cNvSpPr/>
            <p:nvPr/>
          </p:nvSpPr>
          <p:spPr>
            <a:xfrm rot="0">
              <a:off x="1752" y="557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3" y="3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21" name=""/>
            <p:cNvSpPr/>
            <p:nvPr/>
          </p:nvSpPr>
          <p:spPr>
            <a:xfrm rot="0" flipH="1">
              <a:off x="1752" y="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22" name=""/>
            <p:cNvSpPr/>
            <p:nvPr/>
          </p:nvSpPr>
          <p:spPr>
            <a:xfrm rot="0">
              <a:off x="1737" y="557"/>
              <a:ext cx="17" cy="25"/>
            </a:xfrm>
            <a:custGeom>
              <a:avLst/>
              <a:ahLst/>
              <a:rect l="0" t="0" r="r" b="b"/>
              <a:pathLst>
                <a:path w="49" h="74">
                  <a:moveTo>
                    <a:pt x="49" y="71"/>
                  </a:moveTo>
                  <a:lnTo>
                    <a:pt x="46" y="35"/>
                  </a:lnTo>
                  <a:lnTo>
                    <a:pt x="43" y="0"/>
                  </a:lnTo>
                  <a:lnTo>
                    <a:pt x="0" y="2"/>
                  </a:lnTo>
                  <a:lnTo>
                    <a:pt x="3" y="38"/>
                  </a:lnTo>
                  <a:lnTo>
                    <a:pt x="6" y="74"/>
                  </a:lnTo>
                  <a:lnTo>
                    <a:pt x="49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23" name=""/>
            <p:cNvSpPr/>
            <p:nvPr/>
          </p:nvSpPr>
          <p:spPr>
            <a:xfrm rot="0">
              <a:off x="1737" y="557"/>
              <a:ext cx="17" cy="25"/>
            </a:xfrm>
            <a:custGeom>
              <a:avLst/>
              <a:ahLst/>
              <a:rect l="0" t="0" r="r" b="b"/>
              <a:pathLst>
                <a:path w="49" h="74">
                  <a:moveTo>
                    <a:pt x="49" y="71"/>
                  </a:moveTo>
                  <a:lnTo>
                    <a:pt x="46" y="35"/>
                  </a:lnTo>
                  <a:lnTo>
                    <a:pt x="43" y="0"/>
                  </a:lnTo>
                  <a:lnTo>
                    <a:pt x="0" y="2"/>
                  </a:lnTo>
                  <a:lnTo>
                    <a:pt x="3" y="38"/>
                  </a:lnTo>
                  <a:lnTo>
                    <a:pt x="6" y="74"/>
                  </a:lnTo>
                  <a:lnTo>
                    <a:pt x="49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24" name=""/>
            <p:cNvSpPr/>
            <p:nvPr/>
          </p:nvSpPr>
          <p:spPr>
            <a:xfrm rot="0">
              <a:off x="1737" y="558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4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25" name=""/>
            <p:cNvSpPr/>
            <p:nvPr/>
          </p:nvSpPr>
          <p:spPr>
            <a:xfrm rot="0" flipH="1">
              <a:off x="1737" y="5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26" name=""/>
            <p:cNvSpPr/>
            <p:nvPr/>
          </p:nvSpPr>
          <p:spPr>
            <a:xfrm rot="0">
              <a:off x="1723" y="558"/>
              <a:ext cx="17" cy="25"/>
            </a:xfrm>
            <a:custGeom>
              <a:avLst/>
              <a:ahLst/>
              <a:rect l="0" t="0" r="r" b="b"/>
              <a:pathLst>
                <a:path w="49" h="77">
                  <a:moveTo>
                    <a:pt x="49" y="72"/>
                  </a:moveTo>
                  <a:lnTo>
                    <a:pt x="45" y="36"/>
                  </a:lnTo>
                  <a:lnTo>
                    <a:pt x="41" y="0"/>
                  </a:lnTo>
                  <a:lnTo>
                    <a:pt x="0" y="6"/>
                  </a:lnTo>
                  <a:lnTo>
                    <a:pt x="4" y="42"/>
                  </a:lnTo>
                  <a:lnTo>
                    <a:pt x="8" y="77"/>
                  </a:lnTo>
                  <a:lnTo>
                    <a:pt x="49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27" name=""/>
            <p:cNvSpPr/>
            <p:nvPr/>
          </p:nvSpPr>
          <p:spPr>
            <a:xfrm rot="0">
              <a:off x="1723" y="558"/>
              <a:ext cx="17" cy="25"/>
            </a:xfrm>
            <a:custGeom>
              <a:avLst/>
              <a:ahLst/>
              <a:rect l="0" t="0" r="r" b="b"/>
              <a:pathLst>
                <a:path w="49" h="77">
                  <a:moveTo>
                    <a:pt x="49" y="72"/>
                  </a:moveTo>
                  <a:lnTo>
                    <a:pt x="45" y="36"/>
                  </a:lnTo>
                  <a:lnTo>
                    <a:pt x="41" y="0"/>
                  </a:lnTo>
                  <a:lnTo>
                    <a:pt x="0" y="6"/>
                  </a:lnTo>
                  <a:lnTo>
                    <a:pt x="4" y="42"/>
                  </a:lnTo>
                  <a:lnTo>
                    <a:pt x="8" y="77"/>
                  </a:lnTo>
                  <a:lnTo>
                    <a:pt x="49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28" name=""/>
            <p:cNvSpPr/>
            <p:nvPr/>
          </p:nvSpPr>
          <p:spPr>
            <a:xfrm rot="0">
              <a:off x="1723" y="560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6" y="3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29" name=""/>
            <p:cNvSpPr/>
            <p:nvPr/>
          </p:nvSpPr>
          <p:spPr>
            <a:xfrm rot="0" flipH="1">
              <a:off x="1723" y="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30" name=""/>
            <p:cNvSpPr/>
            <p:nvPr/>
          </p:nvSpPr>
          <p:spPr>
            <a:xfrm rot="0">
              <a:off x="1708" y="560"/>
              <a:ext cx="19" cy="26"/>
            </a:xfrm>
            <a:custGeom>
              <a:avLst/>
              <a:ahLst/>
              <a:rect l="0" t="0" r="r" b="b"/>
              <a:pathLst>
                <a:path w="55" h="78">
                  <a:moveTo>
                    <a:pt x="55" y="71"/>
                  </a:moveTo>
                  <a:lnTo>
                    <a:pt x="49" y="36"/>
                  </a:lnTo>
                  <a:lnTo>
                    <a:pt x="43" y="0"/>
                  </a:lnTo>
                  <a:lnTo>
                    <a:pt x="0" y="7"/>
                  </a:lnTo>
                  <a:lnTo>
                    <a:pt x="6" y="43"/>
                  </a:lnTo>
                  <a:lnTo>
                    <a:pt x="12" y="78"/>
                  </a:lnTo>
                  <a:lnTo>
                    <a:pt x="55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31" name=""/>
            <p:cNvSpPr/>
            <p:nvPr/>
          </p:nvSpPr>
          <p:spPr>
            <a:xfrm rot="0">
              <a:off x="1708" y="560"/>
              <a:ext cx="19" cy="26"/>
            </a:xfrm>
            <a:custGeom>
              <a:avLst/>
              <a:ahLst/>
              <a:rect l="0" t="0" r="r" b="b"/>
              <a:pathLst>
                <a:path w="55" h="78">
                  <a:moveTo>
                    <a:pt x="55" y="71"/>
                  </a:moveTo>
                  <a:lnTo>
                    <a:pt x="49" y="36"/>
                  </a:lnTo>
                  <a:lnTo>
                    <a:pt x="43" y="0"/>
                  </a:lnTo>
                  <a:lnTo>
                    <a:pt x="0" y="7"/>
                  </a:lnTo>
                  <a:lnTo>
                    <a:pt x="6" y="43"/>
                  </a:lnTo>
                  <a:lnTo>
                    <a:pt x="12" y="78"/>
                  </a:lnTo>
                  <a:lnTo>
                    <a:pt x="55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32" name=""/>
            <p:cNvSpPr/>
            <p:nvPr/>
          </p:nvSpPr>
          <p:spPr>
            <a:xfrm rot="0">
              <a:off x="1708" y="562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7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33" name=""/>
            <p:cNvSpPr/>
            <p:nvPr/>
          </p:nvSpPr>
          <p:spPr>
            <a:xfrm rot="0" flipH="1">
              <a:off x="1708" y="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34" name=""/>
            <p:cNvSpPr/>
            <p:nvPr/>
          </p:nvSpPr>
          <p:spPr>
            <a:xfrm rot="0">
              <a:off x="1694" y="562"/>
              <a:ext cx="19" cy="27"/>
            </a:xfrm>
            <a:custGeom>
              <a:avLst/>
              <a:ahLst/>
              <a:rect l="0" t="0" r="r" b="b"/>
              <a:pathLst>
                <a:path w="55" h="80">
                  <a:moveTo>
                    <a:pt x="55" y="71"/>
                  </a:moveTo>
                  <a:lnTo>
                    <a:pt x="48" y="36"/>
                  </a:lnTo>
                  <a:lnTo>
                    <a:pt x="41" y="0"/>
                  </a:lnTo>
                  <a:lnTo>
                    <a:pt x="0" y="9"/>
                  </a:lnTo>
                  <a:lnTo>
                    <a:pt x="7" y="44"/>
                  </a:lnTo>
                  <a:lnTo>
                    <a:pt x="14" y="80"/>
                  </a:lnTo>
                  <a:lnTo>
                    <a:pt x="55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35" name=""/>
            <p:cNvSpPr/>
            <p:nvPr/>
          </p:nvSpPr>
          <p:spPr>
            <a:xfrm rot="0">
              <a:off x="1694" y="562"/>
              <a:ext cx="19" cy="27"/>
            </a:xfrm>
            <a:custGeom>
              <a:avLst/>
              <a:ahLst/>
              <a:rect l="0" t="0" r="r" b="b"/>
              <a:pathLst>
                <a:path w="55" h="80">
                  <a:moveTo>
                    <a:pt x="55" y="71"/>
                  </a:moveTo>
                  <a:lnTo>
                    <a:pt x="48" y="36"/>
                  </a:lnTo>
                  <a:lnTo>
                    <a:pt x="41" y="0"/>
                  </a:lnTo>
                  <a:lnTo>
                    <a:pt x="0" y="9"/>
                  </a:lnTo>
                  <a:lnTo>
                    <a:pt x="7" y="44"/>
                  </a:lnTo>
                  <a:lnTo>
                    <a:pt x="14" y="80"/>
                  </a:lnTo>
                  <a:lnTo>
                    <a:pt x="55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36" name=""/>
            <p:cNvSpPr/>
            <p:nvPr/>
          </p:nvSpPr>
          <p:spPr>
            <a:xfrm rot="0">
              <a:off x="1693" y="565"/>
              <a:ext cx="4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10" y="35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37" name=""/>
            <p:cNvSpPr/>
            <p:nvPr/>
          </p:nvSpPr>
          <p:spPr>
            <a:xfrm rot="0" flipH="1">
              <a:off x="1693" y="5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38" name=""/>
            <p:cNvSpPr/>
            <p:nvPr/>
          </p:nvSpPr>
          <p:spPr>
            <a:xfrm rot="0">
              <a:off x="1680" y="565"/>
              <a:ext cx="20" cy="27"/>
            </a:xfrm>
            <a:custGeom>
              <a:avLst/>
              <a:ahLst/>
              <a:rect l="0" t="0" r="r" b="b"/>
              <a:pathLst>
                <a:path w="61" h="82">
                  <a:moveTo>
                    <a:pt x="61" y="71"/>
                  </a:moveTo>
                  <a:lnTo>
                    <a:pt x="51" y="35"/>
                  </a:lnTo>
                  <a:lnTo>
                    <a:pt x="41" y="0"/>
                  </a:lnTo>
                  <a:lnTo>
                    <a:pt x="0" y="11"/>
                  </a:lnTo>
                  <a:lnTo>
                    <a:pt x="10" y="47"/>
                  </a:lnTo>
                  <a:lnTo>
                    <a:pt x="20" y="82"/>
                  </a:lnTo>
                  <a:lnTo>
                    <a:pt x="6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39" name=""/>
            <p:cNvSpPr/>
            <p:nvPr/>
          </p:nvSpPr>
          <p:spPr>
            <a:xfrm rot="0">
              <a:off x="1680" y="565"/>
              <a:ext cx="20" cy="27"/>
            </a:xfrm>
            <a:custGeom>
              <a:avLst/>
              <a:ahLst/>
              <a:rect l="0" t="0" r="r" b="b"/>
              <a:pathLst>
                <a:path w="61" h="82">
                  <a:moveTo>
                    <a:pt x="61" y="71"/>
                  </a:moveTo>
                  <a:lnTo>
                    <a:pt x="51" y="35"/>
                  </a:lnTo>
                  <a:lnTo>
                    <a:pt x="41" y="0"/>
                  </a:lnTo>
                  <a:lnTo>
                    <a:pt x="0" y="11"/>
                  </a:lnTo>
                  <a:lnTo>
                    <a:pt x="10" y="47"/>
                  </a:lnTo>
                  <a:lnTo>
                    <a:pt x="20" y="82"/>
                  </a:lnTo>
                  <a:lnTo>
                    <a:pt x="6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40" name=""/>
            <p:cNvSpPr/>
            <p:nvPr/>
          </p:nvSpPr>
          <p:spPr>
            <a:xfrm rot="0">
              <a:off x="1679" y="569"/>
              <a:ext cx="4" cy="12"/>
            </a:xfrm>
            <a:custGeom>
              <a:avLst/>
              <a:ahLst/>
              <a:rect l="0" t="0" r="r" b="b"/>
              <a:pathLst>
                <a:path w="12" h="36">
                  <a:moveTo>
                    <a:pt x="12" y="3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41" name=""/>
            <p:cNvSpPr/>
            <p:nvPr/>
          </p:nvSpPr>
          <p:spPr>
            <a:xfrm rot="0" flipH="1">
              <a:off x="1679" y="5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42" name=""/>
            <p:cNvSpPr/>
            <p:nvPr/>
          </p:nvSpPr>
          <p:spPr>
            <a:xfrm rot="0">
              <a:off x="1665" y="569"/>
              <a:ext cx="22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64" y="68"/>
                  </a:moveTo>
                  <a:lnTo>
                    <a:pt x="53" y="34"/>
                  </a:lnTo>
                  <a:lnTo>
                    <a:pt x="41" y="0"/>
                  </a:lnTo>
                  <a:lnTo>
                    <a:pt x="0" y="12"/>
                  </a:lnTo>
                  <a:lnTo>
                    <a:pt x="11" y="47"/>
                  </a:lnTo>
                  <a:lnTo>
                    <a:pt x="23" y="81"/>
                  </a:lnTo>
                  <a:lnTo>
                    <a:pt x="64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43" name=""/>
            <p:cNvSpPr/>
            <p:nvPr/>
          </p:nvSpPr>
          <p:spPr>
            <a:xfrm rot="0">
              <a:off x="1665" y="569"/>
              <a:ext cx="22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64" y="68"/>
                  </a:moveTo>
                  <a:lnTo>
                    <a:pt x="53" y="34"/>
                  </a:lnTo>
                  <a:lnTo>
                    <a:pt x="41" y="0"/>
                  </a:lnTo>
                  <a:lnTo>
                    <a:pt x="0" y="12"/>
                  </a:lnTo>
                  <a:lnTo>
                    <a:pt x="11" y="47"/>
                  </a:lnTo>
                  <a:lnTo>
                    <a:pt x="23" y="81"/>
                  </a:lnTo>
                  <a:lnTo>
                    <a:pt x="64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44" name=""/>
            <p:cNvSpPr/>
            <p:nvPr/>
          </p:nvSpPr>
          <p:spPr>
            <a:xfrm rot="0">
              <a:off x="1665" y="573"/>
              <a:ext cx="4" cy="12"/>
            </a:xfrm>
            <a:custGeom>
              <a:avLst/>
              <a:ahLst/>
              <a:rect l="0" t="0" r="r" b="b"/>
              <a:pathLst>
                <a:path w="13" h="35">
                  <a:moveTo>
                    <a:pt x="13" y="3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45" name=""/>
            <p:cNvSpPr/>
            <p:nvPr/>
          </p:nvSpPr>
          <p:spPr>
            <a:xfrm rot="0" flipH="1">
              <a:off x="1665" y="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46" name=""/>
            <p:cNvSpPr/>
            <p:nvPr/>
          </p:nvSpPr>
          <p:spPr>
            <a:xfrm rot="0">
              <a:off x="1652" y="573"/>
              <a:ext cx="21" cy="28"/>
            </a:xfrm>
            <a:custGeom>
              <a:avLst/>
              <a:ahLst/>
              <a:rect l="0" t="0" r="r" b="b"/>
              <a:pathLst>
                <a:path w="65" h="83">
                  <a:moveTo>
                    <a:pt x="65" y="69"/>
                  </a:moveTo>
                  <a:lnTo>
                    <a:pt x="52" y="35"/>
                  </a:lnTo>
                  <a:lnTo>
                    <a:pt x="39" y="0"/>
                  </a:lnTo>
                  <a:lnTo>
                    <a:pt x="0" y="15"/>
                  </a:lnTo>
                  <a:lnTo>
                    <a:pt x="12" y="49"/>
                  </a:lnTo>
                  <a:lnTo>
                    <a:pt x="25" y="83"/>
                  </a:lnTo>
                  <a:lnTo>
                    <a:pt x="65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47" name=""/>
            <p:cNvSpPr/>
            <p:nvPr/>
          </p:nvSpPr>
          <p:spPr>
            <a:xfrm rot="0">
              <a:off x="1652" y="573"/>
              <a:ext cx="21" cy="28"/>
            </a:xfrm>
            <a:custGeom>
              <a:avLst/>
              <a:ahLst/>
              <a:rect l="0" t="0" r="r" b="b"/>
              <a:pathLst>
                <a:path w="65" h="83">
                  <a:moveTo>
                    <a:pt x="65" y="69"/>
                  </a:moveTo>
                  <a:lnTo>
                    <a:pt x="52" y="35"/>
                  </a:lnTo>
                  <a:lnTo>
                    <a:pt x="39" y="0"/>
                  </a:lnTo>
                  <a:lnTo>
                    <a:pt x="0" y="15"/>
                  </a:lnTo>
                  <a:lnTo>
                    <a:pt x="12" y="49"/>
                  </a:lnTo>
                  <a:lnTo>
                    <a:pt x="25" y="83"/>
                  </a:lnTo>
                  <a:lnTo>
                    <a:pt x="65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48" name=""/>
            <p:cNvSpPr/>
            <p:nvPr/>
          </p:nvSpPr>
          <p:spPr>
            <a:xfrm rot="0">
              <a:off x="1651" y="578"/>
              <a:ext cx="5" cy="12"/>
            </a:xfrm>
            <a:custGeom>
              <a:avLst/>
              <a:ahLst/>
              <a:rect l="0" t="0" r="r" b="b"/>
              <a:pathLst>
                <a:path w="14" h="34">
                  <a:moveTo>
                    <a:pt x="14" y="3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49" name=""/>
            <p:cNvSpPr/>
            <p:nvPr/>
          </p:nvSpPr>
          <p:spPr>
            <a:xfrm rot="0" flipH="1">
              <a:off x="1651" y="5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50" name=""/>
            <p:cNvSpPr/>
            <p:nvPr/>
          </p:nvSpPr>
          <p:spPr>
            <a:xfrm rot="0">
              <a:off x="1638" y="579"/>
              <a:ext cx="23" cy="27"/>
            </a:xfrm>
            <a:custGeom>
              <a:avLst/>
              <a:ahLst/>
              <a:rect l="0" t="0" r="r" b="b"/>
              <a:pathLst>
                <a:path w="69" h="83">
                  <a:moveTo>
                    <a:pt x="69" y="66"/>
                  </a:moveTo>
                  <a:lnTo>
                    <a:pt x="54" y="33"/>
                  </a:lnTo>
                  <a:lnTo>
                    <a:pt x="40" y="0"/>
                  </a:lnTo>
                  <a:lnTo>
                    <a:pt x="0" y="17"/>
                  </a:lnTo>
                  <a:lnTo>
                    <a:pt x="15" y="50"/>
                  </a:lnTo>
                  <a:lnTo>
                    <a:pt x="29" y="83"/>
                  </a:lnTo>
                  <a:lnTo>
                    <a:pt x="69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51" name=""/>
            <p:cNvSpPr/>
            <p:nvPr/>
          </p:nvSpPr>
          <p:spPr>
            <a:xfrm rot="0">
              <a:off x="1638" y="579"/>
              <a:ext cx="23" cy="27"/>
            </a:xfrm>
            <a:custGeom>
              <a:avLst/>
              <a:ahLst/>
              <a:rect l="0" t="0" r="r" b="b"/>
              <a:pathLst>
                <a:path w="69" h="83">
                  <a:moveTo>
                    <a:pt x="69" y="66"/>
                  </a:moveTo>
                  <a:lnTo>
                    <a:pt x="54" y="33"/>
                  </a:lnTo>
                  <a:lnTo>
                    <a:pt x="40" y="0"/>
                  </a:lnTo>
                  <a:lnTo>
                    <a:pt x="0" y="17"/>
                  </a:lnTo>
                  <a:lnTo>
                    <a:pt x="15" y="50"/>
                  </a:lnTo>
                  <a:lnTo>
                    <a:pt x="29" y="83"/>
                  </a:lnTo>
                  <a:lnTo>
                    <a:pt x="69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52" name=""/>
            <p:cNvSpPr/>
            <p:nvPr/>
          </p:nvSpPr>
          <p:spPr>
            <a:xfrm rot="0">
              <a:off x="1637" y="584"/>
              <a:ext cx="6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16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6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53" name=""/>
            <p:cNvSpPr/>
            <p:nvPr/>
          </p:nvSpPr>
          <p:spPr>
            <a:xfrm rot="0" flipH="1">
              <a:off x="1637" y="5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54" name=""/>
            <p:cNvSpPr/>
            <p:nvPr/>
          </p:nvSpPr>
          <p:spPr>
            <a:xfrm rot="0">
              <a:off x="1624" y="584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70" y="66"/>
                  </a:moveTo>
                  <a:lnTo>
                    <a:pt x="55" y="33"/>
                  </a:lnTo>
                  <a:lnTo>
                    <a:pt x="39" y="0"/>
                  </a:lnTo>
                  <a:lnTo>
                    <a:pt x="0" y="19"/>
                  </a:lnTo>
                  <a:lnTo>
                    <a:pt x="16" y="51"/>
                  </a:lnTo>
                  <a:lnTo>
                    <a:pt x="32" y="84"/>
                  </a:lnTo>
                  <a:lnTo>
                    <a:pt x="7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55" name=""/>
            <p:cNvSpPr/>
            <p:nvPr/>
          </p:nvSpPr>
          <p:spPr>
            <a:xfrm rot="0">
              <a:off x="1624" y="584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70" y="66"/>
                  </a:moveTo>
                  <a:lnTo>
                    <a:pt x="55" y="33"/>
                  </a:lnTo>
                  <a:lnTo>
                    <a:pt x="39" y="0"/>
                  </a:lnTo>
                  <a:lnTo>
                    <a:pt x="0" y="19"/>
                  </a:lnTo>
                  <a:lnTo>
                    <a:pt x="16" y="51"/>
                  </a:lnTo>
                  <a:lnTo>
                    <a:pt x="32" y="84"/>
                  </a:lnTo>
                  <a:lnTo>
                    <a:pt x="7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56" name=""/>
            <p:cNvSpPr/>
            <p:nvPr/>
          </p:nvSpPr>
          <p:spPr>
            <a:xfrm rot="0">
              <a:off x="1624" y="591"/>
              <a:ext cx="6" cy="10"/>
            </a:xfrm>
            <a:custGeom>
              <a:avLst/>
              <a:ahLst/>
              <a:rect l="0" t="0" r="r" b="b"/>
              <a:pathLst>
                <a:path w="17" h="32">
                  <a:moveTo>
                    <a:pt x="17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57" name=""/>
            <p:cNvSpPr/>
            <p:nvPr/>
          </p:nvSpPr>
          <p:spPr>
            <a:xfrm rot="0" flipH="1">
              <a:off x="1624" y="5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58" name=""/>
            <p:cNvSpPr/>
            <p:nvPr/>
          </p:nvSpPr>
          <p:spPr>
            <a:xfrm rot="0">
              <a:off x="1612" y="591"/>
              <a:ext cx="23" cy="28"/>
            </a:xfrm>
            <a:custGeom>
              <a:avLst/>
              <a:ahLst/>
              <a:rect l="0" t="0" r="r" b="b"/>
              <a:pathLst>
                <a:path w="71" h="83">
                  <a:moveTo>
                    <a:pt x="71" y="63"/>
                  </a:moveTo>
                  <a:lnTo>
                    <a:pt x="54" y="31"/>
                  </a:lnTo>
                  <a:lnTo>
                    <a:pt x="37" y="0"/>
                  </a:lnTo>
                  <a:lnTo>
                    <a:pt x="0" y="20"/>
                  </a:lnTo>
                  <a:lnTo>
                    <a:pt x="17" y="51"/>
                  </a:lnTo>
                  <a:lnTo>
                    <a:pt x="34" y="83"/>
                  </a:lnTo>
                  <a:lnTo>
                    <a:pt x="71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59" name=""/>
            <p:cNvSpPr/>
            <p:nvPr/>
          </p:nvSpPr>
          <p:spPr>
            <a:xfrm rot="0">
              <a:off x="1612" y="591"/>
              <a:ext cx="23" cy="28"/>
            </a:xfrm>
            <a:custGeom>
              <a:avLst/>
              <a:ahLst/>
              <a:rect l="0" t="0" r="r" b="b"/>
              <a:pathLst>
                <a:path w="71" h="83">
                  <a:moveTo>
                    <a:pt x="71" y="63"/>
                  </a:moveTo>
                  <a:lnTo>
                    <a:pt x="54" y="31"/>
                  </a:lnTo>
                  <a:lnTo>
                    <a:pt x="37" y="0"/>
                  </a:lnTo>
                  <a:lnTo>
                    <a:pt x="0" y="20"/>
                  </a:lnTo>
                  <a:lnTo>
                    <a:pt x="17" y="51"/>
                  </a:lnTo>
                  <a:lnTo>
                    <a:pt x="34" y="83"/>
                  </a:lnTo>
                  <a:lnTo>
                    <a:pt x="71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60" name=""/>
            <p:cNvSpPr/>
            <p:nvPr/>
          </p:nvSpPr>
          <p:spPr>
            <a:xfrm rot="0">
              <a:off x="1611" y="598"/>
              <a:ext cx="6" cy="10"/>
            </a:xfrm>
            <a:custGeom>
              <a:avLst/>
              <a:ahLst/>
              <a:rect l="0" t="0" r="r" b="b"/>
              <a:pathLst>
                <a:path w="18" h="31">
                  <a:moveTo>
                    <a:pt x="18" y="3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61" name=""/>
            <p:cNvSpPr/>
            <p:nvPr/>
          </p:nvSpPr>
          <p:spPr>
            <a:xfrm rot="0" flipH="1">
              <a:off x="1611" y="5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62" name=""/>
            <p:cNvSpPr/>
            <p:nvPr/>
          </p:nvSpPr>
          <p:spPr>
            <a:xfrm rot="0">
              <a:off x="1599" y="598"/>
              <a:ext cx="25" cy="28"/>
            </a:xfrm>
            <a:custGeom>
              <a:avLst/>
              <a:ahLst/>
              <a:rect l="0" t="0" r="r" b="b"/>
              <a:pathLst>
                <a:path w="74" h="86">
                  <a:moveTo>
                    <a:pt x="74" y="63"/>
                  </a:moveTo>
                  <a:lnTo>
                    <a:pt x="55" y="31"/>
                  </a:lnTo>
                  <a:lnTo>
                    <a:pt x="37" y="0"/>
                  </a:lnTo>
                  <a:lnTo>
                    <a:pt x="0" y="23"/>
                  </a:lnTo>
                  <a:lnTo>
                    <a:pt x="18" y="54"/>
                  </a:lnTo>
                  <a:lnTo>
                    <a:pt x="37" y="86"/>
                  </a:lnTo>
                  <a:lnTo>
                    <a:pt x="7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63" name=""/>
            <p:cNvSpPr/>
            <p:nvPr/>
          </p:nvSpPr>
          <p:spPr>
            <a:xfrm rot="0">
              <a:off x="1599" y="598"/>
              <a:ext cx="25" cy="28"/>
            </a:xfrm>
            <a:custGeom>
              <a:avLst/>
              <a:ahLst/>
              <a:rect l="0" t="0" r="r" b="b"/>
              <a:pathLst>
                <a:path w="74" h="86">
                  <a:moveTo>
                    <a:pt x="74" y="63"/>
                  </a:moveTo>
                  <a:lnTo>
                    <a:pt x="55" y="31"/>
                  </a:lnTo>
                  <a:lnTo>
                    <a:pt x="37" y="0"/>
                  </a:lnTo>
                  <a:lnTo>
                    <a:pt x="0" y="23"/>
                  </a:lnTo>
                  <a:lnTo>
                    <a:pt x="18" y="54"/>
                  </a:lnTo>
                  <a:lnTo>
                    <a:pt x="37" y="86"/>
                  </a:lnTo>
                  <a:lnTo>
                    <a:pt x="7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64" name=""/>
            <p:cNvSpPr/>
            <p:nvPr/>
          </p:nvSpPr>
          <p:spPr>
            <a:xfrm rot="0">
              <a:off x="1598" y="605"/>
              <a:ext cx="7" cy="11"/>
            </a:xfrm>
            <a:custGeom>
              <a:avLst/>
              <a:ahLst/>
              <a:rect l="0" t="0" r="r" b="b"/>
              <a:pathLst>
                <a:path w="20" h="31">
                  <a:moveTo>
                    <a:pt x="20" y="3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65" name=""/>
            <p:cNvSpPr/>
            <p:nvPr/>
          </p:nvSpPr>
          <p:spPr>
            <a:xfrm rot="0" flipH="1">
              <a:off x="1598" y="6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66" name=""/>
            <p:cNvSpPr/>
            <p:nvPr/>
          </p:nvSpPr>
          <p:spPr>
            <a:xfrm rot="0">
              <a:off x="1587" y="606"/>
              <a:ext cx="25" cy="28"/>
            </a:xfrm>
            <a:custGeom>
              <a:avLst/>
              <a:ahLst/>
              <a:rect l="0" t="0" r="r" b="b"/>
              <a:pathLst>
                <a:path w="75" h="84">
                  <a:moveTo>
                    <a:pt x="75" y="60"/>
                  </a:moveTo>
                  <a:lnTo>
                    <a:pt x="55" y="30"/>
                  </a:lnTo>
                  <a:lnTo>
                    <a:pt x="35" y="0"/>
                  </a:lnTo>
                  <a:lnTo>
                    <a:pt x="0" y="24"/>
                  </a:lnTo>
                  <a:lnTo>
                    <a:pt x="19" y="54"/>
                  </a:lnTo>
                  <a:lnTo>
                    <a:pt x="39" y="84"/>
                  </a:lnTo>
                  <a:lnTo>
                    <a:pt x="75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67" name=""/>
            <p:cNvSpPr/>
            <p:nvPr/>
          </p:nvSpPr>
          <p:spPr>
            <a:xfrm rot="0">
              <a:off x="1587" y="606"/>
              <a:ext cx="25" cy="28"/>
            </a:xfrm>
            <a:custGeom>
              <a:avLst/>
              <a:ahLst/>
              <a:rect l="0" t="0" r="r" b="b"/>
              <a:pathLst>
                <a:path w="75" h="84">
                  <a:moveTo>
                    <a:pt x="75" y="60"/>
                  </a:moveTo>
                  <a:lnTo>
                    <a:pt x="55" y="30"/>
                  </a:lnTo>
                  <a:lnTo>
                    <a:pt x="35" y="0"/>
                  </a:lnTo>
                  <a:lnTo>
                    <a:pt x="0" y="24"/>
                  </a:lnTo>
                  <a:lnTo>
                    <a:pt x="19" y="54"/>
                  </a:lnTo>
                  <a:lnTo>
                    <a:pt x="39" y="84"/>
                  </a:lnTo>
                  <a:lnTo>
                    <a:pt x="75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68" name=""/>
            <p:cNvSpPr/>
            <p:nvPr/>
          </p:nvSpPr>
          <p:spPr>
            <a:xfrm rot="0">
              <a:off x="1586" y="614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3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69" name=""/>
            <p:cNvSpPr/>
            <p:nvPr/>
          </p:nvSpPr>
          <p:spPr>
            <a:xfrm rot="0" flipH="1">
              <a:off x="1586" y="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70" name=""/>
            <p:cNvSpPr/>
            <p:nvPr/>
          </p:nvSpPr>
          <p:spPr>
            <a:xfrm rot="0">
              <a:off x="1575" y="614"/>
              <a:ext cx="25" cy="28"/>
            </a:xfrm>
            <a:custGeom>
              <a:avLst/>
              <a:ahLst/>
              <a:rect l="0" t="0" r="r" b="b"/>
              <a:pathLst>
                <a:path w="77" h="83">
                  <a:moveTo>
                    <a:pt x="77" y="57"/>
                  </a:moveTo>
                  <a:lnTo>
                    <a:pt x="55" y="28"/>
                  </a:lnTo>
                  <a:lnTo>
                    <a:pt x="34" y="0"/>
                  </a:lnTo>
                  <a:lnTo>
                    <a:pt x="0" y="26"/>
                  </a:lnTo>
                  <a:lnTo>
                    <a:pt x="21" y="54"/>
                  </a:lnTo>
                  <a:lnTo>
                    <a:pt x="43" y="83"/>
                  </a:lnTo>
                  <a:lnTo>
                    <a:pt x="77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71" name=""/>
            <p:cNvSpPr/>
            <p:nvPr/>
          </p:nvSpPr>
          <p:spPr>
            <a:xfrm rot="0">
              <a:off x="1575" y="614"/>
              <a:ext cx="25" cy="28"/>
            </a:xfrm>
            <a:custGeom>
              <a:avLst/>
              <a:ahLst/>
              <a:rect l="0" t="0" r="r" b="b"/>
              <a:pathLst>
                <a:path w="77" h="83">
                  <a:moveTo>
                    <a:pt x="77" y="57"/>
                  </a:moveTo>
                  <a:lnTo>
                    <a:pt x="55" y="28"/>
                  </a:lnTo>
                  <a:lnTo>
                    <a:pt x="34" y="0"/>
                  </a:lnTo>
                  <a:lnTo>
                    <a:pt x="0" y="26"/>
                  </a:lnTo>
                  <a:lnTo>
                    <a:pt x="21" y="54"/>
                  </a:lnTo>
                  <a:lnTo>
                    <a:pt x="43" y="83"/>
                  </a:lnTo>
                  <a:lnTo>
                    <a:pt x="77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72" name=""/>
            <p:cNvSpPr/>
            <p:nvPr/>
          </p:nvSpPr>
          <p:spPr>
            <a:xfrm rot="0">
              <a:off x="1574" y="623"/>
              <a:ext cx="8" cy="9"/>
            </a:xfrm>
            <a:custGeom>
              <a:avLst/>
              <a:ahLst/>
              <a:rect l="0" t="0" r="r" b="b"/>
              <a:pathLst>
                <a:path w="22" h="28">
                  <a:moveTo>
                    <a:pt x="22" y="28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2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73" name=""/>
            <p:cNvSpPr/>
            <p:nvPr/>
          </p:nvSpPr>
          <p:spPr>
            <a:xfrm rot="0" flipH="1">
              <a:off x="1574" y="6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74" name=""/>
            <p:cNvSpPr/>
            <p:nvPr/>
          </p:nvSpPr>
          <p:spPr>
            <a:xfrm rot="0">
              <a:off x="1563" y="623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78" y="57"/>
                  </a:moveTo>
                  <a:lnTo>
                    <a:pt x="55" y="28"/>
                  </a:lnTo>
                  <a:lnTo>
                    <a:pt x="33" y="0"/>
                  </a:lnTo>
                  <a:lnTo>
                    <a:pt x="0" y="27"/>
                  </a:lnTo>
                  <a:lnTo>
                    <a:pt x="23" y="55"/>
                  </a:lnTo>
                  <a:lnTo>
                    <a:pt x="45" y="84"/>
                  </a:lnTo>
                  <a:lnTo>
                    <a:pt x="78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75" name=""/>
            <p:cNvSpPr/>
            <p:nvPr/>
          </p:nvSpPr>
          <p:spPr>
            <a:xfrm rot="0">
              <a:off x="1563" y="623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78" y="57"/>
                  </a:moveTo>
                  <a:lnTo>
                    <a:pt x="55" y="28"/>
                  </a:lnTo>
                  <a:lnTo>
                    <a:pt x="33" y="0"/>
                  </a:lnTo>
                  <a:lnTo>
                    <a:pt x="0" y="27"/>
                  </a:lnTo>
                  <a:lnTo>
                    <a:pt x="23" y="55"/>
                  </a:lnTo>
                  <a:lnTo>
                    <a:pt x="45" y="84"/>
                  </a:lnTo>
                  <a:lnTo>
                    <a:pt x="78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76" name=""/>
            <p:cNvSpPr/>
            <p:nvPr/>
          </p:nvSpPr>
          <p:spPr>
            <a:xfrm rot="0">
              <a:off x="1563" y="632"/>
              <a:ext cx="8" cy="9"/>
            </a:xfrm>
            <a:custGeom>
              <a:avLst/>
              <a:ahLst/>
              <a:rect l="0" t="0" r="r" b="b"/>
              <a:pathLst>
                <a:path w="25" h="28">
                  <a:moveTo>
                    <a:pt x="25" y="28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77" name=""/>
            <p:cNvSpPr/>
            <p:nvPr/>
          </p:nvSpPr>
          <p:spPr>
            <a:xfrm rot="0" flipH="1">
              <a:off x="1563" y="6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78" name=""/>
            <p:cNvSpPr/>
            <p:nvPr/>
          </p:nvSpPr>
          <p:spPr>
            <a:xfrm rot="0">
              <a:off x="1552" y="632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81" y="54"/>
                  </a:moveTo>
                  <a:lnTo>
                    <a:pt x="57" y="27"/>
                  </a:lnTo>
                  <a:lnTo>
                    <a:pt x="32" y="0"/>
                  </a:lnTo>
                  <a:lnTo>
                    <a:pt x="0" y="29"/>
                  </a:lnTo>
                  <a:lnTo>
                    <a:pt x="24" y="56"/>
                  </a:lnTo>
                  <a:lnTo>
                    <a:pt x="48" y="83"/>
                  </a:lnTo>
                  <a:lnTo>
                    <a:pt x="81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79" name=""/>
            <p:cNvSpPr/>
            <p:nvPr/>
          </p:nvSpPr>
          <p:spPr>
            <a:xfrm rot="0">
              <a:off x="1552" y="632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81" y="54"/>
                  </a:moveTo>
                  <a:lnTo>
                    <a:pt x="57" y="27"/>
                  </a:lnTo>
                  <a:lnTo>
                    <a:pt x="32" y="0"/>
                  </a:lnTo>
                  <a:lnTo>
                    <a:pt x="0" y="29"/>
                  </a:lnTo>
                  <a:lnTo>
                    <a:pt x="24" y="56"/>
                  </a:lnTo>
                  <a:lnTo>
                    <a:pt x="48" y="83"/>
                  </a:lnTo>
                  <a:lnTo>
                    <a:pt x="81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80" name=""/>
            <p:cNvSpPr/>
            <p:nvPr/>
          </p:nvSpPr>
          <p:spPr>
            <a:xfrm rot="0">
              <a:off x="1551" y="642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26" y="27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81" name=""/>
            <p:cNvSpPr/>
            <p:nvPr/>
          </p:nvSpPr>
          <p:spPr>
            <a:xfrm rot="0" flipH="1">
              <a:off x="1551" y="6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82" name=""/>
            <p:cNvSpPr/>
            <p:nvPr/>
          </p:nvSpPr>
          <p:spPr>
            <a:xfrm rot="0">
              <a:off x="1541" y="642"/>
              <a:ext cx="27" cy="27"/>
            </a:xfrm>
            <a:custGeom>
              <a:avLst/>
              <a:ahLst/>
              <a:rect l="0" t="0" r="r" b="b"/>
              <a:pathLst>
                <a:path w="81" h="81">
                  <a:moveTo>
                    <a:pt x="81" y="51"/>
                  </a:moveTo>
                  <a:lnTo>
                    <a:pt x="56" y="26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26" y="55"/>
                  </a:lnTo>
                  <a:lnTo>
                    <a:pt x="52" y="81"/>
                  </a:lnTo>
                  <a:lnTo>
                    <a:pt x="81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83" name=""/>
            <p:cNvSpPr/>
            <p:nvPr/>
          </p:nvSpPr>
          <p:spPr>
            <a:xfrm rot="0">
              <a:off x="1541" y="642"/>
              <a:ext cx="27" cy="27"/>
            </a:xfrm>
            <a:custGeom>
              <a:avLst/>
              <a:ahLst/>
              <a:rect l="0" t="0" r="r" b="b"/>
              <a:pathLst>
                <a:path w="81" h="81">
                  <a:moveTo>
                    <a:pt x="81" y="51"/>
                  </a:moveTo>
                  <a:lnTo>
                    <a:pt x="56" y="26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26" y="55"/>
                  </a:lnTo>
                  <a:lnTo>
                    <a:pt x="52" y="81"/>
                  </a:lnTo>
                  <a:lnTo>
                    <a:pt x="81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84" name=""/>
            <p:cNvSpPr/>
            <p:nvPr/>
          </p:nvSpPr>
          <p:spPr>
            <a:xfrm rot="0">
              <a:off x="1541" y="652"/>
              <a:ext cx="9" cy="9"/>
            </a:xfrm>
            <a:custGeom>
              <a:avLst/>
              <a:ahLst/>
              <a:rect l="0" t="0" r="r" b="b"/>
              <a:pathLst>
                <a:path w="27" h="25">
                  <a:moveTo>
                    <a:pt x="27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85" name=""/>
            <p:cNvSpPr/>
            <p:nvPr/>
          </p:nvSpPr>
          <p:spPr>
            <a:xfrm rot="0" flipH="1">
              <a:off x="1541" y="6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86" name=""/>
            <p:cNvSpPr/>
            <p:nvPr/>
          </p:nvSpPr>
          <p:spPr>
            <a:xfrm rot="0">
              <a:off x="1531" y="653"/>
              <a:ext cx="28" cy="26"/>
            </a:xfrm>
            <a:custGeom>
              <a:avLst/>
              <a:ahLst/>
              <a:rect l="0" t="0" r="r" b="b"/>
              <a:pathLst>
                <a:path w="83" h="80">
                  <a:moveTo>
                    <a:pt x="83" y="49"/>
                  </a:moveTo>
                  <a:lnTo>
                    <a:pt x="56" y="24"/>
                  </a:lnTo>
                  <a:lnTo>
                    <a:pt x="29" y="0"/>
                  </a:lnTo>
                  <a:lnTo>
                    <a:pt x="0" y="32"/>
                  </a:lnTo>
                  <a:lnTo>
                    <a:pt x="27" y="56"/>
                  </a:lnTo>
                  <a:lnTo>
                    <a:pt x="54" y="80"/>
                  </a:lnTo>
                  <a:lnTo>
                    <a:pt x="83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87" name=""/>
            <p:cNvSpPr/>
            <p:nvPr/>
          </p:nvSpPr>
          <p:spPr>
            <a:xfrm rot="0">
              <a:off x="1531" y="653"/>
              <a:ext cx="28" cy="26"/>
            </a:xfrm>
            <a:custGeom>
              <a:avLst/>
              <a:ahLst/>
              <a:rect l="0" t="0" r="r" b="b"/>
              <a:pathLst>
                <a:path w="83" h="80">
                  <a:moveTo>
                    <a:pt x="83" y="49"/>
                  </a:moveTo>
                  <a:lnTo>
                    <a:pt x="56" y="24"/>
                  </a:lnTo>
                  <a:lnTo>
                    <a:pt x="29" y="0"/>
                  </a:lnTo>
                  <a:lnTo>
                    <a:pt x="0" y="32"/>
                  </a:lnTo>
                  <a:lnTo>
                    <a:pt x="27" y="56"/>
                  </a:lnTo>
                  <a:lnTo>
                    <a:pt x="54" y="80"/>
                  </a:lnTo>
                  <a:lnTo>
                    <a:pt x="83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88" name=""/>
            <p:cNvSpPr/>
            <p:nvPr/>
          </p:nvSpPr>
          <p:spPr>
            <a:xfrm rot="0">
              <a:off x="1531" y="663"/>
              <a:ext cx="9" cy="8"/>
            </a:xfrm>
            <a:custGeom>
              <a:avLst/>
              <a:ahLst/>
              <a:rect l="0" t="0" r="r" b="b"/>
              <a:pathLst>
                <a:path w="27" h="24">
                  <a:moveTo>
                    <a:pt x="27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89" name=""/>
            <p:cNvSpPr/>
            <p:nvPr/>
          </p:nvSpPr>
          <p:spPr>
            <a:xfrm rot="0">
              <a:off x="1531" y="6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90" name=""/>
            <p:cNvSpPr/>
            <p:nvPr/>
          </p:nvSpPr>
          <p:spPr>
            <a:xfrm rot="0">
              <a:off x="1522" y="663"/>
              <a:ext cx="27" cy="27"/>
            </a:xfrm>
            <a:custGeom>
              <a:avLst/>
              <a:ahLst/>
              <a:rect l="0" t="0" r="r" b="b"/>
              <a:pathLst>
                <a:path w="82" h="81">
                  <a:moveTo>
                    <a:pt x="82" y="48"/>
                  </a:moveTo>
                  <a:lnTo>
                    <a:pt x="55" y="24"/>
                  </a:lnTo>
                  <a:lnTo>
                    <a:pt x="28" y="0"/>
                  </a:lnTo>
                  <a:lnTo>
                    <a:pt x="0" y="32"/>
                  </a:lnTo>
                  <a:lnTo>
                    <a:pt x="27" y="57"/>
                  </a:lnTo>
                  <a:lnTo>
                    <a:pt x="54" y="81"/>
                  </a:lnTo>
                  <a:lnTo>
                    <a:pt x="82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91" name=""/>
            <p:cNvSpPr/>
            <p:nvPr/>
          </p:nvSpPr>
          <p:spPr>
            <a:xfrm rot="0">
              <a:off x="1522" y="663"/>
              <a:ext cx="27" cy="27"/>
            </a:xfrm>
            <a:custGeom>
              <a:avLst/>
              <a:ahLst/>
              <a:rect l="0" t="0" r="r" b="b"/>
              <a:pathLst>
                <a:path w="82" h="81">
                  <a:moveTo>
                    <a:pt x="82" y="48"/>
                  </a:moveTo>
                  <a:lnTo>
                    <a:pt x="55" y="24"/>
                  </a:lnTo>
                  <a:lnTo>
                    <a:pt x="28" y="0"/>
                  </a:lnTo>
                  <a:lnTo>
                    <a:pt x="0" y="32"/>
                  </a:lnTo>
                  <a:lnTo>
                    <a:pt x="27" y="57"/>
                  </a:lnTo>
                  <a:lnTo>
                    <a:pt x="54" y="81"/>
                  </a:lnTo>
                  <a:lnTo>
                    <a:pt x="82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92" name=""/>
            <p:cNvSpPr/>
            <p:nvPr/>
          </p:nvSpPr>
          <p:spPr>
            <a:xfrm rot="0">
              <a:off x="1521" y="674"/>
              <a:ext cx="10" cy="8"/>
            </a:xfrm>
            <a:custGeom>
              <a:avLst/>
              <a:ahLst/>
              <a:rect l="0" t="0" r="r" b="b"/>
              <a:pathLst>
                <a:path w="29" h="25">
                  <a:moveTo>
                    <a:pt x="29" y="25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93" name=""/>
            <p:cNvSpPr/>
            <p:nvPr/>
          </p:nvSpPr>
          <p:spPr>
            <a:xfrm rot="0" flipH="1">
              <a:off x="1521" y="6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94" name=""/>
            <p:cNvSpPr/>
            <p:nvPr/>
          </p:nvSpPr>
          <p:spPr>
            <a:xfrm rot="0">
              <a:off x="1513" y="675"/>
              <a:ext cx="27" cy="26"/>
            </a:xfrm>
            <a:custGeom>
              <a:avLst/>
              <a:ahLst/>
              <a:rect l="0" t="0" r="r" b="b"/>
              <a:pathLst>
                <a:path w="82" h="77">
                  <a:moveTo>
                    <a:pt x="82" y="43"/>
                  </a:moveTo>
                  <a:lnTo>
                    <a:pt x="54" y="22"/>
                  </a:lnTo>
                  <a:lnTo>
                    <a:pt x="25" y="0"/>
                  </a:lnTo>
                  <a:lnTo>
                    <a:pt x="0" y="34"/>
                  </a:lnTo>
                  <a:lnTo>
                    <a:pt x="28" y="56"/>
                  </a:lnTo>
                  <a:lnTo>
                    <a:pt x="57" y="77"/>
                  </a:lnTo>
                  <a:lnTo>
                    <a:pt x="82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95" name=""/>
            <p:cNvSpPr/>
            <p:nvPr/>
          </p:nvSpPr>
          <p:spPr>
            <a:xfrm rot="0">
              <a:off x="1513" y="675"/>
              <a:ext cx="27" cy="26"/>
            </a:xfrm>
            <a:custGeom>
              <a:avLst/>
              <a:ahLst/>
              <a:rect l="0" t="0" r="r" b="b"/>
              <a:pathLst>
                <a:path w="82" h="77">
                  <a:moveTo>
                    <a:pt x="82" y="43"/>
                  </a:moveTo>
                  <a:lnTo>
                    <a:pt x="54" y="22"/>
                  </a:lnTo>
                  <a:lnTo>
                    <a:pt x="25" y="0"/>
                  </a:lnTo>
                  <a:lnTo>
                    <a:pt x="0" y="34"/>
                  </a:lnTo>
                  <a:lnTo>
                    <a:pt x="28" y="56"/>
                  </a:lnTo>
                  <a:lnTo>
                    <a:pt x="57" y="77"/>
                  </a:lnTo>
                  <a:lnTo>
                    <a:pt x="82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96" name=""/>
            <p:cNvSpPr/>
            <p:nvPr/>
          </p:nvSpPr>
          <p:spPr>
            <a:xfrm rot="0">
              <a:off x="1512" y="686"/>
              <a:ext cx="10" cy="8"/>
            </a:xfrm>
            <a:custGeom>
              <a:avLst/>
              <a:ahLst/>
              <a:rect l="0" t="0" r="r" b="b"/>
              <a:pathLst>
                <a:path w="30" h="22">
                  <a:moveTo>
                    <a:pt x="30" y="2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97" name=""/>
            <p:cNvSpPr/>
            <p:nvPr/>
          </p:nvSpPr>
          <p:spPr>
            <a:xfrm rot="0" flipH="1">
              <a:off x="1512" y="6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69998" name=""/>
            <p:cNvSpPr/>
            <p:nvPr/>
          </p:nvSpPr>
          <p:spPr>
            <a:xfrm rot="0">
              <a:off x="1504" y="687"/>
              <a:ext cx="28" cy="25"/>
            </a:xfrm>
            <a:custGeom>
              <a:avLst/>
              <a:ahLst/>
              <a:rect l="0" t="0" r="r" b="b"/>
              <a:pathLst>
                <a:path w="84" h="75">
                  <a:moveTo>
                    <a:pt x="84" y="40"/>
                  </a:moveTo>
                  <a:lnTo>
                    <a:pt x="54" y="20"/>
                  </a:lnTo>
                  <a:lnTo>
                    <a:pt x="24" y="0"/>
                  </a:lnTo>
                  <a:lnTo>
                    <a:pt x="0" y="35"/>
                  </a:lnTo>
                  <a:lnTo>
                    <a:pt x="30" y="55"/>
                  </a:lnTo>
                  <a:lnTo>
                    <a:pt x="60" y="75"/>
                  </a:lnTo>
                  <a:lnTo>
                    <a:pt x="8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69999" name=""/>
            <p:cNvSpPr/>
            <p:nvPr/>
          </p:nvSpPr>
          <p:spPr>
            <a:xfrm rot="0">
              <a:off x="1504" y="687"/>
              <a:ext cx="28" cy="25"/>
            </a:xfrm>
            <a:custGeom>
              <a:avLst/>
              <a:ahLst/>
              <a:rect l="0" t="0" r="r" b="b"/>
              <a:pathLst>
                <a:path w="84" h="75">
                  <a:moveTo>
                    <a:pt x="84" y="40"/>
                  </a:moveTo>
                  <a:lnTo>
                    <a:pt x="54" y="20"/>
                  </a:lnTo>
                  <a:lnTo>
                    <a:pt x="24" y="0"/>
                  </a:lnTo>
                  <a:lnTo>
                    <a:pt x="0" y="35"/>
                  </a:lnTo>
                  <a:lnTo>
                    <a:pt x="30" y="55"/>
                  </a:lnTo>
                  <a:lnTo>
                    <a:pt x="60" y="75"/>
                  </a:lnTo>
                  <a:lnTo>
                    <a:pt x="84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00" name=""/>
            <p:cNvSpPr/>
            <p:nvPr/>
          </p:nvSpPr>
          <p:spPr>
            <a:xfrm rot="0">
              <a:off x="1504" y="699"/>
              <a:ext cx="10" cy="6"/>
            </a:xfrm>
            <a:custGeom>
              <a:avLst/>
              <a:ahLst/>
              <a:rect l="0" t="0" r="r" b="b"/>
              <a:pathLst>
                <a:path w="30" h="20">
                  <a:moveTo>
                    <a:pt x="3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01" name=""/>
            <p:cNvSpPr/>
            <p:nvPr/>
          </p:nvSpPr>
          <p:spPr>
            <a:xfrm rot="0">
              <a:off x="1504" y="6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02" name=""/>
            <p:cNvSpPr/>
            <p:nvPr/>
          </p:nvSpPr>
          <p:spPr>
            <a:xfrm rot="0">
              <a:off x="1497" y="699"/>
              <a:ext cx="27" cy="25"/>
            </a:xfrm>
            <a:custGeom>
              <a:avLst/>
              <a:ahLst/>
              <a:rect l="0" t="0" r="r" b="b"/>
              <a:pathLst>
                <a:path w="83" h="76">
                  <a:moveTo>
                    <a:pt x="83" y="40"/>
                  </a:moveTo>
                  <a:lnTo>
                    <a:pt x="53" y="20"/>
                  </a:lnTo>
                  <a:lnTo>
                    <a:pt x="23" y="0"/>
                  </a:lnTo>
                  <a:lnTo>
                    <a:pt x="0" y="36"/>
                  </a:lnTo>
                  <a:lnTo>
                    <a:pt x="30" y="56"/>
                  </a:lnTo>
                  <a:lnTo>
                    <a:pt x="60" y="76"/>
                  </a:lnTo>
                  <a:lnTo>
                    <a:pt x="83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03" name=""/>
            <p:cNvSpPr/>
            <p:nvPr/>
          </p:nvSpPr>
          <p:spPr>
            <a:xfrm rot="0">
              <a:off x="1497" y="699"/>
              <a:ext cx="27" cy="25"/>
            </a:xfrm>
            <a:custGeom>
              <a:avLst/>
              <a:ahLst/>
              <a:rect l="0" t="0" r="r" b="b"/>
              <a:pathLst>
                <a:path w="83" h="76">
                  <a:moveTo>
                    <a:pt x="83" y="40"/>
                  </a:moveTo>
                  <a:lnTo>
                    <a:pt x="53" y="20"/>
                  </a:lnTo>
                  <a:lnTo>
                    <a:pt x="23" y="0"/>
                  </a:lnTo>
                  <a:lnTo>
                    <a:pt x="0" y="36"/>
                  </a:lnTo>
                  <a:lnTo>
                    <a:pt x="30" y="56"/>
                  </a:lnTo>
                  <a:lnTo>
                    <a:pt x="60" y="76"/>
                  </a:lnTo>
                  <a:lnTo>
                    <a:pt x="83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04" name=""/>
            <p:cNvSpPr/>
            <p:nvPr/>
          </p:nvSpPr>
          <p:spPr>
            <a:xfrm rot="0">
              <a:off x="1496" y="711"/>
              <a:ext cx="11" cy="6"/>
            </a:xfrm>
            <a:custGeom>
              <a:avLst/>
              <a:ahLst/>
              <a:rect l="0" t="0" r="r" b="b"/>
              <a:pathLst>
                <a:path w="32" h="20">
                  <a:moveTo>
                    <a:pt x="32" y="2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05" name=""/>
            <p:cNvSpPr/>
            <p:nvPr/>
          </p:nvSpPr>
          <p:spPr>
            <a:xfrm rot="0" flipH="1">
              <a:off x="1496" y="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06" name=""/>
            <p:cNvSpPr/>
            <p:nvPr/>
          </p:nvSpPr>
          <p:spPr>
            <a:xfrm rot="0">
              <a:off x="1489" y="712"/>
              <a:ext cx="29" cy="24"/>
            </a:xfrm>
            <a:custGeom>
              <a:avLst/>
              <a:ahLst/>
              <a:rect l="0" t="0" r="r" b="b"/>
              <a:pathLst>
                <a:path w="85" h="72">
                  <a:moveTo>
                    <a:pt x="85" y="34"/>
                  </a:moveTo>
                  <a:lnTo>
                    <a:pt x="52" y="17"/>
                  </a:lnTo>
                  <a:lnTo>
                    <a:pt x="20" y="0"/>
                  </a:lnTo>
                  <a:lnTo>
                    <a:pt x="0" y="38"/>
                  </a:lnTo>
                  <a:lnTo>
                    <a:pt x="32" y="55"/>
                  </a:lnTo>
                  <a:lnTo>
                    <a:pt x="65" y="72"/>
                  </a:lnTo>
                  <a:lnTo>
                    <a:pt x="8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07" name=""/>
            <p:cNvSpPr/>
            <p:nvPr/>
          </p:nvSpPr>
          <p:spPr>
            <a:xfrm rot="0">
              <a:off x="1489" y="712"/>
              <a:ext cx="29" cy="24"/>
            </a:xfrm>
            <a:custGeom>
              <a:avLst/>
              <a:ahLst/>
              <a:rect l="0" t="0" r="r" b="b"/>
              <a:pathLst>
                <a:path w="85" h="72">
                  <a:moveTo>
                    <a:pt x="85" y="34"/>
                  </a:moveTo>
                  <a:lnTo>
                    <a:pt x="52" y="17"/>
                  </a:lnTo>
                  <a:lnTo>
                    <a:pt x="20" y="0"/>
                  </a:lnTo>
                  <a:lnTo>
                    <a:pt x="0" y="38"/>
                  </a:lnTo>
                  <a:lnTo>
                    <a:pt x="32" y="55"/>
                  </a:lnTo>
                  <a:lnTo>
                    <a:pt x="65" y="72"/>
                  </a:lnTo>
                  <a:lnTo>
                    <a:pt x="85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08" name=""/>
            <p:cNvSpPr/>
            <p:nvPr/>
          </p:nvSpPr>
          <p:spPr>
            <a:xfrm rot="0">
              <a:off x="1489" y="724"/>
              <a:ext cx="11" cy="6"/>
            </a:xfrm>
            <a:custGeom>
              <a:avLst/>
              <a:ahLst/>
              <a:rect l="0" t="0" r="r" b="b"/>
              <a:pathLst>
                <a:path w="32" h="17">
                  <a:moveTo>
                    <a:pt x="32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09" name=""/>
            <p:cNvSpPr/>
            <p:nvPr/>
          </p:nvSpPr>
          <p:spPr>
            <a:xfrm rot="0">
              <a:off x="1489" y="7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10" name=""/>
            <p:cNvSpPr/>
            <p:nvPr/>
          </p:nvSpPr>
          <p:spPr>
            <a:xfrm rot="0">
              <a:off x="1483" y="724"/>
              <a:ext cx="28" cy="25"/>
            </a:xfrm>
            <a:custGeom>
              <a:avLst/>
              <a:ahLst/>
              <a:rect l="0" t="0" r="r" b="b"/>
              <a:pathLst>
                <a:path w="85" h="73">
                  <a:moveTo>
                    <a:pt x="85" y="34"/>
                  </a:moveTo>
                  <a:lnTo>
                    <a:pt x="52" y="17"/>
                  </a:lnTo>
                  <a:lnTo>
                    <a:pt x="20" y="0"/>
                  </a:lnTo>
                  <a:lnTo>
                    <a:pt x="0" y="39"/>
                  </a:lnTo>
                  <a:lnTo>
                    <a:pt x="32" y="56"/>
                  </a:lnTo>
                  <a:lnTo>
                    <a:pt x="65" y="73"/>
                  </a:lnTo>
                  <a:lnTo>
                    <a:pt x="8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11" name=""/>
            <p:cNvSpPr/>
            <p:nvPr/>
          </p:nvSpPr>
          <p:spPr>
            <a:xfrm rot="0">
              <a:off x="1483" y="724"/>
              <a:ext cx="28" cy="25"/>
            </a:xfrm>
            <a:custGeom>
              <a:avLst/>
              <a:ahLst/>
              <a:rect l="0" t="0" r="r" b="b"/>
              <a:pathLst>
                <a:path w="85" h="73">
                  <a:moveTo>
                    <a:pt x="85" y="34"/>
                  </a:moveTo>
                  <a:lnTo>
                    <a:pt x="52" y="17"/>
                  </a:lnTo>
                  <a:lnTo>
                    <a:pt x="20" y="0"/>
                  </a:lnTo>
                  <a:lnTo>
                    <a:pt x="0" y="39"/>
                  </a:lnTo>
                  <a:lnTo>
                    <a:pt x="32" y="56"/>
                  </a:lnTo>
                  <a:lnTo>
                    <a:pt x="65" y="73"/>
                  </a:lnTo>
                  <a:lnTo>
                    <a:pt x="85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12" name=""/>
            <p:cNvSpPr/>
            <p:nvPr/>
          </p:nvSpPr>
          <p:spPr>
            <a:xfrm rot="0">
              <a:off x="1483" y="737"/>
              <a:ext cx="10" cy="6"/>
            </a:xfrm>
            <a:custGeom>
              <a:avLst/>
              <a:ahLst/>
              <a:rect l="0" t="0" r="r" b="b"/>
              <a:pathLst>
                <a:path w="32" h="17">
                  <a:moveTo>
                    <a:pt x="32" y="17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13" name=""/>
            <p:cNvSpPr/>
            <p:nvPr/>
          </p:nvSpPr>
          <p:spPr>
            <a:xfrm rot="0">
              <a:off x="1483" y="7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14" name=""/>
            <p:cNvSpPr/>
            <p:nvPr/>
          </p:nvSpPr>
          <p:spPr>
            <a:xfrm rot="0">
              <a:off x="1477" y="738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82" y="28"/>
                  </a:moveTo>
                  <a:lnTo>
                    <a:pt x="49" y="14"/>
                  </a:lnTo>
                  <a:lnTo>
                    <a:pt x="17" y="0"/>
                  </a:lnTo>
                  <a:lnTo>
                    <a:pt x="0" y="38"/>
                  </a:lnTo>
                  <a:lnTo>
                    <a:pt x="32" y="52"/>
                  </a:lnTo>
                  <a:lnTo>
                    <a:pt x="65" y="66"/>
                  </a:lnTo>
                  <a:lnTo>
                    <a:pt x="82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15" name=""/>
            <p:cNvSpPr/>
            <p:nvPr/>
          </p:nvSpPr>
          <p:spPr>
            <a:xfrm rot="0">
              <a:off x="1477" y="738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82" y="28"/>
                  </a:moveTo>
                  <a:lnTo>
                    <a:pt x="49" y="14"/>
                  </a:lnTo>
                  <a:lnTo>
                    <a:pt x="17" y="0"/>
                  </a:lnTo>
                  <a:lnTo>
                    <a:pt x="0" y="38"/>
                  </a:lnTo>
                  <a:lnTo>
                    <a:pt x="32" y="52"/>
                  </a:lnTo>
                  <a:lnTo>
                    <a:pt x="65" y="66"/>
                  </a:lnTo>
                  <a:lnTo>
                    <a:pt x="82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16" name=""/>
            <p:cNvSpPr/>
            <p:nvPr/>
          </p:nvSpPr>
          <p:spPr>
            <a:xfrm rot="0">
              <a:off x="1476" y="751"/>
              <a:ext cx="12" cy="5"/>
            </a:xfrm>
            <a:custGeom>
              <a:avLst/>
              <a:ahLst/>
              <a:rect l="0" t="0" r="r" b="b"/>
              <a:pathLst>
                <a:path w="34" h="14">
                  <a:moveTo>
                    <a:pt x="34" y="1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17" name=""/>
            <p:cNvSpPr/>
            <p:nvPr/>
          </p:nvSpPr>
          <p:spPr>
            <a:xfrm rot="0" flipH="1">
              <a:off x="1476" y="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18" name=""/>
            <p:cNvSpPr/>
            <p:nvPr/>
          </p:nvSpPr>
          <p:spPr>
            <a:xfrm rot="0">
              <a:off x="1471" y="751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84" y="26"/>
                  </a:moveTo>
                  <a:lnTo>
                    <a:pt x="49" y="13"/>
                  </a:lnTo>
                  <a:lnTo>
                    <a:pt x="15" y="0"/>
                  </a:lnTo>
                  <a:lnTo>
                    <a:pt x="0" y="40"/>
                  </a:lnTo>
                  <a:lnTo>
                    <a:pt x="34" y="53"/>
                  </a:lnTo>
                  <a:lnTo>
                    <a:pt x="68" y="66"/>
                  </a:lnTo>
                  <a:lnTo>
                    <a:pt x="8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19" name=""/>
            <p:cNvSpPr/>
            <p:nvPr/>
          </p:nvSpPr>
          <p:spPr>
            <a:xfrm rot="0">
              <a:off x="1471" y="751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84" y="26"/>
                  </a:moveTo>
                  <a:lnTo>
                    <a:pt x="49" y="13"/>
                  </a:lnTo>
                  <a:lnTo>
                    <a:pt x="15" y="0"/>
                  </a:lnTo>
                  <a:lnTo>
                    <a:pt x="0" y="40"/>
                  </a:lnTo>
                  <a:lnTo>
                    <a:pt x="34" y="53"/>
                  </a:lnTo>
                  <a:lnTo>
                    <a:pt x="68" y="66"/>
                  </a:lnTo>
                  <a:lnTo>
                    <a:pt x="8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20" name=""/>
            <p:cNvSpPr/>
            <p:nvPr/>
          </p:nvSpPr>
          <p:spPr>
            <a:xfrm rot="0">
              <a:off x="1471" y="765"/>
              <a:ext cx="23" cy="16"/>
            </a:xfrm>
            <a:custGeom>
              <a:avLst/>
              <a:ahLst/>
              <a:rect l="0" t="0" r="r" b="b"/>
              <a:pathLst>
                <a:path w="70" h="49">
                  <a:moveTo>
                    <a:pt x="36" y="13"/>
                  </a:moveTo>
                  <a:lnTo>
                    <a:pt x="70" y="26"/>
                  </a:lnTo>
                  <a:lnTo>
                    <a:pt x="64" y="36"/>
                  </a:lnTo>
                  <a:lnTo>
                    <a:pt x="56" y="43"/>
                  </a:lnTo>
                  <a:lnTo>
                    <a:pt x="44" y="49"/>
                  </a:lnTo>
                  <a:lnTo>
                    <a:pt x="33" y="49"/>
                  </a:lnTo>
                  <a:lnTo>
                    <a:pt x="23" y="47"/>
                  </a:lnTo>
                  <a:lnTo>
                    <a:pt x="13" y="42"/>
                  </a:lnTo>
                  <a:lnTo>
                    <a:pt x="6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2" y="0"/>
                  </a:lnTo>
                  <a:lnTo>
                    <a:pt x="3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21" name=""/>
            <p:cNvSpPr/>
            <p:nvPr/>
          </p:nvSpPr>
          <p:spPr>
            <a:xfrm rot="0">
              <a:off x="1471" y="765"/>
              <a:ext cx="23" cy="16"/>
            </a:xfrm>
            <a:custGeom>
              <a:avLst/>
              <a:ahLst/>
              <a:rect l="0" t="0" r="r" b="b"/>
              <a:pathLst>
                <a:path w="70" h="49">
                  <a:moveTo>
                    <a:pt x="70" y="26"/>
                  </a:moveTo>
                  <a:lnTo>
                    <a:pt x="64" y="36"/>
                  </a:lnTo>
                  <a:lnTo>
                    <a:pt x="56" y="43"/>
                  </a:lnTo>
                  <a:lnTo>
                    <a:pt x="44" y="49"/>
                  </a:lnTo>
                  <a:lnTo>
                    <a:pt x="33" y="49"/>
                  </a:lnTo>
                  <a:lnTo>
                    <a:pt x="23" y="47"/>
                  </a:lnTo>
                  <a:lnTo>
                    <a:pt x="13" y="42"/>
                  </a:lnTo>
                  <a:lnTo>
                    <a:pt x="6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22" name=""/>
            <p:cNvSpPr/>
            <p:nvPr/>
          </p:nvSpPr>
          <p:spPr>
            <a:xfrm rot="0">
              <a:off x="1638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23" name=""/>
            <p:cNvSpPr/>
            <p:nvPr/>
          </p:nvSpPr>
          <p:spPr>
            <a:xfrm rot="0">
              <a:off x="1638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24" name=""/>
            <p:cNvSpPr/>
            <p:nvPr/>
          </p:nvSpPr>
          <p:spPr>
            <a:xfrm rot="0">
              <a:off x="1483" y="757"/>
              <a:ext cx="155" cy="24"/>
            </a:xfrm>
            <a:custGeom>
              <a:avLst/>
              <a:ahLst/>
              <a:rect l="0" t="0" r="r" b="b"/>
              <a:pathLst>
                <a:path w="465" h="73">
                  <a:moveTo>
                    <a:pt x="465" y="73"/>
                  </a:moveTo>
                  <a:lnTo>
                    <a:pt x="465" y="37"/>
                  </a:lnTo>
                  <a:lnTo>
                    <a:pt x="46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65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25" name=""/>
            <p:cNvSpPr/>
            <p:nvPr/>
          </p:nvSpPr>
          <p:spPr>
            <a:xfrm rot="0">
              <a:off x="1483" y="757"/>
              <a:ext cx="155" cy="24"/>
            </a:xfrm>
            <a:custGeom>
              <a:avLst/>
              <a:ahLst/>
              <a:rect l="0" t="0" r="r" b="b"/>
              <a:pathLst>
                <a:path w="465" h="73">
                  <a:moveTo>
                    <a:pt x="465" y="73"/>
                  </a:moveTo>
                  <a:lnTo>
                    <a:pt x="465" y="37"/>
                  </a:lnTo>
                  <a:lnTo>
                    <a:pt x="46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65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26" name=""/>
            <p:cNvSpPr/>
            <p:nvPr/>
          </p:nvSpPr>
          <p:spPr>
            <a:xfrm rot="0">
              <a:off x="1471" y="75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27" name=""/>
            <p:cNvSpPr/>
            <p:nvPr/>
          </p:nvSpPr>
          <p:spPr>
            <a:xfrm rot="0">
              <a:off x="1471" y="75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28" name=""/>
            <p:cNvSpPr/>
            <p:nvPr/>
          </p:nvSpPr>
          <p:spPr>
            <a:xfrm rot="0">
              <a:off x="2051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5" y="26"/>
                  </a:lnTo>
                  <a:lnTo>
                    <a:pt x="37" y="37"/>
                  </a:lnTo>
                  <a:lnTo>
                    <a:pt x="35" y="49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29" name=""/>
            <p:cNvSpPr/>
            <p:nvPr/>
          </p:nvSpPr>
          <p:spPr>
            <a:xfrm rot="0">
              <a:off x="2051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5" y="26"/>
                  </a:lnTo>
                  <a:lnTo>
                    <a:pt x="37" y="37"/>
                  </a:lnTo>
                  <a:lnTo>
                    <a:pt x="35" y="49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30" name=""/>
            <p:cNvSpPr/>
            <p:nvPr/>
          </p:nvSpPr>
          <p:spPr>
            <a:xfrm rot="0">
              <a:off x="1896" y="757"/>
              <a:ext cx="155" cy="24"/>
            </a:xfrm>
            <a:custGeom>
              <a:avLst/>
              <a:ahLst/>
              <a:rect l="0" t="0" r="r" b="b"/>
              <a:pathLst>
                <a:path w="464" h="73">
                  <a:moveTo>
                    <a:pt x="464" y="73"/>
                  </a:moveTo>
                  <a:lnTo>
                    <a:pt x="464" y="37"/>
                  </a:lnTo>
                  <a:lnTo>
                    <a:pt x="464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64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31" name=""/>
            <p:cNvSpPr/>
            <p:nvPr/>
          </p:nvSpPr>
          <p:spPr>
            <a:xfrm rot="0">
              <a:off x="1896" y="757"/>
              <a:ext cx="155" cy="24"/>
            </a:xfrm>
            <a:custGeom>
              <a:avLst/>
              <a:ahLst/>
              <a:rect l="0" t="0" r="r" b="b"/>
              <a:pathLst>
                <a:path w="464" h="73">
                  <a:moveTo>
                    <a:pt x="464" y="73"/>
                  </a:moveTo>
                  <a:lnTo>
                    <a:pt x="464" y="37"/>
                  </a:lnTo>
                  <a:lnTo>
                    <a:pt x="464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64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32" name=""/>
            <p:cNvSpPr/>
            <p:nvPr/>
          </p:nvSpPr>
          <p:spPr>
            <a:xfrm rot="0">
              <a:off x="1885" y="757"/>
              <a:ext cx="11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33" name=""/>
            <p:cNvSpPr/>
            <p:nvPr/>
          </p:nvSpPr>
          <p:spPr>
            <a:xfrm rot="0">
              <a:off x="1885" y="757"/>
              <a:ext cx="11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34" name=""/>
            <p:cNvSpPr/>
            <p:nvPr/>
          </p:nvSpPr>
          <p:spPr>
            <a:xfrm rot="0">
              <a:off x="1471" y="757"/>
              <a:ext cx="23" cy="16"/>
            </a:xfrm>
            <a:custGeom>
              <a:avLst/>
              <a:ahLst/>
              <a:rect l="0" t="0" r="r" b="b"/>
              <a:pathLst>
                <a:path w="69" h="47">
                  <a:moveTo>
                    <a:pt x="34" y="35"/>
                  </a:moveTo>
                  <a:lnTo>
                    <a:pt x="0" y="24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5"/>
                  </a:lnTo>
                  <a:lnTo>
                    <a:pt x="62" y="14"/>
                  </a:lnTo>
                  <a:lnTo>
                    <a:pt x="68" y="24"/>
                  </a:lnTo>
                  <a:lnTo>
                    <a:pt x="69" y="35"/>
                  </a:lnTo>
                  <a:lnTo>
                    <a:pt x="68" y="47"/>
                  </a:lnTo>
                  <a:lnTo>
                    <a:pt x="3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35" name=""/>
            <p:cNvSpPr/>
            <p:nvPr/>
          </p:nvSpPr>
          <p:spPr>
            <a:xfrm rot="0">
              <a:off x="1471" y="757"/>
              <a:ext cx="23" cy="16"/>
            </a:xfrm>
            <a:custGeom>
              <a:avLst/>
              <a:ahLst/>
              <a:rect l="0" t="0" r="r" b="b"/>
              <a:pathLst>
                <a:path w="69" h="47">
                  <a:moveTo>
                    <a:pt x="0" y="24"/>
                  </a:moveTo>
                  <a:lnTo>
                    <a:pt x="4" y="14"/>
                  </a:lnTo>
                  <a:lnTo>
                    <a:pt x="12" y="7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5"/>
                  </a:lnTo>
                  <a:lnTo>
                    <a:pt x="62" y="14"/>
                  </a:lnTo>
                  <a:lnTo>
                    <a:pt x="68" y="24"/>
                  </a:lnTo>
                  <a:lnTo>
                    <a:pt x="69" y="35"/>
                  </a:lnTo>
                  <a:lnTo>
                    <a:pt x="68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36" name=""/>
            <p:cNvSpPr/>
            <p:nvPr/>
          </p:nvSpPr>
          <p:spPr>
            <a:xfrm rot="0">
              <a:off x="1467" y="765"/>
              <a:ext cx="27" cy="22"/>
            </a:xfrm>
            <a:custGeom>
              <a:avLst/>
              <a:ahLst/>
              <a:rect l="0" t="0" r="r" b="b"/>
              <a:pathLst>
                <a:path w="81" h="64">
                  <a:moveTo>
                    <a:pt x="81" y="23"/>
                  </a:moveTo>
                  <a:lnTo>
                    <a:pt x="47" y="11"/>
                  </a:lnTo>
                  <a:lnTo>
                    <a:pt x="13" y="0"/>
                  </a:lnTo>
                  <a:lnTo>
                    <a:pt x="0" y="41"/>
                  </a:lnTo>
                  <a:lnTo>
                    <a:pt x="34" y="52"/>
                  </a:lnTo>
                  <a:lnTo>
                    <a:pt x="68" y="64"/>
                  </a:lnTo>
                  <a:lnTo>
                    <a:pt x="81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37" name=""/>
            <p:cNvSpPr/>
            <p:nvPr/>
          </p:nvSpPr>
          <p:spPr>
            <a:xfrm rot="0">
              <a:off x="1467" y="765"/>
              <a:ext cx="27" cy="22"/>
            </a:xfrm>
            <a:custGeom>
              <a:avLst/>
              <a:ahLst/>
              <a:rect l="0" t="0" r="r" b="b"/>
              <a:pathLst>
                <a:path w="81" h="64">
                  <a:moveTo>
                    <a:pt x="81" y="23"/>
                  </a:moveTo>
                  <a:lnTo>
                    <a:pt x="47" y="11"/>
                  </a:lnTo>
                  <a:lnTo>
                    <a:pt x="13" y="0"/>
                  </a:lnTo>
                  <a:lnTo>
                    <a:pt x="0" y="41"/>
                  </a:lnTo>
                  <a:lnTo>
                    <a:pt x="34" y="52"/>
                  </a:lnTo>
                  <a:lnTo>
                    <a:pt x="68" y="64"/>
                  </a:lnTo>
                  <a:lnTo>
                    <a:pt x="81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38" name=""/>
            <p:cNvSpPr/>
            <p:nvPr/>
          </p:nvSpPr>
          <p:spPr>
            <a:xfrm rot="0">
              <a:off x="1466" y="779"/>
              <a:ext cx="12" cy="4"/>
            </a:xfrm>
            <a:custGeom>
              <a:avLst/>
              <a:ahLst/>
              <a:rect l="0" t="0" r="r" b="b"/>
              <a:pathLst>
                <a:path w="36" h="11">
                  <a:moveTo>
                    <a:pt x="36" y="1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39" name=""/>
            <p:cNvSpPr/>
            <p:nvPr/>
          </p:nvSpPr>
          <p:spPr>
            <a:xfrm rot="0" flipH="1">
              <a:off x="1466" y="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40" name=""/>
            <p:cNvSpPr/>
            <p:nvPr/>
          </p:nvSpPr>
          <p:spPr>
            <a:xfrm rot="0">
              <a:off x="1463" y="779"/>
              <a:ext cx="27" cy="21"/>
            </a:xfrm>
            <a:custGeom>
              <a:avLst/>
              <a:ahLst/>
              <a:rect l="0" t="0" r="r" b="b"/>
              <a:pathLst>
                <a:path w="83" h="62">
                  <a:moveTo>
                    <a:pt x="83" y="20"/>
                  </a:moveTo>
                  <a:lnTo>
                    <a:pt x="47" y="10"/>
                  </a:lnTo>
                  <a:lnTo>
                    <a:pt x="11" y="0"/>
                  </a:lnTo>
                  <a:lnTo>
                    <a:pt x="0" y="42"/>
                  </a:lnTo>
                  <a:lnTo>
                    <a:pt x="36" y="52"/>
                  </a:lnTo>
                  <a:lnTo>
                    <a:pt x="71" y="62"/>
                  </a:lnTo>
                  <a:lnTo>
                    <a:pt x="83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41" name=""/>
            <p:cNvSpPr/>
            <p:nvPr/>
          </p:nvSpPr>
          <p:spPr>
            <a:xfrm rot="0">
              <a:off x="1463" y="779"/>
              <a:ext cx="27" cy="21"/>
            </a:xfrm>
            <a:custGeom>
              <a:avLst/>
              <a:ahLst/>
              <a:rect l="0" t="0" r="r" b="b"/>
              <a:pathLst>
                <a:path w="83" h="62">
                  <a:moveTo>
                    <a:pt x="83" y="20"/>
                  </a:moveTo>
                  <a:lnTo>
                    <a:pt x="47" y="10"/>
                  </a:lnTo>
                  <a:lnTo>
                    <a:pt x="11" y="0"/>
                  </a:lnTo>
                  <a:lnTo>
                    <a:pt x="0" y="42"/>
                  </a:lnTo>
                  <a:lnTo>
                    <a:pt x="36" y="52"/>
                  </a:lnTo>
                  <a:lnTo>
                    <a:pt x="71" y="62"/>
                  </a:lnTo>
                  <a:lnTo>
                    <a:pt x="83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42" name=""/>
            <p:cNvSpPr/>
            <p:nvPr/>
          </p:nvSpPr>
          <p:spPr>
            <a:xfrm rot="0">
              <a:off x="1463" y="793"/>
              <a:ext cx="12" cy="4"/>
            </a:xfrm>
            <a:custGeom>
              <a:avLst/>
              <a:ahLst/>
              <a:rect l="0" t="0" r="r" b="b"/>
              <a:pathLst>
                <a:path w="36" h="10">
                  <a:moveTo>
                    <a:pt x="36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43" name=""/>
            <p:cNvSpPr/>
            <p:nvPr/>
          </p:nvSpPr>
          <p:spPr>
            <a:xfrm rot="0">
              <a:off x="1463" y="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44" name=""/>
            <p:cNvSpPr/>
            <p:nvPr/>
          </p:nvSpPr>
          <p:spPr>
            <a:xfrm rot="0">
              <a:off x="1459" y="794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81" y="17"/>
                  </a:moveTo>
                  <a:lnTo>
                    <a:pt x="46" y="9"/>
                  </a:lnTo>
                  <a:lnTo>
                    <a:pt x="10" y="0"/>
                  </a:lnTo>
                  <a:lnTo>
                    <a:pt x="0" y="43"/>
                  </a:lnTo>
                  <a:lnTo>
                    <a:pt x="36" y="51"/>
                  </a:lnTo>
                  <a:lnTo>
                    <a:pt x="71" y="60"/>
                  </a:lnTo>
                  <a:lnTo>
                    <a:pt x="8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45" name=""/>
            <p:cNvSpPr/>
            <p:nvPr/>
          </p:nvSpPr>
          <p:spPr>
            <a:xfrm rot="0">
              <a:off x="1459" y="794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81" y="17"/>
                  </a:moveTo>
                  <a:lnTo>
                    <a:pt x="46" y="9"/>
                  </a:lnTo>
                  <a:lnTo>
                    <a:pt x="10" y="0"/>
                  </a:lnTo>
                  <a:lnTo>
                    <a:pt x="0" y="43"/>
                  </a:lnTo>
                  <a:lnTo>
                    <a:pt x="36" y="51"/>
                  </a:lnTo>
                  <a:lnTo>
                    <a:pt x="71" y="60"/>
                  </a:lnTo>
                  <a:lnTo>
                    <a:pt x="81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46" name=""/>
            <p:cNvSpPr/>
            <p:nvPr/>
          </p:nvSpPr>
          <p:spPr>
            <a:xfrm rot="0">
              <a:off x="1459" y="808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36" y="8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47" name=""/>
            <p:cNvSpPr/>
            <p:nvPr/>
          </p:nvSpPr>
          <p:spPr>
            <a:xfrm rot="0">
              <a:off x="1459" y="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48" name=""/>
            <p:cNvSpPr/>
            <p:nvPr/>
          </p:nvSpPr>
          <p:spPr>
            <a:xfrm rot="0">
              <a:off x="1457" y="809"/>
              <a:ext cx="26" cy="18"/>
            </a:xfrm>
            <a:custGeom>
              <a:avLst/>
              <a:ahLst/>
              <a:rect l="0" t="0" r="r" b="b"/>
              <a:pathLst>
                <a:path w="78" h="54">
                  <a:moveTo>
                    <a:pt x="78" y="11"/>
                  </a:moveTo>
                  <a:lnTo>
                    <a:pt x="43" y="5"/>
                  </a:lnTo>
                  <a:lnTo>
                    <a:pt x="7" y="0"/>
                  </a:lnTo>
                  <a:lnTo>
                    <a:pt x="0" y="42"/>
                  </a:lnTo>
                  <a:lnTo>
                    <a:pt x="35" y="48"/>
                  </a:lnTo>
                  <a:lnTo>
                    <a:pt x="71" y="54"/>
                  </a:lnTo>
                  <a:lnTo>
                    <a:pt x="7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49" name=""/>
            <p:cNvSpPr/>
            <p:nvPr/>
          </p:nvSpPr>
          <p:spPr>
            <a:xfrm rot="0">
              <a:off x="1457" y="809"/>
              <a:ext cx="26" cy="18"/>
            </a:xfrm>
            <a:custGeom>
              <a:avLst/>
              <a:ahLst/>
              <a:rect l="0" t="0" r="r" b="b"/>
              <a:pathLst>
                <a:path w="78" h="54">
                  <a:moveTo>
                    <a:pt x="78" y="11"/>
                  </a:moveTo>
                  <a:lnTo>
                    <a:pt x="43" y="5"/>
                  </a:lnTo>
                  <a:lnTo>
                    <a:pt x="7" y="0"/>
                  </a:lnTo>
                  <a:lnTo>
                    <a:pt x="0" y="42"/>
                  </a:lnTo>
                  <a:lnTo>
                    <a:pt x="35" y="48"/>
                  </a:lnTo>
                  <a:lnTo>
                    <a:pt x="71" y="54"/>
                  </a:lnTo>
                  <a:lnTo>
                    <a:pt x="78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50" name=""/>
            <p:cNvSpPr/>
            <p:nvPr/>
          </p:nvSpPr>
          <p:spPr>
            <a:xfrm rot="0">
              <a:off x="1457" y="823"/>
              <a:ext cx="12" cy="2"/>
            </a:xfrm>
            <a:custGeom>
              <a:avLst/>
              <a:ahLst/>
              <a:rect l="0" t="0" r="r" b="b"/>
              <a:pathLst>
                <a:path w="35" h="6">
                  <a:moveTo>
                    <a:pt x="35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51" name=""/>
            <p:cNvSpPr/>
            <p:nvPr/>
          </p:nvSpPr>
          <p:spPr>
            <a:xfrm rot="0">
              <a:off x="1457" y="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52" name=""/>
            <p:cNvSpPr/>
            <p:nvPr/>
          </p:nvSpPr>
          <p:spPr>
            <a:xfrm rot="0">
              <a:off x="1455" y="824"/>
              <a:ext cx="26" cy="17"/>
            </a:xfrm>
            <a:custGeom>
              <a:avLst/>
              <a:ahLst/>
              <a:rect l="0" t="0" r="r" b="b"/>
              <a:pathLst>
                <a:path w="77" h="51">
                  <a:moveTo>
                    <a:pt x="77" y="8"/>
                  </a:moveTo>
                  <a:lnTo>
                    <a:pt x="41" y="4"/>
                  </a:lnTo>
                  <a:lnTo>
                    <a:pt x="6" y="0"/>
                  </a:lnTo>
                  <a:lnTo>
                    <a:pt x="0" y="43"/>
                  </a:lnTo>
                  <a:lnTo>
                    <a:pt x="36" y="47"/>
                  </a:lnTo>
                  <a:lnTo>
                    <a:pt x="71" y="51"/>
                  </a:lnTo>
                  <a:lnTo>
                    <a:pt x="77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53" name=""/>
            <p:cNvSpPr/>
            <p:nvPr/>
          </p:nvSpPr>
          <p:spPr>
            <a:xfrm rot="0">
              <a:off x="1455" y="824"/>
              <a:ext cx="26" cy="17"/>
            </a:xfrm>
            <a:custGeom>
              <a:avLst/>
              <a:ahLst/>
              <a:rect l="0" t="0" r="r" b="b"/>
              <a:pathLst>
                <a:path w="77" h="51">
                  <a:moveTo>
                    <a:pt x="77" y="8"/>
                  </a:moveTo>
                  <a:lnTo>
                    <a:pt x="41" y="4"/>
                  </a:lnTo>
                  <a:lnTo>
                    <a:pt x="6" y="0"/>
                  </a:lnTo>
                  <a:lnTo>
                    <a:pt x="0" y="43"/>
                  </a:lnTo>
                  <a:lnTo>
                    <a:pt x="36" y="47"/>
                  </a:lnTo>
                  <a:lnTo>
                    <a:pt x="71" y="51"/>
                  </a:lnTo>
                  <a:lnTo>
                    <a:pt x="77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54" name=""/>
            <p:cNvSpPr/>
            <p:nvPr/>
          </p:nvSpPr>
          <p:spPr>
            <a:xfrm rot="0">
              <a:off x="1455" y="838"/>
              <a:ext cx="12" cy="1"/>
            </a:xfrm>
            <a:custGeom>
              <a:avLst/>
              <a:ahLst/>
              <a:rect l="0" t="0" r="r" b="b"/>
              <a:pathLst>
                <a:path w="36" h="4">
                  <a:moveTo>
                    <a:pt x="3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55" name=""/>
            <p:cNvSpPr/>
            <p:nvPr/>
          </p:nvSpPr>
          <p:spPr>
            <a:xfrm rot="0">
              <a:off x="1455" y="8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56" name=""/>
            <p:cNvSpPr/>
            <p:nvPr/>
          </p:nvSpPr>
          <p:spPr>
            <a:xfrm rot="0">
              <a:off x="1454" y="838"/>
              <a:ext cx="25" cy="17"/>
            </a:xfrm>
            <a:custGeom>
              <a:avLst/>
              <a:ahLst/>
              <a:rect l="0" t="0" r="r" b="b"/>
              <a:pathLst>
                <a:path w="75" h="50">
                  <a:moveTo>
                    <a:pt x="75" y="6"/>
                  </a:moveTo>
                  <a:lnTo>
                    <a:pt x="40" y="3"/>
                  </a:lnTo>
                  <a:lnTo>
                    <a:pt x="4" y="0"/>
                  </a:lnTo>
                  <a:lnTo>
                    <a:pt x="0" y="44"/>
                  </a:lnTo>
                  <a:lnTo>
                    <a:pt x="35" y="47"/>
                  </a:lnTo>
                  <a:lnTo>
                    <a:pt x="71" y="50"/>
                  </a:lnTo>
                  <a:lnTo>
                    <a:pt x="7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57" name=""/>
            <p:cNvSpPr/>
            <p:nvPr/>
          </p:nvSpPr>
          <p:spPr>
            <a:xfrm rot="0">
              <a:off x="1454" y="838"/>
              <a:ext cx="25" cy="17"/>
            </a:xfrm>
            <a:custGeom>
              <a:avLst/>
              <a:ahLst/>
              <a:rect l="0" t="0" r="r" b="b"/>
              <a:pathLst>
                <a:path w="75" h="50">
                  <a:moveTo>
                    <a:pt x="75" y="6"/>
                  </a:moveTo>
                  <a:lnTo>
                    <a:pt x="40" y="3"/>
                  </a:lnTo>
                  <a:lnTo>
                    <a:pt x="4" y="0"/>
                  </a:lnTo>
                  <a:lnTo>
                    <a:pt x="0" y="44"/>
                  </a:lnTo>
                  <a:lnTo>
                    <a:pt x="35" y="47"/>
                  </a:lnTo>
                  <a:lnTo>
                    <a:pt x="71" y="50"/>
                  </a:lnTo>
                  <a:lnTo>
                    <a:pt x="75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58" name=""/>
            <p:cNvSpPr/>
            <p:nvPr/>
          </p:nvSpPr>
          <p:spPr>
            <a:xfrm rot="0">
              <a:off x="1454" y="853"/>
              <a:ext cx="11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59" name=""/>
            <p:cNvSpPr/>
            <p:nvPr/>
          </p:nvSpPr>
          <p:spPr>
            <a:xfrm rot="0">
              <a:off x="1454" y="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60" name=""/>
            <p:cNvSpPr/>
            <p:nvPr/>
          </p:nvSpPr>
          <p:spPr>
            <a:xfrm rot="0">
              <a:off x="1454" y="854"/>
              <a:ext cx="24" cy="14"/>
            </a:xfrm>
            <a:custGeom>
              <a:avLst/>
              <a:ahLst/>
              <a:rect l="0" t="0" r="r" b="b"/>
              <a:pathLst>
                <a:path w="72" h="43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35" y="43"/>
                  </a:lnTo>
                  <a:lnTo>
                    <a:pt x="72" y="43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61" name=""/>
            <p:cNvSpPr/>
            <p:nvPr/>
          </p:nvSpPr>
          <p:spPr>
            <a:xfrm rot="0">
              <a:off x="1454" y="854"/>
              <a:ext cx="24" cy="14"/>
            </a:xfrm>
            <a:custGeom>
              <a:avLst/>
              <a:ahLst/>
              <a:rect l="0" t="0" r="r" b="b"/>
              <a:pathLst>
                <a:path w="72" h="43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35" y="43"/>
                  </a:lnTo>
                  <a:lnTo>
                    <a:pt x="72" y="43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62" name=""/>
            <p:cNvSpPr/>
            <p:nvPr/>
          </p:nvSpPr>
          <p:spPr>
            <a:xfrm rot="0">
              <a:off x="1454" y="868"/>
              <a:ext cx="24" cy="14"/>
            </a:xfrm>
            <a:custGeom>
              <a:avLst/>
              <a:ahLst/>
              <a:rect l="0" t="0" r="r" b="b"/>
              <a:pathLst>
                <a:path w="72" h="42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2"/>
                  </a:lnTo>
                  <a:lnTo>
                    <a:pt x="35" y="42"/>
                  </a:lnTo>
                  <a:lnTo>
                    <a:pt x="72" y="4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63" name=""/>
            <p:cNvSpPr/>
            <p:nvPr/>
          </p:nvSpPr>
          <p:spPr>
            <a:xfrm rot="0">
              <a:off x="1454" y="868"/>
              <a:ext cx="24" cy="14"/>
            </a:xfrm>
            <a:custGeom>
              <a:avLst/>
              <a:ahLst/>
              <a:rect l="0" t="0" r="r" b="b"/>
              <a:pathLst>
                <a:path w="72" h="42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2"/>
                  </a:lnTo>
                  <a:lnTo>
                    <a:pt x="35" y="42"/>
                  </a:lnTo>
                  <a:lnTo>
                    <a:pt x="72" y="42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64" name=""/>
            <p:cNvSpPr/>
            <p:nvPr/>
          </p:nvSpPr>
          <p:spPr>
            <a:xfrm rot="0">
              <a:off x="1454" y="882"/>
              <a:ext cx="11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65" name=""/>
            <p:cNvSpPr/>
            <p:nvPr/>
          </p:nvSpPr>
          <p:spPr>
            <a:xfrm rot="0">
              <a:off x="1454" y="8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66" name=""/>
            <p:cNvSpPr/>
            <p:nvPr/>
          </p:nvSpPr>
          <p:spPr>
            <a:xfrm rot="0">
              <a:off x="1454" y="882"/>
              <a:ext cx="24" cy="16"/>
            </a:xfrm>
            <a:custGeom>
              <a:avLst/>
              <a:ahLst/>
              <a:rect l="0" t="0" r="r" b="b"/>
              <a:pathLst>
                <a:path w="74" h="49">
                  <a:moveTo>
                    <a:pt x="71" y="0"/>
                  </a:moveTo>
                  <a:lnTo>
                    <a:pt x="35" y="2"/>
                  </a:lnTo>
                  <a:lnTo>
                    <a:pt x="0" y="5"/>
                  </a:lnTo>
                  <a:lnTo>
                    <a:pt x="3" y="49"/>
                  </a:lnTo>
                  <a:lnTo>
                    <a:pt x="38" y="47"/>
                  </a:lnTo>
                  <a:lnTo>
                    <a:pt x="74" y="44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67" name=""/>
            <p:cNvSpPr/>
            <p:nvPr/>
          </p:nvSpPr>
          <p:spPr>
            <a:xfrm rot="0">
              <a:off x="1454" y="882"/>
              <a:ext cx="24" cy="16"/>
            </a:xfrm>
            <a:custGeom>
              <a:avLst/>
              <a:ahLst/>
              <a:rect l="0" t="0" r="r" b="b"/>
              <a:pathLst>
                <a:path w="74" h="49">
                  <a:moveTo>
                    <a:pt x="71" y="0"/>
                  </a:moveTo>
                  <a:lnTo>
                    <a:pt x="35" y="2"/>
                  </a:lnTo>
                  <a:lnTo>
                    <a:pt x="0" y="5"/>
                  </a:lnTo>
                  <a:lnTo>
                    <a:pt x="3" y="49"/>
                  </a:lnTo>
                  <a:lnTo>
                    <a:pt x="38" y="47"/>
                  </a:lnTo>
                  <a:lnTo>
                    <a:pt x="74" y="44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68" name=""/>
            <p:cNvSpPr/>
            <p:nvPr/>
          </p:nvSpPr>
          <p:spPr>
            <a:xfrm rot="0">
              <a:off x="1455" y="897"/>
              <a:ext cx="11" cy="2"/>
            </a:xfrm>
            <a:custGeom>
              <a:avLst/>
              <a:ahLst/>
              <a:rect l="0" t="0" r="r" b="b"/>
              <a:pathLst>
                <a:path w="35" h="4">
                  <a:moveTo>
                    <a:pt x="35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69" name=""/>
            <p:cNvSpPr/>
            <p:nvPr/>
          </p:nvSpPr>
          <p:spPr>
            <a:xfrm rot="0">
              <a:off x="1455" y="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70" name=""/>
            <p:cNvSpPr/>
            <p:nvPr/>
          </p:nvSpPr>
          <p:spPr>
            <a:xfrm rot="0">
              <a:off x="1455" y="896"/>
              <a:ext cx="25" cy="17"/>
            </a:xfrm>
            <a:custGeom>
              <a:avLst/>
              <a:ahLst/>
              <a:rect l="0" t="0" r="r" b="b"/>
              <a:pathLst>
                <a:path w="75" h="52">
                  <a:moveTo>
                    <a:pt x="71" y="0"/>
                  </a:moveTo>
                  <a:lnTo>
                    <a:pt x="35" y="5"/>
                  </a:lnTo>
                  <a:lnTo>
                    <a:pt x="0" y="9"/>
                  </a:lnTo>
                  <a:lnTo>
                    <a:pt x="4" y="52"/>
                  </a:lnTo>
                  <a:lnTo>
                    <a:pt x="40" y="47"/>
                  </a:lnTo>
                  <a:lnTo>
                    <a:pt x="75" y="43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71" name=""/>
            <p:cNvSpPr/>
            <p:nvPr/>
          </p:nvSpPr>
          <p:spPr>
            <a:xfrm rot="0">
              <a:off x="1455" y="896"/>
              <a:ext cx="25" cy="17"/>
            </a:xfrm>
            <a:custGeom>
              <a:avLst/>
              <a:ahLst/>
              <a:rect l="0" t="0" r="r" b="b"/>
              <a:pathLst>
                <a:path w="75" h="52">
                  <a:moveTo>
                    <a:pt x="71" y="0"/>
                  </a:moveTo>
                  <a:lnTo>
                    <a:pt x="35" y="5"/>
                  </a:lnTo>
                  <a:lnTo>
                    <a:pt x="0" y="9"/>
                  </a:lnTo>
                  <a:lnTo>
                    <a:pt x="4" y="52"/>
                  </a:lnTo>
                  <a:lnTo>
                    <a:pt x="40" y="47"/>
                  </a:lnTo>
                  <a:lnTo>
                    <a:pt x="75" y="43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72" name=""/>
            <p:cNvSpPr/>
            <p:nvPr/>
          </p:nvSpPr>
          <p:spPr>
            <a:xfrm rot="0">
              <a:off x="1456" y="911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36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73" name=""/>
            <p:cNvSpPr/>
            <p:nvPr/>
          </p:nvSpPr>
          <p:spPr>
            <a:xfrm rot="0">
              <a:off x="1456" y="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74" name=""/>
            <p:cNvSpPr/>
            <p:nvPr/>
          </p:nvSpPr>
          <p:spPr>
            <a:xfrm rot="0">
              <a:off x="1456" y="910"/>
              <a:ext cx="26" cy="18"/>
            </a:xfrm>
            <a:custGeom>
              <a:avLst/>
              <a:ahLst/>
              <a:rect l="0" t="0" r="r" b="b"/>
              <a:pathLst>
                <a:path w="78" h="54">
                  <a:moveTo>
                    <a:pt x="71" y="0"/>
                  </a:moveTo>
                  <a:lnTo>
                    <a:pt x="36" y="5"/>
                  </a:lnTo>
                  <a:lnTo>
                    <a:pt x="0" y="11"/>
                  </a:lnTo>
                  <a:lnTo>
                    <a:pt x="7" y="54"/>
                  </a:lnTo>
                  <a:lnTo>
                    <a:pt x="43" y="48"/>
                  </a:lnTo>
                  <a:lnTo>
                    <a:pt x="78" y="42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75" name=""/>
            <p:cNvSpPr/>
            <p:nvPr/>
          </p:nvSpPr>
          <p:spPr>
            <a:xfrm rot="0">
              <a:off x="1456" y="910"/>
              <a:ext cx="26" cy="18"/>
            </a:xfrm>
            <a:custGeom>
              <a:avLst/>
              <a:ahLst/>
              <a:rect l="0" t="0" r="r" b="b"/>
              <a:pathLst>
                <a:path w="78" h="54">
                  <a:moveTo>
                    <a:pt x="71" y="0"/>
                  </a:moveTo>
                  <a:lnTo>
                    <a:pt x="36" y="5"/>
                  </a:lnTo>
                  <a:lnTo>
                    <a:pt x="0" y="11"/>
                  </a:lnTo>
                  <a:lnTo>
                    <a:pt x="7" y="54"/>
                  </a:lnTo>
                  <a:lnTo>
                    <a:pt x="43" y="48"/>
                  </a:lnTo>
                  <a:lnTo>
                    <a:pt x="78" y="42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76" name=""/>
            <p:cNvSpPr/>
            <p:nvPr/>
          </p:nvSpPr>
          <p:spPr>
            <a:xfrm rot="0">
              <a:off x="1458" y="926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36" y="0"/>
                  </a:moveTo>
                  <a:lnTo>
                    <a:pt x="0" y="6"/>
                  </a:lnTo>
                  <a:lnTo>
                    <a:pt x="0" y="7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77" name=""/>
            <p:cNvSpPr/>
            <p:nvPr/>
          </p:nvSpPr>
          <p:spPr>
            <a:xfrm rot="0">
              <a:off x="1458" y="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78" name=""/>
            <p:cNvSpPr/>
            <p:nvPr/>
          </p:nvSpPr>
          <p:spPr>
            <a:xfrm rot="0">
              <a:off x="1458" y="923"/>
              <a:ext cx="27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9" y="57"/>
                  </a:lnTo>
                  <a:lnTo>
                    <a:pt x="44" y="50"/>
                  </a:lnTo>
                  <a:lnTo>
                    <a:pt x="80" y="43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79" name=""/>
            <p:cNvSpPr/>
            <p:nvPr/>
          </p:nvSpPr>
          <p:spPr>
            <a:xfrm rot="0">
              <a:off x="1458" y="923"/>
              <a:ext cx="27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9" y="57"/>
                  </a:lnTo>
                  <a:lnTo>
                    <a:pt x="44" y="50"/>
                  </a:lnTo>
                  <a:lnTo>
                    <a:pt x="80" y="43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80" name=""/>
            <p:cNvSpPr/>
            <p:nvPr/>
          </p:nvSpPr>
          <p:spPr>
            <a:xfrm rot="0">
              <a:off x="1461" y="940"/>
              <a:ext cx="12" cy="3"/>
            </a:xfrm>
            <a:custGeom>
              <a:avLst/>
              <a:ahLst/>
              <a:rect l="0" t="0" r="r" b="b"/>
              <a:pathLst>
                <a:path w="35" h="10">
                  <a:moveTo>
                    <a:pt x="35" y="0"/>
                  </a:moveTo>
                  <a:lnTo>
                    <a:pt x="0" y="7"/>
                  </a:lnTo>
                  <a:lnTo>
                    <a:pt x="0" y="1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81" name=""/>
            <p:cNvSpPr/>
            <p:nvPr/>
          </p:nvSpPr>
          <p:spPr>
            <a:xfrm rot="0">
              <a:off x="1461" y="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82" name=""/>
            <p:cNvSpPr/>
            <p:nvPr/>
          </p:nvSpPr>
          <p:spPr>
            <a:xfrm rot="0">
              <a:off x="1461" y="937"/>
              <a:ext cx="28" cy="20"/>
            </a:xfrm>
            <a:custGeom>
              <a:avLst/>
              <a:ahLst/>
              <a:rect l="0" t="0" r="r" b="b"/>
              <a:pathLst>
                <a:path w="82" h="61">
                  <a:moveTo>
                    <a:pt x="71" y="0"/>
                  </a:moveTo>
                  <a:lnTo>
                    <a:pt x="35" y="10"/>
                  </a:lnTo>
                  <a:lnTo>
                    <a:pt x="0" y="20"/>
                  </a:lnTo>
                  <a:lnTo>
                    <a:pt x="11" y="61"/>
                  </a:lnTo>
                  <a:lnTo>
                    <a:pt x="47" y="51"/>
                  </a:lnTo>
                  <a:lnTo>
                    <a:pt x="82" y="41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83" name=""/>
            <p:cNvSpPr/>
            <p:nvPr/>
          </p:nvSpPr>
          <p:spPr>
            <a:xfrm rot="0">
              <a:off x="1461" y="937"/>
              <a:ext cx="28" cy="20"/>
            </a:xfrm>
            <a:custGeom>
              <a:avLst/>
              <a:ahLst/>
              <a:rect l="0" t="0" r="r" b="b"/>
              <a:pathLst>
                <a:path w="82" h="61">
                  <a:moveTo>
                    <a:pt x="71" y="0"/>
                  </a:moveTo>
                  <a:lnTo>
                    <a:pt x="35" y="10"/>
                  </a:lnTo>
                  <a:lnTo>
                    <a:pt x="0" y="20"/>
                  </a:lnTo>
                  <a:lnTo>
                    <a:pt x="11" y="61"/>
                  </a:lnTo>
                  <a:lnTo>
                    <a:pt x="47" y="51"/>
                  </a:lnTo>
                  <a:lnTo>
                    <a:pt x="82" y="41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84" name=""/>
            <p:cNvSpPr/>
            <p:nvPr/>
          </p:nvSpPr>
          <p:spPr>
            <a:xfrm rot="0">
              <a:off x="1465" y="954"/>
              <a:ext cx="12" cy="3"/>
            </a:xfrm>
            <a:custGeom>
              <a:avLst/>
              <a:ahLst/>
              <a:rect l="0" t="0" r="r" b="b"/>
              <a:pathLst>
                <a:path w="36" h="11">
                  <a:moveTo>
                    <a:pt x="36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85" name=""/>
            <p:cNvSpPr/>
            <p:nvPr/>
          </p:nvSpPr>
          <p:spPr>
            <a:xfrm rot="0">
              <a:off x="1465" y="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86" name=""/>
            <p:cNvSpPr/>
            <p:nvPr/>
          </p:nvSpPr>
          <p:spPr>
            <a:xfrm rot="0">
              <a:off x="1465" y="950"/>
              <a:ext cx="28" cy="21"/>
            </a:xfrm>
            <a:custGeom>
              <a:avLst/>
              <a:ahLst/>
              <a:rect l="0" t="0" r="r" b="b"/>
              <a:pathLst>
                <a:path w="82" h="64">
                  <a:moveTo>
                    <a:pt x="69" y="0"/>
                  </a:moveTo>
                  <a:lnTo>
                    <a:pt x="35" y="11"/>
                  </a:lnTo>
                  <a:lnTo>
                    <a:pt x="0" y="22"/>
                  </a:lnTo>
                  <a:lnTo>
                    <a:pt x="13" y="64"/>
                  </a:lnTo>
                  <a:lnTo>
                    <a:pt x="47" y="52"/>
                  </a:lnTo>
                  <a:lnTo>
                    <a:pt x="82" y="41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87" name=""/>
            <p:cNvSpPr/>
            <p:nvPr/>
          </p:nvSpPr>
          <p:spPr>
            <a:xfrm rot="0">
              <a:off x="1465" y="950"/>
              <a:ext cx="28" cy="21"/>
            </a:xfrm>
            <a:custGeom>
              <a:avLst/>
              <a:ahLst/>
              <a:rect l="0" t="0" r="r" b="b"/>
              <a:pathLst>
                <a:path w="82" h="64">
                  <a:moveTo>
                    <a:pt x="69" y="0"/>
                  </a:moveTo>
                  <a:lnTo>
                    <a:pt x="35" y="11"/>
                  </a:lnTo>
                  <a:lnTo>
                    <a:pt x="0" y="22"/>
                  </a:lnTo>
                  <a:lnTo>
                    <a:pt x="13" y="64"/>
                  </a:lnTo>
                  <a:lnTo>
                    <a:pt x="47" y="52"/>
                  </a:lnTo>
                  <a:lnTo>
                    <a:pt x="82" y="41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88" name=""/>
            <p:cNvSpPr/>
            <p:nvPr/>
          </p:nvSpPr>
          <p:spPr>
            <a:xfrm rot="0">
              <a:off x="1470" y="967"/>
              <a:ext cx="11" cy="5"/>
            </a:xfrm>
            <a:custGeom>
              <a:avLst/>
              <a:ahLst/>
              <a:rect l="0" t="0" r="r" b="b"/>
              <a:pathLst>
                <a:path w="34" h="13">
                  <a:moveTo>
                    <a:pt x="34" y="0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89" name=""/>
            <p:cNvSpPr/>
            <p:nvPr/>
          </p:nvSpPr>
          <p:spPr>
            <a:xfrm rot="0">
              <a:off x="1470" y="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90" name=""/>
            <p:cNvSpPr/>
            <p:nvPr/>
          </p:nvSpPr>
          <p:spPr>
            <a:xfrm rot="0">
              <a:off x="1470" y="963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69" y="0"/>
                  </a:moveTo>
                  <a:lnTo>
                    <a:pt x="34" y="12"/>
                  </a:lnTo>
                  <a:lnTo>
                    <a:pt x="0" y="25"/>
                  </a:lnTo>
                  <a:lnTo>
                    <a:pt x="16" y="66"/>
                  </a:lnTo>
                  <a:lnTo>
                    <a:pt x="50" y="54"/>
                  </a:lnTo>
                  <a:lnTo>
                    <a:pt x="84" y="41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91" name=""/>
            <p:cNvSpPr/>
            <p:nvPr/>
          </p:nvSpPr>
          <p:spPr>
            <a:xfrm rot="0">
              <a:off x="1470" y="963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69" y="0"/>
                  </a:moveTo>
                  <a:lnTo>
                    <a:pt x="34" y="12"/>
                  </a:lnTo>
                  <a:lnTo>
                    <a:pt x="0" y="25"/>
                  </a:lnTo>
                  <a:lnTo>
                    <a:pt x="16" y="66"/>
                  </a:lnTo>
                  <a:lnTo>
                    <a:pt x="50" y="54"/>
                  </a:lnTo>
                  <a:lnTo>
                    <a:pt x="84" y="41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92" name=""/>
            <p:cNvSpPr/>
            <p:nvPr/>
          </p:nvSpPr>
          <p:spPr>
            <a:xfrm rot="0">
              <a:off x="1475" y="981"/>
              <a:ext cx="11" cy="4"/>
            </a:xfrm>
            <a:custGeom>
              <a:avLst/>
              <a:ahLst/>
              <a:rect l="0" t="0" r="r" b="b"/>
              <a:pathLst>
                <a:path w="34" h="12">
                  <a:moveTo>
                    <a:pt x="34" y="0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93" name=""/>
            <p:cNvSpPr/>
            <p:nvPr/>
          </p:nvSpPr>
          <p:spPr>
            <a:xfrm rot="0">
              <a:off x="1475" y="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94" name=""/>
            <p:cNvSpPr/>
            <p:nvPr/>
          </p:nvSpPr>
          <p:spPr>
            <a:xfrm rot="0">
              <a:off x="1475" y="977"/>
              <a:ext cx="28" cy="22"/>
            </a:xfrm>
            <a:custGeom>
              <a:avLst/>
              <a:ahLst/>
              <a:rect l="0" t="0" r="r" b="b"/>
              <a:pathLst>
                <a:path w="84" h="65">
                  <a:moveTo>
                    <a:pt x="68" y="0"/>
                  </a:moveTo>
                  <a:lnTo>
                    <a:pt x="34" y="13"/>
                  </a:lnTo>
                  <a:lnTo>
                    <a:pt x="0" y="25"/>
                  </a:lnTo>
                  <a:lnTo>
                    <a:pt x="16" y="65"/>
                  </a:lnTo>
                  <a:lnTo>
                    <a:pt x="50" y="52"/>
                  </a:lnTo>
                  <a:lnTo>
                    <a:pt x="84" y="40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95" name=""/>
            <p:cNvSpPr/>
            <p:nvPr/>
          </p:nvSpPr>
          <p:spPr>
            <a:xfrm rot="0">
              <a:off x="1475" y="977"/>
              <a:ext cx="28" cy="22"/>
            </a:xfrm>
            <a:custGeom>
              <a:avLst/>
              <a:ahLst/>
              <a:rect l="0" t="0" r="r" b="b"/>
              <a:pathLst>
                <a:path w="84" h="65">
                  <a:moveTo>
                    <a:pt x="68" y="0"/>
                  </a:moveTo>
                  <a:lnTo>
                    <a:pt x="34" y="13"/>
                  </a:lnTo>
                  <a:lnTo>
                    <a:pt x="0" y="25"/>
                  </a:lnTo>
                  <a:lnTo>
                    <a:pt x="16" y="65"/>
                  </a:lnTo>
                  <a:lnTo>
                    <a:pt x="50" y="52"/>
                  </a:lnTo>
                  <a:lnTo>
                    <a:pt x="84" y="40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96" name=""/>
            <p:cNvSpPr/>
            <p:nvPr/>
          </p:nvSpPr>
          <p:spPr>
            <a:xfrm rot="0">
              <a:off x="1480" y="994"/>
              <a:ext cx="12" cy="6"/>
            </a:xfrm>
            <a:custGeom>
              <a:avLst/>
              <a:ahLst/>
              <a:rect l="0" t="0" r="r" b="b"/>
              <a:pathLst>
                <a:path w="34" h="16">
                  <a:moveTo>
                    <a:pt x="34" y="0"/>
                  </a:moveTo>
                  <a:lnTo>
                    <a:pt x="0" y="13"/>
                  </a:lnTo>
                  <a:lnTo>
                    <a:pt x="1" y="16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97" name=""/>
            <p:cNvSpPr/>
            <p:nvPr/>
          </p:nvSpPr>
          <p:spPr>
            <a:xfrm rot="0">
              <a:off x="1480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098" name=""/>
            <p:cNvSpPr/>
            <p:nvPr/>
          </p:nvSpPr>
          <p:spPr>
            <a:xfrm rot="0">
              <a:off x="1481" y="989"/>
              <a:ext cx="28" cy="24"/>
            </a:xfrm>
            <a:custGeom>
              <a:avLst/>
              <a:ahLst/>
              <a:rect l="0" t="0" r="r" b="b"/>
              <a:pathLst>
                <a:path w="85" h="71">
                  <a:moveTo>
                    <a:pt x="66" y="0"/>
                  </a:moveTo>
                  <a:lnTo>
                    <a:pt x="33" y="15"/>
                  </a:lnTo>
                  <a:lnTo>
                    <a:pt x="0" y="31"/>
                  </a:lnTo>
                  <a:lnTo>
                    <a:pt x="20" y="71"/>
                  </a:lnTo>
                  <a:lnTo>
                    <a:pt x="53" y="55"/>
                  </a:lnTo>
                  <a:lnTo>
                    <a:pt x="85" y="40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099" name=""/>
            <p:cNvSpPr/>
            <p:nvPr/>
          </p:nvSpPr>
          <p:spPr>
            <a:xfrm rot="0">
              <a:off x="1481" y="989"/>
              <a:ext cx="28" cy="24"/>
            </a:xfrm>
            <a:custGeom>
              <a:avLst/>
              <a:ahLst/>
              <a:rect l="0" t="0" r="r" b="b"/>
              <a:pathLst>
                <a:path w="85" h="71">
                  <a:moveTo>
                    <a:pt x="66" y="0"/>
                  </a:moveTo>
                  <a:lnTo>
                    <a:pt x="33" y="15"/>
                  </a:lnTo>
                  <a:lnTo>
                    <a:pt x="0" y="31"/>
                  </a:lnTo>
                  <a:lnTo>
                    <a:pt x="20" y="71"/>
                  </a:lnTo>
                  <a:lnTo>
                    <a:pt x="53" y="55"/>
                  </a:lnTo>
                  <a:lnTo>
                    <a:pt x="85" y="40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00" name=""/>
            <p:cNvSpPr/>
            <p:nvPr/>
          </p:nvSpPr>
          <p:spPr>
            <a:xfrm rot="0">
              <a:off x="1487" y="1008"/>
              <a:ext cx="11" cy="5"/>
            </a:xfrm>
            <a:custGeom>
              <a:avLst/>
              <a:ahLst/>
              <a:rect l="0" t="0" r="r" b="b"/>
              <a:pathLst>
                <a:path w="33" h="17">
                  <a:moveTo>
                    <a:pt x="33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01" name=""/>
            <p:cNvSpPr/>
            <p:nvPr/>
          </p:nvSpPr>
          <p:spPr>
            <a:xfrm rot="0">
              <a:off x="1487" y="10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02" name=""/>
            <p:cNvSpPr/>
            <p:nvPr/>
          </p:nvSpPr>
          <p:spPr>
            <a:xfrm rot="0">
              <a:off x="1488" y="1002"/>
              <a:ext cx="27" cy="24"/>
            </a:xfrm>
            <a:custGeom>
              <a:avLst/>
              <a:ahLst/>
              <a:rect l="0" t="0" r="r" b="b"/>
              <a:pathLst>
                <a:path w="83" h="71">
                  <a:moveTo>
                    <a:pt x="63" y="0"/>
                  </a:moveTo>
                  <a:lnTo>
                    <a:pt x="32" y="17"/>
                  </a:lnTo>
                  <a:lnTo>
                    <a:pt x="0" y="34"/>
                  </a:lnTo>
                  <a:lnTo>
                    <a:pt x="20" y="71"/>
                  </a:lnTo>
                  <a:lnTo>
                    <a:pt x="52" y="54"/>
                  </a:lnTo>
                  <a:lnTo>
                    <a:pt x="83" y="37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03" name=""/>
            <p:cNvSpPr/>
            <p:nvPr/>
          </p:nvSpPr>
          <p:spPr>
            <a:xfrm rot="0">
              <a:off x="1488" y="1002"/>
              <a:ext cx="27" cy="24"/>
            </a:xfrm>
            <a:custGeom>
              <a:avLst/>
              <a:ahLst/>
              <a:rect l="0" t="0" r="r" b="b"/>
              <a:pathLst>
                <a:path w="83" h="71">
                  <a:moveTo>
                    <a:pt x="63" y="0"/>
                  </a:moveTo>
                  <a:lnTo>
                    <a:pt x="32" y="17"/>
                  </a:lnTo>
                  <a:lnTo>
                    <a:pt x="0" y="34"/>
                  </a:lnTo>
                  <a:lnTo>
                    <a:pt x="20" y="71"/>
                  </a:lnTo>
                  <a:lnTo>
                    <a:pt x="52" y="54"/>
                  </a:lnTo>
                  <a:lnTo>
                    <a:pt x="83" y="37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04" name=""/>
            <p:cNvSpPr/>
            <p:nvPr/>
          </p:nvSpPr>
          <p:spPr>
            <a:xfrm rot="0">
              <a:off x="1494" y="1020"/>
              <a:ext cx="11" cy="6"/>
            </a:xfrm>
            <a:custGeom>
              <a:avLst/>
              <a:ahLst/>
              <a:rect l="0" t="0" r="r" b="b"/>
              <a:pathLst>
                <a:path w="32" h="19">
                  <a:moveTo>
                    <a:pt x="32" y="0"/>
                  </a:moveTo>
                  <a:lnTo>
                    <a:pt x="0" y="17"/>
                  </a:lnTo>
                  <a:lnTo>
                    <a:pt x="0" y="19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05" name=""/>
            <p:cNvSpPr/>
            <p:nvPr/>
          </p:nvSpPr>
          <p:spPr>
            <a:xfrm rot="0">
              <a:off x="1494" y="10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06" name=""/>
            <p:cNvSpPr/>
            <p:nvPr/>
          </p:nvSpPr>
          <p:spPr>
            <a:xfrm rot="0">
              <a:off x="1494" y="1014"/>
              <a:ext cx="29" cy="25"/>
            </a:xfrm>
            <a:custGeom>
              <a:avLst/>
              <a:ahLst/>
              <a:rect l="0" t="0" r="r" b="b"/>
              <a:pathLst>
                <a:path w="86" h="74">
                  <a:moveTo>
                    <a:pt x="63" y="0"/>
                  </a:moveTo>
                  <a:lnTo>
                    <a:pt x="32" y="18"/>
                  </a:lnTo>
                  <a:lnTo>
                    <a:pt x="0" y="37"/>
                  </a:lnTo>
                  <a:lnTo>
                    <a:pt x="23" y="74"/>
                  </a:lnTo>
                  <a:lnTo>
                    <a:pt x="54" y="55"/>
                  </a:lnTo>
                  <a:lnTo>
                    <a:pt x="86" y="37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07" name=""/>
            <p:cNvSpPr/>
            <p:nvPr/>
          </p:nvSpPr>
          <p:spPr>
            <a:xfrm rot="0">
              <a:off x="1494" y="1014"/>
              <a:ext cx="29" cy="25"/>
            </a:xfrm>
            <a:custGeom>
              <a:avLst/>
              <a:ahLst/>
              <a:rect l="0" t="0" r="r" b="b"/>
              <a:pathLst>
                <a:path w="86" h="74">
                  <a:moveTo>
                    <a:pt x="63" y="0"/>
                  </a:moveTo>
                  <a:lnTo>
                    <a:pt x="32" y="18"/>
                  </a:lnTo>
                  <a:lnTo>
                    <a:pt x="0" y="37"/>
                  </a:lnTo>
                  <a:lnTo>
                    <a:pt x="23" y="74"/>
                  </a:lnTo>
                  <a:lnTo>
                    <a:pt x="54" y="55"/>
                  </a:lnTo>
                  <a:lnTo>
                    <a:pt x="86" y="37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08" name=""/>
            <p:cNvSpPr/>
            <p:nvPr/>
          </p:nvSpPr>
          <p:spPr>
            <a:xfrm rot="0">
              <a:off x="1502" y="1032"/>
              <a:ext cx="10" cy="7"/>
            </a:xfrm>
            <a:custGeom>
              <a:avLst/>
              <a:ahLst/>
              <a:rect l="0" t="0" r="r" b="b"/>
              <a:pathLst>
                <a:path w="31" h="20">
                  <a:moveTo>
                    <a:pt x="31" y="0"/>
                  </a:moveTo>
                  <a:lnTo>
                    <a:pt x="0" y="19"/>
                  </a:lnTo>
                  <a:lnTo>
                    <a:pt x="2" y="2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09" name=""/>
            <p:cNvSpPr/>
            <p:nvPr/>
          </p:nvSpPr>
          <p:spPr>
            <a:xfrm rot="0">
              <a:off x="1502" y="10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10" name=""/>
            <p:cNvSpPr/>
            <p:nvPr/>
          </p:nvSpPr>
          <p:spPr>
            <a:xfrm rot="0">
              <a:off x="1503" y="1026"/>
              <a:ext cx="28" cy="25"/>
            </a:xfrm>
            <a:custGeom>
              <a:avLst/>
              <a:ahLst/>
              <a:rect l="0" t="0" r="r" b="b"/>
              <a:pathLst>
                <a:path w="84" h="77">
                  <a:moveTo>
                    <a:pt x="59" y="0"/>
                  </a:moveTo>
                  <a:lnTo>
                    <a:pt x="29" y="20"/>
                  </a:lnTo>
                  <a:lnTo>
                    <a:pt x="0" y="40"/>
                  </a:lnTo>
                  <a:lnTo>
                    <a:pt x="24" y="77"/>
                  </a:lnTo>
                  <a:lnTo>
                    <a:pt x="54" y="57"/>
                  </a:lnTo>
                  <a:lnTo>
                    <a:pt x="84" y="37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11" name=""/>
            <p:cNvSpPr/>
            <p:nvPr/>
          </p:nvSpPr>
          <p:spPr>
            <a:xfrm rot="0">
              <a:off x="1503" y="1026"/>
              <a:ext cx="28" cy="25"/>
            </a:xfrm>
            <a:custGeom>
              <a:avLst/>
              <a:ahLst/>
              <a:rect l="0" t="0" r="r" b="b"/>
              <a:pathLst>
                <a:path w="84" h="77">
                  <a:moveTo>
                    <a:pt x="59" y="0"/>
                  </a:moveTo>
                  <a:lnTo>
                    <a:pt x="29" y="20"/>
                  </a:lnTo>
                  <a:lnTo>
                    <a:pt x="0" y="40"/>
                  </a:lnTo>
                  <a:lnTo>
                    <a:pt x="24" y="77"/>
                  </a:lnTo>
                  <a:lnTo>
                    <a:pt x="54" y="57"/>
                  </a:lnTo>
                  <a:lnTo>
                    <a:pt x="84" y="37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12" name=""/>
            <p:cNvSpPr/>
            <p:nvPr/>
          </p:nvSpPr>
          <p:spPr>
            <a:xfrm rot="0">
              <a:off x="1511" y="1045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30" y="0"/>
                  </a:moveTo>
                  <a:lnTo>
                    <a:pt x="0" y="20"/>
                  </a:lnTo>
                  <a:lnTo>
                    <a:pt x="1" y="22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13" name=""/>
            <p:cNvSpPr/>
            <p:nvPr/>
          </p:nvSpPr>
          <p:spPr>
            <a:xfrm rot="0">
              <a:off x="1511" y="10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14" name=""/>
            <p:cNvSpPr/>
            <p:nvPr/>
          </p:nvSpPr>
          <p:spPr>
            <a:xfrm rot="0">
              <a:off x="1511" y="1038"/>
              <a:ext cx="28" cy="25"/>
            </a:xfrm>
            <a:custGeom>
              <a:avLst/>
              <a:ahLst/>
              <a:rect l="0" t="0" r="r" b="b"/>
              <a:pathLst>
                <a:path w="83" h="77">
                  <a:moveTo>
                    <a:pt x="57" y="0"/>
                  </a:moveTo>
                  <a:lnTo>
                    <a:pt x="29" y="21"/>
                  </a:lnTo>
                  <a:lnTo>
                    <a:pt x="0" y="43"/>
                  </a:lnTo>
                  <a:lnTo>
                    <a:pt x="26" y="77"/>
                  </a:lnTo>
                  <a:lnTo>
                    <a:pt x="54" y="56"/>
                  </a:lnTo>
                  <a:lnTo>
                    <a:pt x="83" y="34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15" name=""/>
            <p:cNvSpPr/>
            <p:nvPr/>
          </p:nvSpPr>
          <p:spPr>
            <a:xfrm rot="0">
              <a:off x="1511" y="1038"/>
              <a:ext cx="28" cy="25"/>
            </a:xfrm>
            <a:custGeom>
              <a:avLst/>
              <a:ahLst/>
              <a:rect l="0" t="0" r="r" b="b"/>
              <a:pathLst>
                <a:path w="83" h="77">
                  <a:moveTo>
                    <a:pt x="57" y="0"/>
                  </a:moveTo>
                  <a:lnTo>
                    <a:pt x="29" y="21"/>
                  </a:lnTo>
                  <a:lnTo>
                    <a:pt x="0" y="43"/>
                  </a:lnTo>
                  <a:lnTo>
                    <a:pt x="26" y="77"/>
                  </a:lnTo>
                  <a:lnTo>
                    <a:pt x="54" y="56"/>
                  </a:lnTo>
                  <a:lnTo>
                    <a:pt x="83" y="34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98" name=""/>
          <p:cNvGrpSpPr/>
          <p:nvPr/>
        </p:nvGrpSpPr>
        <p:grpSpPr>
          <a:xfrm rot="0">
            <a:off x="2413000" y="1422400"/>
            <a:ext cx="889000" cy="460375"/>
            <a:chOff x="1520" y="896"/>
            <a:chExt cx="560" cy="290"/>
          </a:xfrm>
        </p:grpSpPr>
        <p:sp>
          <p:nvSpPr>
            <p:cNvPr id="1070116" name=""/>
            <p:cNvSpPr/>
            <p:nvPr/>
          </p:nvSpPr>
          <p:spPr>
            <a:xfrm rot="0">
              <a:off x="1520" y="1056"/>
              <a:ext cx="9" cy="8"/>
            </a:xfrm>
            <a:custGeom>
              <a:avLst/>
              <a:ahLst/>
              <a:rect l="0" t="0" r="r" b="b"/>
              <a:pathLst>
                <a:path w="28" h="22">
                  <a:moveTo>
                    <a:pt x="28" y="0"/>
                  </a:moveTo>
                  <a:lnTo>
                    <a:pt x="0" y="21"/>
                  </a:lnTo>
                  <a:lnTo>
                    <a:pt x="0" y="22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17" name=""/>
            <p:cNvSpPr/>
            <p:nvPr/>
          </p:nvSpPr>
          <p:spPr>
            <a:xfrm rot="0">
              <a:off x="1520" y="10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18" name=""/>
            <p:cNvSpPr/>
            <p:nvPr/>
          </p:nvSpPr>
          <p:spPr>
            <a:xfrm rot="0">
              <a:off x="1520" y="1049"/>
              <a:ext cx="28" cy="26"/>
            </a:xfrm>
            <a:custGeom>
              <a:avLst/>
              <a:ahLst/>
              <a:rect l="0" t="0" r="r" b="b"/>
              <a:pathLst>
                <a:path w="84" h="80">
                  <a:moveTo>
                    <a:pt x="57" y="0"/>
                  </a:moveTo>
                  <a:lnTo>
                    <a:pt x="28" y="23"/>
                  </a:lnTo>
                  <a:lnTo>
                    <a:pt x="0" y="45"/>
                  </a:lnTo>
                  <a:lnTo>
                    <a:pt x="27" y="80"/>
                  </a:lnTo>
                  <a:lnTo>
                    <a:pt x="55" y="57"/>
                  </a:lnTo>
                  <a:lnTo>
                    <a:pt x="84" y="34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19" name=""/>
            <p:cNvSpPr/>
            <p:nvPr/>
          </p:nvSpPr>
          <p:spPr>
            <a:xfrm rot="0">
              <a:off x="1520" y="1049"/>
              <a:ext cx="28" cy="26"/>
            </a:xfrm>
            <a:custGeom>
              <a:avLst/>
              <a:ahLst/>
              <a:rect l="0" t="0" r="r" b="b"/>
              <a:pathLst>
                <a:path w="84" h="80">
                  <a:moveTo>
                    <a:pt x="57" y="0"/>
                  </a:moveTo>
                  <a:lnTo>
                    <a:pt x="28" y="23"/>
                  </a:lnTo>
                  <a:lnTo>
                    <a:pt x="0" y="45"/>
                  </a:lnTo>
                  <a:lnTo>
                    <a:pt x="27" y="80"/>
                  </a:lnTo>
                  <a:lnTo>
                    <a:pt x="55" y="57"/>
                  </a:lnTo>
                  <a:lnTo>
                    <a:pt x="84" y="34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20" name=""/>
            <p:cNvSpPr/>
            <p:nvPr/>
          </p:nvSpPr>
          <p:spPr>
            <a:xfrm rot="0">
              <a:off x="1529" y="1068"/>
              <a:ext cx="9" cy="8"/>
            </a:xfrm>
            <a:custGeom>
              <a:avLst/>
              <a:ahLst/>
              <a:rect l="0" t="0" r="r" b="b"/>
              <a:pathLst>
                <a:path w="28" h="24">
                  <a:moveTo>
                    <a:pt x="28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21" name=""/>
            <p:cNvSpPr/>
            <p:nvPr/>
          </p:nvSpPr>
          <p:spPr>
            <a:xfrm rot="0">
              <a:off x="1529" y="1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22" name=""/>
            <p:cNvSpPr/>
            <p:nvPr/>
          </p:nvSpPr>
          <p:spPr>
            <a:xfrm rot="0">
              <a:off x="1529" y="1060"/>
              <a:ext cx="28" cy="26"/>
            </a:xfrm>
            <a:custGeom>
              <a:avLst/>
              <a:ahLst/>
              <a:rect l="0" t="0" r="r" b="b"/>
              <a:pathLst>
                <a:path w="83" h="79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9" y="79"/>
                  </a:lnTo>
                  <a:lnTo>
                    <a:pt x="56" y="55"/>
                  </a:lnTo>
                  <a:lnTo>
                    <a:pt x="83" y="3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23" name=""/>
            <p:cNvSpPr/>
            <p:nvPr/>
          </p:nvSpPr>
          <p:spPr>
            <a:xfrm rot="0">
              <a:off x="1529" y="1060"/>
              <a:ext cx="28" cy="26"/>
            </a:xfrm>
            <a:custGeom>
              <a:avLst/>
              <a:ahLst/>
              <a:rect l="0" t="0" r="r" b="b"/>
              <a:pathLst>
                <a:path w="83" h="79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9" y="79"/>
                  </a:lnTo>
                  <a:lnTo>
                    <a:pt x="56" y="55"/>
                  </a:lnTo>
                  <a:lnTo>
                    <a:pt x="83" y="3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24" name=""/>
            <p:cNvSpPr/>
            <p:nvPr/>
          </p:nvSpPr>
          <p:spPr>
            <a:xfrm rot="0">
              <a:off x="1539" y="1078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0"/>
                  </a:moveTo>
                  <a:lnTo>
                    <a:pt x="0" y="24"/>
                  </a:lnTo>
                  <a:lnTo>
                    <a:pt x="1" y="2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25" name=""/>
            <p:cNvSpPr/>
            <p:nvPr/>
          </p:nvSpPr>
          <p:spPr>
            <a:xfrm rot="0">
              <a:off x="1539" y="10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26" name=""/>
            <p:cNvSpPr/>
            <p:nvPr/>
          </p:nvSpPr>
          <p:spPr>
            <a:xfrm rot="0">
              <a:off x="1539" y="1069"/>
              <a:ext cx="28" cy="28"/>
            </a:xfrm>
            <a:custGeom>
              <a:avLst/>
              <a:ahLst/>
              <a:rect l="0" t="0" r="r" b="b"/>
              <a:pathLst>
                <a:path w="83" h="83">
                  <a:moveTo>
                    <a:pt x="51" y="0"/>
                  </a:moveTo>
                  <a:lnTo>
                    <a:pt x="26" y="26"/>
                  </a:lnTo>
                  <a:lnTo>
                    <a:pt x="0" y="52"/>
                  </a:lnTo>
                  <a:lnTo>
                    <a:pt x="31" y="83"/>
                  </a:lnTo>
                  <a:lnTo>
                    <a:pt x="57" y="57"/>
                  </a:lnTo>
                  <a:lnTo>
                    <a:pt x="83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27" name=""/>
            <p:cNvSpPr/>
            <p:nvPr/>
          </p:nvSpPr>
          <p:spPr>
            <a:xfrm rot="0">
              <a:off x="1539" y="1069"/>
              <a:ext cx="28" cy="28"/>
            </a:xfrm>
            <a:custGeom>
              <a:avLst/>
              <a:ahLst/>
              <a:rect l="0" t="0" r="r" b="b"/>
              <a:pathLst>
                <a:path w="83" h="83">
                  <a:moveTo>
                    <a:pt x="51" y="0"/>
                  </a:moveTo>
                  <a:lnTo>
                    <a:pt x="26" y="26"/>
                  </a:lnTo>
                  <a:lnTo>
                    <a:pt x="0" y="52"/>
                  </a:lnTo>
                  <a:lnTo>
                    <a:pt x="31" y="83"/>
                  </a:lnTo>
                  <a:lnTo>
                    <a:pt x="57" y="57"/>
                  </a:lnTo>
                  <a:lnTo>
                    <a:pt x="83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28" name=""/>
            <p:cNvSpPr/>
            <p:nvPr/>
          </p:nvSpPr>
          <p:spPr>
            <a:xfrm rot="0">
              <a:off x="1549" y="1088"/>
              <a:ext cx="9" cy="9"/>
            </a:xfrm>
            <a:custGeom>
              <a:avLst/>
              <a:ahLst/>
              <a:rect l="0" t="0" r="r" b="b"/>
              <a:pathLst>
                <a:path w="26" h="26">
                  <a:moveTo>
                    <a:pt x="26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29" name=""/>
            <p:cNvSpPr/>
            <p:nvPr/>
          </p:nvSpPr>
          <p:spPr>
            <a:xfrm rot="0">
              <a:off x="1549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30" name=""/>
            <p:cNvSpPr/>
            <p:nvPr/>
          </p:nvSpPr>
          <p:spPr>
            <a:xfrm rot="0">
              <a:off x="1549" y="1080"/>
              <a:ext cx="28" cy="27"/>
            </a:xfrm>
            <a:custGeom>
              <a:avLst/>
              <a:ahLst/>
              <a:rect l="0" t="0" r="r" b="b"/>
              <a:pathLst>
                <a:path w="83" h="81">
                  <a:moveTo>
                    <a:pt x="52" y="0"/>
                  </a:moveTo>
                  <a:lnTo>
                    <a:pt x="26" y="25"/>
                  </a:lnTo>
                  <a:lnTo>
                    <a:pt x="0" y="51"/>
                  </a:lnTo>
                  <a:lnTo>
                    <a:pt x="32" y="81"/>
                  </a:lnTo>
                  <a:lnTo>
                    <a:pt x="57" y="55"/>
                  </a:lnTo>
                  <a:lnTo>
                    <a:pt x="83" y="30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31" name=""/>
            <p:cNvSpPr/>
            <p:nvPr/>
          </p:nvSpPr>
          <p:spPr>
            <a:xfrm rot="0">
              <a:off x="1549" y="1080"/>
              <a:ext cx="28" cy="27"/>
            </a:xfrm>
            <a:custGeom>
              <a:avLst/>
              <a:ahLst/>
              <a:rect l="0" t="0" r="r" b="b"/>
              <a:pathLst>
                <a:path w="83" h="81">
                  <a:moveTo>
                    <a:pt x="52" y="0"/>
                  </a:moveTo>
                  <a:lnTo>
                    <a:pt x="26" y="25"/>
                  </a:lnTo>
                  <a:lnTo>
                    <a:pt x="0" y="51"/>
                  </a:lnTo>
                  <a:lnTo>
                    <a:pt x="32" y="81"/>
                  </a:lnTo>
                  <a:lnTo>
                    <a:pt x="57" y="55"/>
                  </a:lnTo>
                  <a:lnTo>
                    <a:pt x="83" y="30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32" name=""/>
            <p:cNvSpPr/>
            <p:nvPr/>
          </p:nvSpPr>
          <p:spPr>
            <a:xfrm rot="0">
              <a:off x="1560" y="1098"/>
              <a:ext cx="8" cy="10"/>
            </a:xfrm>
            <a:custGeom>
              <a:avLst/>
              <a:ahLst/>
              <a:rect l="0" t="0" r="r" b="b"/>
              <a:pathLst>
                <a:path w="25" h="29">
                  <a:moveTo>
                    <a:pt x="25" y="0"/>
                  </a:moveTo>
                  <a:lnTo>
                    <a:pt x="0" y="26"/>
                  </a:lnTo>
                  <a:lnTo>
                    <a:pt x="3" y="2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33" name=""/>
            <p:cNvSpPr/>
            <p:nvPr/>
          </p:nvSpPr>
          <p:spPr>
            <a:xfrm rot="0">
              <a:off x="1560" y="11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34" name=""/>
            <p:cNvSpPr/>
            <p:nvPr/>
          </p:nvSpPr>
          <p:spPr>
            <a:xfrm rot="0">
              <a:off x="1561" y="1089"/>
              <a:ext cx="26" cy="28"/>
            </a:xfrm>
            <a:custGeom>
              <a:avLst/>
              <a:ahLst/>
              <a:rect l="0" t="0" r="r" b="b"/>
              <a:pathLst>
                <a:path w="79" h="84">
                  <a:moveTo>
                    <a:pt x="45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34" y="84"/>
                  </a:lnTo>
                  <a:lnTo>
                    <a:pt x="57" y="55"/>
                  </a:lnTo>
                  <a:lnTo>
                    <a:pt x="79" y="27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35" name=""/>
            <p:cNvSpPr/>
            <p:nvPr/>
          </p:nvSpPr>
          <p:spPr>
            <a:xfrm rot="0">
              <a:off x="1561" y="1089"/>
              <a:ext cx="26" cy="28"/>
            </a:xfrm>
            <a:custGeom>
              <a:avLst/>
              <a:ahLst/>
              <a:rect l="0" t="0" r="r" b="b"/>
              <a:pathLst>
                <a:path w="79" h="84">
                  <a:moveTo>
                    <a:pt x="45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34" y="84"/>
                  </a:lnTo>
                  <a:lnTo>
                    <a:pt x="57" y="55"/>
                  </a:lnTo>
                  <a:lnTo>
                    <a:pt x="79" y="27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36" name=""/>
            <p:cNvSpPr/>
            <p:nvPr/>
          </p:nvSpPr>
          <p:spPr>
            <a:xfrm rot="0">
              <a:off x="1572" y="1107"/>
              <a:ext cx="8" cy="10"/>
            </a:xfrm>
            <a:custGeom>
              <a:avLst/>
              <a:ahLst/>
              <a:rect l="0" t="0" r="r" b="b"/>
              <a:pathLst>
                <a:path w="23" h="29">
                  <a:moveTo>
                    <a:pt x="23" y="0"/>
                  </a:moveTo>
                  <a:lnTo>
                    <a:pt x="0" y="29"/>
                  </a:lnTo>
                  <a:lnTo>
                    <a:pt x="1" y="29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37" name=""/>
            <p:cNvSpPr/>
            <p:nvPr/>
          </p:nvSpPr>
          <p:spPr>
            <a:xfrm rot="0">
              <a:off x="1572" y="1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38" name=""/>
            <p:cNvSpPr/>
            <p:nvPr/>
          </p:nvSpPr>
          <p:spPr>
            <a:xfrm rot="0">
              <a:off x="1573" y="1098"/>
              <a:ext cx="25" cy="27"/>
            </a:xfrm>
            <a:custGeom>
              <a:avLst/>
              <a:ahLst/>
              <a:rect l="0" t="0" r="r" b="b"/>
              <a:pathLst>
                <a:path w="77" h="82">
                  <a:moveTo>
                    <a:pt x="43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34" y="82"/>
                  </a:lnTo>
                  <a:lnTo>
                    <a:pt x="56" y="54"/>
                  </a:lnTo>
                  <a:lnTo>
                    <a:pt x="77" y="26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39" name=""/>
            <p:cNvSpPr/>
            <p:nvPr/>
          </p:nvSpPr>
          <p:spPr>
            <a:xfrm rot="0">
              <a:off x="1573" y="1098"/>
              <a:ext cx="25" cy="27"/>
            </a:xfrm>
            <a:custGeom>
              <a:avLst/>
              <a:ahLst/>
              <a:rect l="0" t="0" r="r" b="b"/>
              <a:pathLst>
                <a:path w="77" h="82">
                  <a:moveTo>
                    <a:pt x="43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34" y="82"/>
                  </a:lnTo>
                  <a:lnTo>
                    <a:pt x="56" y="54"/>
                  </a:lnTo>
                  <a:lnTo>
                    <a:pt x="77" y="26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40" name=""/>
            <p:cNvSpPr/>
            <p:nvPr/>
          </p:nvSpPr>
          <p:spPr>
            <a:xfrm rot="0">
              <a:off x="1584" y="1116"/>
              <a:ext cx="7" cy="10"/>
            </a:xfrm>
            <a:custGeom>
              <a:avLst/>
              <a:ahLst/>
              <a:rect l="0" t="0" r="r" b="b"/>
              <a:pathLst>
                <a:path w="22" h="30">
                  <a:moveTo>
                    <a:pt x="22" y="0"/>
                  </a:moveTo>
                  <a:lnTo>
                    <a:pt x="0" y="28"/>
                  </a:lnTo>
                  <a:lnTo>
                    <a:pt x="2" y="30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41" name=""/>
            <p:cNvSpPr/>
            <p:nvPr/>
          </p:nvSpPr>
          <p:spPr>
            <a:xfrm rot="0">
              <a:off x="1584" y="1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42" name=""/>
            <p:cNvSpPr/>
            <p:nvPr/>
          </p:nvSpPr>
          <p:spPr>
            <a:xfrm rot="0">
              <a:off x="1585" y="1106"/>
              <a:ext cx="25" cy="28"/>
            </a:xfrm>
            <a:custGeom>
              <a:avLst/>
              <a:ahLst/>
              <a:rect l="0" t="0" r="r" b="b"/>
              <a:pathLst>
                <a:path w="75" h="84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5" y="84"/>
                  </a:lnTo>
                  <a:lnTo>
                    <a:pt x="55" y="54"/>
                  </a:lnTo>
                  <a:lnTo>
                    <a:pt x="75" y="24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43" name=""/>
            <p:cNvSpPr/>
            <p:nvPr/>
          </p:nvSpPr>
          <p:spPr>
            <a:xfrm rot="0">
              <a:off x="1585" y="1106"/>
              <a:ext cx="25" cy="28"/>
            </a:xfrm>
            <a:custGeom>
              <a:avLst/>
              <a:ahLst/>
              <a:rect l="0" t="0" r="r" b="b"/>
              <a:pathLst>
                <a:path w="75" h="84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5" y="84"/>
                  </a:lnTo>
                  <a:lnTo>
                    <a:pt x="55" y="54"/>
                  </a:lnTo>
                  <a:lnTo>
                    <a:pt x="75" y="24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44" name=""/>
            <p:cNvSpPr/>
            <p:nvPr/>
          </p:nvSpPr>
          <p:spPr>
            <a:xfrm rot="0">
              <a:off x="1596" y="1124"/>
              <a:ext cx="7" cy="11"/>
            </a:xfrm>
            <a:custGeom>
              <a:avLst/>
              <a:ahLst/>
              <a:rect l="0" t="0" r="r" b="b"/>
              <a:pathLst>
                <a:path w="20" h="32">
                  <a:moveTo>
                    <a:pt x="20" y="0"/>
                  </a:moveTo>
                  <a:lnTo>
                    <a:pt x="0" y="30"/>
                  </a:lnTo>
                  <a:lnTo>
                    <a:pt x="2" y="32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45" name=""/>
            <p:cNvSpPr/>
            <p:nvPr/>
          </p:nvSpPr>
          <p:spPr>
            <a:xfrm rot="0">
              <a:off x="1596" y="11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46" name=""/>
            <p:cNvSpPr/>
            <p:nvPr/>
          </p:nvSpPr>
          <p:spPr>
            <a:xfrm rot="0">
              <a:off x="1597" y="1114"/>
              <a:ext cx="25" cy="28"/>
            </a:xfrm>
            <a:custGeom>
              <a:avLst/>
              <a:ahLst/>
              <a:rect l="0" t="0" r="r" b="b"/>
              <a:pathLst>
                <a:path w="74" h="85">
                  <a:moveTo>
                    <a:pt x="37" y="0"/>
                  </a:moveTo>
                  <a:lnTo>
                    <a:pt x="18" y="31"/>
                  </a:lnTo>
                  <a:lnTo>
                    <a:pt x="0" y="63"/>
                  </a:lnTo>
                  <a:lnTo>
                    <a:pt x="37" y="85"/>
                  </a:lnTo>
                  <a:lnTo>
                    <a:pt x="55" y="54"/>
                  </a:lnTo>
                  <a:lnTo>
                    <a:pt x="74" y="23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47" name=""/>
            <p:cNvSpPr/>
            <p:nvPr/>
          </p:nvSpPr>
          <p:spPr>
            <a:xfrm rot="0">
              <a:off x="1597" y="1114"/>
              <a:ext cx="25" cy="28"/>
            </a:xfrm>
            <a:custGeom>
              <a:avLst/>
              <a:ahLst/>
              <a:rect l="0" t="0" r="r" b="b"/>
              <a:pathLst>
                <a:path w="74" h="85">
                  <a:moveTo>
                    <a:pt x="37" y="0"/>
                  </a:moveTo>
                  <a:lnTo>
                    <a:pt x="18" y="31"/>
                  </a:lnTo>
                  <a:lnTo>
                    <a:pt x="0" y="63"/>
                  </a:lnTo>
                  <a:lnTo>
                    <a:pt x="37" y="85"/>
                  </a:lnTo>
                  <a:lnTo>
                    <a:pt x="55" y="54"/>
                  </a:lnTo>
                  <a:lnTo>
                    <a:pt x="74" y="2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48" name=""/>
            <p:cNvSpPr/>
            <p:nvPr/>
          </p:nvSpPr>
          <p:spPr>
            <a:xfrm rot="0">
              <a:off x="1609" y="1132"/>
              <a:ext cx="6" cy="10"/>
            </a:xfrm>
            <a:custGeom>
              <a:avLst/>
              <a:ahLst/>
              <a:rect l="0" t="0" r="r" b="b"/>
              <a:pathLst>
                <a:path w="18" h="31">
                  <a:moveTo>
                    <a:pt x="18" y="0"/>
                  </a:moveTo>
                  <a:lnTo>
                    <a:pt x="0" y="31"/>
                  </a:lnTo>
                  <a:lnTo>
                    <a:pt x="1" y="3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49" name=""/>
            <p:cNvSpPr/>
            <p:nvPr/>
          </p:nvSpPr>
          <p:spPr>
            <a:xfrm rot="0">
              <a:off x="1609" y="11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50" name=""/>
            <p:cNvSpPr/>
            <p:nvPr/>
          </p:nvSpPr>
          <p:spPr>
            <a:xfrm rot="0">
              <a:off x="1610" y="1121"/>
              <a:ext cx="24" cy="28"/>
            </a:xfrm>
            <a:custGeom>
              <a:avLst/>
              <a:ahLst/>
              <a:rect l="0" t="0" r="r" b="b"/>
              <a:pathLst>
                <a:path w="73" h="84">
                  <a:moveTo>
                    <a:pt x="34" y="0"/>
                  </a:moveTo>
                  <a:lnTo>
                    <a:pt x="17" y="31"/>
                  </a:lnTo>
                  <a:lnTo>
                    <a:pt x="0" y="62"/>
                  </a:lnTo>
                  <a:lnTo>
                    <a:pt x="39" y="84"/>
                  </a:lnTo>
                  <a:lnTo>
                    <a:pt x="56" y="52"/>
                  </a:lnTo>
                  <a:lnTo>
                    <a:pt x="73" y="21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51" name=""/>
            <p:cNvSpPr/>
            <p:nvPr/>
          </p:nvSpPr>
          <p:spPr>
            <a:xfrm rot="0">
              <a:off x="1610" y="1121"/>
              <a:ext cx="24" cy="28"/>
            </a:xfrm>
            <a:custGeom>
              <a:avLst/>
              <a:ahLst/>
              <a:rect l="0" t="0" r="r" b="b"/>
              <a:pathLst>
                <a:path w="73" h="84">
                  <a:moveTo>
                    <a:pt x="34" y="0"/>
                  </a:moveTo>
                  <a:lnTo>
                    <a:pt x="17" y="31"/>
                  </a:lnTo>
                  <a:lnTo>
                    <a:pt x="0" y="62"/>
                  </a:lnTo>
                  <a:lnTo>
                    <a:pt x="39" y="84"/>
                  </a:lnTo>
                  <a:lnTo>
                    <a:pt x="56" y="52"/>
                  </a:lnTo>
                  <a:lnTo>
                    <a:pt x="73" y="21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52" name=""/>
            <p:cNvSpPr/>
            <p:nvPr/>
          </p:nvSpPr>
          <p:spPr>
            <a:xfrm rot="0">
              <a:off x="1623" y="1139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0"/>
                  </a:moveTo>
                  <a:lnTo>
                    <a:pt x="0" y="32"/>
                  </a:lnTo>
                  <a:lnTo>
                    <a:pt x="1" y="33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53" name=""/>
            <p:cNvSpPr/>
            <p:nvPr/>
          </p:nvSpPr>
          <p:spPr>
            <a:xfrm rot="0">
              <a:off x="1623" y="11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54" name=""/>
            <p:cNvSpPr/>
            <p:nvPr/>
          </p:nvSpPr>
          <p:spPr>
            <a:xfrm rot="0">
              <a:off x="1623" y="1128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31" y="0"/>
                  </a:moveTo>
                  <a:lnTo>
                    <a:pt x="16" y="32"/>
                  </a:lnTo>
                  <a:lnTo>
                    <a:pt x="0" y="65"/>
                  </a:lnTo>
                  <a:lnTo>
                    <a:pt x="39" y="84"/>
                  </a:lnTo>
                  <a:lnTo>
                    <a:pt x="54" y="51"/>
                  </a:lnTo>
                  <a:lnTo>
                    <a:pt x="70" y="1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55" name=""/>
            <p:cNvSpPr/>
            <p:nvPr/>
          </p:nvSpPr>
          <p:spPr>
            <a:xfrm rot="0">
              <a:off x="1623" y="1128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31" y="0"/>
                  </a:moveTo>
                  <a:lnTo>
                    <a:pt x="16" y="32"/>
                  </a:lnTo>
                  <a:lnTo>
                    <a:pt x="0" y="65"/>
                  </a:lnTo>
                  <a:lnTo>
                    <a:pt x="39" y="84"/>
                  </a:lnTo>
                  <a:lnTo>
                    <a:pt x="54" y="51"/>
                  </a:lnTo>
                  <a:lnTo>
                    <a:pt x="70" y="18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56" name=""/>
            <p:cNvSpPr/>
            <p:nvPr/>
          </p:nvSpPr>
          <p:spPr>
            <a:xfrm rot="0">
              <a:off x="1636" y="1145"/>
              <a:ext cx="5" cy="11"/>
            </a:xfrm>
            <a:custGeom>
              <a:avLst/>
              <a:ahLst/>
              <a:rect l="0" t="0" r="r" b="b"/>
              <a:pathLst>
                <a:path w="15" h="33">
                  <a:moveTo>
                    <a:pt x="15" y="0"/>
                  </a:moveTo>
                  <a:lnTo>
                    <a:pt x="0" y="33"/>
                  </a:lnTo>
                  <a:lnTo>
                    <a:pt x="1" y="33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57" name=""/>
            <p:cNvSpPr/>
            <p:nvPr/>
          </p:nvSpPr>
          <p:spPr>
            <a:xfrm rot="0">
              <a:off x="1636" y="11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58" name=""/>
            <p:cNvSpPr/>
            <p:nvPr/>
          </p:nvSpPr>
          <p:spPr>
            <a:xfrm rot="0">
              <a:off x="1636" y="1134"/>
              <a:ext cx="23" cy="28"/>
            </a:xfrm>
            <a:custGeom>
              <a:avLst/>
              <a:ahLst/>
              <a:rect l="0" t="0" r="r" b="b"/>
              <a:pathLst>
                <a:path w="68" h="83">
                  <a:moveTo>
                    <a:pt x="29" y="0"/>
                  </a:moveTo>
                  <a:lnTo>
                    <a:pt x="14" y="33"/>
                  </a:lnTo>
                  <a:lnTo>
                    <a:pt x="0" y="66"/>
                  </a:lnTo>
                  <a:lnTo>
                    <a:pt x="40" y="83"/>
                  </a:lnTo>
                  <a:lnTo>
                    <a:pt x="54" y="50"/>
                  </a:lnTo>
                  <a:lnTo>
                    <a:pt x="68" y="17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59" name=""/>
            <p:cNvSpPr/>
            <p:nvPr/>
          </p:nvSpPr>
          <p:spPr>
            <a:xfrm rot="0">
              <a:off x="1636" y="1134"/>
              <a:ext cx="23" cy="28"/>
            </a:xfrm>
            <a:custGeom>
              <a:avLst/>
              <a:ahLst/>
              <a:rect l="0" t="0" r="r" b="b"/>
              <a:pathLst>
                <a:path w="68" h="83">
                  <a:moveTo>
                    <a:pt x="29" y="0"/>
                  </a:moveTo>
                  <a:lnTo>
                    <a:pt x="14" y="33"/>
                  </a:lnTo>
                  <a:lnTo>
                    <a:pt x="0" y="66"/>
                  </a:lnTo>
                  <a:lnTo>
                    <a:pt x="40" y="83"/>
                  </a:lnTo>
                  <a:lnTo>
                    <a:pt x="54" y="50"/>
                  </a:lnTo>
                  <a:lnTo>
                    <a:pt x="68" y="17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60" name=""/>
            <p:cNvSpPr/>
            <p:nvPr/>
          </p:nvSpPr>
          <p:spPr>
            <a:xfrm rot="0">
              <a:off x="1650" y="1151"/>
              <a:ext cx="4" cy="11"/>
            </a:xfrm>
            <a:custGeom>
              <a:avLst/>
              <a:ahLst/>
              <a:rect l="0" t="0" r="r" b="b"/>
              <a:pathLst>
                <a:path w="14" h="34">
                  <a:moveTo>
                    <a:pt x="14" y="0"/>
                  </a:moveTo>
                  <a:lnTo>
                    <a:pt x="0" y="33"/>
                  </a:lnTo>
                  <a:lnTo>
                    <a:pt x="1" y="34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61" name=""/>
            <p:cNvSpPr/>
            <p:nvPr/>
          </p:nvSpPr>
          <p:spPr>
            <a:xfrm rot="0">
              <a:off x="1650" y="11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62" name=""/>
            <p:cNvSpPr/>
            <p:nvPr/>
          </p:nvSpPr>
          <p:spPr>
            <a:xfrm rot="0">
              <a:off x="1650" y="1139"/>
              <a:ext cx="22" cy="28"/>
            </a:xfrm>
            <a:custGeom>
              <a:avLst/>
              <a:ahLst/>
              <a:rect l="0" t="0" r="r" b="b"/>
              <a:pathLst>
                <a:path w="66" h="84">
                  <a:moveTo>
                    <a:pt x="26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40" y="84"/>
                  </a:lnTo>
                  <a:lnTo>
                    <a:pt x="53" y="50"/>
                  </a:lnTo>
                  <a:lnTo>
                    <a:pt x="66" y="15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63" name=""/>
            <p:cNvSpPr/>
            <p:nvPr/>
          </p:nvSpPr>
          <p:spPr>
            <a:xfrm rot="0">
              <a:off x="1650" y="1139"/>
              <a:ext cx="22" cy="28"/>
            </a:xfrm>
            <a:custGeom>
              <a:avLst/>
              <a:ahLst/>
              <a:rect l="0" t="0" r="r" b="b"/>
              <a:pathLst>
                <a:path w="66" h="84">
                  <a:moveTo>
                    <a:pt x="26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40" y="84"/>
                  </a:lnTo>
                  <a:lnTo>
                    <a:pt x="53" y="50"/>
                  </a:lnTo>
                  <a:lnTo>
                    <a:pt x="66" y="15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64" name=""/>
            <p:cNvSpPr/>
            <p:nvPr/>
          </p:nvSpPr>
          <p:spPr>
            <a:xfrm rot="0">
              <a:off x="1663" y="1156"/>
              <a:ext cx="5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2" y="3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65" name=""/>
            <p:cNvSpPr/>
            <p:nvPr/>
          </p:nvSpPr>
          <p:spPr>
            <a:xfrm rot="0">
              <a:off x="1663" y="1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66" name=""/>
            <p:cNvSpPr/>
            <p:nvPr/>
          </p:nvSpPr>
          <p:spPr>
            <a:xfrm rot="0">
              <a:off x="1664" y="1144"/>
              <a:ext cx="21" cy="28"/>
            </a:xfrm>
            <a:custGeom>
              <a:avLst/>
              <a:ahLst/>
              <a:rect l="0" t="0" r="r" b="b"/>
              <a:pathLst>
                <a:path w="64" h="82">
                  <a:moveTo>
                    <a:pt x="22" y="0"/>
                  </a:moveTo>
                  <a:lnTo>
                    <a:pt x="11" y="35"/>
                  </a:lnTo>
                  <a:lnTo>
                    <a:pt x="0" y="69"/>
                  </a:lnTo>
                  <a:lnTo>
                    <a:pt x="41" y="82"/>
                  </a:lnTo>
                  <a:lnTo>
                    <a:pt x="52" y="47"/>
                  </a:lnTo>
                  <a:lnTo>
                    <a:pt x="64" y="13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67" name=""/>
            <p:cNvSpPr/>
            <p:nvPr/>
          </p:nvSpPr>
          <p:spPr>
            <a:xfrm rot="0">
              <a:off x="1664" y="1144"/>
              <a:ext cx="21" cy="28"/>
            </a:xfrm>
            <a:custGeom>
              <a:avLst/>
              <a:ahLst/>
              <a:rect l="0" t="0" r="r" b="b"/>
              <a:pathLst>
                <a:path w="64" h="82">
                  <a:moveTo>
                    <a:pt x="22" y="0"/>
                  </a:moveTo>
                  <a:lnTo>
                    <a:pt x="11" y="35"/>
                  </a:lnTo>
                  <a:lnTo>
                    <a:pt x="0" y="69"/>
                  </a:lnTo>
                  <a:lnTo>
                    <a:pt x="41" y="82"/>
                  </a:lnTo>
                  <a:lnTo>
                    <a:pt x="52" y="47"/>
                  </a:lnTo>
                  <a:lnTo>
                    <a:pt x="64" y="13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68" name=""/>
            <p:cNvSpPr/>
            <p:nvPr/>
          </p:nvSpPr>
          <p:spPr>
            <a:xfrm rot="0">
              <a:off x="1678" y="1160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11" y="0"/>
                  </a:moveTo>
                  <a:lnTo>
                    <a:pt x="0" y="35"/>
                  </a:lnTo>
                  <a:lnTo>
                    <a:pt x="1" y="3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69" name=""/>
            <p:cNvSpPr/>
            <p:nvPr/>
          </p:nvSpPr>
          <p:spPr>
            <a:xfrm rot="0">
              <a:off x="1678" y="11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70" name=""/>
            <p:cNvSpPr/>
            <p:nvPr/>
          </p:nvSpPr>
          <p:spPr>
            <a:xfrm rot="0">
              <a:off x="1678" y="1148"/>
              <a:ext cx="21" cy="28"/>
            </a:xfrm>
            <a:custGeom>
              <a:avLst/>
              <a:ahLst/>
              <a:rect l="0" t="0" r="r" b="b"/>
              <a:pathLst>
                <a:path w="63" h="82">
                  <a:moveTo>
                    <a:pt x="20" y="0"/>
                  </a:moveTo>
                  <a:lnTo>
                    <a:pt x="10" y="35"/>
                  </a:lnTo>
                  <a:lnTo>
                    <a:pt x="0" y="71"/>
                  </a:lnTo>
                  <a:lnTo>
                    <a:pt x="43" y="82"/>
                  </a:lnTo>
                  <a:lnTo>
                    <a:pt x="53" y="47"/>
                  </a:lnTo>
                  <a:lnTo>
                    <a:pt x="63" y="11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71" name=""/>
            <p:cNvSpPr/>
            <p:nvPr/>
          </p:nvSpPr>
          <p:spPr>
            <a:xfrm rot="0">
              <a:off x="1678" y="1148"/>
              <a:ext cx="21" cy="28"/>
            </a:xfrm>
            <a:custGeom>
              <a:avLst/>
              <a:ahLst/>
              <a:rect l="0" t="0" r="r" b="b"/>
              <a:pathLst>
                <a:path w="63" h="82">
                  <a:moveTo>
                    <a:pt x="20" y="0"/>
                  </a:moveTo>
                  <a:lnTo>
                    <a:pt x="10" y="35"/>
                  </a:lnTo>
                  <a:lnTo>
                    <a:pt x="0" y="71"/>
                  </a:lnTo>
                  <a:lnTo>
                    <a:pt x="43" y="82"/>
                  </a:lnTo>
                  <a:lnTo>
                    <a:pt x="53" y="47"/>
                  </a:lnTo>
                  <a:lnTo>
                    <a:pt x="63" y="11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72" name=""/>
            <p:cNvSpPr/>
            <p:nvPr/>
          </p:nvSpPr>
          <p:spPr>
            <a:xfrm rot="0">
              <a:off x="1692" y="1164"/>
              <a:ext cx="4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10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73" name=""/>
            <p:cNvSpPr/>
            <p:nvPr/>
          </p:nvSpPr>
          <p:spPr>
            <a:xfrm rot="0">
              <a:off x="1692" y="11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74" name=""/>
            <p:cNvSpPr/>
            <p:nvPr/>
          </p:nvSpPr>
          <p:spPr>
            <a:xfrm rot="0">
              <a:off x="1693" y="1152"/>
              <a:ext cx="19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18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42" y="81"/>
                  </a:lnTo>
                  <a:lnTo>
                    <a:pt x="50" y="46"/>
                  </a:lnTo>
                  <a:lnTo>
                    <a:pt x="59" y="1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75" name=""/>
            <p:cNvSpPr/>
            <p:nvPr/>
          </p:nvSpPr>
          <p:spPr>
            <a:xfrm rot="0">
              <a:off x="1693" y="1152"/>
              <a:ext cx="19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18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42" y="81"/>
                  </a:lnTo>
                  <a:lnTo>
                    <a:pt x="50" y="46"/>
                  </a:lnTo>
                  <a:lnTo>
                    <a:pt x="59" y="10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76" name=""/>
            <p:cNvSpPr/>
            <p:nvPr/>
          </p:nvSpPr>
          <p:spPr>
            <a:xfrm rot="0">
              <a:off x="1707" y="1167"/>
              <a:ext cx="2" cy="12"/>
            </a:xfrm>
            <a:custGeom>
              <a:avLst/>
              <a:ahLst/>
              <a:rect l="0" t="0" r="r" b="b"/>
              <a:pathLst>
                <a:path w="8" h="35">
                  <a:moveTo>
                    <a:pt x="8" y="0"/>
                  </a:moveTo>
                  <a:lnTo>
                    <a:pt x="0" y="35"/>
                  </a:lnTo>
                  <a:lnTo>
                    <a:pt x="3" y="3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77" name=""/>
            <p:cNvSpPr/>
            <p:nvPr/>
          </p:nvSpPr>
          <p:spPr>
            <a:xfrm rot="0">
              <a:off x="1707" y="11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78" name=""/>
            <p:cNvSpPr/>
            <p:nvPr/>
          </p:nvSpPr>
          <p:spPr>
            <a:xfrm rot="0">
              <a:off x="1708" y="1155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11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42" y="79"/>
                  </a:lnTo>
                  <a:lnTo>
                    <a:pt x="48" y="43"/>
                  </a:lnTo>
                  <a:lnTo>
                    <a:pt x="54" y="7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79" name=""/>
            <p:cNvSpPr/>
            <p:nvPr/>
          </p:nvSpPr>
          <p:spPr>
            <a:xfrm rot="0">
              <a:off x="1708" y="1155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11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42" y="79"/>
                  </a:lnTo>
                  <a:lnTo>
                    <a:pt x="48" y="43"/>
                  </a:lnTo>
                  <a:lnTo>
                    <a:pt x="54" y="7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80" name=""/>
            <p:cNvSpPr/>
            <p:nvPr/>
          </p:nvSpPr>
          <p:spPr>
            <a:xfrm rot="0">
              <a:off x="1722" y="1170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6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81" name=""/>
            <p:cNvSpPr/>
            <p:nvPr/>
          </p:nvSpPr>
          <p:spPr>
            <a:xfrm rot="0">
              <a:off x="1722" y="11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82" name=""/>
            <p:cNvSpPr/>
            <p:nvPr/>
          </p:nvSpPr>
          <p:spPr>
            <a:xfrm rot="0">
              <a:off x="1722" y="1158"/>
              <a:ext cx="18" cy="25"/>
            </a:xfrm>
            <a:custGeom>
              <a:avLst/>
              <a:ahLst/>
              <a:rect l="0" t="0" r="r" b="b"/>
              <a:pathLst>
                <a:path w="52" h="77">
                  <a:moveTo>
                    <a:pt x="8" y="0"/>
                  </a:moveTo>
                  <a:lnTo>
                    <a:pt x="4" y="36"/>
                  </a:lnTo>
                  <a:lnTo>
                    <a:pt x="0" y="72"/>
                  </a:lnTo>
                  <a:lnTo>
                    <a:pt x="44" y="77"/>
                  </a:lnTo>
                  <a:lnTo>
                    <a:pt x="48" y="42"/>
                  </a:lnTo>
                  <a:lnTo>
                    <a:pt x="52" y="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83" name=""/>
            <p:cNvSpPr/>
            <p:nvPr/>
          </p:nvSpPr>
          <p:spPr>
            <a:xfrm rot="0">
              <a:off x="1722" y="1158"/>
              <a:ext cx="18" cy="25"/>
            </a:xfrm>
            <a:custGeom>
              <a:avLst/>
              <a:ahLst/>
              <a:rect l="0" t="0" r="r" b="b"/>
              <a:pathLst>
                <a:path w="52" h="77">
                  <a:moveTo>
                    <a:pt x="8" y="0"/>
                  </a:moveTo>
                  <a:lnTo>
                    <a:pt x="4" y="36"/>
                  </a:lnTo>
                  <a:lnTo>
                    <a:pt x="0" y="72"/>
                  </a:lnTo>
                  <a:lnTo>
                    <a:pt x="44" y="77"/>
                  </a:lnTo>
                  <a:lnTo>
                    <a:pt x="48" y="42"/>
                  </a:lnTo>
                  <a:lnTo>
                    <a:pt x="52" y="6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84" name=""/>
            <p:cNvSpPr/>
            <p:nvPr/>
          </p:nvSpPr>
          <p:spPr>
            <a:xfrm rot="0">
              <a:off x="1737" y="1172"/>
              <a:ext cx="1" cy="11"/>
            </a:xfrm>
            <a:custGeom>
              <a:avLst/>
              <a:ahLst/>
              <a:rect l="0" t="0" r="r" b="b"/>
              <a:pathLst>
                <a:path w="4" h="35">
                  <a:moveTo>
                    <a:pt x="4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85" name=""/>
            <p:cNvSpPr/>
            <p:nvPr/>
          </p:nvSpPr>
          <p:spPr>
            <a:xfrm rot="0">
              <a:off x="1737" y="11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86" name=""/>
            <p:cNvSpPr/>
            <p:nvPr/>
          </p:nvSpPr>
          <p:spPr>
            <a:xfrm rot="0">
              <a:off x="1737" y="1160"/>
              <a:ext cx="17" cy="24"/>
            </a:xfrm>
            <a:custGeom>
              <a:avLst/>
              <a:ahLst/>
              <a:rect l="0" t="0" r="r" b="b"/>
              <a:pathLst>
                <a:path w="49" h="74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43" y="74"/>
                  </a:lnTo>
                  <a:lnTo>
                    <a:pt x="46" y="38"/>
                  </a:lnTo>
                  <a:lnTo>
                    <a:pt x="49" y="3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87" name=""/>
            <p:cNvSpPr/>
            <p:nvPr/>
          </p:nvSpPr>
          <p:spPr>
            <a:xfrm rot="0">
              <a:off x="1737" y="1160"/>
              <a:ext cx="17" cy="24"/>
            </a:xfrm>
            <a:custGeom>
              <a:avLst/>
              <a:ahLst/>
              <a:rect l="0" t="0" r="r" b="b"/>
              <a:pathLst>
                <a:path w="49" h="74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43" y="74"/>
                  </a:lnTo>
                  <a:lnTo>
                    <a:pt x="46" y="38"/>
                  </a:lnTo>
                  <a:lnTo>
                    <a:pt x="49" y="3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88" name=""/>
            <p:cNvSpPr/>
            <p:nvPr/>
          </p:nvSpPr>
          <p:spPr>
            <a:xfrm rot="0">
              <a:off x="1752" y="1172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89" name=""/>
            <p:cNvSpPr/>
            <p:nvPr/>
          </p:nvSpPr>
          <p:spPr>
            <a:xfrm rot="0">
              <a:off x="1752" y="11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90" name=""/>
            <p:cNvSpPr/>
            <p:nvPr/>
          </p:nvSpPr>
          <p:spPr>
            <a:xfrm rot="0">
              <a:off x="1752" y="1161"/>
              <a:ext cx="15" cy="24"/>
            </a:xfrm>
            <a:custGeom>
              <a:avLst/>
              <a:ahLst/>
              <a:rect l="0" t="0" r="r" b="b"/>
              <a:pathLst>
                <a:path w="46" h="72">
                  <a:moveTo>
                    <a:pt x="3" y="0"/>
                  </a:moveTo>
                  <a:lnTo>
                    <a:pt x="2" y="35"/>
                  </a:lnTo>
                  <a:lnTo>
                    <a:pt x="0" y="71"/>
                  </a:lnTo>
                  <a:lnTo>
                    <a:pt x="43" y="72"/>
                  </a:lnTo>
                  <a:lnTo>
                    <a:pt x="45" y="37"/>
                  </a:lnTo>
                  <a:lnTo>
                    <a:pt x="46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91" name=""/>
            <p:cNvSpPr/>
            <p:nvPr/>
          </p:nvSpPr>
          <p:spPr>
            <a:xfrm rot="0">
              <a:off x="1752" y="1161"/>
              <a:ext cx="15" cy="24"/>
            </a:xfrm>
            <a:custGeom>
              <a:avLst/>
              <a:ahLst/>
              <a:rect l="0" t="0" r="r" b="b"/>
              <a:pathLst>
                <a:path w="46" h="72">
                  <a:moveTo>
                    <a:pt x="3" y="0"/>
                  </a:moveTo>
                  <a:lnTo>
                    <a:pt x="2" y="35"/>
                  </a:lnTo>
                  <a:lnTo>
                    <a:pt x="0" y="71"/>
                  </a:lnTo>
                  <a:lnTo>
                    <a:pt x="43" y="72"/>
                  </a:lnTo>
                  <a:lnTo>
                    <a:pt x="45" y="37"/>
                  </a:lnTo>
                  <a:lnTo>
                    <a:pt x="46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92" name=""/>
            <p:cNvSpPr/>
            <p:nvPr/>
          </p:nvSpPr>
          <p:spPr>
            <a:xfrm rot="0">
              <a:off x="1766" y="1173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2" y="0"/>
                  </a:moveTo>
                  <a:lnTo>
                    <a:pt x="0" y="35"/>
                  </a:lnTo>
                  <a:lnTo>
                    <a:pt x="3" y="3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93" name=""/>
            <p:cNvSpPr/>
            <p:nvPr/>
          </p:nvSpPr>
          <p:spPr>
            <a:xfrm rot="0">
              <a:off x="1766" y="11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94" name=""/>
            <p:cNvSpPr/>
            <p:nvPr/>
          </p:nvSpPr>
          <p:spPr>
            <a:xfrm rot="0">
              <a:off x="1766" y="1161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7" y="71"/>
                  </a:lnTo>
                  <a:lnTo>
                    <a:pt x="46" y="35"/>
                  </a:lnTo>
                  <a:lnTo>
                    <a:pt x="44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95" name=""/>
            <p:cNvSpPr/>
            <p:nvPr/>
          </p:nvSpPr>
          <p:spPr>
            <a:xfrm rot="0">
              <a:off x="1766" y="1161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7" y="71"/>
                  </a:lnTo>
                  <a:lnTo>
                    <a:pt x="46" y="35"/>
                  </a:lnTo>
                  <a:lnTo>
                    <a:pt x="44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96" name=""/>
            <p:cNvSpPr/>
            <p:nvPr/>
          </p:nvSpPr>
          <p:spPr>
            <a:xfrm rot="0">
              <a:off x="1782" y="1172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0"/>
                  </a:moveTo>
                  <a:lnTo>
                    <a:pt x="1" y="36"/>
                  </a:lnTo>
                  <a:lnTo>
                    <a:pt x="3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97" name=""/>
            <p:cNvSpPr/>
            <p:nvPr/>
          </p:nvSpPr>
          <p:spPr>
            <a:xfrm rot="0">
              <a:off x="1782" y="11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198" name=""/>
            <p:cNvSpPr/>
            <p:nvPr/>
          </p:nvSpPr>
          <p:spPr>
            <a:xfrm rot="0">
              <a:off x="1781" y="1160"/>
              <a:ext cx="16" cy="24"/>
            </a:xfrm>
            <a:custGeom>
              <a:avLst/>
              <a:ahLst/>
              <a:rect l="0" t="0" r="r" b="b"/>
              <a:pathLst>
                <a:path w="48" h="74">
                  <a:moveTo>
                    <a:pt x="0" y="3"/>
                  </a:moveTo>
                  <a:lnTo>
                    <a:pt x="3" y="38"/>
                  </a:lnTo>
                  <a:lnTo>
                    <a:pt x="6" y="74"/>
                  </a:lnTo>
                  <a:lnTo>
                    <a:pt x="48" y="71"/>
                  </a:lnTo>
                  <a:lnTo>
                    <a:pt x="45" y="36"/>
                  </a:lnTo>
                  <a:lnTo>
                    <a:pt x="4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199" name=""/>
            <p:cNvSpPr/>
            <p:nvPr/>
          </p:nvSpPr>
          <p:spPr>
            <a:xfrm rot="0">
              <a:off x="1781" y="1160"/>
              <a:ext cx="16" cy="24"/>
            </a:xfrm>
            <a:custGeom>
              <a:avLst/>
              <a:ahLst/>
              <a:rect l="0" t="0" r="r" b="b"/>
              <a:pathLst>
                <a:path w="48" h="74">
                  <a:moveTo>
                    <a:pt x="0" y="3"/>
                  </a:moveTo>
                  <a:lnTo>
                    <a:pt x="3" y="38"/>
                  </a:lnTo>
                  <a:lnTo>
                    <a:pt x="6" y="74"/>
                  </a:lnTo>
                  <a:lnTo>
                    <a:pt x="48" y="71"/>
                  </a:lnTo>
                  <a:lnTo>
                    <a:pt x="45" y="36"/>
                  </a:lnTo>
                  <a:lnTo>
                    <a:pt x="43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00" name=""/>
            <p:cNvSpPr/>
            <p:nvPr/>
          </p:nvSpPr>
          <p:spPr>
            <a:xfrm rot="0">
              <a:off x="1796" y="1172"/>
              <a:ext cx="1" cy="11"/>
            </a:xfrm>
            <a:custGeom>
              <a:avLst/>
              <a:ahLst/>
              <a:rect l="0" t="0" r="r" b="b"/>
              <a:pathLst>
                <a:path w="5" h="35">
                  <a:moveTo>
                    <a:pt x="0" y="0"/>
                  </a:moveTo>
                  <a:lnTo>
                    <a:pt x="3" y="35"/>
                  </a:lnTo>
                  <a:lnTo>
                    <a:pt x="5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01" name=""/>
            <p:cNvSpPr/>
            <p:nvPr/>
          </p:nvSpPr>
          <p:spPr>
            <a:xfrm rot="0">
              <a:off x="1797" y="11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02" name=""/>
            <p:cNvSpPr/>
            <p:nvPr/>
          </p:nvSpPr>
          <p:spPr>
            <a:xfrm rot="0">
              <a:off x="1794" y="1158"/>
              <a:ext cx="17" cy="25"/>
            </a:xfrm>
            <a:custGeom>
              <a:avLst/>
              <a:ahLst/>
              <a:rect l="0" t="0" r="r" b="b"/>
              <a:pathLst>
                <a:path w="51" h="77">
                  <a:moveTo>
                    <a:pt x="0" y="6"/>
                  </a:moveTo>
                  <a:lnTo>
                    <a:pt x="4" y="42"/>
                  </a:lnTo>
                  <a:lnTo>
                    <a:pt x="9" y="77"/>
                  </a:lnTo>
                  <a:lnTo>
                    <a:pt x="51" y="72"/>
                  </a:lnTo>
                  <a:lnTo>
                    <a:pt x="47" y="36"/>
                  </a:lnTo>
                  <a:lnTo>
                    <a:pt x="43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03" name=""/>
            <p:cNvSpPr/>
            <p:nvPr/>
          </p:nvSpPr>
          <p:spPr>
            <a:xfrm rot="0">
              <a:off x="1794" y="1158"/>
              <a:ext cx="17" cy="25"/>
            </a:xfrm>
            <a:custGeom>
              <a:avLst/>
              <a:ahLst/>
              <a:rect l="0" t="0" r="r" b="b"/>
              <a:pathLst>
                <a:path w="51" h="77">
                  <a:moveTo>
                    <a:pt x="0" y="6"/>
                  </a:moveTo>
                  <a:lnTo>
                    <a:pt x="4" y="42"/>
                  </a:lnTo>
                  <a:lnTo>
                    <a:pt x="9" y="77"/>
                  </a:lnTo>
                  <a:lnTo>
                    <a:pt x="51" y="72"/>
                  </a:lnTo>
                  <a:lnTo>
                    <a:pt x="47" y="36"/>
                  </a:lnTo>
                  <a:lnTo>
                    <a:pt x="43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04" name=""/>
            <p:cNvSpPr/>
            <p:nvPr/>
          </p:nvSpPr>
          <p:spPr>
            <a:xfrm rot="0">
              <a:off x="1810" y="1170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0" y="0"/>
                  </a:moveTo>
                  <a:lnTo>
                    <a:pt x="4" y="36"/>
                  </a:lnTo>
                  <a:lnTo>
                    <a:pt x="6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05" name=""/>
            <p:cNvSpPr/>
            <p:nvPr/>
          </p:nvSpPr>
          <p:spPr>
            <a:xfrm rot="0">
              <a:off x="1811" y="11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06" name=""/>
            <p:cNvSpPr/>
            <p:nvPr/>
          </p:nvSpPr>
          <p:spPr>
            <a:xfrm rot="0">
              <a:off x="1808" y="1155"/>
              <a:ext cx="18" cy="27"/>
            </a:xfrm>
            <a:custGeom>
              <a:avLst/>
              <a:ahLst/>
              <a:rect l="0" t="0" r="r" b="b"/>
              <a:pathLst>
                <a:path w="55" h="79">
                  <a:moveTo>
                    <a:pt x="0" y="7"/>
                  </a:moveTo>
                  <a:lnTo>
                    <a:pt x="6" y="43"/>
                  </a:lnTo>
                  <a:lnTo>
                    <a:pt x="12" y="79"/>
                  </a:lnTo>
                  <a:lnTo>
                    <a:pt x="55" y="71"/>
                  </a:lnTo>
                  <a:lnTo>
                    <a:pt x="49" y="36"/>
                  </a:lnTo>
                  <a:lnTo>
                    <a:pt x="4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07" name=""/>
            <p:cNvSpPr/>
            <p:nvPr/>
          </p:nvSpPr>
          <p:spPr>
            <a:xfrm rot="0">
              <a:off x="1808" y="1155"/>
              <a:ext cx="18" cy="27"/>
            </a:xfrm>
            <a:custGeom>
              <a:avLst/>
              <a:ahLst/>
              <a:rect l="0" t="0" r="r" b="b"/>
              <a:pathLst>
                <a:path w="55" h="79">
                  <a:moveTo>
                    <a:pt x="0" y="7"/>
                  </a:moveTo>
                  <a:lnTo>
                    <a:pt x="6" y="43"/>
                  </a:lnTo>
                  <a:lnTo>
                    <a:pt x="12" y="79"/>
                  </a:lnTo>
                  <a:lnTo>
                    <a:pt x="55" y="71"/>
                  </a:lnTo>
                  <a:lnTo>
                    <a:pt x="49" y="36"/>
                  </a:lnTo>
                  <a:lnTo>
                    <a:pt x="43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08" name=""/>
            <p:cNvSpPr/>
            <p:nvPr/>
          </p:nvSpPr>
          <p:spPr>
            <a:xfrm rot="0">
              <a:off x="1824" y="1167"/>
              <a:ext cx="3" cy="12"/>
            </a:xfrm>
            <a:custGeom>
              <a:avLst/>
              <a:ahLst/>
              <a:rect l="0" t="0" r="r" b="b"/>
              <a:pathLst>
                <a:path w="8" h="35">
                  <a:moveTo>
                    <a:pt x="0" y="0"/>
                  </a:moveTo>
                  <a:lnTo>
                    <a:pt x="6" y="35"/>
                  </a:lnTo>
                  <a:lnTo>
                    <a:pt x="8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09" name=""/>
            <p:cNvSpPr/>
            <p:nvPr/>
          </p:nvSpPr>
          <p:spPr>
            <a:xfrm rot="0">
              <a:off x="1826" y="11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10" name=""/>
            <p:cNvSpPr/>
            <p:nvPr/>
          </p:nvSpPr>
          <p:spPr>
            <a:xfrm rot="0">
              <a:off x="1821" y="1152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0" y="10"/>
                  </a:moveTo>
                  <a:lnTo>
                    <a:pt x="9" y="46"/>
                  </a:lnTo>
                  <a:lnTo>
                    <a:pt x="17" y="81"/>
                  </a:lnTo>
                  <a:lnTo>
                    <a:pt x="60" y="71"/>
                  </a:lnTo>
                  <a:lnTo>
                    <a:pt x="52" y="36"/>
                  </a:lnTo>
                  <a:lnTo>
                    <a:pt x="43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11" name=""/>
            <p:cNvSpPr/>
            <p:nvPr/>
          </p:nvSpPr>
          <p:spPr>
            <a:xfrm rot="0">
              <a:off x="1821" y="1152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0" y="10"/>
                  </a:moveTo>
                  <a:lnTo>
                    <a:pt x="9" y="46"/>
                  </a:lnTo>
                  <a:lnTo>
                    <a:pt x="17" y="81"/>
                  </a:lnTo>
                  <a:lnTo>
                    <a:pt x="60" y="71"/>
                  </a:lnTo>
                  <a:lnTo>
                    <a:pt x="52" y="36"/>
                  </a:lnTo>
                  <a:lnTo>
                    <a:pt x="43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12" name=""/>
            <p:cNvSpPr/>
            <p:nvPr/>
          </p:nvSpPr>
          <p:spPr>
            <a:xfrm rot="0">
              <a:off x="1839" y="1164"/>
              <a:ext cx="3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0" y="0"/>
                  </a:moveTo>
                  <a:lnTo>
                    <a:pt x="8" y="35"/>
                  </a:lnTo>
                  <a:lnTo>
                    <a:pt x="10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13" name=""/>
            <p:cNvSpPr/>
            <p:nvPr/>
          </p:nvSpPr>
          <p:spPr>
            <a:xfrm rot="0">
              <a:off x="1841" y="11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14" name=""/>
            <p:cNvSpPr/>
            <p:nvPr/>
          </p:nvSpPr>
          <p:spPr>
            <a:xfrm rot="0">
              <a:off x="1835" y="1148"/>
              <a:ext cx="21" cy="28"/>
            </a:xfrm>
            <a:custGeom>
              <a:avLst/>
              <a:ahLst/>
              <a:rect l="0" t="0" r="r" b="b"/>
              <a:pathLst>
                <a:path w="61" h="82">
                  <a:moveTo>
                    <a:pt x="0" y="11"/>
                  </a:moveTo>
                  <a:lnTo>
                    <a:pt x="10" y="47"/>
                  </a:lnTo>
                  <a:lnTo>
                    <a:pt x="20" y="82"/>
                  </a:lnTo>
                  <a:lnTo>
                    <a:pt x="61" y="71"/>
                  </a:lnTo>
                  <a:lnTo>
                    <a:pt x="51" y="35"/>
                  </a:lnTo>
                  <a:lnTo>
                    <a:pt x="41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15" name=""/>
            <p:cNvSpPr/>
            <p:nvPr/>
          </p:nvSpPr>
          <p:spPr>
            <a:xfrm rot="0">
              <a:off x="1835" y="1148"/>
              <a:ext cx="21" cy="28"/>
            </a:xfrm>
            <a:custGeom>
              <a:avLst/>
              <a:ahLst/>
              <a:rect l="0" t="0" r="r" b="b"/>
              <a:pathLst>
                <a:path w="61" h="82">
                  <a:moveTo>
                    <a:pt x="0" y="11"/>
                  </a:moveTo>
                  <a:lnTo>
                    <a:pt x="10" y="47"/>
                  </a:lnTo>
                  <a:lnTo>
                    <a:pt x="20" y="82"/>
                  </a:lnTo>
                  <a:lnTo>
                    <a:pt x="61" y="71"/>
                  </a:lnTo>
                  <a:lnTo>
                    <a:pt x="51" y="35"/>
                  </a:lnTo>
                  <a:lnTo>
                    <a:pt x="41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16" name=""/>
            <p:cNvSpPr/>
            <p:nvPr/>
          </p:nvSpPr>
          <p:spPr>
            <a:xfrm rot="0">
              <a:off x="1852" y="1160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0"/>
                  </a:moveTo>
                  <a:lnTo>
                    <a:pt x="10" y="36"/>
                  </a:lnTo>
                  <a:lnTo>
                    <a:pt x="11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17" name=""/>
            <p:cNvSpPr/>
            <p:nvPr/>
          </p:nvSpPr>
          <p:spPr>
            <a:xfrm rot="0" flipV="1">
              <a:off x="1856" y="11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18" name=""/>
            <p:cNvSpPr/>
            <p:nvPr/>
          </p:nvSpPr>
          <p:spPr>
            <a:xfrm rot="0">
              <a:off x="1848" y="1144"/>
              <a:ext cx="22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0" y="13"/>
                  </a:moveTo>
                  <a:lnTo>
                    <a:pt x="12" y="47"/>
                  </a:lnTo>
                  <a:lnTo>
                    <a:pt x="23" y="82"/>
                  </a:lnTo>
                  <a:lnTo>
                    <a:pt x="65" y="69"/>
                  </a:lnTo>
                  <a:lnTo>
                    <a:pt x="53" y="35"/>
                  </a:lnTo>
                  <a:lnTo>
                    <a:pt x="42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19" name=""/>
            <p:cNvSpPr/>
            <p:nvPr/>
          </p:nvSpPr>
          <p:spPr>
            <a:xfrm rot="0">
              <a:off x="1848" y="1144"/>
              <a:ext cx="22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0" y="13"/>
                  </a:moveTo>
                  <a:lnTo>
                    <a:pt x="12" y="47"/>
                  </a:lnTo>
                  <a:lnTo>
                    <a:pt x="23" y="82"/>
                  </a:lnTo>
                  <a:lnTo>
                    <a:pt x="65" y="69"/>
                  </a:lnTo>
                  <a:lnTo>
                    <a:pt x="53" y="35"/>
                  </a:lnTo>
                  <a:lnTo>
                    <a:pt x="42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20" name=""/>
            <p:cNvSpPr/>
            <p:nvPr/>
          </p:nvSpPr>
          <p:spPr>
            <a:xfrm rot="0">
              <a:off x="1866" y="1156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0" y="0"/>
                  </a:moveTo>
                  <a:lnTo>
                    <a:pt x="12" y="34"/>
                  </a:lnTo>
                  <a:lnTo>
                    <a:pt x="13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21" name=""/>
            <p:cNvSpPr/>
            <p:nvPr/>
          </p:nvSpPr>
          <p:spPr>
            <a:xfrm rot="0">
              <a:off x="1870" y="1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22" name=""/>
            <p:cNvSpPr/>
            <p:nvPr/>
          </p:nvSpPr>
          <p:spPr>
            <a:xfrm rot="0">
              <a:off x="1862" y="1139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0" y="15"/>
                  </a:moveTo>
                  <a:lnTo>
                    <a:pt x="13" y="50"/>
                  </a:lnTo>
                  <a:lnTo>
                    <a:pt x="26" y="84"/>
                  </a:lnTo>
                  <a:lnTo>
                    <a:pt x="67" y="68"/>
                  </a:lnTo>
                  <a:lnTo>
                    <a:pt x="54" y="34"/>
                  </a:lnTo>
                  <a:lnTo>
                    <a:pt x="42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23" name=""/>
            <p:cNvSpPr/>
            <p:nvPr/>
          </p:nvSpPr>
          <p:spPr>
            <a:xfrm rot="0">
              <a:off x="1862" y="1139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0" y="15"/>
                  </a:moveTo>
                  <a:lnTo>
                    <a:pt x="13" y="50"/>
                  </a:lnTo>
                  <a:lnTo>
                    <a:pt x="26" y="84"/>
                  </a:lnTo>
                  <a:lnTo>
                    <a:pt x="67" y="68"/>
                  </a:lnTo>
                  <a:lnTo>
                    <a:pt x="54" y="34"/>
                  </a:lnTo>
                  <a:lnTo>
                    <a:pt x="42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24" name=""/>
            <p:cNvSpPr/>
            <p:nvPr/>
          </p:nvSpPr>
          <p:spPr>
            <a:xfrm rot="0">
              <a:off x="1880" y="1151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0" y="0"/>
                  </a:moveTo>
                  <a:lnTo>
                    <a:pt x="13" y="34"/>
                  </a:lnTo>
                  <a:lnTo>
                    <a:pt x="15" y="3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25" name=""/>
            <p:cNvSpPr/>
            <p:nvPr/>
          </p:nvSpPr>
          <p:spPr>
            <a:xfrm rot="0" flipV="1">
              <a:off x="1884" y="11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26" name=""/>
            <p:cNvSpPr/>
            <p:nvPr/>
          </p:nvSpPr>
          <p:spPr>
            <a:xfrm rot="0">
              <a:off x="1875" y="1134"/>
              <a:ext cx="23" cy="28"/>
            </a:xfrm>
            <a:custGeom>
              <a:avLst/>
              <a:ahLst/>
              <a:rect l="0" t="0" r="r" b="b"/>
              <a:pathLst>
                <a:path w="69" h="83">
                  <a:moveTo>
                    <a:pt x="0" y="17"/>
                  </a:moveTo>
                  <a:lnTo>
                    <a:pt x="14" y="50"/>
                  </a:lnTo>
                  <a:lnTo>
                    <a:pt x="29" y="83"/>
                  </a:lnTo>
                  <a:lnTo>
                    <a:pt x="69" y="66"/>
                  </a:lnTo>
                  <a:lnTo>
                    <a:pt x="54" y="33"/>
                  </a:lnTo>
                  <a:lnTo>
                    <a:pt x="40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27" name=""/>
            <p:cNvSpPr/>
            <p:nvPr/>
          </p:nvSpPr>
          <p:spPr>
            <a:xfrm rot="0">
              <a:off x="1875" y="1134"/>
              <a:ext cx="23" cy="28"/>
            </a:xfrm>
            <a:custGeom>
              <a:avLst/>
              <a:ahLst/>
              <a:rect l="0" t="0" r="r" b="b"/>
              <a:pathLst>
                <a:path w="69" h="83">
                  <a:moveTo>
                    <a:pt x="0" y="17"/>
                  </a:moveTo>
                  <a:lnTo>
                    <a:pt x="14" y="50"/>
                  </a:lnTo>
                  <a:lnTo>
                    <a:pt x="29" y="83"/>
                  </a:lnTo>
                  <a:lnTo>
                    <a:pt x="69" y="66"/>
                  </a:lnTo>
                  <a:lnTo>
                    <a:pt x="54" y="33"/>
                  </a:lnTo>
                  <a:lnTo>
                    <a:pt x="40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28" name=""/>
            <p:cNvSpPr/>
            <p:nvPr/>
          </p:nvSpPr>
          <p:spPr>
            <a:xfrm rot="0">
              <a:off x="1893" y="1145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0"/>
                  </a:moveTo>
                  <a:lnTo>
                    <a:pt x="15" y="33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29" name=""/>
            <p:cNvSpPr/>
            <p:nvPr/>
          </p:nvSpPr>
          <p:spPr>
            <a:xfrm rot="0">
              <a:off x="1898" y="11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30" name=""/>
            <p:cNvSpPr/>
            <p:nvPr/>
          </p:nvSpPr>
          <p:spPr>
            <a:xfrm rot="0">
              <a:off x="1888" y="1128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0" y="18"/>
                  </a:moveTo>
                  <a:lnTo>
                    <a:pt x="15" y="51"/>
                  </a:lnTo>
                  <a:lnTo>
                    <a:pt x="31" y="84"/>
                  </a:lnTo>
                  <a:lnTo>
                    <a:pt x="69" y="65"/>
                  </a:lnTo>
                  <a:lnTo>
                    <a:pt x="54" y="32"/>
                  </a:lnTo>
                  <a:lnTo>
                    <a:pt x="3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31" name=""/>
            <p:cNvSpPr/>
            <p:nvPr/>
          </p:nvSpPr>
          <p:spPr>
            <a:xfrm rot="0">
              <a:off x="1888" y="1128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0" y="18"/>
                  </a:moveTo>
                  <a:lnTo>
                    <a:pt x="15" y="51"/>
                  </a:lnTo>
                  <a:lnTo>
                    <a:pt x="31" y="84"/>
                  </a:lnTo>
                  <a:lnTo>
                    <a:pt x="69" y="65"/>
                  </a:lnTo>
                  <a:lnTo>
                    <a:pt x="54" y="32"/>
                  </a:lnTo>
                  <a:lnTo>
                    <a:pt x="38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32" name=""/>
            <p:cNvSpPr/>
            <p:nvPr/>
          </p:nvSpPr>
          <p:spPr>
            <a:xfrm rot="0">
              <a:off x="1906" y="1139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0"/>
                  </a:moveTo>
                  <a:lnTo>
                    <a:pt x="15" y="33"/>
                  </a:lnTo>
                  <a:lnTo>
                    <a:pt x="17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33" name=""/>
            <p:cNvSpPr/>
            <p:nvPr/>
          </p:nvSpPr>
          <p:spPr>
            <a:xfrm rot="0" flipV="1">
              <a:off x="1911" y="11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34" name=""/>
            <p:cNvSpPr/>
            <p:nvPr/>
          </p:nvSpPr>
          <p:spPr>
            <a:xfrm rot="0">
              <a:off x="1900" y="1121"/>
              <a:ext cx="24" cy="28"/>
            </a:xfrm>
            <a:custGeom>
              <a:avLst/>
              <a:ahLst/>
              <a:rect l="0" t="0" r="r" b="b"/>
              <a:pathLst>
                <a:path w="72" h="84">
                  <a:moveTo>
                    <a:pt x="0" y="21"/>
                  </a:moveTo>
                  <a:lnTo>
                    <a:pt x="17" y="52"/>
                  </a:lnTo>
                  <a:lnTo>
                    <a:pt x="34" y="84"/>
                  </a:lnTo>
                  <a:lnTo>
                    <a:pt x="72" y="62"/>
                  </a:lnTo>
                  <a:lnTo>
                    <a:pt x="55" y="31"/>
                  </a:lnTo>
                  <a:lnTo>
                    <a:pt x="38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35" name=""/>
            <p:cNvSpPr/>
            <p:nvPr/>
          </p:nvSpPr>
          <p:spPr>
            <a:xfrm rot="0">
              <a:off x="1900" y="1121"/>
              <a:ext cx="24" cy="28"/>
            </a:xfrm>
            <a:custGeom>
              <a:avLst/>
              <a:ahLst/>
              <a:rect l="0" t="0" r="r" b="b"/>
              <a:pathLst>
                <a:path w="72" h="84">
                  <a:moveTo>
                    <a:pt x="0" y="21"/>
                  </a:moveTo>
                  <a:lnTo>
                    <a:pt x="17" y="52"/>
                  </a:lnTo>
                  <a:lnTo>
                    <a:pt x="34" y="84"/>
                  </a:lnTo>
                  <a:lnTo>
                    <a:pt x="72" y="62"/>
                  </a:lnTo>
                  <a:lnTo>
                    <a:pt x="55" y="31"/>
                  </a:lnTo>
                  <a:lnTo>
                    <a:pt x="38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36" name=""/>
            <p:cNvSpPr/>
            <p:nvPr/>
          </p:nvSpPr>
          <p:spPr>
            <a:xfrm rot="0">
              <a:off x="1919" y="1132"/>
              <a:ext cx="6" cy="10"/>
            </a:xfrm>
            <a:custGeom>
              <a:avLst/>
              <a:ahLst/>
              <a:rect l="0" t="0" r="r" b="b"/>
              <a:pathLst>
                <a:path w="19" h="31">
                  <a:moveTo>
                    <a:pt x="0" y="0"/>
                  </a:moveTo>
                  <a:lnTo>
                    <a:pt x="17" y="31"/>
                  </a:lnTo>
                  <a:lnTo>
                    <a:pt x="19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37" name=""/>
            <p:cNvSpPr/>
            <p:nvPr/>
          </p:nvSpPr>
          <p:spPr>
            <a:xfrm rot="0">
              <a:off x="1924" y="11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38" name=""/>
            <p:cNvSpPr/>
            <p:nvPr/>
          </p:nvSpPr>
          <p:spPr>
            <a:xfrm rot="0">
              <a:off x="1913" y="1114"/>
              <a:ext cx="24" cy="28"/>
            </a:xfrm>
            <a:custGeom>
              <a:avLst/>
              <a:ahLst/>
              <a:rect l="0" t="0" r="r" b="b"/>
              <a:pathLst>
                <a:path w="74" h="85">
                  <a:moveTo>
                    <a:pt x="0" y="23"/>
                  </a:moveTo>
                  <a:lnTo>
                    <a:pt x="18" y="54"/>
                  </a:lnTo>
                  <a:lnTo>
                    <a:pt x="37" y="85"/>
                  </a:lnTo>
                  <a:lnTo>
                    <a:pt x="74" y="63"/>
                  </a:lnTo>
                  <a:lnTo>
                    <a:pt x="55" y="31"/>
                  </a:lnTo>
                  <a:lnTo>
                    <a:pt x="37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39" name=""/>
            <p:cNvSpPr/>
            <p:nvPr/>
          </p:nvSpPr>
          <p:spPr>
            <a:xfrm rot="0">
              <a:off x="1913" y="1114"/>
              <a:ext cx="24" cy="28"/>
            </a:xfrm>
            <a:custGeom>
              <a:avLst/>
              <a:ahLst/>
              <a:rect l="0" t="0" r="r" b="b"/>
              <a:pathLst>
                <a:path w="74" h="85">
                  <a:moveTo>
                    <a:pt x="0" y="23"/>
                  </a:moveTo>
                  <a:lnTo>
                    <a:pt x="18" y="54"/>
                  </a:lnTo>
                  <a:lnTo>
                    <a:pt x="37" y="85"/>
                  </a:lnTo>
                  <a:lnTo>
                    <a:pt x="74" y="63"/>
                  </a:lnTo>
                  <a:lnTo>
                    <a:pt x="55" y="31"/>
                  </a:lnTo>
                  <a:lnTo>
                    <a:pt x="37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40" name=""/>
            <p:cNvSpPr/>
            <p:nvPr/>
          </p:nvSpPr>
          <p:spPr>
            <a:xfrm rot="0">
              <a:off x="1931" y="1124"/>
              <a:ext cx="7" cy="11"/>
            </a:xfrm>
            <a:custGeom>
              <a:avLst/>
              <a:ahLst/>
              <a:rect l="0" t="0" r="r" b="b"/>
              <a:pathLst>
                <a:path w="20" h="32">
                  <a:moveTo>
                    <a:pt x="0" y="0"/>
                  </a:moveTo>
                  <a:lnTo>
                    <a:pt x="19" y="32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41" name=""/>
            <p:cNvSpPr/>
            <p:nvPr/>
          </p:nvSpPr>
          <p:spPr>
            <a:xfrm rot="0" flipV="1">
              <a:off x="1937" y="11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42" name=""/>
            <p:cNvSpPr/>
            <p:nvPr/>
          </p:nvSpPr>
          <p:spPr>
            <a:xfrm rot="0">
              <a:off x="1924" y="1106"/>
              <a:ext cx="26" cy="28"/>
            </a:xfrm>
            <a:custGeom>
              <a:avLst/>
              <a:ahLst/>
              <a:rect l="0" t="0" r="r" b="b"/>
              <a:pathLst>
                <a:path w="76" h="84">
                  <a:moveTo>
                    <a:pt x="0" y="24"/>
                  </a:moveTo>
                  <a:lnTo>
                    <a:pt x="20" y="54"/>
                  </a:lnTo>
                  <a:lnTo>
                    <a:pt x="40" y="84"/>
                  </a:lnTo>
                  <a:lnTo>
                    <a:pt x="76" y="60"/>
                  </a:lnTo>
                  <a:lnTo>
                    <a:pt x="56" y="30"/>
                  </a:lnTo>
                  <a:lnTo>
                    <a:pt x="36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43" name=""/>
            <p:cNvSpPr/>
            <p:nvPr/>
          </p:nvSpPr>
          <p:spPr>
            <a:xfrm rot="0">
              <a:off x="1924" y="1106"/>
              <a:ext cx="26" cy="28"/>
            </a:xfrm>
            <a:custGeom>
              <a:avLst/>
              <a:ahLst/>
              <a:rect l="0" t="0" r="r" b="b"/>
              <a:pathLst>
                <a:path w="76" h="84">
                  <a:moveTo>
                    <a:pt x="0" y="24"/>
                  </a:moveTo>
                  <a:lnTo>
                    <a:pt x="20" y="54"/>
                  </a:lnTo>
                  <a:lnTo>
                    <a:pt x="40" y="84"/>
                  </a:lnTo>
                  <a:lnTo>
                    <a:pt x="76" y="60"/>
                  </a:lnTo>
                  <a:lnTo>
                    <a:pt x="56" y="30"/>
                  </a:lnTo>
                  <a:lnTo>
                    <a:pt x="36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44" name=""/>
            <p:cNvSpPr/>
            <p:nvPr/>
          </p:nvSpPr>
          <p:spPr>
            <a:xfrm rot="0">
              <a:off x="1943" y="1116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0" y="0"/>
                  </a:moveTo>
                  <a:lnTo>
                    <a:pt x="20" y="30"/>
                  </a:lnTo>
                  <a:lnTo>
                    <a:pt x="21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45" name=""/>
            <p:cNvSpPr/>
            <p:nvPr/>
          </p:nvSpPr>
          <p:spPr>
            <a:xfrm rot="0" flipV="1">
              <a:off x="1950" y="1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46" name=""/>
            <p:cNvSpPr/>
            <p:nvPr/>
          </p:nvSpPr>
          <p:spPr>
            <a:xfrm rot="0">
              <a:off x="1936" y="1098"/>
              <a:ext cx="25" cy="27"/>
            </a:xfrm>
            <a:custGeom>
              <a:avLst/>
              <a:ahLst/>
              <a:rect l="0" t="0" r="r" b="b"/>
              <a:pathLst>
                <a:path w="77" h="82">
                  <a:moveTo>
                    <a:pt x="0" y="26"/>
                  </a:moveTo>
                  <a:lnTo>
                    <a:pt x="22" y="54"/>
                  </a:lnTo>
                  <a:lnTo>
                    <a:pt x="43" y="82"/>
                  </a:lnTo>
                  <a:lnTo>
                    <a:pt x="77" y="57"/>
                  </a:lnTo>
                  <a:lnTo>
                    <a:pt x="56" y="28"/>
                  </a:lnTo>
                  <a:lnTo>
                    <a:pt x="3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47" name=""/>
            <p:cNvSpPr/>
            <p:nvPr/>
          </p:nvSpPr>
          <p:spPr>
            <a:xfrm rot="0">
              <a:off x="1936" y="1098"/>
              <a:ext cx="25" cy="27"/>
            </a:xfrm>
            <a:custGeom>
              <a:avLst/>
              <a:ahLst/>
              <a:rect l="0" t="0" r="r" b="b"/>
              <a:pathLst>
                <a:path w="77" h="82">
                  <a:moveTo>
                    <a:pt x="0" y="26"/>
                  </a:moveTo>
                  <a:lnTo>
                    <a:pt x="22" y="54"/>
                  </a:lnTo>
                  <a:lnTo>
                    <a:pt x="43" y="82"/>
                  </a:lnTo>
                  <a:lnTo>
                    <a:pt x="77" y="57"/>
                  </a:lnTo>
                  <a:lnTo>
                    <a:pt x="56" y="28"/>
                  </a:lnTo>
                  <a:lnTo>
                    <a:pt x="35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48" name=""/>
            <p:cNvSpPr/>
            <p:nvPr/>
          </p:nvSpPr>
          <p:spPr>
            <a:xfrm rot="0">
              <a:off x="1954" y="1107"/>
              <a:ext cx="8" cy="10"/>
            </a:xfrm>
            <a:custGeom>
              <a:avLst/>
              <a:ahLst/>
              <a:rect l="0" t="0" r="r" b="b"/>
              <a:pathLst>
                <a:path w="23" h="29">
                  <a:moveTo>
                    <a:pt x="0" y="0"/>
                  </a:moveTo>
                  <a:lnTo>
                    <a:pt x="21" y="29"/>
                  </a:lnTo>
                  <a:lnTo>
                    <a:pt x="23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49" name=""/>
            <p:cNvSpPr/>
            <p:nvPr/>
          </p:nvSpPr>
          <p:spPr>
            <a:xfrm rot="0">
              <a:off x="1961" y="1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50" name=""/>
            <p:cNvSpPr/>
            <p:nvPr/>
          </p:nvSpPr>
          <p:spPr>
            <a:xfrm rot="0">
              <a:off x="1947" y="1089"/>
              <a:ext cx="26" cy="28"/>
            </a:xfrm>
            <a:custGeom>
              <a:avLst/>
              <a:ahLst/>
              <a:rect l="0" t="0" r="r" b="b"/>
              <a:pathLst>
                <a:path w="79" h="84">
                  <a:moveTo>
                    <a:pt x="0" y="27"/>
                  </a:moveTo>
                  <a:lnTo>
                    <a:pt x="23" y="55"/>
                  </a:lnTo>
                  <a:lnTo>
                    <a:pt x="46" y="84"/>
                  </a:lnTo>
                  <a:lnTo>
                    <a:pt x="79" y="57"/>
                  </a:lnTo>
                  <a:lnTo>
                    <a:pt x="56" y="28"/>
                  </a:lnTo>
                  <a:lnTo>
                    <a:pt x="3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51" name=""/>
            <p:cNvSpPr/>
            <p:nvPr/>
          </p:nvSpPr>
          <p:spPr>
            <a:xfrm rot="0">
              <a:off x="1947" y="1089"/>
              <a:ext cx="26" cy="28"/>
            </a:xfrm>
            <a:custGeom>
              <a:avLst/>
              <a:ahLst/>
              <a:rect l="0" t="0" r="r" b="b"/>
              <a:pathLst>
                <a:path w="79" h="84">
                  <a:moveTo>
                    <a:pt x="0" y="27"/>
                  </a:moveTo>
                  <a:lnTo>
                    <a:pt x="23" y="55"/>
                  </a:lnTo>
                  <a:lnTo>
                    <a:pt x="46" y="84"/>
                  </a:lnTo>
                  <a:lnTo>
                    <a:pt x="79" y="57"/>
                  </a:lnTo>
                  <a:lnTo>
                    <a:pt x="56" y="28"/>
                  </a:lnTo>
                  <a:lnTo>
                    <a:pt x="33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52" name=""/>
            <p:cNvSpPr/>
            <p:nvPr/>
          </p:nvSpPr>
          <p:spPr>
            <a:xfrm rot="0">
              <a:off x="1965" y="1098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0" y="0"/>
                  </a:moveTo>
                  <a:lnTo>
                    <a:pt x="23" y="29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53" name=""/>
            <p:cNvSpPr/>
            <p:nvPr/>
          </p:nvSpPr>
          <p:spPr>
            <a:xfrm rot="0" flipV="1">
              <a:off x="1973" y="11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54" name=""/>
            <p:cNvSpPr/>
            <p:nvPr/>
          </p:nvSpPr>
          <p:spPr>
            <a:xfrm rot="0">
              <a:off x="1957" y="1079"/>
              <a:ext cx="27" cy="28"/>
            </a:xfrm>
            <a:custGeom>
              <a:avLst/>
              <a:ahLst/>
              <a:rect l="0" t="0" r="r" b="b"/>
              <a:pathLst>
                <a:path w="81" h="84">
                  <a:moveTo>
                    <a:pt x="0" y="30"/>
                  </a:moveTo>
                  <a:lnTo>
                    <a:pt x="24" y="57"/>
                  </a:lnTo>
                  <a:lnTo>
                    <a:pt x="48" y="84"/>
                  </a:lnTo>
                  <a:lnTo>
                    <a:pt x="81" y="54"/>
                  </a:lnTo>
                  <a:lnTo>
                    <a:pt x="57" y="27"/>
                  </a:lnTo>
                  <a:lnTo>
                    <a:pt x="32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55" name=""/>
            <p:cNvSpPr/>
            <p:nvPr/>
          </p:nvSpPr>
          <p:spPr>
            <a:xfrm rot="0">
              <a:off x="1957" y="1079"/>
              <a:ext cx="27" cy="28"/>
            </a:xfrm>
            <a:custGeom>
              <a:avLst/>
              <a:ahLst/>
              <a:rect l="0" t="0" r="r" b="b"/>
              <a:pathLst>
                <a:path w="81" h="84">
                  <a:moveTo>
                    <a:pt x="0" y="30"/>
                  </a:moveTo>
                  <a:lnTo>
                    <a:pt x="24" y="57"/>
                  </a:lnTo>
                  <a:lnTo>
                    <a:pt x="48" y="84"/>
                  </a:lnTo>
                  <a:lnTo>
                    <a:pt x="81" y="54"/>
                  </a:lnTo>
                  <a:lnTo>
                    <a:pt x="57" y="27"/>
                  </a:lnTo>
                  <a:lnTo>
                    <a:pt x="32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56" name=""/>
            <p:cNvSpPr/>
            <p:nvPr/>
          </p:nvSpPr>
          <p:spPr>
            <a:xfrm rot="0">
              <a:off x="1976" y="1088"/>
              <a:ext cx="9" cy="9"/>
            </a:xfrm>
            <a:custGeom>
              <a:avLst/>
              <a:ahLst/>
              <a:rect l="0" t="0" r="r" b="b"/>
              <a:pathLst>
                <a:path w="25" h="27">
                  <a:moveTo>
                    <a:pt x="0" y="0"/>
                  </a:moveTo>
                  <a:lnTo>
                    <a:pt x="24" y="27"/>
                  </a:lnTo>
                  <a:lnTo>
                    <a:pt x="2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57" name=""/>
            <p:cNvSpPr/>
            <p:nvPr/>
          </p:nvSpPr>
          <p:spPr>
            <a:xfrm rot="0" flipV="1">
              <a:off x="1984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58" name=""/>
            <p:cNvSpPr/>
            <p:nvPr/>
          </p:nvSpPr>
          <p:spPr>
            <a:xfrm rot="0">
              <a:off x="1968" y="1069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0" y="32"/>
                  </a:moveTo>
                  <a:lnTo>
                    <a:pt x="26" y="57"/>
                  </a:lnTo>
                  <a:lnTo>
                    <a:pt x="51" y="83"/>
                  </a:lnTo>
                  <a:lnTo>
                    <a:pt x="81" y="52"/>
                  </a:lnTo>
                  <a:lnTo>
                    <a:pt x="55" y="26"/>
                  </a:lnTo>
                  <a:lnTo>
                    <a:pt x="30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59" name=""/>
            <p:cNvSpPr/>
            <p:nvPr/>
          </p:nvSpPr>
          <p:spPr>
            <a:xfrm rot="0">
              <a:off x="1968" y="1069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0" y="32"/>
                  </a:moveTo>
                  <a:lnTo>
                    <a:pt x="26" y="57"/>
                  </a:lnTo>
                  <a:lnTo>
                    <a:pt x="51" y="83"/>
                  </a:lnTo>
                  <a:lnTo>
                    <a:pt x="81" y="52"/>
                  </a:lnTo>
                  <a:lnTo>
                    <a:pt x="55" y="26"/>
                  </a:lnTo>
                  <a:lnTo>
                    <a:pt x="30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60" name=""/>
            <p:cNvSpPr/>
            <p:nvPr/>
          </p:nvSpPr>
          <p:spPr>
            <a:xfrm rot="0">
              <a:off x="1986" y="1078"/>
              <a:ext cx="9" cy="9"/>
            </a:xfrm>
            <a:custGeom>
              <a:avLst/>
              <a:ahLst/>
              <a:rect l="0" t="0" r="r" b="b"/>
              <a:pathLst>
                <a:path w="26" h="26">
                  <a:moveTo>
                    <a:pt x="0" y="0"/>
                  </a:moveTo>
                  <a:lnTo>
                    <a:pt x="26" y="26"/>
                  </a:lnTo>
                  <a:lnTo>
                    <a:pt x="2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61" name=""/>
            <p:cNvSpPr/>
            <p:nvPr/>
          </p:nvSpPr>
          <p:spPr>
            <a:xfrm rot="0">
              <a:off x="1995" y="10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62" name=""/>
            <p:cNvSpPr/>
            <p:nvPr/>
          </p:nvSpPr>
          <p:spPr>
            <a:xfrm rot="0">
              <a:off x="1978" y="1059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0" y="31"/>
                  </a:moveTo>
                  <a:lnTo>
                    <a:pt x="25" y="57"/>
                  </a:lnTo>
                  <a:lnTo>
                    <a:pt x="51" y="83"/>
                  </a:lnTo>
                  <a:lnTo>
                    <a:pt x="81" y="51"/>
                  </a:lnTo>
                  <a:lnTo>
                    <a:pt x="55" y="26"/>
                  </a:lnTo>
                  <a:lnTo>
                    <a:pt x="3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63" name=""/>
            <p:cNvSpPr/>
            <p:nvPr/>
          </p:nvSpPr>
          <p:spPr>
            <a:xfrm rot="0">
              <a:off x="1978" y="1059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0" y="31"/>
                  </a:moveTo>
                  <a:lnTo>
                    <a:pt x="25" y="57"/>
                  </a:lnTo>
                  <a:lnTo>
                    <a:pt x="51" y="83"/>
                  </a:lnTo>
                  <a:lnTo>
                    <a:pt x="81" y="51"/>
                  </a:lnTo>
                  <a:lnTo>
                    <a:pt x="55" y="26"/>
                  </a:lnTo>
                  <a:lnTo>
                    <a:pt x="30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64" name=""/>
            <p:cNvSpPr/>
            <p:nvPr/>
          </p:nvSpPr>
          <p:spPr>
            <a:xfrm rot="0">
              <a:off x="1996" y="1068"/>
              <a:ext cx="10" cy="8"/>
            </a:xfrm>
            <a:custGeom>
              <a:avLst/>
              <a:ahLst/>
              <a:rect l="0" t="0" r="r" b="b"/>
              <a:pathLst>
                <a:path w="29" h="25">
                  <a:moveTo>
                    <a:pt x="0" y="0"/>
                  </a:moveTo>
                  <a:lnTo>
                    <a:pt x="26" y="25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65" name=""/>
            <p:cNvSpPr/>
            <p:nvPr/>
          </p:nvSpPr>
          <p:spPr>
            <a:xfrm rot="0" flipV="1">
              <a:off x="2005" y="1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66" name=""/>
            <p:cNvSpPr/>
            <p:nvPr/>
          </p:nvSpPr>
          <p:spPr>
            <a:xfrm rot="0">
              <a:off x="1987" y="1049"/>
              <a:ext cx="28" cy="26"/>
            </a:xfrm>
            <a:custGeom>
              <a:avLst/>
              <a:ahLst/>
              <a:rect l="0" t="0" r="r" b="b"/>
              <a:pathLst>
                <a:path w="84" h="80">
                  <a:moveTo>
                    <a:pt x="0" y="34"/>
                  </a:moveTo>
                  <a:lnTo>
                    <a:pt x="28" y="57"/>
                  </a:lnTo>
                  <a:lnTo>
                    <a:pt x="57" y="80"/>
                  </a:lnTo>
                  <a:lnTo>
                    <a:pt x="84" y="45"/>
                  </a:lnTo>
                  <a:lnTo>
                    <a:pt x="55" y="23"/>
                  </a:lnTo>
                  <a:lnTo>
                    <a:pt x="27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67" name=""/>
            <p:cNvSpPr/>
            <p:nvPr/>
          </p:nvSpPr>
          <p:spPr>
            <a:xfrm rot="0">
              <a:off x="1987" y="1049"/>
              <a:ext cx="28" cy="26"/>
            </a:xfrm>
            <a:custGeom>
              <a:avLst/>
              <a:ahLst/>
              <a:rect l="0" t="0" r="r" b="b"/>
              <a:pathLst>
                <a:path w="84" h="80">
                  <a:moveTo>
                    <a:pt x="0" y="34"/>
                  </a:moveTo>
                  <a:lnTo>
                    <a:pt x="28" y="57"/>
                  </a:lnTo>
                  <a:lnTo>
                    <a:pt x="57" y="80"/>
                  </a:lnTo>
                  <a:lnTo>
                    <a:pt x="84" y="45"/>
                  </a:lnTo>
                  <a:lnTo>
                    <a:pt x="55" y="23"/>
                  </a:lnTo>
                  <a:lnTo>
                    <a:pt x="27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68" name=""/>
            <p:cNvSpPr/>
            <p:nvPr/>
          </p:nvSpPr>
          <p:spPr>
            <a:xfrm rot="0">
              <a:off x="2005" y="1056"/>
              <a:ext cx="10" cy="8"/>
            </a:xfrm>
            <a:custGeom>
              <a:avLst/>
              <a:ahLst/>
              <a:rect l="0" t="0" r="r" b="b"/>
              <a:pathLst>
                <a:path w="29" h="22">
                  <a:moveTo>
                    <a:pt x="0" y="0"/>
                  </a:moveTo>
                  <a:lnTo>
                    <a:pt x="29" y="22"/>
                  </a:lnTo>
                  <a:lnTo>
                    <a:pt x="29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69" name=""/>
            <p:cNvSpPr/>
            <p:nvPr/>
          </p:nvSpPr>
          <p:spPr>
            <a:xfrm rot="0" flipV="1">
              <a:off x="2015" y="10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70" name=""/>
            <p:cNvSpPr/>
            <p:nvPr/>
          </p:nvSpPr>
          <p:spPr>
            <a:xfrm rot="0">
              <a:off x="1996" y="1038"/>
              <a:ext cx="27" cy="25"/>
            </a:xfrm>
            <a:custGeom>
              <a:avLst/>
              <a:ahLst/>
              <a:rect l="0" t="0" r="r" b="b"/>
              <a:pathLst>
                <a:path w="82" h="77">
                  <a:moveTo>
                    <a:pt x="0" y="34"/>
                  </a:moveTo>
                  <a:lnTo>
                    <a:pt x="28" y="56"/>
                  </a:lnTo>
                  <a:lnTo>
                    <a:pt x="57" y="77"/>
                  </a:lnTo>
                  <a:lnTo>
                    <a:pt x="82" y="43"/>
                  </a:lnTo>
                  <a:lnTo>
                    <a:pt x="54" y="21"/>
                  </a:lnTo>
                  <a:lnTo>
                    <a:pt x="26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71" name=""/>
            <p:cNvSpPr/>
            <p:nvPr/>
          </p:nvSpPr>
          <p:spPr>
            <a:xfrm rot="0">
              <a:off x="1996" y="1038"/>
              <a:ext cx="27" cy="25"/>
            </a:xfrm>
            <a:custGeom>
              <a:avLst/>
              <a:ahLst/>
              <a:rect l="0" t="0" r="r" b="b"/>
              <a:pathLst>
                <a:path w="82" h="77">
                  <a:moveTo>
                    <a:pt x="0" y="34"/>
                  </a:moveTo>
                  <a:lnTo>
                    <a:pt x="28" y="56"/>
                  </a:lnTo>
                  <a:lnTo>
                    <a:pt x="57" y="77"/>
                  </a:lnTo>
                  <a:lnTo>
                    <a:pt x="82" y="43"/>
                  </a:lnTo>
                  <a:lnTo>
                    <a:pt x="54" y="21"/>
                  </a:lnTo>
                  <a:lnTo>
                    <a:pt x="26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72" name=""/>
            <p:cNvSpPr/>
            <p:nvPr/>
          </p:nvSpPr>
          <p:spPr>
            <a:xfrm rot="0">
              <a:off x="2014" y="1045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0" y="0"/>
                  </a:moveTo>
                  <a:lnTo>
                    <a:pt x="28" y="22"/>
                  </a:lnTo>
                  <a:lnTo>
                    <a:pt x="30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73" name=""/>
            <p:cNvSpPr/>
            <p:nvPr/>
          </p:nvSpPr>
          <p:spPr>
            <a:xfrm rot="0" flipV="1">
              <a:off x="2023" y="10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74" name=""/>
            <p:cNvSpPr/>
            <p:nvPr/>
          </p:nvSpPr>
          <p:spPr>
            <a:xfrm rot="0">
              <a:off x="2004" y="1026"/>
              <a:ext cx="28" cy="25"/>
            </a:xfrm>
            <a:custGeom>
              <a:avLst/>
              <a:ahLst/>
              <a:rect l="0" t="0" r="r" b="b"/>
              <a:pathLst>
                <a:path w="84" h="77">
                  <a:moveTo>
                    <a:pt x="0" y="37"/>
                  </a:moveTo>
                  <a:lnTo>
                    <a:pt x="30" y="57"/>
                  </a:lnTo>
                  <a:lnTo>
                    <a:pt x="60" y="77"/>
                  </a:lnTo>
                  <a:lnTo>
                    <a:pt x="84" y="40"/>
                  </a:lnTo>
                  <a:lnTo>
                    <a:pt x="54" y="20"/>
                  </a:lnTo>
                  <a:lnTo>
                    <a:pt x="24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75" name=""/>
            <p:cNvSpPr/>
            <p:nvPr/>
          </p:nvSpPr>
          <p:spPr>
            <a:xfrm rot="0">
              <a:off x="2004" y="1026"/>
              <a:ext cx="28" cy="25"/>
            </a:xfrm>
            <a:custGeom>
              <a:avLst/>
              <a:ahLst/>
              <a:rect l="0" t="0" r="r" b="b"/>
              <a:pathLst>
                <a:path w="84" h="77">
                  <a:moveTo>
                    <a:pt x="0" y="37"/>
                  </a:moveTo>
                  <a:lnTo>
                    <a:pt x="30" y="57"/>
                  </a:lnTo>
                  <a:lnTo>
                    <a:pt x="60" y="77"/>
                  </a:lnTo>
                  <a:lnTo>
                    <a:pt x="84" y="40"/>
                  </a:lnTo>
                  <a:lnTo>
                    <a:pt x="54" y="20"/>
                  </a:lnTo>
                  <a:lnTo>
                    <a:pt x="24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76" name=""/>
            <p:cNvSpPr/>
            <p:nvPr/>
          </p:nvSpPr>
          <p:spPr>
            <a:xfrm rot="0">
              <a:off x="2022" y="1032"/>
              <a:ext cx="10" cy="7"/>
            </a:xfrm>
            <a:custGeom>
              <a:avLst/>
              <a:ahLst/>
              <a:rect l="0" t="0" r="r" b="b"/>
              <a:pathLst>
                <a:path w="32" h="20">
                  <a:moveTo>
                    <a:pt x="0" y="0"/>
                  </a:moveTo>
                  <a:lnTo>
                    <a:pt x="30" y="20"/>
                  </a:lnTo>
                  <a:lnTo>
                    <a:pt x="32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77" name=""/>
            <p:cNvSpPr/>
            <p:nvPr/>
          </p:nvSpPr>
          <p:spPr>
            <a:xfrm rot="0" flipV="1">
              <a:off x="2032" y="10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78" name=""/>
            <p:cNvSpPr/>
            <p:nvPr/>
          </p:nvSpPr>
          <p:spPr>
            <a:xfrm rot="0">
              <a:off x="2011" y="1014"/>
              <a:ext cx="29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0" y="37"/>
                  </a:moveTo>
                  <a:lnTo>
                    <a:pt x="31" y="55"/>
                  </a:lnTo>
                  <a:lnTo>
                    <a:pt x="63" y="74"/>
                  </a:lnTo>
                  <a:lnTo>
                    <a:pt x="85" y="37"/>
                  </a:lnTo>
                  <a:lnTo>
                    <a:pt x="54" y="18"/>
                  </a:lnTo>
                  <a:lnTo>
                    <a:pt x="23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79" name=""/>
            <p:cNvSpPr/>
            <p:nvPr/>
          </p:nvSpPr>
          <p:spPr>
            <a:xfrm rot="0">
              <a:off x="2011" y="1014"/>
              <a:ext cx="29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0" y="37"/>
                  </a:moveTo>
                  <a:lnTo>
                    <a:pt x="31" y="55"/>
                  </a:lnTo>
                  <a:lnTo>
                    <a:pt x="63" y="74"/>
                  </a:lnTo>
                  <a:lnTo>
                    <a:pt x="85" y="37"/>
                  </a:lnTo>
                  <a:lnTo>
                    <a:pt x="54" y="18"/>
                  </a:lnTo>
                  <a:lnTo>
                    <a:pt x="23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80" name=""/>
            <p:cNvSpPr/>
            <p:nvPr/>
          </p:nvSpPr>
          <p:spPr>
            <a:xfrm rot="0">
              <a:off x="2029" y="1020"/>
              <a:ext cx="11" cy="6"/>
            </a:xfrm>
            <a:custGeom>
              <a:avLst/>
              <a:ahLst/>
              <a:rect l="0" t="0" r="r" b="b"/>
              <a:pathLst>
                <a:path w="31" h="19">
                  <a:moveTo>
                    <a:pt x="0" y="0"/>
                  </a:moveTo>
                  <a:lnTo>
                    <a:pt x="31" y="19"/>
                  </a:lnTo>
                  <a:lnTo>
                    <a:pt x="31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81" name=""/>
            <p:cNvSpPr/>
            <p:nvPr/>
          </p:nvSpPr>
          <p:spPr>
            <a:xfrm rot="0" flipV="1">
              <a:off x="2040" y="10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82" name=""/>
            <p:cNvSpPr/>
            <p:nvPr/>
          </p:nvSpPr>
          <p:spPr>
            <a:xfrm rot="0">
              <a:off x="2019" y="1002"/>
              <a:ext cx="27" cy="24"/>
            </a:xfrm>
            <a:custGeom>
              <a:avLst/>
              <a:ahLst/>
              <a:rect l="0" t="0" r="r" b="b"/>
              <a:pathLst>
                <a:path w="82" h="71">
                  <a:moveTo>
                    <a:pt x="0" y="37"/>
                  </a:moveTo>
                  <a:lnTo>
                    <a:pt x="31" y="54"/>
                  </a:lnTo>
                  <a:lnTo>
                    <a:pt x="62" y="71"/>
                  </a:lnTo>
                  <a:lnTo>
                    <a:pt x="82" y="34"/>
                  </a:lnTo>
                  <a:lnTo>
                    <a:pt x="51" y="17"/>
                  </a:lnTo>
                  <a:lnTo>
                    <a:pt x="2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83" name=""/>
            <p:cNvSpPr/>
            <p:nvPr/>
          </p:nvSpPr>
          <p:spPr>
            <a:xfrm rot="0">
              <a:off x="2019" y="1002"/>
              <a:ext cx="27" cy="24"/>
            </a:xfrm>
            <a:custGeom>
              <a:avLst/>
              <a:ahLst/>
              <a:rect l="0" t="0" r="r" b="b"/>
              <a:pathLst>
                <a:path w="82" h="71">
                  <a:moveTo>
                    <a:pt x="0" y="37"/>
                  </a:moveTo>
                  <a:lnTo>
                    <a:pt x="31" y="54"/>
                  </a:lnTo>
                  <a:lnTo>
                    <a:pt x="62" y="71"/>
                  </a:lnTo>
                  <a:lnTo>
                    <a:pt x="82" y="34"/>
                  </a:lnTo>
                  <a:lnTo>
                    <a:pt x="51" y="17"/>
                  </a:lnTo>
                  <a:lnTo>
                    <a:pt x="20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84" name=""/>
            <p:cNvSpPr/>
            <p:nvPr/>
          </p:nvSpPr>
          <p:spPr>
            <a:xfrm rot="0">
              <a:off x="2036" y="1008"/>
              <a:ext cx="11" cy="5"/>
            </a:xfrm>
            <a:custGeom>
              <a:avLst/>
              <a:ahLst/>
              <a:rect l="0" t="0" r="r" b="b"/>
              <a:pathLst>
                <a:path w="33" h="17">
                  <a:moveTo>
                    <a:pt x="0" y="0"/>
                  </a:moveTo>
                  <a:lnTo>
                    <a:pt x="31" y="17"/>
                  </a:lnTo>
                  <a:lnTo>
                    <a:pt x="33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85" name=""/>
            <p:cNvSpPr/>
            <p:nvPr/>
          </p:nvSpPr>
          <p:spPr>
            <a:xfrm rot="0" flipV="1">
              <a:off x="2046" y="10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86" name=""/>
            <p:cNvSpPr/>
            <p:nvPr/>
          </p:nvSpPr>
          <p:spPr>
            <a:xfrm rot="0">
              <a:off x="2025" y="989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0" y="40"/>
                  </a:moveTo>
                  <a:lnTo>
                    <a:pt x="33" y="55"/>
                  </a:lnTo>
                  <a:lnTo>
                    <a:pt x="66" y="71"/>
                  </a:lnTo>
                  <a:lnTo>
                    <a:pt x="84" y="31"/>
                  </a:lnTo>
                  <a:lnTo>
                    <a:pt x="51" y="15"/>
                  </a:lnTo>
                  <a:lnTo>
                    <a:pt x="19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87" name=""/>
            <p:cNvSpPr/>
            <p:nvPr/>
          </p:nvSpPr>
          <p:spPr>
            <a:xfrm rot="0">
              <a:off x="2025" y="989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0" y="40"/>
                  </a:moveTo>
                  <a:lnTo>
                    <a:pt x="33" y="55"/>
                  </a:lnTo>
                  <a:lnTo>
                    <a:pt x="66" y="71"/>
                  </a:lnTo>
                  <a:lnTo>
                    <a:pt x="84" y="31"/>
                  </a:lnTo>
                  <a:lnTo>
                    <a:pt x="51" y="15"/>
                  </a:lnTo>
                  <a:lnTo>
                    <a:pt x="19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88" name=""/>
            <p:cNvSpPr/>
            <p:nvPr/>
          </p:nvSpPr>
          <p:spPr>
            <a:xfrm rot="0">
              <a:off x="2042" y="994"/>
              <a:ext cx="11" cy="6"/>
            </a:xfrm>
            <a:custGeom>
              <a:avLst/>
              <a:ahLst/>
              <a:rect l="0" t="0" r="r" b="b"/>
              <a:pathLst>
                <a:path w="33" h="16">
                  <a:moveTo>
                    <a:pt x="0" y="0"/>
                  </a:moveTo>
                  <a:lnTo>
                    <a:pt x="33" y="16"/>
                  </a:lnTo>
                  <a:lnTo>
                    <a:pt x="33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89" name=""/>
            <p:cNvSpPr/>
            <p:nvPr/>
          </p:nvSpPr>
          <p:spPr>
            <a:xfrm rot="0" flipV="1">
              <a:off x="2053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90" name=""/>
            <p:cNvSpPr/>
            <p:nvPr/>
          </p:nvSpPr>
          <p:spPr>
            <a:xfrm rot="0">
              <a:off x="2031" y="976"/>
              <a:ext cx="28" cy="23"/>
            </a:xfrm>
            <a:custGeom>
              <a:avLst/>
              <a:ahLst/>
              <a:rect l="0" t="0" r="r" b="b"/>
              <a:pathLst>
                <a:path w="82" h="69">
                  <a:moveTo>
                    <a:pt x="0" y="40"/>
                  </a:moveTo>
                  <a:lnTo>
                    <a:pt x="32" y="54"/>
                  </a:lnTo>
                  <a:lnTo>
                    <a:pt x="65" y="69"/>
                  </a:lnTo>
                  <a:lnTo>
                    <a:pt x="82" y="29"/>
                  </a:lnTo>
                  <a:lnTo>
                    <a:pt x="50" y="15"/>
                  </a:lnTo>
                  <a:lnTo>
                    <a:pt x="17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91" name=""/>
            <p:cNvSpPr/>
            <p:nvPr/>
          </p:nvSpPr>
          <p:spPr>
            <a:xfrm rot="0">
              <a:off x="2031" y="976"/>
              <a:ext cx="28" cy="23"/>
            </a:xfrm>
            <a:custGeom>
              <a:avLst/>
              <a:ahLst/>
              <a:rect l="0" t="0" r="r" b="b"/>
              <a:pathLst>
                <a:path w="82" h="69">
                  <a:moveTo>
                    <a:pt x="0" y="40"/>
                  </a:moveTo>
                  <a:lnTo>
                    <a:pt x="32" y="54"/>
                  </a:lnTo>
                  <a:lnTo>
                    <a:pt x="65" y="69"/>
                  </a:lnTo>
                  <a:lnTo>
                    <a:pt x="82" y="29"/>
                  </a:lnTo>
                  <a:lnTo>
                    <a:pt x="50" y="15"/>
                  </a:lnTo>
                  <a:lnTo>
                    <a:pt x="17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92" name=""/>
            <p:cNvSpPr/>
            <p:nvPr/>
          </p:nvSpPr>
          <p:spPr>
            <a:xfrm rot="0">
              <a:off x="2048" y="981"/>
              <a:ext cx="11" cy="5"/>
            </a:xfrm>
            <a:custGeom>
              <a:avLst/>
              <a:ahLst/>
              <a:rect l="0" t="0" r="r" b="b"/>
              <a:pathLst>
                <a:path w="34" h="14">
                  <a:moveTo>
                    <a:pt x="0" y="0"/>
                  </a:moveTo>
                  <a:lnTo>
                    <a:pt x="32" y="14"/>
                  </a:lnTo>
                  <a:lnTo>
                    <a:pt x="3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93" name=""/>
            <p:cNvSpPr/>
            <p:nvPr/>
          </p:nvSpPr>
          <p:spPr>
            <a:xfrm rot="0" flipV="1">
              <a:off x="2059" y="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94" name=""/>
            <p:cNvSpPr/>
            <p:nvPr/>
          </p:nvSpPr>
          <p:spPr>
            <a:xfrm rot="0">
              <a:off x="2036" y="963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0" y="41"/>
                  </a:moveTo>
                  <a:lnTo>
                    <a:pt x="35" y="54"/>
                  </a:lnTo>
                  <a:lnTo>
                    <a:pt x="69" y="66"/>
                  </a:lnTo>
                  <a:lnTo>
                    <a:pt x="84" y="25"/>
                  </a:lnTo>
                  <a:lnTo>
                    <a:pt x="50" y="12"/>
                  </a:lnTo>
                  <a:lnTo>
                    <a:pt x="16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95" name=""/>
            <p:cNvSpPr/>
            <p:nvPr/>
          </p:nvSpPr>
          <p:spPr>
            <a:xfrm rot="0">
              <a:off x="2036" y="963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0" y="41"/>
                  </a:moveTo>
                  <a:lnTo>
                    <a:pt x="35" y="54"/>
                  </a:lnTo>
                  <a:lnTo>
                    <a:pt x="69" y="66"/>
                  </a:lnTo>
                  <a:lnTo>
                    <a:pt x="84" y="25"/>
                  </a:lnTo>
                  <a:lnTo>
                    <a:pt x="50" y="12"/>
                  </a:lnTo>
                  <a:lnTo>
                    <a:pt x="16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96" name=""/>
            <p:cNvSpPr/>
            <p:nvPr/>
          </p:nvSpPr>
          <p:spPr>
            <a:xfrm rot="0">
              <a:off x="2053" y="967"/>
              <a:ext cx="11" cy="5"/>
            </a:xfrm>
            <a:custGeom>
              <a:avLst/>
              <a:ahLst/>
              <a:rect l="0" t="0" r="r" b="b"/>
              <a:pathLst>
                <a:path w="34" h="13">
                  <a:moveTo>
                    <a:pt x="0" y="0"/>
                  </a:moveTo>
                  <a:lnTo>
                    <a:pt x="34" y="13"/>
                  </a:lnTo>
                  <a:lnTo>
                    <a:pt x="3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97" name=""/>
            <p:cNvSpPr/>
            <p:nvPr/>
          </p:nvSpPr>
          <p:spPr>
            <a:xfrm rot="0" flipV="1">
              <a:off x="2064" y="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298" name=""/>
            <p:cNvSpPr/>
            <p:nvPr/>
          </p:nvSpPr>
          <p:spPr>
            <a:xfrm rot="0">
              <a:off x="2042" y="950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0" y="41"/>
                  </a:moveTo>
                  <a:lnTo>
                    <a:pt x="34" y="52"/>
                  </a:lnTo>
                  <a:lnTo>
                    <a:pt x="68" y="64"/>
                  </a:lnTo>
                  <a:lnTo>
                    <a:pt x="81" y="22"/>
                  </a:lnTo>
                  <a:lnTo>
                    <a:pt x="47" y="11"/>
                  </a:lnTo>
                  <a:lnTo>
                    <a:pt x="13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299" name=""/>
            <p:cNvSpPr/>
            <p:nvPr/>
          </p:nvSpPr>
          <p:spPr>
            <a:xfrm rot="0">
              <a:off x="2042" y="950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0" y="41"/>
                  </a:moveTo>
                  <a:lnTo>
                    <a:pt x="34" y="52"/>
                  </a:lnTo>
                  <a:lnTo>
                    <a:pt x="68" y="64"/>
                  </a:lnTo>
                  <a:lnTo>
                    <a:pt x="81" y="22"/>
                  </a:lnTo>
                  <a:lnTo>
                    <a:pt x="47" y="11"/>
                  </a:lnTo>
                  <a:lnTo>
                    <a:pt x="13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00" name=""/>
            <p:cNvSpPr/>
            <p:nvPr/>
          </p:nvSpPr>
          <p:spPr>
            <a:xfrm rot="0">
              <a:off x="2057" y="954"/>
              <a:ext cx="12" cy="3"/>
            </a:xfrm>
            <a:custGeom>
              <a:avLst/>
              <a:ahLst/>
              <a:rect l="0" t="0" r="r" b="b"/>
              <a:pathLst>
                <a:path w="36" h="11">
                  <a:moveTo>
                    <a:pt x="0" y="0"/>
                  </a:moveTo>
                  <a:lnTo>
                    <a:pt x="34" y="11"/>
                  </a:lnTo>
                  <a:lnTo>
                    <a:pt x="36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01" name=""/>
            <p:cNvSpPr/>
            <p:nvPr/>
          </p:nvSpPr>
          <p:spPr>
            <a:xfrm rot="0" flipV="1">
              <a:off x="2069" y="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02" name=""/>
            <p:cNvSpPr/>
            <p:nvPr/>
          </p:nvSpPr>
          <p:spPr>
            <a:xfrm rot="0">
              <a:off x="2045" y="937"/>
              <a:ext cx="28" cy="20"/>
            </a:xfrm>
            <a:custGeom>
              <a:avLst/>
              <a:ahLst/>
              <a:rect l="0" t="0" r="r" b="b"/>
              <a:pathLst>
                <a:path w="82" h="59">
                  <a:moveTo>
                    <a:pt x="0" y="41"/>
                  </a:moveTo>
                  <a:lnTo>
                    <a:pt x="36" y="50"/>
                  </a:lnTo>
                  <a:lnTo>
                    <a:pt x="72" y="59"/>
                  </a:lnTo>
                  <a:lnTo>
                    <a:pt x="82" y="17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03" name=""/>
            <p:cNvSpPr/>
            <p:nvPr/>
          </p:nvSpPr>
          <p:spPr>
            <a:xfrm rot="0">
              <a:off x="2045" y="937"/>
              <a:ext cx="28" cy="20"/>
            </a:xfrm>
            <a:custGeom>
              <a:avLst/>
              <a:ahLst/>
              <a:rect l="0" t="0" r="r" b="b"/>
              <a:pathLst>
                <a:path w="82" h="59">
                  <a:moveTo>
                    <a:pt x="0" y="41"/>
                  </a:moveTo>
                  <a:lnTo>
                    <a:pt x="36" y="50"/>
                  </a:lnTo>
                  <a:lnTo>
                    <a:pt x="72" y="59"/>
                  </a:lnTo>
                  <a:lnTo>
                    <a:pt x="82" y="17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04" name=""/>
            <p:cNvSpPr/>
            <p:nvPr/>
          </p:nvSpPr>
          <p:spPr>
            <a:xfrm rot="0">
              <a:off x="2061" y="940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0" y="0"/>
                  </a:moveTo>
                  <a:lnTo>
                    <a:pt x="36" y="8"/>
                  </a:lnTo>
                  <a:lnTo>
                    <a:pt x="36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05" name=""/>
            <p:cNvSpPr/>
            <p:nvPr/>
          </p:nvSpPr>
          <p:spPr>
            <a:xfrm rot="0">
              <a:off x="2073" y="9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06" name=""/>
            <p:cNvSpPr/>
            <p:nvPr/>
          </p:nvSpPr>
          <p:spPr>
            <a:xfrm rot="0">
              <a:off x="2049" y="923"/>
              <a:ext cx="27" cy="20"/>
            </a:xfrm>
            <a:custGeom>
              <a:avLst/>
              <a:ahLst/>
              <a:rect l="0" t="0" r="r" b="b"/>
              <a:pathLst>
                <a:path w="82" h="60">
                  <a:moveTo>
                    <a:pt x="0" y="43"/>
                  </a:moveTo>
                  <a:lnTo>
                    <a:pt x="36" y="52"/>
                  </a:lnTo>
                  <a:lnTo>
                    <a:pt x="72" y="60"/>
                  </a:lnTo>
                  <a:lnTo>
                    <a:pt x="82" y="18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07" name=""/>
            <p:cNvSpPr/>
            <p:nvPr/>
          </p:nvSpPr>
          <p:spPr>
            <a:xfrm rot="0">
              <a:off x="2049" y="923"/>
              <a:ext cx="27" cy="20"/>
            </a:xfrm>
            <a:custGeom>
              <a:avLst/>
              <a:ahLst/>
              <a:rect l="0" t="0" r="r" b="b"/>
              <a:pathLst>
                <a:path w="82" h="60">
                  <a:moveTo>
                    <a:pt x="0" y="43"/>
                  </a:moveTo>
                  <a:lnTo>
                    <a:pt x="36" y="52"/>
                  </a:lnTo>
                  <a:lnTo>
                    <a:pt x="72" y="60"/>
                  </a:lnTo>
                  <a:lnTo>
                    <a:pt x="82" y="18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08" name=""/>
            <p:cNvSpPr/>
            <p:nvPr/>
          </p:nvSpPr>
          <p:spPr>
            <a:xfrm rot="0">
              <a:off x="2064" y="926"/>
              <a:ext cx="12" cy="3"/>
            </a:xfrm>
            <a:custGeom>
              <a:avLst/>
              <a:ahLst/>
              <a:rect l="0" t="0" r="r" b="b"/>
              <a:pathLst>
                <a:path w="36" h="9">
                  <a:moveTo>
                    <a:pt x="0" y="0"/>
                  </a:moveTo>
                  <a:lnTo>
                    <a:pt x="36" y="9"/>
                  </a:lnTo>
                  <a:lnTo>
                    <a:pt x="36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09" name=""/>
            <p:cNvSpPr/>
            <p:nvPr/>
          </p:nvSpPr>
          <p:spPr>
            <a:xfrm rot="0" flipV="1">
              <a:off x="2076" y="92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10" name=""/>
            <p:cNvSpPr/>
            <p:nvPr/>
          </p:nvSpPr>
          <p:spPr>
            <a:xfrm rot="0">
              <a:off x="2052" y="910"/>
              <a:ext cx="26" cy="17"/>
            </a:xfrm>
            <a:custGeom>
              <a:avLst/>
              <a:ahLst/>
              <a:rect l="0" t="0" r="r" b="b"/>
              <a:pathLst>
                <a:path w="77" h="51">
                  <a:moveTo>
                    <a:pt x="0" y="43"/>
                  </a:moveTo>
                  <a:lnTo>
                    <a:pt x="36" y="47"/>
                  </a:lnTo>
                  <a:lnTo>
                    <a:pt x="72" y="51"/>
                  </a:lnTo>
                  <a:lnTo>
                    <a:pt x="77" y="9"/>
                  </a:lnTo>
                  <a:lnTo>
                    <a:pt x="42" y="4"/>
                  </a:lnTo>
                  <a:lnTo>
                    <a:pt x="6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11" name=""/>
            <p:cNvSpPr/>
            <p:nvPr/>
          </p:nvSpPr>
          <p:spPr>
            <a:xfrm rot="0">
              <a:off x="2052" y="910"/>
              <a:ext cx="26" cy="17"/>
            </a:xfrm>
            <a:custGeom>
              <a:avLst/>
              <a:ahLst/>
              <a:rect l="0" t="0" r="r" b="b"/>
              <a:pathLst>
                <a:path w="77" h="51">
                  <a:moveTo>
                    <a:pt x="0" y="43"/>
                  </a:moveTo>
                  <a:lnTo>
                    <a:pt x="36" y="47"/>
                  </a:lnTo>
                  <a:lnTo>
                    <a:pt x="72" y="51"/>
                  </a:lnTo>
                  <a:lnTo>
                    <a:pt x="77" y="9"/>
                  </a:lnTo>
                  <a:lnTo>
                    <a:pt x="42" y="4"/>
                  </a:lnTo>
                  <a:lnTo>
                    <a:pt x="6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12" name=""/>
            <p:cNvSpPr/>
            <p:nvPr/>
          </p:nvSpPr>
          <p:spPr>
            <a:xfrm rot="0">
              <a:off x="2066" y="911"/>
              <a:ext cx="12" cy="2"/>
            </a:xfrm>
            <a:custGeom>
              <a:avLst/>
              <a:ahLst/>
              <a:rect l="0" t="0" r="r" b="b"/>
              <a:pathLst>
                <a:path w="35" h="5">
                  <a:moveTo>
                    <a:pt x="0" y="0"/>
                  </a:moveTo>
                  <a:lnTo>
                    <a:pt x="35" y="5"/>
                  </a:lnTo>
                  <a:lnTo>
                    <a:pt x="35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13" name=""/>
            <p:cNvSpPr/>
            <p:nvPr/>
          </p:nvSpPr>
          <p:spPr>
            <a:xfrm rot="0">
              <a:off x="2078" y="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14" name=""/>
            <p:cNvSpPr/>
            <p:nvPr/>
          </p:nvSpPr>
          <p:spPr>
            <a:xfrm rot="0">
              <a:off x="2054" y="896"/>
              <a:ext cx="26" cy="17"/>
            </a:xfrm>
            <a:custGeom>
              <a:avLst/>
              <a:ahLst/>
              <a:rect l="0" t="0" r="r" b="b"/>
              <a:pathLst>
                <a:path w="77" h="52">
                  <a:moveTo>
                    <a:pt x="0" y="43"/>
                  </a:moveTo>
                  <a:lnTo>
                    <a:pt x="36" y="47"/>
                  </a:lnTo>
                  <a:lnTo>
                    <a:pt x="71" y="52"/>
                  </a:lnTo>
                  <a:lnTo>
                    <a:pt x="77" y="9"/>
                  </a:lnTo>
                  <a:lnTo>
                    <a:pt x="41" y="5"/>
                  </a:lnTo>
                  <a:lnTo>
                    <a:pt x="6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15" name=""/>
            <p:cNvSpPr/>
            <p:nvPr/>
          </p:nvSpPr>
          <p:spPr>
            <a:xfrm rot="0">
              <a:off x="2054" y="896"/>
              <a:ext cx="26" cy="17"/>
            </a:xfrm>
            <a:custGeom>
              <a:avLst/>
              <a:ahLst/>
              <a:rect l="0" t="0" r="r" b="b"/>
              <a:pathLst>
                <a:path w="77" h="52">
                  <a:moveTo>
                    <a:pt x="0" y="43"/>
                  </a:moveTo>
                  <a:lnTo>
                    <a:pt x="36" y="47"/>
                  </a:lnTo>
                  <a:lnTo>
                    <a:pt x="71" y="52"/>
                  </a:lnTo>
                  <a:lnTo>
                    <a:pt x="77" y="9"/>
                  </a:lnTo>
                  <a:lnTo>
                    <a:pt x="41" y="5"/>
                  </a:lnTo>
                  <a:lnTo>
                    <a:pt x="6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299" name=""/>
          <p:cNvGrpSpPr/>
          <p:nvPr/>
        </p:nvGrpSpPr>
        <p:grpSpPr>
          <a:xfrm rot="0">
            <a:off x="2525712" y="1201737"/>
            <a:ext cx="779462" cy="461962"/>
            <a:chOff x="1591" y="757"/>
            <a:chExt cx="491" cy="291"/>
          </a:xfrm>
        </p:grpSpPr>
        <p:sp>
          <p:nvSpPr>
            <p:cNvPr id="1070316" name=""/>
            <p:cNvSpPr/>
            <p:nvPr/>
          </p:nvSpPr>
          <p:spPr>
            <a:xfrm rot="0">
              <a:off x="2068" y="897"/>
              <a:ext cx="12" cy="2"/>
            </a:xfrm>
            <a:custGeom>
              <a:avLst/>
              <a:ahLst/>
              <a:rect l="0" t="0" r="r" b="b"/>
              <a:pathLst>
                <a:path w="36" h="4">
                  <a:moveTo>
                    <a:pt x="0" y="0"/>
                  </a:moveTo>
                  <a:lnTo>
                    <a:pt x="36" y="4"/>
                  </a:lnTo>
                  <a:lnTo>
                    <a:pt x="3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17" name=""/>
            <p:cNvSpPr/>
            <p:nvPr/>
          </p:nvSpPr>
          <p:spPr>
            <a:xfrm rot="0" flipV="1">
              <a:off x="2080" y="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18" name=""/>
            <p:cNvSpPr/>
            <p:nvPr/>
          </p:nvSpPr>
          <p:spPr>
            <a:xfrm rot="0">
              <a:off x="2056" y="882"/>
              <a:ext cx="25" cy="16"/>
            </a:xfrm>
            <a:custGeom>
              <a:avLst/>
              <a:ahLst/>
              <a:rect l="0" t="0" r="r" b="b"/>
              <a:pathLst>
                <a:path w="74" h="49">
                  <a:moveTo>
                    <a:pt x="0" y="44"/>
                  </a:moveTo>
                  <a:lnTo>
                    <a:pt x="35" y="47"/>
                  </a:lnTo>
                  <a:lnTo>
                    <a:pt x="71" y="49"/>
                  </a:lnTo>
                  <a:lnTo>
                    <a:pt x="74" y="5"/>
                  </a:lnTo>
                  <a:lnTo>
                    <a:pt x="38" y="2"/>
                  </a:lnTo>
                  <a:lnTo>
                    <a:pt x="3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19" name=""/>
            <p:cNvSpPr/>
            <p:nvPr/>
          </p:nvSpPr>
          <p:spPr>
            <a:xfrm rot="0">
              <a:off x="2056" y="882"/>
              <a:ext cx="25" cy="16"/>
            </a:xfrm>
            <a:custGeom>
              <a:avLst/>
              <a:ahLst/>
              <a:rect l="0" t="0" r="r" b="b"/>
              <a:pathLst>
                <a:path w="74" h="49">
                  <a:moveTo>
                    <a:pt x="0" y="44"/>
                  </a:moveTo>
                  <a:lnTo>
                    <a:pt x="35" y="47"/>
                  </a:lnTo>
                  <a:lnTo>
                    <a:pt x="71" y="49"/>
                  </a:lnTo>
                  <a:lnTo>
                    <a:pt x="74" y="5"/>
                  </a:lnTo>
                  <a:lnTo>
                    <a:pt x="38" y="2"/>
                  </a:lnTo>
                  <a:lnTo>
                    <a:pt x="3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20" name=""/>
            <p:cNvSpPr/>
            <p:nvPr/>
          </p:nvSpPr>
          <p:spPr>
            <a:xfrm rot="0">
              <a:off x="2069" y="882"/>
              <a:ext cx="12" cy="1"/>
            </a:xfrm>
            <a:custGeom>
              <a:avLst/>
              <a:ahLst/>
              <a:rect l="0" t="0" r="r" b="b"/>
              <a:pathLst>
                <a:path w="37" h="3">
                  <a:moveTo>
                    <a:pt x="0" y="0"/>
                  </a:moveTo>
                  <a:lnTo>
                    <a:pt x="36" y="3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21" name=""/>
            <p:cNvSpPr/>
            <p:nvPr/>
          </p:nvSpPr>
          <p:spPr>
            <a:xfrm rot="0" flipV="1">
              <a:off x="2081" y="8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22" name=""/>
            <p:cNvSpPr/>
            <p:nvPr/>
          </p:nvSpPr>
          <p:spPr>
            <a:xfrm rot="0">
              <a:off x="2057" y="868"/>
              <a:ext cx="24" cy="14"/>
            </a:xfrm>
            <a:custGeom>
              <a:avLst/>
              <a:ahLst/>
              <a:rect l="0" t="0" r="r" b="b"/>
              <a:pathLst>
                <a:path w="72" h="42">
                  <a:moveTo>
                    <a:pt x="0" y="42"/>
                  </a:moveTo>
                  <a:lnTo>
                    <a:pt x="35" y="42"/>
                  </a:lnTo>
                  <a:lnTo>
                    <a:pt x="72" y="42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23" name=""/>
            <p:cNvSpPr/>
            <p:nvPr/>
          </p:nvSpPr>
          <p:spPr>
            <a:xfrm rot="0">
              <a:off x="2057" y="868"/>
              <a:ext cx="24" cy="14"/>
            </a:xfrm>
            <a:custGeom>
              <a:avLst/>
              <a:ahLst/>
              <a:rect l="0" t="0" r="r" b="b"/>
              <a:pathLst>
                <a:path w="72" h="42">
                  <a:moveTo>
                    <a:pt x="0" y="42"/>
                  </a:moveTo>
                  <a:lnTo>
                    <a:pt x="35" y="42"/>
                  </a:lnTo>
                  <a:lnTo>
                    <a:pt x="72" y="42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24" name=""/>
            <p:cNvSpPr/>
            <p:nvPr/>
          </p:nvSpPr>
          <p:spPr>
            <a:xfrm rot="0">
              <a:off x="2069" y="868"/>
              <a:ext cx="12" cy="1"/>
            </a:xfrm>
            <a:custGeom>
              <a:avLst/>
              <a:ahLst/>
              <a:rect l="0" t="0" r="r" b="b"/>
              <a:pathLst>
                <a:path w="37" h="2">
                  <a:moveTo>
                    <a:pt x="0" y="2"/>
                  </a:moveTo>
                  <a:lnTo>
                    <a:pt x="37" y="2"/>
                  </a:lnTo>
                  <a:lnTo>
                    <a:pt x="36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25" name=""/>
            <p:cNvSpPr/>
            <p:nvPr/>
          </p:nvSpPr>
          <p:spPr>
            <a:xfrm rot="0" flipH="1" flipV="1">
              <a:off x="2081" y="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26" name=""/>
            <p:cNvSpPr/>
            <p:nvPr/>
          </p:nvSpPr>
          <p:spPr>
            <a:xfrm rot="0">
              <a:off x="2056" y="854"/>
              <a:ext cx="25" cy="15"/>
            </a:xfrm>
            <a:custGeom>
              <a:avLst/>
              <a:ahLst/>
              <a:rect l="0" t="0" r="r" b="b"/>
              <a:pathLst>
                <a:path w="73" h="45">
                  <a:moveTo>
                    <a:pt x="2" y="45"/>
                  </a:moveTo>
                  <a:lnTo>
                    <a:pt x="37" y="44"/>
                  </a:lnTo>
                  <a:lnTo>
                    <a:pt x="73" y="42"/>
                  </a:lnTo>
                  <a:lnTo>
                    <a:pt x="71" y="0"/>
                  </a:lnTo>
                  <a:lnTo>
                    <a:pt x="36" y="1"/>
                  </a:lnTo>
                  <a:lnTo>
                    <a:pt x="0" y="2"/>
                  </a:lnTo>
                  <a:lnTo>
                    <a:pt x="2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27" name=""/>
            <p:cNvSpPr/>
            <p:nvPr/>
          </p:nvSpPr>
          <p:spPr>
            <a:xfrm rot="0">
              <a:off x="2056" y="854"/>
              <a:ext cx="25" cy="15"/>
            </a:xfrm>
            <a:custGeom>
              <a:avLst/>
              <a:ahLst/>
              <a:rect l="0" t="0" r="r" b="b"/>
              <a:pathLst>
                <a:path w="73" h="45">
                  <a:moveTo>
                    <a:pt x="2" y="45"/>
                  </a:moveTo>
                  <a:lnTo>
                    <a:pt x="37" y="44"/>
                  </a:lnTo>
                  <a:lnTo>
                    <a:pt x="73" y="42"/>
                  </a:lnTo>
                  <a:lnTo>
                    <a:pt x="71" y="0"/>
                  </a:lnTo>
                  <a:lnTo>
                    <a:pt x="36" y="1"/>
                  </a:lnTo>
                  <a:lnTo>
                    <a:pt x="0" y="2"/>
                  </a:lnTo>
                  <a:lnTo>
                    <a:pt x="2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28" name=""/>
            <p:cNvSpPr/>
            <p:nvPr/>
          </p:nvSpPr>
          <p:spPr>
            <a:xfrm rot="0">
              <a:off x="2068" y="853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0" y="3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29" name=""/>
            <p:cNvSpPr/>
            <p:nvPr/>
          </p:nvSpPr>
          <p:spPr>
            <a:xfrm rot="0" flipV="1">
              <a:off x="2080" y="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30" name=""/>
            <p:cNvSpPr/>
            <p:nvPr/>
          </p:nvSpPr>
          <p:spPr>
            <a:xfrm rot="0">
              <a:off x="2055" y="838"/>
              <a:ext cx="25" cy="17"/>
            </a:xfrm>
            <a:custGeom>
              <a:avLst/>
              <a:ahLst/>
              <a:rect l="0" t="0" r="r" b="b"/>
              <a:pathLst>
                <a:path w="74" h="50">
                  <a:moveTo>
                    <a:pt x="3" y="50"/>
                  </a:moveTo>
                  <a:lnTo>
                    <a:pt x="39" y="47"/>
                  </a:lnTo>
                  <a:lnTo>
                    <a:pt x="74" y="44"/>
                  </a:lnTo>
                  <a:lnTo>
                    <a:pt x="71" y="0"/>
                  </a:lnTo>
                  <a:lnTo>
                    <a:pt x="36" y="3"/>
                  </a:lnTo>
                  <a:lnTo>
                    <a:pt x="0" y="6"/>
                  </a:lnTo>
                  <a:lnTo>
                    <a:pt x="3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31" name=""/>
            <p:cNvSpPr/>
            <p:nvPr/>
          </p:nvSpPr>
          <p:spPr>
            <a:xfrm rot="0">
              <a:off x="2055" y="838"/>
              <a:ext cx="25" cy="17"/>
            </a:xfrm>
            <a:custGeom>
              <a:avLst/>
              <a:ahLst/>
              <a:rect l="0" t="0" r="r" b="b"/>
              <a:pathLst>
                <a:path w="74" h="50">
                  <a:moveTo>
                    <a:pt x="3" y="50"/>
                  </a:moveTo>
                  <a:lnTo>
                    <a:pt x="39" y="47"/>
                  </a:lnTo>
                  <a:lnTo>
                    <a:pt x="74" y="44"/>
                  </a:lnTo>
                  <a:lnTo>
                    <a:pt x="71" y="0"/>
                  </a:lnTo>
                  <a:lnTo>
                    <a:pt x="36" y="3"/>
                  </a:lnTo>
                  <a:lnTo>
                    <a:pt x="0" y="6"/>
                  </a:lnTo>
                  <a:lnTo>
                    <a:pt x="3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32" name=""/>
            <p:cNvSpPr/>
            <p:nvPr/>
          </p:nvSpPr>
          <p:spPr>
            <a:xfrm rot="0">
              <a:off x="2067" y="838"/>
              <a:ext cx="12" cy="1"/>
            </a:xfrm>
            <a:custGeom>
              <a:avLst/>
              <a:ahLst/>
              <a:rect l="0" t="0" r="r" b="b"/>
              <a:pathLst>
                <a:path w="35" h="4">
                  <a:moveTo>
                    <a:pt x="0" y="4"/>
                  </a:moveTo>
                  <a:lnTo>
                    <a:pt x="35" y="1"/>
                  </a:lnTo>
                  <a:lnTo>
                    <a:pt x="35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33" name=""/>
            <p:cNvSpPr/>
            <p:nvPr/>
          </p:nvSpPr>
          <p:spPr>
            <a:xfrm rot="0" flipV="1">
              <a:off x="2079" y="8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34" name=""/>
            <p:cNvSpPr/>
            <p:nvPr/>
          </p:nvSpPr>
          <p:spPr>
            <a:xfrm rot="0">
              <a:off x="2054" y="824"/>
              <a:ext cx="25" cy="17"/>
            </a:xfrm>
            <a:custGeom>
              <a:avLst/>
              <a:ahLst/>
              <a:rect l="0" t="0" r="r" b="b"/>
              <a:pathLst>
                <a:path w="76" h="51">
                  <a:moveTo>
                    <a:pt x="5" y="51"/>
                  </a:moveTo>
                  <a:lnTo>
                    <a:pt x="41" y="47"/>
                  </a:lnTo>
                  <a:lnTo>
                    <a:pt x="76" y="43"/>
                  </a:lnTo>
                  <a:lnTo>
                    <a:pt x="71" y="0"/>
                  </a:lnTo>
                  <a:lnTo>
                    <a:pt x="35" y="4"/>
                  </a:lnTo>
                  <a:lnTo>
                    <a:pt x="0" y="8"/>
                  </a:lnTo>
                  <a:lnTo>
                    <a:pt x="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35" name=""/>
            <p:cNvSpPr/>
            <p:nvPr/>
          </p:nvSpPr>
          <p:spPr>
            <a:xfrm rot="0">
              <a:off x="2054" y="824"/>
              <a:ext cx="25" cy="17"/>
            </a:xfrm>
            <a:custGeom>
              <a:avLst/>
              <a:ahLst/>
              <a:rect l="0" t="0" r="r" b="b"/>
              <a:pathLst>
                <a:path w="76" h="51">
                  <a:moveTo>
                    <a:pt x="5" y="51"/>
                  </a:moveTo>
                  <a:lnTo>
                    <a:pt x="41" y="47"/>
                  </a:lnTo>
                  <a:lnTo>
                    <a:pt x="76" y="43"/>
                  </a:lnTo>
                  <a:lnTo>
                    <a:pt x="71" y="0"/>
                  </a:lnTo>
                  <a:lnTo>
                    <a:pt x="35" y="4"/>
                  </a:lnTo>
                  <a:lnTo>
                    <a:pt x="0" y="8"/>
                  </a:lnTo>
                  <a:lnTo>
                    <a:pt x="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36" name=""/>
            <p:cNvSpPr/>
            <p:nvPr/>
          </p:nvSpPr>
          <p:spPr>
            <a:xfrm rot="0">
              <a:off x="2065" y="823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0" y="6"/>
                  </a:moveTo>
                  <a:lnTo>
                    <a:pt x="36" y="2"/>
                  </a:lnTo>
                  <a:lnTo>
                    <a:pt x="3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37" name=""/>
            <p:cNvSpPr/>
            <p:nvPr/>
          </p:nvSpPr>
          <p:spPr>
            <a:xfrm rot="0" flipV="1">
              <a:off x="2077" y="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38" name=""/>
            <p:cNvSpPr/>
            <p:nvPr/>
          </p:nvSpPr>
          <p:spPr>
            <a:xfrm rot="0">
              <a:off x="2051" y="809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8" y="54"/>
                  </a:moveTo>
                  <a:lnTo>
                    <a:pt x="43" y="48"/>
                  </a:lnTo>
                  <a:lnTo>
                    <a:pt x="79" y="42"/>
                  </a:lnTo>
                  <a:lnTo>
                    <a:pt x="72" y="0"/>
                  </a:lnTo>
                  <a:lnTo>
                    <a:pt x="36" y="5"/>
                  </a:lnTo>
                  <a:lnTo>
                    <a:pt x="0" y="11"/>
                  </a:lnTo>
                  <a:lnTo>
                    <a:pt x="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39" name=""/>
            <p:cNvSpPr/>
            <p:nvPr/>
          </p:nvSpPr>
          <p:spPr>
            <a:xfrm rot="0">
              <a:off x="2051" y="809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8" y="54"/>
                  </a:moveTo>
                  <a:lnTo>
                    <a:pt x="43" y="48"/>
                  </a:lnTo>
                  <a:lnTo>
                    <a:pt x="79" y="42"/>
                  </a:lnTo>
                  <a:lnTo>
                    <a:pt x="72" y="0"/>
                  </a:lnTo>
                  <a:lnTo>
                    <a:pt x="36" y="5"/>
                  </a:lnTo>
                  <a:lnTo>
                    <a:pt x="0" y="11"/>
                  </a:lnTo>
                  <a:lnTo>
                    <a:pt x="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40" name=""/>
            <p:cNvSpPr/>
            <p:nvPr/>
          </p:nvSpPr>
          <p:spPr>
            <a:xfrm rot="0">
              <a:off x="2063" y="808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0" y="8"/>
                  </a:moveTo>
                  <a:lnTo>
                    <a:pt x="36" y="3"/>
                  </a:lnTo>
                  <a:lnTo>
                    <a:pt x="36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41" name=""/>
            <p:cNvSpPr/>
            <p:nvPr/>
          </p:nvSpPr>
          <p:spPr>
            <a:xfrm rot="0" flipV="1">
              <a:off x="2075" y="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42" name=""/>
            <p:cNvSpPr/>
            <p:nvPr/>
          </p:nvSpPr>
          <p:spPr>
            <a:xfrm rot="0">
              <a:off x="2048" y="794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9" y="60"/>
                  </a:moveTo>
                  <a:lnTo>
                    <a:pt x="45" y="51"/>
                  </a:lnTo>
                  <a:lnTo>
                    <a:pt x="81" y="43"/>
                  </a:lnTo>
                  <a:lnTo>
                    <a:pt x="71" y="0"/>
                  </a:lnTo>
                  <a:lnTo>
                    <a:pt x="35" y="9"/>
                  </a:lnTo>
                  <a:lnTo>
                    <a:pt x="0" y="17"/>
                  </a:lnTo>
                  <a:lnTo>
                    <a:pt x="9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43" name=""/>
            <p:cNvSpPr/>
            <p:nvPr/>
          </p:nvSpPr>
          <p:spPr>
            <a:xfrm rot="0">
              <a:off x="2048" y="794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9" y="60"/>
                  </a:moveTo>
                  <a:lnTo>
                    <a:pt x="45" y="51"/>
                  </a:lnTo>
                  <a:lnTo>
                    <a:pt x="81" y="43"/>
                  </a:lnTo>
                  <a:lnTo>
                    <a:pt x="71" y="0"/>
                  </a:lnTo>
                  <a:lnTo>
                    <a:pt x="35" y="9"/>
                  </a:lnTo>
                  <a:lnTo>
                    <a:pt x="0" y="17"/>
                  </a:lnTo>
                  <a:lnTo>
                    <a:pt x="9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44" name=""/>
            <p:cNvSpPr/>
            <p:nvPr/>
          </p:nvSpPr>
          <p:spPr>
            <a:xfrm rot="0">
              <a:off x="2060" y="793"/>
              <a:ext cx="12" cy="4"/>
            </a:xfrm>
            <a:custGeom>
              <a:avLst/>
              <a:ahLst/>
              <a:rect l="0" t="0" r="r" b="b"/>
              <a:pathLst>
                <a:path w="36" h="10">
                  <a:moveTo>
                    <a:pt x="0" y="10"/>
                  </a:moveTo>
                  <a:lnTo>
                    <a:pt x="36" y="1"/>
                  </a:lnTo>
                  <a:lnTo>
                    <a:pt x="36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45" name=""/>
            <p:cNvSpPr/>
            <p:nvPr/>
          </p:nvSpPr>
          <p:spPr>
            <a:xfrm rot="0" flipV="1">
              <a:off x="2072" y="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46" name=""/>
            <p:cNvSpPr/>
            <p:nvPr/>
          </p:nvSpPr>
          <p:spPr>
            <a:xfrm rot="0">
              <a:off x="2044" y="779"/>
              <a:ext cx="28" cy="21"/>
            </a:xfrm>
            <a:custGeom>
              <a:avLst/>
              <a:ahLst/>
              <a:rect l="0" t="0" r="r" b="b"/>
              <a:pathLst>
                <a:path w="83" h="62">
                  <a:moveTo>
                    <a:pt x="12" y="62"/>
                  </a:moveTo>
                  <a:lnTo>
                    <a:pt x="47" y="52"/>
                  </a:lnTo>
                  <a:lnTo>
                    <a:pt x="83" y="42"/>
                  </a:lnTo>
                  <a:lnTo>
                    <a:pt x="71" y="0"/>
                  </a:lnTo>
                  <a:lnTo>
                    <a:pt x="36" y="10"/>
                  </a:lnTo>
                  <a:lnTo>
                    <a:pt x="0" y="20"/>
                  </a:lnTo>
                  <a:lnTo>
                    <a:pt x="12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47" name=""/>
            <p:cNvSpPr/>
            <p:nvPr/>
          </p:nvSpPr>
          <p:spPr>
            <a:xfrm rot="0">
              <a:off x="2044" y="779"/>
              <a:ext cx="28" cy="21"/>
            </a:xfrm>
            <a:custGeom>
              <a:avLst/>
              <a:ahLst/>
              <a:rect l="0" t="0" r="r" b="b"/>
              <a:pathLst>
                <a:path w="83" h="62">
                  <a:moveTo>
                    <a:pt x="12" y="62"/>
                  </a:moveTo>
                  <a:lnTo>
                    <a:pt x="47" y="52"/>
                  </a:lnTo>
                  <a:lnTo>
                    <a:pt x="83" y="42"/>
                  </a:lnTo>
                  <a:lnTo>
                    <a:pt x="71" y="0"/>
                  </a:lnTo>
                  <a:lnTo>
                    <a:pt x="36" y="10"/>
                  </a:lnTo>
                  <a:lnTo>
                    <a:pt x="0" y="20"/>
                  </a:lnTo>
                  <a:lnTo>
                    <a:pt x="12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48" name=""/>
            <p:cNvSpPr/>
            <p:nvPr/>
          </p:nvSpPr>
          <p:spPr>
            <a:xfrm rot="0">
              <a:off x="2056" y="779"/>
              <a:ext cx="12" cy="4"/>
            </a:xfrm>
            <a:custGeom>
              <a:avLst/>
              <a:ahLst/>
              <a:rect l="0" t="0" r="r" b="b"/>
              <a:pathLst>
                <a:path w="35" h="11">
                  <a:moveTo>
                    <a:pt x="0" y="11"/>
                  </a:moveTo>
                  <a:lnTo>
                    <a:pt x="35" y="1"/>
                  </a:lnTo>
                  <a:lnTo>
                    <a:pt x="3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49" name=""/>
            <p:cNvSpPr/>
            <p:nvPr/>
          </p:nvSpPr>
          <p:spPr>
            <a:xfrm rot="0" flipH="1" flipV="1">
              <a:off x="2067" y="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50" name=""/>
            <p:cNvSpPr/>
            <p:nvPr/>
          </p:nvSpPr>
          <p:spPr>
            <a:xfrm rot="0">
              <a:off x="2040" y="765"/>
              <a:ext cx="27" cy="22"/>
            </a:xfrm>
            <a:custGeom>
              <a:avLst/>
              <a:ahLst/>
              <a:rect l="0" t="0" r="r" b="b"/>
              <a:pathLst>
                <a:path w="83" h="64">
                  <a:moveTo>
                    <a:pt x="15" y="64"/>
                  </a:moveTo>
                  <a:lnTo>
                    <a:pt x="49" y="52"/>
                  </a:lnTo>
                  <a:lnTo>
                    <a:pt x="83" y="41"/>
                  </a:lnTo>
                  <a:lnTo>
                    <a:pt x="69" y="0"/>
                  </a:lnTo>
                  <a:lnTo>
                    <a:pt x="34" y="11"/>
                  </a:lnTo>
                  <a:lnTo>
                    <a:pt x="0" y="23"/>
                  </a:lnTo>
                  <a:lnTo>
                    <a:pt x="15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51" name=""/>
            <p:cNvSpPr/>
            <p:nvPr/>
          </p:nvSpPr>
          <p:spPr>
            <a:xfrm rot="0">
              <a:off x="2040" y="765"/>
              <a:ext cx="27" cy="22"/>
            </a:xfrm>
            <a:custGeom>
              <a:avLst/>
              <a:ahLst/>
              <a:rect l="0" t="0" r="r" b="b"/>
              <a:pathLst>
                <a:path w="83" h="64">
                  <a:moveTo>
                    <a:pt x="15" y="64"/>
                  </a:moveTo>
                  <a:lnTo>
                    <a:pt x="49" y="52"/>
                  </a:lnTo>
                  <a:lnTo>
                    <a:pt x="83" y="41"/>
                  </a:lnTo>
                  <a:lnTo>
                    <a:pt x="69" y="0"/>
                  </a:lnTo>
                  <a:lnTo>
                    <a:pt x="34" y="11"/>
                  </a:lnTo>
                  <a:lnTo>
                    <a:pt x="0" y="23"/>
                  </a:lnTo>
                  <a:lnTo>
                    <a:pt x="1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52" name=""/>
            <p:cNvSpPr/>
            <p:nvPr/>
          </p:nvSpPr>
          <p:spPr>
            <a:xfrm rot="0">
              <a:off x="2039" y="757"/>
              <a:ext cx="24" cy="16"/>
            </a:xfrm>
            <a:custGeom>
              <a:avLst/>
              <a:ahLst/>
              <a:rect l="0" t="0" r="r" b="b"/>
              <a:pathLst>
                <a:path w="70" h="47">
                  <a:moveTo>
                    <a:pt x="35" y="35"/>
                  </a:moveTo>
                  <a:lnTo>
                    <a:pt x="1" y="47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4" y="1"/>
                  </a:lnTo>
                  <a:lnTo>
                    <a:pt x="35" y="0"/>
                  </a:lnTo>
                  <a:lnTo>
                    <a:pt x="45" y="1"/>
                  </a:lnTo>
                  <a:lnTo>
                    <a:pt x="57" y="5"/>
                  </a:lnTo>
                  <a:lnTo>
                    <a:pt x="64" y="14"/>
                  </a:lnTo>
                  <a:lnTo>
                    <a:pt x="70" y="24"/>
                  </a:lnTo>
                  <a:lnTo>
                    <a:pt x="3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53" name=""/>
            <p:cNvSpPr/>
            <p:nvPr/>
          </p:nvSpPr>
          <p:spPr>
            <a:xfrm rot="0">
              <a:off x="2039" y="757"/>
              <a:ext cx="24" cy="16"/>
            </a:xfrm>
            <a:custGeom>
              <a:avLst/>
              <a:ahLst/>
              <a:rect l="0" t="0" r="r" b="b"/>
              <a:pathLst>
                <a:path w="70" h="47">
                  <a:moveTo>
                    <a:pt x="1" y="47"/>
                  </a:moveTo>
                  <a:lnTo>
                    <a:pt x="0" y="35"/>
                  </a:lnTo>
                  <a:lnTo>
                    <a:pt x="1" y="25"/>
                  </a:lnTo>
                  <a:lnTo>
                    <a:pt x="6" y="14"/>
                  </a:lnTo>
                  <a:lnTo>
                    <a:pt x="14" y="7"/>
                  </a:lnTo>
                  <a:lnTo>
                    <a:pt x="24" y="1"/>
                  </a:lnTo>
                  <a:lnTo>
                    <a:pt x="35" y="0"/>
                  </a:lnTo>
                  <a:lnTo>
                    <a:pt x="45" y="1"/>
                  </a:lnTo>
                  <a:lnTo>
                    <a:pt x="57" y="5"/>
                  </a:lnTo>
                  <a:lnTo>
                    <a:pt x="64" y="14"/>
                  </a:lnTo>
                  <a:lnTo>
                    <a:pt x="7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54" name=""/>
            <p:cNvSpPr/>
            <p:nvPr/>
          </p:nvSpPr>
          <p:spPr>
            <a:xfrm rot="0">
              <a:off x="1628" y="757"/>
              <a:ext cx="22" cy="19"/>
            </a:xfrm>
            <a:custGeom>
              <a:avLst/>
              <a:ahLst/>
              <a:rect l="0" t="0" r="r" b="b"/>
              <a:pathLst>
                <a:path w="67" h="58">
                  <a:moveTo>
                    <a:pt x="30" y="37"/>
                  </a:moveTo>
                  <a:lnTo>
                    <a:pt x="0" y="16"/>
                  </a:lnTo>
                  <a:lnTo>
                    <a:pt x="9" y="7"/>
                  </a:lnTo>
                  <a:lnTo>
                    <a:pt x="19" y="3"/>
                  </a:lnTo>
                  <a:lnTo>
                    <a:pt x="30" y="0"/>
                  </a:lnTo>
                  <a:lnTo>
                    <a:pt x="42" y="3"/>
                  </a:lnTo>
                  <a:lnTo>
                    <a:pt x="52" y="7"/>
                  </a:lnTo>
                  <a:lnTo>
                    <a:pt x="60" y="16"/>
                  </a:lnTo>
                  <a:lnTo>
                    <a:pt x="64" y="26"/>
                  </a:lnTo>
                  <a:lnTo>
                    <a:pt x="67" y="37"/>
                  </a:lnTo>
                  <a:lnTo>
                    <a:pt x="64" y="49"/>
                  </a:lnTo>
                  <a:lnTo>
                    <a:pt x="60" y="58"/>
                  </a:lnTo>
                  <a:lnTo>
                    <a:pt x="3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55" name=""/>
            <p:cNvSpPr/>
            <p:nvPr/>
          </p:nvSpPr>
          <p:spPr>
            <a:xfrm rot="0">
              <a:off x="1628" y="757"/>
              <a:ext cx="22" cy="19"/>
            </a:xfrm>
            <a:custGeom>
              <a:avLst/>
              <a:ahLst/>
              <a:rect l="0" t="0" r="r" b="b"/>
              <a:pathLst>
                <a:path w="67" h="58">
                  <a:moveTo>
                    <a:pt x="0" y="16"/>
                  </a:moveTo>
                  <a:lnTo>
                    <a:pt x="9" y="7"/>
                  </a:lnTo>
                  <a:lnTo>
                    <a:pt x="19" y="3"/>
                  </a:lnTo>
                  <a:lnTo>
                    <a:pt x="30" y="0"/>
                  </a:lnTo>
                  <a:lnTo>
                    <a:pt x="42" y="3"/>
                  </a:lnTo>
                  <a:lnTo>
                    <a:pt x="52" y="7"/>
                  </a:lnTo>
                  <a:lnTo>
                    <a:pt x="60" y="16"/>
                  </a:lnTo>
                  <a:lnTo>
                    <a:pt x="64" y="26"/>
                  </a:lnTo>
                  <a:lnTo>
                    <a:pt x="67" y="37"/>
                  </a:lnTo>
                  <a:lnTo>
                    <a:pt x="64" y="49"/>
                  </a:lnTo>
                  <a:lnTo>
                    <a:pt x="6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56" name=""/>
            <p:cNvSpPr/>
            <p:nvPr/>
          </p:nvSpPr>
          <p:spPr>
            <a:xfrm rot="0">
              <a:off x="1622" y="762"/>
              <a:ext cx="26" cy="23"/>
            </a:xfrm>
            <a:custGeom>
              <a:avLst/>
              <a:ahLst/>
              <a:rect l="0" t="0" r="r" b="b"/>
              <a:pathLst>
                <a:path w="78" h="68">
                  <a:moveTo>
                    <a:pt x="78" y="42"/>
                  </a:moveTo>
                  <a:lnTo>
                    <a:pt x="48" y="21"/>
                  </a:lnTo>
                  <a:lnTo>
                    <a:pt x="18" y="0"/>
                  </a:lnTo>
                  <a:lnTo>
                    <a:pt x="0" y="25"/>
                  </a:lnTo>
                  <a:lnTo>
                    <a:pt x="30" y="47"/>
                  </a:lnTo>
                  <a:lnTo>
                    <a:pt x="60" y="68"/>
                  </a:lnTo>
                  <a:lnTo>
                    <a:pt x="78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57" name=""/>
            <p:cNvSpPr/>
            <p:nvPr/>
          </p:nvSpPr>
          <p:spPr>
            <a:xfrm rot="0">
              <a:off x="1622" y="762"/>
              <a:ext cx="26" cy="23"/>
            </a:xfrm>
            <a:custGeom>
              <a:avLst/>
              <a:ahLst/>
              <a:rect l="0" t="0" r="r" b="b"/>
              <a:pathLst>
                <a:path w="78" h="68">
                  <a:moveTo>
                    <a:pt x="78" y="42"/>
                  </a:moveTo>
                  <a:lnTo>
                    <a:pt x="48" y="21"/>
                  </a:lnTo>
                  <a:lnTo>
                    <a:pt x="18" y="0"/>
                  </a:lnTo>
                  <a:lnTo>
                    <a:pt x="0" y="25"/>
                  </a:lnTo>
                  <a:lnTo>
                    <a:pt x="30" y="47"/>
                  </a:lnTo>
                  <a:lnTo>
                    <a:pt x="60" y="68"/>
                  </a:lnTo>
                  <a:lnTo>
                    <a:pt x="78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58" name=""/>
            <p:cNvSpPr/>
            <p:nvPr/>
          </p:nvSpPr>
          <p:spPr>
            <a:xfrm rot="0">
              <a:off x="1622" y="770"/>
              <a:ext cx="10" cy="8"/>
            </a:xfrm>
            <a:custGeom>
              <a:avLst/>
              <a:ahLst/>
              <a:rect l="0" t="0" r="r" b="b"/>
              <a:pathLst>
                <a:path w="30" h="22">
                  <a:moveTo>
                    <a:pt x="30" y="2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59" name=""/>
            <p:cNvSpPr/>
            <p:nvPr/>
          </p:nvSpPr>
          <p:spPr>
            <a:xfrm rot="0">
              <a:off x="1622" y="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60" name=""/>
            <p:cNvSpPr/>
            <p:nvPr/>
          </p:nvSpPr>
          <p:spPr>
            <a:xfrm rot="0">
              <a:off x="1616" y="771"/>
              <a:ext cx="26" cy="22"/>
            </a:xfrm>
            <a:custGeom>
              <a:avLst/>
              <a:ahLst/>
              <a:rect l="0" t="0" r="r" b="b"/>
              <a:pathLst>
                <a:path w="77" h="65">
                  <a:moveTo>
                    <a:pt x="77" y="40"/>
                  </a:moveTo>
                  <a:lnTo>
                    <a:pt x="47" y="20"/>
                  </a:lnTo>
                  <a:lnTo>
                    <a:pt x="17" y="0"/>
                  </a:lnTo>
                  <a:lnTo>
                    <a:pt x="0" y="25"/>
                  </a:lnTo>
                  <a:lnTo>
                    <a:pt x="30" y="45"/>
                  </a:lnTo>
                  <a:lnTo>
                    <a:pt x="60" y="65"/>
                  </a:lnTo>
                  <a:lnTo>
                    <a:pt x="77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61" name=""/>
            <p:cNvSpPr/>
            <p:nvPr/>
          </p:nvSpPr>
          <p:spPr>
            <a:xfrm rot="0">
              <a:off x="1616" y="771"/>
              <a:ext cx="26" cy="22"/>
            </a:xfrm>
            <a:custGeom>
              <a:avLst/>
              <a:ahLst/>
              <a:rect l="0" t="0" r="r" b="b"/>
              <a:pathLst>
                <a:path w="77" h="65">
                  <a:moveTo>
                    <a:pt x="77" y="40"/>
                  </a:moveTo>
                  <a:lnTo>
                    <a:pt x="47" y="20"/>
                  </a:lnTo>
                  <a:lnTo>
                    <a:pt x="17" y="0"/>
                  </a:lnTo>
                  <a:lnTo>
                    <a:pt x="0" y="25"/>
                  </a:lnTo>
                  <a:lnTo>
                    <a:pt x="30" y="45"/>
                  </a:lnTo>
                  <a:lnTo>
                    <a:pt x="60" y="65"/>
                  </a:lnTo>
                  <a:lnTo>
                    <a:pt x="77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62" name=""/>
            <p:cNvSpPr/>
            <p:nvPr/>
          </p:nvSpPr>
          <p:spPr>
            <a:xfrm rot="0">
              <a:off x="1615" y="779"/>
              <a:ext cx="11" cy="7"/>
            </a:xfrm>
            <a:custGeom>
              <a:avLst/>
              <a:ahLst/>
              <a:rect l="0" t="0" r="r" b="b"/>
              <a:pathLst>
                <a:path w="32" h="20">
                  <a:moveTo>
                    <a:pt x="32" y="2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63" name=""/>
            <p:cNvSpPr/>
            <p:nvPr/>
          </p:nvSpPr>
          <p:spPr>
            <a:xfrm rot="0" flipH="1">
              <a:off x="1615" y="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64" name=""/>
            <p:cNvSpPr/>
            <p:nvPr/>
          </p:nvSpPr>
          <p:spPr>
            <a:xfrm rot="0">
              <a:off x="1610" y="780"/>
              <a:ext cx="26" cy="21"/>
            </a:xfrm>
            <a:custGeom>
              <a:avLst/>
              <a:ahLst/>
              <a:rect l="0" t="0" r="r" b="b"/>
              <a:pathLst>
                <a:path w="78" h="64">
                  <a:moveTo>
                    <a:pt x="78" y="37"/>
                  </a:moveTo>
                  <a:lnTo>
                    <a:pt x="47" y="18"/>
                  </a:lnTo>
                  <a:lnTo>
                    <a:pt x="15" y="0"/>
                  </a:lnTo>
                  <a:lnTo>
                    <a:pt x="0" y="27"/>
                  </a:lnTo>
                  <a:lnTo>
                    <a:pt x="31" y="45"/>
                  </a:lnTo>
                  <a:lnTo>
                    <a:pt x="62" y="64"/>
                  </a:lnTo>
                  <a:lnTo>
                    <a:pt x="78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65" name=""/>
            <p:cNvSpPr/>
            <p:nvPr/>
          </p:nvSpPr>
          <p:spPr>
            <a:xfrm rot="0">
              <a:off x="1610" y="780"/>
              <a:ext cx="26" cy="21"/>
            </a:xfrm>
            <a:custGeom>
              <a:avLst/>
              <a:ahLst/>
              <a:rect l="0" t="0" r="r" b="b"/>
              <a:pathLst>
                <a:path w="78" h="64">
                  <a:moveTo>
                    <a:pt x="78" y="37"/>
                  </a:moveTo>
                  <a:lnTo>
                    <a:pt x="47" y="18"/>
                  </a:lnTo>
                  <a:lnTo>
                    <a:pt x="15" y="0"/>
                  </a:lnTo>
                  <a:lnTo>
                    <a:pt x="0" y="27"/>
                  </a:lnTo>
                  <a:lnTo>
                    <a:pt x="31" y="45"/>
                  </a:lnTo>
                  <a:lnTo>
                    <a:pt x="62" y="64"/>
                  </a:lnTo>
                  <a:lnTo>
                    <a:pt x="78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66" name=""/>
            <p:cNvSpPr/>
            <p:nvPr/>
          </p:nvSpPr>
          <p:spPr>
            <a:xfrm rot="0">
              <a:off x="1610" y="789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33" y="18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33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67" name=""/>
            <p:cNvSpPr/>
            <p:nvPr/>
          </p:nvSpPr>
          <p:spPr>
            <a:xfrm rot="0" flipH="1">
              <a:off x="1610" y="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68" name=""/>
            <p:cNvSpPr/>
            <p:nvPr/>
          </p:nvSpPr>
          <p:spPr>
            <a:xfrm rot="0">
              <a:off x="1605" y="790"/>
              <a:ext cx="27" cy="19"/>
            </a:xfrm>
            <a:custGeom>
              <a:avLst/>
              <a:ahLst/>
              <a:rect l="0" t="0" r="r" b="b"/>
              <a:pathLst>
                <a:path w="79" h="57">
                  <a:moveTo>
                    <a:pt x="79" y="29"/>
                  </a:moveTo>
                  <a:lnTo>
                    <a:pt x="46" y="14"/>
                  </a:lnTo>
                  <a:lnTo>
                    <a:pt x="13" y="0"/>
                  </a:lnTo>
                  <a:lnTo>
                    <a:pt x="0" y="29"/>
                  </a:lnTo>
                  <a:lnTo>
                    <a:pt x="33" y="43"/>
                  </a:lnTo>
                  <a:lnTo>
                    <a:pt x="66" y="57"/>
                  </a:lnTo>
                  <a:lnTo>
                    <a:pt x="7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69" name=""/>
            <p:cNvSpPr/>
            <p:nvPr/>
          </p:nvSpPr>
          <p:spPr>
            <a:xfrm rot="0">
              <a:off x="1605" y="790"/>
              <a:ext cx="27" cy="19"/>
            </a:xfrm>
            <a:custGeom>
              <a:avLst/>
              <a:ahLst/>
              <a:rect l="0" t="0" r="r" b="b"/>
              <a:pathLst>
                <a:path w="79" h="57">
                  <a:moveTo>
                    <a:pt x="79" y="29"/>
                  </a:moveTo>
                  <a:lnTo>
                    <a:pt x="46" y="14"/>
                  </a:lnTo>
                  <a:lnTo>
                    <a:pt x="13" y="0"/>
                  </a:lnTo>
                  <a:lnTo>
                    <a:pt x="0" y="29"/>
                  </a:lnTo>
                  <a:lnTo>
                    <a:pt x="33" y="43"/>
                  </a:lnTo>
                  <a:lnTo>
                    <a:pt x="66" y="57"/>
                  </a:lnTo>
                  <a:lnTo>
                    <a:pt x="79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70" name=""/>
            <p:cNvSpPr/>
            <p:nvPr/>
          </p:nvSpPr>
          <p:spPr>
            <a:xfrm rot="0">
              <a:off x="1605" y="800"/>
              <a:ext cx="11" cy="5"/>
            </a:xfrm>
            <a:custGeom>
              <a:avLst/>
              <a:ahLst/>
              <a:rect l="0" t="0" r="r" b="b"/>
              <a:pathLst>
                <a:path w="34" h="14">
                  <a:moveTo>
                    <a:pt x="34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71" name=""/>
            <p:cNvSpPr/>
            <p:nvPr/>
          </p:nvSpPr>
          <p:spPr>
            <a:xfrm rot="0" flipH="1">
              <a:off x="1605" y="8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72" name=""/>
            <p:cNvSpPr/>
            <p:nvPr/>
          </p:nvSpPr>
          <p:spPr>
            <a:xfrm rot="0">
              <a:off x="1601" y="800"/>
              <a:ext cx="27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79" y="26"/>
                  </a:moveTo>
                  <a:lnTo>
                    <a:pt x="45" y="13"/>
                  </a:lnTo>
                  <a:lnTo>
                    <a:pt x="11" y="0"/>
                  </a:lnTo>
                  <a:lnTo>
                    <a:pt x="0" y="29"/>
                  </a:lnTo>
                  <a:lnTo>
                    <a:pt x="34" y="41"/>
                  </a:lnTo>
                  <a:lnTo>
                    <a:pt x="68" y="54"/>
                  </a:lnTo>
                  <a:lnTo>
                    <a:pt x="7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73" name=""/>
            <p:cNvSpPr/>
            <p:nvPr/>
          </p:nvSpPr>
          <p:spPr>
            <a:xfrm rot="0">
              <a:off x="1601" y="800"/>
              <a:ext cx="27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79" y="26"/>
                  </a:moveTo>
                  <a:lnTo>
                    <a:pt x="45" y="13"/>
                  </a:lnTo>
                  <a:lnTo>
                    <a:pt x="11" y="0"/>
                  </a:lnTo>
                  <a:lnTo>
                    <a:pt x="0" y="29"/>
                  </a:lnTo>
                  <a:lnTo>
                    <a:pt x="34" y="41"/>
                  </a:lnTo>
                  <a:lnTo>
                    <a:pt x="68" y="54"/>
                  </a:lnTo>
                  <a:lnTo>
                    <a:pt x="79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74" name=""/>
            <p:cNvSpPr/>
            <p:nvPr/>
          </p:nvSpPr>
          <p:spPr>
            <a:xfrm rot="0">
              <a:off x="1601" y="810"/>
              <a:ext cx="12" cy="4"/>
            </a:xfrm>
            <a:custGeom>
              <a:avLst/>
              <a:ahLst/>
              <a:rect l="0" t="0" r="r" b="b"/>
              <a:pathLst>
                <a:path w="34" h="12">
                  <a:moveTo>
                    <a:pt x="34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75" name=""/>
            <p:cNvSpPr/>
            <p:nvPr/>
          </p:nvSpPr>
          <p:spPr>
            <a:xfrm rot="0">
              <a:off x="1601" y="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76" name=""/>
            <p:cNvSpPr/>
            <p:nvPr/>
          </p:nvSpPr>
          <p:spPr>
            <a:xfrm rot="0">
              <a:off x="1598" y="810"/>
              <a:ext cx="26" cy="18"/>
            </a:xfrm>
            <a:custGeom>
              <a:avLst/>
              <a:ahLst/>
              <a:rect l="0" t="0" r="r" b="b"/>
              <a:pathLst>
                <a:path w="78" h="53">
                  <a:moveTo>
                    <a:pt x="78" y="23"/>
                  </a:moveTo>
                  <a:lnTo>
                    <a:pt x="44" y="11"/>
                  </a:lnTo>
                  <a:lnTo>
                    <a:pt x="10" y="0"/>
                  </a:lnTo>
                  <a:lnTo>
                    <a:pt x="0" y="30"/>
                  </a:lnTo>
                  <a:lnTo>
                    <a:pt x="34" y="41"/>
                  </a:lnTo>
                  <a:lnTo>
                    <a:pt x="68" y="53"/>
                  </a:lnTo>
                  <a:lnTo>
                    <a:pt x="78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77" name=""/>
            <p:cNvSpPr/>
            <p:nvPr/>
          </p:nvSpPr>
          <p:spPr>
            <a:xfrm rot="0">
              <a:off x="1598" y="810"/>
              <a:ext cx="26" cy="18"/>
            </a:xfrm>
            <a:custGeom>
              <a:avLst/>
              <a:ahLst/>
              <a:rect l="0" t="0" r="r" b="b"/>
              <a:pathLst>
                <a:path w="78" h="53">
                  <a:moveTo>
                    <a:pt x="78" y="23"/>
                  </a:moveTo>
                  <a:lnTo>
                    <a:pt x="44" y="11"/>
                  </a:lnTo>
                  <a:lnTo>
                    <a:pt x="10" y="0"/>
                  </a:lnTo>
                  <a:lnTo>
                    <a:pt x="0" y="30"/>
                  </a:lnTo>
                  <a:lnTo>
                    <a:pt x="34" y="41"/>
                  </a:lnTo>
                  <a:lnTo>
                    <a:pt x="68" y="53"/>
                  </a:lnTo>
                  <a:lnTo>
                    <a:pt x="78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78" name=""/>
            <p:cNvSpPr/>
            <p:nvPr/>
          </p:nvSpPr>
          <p:spPr>
            <a:xfrm rot="0">
              <a:off x="1597" y="820"/>
              <a:ext cx="12" cy="4"/>
            </a:xfrm>
            <a:custGeom>
              <a:avLst/>
              <a:ahLst/>
              <a:rect l="0" t="0" r="r" b="b"/>
              <a:pathLst>
                <a:path w="36" h="11">
                  <a:moveTo>
                    <a:pt x="36" y="11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79" name=""/>
            <p:cNvSpPr/>
            <p:nvPr/>
          </p:nvSpPr>
          <p:spPr>
            <a:xfrm rot="0" flipH="1">
              <a:off x="1597" y="8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80" name=""/>
            <p:cNvSpPr/>
            <p:nvPr/>
          </p:nvSpPr>
          <p:spPr>
            <a:xfrm rot="0">
              <a:off x="1595" y="821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8" y="17"/>
                  </a:moveTo>
                  <a:lnTo>
                    <a:pt x="43" y="8"/>
                  </a:lnTo>
                  <a:lnTo>
                    <a:pt x="7" y="0"/>
                  </a:lnTo>
                  <a:lnTo>
                    <a:pt x="0" y="30"/>
                  </a:lnTo>
                  <a:lnTo>
                    <a:pt x="36" y="38"/>
                  </a:lnTo>
                  <a:lnTo>
                    <a:pt x="71" y="47"/>
                  </a:lnTo>
                  <a:lnTo>
                    <a:pt x="7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81" name=""/>
            <p:cNvSpPr/>
            <p:nvPr/>
          </p:nvSpPr>
          <p:spPr>
            <a:xfrm rot="0">
              <a:off x="1595" y="821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8" y="17"/>
                  </a:moveTo>
                  <a:lnTo>
                    <a:pt x="43" y="8"/>
                  </a:lnTo>
                  <a:lnTo>
                    <a:pt x="7" y="0"/>
                  </a:lnTo>
                  <a:lnTo>
                    <a:pt x="0" y="30"/>
                  </a:lnTo>
                  <a:lnTo>
                    <a:pt x="36" y="38"/>
                  </a:lnTo>
                  <a:lnTo>
                    <a:pt x="71" y="47"/>
                  </a:lnTo>
                  <a:lnTo>
                    <a:pt x="78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82" name=""/>
            <p:cNvSpPr/>
            <p:nvPr/>
          </p:nvSpPr>
          <p:spPr>
            <a:xfrm rot="0">
              <a:off x="1593" y="831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8" y="17"/>
                  </a:moveTo>
                  <a:lnTo>
                    <a:pt x="43" y="8"/>
                  </a:lnTo>
                  <a:lnTo>
                    <a:pt x="7" y="0"/>
                  </a:lnTo>
                  <a:lnTo>
                    <a:pt x="0" y="30"/>
                  </a:lnTo>
                  <a:lnTo>
                    <a:pt x="36" y="38"/>
                  </a:lnTo>
                  <a:lnTo>
                    <a:pt x="71" y="47"/>
                  </a:lnTo>
                  <a:lnTo>
                    <a:pt x="7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83" name=""/>
            <p:cNvSpPr/>
            <p:nvPr/>
          </p:nvSpPr>
          <p:spPr>
            <a:xfrm rot="0">
              <a:off x="1593" y="831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8" y="17"/>
                  </a:moveTo>
                  <a:lnTo>
                    <a:pt x="43" y="8"/>
                  </a:lnTo>
                  <a:lnTo>
                    <a:pt x="7" y="0"/>
                  </a:lnTo>
                  <a:lnTo>
                    <a:pt x="0" y="30"/>
                  </a:lnTo>
                  <a:lnTo>
                    <a:pt x="36" y="38"/>
                  </a:lnTo>
                  <a:lnTo>
                    <a:pt x="71" y="47"/>
                  </a:lnTo>
                  <a:lnTo>
                    <a:pt x="78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84" name=""/>
            <p:cNvSpPr/>
            <p:nvPr/>
          </p:nvSpPr>
          <p:spPr>
            <a:xfrm rot="0">
              <a:off x="1593" y="841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36" y="8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3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85" name=""/>
            <p:cNvSpPr/>
            <p:nvPr/>
          </p:nvSpPr>
          <p:spPr>
            <a:xfrm rot="0">
              <a:off x="1593" y="841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86" name=""/>
            <p:cNvSpPr/>
            <p:nvPr/>
          </p:nvSpPr>
          <p:spPr>
            <a:xfrm rot="0">
              <a:off x="1592" y="843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74" y="6"/>
                  </a:moveTo>
                  <a:lnTo>
                    <a:pt x="39" y="3"/>
                  </a:lnTo>
                  <a:lnTo>
                    <a:pt x="3" y="0"/>
                  </a:lnTo>
                  <a:lnTo>
                    <a:pt x="0" y="32"/>
                  </a:lnTo>
                  <a:lnTo>
                    <a:pt x="36" y="34"/>
                  </a:lnTo>
                  <a:lnTo>
                    <a:pt x="71" y="37"/>
                  </a:lnTo>
                  <a:lnTo>
                    <a:pt x="74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87" name=""/>
            <p:cNvSpPr/>
            <p:nvPr/>
          </p:nvSpPr>
          <p:spPr>
            <a:xfrm rot="0">
              <a:off x="1592" y="843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74" y="6"/>
                  </a:moveTo>
                  <a:lnTo>
                    <a:pt x="39" y="3"/>
                  </a:lnTo>
                  <a:lnTo>
                    <a:pt x="3" y="0"/>
                  </a:lnTo>
                  <a:lnTo>
                    <a:pt x="0" y="32"/>
                  </a:lnTo>
                  <a:lnTo>
                    <a:pt x="36" y="34"/>
                  </a:lnTo>
                  <a:lnTo>
                    <a:pt x="71" y="37"/>
                  </a:lnTo>
                  <a:lnTo>
                    <a:pt x="74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88" name=""/>
            <p:cNvSpPr/>
            <p:nvPr/>
          </p:nvSpPr>
          <p:spPr>
            <a:xfrm rot="0">
              <a:off x="1591" y="854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74" y="5"/>
                  </a:moveTo>
                  <a:lnTo>
                    <a:pt x="39" y="2"/>
                  </a:lnTo>
                  <a:lnTo>
                    <a:pt x="3" y="0"/>
                  </a:lnTo>
                  <a:lnTo>
                    <a:pt x="0" y="31"/>
                  </a:lnTo>
                  <a:lnTo>
                    <a:pt x="36" y="34"/>
                  </a:lnTo>
                  <a:lnTo>
                    <a:pt x="72" y="37"/>
                  </a:lnTo>
                  <a:lnTo>
                    <a:pt x="7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89" name=""/>
            <p:cNvSpPr/>
            <p:nvPr/>
          </p:nvSpPr>
          <p:spPr>
            <a:xfrm rot="0">
              <a:off x="1591" y="854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74" y="5"/>
                  </a:moveTo>
                  <a:lnTo>
                    <a:pt x="39" y="2"/>
                  </a:lnTo>
                  <a:lnTo>
                    <a:pt x="3" y="0"/>
                  </a:lnTo>
                  <a:lnTo>
                    <a:pt x="0" y="31"/>
                  </a:lnTo>
                  <a:lnTo>
                    <a:pt x="36" y="34"/>
                  </a:lnTo>
                  <a:lnTo>
                    <a:pt x="72" y="37"/>
                  </a:lnTo>
                  <a:lnTo>
                    <a:pt x="74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90" name=""/>
            <p:cNvSpPr/>
            <p:nvPr/>
          </p:nvSpPr>
          <p:spPr>
            <a:xfrm rot="0">
              <a:off x="1591" y="864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91" name=""/>
            <p:cNvSpPr/>
            <p:nvPr/>
          </p:nvSpPr>
          <p:spPr>
            <a:xfrm rot="0">
              <a:off x="1591" y="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92" name=""/>
            <p:cNvSpPr/>
            <p:nvPr/>
          </p:nvSpPr>
          <p:spPr>
            <a:xfrm rot="0">
              <a:off x="1591" y="865"/>
              <a:ext cx="24" cy="10"/>
            </a:xfrm>
            <a:custGeom>
              <a:avLst/>
              <a:ahLst/>
              <a:rect l="0" t="0" r="r" b="b"/>
              <a:pathLst>
                <a:path w="73" h="31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36" y="31"/>
                  </a:lnTo>
                  <a:lnTo>
                    <a:pt x="73" y="31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93" name=""/>
            <p:cNvSpPr/>
            <p:nvPr/>
          </p:nvSpPr>
          <p:spPr>
            <a:xfrm rot="0">
              <a:off x="1591" y="865"/>
              <a:ext cx="24" cy="10"/>
            </a:xfrm>
            <a:custGeom>
              <a:avLst/>
              <a:ahLst/>
              <a:rect l="0" t="0" r="r" b="b"/>
              <a:pathLst>
                <a:path w="73" h="31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36" y="31"/>
                  </a:lnTo>
                  <a:lnTo>
                    <a:pt x="73" y="31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94" name=""/>
            <p:cNvSpPr/>
            <p:nvPr/>
          </p:nvSpPr>
          <p:spPr>
            <a:xfrm rot="0">
              <a:off x="1591" y="875"/>
              <a:ext cx="12" cy="1"/>
            </a:xfrm>
            <a:custGeom>
              <a:avLst/>
              <a:ahLst/>
              <a:rect l="0" t="0" r="r" b="b"/>
              <a:pathLst>
                <a:path w="36" h="2">
                  <a:moveTo>
                    <a:pt x="3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95" name=""/>
            <p:cNvSpPr/>
            <p:nvPr/>
          </p:nvSpPr>
          <p:spPr>
            <a:xfrm rot="0">
              <a:off x="1591" y="8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96" name=""/>
            <p:cNvSpPr/>
            <p:nvPr/>
          </p:nvSpPr>
          <p:spPr>
            <a:xfrm rot="0">
              <a:off x="1591" y="875"/>
              <a:ext cx="24" cy="11"/>
            </a:xfrm>
            <a:custGeom>
              <a:avLst/>
              <a:ahLst/>
              <a:rect l="0" t="0" r="r" b="b"/>
              <a:pathLst>
                <a:path w="73" h="34">
                  <a:moveTo>
                    <a:pt x="72" y="0"/>
                  </a:moveTo>
                  <a:lnTo>
                    <a:pt x="36" y="1"/>
                  </a:lnTo>
                  <a:lnTo>
                    <a:pt x="0" y="3"/>
                  </a:lnTo>
                  <a:lnTo>
                    <a:pt x="2" y="34"/>
                  </a:lnTo>
                  <a:lnTo>
                    <a:pt x="37" y="32"/>
                  </a:lnTo>
                  <a:lnTo>
                    <a:pt x="73" y="31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97" name=""/>
            <p:cNvSpPr/>
            <p:nvPr/>
          </p:nvSpPr>
          <p:spPr>
            <a:xfrm rot="0">
              <a:off x="1591" y="875"/>
              <a:ext cx="24" cy="11"/>
            </a:xfrm>
            <a:custGeom>
              <a:avLst/>
              <a:ahLst/>
              <a:rect l="0" t="0" r="r" b="b"/>
              <a:pathLst>
                <a:path w="73" h="34">
                  <a:moveTo>
                    <a:pt x="72" y="0"/>
                  </a:moveTo>
                  <a:lnTo>
                    <a:pt x="36" y="1"/>
                  </a:lnTo>
                  <a:lnTo>
                    <a:pt x="0" y="3"/>
                  </a:lnTo>
                  <a:lnTo>
                    <a:pt x="2" y="34"/>
                  </a:lnTo>
                  <a:lnTo>
                    <a:pt x="37" y="32"/>
                  </a:lnTo>
                  <a:lnTo>
                    <a:pt x="73" y="31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398" name=""/>
            <p:cNvSpPr/>
            <p:nvPr/>
          </p:nvSpPr>
          <p:spPr>
            <a:xfrm rot="0">
              <a:off x="1591" y="886"/>
              <a:ext cx="12" cy="2"/>
            </a:xfrm>
            <a:custGeom>
              <a:avLst/>
              <a:ahLst/>
              <a:rect l="0" t="0" r="r" b="b"/>
              <a:pathLst>
                <a:path w="35" h="6">
                  <a:moveTo>
                    <a:pt x="35" y="0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399" name=""/>
            <p:cNvSpPr/>
            <p:nvPr/>
          </p:nvSpPr>
          <p:spPr>
            <a:xfrm rot="0">
              <a:off x="1591" y="886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00" name=""/>
            <p:cNvSpPr/>
            <p:nvPr/>
          </p:nvSpPr>
          <p:spPr>
            <a:xfrm rot="0">
              <a:off x="1591" y="884"/>
              <a:ext cx="25" cy="14"/>
            </a:xfrm>
            <a:custGeom>
              <a:avLst/>
              <a:ahLst/>
              <a:rect l="0" t="0" r="r" b="b"/>
              <a:pathLst>
                <a:path w="75" h="41">
                  <a:moveTo>
                    <a:pt x="71" y="0"/>
                  </a:moveTo>
                  <a:lnTo>
                    <a:pt x="35" y="5"/>
                  </a:lnTo>
                  <a:lnTo>
                    <a:pt x="0" y="11"/>
                  </a:lnTo>
                  <a:lnTo>
                    <a:pt x="4" y="41"/>
                  </a:lnTo>
                  <a:lnTo>
                    <a:pt x="40" y="35"/>
                  </a:lnTo>
                  <a:lnTo>
                    <a:pt x="75" y="30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01" name=""/>
            <p:cNvSpPr/>
            <p:nvPr/>
          </p:nvSpPr>
          <p:spPr>
            <a:xfrm rot="0">
              <a:off x="1591" y="884"/>
              <a:ext cx="25" cy="14"/>
            </a:xfrm>
            <a:custGeom>
              <a:avLst/>
              <a:ahLst/>
              <a:rect l="0" t="0" r="r" b="b"/>
              <a:pathLst>
                <a:path w="75" h="41">
                  <a:moveTo>
                    <a:pt x="71" y="0"/>
                  </a:moveTo>
                  <a:lnTo>
                    <a:pt x="35" y="5"/>
                  </a:lnTo>
                  <a:lnTo>
                    <a:pt x="0" y="11"/>
                  </a:lnTo>
                  <a:lnTo>
                    <a:pt x="4" y="41"/>
                  </a:lnTo>
                  <a:lnTo>
                    <a:pt x="40" y="35"/>
                  </a:lnTo>
                  <a:lnTo>
                    <a:pt x="75" y="3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02" name=""/>
            <p:cNvSpPr/>
            <p:nvPr/>
          </p:nvSpPr>
          <p:spPr>
            <a:xfrm rot="0">
              <a:off x="1593" y="896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36" y="0"/>
                  </a:moveTo>
                  <a:lnTo>
                    <a:pt x="0" y="6"/>
                  </a:lnTo>
                  <a:lnTo>
                    <a:pt x="0" y="7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03" name=""/>
            <p:cNvSpPr/>
            <p:nvPr/>
          </p:nvSpPr>
          <p:spPr>
            <a:xfrm rot="0">
              <a:off x="1593" y="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04" name=""/>
            <p:cNvSpPr/>
            <p:nvPr/>
          </p:nvSpPr>
          <p:spPr>
            <a:xfrm rot="0">
              <a:off x="1593" y="893"/>
              <a:ext cx="25" cy="16"/>
            </a:xfrm>
            <a:custGeom>
              <a:avLst/>
              <a:ahLst/>
              <a:rect l="0" t="0" r="r" b="b"/>
              <a:pathLst>
                <a:path w="77" h="46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6" y="46"/>
                  </a:lnTo>
                  <a:lnTo>
                    <a:pt x="41" y="39"/>
                  </a:lnTo>
                  <a:lnTo>
                    <a:pt x="77" y="32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05" name=""/>
            <p:cNvSpPr/>
            <p:nvPr/>
          </p:nvSpPr>
          <p:spPr>
            <a:xfrm rot="0">
              <a:off x="1593" y="893"/>
              <a:ext cx="25" cy="16"/>
            </a:xfrm>
            <a:custGeom>
              <a:avLst/>
              <a:ahLst/>
              <a:rect l="0" t="0" r="r" b="b"/>
              <a:pathLst>
                <a:path w="77" h="46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6" y="46"/>
                  </a:lnTo>
                  <a:lnTo>
                    <a:pt x="41" y="39"/>
                  </a:lnTo>
                  <a:lnTo>
                    <a:pt x="77" y="32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06" name=""/>
            <p:cNvSpPr/>
            <p:nvPr/>
          </p:nvSpPr>
          <p:spPr>
            <a:xfrm rot="0">
              <a:off x="1595" y="906"/>
              <a:ext cx="11" cy="3"/>
            </a:xfrm>
            <a:custGeom>
              <a:avLst/>
              <a:ahLst/>
              <a:rect l="0" t="0" r="r" b="b"/>
              <a:pathLst>
                <a:path w="35" h="8">
                  <a:moveTo>
                    <a:pt x="35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07" name=""/>
            <p:cNvSpPr/>
            <p:nvPr/>
          </p:nvSpPr>
          <p:spPr>
            <a:xfrm rot="0">
              <a:off x="1595" y="9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08" name=""/>
            <p:cNvSpPr/>
            <p:nvPr/>
          </p:nvSpPr>
          <p:spPr>
            <a:xfrm rot="0">
              <a:off x="1595" y="903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1" y="0"/>
                  </a:moveTo>
                  <a:lnTo>
                    <a:pt x="35" y="9"/>
                  </a:lnTo>
                  <a:lnTo>
                    <a:pt x="0" y="17"/>
                  </a:lnTo>
                  <a:lnTo>
                    <a:pt x="7" y="47"/>
                  </a:lnTo>
                  <a:lnTo>
                    <a:pt x="42" y="39"/>
                  </a:lnTo>
                  <a:lnTo>
                    <a:pt x="78" y="30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09" name=""/>
            <p:cNvSpPr/>
            <p:nvPr/>
          </p:nvSpPr>
          <p:spPr>
            <a:xfrm rot="0">
              <a:off x="1595" y="903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1" y="0"/>
                  </a:moveTo>
                  <a:lnTo>
                    <a:pt x="35" y="9"/>
                  </a:lnTo>
                  <a:lnTo>
                    <a:pt x="0" y="17"/>
                  </a:lnTo>
                  <a:lnTo>
                    <a:pt x="7" y="47"/>
                  </a:lnTo>
                  <a:lnTo>
                    <a:pt x="42" y="39"/>
                  </a:lnTo>
                  <a:lnTo>
                    <a:pt x="78" y="3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10" name=""/>
            <p:cNvSpPr/>
            <p:nvPr/>
          </p:nvSpPr>
          <p:spPr>
            <a:xfrm rot="0">
              <a:off x="1597" y="916"/>
              <a:ext cx="12" cy="4"/>
            </a:xfrm>
            <a:custGeom>
              <a:avLst/>
              <a:ahLst/>
              <a:rect l="0" t="0" r="r" b="b"/>
              <a:pathLst>
                <a:path w="35" h="11">
                  <a:moveTo>
                    <a:pt x="35" y="0"/>
                  </a:moveTo>
                  <a:lnTo>
                    <a:pt x="0" y="8"/>
                  </a:lnTo>
                  <a:lnTo>
                    <a:pt x="1" y="11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11" name=""/>
            <p:cNvSpPr/>
            <p:nvPr/>
          </p:nvSpPr>
          <p:spPr>
            <a:xfrm rot="0">
              <a:off x="1597" y="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12" name=""/>
            <p:cNvSpPr/>
            <p:nvPr/>
          </p:nvSpPr>
          <p:spPr>
            <a:xfrm rot="0">
              <a:off x="1597" y="912"/>
              <a:ext cx="27" cy="18"/>
            </a:xfrm>
            <a:custGeom>
              <a:avLst/>
              <a:ahLst/>
              <a:rect l="0" t="0" r="r" b="b"/>
              <a:pathLst>
                <a:path w="79" h="53">
                  <a:moveTo>
                    <a:pt x="69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0" y="53"/>
                  </a:lnTo>
                  <a:lnTo>
                    <a:pt x="44" y="41"/>
                  </a:lnTo>
                  <a:lnTo>
                    <a:pt x="79" y="30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13" name=""/>
            <p:cNvSpPr/>
            <p:nvPr/>
          </p:nvSpPr>
          <p:spPr>
            <a:xfrm rot="0">
              <a:off x="1597" y="912"/>
              <a:ext cx="27" cy="18"/>
            </a:xfrm>
            <a:custGeom>
              <a:avLst/>
              <a:ahLst/>
              <a:rect l="0" t="0" r="r" b="b"/>
              <a:pathLst>
                <a:path w="79" h="53">
                  <a:moveTo>
                    <a:pt x="69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0" y="53"/>
                  </a:lnTo>
                  <a:lnTo>
                    <a:pt x="44" y="41"/>
                  </a:lnTo>
                  <a:lnTo>
                    <a:pt x="79" y="30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14" name=""/>
            <p:cNvSpPr/>
            <p:nvPr/>
          </p:nvSpPr>
          <p:spPr>
            <a:xfrm rot="0">
              <a:off x="1601" y="926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34" y="0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15" name=""/>
            <p:cNvSpPr/>
            <p:nvPr/>
          </p:nvSpPr>
          <p:spPr>
            <a:xfrm rot="0">
              <a:off x="1601" y="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16" name=""/>
            <p:cNvSpPr/>
            <p:nvPr/>
          </p:nvSpPr>
          <p:spPr>
            <a:xfrm rot="0">
              <a:off x="1601" y="922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69" y="0"/>
                  </a:moveTo>
                  <a:lnTo>
                    <a:pt x="34" y="12"/>
                  </a:lnTo>
                  <a:lnTo>
                    <a:pt x="0" y="25"/>
                  </a:lnTo>
                  <a:lnTo>
                    <a:pt x="12" y="54"/>
                  </a:lnTo>
                  <a:lnTo>
                    <a:pt x="46" y="41"/>
                  </a:lnTo>
                  <a:lnTo>
                    <a:pt x="80" y="28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17" name=""/>
            <p:cNvSpPr/>
            <p:nvPr/>
          </p:nvSpPr>
          <p:spPr>
            <a:xfrm rot="0">
              <a:off x="1601" y="922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69" y="0"/>
                  </a:moveTo>
                  <a:lnTo>
                    <a:pt x="34" y="12"/>
                  </a:lnTo>
                  <a:lnTo>
                    <a:pt x="0" y="25"/>
                  </a:lnTo>
                  <a:lnTo>
                    <a:pt x="12" y="54"/>
                  </a:lnTo>
                  <a:lnTo>
                    <a:pt x="46" y="41"/>
                  </a:lnTo>
                  <a:lnTo>
                    <a:pt x="80" y="28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18" name=""/>
            <p:cNvSpPr/>
            <p:nvPr/>
          </p:nvSpPr>
          <p:spPr>
            <a:xfrm rot="0">
              <a:off x="1605" y="936"/>
              <a:ext cx="11" cy="4"/>
            </a:xfrm>
            <a:custGeom>
              <a:avLst/>
              <a:ahLst/>
              <a:rect l="0" t="0" r="r" b="b"/>
              <a:pathLst>
                <a:path w="34" h="14">
                  <a:moveTo>
                    <a:pt x="34" y="0"/>
                  </a:moveTo>
                  <a:lnTo>
                    <a:pt x="0" y="13"/>
                  </a:lnTo>
                  <a:lnTo>
                    <a:pt x="1" y="14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19" name=""/>
            <p:cNvSpPr/>
            <p:nvPr/>
          </p:nvSpPr>
          <p:spPr>
            <a:xfrm rot="0">
              <a:off x="1605" y="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20" name=""/>
            <p:cNvSpPr/>
            <p:nvPr/>
          </p:nvSpPr>
          <p:spPr>
            <a:xfrm rot="0">
              <a:off x="1605" y="931"/>
              <a:ext cx="26" cy="19"/>
            </a:xfrm>
            <a:custGeom>
              <a:avLst/>
              <a:ahLst/>
              <a:rect l="0" t="0" r="r" b="b"/>
              <a:pathLst>
                <a:path w="78" h="57">
                  <a:moveTo>
                    <a:pt x="66" y="0"/>
                  </a:moveTo>
                  <a:lnTo>
                    <a:pt x="33" y="14"/>
                  </a:lnTo>
                  <a:lnTo>
                    <a:pt x="0" y="28"/>
                  </a:lnTo>
                  <a:lnTo>
                    <a:pt x="13" y="57"/>
                  </a:lnTo>
                  <a:lnTo>
                    <a:pt x="46" y="42"/>
                  </a:lnTo>
                  <a:lnTo>
                    <a:pt x="78" y="28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21" name=""/>
            <p:cNvSpPr/>
            <p:nvPr/>
          </p:nvSpPr>
          <p:spPr>
            <a:xfrm rot="0">
              <a:off x="1605" y="931"/>
              <a:ext cx="26" cy="19"/>
            </a:xfrm>
            <a:custGeom>
              <a:avLst/>
              <a:ahLst/>
              <a:rect l="0" t="0" r="r" b="b"/>
              <a:pathLst>
                <a:path w="78" h="57">
                  <a:moveTo>
                    <a:pt x="66" y="0"/>
                  </a:moveTo>
                  <a:lnTo>
                    <a:pt x="33" y="14"/>
                  </a:lnTo>
                  <a:lnTo>
                    <a:pt x="0" y="28"/>
                  </a:lnTo>
                  <a:lnTo>
                    <a:pt x="13" y="57"/>
                  </a:lnTo>
                  <a:lnTo>
                    <a:pt x="46" y="42"/>
                  </a:lnTo>
                  <a:lnTo>
                    <a:pt x="78" y="28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22" name=""/>
            <p:cNvSpPr/>
            <p:nvPr/>
          </p:nvSpPr>
          <p:spPr>
            <a:xfrm rot="0">
              <a:off x="1609" y="945"/>
              <a:ext cx="11" cy="6"/>
            </a:xfrm>
            <a:custGeom>
              <a:avLst/>
              <a:ahLst/>
              <a:rect l="0" t="0" r="r" b="b"/>
              <a:pathLst>
                <a:path w="33" h="19">
                  <a:moveTo>
                    <a:pt x="33" y="0"/>
                  </a:moveTo>
                  <a:lnTo>
                    <a:pt x="0" y="15"/>
                  </a:lnTo>
                  <a:lnTo>
                    <a:pt x="1" y="19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23" name=""/>
            <p:cNvSpPr/>
            <p:nvPr/>
          </p:nvSpPr>
          <p:spPr>
            <a:xfrm rot="0">
              <a:off x="1609" y="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24" name=""/>
            <p:cNvSpPr/>
            <p:nvPr/>
          </p:nvSpPr>
          <p:spPr>
            <a:xfrm rot="0">
              <a:off x="1610" y="939"/>
              <a:ext cx="26" cy="21"/>
            </a:xfrm>
            <a:custGeom>
              <a:avLst/>
              <a:ahLst/>
              <a:rect l="0" t="0" r="r" b="b"/>
              <a:pathLst>
                <a:path w="79" h="64">
                  <a:moveTo>
                    <a:pt x="63" y="0"/>
                  </a:moveTo>
                  <a:lnTo>
                    <a:pt x="32" y="18"/>
                  </a:lnTo>
                  <a:lnTo>
                    <a:pt x="0" y="37"/>
                  </a:lnTo>
                  <a:lnTo>
                    <a:pt x="16" y="64"/>
                  </a:lnTo>
                  <a:lnTo>
                    <a:pt x="47" y="45"/>
                  </a:lnTo>
                  <a:lnTo>
                    <a:pt x="79" y="27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25" name=""/>
            <p:cNvSpPr/>
            <p:nvPr/>
          </p:nvSpPr>
          <p:spPr>
            <a:xfrm rot="0">
              <a:off x="1610" y="939"/>
              <a:ext cx="26" cy="21"/>
            </a:xfrm>
            <a:custGeom>
              <a:avLst/>
              <a:ahLst/>
              <a:rect l="0" t="0" r="r" b="b"/>
              <a:pathLst>
                <a:path w="79" h="64">
                  <a:moveTo>
                    <a:pt x="63" y="0"/>
                  </a:moveTo>
                  <a:lnTo>
                    <a:pt x="32" y="18"/>
                  </a:lnTo>
                  <a:lnTo>
                    <a:pt x="0" y="37"/>
                  </a:lnTo>
                  <a:lnTo>
                    <a:pt x="16" y="64"/>
                  </a:lnTo>
                  <a:lnTo>
                    <a:pt x="47" y="45"/>
                  </a:lnTo>
                  <a:lnTo>
                    <a:pt x="79" y="27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26" name=""/>
            <p:cNvSpPr/>
            <p:nvPr/>
          </p:nvSpPr>
          <p:spPr>
            <a:xfrm rot="0">
              <a:off x="1615" y="954"/>
              <a:ext cx="10" cy="6"/>
            </a:xfrm>
            <a:custGeom>
              <a:avLst/>
              <a:ahLst/>
              <a:rect l="0" t="0" r="r" b="b"/>
              <a:pathLst>
                <a:path w="31" h="19">
                  <a:moveTo>
                    <a:pt x="31" y="0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27" name=""/>
            <p:cNvSpPr/>
            <p:nvPr/>
          </p:nvSpPr>
          <p:spPr>
            <a:xfrm rot="0">
              <a:off x="1615" y="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28" name=""/>
            <p:cNvSpPr/>
            <p:nvPr/>
          </p:nvSpPr>
          <p:spPr>
            <a:xfrm rot="0">
              <a:off x="1615" y="948"/>
              <a:ext cx="26" cy="21"/>
            </a:xfrm>
            <a:custGeom>
              <a:avLst/>
              <a:ahLst/>
              <a:rect l="0" t="0" r="r" b="b"/>
              <a:pathLst>
                <a:path w="78" h="63">
                  <a:moveTo>
                    <a:pt x="63" y="0"/>
                  </a:moveTo>
                  <a:lnTo>
                    <a:pt x="31" y="18"/>
                  </a:lnTo>
                  <a:lnTo>
                    <a:pt x="0" y="37"/>
                  </a:lnTo>
                  <a:lnTo>
                    <a:pt x="16" y="63"/>
                  </a:lnTo>
                  <a:lnTo>
                    <a:pt x="47" y="44"/>
                  </a:lnTo>
                  <a:lnTo>
                    <a:pt x="78" y="26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29" name=""/>
            <p:cNvSpPr/>
            <p:nvPr/>
          </p:nvSpPr>
          <p:spPr>
            <a:xfrm rot="0">
              <a:off x="1615" y="948"/>
              <a:ext cx="26" cy="21"/>
            </a:xfrm>
            <a:custGeom>
              <a:avLst/>
              <a:ahLst/>
              <a:rect l="0" t="0" r="r" b="b"/>
              <a:pathLst>
                <a:path w="78" h="63">
                  <a:moveTo>
                    <a:pt x="63" y="0"/>
                  </a:moveTo>
                  <a:lnTo>
                    <a:pt x="31" y="18"/>
                  </a:lnTo>
                  <a:lnTo>
                    <a:pt x="0" y="37"/>
                  </a:lnTo>
                  <a:lnTo>
                    <a:pt x="16" y="63"/>
                  </a:lnTo>
                  <a:lnTo>
                    <a:pt x="47" y="44"/>
                  </a:lnTo>
                  <a:lnTo>
                    <a:pt x="78" y="26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30" name=""/>
            <p:cNvSpPr/>
            <p:nvPr/>
          </p:nvSpPr>
          <p:spPr>
            <a:xfrm rot="0">
              <a:off x="1620" y="963"/>
              <a:ext cx="11" cy="7"/>
            </a:xfrm>
            <a:custGeom>
              <a:avLst/>
              <a:ahLst/>
              <a:rect l="0" t="0" r="r" b="b"/>
              <a:pathLst>
                <a:path w="31" h="21">
                  <a:moveTo>
                    <a:pt x="31" y="0"/>
                  </a:moveTo>
                  <a:lnTo>
                    <a:pt x="0" y="19"/>
                  </a:lnTo>
                  <a:lnTo>
                    <a:pt x="1" y="21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31" name=""/>
            <p:cNvSpPr/>
            <p:nvPr/>
          </p:nvSpPr>
          <p:spPr>
            <a:xfrm rot="0">
              <a:off x="1620" y="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32" name=""/>
            <p:cNvSpPr/>
            <p:nvPr/>
          </p:nvSpPr>
          <p:spPr>
            <a:xfrm rot="0">
              <a:off x="1621" y="956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60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19" y="68"/>
                  </a:lnTo>
                  <a:lnTo>
                    <a:pt x="48" y="47"/>
                  </a:lnTo>
                  <a:lnTo>
                    <a:pt x="78" y="25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33" name=""/>
            <p:cNvSpPr/>
            <p:nvPr/>
          </p:nvSpPr>
          <p:spPr>
            <a:xfrm rot="0">
              <a:off x="1621" y="956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60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19" y="68"/>
                  </a:lnTo>
                  <a:lnTo>
                    <a:pt x="48" y="47"/>
                  </a:lnTo>
                  <a:lnTo>
                    <a:pt x="78" y="25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34" name=""/>
            <p:cNvSpPr/>
            <p:nvPr/>
          </p:nvSpPr>
          <p:spPr>
            <a:xfrm rot="0">
              <a:off x="1627" y="971"/>
              <a:ext cx="10" cy="8"/>
            </a:xfrm>
            <a:custGeom>
              <a:avLst/>
              <a:ahLst/>
              <a:rect l="0" t="0" r="r" b="b"/>
              <a:pathLst>
                <a:path w="29" h="22">
                  <a:moveTo>
                    <a:pt x="29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35" name=""/>
            <p:cNvSpPr/>
            <p:nvPr/>
          </p:nvSpPr>
          <p:spPr>
            <a:xfrm rot="0">
              <a:off x="1627" y="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36" name=""/>
            <p:cNvSpPr/>
            <p:nvPr/>
          </p:nvSpPr>
          <p:spPr>
            <a:xfrm rot="0">
              <a:off x="1627" y="964"/>
              <a:ext cx="26" cy="23"/>
            </a:xfrm>
            <a:custGeom>
              <a:avLst/>
              <a:ahLst/>
              <a:rect l="0" t="0" r="r" b="b"/>
              <a:pathLst>
                <a:path w="77" h="70">
                  <a:moveTo>
                    <a:pt x="57" y="0"/>
                  </a:moveTo>
                  <a:lnTo>
                    <a:pt x="28" y="23"/>
                  </a:lnTo>
                  <a:lnTo>
                    <a:pt x="0" y="45"/>
                  </a:lnTo>
                  <a:lnTo>
                    <a:pt x="20" y="70"/>
                  </a:lnTo>
                  <a:lnTo>
                    <a:pt x="48" y="47"/>
                  </a:lnTo>
                  <a:lnTo>
                    <a:pt x="77" y="24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37" name=""/>
            <p:cNvSpPr/>
            <p:nvPr/>
          </p:nvSpPr>
          <p:spPr>
            <a:xfrm rot="0">
              <a:off x="1627" y="964"/>
              <a:ext cx="26" cy="23"/>
            </a:xfrm>
            <a:custGeom>
              <a:avLst/>
              <a:ahLst/>
              <a:rect l="0" t="0" r="r" b="b"/>
              <a:pathLst>
                <a:path w="77" h="70">
                  <a:moveTo>
                    <a:pt x="57" y="0"/>
                  </a:moveTo>
                  <a:lnTo>
                    <a:pt x="28" y="23"/>
                  </a:lnTo>
                  <a:lnTo>
                    <a:pt x="0" y="45"/>
                  </a:lnTo>
                  <a:lnTo>
                    <a:pt x="20" y="70"/>
                  </a:lnTo>
                  <a:lnTo>
                    <a:pt x="48" y="47"/>
                  </a:lnTo>
                  <a:lnTo>
                    <a:pt x="77" y="24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38" name=""/>
            <p:cNvSpPr/>
            <p:nvPr/>
          </p:nvSpPr>
          <p:spPr>
            <a:xfrm rot="0">
              <a:off x="1634" y="979"/>
              <a:ext cx="9" cy="8"/>
            </a:xfrm>
            <a:custGeom>
              <a:avLst/>
              <a:ahLst/>
              <a:rect l="0" t="0" r="r" b="b"/>
              <a:pathLst>
                <a:path w="28" h="24">
                  <a:moveTo>
                    <a:pt x="28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39" name=""/>
            <p:cNvSpPr/>
            <p:nvPr/>
          </p:nvSpPr>
          <p:spPr>
            <a:xfrm rot="0">
              <a:off x="1634" y="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40" name=""/>
            <p:cNvSpPr/>
            <p:nvPr/>
          </p:nvSpPr>
          <p:spPr>
            <a:xfrm rot="0">
              <a:off x="1634" y="971"/>
              <a:ext cx="26" cy="24"/>
            </a:xfrm>
            <a:custGeom>
              <a:avLst/>
              <a:ahLst/>
              <a:rect l="0" t="0" r="r" b="b"/>
              <a:pathLst>
                <a:path w="76" h="71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2" y="71"/>
                  </a:lnTo>
                  <a:lnTo>
                    <a:pt x="49" y="47"/>
                  </a:lnTo>
                  <a:lnTo>
                    <a:pt x="76" y="22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41" name=""/>
            <p:cNvSpPr/>
            <p:nvPr/>
          </p:nvSpPr>
          <p:spPr>
            <a:xfrm rot="0">
              <a:off x="1634" y="971"/>
              <a:ext cx="26" cy="24"/>
            </a:xfrm>
            <a:custGeom>
              <a:avLst/>
              <a:ahLst/>
              <a:rect l="0" t="0" r="r" b="b"/>
              <a:pathLst>
                <a:path w="76" h="71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2" y="71"/>
                  </a:lnTo>
                  <a:lnTo>
                    <a:pt x="49" y="47"/>
                  </a:lnTo>
                  <a:lnTo>
                    <a:pt x="76" y="22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42" name=""/>
            <p:cNvSpPr/>
            <p:nvPr/>
          </p:nvSpPr>
          <p:spPr>
            <a:xfrm rot="0">
              <a:off x="1642" y="987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27" y="0"/>
                  </a:moveTo>
                  <a:lnTo>
                    <a:pt x="0" y="24"/>
                  </a:lnTo>
                  <a:lnTo>
                    <a:pt x="3" y="27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43" name=""/>
            <p:cNvSpPr/>
            <p:nvPr/>
          </p:nvSpPr>
          <p:spPr>
            <a:xfrm rot="0">
              <a:off x="1642" y="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44" name=""/>
            <p:cNvSpPr/>
            <p:nvPr/>
          </p:nvSpPr>
          <p:spPr>
            <a:xfrm rot="0">
              <a:off x="1643" y="978"/>
              <a:ext cx="23" cy="25"/>
            </a:xfrm>
            <a:custGeom>
              <a:avLst/>
              <a:ahLst/>
              <a:rect l="0" t="0" r="r" b="b"/>
              <a:pathLst>
                <a:path w="71" h="75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22" y="75"/>
                  </a:lnTo>
                  <a:lnTo>
                    <a:pt x="47" y="48"/>
                  </a:lnTo>
                  <a:lnTo>
                    <a:pt x="71" y="21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45" name=""/>
            <p:cNvSpPr/>
            <p:nvPr/>
          </p:nvSpPr>
          <p:spPr>
            <a:xfrm rot="0">
              <a:off x="1643" y="978"/>
              <a:ext cx="23" cy="25"/>
            </a:xfrm>
            <a:custGeom>
              <a:avLst/>
              <a:ahLst/>
              <a:rect l="0" t="0" r="r" b="b"/>
              <a:pathLst>
                <a:path w="71" h="75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22" y="75"/>
                  </a:lnTo>
                  <a:lnTo>
                    <a:pt x="47" y="48"/>
                  </a:lnTo>
                  <a:lnTo>
                    <a:pt x="71" y="21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46" name=""/>
            <p:cNvSpPr/>
            <p:nvPr/>
          </p:nvSpPr>
          <p:spPr>
            <a:xfrm rot="0">
              <a:off x="1650" y="994"/>
              <a:ext cx="8" cy="10"/>
            </a:xfrm>
            <a:custGeom>
              <a:avLst/>
              <a:ahLst/>
              <a:rect l="0" t="0" r="r" b="b"/>
              <a:pathLst>
                <a:path w="25" h="29">
                  <a:moveTo>
                    <a:pt x="25" y="0"/>
                  </a:moveTo>
                  <a:lnTo>
                    <a:pt x="0" y="27"/>
                  </a:lnTo>
                  <a:lnTo>
                    <a:pt x="2" y="2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47" name=""/>
            <p:cNvSpPr/>
            <p:nvPr/>
          </p:nvSpPr>
          <p:spPr>
            <a:xfrm rot="0">
              <a:off x="1650" y="10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48" name=""/>
            <p:cNvSpPr/>
            <p:nvPr/>
          </p:nvSpPr>
          <p:spPr>
            <a:xfrm rot="0">
              <a:off x="1651" y="985"/>
              <a:ext cx="23" cy="25"/>
            </a:xfrm>
            <a:custGeom>
              <a:avLst/>
              <a:ahLst/>
              <a:rect l="0" t="0" r="r" b="b"/>
              <a:pathLst>
                <a:path w="70" h="76">
                  <a:moveTo>
                    <a:pt x="45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24" y="76"/>
                  </a:lnTo>
                  <a:lnTo>
                    <a:pt x="47" y="48"/>
                  </a:lnTo>
                  <a:lnTo>
                    <a:pt x="70" y="20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49" name=""/>
            <p:cNvSpPr/>
            <p:nvPr/>
          </p:nvSpPr>
          <p:spPr>
            <a:xfrm rot="0">
              <a:off x="1651" y="985"/>
              <a:ext cx="23" cy="25"/>
            </a:xfrm>
            <a:custGeom>
              <a:avLst/>
              <a:ahLst/>
              <a:rect l="0" t="0" r="r" b="b"/>
              <a:pathLst>
                <a:path w="70" h="76">
                  <a:moveTo>
                    <a:pt x="45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24" y="76"/>
                  </a:lnTo>
                  <a:lnTo>
                    <a:pt x="47" y="48"/>
                  </a:lnTo>
                  <a:lnTo>
                    <a:pt x="70" y="2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50" name=""/>
            <p:cNvSpPr/>
            <p:nvPr/>
          </p:nvSpPr>
          <p:spPr>
            <a:xfrm rot="0">
              <a:off x="1659" y="1001"/>
              <a:ext cx="7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23" y="0"/>
                  </a:moveTo>
                  <a:lnTo>
                    <a:pt x="0" y="28"/>
                  </a:lnTo>
                  <a:lnTo>
                    <a:pt x="1" y="30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51" name=""/>
            <p:cNvSpPr/>
            <p:nvPr/>
          </p:nvSpPr>
          <p:spPr>
            <a:xfrm rot="0">
              <a:off x="1659" y="10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52" name=""/>
            <p:cNvSpPr/>
            <p:nvPr/>
          </p:nvSpPr>
          <p:spPr>
            <a:xfrm rot="0">
              <a:off x="1659" y="991"/>
              <a:ext cx="22" cy="25"/>
            </a:xfrm>
            <a:custGeom>
              <a:avLst/>
              <a:ahLst/>
              <a:rect l="0" t="0" r="r" b="b"/>
              <a:pathLst>
                <a:path w="67" h="77">
                  <a:moveTo>
                    <a:pt x="43" y="0"/>
                  </a:moveTo>
                  <a:lnTo>
                    <a:pt x="22" y="30"/>
                  </a:lnTo>
                  <a:lnTo>
                    <a:pt x="0" y="60"/>
                  </a:lnTo>
                  <a:lnTo>
                    <a:pt x="25" y="77"/>
                  </a:lnTo>
                  <a:lnTo>
                    <a:pt x="46" y="47"/>
                  </a:lnTo>
                  <a:lnTo>
                    <a:pt x="67" y="17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53" name=""/>
            <p:cNvSpPr/>
            <p:nvPr/>
          </p:nvSpPr>
          <p:spPr>
            <a:xfrm rot="0">
              <a:off x="1659" y="991"/>
              <a:ext cx="22" cy="25"/>
            </a:xfrm>
            <a:custGeom>
              <a:avLst/>
              <a:ahLst/>
              <a:rect l="0" t="0" r="r" b="b"/>
              <a:pathLst>
                <a:path w="67" h="77">
                  <a:moveTo>
                    <a:pt x="43" y="0"/>
                  </a:moveTo>
                  <a:lnTo>
                    <a:pt x="22" y="30"/>
                  </a:lnTo>
                  <a:lnTo>
                    <a:pt x="0" y="60"/>
                  </a:lnTo>
                  <a:lnTo>
                    <a:pt x="25" y="77"/>
                  </a:lnTo>
                  <a:lnTo>
                    <a:pt x="46" y="47"/>
                  </a:lnTo>
                  <a:lnTo>
                    <a:pt x="67" y="17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54" name=""/>
            <p:cNvSpPr/>
            <p:nvPr/>
          </p:nvSpPr>
          <p:spPr>
            <a:xfrm rot="0">
              <a:off x="1667" y="1006"/>
              <a:ext cx="7" cy="11"/>
            </a:xfrm>
            <a:custGeom>
              <a:avLst/>
              <a:ahLst/>
              <a:rect l="0" t="0" r="r" b="b"/>
              <a:pathLst>
                <a:path w="21" h="31">
                  <a:moveTo>
                    <a:pt x="21" y="0"/>
                  </a:moveTo>
                  <a:lnTo>
                    <a:pt x="0" y="30"/>
                  </a:lnTo>
                  <a:lnTo>
                    <a:pt x="1" y="31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55" name=""/>
            <p:cNvSpPr/>
            <p:nvPr/>
          </p:nvSpPr>
          <p:spPr>
            <a:xfrm rot="0">
              <a:off x="1667" y="1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56" name=""/>
            <p:cNvSpPr/>
            <p:nvPr/>
          </p:nvSpPr>
          <p:spPr>
            <a:xfrm rot="0">
              <a:off x="1668" y="996"/>
              <a:ext cx="22" cy="26"/>
            </a:xfrm>
            <a:custGeom>
              <a:avLst/>
              <a:ahLst/>
              <a:rect l="0" t="0" r="r" b="b"/>
              <a:pathLst>
                <a:path w="67" h="79">
                  <a:moveTo>
                    <a:pt x="40" y="0"/>
                  </a:moveTo>
                  <a:lnTo>
                    <a:pt x="20" y="31"/>
                  </a:lnTo>
                  <a:lnTo>
                    <a:pt x="0" y="62"/>
                  </a:lnTo>
                  <a:lnTo>
                    <a:pt x="27" y="79"/>
                  </a:lnTo>
                  <a:lnTo>
                    <a:pt x="47" y="48"/>
                  </a:lnTo>
                  <a:lnTo>
                    <a:pt x="67" y="17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57" name=""/>
            <p:cNvSpPr/>
            <p:nvPr/>
          </p:nvSpPr>
          <p:spPr>
            <a:xfrm rot="0">
              <a:off x="1668" y="996"/>
              <a:ext cx="22" cy="26"/>
            </a:xfrm>
            <a:custGeom>
              <a:avLst/>
              <a:ahLst/>
              <a:rect l="0" t="0" r="r" b="b"/>
              <a:pathLst>
                <a:path w="67" h="79">
                  <a:moveTo>
                    <a:pt x="40" y="0"/>
                  </a:moveTo>
                  <a:lnTo>
                    <a:pt x="20" y="31"/>
                  </a:lnTo>
                  <a:lnTo>
                    <a:pt x="0" y="62"/>
                  </a:lnTo>
                  <a:lnTo>
                    <a:pt x="27" y="79"/>
                  </a:lnTo>
                  <a:lnTo>
                    <a:pt x="47" y="48"/>
                  </a:lnTo>
                  <a:lnTo>
                    <a:pt x="67" y="17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58" name=""/>
            <p:cNvSpPr/>
            <p:nvPr/>
          </p:nvSpPr>
          <p:spPr>
            <a:xfrm rot="0">
              <a:off x="1677" y="1012"/>
              <a:ext cx="6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20" y="0"/>
                  </a:moveTo>
                  <a:lnTo>
                    <a:pt x="0" y="31"/>
                  </a:lnTo>
                  <a:lnTo>
                    <a:pt x="1" y="31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59" name=""/>
            <p:cNvSpPr/>
            <p:nvPr/>
          </p:nvSpPr>
          <p:spPr>
            <a:xfrm rot="0">
              <a:off x="1677" y="10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60" name=""/>
            <p:cNvSpPr/>
            <p:nvPr/>
          </p:nvSpPr>
          <p:spPr>
            <a:xfrm rot="0">
              <a:off x="1677" y="1002"/>
              <a:ext cx="22" cy="26"/>
            </a:xfrm>
            <a:custGeom>
              <a:avLst/>
              <a:ahLst/>
              <a:rect l="0" t="0" r="r" b="b"/>
              <a:pathLst>
                <a:path w="65" h="78">
                  <a:moveTo>
                    <a:pt x="38" y="0"/>
                  </a:moveTo>
                  <a:lnTo>
                    <a:pt x="19" y="31"/>
                  </a:lnTo>
                  <a:lnTo>
                    <a:pt x="0" y="62"/>
                  </a:lnTo>
                  <a:lnTo>
                    <a:pt x="28" y="78"/>
                  </a:lnTo>
                  <a:lnTo>
                    <a:pt x="46" y="47"/>
                  </a:lnTo>
                  <a:lnTo>
                    <a:pt x="65" y="16"/>
                  </a:lnTo>
                  <a:lnTo>
                    <a:pt x="3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61" name=""/>
            <p:cNvSpPr/>
            <p:nvPr/>
          </p:nvSpPr>
          <p:spPr>
            <a:xfrm rot="0">
              <a:off x="1677" y="1002"/>
              <a:ext cx="22" cy="26"/>
            </a:xfrm>
            <a:custGeom>
              <a:avLst/>
              <a:ahLst/>
              <a:rect l="0" t="0" r="r" b="b"/>
              <a:pathLst>
                <a:path w="65" h="78">
                  <a:moveTo>
                    <a:pt x="38" y="0"/>
                  </a:moveTo>
                  <a:lnTo>
                    <a:pt x="19" y="31"/>
                  </a:lnTo>
                  <a:lnTo>
                    <a:pt x="0" y="62"/>
                  </a:lnTo>
                  <a:lnTo>
                    <a:pt x="28" y="78"/>
                  </a:lnTo>
                  <a:lnTo>
                    <a:pt x="46" y="47"/>
                  </a:lnTo>
                  <a:lnTo>
                    <a:pt x="65" y="16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62" name=""/>
            <p:cNvSpPr/>
            <p:nvPr/>
          </p:nvSpPr>
          <p:spPr>
            <a:xfrm rot="0">
              <a:off x="1686" y="1017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0"/>
                  </a:moveTo>
                  <a:lnTo>
                    <a:pt x="0" y="31"/>
                  </a:lnTo>
                  <a:lnTo>
                    <a:pt x="4" y="3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63" name=""/>
            <p:cNvSpPr/>
            <p:nvPr/>
          </p:nvSpPr>
          <p:spPr>
            <a:xfrm rot="0">
              <a:off x="1686" y="1028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64" name=""/>
            <p:cNvSpPr/>
            <p:nvPr/>
          </p:nvSpPr>
          <p:spPr>
            <a:xfrm rot="0">
              <a:off x="1688" y="1006"/>
              <a:ext cx="19" cy="26"/>
            </a:xfrm>
            <a:custGeom>
              <a:avLst/>
              <a:ahLst/>
              <a:rect l="0" t="0" r="r" b="b"/>
              <a:pathLst>
                <a:path w="57" h="78">
                  <a:moveTo>
                    <a:pt x="28" y="0"/>
                  </a:moveTo>
                  <a:lnTo>
                    <a:pt x="14" y="33"/>
                  </a:lnTo>
                  <a:lnTo>
                    <a:pt x="0" y="66"/>
                  </a:lnTo>
                  <a:lnTo>
                    <a:pt x="28" y="78"/>
                  </a:lnTo>
                  <a:lnTo>
                    <a:pt x="43" y="46"/>
                  </a:lnTo>
                  <a:lnTo>
                    <a:pt x="57" y="13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65" name=""/>
            <p:cNvSpPr/>
            <p:nvPr/>
          </p:nvSpPr>
          <p:spPr>
            <a:xfrm rot="0">
              <a:off x="1688" y="1006"/>
              <a:ext cx="19" cy="26"/>
            </a:xfrm>
            <a:custGeom>
              <a:avLst/>
              <a:ahLst/>
              <a:rect l="0" t="0" r="r" b="b"/>
              <a:pathLst>
                <a:path w="57" h="78">
                  <a:moveTo>
                    <a:pt x="28" y="0"/>
                  </a:moveTo>
                  <a:lnTo>
                    <a:pt x="14" y="33"/>
                  </a:lnTo>
                  <a:lnTo>
                    <a:pt x="0" y="66"/>
                  </a:lnTo>
                  <a:lnTo>
                    <a:pt x="28" y="78"/>
                  </a:lnTo>
                  <a:lnTo>
                    <a:pt x="43" y="46"/>
                  </a:lnTo>
                  <a:lnTo>
                    <a:pt x="57" y="13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66" name=""/>
            <p:cNvSpPr/>
            <p:nvPr/>
          </p:nvSpPr>
          <p:spPr>
            <a:xfrm rot="0">
              <a:off x="1697" y="1022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15" y="0"/>
                  </a:moveTo>
                  <a:lnTo>
                    <a:pt x="0" y="32"/>
                  </a:lnTo>
                  <a:lnTo>
                    <a:pt x="2" y="34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67" name=""/>
            <p:cNvSpPr/>
            <p:nvPr/>
          </p:nvSpPr>
          <p:spPr>
            <a:xfrm rot="0">
              <a:off x="1697" y="1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68" name=""/>
            <p:cNvSpPr/>
            <p:nvPr/>
          </p:nvSpPr>
          <p:spPr>
            <a:xfrm rot="0">
              <a:off x="1698" y="1010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25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28" y="80"/>
                  </a:lnTo>
                  <a:lnTo>
                    <a:pt x="41" y="46"/>
                  </a:lnTo>
                  <a:lnTo>
                    <a:pt x="54" y="12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69" name=""/>
            <p:cNvSpPr/>
            <p:nvPr/>
          </p:nvSpPr>
          <p:spPr>
            <a:xfrm rot="0">
              <a:off x="1698" y="1010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25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28" y="80"/>
                  </a:lnTo>
                  <a:lnTo>
                    <a:pt x="41" y="46"/>
                  </a:lnTo>
                  <a:lnTo>
                    <a:pt x="54" y="1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70" name=""/>
            <p:cNvSpPr/>
            <p:nvPr/>
          </p:nvSpPr>
          <p:spPr>
            <a:xfrm rot="0">
              <a:off x="1707" y="1025"/>
              <a:ext cx="4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2" y="3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71" name=""/>
            <p:cNvSpPr/>
            <p:nvPr/>
          </p:nvSpPr>
          <p:spPr>
            <a:xfrm rot="0">
              <a:off x="1707" y="10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72" name=""/>
            <p:cNvSpPr/>
            <p:nvPr/>
          </p:nvSpPr>
          <p:spPr>
            <a:xfrm rot="0">
              <a:off x="1708" y="1014"/>
              <a:ext cx="17" cy="26"/>
            </a:xfrm>
            <a:custGeom>
              <a:avLst/>
              <a:ahLst/>
              <a:rect l="0" t="0" r="r" b="b"/>
              <a:pathLst>
                <a:path w="52" h="78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30" y="78"/>
                  </a:lnTo>
                  <a:lnTo>
                    <a:pt x="41" y="44"/>
                  </a:lnTo>
                  <a:lnTo>
                    <a:pt x="52" y="10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73" name=""/>
            <p:cNvSpPr/>
            <p:nvPr/>
          </p:nvSpPr>
          <p:spPr>
            <a:xfrm rot="0">
              <a:off x="1708" y="1014"/>
              <a:ext cx="17" cy="26"/>
            </a:xfrm>
            <a:custGeom>
              <a:avLst/>
              <a:ahLst/>
              <a:rect l="0" t="0" r="r" b="b"/>
              <a:pathLst>
                <a:path w="52" h="78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30" y="78"/>
                  </a:lnTo>
                  <a:lnTo>
                    <a:pt x="41" y="44"/>
                  </a:lnTo>
                  <a:lnTo>
                    <a:pt x="52" y="10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74" name=""/>
            <p:cNvSpPr/>
            <p:nvPr/>
          </p:nvSpPr>
          <p:spPr>
            <a:xfrm rot="0">
              <a:off x="1718" y="1029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11" y="0"/>
                  </a:moveTo>
                  <a:lnTo>
                    <a:pt x="0" y="34"/>
                  </a:lnTo>
                  <a:lnTo>
                    <a:pt x="2" y="3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75" name=""/>
            <p:cNvSpPr/>
            <p:nvPr/>
          </p:nvSpPr>
          <p:spPr>
            <a:xfrm rot="0">
              <a:off x="1718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76" name=""/>
            <p:cNvSpPr/>
            <p:nvPr/>
          </p:nvSpPr>
          <p:spPr>
            <a:xfrm rot="0">
              <a:off x="1718" y="1017"/>
              <a:ext cx="16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17" y="0"/>
                  </a:moveTo>
                  <a:lnTo>
                    <a:pt x="9" y="36"/>
                  </a:lnTo>
                  <a:lnTo>
                    <a:pt x="0" y="72"/>
                  </a:lnTo>
                  <a:lnTo>
                    <a:pt x="30" y="79"/>
                  </a:lnTo>
                  <a:lnTo>
                    <a:pt x="39" y="43"/>
                  </a:lnTo>
                  <a:lnTo>
                    <a:pt x="47" y="8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77" name=""/>
            <p:cNvSpPr/>
            <p:nvPr/>
          </p:nvSpPr>
          <p:spPr>
            <a:xfrm rot="0">
              <a:off x="1718" y="1017"/>
              <a:ext cx="16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17" y="0"/>
                  </a:moveTo>
                  <a:lnTo>
                    <a:pt x="9" y="36"/>
                  </a:lnTo>
                  <a:lnTo>
                    <a:pt x="0" y="72"/>
                  </a:lnTo>
                  <a:lnTo>
                    <a:pt x="30" y="79"/>
                  </a:lnTo>
                  <a:lnTo>
                    <a:pt x="39" y="43"/>
                  </a:lnTo>
                  <a:lnTo>
                    <a:pt x="47" y="8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78" name=""/>
            <p:cNvSpPr/>
            <p:nvPr/>
          </p:nvSpPr>
          <p:spPr>
            <a:xfrm rot="0">
              <a:off x="1728" y="1031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9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79" name=""/>
            <p:cNvSpPr/>
            <p:nvPr/>
          </p:nvSpPr>
          <p:spPr>
            <a:xfrm rot="0">
              <a:off x="1728" y="10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80" name=""/>
            <p:cNvSpPr/>
            <p:nvPr/>
          </p:nvSpPr>
          <p:spPr>
            <a:xfrm rot="0">
              <a:off x="1729" y="1019"/>
              <a:ext cx="15" cy="26"/>
            </a:xfrm>
            <a:custGeom>
              <a:avLst/>
              <a:ahLst/>
              <a:rect l="0" t="0" r="r" b="b"/>
              <a:pathLst>
                <a:path w="44" h="76">
                  <a:moveTo>
                    <a:pt x="14" y="0"/>
                  </a:moveTo>
                  <a:lnTo>
                    <a:pt x="7" y="35"/>
                  </a:lnTo>
                  <a:lnTo>
                    <a:pt x="0" y="71"/>
                  </a:lnTo>
                  <a:lnTo>
                    <a:pt x="30" y="76"/>
                  </a:lnTo>
                  <a:lnTo>
                    <a:pt x="37" y="41"/>
                  </a:lnTo>
                  <a:lnTo>
                    <a:pt x="44" y="5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81" name=""/>
            <p:cNvSpPr/>
            <p:nvPr/>
          </p:nvSpPr>
          <p:spPr>
            <a:xfrm rot="0">
              <a:off x="1729" y="1019"/>
              <a:ext cx="15" cy="26"/>
            </a:xfrm>
            <a:custGeom>
              <a:avLst/>
              <a:ahLst/>
              <a:rect l="0" t="0" r="r" b="b"/>
              <a:pathLst>
                <a:path w="44" h="76">
                  <a:moveTo>
                    <a:pt x="14" y="0"/>
                  </a:moveTo>
                  <a:lnTo>
                    <a:pt x="7" y="35"/>
                  </a:lnTo>
                  <a:lnTo>
                    <a:pt x="0" y="71"/>
                  </a:lnTo>
                  <a:lnTo>
                    <a:pt x="30" y="76"/>
                  </a:lnTo>
                  <a:lnTo>
                    <a:pt x="37" y="41"/>
                  </a:lnTo>
                  <a:lnTo>
                    <a:pt x="44" y="5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82" name=""/>
            <p:cNvSpPr/>
            <p:nvPr/>
          </p:nvSpPr>
          <p:spPr>
            <a:xfrm rot="0">
              <a:off x="1739" y="1033"/>
              <a:ext cx="2" cy="12"/>
            </a:xfrm>
            <a:custGeom>
              <a:avLst/>
              <a:ahLst/>
              <a:rect l="0" t="0" r="r" b="b"/>
              <a:pathLst>
                <a:path w="7" h="35">
                  <a:moveTo>
                    <a:pt x="7" y="0"/>
                  </a:moveTo>
                  <a:lnTo>
                    <a:pt x="0" y="35"/>
                  </a:lnTo>
                  <a:lnTo>
                    <a:pt x="2" y="35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83" name=""/>
            <p:cNvSpPr/>
            <p:nvPr/>
          </p:nvSpPr>
          <p:spPr>
            <a:xfrm rot="0">
              <a:off x="1739" y="1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84" name=""/>
            <p:cNvSpPr/>
            <p:nvPr/>
          </p:nvSpPr>
          <p:spPr>
            <a:xfrm rot="0">
              <a:off x="1740" y="1021"/>
              <a:ext cx="13" cy="25"/>
            </a:xfrm>
            <a:custGeom>
              <a:avLst/>
              <a:ahLst/>
              <a:rect l="0" t="0" r="r" b="b"/>
              <a:pathLst>
                <a:path w="40" h="76">
                  <a:moveTo>
                    <a:pt x="9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32" y="76"/>
                  </a:lnTo>
                  <a:lnTo>
                    <a:pt x="36" y="40"/>
                  </a:lnTo>
                  <a:lnTo>
                    <a:pt x="40" y="4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85" name=""/>
            <p:cNvSpPr/>
            <p:nvPr/>
          </p:nvSpPr>
          <p:spPr>
            <a:xfrm rot="0">
              <a:off x="1740" y="1021"/>
              <a:ext cx="13" cy="25"/>
            </a:xfrm>
            <a:custGeom>
              <a:avLst/>
              <a:ahLst/>
              <a:rect l="0" t="0" r="r" b="b"/>
              <a:pathLst>
                <a:path w="40" h="76">
                  <a:moveTo>
                    <a:pt x="9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32" y="76"/>
                  </a:lnTo>
                  <a:lnTo>
                    <a:pt x="36" y="40"/>
                  </a:lnTo>
                  <a:lnTo>
                    <a:pt x="40" y="4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86" name=""/>
            <p:cNvSpPr/>
            <p:nvPr/>
          </p:nvSpPr>
          <p:spPr>
            <a:xfrm rot="0">
              <a:off x="1750" y="1034"/>
              <a:ext cx="2" cy="12"/>
            </a:xfrm>
            <a:custGeom>
              <a:avLst/>
              <a:ahLst/>
              <a:rect l="0" t="0" r="r" b="b"/>
              <a:pathLst>
                <a:path w="4" h="36">
                  <a:moveTo>
                    <a:pt x="4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87" name=""/>
            <p:cNvSpPr/>
            <p:nvPr/>
          </p:nvSpPr>
          <p:spPr>
            <a:xfrm rot="0">
              <a:off x="1750" y="10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88" name=""/>
            <p:cNvSpPr/>
            <p:nvPr/>
          </p:nvSpPr>
          <p:spPr>
            <a:xfrm rot="0">
              <a:off x="1751" y="1022"/>
              <a:ext cx="12" cy="25"/>
            </a:xfrm>
            <a:custGeom>
              <a:avLst/>
              <a:ahLst/>
              <a:rect l="0" t="0" r="r" b="b"/>
              <a:pathLst>
                <a:path w="36" h="75">
                  <a:moveTo>
                    <a:pt x="6" y="0"/>
                  </a:moveTo>
                  <a:lnTo>
                    <a:pt x="3" y="36"/>
                  </a:lnTo>
                  <a:lnTo>
                    <a:pt x="0" y="72"/>
                  </a:lnTo>
                  <a:lnTo>
                    <a:pt x="30" y="75"/>
                  </a:lnTo>
                  <a:lnTo>
                    <a:pt x="33" y="39"/>
                  </a:lnTo>
                  <a:lnTo>
                    <a:pt x="36" y="3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89" name=""/>
            <p:cNvSpPr/>
            <p:nvPr/>
          </p:nvSpPr>
          <p:spPr>
            <a:xfrm rot="0">
              <a:off x="1751" y="1022"/>
              <a:ext cx="12" cy="25"/>
            </a:xfrm>
            <a:custGeom>
              <a:avLst/>
              <a:ahLst/>
              <a:rect l="0" t="0" r="r" b="b"/>
              <a:pathLst>
                <a:path w="36" h="75">
                  <a:moveTo>
                    <a:pt x="6" y="0"/>
                  </a:moveTo>
                  <a:lnTo>
                    <a:pt x="3" y="36"/>
                  </a:lnTo>
                  <a:lnTo>
                    <a:pt x="0" y="72"/>
                  </a:lnTo>
                  <a:lnTo>
                    <a:pt x="30" y="75"/>
                  </a:lnTo>
                  <a:lnTo>
                    <a:pt x="33" y="39"/>
                  </a:lnTo>
                  <a:lnTo>
                    <a:pt x="36" y="3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90" name=""/>
            <p:cNvSpPr/>
            <p:nvPr/>
          </p:nvSpPr>
          <p:spPr>
            <a:xfrm rot="0">
              <a:off x="1761" y="1035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91" name=""/>
            <p:cNvSpPr/>
            <p:nvPr/>
          </p:nvSpPr>
          <p:spPr>
            <a:xfrm rot="0">
              <a:off x="1761" y="1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92" name=""/>
            <p:cNvSpPr/>
            <p:nvPr/>
          </p:nvSpPr>
          <p:spPr>
            <a:xfrm rot="0">
              <a:off x="1762" y="1023"/>
              <a:ext cx="10" cy="24"/>
            </a:xfrm>
            <a:custGeom>
              <a:avLst/>
              <a:ahLst/>
              <a:rect l="0" t="0" r="r" b="b"/>
              <a:pathLst>
                <a:path w="31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1" y="73"/>
                  </a:lnTo>
                  <a:lnTo>
                    <a:pt x="31" y="37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93" name=""/>
            <p:cNvSpPr/>
            <p:nvPr/>
          </p:nvSpPr>
          <p:spPr>
            <a:xfrm rot="0">
              <a:off x="1762" y="1023"/>
              <a:ext cx="10" cy="24"/>
            </a:xfrm>
            <a:custGeom>
              <a:avLst/>
              <a:ahLst/>
              <a:rect l="0" t="0" r="r" b="b"/>
              <a:pathLst>
                <a:path w="31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1" y="73"/>
                  </a:lnTo>
                  <a:lnTo>
                    <a:pt x="31" y="37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94" name=""/>
            <p:cNvSpPr/>
            <p:nvPr/>
          </p:nvSpPr>
          <p:spPr>
            <a:xfrm rot="0">
              <a:off x="1772" y="1035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95" name=""/>
            <p:cNvSpPr/>
            <p:nvPr/>
          </p:nvSpPr>
          <p:spPr>
            <a:xfrm rot="0">
              <a:off x="1772" y="1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96" name=""/>
            <p:cNvSpPr/>
            <p:nvPr/>
          </p:nvSpPr>
          <p:spPr>
            <a:xfrm rot="0">
              <a:off x="1771" y="1022"/>
              <a:ext cx="12" cy="25"/>
            </a:xfrm>
            <a:custGeom>
              <a:avLst/>
              <a:ahLst/>
              <a:rect l="0" t="0" r="r" b="b"/>
              <a:pathLst>
                <a:path w="37" h="75">
                  <a:moveTo>
                    <a:pt x="0" y="3"/>
                  </a:moveTo>
                  <a:lnTo>
                    <a:pt x="3" y="39"/>
                  </a:lnTo>
                  <a:lnTo>
                    <a:pt x="6" y="75"/>
                  </a:lnTo>
                  <a:lnTo>
                    <a:pt x="37" y="72"/>
                  </a:lnTo>
                  <a:lnTo>
                    <a:pt x="35" y="36"/>
                  </a:lnTo>
                  <a:lnTo>
                    <a:pt x="32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97" name=""/>
            <p:cNvSpPr/>
            <p:nvPr/>
          </p:nvSpPr>
          <p:spPr>
            <a:xfrm rot="0">
              <a:off x="1771" y="1022"/>
              <a:ext cx="12" cy="25"/>
            </a:xfrm>
            <a:custGeom>
              <a:avLst/>
              <a:ahLst/>
              <a:rect l="0" t="0" r="r" b="b"/>
              <a:pathLst>
                <a:path w="37" h="75">
                  <a:moveTo>
                    <a:pt x="0" y="3"/>
                  </a:moveTo>
                  <a:lnTo>
                    <a:pt x="3" y="39"/>
                  </a:lnTo>
                  <a:lnTo>
                    <a:pt x="6" y="75"/>
                  </a:lnTo>
                  <a:lnTo>
                    <a:pt x="37" y="72"/>
                  </a:lnTo>
                  <a:lnTo>
                    <a:pt x="35" y="36"/>
                  </a:lnTo>
                  <a:lnTo>
                    <a:pt x="32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498" name=""/>
            <p:cNvSpPr/>
            <p:nvPr/>
          </p:nvSpPr>
          <p:spPr>
            <a:xfrm rot="0">
              <a:off x="1783" y="1034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0"/>
                  </a:moveTo>
                  <a:lnTo>
                    <a:pt x="2" y="36"/>
                  </a:lnTo>
                  <a:lnTo>
                    <a:pt x="4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499" name=""/>
            <p:cNvSpPr/>
            <p:nvPr/>
          </p:nvSpPr>
          <p:spPr>
            <a:xfrm rot="0">
              <a:off x="1783" y="10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00" name=""/>
            <p:cNvSpPr/>
            <p:nvPr/>
          </p:nvSpPr>
          <p:spPr>
            <a:xfrm rot="0">
              <a:off x="1781" y="1021"/>
              <a:ext cx="13" cy="25"/>
            </a:xfrm>
            <a:custGeom>
              <a:avLst/>
              <a:ahLst/>
              <a:rect l="0" t="0" r="r" b="b"/>
              <a:pathLst>
                <a:path w="40" h="76">
                  <a:moveTo>
                    <a:pt x="0" y="4"/>
                  </a:moveTo>
                  <a:lnTo>
                    <a:pt x="5" y="40"/>
                  </a:lnTo>
                  <a:lnTo>
                    <a:pt x="9" y="76"/>
                  </a:lnTo>
                  <a:lnTo>
                    <a:pt x="40" y="71"/>
                  </a:lnTo>
                  <a:lnTo>
                    <a:pt x="36" y="36"/>
                  </a:lnTo>
                  <a:lnTo>
                    <a:pt x="32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01" name=""/>
            <p:cNvSpPr/>
            <p:nvPr/>
          </p:nvSpPr>
          <p:spPr>
            <a:xfrm rot="0">
              <a:off x="1781" y="1021"/>
              <a:ext cx="13" cy="25"/>
            </a:xfrm>
            <a:custGeom>
              <a:avLst/>
              <a:ahLst/>
              <a:rect l="0" t="0" r="r" b="b"/>
              <a:pathLst>
                <a:path w="40" h="76">
                  <a:moveTo>
                    <a:pt x="0" y="4"/>
                  </a:moveTo>
                  <a:lnTo>
                    <a:pt x="5" y="40"/>
                  </a:lnTo>
                  <a:lnTo>
                    <a:pt x="9" y="76"/>
                  </a:lnTo>
                  <a:lnTo>
                    <a:pt x="40" y="71"/>
                  </a:lnTo>
                  <a:lnTo>
                    <a:pt x="36" y="36"/>
                  </a:lnTo>
                  <a:lnTo>
                    <a:pt x="32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02" name=""/>
            <p:cNvSpPr/>
            <p:nvPr/>
          </p:nvSpPr>
          <p:spPr>
            <a:xfrm rot="0">
              <a:off x="1793" y="1033"/>
              <a:ext cx="2" cy="12"/>
            </a:xfrm>
            <a:custGeom>
              <a:avLst/>
              <a:ahLst/>
              <a:rect l="0" t="0" r="r" b="b"/>
              <a:pathLst>
                <a:path w="7" h="35">
                  <a:moveTo>
                    <a:pt x="0" y="0"/>
                  </a:moveTo>
                  <a:lnTo>
                    <a:pt x="4" y="35"/>
                  </a:lnTo>
                  <a:lnTo>
                    <a:pt x="7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03" name=""/>
            <p:cNvSpPr/>
            <p:nvPr/>
          </p:nvSpPr>
          <p:spPr>
            <a:xfrm rot="0">
              <a:off x="1794" y="1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04" name=""/>
            <p:cNvSpPr/>
            <p:nvPr/>
          </p:nvSpPr>
          <p:spPr>
            <a:xfrm rot="0">
              <a:off x="1791" y="1019"/>
              <a:ext cx="14" cy="26"/>
            </a:xfrm>
            <a:custGeom>
              <a:avLst/>
              <a:ahLst/>
              <a:rect l="0" t="0" r="r" b="b"/>
              <a:pathLst>
                <a:path w="44" h="76">
                  <a:moveTo>
                    <a:pt x="0" y="5"/>
                  </a:moveTo>
                  <a:lnTo>
                    <a:pt x="7" y="41"/>
                  </a:lnTo>
                  <a:lnTo>
                    <a:pt x="14" y="76"/>
                  </a:lnTo>
                  <a:lnTo>
                    <a:pt x="44" y="71"/>
                  </a:lnTo>
                  <a:lnTo>
                    <a:pt x="37" y="35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05" name=""/>
            <p:cNvSpPr/>
            <p:nvPr/>
          </p:nvSpPr>
          <p:spPr>
            <a:xfrm rot="0">
              <a:off x="1791" y="1019"/>
              <a:ext cx="14" cy="26"/>
            </a:xfrm>
            <a:custGeom>
              <a:avLst/>
              <a:ahLst/>
              <a:rect l="0" t="0" r="r" b="b"/>
              <a:pathLst>
                <a:path w="44" h="76">
                  <a:moveTo>
                    <a:pt x="0" y="5"/>
                  </a:moveTo>
                  <a:lnTo>
                    <a:pt x="7" y="41"/>
                  </a:lnTo>
                  <a:lnTo>
                    <a:pt x="14" y="76"/>
                  </a:lnTo>
                  <a:lnTo>
                    <a:pt x="44" y="71"/>
                  </a:lnTo>
                  <a:lnTo>
                    <a:pt x="37" y="35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06" name=""/>
            <p:cNvSpPr/>
            <p:nvPr/>
          </p:nvSpPr>
          <p:spPr>
            <a:xfrm rot="0">
              <a:off x="1803" y="1031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0" y="0"/>
                  </a:moveTo>
                  <a:lnTo>
                    <a:pt x="7" y="36"/>
                  </a:lnTo>
                  <a:lnTo>
                    <a:pt x="8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07" name=""/>
            <p:cNvSpPr/>
            <p:nvPr/>
          </p:nvSpPr>
          <p:spPr>
            <a:xfrm rot="0">
              <a:off x="1805" y="10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08" name=""/>
            <p:cNvSpPr/>
            <p:nvPr/>
          </p:nvSpPr>
          <p:spPr>
            <a:xfrm rot="0">
              <a:off x="1800" y="1017"/>
              <a:ext cx="16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0" y="8"/>
                  </a:moveTo>
                  <a:lnTo>
                    <a:pt x="9" y="43"/>
                  </a:lnTo>
                  <a:lnTo>
                    <a:pt x="17" y="79"/>
                  </a:lnTo>
                  <a:lnTo>
                    <a:pt x="47" y="72"/>
                  </a:lnTo>
                  <a:lnTo>
                    <a:pt x="39" y="36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09" name=""/>
            <p:cNvSpPr/>
            <p:nvPr/>
          </p:nvSpPr>
          <p:spPr>
            <a:xfrm rot="0">
              <a:off x="1800" y="1017"/>
              <a:ext cx="16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0" y="8"/>
                  </a:moveTo>
                  <a:lnTo>
                    <a:pt x="9" y="43"/>
                  </a:lnTo>
                  <a:lnTo>
                    <a:pt x="17" y="79"/>
                  </a:lnTo>
                  <a:lnTo>
                    <a:pt x="47" y="72"/>
                  </a:lnTo>
                  <a:lnTo>
                    <a:pt x="39" y="36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10" name=""/>
            <p:cNvSpPr/>
            <p:nvPr/>
          </p:nvSpPr>
          <p:spPr>
            <a:xfrm rot="0">
              <a:off x="1813" y="1029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0"/>
                  </a:moveTo>
                  <a:lnTo>
                    <a:pt x="8" y="36"/>
                  </a:lnTo>
                  <a:lnTo>
                    <a:pt x="11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11" name=""/>
            <p:cNvSpPr/>
            <p:nvPr/>
          </p:nvSpPr>
          <p:spPr>
            <a:xfrm rot="0" flipV="1">
              <a:off x="1816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12" name=""/>
            <p:cNvSpPr/>
            <p:nvPr/>
          </p:nvSpPr>
          <p:spPr>
            <a:xfrm rot="0">
              <a:off x="1809" y="1014"/>
              <a:ext cx="18" cy="26"/>
            </a:xfrm>
            <a:custGeom>
              <a:avLst/>
              <a:ahLst/>
              <a:rect l="0" t="0" r="r" b="b"/>
              <a:pathLst>
                <a:path w="53" h="78">
                  <a:moveTo>
                    <a:pt x="0" y="10"/>
                  </a:moveTo>
                  <a:lnTo>
                    <a:pt x="12" y="44"/>
                  </a:lnTo>
                  <a:lnTo>
                    <a:pt x="23" y="78"/>
                  </a:lnTo>
                  <a:lnTo>
                    <a:pt x="53" y="68"/>
                  </a:lnTo>
                  <a:lnTo>
                    <a:pt x="42" y="34"/>
                  </a:lnTo>
                  <a:lnTo>
                    <a:pt x="30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13" name=""/>
            <p:cNvSpPr/>
            <p:nvPr/>
          </p:nvSpPr>
          <p:spPr>
            <a:xfrm rot="0">
              <a:off x="1809" y="1014"/>
              <a:ext cx="18" cy="26"/>
            </a:xfrm>
            <a:custGeom>
              <a:avLst/>
              <a:ahLst/>
              <a:rect l="0" t="0" r="r" b="b"/>
              <a:pathLst>
                <a:path w="53" h="78">
                  <a:moveTo>
                    <a:pt x="0" y="10"/>
                  </a:moveTo>
                  <a:lnTo>
                    <a:pt x="12" y="44"/>
                  </a:lnTo>
                  <a:lnTo>
                    <a:pt x="23" y="78"/>
                  </a:lnTo>
                  <a:lnTo>
                    <a:pt x="53" y="68"/>
                  </a:lnTo>
                  <a:lnTo>
                    <a:pt x="42" y="34"/>
                  </a:lnTo>
                  <a:lnTo>
                    <a:pt x="30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14" name=""/>
            <p:cNvSpPr/>
            <p:nvPr/>
          </p:nvSpPr>
          <p:spPr>
            <a:xfrm rot="0">
              <a:off x="1823" y="1025"/>
              <a:ext cx="4" cy="12"/>
            </a:xfrm>
            <a:custGeom>
              <a:avLst/>
              <a:ahLst/>
              <a:rect l="0" t="0" r="r" b="b"/>
              <a:pathLst>
                <a:path w="12" h="34">
                  <a:moveTo>
                    <a:pt x="0" y="0"/>
                  </a:moveTo>
                  <a:lnTo>
                    <a:pt x="11" y="34"/>
                  </a:lnTo>
                  <a:lnTo>
                    <a:pt x="12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15" name=""/>
            <p:cNvSpPr/>
            <p:nvPr/>
          </p:nvSpPr>
          <p:spPr>
            <a:xfrm rot="0">
              <a:off x="1827" y="10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0" name=""/>
          <p:cNvGrpSpPr/>
          <p:nvPr/>
        </p:nvGrpSpPr>
        <p:grpSpPr>
          <a:xfrm rot="0">
            <a:off x="762000" y="728662"/>
            <a:ext cx="2695575" cy="1917700"/>
            <a:chOff x="480" y="459"/>
            <a:chExt cx="1698" cy="1208"/>
          </a:xfrm>
        </p:grpSpPr>
        <p:sp>
          <p:nvSpPr>
            <p:cNvPr id="1070516" name=""/>
            <p:cNvSpPr/>
            <p:nvPr/>
          </p:nvSpPr>
          <p:spPr>
            <a:xfrm rot="0">
              <a:off x="1819" y="1010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0" y="12"/>
                  </a:moveTo>
                  <a:lnTo>
                    <a:pt x="13" y="46"/>
                  </a:lnTo>
                  <a:lnTo>
                    <a:pt x="25" y="80"/>
                  </a:lnTo>
                  <a:lnTo>
                    <a:pt x="54" y="69"/>
                  </a:lnTo>
                  <a:lnTo>
                    <a:pt x="41" y="35"/>
                  </a:lnTo>
                  <a:lnTo>
                    <a:pt x="28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17" name=""/>
            <p:cNvSpPr/>
            <p:nvPr/>
          </p:nvSpPr>
          <p:spPr>
            <a:xfrm rot="0">
              <a:off x="1819" y="1010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0" y="12"/>
                  </a:moveTo>
                  <a:lnTo>
                    <a:pt x="13" y="46"/>
                  </a:lnTo>
                  <a:lnTo>
                    <a:pt x="25" y="80"/>
                  </a:lnTo>
                  <a:lnTo>
                    <a:pt x="54" y="69"/>
                  </a:lnTo>
                  <a:lnTo>
                    <a:pt x="41" y="35"/>
                  </a:lnTo>
                  <a:lnTo>
                    <a:pt x="28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18" name=""/>
            <p:cNvSpPr/>
            <p:nvPr/>
          </p:nvSpPr>
          <p:spPr>
            <a:xfrm rot="0">
              <a:off x="1832" y="1022"/>
              <a:ext cx="5" cy="11"/>
            </a:xfrm>
            <a:custGeom>
              <a:avLst/>
              <a:ahLst/>
              <a:rect l="0" t="0" r="r" b="b"/>
              <a:pathLst>
                <a:path w="14" h="34">
                  <a:moveTo>
                    <a:pt x="0" y="0"/>
                  </a:moveTo>
                  <a:lnTo>
                    <a:pt x="13" y="34"/>
                  </a:lnTo>
                  <a:lnTo>
                    <a:pt x="14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19" name=""/>
            <p:cNvSpPr/>
            <p:nvPr/>
          </p:nvSpPr>
          <p:spPr>
            <a:xfrm rot="0" flipV="1">
              <a:off x="1837" y="1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20" name=""/>
            <p:cNvSpPr/>
            <p:nvPr/>
          </p:nvSpPr>
          <p:spPr>
            <a:xfrm rot="0">
              <a:off x="1828" y="1006"/>
              <a:ext cx="19" cy="26"/>
            </a:xfrm>
            <a:custGeom>
              <a:avLst/>
              <a:ahLst/>
              <a:rect l="0" t="0" r="r" b="b"/>
              <a:pathLst>
                <a:path w="57" h="78">
                  <a:moveTo>
                    <a:pt x="0" y="13"/>
                  </a:moveTo>
                  <a:lnTo>
                    <a:pt x="14" y="46"/>
                  </a:lnTo>
                  <a:lnTo>
                    <a:pt x="28" y="78"/>
                  </a:lnTo>
                  <a:lnTo>
                    <a:pt x="57" y="66"/>
                  </a:lnTo>
                  <a:lnTo>
                    <a:pt x="43" y="33"/>
                  </a:lnTo>
                  <a:lnTo>
                    <a:pt x="28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21" name=""/>
            <p:cNvSpPr/>
            <p:nvPr/>
          </p:nvSpPr>
          <p:spPr>
            <a:xfrm rot="0">
              <a:off x="1828" y="1006"/>
              <a:ext cx="19" cy="26"/>
            </a:xfrm>
            <a:custGeom>
              <a:avLst/>
              <a:ahLst/>
              <a:rect l="0" t="0" r="r" b="b"/>
              <a:pathLst>
                <a:path w="57" h="78">
                  <a:moveTo>
                    <a:pt x="0" y="13"/>
                  </a:moveTo>
                  <a:lnTo>
                    <a:pt x="14" y="46"/>
                  </a:lnTo>
                  <a:lnTo>
                    <a:pt x="28" y="78"/>
                  </a:lnTo>
                  <a:lnTo>
                    <a:pt x="57" y="66"/>
                  </a:lnTo>
                  <a:lnTo>
                    <a:pt x="43" y="33"/>
                  </a:lnTo>
                  <a:lnTo>
                    <a:pt x="28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22" name=""/>
            <p:cNvSpPr/>
            <p:nvPr/>
          </p:nvSpPr>
          <p:spPr>
            <a:xfrm rot="0">
              <a:off x="1842" y="1017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0" y="0"/>
                  </a:moveTo>
                  <a:lnTo>
                    <a:pt x="14" y="33"/>
                  </a:lnTo>
                  <a:lnTo>
                    <a:pt x="18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23" name=""/>
            <p:cNvSpPr/>
            <p:nvPr/>
          </p:nvSpPr>
          <p:spPr>
            <a:xfrm rot="0" flipV="1">
              <a:off x="1847" y="10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24" name=""/>
            <p:cNvSpPr/>
            <p:nvPr/>
          </p:nvSpPr>
          <p:spPr>
            <a:xfrm rot="0">
              <a:off x="1836" y="1002"/>
              <a:ext cx="21" cy="26"/>
            </a:xfrm>
            <a:custGeom>
              <a:avLst/>
              <a:ahLst/>
              <a:rect l="0" t="0" r="r" b="b"/>
              <a:pathLst>
                <a:path w="64" h="78">
                  <a:moveTo>
                    <a:pt x="0" y="16"/>
                  </a:moveTo>
                  <a:lnTo>
                    <a:pt x="19" y="47"/>
                  </a:lnTo>
                  <a:lnTo>
                    <a:pt x="37" y="78"/>
                  </a:lnTo>
                  <a:lnTo>
                    <a:pt x="64" y="62"/>
                  </a:lnTo>
                  <a:lnTo>
                    <a:pt x="46" y="31"/>
                  </a:lnTo>
                  <a:lnTo>
                    <a:pt x="27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25" name=""/>
            <p:cNvSpPr/>
            <p:nvPr/>
          </p:nvSpPr>
          <p:spPr>
            <a:xfrm rot="0">
              <a:off x="1836" y="1002"/>
              <a:ext cx="21" cy="26"/>
            </a:xfrm>
            <a:custGeom>
              <a:avLst/>
              <a:ahLst/>
              <a:rect l="0" t="0" r="r" b="b"/>
              <a:pathLst>
                <a:path w="64" h="78">
                  <a:moveTo>
                    <a:pt x="0" y="16"/>
                  </a:moveTo>
                  <a:lnTo>
                    <a:pt x="19" y="47"/>
                  </a:lnTo>
                  <a:lnTo>
                    <a:pt x="37" y="78"/>
                  </a:lnTo>
                  <a:lnTo>
                    <a:pt x="64" y="62"/>
                  </a:lnTo>
                  <a:lnTo>
                    <a:pt x="46" y="31"/>
                  </a:lnTo>
                  <a:lnTo>
                    <a:pt x="27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26" name=""/>
            <p:cNvSpPr/>
            <p:nvPr/>
          </p:nvSpPr>
          <p:spPr>
            <a:xfrm rot="0">
              <a:off x="1851" y="1012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0"/>
                  </a:moveTo>
                  <a:lnTo>
                    <a:pt x="18" y="31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27" name=""/>
            <p:cNvSpPr/>
            <p:nvPr/>
          </p:nvSpPr>
          <p:spPr>
            <a:xfrm rot="0" flipV="1">
              <a:off x="1857" y="10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28" name=""/>
            <p:cNvSpPr/>
            <p:nvPr/>
          </p:nvSpPr>
          <p:spPr>
            <a:xfrm rot="0">
              <a:off x="1844" y="996"/>
              <a:ext cx="22" cy="26"/>
            </a:xfrm>
            <a:custGeom>
              <a:avLst/>
              <a:ahLst/>
              <a:rect l="0" t="0" r="r" b="b"/>
              <a:pathLst>
                <a:path w="65" h="77">
                  <a:moveTo>
                    <a:pt x="0" y="17"/>
                  </a:moveTo>
                  <a:lnTo>
                    <a:pt x="20" y="47"/>
                  </a:lnTo>
                  <a:lnTo>
                    <a:pt x="40" y="77"/>
                  </a:lnTo>
                  <a:lnTo>
                    <a:pt x="65" y="60"/>
                  </a:lnTo>
                  <a:lnTo>
                    <a:pt x="45" y="30"/>
                  </a:lnTo>
                  <a:lnTo>
                    <a:pt x="25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29" name=""/>
            <p:cNvSpPr/>
            <p:nvPr/>
          </p:nvSpPr>
          <p:spPr>
            <a:xfrm rot="0">
              <a:off x="1844" y="996"/>
              <a:ext cx="22" cy="26"/>
            </a:xfrm>
            <a:custGeom>
              <a:avLst/>
              <a:ahLst/>
              <a:rect l="0" t="0" r="r" b="b"/>
              <a:pathLst>
                <a:path w="65" h="77">
                  <a:moveTo>
                    <a:pt x="0" y="17"/>
                  </a:moveTo>
                  <a:lnTo>
                    <a:pt x="20" y="47"/>
                  </a:lnTo>
                  <a:lnTo>
                    <a:pt x="40" y="77"/>
                  </a:lnTo>
                  <a:lnTo>
                    <a:pt x="65" y="60"/>
                  </a:lnTo>
                  <a:lnTo>
                    <a:pt x="45" y="30"/>
                  </a:lnTo>
                  <a:lnTo>
                    <a:pt x="25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30" name=""/>
            <p:cNvSpPr/>
            <p:nvPr/>
          </p:nvSpPr>
          <p:spPr>
            <a:xfrm rot="0">
              <a:off x="1859" y="1006"/>
              <a:ext cx="7" cy="10"/>
            </a:xfrm>
            <a:custGeom>
              <a:avLst/>
              <a:ahLst/>
              <a:rect l="0" t="0" r="r" b="b"/>
              <a:pathLst>
                <a:path w="20" h="30">
                  <a:moveTo>
                    <a:pt x="0" y="0"/>
                  </a:moveTo>
                  <a:lnTo>
                    <a:pt x="20" y="30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31" name=""/>
            <p:cNvSpPr/>
            <p:nvPr/>
          </p:nvSpPr>
          <p:spPr>
            <a:xfrm rot="0">
              <a:off x="1866" y="1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32" name=""/>
            <p:cNvSpPr/>
            <p:nvPr/>
          </p:nvSpPr>
          <p:spPr>
            <a:xfrm rot="0">
              <a:off x="1853" y="991"/>
              <a:ext cx="22" cy="25"/>
            </a:xfrm>
            <a:custGeom>
              <a:avLst/>
              <a:ahLst/>
              <a:rect l="0" t="0" r="r" b="b"/>
              <a:pathLst>
                <a:path w="66" h="77">
                  <a:moveTo>
                    <a:pt x="0" y="17"/>
                  </a:moveTo>
                  <a:lnTo>
                    <a:pt x="20" y="47"/>
                  </a:lnTo>
                  <a:lnTo>
                    <a:pt x="40" y="77"/>
                  </a:lnTo>
                  <a:lnTo>
                    <a:pt x="66" y="60"/>
                  </a:lnTo>
                  <a:lnTo>
                    <a:pt x="46" y="30"/>
                  </a:lnTo>
                  <a:lnTo>
                    <a:pt x="26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33" name=""/>
            <p:cNvSpPr/>
            <p:nvPr/>
          </p:nvSpPr>
          <p:spPr>
            <a:xfrm rot="0">
              <a:off x="1853" y="991"/>
              <a:ext cx="22" cy="25"/>
            </a:xfrm>
            <a:custGeom>
              <a:avLst/>
              <a:ahLst/>
              <a:rect l="0" t="0" r="r" b="b"/>
              <a:pathLst>
                <a:path w="66" h="77">
                  <a:moveTo>
                    <a:pt x="0" y="17"/>
                  </a:moveTo>
                  <a:lnTo>
                    <a:pt x="20" y="47"/>
                  </a:lnTo>
                  <a:lnTo>
                    <a:pt x="40" y="77"/>
                  </a:lnTo>
                  <a:lnTo>
                    <a:pt x="66" y="60"/>
                  </a:lnTo>
                  <a:lnTo>
                    <a:pt x="46" y="30"/>
                  </a:lnTo>
                  <a:lnTo>
                    <a:pt x="26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34" name=""/>
            <p:cNvSpPr/>
            <p:nvPr/>
          </p:nvSpPr>
          <p:spPr>
            <a:xfrm rot="0">
              <a:off x="1868" y="1001"/>
              <a:ext cx="8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0" y="0"/>
                  </a:moveTo>
                  <a:lnTo>
                    <a:pt x="20" y="30"/>
                  </a:lnTo>
                  <a:lnTo>
                    <a:pt x="23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35" name=""/>
            <p:cNvSpPr/>
            <p:nvPr/>
          </p:nvSpPr>
          <p:spPr>
            <a:xfrm rot="0" flipV="1">
              <a:off x="1875" y="10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36" name=""/>
            <p:cNvSpPr/>
            <p:nvPr/>
          </p:nvSpPr>
          <p:spPr>
            <a:xfrm rot="0">
              <a:off x="1860" y="985"/>
              <a:ext cx="24" cy="25"/>
            </a:xfrm>
            <a:custGeom>
              <a:avLst/>
              <a:ahLst/>
              <a:rect l="0" t="0" r="r" b="b"/>
              <a:pathLst>
                <a:path w="70" h="76">
                  <a:moveTo>
                    <a:pt x="0" y="20"/>
                  </a:moveTo>
                  <a:lnTo>
                    <a:pt x="23" y="48"/>
                  </a:lnTo>
                  <a:lnTo>
                    <a:pt x="46" y="76"/>
                  </a:lnTo>
                  <a:lnTo>
                    <a:pt x="70" y="57"/>
                  </a:lnTo>
                  <a:lnTo>
                    <a:pt x="47" y="28"/>
                  </a:lnTo>
                  <a:lnTo>
                    <a:pt x="24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37" name=""/>
            <p:cNvSpPr/>
            <p:nvPr/>
          </p:nvSpPr>
          <p:spPr>
            <a:xfrm rot="0">
              <a:off x="1860" y="985"/>
              <a:ext cx="24" cy="25"/>
            </a:xfrm>
            <a:custGeom>
              <a:avLst/>
              <a:ahLst/>
              <a:rect l="0" t="0" r="r" b="b"/>
              <a:pathLst>
                <a:path w="70" h="76">
                  <a:moveTo>
                    <a:pt x="0" y="20"/>
                  </a:moveTo>
                  <a:lnTo>
                    <a:pt x="23" y="48"/>
                  </a:lnTo>
                  <a:lnTo>
                    <a:pt x="46" y="76"/>
                  </a:lnTo>
                  <a:lnTo>
                    <a:pt x="70" y="57"/>
                  </a:lnTo>
                  <a:lnTo>
                    <a:pt x="47" y="28"/>
                  </a:lnTo>
                  <a:lnTo>
                    <a:pt x="24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38" name=""/>
            <p:cNvSpPr/>
            <p:nvPr/>
          </p:nvSpPr>
          <p:spPr>
            <a:xfrm rot="0">
              <a:off x="1876" y="994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0" y="0"/>
                  </a:moveTo>
                  <a:lnTo>
                    <a:pt x="23" y="29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39" name=""/>
            <p:cNvSpPr/>
            <p:nvPr/>
          </p:nvSpPr>
          <p:spPr>
            <a:xfrm rot="0" flipV="1">
              <a:off x="1884" y="10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40" name=""/>
            <p:cNvSpPr/>
            <p:nvPr/>
          </p:nvSpPr>
          <p:spPr>
            <a:xfrm rot="0">
              <a:off x="1868" y="978"/>
              <a:ext cx="24" cy="25"/>
            </a:xfrm>
            <a:custGeom>
              <a:avLst/>
              <a:ahLst/>
              <a:rect l="0" t="0" r="r" b="b"/>
              <a:pathLst>
                <a:path w="71" h="75">
                  <a:moveTo>
                    <a:pt x="0" y="21"/>
                  </a:moveTo>
                  <a:lnTo>
                    <a:pt x="24" y="48"/>
                  </a:lnTo>
                  <a:lnTo>
                    <a:pt x="48" y="75"/>
                  </a:lnTo>
                  <a:lnTo>
                    <a:pt x="71" y="54"/>
                  </a:lnTo>
                  <a:lnTo>
                    <a:pt x="47" y="27"/>
                  </a:lnTo>
                  <a:lnTo>
                    <a:pt x="23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41" name=""/>
            <p:cNvSpPr/>
            <p:nvPr/>
          </p:nvSpPr>
          <p:spPr>
            <a:xfrm rot="0">
              <a:off x="1868" y="978"/>
              <a:ext cx="24" cy="25"/>
            </a:xfrm>
            <a:custGeom>
              <a:avLst/>
              <a:ahLst/>
              <a:rect l="0" t="0" r="r" b="b"/>
              <a:pathLst>
                <a:path w="71" h="75">
                  <a:moveTo>
                    <a:pt x="0" y="21"/>
                  </a:moveTo>
                  <a:lnTo>
                    <a:pt x="24" y="48"/>
                  </a:lnTo>
                  <a:lnTo>
                    <a:pt x="48" y="75"/>
                  </a:lnTo>
                  <a:lnTo>
                    <a:pt x="71" y="54"/>
                  </a:lnTo>
                  <a:lnTo>
                    <a:pt x="47" y="27"/>
                  </a:lnTo>
                  <a:lnTo>
                    <a:pt x="23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42" name=""/>
            <p:cNvSpPr/>
            <p:nvPr/>
          </p:nvSpPr>
          <p:spPr>
            <a:xfrm rot="0">
              <a:off x="1884" y="987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0" y="0"/>
                  </a:moveTo>
                  <a:lnTo>
                    <a:pt x="24" y="27"/>
                  </a:lnTo>
                  <a:lnTo>
                    <a:pt x="27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43" name=""/>
            <p:cNvSpPr/>
            <p:nvPr/>
          </p:nvSpPr>
          <p:spPr>
            <a:xfrm rot="0" flipV="1">
              <a:off x="1892" y="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44" name=""/>
            <p:cNvSpPr/>
            <p:nvPr/>
          </p:nvSpPr>
          <p:spPr>
            <a:xfrm rot="0">
              <a:off x="1875" y="971"/>
              <a:ext cx="25" cy="24"/>
            </a:xfrm>
            <a:custGeom>
              <a:avLst/>
              <a:ahLst/>
              <a:rect l="0" t="0" r="r" b="b"/>
              <a:pathLst>
                <a:path w="75" h="71">
                  <a:moveTo>
                    <a:pt x="0" y="22"/>
                  </a:moveTo>
                  <a:lnTo>
                    <a:pt x="27" y="47"/>
                  </a:lnTo>
                  <a:lnTo>
                    <a:pt x="54" y="71"/>
                  </a:lnTo>
                  <a:lnTo>
                    <a:pt x="75" y="48"/>
                  </a:lnTo>
                  <a:lnTo>
                    <a:pt x="48" y="24"/>
                  </a:lnTo>
                  <a:lnTo>
                    <a:pt x="21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45" name=""/>
            <p:cNvSpPr/>
            <p:nvPr/>
          </p:nvSpPr>
          <p:spPr>
            <a:xfrm rot="0">
              <a:off x="1875" y="971"/>
              <a:ext cx="25" cy="24"/>
            </a:xfrm>
            <a:custGeom>
              <a:avLst/>
              <a:ahLst/>
              <a:rect l="0" t="0" r="r" b="b"/>
              <a:pathLst>
                <a:path w="75" h="71">
                  <a:moveTo>
                    <a:pt x="0" y="22"/>
                  </a:moveTo>
                  <a:lnTo>
                    <a:pt x="27" y="47"/>
                  </a:lnTo>
                  <a:lnTo>
                    <a:pt x="54" y="71"/>
                  </a:lnTo>
                  <a:lnTo>
                    <a:pt x="75" y="48"/>
                  </a:lnTo>
                  <a:lnTo>
                    <a:pt x="48" y="24"/>
                  </a:lnTo>
                  <a:lnTo>
                    <a:pt x="21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46" name=""/>
            <p:cNvSpPr/>
            <p:nvPr/>
          </p:nvSpPr>
          <p:spPr>
            <a:xfrm rot="0">
              <a:off x="1891" y="979"/>
              <a:ext cx="9" cy="8"/>
            </a:xfrm>
            <a:custGeom>
              <a:avLst/>
              <a:ahLst/>
              <a:rect l="0" t="0" r="r" b="b"/>
              <a:pathLst>
                <a:path w="29" h="24">
                  <a:moveTo>
                    <a:pt x="0" y="0"/>
                  </a:moveTo>
                  <a:lnTo>
                    <a:pt x="27" y="24"/>
                  </a:lnTo>
                  <a:lnTo>
                    <a:pt x="29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47" name=""/>
            <p:cNvSpPr/>
            <p:nvPr/>
          </p:nvSpPr>
          <p:spPr>
            <a:xfrm rot="0" flipV="1">
              <a:off x="1900" y="9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48" name=""/>
            <p:cNvSpPr/>
            <p:nvPr/>
          </p:nvSpPr>
          <p:spPr>
            <a:xfrm rot="0">
              <a:off x="1881" y="964"/>
              <a:ext cx="25" cy="22"/>
            </a:xfrm>
            <a:custGeom>
              <a:avLst/>
              <a:ahLst/>
              <a:rect l="0" t="0" r="r" b="b"/>
              <a:pathLst>
                <a:path w="75" h="67">
                  <a:moveTo>
                    <a:pt x="0" y="25"/>
                  </a:moveTo>
                  <a:lnTo>
                    <a:pt x="28" y="46"/>
                  </a:lnTo>
                  <a:lnTo>
                    <a:pt x="57" y="67"/>
                  </a:lnTo>
                  <a:lnTo>
                    <a:pt x="75" y="43"/>
                  </a:lnTo>
                  <a:lnTo>
                    <a:pt x="47" y="22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49" name=""/>
            <p:cNvSpPr/>
            <p:nvPr/>
          </p:nvSpPr>
          <p:spPr>
            <a:xfrm rot="0">
              <a:off x="1881" y="964"/>
              <a:ext cx="25" cy="22"/>
            </a:xfrm>
            <a:custGeom>
              <a:avLst/>
              <a:ahLst/>
              <a:rect l="0" t="0" r="r" b="b"/>
              <a:pathLst>
                <a:path w="75" h="67">
                  <a:moveTo>
                    <a:pt x="0" y="25"/>
                  </a:moveTo>
                  <a:lnTo>
                    <a:pt x="28" y="46"/>
                  </a:lnTo>
                  <a:lnTo>
                    <a:pt x="57" y="67"/>
                  </a:lnTo>
                  <a:lnTo>
                    <a:pt x="75" y="43"/>
                  </a:lnTo>
                  <a:lnTo>
                    <a:pt x="47" y="22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50" name=""/>
            <p:cNvSpPr/>
            <p:nvPr/>
          </p:nvSpPr>
          <p:spPr>
            <a:xfrm rot="0">
              <a:off x="1897" y="971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0" y="0"/>
                  </a:moveTo>
                  <a:lnTo>
                    <a:pt x="28" y="21"/>
                  </a:lnTo>
                  <a:lnTo>
                    <a:pt x="30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51" name=""/>
            <p:cNvSpPr/>
            <p:nvPr/>
          </p:nvSpPr>
          <p:spPr>
            <a:xfrm rot="0">
              <a:off x="1906" y="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52" name=""/>
            <p:cNvSpPr/>
            <p:nvPr/>
          </p:nvSpPr>
          <p:spPr>
            <a:xfrm rot="0">
              <a:off x="1887" y="956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0" y="25"/>
                  </a:moveTo>
                  <a:lnTo>
                    <a:pt x="30" y="47"/>
                  </a:lnTo>
                  <a:lnTo>
                    <a:pt x="60" y="68"/>
                  </a:lnTo>
                  <a:lnTo>
                    <a:pt x="78" y="42"/>
                  </a:lnTo>
                  <a:lnTo>
                    <a:pt x="48" y="2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53" name=""/>
            <p:cNvSpPr/>
            <p:nvPr/>
          </p:nvSpPr>
          <p:spPr>
            <a:xfrm rot="0">
              <a:off x="1887" y="956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0" y="25"/>
                  </a:moveTo>
                  <a:lnTo>
                    <a:pt x="30" y="47"/>
                  </a:lnTo>
                  <a:lnTo>
                    <a:pt x="60" y="68"/>
                  </a:lnTo>
                  <a:lnTo>
                    <a:pt x="78" y="42"/>
                  </a:lnTo>
                  <a:lnTo>
                    <a:pt x="48" y="2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54" name=""/>
            <p:cNvSpPr/>
            <p:nvPr/>
          </p:nvSpPr>
          <p:spPr>
            <a:xfrm rot="0">
              <a:off x="1903" y="963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0" y="0"/>
                  </a:moveTo>
                  <a:lnTo>
                    <a:pt x="30" y="21"/>
                  </a:lnTo>
                  <a:lnTo>
                    <a:pt x="30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55" name=""/>
            <p:cNvSpPr/>
            <p:nvPr/>
          </p:nvSpPr>
          <p:spPr>
            <a:xfrm rot="0" flipV="1">
              <a:off x="1913" y="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56" name=""/>
            <p:cNvSpPr/>
            <p:nvPr/>
          </p:nvSpPr>
          <p:spPr>
            <a:xfrm rot="0">
              <a:off x="1893" y="948"/>
              <a:ext cx="26" cy="21"/>
            </a:xfrm>
            <a:custGeom>
              <a:avLst/>
              <a:ahLst/>
              <a:rect l="0" t="0" r="r" b="b"/>
              <a:pathLst>
                <a:path w="77" h="65">
                  <a:moveTo>
                    <a:pt x="0" y="25"/>
                  </a:moveTo>
                  <a:lnTo>
                    <a:pt x="30" y="45"/>
                  </a:lnTo>
                  <a:lnTo>
                    <a:pt x="60" y="65"/>
                  </a:lnTo>
                  <a:lnTo>
                    <a:pt x="77" y="39"/>
                  </a:lnTo>
                  <a:lnTo>
                    <a:pt x="47" y="19"/>
                  </a:lnTo>
                  <a:lnTo>
                    <a:pt x="1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57" name=""/>
            <p:cNvSpPr/>
            <p:nvPr/>
          </p:nvSpPr>
          <p:spPr>
            <a:xfrm rot="0">
              <a:off x="1893" y="948"/>
              <a:ext cx="26" cy="21"/>
            </a:xfrm>
            <a:custGeom>
              <a:avLst/>
              <a:ahLst/>
              <a:rect l="0" t="0" r="r" b="b"/>
              <a:pathLst>
                <a:path w="77" h="65">
                  <a:moveTo>
                    <a:pt x="0" y="25"/>
                  </a:moveTo>
                  <a:lnTo>
                    <a:pt x="30" y="45"/>
                  </a:lnTo>
                  <a:lnTo>
                    <a:pt x="60" y="65"/>
                  </a:lnTo>
                  <a:lnTo>
                    <a:pt x="77" y="39"/>
                  </a:lnTo>
                  <a:lnTo>
                    <a:pt x="47" y="19"/>
                  </a:lnTo>
                  <a:lnTo>
                    <a:pt x="17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58" name=""/>
            <p:cNvSpPr/>
            <p:nvPr/>
          </p:nvSpPr>
          <p:spPr>
            <a:xfrm rot="0">
              <a:off x="1909" y="954"/>
              <a:ext cx="11" cy="7"/>
            </a:xfrm>
            <a:custGeom>
              <a:avLst/>
              <a:ahLst/>
              <a:rect l="0" t="0" r="r" b="b"/>
              <a:pathLst>
                <a:path w="33" h="20">
                  <a:moveTo>
                    <a:pt x="0" y="0"/>
                  </a:moveTo>
                  <a:lnTo>
                    <a:pt x="30" y="20"/>
                  </a:lnTo>
                  <a:lnTo>
                    <a:pt x="33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59" name=""/>
            <p:cNvSpPr/>
            <p:nvPr/>
          </p:nvSpPr>
          <p:spPr>
            <a:xfrm rot="0" flipV="1">
              <a:off x="1919" y="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60" name=""/>
            <p:cNvSpPr/>
            <p:nvPr/>
          </p:nvSpPr>
          <p:spPr>
            <a:xfrm rot="0">
              <a:off x="1898" y="939"/>
              <a:ext cx="26" cy="21"/>
            </a:xfrm>
            <a:custGeom>
              <a:avLst/>
              <a:ahLst/>
              <a:rect l="0" t="0" r="r" b="b"/>
              <a:pathLst>
                <a:path w="79" h="62">
                  <a:moveTo>
                    <a:pt x="0" y="27"/>
                  </a:moveTo>
                  <a:lnTo>
                    <a:pt x="32" y="44"/>
                  </a:lnTo>
                  <a:lnTo>
                    <a:pt x="65" y="62"/>
                  </a:lnTo>
                  <a:lnTo>
                    <a:pt x="79" y="34"/>
                  </a:lnTo>
                  <a:lnTo>
                    <a:pt x="47" y="17"/>
                  </a:lnTo>
                  <a:lnTo>
                    <a:pt x="1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61" name=""/>
            <p:cNvSpPr/>
            <p:nvPr/>
          </p:nvSpPr>
          <p:spPr>
            <a:xfrm rot="0">
              <a:off x="1898" y="939"/>
              <a:ext cx="26" cy="21"/>
            </a:xfrm>
            <a:custGeom>
              <a:avLst/>
              <a:ahLst/>
              <a:rect l="0" t="0" r="r" b="b"/>
              <a:pathLst>
                <a:path w="79" h="62">
                  <a:moveTo>
                    <a:pt x="0" y="27"/>
                  </a:moveTo>
                  <a:lnTo>
                    <a:pt x="32" y="44"/>
                  </a:lnTo>
                  <a:lnTo>
                    <a:pt x="65" y="62"/>
                  </a:lnTo>
                  <a:lnTo>
                    <a:pt x="79" y="34"/>
                  </a:lnTo>
                  <a:lnTo>
                    <a:pt x="47" y="17"/>
                  </a:lnTo>
                  <a:lnTo>
                    <a:pt x="14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62" name=""/>
            <p:cNvSpPr/>
            <p:nvPr/>
          </p:nvSpPr>
          <p:spPr>
            <a:xfrm rot="0">
              <a:off x="1914" y="945"/>
              <a:ext cx="10" cy="6"/>
            </a:xfrm>
            <a:custGeom>
              <a:avLst/>
              <a:ahLst/>
              <a:rect l="0" t="0" r="r" b="b"/>
              <a:pathLst>
                <a:path w="32" h="17">
                  <a:moveTo>
                    <a:pt x="0" y="0"/>
                  </a:moveTo>
                  <a:lnTo>
                    <a:pt x="32" y="17"/>
                  </a:lnTo>
                  <a:lnTo>
                    <a:pt x="3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63" name=""/>
            <p:cNvSpPr/>
            <p:nvPr/>
          </p:nvSpPr>
          <p:spPr>
            <a:xfrm rot="0" flipV="1">
              <a:off x="1924" y="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64" name=""/>
            <p:cNvSpPr/>
            <p:nvPr/>
          </p:nvSpPr>
          <p:spPr>
            <a:xfrm rot="0">
              <a:off x="1903" y="930"/>
              <a:ext cx="26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29"/>
                  </a:moveTo>
                  <a:lnTo>
                    <a:pt x="33" y="44"/>
                  </a:lnTo>
                  <a:lnTo>
                    <a:pt x="65" y="60"/>
                  </a:lnTo>
                  <a:lnTo>
                    <a:pt x="80" y="32"/>
                  </a:lnTo>
                  <a:lnTo>
                    <a:pt x="47" y="16"/>
                  </a:lnTo>
                  <a:lnTo>
                    <a:pt x="14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65" name=""/>
            <p:cNvSpPr/>
            <p:nvPr/>
          </p:nvSpPr>
          <p:spPr>
            <a:xfrm rot="0">
              <a:off x="1903" y="930"/>
              <a:ext cx="26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29"/>
                  </a:moveTo>
                  <a:lnTo>
                    <a:pt x="33" y="44"/>
                  </a:lnTo>
                  <a:lnTo>
                    <a:pt x="65" y="60"/>
                  </a:lnTo>
                  <a:lnTo>
                    <a:pt x="80" y="32"/>
                  </a:lnTo>
                  <a:lnTo>
                    <a:pt x="47" y="16"/>
                  </a:lnTo>
                  <a:lnTo>
                    <a:pt x="14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66" name=""/>
            <p:cNvSpPr/>
            <p:nvPr/>
          </p:nvSpPr>
          <p:spPr>
            <a:xfrm rot="0">
              <a:off x="1918" y="936"/>
              <a:ext cx="12" cy="5"/>
            </a:xfrm>
            <a:custGeom>
              <a:avLst/>
              <a:ahLst/>
              <a:rect l="0" t="0" r="r" b="b"/>
              <a:pathLst>
                <a:path w="34" h="16">
                  <a:moveTo>
                    <a:pt x="0" y="0"/>
                  </a:moveTo>
                  <a:lnTo>
                    <a:pt x="33" y="16"/>
                  </a:lnTo>
                  <a:lnTo>
                    <a:pt x="34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67" name=""/>
            <p:cNvSpPr/>
            <p:nvPr/>
          </p:nvSpPr>
          <p:spPr>
            <a:xfrm rot="0" flipV="1">
              <a:off x="1929" y="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68" name=""/>
            <p:cNvSpPr/>
            <p:nvPr/>
          </p:nvSpPr>
          <p:spPr>
            <a:xfrm rot="0">
              <a:off x="1907" y="922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0" y="28"/>
                  </a:moveTo>
                  <a:lnTo>
                    <a:pt x="34" y="41"/>
                  </a:lnTo>
                  <a:lnTo>
                    <a:pt x="68" y="54"/>
                  </a:lnTo>
                  <a:lnTo>
                    <a:pt x="79" y="25"/>
                  </a:lnTo>
                  <a:lnTo>
                    <a:pt x="45" y="12"/>
                  </a:lnTo>
                  <a:lnTo>
                    <a:pt x="11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69" name=""/>
            <p:cNvSpPr/>
            <p:nvPr/>
          </p:nvSpPr>
          <p:spPr>
            <a:xfrm rot="0">
              <a:off x="1907" y="922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0" y="28"/>
                  </a:moveTo>
                  <a:lnTo>
                    <a:pt x="34" y="41"/>
                  </a:lnTo>
                  <a:lnTo>
                    <a:pt x="68" y="54"/>
                  </a:lnTo>
                  <a:lnTo>
                    <a:pt x="79" y="25"/>
                  </a:lnTo>
                  <a:lnTo>
                    <a:pt x="45" y="12"/>
                  </a:lnTo>
                  <a:lnTo>
                    <a:pt x="11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70" name=""/>
            <p:cNvSpPr/>
            <p:nvPr/>
          </p:nvSpPr>
          <p:spPr>
            <a:xfrm rot="0">
              <a:off x="1922" y="926"/>
              <a:ext cx="12" cy="4"/>
            </a:xfrm>
            <a:custGeom>
              <a:avLst/>
              <a:ahLst/>
              <a:rect l="0" t="0" r="r" b="b"/>
              <a:pathLst>
                <a:path w="36" h="13">
                  <a:moveTo>
                    <a:pt x="0" y="0"/>
                  </a:moveTo>
                  <a:lnTo>
                    <a:pt x="34" y="13"/>
                  </a:lnTo>
                  <a:lnTo>
                    <a:pt x="36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71" name=""/>
            <p:cNvSpPr/>
            <p:nvPr/>
          </p:nvSpPr>
          <p:spPr>
            <a:xfrm rot="0" flipV="1">
              <a:off x="1933" y="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72" name=""/>
            <p:cNvSpPr/>
            <p:nvPr/>
          </p:nvSpPr>
          <p:spPr>
            <a:xfrm rot="0">
              <a:off x="1910" y="913"/>
              <a:ext cx="27" cy="16"/>
            </a:xfrm>
            <a:custGeom>
              <a:avLst/>
              <a:ahLst/>
              <a:rect l="0" t="0" r="r" b="b"/>
              <a:pathLst>
                <a:path w="79" h="49">
                  <a:moveTo>
                    <a:pt x="0" y="29"/>
                  </a:moveTo>
                  <a:lnTo>
                    <a:pt x="35" y="39"/>
                  </a:lnTo>
                  <a:lnTo>
                    <a:pt x="71" y="49"/>
                  </a:lnTo>
                  <a:lnTo>
                    <a:pt x="79" y="20"/>
                  </a:lnTo>
                  <a:lnTo>
                    <a:pt x="44" y="10"/>
                  </a:lnTo>
                  <a:lnTo>
                    <a:pt x="8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73" name=""/>
            <p:cNvSpPr/>
            <p:nvPr/>
          </p:nvSpPr>
          <p:spPr>
            <a:xfrm rot="0">
              <a:off x="1910" y="913"/>
              <a:ext cx="27" cy="16"/>
            </a:xfrm>
            <a:custGeom>
              <a:avLst/>
              <a:ahLst/>
              <a:rect l="0" t="0" r="r" b="b"/>
              <a:pathLst>
                <a:path w="79" h="49">
                  <a:moveTo>
                    <a:pt x="0" y="29"/>
                  </a:moveTo>
                  <a:lnTo>
                    <a:pt x="35" y="39"/>
                  </a:lnTo>
                  <a:lnTo>
                    <a:pt x="71" y="49"/>
                  </a:lnTo>
                  <a:lnTo>
                    <a:pt x="79" y="20"/>
                  </a:lnTo>
                  <a:lnTo>
                    <a:pt x="44" y="10"/>
                  </a:lnTo>
                  <a:lnTo>
                    <a:pt x="8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74" name=""/>
            <p:cNvSpPr/>
            <p:nvPr/>
          </p:nvSpPr>
          <p:spPr>
            <a:xfrm rot="0">
              <a:off x="1913" y="903"/>
              <a:ext cx="27" cy="17"/>
            </a:xfrm>
            <a:custGeom>
              <a:avLst/>
              <a:ahLst/>
              <a:rect l="0" t="0" r="r" b="b"/>
              <a:pathLst>
                <a:path w="80" h="50">
                  <a:moveTo>
                    <a:pt x="0" y="30"/>
                  </a:moveTo>
                  <a:lnTo>
                    <a:pt x="36" y="40"/>
                  </a:lnTo>
                  <a:lnTo>
                    <a:pt x="71" y="50"/>
                  </a:lnTo>
                  <a:lnTo>
                    <a:pt x="80" y="20"/>
                  </a:lnTo>
                  <a:lnTo>
                    <a:pt x="44" y="10"/>
                  </a:lnTo>
                  <a:lnTo>
                    <a:pt x="9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75" name=""/>
            <p:cNvSpPr/>
            <p:nvPr/>
          </p:nvSpPr>
          <p:spPr>
            <a:xfrm rot="0">
              <a:off x="1913" y="903"/>
              <a:ext cx="27" cy="17"/>
            </a:xfrm>
            <a:custGeom>
              <a:avLst/>
              <a:ahLst/>
              <a:rect l="0" t="0" r="r" b="b"/>
              <a:pathLst>
                <a:path w="80" h="50">
                  <a:moveTo>
                    <a:pt x="0" y="30"/>
                  </a:moveTo>
                  <a:lnTo>
                    <a:pt x="36" y="40"/>
                  </a:lnTo>
                  <a:lnTo>
                    <a:pt x="71" y="50"/>
                  </a:lnTo>
                  <a:lnTo>
                    <a:pt x="80" y="20"/>
                  </a:lnTo>
                  <a:lnTo>
                    <a:pt x="44" y="10"/>
                  </a:lnTo>
                  <a:lnTo>
                    <a:pt x="9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76" name=""/>
            <p:cNvSpPr/>
            <p:nvPr/>
          </p:nvSpPr>
          <p:spPr>
            <a:xfrm rot="0">
              <a:off x="1928" y="906"/>
              <a:ext cx="12" cy="4"/>
            </a:xfrm>
            <a:custGeom>
              <a:avLst/>
              <a:ahLst/>
              <a:rect l="0" t="0" r="r" b="b"/>
              <a:pathLst>
                <a:path w="36" h="10">
                  <a:moveTo>
                    <a:pt x="0" y="0"/>
                  </a:moveTo>
                  <a:lnTo>
                    <a:pt x="36" y="10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77" name=""/>
            <p:cNvSpPr/>
            <p:nvPr/>
          </p:nvSpPr>
          <p:spPr>
            <a:xfrm rot="0" flipV="1">
              <a:off x="1940" y="9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78" name=""/>
            <p:cNvSpPr/>
            <p:nvPr/>
          </p:nvSpPr>
          <p:spPr>
            <a:xfrm rot="0">
              <a:off x="1916" y="893"/>
              <a:ext cx="26" cy="16"/>
            </a:xfrm>
            <a:custGeom>
              <a:avLst/>
              <a:ahLst/>
              <a:rect l="0" t="0" r="r" b="b"/>
              <a:pathLst>
                <a:path w="77" h="46">
                  <a:moveTo>
                    <a:pt x="0" y="32"/>
                  </a:moveTo>
                  <a:lnTo>
                    <a:pt x="35" y="39"/>
                  </a:lnTo>
                  <a:lnTo>
                    <a:pt x="71" y="46"/>
                  </a:lnTo>
                  <a:lnTo>
                    <a:pt x="77" y="14"/>
                  </a:lnTo>
                  <a:lnTo>
                    <a:pt x="41" y="7"/>
                  </a:lnTo>
                  <a:lnTo>
                    <a:pt x="5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79" name=""/>
            <p:cNvSpPr/>
            <p:nvPr/>
          </p:nvSpPr>
          <p:spPr>
            <a:xfrm rot="0">
              <a:off x="1916" y="893"/>
              <a:ext cx="26" cy="16"/>
            </a:xfrm>
            <a:custGeom>
              <a:avLst/>
              <a:ahLst/>
              <a:rect l="0" t="0" r="r" b="b"/>
              <a:pathLst>
                <a:path w="77" h="46">
                  <a:moveTo>
                    <a:pt x="0" y="32"/>
                  </a:moveTo>
                  <a:lnTo>
                    <a:pt x="35" y="39"/>
                  </a:lnTo>
                  <a:lnTo>
                    <a:pt x="71" y="46"/>
                  </a:lnTo>
                  <a:lnTo>
                    <a:pt x="77" y="14"/>
                  </a:lnTo>
                  <a:lnTo>
                    <a:pt x="41" y="7"/>
                  </a:lnTo>
                  <a:lnTo>
                    <a:pt x="5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80" name=""/>
            <p:cNvSpPr/>
            <p:nvPr/>
          </p:nvSpPr>
          <p:spPr>
            <a:xfrm rot="0">
              <a:off x="1930" y="896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0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81" name=""/>
            <p:cNvSpPr/>
            <p:nvPr/>
          </p:nvSpPr>
          <p:spPr>
            <a:xfrm rot="0" flipV="1">
              <a:off x="1942" y="8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82" name=""/>
            <p:cNvSpPr/>
            <p:nvPr/>
          </p:nvSpPr>
          <p:spPr>
            <a:xfrm rot="0">
              <a:off x="1918" y="885"/>
              <a:ext cx="24" cy="12"/>
            </a:xfrm>
            <a:custGeom>
              <a:avLst/>
              <a:ahLst/>
              <a:rect l="0" t="0" r="r" b="b"/>
              <a:pathLst>
                <a:path w="74" h="35">
                  <a:moveTo>
                    <a:pt x="0" y="29"/>
                  </a:moveTo>
                  <a:lnTo>
                    <a:pt x="36" y="32"/>
                  </a:lnTo>
                  <a:lnTo>
                    <a:pt x="72" y="35"/>
                  </a:lnTo>
                  <a:lnTo>
                    <a:pt x="74" y="5"/>
                  </a:lnTo>
                  <a:lnTo>
                    <a:pt x="39" y="2"/>
                  </a:lnTo>
                  <a:lnTo>
                    <a:pt x="3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83" name=""/>
            <p:cNvSpPr/>
            <p:nvPr/>
          </p:nvSpPr>
          <p:spPr>
            <a:xfrm rot="0">
              <a:off x="1918" y="885"/>
              <a:ext cx="24" cy="12"/>
            </a:xfrm>
            <a:custGeom>
              <a:avLst/>
              <a:ahLst/>
              <a:rect l="0" t="0" r="r" b="b"/>
              <a:pathLst>
                <a:path w="74" h="35">
                  <a:moveTo>
                    <a:pt x="0" y="29"/>
                  </a:moveTo>
                  <a:lnTo>
                    <a:pt x="36" y="32"/>
                  </a:lnTo>
                  <a:lnTo>
                    <a:pt x="72" y="35"/>
                  </a:lnTo>
                  <a:lnTo>
                    <a:pt x="74" y="5"/>
                  </a:lnTo>
                  <a:lnTo>
                    <a:pt x="39" y="2"/>
                  </a:lnTo>
                  <a:lnTo>
                    <a:pt x="3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84" name=""/>
            <p:cNvSpPr/>
            <p:nvPr/>
          </p:nvSpPr>
          <p:spPr>
            <a:xfrm rot="0">
              <a:off x="1931" y="886"/>
              <a:ext cx="11" cy="1"/>
            </a:xfrm>
            <a:custGeom>
              <a:avLst/>
              <a:ahLst/>
              <a:rect l="0" t="0" r="r" b="b"/>
              <a:pathLst>
                <a:path w="35" h="3">
                  <a:moveTo>
                    <a:pt x="0" y="0"/>
                  </a:moveTo>
                  <a:lnTo>
                    <a:pt x="35" y="3"/>
                  </a:lnTo>
                  <a:lnTo>
                    <a:pt x="35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85" name=""/>
            <p:cNvSpPr/>
            <p:nvPr/>
          </p:nvSpPr>
          <p:spPr>
            <a:xfrm rot="0">
              <a:off x="1942" y="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86" name=""/>
            <p:cNvSpPr/>
            <p:nvPr/>
          </p:nvSpPr>
          <p:spPr>
            <a:xfrm rot="0">
              <a:off x="1919" y="874"/>
              <a:ext cx="24" cy="13"/>
            </a:xfrm>
            <a:custGeom>
              <a:avLst/>
              <a:ahLst/>
              <a:rect l="0" t="0" r="r" b="b"/>
              <a:pathLst>
                <a:path w="74" h="37">
                  <a:moveTo>
                    <a:pt x="0" y="32"/>
                  </a:moveTo>
                  <a:lnTo>
                    <a:pt x="36" y="34"/>
                  </a:lnTo>
                  <a:lnTo>
                    <a:pt x="71" y="37"/>
                  </a:lnTo>
                  <a:lnTo>
                    <a:pt x="74" y="6"/>
                  </a:lnTo>
                  <a:lnTo>
                    <a:pt x="39" y="3"/>
                  </a:lnTo>
                  <a:lnTo>
                    <a:pt x="3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87" name=""/>
            <p:cNvSpPr/>
            <p:nvPr/>
          </p:nvSpPr>
          <p:spPr>
            <a:xfrm rot="0">
              <a:off x="1919" y="874"/>
              <a:ext cx="24" cy="13"/>
            </a:xfrm>
            <a:custGeom>
              <a:avLst/>
              <a:ahLst/>
              <a:rect l="0" t="0" r="r" b="b"/>
              <a:pathLst>
                <a:path w="74" h="37">
                  <a:moveTo>
                    <a:pt x="0" y="32"/>
                  </a:moveTo>
                  <a:lnTo>
                    <a:pt x="36" y="34"/>
                  </a:lnTo>
                  <a:lnTo>
                    <a:pt x="71" y="37"/>
                  </a:lnTo>
                  <a:lnTo>
                    <a:pt x="74" y="6"/>
                  </a:lnTo>
                  <a:lnTo>
                    <a:pt x="39" y="3"/>
                  </a:lnTo>
                  <a:lnTo>
                    <a:pt x="3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88" name=""/>
            <p:cNvSpPr/>
            <p:nvPr/>
          </p:nvSpPr>
          <p:spPr>
            <a:xfrm rot="0">
              <a:off x="1932" y="875"/>
              <a:ext cx="12" cy="1"/>
            </a:xfrm>
            <a:custGeom>
              <a:avLst/>
              <a:ahLst/>
              <a:rect l="0" t="0" r="r" b="b"/>
              <a:pathLst>
                <a:path w="37" h="3">
                  <a:moveTo>
                    <a:pt x="0" y="0"/>
                  </a:moveTo>
                  <a:lnTo>
                    <a:pt x="35" y="3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89" name=""/>
            <p:cNvSpPr/>
            <p:nvPr/>
          </p:nvSpPr>
          <p:spPr>
            <a:xfrm rot="0" flipV="1">
              <a:off x="1943" y="8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90" name=""/>
            <p:cNvSpPr/>
            <p:nvPr/>
          </p:nvSpPr>
          <p:spPr>
            <a:xfrm rot="0">
              <a:off x="1920" y="865"/>
              <a:ext cx="24" cy="10"/>
            </a:xfrm>
            <a:custGeom>
              <a:avLst/>
              <a:ahLst/>
              <a:rect l="0" t="0" r="r" b="b"/>
              <a:pathLst>
                <a:path w="73" h="31">
                  <a:moveTo>
                    <a:pt x="0" y="31"/>
                  </a:moveTo>
                  <a:lnTo>
                    <a:pt x="36" y="31"/>
                  </a:lnTo>
                  <a:lnTo>
                    <a:pt x="73" y="31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91" name=""/>
            <p:cNvSpPr/>
            <p:nvPr/>
          </p:nvSpPr>
          <p:spPr>
            <a:xfrm rot="0">
              <a:off x="1920" y="865"/>
              <a:ext cx="24" cy="10"/>
            </a:xfrm>
            <a:custGeom>
              <a:avLst/>
              <a:ahLst/>
              <a:rect l="0" t="0" r="r" b="b"/>
              <a:pathLst>
                <a:path w="73" h="31">
                  <a:moveTo>
                    <a:pt x="0" y="31"/>
                  </a:moveTo>
                  <a:lnTo>
                    <a:pt x="36" y="31"/>
                  </a:lnTo>
                  <a:lnTo>
                    <a:pt x="73" y="31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92" name=""/>
            <p:cNvSpPr/>
            <p:nvPr/>
          </p:nvSpPr>
          <p:spPr>
            <a:xfrm rot="0">
              <a:off x="1932" y="864"/>
              <a:ext cx="12" cy="1"/>
            </a:xfrm>
            <a:custGeom>
              <a:avLst/>
              <a:ahLst/>
              <a:rect l="0" t="0" r="r" b="b"/>
              <a:pathLst>
                <a:path w="37" h="3">
                  <a:moveTo>
                    <a:pt x="0" y="3"/>
                  </a:moveTo>
                  <a:lnTo>
                    <a:pt x="37" y="3"/>
                  </a:lnTo>
                  <a:lnTo>
                    <a:pt x="35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93" name=""/>
            <p:cNvSpPr/>
            <p:nvPr/>
          </p:nvSpPr>
          <p:spPr>
            <a:xfrm rot="0" flipH="1" flipV="1">
              <a:off x="1943" y="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94" name=""/>
            <p:cNvSpPr/>
            <p:nvPr/>
          </p:nvSpPr>
          <p:spPr>
            <a:xfrm rot="0">
              <a:off x="1919" y="854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3" y="37"/>
                  </a:moveTo>
                  <a:lnTo>
                    <a:pt x="39" y="34"/>
                  </a:lnTo>
                  <a:lnTo>
                    <a:pt x="74" y="31"/>
                  </a:lnTo>
                  <a:lnTo>
                    <a:pt x="71" y="0"/>
                  </a:lnTo>
                  <a:lnTo>
                    <a:pt x="36" y="2"/>
                  </a:lnTo>
                  <a:lnTo>
                    <a:pt x="0" y="5"/>
                  </a:lnTo>
                  <a:lnTo>
                    <a:pt x="3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95" name=""/>
            <p:cNvSpPr/>
            <p:nvPr/>
          </p:nvSpPr>
          <p:spPr>
            <a:xfrm rot="0">
              <a:off x="1919" y="854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3" y="37"/>
                  </a:moveTo>
                  <a:lnTo>
                    <a:pt x="39" y="34"/>
                  </a:lnTo>
                  <a:lnTo>
                    <a:pt x="74" y="31"/>
                  </a:lnTo>
                  <a:lnTo>
                    <a:pt x="71" y="0"/>
                  </a:lnTo>
                  <a:lnTo>
                    <a:pt x="36" y="2"/>
                  </a:lnTo>
                  <a:lnTo>
                    <a:pt x="0" y="5"/>
                  </a:lnTo>
                  <a:lnTo>
                    <a:pt x="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96" name=""/>
            <p:cNvSpPr/>
            <p:nvPr/>
          </p:nvSpPr>
          <p:spPr>
            <a:xfrm rot="0">
              <a:off x="1931" y="853"/>
              <a:ext cx="11" cy="1"/>
            </a:xfrm>
            <a:custGeom>
              <a:avLst/>
              <a:ahLst/>
              <a:rect l="0" t="0" r="r" b="b"/>
              <a:pathLst>
                <a:path w="35" h="4">
                  <a:moveTo>
                    <a:pt x="0" y="4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97" name=""/>
            <p:cNvSpPr/>
            <p:nvPr/>
          </p:nvSpPr>
          <p:spPr>
            <a:xfrm rot="0" flipV="1">
              <a:off x="1942" y="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598" name=""/>
            <p:cNvSpPr/>
            <p:nvPr/>
          </p:nvSpPr>
          <p:spPr>
            <a:xfrm rot="0">
              <a:off x="1917" y="843"/>
              <a:ext cx="25" cy="13"/>
            </a:xfrm>
            <a:custGeom>
              <a:avLst/>
              <a:ahLst/>
              <a:rect l="0" t="0" r="r" b="b"/>
              <a:pathLst>
                <a:path w="75" h="40">
                  <a:moveTo>
                    <a:pt x="4" y="40"/>
                  </a:moveTo>
                  <a:lnTo>
                    <a:pt x="40" y="35"/>
                  </a:lnTo>
                  <a:lnTo>
                    <a:pt x="75" y="31"/>
                  </a:lnTo>
                  <a:lnTo>
                    <a:pt x="71" y="0"/>
                  </a:lnTo>
                  <a:lnTo>
                    <a:pt x="36" y="4"/>
                  </a:lnTo>
                  <a:lnTo>
                    <a:pt x="0" y="8"/>
                  </a:lnTo>
                  <a:lnTo>
                    <a:pt x="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599" name=""/>
            <p:cNvSpPr/>
            <p:nvPr/>
          </p:nvSpPr>
          <p:spPr>
            <a:xfrm rot="0">
              <a:off x="1917" y="843"/>
              <a:ext cx="25" cy="13"/>
            </a:xfrm>
            <a:custGeom>
              <a:avLst/>
              <a:ahLst/>
              <a:rect l="0" t="0" r="r" b="b"/>
              <a:pathLst>
                <a:path w="75" h="40">
                  <a:moveTo>
                    <a:pt x="4" y="40"/>
                  </a:moveTo>
                  <a:lnTo>
                    <a:pt x="40" y="35"/>
                  </a:lnTo>
                  <a:lnTo>
                    <a:pt x="75" y="31"/>
                  </a:lnTo>
                  <a:lnTo>
                    <a:pt x="71" y="0"/>
                  </a:lnTo>
                  <a:lnTo>
                    <a:pt x="36" y="4"/>
                  </a:lnTo>
                  <a:lnTo>
                    <a:pt x="0" y="8"/>
                  </a:lnTo>
                  <a:lnTo>
                    <a:pt x="4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00" name=""/>
            <p:cNvSpPr/>
            <p:nvPr/>
          </p:nvSpPr>
          <p:spPr>
            <a:xfrm rot="0">
              <a:off x="1929" y="842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0" y="7"/>
                  </a:moveTo>
                  <a:lnTo>
                    <a:pt x="35" y="3"/>
                  </a:lnTo>
                  <a:lnTo>
                    <a:pt x="3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01" name=""/>
            <p:cNvSpPr/>
            <p:nvPr/>
          </p:nvSpPr>
          <p:spPr>
            <a:xfrm rot="0" flipV="1">
              <a:off x="1941" y="8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02" name=""/>
            <p:cNvSpPr/>
            <p:nvPr/>
          </p:nvSpPr>
          <p:spPr>
            <a:xfrm rot="0">
              <a:off x="1915" y="832"/>
              <a:ext cx="26" cy="14"/>
            </a:xfrm>
            <a:custGeom>
              <a:avLst/>
              <a:ahLst/>
              <a:rect l="0" t="0" r="r" b="b"/>
              <a:pathLst>
                <a:path w="77" h="44">
                  <a:moveTo>
                    <a:pt x="6" y="44"/>
                  </a:moveTo>
                  <a:lnTo>
                    <a:pt x="42" y="37"/>
                  </a:lnTo>
                  <a:lnTo>
                    <a:pt x="77" y="30"/>
                  </a:lnTo>
                  <a:lnTo>
                    <a:pt x="71" y="0"/>
                  </a:lnTo>
                  <a:lnTo>
                    <a:pt x="36" y="7"/>
                  </a:lnTo>
                  <a:lnTo>
                    <a:pt x="0" y="14"/>
                  </a:lnTo>
                  <a:lnTo>
                    <a:pt x="6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03" name=""/>
            <p:cNvSpPr/>
            <p:nvPr/>
          </p:nvSpPr>
          <p:spPr>
            <a:xfrm rot="0">
              <a:off x="1915" y="832"/>
              <a:ext cx="26" cy="14"/>
            </a:xfrm>
            <a:custGeom>
              <a:avLst/>
              <a:ahLst/>
              <a:rect l="0" t="0" r="r" b="b"/>
              <a:pathLst>
                <a:path w="77" h="44">
                  <a:moveTo>
                    <a:pt x="6" y="44"/>
                  </a:moveTo>
                  <a:lnTo>
                    <a:pt x="42" y="37"/>
                  </a:lnTo>
                  <a:lnTo>
                    <a:pt x="77" y="30"/>
                  </a:lnTo>
                  <a:lnTo>
                    <a:pt x="71" y="0"/>
                  </a:lnTo>
                  <a:lnTo>
                    <a:pt x="36" y="7"/>
                  </a:lnTo>
                  <a:lnTo>
                    <a:pt x="0" y="14"/>
                  </a:lnTo>
                  <a:lnTo>
                    <a:pt x="6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04" name=""/>
            <p:cNvSpPr/>
            <p:nvPr/>
          </p:nvSpPr>
          <p:spPr>
            <a:xfrm rot="0">
              <a:off x="1927" y="831"/>
              <a:ext cx="12" cy="3"/>
            </a:xfrm>
            <a:custGeom>
              <a:avLst/>
              <a:ahLst/>
              <a:rect l="0" t="0" r="r" b="b"/>
              <a:pathLst>
                <a:path w="35" h="8">
                  <a:moveTo>
                    <a:pt x="0" y="8"/>
                  </a:moveTo>
                  <a:lnTo>
                    <a:pt x="35" y="1"/>
                  </a:lnTo>
                  <a:lnTo>
                    <a:pt x="35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05" name=""/>
            <p:cNvSpPr/>
            <p:nvPr/>
          </p:nvSpPr>
          <p:spPr>
            <a:xfrm rot="0" flipV="1">
              <a:off x="1939" y="8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06" name=""/>
            <p:cNvSpPr/>
            <p:nvPr/>
          </p:nvSpPr>
          <p:spPr>
            <a:xfrm rot="0">
              <a:off x="1913" y="821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" y="47"/>
                  </a:moveTo>
                  <a:lnTo>
                    <a:pt x="43" y="38"/>
                  </a:lnTo>
                  <a:lnTo>
                    <a:pt x="78" y="30"/>
                  </a:lnTo>
                  <a:lnTo>
                    <a:pt x="71" y="0"/>
                  </a:lnTo>
                  <a:lnTo>
                    <a:pt x="36" y="8"/>
                  </a:lnTo>
                  <a:lnTo>
                    <a:pt x="0" y="17"/>
                  </a:lnTo>
                  <a:lnTo>
                    <a:pt x="7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07" name=""/>
            <p:cNvSpPr/>
            <p:nvPr/>
          </p:nvSpPr>
          <p:spPr>
            <a:xfrm rot="0">
              <a:off x="1913" y="821"/>
              <a:ext cx="26" cy="16"/>
            </a:xfrm>
            <a:custGeom>
              <a:avLst/>
              <a:ahLst/>
              <a:rect l="0" t="0" r="r" b="b"/>
              <a:pathLst>
                <a:path w="78" h="47">
                  <a:moveTo>
                    <a:pt x="7" y="47"/>
                  </a:moveTo>
                  <a:lnTo>
                    <a:pt x="43" y="38"/>
                  </a:lnTo>
                  <a:lnTo>
                    <a:pt x="78" y="30"/>
                  </a:lnTo>
                  <a:lnTo>
                    <a:pt x="71" y="0"/>
                  </a:lnTo>
                  <a:lnTo>
                    <a:pt x="36" y="8"/>
                  </a:lnTo>
                  <a:lnTo>
                    <a:pt x="0" y="17"/>
                  </a:lnTo>
                  <a:lnTo>
                    <a:pt x="7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08" name=""/>
            <p:cNvSpPr/>
            <p:nvPr/>
          </p:nvSpPr>
          <p:spPr>
            <a:xfrm rot="0">
              <a:off x="1925" y="820"/>
              <a:ext cx="12" cy="4"/>
            </a:xfrm>
            <a:custGeom>
              <a:avLst/>
              <a:ahLst/>
              <a:rect l="0" t="0" r="r" b="b"/>
              <a:pathLst>
                <a:path w="35" h="11">
                  <a:moveTo>
                    <a:pt x="0" y="11"/>
                  </a:moveTo>
                  <a:lnTo>
                    <a:pt x="35" y="3"/>
                  </a:lnTo>
                  <a:lnTo>
                    <a:pt x="3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09" name=""/>
            <p:cNvSpPr/>
            <p:nvPr/>
          </p:nvSpPr>
          <p:spPr>
            <a:xfrm rot="0" flipH="1" flipV="1">
              <a:off x="1936" y="8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10" name=""/>
            <p:cNvSpPr/>
            <p:nvPr/>
          </p:nvSpPr>
          <p:spPr>
            <a:xfrm rot="0">
              <a:off x="1910" y="810"/>
              <a:ext cx="26" cy="18"/>
            </a:xfrm>
            <a:custGeom>
              <a:avLst/>
              <a:ahLst/>
              <a:rect l="0" t="0" r="r" b="b"/>
              <a:pathLst>
                <a:path w="78" h="53">
                  <a:moveTo>
                    <a:pt x="10" y="53"/>
                  </a:moveTo>
                  <a:lnTo>
                    <a:pt x="44" y="41"/>
                  </a:lnTo>
                  <a:lnTo>
                    <a:pt x="78" y="30"/>
                  </a:lnTo>
                  <a:lnTo>
                    <a:pt x="68" y="0"/>
                  </a:lnTo>
                  <a:lnTo>
                    <a:pt x="34" y="11"/>
                  </a:lnTo>
                  <a:lnTo>
                    <a:pt x="0" y="23"/>
                  </a:lnTo>
                  <a:lnTo>
                    <a:pt x="1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11" name=""/>
            <p:cNvSpPr/>
            <p:nvPr/>
          </p:nvSpPr>
          <p:spPr>
            <a:xfrm rot="0">
              <a:off x="1910" y="810"/>
              <a:ext cx="26" cy="18"/>
            </a:xfrm>
            <a:custGeom>
              <a:avLst/>
              <a:ahLst/>
              <a:rect l="0" t="0" r="r" b="b"/>
              <a:pathLst>
                <a:path w="78" h="53">
                  <a:moveTo>
                    <a:pt x="10" y="53"/>
                  </a:moveTo>
                  <a:lnTo>
                    <a:pt x="44" y="41"/>
                  </a:lnTo>
                  <a:lnTo>
                    <a:pt x="78" y="30"/>
                  </a:lnTo>
                  <a:lnTo>
                    <a:pt x="68" y="0"/>
                  </a:lnTo>
                  <a:lnTo>
                    <a:pt x="34" y="11"/>
                  </a:lnTo>
                  <a:lnTo>
                    <a:pt x="0" y="23"/>
                  </a:lnTo>
                  <a:lnTo>
                    <a:pt x="1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12" name=""/>
            <p:cNvSpPr/>
            <p:nvPr/>
          </p:nvSpPr>
          <p:spPr>
            <a:xfrm rot="0">
              <a:off x="1922" y="810"/>
              <a:ext cx="11" cy="4"/>
            </a:xfrm>
            <a:custGeom>
              <a:avLst/>
              <a:ahLst/>
              <a:rect l="0" t="0" r="r" b="b"/>
              <a:pathLst>
                <a:path w="34" h="12">
                  <a:moveTo>
                    <a:pt x="0" y="12"/>
                  </a:moveTo>
                  <a:lnTo>
                    <a:pt x="34" y="1"/>
                  </a:lnTo>
                  <a:lnTo>
                    <a:pt x="3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13" name=""/>
            <p:cNvSpPr/>
            <p:nvPr/>
          </p:nvSpPr>
          <p:spPr>
            <a:xfrm rot="0" flipV="1">
              <a:off x="1933" y="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14" name=""/>
            <p:cNvSpPr/>
            <p:nvPr/>
          </p:nvSpPr>
          <p:spPr>
            <a:xfrm rot="0">
              <a:off x="1906" y="800"/>
              <a:ext cx="27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12" y="54"/>
                  </a:moveTo>
                  <a:lnTo>
                    <a:pt x="46" y="41"/>
                  </a:lnTo>
                  <a:lnTo>
                    <a:pt x="80" y="29"/>
                  </a:lnTo>
                  <a:lnTo>
                    <a:pt x="69" y="0"/>
                  </a:lnTo>
                  <a:lnTo>
                    <a:pt x="34" y="13"/>
                  </a:lnTo>
                  <a:lnTo>
                    <a:pt x="0" y="26"/>
                  </a:lnTo>
                  <a:lnTo>
                    <a:pt x="1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15" name=""/>
            <p:cNvSpPr/>
            <p:nvPr/>
          </p:nvSpPr>
          <p:spPr>
            <a:xfrm rot="0">
              <a:off x="1906" y="800"/>
              <a:ext cx="27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12" y="54"/>
                  </a:moveTo>
                  <a:lnTo>
                    <a:pt x="46" y="41"/>
                  </a:lnTo>
                  <a:lnTo>
                    <a:pt x="80" y="29"/>
                  </a:lnTo>
                  <a:lnTo>
                    <a:pt x="69" y="0"/>
                  </a:lnTo>
                  <a:lnTo>
                    <a:pt x="34" y="13"/>
                  </a:lnTo>
                  <a:lnTo>
                    <a:pt x="0" y="26"/>
                  </a:lnTo>
                  <a:lnTo>
                    <a:pt x="1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16" name=""/>
            <p:cNvSpPr/>
            <p:nvPr/>
          </p:nvSpPr>
          <p:spPr>
            <a:xfrm rot="0">
              <a:off x="1918" y="799"/>
              <a:ext cx="11" cy="6"/>
            </a:xfrm>
            <a:custGeom>
              <a:avLst/>
              <a:ahLst/>
              <a:rect l="0" t="0" r="r" b="b"/>
              <a:pathLst>
                <a:path w="35" h="16">
                  <a:moveTo>
                    <a:pt x="0" y="16"/>
                  </a:moveTo>
                  <a:lnTo>
                    <a:pt x="35" y="3"/>
                  </a:lnTo>
                  <a:lnTo>
                    <a:pt x="33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17" name=""/>
            <p:cNvSpPr/>
            <p:nvPr/>
          </p:nvSpPr>
          <p:spPr>
            <a:xfrm rot="0" flipH="1" flipV="1">
              <a:off x="1929" y="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18" name=""/>
            <p:cNvSpPr/>
            <p:nvPr/>
          </p:nvSpPr>
          <p:spPr>
            <a:xfrm rot="0">
              <a:off x="1902" y="790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15" y="60"/>
                  </a:moveTo>
                  <a:lnTo>
                    <a:pt x="47" y="44"/>
                  </a:lnTo>
                  <a:lnTo>
                    <a:pt x="80" y="28"/>
                  </a:lnTo>
                  <a:lnTo>
                    <a:pt x="66" y="0"/>
                  </a:lnTo>
                  <a:lnTo>
                    <a:pt x="33" y="15"/>
                  </a:lnTo>
                  <a:lnTo>
                    <a:pt x="0" y="31"/>
                  </a:lnTo>
                  <a:lnTo>
                    <a:pt x="15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19" name=""/>
            <p:cNvSpPr/>
            <p:nvPr/>
          </p:nvSpPr>
          <p:spPr>
            <a:xfrm rot="0">
              <a:off x="1902" y="790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15" y="60"/>
                  </a:moveTo>
                  <a:lnTo>
                    <a:pt x="47" y="44"/>
                  </a:lnTo>
                  <a:lnTo>
                    <a:pt x="80" y="28"/>
                  </a:lnTo>
                  <a:lnTo>
                    <a:pt x="66" y="0"/>
                  </a:lnTo>
                  <a:lnTo>
                    <a:pt x="33" y="15"/>
                  </a:lnTo>
                  <a:lnTo>
                    <a:pt x="0" y="31"/>
                  </a:lnTo>
                  <a:lnTo>
                    <a:pt x="15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20" name=""/>
            <p:cNvSpPr/>
            <p:nvPr/>
          </p:nvSpPr>
          <p:spPr>
            <a:xfrm rot="0">
              <a:off x="1913" y="789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0" y="17"/>
                  </a:moveTo>
                  <a:lnTo>
                    <a:pt x="33" y="2"/>
                  </a:lnTo>
                  <a:lnTo>
                    <a:pt x="33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21" name=""/>
            <p:cNvSpPr/>
            <p:nvPr/>
          </p:nvSpPr>
          <p:spPr>
            <a:xfrm rot="0" flipV="1">
              <a:off x="1924" y="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22" name=""/>
            <p:cNvSpPr/>
            <p:nvPr/>
          </p:nvSpPr>
          <p:spPr>
            <a:xfrm rot="0">
              <a:off x="1897" y="780"/>
              <a:ext cx="27" cy="21"/>
            </a:xfrm>
            <a:custGeom>
              <a:avLst/>
              <a:ahLst/>
              <a:rect l="0" t="0" r="r" b="b"/>
              <a:pathLst>
                <a:path w="80" h="62">
                  <a:moveTo>
                    <a:pt x="14" y="62"/>
                  </a:moveTo>
                  <a:lnTo>
                    <a:pt x="47" y="44"/>
                  </a:lnTo>
                  <a:lnTo>
                    <a:pt x="80" y="27"/>
                  </a:lnTo>
                  <a:lnTo>
                    <a:pt x="66" y="0"/>
                  </a:lnTo>
                  <a:lnTo>
                    <a:pt x="33" y="17"/>
                  </a:lnTo>
                  <a:lnTo>
                    <a:pt x="0" y="34"/>
                  </a:lnTo>
                  <a:lnTo>
                    <a:pt x="14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23" name=""/>
            <p:cNvSpPr/>
            <p:nvPr/>
          </p:nvSpPr>
          <p:spPr>
            <a:xfrm rot="0">
              <a:off x="1897" y="780"/>
              <a:ext cx="27" cy="21"/>
            </a:xfrm>
            <a:custGeom>
              <a:avLst/>
              <a:ahLst/>
              <a:rect l="0" t="0" r="r" b="b"/>
              <a:pathLst>
                <a:path w="80" h="62">
                  <a:moveTo>
                    <a:pt x="14" y="62"/>
                  </a:moveTo>
                  <a:lnTo>
                    <a:pt x="47" y="44"/>
                  </a:lnTo>
                  <a:lnTo>
                    <a:pt x="80" y="27"/>
                  </a:lnTo>
                  <a:lnTo>
                    <a:pt x="66" y="0"/>
                  </a:lnTo>
                  <a:lnTo>
                    <a:pt x="33" y="17"/>
                  </a:lnTo>
                  <a:lnTo>
                    <a:pt x="0" y="34"/>
                  </a:lnTo>
                  <a:lnTo>
                    <a:pt x="1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24" name=""/>
            <p:cNvSpPr/>
            <p:nvPr/>
          </p:nvSpPr>
          <p:spPr>
            <a:xfrm rot="0">
              <a:off x="1908" y="779"/>
              <a:ext cx="11" cy="7"/>
            </a:xfrm>
            <a:custGeom>
              <a:avLst/>
              <a:ahLst/>
              <a:rect l="0" t="0" r="r" b="b"/>
              <a:pathLst>
                <a:path w="33" h="20">
                  <a:moveTo>
                    <a:pt x="0" y="20"/>
                  </a:moveTo>
                  <a:lnTo>
                    <a:pt x="33" y="3"/>
                  </a:lnTo>
                  <a:lnTo>
                    <a:pt x="30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25" name=""/>
            <p:cNvSpPr/>
            <p:nvPr/>
          </p:nvSpPr>
          <p:spPr>
            <a:xfrm rot="0" flipH="1" flipV="1">
              <a:off x="1918" y="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26" name=""/>
            <p:cNvSpPr/>
            <p:nvPr/>
          </p:nvSpPr>
          <p:spPr>
            <a:xfrm rot="0">
              <a:off x="1893" y="771"/>
              <a:ext cx="25" cy="22"/>
            </a:xfrm>
            <a:custGeom>
              <a:avLst/>
              <a:ahLst/>
              <a:rect l="0" t="0" r="r" b="b"/>
              <a:pathLst>
                <a:path w="77" h="65">
                  <a:moveTo>
                    <a:pt x="17" y="65"/>
                  </a:moveTo>
                  <a:lnTo>
                    <a:pt x="47" y="45"/>
                  </a:lnTo>
                  <a:lnTo>
                    <a:pt x="77" y="25"/>
                  </a:lnTo>
                  <a:lnTo>
                    <a:pt x="60" y="0"/>
                  </a:lnTo>
                  <a:lnTo>
                    <a:pt x="30" y="20"/>
                  </a:lnTo>
                  <a:lnTo>
                    <a:pt x="0" y="40"/>
                  </a:lnTo>
                  <a:lnTo>
                    <a:pt x="17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27" name=""/>
            <p:cNvSpPr/>
            <p:nvPr/>
          </p:nvSpPr>
          <p:spPr>
            <a:xfrm rot="0">
              <a:off x="1893" y="771"/>
              <a:ext cx="25" cy="22"/>
            </a:xfrm>
            <a:custGeom>
              <a:avLst/>
              <a:ahLst/>
              <a:rect l="0" t="0" r="r" b="b"/>
              <a:pathLst>
                <a:path w="77" h="65">
                  <a:moveTo>
                    <a:pt x="17" y="65"/>
                  </a:moveTo>
                  <a:lnTo>
                    <a:pt x="47" y="45"/>
                  </a:lnTo>
                  <a:lnTo>
                    <a:pt x="77" y="25"/>
                  </a:lnTo>
                  <a:lnTo>
                    <a:pt x="60" y="0"/>
                  </a:lnTo>
                  <a:lnTo>
                    <a:pt x="30" y="20"/>
                  </a:lnTo>
                  <a:lnTo>
                    <a:pt x="0" y="40"/>
                  </a:lnTo>
                  <a:lnTo>
                    <a:pt x="17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28" name=""/>
            <p:cNvSpPr/>
            <p:nvPr/>
          </p:nvSpPr>
          <p:spPr>
            <a:xfrm rot="0">
              <a:off x="1903" y="770"/>
              <a:ext cx="10" cy="8"/>
            </a:xfrm>
            <a:custGeom>
              <a:avLst/>
              <a:ahLst/>
              <a:rect l="0" t="0" r="r" b="b"/>
              <a:pathLst>
                <a:path w="30" h="22">
                  <a:moveTo>
                    <a:pt x="0" y="22"/>
                  </a:moveTo>
                  <a:lnTo>
                    <a:pt x="30" y="2"/>
                  </a:lnTo>
                  <a:lnTo>
                    <a:pt x="30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29" name=""/>
            <p:cNvSpPr/>
            <p:nvPr/>
          </p:nvSpPr>
          <p:spPr>
            <a:xfrm rot="0" flipV="1">
              <a:off x="1913" y="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30" name=""/>
            <p:cNvSpPr/>
            <p:nvPr/>
          </p:nvSpPr>
          <p:spPr>
            <a:xfrm rot="0">
              <a:off x="1886" y="762"/>
              <a:ext cx="27" cy="23"/>
            </a:xfrm>
            <a:custGeom>
              <a:avLst/>
              <a:ahLst/>
              <a:rect l="0" t="0" r="r" b="b"/>
              <a:pathLst>
                <a:path w="79" h="68">
                  <a:moveTo>
                    <a:pt x="19" y="68"/>
                  </a:moveTo>
                  <a:lnTo>
                    <a:pt x="49" y="47"/>
                  </a:lnTo>
                  <a:lnTo>
                    <a:pt x="79" y="25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2"/>
                  </a:lnTo>
                  <a:lnTo>
                    <a:pt x="19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31" name=""/>
            <p:cNvSpPr/>
            <p:nvPr/>
          </p:nvSpPr>
          <p:spPr>
            <a:xfrm rot="0">
              <a:off x="1886" y="762"/>
              <a:ext cx="27" cy="23"/>
            </a:xfrm>
            <a:custGeom>
              <a:avLst/>
              <a:ahLst/>
              <a:rect l="0" t="0" r="r" b="b"/>
              <a:pathLst>
                <a:path w="79" h="68">
                  <a:moveTo>
                    <a:pt x="19" y="68"/>
                  </a:moveTo>
                  <a:lnTo>
                    <a:pt x="49" y="47"/>
                  </a:lnTo>
                  <a:lnTo>
                    <a:pt x="79" y="25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2"/>
                  </a:lnTo>
                  <a:lnTo>
                    <a:pt x="19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32" name=""/>
            <p:cNvSpPr/>
            <p:nvPr/>
          </p:nvSpPr>
          <p:spPr>
            <a:xfrm rot="0">
              <a:off x="1885" y="757"/>
              <a:ext cx="21" cy="19"/>
            </a:xfrm>
            <a:custGeom>
              <a:avLst/>
              <a:ahLst/>
              <a:rect l="0" t="0" r="r" b="b"/>
              <a:pathLst>
                <a:path w="65" h="58">
                  <a:moveTo>
                    <a:pt x="35" y="37"/>
                  </a:moveTo>
                  <a:lnTo>
                    <a:pt x="5" y="58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33" name=""/>
            <p:cNvSpPr/>
            <p:nvPr/>
          </p:nvSpPr>
          <p:spPr>
            <a:xfrm rot="0">
              <a:off x="1885" y="757"/>
              <a:ext cx="21" cy="19"/>
            </a:xfrm>
            <a:custGeom>
              <a:avLst/>
              <a:ahLst/>
              <a:rect l="0" t="0" r="r" b="b"/>
              <a:pathLst>
                <a:path w="65" h="58">
                  <a:moveTo>
                    <a:pt x="5" y="58"/>
                  </a:move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34" name=""/>
            <p:cNvSpPr/>
            <p:nvPr/>
          </p:nvSpPr>
          <p:spPr>
            <a:xfrm rot="0">
              <a:off x="1896" y="757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35" name=""/>
            <p:cNvSpPr/>
            <p:nvPr/>
          </p:nvSpPr>
          <p:spPr>
            <a:xfrm rot="0">
              <a:off x="1896" y="757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36" name=""/>
            <p:cNvSpPr/>
            <p:nvPr/>
          </p:nvSpPr>
          <p:spPr>
            <a:xfrm rot="0">
              <a:off x="1638" y="757"/>
              <a:ext cx="258" cy="24"/>
            </a:xfrm>
            <a:custGeom>
              <a:avLst/>
              <a:ahLst/>
              <a:rect l="0" t="0" r="r" b="b"/>
              <a:pathLst>
                <a:path w="776" h="73">
                  <a:moveTo>
                    <a:pt x="776" y="73"/>
                  </a:moveTo>
                  <a:lnTo>
                    <a:pt x="776" y="37"/>
                  </a:lnTo>
                  <a:lnTo>
                    <a:pt x="77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776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37" name=""/>
            <p:cNvSpPr/>
            <p:nvPr/>
          </p:nvSpPr>
          <p:spPr>
            <a:xfrm rot="0">
              <a:off x="1638" y="757"/>
              <a:ext cx="258" cy="24"/>
            </a:xfrm>
            <a:custGeom>
              <a:avLst/>
              <a:ahLst/>
              <a:rect l="0" t="0" r="r" b="b"/>
              <a:pathLst>
                <a:path w="776" h="73">
                  <a:moveTo>
                    <a:pt x="776" y="73"/>
                  </a:moveTo>
                  <a:lnTo>
                    <a:pt x="776" y="37"/>
                  </a:lnTo>
                  <a:lnTo>
                    <a:pt x="77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776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38" name=""/>
            <p:cNvSpPr/>
            <p:nvPr/>
          </p:nvSpPr>
          <p:spPr>
            <a:xfrm rot="0">
              <a:off x="1626" y="757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39" name=""/>
            <p:cNvSpPr/>
            <p:nvPr/>
          </p:nvSpPr>
          <p:spPr>
            <a:xfrm rot="0">
              <a:off x="1626" y="757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40" name=""/>
            <p:cNvSpPr/>
            <p:nvPr/>
          </p:nvSpPr>
          <p:spPr>
            <a:xfrm rot="0">
              <a:off x="747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41" name=""/>
            <p:cNvSpPr/>
            <p:nvPr/>
          </p:nvSpPr>
          <p:spPr>
            <a:xfrm rot="0">
              <a:off x="747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42" name=""/>
            <p:cNvSpPr/>
            <p:nvPr/>
          </p:nvSpPr>
          <p:spPr>
            <a:xfrm rot="0">
              <a:off x="521" y="757"/>
              <a:ext cx="226" cy="24"/>
            </a:xfrm>
            <a:custGeom>
              <a:avLst/>
              <a:ahLst/>
              <a:rect l="0" t="0" r="r" b="b"/>
              <a:pathLst>
                <a:path w="678" h="73">
                  <a:moveTo>
                    <a:pt x="678" y="73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78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43" name=""/>
            <p:cNvSpPr/>
            <p:nvPr/>
          </p:nvSpPr>
          <p:spPr>
            <a:xfrm rot="0">
              <a:off x="521" y="757"/>
              <a:ext cx="226" cy="24"/>
            </a:xfrm>
            <a:custGeom>
              <a:avLst/>
              <a:ahLst/>
              <a:rect l="0" t="0" r="r" b="b"/>
              <a:pathLst>
                <a:path w="678" h="73">
                  <a:moveTo>
                    <a:pt x="678" y="73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78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44" name=""/>
            <p:cNvSpPr/>
            <p:nvPr/>
          </p:nvSpPr>
          <p:spPr>
            <a:xfrm rot="0">
              <a:off x="509" y="75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45" name=""/>
            <p:cNvSpPr/>
            <p:nvPr/>
          </p:nvSpPr>
          <p:spPr>
            <a:xfrm rot="0">
              <a:off x="509" y="75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46" name=""/>
            <p:cNvSpPr/>
            <p:nvPr/>
          </p:nvSpPr>
          <p:spPr>
            <a:xfrm rot="0">
              <a:off x="509" y="1035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47" name=""/>
            <p:cNvSpPr/>
            <p:nvPr/>
          </p:nvSpPr>
          <p:spPr>
            <a:xfrm rot="0">
              <a:off x="509" y="1035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48" name=""/>
            <p:cNvSpPr/>
            <p:nvPr/>
          </p:nvSpPr>
          <p:spPr>
            <a:xfrm rot="0">
              <a:off x="509" y="769"/>
              <a:ext cx="24" cy="266"/>
            </a:xfrm>
            <a:custGeom>
              <a:avLst/>
              <a:ahLst/>
              <a:rect l="0" t="0" r="r" b="b"/>
              <a:pathLst>
                <a:path w="73" h="799">
                  <a:moveTo>
                    <a:pt x="0" y="799"/>
                  </a:moveTo>
                  <a:lnTo>
                    <a:pt x="36" y="799"/>
                  </a:lnTo>
                  <a:lnTo>
                    <a:pt x="73" y="799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7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49" name=""/>
            <p:cNvSpPr/>
            <p:nvPr/>
          </p:nvSpPr>
          <p:spPr>
            <a:xfrm rot="0">
              <a:off x="509" y="769"/>
              <a:ext cx="24" cy="266"/>
            </a:xfrm>
            <a:custGeom>
              <a:avLst/>
              <a:ahLst/>
              <a:rect l="0" t="0" r="r" b="b"/>
              <a:pathLst>
                <a:path w="73" h="799">
                  <a:moveTo>
                    <a:pt x="0" y="799"/>
                  </a:moveTo>
                  <a:lnTo>
                    <a:pt x="36" y="799"/>
                  </a:lnTo>
                  <a:lnTo>
                    <a:pt x="73" y="799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7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50" name=""/>
            <p:cNvSpPr/>
            <p:nvPr/>
          </p:nvSpPr>
          <p:spPr>
            <a:xfrm rot="0">
              <a:off x="509" y="757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51" name=""/>
            <p:cNvSpPr/>
            <p:nvPr/>
          </p:nvSpPr>
          <p:spPr>
            <a:xfrm rot="0">
              <a:off x="509" y="757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52" name=""/>
            <p:cNvSpPr/>
            <p:nvPr/>
          </p:nvSpPr>
          <p:spPr>
            <a:xfrm rot="0">
              <a:off x="939" y="556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53" name=""/>
            <p:cNvSpPr/>
            <p:nvPr/>
          </p:nvSpPr>
          <p:spPr>
            <a:xfrm rot="0">
              <a:off x="939" y="556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54" name=""/>
            <p:cNvSpPr/>
            <p:nvPr/>
          </p:nvSpPr>
          <p:spPr>
            <a:xfrm rot="0">
              <a:off x="939" y="568"/>
              <a:ext cx="24" cy="201"/>
            </a:xfrm>
            <a:custGeom>
              <a:avLst/>
              <a:ahLst/>
              <a:rect l="0" t="0" r="r" b="b"/>
              <a:pathLst>
                <a:path w="73" h="602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36" y="602"/>
                  </a:lnTo>
                  <a:lnTo>
                    <a:pt x="73" y="602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55" name=""/>
            <p:cNvSpPr/>
            <p:nvPr/>
          </p:nvSpPr>
          <p:spPr>
            <a:xfrm rot="0">
              <a:off x="939" y="568"/>
              <a:ext cx="24" cy="201"/>
            </a:xfrm>
            <a:custGeom>
              <a:avLst/>
              <a:ahLst/>
              <a:rect l="0" t="0" r="r" b="b"/>
              <a:pathLst>
                <a:path w="73" h="602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36" y="602"/>
                  </a:lnTo>
                  <a:lnTo>
                    <a:pt x="73" y="602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56" name=""/>
            <p:cNvSpPr/>
            <p:nvPr/>
          </p:nvSpPr>
          <p:spPr>
            <a:xfrm rot="0">
              <a:off x="939" y="769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57" name=""/>
            <p:cNvSpPr/>
            <p:nvPr/>
          </p:nvSpPr>
          <p:spPr>
            <a:xfrm rot="0">
              <a:off x="939" y="769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58" name=""/>
            <p:cNvSpPr/>
            <p:nvPr/>
          </p:nvSpPr>
          <p:spPr>
            <a:xfrm rot="0">
              <a:off x="951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59" name=""/>
            <p:cNvSpPr/>
            <p:nvPr/>
          </p:nvSpPr>
          <p:spPr>
            <a:xfrm rot="0">
              <a:off x="951" y="75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60" name=""/>
            <p:cNvSpPr/>
            <p:nvPr/>
          </p:nvSpPr>
          <p:spPr>
            <a:xfrm rot="0">
              <a:off x="747" y="757"/>
              <a:ext cx="204" cy="24"/>
            </a:xfrm>
            <a:custGeom>
              <a:avLst/>
              <a:ahLst/>
              <a:rect l="0" t="0" r="r" b="b"/>
              <a:pathLst>
                <a:path w="612" h="73">
                  <a:moveTo>
                    <a:pt x="612" y="73"/>
                  </a:moveTo>
                  <a:lnTo>
                    <a:pt x="612" y="37"/>
                  </a:lnTo>
                  <a:lnTo>
                    <a:pt x="61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12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61" name=""/>
            <p:cNvSpPr/>
            <p:nvPr/>
          </p:nvSpPr>
          <p:spPr>
            <a:xfrm rot="0">
              <a:off x="747" y="757"/>
              <a:ext cx="204" cy="24"/>
            </a:xfrm>
            <a:custGeom>
              <a:avLst/>
              <a:ahLst/>
              <a:rect l="0" t="0" r="r" b="b"/>
              <a:pathLst>
                <a:path w="612" h="73">
                  <a:moveTo>
                    <a:pt x="612" y="73"/>
                  </a:moveTo>
                  <a:lnTo>
                    <a:pt x="612" y="37"/>
                  </a:lnTo>
                  <a:lnTo>
                    <a:pt x="61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12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62" name=""/>
            <p:cNvSpPr/>
            <p:nvPr/>
          </p:nvSpPr>
          <p:spPr>
            <a:xfrm rot="0">
              <a:off x="735" y="75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63" name=""/>
            <p:cNvSpPr/>
            <p:nvPr/>
          </p:nvSpPr>
          <p:spPr>
            <a:xfrm rot="0">
              <a:off x="735" y="75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64" name=""/>
            <p:cNvSpPr/>
            <p:nvPr/>
          </p:nvSpPr>
          <p:spPr>
            <a:xfrm rot="0">
              <a:off x="735" y="1173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65" name=""/>
            <p:cNvSpPr/>
            <p:nvPr/>
          </p:nvSpPr>
          <p:spPr>
            <a:xfrm rot="0">
              <a:off x="735" y="1173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66" name=""/>
            <p:cNvSpPr/>
            <p:nvPr/>
          </p:nvSpPr>
          <p:spPr>
            <a:xfrm rot="0">
              <a:off x="735" y="769"/>
              <a:ext cx="24" cy="404"/>
            </a:xfrm>
            <a:custGeom>
              <a:avLst/>
              <a:ahLst/>
              <a:rect l="0" t="0" r="r" b="b"/>
              <a:pathLst>
                <a:path w="73" h="1212">
                  <a:moveTo>
                    <a:pt x="0" y="1212"/>
                  </a:moveTo>
                  <a:lnTo>
                    <a:pt x="36" y="1212"/>
                  </a:lnTo>
                  <a:lnTo>
                    <a:pt x="73" y="1212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12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67" name=""/>
            <p:cNvSpPr/>
            <p:nvPr/>
          </p:nvSpPr>
          <p:spPr>
            <a:xfrm rot="0">
              <a:off x="735" y="769"/>
              <a:ext cx="24" cy="404"/>
            </a:xfrm>
            <a:custGeom>
              <a:avLst/>
              <a:ahLst/>
              <a:rect l="0" t="0" r="r" b="b"/>
              <a:pathLst>
                <a:path w="73" h="1212">
                  <a:moveTo>
                    <a:pt x="0" y="1212"/>
                  </a:moveTo>
                  <a:lnTo>
                    <a:pt x="36" y="1212"/>
                  </a:lnTo>
                  <a:lnTo>
                    <a:pt x="73" y="1212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12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68" name=""/>
            <p:cNvSpPr/>
            <p:nvPr/>
          </p:nvSpPr>
          <p:spPr>
            <a:xfrm rot="0">
              <a:off x="735" y="757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69" name=""/>
            <p:cNvSpPr/>
            <p:nvPr/>
          </p:nvSpPr>
          <p:spPr>
            <a:xfrm rot="0">
              <a:off x="735" y="757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70" name=""/>
            <p:cNvSpPr/>
            <p:nvPr/>
          </p:nvSpPr>
          <p:spPr>
            <a:xfrm rot="0">
              <a:off x="1182" y="1173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71" name=""/>
            <p:cNvSpPr/>
            <p:nvPr/>
          </p:nvSpPr>
          <p:spPr>
            <a:xfrm rot="0">
              <a:off x="1182" y="1173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72" name=""/>
            <p:cNvSpPr/>
            <p:nvPr/>
          </p:nvSpPr>
          <p:spPr>
            <a:xfrm rot="0">
              <a:off x="1182" y="871"/>
              <a:ext cx="24" cy="302"/>
            </a:xfrm>
            <a:custGeom>
              <a:avLst/>
              <a:ahLst/>
              <a:rect l="0" t="0" r="r" b="b"/>
              <a:pathLst>
                <a:path w="73" h="907">
                  <a:moveTo>
                    <a:pt x="0" y="907"/>
                  </a:move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73" name=""/>
            <p:cNvSpPr/>
            <p:nvPr/>
          </p:nvSpPr>
          <p:spPr>
            <a:xfrm rot="0">
              <a:off x="1182" y="871"/>
              <a:ext cx="24" cy="302"/>
            </a:xfrm>
            <a:custGeom>
              <a:avLst/>
              <a:ahLst/>
              <a:rect l="0" t="0" r="r" b="b"/>
              <a:pathLst>
                <a:path w="73" h="907">
                  <a:moveTo>
                    <a:pt x="0" y="907"/>
                  </a:move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74" name=""/>
            <p:cNvSpPr/>
            <p:nvPr/>
          </p:nvSpPr>
          <p:spPr>
            <a:xfrm rot="0">
              <a:off x="1182" y="858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75" name=""/>
            <p:cNvSpPr/>
            <p:nvPr/>
          </p:nvSpPr>
          <p:spPr>
            <a:xfrm rot="0">
              <a:off x="1182" y="858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76" name=""/>
            <p:cNvSpPr/>
            <p:nvPr/>
          </p:nvSpPr>
          <p:spPr>
            <a:xfrm rot="0">
              <a:off x="1182" y="871"/>
              <a:ext cx="24" cy="11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77" name=""/>
            <p:cNvSpPr/>
            <p:nvPr/>
          </p:nvSpPr>
          <p:spPr>
            <a:xfrm rot="0">
              <a:off x="1182" y="871"/>
              <a:ext cx="24" cy="11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78" name=""/>
            <p:cNvSpPr/>
            <p:nvPr/>
          </p:nvSpPr>
          <p:spPr>
            <a:xfrm rot="0">
              <a:off x="1182" y="568"/>
              <a:ext cx="24" cy="303"/>
            </a:xfrm>
            <a:custGeom>
              <a:avLst/>
              <a:ahLst/>
              <a:rect l="0" t="0" r="r" b="b"/>
              <a:pathLst>
                <a:path w="73" h="907">
                  <a:moveTo>
                    <a:pt x="0" y="907"/>
                  </a:move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79" name=""/>
            <p:cNvSpPr/>
            <p:nvPr/>
          </p:nvSpPr>
          <p:spPr>
            <a:xfrm rot="0">
              <a:off x="1182" y="568"/>
              <a:ext cx="24" cy="303"/>
            </a:xfrm>
            <a:custGeom>
              <a:avLst/>
              <a:ahLst/>
              <a:rect l="0" t="0" r="r" b="b"/>
              <a:pathLst>
                <a:path w="73" h="907">
                  <a:moveTo>
                    <a:pt x="0" y="907"/>
                  </a:move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80" name=""/>
            <p:cNvSpPr/>
            <p:nvPr/>
          </p:nvSpPr>
          <p:spPr>
            <a:xfrm rot="0">
              <a:off x="1182" y="556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81" name=""/>
            <p:cNvSpPr/>
            <p:nvPr/>
          </p:nvSpPr>
          <p:spPr>
            <a:xfrm rot="0">
              <a:off x="1182" y="556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82" name=""/>
            <p:cNvSpPr/>
            <p:nvPr/>
          </p:nvSpPr>
          <p:spPr>
            <a:xfrm rot="0">
              <a:off x="509" y="1023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83" name=""/>
            <p:cNvSpPr/>
            <p:nvPr/>
          </p:nvSpPr>
          <p:spPr>
            <a:xfrm rot="0">
              <a:off x="509" y="1023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84" name=""/>
            <p:cNvSpPr/>
            <p:nvPr/>
          </p:nvSpPr>
          <p:spPr>
            <a:xfrm rot="0">
              <a:off x="521" y="1023"/>
              <a:ext cx="226" cy="24"/>
            </a:xfrm>
            <a:custGeom>
              <a:avLst/>
              <a:ahLst/>
              <a:rect l="0" t="0" r="r" b="b"/>
              <a:pathLst>
                <a:path w="678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678" y="73"/>
                  </a:ln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85" name=""/>
            <p:cNvSpPr/>
            <p:nvPr/>
          </p:nvSpPr>
          <p:spPr>
            <a:xfrm rot="0">
              <a:off x="521" y="1023"/>
              <a:ext cx="226" cy="24"/>
            </a:xfrm>
            <a:custGeom>
              <a:avLst/>
              <a:ahLst/>
              <a:rect l="0" t="0" r="r" b="b"/>
              <a:pathLst>
                <a:path w="678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678" y="73"/>
                  </a:ln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86" name=""/>
            <p:cNvSpPr/>
            <p:nvPr/>
          </p:nvSpPr>
          <p:spPr>
            <a:xfrm rot="0">
              <a:off x="747" y="1023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87" name=""/>
            <p:cNvSpPr/>
            <p:nvPr/>
          </p:nvSpPr>
          <p:spPr>
            <a:xfrm rot="0">
              <a:off x="747" y="1023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88" name=""/>
            <p:cNvSpPr/>
            <p:nvPr/>
          </p:nvSpPr>
          <p:spPr>
            <a:xfrm rot="0">
              <a:off x="1194" y="556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89" name=""/>
            <p:cNvSpPr/>
            <p:nvPr/>
          </p:nvSpPr>
          <p:spPr>
            <a:xfrm rot="0">
              <a:off x="1194" y="556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90" name=""/>
            <p:cNvSpPr/>
            <p:nvPr/>
          </p:nvSpPr>
          <p:spPr>
            <a:xfrm rot="0">
              <a:off x="951" y="556"/>
              <a:ext cx="243" cy="24"/>
            </a:xfrm>
            <a:custGeom>
              <a:avLst/>
              <a:ahLst/>
              <a:rect l="0" t="0" r="r" b="b"/>
              <a:pathLst>
                <a:path w="728" h="72">
                  <a:moveTo>
                    <a:pt x="728" y="72"/>
                  </a:moveTo>
                  <a:lnTo>
                    <a:pt x="728" y="37"/>
                  </a:lnTo>
                  <a:lnTo>
                    <a:pt x="72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728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91" name=""/>
            <p:cNvSpPr/>
            <p:nvPr/>
          </p:nvSpPr>
          <p:spPr>
            <a:xfrm rot="0">
              <a:off x="951" y="556"/>
              <a:ext cx="243" cy="24"/>
            </a:xfrm>
            <a:custGeom>
              <a:avLst/>
              <a:ahLst/>
              <a:rect l="0" t="0" r="r" b="b"/>
              <a:pathLst>
                <a:path w="728" h="72">
                  <a:moveTo>
                    <a:pt x="728" y="72"/>
                  </a:moveTo>
                  <a:lnTo>
                    <a:pt x="728" y="37"/>
                  </a:lnTo>
                  <a:lnTo>
                    <a:pt x="72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728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92" name=""/>
            <p:cNvSpPr/>
            <p:nvPr/>
          </p:nvSpPr>
          <p:spPr>
            <a:xfrm rot="0">
              <a:off x="939" y="556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93" name=""/>
            <p:cNvSpPr/>
            <p:nvPr/>
          </p:nvSpPr>
          <p:spPr>
            <a:xfrm rot="0">
              <a:off x="939" y="556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94" name=""/>
            <p:cNvSpPr/>
            <p:nvPr/>
          </p:nvSpPr>
          <p:spPr>
            <a:xfrm rot="0">
              <a:off x="735" y="116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95" name=""/>
            <p:cNvSpPr/>
            <p:nvPr/>
          </p:nvSpPr>
          <p:spPr>
            <a:xfrm rot="0">
              <a:off x="735" y="116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96" name=""/>
            <p:cNvSpPr/>
            <p:nvPr/>
          </p:nvSpPr>
          <p:spPr>
            <a:xfrm rot="0">
              <a:off x="747" y="1161"/>
              <a:ext cx="447" cy="24"/>
            </a:xfrm>
            <a:custGeom>
              <a:avLst/>
              <a:ahLst/>
              <a:rect l="0" t="0" r="r" b="b"/>
              <a:pathLst>
                <a:path w="1340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340" y="72"/>
                  </a:lnTo>
                  <a:lnTo>
                    <a:pt x="1340" y="37"/>
                  </a:lnTo>
                  <a:lnTo>
                    <a:pt x="134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97" name=""/>
            <p:cNvSpPr/>
            <p:nvPr/>
          </p:nvSpPr>
          <p:spPr>
            <a:xfrm rot="0">
              <a:off x="747" y="1161"/>
              <a:ext cx="447" cy="24"/>
            </a:xfrm>
            <a:custGeom>
              <a:avLst/>
              <a:ahLst/>
              <a:rect l="0" t="0" r="r" b="b"/>
              <a:pathLst>
                <a:path w="1340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340" y="72"/>
                  </a:lnTo>
                  <a:lnTo>
                    <a:pt x="1340" y="37"/>
                  </a:lnTo>
                  <a:lnTo>
                    <a:pt x="134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698" name=""/>
            <p:cNvSpPr/>
            <p:nvPr/>
          </p:nvSpPr>
          <p:spPr>
            <a:xfrm rot="0">
              <a:off x="1194" y="1161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699" name=""/>
            <p:cNvSpPr/>
            <p:nvPr/>
          </p:nvSpPr>
          <p:spPr>
            <a:xfrm rot="0">
              <a:off x="1194" y="1161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0" name=""/>
            <p:cNvSpPr/>
            <p:nvPr/>
          </p:nvSpPr>
          <p:spPr>
            <a:xfrm rot="0">
              <a:off x="1767" y="459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1" name=""/>
            <p:cNvSpPr/>
            <p:nvPr/>
          </p:nvSpPr>
          <p:spPr>
            <a:xfrm rot="0">
              <a:off x="1767" y="707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2" name=""/>
            <p:cNvSpPr/>
            <p:nvPr/>
          </p:nvSpPr>
          <p:spPr>
            <a:xfrm rot="0">
              <a:off x="1767" y="772"/>
              <a:ext cx="1" cy="19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3" name=""/>
            <p:cNvSpPr/>
            <p:nvPr/>
          </p:nvSpPr>
          <p:spPr>
            <a:xfrm rot="0">
              <a:off x="1767" y="1001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4" name=""/>
            <p:cNvSpPr/>
            <p:nvPr/>
          </p:nvSpPr>
          <p:spPr>
            <a:xfrm rot="0">
              <a:off x="1767" y="1067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5" name=""/>
            <p:cNvSpPr/>
            <p:nvPr/>
          </p:nvSpPr>
          <p:spPr>
            <a:xfrm rot="0">
              <a:off x="1356" y="871"/>
              <a:ext cx="2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6" name=""/>
            <p:cNvSpPr/>
            <p:nvPr/>
          </p:nvSpPr>
          <p:spPr>
            <a:xfrm rot="0">
              <a:off x="1604" y="871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7" name=""/>
            <p:cNvSpPr/>
            <p:nvPr/>
          </p:nvSpPr>
          <p:spPr>
            <a:xfrm rot="0">
              <a:off x="1669" y="871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8" name=""/>
            <p:cNvSpPr/>
            <p:nvPr/>
          </p:nvSpPr>
          <p:spPr>
            <a:xfrm rot="0">
              <a:off x="1898" y="871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09" name=""/>
            <p:cNvSpPr/>
            <p:nvPr/>
          </p:nvSpPr>
          <p:spPr>
            <a:xfrm rot="0">
              <a:off x="1963" y="871"/>
              <a:ext cx="2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0" name=""/>
            <p:cNvSpPr/>
            <p:nvPr/>
          </p:nvSpPr>
          <p:spPr>
            <a:xfrm rot="0">
              <a:off x="480" y="871"/>
              <a:ext cx="21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1" name=""/>
            <p:cNvSpPr/>
            <p:nvPr/>
          </p:nvSpPr>
          <p:spPr>
            <a:xfrm rot="0">
              <a:off x="728" y="871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2" name=""/>
            <p:cNvSpPr/>
            <p:nvPr/>
          </p:nvSpPr>
          <p:spPr>
            <a:xfrm rot="0">
              <a:off x="794" y="871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3" name=""/>
            <p:cNvSpPr/>
            <p:nvPr/>
          </p:nvSpPr>
          <p:spPr>
            <a:xfrm rot="0">
              <a:off x="1022" y="871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4" name=""/>
            <p:cNvSpPr/>
            <p:nvPr/>
          </p:nvSpPr>
          <p:spPr>
            <a:xfrm rot="0">
              <a:off x="1088" y="871"/>
              <a:ext cx="2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5" name=""/>
            <p:cNvSpPr/>
            <p:nvPr/>
          </p:nvSpPr>
          <p:spPr>
            <a:xfrm rot="0">
              <a:off x="480" y="1666"/>
              <a:ext cx="21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1" name=""/>
          <p:cNvGrpSpPr/>
          <p:nvPr/>
        </p:nvGrpSpPr>
        <p:grpSpPr>
          <a:xfrm rot="0">
            <a:off x="1155700" y="809625"/>
            <a:ext cx="6329362" cy="2490787"/>
            <a:chOff x="728" y="510"/>
            <a:chExt cx="3987" cy="1569"/>
          </a:xfrm>
        </p:grpSpPr>
        <p:sp>
          <p:nvSpPr>
            <p:cNvPr id="1070716" name=""/>
            <p:cNvSpPr/>
            <p:nvPr/>
          </p:nvSpPr>
          <p:spPr>
            <a:xfrm rot="0">
              <a:off x="728" y="1666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7" name=""/>
            <p:cNvSpPr/>
            <p:nvPr/>
          </p:nvSpPr>
          <p:spPr>
            <a:xfrm rot="0">
              <a:off x="794" y="1666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8" name=""/>
            <p:cNvSpPr/>
            <p:nvPr/>
          </p:nvSpPr>
          <p:spPr>
            <a:xfrm rot="0">
              <a:off x="1022" y="1666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19" name=""/>
            <p:cNvSpPr/>
            <p:nvPr/>
          </p:nvSpPr>
          <p:spPr>
            <a:xfrm rot="0">
              <a:off x="1088" y="1666"/>
              <a:ext cx="2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20" name=""/>
            <p:cNvSpPr/>
            <p:nvPr/>
          </p:nvSpPr>
          <p:spPr>
            <a:xfrm rot="0">
              <a:off x="4401" y="510"/>
              <a:ext cx="12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37"/>
                  </a:moveTo>
                  <a:lnTo>
                    <a:pt x="35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0721" name=""/>
            <p:cNvSpPr/>
            <p:nvPr/>
          </p:nvSpPr>
          <p:spPr>
            <a:xfrm rot="0">
              <a:off x="4401" y="510"/>
              <a:ext cx="12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22" name=""/>
            <p:cNvSpPr/>
            <p:nvPr/>
          </p:nvSpPr>
          <p:spPr>
            <a:xfrm rot="0">
              <a:off x="4413" y="510"/>
              <a:ext cx="281" cy="24"/>
            </a:xfrm>
            <a:custGeom>
              <a:avLst/>
              <a:ahLst/>
              <a:rect l="0" t="0" r="r" b="b"/>
              <a:pathLst>
                <a:path w="84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843" y="72"/>
                  </a:lnTo>
                  <a:lnTo>
                    <a:pt x="843" y="37"/>
                  </a:lnTo>
                  <a:lnTo>
                    <a:pt x="84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0723" name=""/>
            <p:cNvSpPr/>
            <p:nvPr/>
          </p:nvSpPr>
          <p:spPr>
            <a:xfrm rot="0">
              <a:off x="4413" y="510"/>
              <a:ext cx="281" cy="24"/>
            </a:xfrm>
            <a:custGeom>
              <a:avLst/>
              <a:ahLst/>
              <a:rect l="0" t="0" r="r" b="b"/>
              <a:pathLst>
                <a:path w="84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843" y="72"/>
                  </a:lnTo>
                  <a:lnTo>
                    <a:pt x="843" y="37"/>
                  </a:lnTo>
                  <a:lnTo>
                    <a:pt x="84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24" name=""/>
            <p:cNvSpPr/>
            <p:nvPr/>
          </p:nvSpPr>
          <p:spPr>
            <a:xfrm rot="0">
              <a:off x="4694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5" y="25"/>
                  </a:lnTo>
                  <a:lnTo>
                    <a:pt x="37" y="37"/>
                  </a:lnTo>
                  <a:lnTo>
                    <a:pt x="35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0725" name=""/>
            <p:cNvSpPr/>
            <p:nvPr/>
          </p:nvSpPr>
          <p:spPr>
            <a:xfrm rot="0">
              <a:off x="4694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5" y="25"/>
                  </a:lnTo>
                  <a:lnTo>
                    <a:pt x="37" y="37"/>
                  </a:lnTo>
                  <a:lnTo>
                    <a:pt x="35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26" name=""/>
            <p:cNvSpPr/>
            <p:nvPr/>
          </p:nvSpPr>
          <p:spPr>
            <a:xfrm rot="0">
              <a:off x="4409" y="999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0727" name=""/>
            <p:cNvSpPr/>
            <p:nvPr/>
          </p:nvSpPr>
          <p:spPr>
            <a:xfrm rot="0">
              <a:off x="4409" y="999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28" name=""/>
            <p:cNvSpPr/>
            <p:nvPr/>
          </p:nvSpPr>
          <p:spPr>
            <a:xfrm rot="0">
              <a:off x="4421" y="999"/>
              <a:ext cx="281" cy="24"/>
            </a:xfrm>
            <a:custGeom>
              <a:avLst/>
              <a:ahLst/>
              <a:rect l="0" t="0" r="r" b="b"/>
              <a:pathLst>
                <a:path w="843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843" y="73"/>
                  </a:lnTo>
                  <a:lnTo>
                    <a:pt x="843" y="37"/>
                  </a:lnTo>
                  <a:lnTo>
                    <a:pt x="84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0729" name=""/>
            <p:cNvSpPr/>
            <p:nvPr/>
          </p:nvSpPr>
          <p:spPr>
            <a:xfrm rot="0">
              <a:off x="4421" y="999"/>
              <a:ext cx="281" cy="24"/>
            </a:xfrm>
            <a:custGeom>
              <a:avLst/>
              <a:ahLst/>
              <a:rect l="0" t="0" r="r" b="b"/>
              <a:pathLst>
                <a:path w="843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843" y="73"/>
                  </a:lnTo>
                  <a:lnTo>
                    <a:pt x="843" y="37"/>
                  </a:lnTo>
                  <a:lnTo>
                    <a:pt x="84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0" name=""/>
            <p:cNvSpPr/>
            <p:nvPr/>
          </p:nvSpPr>
          <p:spPr>
            <a:xfrm rot="0">
              <a:off x="4702" y="999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0731" name=""/>
            <p:cNvSpPr/>
            <p:nvPr/>
          </p:nvSpPr>
          <p:spPr>
            <a:xfrm rot="0">
              <a:off x="4702" y="999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2" name=""/>
            <p:cNvSpPr/>
            <p:nvPr/>
          </p:nvSpPr>
          <p:spPr>
            <a:xfrm rot="0">
              <a:off x="3705" y="1842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3" name=""/>
            <p:cNvSpPr/>
            <p:nvPr/>
          </p:nvSpPr>
          <p:spPr>
            <a:xfrm rot="0">
              <a:off x="3705" y="1907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4" name=""/>
            <p:cNvSpPr/>
            <p:nvPr/>
          </p:nvSpPr>
          <p:spPr>
            <a:xfrm rot="0">
              <a:off x="3705" y="1980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5" name=""/>
            <p:cNvSpPr/>
            <p:nvPr/>
          </p:nvSpPr>
          <p:spPr>
            <a:xfrm rot="0">
              <a:off x="3358" y="1842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6" name=""/>
            <p:cNvSpPr/>
            <p:nvPr/>
          </p:nvSpPr>
          <p:spPr>
            <a:xfrm rot="0">
              <a:off x="3358" y="1907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7" name=""/>
            <p:cNvSpPr/>
            <p:nvPr/>
          </p:nvSpPr>
          <p:spPr>
            <a:xfrm rot="0">
              <a:off x="3358" y="1980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8" name=""/>
            <p:cNvSpPr/>
            <p:nvPr/>
          </p:nvSpPr>
          <p:spPr>
            <a:xfrm rot="0">
              <a:off x="3705" y="1405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39" name=""/>
            <p:cNvSpPr/>
            <p:nvPr/>
          </p:nvSpPr>
          <p:spPr>
            <a:xfrm rot="0">
              <a:off x="3705" y="14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0" name=""/>
            <p:cNvSpPr/>
            <p:nvPr/>
          </p:nvSpPr>
          <p:spPr>
            <a:xfrm rot="0">
              <a:off x="3705" y="154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1" name=""/>
            <p:cNvSpPr/>
            <p:nvPr/>
          </p:nvSpPr>
          <p:spPr>
            <a:xfrm rot="0">
              <a:off x="3358" y="1405"/>
              <a:ext cx="1" cy="4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2" name=""/>
            <p:cNvSpPr/>
            <p:nvPr/>
          </p:nvSpPr>
          <p:spPr>
            <a:xfrm rot="0">
              <a:off x="3358" y="14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3" name=""/>
            <p:cNvSpPr/>
            <p:nvPr/>
          </p:nvSpPr>
          <p:spPr>
            <a:xfrm rot="0">
              <a:off x="3358" y="154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4" name=""/>
            <p:cNvSpPr/>
            <p:nvPr/>
          </p:nvSpPr>
          <p:spPr>
            <a:xfrm rot="0">
              <a:off x="3391" y="2030"/>
              <a:ext cx="16" cy="23"/>
            </a:xfrm>
            <a:custGeom>
              <a:avLst/>
              <a:ahLst/>
              <a:rect l="0" t="0" r="r" b="b"/>
              <a:pathLst>
                <a:path w="48" h="69">
                  <a:moveTo>
                    <a:pt x="36" y="35"/>
                  </a:moveTo>
                  <a:lnTo>
                    <a:pt x="23" y="69"/>
                  </a:lnTo>
                  <a:lnTo>
                    <a:pt x="13" y="64"/>
                  </a:lnTo>
                  <a:lnTo>
                    <a:pt x="6" y="55"/>
                  </a:lnTo>
                  <a:lnTo>
                    <a:pt x="0" y="45"/>
                  </a:lnTo>
                  <a:lnTo>
                    <a:pt x="0" y="34"/>
                  </a:lnTo>
                  <a:lnTo>
                    <a:pt x="1" y="22"/>
                  </a:lnTo>
                  <a:lnTo>
                    <a:pt x="7" y="12"/>
                  </a:lnTo>
                  <a:lnTo>
                    <a:pt x="16" y="5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1"/>
                  </a:lnTo>
                  <a:lnTo>
                    <a:pt x="36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45" name=""/>
            <p:cNvSpPr/>
            <p:nvPr/>
          </p:nvSpPr>
          <p:spPr>
            <a:xfrm rot="0">
              <a:off x="3391" y="2030"/>
              <a:ext cx="16" cy="23"/>
            </a:xfrm>
            <a:custGeom>
              <a:avLst/>
              <a:ahLst/>
              <a:rect l="0" t="0" r="r" b="b"/>
              <a:pathLst>
                <a:path w="48" h="69">
                  <a:moveTo>
                    <a:pt x="23" y="69"/>
                  </a:moveTo>
                  <a:lnTo>
                    <a:pt x="13" y="64"/>
                  </a:lnTo>
                  <a:lnTo>
                    <a:pt x="6" y="55"/>
                  </a:lnTo>
                  <a:lnTo>
                    <a:pt x="0" y="45"/>
                  </a:lnTo>
                  <a:lnTo>
                    <a:pt x="0" y="34"/>
                  </a:lnTo>
                  <a:lnTo>
                    <a:pt x="1" y="22"/>
                  </a:lnTo>
                  <a:lnTo>
                    <a:pt x="7" y="12"/>
                  </a:lnTo>
                  <a:lnTo>
                    <a:pt x="16" y="5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6" name=""/>
            <p:cNvSpPr/>
            <p:nvPr/>
          </p:nvSpPr>
          <p:spPr>
            <a:xfrm rot="0">
              <a:off x="3399" y="2031"/>
              <a:ext cx="23" cy="28"/>
            </a:xfrm>
            <a:custGeom>
              <a:avLst/>
              <a:ahLst/>
              <a:rect l="0" t="0" r="r" b="b"/>
              <a:pathLst>
                <a:path w="69" h="85">
                  <a:moveTo>
                    <a:pt x="25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44" y="85"/>
                  </a:lnTo>
                  <a:lnTo>
                    <a:pt x="57" y="51"/>
                  </a:lnTo>
                  <a:lnTo>
                    <a:pt x="69" y="1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47" name=""/>
            <p:cNvSpPr/>
            <p:nvPr/>
          </p:nvSpPr>
          <p:spPr>
            <a:xfrm rot="0">
              <a:off x="3399" y="2031"/>
              <a:ext cx="23" cy="28"/>
            </a:xfrm>
            <a:custGeom>
              <a:avLst/>
              <a:ahLst/>
              <a:rect l="0" t="0" r="r" b="b"/>
              <a:pathLst>
                <a:path w="69" h="85">
                  <a:moveTo>
                    <a:pt x="25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44" y="85"/>
                  </a:lnTo>
                  <a:lnTo>
                    <a:pt x="57" y="51"/>
                  </a:lnTo>
                  <a:lnTo>
                    <a:pt x="69" y="17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48" name=""/>
            <p:cNvSpPr/>
            <p:nvPr/>
          </p:nvSpPr>
          <p:spPr>
            <a:xfrm rot="0">
              <a:off x="3413" y="2048"/>
              <a:ext cx="5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1" y="3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49" name=""/>
            <p:cNvSpPr/>
            <p:nvPr/>
          </p:nvSpPr>
          <p:spPr>
            <a:xfrm rot="0">
              <a:off x="3413" y="2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50" name=""/>
            <p:cNvSpPr/>
            <p:nvPr/>
          </p:nvSpPr>
          <p:spPr>
            <a:xfrm rot="0">
              <a:off x="3414" y="2036"/>
              <a:ext cx="22" cy="28"/>
            </a:xfrm>
            <a:custGeom>
              <a:avLst/>
              <a:ahLst/>
              <a:rect l="0" t="0" r="r" b="b"/>
              <a:pathLst>
                <a:path w="67" h="83">
                  <a:moveTo>
                    <a:pt x="23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44" y="83"/>
                  </a:lnTo>
                  <a:lnTo>
                    <a:pt x="56" y="48"/>
                  </a:lnTo>
                  <a:lnTo>
                    <a:pt x="67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51" name=""/>
            <p:cNvSpPr/>
            <p:nvPr/>
          </p:nvSpPr>
          <p:spPr>
            <a:xfrm rot="0">
              <a:off x="3414" y="2036"/>
              <a:ext cx="22" cy="28"/>
            </a:xfrm>
            <a:custGeom>
              <a:avLst/>
              <a:ahLst/>
              <a:rect l="0" t="0" r="r" b="b"/>
              <a:pathLst>
                <a:path w="67" h="83">
                  <a:moveTo>
                    <a:pt x="23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44" y="83"/>
                  </a:lnTo>
                  <a:lnTo>
                    <a:pt x="56" y="48"/>
                  </a:lnTo>
                  <a:lnTo>
                    <a:pt x="67" y="1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52" name=""/>
            <p:cNvSpPr/>
            <p:nvPr/>
          </p:nvSpPr>
          <p:spPr>
            <a:xfrm rot="0">
              <a:off x="3428" y="2052"/>
              <a:ext cx="4" cy="12"/>
            </a:xfrm>
            <a:custGeom>
              <a:avLst/>
              <a:ahLst/>
              <a:rect l="0" t="0" r="r" b="b"/>
              <a:pathLst>
                <a:path w="12" h="36">
                  <a:moveTo>
                    <a:pt x="12" y="0"/>
                  </a:moveTo>
                  <a:lnTo>
                    <a:pt x="0" y="35"/>
                  </a:lnTo>
                  <a:lnTo>
                    <a:pt x="3" y="36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53" name=""/>
            <p:cNvSpPr/>
            <p:nvPr/>
          </p:nvSpPr>
          <p:spPr>
            <a:xfrm rot="0">
              <a:off x="3428" y="20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54" name=""/>
            <p:cNvSpPr/>
            <p:nvPr/>
          </p:nvSpPr>
          <p:spPr>
            <a:xfrm rot="0">
              <a:off x="3429" y="2041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17" y="0"/>
                  </a:moveTo>
                  <a:lnTo>
                    <a:pt x="9" y="35"/>
                  </a:lnTo>
                  <a:lnTo>
                    <a:pt x="0" y="71"/>
                  </a:lnTo>
                  <a:lnTo>
                    <a:pt x="46" y="82"/>
                  </a:lnTo>
                  <a:lnTo>
                    <a:pt x="54" y="47"/>
                  </a:lnTo>
                  <a:lnTo>
                    <a:pt x="63" y="11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55" name=""/>
            <p:cNvSpPr/>
            <p:nvPr/>
          </p:nvSpPr>
          <p:spPr>
            <a:xfrm rot="0">
              <a:off x="3429" y="2041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17" y="0"/>
                  </a:moveTo>
                  <a:lnTo>
                    <a:pt x="9" y="35"/>
                  </a:lnTo>
                  <a:lnTo>
                    <a:pt x="0" y="71"/>
                  </a:lnTo>
                  <a:lnTo>
                    <a:pt x="46" y="82"/>
                  </a:lnTo>
                  <a:lnTo>
                    <a:pt x="54" y="47"/>
                  </a:lnTo>
                  <a:lnTo>
                    <a:pt x="63" y="11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56" name=""/>
            <p:cNvSpPr/>
            <p:nvPr/>
          </p:nvSpPr>
          <p:spPr>
            <a:xfrm rot="0">
              <a:off x="3445" y="2056"/>
              <a:ext cx="2" cy="12"/>
            </a:xfrm>
            <a:custGeom>
              <a:avLst/>
              <a:ahLst/>
              <a:rect l="0" t="0" r="r" b="b"/>
              <a:pathLst>
                <a:path w="8" h="35">
                  <a:moveTo>
                    <a:pt x="8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57" name=""/>
            <p:cNvSpPr/>
            <p:nvPr/>
          </p:nvSpPr>
          <p:spPr>
            <a:xfrm rot="0">
              <a:off x="3445" y="2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58" name=""/>
            <p:cNvSpPr/>
            <p:nvPr/>
          </p:nvSpPr>
          <p:spPr>
            <a:xfrm rot="0">
              <a:off x="3445" y="2044"/>
              <a:ext cx="20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44" y="81"/>
                  </a:lnTo>
                  <a:lnTo>
                    <a:pt x="53" y="46"/>
                  </a:lnTo>
                  <a:lnTo>
                    <a:pt x="61" y="10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59" name=""/>
            <p:cNvSpPr/>
            <p:nvPr/>
          </p:nvSpPr>
          <p:spPr>
            <a:xfrm rot="0">
              <a:off x="3445" y="2044"/>
              <a:ext cx="20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44" y="81"/>
                  </a:lnTo>
                  <a:lnTo>
                    <a:pt x="53" y="46"/>
                  </a:lnTo>
                  <a:lnTo>
                    <a:pt x="61" y="10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60" name=""/>
            <p:cNvSpPr/>
            <p:nvPr/>
          </p:nvSpPr>
          <p:spPr>
            <a:xfrm rot="0">
              <a:off x="3459" y="2060"/>
              <a:ext cx="3" cy="11"/>
            </a:xfrm>
            <a:custGeom>
              <a:avLst/>
              <a:ahLst/>
              <a:rect l="0" t="0" r="r" b="b"/>
              <a:pathLst>
                <a:path w="9" h="35">
                  <a:moveTo>
                    <a:pt x="9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61" name=""/>
            <p:cNvSpPr/>
            <p:nvPr/>
          </p:nvSpPr>
          <p:spPr>
            <a:xfrm rot="0">
              <a:off x="3459" y="20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62" name=""/>
            <p:cNvSpPr/>
            <p:nvPr/>
          </p:nvSpPr>
          <p:spPr>
            <a:xfrm rot="0">
              <a:off x="3460" y="2048"/>
              <a:ext cx="20" cy="26"/>
            </a:xfrm>
            <a:custGeom>
              <a:avLst/>
              <a:ahLst/>
              <a:rect l="0" t="0" r="r" b="b"/>
              <a:pathLst>
                <a:path w="62" h="80">
                  <a:moveTo>
                    <a:pt x="15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47" y="80"/>
                  </a:lnTo>
                  <a:lnTo>
                    <a:pt x="55" y="44"/>
                  </a:lnTo>
                  <a:lnTo>
                    <a:pt x="62" y="9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63" name=""/>
            <p:cNvSpPr/>
            <p:nvPr/>
          </p:nvSpPr>
          <p:spPr>
            <a:xfrm rot="0">
              <a:off x="3460" y="2048"/>
              <a:ext cx="20" cy="26"/>
            </a:xfrm>
            <a:custGeom>
              <a:avLst/>
              <a:ahLst/>
              <a:rect l="0" t="0" r="r" b="b"/>
              <a:pathLst>
                <a:path w="62" h="80">
                  <a:moveTo>
                    <a:pt x="15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47" y="80"/>
                  </a:lnTo>
                  <a:lnTo>
                    <a:pt x="55" y="44"/>
                  </a:lnTo>
                  <a:lnTo>
                    <a:pt x="62" y="9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64" name=""/>
            <p:cNvSpPr/>
            <p:nvPr/>
          </p:nvSpPr>
          <p:spPr>
            <a:xfrm rot="0">
              <a:off x="3475" y="2062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8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65" name=""/>
            <p:cNvSpPr/>
            <p:nvPr/>
          </p:nvSpPr>
          <p:spPr>
            <a:xfrm rot="0">
              <a:off x="3475" y="20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66" name=""/>
            <p:cNvSpPr/>
            <p:nvPr/>
          </p:nvSpPr>
          <p:spPr>
            <a:xfrm rot="0">
              <a:off x="3476" y="2051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9" y="0"/>
                  </a:moveTo>
                  <a:lnTo>
                    <a:pt x="5" y="35"/>
                  </a:lnTo>
                  <a:lnTo>
                    <a:pt x="0" y="71"/>
                  </a:lnTo>
                  <a:lnTo>
                    <a:pt x="46" y="77"/>
                  </a:lnTo>
                  <a:lnTo>
                    <a:pt x="50" y="41"/>
                  </a:lnTo>
                  <a:lnTo>
                    <a:pt x="54" y="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67" name=""/>
            <p:cNvSpPr/>
            <p:nvPr/>
          </p:nvSpPr>
          <p:spPr>
            <a:xfrm rot="0">
              <a:off x="3476" y="2051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9" y="0"/>
                  </a:moveTo>
                  <a:lnTo>
                    <a:pt x="5" y="35"/>
                  </a:lnTo>
                  <a:lnTo>
                    <a:pt x="0" y="71"/>
                  </a:lnTo>
                  <a:lnTo>
                    <a:pt x="46" y="77"/>
                  </a:lnTo>
                  <a:lnTo>
                    <a:pt x="50" y="41"/>
                  </a:lnTo>
                  <a:lnTo>
                    <a:pt x="54" y="5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68" name=""/>
            <p:cNvSpPr/>
            <p:nvPr/>
          </p:nvSpPr>
          <p:spPr>
            <a:xfrm rot="0">
              <a:off x="3492" y="2064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4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69" name=""/>
            <p:cNvSpPr/>
            <p:nvPr/>
          </p:nvSpPr>
          <p:spPr>
            <a:xfrm rot="0">
              <a:off x="3492" y="20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70" name=""/>
            <p:cNvSpPr/>
            <p:nvPr/>
          </p:nvSpPr>
          <p:spPr>
            <a:xfrm rot="0">
              <a:off x="3492" y="2052"/>
              <a:ext cx="17" cy="26"/>
            </a:xfrm>
            <a:custGeom>
              <a:avLst/>
              <a:ahLst/>
              <a:rect l="0" t="0" r="r" b="b"/>
              <a:pathLst>
                <a:path w="51" h="76">
                  <a:moveTo>
                    <a:pt x="6" y="0"/>
                  </a:moveTo>
                  <a:lnTo>
                    <a:pt x="3" y="36"/>
                  </a:lnTo>
                  <a:lnTo>
                    <a:pt x="0" y="72"/>
                  </a:lnTo>
                  <a:lnTo>
                    <a:pt x="46" y="76"/>
                  </a:lnTo>
                  <a:lnTo>
                    <a:pt x="49" y="40"/>
                  </a:lnTo>
                  <a:lnTo>
                    <a:pt x="51" y="5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71" name=""/>
            <p:cNvSpPr/>
            <p:nvPr/>
          </p:nvSpPr>
          <p:spPr>
            <a:xfrm rot="0">
              <a:off x="3492" y="2052"/>
              <a:ext cx="17" cy="26"/>
            </a:xfrm>
            <a:custGeom>
              <a:avLst/>
              <a:ahLst/>
              <a:rect l="0" t="0" r="r" b="b"/>
              <a:pathLst>
                <a:path w="51" h="76">
                  <a:moveTo>
                    <a:pt x="6" y="0"/>
                  </a:moveTo>
                  <a:lnTo>
                    <a:pt x="3" y="36"/>
                  </a:lnTo>
                  <a:lnTo>
                    <a:pt x="0" y="72"/>
                  </a:lnTo>
                  <a:lnTo>
                    <a:pt x="46" y="76"/>
                  </a:lnTo>
                  <a:lnTo>
                    <a:pt x="49" y="40"/>
                  </a:lnTo>
                  <a:lnTo>
                    <a:pt x="51" y="5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72" name=""/>
            <p:cNvSpPr/>
            <p:nvPr/>
          </p:nvSpPr>
          <p:spPr>
            <a:xfrm rot="0">
              <a:off x="3507" y="2066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73" name=""/>
            <p:cNvSpPr/>
            <p:nvPr/>
          </p:nvSpPr>
          <p:spPr>
            <a:xfrm rot="0">
              <a:off x="3507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74" name=""/>
            <p:cNvSpPr/>
            <p:nvPr/>
          </p:nvSpPr>
          <p:spPr>
            <a:xfrm rot="0">
              <a:off x="3508" y="2054"/>
              <a:ext cx="16" cy="24"/>
            </a:xfrm>
            <a:custGeom>
              <a:avLst/>
              <a:ahLst/>
              <a:rect l="0" t="0" r="r" b="b"/>
              <a:pathLst>
                <a:path w="50" h="72">
                  <a:moveTo>
                    <a:pt x="3" y="0"/>
                  </a:moveTo>
                  <a:lnTo>
                    <a:pt x="2" y="35"/>
                  </a:lnTo>
                  <a:lnTo>
                    <a:pt x="0" y="71"/>
                  </a:lnTo>
                  <a:lnTo>
                    <a:pt x="47" y="72"/>
                  </a:lnTo>
                  <a:lnTo>
                    <a:pt x="49" y="37"/>
                  </a:lnTo>
                  <a:lnTo>
                    <a:pt x="50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75" name=""/>
            <p:cNvSpPr/>
            <p:nvPr/>
          </p:nvSpPr>
          <p:spPr>
            <a:xfrm rot="0">
              <a:off x="3508" y="2054"/>
              <a:ext cx="16" cy="24"/>
            </a:xfrm>
            <a:custGeom>
              <a:avLst/>
              <a:ahLst/>
              <a:rect l="0" t="0" r="r" b="b"/>
              <a:pathLst>
                <a:path w="50" h="72">
                  <a:moveTo>
                    <a:pt x="3" y="0"/>
                  </a:moveTo>
                  <a:lnTo>
                    <a:pt x="2" y="35"/>
                  </a:lnTo>
                  <a:lnTo>
                    <a:pt x="0" y="71"/>
                  </a:lnTo>
                  <a:lnTo>
                    <a:pt x="47" y="72"/>
                  </a:lnTo>
                  <a:lnTo>
                    <a:pt x="49" y="37"/>
                  </a:lnTo>
                  <a:lnTo>
                    <a:pt x="50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76" name=""/>
            <p:cNvSpPr/>
            <p:nvPr/>
          </p:nvSpPr>
          <p:spPr>
            <a:xfrm rot="0">
              <a:off x="3523" y="2066"/>
              <a:ext cx="1" cy="12"/>
            </a:xfrm>
            <a:custGeom>
              <a:avLst/>
              <a:ahLst/>
              <a:rect l="0" t="0" r="r" b="b"/>
              <a:pathLst>
                <a:path w="2" h="35">
                  <a:moveTo>
                    <a:pt x="2" y="0"/>
                  </a:moveTo>
                  <a:lnTo>
                    <a:pt x="0" y="35"/>
                  </a:lnTo>
                  <a:lnTo>
                    <a:pt x="2" y="3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77" name=""/>
            <p:cNvSpPr/>
            <p:nvPr/>
          </p:nvSpPr>
          <p:spPr>
            <a:xfrm rot="0">
              <a:off x="3523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78" name=""/>
            <p:cNvSpPr/>
            <p:nvPr/>
          </p:nvSpPr>
          <p:spPr>
            <a:xfrm rot="0">
              <a:off x="3524" y="2054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7" y="72"/>
                  </a:lnTo>
                  <a:lnTo>
                    <a:pt x="47" y="37"/>
                  </a:lnTo>
                  <a:lnTo>
                    <a:pt x="4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79" name=""/>
            <p:cNvSpPr/>
            <p:nvPr/>
          </p:nvSpPr>
          <p:spPr>
            <a:xfrm rot="0">
              <a:off x="3524" y="2054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7" y="72"/>
                  </a:lnTo>
                  <a:lnTo>
                    <a:pt x="47" y="37"/>
                  </a:lnTo>
                  <a:lnTo>
                    <a:pt x="4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80" name=""/>
            <p:cNvSpPr/>
            <p:nvPr/>
          </p:nvSpPr>
          <p:spPr>
            <a:xfrm rot="0">
              <a:off x="3540" y="2066"/>
              <a:ext cx="1" cy="12"/>
            </a:xfrm>
            <a:custGeom>
              <a:avLst/>
              <a:ahLst/>
              <a:rect l="0" t="0" r="r" b="b"/>
              <a:pathLst>
                <a:path w="1" h="35">
                  <a:moveTo>
                    <a:pt x="0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81" name=""/>
            <p:cNvSpPr/>
            <p:nvPr/>
          </p:nvSpPr>
          <p:spPr>
            <a:xfrm rot="0">
              <a:off x="3540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82" name=""/>
            <p:cNvSpPr/>
            <p:nvPr/>
          </p:nvSpPr>
          <p:spPr>
            <a:xfrm rot="0">
              <a:off x="3539" y="2054"/>
              <a:ext cx="16" cy="24"/>
            </a:xfrm>
            <a:custGeom>
              <a:avLst/>
              <a:ahLst/>
              <a:rect l="0" t="0" r="r" b="b"/>
              <a:pathLst>
                <a:path w="49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9" y="71"/>
                  </a:lnTo>
                  <a:lnTo>
                    <a:pt x="47" y="35"/>
                  </a:lnTo>
                  <a:lnTo>
                    <a:pt x="4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83" name=""/>
            <p:cNvSpPr/>
            <p:nvPr/>
          </p:nvSpPr>
          <p:spPr>
            <a:xfrm rot="0">
              <a:off x="3539" y="2054"/>
              <a:ext cx="16" cy="24"/>
            </a:xfrm>
            <a:custGeom>
              <a:avLst/>
              <a:ahLst/>
              <a:rect l="0" t="0" r="r" b="b"/>
              <a:pathLst>
                <a:path w="49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9" y="71"/>
                  </a:lnTo>
                  <a:lnTo>
                    <a:pt x="47" y="35"/>
                  </a:lnTo>
                  <a:lnTo>
                    <a:pt x="46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84" name=""/>
            <p:cNvSpPr/>
            <p:nvPr/>
          </p:nvSpPr>
          <p:spPr>
            <a:xfrm rot="0">
              <a:off x="3555" y="2066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0"/>
                  </a:moveTo>
                  <a:lnTo>
                    <a:pt x="2" y="36"/>
                  </a:lnTo>
                  <a:lnTo>
                    <a:pt x="3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85" name=""/>
            <p:cNvSpPr/>
            <p:nvPr/>
          </p:nvSpPr>
          <p:spPr>
            <a:xfrm rot="0">
              <a:off x="3555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86" name=""/>
            <p:cNvSpPr/>
            <p:nvPr/>
          </p:nvSpPr>
          <p:spPr>
            <a:xfrm rot="0">
              <a:off x="3554" y="2052"/>
              <a:ext cx="17" cy="26"/>
            </a:xfrm>
            <a:custGeom>
              <a:avLst/>
              <a:ahLst/>
              <a:rect l="0" t="0" r="r" b="b"/>
              <a:pathLst>
                <a:path w="53" h="76">
                  <a:moveTo>
                    <a:pt x="0" y="5"/>
                  </a:moveTo>
                  <a:lnTo>
                    <a:pt x="3" y="40"/>
                  </a:lnTo>
                  <a:lnTo>
                    <a:pt x="6" y="76"/>
                  </a:lnTo>
                  <a:lnTo>
                    <a:pt x="53" y="72"/>
                  </a:lnTo>
                  <a:lnTo>
                    <a:pt x="50" y="36"/>
                  </a:lnTo>
                  <a:lnTo>
                    <a:pt x="47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87" name=""/>
            <p:cNvSpPr/>
            <p:nvPr/>
          </p:nvSpPr>
          <p:spPr>
            <a:xfrm rot="0">
              <a:off x="3554" y="2052"/>
              <a:ext cx="17" cy="26"/>
            </a:xfrm>
            <a:custGeom>
              <a:avLst/>
              <a:ahLst/>
              <a:rect l="0" t="0" r="r" b="b"/>
              <a:pathLst>
                <a:path w="53" h="76">
                  <a:moveTo>
                    <a:pt x="0" y="5"/>
                  </a:moveTo>
                  <a:lnTo>
                    <a:pt x="3" y="40"/>
                  </a:lnTo>
                  <a:lnTo>
                    <a:pt x="6" y="76"/>
                  </a:lnTo>
                  <a:lnTo>
                    <a:pt x="53" y="72"/>
                  </a:lnTo>
                  <a:lnTo>
                    <a:pt x="50" y="36"/>
                  </a:lnTo>
                  <a:lnTo>
                    <a:pt x="47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88" name=""/>
            <p:cNvSpPr/>
            <p:nvPr/>
          </p:nvSpPr>
          <p:spPr>
            <a:xfrm rot="0">
              <a:off x="3570" y="2064"/>
              <a:ext cx="2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0"/>
                  </a:moveTo>
                  <a:lnTo>
                    <a:pt x="3" y="36"/>
                  </a:lnTo>
                  <a:lnTo>
                    <a:pt x="4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89" name=""/>
            <p:cNvSpPr/>
            <p:nvPr/>
          </p:nvSpPr>
          <p:spPr>
            <a:xfrm rot="0">
              <a:off x="3571" y="20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90" name=""/>
            <p:cNvSpPr/>
            <p:nvPr/>
          </p:nvSpPr>
          <p:spPr>
            <a:xfrm rot="0">
              <a:off x="3569" y="2051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0" y="5"/>
                  </a:moveTo>
                  <a:lnTo>
                    <a:pt x="4" y="41"/>
                  </a:lnTo>
                  <a:lnTo>
                    <a:pt x="8" y="77"/>
                  </a:lnTo>
                  <a:lnTo>
                    <a:pt x="54" y="71"/>
                  </a:lnTo>
                  <a:lnTo>
                    <a:pt x="50" y="35"/>
                  </a:lnTo>
                  <a:lnTo>
                    <a:pt x="45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91" name=""/>
            <p:cNvSpPr/>
            <p:nvPr/>
          </p:nvSpPr>
          <p:spPr>
            <a:xfrm rot="0">
              <a:off x="3569" y="2051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0" y="5"/>
                  </a:moveTo>
                  <a:lnTo>
                    <a:pt x="4" y="41"/>
                  </a:lnTo>
                  <a:lnTo>
                    <a:pt x="8" y="77"/>
                  </a:lnTo>
                  <a:lnTo>
                    <a:pt x="54" y="71"/>
                  </a:lnTo>
                  <a:lnTo>
                    <a:pt x="50" y="35"/>
                  </a:lnTo>
                  <a:lnTo>
                    <a:pt x="45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92" name=""/>
            <p:cNvSpPr/>
            <p:nvPr/>
          </p:nvSpPr>
          <p:spPr>
            <a:xfrm rot="0">
              <a:off x="3586" y="2062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0" y="0"/>
                  </a:moveTo>
                  <a:lnTo>
                    <a:pt x="4" y="36"/>
                  </a:lnTo>
                  <a:lnTo>
                    <a:pt x="7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93" name=""/>
            <p:cNvSpPr/>
            <p:nvPr/>
          </p:nvSpPr>
          <p:spPr>
            <a:xfrm rot="0">
              <a:off x="3587" y="20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94" name=""/>
            <p:cNvSpPr/>
            <p:nvPr/>
          </p:nvSpPr>
          <p:spPr>
            <a:xfrm rot="0">
              <a:off x="3583" y="2048"/>
              <a:ext cx="20" cy="26"/>
            </a:xfrm>
            <a:custGeom>
              <a:avLst/>
              <a:ahLst/>
              <a:rect l="0" t="0" r="r" b="b"/>
              <a:pathLst>
                <a:path w="59" h="80">
                  <a:moveTo>
                    <a:pt x="0" y="9"/>
                  </a:moveTo>
                  <a:lnTo>
                    <a:pt x="7" y="44"/>
                  </a:lnTo>
                  <a:lnTo>
                    <a:pt x="14" y="80"/>
                  </a:lnTo>
                  <a:lnTo>
                    <a:pt x="59" y="71"/>
                  </a:lnTo>
                  <a:lnTo>
                    <a:pt x="52" y="36"/>
                  </a:lnTo>
                  <a:lnTo>
                    <a:pt x="4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95" name=""/>
            <p:cNvSpPr/>
            <p:nvPr/>
          </p:nvSpPr>
          <p:spPr>
            <a:xfrm rot="0">
              <a:off x="3583" y="2048"/>
              <a:ext cx="20" cy="26"/>
            </a:xfrm>
            <a:custGeom>
              <a:avLst/>
              <a:ahLst/>
              <a:rect l="0" t="0" r="r" b="b"/>
              <a:pathLst>
                <a:path w="59" h="80">
                  <a:moveTo>
                    <a:pt x="0" y="9"/>
                  </a:moveTo>
                  <a:lnTo>
                    <a:pt x="7" y="44"/>
                  </a:lnTo>
                  <a:lnTo>
                    <a:pt x="14" y="80"/>
                  </a:lnTo>
                  <a:lnTo>
                    <a:pt x="59" y="71"/>
                  </a:lnTo>
                  <a:lnTo>
                    <a:pt x="52" y="36"/>
                  </a:lnTo>
                  <a:lnTo>
                    <a:pt x="45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96" name=""/>
            <p:cNvSpPr/>
            <p:nvPr/>
          </p:nvSpPr>
          <p:spPr>
            <a:xfrm rot="0">
              <a:off x="3601" y="2060"/>
              <a:ext cx="2" cy="11"/>
            </a:xfrm>
            <a:custGeom>
              <a:avLst/>
              <a:ahLst/>
              <a:rect l="0" t="0" r="r" b="b"/>
              <a:pathLst>
                <a:path w="7" h="35">
                  <a:moveTo>
                    <a:pt x="0" y="0"/>
                  </a:moveTo>
                  <a:lnTo>
                    <a:pt x="7" y="35"/>
                  </a:lnTo>
                  <a:lnTo>
                    <a:pt x="7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97" name=""/>
            <p:cNvSpPr/>
            <p:nvPr/>
          </p:nvSpPr>
          <p:spPr>
            <a:xfrm rot="0">
              <a:off x="3603" y="20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798" name=""/>
            <p:cNvSpPr/>
            <p:nvPr/>
          </p:nvSpPr>
          <p:spPr>
            <a:xfrm rot="0">
              <a:off x="3598" y="2044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0" y="10"/>
                  </a:moveTo>
                  <a:lnTo>
                    <a:pt x="7" y="46"/>
                  </a:lnTo>
                  <a:lnTo>
                    <a:pt x="14" y="81"/>
                  </a:lnTo>
                  <a:lnTo>
                    <a:pt x="60" y="71"/>
                  </a:lnTo>
                  <a:lnTo>
                    <a:pt x="53" y="36"/>
                  </a:lnTo>
                  <a:lnTo>
                    <a:pt x="46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799" name=""/>
            <p:cNvSpPr/>
            <p:nvPr/>
          </p:nvSpPr>
          <p:spPr>
            <a:xfrm rot="0">
              <a:off x="3598" y="2044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0" y="10"/>
                  </a:moveTo>
                  <a:lnTo>
                    <a:pt x="7" y="46"/>
                  </a:lnTo>
                  <a:lnTo>
                    <a:pt x="14" y="81"/>
                  </a:lnTo>
                  <a:lnTo>
                    <a:pt x="60" y="71"/>
                  </a:lnTo>
                  <a:lnTo>
                    <a:pt x="53" y="36"/>
                  </a:lnTo>
                  <a:lnTo>
                    <a:pt x="46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00" name=""/>
            <p:cNvSpPr/>
            <p:nvPr/>
          </p:nvSpPr>
          <p:spPr>
            <a:xfrm rot="0">
              <a:off x="3616" y="2056"/>
              <a:ext cx="3" cy="12"/>
            </a:xfrm>
            <a:custGeom>
              <a:avLst/>
              <a:ahLst/>
              <a:rect l="0" t="0" r="r" b="b"/>
              <a:pathLst>
                <a:path w="8" h="35">
                  <a:moveTo>
                    <a:pt x="0" y="0"/>
                  </a:moveTo>
                  <a:lnTo>
                    <a:pt x="7" y="35"/>
                  </a:lnTo>
                  <a:lnTo>
                    <a:pt x="8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01" name=""/>
            <p:cNvSpPr/>
            <p:nvPr/>
          </p:nvSpPr>
          <p:spPr>
            <a:xfrm rot="0">
              <a:off x="3618" y="20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02" name=""/>
            <p:cNvSpPr/>
            <p:nvPr/>
          </p:nvSpPr>
          <p:spPr>
            <a:xfrm rot="0">
              <a:off x="3613" y="2041"/>
              <a:ext cx="21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0" y="11"/>
                  </a:moveTo>
                  <a:lnTo>
                    <a:pt x="9" y="47"/>
                  </a:lnTo>
                  <a:lnTo>
                    <a:pt x="17" y="82"/>
                  </a:lnTo>
                  <a:lnTo>
                    <a:pt x="62" y="71"/>
                  </a:lnTo>
                  <a:lnTo>
                    <a:pt x="53" y="35"/>
                  </a:lnTo>
                  <a:lnTo>
                    <a:pt x="4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03" name=""/>
            <p:cNvSpPr/>
            <p:nvPr/>
          </p:nvSpPr>
          <p:spPr>
            <a:xfrm rot="0">
              <a:off x="3613" y="2041"/>
              <a:ext cx="21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0" y="11"/>
                  </a:moveTo>
                  <a:lnTo>
                    <a:pt x="9" y="47"/>
                  </a:lnTo>
                  <a:lnTo>
                    <a:pt x="17" y="82"/>
                  </a:lnTo>
                  <a:lnTo>
                    <a:pt x="62" y="71"/>
                  </a:lnTo>
                  <a:lnTo>
                    <a:pt x="53" y="35"/>
                  </a:lnTo>
                  <a:lnTo>
                    <a:pt x="44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04" name=""/>
            <p:cNvSpPr/>
            <p:nvPr/>
          </p:nvSpPr>
          <p:spPr>
            <a:xfrm rot="0">
              <a:off x="3631" y="2052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0"/>
                  </a:moveTo>
                  <a:lnTo>
                    <a:pt x="9" y="36"/>
                  </a:lnTo>
                  <a:lnTo>
                    <a:pt x="11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05" name=""/>
            <p:cNvSpPr/>
            <p:nvPr/>
          </p:nvSpPr>
          <p:spPr>
            <a:xfrm rot="0" flipV="1">
              <a:off x="3634" y="20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06" name=""/>
            <p:cNvSpPr/>
            <p:nvPr/>
          </p:nvSpPr>
          <p:spPr>
            <a:xfrm rot="0">
              <a:off x="3627" y="2036"/>
              <a:ext cx="23" cy="28"/>
            </a:xfrm>
            <a:custGeom>
              <a:avLst/>
              <a:ahLst/>
              <a:rect l="0" t="0" r="r" b="b"/>
              <a:pathLst>
                <a:path w="68" h="83">
                  <a:moveTo>
                    <a:pt x="0" y="14"/>
                  </a:moveTo>
                  <a:lnTo>
                    <a:pt x="11" y="48"/>
                  </a:lnTo>
                  <a:lnTo>
                    <a:pt x="22" y="83"/>
                  </a:lnTo>
                  <a:lnTo>
                    <a:pt x="68" y="68"/>
                  </a:lnTo>
                  <a:lnTo>
                    <a:pt x="57" y="34"/>
                  </a:lnTo>
                  <a:lnTo>
                    <a:pt x="45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07" name=""/>
            <p:cNvSpPr/>
            <p:nvPr/>
          </p:nvSpPr>
          <p:spPr>
            <a:xfrm rot="0">
              <a:off x="3627" y="2036"/>
              <a:ext cx="23" cy="28"/>
            </a:xfrm>
            <a:custGeom>
              <a:avLst/>
              <a:ahLst/>
              <a:rect l="0" t="0" r="r" b="b"/>
              <a:pathLst>
                <a:path w="68" h="83">
                  <a:moveTo>
                    <a:pt x="0" y="14"/>
                  </a:moveTo>
                  <a:lnTo>
                    <a:pt x="11" y="48"/>
                  </a:lnTo>
                  <a:lnTo>
                    <a:pt x="22" y="83"/>
                  </a:lnTo>
                  <a:lnTo>
                    <a:pt x="68" y="68"/>
                  </a:lnTo>
                  <a:lnTo>
                    <a:pt x="57" y="34"/>
                  </a:lnTo>
                  <a:lnTo>
                    <a:pt x="45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08" name=""/>
            <p:cNvSpPr/>
            <p:nvPr/>
          </p:nvSpPr>
          <p:spPr>
            <a:xfrm rot="0">
              <a:off x="3646" y="2048"/>
              <a:ext cx="4" cy="11"/>
            </a:xfrm>
            <a:custGeom>
              <a:avLst/>
              <a:ahLst/>
              <a:rect l="0" t="0" r="r" b="b"/>
              <a:pathLst>
                <a:path w="12" h="34">
                  <a:moveTo>
                    <a:pt x="0" y="0"/>
                  </a:moveTo>
                  <a:lnTo>
                    <a:pt x="11" y="34"/>
                  </a:lnTo>
                  <a:lnTo>
                    <a:pt x="12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09" name=""/>
            <p:cNvSpPr/>
            <p:nvPr/>
          </p:nvSpPr>
          <p:spPr>
            <a:xfrm rot="0">
              <a:off x="3650" y="2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10" name=""/>
            <p:cNvSpPr/>
            <p:nvPr/>
          </p:nvSpPr>
          <p:spPr>
            <a:xfrm rot="0">
              <a:off x="3642" y="2031"/>
              <a:ext cx="22" cy="28"/>
            </a:xfrm>
            <a:custGeom>
              <a:avLst/>
              <a:ahLst/>
              <a:rect l="0" t="0" r="r" b="b"/>
              <a:pathLst>
                <a:path w="68" h="85">
                  <a:moveTo>
                    <a:pt x="0" y="17"/>
                  </a:moveTo>
                  <a:lnTo>
                    <a:pt x="13" y="51"/>
                  </a:lnTo>
                  <a:lnTo>
                    <a:pt x="25" y="85"/>
                  </a:lnTo>
                  <a:lnTo>
                    <a:pt x="68" y="68"/>
                  </a:lnTo>
                  <a:lnTo>
                    <a:pt x="55" y="34"/>
                  </a:lnTo>
                  <a:lnTo>
                    <a:pt x="42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11" name=""/>
            <p:cNvSpPr/>
            <p:nvPr/>
          </p:nvSpPr>
          <p:spPr>
            <a:xfrm rot="0">
              <a:off x="3642" y="2031"/>
              <a:ext cx="22" cy="28"/>
            </a:xfrm>
            <a:custGeom>
              <a:avLst/>
              <a:ahLst/>
              <a:rect l="0" t="0" r="r" b="b"/>
              <a:pathLst>
                <a:path w="68" h="85">
                  <a:moveTo>
                    <a:pt x="0" y="17"/>
                  </a:moveTo>
                  <a:lnTo>
                    <a:pt x="13" y="51"/>
                  </a:lnTo>
                  <a:lnTo>
                    <a:pt x="25" y="85"/>
                  </a:lnTo>
                  <a:lnTo>
                    <a:pt x="68" y="68"/>
                  </a:lnTo>
                  <a:lnTo>
                    <a:pt x="55" y="34"/>
                  </a:lnTo>
                  <a:lnTo>
                    <a:pt x="42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12" name=""/>
            <p:cNvSpPr/>
            <p:nvPr/>
          </p:nvSpPr>
          <p:spPr>
            <a:xfrm rot="0">
              <a:off x="3656" y="2030"/>
              <a:ext cx="16" cy="23"/>
            </a:xfrm>
            <a:custGeom>
              <a:avLst/>
              <a:ahLst/>
              <a:rect l="0" t="0" r="r" b="b"/>
              <a:pathLst>
                <a:path w="49" h="69">
                  <a:moveTo>
                    <a:pt x="13" y="35"/>
                  </a:moveTo>
                  <a:lnTo>
                    <a:pt x="0" y="1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3" y="4"/>
                  </a:lnTo>
                  <a:lnTo>
                    <a:pt x="42" y="12"/>
                  </a:lnTo>
                  <a:lnTo>
                    <a:pt x="47" y="22"/>
                  </a:lnTo>
                  <a:lnTo>
                    <a:pt x="49" y="32"/>
                  </a:lnTo>
                  <a:lnTo>
                    <a:pt x="49" y="44"/>
                  </a:lnTo>
                  <a:lnTo>
                    <a:pt x="45" y="55"/>
                  </a:lnTo>
                  <a:lnTo>
                    <a:pt x="36" y="64"/>
                  </a:lnTo>
                  <a:lnTo>
                    <a:pt x="26" y="69"/>
                  </a:lnTo>
                  <a:lnTo>
                    <a:pt x="1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13" name=""/>
            <p:cNvSpPr/>
            <p:nvPr/>
          </p:nvSpPr>
          <p:spPr>
            <a:xfrm rot="0">
              <a:off x="3656" y="2030"/>
              <a:ext cx="16" cy="23"/>
            </a:xfrm>
            <a:custGeom>
              <a:avLst/>
              <a:ahLst/>
              <a:rect l="0" t="0" r="r" b="b"/>
              <a:pathLst>
                <a:path w="49" h="69">
                  <a:moveTo>
                    <a:pt x="0" y="1"/>
                  </a:moveTo>
                  <a:lnTo>
                    <a:pt x="10" y="0"/>
                  </a:lnTo>
                  <a:lnTo>
                    <a:pt x="22" y="0"/>
                  </a:lnTo>
                  <a:lnTo>
                    <a:pt x="33" y="4"/>
                  </a:lnTo>
                  <a:lnTo>
                    <a:pt x="42" y="12"/>
                  </a:lnTo>
                  <a:lnTo>
                    <a:pt x="47" y="22"/>
                  </a:lnTo>
                  <a:lnTo>
                    <a:pt x="49" y="32"/>
                  </a:lnTo>
                  <a:lnTo>
                    <a:pt x="49" y="44"/>
                  </a:lnTo>
                  <a:lnTo>
                    <a:pt x="45" y="55"/>
                  </a:lnTo>
                  <a:lnTo>
                    <a:pt x="36" y="64"/>
                  </a:lnTo>
                  <a:lnTo>
                    <a:pt x="26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14" name=""/>
            <p:cNvSpPr/>
            <p:nvPr/>
          </p:nvSpPr>
          <p:spPr>
            <a:xfrm rot="0">
              <a:off x="3391" y="1874"/>
              <a:ext cx="19" cy="22"/>
            </a:xfrm>
            <a:custGeom>
              <a:avLst/>
              <a:ahLst/>
              <a:rect l="0" t="0" r="r" b="b"/>
              <a:pathLst>
                <a:path w="57" h="66">
                  <a:moveTo>
                    <a:pt x="36" y="36"/>
                  </a:moveTo>
                  <a:lnTo>
                    <a:pt x="14" y="66"/>
                  </a:lnTo>
                  <a:lnTo>
                    <a:pt x="6" y="57"/>
                  </a:lnTo>
                  <a:lnTo>
                    <a:pt x="1" y="47"/>
                  </a:lnTo>
                  <a:lnTo>
                    <a:pt x="0" y="36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6"/>
                  </a:lnTo>
                  <a:lnTo>
                    <a:pt x="3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15" name=""/>
            <p:cNvSpPr/>
            <p:nvPr/>
          </p:nvSpPr>
          <p:spPr>
            <a:xfrm rot="0">
              <a:off x="3391" y="1874"/>
              <a:ext cx="19" cy="22"/>
            </a:xfrm>
            <a:custGeom>
              <a:avLst/>
              <a:ahLst/>
              <a:rect l="0" t="0" r="r" b="b"/>
              <a:pathLst>
                <a:path w="57" h="66">
                  <a:moveTo>
                    <a:pt x="14" y="66"/>
                  </a:moveTo>
                  <a:lnTo>
                    <a:pt x="6" y="57"/>
                  </a:lnTo>
                  <a:lnTo>
                    <a:pt x="1" y="47"/>
                  </a:lnTo>
                  <a:lnTo>
                    <a:pt x="0" y="36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6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16" name=""/>
            <p:cNvSpPr/>
            <p:nvPr/>
          </p:nvSpPr>
          <p:spPr>
            <a:xfrm rot="0">
              <a:off x="3396" y="1876"/>
              <a:ext cx="24" cy="27"/>
            </a:xfrm>
            <a:custGeom>
              <a:avLst/>
              <a:ahLst/>
              <a:rect l="0" t="0" r="r" b="b"/>
              <a:pathLst>
                <a:path w="73" h="81">
                  <a:moveTo>
                    <a:pt x="43" y="0"/>
                  </a:moveTo>
                  <a:lnTo>
                    <a:pt x="22" y="30"/>
                  </a:lnTo>
                  <a:lnTo>
                    <a:pt x="0" y="60"/>
                  </a:lnTo>
                  <a:lnTo>
                    <a:pt x="30" y="81"/>
                  </a:lnTo>
                  <a:lnTo>
                    <a:pt x="51" y="51"/>
                  </a:lnTo>
                  <a:lnTo>
                    <a:pt x="73" y="22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17" name=""/>
            <p:cNvSpPr/>
            <p:nvPr/>
          </p:nvSpPr>
          <p:spPr>
            <a:xfrm rot="0">
              <a:off x="3396" y="1876"/>
              <a:ext cx="24" cy="27"/>
            </a:xfrm>
            <a:custGeom>
              <a:avLst/>
              <a:ahLst/>
              <a:rect l="0" t="0" r="r" b="b"/>
              <a:pathLst>
                <a:path w="73" h="81">
                  <a:moveTo>
                    <a:pt x="43" y="0"/>
                  </a:moveTo>
                  <a:lnTo>
                    <a:pt x="22" y="30"/>
                  </a:lnTo>
                  <a:lnTo>
                    <a:pt x="0" y="60"/>
                  </a:lnTo>
                  <a:lnTo>
                    <a:pt x="30" y="81"/>
                  </a:lnTo>
                  <a:lnTo>
                    <a:pt x="51" y="51"/>
                  </a:lnTo>
                  <a:lnTo>
                    <a:pt x="73" y="22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18" name=""/>
            <p:cNvSpPr/>
            <p:nvPr/>
          </p:nvSpPr>
          <p:spPr>
            <a:xfrm rot="0">
              <a:off x="3406" y="1893"/>
              <a:ext cx="7" cy="11"/>
            </a:xfrm>
            <a:custGeom>
              <a:avLst/>
              <a:ahLst/>
              <a:rect l="0" t="0" r="r" b="b"/>
              <a:pathLst>
                <a:path w="21" h="32">
                  <a:moveTo>
                    <a:pt x="21" y="0"/>
                  </a:moveTo>
                  <a:lnTo>
                    <a:pt x="0" y="30"/>
                  </a:lnTo>
                  <a:lnTo>
                    <a:pt x="3" y="32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19" name=""/>
            <p:cNvSpPr/>
            <p:nvPr/>
          </p:nvSpPr>
          <p:spPr>
            <a:xfrm rot="0">
              <a:off x="3406" y="19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20" name=""/>
            <p:cNvSpPr/>
            <p:nvPr/>
          </p:nvSpPr>
          <p:spPr>
            <a:xfrm rot="0">
              <a:off x="3407" y="1883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37" y="0"/>
                  </a:moveTo>
                  <a:lnTo>
                    <a:pt x="18" y="31"/>
                  </a:lnTo>
                  <a:lnTo>
                    <a:pt x="0" y="63"/>
                  </a:lnTo>
                  <a:lnTo>
                    <a:pt x="30" y="81"/>
                  </a:lnTo>
                  <a:lnTo>
                    <a:pt x="48" y="50"/>
                  </a:lnTo>
                  <a:lnTo>
                    <a:pt x="67" y="19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21" name=""/>
            <p:cNvSpPr/>
            <p:nvPr/>
          </p:nvSpPr>
          <p:spPr>
            <a:xfrm rot="0">
              <a:off x="3407" y="1883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37" y="0"/>
                  </a:moveTo>
                  <a:lnTo>
                    <a:pt x="18" y="31"/>
                  </a:lnTo>
                  <a:lnTo>
                    <a:pt x="0" y="63"/>
                  </a:lnTo>
                  <a:lnTo>
                    <a:pt x="30" y="81"/>
                  </a:lnTo>
                  <a:lnTo>
                    <a:pt x="48" y="50"/>
                  </a:lnTo>
                  <a:lnTo>
                    <a:pt x="67" y="19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22" name=""/>
            <p:cNvSpPr/>
            <p:nvPr/>
          </p:nvSpPr>
          <p:spPr>
            <a:xfrm rot="0">
              <a:off x="3417" y="1900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0"/>
                  </a:moveTo>
                  <a:lnTo>
                    <a:pt x="0" y="31"/>
                  </a:lnTo>
                  <a:lnTo>
                    <a:pt x="1" y="3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23" name=""/>
            <p:cNvSpPr/>
            <p:nvPr/>
          </p:nvSpPr>
          <p:spPr>
            <a:xfrm rot="0">
              <a:off x="3417" y="19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24" name=""/>
            <p:cNvSpPr/>
            <p:nvPr/>
          </p:nvSpPr>
          <p:spPr>
            <a:xfrm rot="0">
              <a:off x="3417" y="1889"/>
              <a:ext cx="22" cy="27"/>
            </a:xfrm>
            <a:custGeom>
              <a:avLst/>
              <a:ahLst/>
              <a:rect l="0" t="0" r="r" b="b"/>
              <a:pathLst>
                <a:path w="67" h="83">
                  <a:moveTo>
                    <a:pt x="34" y="0"/>
                  </a:moveTo>
                  <a:lnTo>
                    <a:pt x="17" y="33"/>
                  </a:lnTo>
                  <a:lnTo>
                    <a:pt x="0" y="66"/>
                  </a:lnTo>
                  <a:lnTo>
                    <a:pt x="33" y="83"/>
                  </a:lnTo>
                  <a:lnTo>
                    <a:pt x="50" y="50"/>
                  </a:lnTo>
                  <a:lnTo>
                    <a:pt x="67" y="17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25" name=""/>
            <p:cNvSpPr/>
            <p:nvPr/>
          </p:nvSpPr>
          <p:spPr>
            <a:xfrm rot="0">
              <a:off x="3417" y="1889"/>
              <a:ext cx="22" cy="27"/>
            </a:xfrm>
            <a:custGeom>
              <a:avLst/>
              <a:ahLst/>
              <a:rect l="0" t="0" r="r" b="b"/>
              <a:pathLst>
                <a:path w="67" h="83">
                  <a:moveTo>
                    <a:pt x="34" y="0"/>
                  </a:moveTo>
                  <a:lnTo>
                    <a:pt x="17" y="33"/>
                  </a:lnTo>
                  <a:lnTo>
                    <a:pt x="0" y="66"/>
                  </a:lnTo>
                  <a:lnTo>
                    <a:pt x="33" y="83"/>
                  </a:lnTo>
                  <a:lnTo>
                    <a:pt x="50" y="50"/>
                  </a:lnTo>
                  <a:lnTo>
                    <a:pt x="67" y="17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26" name=""/>
            <p:cNvSpPr/>
            <p:nvPr/>
          </p:nvSpPr>
          <p:spPr>
            <a:xfrm rot="0">
              <a:off x="3428" y="1905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0"/>
                  </a:moveTo>
                  <a:lnTo>
                    <a:pt x="0" y="33"/>
                  </a:lnTo>
                  <a:lnTo>
                    <a:pt x="1" y="33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27" name=""/>
            <p:cNvSpPr/>
            <p:nvPr/>
          </p:nvSpPr>
          <p:spPr>
            <a:xfrm rot="0">
              <a:off x="3428" y="1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28" name=""/>
            <p:cNvSpPr/>
            <p:nvPr/>
          </p:nvSpPr>
          <p:spPr>
            <a:xfrm rot="0">
              <a:off x="3428" y="1894"/>
              <a:ext cx="21" cy="27"/>
            </a:xfrm>
            <a:custGeom>
              <a:avLst/>
              <a:ahLst/>
              <a:rect l="0" t="0" r="r" b="b"/>
              <a:pathLst>
                <a:path w="63" h="81">
                  <a:moveTo>
                    <a:pt x="32" y="0"/>
                  </a:moveTo>
                  <a:lnTo>
                    <a:pt x="16" y="33"/>
                  </a:lnTo>
                  <a:lnTo>
                    <a:pt x="0" y="66"/>
                  </a:lnTo>
                  <a:lnTo>
                    <a:pt x="32" y="81"/>
                  </a:lnTo>
                  <a:lnTo>
                    <a:pt x="47" y="49"/>
                  </a:lnTo>
                  <a:lnTo>
                    <a:pt x="63" y="16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29" name=""/>
            <p:cNvSpPr/>
            <p:nvPr/>
          </p:nvSpPr>
          <p:spPr>
            <a:xfrm rot="0">
              <a:off x="3428" y="1894"/>
              <a:ext cx="21" cy="27"/>
            </a:xfrm>
            <a:custGeom>
              <a:avLst/>
              <a:ahLst/>
              <a:rect l="0" t="0" r="r" b="b"/>
              <a:pathLst>
                <a:path w="63" h="81">
                  <a:moveTo>
                    <a:pt x="32" y="0"/>
                  </a:moveTo>
                  <a:lnTo>
                    <a:pt x="16" y="33"/>
                  </a:lnTo>
                  <a:lnTo>
                    <a:pt x="0" y="66"/>
                  </a:lnTo>
                  <a:lnTo>
                    <a:pt x="32" y="81"/>
                  </a:lnTo>
                  <a:lnTo>
                    <a:pt x="47" y="49"/>
                  </a:lnTo>
                  <a:lnTo>
                    <a:pt x="63" y="16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30" name=""/>
            <p:cNvSpPr/>
            <p:nvPr/>
          </p:nvSpPr>
          <p:spPr>
            <a:xfrm rot="0">
              <a:off x="3439" y="1911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15" y="0"/>
                  </a:moveTo>
                  <a:lnTo>
                    <a:pt x="0" y="32"/>
                  </a:lnTo>
                  <a:lnTo>
                    <a:pt x="3" y="34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31" name=""/>
            <p:cNvSpPr/>
            <p:nvPr/>
          </p:nvSpPr>
          <p:spPr>
            <a:xfrm rot="0">
              <a:off x="3439" y="1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32" name=""/>
            <p:cNvSpPr/>
            <p:nvPr/>
          </p:nvSpPr>
          <p:spPr>
            <a:xfrm rot="0">
              <a:off x="3440" y="1899"/>
              <a:ext cx="20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25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34" y="81"/>
                  </a:lnTo>
                  <a:lnTo>
                    <a:pt x="47" y="46"/>
                  </a:lnTo>
                  <a:lnTo>
                    <a:pt x="59" y="12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33" name=""/>
            <p:cNvSpPr/>
            <p:nvPr/>
          </p:nvSpPr>
          <p:spPr>
            <a:xfrm rot="0">
              <a:off x="3440" y="1899"/>
              <a:ext cx="20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25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34" y="81"/>
                  </a:lnTo>
                  <a:lnTo>
                    <a:pt x="47" y="46"/>
                  </a:lnTo>
                  <a:lnTo>
                    <a:pt x="59" y="1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34" name=""/>
            <p:cNvSpPr/>
            <p:nvPr/>
          </p:nvSpPr>
          <p:spPr>
            <a:xfrm rot="0">
              <a:off x="3451" y="1903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25" y="0"/>
                  </a:moveTo>
                  <a:lnTo>
                    <a:pt x="13" y="34"/>
                  </a:lnTo>
                  <a:lnTo>
                    <a:pt x="0" y="69"/>
                  </a:lnTo>
                  <a:lnTo>
                    <a:pt x="34" y="81"/>
                  </a:lnTo>
                  <a:lnTo>
                    <a:pt x="47" y="47"/>
                  </a:lnTo>
                  <a:lnTo>
                    <a:pt x="60" y="1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35" name=""/>
            <p:cNvSpPr/>
            <p:nvPr/>
          </p:nvSpPr>
          <p:spPr>
            <a:xfrm rot="0">
              <a:off x="3451" y="1903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25" y="0"/>
                  </a:moveTo>
                  <a:lnTo>
                    <a:pt x="13" y="34"/>
                  </a:lnTo>
                  <a:lnTo>
                    <a:pt x="0" y="69"/>
                  </a:lnTo>
                  <a:lnTo>
                    <a:pt x="34" y="81"/>
                  </a:lnTo>
                  <a:lnTo>
                    <a:pt x="47" y="47"/>
                  </a:lnTo>
                  <a:lnTo>
                    <a:pt x="60" y="13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36" name=""/>
            <p:cNvSpPr/>
            <p:nvPr/>
          </p:nvSpPr>
          <p:spPr>
            <a:xfrm rot="0">
              <a:off x="3463" y="1919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3" y="3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37" name=""/>
            <p:cNvSpPr/>
            <p:nvPr/>
          </p:nvSpPr>
          <p:spPr>
            <a:xfrm rot="0">
              <a:off x="3463" y="1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38" name=""/>
            <p:cNvSpPr/>
            <p:nvPr/>
          </p:nvSpPr>
          <p:spPr>
            <a:xfrm rot="0">
              <a:off x="3464" y="1908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20" y="0"/>
                  </a:moveTo>
                  <a:lnTo>
                    <a:pt x="10" y="34"/>
                  </a:lnTo>
                  <a:lnTo>
                    <a:pt x="0" y="68"/>
                  </a:lnTo>
                  <a:lnTo>
                    <a:pt x="34" y="78"/>
                  </a:lnTo>
                  <a:lnTo>
                    <a:pt x="44" y="44"/>
                  </a:lnTo>
                  <a:lnTo>
                    <a:pt x="54" y="10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39" name=""/>
            <p:cNvSpPr/>
            <p:nvPr/>
          </p:nvSpPr>
          <p:spPr>
            <a:xfrm rot="0">
              <a:off x="3464" y="1908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20" y="0"/>
                  </a:moveTo>
                  <a:lnTo>
                    <a:pt x="10" y="34"/>
                  </a:lnTo>
                  <a:lnTo>
                    <a:pt x="0" y="68"/>
                  </a:lnTo>
                  <a:lnTo>
                    <a:pt x="34" y="78"/>
                  </a:lnTo>
                  <a:lnTo>
                    <a:pt x="44" y="44"/>
                  </a:lnTo>
                  <a:lnTo>
                    <a:pt x="54" y="10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40" name=""/>
            <p:cNvSpPr/>
            <p:nvPr/>
          </p:nvSpPr>
          <p:spPr>
            <a:xfrm rot="0">
              <a:off x="3475" y="1922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0"/>
                  </a:moveTo>
                  <a:lnTo>
                    <a:pt x="0" y="34"/>
                  </a:lnTo>
                  <a:lnTo>
                    <a:pt x="3" y="3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41" name=""/>
            <p:cNvSpPr/>
            <p:nvPr/>
          </p:nvSpPr>
          <p:spPr>
            <a:xfrm rot="0">
              <a:off x="3475" y="19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42" name=""/>
            <p:cNvSpPr/>
            <p:nvPr/>
          </p:nvSpPr>
          <p:spPr>
            <a:xfrm rot="0">
              <a:off x="3476" y="1911"/>
              <a:ext cx="16" cy="26"/>
            </a:xfrm>
            <a:custGeom>
              <a:avLst/>
              <a:ahLst/>
              <a:rect l="0" t="0" r="r" b="b"/>
              <a:pathLst>
                <a:path w="48" h="78">
                  <a:moveTo>
                    <a:pt x="14" y="0"/>
                  </a:moveTo>
                  <a:lnTo>
                    <a:pt x="7" y="35"/>
                  </a:lnTo>
                  <a:lnTo>
                    <a:pt x="0" y="71"/>
                  </a:lnTo>
                  <a:lnTo>
                    <a:pt x="34" y="78"/>
                  </a:lnTo>
                  <a:lnTo>
                    <a:pt x="41" y="42"/>
                  </a:lnTo>
                  <a:lnTo>
                    <a:pt x="48" y="7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43" name=""/>
            <p:cNvSpPr/>
            <p:nvPr/>
          </p:nvSpPr>
          <p:spPr>
            <a:xfrm rot="0">
              <a:off x="3476" y="1911"/>
              <a:ext cx="16" cy="26"/>
            </a:xfrm>
            <a:custGeom>
              <a:avLst/>
              <a:ahLst/>
              <a:rect l="0" t="0" r="r" b="b"/>
              <a:pathLst>
                <a:path w="48" h="78">
                  <a:moveTo>
                    <a:pt x="14" y="0"/>
                  </a:moveTo>
                  <a:lnTo>
                    <a:pt x="7" y="35"/>
                  </a:lnTo>
                  <a:lnTo>
                    <a:pt x="0" y="71"/>
                  </a:lnTo>
                  <a:lnTo>
                    <a:pt x="34" y="78"/>
                  </a:lnTo>
                  <a:lnTo>
                    <a:pt x="41" y="42"/>
                  </a:lnTo>
                  <a:lnTo>
                    <a:pt x="48" y="7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44" name=""/>
            <p:cNvSpPr/>
            <p:nvPr/>
          </p:nvSpPr>
          <p:spPr>
            <a:xfrm rot="0">
              <a:off x="3487" y="1925"/>
              <a:ext cx="3" cy="12"/>
            </a:xfrm>
            <a:custGeom>
              <a:avLst/>
              <a:ahLst/>
              <a:rect l="0" t="0" r="r" b="b"/>
              <a:pathLst>
                <a:path w="7" h="36">
                  <a:moveTo>
                    <a:pt x="7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45" name=""/>
            <p:cNvSpPr/>
            <p:nvPr/>
          </p:nvSpPr>
          <p:spPr>
            <a:xfrm rot="0">
              <a:off x="3487" y="19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46" name=""/>
            <p:cNvSpPr/>
            <p:nvPr/>
          </p:nvSpPr>
          <p:spPr>
            <a:xfrm rot="0">
              <a:off x="3488" y="1913"/>
              <a:ext cx="15" cy="26"/>
            </a:xfrm>
            <a:custGeom>
              <a:avLst/>
              <a:ahLst/>
              <a:rect l="0" t="0" r="r" b="b"/>
              <a:pathLst>
                <a:path w="47" h="77">
                  <a:moveTo>
                    <a:pt x="12" y="0"/>
                  </a:moveTo>
                  <a:lnTo>
                    <a:pt x="6" y="35"/>
                  </a:lnTo>
                  <a:lnTo>
                    <a:pt x="0" y="71"/>
                  </a:lnTo>
                  <a:lnTo>
                    <a:pt x="36" y="77"/>
                  </a:lnTo>
                  <a:lnTo>
                    <a:pt x="42" y="41"/>
                  </a:lnTo>
                  <a:lnTo>
                    <a:pt x="47" y="5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47" name=""/>
            <p:cNvSpPr/>
            <p:nvPr/>
          </p:nvSpPr>
          <p:spPr>
            <a:xfrm rot="0">
              <a:off x="3488" y="1913"/>
              <a:ext cx="15" cy="26"/>
            </a:xfrm>
            <a:custGeom>
              <a:avLst/>
              <a:ahLst/>
              <a:rect l="0" t="0" r="r" b="b"/>
              <a:pathLst>
                <a:path w="47" h="77">
                  <a:moveTo>
                    <a:pt x="12" y="0"/>
                  </a:moveTo>
                  <a:lnTo>
                    <a:pt x="6" y="35"/>
                  </a:lnTo>
                  <a:lnTo>
                    <a:pt x="0" y="71"/>
                  </a:lnTo>
                  <a:lnTo>
                    <a:pt x="36" y="77"/>
                  </a:lnTo>
                  <a:lnTo>
                    <a:pt x="42" y="41"/>
                  </a:lnTo>
                  <a:lnTo>
                    <a:pt x="47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48" name=""/>
            <p:cNvSpPr/>
            <p:nvPr/>
          </p:nvSpPr>
          <p:spPr>
            <a:xfrm rot="0">
              <a:off x="3500" y="1927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6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49" name=""/>
            <p:cNvSpPr/>
            <p:nvPr/>
          </p:nvSpPr>
          <p:spPr>
            <a:xfrm rot="0">
              <a:off x="3500" y="1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50" name=""/>
            <p:cNvSpPr/>
            <p:nvPr/>
          </p:nvSpPr>
          <p:spPr>
            <a:xfrm rot="0">
              <a:off x="3500" y="1915"/>
              <a:ext cx="15" cy="25"/>
            </a:xfrm>
            <a:custGeom>
              <a:avLst/>
              <a:ahLst/>
              <a:rect l="0" t="0" r="r" b="b"/>
              <a:pathLst>
                <a:path w="45" h="76">
                  <a:moveTo>
                    <a:pt x="9" y="0"/>
                  </a:moveTo>
                  <a:lnTo>
                    <a:pt x="5" y="36"/>
                  </a:lnTo>
                  <a:lnTo>
                    <a:pt x="0" y="72"/>
                  </a:lnTo>
                  <a:lnTo>
                    <a:pt x="36" y="76"/>
                  </a:lnTo>
                  <a:lnTo>
                    <a:pt x="40" y="40"/>
                  </a:lnTo>
                  <a:lnTo>
                    <a:pt x="45" y="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51" name=""/>
            <p:cNvSpPr/>
            <p:nvPr/>
          </p:nvSpPr>
          <p:spPr>
            <a:xfrm rot="0">
              <a:off x="3500" y="1915"/>
              <a:ext cx="15" cy="25"/>
            </a:xfrm>
            <a:custGeom>
              <a:avLst/>
              <a:ahLst/>
              <a:rect l="0" t="0" r="r" b="b"/>
              <a:pathLst>
                <a:path w="45" h="76">
                  <a:moveTo>
                    <a:pt x="9" y="0"/>
                  </a:moveTo>
                  <a:lnTo>
                    <a:pt x="5" y="36"/>
                  </a:lnTo>
                  <a:lnTo>
                    <a:pt x="0" y="72"/>
                  </a:lnTo>
                  <a:lnTo>
                    <a:pt x="36" y="76"/>
                  </a:lnTo>
                  <a:lnTo>
                    <a:pt x="40" y="40"/>
                  </a:lnTo>
                  <a:lnTo>
                    <a:pt x="45" y="5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52" name=""/>
            <p:cNvSpPr/>
            <p:nvPr/>
          </p:nvSpPr>
          <p:spPr>
            <a:xfrm rot="0">
              <a:off x="3512" y="1928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4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53" name=""/>
            <p:cNvSpPr/>
            <p:nvPr/>
          </p:nvSpPr>
          <p:spPr>
            <a:xfrm rot="0">
              <a:off x="3512" y="1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54" name=""/>
            <p:cNvSpPr/>
            <p:nvPr/>
          </p:nvSpPr>
          <p:spPr>
            <a:xfrm rot="0">
              <a:off x="3512" y="1916"/>
              <a:ext cx="15" cy="25"/>
            </a:xfrm>
            <a:custGeom>
              <a:avLst/>
              <a:ahLst/>
              <a:rect l="0" t="0" r="r" b="b"/>
              <a:pathLst>
                <a:path w="43" h="74">
                  <a:moveTo>
                    <a:pt x="6" y="0"/>
                  </a:moveTo>
                  <a:lnTo>
                    <a:pt x="3" y="35"/>
                  </a:lnTo>
                  <a:lnTo>
                    <a:pt x="0" y="71"/>
                  </a:lnTo>
                  <a:lnTo>
                    <a:pt x="37" y="74"/>
                  </a:lnTo>
                  <a:lnTo>
                    <a:pt x="40" y="38"/>
                  </a:lnTo>
                  <a:lnTo>
                    <a:pt x="43" y="3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55" name=""/>
            <p:cNvSpPr/>
            <p:nvPr/>
          </p:nvSpPr>
          <p:spPr>
            <a:xfrm rot="0">
              <a:off x="3512" y="1916"/>
              <a:ext cx="15" cy="25"/>
            </a:xfrm>
            <a:custGeom>
              <a:avLst/>
              <a:ahLst/>
              <a:rect l="0" t="0" r="r" b="b"/>
              <a:pathLst>
                <a:path w="43" h="74">
                  <a:moveTo>
                    <a:pt x="6" y="0"/>
                  </a:moveTo>
                  <a:lnTo>
                    <a:pt x="3" y="35"/>
                  </a:lnTo>
                  <a:lnTo>
                    <a:pt x="0" y="71"/>
                  </a:lnTo>
                  <a:lnTo>
                    <a:pt x="37" y="74"/>
                  </a:lnTo>
                  <a:lnTo>
                    <a:pt x="40" y="38"/>
                  </a:lnTo>
                  <a:lnTo>
                    <a:pt x="43" y="3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56" name=""/>
            <p:cNvSpPr/>
            <p:nvPr/>
          </p:nvSpPr>
          <p:spPr>
            <a:xfrm rot="0">
              <a:off x="3525" y="1929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57" name=""/>
            <p:cNvSpPr/>
            <p:nvPr/>
          </p:nvSpPr>
          <p:spPr>
            <a:xfrm rot="0">
              <a:off x="3525" y="1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58" name=""/>
            <p:cNvSpPr/>
            <p:nvPr/>
          </p:nvSpPr>
          <p:spPr>
            <a:xfrm rot="0">
              <a:off x="3526" y="191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6" y="73"/>
                  </a:lnTo>
                  <a:lnTo>
                    <a:pt x="36" y="37"/>
                  </a:lnTo>
                  <a:lnTo>
                    <a:pt x="3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59" name=""/>
            <p:cNvSpPr/>
            <p:nvPr/>
          </p:nvSpPr>
          <p:spPr>
            <a:xfrm rot="0">
              <a:off x="3526" y="191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6" y="73"/>
                  </a:lnTo>
                  <a:lnTo>
                    <a:pt x="36" y="37"/>
                  </a:lnTo>
                  <a:lnTo>
                    <a:pt x="3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60" name=""/>
            <p:cNvSpPr/>
            <p:nvPr/>
          </p:nvSpPr>
          <p:spPr>
            <a:xfrm rot="0">
              <a:off x="3538" y="1929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61" name=""/>
            <p:cNvSpPr/>
            <p:nvPr/>
          </p:nvSpPr>
          <p:spPr>
            <a:xfrm rot="0">
              <a:off x="3538" y="1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62" name=""/>
            <p:cNvSpPr/>
            <p:nvPr/>
          </p:nvSpPr>
          <p:spPr>
            <a:xfrm rot="0">
              <a:off x="3537" y="1916"/>
              <a:ext cx="13" cy="25"/>
            </a:xfrm>
            <a:custGeom>
              <a:avLst/>
              <a:ahLst/>
              <a:rect l="0" t="0" r="r" b="b"/>
              <a:pathLst>
                <a:path w="41" h="74">
                  <a:moveTo>
                    <a:pt x="0" y="3"/>
                  </a:moveTo>
                  <a:lnTo>
                    <a:pt x="3" y="38"/>
                  </a:lnTo>
                  <a:lnTo>
                    <a:pt x="6" y="74"/>
                  </a:lnTo>
                  <a:lnTo>
                    <a:pt x="41" y="71"/>
                  </a:lnTo>
                  <a:lnTo>
                    <a:pt x="39" y="35"/>
                  </a:lnTo>
                  <a:lnTo>
                    <a:pt x="3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63" name=""/>
            <p:cNvSpPr/>
            <p:nvPr/>
          </p:nvSpPr>
          <p:spPr>
            <a:xfrm rot="0">
              <a:off x="3537" y="1916"/>
              <a:ext cx="13" cy="25"/>
            </a:xfrm>
            <a:custGeom>
              <a:avLst/>
              <a:ahLst/>
              <a:rect l="0" t="0" r="r" b="b"/>
              <a:pathLst>
                <a:path w="41" h="74">
                  <a:moveTo>
                    <a:pt x="0" y="3"/>
                  </a:moveTo>
                  <a:lnTo>
                    <a:pt x="3" y="38"/>
                  </a:lnTo>
                  <a:lnTo>
                    <a:pt x="6" y="74"/>
                  </a:lnTo>
                  <a:lnTo>
                    <a:pt x="41" y="71"/>
                  </a:lnTo>
                  <a:lnTo>
                    <a:pt x="39" y="35"/>
                  </a:lnTo>
                  <a:lnTo>
                    <a:pt x="36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64" name=""/>
            <p:cNvSpPr/>
            <p:nvPr/>
          </p:nvSpPr>
          <p:spPr>
            <a:xfrm rot="0">
              <a:off x="3550" y="1928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0"/>
                  </a:moveTo>
                  <a:lnTo>
                    <a:pt x="2" y="36"/>
                  </a:lnTo>
                  <a:lnTo>
                    <a:pt x="4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65" name=""/>
            <p:cNvSpPr/>
            <p:nvPr/>
          </p:nvSpPr>
          <p:spPr>
            <a:xfrm rot="0">
              <a:off x="3550" y="1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66" name=""/>
            <p:cNvSpPr/>
            <p:nvPr/>
          </p:nvSpPr>
          <p:spPr>
            <a:xfrm rot="0">
              <a:off x="3548" y="1915"/>
              <a:ext cx="15" cy="25"/>
            </a:xfrm>
            <a:custGeom>
              <a:avLst/>
              <a:ahLst/>
              <a:rect l="0" t="0" r="r" b="b"/>
              <a:pathLst>
                <a:path w="44" h="76">
                  <a:moveTo>
                    <a:pt x="0" y="5"/>
                  </a:moveTo>
                  <a:lnTo>
                    <a:pt x="5" y="40"/>
                  </a:lnTo>
                  <a:lnTo>
                    <a:pt x="9" y="76"/>
                  </a:lnTo>
                  <a:lnTo>
                    <a:pt x="44" y="72"/>
                  </a:lnTo>
                  <a:lnTo>
                    <a:pt x="40" y="36"/>
                  </a:lnTo>
                  <a:lnTo>
                    <a:pt x="3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67" name=""/>
            <p:cNvSpPr/>
            <p:nvPr/>
          </p:nvSpPr>
          <p:spPr>
            <a:xfrm rot="0">
              <a:off x="3548" y="1915"/>
              <a:ext cx="15" cy="25"/>
            </a:xfrm>
            <a:custGeom>
              <a:avLst/>
              <a:ahLst/>
              <a:rect l="0" t="0" r="r" b="b"/>
              <a:pathLst>
                <a:path w="44" h="76">
                  <a:moveTo>
                    <a:pt x="0" y="5"/>
                  </a:moveTo>
                  <a:lnTo>
                    <a:pt x="5" y="40"/>
                  </a:lnTo>
                  <a:lnTo>
                    <a:pt x="9" y="76"/>
                  </a:lnTo>
                  <a:lnTo>
                    <a:pt x="44" y="72"/>
                  </a:lnTo>
                  <a:lnTo>
                    <a:pt x="40" y="36"/>
                  </a:lnTo>
                  <a:lnTo>
                    <a:pt x="36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68" name=""/>
            <p:cNvSpPr/>
            <p:nvPr/>
          </p:nvSpPr>
          <p:spPr>
            <a:xfrm rot="0">
              <a:off x="3561" y="1927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0" y="0"/>
                  </a:moveTo>
                  <a:lnTo>
                    <a:pt x="4" y="36"/>
                  </a:lnTo>
                  <a:lnTo>
                    <a:pt x="6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69" name=""/>
            <p:cNvSpPr/>
            <p:nvPr/>
          </p:nvSpPr>
          <p:spPr>
            <a:xfrm rot="0">
              <a:off x="3563" y="1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70" name=""/>
            <p:cNvSpPr/>
            <p:nvPr/>
          </p:nvSpPr>
          <p:spPr>
            <a:xfrm rot="0">
              <a:off x="3559" y="1913"/>
              <a:ext cx="16" cy="26"/>
            </a:xfrm>
            <a:custGeom>
              <a:avLst/>
              <a:ahLst/>
              <a:rect l="0" t="0" r="r" b="b"/>
              <a:pathLst>
                <a:path w="47" h="77">
                  <a:moveTo>
                    <a:pt x="0" y="5"/>
                  </a:moveTo>
                  <a:lnTo>
                    <a:pt x="6" y="41"/>
                  </a:lnTo>
                  <a:lnTo>
                    <a:pt x="12" y="77"/>
                  </a:lnTo>
                  <a:lnTo>
                    <a:pt x="47" y="71"/>
                  </a:lnTo>
                  <a:lnTo>
                    <a:pt x="42" y="35"/>
                  </a:lnTo>
                  <a:lnTo>
                    <a:pt x="3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71" name=""/>
            <p:cNvSpPr/>
            <p:nvPr/>
          </p:nvSpPr>
          <p:spPr>
            <a:xfrm rot="0">
              <a:off x="3559" y="1913"/>
              <a:ext cx="16" cy="26"/>
            </a:xfrm>
            <a:custGeom>
              <a:avLst/>
              <a:ahLst/>
              <a:rect l="0" t="0" r="r" b="b"/>
              <a:pathLst>
                <a:path w="47" h="77">
                  <a:moveTo>
                    <a:pt x="0" y="5"/>
                  </a:moveTo>
                  <a:lnTo>
                    <a:pt x="6" y="41"/>
                  </a:lnTo>
                  <a:lnTo>
                    <a:pt x="12" y="77"/>
                  </a:lnTo>
                  <a:lnTo>
                    <a:pt x="47" y="71"/>
                  </a:lnTo>
                  <a:lnTo>
                    <a:pt x="42" y="35"/>
                  </a:lnTo>
                  <a:lnTo>
                    <a:pt x="36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72" name=""/>
            <p:cNvSpPr/>
            <p:nvPr/>
          </p:nvSpPr>
          <p:spPr>
            <a:xfrm rot="0">
              <a:off x="3573" y="1925"/>
              <a:ext cx="3" cy="12"/>
            </a:xfrm>
            <a:custGeom>
              <a:avLst/>
              <a:ahLst/>
              <a:rect l="0" t="0" r="r" b="b"/>
              <a:pathLst>
                <a:path w="7" h="36">
                  <a:moveTo>
                    <a:pt x="0" y="0"/>
                  </a:moveTo>
                  <a:lnTo>
                    <a:pt x="5" y="36"/>
                  </a:lnTo>
                  <a:lnTo>
                    <a:pt x="7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73" name=""/>
            <p:cNvSpPr/>
            <p:nvPr/>
          </p:nvSpPr>
          <p:spPr>
            <a:xfrm rot="0">
              <a:off x="3575" y="19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74" name=""/>
            <p:cNvSpPr/>
            <p:nvPr/>
          </p:nvSpPr>
          <p:spPr>
            <a:xfrm rot="0">
              <a:off x="3571" y="1911"/>
              <a:ext cx="16" cy="26"/>
            </a:xfrm>
            <a:custGeom>
              <a:avLst/>
              <a:ahLst/>
              <a:rect l="0" t="0" r="r" b="b"/>
              <a:pathLst>
                <a:path w="49" h="78">
                  <a:moveTo>
                    <a:pt x="0" y="7"/>
                  </a:moveTo>
                  <a:lnTo>
                    <a:pt x="7" y="42"/>
                  </a:lnTo>
                  <a:lnTo>
                    <a:pt x="14" y="78"/>
                  </a:lnTo>
                  <a:lnTo>
                    <a:pt x="49" y="71"/>
                  </a:lnTo>
                  <a:lnTo>
                    <a:pt x="42" y="35"/>
                  </a:lnTo>
                  <a:lnTo>
                    <a:pt x="3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75" name=""/>
            <p:cNvSpPr/>
            <p:nvPr/>
          </p:nvSpPr>
          <p:spPr>
            <a:xfrm rot="0">
              <a:off x="3571" y="1911"/>
              <a:ext cx="16" cy="26"/>
            </a:xfrm>
            <a:custGeom>
              <a:avLst/>
              <a:ahLst/>
              <a:rect l="0" t="0" r="r" b="b"/>
              <a:pathLst>
                <a:path w="49" h="78">
                  <a:moveTo>
                    <a:pt x="0" y="7"/>
                  </a:moveTo>
                  <a:lnTo>
                    <a:pt x="7" y="42"/>
                  </a:lnTo>
                  <a:lnTo>
                    <a:pt x="14" y="78"/>
                  </a:lnTo>
                  <a:lnTo>
                    <a:pt x="49" y="71"/>
                  </a:lnTo>
                  <a:lnTo>
                    <a:pt x="42" y="35"/>
                  </a:lnTo>
                  <a:lnTo>
                    <a:pt x="35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76" name=""/>
            <p:cNvSpPr/>
            <p:nvPr/>
          </p:nvSpPr>
          <p:spPr>
            <a:xfrm rot="0">
              <a:off x="3585" y="1922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7" y="36"/>
                  </a:lnTo>
                  <a:lnTo>
                    <a:pt x="10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77" name=""/>
            <p:cNvSpPr/>
            <p:nvPr/>
          </p:nvSpPr>
          <p:spPr>
            <a:xfrm rot="0" flipV="1">
              <a:off x="3587" y="19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78" name=""/>
            <p:cNvSpPr/>
            <p:nvPr/>
          </p:nvSpPr>
          <p:spPr>
            <a:xfrm rot="0">
              <a:off x="3582" y="1908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0" y="10"/>
                  </a:moveTo>
                  <a:lnTo>
                    <a:pt x="10" y="44"/>
                  </a:lnTo>
                  <a:lnTo>
                    <a:pt x="20" y="78"/>
                  </a:lnTo>
                  <a:lnTo>
                    <a:pt x="54" y="68"/>
                  </a:lnTo>
                  <a:lnTo>
                    <a:pt x="44" y="34"/>
                  </a:lnTo>
                  <a:lnTo>
                    <a:pt x="34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79" name=""/>
            <p:cNvSpPr/>
            <p:nvPr/>
          </p:nvSpPr>
          <p:spPr>
            <a:xfrm rot="0">
              <a:off x="3582" y="1908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0" y="10"/>
                  </a:moveTo>
                  <a:lnTo>
                    <a:pt x="10" y="44"/>
                  </a:lnTo>
                  <a:lnTo>
                    <a:pt x="20" y="78"/>
                  </a:lnTo>
                  <a:lnTo>
                    <a:pt x="54" y="68"/>
                  </a:lnTo>
                  <a:lnTo>
                    <a:pt x="44" y="34"/>
                  </a:lnTo>
                  <a:lnTo>
                    <a:pt x="34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80" name=""/>
            <p:cNvSpPr/>
            <p:nvPr/>
          </p:nvSpPr>
          <p:spPr>
            <a:xfrm rot="0">
              <a:off x="3596" y="1919"/>
              <a:ext cx="5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0" y="0"/>
                  </a:moveTo>
                  <a:lnTo>
                    <a:pt x="10" y="34"/>
                  </a:lnTo>
                  <a:lnTo>
                    <a:pt x="13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81" name=""/>
            <p:cNvSpPr/>
            <p:nvPr/>
          </p:nvSpPr>
          <p:spPr>
            <a:xfrm rot="0">
              <a:off x="3600" y="1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82" name=""/>
            <p:cNvSpPr/>
            <p:nvPr/>
          </p:nvSpPr>
          <p:spPr>
            <a:xfrm rot="0">
              <a:off x="3592" y="1903"/>
              <a:ext cx="20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0" y="13"/>
                  </a:moveTo>
                  <a:lnTo>
                    <a:pt x="12" y="47"/>
                  </a:lnTo>
                  <a:lnTo>
                    <a:pt x="25" y="81"/>
                  </a:lnTo>
                  <a:lnTo>
                    <a:pt x="59" y="69"/>
                  </a:lnTo>
                  <a:lnTo>
                    <a:pt x="47" y="34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83" name=""/>
            <p:cNvSpPr/>
            <p:nvPr/>
          </p:nvSpPr>
          <p:spPr>
            <a:xfrm rot="0">
              <a:off x="3592" y="1903"/>
              <a:ext cx="20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0" y="13"/>
                  </a:moveTo>
                  <a:lnTo>
                    <a:pt x="12" y="47"/>
                  </a:lnTo>
                  <a:lnTo>
                    <a:pt x="25" y="81"/>
                  </a:lnTo>
                  <a:lnTo>
                    <a:pt x="59" y="69"/>
                  </a:lnTo>
                  <a:lnTo>
                    <a:pt x="47" y="34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84" name=""/>
            <p:cNvSpPr/>
            <p:nvPr/>
          </p:nvSpPr>
          <p:spPr>
            <a:xfrm rot="0">
              <a:off x="3608" y="1915"/>
              <a:ext cx="4" cy="11"/>
            </a:xfrm>
            <a:custGeom>
              <a:avLst/>
              <a:ahLst/>
              <a:rect l="0" t="0" r="r" b="b"/>
              <a:pathLst>
                <a:path w="12" h="35">
                  <a:moveTo>
                    <a:pt x="0" y="0"/>
                  </a:moveTo>
                  <a:lnTo>
                    <a:pt x="12" y="35"/>
                  </a:lnTo>
                  <a:lnTo>
                    <a:pt x="12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85" name=""/>
            <p:cNvSpPr/>
            <p:nvPr/>
          </p:nvSpPr>
          <p:spPr>
            <a:xfrm rot="0">
              <a:off x="3612" y="19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86" name=""/>
            <p:cNvSpPr/>
            <p:nvPr/>
          </p:nvSpPr>
          <p:spPr>
            <a:xfrm rot="0">
              <a:off x="3604" y="1899"/>
              <a:ext cx="19" cy="27"/>
            </a:xfrm>
            <a:custGeom>
              <a:avLst/>
              <a:ahLst/>
              <a:rect l="0" t="0" r="r" b="b"/>
              <a:pathLst>
                <a:path w="58" h="81">
                  <a:moveTo>
                    <a:pt x="0" y="12"/>
                  </a:moveTo>
                  <a:lnTo>
                    <a:pt x="13" y="46"/>
                  </a:lnTo>
                  <a:lnTo>
                    <a:pt x="25" y="81"/>
                  </a:lnTo>
                  <a:lnTo>
                    <a:pt x="58" y="68"/>
                  </a:lnTo>
                  <a:lnTo>
                    <a:pt x="45" y="34"/>
                  </a:lnTo>
                  <a:lnTo>
                    <a:pt x="33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87" name=""/>
            <p:cNvSpPr/>
            <p:nvPr/>
          </p:nvSpPr>
          <p:spPr>
            <a:xfrm rot="0">
              <a:off x="3604" y="1899"/>
              <a:ext cx="19" cy="27"/>
            </a:xfrm>
            <a:custGeom>
              <a:avLst/>
              <a:ahLst/>
              <a:rect l="0" t="0" r="r" b="b"/>
              <a:pathLst>
                <a:path w="58" h="81">
                  <a:moveTo>
                    <a:pt x="0" y="12"/>
                  </a:moveTo>
                  <a:lnTo>
                    <a:pt x="13" y="46"/>
                  </a:lnTo>
                  <a:lnTo>
                    <a:pt x="25" y="81"/>
                  </a:lnTo>
                  <a:lnTo>
                    <a:pt x="58" y="68"/>
                  </a:lnTo>
                  <a:lnTo>
                    <a:pt x="45" y="34"/>
                  </a:lnTo>
                  <a:lnTo>
                    <a:pt x="33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88" name=""/>
            <p:cNvSpPr/>
            <p:nvPr/>
          </p:nvSpPr>
          <p:spPr>
            <a:xfrm rot="0">
              <a:off x="3619" y="1911"/>
              <a:ext cx="5" cy="11"/>
            </a:xfrm>
            <a:custGeom>
              <a:avLst/>
              <a:ahLst/>
              <a:rect l="0" t="0" r="r" b="b"/>
              <a:pathLst>
                <a:path w="16" h="34">
                  <a:moveTo>
                    <a:pt x="0" y="0"/>
                  </a:moveTo>
                  <a:lnTo>
                    <a:pt x="13" y="34"/>
                  </a:lnTo>
                  <a:lnTo>
                    <a:pt x="16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89" name=""/>
            <p:cNvSpPr/>
            <p:nvPr/>
          </p:nvSpPr>
          <p:spPr>
            <a:xfrm rot="0" flipV="1">
              <a:off x="3623" y="1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90" name=""/>
            <p:cNvSpPr/>
            <p:nvPr/>
          </p:nvSpPr>
          <p:spPr>
            <a:xfrm rot="0">
              <a:off x="3614" y="1894"/>
              <a:ext cx="21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0" y="16"/>
                  </a:moveTo>
                  <a:lnTo>
                    <a:pt x="15" y="49"/>
                  </a:lnTo>
                  <a:lnTo>
                    <a:pt x="31" y="81"/>
                  </a:lnTo>
                  <a:lnTo>
                    <a:pt x="64" y="66"/>
                  </a:lnTo>
                  <a:lnTo>
                    <a:pt x="48" y="33"/>
                  </a:lnTo>
                  <a:lnTo>
                    <a:pt x="32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91" name=""/>
            <p:cNvSpPr/>
            <p:nvPr/>
          </p:nvSpPr>
          <p:spPr>
            <a:xfrm rot="0">
              <a:off x="3614" y="1894"/>
              <a:ext cx="21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0" y="16"/>
                  </a:moveTo>
                  <a:lnTo>
                    <a:pt x="15" y="49"/>
                  </a:lnTo>
                  <a:lnTo>
                    <a:pt x="31" y="81"/>
                  </a:lnTo>
                  <a:lnTo>
                    <a:pt x="64" y="66"/>
                  </a:lnTo>
                  <a:lnTo>
                    <a:pt x="48" y="33"/>
                  </a:lnTo>
                  <a:lnTo>
                    <a:pt x="32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92" name=""/>
            <p:cNvSpPr/>
            <p:nvPr/>
          </p:nvSpPr>
          <p:spPr>
            <a:xfrm rot="0">
              <a:off x="3630" y="1905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0"/>
                  </a:moveTo>
                  <a:lnTo>
                    <a:pt x="16" y="33"/>
                  </a:lnTo>
                  <a:lnTo>
                    <a:pt x="17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93" name=""/>
            <p:cNvSpPr/>
            <p:nvPr/>
          </p:nvSpPr>
          <p:spPr>
            <a:xfrm rot="0" flipV="1">
              <a:off x="3635" y="1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94" name=""/>
            <p:cNvSpPr/>
            <p:nvPr/>
          </p:nvSpPr>
          <p:spPr>
            <a:xfrm rot="0">
              <a:off x="3624" y="1889"/>
              <a:ext cx="22" cy="27"/>
            </a:xfrm>
            <a:custGeom>
              <a:avLst/>
              <a:ahLst/>
              <a:rect l="0" t="0" r="r" b="b"/>
              <a:pathLst>
                <a:path w="66" h="79">
                  <a:moveTo>
                    <a:pt x="0" y="17"/>
                  </a:moveTo>
                  <a:lnTo>
                    <a:pt x="17" y="48"/>
                  </a:lnTo>
                  <a:lnTo>
                    <a:pt x="34" y="79"/>
                  </a:lnTo>
                  <a:lnTo>
                    <a:pt x="66" y="62"/>
                  </a:lnTo>
                  <a:lnTo>
                    <a:pt x="48" y="31"/>
                  </a:lnTo>
                  <a:lnTo>
                    <a:pt x="31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95" name=""/>
            <p:cNvSpPr/>
            <p:nvPr/>
          </p:nvSpPr>
          <p:spPr>
            <a:xfrm rot="0">
              <a:off x="3624" y="1889"/>
              <a:ext cx="22" cy="27"/>
            </a:xfrm>
            <a:custGeom>
              <a:avLst/>
              <a:ahLst/>
              <a:rect l="0" t="0" r="r" b="b"/>
              <a:pathLst>
                <a:path w="66" h="79">
                  <a:moveTo>
                    <a:pt x="0" y="17"/>
                  </a:moveTo>
                  <a:lnTo>
                    <a:pt x="17" y="48"/>
                  </a:lnTo>
                  <a:lnTo>
                    <a:pt x="34" y="79"/>
                  </a:lnTo>
                  <a:lnTo>
                    <a:pt x="66" y="62"/>
                  </a:lnTo>
                  <a:lnTo>
                    <a:pt x="48" y="31"/>
                  </a:lnTo>
                  <a:lnTo>
                    <a:pt x="31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96" name=""/>
            <p:cNvSpPr/>
            <p:nvPr/>
          </p:nvSpPr>
          <p:spPr>
            <a:xfrm rot="0">
              <a:off x="3640" y="1900"/>
              <a:ext cx="6" cy="10"/>
            </a:xfrm>
            <a:custGeom>
              <a:avLst/>
              <a:ahLst/>
              <a:rect l="0" t="0" r="r" b="b"/>
              <a:pathLst>
                <a:path w="19" h="31">
                  <a:moveTo>
                    <a:pt x="0" y="0"/>
                  </a:moveTo>
                  <a:lnTo>
                    <a:pt x="18" y="31"/>
                  </a:lnTo>
                  <a:lnTo>
                    <a:pt x="19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97" name=""/>
            <p:cNvSpPr/>
            <p:nvPr/>
          </p:nvSpPr>
          <p:spPr>
            <a:xfrm rot="0">
              <a:off x="3646" y="19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898" name=""/>
            <p:cNvSpPr/>
            <p:nvPr/>
          </p:nvSpPr>
          <p:spPr>
            <a:xfrm rot="0">
              <a:off x="3634" y="1883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0" y="19"/>
                  </a:moveTo>
                  <a:lnTo>
                    <a:pt x="18" y="50"/>
                  </a:lnTo>
                  <a:lnTo>
                    <a:pt x="37" y="81"/>
                  </a:lnTo>
                  <a:lnTo>
                    <a:pt x="67" y="63"/>
                  </a:lnTo>
                  <a:lnTo>
                    <a:pt x="48" y="31"/>
                  </a:lnTo>
                  <a:lnTo>
                    <a:pt x="30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899" name=""/>
            <p:cNvSpPr/>
            <p:nvPr/>
          </p:nvSpPr>
          <p:spPr>
            <a:xfrm rot="0">
              <a:off x="3634" y="1883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0" y="19"/>
                  </a:moveTo>
                  <a:lnTo>
                    <a:pt x="18" y="50"/>
                  </a:lnTo>
                  <a:lnTo>
                    <a:pt x="37" y="81"/>
                  </a:lnTo>
                  <a:lnTo>
                    <a:pt x="67" y="63"/>
                  </a:lnTo>
                  <a:lnTo>
                    <a:pt x="48" y="31"/>
                  </a:lnTo>
                  <a:lnTo>
                    <a:pt x="30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00" name=""/>
            <p:cNvSpPr/>
            <p:nvPr/>
          </p:nvSpPr>
          <p:spPr>
            <a:xfrm rot="0">
              <a:off x="3650" y="1893"/>
              <a:ext cx="7" cy="11"/>
            </a:xfrm>
            <a:custGeom>
              <a:avLst/>
              <a:ahLst/>
              <a:rect l="0" t="0" r="r" b="b"/>
              <a:pathLst>
                <a:path w="22" h="32">
                  <a:moveTo>
                    <a:pt x="0" y="0"/>
                  </a:moveTo>
                  <a:lnTo>
                    <a:pt x="19" y="32"/>
                  </a:lnTo>
                  <a:lnTo>
                    <a:pt x="22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01" name=""/>
            <p:cNvSpPr/>
            <p:nvPr/>
          </p:nvSpPr>
          <p:spPr>
            <a:xfrm rot="0" flipV="1">
              <a:off x="3656" y="19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02" name=""/>
            <p:cNvSpPr/>
            <p:nvPr/>
          </p:nvSpPr>
          <p:spPr>
            <a:xfrm rot="0">
              <a:off x="3643" y="1876"/>
              <a:ext cx="24" cy="27"/>
            </a:xfrm>
            <a:custGeom>
              <a:avLst/>
              <a:ahLst/>
              <a:rect l="0" t="0" r="r" b="b"/>
              <a:pathLst>
                <a:path w="73" h="81">
                  <a:moveTo>
                    <a:pt x="0" y="22"/>
                  </a:moveTo>
                  <a:lnTo>
                    <a:pt x="21" y="51"/>
                  </a:lnTo>
                  <a:lnTo>
                    <a:pt x="43" y="81"/>
                  </a:lnTo>
                  <a:lnTo>
                    <a:pt x="73" y="60"/>
                  </a:lnTo>
                  <a:lnTo>
                    <a:pt x="51" y="30"/>
                  </a:lnTo>
                  <a:lnTo>
                    <a:pt x="30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03" name=""/>
            <p:cNvSpPr/>
            <p:nvPr/>
          </p:nvSpPr>
          <p:spPr>
            <a:xfrm rot="0">
              <a:off x="3643" y="1876"/>
              <a:ext cx="24" cy="27"/>
            </a:xfrm>
            <a:custGeom>
              <a:avLst/>
              <a:ahLst/>
              <a:rect l="0" t="0" r="r" b="b"/>
              <a:pathLst>
                <a:path w="73" h="81">
                  <a:moveTo>
                    <a:pt x="0" y="22"/>
                  </a:moveTo>
                  <a:lnTo>
                    <a:pt x="21" y="51"/>
                  </a:lnTo>
                  <a:lnTo>
                    <a:pt x="43" y="81"/>
                  </a:lnTo>
                  <a:lnTo>
                    <a:pt x="73" y="60"/>
                  </a:lnTo>
                  <a:lnTo>
                    <a:pt x="51" y="30"/>
                  </a:lnTo>
                  <a:lnTo>
                    <a:pt x="30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04" name=""/>
            <p:cNvSpPr/>
            <p:nvPr/>
          </p:nvSpPr>
          <p:spPr>
            <a:xfrm rot="0">
              <a:off x="3653" y="1874"/>
              <a:ext cx="19" cy="22"/>
            </a:xfrm>
            <a:custGeom>
              <a:avLst/>
              <a:ahLst/>
              <a:rect l="0" t="0" r="r" b="b"/>
              <a:pathLst>
                <a:path w="58" h="66">
                  <a:moveTo>
                    <a:pt x="21" y="36"/>
                  </a:moveTo>
                  <a:lnTo>
                    <a:pt x="0" y="6"/>
                  </a:lnTo>
                  <a:lnTo>
                    <a:pt x="10" y="2"/>
                  </a:lnTo>
                  <a:lnTo>
                    <a:pt x="21" y="0"/>
                  </a:lnTo>
                  <a:lnTo>
                    <a:pt x="33" y="2"/>
                  </a:lnTo>
                  <a:lnTo>
                    <a:pt x="43" y="6"/>
                  </a:lnTo>
                  <a:lnTo>
                    <a:pt x="51" y="15"/>
                  </a:lnTo>
                  <a:lnTo>
                    <a:pt x="55" y="25"/>
                  </a:lnTo>
                  <a:lnTo>
                    <a:pt x="58" y="36"/>
                  </a:lnTo>
                  <a:lnTo>
                    <a:pt x="55" y="47"/>
                  </a:lnTo>
                  <a:lnTo>
                    <a:pt x="51" y="57"/>
                  </a:lnTo>
                  <a:lnTo>
                    <a:pt x="43" y="66"/>
                  </a:lnTo>
                  <a:lnTo>
                    <a:pt x="2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05" name=""/>
            <p:cNvSpPr/>
            <p:nvPr/>
          </p:nvSpPr>
          <p:spPr>
            <a:xfrm rot="0">
              <a:off x="3653" y="1874"/>
              <a:ext cx="19" cy="22"/>
            </a:xfrm>
            <a:custGeom>
              <a:avLst/>
              <a:ahLst/>
              <a:rect l="0" t="0" r="r" b="b"/>
              <a:pathLst>
                <a:path w="58" h="66">
                  <a:moveTo>
                    <a:pt x="0" y="6"/>
                  </a:moveTo>
                  <a:lnTo>
                    <a:pt x="10" y="2"/>
                  </a:lnTo>
                  <a:lnTo>
                    <a:pt x="21" y="0"/>
                  </a:lnTo>
                  <a:lnTo>
                    <a:pt x="33" y="2"/>
                  </a:lnTo>
                  <a:lnTo>
                    <a:pt x="43" y="6"/>
                  </a:lnTo>
                  <a:lnTo>
                    <a:pt x="51" y="15"/>
                  </a:lnTo>
                  <a:lnTo>
                    <a:pt x="55" y="25"/>
                  </a:lnTo>
                  <a:lnTo>
                    <a:pt x="58" y="36"/>
                  </a:lnTo>
                  <a:lnTo>
                    <a:pt x="55" y="47"/>
                  </a:lnTo>
                  <a:lnTo>
                    <a:pt x="51" y="57"/>
                  </a:lnTo>
                  <a:lnTo>
                    <a:pt x="4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06" name=""/>
            <p:cNvSpPr/>
            <p:nvPr/>
          </p:nvSpPr>
          <p:spPr>
            <a:xfrm rot="0">
              <a:off x="3656" y="1372"/>
              <a:ext cx="16" cy="23"/>
            </a:xfrm>
            <a:custGeom>
              <a:avLst/>
              <a:ahLst/>
              <a:rect l="0" t="0" r="r" b="b"/>
              <a:pathLst>
                <a:path w="49" h="69">
                  <a:moveTo>
                    <a:pt x="13" y="34"/>
                  </a:moveTo>
                  <a:lnTo>
                    <a:pt x="26" y="0"/>
                  </a:lnTo>
                  <a:lnTo>
                    <a:pt x="36" y="5"/>
                  </a:lnTo>
                  <a:lnTo>
                    <a:pt x="43" y="14"/>
                  </a:lnTo>
                  <a:lnTo>
                    <a:pt x="49" y="24"/>
                  </a:lnTo>
                  <a:lnTo>
                    <a:pt x="49" y="35"/>
                  </a:lnTo>
                  <a:lnTo>
                    <a:pt x="47" y="47"/>
                  </a:lnTo>
                  <a:lnTo>
                    <a:pt x="42" y="56"/>
                  </a:lnTo>
                  <a:lnTo>
                    <a:pt x="33" y="64"/>
                  </a:lnTo>
                  <a:lnTo>
                    <a:pt x="23" y="69"/>
                  </a:lnTo>
                  <a:lnTo>
                    <a:pt x="12" y="69"/>
                  </a:lnTo>
                  <a:lnTo>
                    <a:pt x="0" y="68"/>
                  </a:lnTo>
                  <a:lnTo>
                    <a:pt x="1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07" name=""/>
            <p:cNvSpPr/>
            <p:nvPr/>
          </p:nvSpPr>
          <p:spPr>
            <a:xfrm rot="0">
              <a:off x="3656" y="1372"/>
              <a:ext cx="16" cy="23"/>
            </a:xfrm>
            <a:custGeom>
              <a:avLst/>
              <a:ahLst/>
              <a:rect l="0" t="0" r="r" b="b"/>
              <a:pathLst>
                <a:path w="49" h="69">
                  <a:moveTo>
                    <a:pt x="26" y="0"/>
                  </a:moveTo>
                  <a:lnTo>
                    <a:pt x="36" y="5"/>
                  </a:lnTo>
                  <a:lnTo>
                    <a:pt x="43" y="14"/>
                  </a:lnTo>
                  <a:lnTo>
                    <a:pt x="49" y="24"/>
                  </a:lnTo>
                  <a:lnTo>
                    <a:pt x="49" y="35"/>
                  </a:lnTo>
                  <a:lnTo>
                    <a:pt x="47" y="47"/>
                  </a:lnTo>
                  <a:lnTo>
                    <a:pt x="42" y="56"/>
                  </a:lnTo>
                  <a:lnTo>
                    <a:pt x="33" y="64"/>
                  </a:lnTo>
                  <a:lnTo>
                    <a:pt x="23" y="69"/>
                  </a:lnTo>
                  <a:lnTo>
                    <a:pt x="12" y="69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08" name=""/>
            <p:cNvSpPr/>
            <p:nvPr/>
          </p:nvSpPr>
          <p:spPr>
            <a:xfrm rot="0">
              <a:off x="3642" y="1367"/>
              <a:ext cx="22" cy="28"/>
            </a:xfrm>
            <a:custGeom>
              <a:avLst/>
              <a:ahLst/>
              <a:rect l="0" t="0" r="r" b="b"/>
              <a:pathLst>
                <a:path w="68" h="84">
                  <a:moveTo>
                    <a:pt x="42" y="84"/>
                  </a:moveTo>
                  <a:lnTo>
                    <a:pt x="55" y="50"/>
                  </a:lnTo>
                  <a:lnTo>
                    <a:pt x="68" y="16"/>
                  </a:lnTo>
                  <a:lnTo>
                    <a:pt x="25" y="0"/>
                  </a:lnTo>
                  <a:lnTo>
                    <a:pt x="13" y="34"/>
                  </a:lnTo>
                  <a:lnTo>
                    <a:pt x="0" y="68"/>
                  </a:lnTo>
                  <a:lnTo>
                    <a:pt x="42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09" name=""/>
            <p:cNvSpPr/>
            <p:nvPr/>
          </p:nvSpPr>
          <p:spPr>
            <a:xfrm rot="0">
              <a:off x="3642" y="1367"/>
              <a:ext cx="22" cy="28"/>
            </a:xfrm>
            <a:custGeom>
              <a:avLst/>
              <a:ahLst/>
              <a:rect l="0" t="0" r="r" b="b"/>
              <a:pathLst>
                <a:path w="68" h="84">
                  <a:moveTo>
                    <a:pt x="42" y="84"/>
                  </a:moveTo>
                  <a:lnTo>
                    <a:pt x="55" y="50"/>
                  </a:lnTo>
                  <a:lnTo>
                    <a:pt x="68" y="16"/>
                  </a:lnTo>
                  <a:lnTo>
                    <a:pt x="25" y="0"/>
                  </a:lnTo>
                  <a:lnTo>
                    <a:pt x="13" y="34"/>
                  </a:lnTo>
                  <a:lnTo>
                    <a:pt x="0" y="68"/>
                  </a:lnTo>
                  <a:lnTo>
                    <a:pt x="42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10" name=""/>
            <p:cNvSpPr/>
            <p:nvPr/>
          </p:nvSpPr>
          <p:spPr>
            <a:xfrm rot="0">
              <a:off x="3646" y="1367"/>
              <a:ext cx="4" cy="11"/>
            </a:xfrm>
            <a:custGeom>
              <a:avLst/>
              <a:ahLst/>
              <a:rect l="0" t="0" r="r" b="b"/>
              <a:pathLst>
                <a:path w="12" h="34">
                  <a:moveTo>
                    <a:pt x="0" y="34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11" name=""/>
            <p:cNvSpPr/>
            <p:nvPr/>
          </p:nvSpPr>
          <p:spPr>
            <a:xfrm rot="0" flipH="1">
              <a:off x="3650" y="13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12" name=""/>
            <p:cNvSpPr/>
            <p:nvPr/>
          </p:nvSpPr>
          <p:spPr>
            <a:xfrm rot="0">
              <a:off x="3627" y="1362"/>
              <a:ext cx="23" cy="27"/>
            </a:xfrm>
            <a:custGeom>
              <a:avLst/>
              <a:ahLst/>
              <a:rect l="0" t="0" r="r" b="b"/>
              <a:pathLst>
                <a:path w="68" h="82">
                  <a:moveTo>
                    <a:pt x="45" y="82"/>
                  </a:moveTo>
                  <a:lnTo>
                    <a:pt x="57" y="48"/>
                  </a:lnTo>
                  <a:lnTo>
                    <a:pt x="68" y="14"/>
                  </a:lnTo>
                  <a:lnTo>
                    <a:pt x="22" y="0"/>
                  </a:lnTo>
                  <a:lnTo>
                    <a:pt x="11" y="34"/>
                  </a:lnTo>
                  <a:lnTo>
                    <a:pt x="0" y="68"/>
                  </a:lnTo>
                  <a:lnTo>
                    <a:pt x="45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13" name=""/>
            <p:cNvSpPr/>
            <p:nvPr/>
          </p:nvSpPr>
          <p:spPr>
            <a:xfrm rot="0">
              <a:off x="3627" y="1362"/>
              <a:ext cx="23" cy="27"/>
            </a:xfrm>
            <a:custGeom>
              <a:avLst/>
              <a:ahLst/>
              <a:rect l="0" t="0" r="r" b="b"/>
              <a:pathLst>
                <a:path w="68" h="82">
                  <a:moveTo>
                    <a:pt x="45" y="82"/>
                  </a:moveTo>
                  <a:lnTo>
                    <a:pt x="57" y="48"/>
                  </a:lnTo>
                  <a:lnTo>
                    <a:pt x="68" y="14"/>
                  </a:lnTo>
                  <a:lnTo>
                    <a:pt x="22" y="0"/>
                  </a:lnTo>
                  <a:lnTo>
                    <a:pt x="11" y="34"/>
                  </a:lnTo>
                  <a:lnTo>
                    <a:pt x="0" y="68"/>
                  </a:lnTo>
                  <a:lnTo>
                    <a:pt x="45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14" name=""/>
            <p:cNvSpPr/>
            <p:nvPr/>
          </p:nvSpPr>
          <p:spPr>
            <a:xfrm rot="0">
              <a:off x="3631" y="1361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36"/>
                  </a:moveTo>
                  <a:lnTo>
                    <a:pt x="11" y="2"/>
                  </a:lnTo>
                  <a:lnTo>
                    <a:pt x="9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15" name=""/>
            <p:cNvSpPr/>
            <p:nvPr/>
          </p:nvSpPr>
          <p:spPr>
            <a:xfrm rot="0" flipH="1" flipV="1">
              <a:off x="3634" y="13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2" name=""/>
          <p:cNvGrpSpPr/>
          <p:nvPr/>
        </p:nvGrpSpPr>
        <p:grpSpPr>
          <a:xfrm rot="0">
            <a:off x="5383212" y="2138362"/>
            <a:ext cx="676275" cy="1122362"/>
            <a:chOff x="3391" y="1347"/>
            <a:chExt cx="426" cy="707"/>
          </a:xfrm>
        </p:grpSpPr>
        <p:sp>
          <p:nvSpPr>
            <p:cNvPr id="1070916" name=""/>
            <p:cNvSpPr/>
            <p:nvPr/>
          </p:nvSpPr>
          <p:spPr>
            <a:xfrm rot="0">
              <a:off x="3613" y="1358"/>
              <a:ext cx="21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44" y="82"/>
                  </a:moveTo>
                  <a:lnTo>
                    <a:pt x="53" y="47"/>
                  </a:lnTo>
                  <a:lnTo>
                    <a:pt x="62" y="11"/>
                  </a:lnTo>
                  <a:lnTo>
                    <a:pt x="17" y="0"/>
                  </a:lnTo>
                  <a:lnTo>
                    <a:pt x="9" y="35"/>
                  </a:lnTo>
                  <a:lnTo>
                    <a:pt x="0" y="71"/>
                  </a:lnTo>
                  <a:lnTo>
                    <a:pt x="44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17" name=""/>
            <p:cNvSpPr/>
            <p:nvPr/>
          </p:nvSpPr>
          <p:spPr>
            <a:xfrm rot="0">
              <a:off x="3613" y="1358"/>
              <a:ext cx="21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44" y="82"/>
                  </a:moveTo>
                  <a:lnTo>
                    <a:pt x="53" y="47"/>
                  </a:lnTo>
                  <a:lnTo>
                    <a:pt x="62" y="11"/>
                  </a:lnTo>
                  <a:lnTo>
                    <a:pt x="17" y="0"/>
                  </a:lnTo>
                  <a:lnTo>
                    <a:pt x="9" y="35"/>
                  </a:lnTo>
                  <a:lnTo>
                    <a:pt x="0" y="71"/>
                  </a:lnTo>
                  <a:lnTo>
                    <a:pt x="44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18" name=""/>
            <p:cNvSpPr/>
            <p:nvPr/>
          </p:nvSpPr>
          <p:spPr>
            <a:xfrm rot="0">
              <a:off x="3616" y="1358"/>
              <a:ext cx="3" cy="11"/>
            </a:xfrm>
            <a:custGeom>
              <a:avLst/>
              <a:ahLst/>
              <a:rect l="0" t="0" r="r" b="b"/>
              <a:pathLst>
                <a:path w="8" h="35">
                  <a:moveTo>
                    <a:pt x="0" y="35"/>
                  </a:moveTo>
                  <a:lnTo>
                    <a:pt x="8" y="0"/>
                  </a:lnTo>
                  <a:lnTo>
                    <a:pt x="7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19" name=""/>
            <p:cNvSpPr/>
            <p:nvPr/>
          </p:nvSpPr>
          <p:spPr>
            <a:xfrm rot="0" flipH="1">
              <a:off x="3618" y="13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20" name=""/>
            <p:cNvSpPr/>
            <p:nvPr/>
          </p:nvSpPr>
          <p:spPr>
            <a:xfrm rot="0">
              <a:off x="3598" y="1354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46" y="81"/>
                  </a:moveTo>
                  <a:lnTo>
                    <a:pt x="53" y="45"/>
                  </a:lnTo>
                  <a:lnTo>
                    <a:pt x="60" y="10"/>
                  </a:lnTo>
                  <a:lnTo>
                    <a:pt x="14" y="0"/>
                  </a:lnTo>
                  <a:lnTo>
                    <a:pt x="7" y="35"/>
                  </a:lnTo>
                  <a:lnTo>
                    <a:pt x="0" y="71"/>
                  </a:lnTo>
                  <a:lnTo>
                    <a:pt x="46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21" name=""/>
            <p:cNvSpPr/>
            <p:nvPr/>
          </p:nvSpPr>
          <p:spPr>
            <a:xfrm rot="0">
              <a:off x="3598" y="1354"/>
              <a:ext cx="20" cy="27"/>
            </a:xfrm>
            <a:custGeom>
              <a:avLst/>
              <a:ahLst/>
              <a:rect l="0" t="0" r="r" b="b"/>
              <a:pathLst>
                <a:path w="60" h="81">
                  <a:moveTo>
                    <a:pt x="46" y="81"/>
                  </a:moveTo>
                  <a:lnTo>
                    <a:pt x="53" y="45"/>
                  </a:lnTo>
                  <a:lnTo>
                    <a:pt x="60" y="10"/>
                  </a:lnTo>
                  <a:lnTo>
                    <a:pt x="14" y="0"/>
                  </a:lnTo>
                  <a:lnTo>
                    <a:pt x="7" y="35"/>
                  </a:lnTo>
                  <a:lnTo>
                    <a:pt x="0" y="71"/>
                  </a:lnTo>
                  <a:lnTo>
                    <a:pt x="46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22" name=""/>
            <p:cNvSpPr/>
            <p:nvPr/>
          </p:nvSpPr>
          <p:spPr>
            <a:xfrm rot="0">
              <a:off x="3601" y="1354"/>
              <a:ext cx="2" cy="12"/>
            </a:xfrm>
            <a:custGeom>
              <a:avLst/>
              <a:ahLst/>
              <a:rect l="0" t="0" r="r" b="b"/>
              <a:pathLst>
                <a:path w="7" h="35">
                  <a:moveTo>
                    <a:pt x="0" y="35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23" name=""/>
            <p:cNvSpPr/>
            <p:nvPr/>
          </p:nvSpPr>
          <p:spPr>
            <a:xfrm rot="0">
              <a:off x="3603" y="1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24" name=""/>
            <p:cNvSpPr/>
            <p:nvPr/>
          </p:nvSpPr>
          <p:spPr>
            <a:xfrm rot="0">
              <a:off x="3583" y="1351"/>
              <a:ext cx="20" cy="27"/>
            </a:xfrm>
            <a:custGeom>
              <a:avLst/>
              <a:ahLst/>
              <a:rect l="0" t="0" r="r" b="b"/>
              <a:pathLst>
                <a:path w="59" h="80">
                  <a:moveTo>
                    <a:pt x="45" y="80"/>
                  </a:moveTo>
                  <a:lnTo>
                    <a:pt x="52" y="44"/>
                  </a:lnTo>
                  <a:lnTo>
                    <a:pt x="59" y="9"/>
                  </a:lnTo>
                  <a:lnTo>
                    <a:pt x="14" y="0"/>
                  </a:lnTo>
                  <a:lnTo>
                    <a:pt x="7" y="36"/>
                  </a:lnTo>
                  <a:lnTo>
                    <a:pt x="0" y="71"/>
                  </a:lnTo>
                  <a:lnTo>
                    <a:pt x="45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25" name=""/>
            <p:cNvSpPr/>
            <p:nvPr/>
          </p:nvSpPr>
          <p:spPr>
            <a:xfrm rot="0">
              <a:off x="3583" y="1351"/>
              <a:ext cx="20" cy="27"/>
            </a:xfrm>
            <a:custGeom>
              <a:avLst/>
              <a:ahLst/>
              <a:rect l="0" t="0" r="r" b="b"/>
              <a:pathLst>
                <a:path w="59" h="80">
                  <a:moveTo>
                    <a:pt x="45" y="80"/>
                  </a:moveTo>
                  <a:lnTo>
                    <a:pt x="52" y="44"/>
                  </a:lnTo>
                  <a:lnTo>
                    <a:pt x="59" y="9"/>
                  </a:lnTo>
                  <a:lnTo>
                    <a:pt x="14" y="0"/>
                  </a:lnTo>
                  <a:lnTo>
                    <a:pt x="7" y="36"/>
                  </a:lnTo>
                  <a:lnTo>
                    <a:pt x="0" y="71"/>
                  </a:lnTo>
                  <a:lnTo>
                    <a:pt x="45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26" name=""/>
            <p:cNvSpPr/>
            <p:nvPr/>
          </p:nvSpPr>
          <p:spPr>
            <a:xfrm rot="0">
              <a:off x="3586" y="1351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0" y="36"/>
                  </a:moveTo>
                  <a:lnTo>
                    <a:pt x="7" y="0"/>
                  </a:lnTo>
                  <a:lnTo>
                    <a:pt x="4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27" name=""/>
            <p:cNvSpPr/>
            <p:nvPr/>
          </p:nvSpPr>
          <p:spPr>
            <a:xfrm rot="0" flipH="1">
              <a:off x="3587" y="13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28" name=""/>
            <p:cNvSpPr/>
            <p:nvPr/>
          </p:nvSpPr>
          <p:spPr>
            <a:xfrm rot="0">
              <a:off x="3569" y="1350"/>
              <a:ext cx="18" cy="25"/>
            </a:xfrm>
            <a:custGeom>
              <a:avLst/>
              <a:ahLst/>
              <a:rect l="0" t="0" r="r" b="b"/>
              <a:pathLst>
                <a:path w="54" h="76">
                  <a:moveTo>
                    <a:pt x="45" y="76"/>
                  </a:moveTo>
                  <a:lnTo>
                    <a:pt x="50" y="41"/>
                  </a:lnTo>
                  <a:lnTo>
                    <a:pt x="54" y="5"/>
                  </a:lnTo>
                  <a:lnTo>
                    <a:pt x="8" y="0"/>
                  </a:lnTo>
                  <a:lnTo>
                    <a:pt x="4" y="35"/>
                  </a:lnTo>
                  <a:lnTo>
                    <a:pt x="0" y="71"/>
                  </a:lnTo>
                  <a:lnTo>
                    <a:pt x="45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29" name=""/>
            <p:cNvSpPr/>
            <p:nvPr/>
          </p:nvSpPr>
          <p:spPr>
            <a:xfrm rot="0">
              <a:off x="3569" y="1350"/>
              <a:ext cx="18" cy="25"/>
            </a:xfrm>
            <a:custGeom>
              <a:avLst/>
              <a:ahLst/>
              <a:rect l="0" t="0" r="r" b="b"/>
              <a:pathLst>
                <a:path w="54" h="76">
                  <a:moveTo>
                    <a:pt x="45" y="76"/>
                  </a:moveTo>
                  <a:lnTo>
                    <a:pt x="50" y="41"/>
                  </a:lnTo>
                  <a:lnTo>
                    <a:pt x="54" y="5"/>
                  </a:lnTo>
                  <a:lnTo>
                    <a:pt x="8" y="0"/>
                  </a:lnTo>
                  <a:lnTo>
                    <a:pt x="4" y="35"/>
                  </a:lnTo>
                  <a:lnTo>
                    <a:pt x="0" y="71"/>
                  </a:lnTo>
                  <a:lnTo>
                    <a:pt x="45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30" name=""/>
            <p:cNvSpPr/>
            <p:nvPr/>
          </p:nvSpPr>
          <p:spPr>
            <a:xfrm rot="0">
              <a:off x="3570" y="1350"/>
              <a:ext cx="2" cy="11"/>
            </a:xfrm>
            <a:custGeom>
              <a:avLst/>
              <a:ahLst/>
              <a:rect l="0" t="0" r="r" b="b"/>
              <a:pathLst>
                <a:path w="4" h="35">
                  <a:moveTo>
                    <a:pt x="0" y="35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31" name=""/>
            <p:cNvSpPr/>
            <p:nvPr/>
          </p:nvSpPr>
          <p:spPr>
            <a:xfrm rot="0" flipH="1">
              <a:off x="3571" y="13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32" name=""/>
            <p:cNvSpPr/>
            <p:nvPr/>
          </p:nvSpPr>
          <p:spPr>
            <a:xfrm rot="0">
              <a:off x="3554" y="1348"/>
              <a:ext cx="17" cy="25"/>
            </a:xfrm>
            <a:custGeom>
              <a:avLst/>
              <a:ahLst/>
              <a:rect l="0" t="0" r="r" b="b"/>
              <a:pathLst>
                <a:path w="53" h="76">
                  <a:moveTo>
                    <a:pt x="47" y="76"/>
                  </a:moveTo>
                  <a:lnTo>
                    <a:pt x="50" y="40"/>
                  </a:lnTo>
                  <a:lnTo>
                    <a:pt x="53" y="5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47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33" name=""/>
            <p:cNvSpPr/>
            <p:nvPr/>
          </p:nvSpPr>
          <p:spPr>
            <a:xfrm rot="0">
              <a:off x="3554" y="1348"/>
              <a:ext cx="17" cy="25"/>
            </a:xfrm>
            <a:custGeom>
              <a:avLst/>
              <a:ahLst/>
              <a:rect l="0" t="0" r="r" b="b"/>
              <a:pathLst>
                <a:path w="53" h="76">
                  <a:moveTo>
                    <a:pt x="47" y="76"/>
                  </a:moveTo>
                  <a:lnTo>
                    <a:pt x="50" y="40"/>
                  </a:lnTo>
                  <a:lnTo>
                    <a:pt x="53" y="5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47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34" name=""/>
            <p:cNvSpPr/>
            <p:nvPr/>
          </p:nvSpPr>
          <p:spPr>
            <a:xfrm rot="0">
              <a:off x="3555" y="1348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36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35" name=""/>
            <p:cNvSpPr/>
            <p:nvPr/>
          </p:nvSpPr>
          <p:spPr>
            <a:xfrm rot="0">
              <a:off x="3556" y="1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36" name=""/>
            <p:cNvSpPr/>
            <p:nvPr/>
          </p:nvSpPr>
          <p:spPr>
            <a:xfrm rot="0">
              <a:off x="3539" y="1347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45" y="75"/>
                  </a:moveTo>
                  <a:lnTo>
                    <a:pt x="48" y="39"/>
                  </a:lnTo>
                  <a:lnTo>
                    <a:pt x="51" y="3"/>
                  </a:lnTo>
                  <a:lnTo>
                    <a:pt x="5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45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37" name=""/>
            <p:cNvSpPr/>
            <p:nvPr/>
          </p:nvSpPr>
          <p:spPr>
            <a:xfrm rot="0">
              <a:off x="3539" y="1347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45" y="75"/>
                  </a:moveTo>
                  <a:lnTo>
                    <a:pt x="48" y="39"/>
                  </a:lnTo>
                  <a:lnTo>
                    <a:pt x="51" y="3"/>
                  </a:lnTo>
                  <a:lnTo>
                    <a:pt x="5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4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38" name=""/>
            <p:cNvSpPr/>
            <p:nvPr/>
          </p:nvSpPr>
          <p:spPr>
            <a:xfrm rot="0">
              <a:off x="3540" y="1347"/>
              <a:ext cx="1" cy="12"/>
            </a:xfrm>
            <a:custGeom>
              <a:avLst/>
              <a:ahLst/>
              <a:rect l="0" t="0" r="r" b="b"/>
              <a:pathLst>
                <a:path w="2" h="37">
                  <a:moveTo>
                    <a:pt x="0" y="37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39" name=""/>
            <p:cNvSpPr/>
            <p:nvPr/>
          </p:nvSpPr>
          <p:spPr>
            <a:xfrm rot="0" flipH="1" flipV="1">
              <a:off x="3540" y="13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40" name=""/>
            <p:cNvSpPr/>
            <p:nvPr/>
          </p:nvSpPr>
          <p:spPr>
            <a:xfrm rot="0">
              <a:off x="3524" y="1347"/>
              <a:ext cx="16" cy="24"/>
            </a:xfrm>
            <a:custGeom>
              <a:avLst/>
              <a:ahLst/>
              <a:rect l="0" t="0" r="r" b="b"/>
              <a:pathLst>
                <a:path w="47" h="73">
                  <a:moveTo>
                    <a:pt x="47" y="73"/>
                  </a:moveTo>
                  <a:lnTo>
                    <a:pt x="47" y="37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7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41" name=""/>
            <p:cNvSpPr/>
            <p:nvPr/>
          </p:nvSpPr>
          <p:spPr>
            <a:xfrm rot="0">
              <a:off x="3524" y="1347"/>
              <a:ext cx="16" cy="24"/>
            </a:xfrm>
            <a:custGeom>
              <a:avLst/>
              <a:ahLst/>
              <a:rect l="0" t="0" r="r" b="b"/>
              <a:pathLst>
                <a:path w="47" h="73">
                  <a:moveTo>
                    <a:pt x="47" y="73"/>
                  </a:moveTo>
                  <a:lnTo>
                    <a:pt x="47" y="37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7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42" name=""/>
            <p:cNvSpPr/>
            <p:nvPr/>
          </p:nvSpPr>
          <p:spPr>
            <a:xfrm rot="0">
              <a:off x="3523" y="1347"/>
              <a:ext cx="1" cy="12"/>
            </a:xfrm>
            <a:custGeom>
              <a:avLst/>
              <a:ahLst/>
              <a:rect l="0" t="0" r="r" b="b"/>
              <a:pathLst>
                <a:path w="3" h="37">
                  <a:moveTo>
                    <a:pt x="3" y="37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43" name=""/>
            <p:cNvSpPr/>
            <p:nvPr/>
          </p:nvSpPr>
          <p:spPr>
            <a:xfrm rot="0" flipH="1">
              <a:off x="3523" y="13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44" name=""/>
            <p:cNvSpPr/>
            <p:nvPr/>
          </p:nvSpPr>
          <p:spPr>
            <a:xfrm rot="0">
              <a:off x="3507" y="1347"/>
              <a:ext cx="18" cy="25"/>
            </a:xfrm>
            <a:custGeom>
              <a:avLst/>
              <a:ahLst/>
              <a:rect l="0" t="0" r="r" b="b"/>
              <a:pathLst>
                <a:path w="52" h="75">
                  <a:moveTo>
                    <a:pt x="52" y="72"/>
                  </a:moveTo>
                  <a:lnTo>
                    <a:pt x="50" y="36"/>
                  </a:lnTo>
                  <a:lnTo>
                    <a:pt x="47" y="0"/>
                  </a:lnTo>
                  <a:lnTo>
                    <a:pt x="0" y="3"/>
                  </a:lnTo>
                  <a:lnTo>
                    <a:pt x="3" y="39"/>
                  </a:lnTo>
                  <a:lnTo>
                    <a:pt x="5" y="75"/>
                  </a:lnTo>
                  <a:lnTo>
                    <a:pt x="52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45" name=""/>
            <p:cNvSpPr/>
            <p:nvPr/>
          </p:nvSpPr>
          <p:spPr>
            <a:xfrm rot="0">
              <a:off x="3507" y="1347"/>
              <a:ext cx="18" cy="25"/>
            </a:xfrm>
            <a:custGeom>
              <a:avLst/>
              <a:ahLst/>
              <a:rect l="0" t="0" r="r" b="b"/>
              <a:pathLst>
                <a:path w="52" h="75">
                  <a:moveTo>
                    <a:pt x="52" y="72"/>
                  </a:moveTo>
                  <a:lnTo>
                    <a:pt x="50" y="36"/>
                  </a:lnTo>
                  <a:lnTo>
                    <a:pt x="47" y="0"/>
                  </a:lnTo>
                  <a:lnTo>
                    <a:pt x="0" y="3"/>
                  </a:lnTo>
                  <a:lnTo>
                    <a:pt x="3" y="39"/>
                  </a:lnTo>
                  <a:lnTo>
                    <a:pt x="5" y="75"/>
                  </a:lnTo>
                  <a:lnTo>
                    <a:pt x="52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46" name=""/>
            <p:cNvSpPr/>
            <p:nvPr/>
          </p:nvSpPr>
          <p:spPr>
            <a:xfrm rot="0">
              <a:off x="3507" y="1348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3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47" name=""/>
            <p:cNvSpPr/>
            <p:nvPr/>
          </p:nvSpPr>
          <p:spPr>
            <a:xfrm rot="0">
              <a:off x="3507" y="1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48" name=""/>
            <p:cNvSpPr/>
            <p:nvPr/>
          </p:nvSpPr>
          <p:spPr>
            <a:xfrm rot="0">
              <a:off x="3492" y="1348"/>
              <a:ext cx="17" cy="25"/>
            </a:xfrm>
            <a:custGeom>
              <a:avLst/>
              <a:ahLst/>
              <a:rect l="0" t="0" r="r" b="b"/>
              <a:pathLst>
                <a:path w="51" h="76">
                  <a:moveTo>
                    <a:pt x="51" y="72"/>
                  </a:moveTo>
                  <a:lnTo>
                    <a:pt x="49" y="36"/>
                  </a:lnTo>
                  <a:lnTo>
                    <a:pt x="46" y="0"/>
                  </a:lnTo>
                  <a:lnTo>
                    <a:pt x="0" y="5"/>
                  </a:lnTo>
                  <a:lnTo>
                    <a:pt x="3" y="40"/>
                  </a:lnTo>
                  <a:lnTo>
                    <a:pt x="6" y="76"/>
                  </a:lnTo>
                  <a:lnTo>
                    <a:pt x="51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49" name=""/>
            <p:cNvSpPr/>
            <p:nvPr/>
          </p:nvSpPr>
          <p:spPr>
            <a:xfrm rot="0">
              <a:off x="3492" y="1348"/>
              <a:ext cx="17" cy="25"/>
            </a:xfrm>
            <a:custGeom>
              <a:avLst/>
              <a:ahLst/>
              <a:rect l="0" t="0" r="r" b="b"/>
              <a:pathLst>
                <a:path w="51" h="76">
                  <a:moveTo>
                    <a:pt x="51" y="72"/>
                  </a:moveTo>
                  <a:lnTo>
                    <a:pt x="49" y="36"/>
                  </a:lnTo>
                  <a:lnTo>
                    <a:pt x="46" y="0"/>
                  </a:lnTo>
                  <a:lnTo>
                    <a:pt x="0" y="5"/>
                  </a:lnTo>
                  <a:lnTo>
                    <a:pt x="3" y="40"/>
                  </a:lnTo>
                  <a:lnTo>
                    <a:pt x="6" y="76"/>
                  </a:lnTo>
                  <a:lnTo>
                    <a:pt x="51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50" name=""/>
            <p:cNvSpPr/>
            <p:nvPr/>
          </p:nvSpPr>
          <p:spPr>
            <a:xfrm rot="0">
              <a:off x="3492" y="1350"/>
              <a:ext cx="1" cy="11"/>
            </a:xfrm>
            <a:custGeom>
              <a:avLst/>
              <a:ahLst/>
              <a:rect l="0" t="0" r="r" b="b"/>
              <a:pathLst>
                <a:path w="4" h="35">
                  <a:moveTo>
                    <a:pt x="4" y="3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51" name=""/>
            <p:cNvSpPr/>
            <p:nvPr/>
          </p:nvSpPr>
          <p:spPr>
            <a:xfrm rot="0" flipH="1">
              <a:off x="3492" y="13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52" name=""/>
            <p:cNvSpPr/>
            <p:nvPr/>
          </p:nvSpPr>
          <p:spPr>
            <a:xfrm rot="0">
              <a:off x="3476" y="1350"/>
              <a:ext cx="18" cy="25"/>
            </a:xfrm>
            <a:custGeom>
              <a:avLst/>
              <a:ahLst/>
              <a:rect l="0" t="0" r="r" b="b"/>
              <a:pathLst>
                <a:path w="54" h="76">
                  <a:moveTo>
                    <a:pt x="54" y="71"/>
                  </a:moveTo>
                  <a:lnTo>
                    <a:pt x="50" y="35"/>
                  </a:lnTo>
                  <a:lnTo>
                    <a:pt x="46" y="0"/>
                  </a:lnTo>
                  <a:lnTo>
                    <a:pt x="0" y="5"/>
                  </a:lnTo>
                  <a:lnTo>
                    <a:pt x="5" y="41"/>
                  </a:lnTo>
                  <a:lnTo>
                    <a:pt x="9" y="76"/>
                  </a:lnTo>
                  <a:lnTo>
                    <a:pt x="54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53" name=""/>
            <p:cNvSpPr/>
            <p:nvPr/>
          </p:nvSpPr>
          <p:spPr>
            <a:xfrm rot="0">
              <a:off x="3476" y="1350"/>
              <a:ext cx="18" cy="25"/>
            </a:xfrm>
            <a:custGeom>
              <a:avLst/>
              <a:ahLst/>
              <a:rect l="0" t="0" r="r" b="b"/>
              <a:pathLst>
                <a:path w="54" h="76">
                  <a:moveTo>
                    <a:pt x="54" y="71"/>
                  </a:moveTo>
                  <a:lnTo>
                    <a:pt x="50" y="35"/>
                  </a:lnTo>
                  <a:lnTo>
                    <a:pt x="46" y="0"/>
                  </a:lnTo>
                  <a:lnTo>
                    <a:pt x="0" y="5"/>
                  </a:lnTo>
                  <a:lnTo>
                    <a:pt x="5" y="41"/>
                  </a:lnTo>
                  <a:lnTo>
                    <a:pt x="9" y="76"/>
                  </a:lnTo>
                  <a:lnTo>
                    <a:pt x="54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54" name=""/>
            <p:cNvSpPr/>
            <p:nvPr/>
          </p:nvSpPr>
          <p:spPr>
            <a:xfrm rot="0">
              <a:off x="3475" y="1351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8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8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55" name=""/>
            <p:cNvSpPr/>
            <p:nvPr/>
          </p:nvSpPr>
          <p:spPr>
            <a:xfrm rot="0" flipH="1">
              <a:off x="3475" y="13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56" name=""/>
            <p:cNvSpPr/>
            <p:nvPr/>
          </p:nvSpPr>
          <p:spPr>
            <a:xfrm rot="0">
              <a:off x="3460" y="1351"/>
              <a:ext cx="20" cy="27"/>
            </a:xfrm>
            <a:custGeom>
              <a:avLst/>
              <a:ahLst/>
              <a:rect l="0" t="0" r="r" b="b"/>
              <a:pathLst>
                <a:path w="62" h="80">
                  <a:moveTo>
                    <a:pt x="62" y="71"/>
                  </a:moveTo>
                  <a:lnTo>
                    <a:pt x="55" y="36"/>
                  </a:lnTo>
                  <a:lnTo>
                    <a:pt x="47" y="0"/>
                  </a:lnTo>
                  <a:lnTo>
                    <a:pt x="0" y="9"/>
                  </a:lnTo>
                  <a:lnTo>
                    <a:pt x="8" y="44"/>
                  </a:lnTo>
                  <a:lnTo>
                    <a:pt x="15" y="80"/>
                  </a:lnTo>
                  <a:lnTo>
                    <a:pt x="6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57" name=""/>
            <p:cNvSpPr/>
            <p:nvPr/>
          </p:nvSpPr>
          <p:spPr>
            <a:xfrm rot="0">
              <a:off x="3460" y="1351"/>
              <a:ext cx="20" cy="27"/>
            </a:xfrm>
            <a:custGeom>
              <a:avLst/>
              <a:ahLst/>
              <a:rect l="0" t="0" r="r" b="b"/>
              <a:pathLst>
                <a:path w="62" h="80">
                  <a:moveTo>
                    <a:pt x="62" y="71"/>
                  </a:moveTo>
                  <a:lnTo>
                    <a:pt x="55" y="36"/>
                  </a:lnTo>
                  <a:lnTo>
                    <a:pt x="47" y="0"/>
                  </a:lnTo>
                  <a:lnTo>
                    <a:pt x="0" y="9"/>
                  </a:lnTo>
                  <a:lnTo>
                    <a:pt x="8" y="44"/>
                  </a:lnTo>
                  <a:lnTo>
                    <a:pt x="15" y="80"/>
                  </a:lnTo>
                  <a:lnTo>
                    <a:pt x="6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58" name=""/>
            <p:cNvSpPr/>
            <p:nvPr/>
          </p:nvSpPr>
          <p:spPr>
            <a:xfrm rot="0">
              <a:off x="3459" y="1354"/>
              <a:ext cx="3" cy="12"/>
            </a:xfrm>
            <a:custGeom>
              <a:avLst/>
              <a:ahLst/>
              <a:rect l="0" t="0" r="r" b="b"/>
              <a:pathLst>
                <a:path w="9" h="35">
                  <a:moveTo>
                    <a:pt x="9" y="3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59" name=""/>
            <p:cNvSpPr/>
            <p:nvPr/>
          </p:nvSpPr>
          <p:spPr>
            <a:xfrm rot="0" flipH="1">
              <a:off x="3459" y="1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60" name=""/>
            <p:cNvSpPr/>
            <p:nvPr/>
          </p:nvSpPr>
          <p:spPr>
            <a:xfrm rot="0">
              <a:off x="3445" y="1354"/>
              <a:ext cx="20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61" y="71"/>
                  </a:moveTo>
                  <a:lnTo>
                    <a:pt x="53" y="35"/>
                  </a:lnTo>
                  <a:lnTo>
                    <a:pt x="44" y="0"/>
                  </a:lnTo>
                  <a:lnTo>
                    <a:pt x="0" y="10"/>
                  </a:lnTo>
                  <a:lnTo>
                    <a:pt x="8" y="45"/>
                  </a:lnTo>
                  <a:lnTo>
                    <a:pt x="17" y="81"/>
                  </a:lnTo>
                  <a:lnTo>
                    <a:pt x="6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61" name=""/>
            <p:cNvSpPr/>
            <p:nvPr/>
          </p:nvSpPr>
          <p:spPr>
            <a:xfrm rot="0">
              <a:off x="3445" y="1354"/>
              <a:ext cx="20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61" y="71"/>
                  </a:moveTo>
                  <a:lnTo>
                    <a:pt x="53" y="35"/>
                  </a:lnTo>
                  <a:lnTo>
                    <a:pt x="44" y="0"/>
                  </a:lnTo>
                  <a:lnTo>
                    <a:pt x="0" y="10"/>
                  </a:lnTo>
                  <a:lnTo>
                    <a:pt x="8" y="45"/>
                  </a:lnTo>
                  <a:lnTo>
                    <a:pt x="17" y="81"/>
                  </a:lnTo>
                  <a:lnTo>
                    <a:pt x="6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62" name=""/>
            <p:cNvSpPr/>
            <p:nvPr/>
          </p:nvSpPr>
          <p:spPr>
            <a:xfrm rot="0">
              <a:off x="3445" y="1358"/>
              <a:ext cx="2" cy="11"/>
            </a:xfrm>
            <a:custGeom>
              <a:avLst/>
              <a:ahLst/>
              <a:rect l="0" t="0" r="r" b="b"/>
              <a:pathLst>
                <a:path w="8" h="35">
                  <a:moveTo>
                    <a:pt x="8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63" name=""/>
            <p:cNvSpPr/>
            <p:nvPr/>
          </p:nvSpPr>
          <p:spPr>
            <a:xfrm rot="0">
              <a:off x="3445" y="13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64" name=""/>
            <p:cNvSpPr/>
            <p:nvPr/>
          </p:nvSpPr>
          <p:spPr>
            <a:xfrm rot="0">
              <a:off x="3429" y="1358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63" y="71"/>
                  </a:moveTo>
                  <a:lnTo>
                    <a:pt x="54" y="35"/>
                  </a:lnTo>
                  <a:lnTo>
                    <a:pt x="46" y="0"/>
                  </a:lnTo>
                  <a:lnTo>
                    <a:pt x="0" y="11"/>
                  </a:lnTo>
                  <a:lnTo>
                    <a:pt x="9" y="47"/>
                  </a:lnTo>
                  <a:lnTo>
                    <a:pt x="17" y="82"/>
                  </a:lnTo>
                  <a:lnTo>
                    <a:pt x="63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65" name=""/>
            <p:cNvSpPr/>
            <p:nvPr/>
          </p:nvSpPr>
          <p:spPr>
            <a:xfrm rot="0">
              <a:off x="3429" y="1358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63" y="71"/>
                  </a:moveTo>
                  <a:lnTo>
                    <a:pt x="54" y="35"/>
                  </a:lnTo>
                  <a:lnTo>
                    <a:pt x="46" y="0"/>
                  </a:lnTo>
                  <a:lnTo>
                    <a:pt x="0" y="11"/>
                  </a:lnTo>
                  <a:lnTo>
                    <a:pt x="9" y="47"/>
                  </a:lnTo>
                  <a:lnTo>
                    <a:pt x="17" y="82"/>
                  </a:lnTo>
                  <a:lnTo>
                    <a:pt x="63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66" name=""/>
            <p:cNvSpPr/>
            <p:nvPr/>
          </p:nvSpPr>
          <p:spPr>
            <a:xfrm rot="0">
              <a:off x="3428" y="1361"/>
              <a:ext cx="4" cy="12"/>
            </a:xfrm>
            <a:custGeom>
              <a:avLst/>
              <a:ahLst/>
              <a:rect l="0" t="0" r="r" b="b"/>
              <a:pathLst>
                <a:path w="12" h="36">
                  <a:moveTo>
                    <a:pt x="12" y="36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1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67" name=""/>
            <p:cNvSpPr/>
            <p:nvPr/>
          </p:nvSpPr>
          <p:spPr>
            <a:xfrm rot="0" flipH="1">
              <a:off x="3428" y="13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68" name=""/>
            <p:cNvSpPr/>
            <p:nvPr/>
          </p:nvSpPr>
          <p:spPr>
            <a:xfrm rot="0">
              <a:off x="3414" y="1362"/>
              <a:ext cx="22" cy="27"/>
            </a:xfrm>
            <a:custGeom>
              <a:avLst/>
              <a:ahLst/>
              <a:rect l="0" t="0" r="r" b="b"/>
              <a:pathLst>
                <a:path w="67" h="82">
                  <a:moveTo>
                    <a:pt x="67" y="68"/>
                  </a:moveTo>
                  <a:lnTo>
                    <a:pt x="56" y="34"/>
                  </a:lnTo>
                  <a:lnTo>
                    <a:pt x="44" y="0"/>
                  </a:lnTo>
                  <a:lnTo>
                    <a:pt x="0" y="14"/>
                  </a:lnTo>
                  <a:lnTo>
                    <a:pt x="12" y="48"/>
                  </a:lnTo>
                  <a:lnTo>
                    <a:pt x="23" y="82"/>
                  </a:lnTo>
                  <a:lnTo>
                    <a:pt x="67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69" name=""/>
            <p:cNvSpPr/>
            <p:nvPr/>
          </p:nvSpPr>
          <p:spPr>
            <a:xfrm rot="0">
              <a:off x="3414" y="1362"/>
              <a:ext cx="22" cy="27"/>
            </a:xfrm>
            <a:custGeom>
              <a:avLst/>
              <a:ahLst/>
              <a:rect l="0" t="0" r="r" b="b"/>
              <a:pathLst>
                <a:path w="67" h="82">
                  <a:moveTo>
                    <a:pt x="67" y="68"/>
                  </a:moveTo>
                  <a:lnTo>
                    <a:pt x="56" y="34"/>
                  </a:lnTo>
                  <a:lnTo>
                    <a:pt x="44" y="0"/>
                  </a:lnTo>
                  <a:lnTo>
                    <a:pt x="0" y="14"/>
                  </a:lnTo>
                  <a:lnTo>
                    <a:pt x="12" y="48"/>
                  </a:lnTo>
                  <a:lnTo>
                    <a:pt x="23" y="82"/>
                  </a:lnTo>
                  <a:lnTo>
                    <a:pt x="67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70" name=""/>
            <p:cNvSpPr/>
            <p:nvPr/>
          </p:nvSpPr>
          <p:spPr>
            <a:xfrm rot="0">
              <a:off x="3413" y="1367"/>
              <a:ext cx="5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3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71" name=""/>
            <p:cNvSpPr/>
            <p:nvPr/>
          </p:nvSpPr>
          <p:spPr>
            <a:xfrm rot="0" flipH="1">
              <a:off x="3413" y="13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72" name=""/>
            <p:cNvSpPr/>
            <p:nvPr/>
          </p:nvSpPr>
          <p:spPr>
            <a:xfrm rot="0">
              <a:off x="3399" y="1367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69" y="68"/>
                  </a:moveTo>
                  <a:lnTo>
                    <a:pt x="57" y="34"/>
                  </a:lnTo>
                  <a:lnTo>
                    <a:pt x="44" y="0"/>
                  </a:lnTo>
                  <a:lnTo>
                    <a:pt x="0" y="16"/>
                  </a:lnTo>
                  <a:lnTo>
                    <a:pt x="13" y="50"/>
                  </a:lnTo>
                  <a:lnTo>
                    <a:pt x="25" y="84"/>
                  </a:lnTo>
                  <a:lnTo>
                    <a:pt x="69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73" name=""/>
            <p:cNvSpPr/>
            <p:nvPr/>
          </p:nvSpPr>
          <p:spPr>
            <a:xfrm rot="0">
              <a:off x="3399" y="1367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69" y="68"/>
                  </a:moveTo>
                  <a:lnTo>
                    <a:pt x="57" y="34"/>
                  </a:lnTo>
                  <a:lnTo>
                    <a:pt x="44" y="0"/>
                  </a:lnTo>
                  <a:lnTo>
                    <a:pt x="0" y="16"/>
                  </a:lnTo>
                  <a:lnTo>
                    <a:pt x="13" y="50"/>
                  </a:lnTo>
                  <a:lnTo>
                    <a:pt x="25" y="84"/>
                  </a:lnTo>
                  <a:lnTo>
                    <a:pt x="69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74" name=""/>
            <p:cNvSpPr/>
            <p:nvPr/>
          </p:nvSpPr>
          <p:spPr>
            <a:xfrm rot="0">
              <a:off x="3391" y="1372"/>
              <a:ext cx="16" cy="23"/>
            </a:xfrm>
            <a:custGeom>
              <a:avLst/>
              <a:ahLst/>
              <a:rect l="0" t="0" r="r" b="b"/>
              <a:pathLst>
                <a:path w="48" h="69">
                  <a:moveTo>
                    <a:pt x="36" y="34"/>
                  </a:moveTo>
                  <a:lnTo>
                    <a:pt x="48" y="68"/>
                  </a:lnTo>
                  <a:lnTo>
                    <a:pt x="37" y="69"/>
                  </a:lnTo>
                  <a:lnTo>
                    <a:pt x="26" y="68"/>
                  </a:lnTo>
                  <a:lnTo>
                    <a:pt x="16" y="64"/>
                  </a:lnTo>
                  <a:lnTo>
                    <a:pt x="7" y="56"/>
                  </a:lnTo>
                  <a:lnTo>
                    <a:pt x="1" y="47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6" y="14"/>
                  </a:lnTo>
                  <a:lnTo>
                    <a:pt x="13" y="5"/>
                  </a:lnTo>
                  <a:lnTo>
                    <a:pt x="23" y="0"/>
                  </a:lnTo>
                  <a:lnTo>
                    <a:pt x="3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75" name=""/>
            <p:cNvSpPr/>
            <p:nvPr/>
          </p:nvSpPr>
          <p:spPr>
            <a:xfrm rot="0">
              <a:off x="3391" y="1372"/>
              <a:ext cx="16" cy="23"/>
            </a:xfrm>
            <a:custGeom>
              <a:avLst/>
              <a:ahLst/>
              <a:rect l="0" t="0" r="r" b="b"/>
              <a:pathLst>
                <a:path w="48" h="69">
                  <a:moveTo>
                    <a:pt x="48" y="68"/>
                  </a:moveTo>
                  <a:lnTo>
                    <a:pt x="37" y="69"/>
                  </a:lnTo>
                  <a:lnTo>
                    <a:pt x="26" y="68"/>
                  </a:lnTo>
                  <a:lnTo>
                    <a:pt x="16" y="64"/>
                  </a:lnTo>
                  <a:lnTo>
                    <a:pt x="7" y="56"/>
                  </a:lnTo>
                  <a:lnTo>
                    <a:pt x="1" y="47"/>
                  </a:lnTo>
                  <a:lnTo>
                    <a:pt x="0" y="35"/>
                  </a:lnTo>
                  <a:lnTo>
                    <a:pt x="1" y="24"/>
                  </a:lnTo>
                  <a:lnTo>
                    <a:pt x="6" y="14"/>
                  </a:lnTo>
                  <a:lnTo>
                    <a:pt x="13" y="5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76" name=""/>
            <p:cNvSpPr/>
            <p:nvPr/>
          </p:nvSpPr>
          <p:spPr>
            <a:xfrm rot="0">
              <a:off x="3653" y="1529"/>
              <a:ext cx="19" cy="22"/>
            </a:xfrm>
            <a:custGeom>
              <a:avLst/>
              <a:ahLst/>
              <a:rect l="0" t="0" r="r" b="b"/>
              <a:pathLst>
                <a:path w="56" h="65">
                  <a:moveTo>
                    <a:pt x="20" y="30"/>
                  </a:moveTo>
                  <a:lnTo>
                    <a:pt x="40" y="0"/>
                  </a:lnTo>
                  <a:lnTo>
                    <a:pt x="49" y="7"/>
                  </a:lnTo>
                  <a:lnTo>
                    <a:pt x="54" y="17"/>
                  </a:lnTo>
                  <a:lnTo>
                    <a:pt x="56" y="28"/>
                  </a:lnTo>
                  <a:lnTo>
                    <a:pt x="56" y="40"/>
                  </a:lnTo>
                  <a:lnTo>
                    <a:pt x="50" y="50"/>
                  </a:lnTo>
                  <a:lnTo>
                    <a:pt x="43" y="58"/>
                  </a:lnTo>
                  <a:lnTo>
                    <a:pt x="33" y="64"/>
                  </a:lnTo>
                  <a:lnTo>
                    <a:pt x="22" y="65"/>
                  </a:lnTo>
                  <a:lnTo>
                    <a:pt x="10" y="65"/>
                  </a:lnTo>
                  <a:lnTo>
                    <a:pt x="0" y="60"/>
                  </a:lnTo>
                  <a:lnTo>
                    <a:pt x="2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77" name=""/>
            <p:cNvSpPr/>
            <p:nvPr/>
          </p:nvSpPr>
          <p:spPr>
            <a:xfrm rot="0">
              <a:off x="3653" y="1529"/>
              <a:ext cx="19" cy="22"/>
            </a:xfrm>
            <a:custGeom>
              <a:avLst/>
              <a:ahLst/>
              <a:rect l="0" t="0" r="r" b="b"/>
              <a:pathLst>
                <a:path w="56" h="65">
                  <a:moveTo>
                    <a:pt x="40" y="0"/>
                  </a:moveTo>
                  <a:lnTo>
                    <a:pt x="49" y="7"/>
                  </a:lnTo>
                  <a:lnTo>
                    <a:pt x="54" y="17"/>
                  </a:lnTo>
                  <a:lnTo>
                    <a:pt x="56" y="28"/>
                  </a:lnTo>
                  <a:lnTo>
                    <a:pt x="56" y="40"/>
                  </a:lnTo>
                  <a:lnTo>
                    <a:pt x="50" y="50"/>
                  </a:lnTo>
                  <a:lnTo>
                    <a:pt x="43" y="58"/>
                  </a:lnTo>
                  <a:lnTo>
                    <a:pt x="33" y="64"/>
                  </a:lnTo>
                  <a:lnTo>
                    <a:pt x="22" y="65"/>
                  </a:lnTo>
                  <a:lnTo>
                    <a:pt x="10" y="65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78" name=""/>
            <p:cNvSpPr/>
            <p:nvPr/>
          </p:nvSpPr>
          <p:spPr>
            <a:xfrm rot="0">
              <a:off x="3643" y="1522"/>
              <a:ext cx="24" cy="27"/>
            </a:xfrm>
            <a:custGeom>
              <a:avLst/>
              <a:ahLst/>
              <a:rect l="0" t="0" r="r" b="b"/>
              <a:pathLst>
                <a:path w="70" h="80">
                  <a:moveTo>
                    <a:pt x="30" y="80"/>
                  </a:moveTo>
                  <a:lnTo>
                    <a:pt x="50" y="50"/>
                  </a:lnTo>
                  <a:lnTo>
                    <a:pt x="70" y="20"/>
                  </a:lnTo>
                  <a:lnTo>
                    <a:pt x="40" y="0"/>
                  </a:lnTo>
                  <a:lnTo>
                    <a:pt x="20" y="30"/>
                  </a:lnTo>
                  <a:lnTo>
                    <a:pt x="0" y="60"/>
                  </a:lnTo>
                  <a:lnTo>
                    <a:pt x="30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79" name=""/>
            <p:cNvSpPr/>
            <p:nvPr/>
          </p:nvSpPr>
          <p:spPr>
            <a:xfrm rot="0">
              <a:off x="3643" y="1522"/>
              <a:ext cx="24" cy="27"/>
            </a:xfrm>
            <a:custGeom>
              <a:avLst/>
              <a:ahLst/>
              <a:rect l="0" t="0" r="r" b="b"/>
              <a:pathLst>
                <a:path w="70" h="80">
                  <a:moveTo>
                    <a:pt x="30" y="80"/>
                  </a:moveTo>
                  <a:lnTo>
                    <a:pt x="50" y="50"/>
                  </a:lnTo>
                  <a:lnTo>
                    <a:pt x="70" y="20"/>
                  </a:lnTo>
                  <a:lnTo>
                    <a:pt x="40" y="0"/>
                  </a:lnTo>
                  <a:lnTo>
                    <a:pt x="20" y="30"/>
                  </a:lnTo>
                  <a:lnTo>
                    <a:pt x="0" y="60"/>
                  </a:lnTo>
                  <a:lnTo>
                    <a:pt x="30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80" name=""/>
            <p:cNvSpPr/>
            <p:nvPr/>
          </p:nvSpPr>
          <p:spPr>
            <a:xfrm rot="0">
              <a:off x="3650" y="1522"/>
              <a:ext cx="7" cy="10"/>
            </a:xfrm>
            <a:custGeom>
              <a:avLst/>
              <a:ahLst/>
              <a:rect l="0" t="0" r="r" b="b"/>
              <a:pathLst>
                <a:path w="20" h="32">
                  <a:moveTo>
                    <a:pt x="0" y="32"/>
                  </a:moveTo>
                  <a:lnTo>
                    <a:pt x="20" y="2"/>
                  </a:lnTo>
                  <a:lnTo>
                    <a:pt x="19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81" name=""/>
            <p:cNvSpPr/>
            <p:nvPr/>
          </p:nvSpPr>
          <p:spPr>
            <a:xfrm rot="0" flipH="1" flipV="1">
              <a:off x="3656" y="1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82" name=""/>
            <p:cNvSpPr/>
            <p:nvPr/>
          </p:nvSpPr>
          <p:spPr>
            <a:xfrm rot="0">
              <a:off x="3634" y="1516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30" y="81"/>
                  </a:moveTo>
                  <a:lnTo>
                    <a:pt x="48" y="50"/>
                  </a:lnTo>
                  <a:lnTo>
                    <a:pt x="67" y="18"/>
                  </a:lnTo>
                  <a:lnTo>
                    <a:pt x="37" y="0"/>
                  </a:lnTo>
                  <a:lnTo>
                    <a:pt x="18" y="31"/>
                  </a:lnTo>
                  <a:lnTo>
                    <a:pt x="0" y="63"/>
                  </a:lnTo>
                  <a:lnTo>
                    <a:pt x="3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83" name=""/>
            <p:cNvSpPr/>
            <p:nvPr/>
          </p:nvSpPr>
          <p:spPr>
            <a:xfrm rot="0">
              <a:off x="3634" y="1516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30" y="81"/>
                  </a:moveTo>
                  <a:lnTo>
                    <a:pt x="48" y="50"/>
                  </a:lnTo>
                  <a:lnTo>
                    <a:pt x="67" y="18"/>
                  </a:lnTo>
                  <a:lnTo>
                    <a:pt x="37" y="0"/>
                  </a:lnTo>
                  <a:lnTo>
                    <a:pt x="18" y="31"/>
                  </a:lnTo>
                  <a:lnTo>
                    <a:pt x="0" y="63"/>
                  </a:lnTo>
                  <a:lnTo>
                    <a:pt x="3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84" name=""/>
            <p:cNvSpPr/>
            <p:nvPr/>
          </p:nvSpPr>
          <p:spPr>
            <a:xfrm rot="0">
              <a:off x="3640" y="1516"/>
              <a:ext cx="6" cy="10"/>
            </a:xfrm>
            <a:custGeom>
              <a:avLst/>
              <a:ahLst/>
              <a:rect l="0" t="0" r="r" b="b"/>
              <a:pathLst>
                <a:path w="19" h="31">
                  <a:moveTo>
                    <a:pt x="0" y="31"/>
                  </a:moveTo>
                  <a:lnTo>
                    <a:pt x="19" y="0"/>
                  </a:lnTo>
                  <a:lnTo>
                    <a:pt x="18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85" name=""/>
            <p:cNvSpPr/>
            <p:nvPr/>
          </p:nvSpPr>
          <p:spPr>
            <a:xfrm rot="0" flipH="1">
              <a:off x="3646" y="15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86" name=""/>
            <p:cNvSpPr/>
            <p:nvPr/>
          </p:nvSpPr>
          <p:spPr>
            <a:xfrm rot="0">
              <a:off x="3624" y="1510"/>
              <a:ext cx="22" cy="27"/>
            </a:xfrm>
            <a:custGeom>
              <a:avLst/>
              <a:ahLst/>
              <a:rect l="0" t="0" r="r" b="b"/>
              <a:pathLst>
                <a:path w="66" h="80">
                  <a:moveTo>
                    <a:pt x="31" y="80"/>
                  </a:moveTo>
                  <a:lnTo>
                    <a:pt x="48" y="48"/>
                  </a:lnTo>
                  <a:lnTo>
                    <a:pt x="66" y="17"/>
                  </a:lnTo>
                  <a:lnTo>
                    <a:pt x="34" y="0"/>
                  </a:lnTo>
                  <a:lnTo>
                    <a:pt x="17" y="31"/>
                  </a:lnTo>
                  <a:lnTo>
                    <a:pt x="0" y="63"/>
                  </a:lnTo>
                  <a:lnTo>
                    <a:pt x="31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87" name=""/>
            <p:cNvSpPr/>
            <p:nvPr/>
          </p:nvSpPr>
          <p:spPr>
            <a:xfrm rot="0">
              <a:off x="3624" y="1510"/>
              <a:ext cx="22" cy="27"/>
            </a:xfrm>
            <a:custGeom>
              <a:avLst/>
              <a:ahLst/>
              <a:rect l="0" t="0" r="r" b="b"/>
              <a:pathLst>
                <a:path w="66" h="80">
                  <a:moveTo>
                    <a:pt x="31" y="80"/>
                  </a:moveTo>
                  <a:lnTo>
                    <a:pt x="48" y="48"/>
                  </a:lnTo>
                  <a:lnTo>
                    <a:pt x="66" y="17"/>
                  </a:lnTo>
                  <a:lnTo>
                    <a:pt x="34" y="0"/>
                  </a:lnTo>
                  <a:lnTo>
                    <a:pt x="17" y="31"/>
                  </a:lnTo>
                  <a:lnTo>
                    <a:pt x="0" y="63"/>
                  </a:lnTo>
                  <a:lnTo>
                    <a:pt x="31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88" name=""/>
            <p:cNvSpPr/>
            <p:nvPr/>
          </p:nvSpPr>
          <p:spPr>
            <a:xfrm rot="0">
              <a:off x="3630" y="1509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33"/>
                  </a:moveTo>
                  <a:lnTo>
                    <a:pt x="17" y="2"/>
                  </a:lnTo>
                  <a:lnTo>
                    <a:pt x="1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89" name=""/>
            <p:cNvSpPr/>
            <p:nvPr/>
          </p:nvSpPr>
          <p:spPr>
            <a:xfrm rot="0" flipH="1" flipV="1">
              <a:off x="3635" y="1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90" name=""/>
            <p:cNvSpPr/>
            <p:nvPr/>
          </p:nvSpPr>
          <p:spPr>
            <a:xfrm rot="0">
              <a:off x="3614" y="1504"/>
              <a:ext cx="21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32" y="81"/>
                  </a:moveTo>
                  <a:lnTo>
                    <a:pt x="48" y="48"/>
                  </a:lnTo>
                  <a:lnTo>
                    <a:pt x="64" y="15"/>
                  </a:lnTo>
                  <a:lnTo>
                    <a:pt x="31" y="0"/>
                  </a:lnTo>
                  <a:lnTo>
                    <a:pt x="15" y="33"/>
                  </a:lnTo>
                  <a:lnTo>
                    <a:pt x="0" y="65"/>
                  </a:lnTo>
                  <a:lnTo>
                    <a:pt x="32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91" name=""/>
            <p:cNvSpPr/>
            <p:nvPr/>
          </p:nvSpPr>
          <p:spPr>
            <a:xfrm rot="0">
              <a:off x="3614" y="1504"/>
              <a:ext cx="21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32" y="81"/>
                  </a:moveTo>
                  <a:lnTo>
                    <a:pt x="48" y="48"/>
                  </a:lnTo>
                  <a:lnTo>
                    <a:pt x="64" y="15"/>
                  </a:lnTo>
                  <a:lnTo>
                    <a:pt x="31" y="0"/>
                  </a:lnTo>
                  <a:lnTo>
                    <a:pt x="15" y="33"/>
                  </a:lnTo>
                  <a:lnTo>
                    <a:pt x="0" y="65"/>
                  </a:lnTo>
                  <a:lnTo>
                    <a:pt x="32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92" name=""/>
            <p:cNvSpPr/>
            <p:nvPr/>
          </p:nvSpPr>
          <p:spPr>
            <a:xfrm rot="0">
              <a:off x="3619" y="1504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33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93" name=""/>
            <p:cNvSpPr/>
            <p:nvPr/>
          </p:nvSpPr>
          <p:spPr>
            <a:xfrm rot="0" flipH="1">
              <a:off x="3624" y="1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94" name=""/>
            <p:cNvSpPr/>
            <p:nvPr/>
          </p:nvSpPr>
          <p:spPr>
            <a:xfrm rot="0">
              <a:off x="3603" y="1500"/>
              <a:ext cx="21" cy="26"/>
            </a:xfrm>
            <a:custGeom>
              <a:avLst/>
              <a:ahLst/>
              <a:rect l="0" t="0" r="r" b="b"/>
              <a:pathLst>
                <a:path w="62" h="79">
                  <a:moveTo>
                    <a:pt x="33" y="79"/>
                  </a:moveTo>
                  <a:lnTo>
                    <a:pt x="47" y="47"/>
                  </a:lnTo>
                  <a:lnTo>
                    <a:pt x="62" y="14"/>
                  </a:lnTo>
                  <a:lnTo>
                    <a:pt x="29" y="0"/>
                  </a:lnTo>
                  <a:lnTo>
                    <a:pt x="15" y="32"/>
                  </a:lnTo>
                  <a:lnTo>
                    <a:pt x="0" y="65"/>
                  </a:lnTo>
                  <a:lnTo>
                    <a:pt x="33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95" name=""/>
            <p:cNvSpPr/>
            <p:nvPr/>
          </p:nvSpPr>
          <p:spPr>
            <a:xfrm rot="0">
              <a:off x="3603" y="1500"/>
              <a:ext cx="21" cy="26"/>
            </a:xfrm>
            <a:custGeom>
              <a:avLst/>
              <a:ahLst/>
              <a:rect l="0" t="0" r="r" b="b"/>
              <a:pathLst>
                <a:path w="62" h="79">
                  <a:moveTo>
                    <a:pt x="33" y="79"/>
                  </a:moveTo>
                  <a:lnTo>
                    <a:pt x="47" y="47"/>
                  </a:lnTo>
                  <a:lnTo>
                    <a:pt x="62" y="14"/>
                  </a:lnTo>
                  <a:lnTo>
                    <a:pt x="29" y="0"/>
                  </a:lnTo>
                  <a:lnTo>
                    <a:pt x="15" y="32"/>
                  </a:lnTo>
                  <a:lnTo>
                    <a:pt x="0" y="65"/>
                  </a:lnTo>
                  <a:lnTo>
                    <a:pt x="33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96" name=""/>
            <p:cNvSpPr/>
            <p:nvPr/>
          </p:nvSpPr>
          <p:spPr>
            <a:xfrm rot="0">
              <a:off x="3608" y="1499"/>
              <a:ext cx="5" cy="11"/>
            </a:xfrm>
            <a:custGeom>
              <a:avLst/>
              <a:ahLst/>
              <a:rect l="0" t="0" r="r" b="b"/>
              <a:pathLst>
                <a:path w="14" h="34">
                  <a:moveTo>
                    <a:pt x="0" y="34"/>
                  </a:moveTo>
                  <a:lnTo>
                    <a:pt x="14" y="2"/>
                  </a:lnTo>
                  <a:lnTo>
                    <a:pt x="11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97" name=""/>
            <p:cNvSpPr/>
            <p:nvPr/>
          </p:nvSpPr>
          <p:spPr>
            <a:xfrm rot="0" flipH="1" flipV="1">
              <a:off x="3612" y="1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0998" name=""/>
            <p:cNvSpPr/>
            <p:nvPr/>
          </p:nvSpPr>
          <p:spPr>
            <a:xfrm rot="0">
              <a:off x="3593" y="1495"/>
              <a:ext cx="19" cy="27"/>
            </a:xfrm>
            <a:custGeom>
              <a:avLst/>
              <a:ahLst/>
              <a:rect l="0" t="0" r="r" b="b"/>
              <a:pathLst>
                <a:path w="57" h="79">
                  <a:moveTo>
                    <a:pt x="34" y="79"/>
                  </a:moveTo>
                  <a:lnTo>
                    <a:pt x="46" y="45"/>
                  </a:lnTo>
                  <a:lnTo>
                    <a:pt x="57" y="11"/>
                  </a:lnTo>
                  <a:lnTo>
                    <a:pt x="23" y="0"/>
                  </a:lnTo>
                  <a:lnTo>
                    <a:pt x="11" y="34"/>
                  </a:lnTo>
                  <a:lnTo>
                    <a:pt x="0" y="68"/>
                  </a:lnTo>
                  <a:lnTo>
                    <a:pt x="34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0999" name=""/>
            <p:cNvSpPr/>
            <p:nvPr/>
          </p:nvSpPr>
          <p:spPr>
            <a:xfrm rot="0">
              <a:off x="3593" y="1495"/>
              <a:ext cx="19" cy="27"/>
            </a:xfrm>
            <a:custGeom>
              <a:avLst/>
              <a:ahLst/>
              <a:rect l="0" t="0" r="r" b="b"/>
              <a:pathLst>
                <a:path w="57" h="79">
                  <a:moveTo>
                    <a:pt x="34" y="79"/>
                  </a:moveTo>
                  <a:lnTo>
                    <a:pt x="46" y="45"/>
                  </a:lnTo>
                  <a:lnTo>
                    <a:pt x="57" y="11"/>
                  </a:lnTo>
                  <a:lnTo>
                    <a:pt x="23" y="0"/>
                  </a:lnTo>
                  <a:lnTo>
                    <a:pt x="11" y="34"/>
                  </a:lnTo>
                  <a:lnTo>
                    <a:pt x="0" y="68"/>
                  </a:lnTo>
                  <a:lnTo>
                    <a:pt x="34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00" name=""/>
            <p:cNvSpPr/>
            <p:nvPr/>
          </p:nvSpPr>
          <p:spPr>
            <a:xfrm rot="0">
              <a:off x="3596" y="1495"/>
              <a:ext cx="4" cy="12"/>
            </a:xfrm>
            <a:custGeom>
              <a:avLst/>
              <a:ahLst/>
              <a:rect l="0" t="0" r="r" b="b"/>
              <a:pathLst>
                <a:path w="12" h="34">
                  <a:moveTo>
                    <a:pt x="0" y="34"/>
                  </a:moveTo>
                  <a:lnTo>
                    <a:pt x="12" y="0"/>
                  </a:lnTo>
                  <a:lnTo>
                    <a:pt x="1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01" name=""/>
            <p:cNvSpPr/>
            <p:nvPr/>
          </p:nvSpPr>
          <p:spPr>
            <a:xfrm rot="0" flipH="1">
              <a:off x="3600" y="1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02" name=""/>
            <p:cNvSpPr/>
            <p:nvPr/>
          </p:nvSpPr>
          <p:spPr>
            <a:xfrm rot="0">
              <a:off x="3582" y="1492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34" y="78"/>
                  </a:moveTo>
                  <a:lnTo>
                    <a:pt x="44" y="44"/>
                  </a:lnTo>
                  <a:lnTo>
                    <a:pt x="54" y="10"/>
                  </a:lnTo>
                  <a:lnTo>
                    <a:pt x="20" y="0"/>
                  </a:lnTo>
                  <a:lnTo>
                    <a:pt x="10" y="34"/>
                  </a:lnTo>
                  <a:lnTo>
                    <a:pt x="0" y="68"/>
                  </a:lnTo>
                  <a:lnTo>
                    <a:pt x="34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03" name=""/>
            <p:cNvSpPr/>
            <p:nvPr/>
          </p:nvSpPr>
          <p:spPr>
            <a:xfrm rot="0">
              <a:off x="3582" y="1492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34" y="78"/>
                  </a:moveTo>
                  <a:lnTo>
                    <a:pt x="44" y="44"/>
                  </a:lnTo>
                  <a:lnTo>
                    <a:pt x="54" y="10"/>
                  </a:lnTo>
                  <a:lnTo>
                    <a:pt x="20" y="0"/>
                  </a:lnTo>
                  <a:lnTo>
                    <a:pt x="10" y="34"/>
                  </a:lnTo>
                  <a:lnTo>
                    <a:pt x="0" y="68"/>
                  </a:lnTo>
                  <a:lnTo>
                    <a:pt x="34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04" name=""/>
            <p:cNvSpPr/>
            <p:nvPr/>
          </p:nvSpPr>
          <p:spPr>
            <a:xfrm rot="0">
              <a:off x="3585" y="1491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36"/>
                  </a:moveTo>
                  <a:lnTo>
                    <a:pt x="10" y="2"/>
                  </a:lnTo>
                  <a:lnTo>
                    <a:pt x="9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05" name=""/>
            <p:cNvSpPr/>
            <p:nvPr/>
          </p:nvSpPr>
          <p:spPr>
            <a:xfrm rot="0" flipH="1" flipV="1">
              <a:off x="3588" y="14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06" name=""/>
            <p:cNvSpPr/>
            <p:nvPr/>
          </p:nvSpPr>
          <p:spPr>
            <a:xfrm rot="0">
              <a:off x="3570" y="1489"/>
              <a:ext cx="18" cy="26"/>
            </a:xfrm>
            <a:custGeom>
              <a:avLst/>
              <a:ahLst/>
              <a:rect l="0" t="0" r="r" b="b"/>
              <a:pathLst>
                <a:path w="53" h="80">
                  <a:moveTo>
                    <a:pt x="36" y="80"/>
                  </a:moveTo>
                  <a:lnTo>
                    <a:pt x="44" y="44"/>
                  </a:lnTo>
                  <a:lnTo>
                    <a:pt x="53" y="8"/>
                  </a:lnTo>
                  <a:lnTo>
                    <a:pt x="17" y="0"/>
                  </a:lnTo>
                  <a:lnTo>
                    <a:pt x="9" y="35"/>
                  </a:lnTo>
                  <a:lnTo>
                    <a:pt x="0" y="71"/>
                  </a:lnTo>
                  <a:lnTo>
                    <a:pt x="36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07" name=""/>
            <p:cNvSpPr/>
            <p:nvPr/>
          </p:nvSpPr>
          <p:spPr>
            <a:xfrm rot="0">
              <a:off x="3570" y="1489"/>
              <a:ext cx="18" cy="26"/>
            </a:xfrm>
            <a:custGeom>
              <a:avLst/>
              <a:ahLst/>
              <a:rect l="0" t="0" r="r" b="b"/>
              <a:pathLst>
                <a:path w="53" h="80">
                  <a:moveTo>
                    <a:pt x="36" y="80"/>
                  </a:moveTo>
                  <a:lnTo>
                    <a:pt x="44" y="44"/>
                  </a:lnTo>
                  <a:lnTo>
                    <a:pt x="53" y="8"/>
                  </a:lnTo>
                  <a:lnTo>
                    <a:pt x="17" y="0"/>
                  </a:lnTo>
                  <a:lnTo>
                    <a:pt x="9" y="35"/>
                  </a:lnTo>
                  <a:lnTo>
                    <a:pt x="0" y="71"/>
                  </a:lnTo>
                  <a:lnTo>
                    <a:pt x="36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08" name=""/>
            <p:cNvSpPr/>
            <p:nvPr/>
          </p:nvSpPr>
          <p:spPr>
            <a:xfrm rot="0">
              <a:off x="3573" y="1489"/>
              <a:ext cx="3" cy="11"/>
            </a:xfrm>
            <a:custGeom>
              <a:avLst/>
              <a:ahLst/>
              <a:rect l="0" t="0" r="r" b="b"/>
              <a:pathLst>
                <a:path w="8" h="35">
                  <a:moveTo>
                    <a:pt x="0" y="35"/>
                  </a:moveTo>
                  <a:lnTo>
                    <a:pt x="8" y="0"/>
                  </a:lnTo>
                  <a:lnTo>
                    <a:pt x="5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09" name=""/>
            <p:cNvSpPr/>
            <p:nvPr/>
          </p:nvSpPr>
          <p:spPr>
            <a:xfrm rot="0" flipH="1">
              <a:off x="3575" y="14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10" name=""/>
            <p:cNvSpPr/>
            <p:nvPr/>
          </p:nvSpPr>
          <p:spPr>
            <a:xfrm rot="0">
              <a:off x="3559" y="1487"/>
              <a:ext cx="16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36" y="77"/>
                  </a:moveTo>
                  <a:lnTo>
                    <a:pt x="42" y="41"/>
                  </a:lnTo>
                  <a:lnTo>
                    <a:pt x="47" y="6"/>
                  </a:lnTo>
                  <a:lnTo>
                    <a:pt x="12" y="0"/>
                  </a:lnTo>
                  <a:lnTo>
                    <a:pt x="6" y="36"/>
                  </a:lnTo>
                  <a:lnTo>
                    <a:pt x="0" y="71"/>
                  </a:lnTo>
                  <a:lnTo>
                    <a:pt x="36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11" name=""/>
            <p:cNvSpPr/>
            <p:nvPr/>
          </p:nvSpPr>
          <p:spPr>
            <a:xfrm rot="0">
              <a:off x="3559" y="1487"/>
              <a:ext cx="16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36" y="77"/>
                  </a:moveTo>
                  <a:lnTo>
                    <a:pt x="42" y="41"/>
                  </a:lnTo>
                  <a:lnTo>
                    <a:pt x="47" y="6"/>
                  </a:lnTo>
                  <a:lnTo>
                    <a:pt x="12" y="0"/>
                  </a:lnTo>
                  <a:lnTo>
                    <a:pt x="6" y="36"/>
                  </a:lnTo>
                  <a:lnTo>
                    <a:pt x="0" y="71"/>
                  </a:lnTo>
                  <a:lnTo>
                    <a:pt x="36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12" name=""/>
            <p:cNvSpPr/>
            <p:nvPr/>
          </p:nvSpPr>
          <p:spPr>
            <a:xfrm rot="0">
              <a:off x="3561" y="1487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0" y="36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13" name=""/>
            <p:cNvSpPr/>
            <p:nvPr/>
          </p:nvSpPr>
          <p:spPr>
            <a:xfrm rot="0" flipH="1">
              <a:off x="3562" y="14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14" name=""/>
            <p:cNvSpPr/>
            <p:nvPr/>
          </p:nvSpPr>
          <p:spPr>
            <a:xfrm rot="0">
              <a:off x="3549" y="1486"/>
              <a:ext cx="13" cy="24"/>
            </a:xfrm>
            <a:custGeom>
              <a:avLst/>
              <a:ahLst/>
              <a:rect l="0" t="0" r="r" b="b"/>
              <a:pathLst>
                <a:path w="41" h="74">
                  <a:moveTo>
                    <a:pt x="35" y="74"/>
                  </a:moveTo>
                  <a:lnTo>
                    <a:pt x="38" y="39"/>
                  </a:lnTo>
                  <a:lnTo>
                    <a:pt x="41" y="3"/>
                  </a:lnTo>
                  <a:lnTo>
                    <a:pt x="5" y="0"/>
                  </a:lnTo>
                  <a:lnTo>
                    <a:pt x="3" y="36"/>
                  </a:lnTo>
                  <a:lnTo>
                    <a:pt x="0" y="71"/>
                  </a:lnTo>
                  <a:lnTo>
                    <a:pt x="35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15" name=""/>
            <p:cNvSpPr/>
            <p:nvPr/>
          </p:nvSpPr>
          <p:spPr>
            <a:xfrm rot="0">
              <a:off x="3549" y="1486"/>
              <a:ext cx="13" cy="24"/>
            </a:xfrm>
            <a:custGeom>
              <a:avLst/>
              <a:ahLst/>
              <a:rect l="0" t="0" r="r" b="b"/>
              <a:pathLst>
                <a:path w="41" h="74">
                  <a:moveTo>
                    <a:pt x="35" y="74"/>
                  </a:moveTo>
                  <a:lnTo>
                    <a:pt x="38" y="39"/>
                  </a:lnTo>
                  <a:lnTo>
                    <a:pt x="41" y="3"/>
                  </a:lnTo>
                  <a:lnTo>
                    <a:pt x="5" y="0"/>
                  </a:lnTo>
                  <a:lnTo>
                    <a:pt x="3" y="36"/>
                  </a:lnTo>
                  <a:lnTo>
                    <a:pt x="0" y="71"/>
                  </a:lnTo>
                  <a:lnTo>
                    <a:pt x="35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16" name=""/>
            <p:cNvSpPr/>
            <p:nvPr/>
          </p:nvSpPr>
          <p:spPr>
            <a:xfrm rot="0">
              <a:off x="3537" y="1485"/>
              <a:ext cx="13" cy="24"/>
            </a:xfrm>
            <a:custGeom>
              <a:avLst/>
              <a:ahLst/>
              <a:rect l="0" t="0" r="r" b="b"/>
              <a:pathLst>
                <a:path w="41" h="74">
                  <a:moveTo>
                    <a:pt x="36" y="74"/>
                  </a:moveTo>
                  <a:lnTo>
                    <a:pt x="39" y="39"/>
                  </a:lnTo>
                  <a:lnTo>
                    <a:pt x="41" y="3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36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17" name=""/>
            <p:cNvSpPr/>
            <p:nvPr/>
          </p:nvSpPr>
          <p:spPr>
            <a:xfrm rot="0">
              <a:off x="3537" y="1485"/>
              <a:ext cx="13" cy="24"/>
            </a:xfrm>
            <a:custGeom>
              <a:avLst/>
              <a:ahLst/>
              <a:rect l="0" t="0" r="r" b="b"/>
              <a:pathLst>
                <a:path w="41" h="74">
                  <a:moveTo>
                    <a:pt x="36" y="74"/>
                  </a:moveTo>
                  <a:lnTo>
                    <a:pt x="39" y="39"/>
                  </a:lnTo>
                  <a:lnTo>
                    <a:pt x="41" y="3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36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18" name=""/>
            <p:cNvSpPr/>
            <p:nvPr/>
          </p:nvSpPr>
          <p:spPr>
            <a:xfrm rot="0">
              <a:off x="3538" y="1484"/>
              <a:ext cx="1" cy="13"/>
            </a:xfrm>
            <a:custGeom>
              <a:avLst/>
              <a:ahLst/>
              <a:rect l="0" t="0" r="r" b="b"/>
              <a:pathLst>
                <a:path w="3" h="37">
                  <a:moveTo>
                    <a:pt x="0" y="37"/>
                  </a:moveTo>
                  <a:lnTo>
                    <a:pt x="3" y="1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19" name=""/>
            <p:cNvSpPr/>
            <p:nvPr/>
          </p:nvSpPr>
          <p:spPr>
            <a:xfrm rot="0" flipH="1" flipV="1">
              <a:off x="3538" y="14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20" name=""/>
            <p:cNvSpPr/>
            <p:nvPr/>
          </p:nvSpPr>
          <p:spPr>
            <a:xfrm rot="0">
              <a:off x="3526" y="1484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36" y="37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36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21" name=""/>
            <p:cNvSpPr/>
            <p:nvPr/>
          </p:nvSpPr>
          <p:spPr>
            <a:xfrm rot="0">
              <a:off x="3526" y="1484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36" y="37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36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22" name=""/>
            <p:cNvSpPr/>
            <p:nvPr/>
          </p:nvSpPr>
          <p:spPr>
            <a:xfrm rot="0">
              <a:off x="3525" y="1484"/>
              <a:ext cx="1" cy="13"/>
            </a:xfrm>
            <a:custGeom>
              <a:avLst/>
              <a:ahLst/>
              <a:rect l="0" t="0" r="r" b="b"/>
              <a:pathLst>
                <a:path w="3" h="37">
                  <a:moveTo>
                    <a:pt x="3" y="37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23" name=""/>
            <p:cNvSpPr/>
            <p:nvPr/>
          </p:nvSpPr>
          <p:spPr>
            <a:xfrm rot="0" flipH="1">
              <a:off x="3525" y="14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24" name=""/>
            <p:cNvSpPr/>
            <p:nvPr/>
          </p:nvSpPr>
          <p:spPr>
            <a:xfrm rot="0">
              <a:off x="3512" y="1485"/>
              <a:ext cx="15" cy="24"/>
            </a:xfrm>
            <a:custGeom>
              <a:avLst/>
              <a:ahLst/>
              <a:rect l="0" t="0" r="r" b="b"/>
              <a:pathLst>
                <a:path w="43" h="74">
                  <a:moveTo>
                    <a:pt x="43" y="72"/>
                  </a:moveTo>
                  <a:lnTo>
                    <a:pt x="40" y="36"/>
                  </a:lnTo>
                  <a:lnTo>
                    <a:pt x="37" y="0"/>
                  </a:lnTo>
                  <a:lnTo>
                    <a:pt x="0" y="3"/>
                  </a:lnTo>
                  <a:lnTo>
                    <a:pt x="3" y="39"/>
                  </a:lnTo>
                  <a:lnTo>
                    <a:pt x="6" y="74"/>
                  </a:lnTo>
                  <a:lnTo>
                    <a:pt x="43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25" name=""/>
            <p:cNvSpPr/>
            <p:nvPr/>
          </p:nvSpPr>
          <p:spPr>
            <a:xfrm rot="0">
              <a:off x="3512" y="1485"/>
              <a:ext cx="15" cy="24"/>
            </a:xfrm>
            <a:custGeom>
              <a:avLst/>
              <a:ahLst/>
              <a:rect l="0" t="0" r="r" b="b"/>
              <a:pathLst>
                <a:path w="43" h="74">
                  <a:moveTo>
                    <a:pt x="43" y="72"/>
                  </a:moveTo>
                  <a:lnTo>
                    <a:pt x="40" y="36"/>
                  </a:lnTo>
                  <a:lnTo>
                    <a:pt x="37" y="0"/>
                  </a:lnTo>
                  <a:lnTo>
                    <a:pt x="0" y="3"/>
                  </a:lnTo>
                  <a:lnTo>
                    <a:pt x="3" y="39"/>
                  </a:lnTo>
                  <a:lnTo>
                    <a:pt x="6" y="74"/>
                  </a:lnTo>
                  <a:lnTo>
                    <a:pt x="43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26" name=""/>
            <p:cNvSpPr/>
            <p:nvPr/>
          </p:nvSpPr>
          <p:spPr>
            <a:xfrm rot="0">
              <a:off x="3512" y="1486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3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27" name=""/>
            <p:cNvSpPr/>
            <p:nvPr/>
          </p:nvSpPr>
          <p:spPr>
            <a:xfrm rot="0">
              <a:off x="3512" y="14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28" name=""/>
            <p:cNvSpPr/>
            <p:nvPr/>
          </p:nvSpPr>
          <p:spPr>
            <a:xfrm rot="0">
              <a:off x="3501" y="1486"/>
              <a:ext cx="13" cy="24"/>
            </a:xfrm>
            <a:custGeom>
              <a:avLst/>
              <a:ahLst/>
              <a:rect l="0" t="0" r="r" b="b"/>
              <a:pathLst>
                <a:path w="41" h="74">
                  <a:moveTo>
                    <a:pt x="41" y="71"/>
                  </a:moveTo>
                  <a:lnTo>
                    <a:pt x="38" y="36"/>
                  </a:lnTo>
                  <a:lnTo>
                    <a:pt x="35" y="0"/>
                  </a:lnTo>
                  <a:lnTo>
                    <a:pt x="0" y="3"/>
                  </a:lnTo>
                  <a:lnTo>
                    <a:pt x="3" y="39"/>
                  </a:lnTo>
                  <a:lnTo>
                    <a:pt x="6" y="74"/>
                  </a:lnTo>
                  <a:lnTo>
                    <a:pt x="4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29" name=""/>
            <p:cNvSpPr/>
            <p:nvPr/>
          </p:nvSpPr>
          <p:spPr>
            <a:xfrm rot="0">
              <a:off x="3501" y="1486"/>
              <a:ext cx="13" cy="24"/>
            </a:xfrm>
            <a:custGeom>
              <a:avLst/>
              <a:ahLst/>
              <a:rect l="0" t="0" r="r" b="b"/>
              <a:pathLst>
                <a:path w="41" h="74">
                  <a:moveTo>
                    <a:pt x="41" y="71"/>
                  </a:moveTo>
                  <a:lnTo>
                    <a:pt x="38" y="36"/>
                  </a:lnTo>
                  <a:lnTo>
                    <a:pt x="35" y="0"/>
                  </a:lnTo>
                  <a:lnTo>
                    <a:pt x="0" y="3"/>
                  </a:lnTo>
                  <a:lnTo>
                    <a:pt x="3" y="39"/>
                  </a:lnTo>
                  <a:lnTo>
                    <a:pt x="6" y="74"/>
                  </a:lnTo>
                  <a:lnTo>
                    <a:pt x="4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30" name=""/>
            <p:cNvSpPr/>
            <p:nvPr/>
          </p:nvSpPr>
          <p:spPr>
            <a:xfrm rot="0">
              <a:off x="3500" y="1487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6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31" name=""/>
            <p:cNvSpPr/>
            <p:nvPr/>
          </p:nvSpPr>
          <p:spPr>
            <a:xfrm rot="0" flipH="1">
              <a:off x="3500" y="14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32" name=""/>
            <p:cNvSpPr/>
            <p:nvPr/>
          </p:nvSpPr>
          <p:spPr>
            <a:xfrm rot="0">
              <a:off x="3488" y="1487"/>
              <a:ext cx="15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47" y="71"/>
                  </a:moveTo>
                  <a:lnTo>
                    <a:pt x="42" y="36"/>
                  </a:lnTo>
                  <a:lnTo>
                    <a:pt x="36" y="0"/>
                  </a:lnTo>
                  <a:lnTo>
                    <a:pt x="0" y="6"/>
                  </a:lnTo>
                  <a:lnTo>
                    <a:pt x="6" y="41"/>
                  </a:lnTo>
                  <a:lnTo>
                    <a:pt x="12" y="77"/>
                  </a:lnTo>
                  <a:lnTo>
                    <a:pt x="47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33" name=""/>
            <p:cNvSpPr/>
            <p:nvPr/>
          </p:nvSpPr>
          <p:spPr>
            <a:xfrm rot="0">
              <a:off x="3488" y="1487"/>
              <a:ext cx="15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47" y="71"/>
                  </a:moveTo>
                  <a:lnTo>
                    <a:pt x="42" y="36"/>
                  </a:lnTo>
                  <a:lnTo>
                    <a:pt x="36" y="0"/>
                  </a:lnTo>
                  <a:lnTo>
                    <a:pt x="0" y="6"/>
                  </a:lnTo>
                  <a:lnTo>
                    <a:pt x="6" y="41"/>
                  </a:lnTo>
                  <a:lnTo>
                    <a:pt x="12" y="77"/>
                  </a:lnTo>
                  <a:lnTo>
                    <a:pt x="47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34" name=""/>
            <p:cNvSpPr/>
            <p:nvPr/>
          </p:nvSpPr>
          <p:spPr>
            <a:xfrm rot="0">
              <a:off x="3487" y="1489"/>
              <a:ext cx="3" cy="11"/>
            </a:xfrm>
            <a:custGeom>
              <a:avLst/>
              <a:ahLst/>
              <a:rect l="0" t="0" r="r" b="b"/>
              <a:pathLst>
                <a:path w="8" h="35">
                  <a:moveTo>
                    <a:pt x="8" y="3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35" name=""/>
            <p:cNvSpPr/>
            <p:nvPr/>
          </p:nvSpPr>
          <p:spPr>
            <a:xfrm rot="0" flipH="1">
              <a:off x="3487" y="14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36" name=""/>
            <p:cNvSpPr/>
            <p:nvPr/>
          </p:nvSpPr>
          <p:spPr>
            <a:xfrm rot="0">
              <a:off x="3475" y="1489"/>
              <a:ext cx="18" cy="26"/>
            </a:xfrm>
            <a:custGeom>
              <a:avLst/>
              <a:ahLst/>
              <a:rect l="0" t="0" r="r" b="b"/>
              <a:pathLst>
                <a:path w="52" h="80">
                  <a:moveTo>
                    <a:pt x="52" y="71"/>
                  </a:moveTo>
                  <a:lnTo>
                    <a:pt x="43" y="35"/>
                  </a:lnTo>
                  <a:lnTo>
                    <a:pt x="35" y="0"/>
                  </a:lnTo>
                  <a:lnTo>
                    <a:pt x="0" y="8"/>
                  </a:lnTo>
                  <a:lnTo>
                    <a:pt x="9" y="44"/>
                  </a:lnTo>
                  <a:lnTo>
                    <a:pt x="17" y="80"/>
                  </a:lnTo>
                  <a:lnTo>
                    <a:pt x="5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37" name=""/>
            <p:cNvSpPr/>
            <p:nvPr/>
          </p:nvSpPr>
          <p:spPr>
            <a:xfrm rot="0">
              <a:off x="3475" y="1489"/>
              <a:ext cx="18" cy="26"/>
            </a:xfrm>
            <a:custGeom>
              <a:avLst/>
              <a:ahLst/>
              <a:rect l="0" t="0" r="r" b="b"/>
              <a:pathLst>
                <a:path w="52" h="80">
                  <a:moveTo>
                    <a:pt x="52" y="71"/>
                  </a:moveTo>
                  <a:lnTo>
                    <a:pt x="43" y="35"/>
                  </a:lnTo>
                  <a:lnTo>
                    <a:pt x="35" y="0"/>
                  </a:lnTo>
                  <a:lnTo>
                    <a:pt x="0" y="8"/>
                  </a:lnTo>
                  <a:lnTo>
                    <a:pt x="9" y="44"/>
                  </a:lnTo>
                  <a:lnTo>
                    <a:pt x="17" y="80"/>
                  </a:lnTo>
                  <a:lnTo>
                    <a:pt x="5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38" name=""/>
            <p:cNvSpPr/>
            <p:nvPr/>
          </p:nvSpPr>
          <p:spPr>
            <a:xfrm rot="0">
              <a:off x="3475" y="1491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3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39" name=""/>
            <p:cNvSpPr/>
            <p:nvPr/>
          </p:nvSpPr>
          <p:spPr>
            <a:xfrm rot="0" flipH="1">
              <a:off x="3475" y="14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40" name=""/>
            <p:cNvSpPr/>
            <p:nvPr/>
          </p:nvSpPr>
          <p:spPr>
            <a:xfrm rot="0">
              <a:off x="3464" y="1492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54" y="68"/>
                  </a:moveTo>
                  <a:lnTo>
                    <a:pt x="44" y="34"/>
                  </a:lnTo>
                  <a:lnTo>
                    <a:pt x="34" y="0"/>
                  </a:lnTo>
                  <a:lnTo>
                    <a:pt x="0" y="10"/>
                  </a:lnTo>
                  <a:lnTo>
                    <a:pt x="10" y="44"/>
                  </a:lnTo>
                  <a:lnTo>
                    <a:pt x="20" y="78"/>
                  </a:lnTo>
                  <a:lnTo>
                    <a:pt x="54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41" name=""/>
            <p:cNvSpPr/>
            <p:nvPr/>
          </p:nvSpPr>
          <p:spPr>
            <a:xfrm rot="0">
              <a:off x="3464" y="1492"/>
              <a:ext cx="18" cy="26"/>
            </a:xfrm>
            <a:custGeom>
              <a:avLst/>
              <a:ahLst/>
              <a:rect l="0" t="0" r="r" b="b"/>
              <a:pathLst>
                <a:path w="54" h="78">
                  <a:moveTo>
                    <a:pt x="54" y="68"/>
                  </a:moveTo>
                  <a:lnTo>
                    <a:pt x="44" y="34"/>
                  </a:lnTo>
                  <a:lnTo>
                    <a:pt x="34" y="0"/>
                  </a:lnTo>
                  <a:lnTo>
                    <a:pt x="0" y="10"/>
                  </a:lnTo>
                  <a:lnTo>
                    <a:pt x="10" y="44"/>
                  </a:lnTo>
                  <a:lnTo>
                    <a:pt x="20" y="78"/>
                  </a:lnTo>
                  <a:lnTo>
                    <a:pt x="54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42" name=""/>
            <p:cNvSpPr/>
            <p:nvPr/>
          </p:nvSpPr>
          <p:spPr>
            <a:xfrm rot="0">
              <a:off x="3463" y="1495"/>
              <a:ext cx="4" cy="12"/>
            </a:xfrm>
            <a:custGeom>
              <a:avLst/>
              <a:ahLst/>
              <a:rect l="0" t="0" r="r" b="b"/>
              <a:pathLst>
                <a:path w="12" h="34">
                  <a:moveTo>
                    <a:pt x="12" y="3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43" name=""/>
            <p:cNvSpPr/>
            <p:nvPr/>
          </p:nvSpPr>
          <p:spPr>
            <a:xfrm rot="0" flipH="1">
              <a:off x="3463" y="1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44" name=""/>
            <p:cNvSpPr/>
            <p:nvPr/>
          </p:nvSpPr>
          <p:spPr>
            <a:xfrm rot="0">
              <a:off x="3452" y="1495"/>
              <a:ext cx="19" cy="27"/>
            </a:xfrm>
            <a:custGeom>
              <a:avLst/>
              <a:ahLst/>
              <a:rect l="0" t="0" r="r" b="b"/>
              <a:pathLst>
                <a:path w="57" h="79">
                  <a:moveTo>
                    <a:pt x="57" y="68"/>
                  </a:moveTo>
                  <a:lnTo>
                    <a:pt x="46" y="34"/>
                  </a:lnTo>
                  <a:lnTo>
                    <a:pt x="34" y="0"/>
                  </a:lnTo>
                  <a:lnTo>
                    <a:pt x="0" y="11"/>
                  </a:lnTo>
                  <a:lnTo>
                    <a:pt x="12" y="45"/>
                  </a:lnTo>
                  <a:lnTo>
                    <a:pt x="23" y="79"/>
                  </a:lnTo>
                  <a:lnTo>
                    <a:pt x="57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45" name=""/>
            <p:cNvSpPr/>
            <p:nvPr/>
          </p:nvSpPr>
          <p:spPr>
            <a:xfrm rot="0">
              <a:off x="3452" y="1495"/>
              <a:ext cx="19" cy="27"/>
            </a:xfrm>
            <a:custGeom>
              <a:avLst/>
              <a:ahLst/>
              <a:rect l="0" t="0" r="r" b="b"/>
              <a:pathLst>
                <a:path w="57" h="79">
                  <a:moveTo>
                    <a:pt x="57" y="68"/>
                  </a:moveTo>
                  <a:lnTo>
                    <a:pt x="46" y="34"/>
                  </a:lnTo>
                  <a:lnTo>
                    <a:pt x="34" y="0"/>
                  </a:lnTo>
                  <a:lnTo>
                    <a:pt x="0" y="11"/>
                  </a:lnTo>
                  <a:lnTo>
                    <a:pt x="12" y="45"/>
                  </a:lnTo>
                  <a:lnTo>
                    <a:pt x="23" y="79"/>
                  </a:lnTo>
                  <a:lnTo>
                    <a:pt x="57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46" name=""/>
            <p:cNvSpPr/>
            <p:nvPr/>
          </p:nvSpPr>
          <p:spPr>
            <a:xfrm rot="0">
              <a:off x="3451" y="1499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15" y="34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47" name=""/>
            <p:cNvSpPr/>
            <p:nvPr/>
          </p:nvSpPr>
          <p:spPr>
            <a:xfrm rot="0" flipH="1">
              <a:off x="3451" y="1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48" name=""/>
            <p:cNvSpPr/>
            <p:nvPr/>
          </p:nvSpPr>
          <p:spPr>
            <a:xfrm rot="0">
              <a:off x="3439" y="1499"/>
              <a:ext cx="21" cy="28"/>
            </a:xfrm>
            <a:custGeom>
              <a:avLst/>
              <a:ahLst/>
              <a:rect l="0" t="0" r="r" b="b"/>
              <a:pathLst>
                <a:path w="63" h="83">
                  <a:moveTo>
                    <a:pt x="63" y="68"/>
                  </a:moveTo>
                  <a:lnTo>
                    <a:pt x="49" y="34"/>
                  </a:lnTo>
                  <a:lnTo>
                    <a:pt x="34" y="0"/>
                  </a:lnTo>
                  <a:lnTo>
                    <a:pt x="0" y="14"/>
                  </a:lnTo>
                  <a:lnTo>
                    <a:pt x="14" y="49"/>
                  </a:lnTo>
                  <a:lnTo>
                    <a:pt x="29" y="83"/>
                  </a:lnTo>
                  <a:lnTo>
                    <a:pt x="63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49" name=""/>
            <p:cNvSpPr/>
            <p:nvPr/>
          </p:nvSpPr>
          <p:spPr>
            <a:xfrm rot="0">
              <a:off x="3439" y="1499"/>
              <a:ext cx="21" cy="28"/>
            </a:xfrm>
            <a:custGeom>
              <a:avLst/>
              <a:ahLst/>
              <a:rect l="0" t="0" r="r" b="b"/>
              <a:pathLst>
                <a:path w="63" h="83">
                  <a:moveTo>
                    <a:pt x="63" y="68"/>
                  </a:moveTo>
                  <a:lnTo>
                    <a:pt x="49" y="34"/>
                  </a:lnTo>
                  <a:lnTo>
                    <a:pt x="34" y="0"/>
                  </a:lnTo>
                  <a:lnTo>
                    <a:pt x="0" y="14"/>
                  </a:lnTo>
                  <a:lnTo>
                    <a:pt x="14" y="49"/>
                  </a:lnTo>
                  <a:lnTo>
                    <a:pt x="29" y="83"/>
                  </a:lnTo>
                  <a:lnTo>
                    <a:pt x="63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50" name=""/>
            <p:cNvSpPr/>
            <p:nvPr/>
          </p:nvSpPr>
          <p:spPr>
            <a:xfrm rot="0">
              <a:off x="3439" y="1504"/>
              <a:ext cx="5" cy="11"/>
            </a:xfrm>
            <a:custGeom>
              <a:avLst/>
              <a:ahLst/>
              <a:rect l="0" t="0" r="r" b="b"/>
              <a:pathLst>
                <a:path w="15" h="35">
                  <a:moveTo>
                    <a:pt x="15" y="3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51" name=""/>
            <p:cNvSpPr/>
            <p:nvPr/>
          </p:nvSpPr>
          <p:spPr>
            <a:xfrm rot="0" flipH="1">
              <a:off x="3439" y="1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52" name=""/>
            <p:cNvSpPr/>
            <p:nvPr/>
          </p:nvSpPr>
          <p:spPr>
            <a:xfrm rot="0">
              <a:off x="3428" y="1504"/>
              <a:ext cx="21" cy="27"/>
            </a:xfrm>
            <a:custGeom>
              <a:avLst/>
              <a:ahLst/>
              <a:rect l="0" t="0" r="r" b="b"/>
              <a:pathLst>
                <a:path w="63" h="81">
                  <a:moveTo>
                    <a:pt x="63" y="65"/>
                  </a:moveTo>
                  <a:lnTo>
                    <a:pt x="47" y="33"/>
                  </a:lnTo>
                  <a:lnTo>
                    <a:pt x="32" y="0"/>
                  </a:lnTo>
                  <a:lnTo>
                    <a:pt x="0" y="15"/>
                  </a:lnTo>
                  <a:lnTo>
                    <a:pt x="16" y="48"/>
                  </a:lnTo>
                  <a:lnTo>
                    <a:pt x="32" y="81"/>
                  </a:lnTo>
                  <a:lnTo>
                    <a:pt x="63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53" name=""/>
            <p:cNvSpPr/>
            <p:nvPr/>
          </p:nvSpPr>
          <p:spPr>
            <a:xfrm rot="0">
              <a:off x="3428" y="1504"/>
              <a:ext cx="21" cy="27"/>
            </a:xfrm>
            <a:custGeom>
              <a:avLst/>
              <a:ahLst/>
              <a:rect l="0" t="0" r="r" b="b"/>
              <a:pathLst>
                <a:path w="63" h="81">
                  <a:moveTo>
                    <a:pt x="63" y="65"/>
                  </a:moveTo>
                  <a:lnTo>
                    <a:pt x="47" y="33"/>
                  </a:lnTo>
                  <a:lnTo>
                    <a:pt x="32" y="0"/>
                  </a:lnTo>
                  <a:lnTo>
                    <a:pt x="0" y="15"/>
                  </a:lnTo>
                  <a:lnTo>
                    <a:pt x="16" y="48"/>
                  </a:lnTo>
                  <a:lnTo>
                    <a:pt x="32" y="81"/>
                  </a:lnTo>
                  <a:lnTo>
                    <a:pt x="63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54" name=""/>
            <p:cNvSpPr/>
            <p:nvPr/>
          </p:nvSpPr>
          <p:spPr>
            <a:xfrm rot="0">
              <a:off x="3428" y="1509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3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55" name=""/>
            <p:cNvSpPr/>
            <p:nvPr/>
          </p:nvSpPr>
          <p:spPr>
            <a:xfrm rot="0" flipH="1">
              <a:off x="3428" y="1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56" name=""/>
            <p:cNvSpPr/>
            <p:nvPr/>
          </p:nvSpPr>
          <p:spPr>
            <a:xfrm rot="0">
              <a:off x="3417" y="1509"/>
              <a:ext cx="22" cy="28"/>
            </a:xfrm>
            <a:custGeom>
              <a:avLst/>
              <a:ahLst/>
              <a:rect l="0" t="0" r="r" b="b"/>
              <a:pathLst>
                <a:path w="67" h="83">
                  <a:moveTo>
                    <a:pt x="67" y="66"/>
                  </a:moveTo>
                  <a:lnTo>
                    <a:pt x="50" y="33"/>
                  </a:lnTo>
                  <a:lnTo>
                    <a:pt x="33" y="0"/>
                  </a:lnTo>
                  <a:lnTo>
                    <a:pt x="0" y="18"/>
                  </a:lnTo>
                  <a:lnTo>
                    <a:pt x="17" y="50"/>
                  </a:lnTo>
                  <a:lnTo>
                    <a:pt x="34" y="83"/>
                  </a:lnTo>
                  <a:lnTo>
                    <a:pt x="6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57" name=""/>
            <p:cNvSpPr/>
            <p:nvPr/>
          </p:nvSpPr>
          <p:spPr>
            <a:xfrm rot="0">
              <a:off x="3417" y="1509"/>
              <a:ext cx="22" cy="28"/>
            </a:xfrm>
            <a:custGeom>
              <a:avLst/>
              <a:ahLst/>
              <a:rect l="0" t="0" r="r" b="b"/>
              <a:pathLst>
                <a:path w="67" h="83">
                  <a:moveTo>
                    <a:pt x="67" y="66"/>
                  </a:moveTo>
                  <a:lnTo>
                    <a:pt x="50" y="33"/>
                  </a:lnTo>
                  <a:lnTo>
                    <a:pt x="33" y="0"/>
                  </a:lnTo>
                  <a:lnTo>
                    <a:pt x="0" y="18"/>
                  </a:lnTo>
                  <a:lnTo>
                    <a:pt x="17" y="50"/>
                  </a:lnTo>
                  <a:lnTo>
                    <a:pt x="34" y="83"/>
                  </a:lnTo>
                  <a:lnTo>
                    <a:pt x="6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58" name=""/>
            <p:cNvSpPr/>
            <p:nvPr/>
          </p:nvSpPr>
          <p:spPr>
            <a:xfrm rot="0">
              <a:off x="3417" y="1515"/>
              <a:ext cx="6" cy="11"/>
            </a:xfrm>
            <a:custGeom>
              <a:avLst/>
              <a:ahLst/>
              <a:rect l="0" t="0" r="r" b="b"/>
              <a:pathLst>
                <a:path w="18" h="32">
                  <a:moveTo>
                    <a:pt x="18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59" name=""/>
            <p:cNvSpPr/>
            <p:nvPr/>
          </p:nvSpPr>
          <p:spPr>
            <a:xfrm rot="0" flipH="1">
              <a:off x="3417" y="15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60" name=""/>
            <p:cNvSpPr/>
            <p:nvPr/>
          </p:nvSpPr>
          <p:spPr>
            <a:xfrm rot="0">
              <a:off x="3407" y="1516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67" y="63"/>
                  </a:moveTo>
                  <a:lnTo>
                    <a:pt x="48" y="31"/>
                  </a:lnTo>
                  <a:lnTo>
                    <a:pt x="30" y="0"/>
                  </a:lnTo>
                  <a:lnTo>
                    <a:pt x="0" y="18"/>
                  </a:lnTo>
                  <a:lnTo>
                    <a:pt x="18" y="50"/>
                  </a:lnTo>
                  <a:lnTo>
                    <a:pt x="37" y="81"/>
                  </a:lnTo>
                  <a:lnTo>
                    <a:pt x="67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61" name=""/>
            <p:cNvSpPr/>
            <p:nvPr/>
          </p:nvSpPr>
          <p:spPr>
            <a:xfrm rot="0">
              <a:off x="3407" y="1516"/>
              <a:ext cx="22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67" y="63"/>
                  </a:moveTo>
                  <a:lnTo>
                    <a:pt x="48" y="31"/>
                  </a:lnTo>
                  <a:lnTo>
                    <a:pt x="30" y="0"/>
                  </a:lnTo>
                  <a:lnTo>
                    <a:pt x="0" y="18"/>
                  </a:lnTo>
                  <a:lnTo>
                    <a:pt x="18" y="50"/>
                  </a:lnTo>
                  <a:lnTo>
                    <a:pt x="37" y="81"/>
                  </a:lnTo>
                  <a:lnTo>
                    <a:pt x="67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62" name=""/>
            <p:cNvSpPr/>
            <p:nvPr/>
          </p:nvSpPr>
          <p:spPr>
            <a:xfrm rot="0">
              <a:off x="3406" y="1522"/>
              <a:ext cx="7" cy="10"/>
            </a:xfrm>
            <a:custGeom>
              <a:avLst/>
              <a:ahLst/>
              <a:rect l="0" t="0" r="r" b="b"/>
              <a:pathLst>
                <a:path w="19" h="32">
                  <a:moveTo>
                    <a:pt x="19" y="3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63" name=""/>
            <p:cNvSpPr/>
            <p:nvPr/>
          </p:nvSpPr>
          <p:spPr>
            <a:xfrm rot="0" flipH="1">
              <a:off x="3406" y="1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64" name=""/>
            <p:cNvSpPr/>
            <p:nvPr/>
          </p:nvSpPr>
          <p:spPr>
            <a:xfrm rot="0">
              <a:off x="3396" y="1522"/>
              <a:ext cx="23" cy="27"/>
            </a:xfrm>
            <a:custGeom>
              <a:avLst/>
              <a:ahLst/>
              <a:rect l="0" t="0" r="r" b="b"/>
              <a:pathLst>
                <a:path w="69" h="80">
                  <a:moveTo>
                    <a:pt x="69" y="60"/>
                  </a:moveTo>
                  <a:lnTo>
                    <a:pt x="49" y="30"/>
                  </a:lnTo>
                  <a:lnTo>
                    <a:pt x="30" y="0"/>
                  </a:lnTo>
                  <a:lnTo>
                    <a:pt x="0" y="20"/>
                  </a:lnTo>
                  <a:lnTo>
                    <a:pt x="20" y="50"/>
                  </a:lnTo>
                  <a:lnTo>
                    <a:pt x="39" y="80"/>
                  </a:lnTo>
                  <a:lnTo>
                    <a:pt x="69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65" name=""/>
            <p:cNvSpPr/>
            <p:nvPr/>
          </p:nvSpPr>
          <p:spPr>
            <a:xfrm rot="0">
              <a:off x="3396" y="1522"/>
              <a:ext cx="23" cy="27"/>
            </a:xfrm>
            <a:custGeom>
              <a:avLst/>
              <a:ahLst/>
              <a:rect l="0" t="0" r="r" b="b"/>
              <a:pathLst>
                <a:path w="69" h="80">
                  <a:moveTo>
                    <a:pt x="69" y="60"/>
                  </a:moveTo>
                  <a:lnTo>
                    <a:pt x="49" y="30"/>
                  </a:lnTo>
                  <a:lnTo>
                    <a:pt x="30" y="0"/>
                  </a:lnTo>
                  <a:lnTo>
                    <a:pt x="0" y="20"/>
                  </a:lnTo>
                  <a:lnTo>
                    <a:pt x="20" y="50"/>
                  </a:lnTo>
                  <a:lnTo>
                    <a:pt x="39" y="80"/>
                  </a:lnTo>
                  <a:lnTo>
                    <a:pt x="69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66" name=""/>
            <p:cNvSpPr/>
            <p:nvPr/>
          </p:nvSpPr>
          <p:spPr>
            <a:xfrm rot="0">
              <a:off x="3391" y="1529"/>
              <a:ext cx="18" cy="22"/>
            </a:xfrm>
            <a:custGeom>
              <a:avLst/>
              <a:ahLst/>
              <a:rect l="0" t="0" r="r" b="b"/>
              <a:pathLst>
                <a:path w="55" h="65">
                  <a:moveTo>
                    <a:pt x="36" y="30"/>
                  </a:moveTo>
                  <a:lnTo>
                    <a:pt x="55" y="60"/>
                  </a:lnTo>
                  <a:lnTo>
                    <a:pt x="46" y="65"/>
                  </a:lnTo>
                  <a:lnTo>
                    <a:pt x="34" y="65"/>
                  </a:lnTo>
                  <a:lnTo>
                    <a:pt x="23" y="64"/>
                  </a:lnTo>
                  <a:lnTo>
                    <a:pt x="13" y="58"/>
                  </a:lnTo>
                  <a:lnTo>
                    <a:pt x="6" y="50"/>
                  </a:lnTo>
                  <a:lnTo>
                    <a:pt x="0" y="40"/>
                  </a:lnTo>
                  <a:lnTo>
                    <a:pt x="0" y="28"/>
                  </a:lnTo>
                  <a:lnTo>
                    <a:pt x="1" y="17"/>
                  </a:lnTo>
                  <a:lnTo>
                    <a:pt x="7" y="7"/>
                  </a:lnTo>
                  <a:lnTo>
                    <a:pt x="16" y="0"/>
                  </a:lnTo>
                  <a:lnTo>
                    <a:pt x="3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67" name=""/>
            <p:cNvSpPr/>
            <p:nvPr/>
          </p:nvSpPr>
          <p:spPr>
            <a:xfrm rot="0">
              <a:off x="3391" y="1529"/>
              <a:ext cx="18" cy="22"/>
            </a:xfrm>
            <a:custGeom>
              <a:avLst/>
              <a:ahLst/>
              <a:rect l="0" t="0" r="r" b="b"/>
              <a:pathLst>
                <a:path w="55" h="65">
                  <a:moveTo>
                    <a:pt x="55" y="60"/>
                  </a:moveTo>
                  <a:lnTo>
                    <a:pt x="46" y="65"/>
                  </a:lnTo>
                  <a:lnTo>
                    <a:pt x="34" y="65"/>
                  </a:lnTo>
                  <a:lnTo>
                    <a:pt x="23" y="64"/>
                  </a:lnTo>
                  <a:lnTo>
                    <a:pt x="13" y="58"/>
                  </a:lnTo>
                  <a:lnTo>
                    <a:pt x="6" y="50"/>
                  </a:lnTo>
                  <a:lnTo>
                    <a:pt x="0" y="40"/>
                  </a:lnTo>
                  <a:lnTo>
                    <a:pt x="0" y="28"/>
                  </a:lnTo>
                  <a:lnTo>
                    <a:pt x="1" y="17"/>
                  </a:lnTo>
                  <a:lnTo>
                    <a:pt x="7" y="7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68" name=""/>
            <p:cNvSpPr/>
            <p:nvPr/>
          </p:nvSpPr>
          <p:spPr>
            <a:xfrm rot="0">
              <a:off x="3648" y="2031"/>
              <a:ext cx="16" cy="23"/>
            </a:xfrm>
            <a:custGeom>
              <a:avLst/>
              <a:ahLst/>
              <a:rect l="0" t="0" r="r" b="b"/>
              <a:pathLst>
                <a:path w="48" h="70">
                  <a:moveTo>
                    <a:pt x="35" y="34"/>
                  </a:moveTo>
                  <a:lnTo>
                    <a:pt x="48" y="68"/>
                  </a:lnTo>
                  <a:lnTo>
                    <a:pt x="38" y="70"/>
                  </a:lnTo>
                  <a:lnTo>
                    <a:pt x="27" y="70"/>
                  </a:lnTo>
                  <a:lnTo>
                    <a:pt x="15" y="65"/>
                  </a:lnTo>
                  <a:lnTo>
                    <a:pt x="7" y="57"/>
                  </a:lnTo>
                  <a:lnTo>
                    <a:pt x="1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2" y="0"/>
                  </a:lnTo>
                  <a:lnTo>
                    <a:pt x="3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69" name=""/>
            <p:cNvSpPr/>
            <p:nvPr/>
          </p:nvSpPr>
          <p:spPr>
            <a:xfrm rot="0">
              <a:off x="3648" y="2031"/>
              <a:ext cx="16" cy="23"/>
            </a:xfrm>
            <a:custGeom>
              <a:avLst/>
              <a:ahLst/>
              <a:rect l="0" t="0" r="r" b="b"/>
              <a:pathLst>
                <a:path w="48" h="70">
                  <a:moveTo>
                    <a:pt x="48" y="68"/>
                  </a:moveTo>
                  <a:lnTo>
                    <a:pt x="38" y="70"/>
                  </a:lnTo>
                  <a:lnTo>
                    <a:pt x="27" y="70"/>
                  </a:lnTo>
                  <a:lnTo>
                    <a:pt x="15" y="65"/>
                  </a:lnTo>
                  <a:lnTo>
                    <a:pt x="7" y="57"/>
                  </a:lnTo>
                  <a:lnTo>
                    <a:pt x="1" y="47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70" name=""/>
            <p:cNvSpPr/>
            <p:nvPr/>
          </p:nvSpPr>
          <p:spPr>
            <a:xfrm rot="0">
              <a:off x="3656" y="2025"/>
              <a:ext cx="23" cy="28"/>
            </a:xfrm>
            <a:custGeom>
              <a:avLst/>
              <a:ahLst/>
              <a:rect l="0" t="0" r="r" b="b"/>
              <a:pathLst>
                <a:path w="69" h="85">
                  <a:moveTo>
                    <a:pt x="0" y="17"/>
                  </a:moveTo>
                  <a:lnTo>
                    <a:pt x="13" y="51"/>
                  </a:lnTo>
                  <a:lnTo>
                    <a:pt x="26" y="85"/>
                  </a:lnTo>
                  <a:lnTo>
                    <a:pt x="69" y="68"/>
                  </a:lnTo>
                  <a:lnTo>
                    <a:pt x="56" y="34"/>
                  </a:lnTo>
                  <a:lnTo>
                    <a:pt x="43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71" name=""/>
            <p:cNvSpPr/>
            <p:nvPr/>
          </p:nvSpPr>
          <p:spPr>
            <a:xfrm rot="0">
              <a:off x="3656" y="2025"/>
              <a:ext cx="23" cy="28"/>
            </a:xfrm>
            <a:custGeom>
              <a:avLst/>
              <a:ahLst/>
              <a:rect l="0" t="0" r="r" b="b"/>
              <a:pathLst>
                <a:path w="69" h="85">
                  <a:moveTo>
                    <a:pt x="0" y="17"/>
                  </a:moveTo>
                  <a:lnTo>
                    <a:pt x="13" y="51"/>
                  </a:lnTo>
                  <a:lnTo>
                    <a:pt x="26" y="85"/>
                  </a:lnTo>
                  <a:lnTo>
                    <a:pt x="69" y="68"/>
                  </a:lnTo>
                  <a:lnTo>
                    <a:pt x="56" y="34"/>
                  </a:lnTo>
                  <a:lnTo>
                    <a:pt x="43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72" name=""/>
            <p:cNvSpPr/>
            <p:nvPr/>
          </p:nvSpPr>
          <p:spPr>
            <a:xfrm rot="0">
              <a:off x="3674" y="2036"/>
              <a:ext cx="6" cy="12"/>
            </a:xfrm>
            <a:custGeom>
              <a:avLst/>
              <a:ahLst/>
              <a:rect l="0" t="0" r="r" b="b"/>
              <a:pathLst>
                <a:path w="16" h="34">
                  <a:moveTo>
                    <a:pt x="0" y="0"/>
                  </a:moveTo>
                  <a:lnTo>
                    <a:pt x="13" y="34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73" name=""/>
            <p:cNvSpPr/>
            <p:nvPr/>
          </p:nvSpPr>
          <p:spPr>
            <a:xfrm rot="0" flipV="1">
              <a:off x="3679" y="2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74" name=""/>
            <p:cNvSpPr/>
            <p:nvPr/>
          </p:nvSpPr>
          <p:spPr>
            <a:xfrm rot="0">
              <a:off x="3669" y="2019"/>
              <a:ext cx="24" cy="28"/>
            </a:xfrm>
            <a:custGeom>
              <a:avLst/>
              <a:ahLst/>
              <a:rect l="0" t="0" r="r" b="b"/>
              <a:pathLst>
                <a:path w="73" h="86">
                  <a:moveTo>
                    <a:pt x="0" y="20"/>
                  </a:moveTo>
                  <a:lnTo>
                    <a:pt x="16" y="53"/>
                  </a:lnTo>
                  <a:lnTo>
                    <a:pt x="32" y="86"/>
                  </a:lnTo>
                  <a:lnTo>
                    <a:pt x="73" y="66"/>
                  </a:lnTo>
                  <a:lnTo>
                    <a:pt x="57" y="33"/>
                  </a:lnTo>
                  <a:lnTo>
                    <a:pt x="42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75" name=""/>
            <p:cNvSpPr/>
            <p:nvPr/>
          </p:nvSpPr>
          <p:spPr>
            <a:xfrm rot="0">
              <a:off x="3669" y="2019"/>
              <a:ext cx="24" cy="28"/>
            </a:xfrm>
            <a:custGeom>
              <a:avLst/>
              <a:ahLst/>
              <a:rect l="0" t="0" r="r" b="b"/>
              <a:pathLst>
                <a:path w="73" h="86">
                  <a:moveTo>
                    <a:pt x="0" y="20"/>
                  </a:moveTo>
                  <a:lnTo>
                    <a:pt x="16" y="53"/>
                  </a:lnTo>
                  <a:lnTo>
                    <a:pt x="32" y="86"/>
                  </a:lnTo>
                  <a:lnTo>
                    <a:pt x="73" y="66"/>
                  </a:lnTo>
                  <a:lnTo>
                    <a:pt x="57" y="33"/>
                  </a:lnTo>
                  <a:lnTo>
                    <a:pt x="42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76" name=""/>
            <p:cNvSpPr/>
            <p:nvPr/>
          </p:nvSpPr>
          <p:spPr>
            <a:xfrm rot="0">
              <a:off x="3688" y="2030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0"/>
                  </a:moveTo>
                  <a:lnTo>
                    <a:pt x="16" y="33"/>
                  </a:lnTo>
                  <a:lnTo>
                    <a:pt x="17" y="3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77" name=""/>
            <p:cNvSpPr/>
            <p:nvPr/>
          </p:nvSpPr>
          <p:spPr>
            <a:xfrm rot="0">
              <a:off x="3693" y="20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78" name=""/>
            <p:cNvSpPr/>
            <p:nvPr/>
          </p:nvSpPr>
          <p:spPr>
            <a:xfrm rot="0">
              <a:off x="3682" y="2012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0" y="21"/>
                  </a:moveTo>
                  <a:lnTo>
                    <a:pt x="17" y="54"/>
                  </a:lnTo>
                  <a:lnTo>
                    <a:pt x="34" y="87"/>
                  </a:lnTo>
                  <a:lnTo>
                    <a:pt x="76" y="65"/>
                  </a:lnTo>
                  <a:lnTo>
                    <a:pt x="59" y="33"/>
                  </a:lnTo>
                  <a:lnTo>
                    <a:pt x="41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79" name=""/>
            <p:cNvSpPr/>
            <p:nvPr/>
          </p:nvSpPr>
          <p:spPr>
            <a:xfrm rot="0">
              <a:off x="3682" y="2012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0" y="21"/>
                  </a:moveTo>
                  <a:lnTo>
                    <a:pt x="17" y="54"/>
                  </a:lnTo>
                  <a:lnTo>
                    <a:pt x="34" y="87"/>
                  </a:lnTo>
                  <a:lnTo>
                    <a:pt x="76" y="65"/>
                  </a:lnTo>
                  <a:lnTo>
                    <a:pt x="59" y="33"/>
                  </a:lnTo>
                  <a:lnTo>
                    <a:pt x="41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80" name=""/>
            <p:cNvSpPr/>
            <p:nvPr/>
          </p:nvSpPr>
          <p:spPr>
            <a:xfrm rot="0">
              <a:off x="3702" y="2023"/>
              <a:ext cx="6" cy="10"/>
            </a:xfrm>
            <a:custGeom>
              <a:avLst/>
              <a:ahLst/>
              <a:rect l="0" t="0" r="r" b="b"/>
              <a:pathLst>
                <a:path w="18" h="32">
                  <a:moveTo>
                    <a:pt x="0" y="0"/>
                  </a:moveTo>
                  <a:lnTo>
                    <a:pt x="17" y="32"/>
                  </a:lnTo>
                  <a:lnTo>
                    <a:pt x="18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81" name=""/>
            <p:cNvSpPr/>
            <p:nvPr/>
          </p:nvSpPr>
          <p:spPr>
            <a:xfrm rot="0" flipV="1">
              <a:off x="3708" y="20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82" name=""/>
            <p:cNvSpPr/>
            <p:nvPr/>
          </p:nvSpPr>
          <p:spPr>
            <a:xfrm rot="0">
              <a:off x="3696" y="2005"/>
              <a:ext cx="25" cy="28"/>
            </a:xfrm>
            <a:custGeom>
              <a:avLst/>
              <a:ahLst/>
              <a:rect l="0" t="0" r="r" b="b"/>
              <a:pathLst>
                <a:path w="77" h="85">
                  <a:moveTo>
                    <a:pt x="0" y="22"/>
                  </a:moveTo>
                  <a:lnTo>
                    <a:pt x="19" y="54"/>
                  </a:lnTo>
                  <a:lnTo>
                    <a:pt x="37" y="85"/>
                  </a:lnTo>
                  <a:lnTo>
                    <a:pt x="77" y="62"/>
                  </a:lnTo>
                  <a:lnTo>
                    <a:pt x="58" y="31"/>
                  </a:lnTo>
                  <a:lnTo>
                    <a:pt x="40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83" name=""/>
            <p:cNvSpPr/>
            <p:nvPr/>
          </p:nvSpPr>
          <p:spPr>
            <a:xfrm rot="0">
              <a:off x="3696" y="2005"/>
              <a:ext cx="25" cy="28"/>
            </a:xfrm>
            <a:custGeom>
              <a:avLst/>
              <a:ahLst/>
              <a:rect l="0" t="0" r="r" b="b"/>
              <a:pathLst>
                <a:path w="77" h="85">
                  <a:moveTo>
                    <a:pt x="0" y="22"/>
                  </a:moveTo>
                  <a:lnTo>
                    <a:pt x="19" y="54"/>
                  </a:lnTo>
                  <a:lnTo>
                    <a:pt x="37" y="85"/>
                  </a:lnTo>
                  <a:lnTo>
                    <a:pt x="77" y="62"/>
                  </a:lnTo>
                  <a:lnTo>
                    <a:pt x="58" y="31"/>
                  </a:lnTo>
                  <a:lnTo>
                    <a:pt x="40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84" name=""/>
            <p:cNvSpPr/>
            <p:nvPr/>
          </p:nvSpPr>
          <p:spPr>
            <a:xfrm rot="0">
              <a:off x="3715" y="2015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0"/>
                  </a:moveTo>
                  <a:lnTo>
                    <a:pt x="19" y="31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85" name=""/>
            <p:cNvSpPr/>
            <p:nvPr/>
          </p:nvSpPr>
          <p:spPr>
            <a:xfrm rot="0" flipV="1">
              <a:off x="3721" y="2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86" name=""/>
            <p:cNvSpPr/>
            <p:nvPr/>
          </p:nvSpPr>
          <p:spPr>
            <a:xfrm rot="0">
              <a:off x="3708" y="1996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0" y="26"/>
                  </a:moveTo>
                  <a:lnTo>
                    <a:pt x="20" y="56"/>
                  </a:lnTo>
                  <a:lnTo>
                    <a:pt x="40" y="86"/>
                  </a:lnTo>
                  <a:lnTo>
                    <a:pt x="80" y="60"/>
                  </a:lnTo>
                  <a:lnTo>
                    <a:pt x="60" y="30"/>
                  </a:lnTo>
                  <a:lnTo>
                    <a:pt x="40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87" name=""/>
            <p:cNvSpPr/>
            <p:nvPr/>
          </p:nvSpPr>
          <p:spPr>
            <a:xfrm rot="0">
              <a:off x="3708" y="1996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0" y="26"/>
                  </a:moveTo>
                  <a:lnTo>
                    <a:pt x="20" y="56"/>
                  </a:lnTo>
                  <a:lnTo>
                    <a:pt x="40" y="86"/>
                  </a:lnTo>
                  <a:lnTo>
                    <a:pt x="80" y="60"/>
                  </a:lnTo>
                  <a:lnTo>
                    <a:pt x="60" y="30"/>
                  </a:lnTo>
                  <a:lnTo>
                    <a:pt x="40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88" name=""/>
            <p:cNvSpPr/>
            <p:nvPr/>
          </p:nvSpPr>
          <p:spPr>
            <a:xfrm rot="0">
              <a:off x="3728" y="2006"/>
              <a:ext cx="8" cy="10"/>
            </a:xfrm>
            <a:custGeom>
              <a:avLst/>
              <a:ahLst/>
              <a:rect l="0" t="0" r="r" b="b"/>
              <a:pathLst>
                <a:path w="22" h="30">
                  <a:moveTo>
                    <a:pt x="0" y="0"/>
                  </a:moveTo>
                  <a:lnTo>
                    <a:pt x="20" y="30"/>
                  </a:lnTo>
                  <a:lnTo>
                    <a:pt x="22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89" name=""/>
            <p:cNvSpPr/>
            <p:nvPr/>
          </p:nvSpPr>
          <p:spPr>
            <a:xfrm rot="0">
              <a:off x="3735" y="2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90" name=""/>
            <p:cNvSpPr/>
            <p:nvPr/>
          </p:nvSpPr>
          <p:spPr>
            <a:xfrm rot="0">
              <a:off x="3721" y="1988"/>
              <a:ext cx="27" cy="28"/>
            </a:xfrm>
            <a:custGeom>
              <a:avLst/>
              <a:ahLst/>
              <a:rect l="0" t="0" r="r" b="b"/>
              <a:pathLst>
                <a:path w="80" h="85">
                  <a:moveTo>
                    <a:pt x="0" y="25"/>
                  </a:moveTo>
                  <a:lnTo>
                    <a:pt x="21" y="55"/>
                  </a:lnTo>
                  <a:lnTo>
                    <a:pt x="43" y="85"/>
                  </a:lnTo>
                  <a:lnTo>
                    <a:pt x="80" y="60"/>
                  </a:lnTo>
                  <a:lnTo>
                    <a:pt x="58" y="30"/>
                  </a:lnTo>
                  <a:lnTo>
                    <a:pt x="3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91" name=""/>
            <p:cNvSpPr/>
            <p:nvPr/>
          </p:nvSpPr>
          <p:spPr>
            <a:xfrm rot="0">
              <a:off x="3721" y="1988"/>
              <a:ext cx="27" cy="28"/>
            </a:xfrm>
            <a:custGeom>
              <a:avLst/>
              <a:ahLst/>
              <a:rect l="0" t="0" r="r" b="b"/>
              <a:pathLst>
                <a:path w="80" h="85">
                  <a:moveTo>
                    <a:pt x="0" y="25"/>
                  </a:moveTo>
                  <a:lnTo>
                    <a:pt x="21" y="55"/>
                  </a:lnTo>
                  <a:lnTo>
                    <a:pt x="43" y="85"/>
                  </a:lnTo>
                  <a:lnTo>
                    <a:pt x="80" y="60"/>
                  </a:lnTo>
                  <a:lnTo>
                    <a:pt x="58" y="30"/>
                  </a:lnTo>
                  <a:lnTo>
                    <a:pt x="37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92" name=""/>
            <p:cNvSpPr/>
            <p:nvPr/>
          </p:nvSpPr>
          <p:spPr>
            <a:xfrm rot="0">
              <a:off x="3741" y="1998"/>
              <a:ext cx="7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0" y="0"/>
                  </a:moveTo>
                  <a:lnTo>
                    <a:pt x="22" y="30"/>
                  </a:lnTo>
                  <a:lnTo>
                    <a:pt x="23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93" name=""/>
            <p:cNvSpPr/>
            <p:nvPr/>
          </p:nvSpPr>
          <p:spPr>
            <a:xfrm rot="0" flipV="1">
              <a:off x="3748" y="2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94" name=""/>
            <p:cNvSpPr/>
            <p:nvPr/>
          </p:nvSpPr>
          <p:spPr>
            <a:xfrm rot="0">
              <a:off x="3733" y="1979"/>
              <a:ext cx="28" cy="28"/>
            </a:xfrm>
            <a:custGeom>
              <a:avLst/>
              <a:ahLst/>
              <a:rect l="0" t="0" r="r" b="b"/>
              <a:pathLst>
                <a:path w="82" h="85">
                  <a:moveTo>
                    <a:pt x="0" y="28"/>
                  </a:moveTo>
                  <a:lnTo>
                    <a:pt x="22" y="57"/>
                  </a:lnTo>
                  <a:lnTo>
                    <a:pt x="45" y="85"/>
                  </a:lnTo>
                  <a:lnTo>
                    <a:pt x="82" y="57"/>
                  </a:lnTo>
                  <a:lnTo>
                    <a:pt x="59" y="28"/>
                  </a:lnTo>
                  <a:lnTo>
                    <a:pt x="37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95" name=""/>
            <p:cNvSpPr/>
            <p:nvPr/>
          </p:nvSpPr>
          <p:spPr>
            <a:xfrm rot="0">
              <a:off x="3733" y="1979"/>
              <a:ext cx="28" cy="28"/>
            </a:xfrm>
            <a:custGeom>
              <a:avLst/>
              <a:ahLst/>
              <a:rect l="0" t="0" r="r" b="b"/>
              <a:pathLst>
                <a:path w="82" h="85">
                  <a:moveTo>
                    <a:pt x="0" y="28"/>
                  </a:moveTo>
                  <a:lnTo>
                    <a:pt x="22" y="57"/>
                  </a:lnTo>
                  <a:lnTo>
                    <a:pt x="45" y="85"/>
                  </a:lnTo>
                  <a:lnTo>
                    <a:pt x="82" y="57"/>
                  </a:lnTo>
                  <a:lnTo>
                    <a:pt x="59" y="28"/>
                  </a:lnTo>
                  <a:lnTo>
                    <a:pt x="37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96" name=""/>
            <p:cNvSpPr/>
            <p:nvPr/>
          </p:nvSpPr>
          <p:spPr>
            <a:xfrm rot="0">
              <a:off x="3753" y="1988"/>
              <a:ext cx="8" cy="10"/>
            </a:xfrm>
            <a:custGeom>
              <a:avLst/>
              <a:ahLst/>
              <a:rect l="0" t="0" r="r" b="b"/>
              <a:pathLst>
                <a:path w="23" h="29">
                  <a:moveTo>
                    <a:pt x="0" y="0"/>
                  </a:moveTo>
                  <a:lnTo>
                    <a:pt x="23" y="29"/>
                  </a:lnTo>
                  <a:lnTo>
                    <a:pt x="23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97" name=""/>
            <p:cNvSpPr/>
            <p:nvPr/>
          </p:nvSpPr>
          <p:spPr>
            <a:xfrm rot="0">
              <a:off x="3761" y="19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098" name=""/>
            <p:cNvSpPr/>
            <p:nvPr/>
          </p:nvSpPr>
          <p:spPr>
            <a:xfrm rot="0">
              <a:off x="3746" y="1969"/>
              <a:ext cx="27" cy="29"/>
            </a:xfrm>
            <a:custGeom>
              <a:avLst/>
              <a:ahLst/>
              <a:rect l="0" t="0" r="r" b="b"/>
              <a:pathLst>
                <a:path w="81" h="87">
                  <a:moveTo>
                    <a:pt x="0" y="30"/>
                  </a:moveTo>
                  <a:lnTo>
                    <a:pt x="22" y="58"/>
                  </a:lnTo>
                  <a:lnTo>
                    <a:pt x="45" y="87"/>
                  </a:lnTo>
                  <a:lnTo>
                    <a:pt x="81" y="57"/>
                  </a:lnTo>
                  <a:lnTo>
                    <a:pt x="58" y="28"/>
                  </a:lnTo>
                  <a:lnTo>
                    <a:pt x="3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099" name=""/>
            <p:cNvSpPr/>
            <p:nvPr/>
          </p:nvSpPr>
          <p:spPr>
            <a:xfrm rot="0">
              <a:off x="3746" y="1969"/>
              <a:ext cx="27" cy="29"/>
            </a:xfrm>
            <a:custGeom>
              <a:avLst/>
              <a:ahLst/>
              <a:rect l="0" t="0" r="r" b="b"/>
              <a:pathLst>
                <a:path w="81" h="87">
                  <a:moveTo>
                    <a:pt x="0" y="30"/>
                  </a:moveTo>
                  <a:lnTo>
                    <a:pt x="22" y="58"/>
                  </a:lnTo>
                  <a:lnTo>
                    <a:pt x="45" y="87"/>
                  </a:lnTo>
                  <a:lnTo>
                    <a:pt x="81" y="57"/>
                  </a:lnTo>
                  <a:lnTo>
                    <a:pt x="58" y="28"/>
                  </a:lnTo>
                  <a:lnTo>
                    <a:pt x="35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00" name=""/>
            <p:cNvSpPr/>
            <p:nvPr/>
          </p:nvSpPr>
          <p:spPr>
            <a:xfrm rot="0">
              <a:off x="3765" y="1978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0" y="0"/>
                  </a:moveTo>
                  <a:lnTo>
                    <a:pt x="23" y="29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01" name=""/>
            <p:cNvSpPr/>
            <p:nvPr/>
          </p:nvSpPr>
          <p:spPr>
            <a:xfrm rot="0" flipV="1">
              <a:off x="3773" y="1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02" name=""/>
            <p:cNvSpPr/>
            <p:nvPr/>
          </p:nvSpPr>
          <p:spPr>
            <a:xfrm rot="0">
              <a:off x="3757" y="1959"/>
              <a:ext cx="27" cy="28"/>
            </a:xfrm>
            <a:custGeom>
              <a:avLst/>
              <a:ahLst/>
              <a:rect l="0" t="0" r="r" b="b"/>
              <a:pathLst>
                <a:path w="82" h="85">
                  <a:moveTo>
                    <a:pt x="0" y="31"/>
                  </a:moveTo>
                  <a:lnTo>
                    <a:pt x="24" y="58"/>
                  </a:lnTo>
                  <a:lnTo>
                    <a:pt x="48" y="85"/>
                  </a:lnTo>
                  <a:lnTo>
                    <a:pt x="82" y="54"/>
                  </a:lnTo>
                  <a:lnTo>
                    <a:pt x="58" y="27"/>
                  </a:lnTo>
                  <a:lnTo>
                    <a:pt x="34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03" name=""/>
            <p:cNvSpPr/>
            <p:nvPr/>
          </p:nvSpPr>
          <p:spPr>
            <a:xfrm rot="0">
              <a:off x="3757" y="1959"/>
              <a:ext cx="27" cy="28"/>
            </a:xfrm>
            <a:custGeom>
              <a:avLst/>
              <a:ahLst/>
              <a:rect l="0" t="0" r="r" b="b"/>
              <a:pathLst>
                <a:path w="82" h="85">
                  <a:moveTo>
                    <a:pt x="0" y="31"/>
                  </a:moveTo>
                  <a:lnTo>
                    <a:pt x="24" y="58"/>
                  </a:lnTo>
                  <a:lnTo>
                    <a:pt x="48" y="85"/>
                  </a:lnTo>
                  <a:lnTo>
                    <a:pt x="82" y="54"/>
                  </a:lnTo>
                  <a:lnTo>
                    <a:pt x="58" y="27"/>
                  </a:lnTo>
                  <a:lnTo>
                    <a:pt x="34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04" name=""/>
            <p:cNvSpPr/>
            <p:nvPr/>
          </p:nvSpPr>
          <p:spPr>
            <a:xfrm rot="0">
              <a:off x="3776" y="1968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0" y="0"/>
                  </a:moveTo>
                  <a:lnTo>
                    <a:pt x="24" y="27"/>
                  </a:lnTo>
                  <a:lnTo>
                    <a:pt x="2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05" name=""/>
            <p:cNvSpPr/>
            <p:nvPr/>
          </p:nvSpPr>
          <p:spPr>
            <a:xfrm rot="0" flipV="1">
              <a:off x="3784" y="1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06" name=""/>
            <p:cNvSpPr/>
            <p:nvPr/>
          </p:nvSpPr>
          <p:spPr>
            <a:xfrm rot="0">
              <a:off x="3768" y="19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0" y="32"/>
                  </a:moveTo>
                  <a:lnTo>
                    <a:pt x="26" y="58"/>
                  </a:lnTo>
                  <a:lnTo>
                    <a:pt x="52" y="84"/>
                  </a:lnTo>
                  <a:lnTo>
                    <a:pt x="84" y="51"/>
                  </a:lnTo>
                  <a:lnTo>
                    <a:pt x="59" y="25"/>
                  </a:lnTo>
                  <a:lnTo>
                    <a:pt x="33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07" name=""/>
            <p:cNvSpPr/>
            <p:nvPr/>
          </p:nvSpPr>
          <p:spPr>
            <a:xfrm rot="0">
              <a:off x="3768" y="19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0" y="32"/>
                  </a:moveTo>
                  <a:lnTo>
                    <a:pt x="26" y="58"/>
                  </a:lnTo>
                  <a:lnTo>
                    <a:pt x="52" y="84"/>
                  </a:lnTo>
                  <a:lnTo>
                    <a:pt x="84" y="51"/>
                  </a:lnTo>
                  <a:lnTo>
                    <a:pt x="59" y="25"/>
                  </a:lnTo>
                  <a:lnTo>
                    <a:pt x="33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08" name=""/>
            <p:cNvSpPr/>
            <p:nvPr/>
          </p:nvSpPr>
          <p:spPr>
            <a:xfrm rot="0">
              <a:off x="3787" y="1957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0" y="0"/>
                  </a:moveTo>
                  <a:lnTo>
                    <a:pt x="25" y="26"/>
                  </a:lnTo>
                  <a:lnTo>
                    <a:pt x="27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09" name=""/>
            <p:cNvSpPr/>
            <p:nvPr/>
          </p:nvSpPr>
          <p:spPr>
            <a:xfrm rot="0" flipV="1">
              <a:off x="3796" y="1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10" name=""/>
            <p:cNvSpPr/>
            <p:nvPr/>
          </p:nvSpPr>
          <p:spPr>
            <a:xfrm rot="0">
              <a:off x="3778" y="1938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0" y="34"/>
                  </a:moveTo>
                  <a:lnTo>
                    <a:pt x="27" y="58"/>
                  </a:lnTo>
                  <a:lnTo>
                    <a:pt x="54" y="82"/>
                  </a:lnTo>
                  <a:lnTo>
                    <a:pt x="84" y="48"/>
                  </a:lnTo>
                  <a:lnTo>
                    <a:pt x="57" y="24"/>
                  </a:lnTo>
                  <a:lnTo>
                    <a:pt x="30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11" name=""/>
            <p:cNvSpPr/>
            <p:nvPr/>
          </p:nvSpPr>
          <p:spPr>
            <a:xfrm rot="0">
              <a:off x="3778" y="1938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0" y="34"/>
                  </a:moveTo>
                  <a:lnTo>
                    <a:pt x="27" y="58"/>
                  </a:lnTo>
                  <a:lnTo>
                    <a:pt x="54" y="82"/>
                  </a:lnTo>
                  <a:lnTo>
                    <a:pt x="84" y="48"/>
                  </a:lnTo>
                  <a:lnTo>
                    <a:pt x="57" y="24"/>
                  </a:lnTo>
                  <a:lnTo>
                    <a:pt x="30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12" name=""/>
            <p:cNvSpPr/>
            <p:nvPr/>
          </p:nvSpPr>
          <p:spPr>
            <a:xfrm rot="0">
              <a:off x="3797" y="1946"/>
              <a:ext cx="10" cy="8"/>
            </a:xfrm>
            <a:custGeom>
              <a:avLst/>
              <a:ahLst/>
              <a:rect l="0" t="0" r="r" b="b"/>
              <a:pathLst>
                <a:path w="28" h="24">
                  <a:moveTo>
                    <a:pt x="0" y="0"/>
                  </a:moveTo>
                  <a:lnTo>
                    <a:pt x="27" y="24"/>
                  </a:lnTo>
                  <a:lnTo>
                    <a:pt x="28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13" name=""/>
            <p:cNvSpPr/>
            <p:nvPr/>
          </p:nvSpPr>
          <p:spPr>
            <a:xfrm rot="0" flipV="1">
              <a:off x="3806" y="1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14" name=""/>
            <p:cNvSpPr/>
            <p:nvPr/>
          </p:nvSpPr>
          <p:spPr>
            <a:xfrm rot="0">
              <a:off x="3788" y="1926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0" y="35"/>
                  </a:moveTo>
                  <a:lnTo>
                    <a:pt x="29" y="58"/>
                  </a:lnTo>
                  <a:lnTo>
                    <a:pt x="57" y="81"/>
                  </a:lnTo>
                  <a:lnTo>
                    <a:pt x="87" y="45"/>
                  </a:lnTo>
                  <a:lnTo>
                    <a:pt x="59" y="22"/>
                  </a:lnTo>
                  <a:lnTo>
                    <a:pt x="30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15" name=""/>
            <p:cNvSpPr/>
            <p:nvPr/>
          </p:nvSpPr>
          <p:spPr>
            <a:xfrm rot="0">
              <a:off x="3788" y="1926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0" y="35"/>
                  </a:moveTo>
                  <a:lnTo>
                    <a:pt x="29" y="58"/>
                  </a:lnTo>
                  <a:lnTo>
                    <a:pt x="57" y="81"/>
                  </a:lnTo>
                  <a:lnTo>
                    <a:pt x="87" y="45"/>
                  </a:lnTo>
                  <a:lnTo>
                    <a:pt x="59" y="22"/>
                  </a:lnTo>
                  <a:lnTo>
                    <a:pt x="30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3" name=""/>
          <p:cNvGrpSpPr/>
          <p:nvPr/>
        </p:nvGrpSpPr>
        <p:grpSpPr>
          <a:xfrm rot="0">
            <a:off x="5791200" y="2176462"/>
            <a:ext cx="396875" cy="1084262"/>
            <a:chOff x="3648" y="1371"/>
            <a:chExt cx="250" cy="683"/>
          </a:xfrm>
        </p:grpSpPr>
        <p:sp>
          <p:nvSpPr>
            <p:cNvPr id="1071116" name=""/>
            <p:cNvSpPr/>
            <p:nvPr/>
          </p:nvSpPr>
          <p:spPr>
            <a:xfrm rot="0">
              <a:off x="3807" y="1934"/>
              <a:ext cx="10" cy="7"/>
            </a:xfrm>
            <a:custGeom>
              <a:avLst/>
              <a:ahLst/>
              <a:rect l="0" t="0" r="r" b="b"/>
              <a:pathLst>
                <a:path w="28" h="23">
                  <a:moveTo>
                    <a:pt x="0" y="0"/>
                  </a:moveTo>
                  <a:lnTo>
                    <a:pt x="28" y="23"/>
                  </a:lnTo>
                  <a:lnTo>
                    <a:pt x="28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17" name=""/>
            <p:cNvSpPr/>
            <p:nvPr/>
          </p:nvSpPr>
          <p:spPr>
            <a:xfrm rot="0">
              <a:off x="3817" y="1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18" name=""/>
            <p:cNvSpPr/>
            <p:nvPr/>
          </p:nvSpPr>
          <p:spPr>
            <a:xfrm rot="0">
              <a:off x="3798" y="1914"/>
              <a:ext cx="28" cy="27"/>
            </a:xfrm>
            <a:custGeom>
              <a:avLst/>
              <a:ahLst/>
              <a:rect l="0" t="0" r="r" b="b"/>
              <a:pathLst>
                <a:path w="86" h="81">
                  <a:moveTo>
                    <a:pt x="0" y="36"/>
                  </a:moveTo>
                  <a:lnTo>
                    <a:pt x="29" y="58"/>
                  </a:lnTo>
                  <a:lnTo>
                    <a:pt x="57" y="81"/>
                  </a:lnTo>
                  <a:lnTo>
                    <a:pt x="86" y="46"/>
                  </a:lnTo>
                  <a:lnTo>
                    <a:pt x="57" y="23"/>
                  </a:lnTo>
                  <a:lnTo>
                    <a:pt x="29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19" name=""/>
            <p:cNvSpPr/>
            <p:nvPr/>
          </p:nvSpPr>
          <p:spPr>
            <a:xfrm rot="0">
              <a:off x="3798" y="1914"/>
              <a:ext cx="28" cy="27"/>
            </a:xfrm>
            <a:custGeom>
              <a:avLst/>
              <a:ahLst/>
              <a:rect l="0" t="0" r="r" b="b"/>
              <a:pathLst>
                <a:path w="86" h="81">
                  <a:moveTo>
                    <a:pt x="0" y="36"/>
                  </a:moveTo>
                  <a:lnTo>
                    <a:pt x="29" y="58"/>
                  </a:lnTo>
                  <a:lnTo>
                    <a:pt x="57" y="81"/>
                  </a:lnTo>
                  <a:lnTo>
                    <a:pt x="86" y="46"/>
                  </a:lnTo>
                  <a:lnTo>
                    <a:pt x="57" y="23"/>
                  </a:lnTo>
                  <a:lnTo>
                    <a:pt x="29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20" name=""/>
            <p:cNvSpPr/>
            <p:nvPr/>
          </p:nvSpPr>
          <p:spPr>
            <a:xfrm rot="0">
              <a:off x="3817" y="1922"/>
              <a:ext cx="10" cy="8"/>
            </a:xfrm>
            <a:custGeom>
              <a:avLst/>
              <a:ahLst/>
              <a:rect l="0" t="0" r="r" b="b"/>
              <a:pathLst>
                <a:path w="30" h="23">
                  <a:moveTo>
                    <a:pt x="0" y="0"/>
                  </a:moveTo>
                  <a:lnTo>
                    <a:pt x="29" y="23"/>
                  </a:lnTo>
                  <a:lnTo>
                    <a:pt x="30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21" name=""/>
            <p:cNvSpPr/>
            <p:nvPr/>
          </p:nvSpPr>
          <p:spPr>
            <a:xfrm rot="0" flipV="1">
              <a:off x="3826" y="1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22" name=""/>
            <p:cNvSpPr/>
            <p:nvPr/>
          </p:nvSpPr>
          <p:spPr>
            <a:xfrm rot="0">
              <a:off x="3807" y="1902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0" y="38"/>
                  </a:moveTo>
                  <a:lnTo>
                    <a:pt x="30" y="60"/>
                  </a:lnTo>
                  <a:lnTo>
                    <a:pt x="60" y="81"/>
                  </a:lnTo>
                  <a:lnTo>
                    <a:pt x="87" y="43"/>
                  </a:lnTo>
                  <a:lnTo>
                    <a:pt x="57" y="21"/>
                  </a:lnTo>
                  <a:lnTo>
                    <a:pt x="27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23" name=""/>
            <p:cNvSpPr/>
            <p:nvPr/>
          </p:nvSpPr>
          <p:spPr>
            <a:xfrm rot="0">
              <a:off x="3807" y="1902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0" y="38"/>
                  </a:moveTo>
                  <a:lnTo>
                    <a:pt x="30" y="60"/>
                  </a:lnTo>
                  <a:lnTo>
                    <a:pt x="60" y="81"/>
                  </a:lnTo>
                  <a:lnTo>
                    <a:pt x="87" y="43"/>
                  </a:lnTo>
                  <a:lnTo>
                    <a:pt x="57" y="21"/>
                  </a:lnTo>
                  <a:lnTo>
                    <a:pt x="27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24" name=""/>
            <p:cNvSpPr/>
            <p:nvPr/>
          </p:nvSpPr>
          <p:spPr>
            <a:xfrm rot="0">
              <a:off x="3826" y="1909"/>
              <a:ext cx="10" cy="7"/>
            </a:xfrm>
            <a:custGeom>
              <a:avLst/>
              <a:ahLst/>
              <a:rect l="0" t="0" r="r" b="b"/>
              <a:pathLst>
                <a:path w="31" h="22">
                  <a:moveTo>
                    <a:pt x="0" y="0"/>
                  </a:moveTo>
                  <a:lnTo>
                    <a:pt x="30" y="22"/>
                  </a:lnTo>
                  <a:lnTo>
                    <a:pt x="31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25" name=""/>
            <p:cNvSpPr/>
            <p:nvPr/>
          </p:nvSpPr>
          <p:spPr>
            <a:xfrm rot="0" flipV="1">
              <a:off x="3836" y="1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26" name=""/>
            <p:cNvSpPr/>
            <p:nvPr/>
          </p:nvSpPr>
          <p:spPr>
            <a:xfrm rot="0">
              <a:off x="3815" y="1890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0" y="38"/>
                  </a:moveTo>
                  <a:lnTo>
                    <a:pt x="31" y="58"/>
                  </a:lnTo>
                  <a:lnTo>
                    <a:pt x="62" y="78"/>
                  </a:lnTo>
                  <a:lnTo>
                    <a:pt x="87" y="40"/>
                  </a:lnTo>
                  <a:lnTo>
                    <a:pt x="55" y="20"/>
                  </a:lnTo>
                  <a:lnTo>
                    <a:pt x="24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27" name=""/>
            <p:cNvSpPr/>
            <p:nvPr/>
          </p:nvSpPr>
          <p:spPr>
            <a:xfrm rot="0">
              <a:off x="3815" y="1890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0" y="38"/>
                  </a:moveTo>
                  <a:lnTo>
                    <a:pt x="31" y="58"/>
                  </a:lnTo>
                  <a:lnTo>
                    <a:pt x="62" y="78"/>
                  </a:lnTo>
                  <a:lnTo>
                    <a:pt x="87" y="40"/>
                  </a:lnTo>
                  <a:lnTo>
                    <a:pt x="55" y="20"/>
                  </a:lnTo>
                  <a:lnTo>
                    <a:pt x="24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28" name=""/>
            <p:cNvSpPr/>
            <p:nvPr/>
          </p:nvSpPr>
          <p:spPr>
            <a:xfrm rot="0">
              <a:off x="3834" y="1896"/>
              <a:ext cx="10" cy="7"/>
            </a:xfrm>
            <a:custGeom>
              <a:avLst/>
              <a:ahLst/>
              <a:rect l="0" t="0" r="r" b="b"/>
              <a:pathLst>
                <a:path w="32" h="20">
                  <a:moveTo>
                    <a:pt x="0" y="0"/>
                  </a:moveTo>
                  <a:lnTo>
                    <a:pt x="32" y="20"/>
                  </a:lnTo>
                  <a:lnTo>
                    <a:pt x="32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29" name=""/>
            <p:cNvSpPr/>
            <p:nvPr/>
          </p:nvSpPr>
          <p:spPr>
            <a:xfrm rot="0" flipV="1">
              <a:off x="3844" y="19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30" name=""/>
            <p:cNvSpPr/>
            <p:nvPr/>
          </p:nvSpPr>
          <p:spPr>
            <a:xfrm rot="0">
              <a:off x="3823" y="1877"/>
              <a:ext cx="29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0" y="41"/>
                  </a:moveTo>
                  <a:lnTo>
                    <a:pt x="31" y="58"/>
                  </a:lnTo>
                  <a:lnTo>
                    <a:pt x="63" y="75"/>
                  </a:lnTo>
                  <a:lnTo>
                    <a:pt x="85" y="34"/>
                  </a:lnTo>
                  <a:lnTo>
                    <a:pt x="54" y="17"/>
                  </a:lnTo>
                  <a:lnTo>
                    <a:pt x="23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31" name=""/>
            <p:cNvSpPr/>
            <p:nvPr/>
          </p:nvSpPr>
          <p:spPr>
            <a:xfrm rot="0">
              <a:off x="3823" y="1877"/>
              <a:ext cx="29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0" y="41"/>
                  </a:moveTo>
                  <a:lnTo>
                    <a:pt x="31" y="58"/>
                  </a:lnTo>
                  <a:lnTo>
                    <a:pt x="63" y="75"/>
                  </a:lnTo>
                  <a:lnTo>
                    <a:pt x="85" y="34"/>
                  </a:lnTo>
                  <a:lnTo>
                    <a:pt x="54" y="17"/>
                  </a:lnTo>
                  <a:lnTo>
                    <a:pt x="23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32" name=""/>
            <p:cNvSpPr/>
            <p:nvPr/>
          </p:nvSpPr>
          <p:spPr>
            <a:xfrm rot="0">
              <a:off x="3841" y="1883"/>
              <a:ext cx="11" cy="5"/>
            </a:xfrm>
            <a:custGeom>
              <a:avLst/>
              <a:ahLst/>
              <a:rect l="0" t="0" r="r" b="b"/>
              <a:pathLst>
                <a:path w="31" h="17">
                  <a:moveTo>
                    <a:pt x="0" y="0"/>
                  </a:moveTo>
                  <a:lnTo>
                    <a:pt x="31" y="17"/>
                  </a:lnTo>
                  <a:lnTo>
                    <a:pt x="31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33" name=""/>
            <p:cNvSpPr/>
            <p:nvPr/>
          </p:nvSpPr>
          <p:spPr>
            <a:xfrm rot="0">
              <a:off x="3852" y="1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34" name=""/>
            <p:cNvSpPr/>
            <p:nvPr/>
          </p:nvSpPr>
          <p:spPr>
            <a:xfrm rot="0">
              <a:off x="3831" y="1864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0" y="40"/>
                  </a:moveTo>
                  <a:lnTo>
                    <a:pt x="31" y="57"/>
                  </a:lnTo>
                  <a:lnTo>
                    <a:pt x="62" y="74"/>
                  </a:lnTo>
                  <a:lnTo>
                    <a:pt x="84" y="34"/>
                  </a:lnTo>
                  <a:lnTo>
                    <a:pt x="53" y="17"/>
                  </a:lnTo>
                  <a:lnTo>
                    <a:pt x="21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35" name=""/>
            <p:cNvSpPr/>
            <p:nvPr/>
          </p:nvSpPr>
          <p:spPr>
            <a:xfrm rot="0">
              <a:off x="3831" y="1864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0" y="40"/>
                  </a:moveTo>
                  <a:lnTo>
                    <a:pt x="31" y="57"/>
                  </a:lnTo>
                  <a:lnTo>
                    <a:pt x="62" y="74"/>
                  </a:lnTo>
                  <a:lnTo>
                    <a:pt x="84" y="34"/>
                  </a:lnTo>
                  <a:lnTo>
                    <a:pt x="53" y="17"/>
                  </a:lnTo>
                  <a:lnTo>
                    <a:pt x="21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36" name=""/>
            <p:cNvSpPr/>
            <p:nvPr/>
          </p:nvSpPr>
          <p:spPr>
            <a:xfrm rot="0">
              <a:off x="3849" y="1869"/>
              <a:ext cx="10" cy="6"/>
            </a:xfrm>
            <a:custGeom>
              <a:avLst/>
              <a:ahLst/>
              <a:rect l="0" t="0" r="r" b="b"/>
              <a:pathLst>
                <a:path w="32" h="17">
                  <a:moveTo>
                    <a:pt x="0" y="0"/>
                  </a:moveTo>
                  <a:lnTo>
                    <a:pt x="31" y="17"/>
                  </a:lnTo>
                  <a:lnTo>
                    <a:pt x="32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37" name=""/>
            <p:cNvSpPr/>
            <p:nvPr/>
          </p:nvSpPr>
          <p:spPr>
            <a:xfrm rot="0" flipV="1">
              <a:off x="3859" y="1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38" name=""/>
            <p:cNvSpPr/>
            <p:nvPr/>
          </p:nvSpPr>
          <p:spPr>
            <a:xfrm rot="0">
              <a:off x="3838" y="1850"/>
              <a:ext cx="28" cy="24"/>
            </a:xfrm>
            <a:custGeom>
              <a:avLst/>
              <a:ahLst/>
              <a:rect l="0" t="0" r="r" b="b"/>
              <a:pathLst>
                <a:path w="85" h="74">
                  <a:moveTo>
                    <a:pt x="0" y="43"/>
                  </a:moveTo>
                  <a:lnTo>
                    <a:pt x="33" y="59"/>
                  </a:lnTo>
                  <a:lnTo>
                    <a:pt x="65" y="74"/>
                  </a:lnTo>
                  <a:lnTo>
                    <a:pt x="85" y="32"/>
                  </a:lnTo>
                  <a:lnTo>
                    <a:pt x="52" y="16"/>
                  </a:lnTo>
                  <a:lnTo>
                    <a:pt x="20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39" name=""/>
            <p:cNvSpPr/>
            <p:nvPr/>
          </p:nvSpPr>
          <p:spPr>
            <a:xfrm rot="0">
              <a:off x="3838" y="1850"/>
              <a:ext cx="28" cy="24"/>
            </a:xfrm>
            <a:custGeom>
              <a:avLst/>
              <a:ahLst/>
              <a:rect l="0" t="0" r="r" b="b"/>
              <a:pathLst>
                <a:path w="85" h="74">
                  <a:moveTo>
                    <a:pt x="0" y="43"/>
                  </a:moveTo>
                  <a:lnTo>
                    <a:pt x="33" y="59"/>
                  </a:lnTo>
                  <a:lnTo>
                    <a:pt x="65" y="74"/>
                  </a:lnTo>
                  <a:lnTo>
                    <a:pt x="85" y="32"/>
                  </a:lnTo>
                  <a:lnTo>
                    <a:pt x="52" y="16"/>
                  </a:lnTo>
                  <a:lnTo>
                    <a:pt x="20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40" name=""/>
            <p:cNvSpPr/>
            <p:nvPr/>
          </p:nvSpPr>
          <p:spPr>
            <a:xfrm rot="0">
              <a:off x="3855" y="1855"/>
              <a:ext cx="12" cy="5"/>
            </a:xfrm>
            <a:custGeom>
              <a:avLst/>
              <a:ahLst/>
              <a:rect l="0" t="0" r="r" b="b"/>
              <a:pathLst>
                <a:path w="35" h="16">
                  <a:moveTo>
                    <a:pt x="0" y="0"/>
                  </a:moveTo>
                  <a:lnTo>
                    <a:pt x="33" y="16"/>
                  </a:lnTo>
                  <a:lnTo>
                    <a:pt x="35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41" name=""/>
            <p:cNvSpPr/>
            <p:nvPr/>
          </p:nvSpPr>
          <p:spPr>
            <a:xfrm rot="0" flipV="1">
              <a:off x="3866" y="1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42" name=""/>
            <p:cNvSpPr/>
            <p:nvPr/>
          </p:nvSpPr>
          <p:spPr>
            <a:xfrm rot="0">
              <a:off x="3844" y="1837"/>
              <a:ext cx="28" cy="22"/>
            </a:xfrm>
            <a:custGeom>
              <a:avLst/>
              <a:ahLst/>
              <a:rect l="0" t="0" r="r" b="b"/>
              <a:pathLst>
                <a:path w="86" h="68">
                  <a:moveTo>
                    <a:pt x="0" y="42"/>
                  </a:moveTo>
                  <a:lnTo>
                    <a:pt x="34" y="55"/>
                  </a:lnTo>
                  <a:lnTo>
                    <a:pt x="69" y="68"/>
                  </a:lnTo>
                  <a:lnTo>
                    <a:pt x="86" y="25"/>
                  </a:lnTo>
                  <a:lnTo>
                    <a:pt x="52" y="12"/>
                  </a:lnTo>
                  <a:lnTo>
                    <a:pt x="17" y="0"/>
                  </a:lnTo>
                  <a:lnTo>
                    <a:pt x="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43" name=""/>
            <p:cNvSpPr/>
            <p:nvPr/>
          </p:nvSpPr>
          <p:spPr>
            <a:xfrm rot="0">
              <a:off x="3844" y="1837"/>
              <a:ext cx="28" cy="22"/>
            </a:xfrm>
            <a:custGeom>
              <a:avLst/>
              <a:ahLst/>
              <a:rect l="0" t="0" r="r" b="b"/>
              <a:pathLst>
                <a:path w="86" h="68">
                  <a:moveTo>
                    <a:pt x="0" y="42"/>
                  </a:moveTo>
                  <a:lnTo>
                    <a:pt x="34" y="55"/>
                  </a:lnTo>
                  <a:lnTo>
                    <a:pt x="69" y="68"/>
                  </a:lnTo>
                  <a:lnTo>
                    <a:pt x="86" y="25"/>
                  </a:lnTo>
                  <a:lnTo>
                    <a:pt x="52" y="12"/>
                  </a:lnTo>
                  <a:lnTo>
                    <a:pt x="17" y="0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44" name=""/>
            <p:cNvSpPr/>
            <p:nvPr/>
          </p:nvSpPr>
          <p:spPr>
            <a:xfrm rot="0">
              <a:off x="3861" y="1841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0" y="0"/>
                  </a:moveTo>
                  <a:lnTo>
                    <a:pt x="34" y="13"/>
                  </a:lnTo>
                  <a:lnTo>
                    <a:pt x="34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45" name=""/>
            <p:cNvSpPr/>
            <p:nvPr/>
          </p:nvSpPr>
          <p:spPr>
            <a:xfrm rot="0">
              <a:off x="3872" y="1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46" name=""/>
            <p:cNvSpPr/>
            <p:nvPr/>
          </p:nvSpPr>
          <p:spPr>
            <a:xfrm rot="0">
              <a:off x="3849" y="1822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0" y="43"/>
                  </a:moveTo>
                  <a:lnTo>
                    <a:pt x="35" y="55"/>
                  </a:lnTo>
                  <a:lnTo>
                    <a:pt x="69" y="68"/>
                  </a:lnTo>
                  <a:lnTo>
                    <a:pt x="84" y="25"/>
                  </a:lnTo>
                  <a:lnTo>
                    <a:pt x="50" y="13"/>
                  </a:lnTo>
                  <a:lnTo>
                    <a:pt x="16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47" name=""/>
            <p:cNvSpPr/>
            <p:nvPr/>
          </p:nvSpPr>
          <p:spPr>
            <a:xfrm rot="0">
              <a:off x="3849" y="1822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0" y="43"/>
                  </a:moveTo>
                  <a:lnTo>
                    <a:pt x="35" y="55"/>
                  </a:lnTo>
                  <a:lnTo>
                    <a:pt x="69" y="68"/>
                  </a:lnTo>
                  <a:lnTo>
                    <a:pt x="84" y="25"/>
                  </a:lnTo>
                  <a:lnTo>
                    <a:pt x="50" y="13"/>
                  </a:lnTo>
                  <a:lnTo>
                    <a:pt x="16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48" name=""/>
            <p:cNvSpPr/>
            <p:nvPr/>
          </p:nvSpPr>
          <p:spPr>
            <a:xfrm rot="0">
              <a:off x="3866" y="1827"/>
              <a:ext cx="11" cy="4"/>
            </a:xfrm>
            <a:custGeom>
              <a:avLst/>
              <a:ahLst/>
              <a:rect l="0" t="0" r="r" b="b"/>
              <a:pathLst>
                <a:path w="34" h="12">
                  <a:moveTo>
                    <a:pt x="0" y="0"/>
                  </a:moveTo>
                  <a:lnTo>
                    <a:pt x="34" y="12"/>
                  </a:lnTo>
                  <a:lnTo>
                    <a:pt x="3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49" name=""/>
            <p:cNvSpPr/>
            <p:nvPr/>
          </p:nvSpPr>
          <p:spPr>
            <a:xfrm rot="0" flipV="1">
              <a:off x="3877" y="1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50" name=""/>
            <p:cNvSpPr/>
            <p:nvPr/>
          </p:nvSpPr>
          <p:spPr>
            <a:xfrm rot="0">
              <a:off x="3855" y="1808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0" y="44"/>
                  </a:moveTo>
                  <a:lnTo>
                    <a:pt x="34" y="56"/>
                  </a:lnTo>
                  <a:lnTo>
                    <a:pt x="68" y="67"/>
                  </a:lnTo>
                  <a:lnTo>
                    <a:pt x="83" y="23"/>
                  </a:lnTo>
                  <a:lnTo>
                    <a:pt x="48" y="12"/>
                  </a:lnTo>
                  <a:lnTo>
                    <a:pt x="14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51" name=""/>
            <p:cNvSpPr/>
            <p:nvPr/>
          </p:nvSpPr>
          <p:spPr>
            <a:xfrm rot="0">
              <a:off x="3855" y="1808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0" y="44"/>
                  </a:moveTo>
                  <a:lnTo>
                    <a:pt x="34" y="56"/>
                  </a:lnTo>
                  <a:lnTo>
                    <a:pt x="68" y="67"/>
                  </a:lnTo>
                  <a:lnTo>
                    <a:pt x="83" y="23"/>
                  </a:lnTo>
                  <a:lnTo>
                    <a:pt x="48" y="12"/>
                  </a:lnTo>
                  <a:lnTo>
                    <a:pt x="14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52" name=""/>
            <p:cNvSpPr/>
            <p:nvPr/>
          </p:nvSpPr>
          <p:spPr>
            <a:xfrm rot="0">
              <a:off x="3871" y="1812"/>
              <a:ext cx="12" cy="4"/>
            </a:xfrm>
            <a:custGeom>
              <a:avLst/>
              <a:ahLst/>
              <a:rect l="0" t="0" r="r" b="b"/>
              <a:pathLst>
                <a:path w="36" h="11">
                  <a:moveTo>
                    <a:pt x="0" y="0"/>
                  </a:moveTo>
                  <a:lnTo>
                    <a:pt x="35" y="11"/>
                  </a:lnTo>
                  <a:lnTo>
                    <a:pt x="36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53" name=""/>
            <p:cNvSpPr/>
            <p:nvPr/>
          </p:nvSpPr>
          <p:spPr>
            <a:xfrm rot="0" flipV="1">
              <a:off x="3882" y="18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54" name=""/>
            <p:cNvSpPr/>
            <p:nvPr/>
          </p:nvSpPr>
          <p:spPr>
            <a:xfrm rot="0">
              <a:off x="3859" y="1794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0" y="46"/>
                  </a:moveTo>
                  <a:lnTo>
                    <a:pt x="35" y="55"/>
                  </a:lnTo>
                  <a:lnTo>
                    <a:pt x="71" y="63"/>
                  </a:lnTo>
                  <a:lnTo>
                    <a:pt x="82" y="17"/>
                  </a:lnTo>
                  <a:lnTo>
                    <a:pt x="47" y="9"/>
                  </a:lnTo>
                  <a:lnTo>
                    <a:pt x="11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55" name=""/>
            <p:cNvSpPr/>
            <p:nvPr/>
          </p:nvSpPr>
          <p:spPr>
            <a:xfrm rot="0">
              <a:off x="3859" y="1794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0" y="46"/>
                  </a:moveTo>
                  <a:lnTo>
                    <a:pt x="35" y="55"/>
                  </a:lnTo>
                  <a:lnTo>
                    <a:pt x="71" y="63"/>
                  </a:lnTo>
                  <a:lnTo>
                    <a:pt x="82" y="17"/>
                  </a:lnTo>
                  <a:lnTo>
                    <a:pt x="47" y="9"/>
                  </a:lnTo>
                  <a:lnTo>
                    <a:pt x="11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56" name=""/>
            <p:cNvSpPr/>
            <p:nvPr/>
          </p:nvSpPr>
          <p:spPr>
            <a:xfrm rot="0">
              <a:off x="3875" y="1797"/>
              <a:ext cx="11" cy="2"/>
            </a:xfrm>
            <a:custGeom>
              <a:avLst/>
              <a:ahLst/>
              <a:rect l="0" t="0" r="r" b="b"/>
              <a:pathLst>
                <a:path w="35" h="8">
                  <a:moveTo>
                    <a:pt x="0" y="0"/>
                  </a:moveTo>
                  <a:lnTo>
                    <a:pt x="35" y="8"/>
                  </a:lnTo>
                  <a:lnTo>
                    <a:pt x="35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57" name=""/>
            <p:cNvSpPr/>
            <p:nvPr/>
          </p:nvSpPr>
          <p:spPr>
            <a:xfrm rot="0">
              <a:off x="3886" y="1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58" name=""/>
            <p:cNvSpPr/>
            <p:nvPr/>
          </p:nvSpPr>
          <p:spPr>
            <a:xfrm rot="0">
              <a:off x="3863" y="1779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0" y="44"/>
                  </a:moveTo>
                  <a:lnTo>
                    <a:pt x="36" y="53"/>
                  </a:lnTo>
                  <a:lnTo>
                    <a:pt x="71" y="61"/>
                  </a:lnTo>
                  <a:lnTo>
                    <a:pt x="81" y="17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59" name=""/>
            <p:cNvSpPr/>
            <p:nvPr/>
          </p:nvSpPr>
          <p:spPr>
            <a:xfrm rot="0">
              <a:off x="3863" y="1779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0" y="44"/>
                  </a:moveTo>
                  <a:lnTo>
                    <a:pt x="36" y="53"/>
                  </a:lnTo>
                  <a:lnTo>
                    <a:pt x="71" y="61"/>
                  </a:lnTo>
                  <a:lnTo>
                    <a:pt x="81" y="17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60" name=""/>
            <p:cNvSpPr/>
            <p:nvPr/>
          </p:nvSpPr>
          <p:spPr>
            <a:xfrm rot="0">
              <a:off x="3878" y="1782"/>
              <a:ext cx="12" cy="3"/>
            </a:xfrm>
            <a:custGeom>
              <a:avLst/>
              <a:ahLst/>
              <a:rect l="0" t="0" r="r" b="b"/>
              <a:pathLst>
                <a:path w="35" h="8">
                  <a:moveTo>
                    <a:pt x="0" y="0"/>
                  </a:moveTo>
                  <a:lnTo>
                    <a:pt x="35" y="8"/>
                  </a:lnTo>
                  <a:lnTo>
                    <a:pt x="35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61" name=""/>
            <p:cNvSpPr/>
            <p:nvPr/>
          </p:nvSpPr>
          <p:spPr>
            <a:xfrm rot="0" flipV="1">
              <a:off x="3890" y="1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62" name=""/>
            <p:cNvSpPr/>
            <p:nvPr/>
          </p:nvSpPr>
          <p:spPr>
            <a:xfrm rot="0">
              <a:off x="3866" y="1764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46"/>
                  </a:moveTo>
                  <a:lnTo>
                    <a:pt x="36" y="53"/>
                  </a:lnTo>
                  <a:lnTo>
                    <a:pt x="71" y="60"/>
                  </a:lnTo>
                  <a:lnTo>
                    <a:pt x="80" y="14"/>
                  </a:lnTo>
                  <a:lnTo>
                    <a:pt x="44" y="7"/>
                  </a:lnTo>
                  <a:lnTo>
                    <a:pt x="9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63" name=""/>
            <p:cNvSpPr/>
            <p:nvPr/>
          </p:nvSpPr>
          <p:spPr>
            <a:xfrm rot="0">
              <a:off x="3866" y="1764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46"/>
                  </a:moveTo>
                  <a:lnTo>
                    <a:pt x="36" y="53"/>
                  </a:lnTo>
                  <a:lnTo>
                    <a:pt x="71" y="60"/>
                  </a:lnTo>
                  <a:lnTo>
                    <a:pt x="80" y="14"/>
                  </a:lnTo>
                  <a:lnTo>
                    <a:pt x="44" y="7"/>
                  </a:lnTo>
                  <a:lnTo>
                    <a:pt x="9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64" name=""/>
            <p:cNvSpPr/>
            <p:nvPr/>
          </p:nvSpPr>
          <p:spPr>
            <a:xfrm rot="0">
              <a:off x="3881" y="1767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0"/>
                  </a:moveTo>
                  <a:lnTo>
                    <a:pt x="36" y="7"/>
                  </a:lnTo>
                  <a:lnTo>
                    <a:pt x="36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65" name=""/>
            <p:cNvSpPr/>
            <p:nvPr/>
          </p:nvSpPr>
          <p:spPr>
            <a:xfrm rot="0" flipV="1">
              <a:off x="3893" y="1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66" name=""/>
            <p:cNvSpPr/>
            <p:nvPr/>
          </p:nvSpPr>
          <p:spPr>
            <a:xfrm rot="0">
              <a:off x="3869" y="1750"/>
              <a:ext cx="26" cy="18"/>
            </a:xfrm>
            <a:custGeom>
              <a:avLst/>
              <a:ahLst/>
              <a:rect l="0" t="0" r="r" b="b"/>
              <a:pathLst>
                <a:path w="77" h="56">
                  <a:moveTo>
                    <a:pt x="0" y="47"/>
                  </a:moveTo>
                  <a:lnTo>
                    <a:pt x="35" y="51"/>
                  </a:lnTo>
                  <a:lnTo>
                    <a:pt x="71" y="56"/>
                  </a:lnTo>
                  <a:lnTo>
                    <a:pt x="77" y="9"/>
                  </a:lnTo>
                  <a:lnTo>
                    <a:pt x="41" y="4"/>
                  </a:lnTo>
                  <a:lnTo>
                    <a:pt x="5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67" name=""/>
            <p:cNvSpPr/>
            <p:nvPr/>
          </p:nvSpPr>
          <p:spPr>
            <a:xfrm rot="0">
              <a:off x="3869" y="1750"/>
              <a:ext cx="26" cy="18"/>
            </a:xfrm>
            <a:custGeom>
              <a:avLst/>
              <a:ahLst/>
              <a:rect l="0" t="0" r="r" b="b"/>
              <a:pathLst>
                <a:path w="77" h="56">
                  <a:moveTo>
                    <a:pt x="0" y="47"/>
                  </a:moveTo>
                  <a:lnTo>
                    <a:pt x="35" y="51"/>
                  </a:lnTo>
                  <a:lnTo>
                    <a:pt x="71" y="56"/>
                  </a:lnTo>
                  <a:lnTo>
                    <a:pt x="77" y="9"/>
                  </a:lnTo>
                  <a:lnTo>
                    <a:pt x="41" y="4"/>
                  </a:lnTo>
                  <a:lnTo>
                    <a:pt x="5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68" name=""/>
            <p:cNvSpPr/>
            <p:nvPr/>
          </p:nvSpPr>
          <p:spPr>
            <a:xfrm rot="0">
              <a:off x="3883" y="1751"/>
              <a:ext cx="12" cy="2"/>
            </a:xfrm>
            <a:custGeom>
              <a:avLst/>
              <a:ahLst/>
              <a:rect l="0" t="0" r="r" b="b"/>
              <a:pathLst>
                <a:path w="36" h="5">
                  <a:moveTo>
                    <a:pt x="0" y="0"/>
                  </a:moveTo>
                  <a:lnTo>
                    <a:pt x="36" y="5"/>
                  </a:lnTo>
                  <a:lnTo>
                    <a:pt x="3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69" name=""/>
            <p:cNvSpPr/>
            <p:nvPr/>
          </p:nvSpPr>
          <p:spPr>
            <a:xfrm rot="0" flipV="1">
              <a:off x="3895" y="17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70" name=""/>
            <p:cNvSpPr/>
            <p:nvPr/>
          </p:nvSpPr>
          <p:spPr>
            <a:xfrm rot="0">
              <a:off x="3871" y="1735"/>
              <a:ext cx="25" cy="17"/>
            </a:xfrm>
            <a:custGeom>
              <a:avLst/>
              <a:ahLst/>
              <a:rect l="0" t="0" r="r" b="b"/>
              <a:pathLst>
                <a:path w="76" h="51">
                  <a:moveTo>
                    <a:pt x="0" y="45"/>
                  </a:moveTo>
                  <a:lnTo>
                    <a:pt x="36" y="48"/>
                  </a:lnTo>
                  <a:lnTo>
                    <a:pt x="72" y="51"/>
                  </a:lnTo>
                  <a:lnTo>
                    <a:pt x="76" y="6"/>
                  </a:lnTo>
                  <a:lnTo>
                    <a:pt x="40" y="3"/>
                  </a:lnTo>
                  <a:lnTo>
                    <a:pt x="5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71" name=""/>
            <p:cNvSpPr/>
            <p:nvPr/>
          </p:nvSpPr>
          <p:spPr>
            <a:xfrm rot="0">
              <a:off x="3871" y="1735"/>
              <a:ext cx="25" cy="17"/>
            </a:xfrm>
            <a:custGeom>
              <a:avLst/>
              <a:ahLst/>
              <a:rect l="0" t="0" r="r" b="b"/>
              <a:pathLst>
                <a:path w="76" h="51">
                  <a:moveTo>
                    <a:pt x="0" y="45"/>
                  </a:moveTo>
                  <a:lnTo>
                    <a:pt x="36" y="48"/>
                  </a:lnTo>
                  <a:lnTo>
                    <a:pt x="72" y="51"/>
                  </a:lnTo>
                  <a:lnTo>
                    <a:pt x="76" y="6"/>
                  </a:lnTo>
                  <a:lnTo>
                    <a:pt x="40" y="3"/>
                  </a:lnTo>
                  <a:lnTo>
                    <a:pt x="5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72" name=""/>
            <p:cNvSpPr/>
            <p:nvPr/>
          </p:nvSpPr>
          <p:spPr>
            <a:xfrm rot="0">
              <a:off x="3884" y="1736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0" y="0"/>
                  </a:moveTo>
                  <a:lnTo>
                    <a:pt x="36" y="3"/>
                  </a:lnTo>
                  <a:lnTo>
                    <a:pt x="3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73" name=""/>
            <p:cNvSpPr/>
            <p:nvPr/>
          </p:nvSpPr>
          <p:spPr>
            <a:xfrm rot="0">
              <a:off x="3896" y="17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74" name=""/>
            <p:cNvSpPr/>
            <p:nvPr/>
          </p:nvSpPr>
          <p:spPr>
            <a:xfrm rot="0">
              <a:off x="3872" y="1720"/>
              <a:ext cx="25" cy="17"/>
            </a:xfrm>
            <a:custGeom>
              <a:avLst/>
              <a:ahLst/>
              <a:rect l="0" t="0" r="r" b="b"/>
              <a:pathLst>
                <a:path w="74" h="52">
                  <a:moveTo>
                    <a:pt x="0" y="46"/>
                  </a:moveTo>
                  <a:lnTo>
                    <a:pt x="35" y="49"/>
                  </a:lnTo>
                  <a:lnTo>
                    <a:pt x="71" y="52"/>
                  </a:lnTo>
                  <a:lnTo>
                    <a:pt x="74" y="6"/>
                  </a:lnTo>
                  <a:lnTo>
                    <a:pt x="38" y="3"/>
                  </a:lnTo>
                  <a:lnTo>
                    <a:pt x="3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75" name=""/>
            <p:cNvSpPr/>
            <p:nvPr/>
          </p:nvSpPr>
          <p:spPr>
            <a:xfrm rot="0">
              <a:off x="3872" y="1720"/>
              <a:ext cx="25" cy="17"/>
            </a:xfrm>
            <a:custGeom>
              <a:avLst/>
              <a:ahLst/>
              <a:rect l="0" t="0" r="r" b="b"/>
              <a:pathLst>
                <a:path w="74" h="52">
                  <a:moveTo>
                    <a:pt x="0" y="46"/>
                  </a:moveTo>
                  <a:lnTo>
                    <a:pt x="35" y="49"/>
                  </a:lnTo>
                  <a:lnTo>
                    <a:pt x="71" y="52"/>
                  </a:lnTo>
                  <a:lnTo>
                    <a:pt x="74" y="6"/>
                  </a:lnTo>
                  <a:lnTo>
                    <a:pt x="38" y="3"/>
                  </a:lnTo>
                  <a:lnTo>
                    <a:pt x="3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76" name=""/>
            <p:cNvSpPr/>
            <p:nvPr/>
          </p:nvSpPr>
          <p:spPr>
            <a:xfrm rot="0">
              <a:off x="3885" y="1721"/>
              <a:ext cx="12" cy="1"/>
            </a:xfrm>
            <a:custGeom>
              <a:avLst/>
              <a:ahLst/>
              <a:rect l="0" t="0" r="r" b="b"/>
              <a:pathLst>
                <a:path w="37" h="3">
                  <a:moveTo>
                    <a:pt x="0" y="0"/>
                  </a:moveTo>
                  <a:lnTo>
                    <a:pt x="36" y="3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77" name=""/>
            <p:cNvSpPr/>
            <p:nvPr/>
          </p:nvSpPr>
          <p:spPr>
            <a:xfrm rot="0" flipV="1">
              <a:off x="3897" y="17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78" name=""/>
            <p:cNvSpPr/>
            <p:nvPr/>
          </p:nvSpPr>
          <p:spPr>
            <a:xfrm rot="0">
              <a:off x="3873" y="1705"/>
              <a:ext cx="24" cy="16"/>
            </a:xfrm>
            <a:custGeom>
              <a:avLst/>
              <a:ahLst/>
              <a:rect l="0" t="0" r="r" b="b"/>
              <a:pathLst>
                <a:path w="72" h="47">
                  <a:moveTo>
                    <a:pt x="0" y="47"/>
                  </a:moveTo>
                  <a:lnTo>
                    <a:pt x="35" y="47"/>
                  </a:lnTo>
                  <a:lnTo>
                    <a:pt x="72" y="47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79" name=""/>
            <p:cNvSpPr/>
            <p:nvPr/>
          </p:nvSpPr>
          <p:spPr>
            <a:xfrm rot="0">
              <a:off x="3873" y="1705"/>
              <a:ext cx="24" cy="16"/>
            </a:xfrm>
            <a:custGeom>
              <a:avLst/>
              <a:ahLst/>
              <a:rect l="0" t="0" r="r" b="b"/>
              <a:pathLst>
                <a:path w="72" h="47">
                  <a:moveTo>
                    <a:pt x="0" y="47"/>
                  </a:moveTo>
                  <a:lnTo>
                    <a:pt x="35" y="47"/>
                  </a:lnTo>
                  <a:lnTo>
                    <a:pt x="72" y="47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80" name=""/>
            <p:cNvSpPr/>
            <p:nvPr/>
          </p:nvSpPr>
          <p:spPr>
            <a:xfrm rot="0">
              <a:off x="3885" y="1704"/>
              <a:ext cx="12" cy="1"/>
            </a:xfrm>
            <a:custGeom>
              <a:avLst/>
              <a:ahLst/>
              <a:rect l="0" t="0" r="r" b="b"/>
              <a:pathLst>
                <a:path w="37" h="3">
                  <a:moveTo>
                    <a:pt x="0" y="3"/>
                  </a:moveTo>
                  <a:lnTo>
                    <a:pt x="37" y="3"/>
                  </a:lnTo>
                  <a:lnTo>
                    <a:pt x="3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81" name=""/>
            <p:cNvSpPr/>
            <p:nvPr/>
          </p:nvSpPr>
          <p:spPr>
            <a:xfrm rot="0" flipH="1" flipV="1">
              <a:off x="3897" y="1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82" name=""/>
            <p:cNvSpPr/>
            <p:nvPr/>
          </p:nvSpPr>
          <p:spPr>
            <a:xfrm rot="0">
              <a:off x="3872" y="1689"/>
              <a:ext cx="25" cy="17"/>
            </a:xfrm>
            <a:custGeom>
              <a:avLst/>
              <a:ahLst/>
              <a:rect l="0" t="0" r="r" b="b"/>
              <a:pathLst>
                <a:path w="74" h="51">
                  <a:moveTo>
                    <a:pt x="3" y="51"/>
                  </a:moveTo>
                  <a:lnTo>
                    <a:pt x="38" y="48"/>
                  </a:lnTo>
                  <a:lnTo>
                    <a:pt x="74" y="45"/>
                  </a:lnTo>
                  <a:lnTo>
                    <a:pt x="71" y="0"/>
                  </a:lnTo>
                  <a:lnTo>
                    <a:pt x="35" y="3"/>
                  </a:lnTo>
                  <a:lnTo>
                    <a:pt x="0" y="5"/>
                  </a:lnTo>
                  <a:lnTo>
                    <a:pt x="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83" name=""/>
            <p:cNvSpPr/>
            <p:nvPr/>
          </p:nvSpPr>
          <p:spPr>
            <a:xfrm rot="0">
              <a:off x="3872" y="1689"/>
              <a:ext cx="25" cy="17"/>
            </a:xfrm>
            <a:custGeom>
              <a:avLst/>
              <a:ahLst/>
              <a:rect l="0" t="0" r="r" b="b"/>
              <a:pathLst>
                <a:path w="74" h="51">
                  <a:moveTo>
                    <a:pt x="3" y="51"/>
                  </a:moveTo>
                  <a:lnTo>
                    <a:pt x="38" y="48"/>
                  </a:lnTo>
                  <a:lnTo>
                    <a:pt x="74" y="45"/>
                  </a:lnTo>
                  <a:lnTo>
                    <a:pt x="71" y="0"/>
                  </a:lnTo>
                  <a:lnTo>
                    <a:pt x="35" y="3"/>
                  </a:lnTo>
                  <a:lnTo>
                    <a:pt x="0" y="5"/>
                  </a:lnTo>
                  <a:lnTo>
                    <a:pt x="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84" name=""/>
            <p:cNvSpPr/>
            <p:nvPr/>
          </p:nvSpPr>
          <p:spPr>
            <a:xfrm rot="0">
              <a:off x="3884" y="1689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0" y="3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85" name=""/>
            <p:cNvSpPr/>
            <p:nvPr/>
          </p:nvSpPr>
          <p:spPr>
            <a:xfrm rot="0">
              <a:off x="3896" y="1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86" name=""/>
            <p:cNvSpPr/>
            <p:nvPr/>
          </p:nvSpPr>
          <p:spPr>
            <a:xfrm rot="0">
              <a:off x="3871" y="1673"/>
              <a:ext cx="25" cy="18"/>
            </a:xfrm>
            <a:custGeom>
              <a:avLst/>
              <a:ahLst/>
              <a:rect l="0" t="0" r="r" b="b"/>
              <a:pathLst>
                <a:path w="76" h="52">
                  <a:moveTo>
                    <a:pt x="5" y="52"/>
                  </a:moveTo>
                  <a:lnTo>
                    <a:pt x="40" y="50"/>
                  </a:lnTo>
                  <a:lnTo>
                    <a:pt x="76" y="47"/>
                  </a:lnTo>
                  <a:lnTo>
                    <a:pt x="72" y="0"/>
                  </a:lnTo>
                  <a:lnTo>
                    <a:pt x="36" y="3"/>
                  </a:lnTo>
                  <a:lnTo>
                    <a:pt x="0" y="5"/>
                  </a:lnTo>
                  <a:lnTo>
                    <a:pt x="5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87" name=""/>
            <p:cNvSpPr/>
            <p:nvPr/>
          </p:nvSpPr>
          <p:spPr>
            <a:xfrm rot="0">
              <a:off x="3871" y="1673"/>
              <a:ext cx="25" cy="18"/>
            </a:xfrm>
            <a:custGeom>
              <a:avLst/>
              <a:ahLst/>
              <a:rect l="0" t="0" r="r" b="b"/>
              <a:pathLst>
                <a:path w="76" h="52">
                  <a:moveTo>
                    <a:pt x="5" y="52"/>
                  </a:moveTo>
                  <a:lnTo>
                    <a:pt x="40" y="50"/>
                  </a:lnTo>
                  <a:lnTo>
                    <a:pt x="76" y="47"/>
                  </a:lnTo>
                  <a:lnTo>
                    <a:pt x="72" y="0"/>
                  </a:lnTo>
                  <a:lnTo>
                    <a:pt x="36" y="3"/>
                  </a:lnTo>
                  <a:lnTo>
                    <a:pt x="0" y="5"/>
                  </a:lnTo>
                  <a:lnTo>
                    <a:pt x="5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88" name=""/>
            <p:cNvSpPr/>
            <p:nvPr/>
          </p:nvSpPr>
          <p:spPr>
            <a:xfrm rot="0">
              <a:off x="3883" y="1673"/>
              <a:ext cx="12" cy="1"/>
            </a:xfrm>
            <a:custGeom>
              <a:avLst/>
              <a:ahLst/>
              <a:rect l="0" t="0" r="r" b="b"/>
              <a:pathLst>
                <a:path w="36" h="5">
                  <a:moveTo>
                    <a:pt x="0" y="5"/>
                  </a:moveTo>
                  <a:lnTo>
                    <a:pt x="36" y="2"/>
                  </a:lnTo>
                  <a:lnTo>
                    <a:pt x="3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89" name=""/>
            <p:cNvSpPr/>
            <p:nvPr/>
          </p:nvSpPr>
          <p:spPr>
            <a:xfrm rot="0" flipV="1">
              <a:off x="3895" y="16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90" name=""/>
            <p:cNvSpPr/>
            <p:nvPr/>
          </p:nvSpPr>
          <p:spPr>
            <a:xfrm rot="0">
              <a:off x="3869" y="1658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5" y="54"/>
                  </a:moveTo>
                  <a:lnTo>
                    <a:pt x="41" y="50"/>
                  </a:lnTo>
                  <a:lnTo>
                    <a:pt x="77" y="45"/>
                  </a:lnTo>
                  <a:lnTo>
                    <a:pt x="71" y="0"/>
                  </a:lnTo>
                  <a:lnTo>
                    <a:pt x="35" y="4"/>
                  </a:lnTo>
                  <a:lnTo>
                    <a:pt x="0" y="8"/>
                  </a:lnTo>
                  <a:lnTo>
                    <a:pt x="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91" name=""/>
            <p:cNvSpPr/>
            <p:nvPr/>
          </p:nvSpPr>
          <p:spPr>
            <a:xfrm rot="0">
              <a:off x="3869" y="1658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5" y="54"/>
                  </a:moveTo>
                  <a:lnTo>
                    <a:pt x="41" y="50"/>
                  </a:lnTo>
                  <a:lnTo>
                    <a:pt x="77" y="45"/>
                  </a:lnTo>
                  <a:lnTo>
                    <a:pt x="71" y="0"/>
                  </a:lnTo>
                  <a:lnTo>
                    <a:pt x="35" y="4"/>
                  </a:lnTo>
                  <a:lnTo>
                    <a:pt x="0" y="8"/>
                  </a:lnTo>
                  <a:lnTo>
                    <a:pt x="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92" name=""/>
            <p:cNvSpPr/>
            <p:nvPr/>
          </p:nvSpPr>
          <p:spPr>
            <a:xfrm rot="0">
              <a:off x="3881" y="1657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7"/>
                  </a:moveTo>
                  <a:lnTo>
                    <a:pt x="36" y="3"/>
                  </a:lnTo>
                  <a:lnTo>
                    <a:pt x="36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93" name=""/>
            <p:cNvSpPr/>
            <p:nvPr/>
          </p:nvSpPr>
          <p:spPr>
            <a:xfrm rot="0" flipV="1">
              <a:off x="3893" y="1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94" name=""/>
            <p:cNvSpPr/>
            <p:nvPr/>
          </p:nvSpPr>
          <p:spPr>
            <a:xfrm rot="0">
              <a:off x="3866" y="1641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9" y="60"/>
                  </a:moveTo>
                  <a:lnTo>
                    <a:pt x="44" y="53"/>
                  </a:lnTo>
                  <a:lnTo>
                    <a:pt x="80" y="46"/>
                  </a:lnTo>
                  <a:lnTo>
                    <a:pt x="71" y="0"/>
                  </a:lnTo>
                  <a:lnTo>
                    <a:pt x="36" y="7"/>
                  </a:lnTo>
                  <a:lnTo>
                    <a:pt x="0" y="15"/>
                  </a:lnTo>
                  <a:lnTo>
                    <a:pt x="9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95" name=""/>
            <p:cNvSpPr/>
            <p:nvPr/>
          </p:nvSpPr>
          <p:spPr>
            <a:xfrm rot="0">
              <a:off x="3866" y="1641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9" y="60"/>
                  </a:moveTo>
                  <a:lnTo>
                    <a:pt x="44" y="53"/>
                  </a:lnTo>
                  <a:lnTo>
                    <a:pt x="80" y="46"/>
                  </a:lnTo>
                  <a:lnTo>
                    <a:pt x="71" y="0"/>
                  </a:lnTo>
                  <a:lnTo>
                    <a:pt x="36" y="7"/>
                  </a:lnTo>
                  <a:lnTo>
                    <a:pt x="0" y="15"/>
                  </a:lnTo>
                  <a:lnTo>
                    <a:pt x="9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96" name=""/>
            <p:cNvSpPr/>
            <p:nvPr/>
          </p:nvSpPr>
          <p:spPr>
            <a:xfrm rot="0">
              <a:off x="3878" y="1641"/>
              <a:ext cx="12" cy="3"/>
            </a:xfrm>
            <a:custGeom>
              <a:avLst/>
              <a:ahLst/>
              <a:rect l="0" t="0" r="r" b="b"/>
              <a:pathLst>
                <a:path w="35" h="7">
                  <a:moveTo>
                    <a:pt x="0" y="7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97" name=""/>
            <p:cNvSpPr/>
            <p:nvPr/>
          </p:nvSpPr>
          <p:spPr>
            <a:xfrm rot="0">
              <a:off x="3890" y="16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198" name=""/>
            <p:cNvSpPr/>
            <p:nvPr/>
          </p:nvSpPr>
          <p:spPr>
            <a:xfrm rot="0">
              <a:off x="3863" y="1626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10" y="60"/>
                  </a:moveTo>
                  <a:lnTo>
                    <a:pt x="46" y="52"/>
                  </a:lnTo>
                  <a:lnTo>
                    <a:pt x="81" y="45"/>
                  </a:lnTo>
                  <a:lnTo>
                    <a:pt x="71" y="0"/>
                  </a:lnTo>
                  <a:lnTo>
                    <a:pt x="36" y="7"/>
                  </a:lnTo>
                  <a:lnTo>
                    <a:pt x="0" y="14"/>
                  </a:lnTo>
                  <a:lnTo>
                    <a:pt x="1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199" name=""/>
            <p:cNvSpPr/>
            <p:nvPr/>
          </p:nvSpPr>
          <p:spPr>
            <a:xfrm rot="0">
              <a:off x="3863" y="1626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10" y="60"/>
                  </a:moveTo>
                  <a:lnTo>
                    <a:pt x="46" y="52"/>
                  </a:lnTo>
                  <a:lnTo>
                    <a:pt x="81" y="45"/>
                  </a:lnTo>
                  <a:lnTo>
                    <a:pt x="71" y="0"/>
                  </a:lnTo>
                  <a:lnTo>
                    <a:pt x="36" y="7"/>
                  </a:lnTo>
                  <a:lnTo>
                    <a:pt x="0" y="14"/>
                  </a:lnTo>
                  <a:lnTo>
                    <a:pt x="1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00" name=""/>
            <p:cNvSpPr/>
            <p:nvPr/>
          </p:nvSpPr>
          <p:spPr>
            <a:xfrm rot="0">
              <a:off x="3875" y="1626"/>
              <a:ext cx="11" cy="3"/>
            </a:xfrm>
            <a:custGeom>
              <a:avLst/>
              <a:ahLst/>
              <a:rect l="0" t="0" r="r" b="b"/>
              <a:pathLst>
                <a:path w="35" h="9">
                  <a:moveTo>
                    <a:pt x="0" y="9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01" name=""/>
            <p:cNvSpPr/>
            <p:nvPr/>
          </p:nvSpPr>
          <p:spPr>
            <a:xfrm rot="0" flipV="1">
              <a:off x="3886" y="16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02" name=""/>
            <p:cNvSpPr/>
            <p:nvPr/>
          </p:nvSpPr>
          <p:spPr>
            <a:xfrm rot="0">
              <a:off x="3859" y="1611"/>
              <a:ext cx="27" cy="20"/>
            </a:xfrm>
            <a:custGeom>
              <a:avLst/>
              <a:ahLst/>
              <a:rect l="0" t="0" r="r" b="b"/>
              <a:pathLst>
                <a:path w="82" h="61">
                  <a:moveTo>
                    <a:pt x="11" y="61"/>
                  </a:moveTo>
                  <a:lnTo>
                    <a:pt x="47" y="53"/>
                  </a:lnTo>
                  <a:lnTo>
                    <a:pt x="82" y="44"/>
                  </a:lnTo>
                  <a:lnTo>
                    <a:pt x="71" y="0"/>
                  </a:lnTo>
                  <a:lnTo>
                    <a:pt x="35" y="9"/>
                  </a:lnTo>
                  <a:lnTo>
                    <a:pt x="0" y="17"/>
                  </a:lnTo>
                  <a:lnTo>
                    <a:pt x="11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03" name=""/>
            <p:cNvSpPr/>
            <p:nvPr/>
          </p:nvSpPr>
          <p:spPr>
            <a:xfrm rot="0">
              <a:off x="3859" y="1611"/>
              <a:ext cx="27" cy="20"/>
            </a:xfrm>
            <a:custGeom>
              <a:avLst/>
              <a:ahLst/>
              <a:rect l="0" t="0" r="r" b="b"/>
              <a:pathLst>
                <a:path w="82" h="61">
                  <a:moveTo>
                    <a:pt x="11" y="61"/>
                  </a:moveTo>
                  <a:lnTo>
                    <a:pt x="47" y="53"/>
                  </a:lnTo>
                  <a:lnTo>
                    <a:pt x="82" y="44"/>
                  </a:lnTo>
                  <a:lnTo>
                    <a:pt x="71" y="0"/>
                  </a:lnTo>
                  <a:lnTo>
                    <a:pt x="35" y="9"/>
                  </a:lnTo>
                  <a:lnTo>
                    <a:pt x="0" y="17"/>
                  </a:lnTo>
                  <a:lnTo>
                    <a:pt x="11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04" name=""/>
            <p:cNvSpPr/>
            <p:nvPr/>
          </p:nvSpPr>
          <p:spPr>
            <a:xfrm rot="0">
              <a:off x="3871" y="1610"/>
              <a:ext cx="12" cy="4"/>
            </a:xfrm>
            <a:custGeom>
              <a:avLst/>
              <a:ahLst/>
              <a:rect l="0" t="0" r="r" b="b"/>
              <a:pathLst>
                <a:path w="36" h="12">
                  <a:moveTo>
                    <a:pt x="0" y="12"/>
                  </a:moveTo>
                  <a:lnTo>
                    <a:pt x="36" y="3"/>
                  </a:lnTo>
                  <a:lnTo>
                    <a:pt x="35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05" name=""/>
            <p:cNvSpPr/>
            <p:nvPr/>
          </p:nvSpPr>
          <p:spPr>
            <a:xfrm rot="0" flipH="1" flipV="1">
              <a:off x="3882" y="16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06" name=""/>
            <p:cNvSpPr/>
            <p:nvPr/>
          </p:nvSpPr>
          <p:spPr>
            <a:xfrm rot="0">
              <a:off x="3855" y="1595"/>
              <a:ext cx="27" cy="23"/>
            </a:xfrm>
            <a:custGeom>
              <a:avLst/>
              <a:ahLst/>
              <a:rect l="0" t="0" r="r" b="b"/>
              <a:pathLst>
                <a:path w="83" h="67">
                  <a:moveTo>
                    <a:pt x="14" y="67"/>
                  </a:moveTo>
                  <a:lnTo>
                    <a:pt x="48" y="56"/>
                  </a:lnTo>
                  <a:lnTo>
                    <a:pt x="83" y="44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3"/>
                  </a:lnTo>
                  <a:lnTo>
                    <a:pt x="14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07" name=""/>
            <p:cNvSpPr/>
            <p:nvPr/>
          </p:nvSpPr>
          <p:spPr>
            <a:xfrm rot="0">
              <a:off x="3855" y="1595"/>
              <a:ext cx="27" cy="23"/>
            </a:xfrm>
            <a:custGeom>
              <a:avLst/>
              <a:ahLst/>
              <a:rect l="0" t="0" r="r" b="b"/>
              <a:pathLst>
                <a:path w="83" h="67">
                  <a:moveTo>
                    <a:pt x="14" y="67"/>
                  </a:moveTo>
                  <a:lnTo>
                    <a:pt x="48" y="56"/>
                  </a:lnTo>
                  <a:lnTo>
                    <a:pt x="83" y="44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3"/>
                  </a:lnTo>
                  <a:lnTo>
                    <a:pt x="14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08" name=""/>
            <p:cNvSpPr/>
            <p:nvPr/>
          </p:nvSpPr>
          <p:spPr>
            <a:xfrm rot="0">
              <a:off x="3866" y="1595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0" y="13"/>
                  </a:moveTo>
                  <a:lnTo>
                    <a:pt x="34" y="1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09" name=""/>
            <p:cNvSpPr/>
            <p:nvPr/>
          </p:nvSpPr>
          <p:spPr>
            <a:xfrm rot="0" flipV="1">
              <a:off x="3877" y="1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10" name=""/>
            <p:cNvSpPr/>
            <p:nvPr/>
          </p:nvSpPr>
          <p:spPr>
            <a:xfrm rot="0">
              <a:off x="3849" y="1581"/>
              <a:ext cx="28" cy="22"/>
            </a:xfrm>
            <a:custGeom>
              <a:avLst/>
              <a:ahLst/>
              <a:rect l="0" t="0" r="r" b="b"/>
              <a:pathLst>
                <a:path w="84" h="68">
                  <a:moveTo>
                    <a:pt x="16" y="68"/>
                  </a:moveTo>
                  <a:lnTo>
                    <a:pt x="50" y="56"/>
                  </a:lnTo>
                  <a:lnTo>
                    <a:pt x="84" y="43"/>
                  </a:lnTo>
                  <a:lnTo>
                    <a:pt x="69" y="0"/>
                  </a:lnTo>
                  <a:lnTo>
                    <a:pt x="35" y="13"/>
                  </a:lnTo>
                  <a:lnTo>
                    <a:pt x="0" y="26"/>
                  </a:lnTo>
                  <a:lnTo>
                    <a:pt x="16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11" name=""/>
            <p:cNvSpPr/>
            <p:nvPr/>
          </p:nvSpPr>
          <p:spPr>
            <a:xfrm rot="0">
              <a:off x="3849" y="1581"/>
              <a:ext cx="28" cy="22"/>
            </a:xfrm>
            <a:custGeom>
              <a:avLst/>
              <a:ahLst/>
              <a:rect l="0" t="0" r="r" b="b"/>
              <a:pathLst>
                <a:path w="84" h="68">
                  <a:moveTo>
                    <a:pt x="16" y="68"/>
                  </a:moveTo>
                  <a:lnTo>
                    <a:pt x="50" y="56"/>
                  </a:lnTo>
                  <a:lnTo>
                    <a:pt x="84" y="43"/>
                  </a:lnTo>
                  <a:lnTo>
                    <a:pt x="69" y="0"/>
                  </a:lnTo>
                  <a:lnTo>
                    <a:pt x="35" y="13"/>
                  </a:lnTo>
                  <a:lnTo>
                    <a:pt x="0" y="26"/>
                  </a:lnTo>
                  <a:lnTo>
                    <a:pt x="16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12" name=""/>
            <p:cNvSpPr/>
            <p:nvPr/>
          </p:nvSpPr>
          <p:spPr>
            <a:xfrm rot="0">
              <a:off x="3861" y="1581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0" y="13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13" name=""/>
            <p:cNvSpPr/>
            <p:nvPr/>
          </p:nvSpPr>
          <p:spPr>
            <a:xfrm rot="0">
              <a:off x="3872" y="15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14" name=""/>
            <p:cNvSpPr/>
            <p:nvPr/>
          </p:nvSpPr>
          <p:spPr>
            <a:xfrm rot="0">
              <a:off x="3844" y="1566"/>
              <a:ext cx="28" cy="23"/>
            </a:xfrm>
            <a:custGeom>
              <a:avLst/>
              <a:ahLst/>
              <a:rect l="0" t="0" r="r" b="b"/>
              <a:pathLst>
                <a:path w="86" h="69">
                  <a:moveTo>
                    <a:pt x="17" y="69"/>
                  </a:moveTo>
                  <a:lnTo>
                    <a:pt x="52" y="56"/>
                  </a:lnTo>
                  <a:lnTo>
                    <a:pt x="86" y="43"/>
                  </a:lnTo>
                  <a:lnTo>
                    <a:pt x="69" y="0"/>
                  </a:lnTo>
                  <a:lnTo>
                    <a:pt x="34" y="13"/>
                  </a:lnTo>
                  <a:lnTo>
                    <a:pt x="0" y="26"/>
                  </a:lnTo>
                  <a:lnTo>
                    <a:pt x="17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15" name=""/>
            <p:cNvSpPr/>
            <p:nvPr/>
          </p:nvSpPr>
          <p:spPr>
            <a:xfrm rot="0">
              <a:off x="3844" y="1566"/>
              <a:ext cx="28" cy="23"/>
            </a:xfrm>
            <a:custGeom>
              <a:avLst/>
              <a:ahLst/>
              <a:rect l="0" t="0" r="r" b="b"/>
              <a:pathLst>
                <a:path w="86" h="69">
                  <a:moveTo>
                    <a:pt x="17" y="69"/>
                  </a:moveTo>
                  <a:lnTo>
                    <a:pt x="52" y="56"/>
                  </a:lnTo>
                  <a:lnTo>
                    <a:pt x="86" y="43"/>
                  </a:lnTo>
                  <a:lnTo>
                    <a:pt x="69" y="0"/>
                  </a:lnTo>
                  <a:lnTo>
                    <a:pt x="34" y="13"/>
                  </a:lnTo>
                  <a:lnTo>
                    <a:pt x="0" y="26"/>
                  </a:lnTo>
                  <a:lnTo>
                    <a:pt x="17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16" name=""/>
            <p:cNvSpPr/>
            <p:nvPr/>
          </p:nvSpPr>
          <p:spPr>
            <a:xfrm rot="0">
              <a:off x="3855" y="1565"/>
              <a:ext cx="12" cy="6"/>
            </a:xfrm>
            <a:custGeom>
              <a:avLst/>
              <a:ahLst/>
              <a:rect l="0" t="0" r="r" b="b"/>
              <a:pathLst>
                <a:path w="35" h="16">
                  <a:moveTo>
                    <a:pt x="0" y="16"/>
                  </a:moveTo>
                  <a:lnTo>
                    <a:pt x="35" y="3"/>
                  </a:lnTo>
                  <a:lnTo>
                    <a:pt x="33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17" name=""/>
            <p:cNvSpPr/>
            <p:nvPr/>
          </p:nvSpPr>
          <p:spPr>
            <a:xfrm rot="0" flipH="1" flipV="1">
              <a:off x="3866" y="15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18" name=""/>
            <p:cNvSpPr/>
            <p:nvPr/>
          </p:nvSpPr>
          <p:spPr>
            <a:xfrm rot="0">
              <a:off x="3838" y="1551"/>
              <a:ext cx="28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20" y="74"/>
                  </a:moveTo>
                  <a:lnTo>
                    <a:pt x="52" y="58"/>
                  </a:lnTo>
                  <a:lnTo>
                    <a:pt x="85" y="42"/>
                  </a:lnTo>
                  <a:lnTo>
                    <a:pt x="65" y="0"/>
                  </a:lnTo>
                  <a:lnTo>
                    <a:pt x="33" y="15"/>
                  </a:lnTo>
                  <a:lnTo>
                    <a:pt x="0" y="31"/>
                  </a:lnTo>
                  <a:lnTo>
                    <a:pt x="2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19" name=""/>
            <p:cNvSpPr/>
            <p:nvPr/>
          </p:nvSpPr>
          <p:spPr>
            <a:xfrm rot="0">
              <a:off x="3838" y="1551"/>
              <a:ext cx="28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20" y="74"/>
                  </a:moveTo>
                  <a:lnTo>
                    <a:pt x="52" y="58"/>
                  </a:lnTo>
                  <a:lnTo>
                    <a:pt x="85" y="42"/>
                  </a:lnTo>
                  <a:lnTo>
                    <a:pt x="65" y="0"/>
                  </a:lnTo>
                  <a:lnTo>
                    <a:pt x="33" y="15"/>
                  </a:lnTo>
                  <a:lnTo>
                    <a:pt x="0" y="31"/>
                  </a:lnTo>
                  <a:lnTo>
                    <a:pt x="20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20" name=""/>
            <p:cNvSpPr/>
            <p:nvPr/>
          </p:nvSpPr>
          <p:spPr>
            <a:xfrm rot="0">
              <a:off x="3849" y="1551"/>
              <a:ext cx="10" cy="5"/>
            </a:xfrm>
            <a:custGeom>
              <a:avLst/>
              <a:ahLst/>
              <a:rect l="0" t="0" r="r" b="b"/>
              <a:pathLst>
                <a:path w="32" h="17">
                  <a:moveTo>
                    <a:pt x="0" y="17"/>
                  </a:moveTo>
                  <a:lnTo>
                    <a:pt x="32" y="2"/>
                  </a:lnTo>
                  <a:lnTo>
                    <a:pt x="32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21" name=""/>
            <p:cNvSpPr/>
            <p:nvPr/>
          </p:nvSpPr>
          <p:spPr>
            <a:xfrm rot="0" flipV="1">
              <a:off x="3859" y="15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22" name=""/>
            <p:cNvSpPr/>
            <p:nvPr/>
          </p:nvSpPr>
          <p:spPr>
            <a:xfrm rot="0">
              <a:off x="3830" y="1537"/>
              <a:ext cx="29" cy="25"/>
            </a:xfrm>
            <a:custGeom>
              <a:avLst/>
              <a:ahLst/>
              <a:rect l="0" t="0" r="r" b="b"/>
              <a:pathLst>
                <a:path w="87" h="76">
                  <a:moveTo>
                    <a:pt x="22" y="76"/>
                  </a:moveTo>
                  <a:lnTo>
                    <a:pt x="55" y="58"/>
                  </a:lnTo>
                  <a:lnTo>
                    <a:pt x="87" y="41"/>
                  </a:lnTo>
                  <a:lnTo>
                    <a:pt x="66" y="0"/>
                  </a:lnTo>
                  <a:lnTo>
                    <a:pt x="33" y="17"/>
                  </a:lnTo>
                  <a:lnTo>
                    <a:pt x="0" y="34"/>
                  </a:lnTo>
                  <a:lnTo>
                    <a:pt x="22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23" name=""/>
            <p:cNvSpPr/>
            <p:nvPr/>
          </p:nvSpPr>
          <p:spPr>
            <a:xfrm rot="0">
              <a:off x="3830" y="1537"/>
              <a:ext cx="29" cy="25"/>
            </a:xfrm>
            <a:custGeom>
              <a:avLst/>
              <a:ahLst/>
              <a:rect l="0" t="0" r="r" b="b"/>
              <a:pathLst>
                <a:path w="87" h="76">
                  <a:moveTo>
                    <a:pt x="22" y="76"/>
                  </a:moveTo>
                  <a:lnTo>
                    <a:pt x="55" y="58"/>
                  </a:lnTo>
                  <a:lnTo>
                    <a:pt x="87" y="41"/>
                  </a:lnTo>
                  <a:lnTo>
                    <a:pt x="66" y="0"/>
                  </a:lnTo>
                  <a:lnTo>
                    <a:pt x="33" y="17"/>
                  </a:lnTo>
                  <a:lnTo>
                    <a:pt x="0" y="34"/>
                  </a:lnTo>
                  <a:lnTo>
                    <a:pt x="22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24" name=""/>
            <p:cNvSpPr/>
            <p:nvPr/>
          </p:nvSpPr>
          <p:spPr>
            <a:xfrm rot="0">
              <a:off x="3841" y="1537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0" y="18"/>
                  </a:moveTo>
                  <a:lnTo>
                    <a:pt x="33" y="1"/>
                  </a:lnTo>
                  <a:lnTo>
                    <a:pt x="31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25" name=""/>
            <p:cNvSpPr/>
            <p:nvPr/>
          </p:nvSpPr>
          <p:spPr>
            <a:xfrm rot="0" flipH="1" flipV="1">
              <a:off x="3852" y="1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26" name=""/>
            <p:cNvSpPr/>
            <p:nvPr/>
          </p:nvSpPr>
          <p:spPr>
            <a:xfrm rot="0">
              <a:off x="3823" y="1523"/>
              <a:ext cx="29" cy="26"/>
            </a:xfrm>
            <a:custGeom>
              <a:avLst/>
              <a:ahLst/>
              <a:rect l="0" t="0" r="r" b="b"/>
              <a:pathLst>
                <a:path w="85" h="77">
                  <a:moveTo>
                    <a:pt x="23" y="77"/>
                  </a:moveTo>
                  <a:lnTo>
                    <a:pt x="54" y="58"/>
                  </a:lnTo>
                  <a:lnTo>
                    <a:pt x="85" y="40"/>
                  </a:lnTo>
                  <a:lnTo>
                    <a:pt x="63" y="0"/>
                  </a:lnTo>
                  <a:lnTo>
                    <a:pt x="31" y="18"/>
                  </a:lnTo>
                  <a:lnTo>
                    <a:pt x="0" y="37"/>
                  </a:lnTo>
                  <a:lnTo>
                    <a:pt x="23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27" name=""/>
            <p:cNvSpPr/>
            <p:nvPr/>
          </p:nvSpPr>
          <p:spPr>
            <a:xfrm rot="0">
              <a:off x="3823" y="1523"/>
              <a:ext cx="29" cy="26"/>
            </a:xfrm>
            <a:custGeom>
              <a:avLst/>
              <a:ahLst/>
              <a:rect l="0" t="0" r="r" b="b"/>
              <a:pathLst>
                <a:path w="85" h="77">
                  <a:moveTo>
                    <a:pt x="23" y="77"/>
                  </a:moveTo>
                  <a:lnTo>
                    <a:pt x="54" y="58"/>
                  </a:lnTo>
                  <a:lnTo>
                    <a:pt x="85" y="40"/>
                  </a:lnTo>
                  <a:lnTo>
                    <a:pt x="63" y="0"/>
                  </a:lnTo>
                  <a:lnTo>
                    <a:pt x="31" y="18"/>
                  </a:lnTo>
                  <a:lnTo>
                    <a:pt x="0" y="37"/>
                  </a:lnTo>
                  <a:lnTo>
                    <a:pt x="23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28" name=""/>
            <p:cNvSpPr/>
            <p:nvPr/>
          </p:nvSpPr>
          <p:spPr>
            <a:xfrm rot="0">
              <a:off x="3834" y="1523"/>
              <a:ext cx="10" cy="6"/>
            </a:xfrm>
            <a:custGeom>
              <a:avLst/>
              <a:ahLst/>
              <a:rect l="0" t="0" r="r" b="b"/>
              <a:pathLst>
                <a:path w="32" h="20">
                  <a:moveTo>
                    <a:pt x="0" y="20"/>
                  </a:moveTo>
                  <a:lnTo>
                    <a:pt x="32" y="2"/>
                  </a:lnTo>
                  <a:lnTo>
                    <a:pt x="32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29" name=""/>
            <p:cNvSpPr/>
            <p:nvPr/>
          </p:nvSpPr>
          <p:spPr>
            <a:xfrm rot="0" flipV="1">
              <a:off x="3844" y="15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30" name=""/>
            <p:cNvSpPr/>
            <p:nvPr/>
          </p:nvSpPr>
          <p:spPr>
            <a:xfrm rot="0">
              <a:off x="3815" y="1510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24" y="78"/>
                  </a:moveTo>
                  <a:lnTo>
                    <a:pt x="55" y="58"/>
                  </a:lnTo>
                  <a:lnTo>
                    <a:pt x="87" y="38"/>
                  </a:lnTo>
                  <a:lnTo>
                    <a:pt x="62" y="0"/>
                  </a:lnTo>
                  <a:lnTo>
                    <a:pt x="31" y="20"/>
                  </a:lnTo>
                  <a:lnTo>
                    <a:pt x="0" y="40"/>
                  </a:lnTo>
                  <a:lnTo>
                    <a:pt x="24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31" name=""/>
            <p:cNvSpPr/>
            <p:nvPr/>
          </p:nvSpPr>
          <p:spPr>
            <a:xfrm rot="0">
              <a:off x="3815" y="1510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24" y="78"/>
                  </a:moveTo>
                  <a:lnTo>
                    <a:pt x="55" y="58"/>
                  </a:lnTo>
                  <a:lnTo>
                    <a:pt x="87" y="38"/>
                  </a:lnTo>
                  <a:lnTo>
                    <a:pt x="62" y="0"/>
                  </a:lnTo>
                  <a:lnTo>
                    <a:pt x="31" y="20"/>
                  </a:lnTo>
                  <a:lnTo>
                    <a:pt x="0" y="40"/>
                  </a:lnTo>
                  <a:lnTo>
                    <a:pt x="24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32" name=""/>
            <p:cNvSpPr/>
            <p:nvPr/>
          </p:nvSpPr>
          <p:spPr>
            <a:xfrm rot="0">
              <a:off x="3826" y="1509"/>
              <a:ext cx="10" cy="8"/>
            </a:xfrm>
            <a:custGeom>
              <a:avLst/>
              <a:ahLst/>
              <a:rect l="0" t="0" r="r" b="b"/>
              <a:pathLst>
                <a:path w="31" h="22">
                  <a:moveTo>
                    <a:pt x="0" y="22"/>
                  </a:moveTo>
                  <a:lnTo>
                    <a:pt x="31" y="2"/>
                  </a:lnTo>
                  <a:lnTo>
                    <a:pt x="30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33" name=""/>
            <p:cNvSpPr/>
            <p:nvPr/>
          </p:nvSpPr>
          <p:spPr>
            <a:xfrm rot="0" flipH="1" flipV="1">
              <a:off x="3836" y="1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34" name=""/>
            <p:cNvSpPr/>
            <p:nvPr/>
          </p:nvSpPr>
          <p:spPr>
            <a:xfrm rot="0">
              <a:off x="3807" y="1497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27" y="81"/>
                  </a:moveTo>
                  <a:lnTo>
                    <a:pt x="57" y="60"/>
                  </a:lnTo>
                  <a:lnTo>
                    <a:pt x="87" y="38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7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35" name=""/>
            <p:cNvSpPr/>
            <p:nvPr/>
          </p:nvSpPr>
          <p:spPr>
            <a:xfrm rot="0">
              <a:off x="3807" y="1497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27" y="81"/>
                  </a:moveTo>
                  <a:lnTo>
                    <a:pt x="57" y="60"/>
                  </a:lnTo>
                  <a:lnTo>
                    <a:pt x="87" y="38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7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36" name=""/>
            <p:cNvSpPr/>
            <p:nvPr/>
          </p:nvSpPr>
          <p:spPr>
            <a:xfrm rot="0">
              <a:off x="3817" y="1496"/>
              <a:ext cx="10" cy="8"/>
            </a:xfrm>
            <a:custGeom>
              <a:avLst/>
              <a:ahLst/>
              <a:rect l="0" t="0" r="r" b="b"/>
              <a:pathLst>
                <a:path w="30" h="22">
                  <a:moveTo>
                    <a:pt x="0" y="22"/>
                  </a:moveTo>
                  <a:lnTo>
                    <a:pt x="30" y="1"/>
                  </a:lnTo>
                  <a:lnTo>
                    <a:pt x="29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37" name=""/>
            <p:cNvSpPr/>
            <p:nvPr/>
          </p:nvSpPr>
          <p:spPr>
            <a:xfrm rot="0" flipH="1" flipV="1">
              <a:off x="3826" y="14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38" name=""/>
            <p:cNvSpPr/>
            <p:nvPr/>
          </p:nvSpPr>
          <p:spPr>
            <a:xfrm rot="0">
              <a:off x="3798" y="1484"/>
              <a:ext cx="28" cy="27"/>
            </a:xfrm>
            <a:custGeom>
              <a:avLst/>
              <a:ahLst/>
              <a:rect l="0" t="0" r="r" b="b"/>
              <a:pathLst>
                <a:path w="86" h="82">
                  <a:moveTo>
                    <a:pt x="29" y="82"/>
                  </a:moveTo>
                  <a:lnTo>
                    <a:pt x="57" y="59"/>
                  </a:lnTo>
                  <a:lnTo>
                    <a:pt x="86" y="37"/>
                  </a:lnTo>
                  <a:lnTo>
                    <a:pt x="57" y="0"/>
                  </a:lnTo>
                  <a:lnTo>
                    <a:pt x="29" y="22"/>
                  </a:lnTo>
                  <a:lnTo>
                    <a:pt x="0" y="45"/>
                  </a:lnTo>
                  <a:lnTo>
                    <a:pt x="29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39" name=""/>
            <p:cNvSpPr/>
            <p:nvPr/>
          </p:nvSpPr>
          <p:spPr>
            <a:xfrm rot="0">
              <a:off x="3798" y="1484"/>
              <a:ext cx="28" cy="27"/>
            </a:xfrm>
            <a:custGeom>
              <a:avLst/>
              <a:ahLst/>
              <a:rect l="0" t="0" r="r" b="b"/>
              <a:pathLst>
                <a:path w="86" h="82">
                  <a:moveTo>
                    <a:pt x="29" y="82"/>
                  </a:moveTo>
                  <a:lnTo>
                    <a:pt x="57" y="59"/>
                  </a:lnTo>
                  <a:lnTo>
                    <a:pt x="86" y="37"/>
                  </a:lnTo>
                  <a:lnTo>
                    <a:pt x="57" y="0"/>
                  </a:lnTo>
                  <a:lnTo>
                    <a:pt x="29" y="22"/>
                  </a:lnTo>
                  <a:lnTo>
                    <a:pt x="0" y="45"/>
                  </a:lnTo>
                  <a:lnTo>
                    <a:pt x="29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40" name=""/>
            <p:cNvSpPr/>
            <p:nvPr/>
          </p:nvSpPr>
          <p:spPr>
            <a:xfrm rot="0">
              <a:off x="3807" y="1483"/>
              <a:ext cx="10" cy="8"/>
            </a:xfrm>
            <a:custGeom>
              <a:avLst/>
              <a:ahLst/>
              <a:rect l="0" t="0" r="r" b="b"/>
              <a:pathLst>
                <a:path w="28" h="24">
                  <a:moveTo>
                    <a:pt x="0" y="24"/>
                  </a:moveTo>
                  <a:lnTo>
                    <a:pt x="28" y="2"/>
                  </a:lnTo>
                  <a:lnTo>
                    <a:pt x="27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41" name=""/>
            <p:cNvSpPr/>
            <p:nvPr/>
          </p:nvSpPr>
          <p:spPr>
            <a:xfrm rot="0" flipH="1" flipV="1">
              <a:off x="3816" y="14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42" name=""/>
            <p:cNvSpPr/>
            <p:nvPr/>
          </p:nvSpPr>
          <p:spPr>
            <a:xfrm rot="0">
              <a:off x="3788" y="1472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30" y="83"/>
                  </a:moveTo>
                  <a:lnTo>
                    <a:pt x="57" y="58"/>
                  </a:lnTo>
                  <a:lnTo>
                    <a:pt x="84" y="34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3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43" name=""/>
            <p:cNvSpPr/>
            <p:nvPr/>
          </p:nvSpPr>
          <p:spPr>
            <a:xfrm rot="0">
              <a:off x="3788" y="1472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30" y="83"/>
                  </a:moveTo>
                  <a:lnTo>
                    <a:pt x="57" y="58"/>
                  </a:lnTo>
                  <a:lnTo>
                    <a:pt x="84" y="34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3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44" name=""/>
            <p:cNvSpPr/>
            <p:nvPr/>
          </p:nvSpPr>
          <p:spPr>
            <a:xfrm rot="0">
              <a:off x="3778" y="1461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30" y="82"/>
                  </a:moveTo>
                  <a:lnTo>
                    <a:pt x="57" y="58"/>
                  </a:lnTo>
                  <a:lnTo>
                    <a:pt x="84" y="34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3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45" name=""/>
            <p:cNvSpPr/>
            <p:nvPr/>
          </p:nvSpPr>
          <p:spPr>
            <a:xfrm rot="0">
              <a:off x="3778" y="1461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30" y="82"/>
                  </a:moveTo>
                  <a:lnTo>
                    <a:pt x="57" y="58"/>
                  </a:lnTo>
                  <a:lnTo>
                    <a:pt x="84" y="34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3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46" name=""/>
            <p:cNvSpPr/>
            <p:nvPr/>
          </p:nvSpPr>
          <p:spPr>
            <a:xfrm rot="0">
              <a:off x="3787" y="1460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0" y="26"/>
                  </a:moveTo>
                  <a:lnTo>
                    <a:pt x="27" y="2"/>
                  </a:lnTo>
                  <a:lnTo>
                    <a:pt x="2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47" name=""/>
            <p:cNvSpPr/>
            <p:nvPr/>
          </p:nvSpPr>
          <p:spPr>
            <a:xfrm rot="0" flipH="1" flipV="1">
              <a:off x="3796" y="14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48" name=""/>
            <p:cNvSpPr/>
            <p:nvPr/>
          </p:nvSpPr>
          <p:spPr>
            <a:xfrm rot="0">
              <a:off x="3768" y="14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33" y="84"/>
                  </a:moveTo>
                  <a:lnTo>
                    <a:pt x="59" y="58"/>
                  </a:lnTo>
                  <a:lnTo>
                    <a:pt x="84" y="32"/>
                  </a:lnTo>
                  <a:lnTo>
                    <a:pt x="52" y="0"/>
                  </a:lnTo>
                  <a:lnTo>
                    <a:pt x="26" y="25"/>
                  </a:lnTo>
                  <a:lnTo>
                    <a:pt x="0" y="51"/>
                  </a:lnTo>
                  <a:lnTo>
                    <a:pt x="33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49" name=""/>
            <p:cNvSpPr/>
            <p:nvPr/>
          </p:nvSpPr>
          <p:spPr>
            <a:xfrm rot="0">
              <a:off x="3768" y="14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33" y="84"/>
                  </a:moveTo>
                  <a:lnTo>
                    <a:pt x="59" y="58"/>
                  </a:lnTo>
                  <a:lnTo>
                    <a:pt x="84" y="32"/>
                  </a:lnTo>
                  <a:lnTo>
                    <a:pt x="52" y="0"/>
                  </a:lnTo>
                  <a:lnTo>
                    <a:pt x="26" y="25"/>
                  </a:lnTo>
                  <a:lnTo>
                    <a:pt x="0" y="51"/>
                  </a:lnTo>
                  <a:lnTo>
                    <a:pt x="33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50" name=""/>
            <p:cNvSpPr/>
            <p:nvPr/>
          </p:nvSpPr>
          <p:spPr>
            <a:xfrm rot="0">
              <a:off x="3776" y="1449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0" y="27"/>
                  </a:moveTo>
                  <a:lnTo>
                    <a:pt x="26" y="2"/>
                  </a:lnTo>
                  <a:lnTo>
                    <a:pt x="2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51" name=""/>
            <p:cNvSpPr/>
            <p:nvPr/>
          </p:nvSpPr>
          <p:spPr>
            <a:xfrm rot="0" flipH="1" flipV="1">
              <a:off x="3784" y="1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52" name=""/>
            <p:cNvSpPr/>
            <p:nvPr/>
          </p:nvSpPr>
          <p:spPr>
            <a:xfrm rot="0">
              <a:off x="3757" y="1438"/>
              <a:ext cx="27" cy="29"/>
            </a:xfrm>
            <a:custGeom>
              <a:avLst/>
              <a:ahLst/>
              <a:rect l="0" t="0" r="r" b="b"/>
              <a:pathLst>
                <a:path w="82" h="85">
                  <a:moveTo>
                    <a:pt x="34" y="85"/>
                  </a:moveTo>
                  <a:lnTo>
                    <a:pt x="58" y="58"/>
                  </a:lnTo>
                  <a:lnTo>
                    <a:pt x="82" y="31"/>
                  </a:lnTo>
                  <a:lnTo>
                    <a:pt x="48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34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53" name=""/>
            <p:cNvSpPr/>
            <p:nvPr/>
          </p:nvSpPr>
          <p:spPr>
            <a:xfrm rot="0">
              <a:off x="3757" y="1438"/>
              <a:ext cx="27" cy="29"/>
            </a:xfrm>
            <a:custGeom>
              <a:avLst/>
              <a:ahLst/>
              <a:rect l="0" t="0" r="r" b="b"/>
              <a:pathLst>
                <a:path w="82" h="85">
                  <a:moveTo>
                    <a:pt x="34" y="85"/>
                  </a:moveTo>
                  <a:lnTo>
                    <a:pt x="58" y="58"/>
                  </a:lnTo>
                  <a:lnTo>
                    <a:pt x="82" y="31"/>
                  </a:lnTo>
                  <a:lnTo>
                    <a:pt x="48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34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54" name=""/>
            <p:cNvSpPr/>
            <p:nvPr/>
          </p:nvSpPr>
          <p:spPr>
            <a:xfrm rot="0">
              <a:off x="3765" y="1438"/>
              <a:ext cx="8" cy="9"/>
            </a:xfrm>
            <a:custGeom>
              <a:avLst/>
              <a:ahLst/>
              <a:rect l="0" t="0" r="r" b="b"/>
              <a:pathLst>
                <a:path w="24" h="29">
                  <a:moveTo>
                    <a:pt x="0" y="29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55" name=""/>
            <p:cNvSpPr/>
            <p:nvPr/>
          </p:nvSpPr>
          <p:spPr>
            <a:xfrm rot="0" flipH="1" flipV="1">
              <a:off x="3773" y="14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56" name=""/>
            <p:cNvSpPr/>
            <p:nvPr/>
          </p:nvSpPr>
          <p:spPr>
            <a:xfrm rot="0">
              <a:off x="3746" y="1428"/>
              <a:ext cx="27" cy="29"/>
            </a:xfrm>
            <a:custGeom>
              <a:avLst/>
              <a:ahLst/>
              <a:rect l="0" t="0" r="r" b="b"/>
              <a:pathLst>
                <a:path w="81" h="86">
                  <a:moveTo>
                    <a:pt x="35" y="86"/>
                  </a:moveTo>
                  <a:lnTo>
                    <a:pt x="58" y="58"/>
                  </a:lnTo>
                  <a:lnTo>
                    <a:pt x="81" y="29"/>
                  </a:lnTo>
                  <a:lnTo>
                    <a:pt x="45" y="0"/>
                  </a:lnTo>
                  <a:lnTo>
                    <a:pt x="22" y="28"/>
                  </a:lnTo>
                  <a:lnTo>
                    <a:pt x="0" y="56"/>
                  </a:lnTo>
                  <a:lnTo>
                    <a:pt x="35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57" name=""/>
            <p:cNvSpPr/>
            <p:nvPr/>
          </p:nvSpPr>
          <p:spPr>
            <a:xfrm rot="0">
              <a:off x="3746" y="1428"/>
              <a:ext cx="27" cy="29"/>
            </a:xfrm>
            <a:custGeom>
              <a:avLst/>
              <a:ahLst/>
              <a:rect l="0" t="0" r="r" b="b"/>
              <a:pathLst>
                <a:path w="81" h="86">
                  <a:moveTo>
                    <a:pt x="35" y="86"/>
                  </a:moveTo>
                  <a:lnTo>
                    <a:pt x="58" y="58"/>
                  </a:lnTo>
                  <a:lnTo>
                    <a:pt x="81" y="29"/>
                  </a:lnTo>
                  <a:lnTo>
                    <a:pt x="45" y="0"/>
                  </a:lnTo>
                  <a:lnTo>
                    <a:pt x="22" y="28"/>
                  </a:lnTo>
                  <a:lnTo>
                    <a:pt x="0" y="56"/>
                  </a:lnTo>
                  <a:lnTo>
                    <a:pt x="35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58" name=""/>
            <p:cNvSpPr/>
            <p:nvPr/>
          </p:nvSpPr>
          <p:spPr>
            <a:xfrm rot="0">
              <a:off x="3753" y="1428"/>
              <a:ext cx="8" cy="9"/>
            </a:xfrm>
            <a:custGeom>
              <a:avLst/>
              <a:ahLst/>
              <a:rect l="0" t="0" r="r" b="b"/>
              <a:pathLst>
                <a:path w="23" h="28">
                  <a:moveTo>
                    <a:pt x="0" y="28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59" name=""/>
            <p:cNvSpPr/>
            <p:nvPr/>
          </p:nvSpPr>
          <p:spPr>
            <a:xfrm rot="0">
              <a:off x="3761" y="14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60" name=""/>
            <p:cNvSpPr/>
            <p:nvPr/>
          </p:nvSpPr>
          <p:spPr>
            <a:xfrm rot="0">
              <a:off x="3733" y="1418"/>
              <a:ext cx="28" cy="29"/>
            </a:xfrm>
            <a:custGeom>
              <a:avLst/>
              <a:ahLst/>
              <a:rect l="0" t="0" r="r" b="b"/>
              <a:pathLst>
                <a:path w="82" h="85">
                  <a:moveTo>
                    <a:pt x="37" y="85"/>
                  </a:moveTo>
                  <a:lnTo>
                    <a:pt x="59" y="57"/>
                  </a:lnTo>
                  <a:lnTo>
                    <a:pt x="82" y="29"/>
                  </a:lnTo>
                  <a:lnTo>
                    <a:pt x="45" y="0"/>
                  </a:lnTo>
                  <a:lnTo>
                    <a:pt x="22" y="29"/>
                  </a:lnTo>
                  <a:lnTo>
                    <a:pt x="0" y="57"/>
                  </a:lnTo>
                  <a:lnTo>
                    <a:pt x="37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61" name=""/>
            <p:cNvSpPr/>
            <p:nvPr/>
          </p:nvSpPr>
          <p:spPr>
            <a:xfrm rot="0">
              <a:off x="3733" y="1418"/>
              <a:ext cx="28" cy="29"/>
            </a:xfrm>
            <a:custGeom>
              <a:avLst/>
              <a:ahLst/>
              <a:rect l="0" t="0" r="r" b="b"/>
              <a:pathLst>
                <a:path w="82" h="85">
                  <a:moveTo>
                    <a:pt x="37" y="85"/>
                  </a:moveTo>
                  <a:lnTo>
                    <a:pt x="59" y="57"/>
                  </a:lnTo>
                  <a:lnTo>
                    <a:pt x="82" y="29"/>
                  </a:lnTo>
                  <a:lnTo>
                    <a:pt x="45" y="0"/>
                  </a:lnTo>
                  <a:lnTo>
                    <a:pt x="22" y="29"/>
                  </a:lnTo>
                  <a:lnTo>
                    <a:pt x="0" y="57"/>
                  </a:lnTo>
                  <a:lnTo>
                    <a:pt x="37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62" name=""/>
            <p:cNvSpPr/>
            <p:nvPr/>
          </p:nvSpPr>
          <p:spPr>
            <a:xfrm rot="0">
              <a:off x="3741" y="1418"/>
              <a:ext cx="7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0" y="30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63" name=""/>
            <p:cNvSpPr/>
            <p:nvPr/>
          </p:nvSpPr>
          <p:spPr>
            <a:xfrm rot="0" flipH="1" flipV="1">
              <a:off x="3748" y="1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64" name=""/>
            <p:cNvSpPr/>
            <p:nvPr/>
          </p:nvSpPr>
          <p:spPr>
            <a:xfrm rot="0">
              <a:off x="3721" y="1409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37" y="86"/>
                  </a:moveTo>
                  <a:lnTo>
                    <a:pt x="58" y="57"/>
                  </a:lnTo>
                  <a:lnTo>
                    <a:pt x="80" y="27"/>
                  </a:lnTo>
                  <a:lnTo>
                    <a:pt x="43" y="0"/>
                  </a:lnTo>
                  <a:lnTo>
                    <a:pt x="21" y="29"/>
                  </a:lnTo>
                  <a:lnTo>
                    <a:pt x="0" y="59"/>
                  </a:lnTo>
                  <a:lnTo>
                    <a:pt x="3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65" name=""/>
            <p:cNvSpPr/>
            <p:nvPr/>
          </p:nvSpPr>
          <p:spPr>
            <a:xfrm rot="0">
              <a:off x="3721" y="1409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37" y="86"/>
                  </a:moveTo>
                  <a:lnTo>
                    <a:pt x="58" y="57"/>
                  </a:lnTo>
                  <a:lnTo>
                    <a:pt x="80" y="27"/>
                  </a:lnTo>
                  <a:lnTo>
                    <a:pt x="43" y="0"/>
                  </a:lnTo>
                  <a:lnTo>
                    <a:pt x="21" y="29"/>
                  </a:lnTo>
                  <a:lnTo>
                    <a:pt x="0" y="59"/>
                  </a:lnTo>
                  <a:lnTo>
                    <a:pt x="3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66" name=""/>
            <p:cNvSpPr/>
            <p:nvPr/>
          </p:nvSpPr>
          <p:spPr>
            <a:xfrm rot="0">
              <a:off x="3728" y="1408"/>
              <a:ext cx="8" cy="11"/>
            </a:xfrm>
            <a:custGeom>
              <a:avLst/>
              <a:ahLst/>
              <a:rect l="0" t="0" r="r" b="b"/>
              <a:pathLst>
                <a:path w="22" h="31">
                  <a:moveTo>
                    <a:pt x="0" y="31"/>
                  </a:moveTo>
                  <a:lnTo>
                    <a:pt x="22" y="2"/>
                  </a:lnTo>
                  <a:lnTo>
                    <a:pt x="19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67" name=""/>
            <p:cNvSpPr/>
            <p:nvPr/>
          </p:nvSpPr>
          <p:spPr>
            <a:xfrm rot="0" flipH="1" flipV="1">
              <a:off x="3735" y="14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68" name=""/>
            <p:cNvSpPr/>
            <p:nvPr/>
          </p:nvSpPr>
          <p:spPr>
            <a:xfrm rot="0">
              <a:off x="3709" y="1400"/>
              <a:ext cx="26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40" y="87"/>
                  </a:moveTo>
                  <a:lnTo>
                    <a:pt x="58" y="55"/>
                  </a:lnTo>
                  <a:lnTo>
                    <a:pt x="77" y="24"/>
                  </a:lnTo>
                  <a:lnTo>
                    <a:pt x="37" y="0"/>
                  </a:lnTo>
                  <a:lnTo>
                    <a:pt x="18" y="31"/>
                  </a:lnTo>
                  <a:lnTo>
                    <a:pt x="0" y="63"/>
                  </a:lnTo>
                  <a:lnTo>
                    <a:pt x="4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69" name=""/>
            <p:cNvSpPr/>
            <p:nvPr/>
          </p:nvSpPr>
          <p:spPr>
            <a:xfrm rot="0">
              <a:off x="3709" y="1400"/>
              <a:ext cx="26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40" y="87"/>
                  </a:moveTo>
                  <a:lnTo>
                    <a:pt x="58" y="55"/>
                  </a:lnTo>
                  <a:lnTo>
                    <a:pt x="77" y="24"/>
                  </a:lnTo>
                  <a:lnTo>
                    <a:pt x="37" y="0"/>
                  </a:lnTo>
                  <a:lnTo>
                    <a:pt x="18" y="31"/>
                  </a:lnTo>
                  <a:lnTo>
                    <a:pt x="0" y="63"/>
                  </a:lnTo>
                  <a:lnTo>
                    <a:pt x="4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70" name=""/>
            <p:cNvSpPr/>
            <p:nvPr/>
          </p:nvSpPr>
          <p:spPr>
            <a:xfrm rot="0">
              <a:off x="3715" y="1400"/>
              <a:ext cx="6" cy="11"/>
            </a:xfrm>
            <a:custGeom>
              <a:avLst/>
              <a:ahLst/>
              <a:rect l="0" t="0" r="r" b="b"/>
              <a:pathLst>
                <a:path w="19" h="31">
                  <a:moveTo>
                    <a:pt x="0" y="31"/>
                  </a:moveTo>
                  <a:lnTo>
                    <a:pt x="19" y="0"/>
                  </a:lnTo>
                  <a:lnTo>
                    <a:pt x="19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71" name=""/>
            <p:cNvSpPr/>
            <p:nvPr/>
          </p:nvSpPr>
          <p:spPr>
            <a:xfrm rot="0">
              <a:off x="3721" y="14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72" name=""/>
            <p:cNvSpPr/>
            <p:nvPr/>
          </p:nvSpPr>
          <p:spPr>
            <a:xfrm rot="0">
              <a:off x="3696" y="1392"/>
              <a:ext cx="25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40" y="87"/>
                  </a:moveTo>
                  <a:lnTo>
                    <a:pt x="58" y="55"/>
                  </a:lnTo>
                  <a:lnTo>
                    <a:pt x="77" y="24"/>
                  </a:lnTo>
                  <a:lnTo>
                    <a:pt x="37" y="0"/>
                  </a:lnTo>
                  <a:lnTo>
                    <a:pt x="19" y="31"/>
                  </a:lnTo>
                  <a:lnTo>
                    <a:pt x="0" y="62"/>
                  </a:lnTo>
                  <a:lnTo>
                    <a:pt x="4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73" name=""/>
            <p:cNvSpPr/>
            <p:nvPr/>
          </p:nvSpPr>
          <p:spPr>
            <a:xfrm rot="0">
              <a:off x="3696" y="1392"/>
              <a:ext cx="25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40" y="87"/>
                  </a:moveTo>
                  <a:lnTo>
                    <a:pt x="58" y="55"/>
                  </a:lnTo>
                  <a:lnTo>
                    <a:pt x="77" y="24"/>
                  </a:lnTo>
                  <a:lnTo>
                    <a:pt x="37" y="0"/>
                  </a:lnTo>
                  <a:lnTo>
                    <a:pt x="19" y="31"/>
                  </a:lnTo>
                  <a:lnTo>
                    <a:pt x="0" y="62"/>
                  </a:lnTo>
                  <a:lnTo>
                    <a:pt x="4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74" name=""/>
            <p:cNvSpPr/>
            <p:nvPr/>
          </p:nvSpPr>
          <p:spPr>
            <a:xfrm rot="0">
              <a:off x="3702" y="1392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0" y="33"/>
                  </a:moveTo>
                  <a:lnTo>
                    <a:pt x="18" y="2"/>
                  </a:lnTo>
                  <a:lnTo>
                    <a:pt x="1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75" name=""/>
            <p:cNvSpPr/>
            <p:nvPr/>
          </p:nvSpPr>
          <p:spPr>
            <a:xfrm rot="0" flipH="1" flipV="1">
              <a:off x="3708" y="1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76" name=""/>
            <p:cNvSpPr/>
            <p:nvPr/>
          </p:nvSpPr>
          <p:spPr>
            <a:xfrm rot="0">
              <a:off x="3682" y="1385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41" y="87"/>
                  </a:moveTo>
                  <a:lnTo>
                    <a:pt x="59" y="54"/>
                  </a:lnTo>
                  <a:lnTo>
                    <a:pt x="76" y="21"/>
                  </a:lnTo>
                  <a:lnTo>
                    <a:pt x="34" y="0"/>
                  </a:lnTo>
                  <a:lnTo>
                    <a:pt x="17" y="33"/>
                  </a:lnTo>
                  <a:lnTo>
                    <a:pt x="0" y="65"/>
                  </a:lnTo>
                  <a:lnTo>
                    <a:pt x="41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77" name=""/>
            <p:cNvSpPr/>
            <p:nvPr/>
          </p:nvSpPr>
          <p:spPr>
            <a:xfrm rot="0">
              <a:off x="3682" y="1385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41" y="87"/>
                  </a:moveTo>
                  <a:lnTo>
                    <a:pt x="59" y="54"/>
                  </a:lnTo>
                  <a:lnTo>
                    <a:pt x="76" y="21"/>
                  </a:lnTo>
                  <a:lnTo>
                    <a:pt x="34" y="0"/>
                  </a:lnTo>
                  <a:lnTo>
                    <a:pt x="17" y="33"/>
                  </a:lnTo>
                  <a:lnTo>
                    <a:pt x="0" y="65"/>
                  </a:lnTo>
                  <a:lnTo>
                    <a:pt x="41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78" name=""/>
            <p:cNvSpPr/>
            <p:nvPr/>
          </p:nvSpPr>
          <p:spPr>
            <a:xfrm rot="0">
              <a:off x="3688" y="1385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33"/>
                  </a:moveTo>
                  <a:lnTo>
                    <a:pt x="17" y="0"/>
                  </a:lnTo>
                  <a:lnTo>
                    <a:pt x="15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79" name=""/>
            <p:cNvSpPr/>
            <p:nvPr/>
          </p:nvSpPr>
          <p:spPr>
            <a:xfrm rot="0" flipH="1">
              <a:off x="3693" y="1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80" name=""/>
            <p:cNvSpPr/>
            <p:nvPr/>
          </p:nvSpPr>
          <p:spPr>
            <a:xfrm rot="0">
              <a:off x="3670" y="1378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41" y="84"/>
                  </a:moveTo>
                  <a:lnTo>
                    <a:pt x="55" y="52"/>
                  </a:lnTo>
                  <a:lnTo>
                    <a:pt x="70" y="19"/>
                  </a:lnTo>
                  <a:lnTo>
                    <a:pt x="28" y="0"/>
                  </a:lnTo>
                  <a:lnTo>
                    <a:pt x="14" y="33"/>
                  </a:lnTo>
                  <a:lnTo>
                    <a:pt x="0" y="66"/>
                  </a:lnTo>
                  <a:lnTo>
                    <a:pt x="41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81" name=""/>
            <p:cNvSpPr/>
            <p:nvPr/>
          </p:nvSpPr>
          <p:spPr>
            <a:xfrm rot="0">
              <a:off x="3670" y="1378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41" y="84"/>
                  </a:moveTo>
                  <a:lnTo>
                    <a:pt x="55" y="52"/>
                  </a:lnTo>
                  <a:lnTo>
                    <a:pt x="70" y="19"/>
                  </a:lnTo>
                  <a:lnTo>
                    <a:pt x="28" y="0"/>
                  </a:lnTo>
                  <a:lnTo>
                    <a:pt x="14" y="33"/>
                  </a:lnTo>
                  <a:lnTo>
                    <a:pt x="0" y="66"/>
                  </a:lnTo>
                  <a:lnTo>
                    <a:pt x="41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82" name=""/>
            <p:cNvSpPr/>
            <p:nvPr/>
          </p:nvSpPr>
          <p:spPr>
            <a:xfrm rot="0">
              <a:off x="3674" y="1378"/>
              <a:ext cx="5" cy="11"/>
            </a:xfrm>
            <a:custGeom>
              <a:avLst/>
              <a:ahLst/>
              <a:rect l="0" t="0" r="r" b="b"/>
              <a:pathLst>
                <a:path w="14" h="33">
                  <a:moveTo>
                    <a:pt x="0" y="33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83" name=""/>
            <p:cNvSpPr/>
            <p:nvPr/>
          </p:nvSpPr>
          <p:spPr>
            <a:xfrm rot="0">
              <a:off x="3679" y="13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84" name=""/>
            <p:cNvSpPr/>
            <p:nvPr/>
          </p:nvSpPr>
          <p:spPr>
            <a:xfrm rot="0">
              <a:off x="3655" y="1372"/>
              <a:ext cx="24" cy="28"/>
            </a:xfrm>
            <a:custGeom>
              <a:avLst/>
              <a:ahLst/>
              <a:rect l="0" t="0" r="r" b="b"/>
              <a:pathLst>
                <a:path w="71" h="84">
                  <a:moveTo>
                    <a:pt x="43" y="84"/>
                  </a:moveTo>
                  <a:lnTo>
                    <a:pt x="57" y="51"/>
                  </a:lnTo>
                  <a:lnTo>
                    <a:pt x="71" y="18"/>
                  </a:lnTo>
                  <a:lnTo>
                    <a:pt x="28" y="0"/>
                  </a:lnTo>
                  <a:lnTo>
                    <a:pt x="14" y="33"/>
                  </a:lnTo>
                  <a:lnTo>
                    <a:pt x="0" y="65"/>
                  </a:lnTo>
                  <a:lnTo>
                    <a:pt x="43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85" name=""/>
            <p:cNvSpPr/>
            <p:nvPr/>
          </p:nvSpPr>
          <p:spPr>
            <a:xfrm rot="0">
              <a:off x="3655" y="1372"/>
              <a:ext cx="24" cy="28"/>
            </a:xfrm>
            <a:custGeom>
              <a:avLst/>
              <a:ahLst/>
              <a:rect l="0" t="0" r="r" b="b"/>
              <a:pathLst>
                <a:path w="71" h="84">
                  <a:moveTo>
                    <a:pt x="43" y="84"/>
                  </a:moveTo>
                  <a:lnTo>
                    <a:pt x="57" y="51"/>
                  </a:lnTo>
                  <a:lnTo>
                    <a:pt x="71" y="18"/>
                  </a:lnTo>
                  <a:lnTo>
                    <a:pt x="28" y="0"/>
                  </a:lnTo>
                  <a:lnTo>
                    <a:pt x="14" y="33"/>
                  </a:lnTo>
                  <a:lnTo>
                    <a:pt x="0" y="65"/>
                  </a:lnTo>
                  <a:lnTo>
                    <a:pt x="43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86" name=""/>
            <p:cNvSpPr/>
            <p:nvPr/>
          </p:nvSpPr>
          <p:spPr>
            <a:xfrm rot="0">
              <a:off x="3648" y="1371"/>
              <a:ext cx="17" cy="23"/>
            </a:xfrm>
            <a:custGeom>
              <a:avLst/>
              <a:ahLst/>
              <a:rect l="0" t="0" r="r" b="b"/>
              <a:pathLst>
                <a:path w="49" h="68">
                  <a:moveTo>
                    <a:pt x="35" y="36"/>
                  </a:moveTo>
                  <a:lnTo>
                    <a:pt x="21" y="68"/>
                  </a:lnTo>
                  <a:lnTo>
                    <a:pt x="11" y="63"/>
                  </a:lnTo>
                  <a:lnTo>
                    <a:pt x="4" y="54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3" y="21"/>
                  </a:lnTo>
                  <a:lnTo>
                    <a:pt x="8" y="11"/>
                  </a:lnTo>
                  <a:lnTo>
                    <a:pt x="17" y="4"/>
                  </a:lnTo>
                  <a:lnTo>
                    <a:pt x="27" y="0"/>
                  </a:lnTo>
                  <a:lnTo>
                    <a:pt x="38" y="0"/>
                  </a:lnTo>
                  <a:lnTo>
                    <a:pt x="49" y="3"/>
                  </a:lnTo>
                  <a:lnTo>
                    <a:pt x="35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87" name=""/>
            <p:cNvSpPr/>
            <p:nvPr/>
          </p:nvSpPr>
          <p:spPr>
            <a:xfrm rot="0">
              <a:off x="3648" y="1371"/>
              <a:ext cx="17" cy="23"/>
            </a:xfrm>
            <a:custGeom>
              <a:avLst/>
              <a:ahLst/>
              <a:rect l="0" t="0" r="r" b="b"/>
              <a:pathLst>
                <a:path w="49" h="68">
                  <a:moveTo>
                    <a:pt x="21" y="68"/>
                  </a:moveTo>
                  <a:lnTo>
                    <a:pt x="11" y="63"/>
                  </a:lnTo>
                  <a:lnTo>
                    <a:pt x="4" y="54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3" y="21"/>
                  </a:lnTo>
                  <a:lnTo>
                    <a:pt x="8" y="11"/>
                  </a:lnTo>
                  <a:lnTo>
                    <a:pt x="17" y="4"/>
                  </a:lnTo>
                  <a:lnTo>
                    <a:pt x="27" y="0"/>
                  </a:lnTo>
                  <a:lnTo>
                    <a:pt x="38" y="0"/>
                  </a:lnTo>
                  <a:lnTo>
                    <a:pt x="49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88" name=""/>
            <p:cNvSpPr/>
            <p:nvPr/>
          </p:nvSpPr>
          <p:spPr>
            <a:xfrm rot="0">
              <a:off x="3648" y="187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89" name=""/>
            <p:cNvSpPr/>
            <p:nvPr/>
          </p:nvSpPr>
          <p:spPr>
            <a:xfrm rot="0">
              <a:off x="3648" y="187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90" name=""/>
            <p:cNvSpPr/>
            <p:nvPr/>
          </p:nvSpPr>
          <p:spPr>
            <a:xfrm rot="0">
              <a:off x="3648" y="1886"/>
              <a:ext cx="24" cy="156"/>
            </a:xfrm>
            <a:custGeom>
              <a:avLst/>
              <a:ahLst/>
              <a:rect l="0" t="0" r="r" b="b"/>
              <a:pathLst>
                <a:path w="72" h="467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5" y="467"/>
                  </a:lnTo>
                  <a:lnTo>
                    <a:pt x="72" y="467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91" name=""/>
            <p:cNvSpPr/>
            <p:nvPr/>
          </p:nvSpPr>
          <p:spPr>
            <a:xfrm rot="0">
              <a:off x="3648" y="1886"/>
              <a:ext cx="24" cy="156"/>
            </a:xfrm>
            <a:custGeom>
              <a:avLst/>
              <a:ahLst/>
              <a:rect l="0" t="0" r="r" b="b"/>
              <a:pathLst>
                <a:path w="72" h="467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5" y="467"/>
                  </a:lnTo>
                  <a:lnTo>
                    <a:pt x="72" y="467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92" name=""/>
            <p:cNvSpPr/>
            <p:nvPr/>
          </p:nvSpPr>
          <p:spPr>
            <a:xfrm rot="0">
              <a:off x="3648" y="2042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2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93" name=""/>
            <p:cNvSpPr/>
            <p:nvPr/>
          </p:nvSpPr>
          <p:spPr>
            <a:xfrm rot="0">
              <a:off x="3648" y="2042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2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94" name=""/>
            <p:cNvSpPr/>
            <p:nvPr/>
          </p:nvSpPr>
          <p:spPr>
            <a:xfrm rot="0">
              <a:off x="3648" y="1371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95" name=""/>
            <p:cNvSpPr/>
            <p:nvPr/>
          </p:nvSpPr>
          <p:spPr>
            <a:xfrm rot="0">
              <a:off x="3648" y="1371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96" name=""/>
            <p:cNvSpPr/>
            <p:nvPr/>
          </p:nvSpPr>
          <p:spPr>
            <a:xfrm rot="0">
              <a:off x="3648" y="1383"/>
              <a:ext cx="24" cy="156"/>
            </a:xfrm>
            <a:custGeom>
              <a:avLst/>
              <a:ahLst/>
              <a:rect l="0" t="0" r="r" b="b"/>
              <a:pathLst>
                <a:path w="72" h="467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5" y="467"/>
                  </a:lnTo>
                  <a:lnTo>
                    <a:pt x="72" y="467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97" name=""/>
            <p:cNvSpPr/>
            <p:nvPr/>
          </p:nvSpPr>
          <p:spPr>
            <a:xfrm rot="0">
              <a:off x="3648" y="1383"/>
              <a:ext cx="24" cy="156"/>
            </a:xfrm>
            <a:custGeom>
              <a:avLst/>
              <a:ahLst/>
              <a:rect l="0" t="0" r="r" b="b"/>
              <a:pathLst>
                <a:path w="72" h="467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5" y="467"/>
                  </a:lnTo>
                  <a:lnTo>
                    <a:pt x="72" y="467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298" name=""/>
            <p:cNvSpPr/>
            <p:nvPr/>
          </p:nvSpPr>
          <p:spPr>
            <a:xfrm rot="0">
              <a:off x="3648" y="1539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299" name=""/>
            <p:cNvSpPr/>
            <p:nvPr/>
          </p:nvSpPr>
          <p:spPr>
            <a:xfrm rot="0">
              <a:off x="3648" y="1539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00" name=""/>
            <p:cNvSpPr/>
            <p:nvPr/>
          </p:nvSpPr>
          <p:spPr>
            <a:xfrm rot="0">
              <a:off x="3648" y="187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35" y="28"/>
                  </a:moveTo>
                  <a:lnTo>
                    <a:pt x="58" y="57"/>
                  </a:lnTo>
                  <a:lnTo>
                    <a:pt x="48" y="62"/>
                  </a:lnTo>
                  <a:lnTo>
                    <a:pt x="37" y="64"/>
                  </a:lnTo>
                  <a:lnTo>
                    <a:pt x="25" y="64"/>
                  </a:lnTo>
                  <a:lnTo>
                    <a:pt x="15" y="58"/>
                  </a:lnTo>
                  <a:lnTo>
                    <a:pt x="7" y="51"/>
                  </a:lnTo>
                  <a:lnTo>
                    <a:pt x="1" y="41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5" y="8"/>
                  </a:lnTo>
                  <a:lnTo>
                    <a:pt x="12" y="0"/>
                  </a:lnTo>
                  <a:lnTo>
                    <a:pt x="3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01" name=""/>
            <p:cNvSpPr/>
            <p:nvPr/>
          </p:nvSpPr>
          <p:spPr>
            <a:xfrm rot="0">
              <a:off x="3648" y="187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58" y="57"/>
                  </a:moveTo>
                  <a:lnTo>
                    <a:pt x="48" y="62"/>
                  </a:lnTo>
                  <a:lnTo>
                    <a:pt x="37" y="64"/>
                  </a:lnTo>
                  <a:lnTo>
                    <a:pt x="25" y="64"/>
                  </a:lnTo>
                  <a:lnTo>
                    <a:pt x="15" y="58"/>
                  </a:lnTo>
                  <a:lnTo>
                    <a:pt x="7" y="51"/>
                  </a:lnTo>
                  <a:lnTo>
                    <a:pt x="1" y="41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5" y="8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02" name=""/>
            <p:cNvSpPr/>
            <p:nvPr/>
          </p:nvSpPr>
          <p:spPr>
            <a:xfrm rot="0">
              <a:off x="3652" y="1869"/>
              <a:ext cx="25" cy="27"/>
            </a:xfrm>
            <a:custGeom>
              <a:avLst/>
              <a:ahLst/>
              <a:rect l="0" t="0" r="r" b="b"/>
              <a:pathLst>
                <a:path w="75" h="80">
                  <a:moveTo>
                    <a:pt x="0" y="23"/>
                  </a:moveTo>
                  <a:lnTo>
                    <a:pt x="23" y="51"/>
                  </a:lnTo>
                  <a:lnTo>
                    <a:pt x="46" y="80"/>
                  </a:lnTo>
                  <a:lnTo>
                    <a:pt x="75" y="57"/>
                  </a:lnTo>
                  <a:lnTo>
                    <a:pt x="52" y="28"/>
                  </a:lnTo>
                  <a:lnTo>
                    <a:pt x="29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03" name=""/>
            <p:cNvSpPr/>
            <p:nvPr/>
          </p:nvSpPr>
          <p:spPr>
            <a:xfrm rot="0">
              <a:off x="3652" y="1869"/>
              <a:ext cx="25" cy="27"/>
            </a:xfrm>
            <a:custGeom>
              <a:avLst/>
              <a:ahLst/>
              <a:rect l="0" t="0" r="r" b="b"/>
              <a:pathLst>
                <a:path w="75" h="80">
                  <a:moveTo>
                    <a:pt x="0" y="23"/>
                  </a:moveTo>
                  <a:lnTo>
                    <a:pt x="23" y="51"/>
                  </a:lnTo>
                  <a:lnTo>
                    <a:pt x="46" y="80"/>
                  </a:lnTo>
                  <a:lnTo>
                    <a:pt x="75" y="57"/>
                  </a:lnTo>
                  <a:lnTo>
                    <a:pt x="52" y="28"/>
                  </a:lnTo>
                  <a:lnTo>
                    <a:pt x="29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04" name=""/>
            <p:cNvSpPr/>
            <p:nvPr/>
          </p:nvSpPr>
          <p:spPr>
            <a:xfrm rot="0">
              <a:off x="3670" y="1879"/>
              <a:ext cx="8" cy="9"/>
            </a:xfrm>
            <a:custGeom>
              <a:avLst/>
              <a:ahLst/>
              <a:rect l="0" t="0" r="r" b="b"/>
              <a:pathLst>
                <a:path w="24" h="29">
                  <a:moveTo>
                    <a:pt x="0" y="0"/>
                  </a:moveTo>
                  <a:lnTo>
                    <a:pt x="23" y="29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05" name=""/>
            <p:cNvSpPr/>
            <p:nvPr/>
          </p:nvSpPr>
          <p:spPr>
            <a:xfrm rot="0" flipV="1">
              <a:off x="3677" y="1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06" name=""/>
            <p:cNvSpPr/>
            <p:nvPr/>
          </p:nvSpPr>
          <p:spPr>
            <a:xfrm rot="0">
              <a:off x="3662" y="1862"/>
              <a:ext cx="25" cy="26"/>
            </a:xfrm>
            <a:custGeom>
              <a:avLst/>
              <a:ahLst/>
              <a:rect l="0" t="0" r="r" b="b"/>
              <a:pathLst>
                <a:path w="76" h="78">
                  <a:moveTo>
                    <a:pt x="0" y="24"/>
                  </a:moveTo>
                  <a:lnTo>
                    <a:pt x="24" y="51"/>
                  </a:lnTo>
                  <a:lnTo>
                    <a:pt x="48" y="78"/>
                  </a:lnTo>
                  <a:lnTo>
                    <a:pt x="76" y="54"/>
                  </a:lnTo>
                  <a:lnTo>
                    <a:pt x="52" y="27"/>
                  </a:lnTo>
                  <a:lnTo>
                    <a:pt x="28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07" name=""/>
            <p:cNvSpPr/>
            <p:nvPr/>
          </p:nvSpPr>
          <p:spPr>
            <a:xfrm rot="0">
              <a:off x="3662" y="1862"/>
              <a:ext cx="25" cy="26"/>
            </a:xfrm>
            <a:custGeom>
              <a:avLst/>
              <a:ahLst/>
              <a:rect l="0" t="0" r="r" b="b"/>
              <a:pathLst>
                <a:path w="76" h="78">
                  <a:moveTo>
                    <a:pt x="0" y="24"/>
                  </a:moveTo>
                  <a:lnTo>
                    <a:pt x="24" y="51"/>
                  </a:lnTo>
                  <a:lnTo>
                    <a:pt x="48" y="78"/>
                  </a:lnTo>
                  <a:lnTo>
                    <a:pt x="76" y="54"/>
                  </a:lnTo>
                  <a:lnTo>
                    <a:pt x="52" y="27"/>
                  </a:lnTo>
                  <a:lnTo>
                    <a:pt x="28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08" name=""/>
            <p:cNvSpPr/>
            <p:nvPr/>
          </p:nvSpPr>
          <p:spPr>
            <a:xfrm rot="0">
              <a:off x="3679" y="1871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0" y="0"/>
                  </a:moveTo>
                  <a:lnTo>
                    <a:pt x="24" y="27"/>
                  </a:lnTo>
                  <a:lnTo>
                    <a:pt x="2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09" name=""/>
            <p:cNvSpPr/>
            <p:nvPr/>
          </p:nvSpPr>
          <p:spPr>
            <a:xfrm rot="0" flipV="1">
              <a:off x="3687" y="18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10" name=""/>
            <p:cNvSpPr/>
            <p:nvPr/>
          </p:nvSpPr>
          <p:spPr>
            <a:xfrm rot="0">
              <a:off x="3671" y="1854"/>
              <a:ext cx="25" cy="25"/>
            </a:xfrm>
            <a:custGeom>
              <a:avLst/>
              <a:ahLst/>
              <a:rect l="0" t="0" r="r" b="b"/>
              <a:pathLst>
                <a:path w="76" h="77">
                  <a:moveTo>
                    <a:pt x="0" y="25"/>
                  </a:moveTo>
                  <a:lnTo>
                    <a:pt x="25" y="51"/>
                  </a:lnTo>
                  <a:lnTo>
                    <a:pt x="51" y="77"/>
                  </a:lnTo>
                  <a:lnTo>
                    <a:pt x="76" y="51"/>
                  </a:lnTo>
                  <a:lnTo>
                    <a:pt x="51" y="25"/>
                  </a:lnTo>
                  <a:lnTo>
                    <a:pt x="2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11" name=""/>
            <p:cNvSpPr/>
            <p:nvPr/>
          </p:nvSpPr>
          <p:spPr>
            <a:xfrm rot="0">
              <a:off x="3671" y="1854"/>
              <a:ext cx="25" cy="25"/>
            </a:xfrm>
            <a:custGeom>
              <a:avLst/>
              <a:ahLst/>
              <a:rect l="0" t="0" r="r" b="b"/>
              <a:pathLst>
                <a:path w="76" h="77">
                  <a:moveTo>
                    <a:pt x="0" y="25"/>
                  </a:moveTo>
                  <a:lnTo>
                    <a:pt x="25" y="51"/>
                  </a:lnTo>
                  <a:lnTo>
                    <a:pt x="51" y="77"/>
                  </a:lnTo>
                  <a:lnTo>
                    <a:pt x="76" y="51"/>
                  </a:lnTo>
                  <a:lnTo>
                    <a:pt x="51" y="25"/>
                  </a:lnTo>
                  <a:lnTo>
                    <a:pt x="25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12" name=""/>
            <p:cNvSpPr/>
            <p:nvPr/>
          </p:nvSpPr>
          <p:spPr>
            <a:xfrm rot="0">
              <a:off x="3688" y="1862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0" y="0"/>
                  </a:moveTo>
                  <a:lnTo>
                    <a:pt x="25" y="26"/>
                  </a:lnTo>
                  <a:lnTo>
                    <a:pt x="27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13" name=""/>
            <p:cNvSpPr/>
            <p:nvPr/>
          </p:nvSpPr>
          <p:spPr>
            <a:xfrm rot="0" flipV="1">
              <a:off x="3696" y="1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14" name=""/>
            <p:cNvSpPr/>
            <p:nvPr/>
          </p:nvSpPr>
          <p:spPr>
            <a:xfrm rot="0">
              <a:off x="3679" y="1845"/>
              <a:ext cx="26" cy="25"/>
            </a:xfrm>
            <a:custGeom>
              <a:avLst/>
              <a:ahLst/>
              <a:rect l="0" t="0" r="r" b="b"/>
              <a:pathLst>
                <a:path w="78" h="76">
                  <a:moveTo>
                    <a:pt x="0" y="27"/>
                  </a:moveTo>
                  <a:lnTo>
                    <a:pt x="27" y="51"/>
                  </a:lnTo>
                  <a:lnTo>
                    <a:pt x="54" y="76"/>
                  </a:lnTo>
                  <a:lnTo>
                    <a:pt x="78" y="49"/>
                  </a:lnTo>
                  <a:lnTo>
                    <a:pt x="51" y="24"/>
                  </a:lnTo>
                  <a:lnTo>
                    <a:pt x="2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15" name=""/>
            <p:cNvSpPr/>
            <p:nvPr/>
          </p:nvSpPr>
          <p:spPr>
            <a:xfrm rot="0">
              <a:off x="3679" y="1845"/>
              <a:ext cx="26" cy="25"/>
            </a:xfrm>
            <a:custGeom>
              <a:avLst/>
              <a:ahLst/>
              <a:rect l="0" t="0" r="r" b="b"/>
              <a:pathLst>
                <a:path w="78" h="76">
                  <a:moveTo>
                    <a:pt x="0" y="27"/>
                  </a:moveTo>
                  <a:lnTo>
                    <a:pt x="27" y="51"/>
                  </a:lnTo>
                  <a:lnTo>
                    <a:pt x="54" y="76"/>
                  </a:lnTo>
                  <a:lnTo>
                    <a:pt x="78" y="49"/>
                  </a:lnTo>
                  <a:lnTo>
                    <a:pt x="51" y="24"/>
                  </a:lnTo>
                  <a:lnTo>
                    <a:pt x="24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4" name=""/>
          <p:cNvGrpSpPr/>
          <p:nvPr/>
        </p:nvGrpSpPr>
        <p:grpSpPr>
          <a:xfrm rot="0">
            <a:off x="5041900" y="2176462"/>
            <a:ext cx="927100" cy="779462"/>
            <a:chOff x="3176" y="1371"/>
            <a:chExt cx="584" cy="491"/>
          </a:xfrm>
        </p:grpSpPr>
        <p:sp>
          <p:nvSpPr>
            <p:cNvPr id="1071316" name=""/>
            <p:cNvSpPr/>
            <p:nvPr/>
          </p:nvSpPr>
          <p:spPr>
            <a:xfrm rot="0">
              <a:off x="3696" y="1853"/>
              <a:ext cx="9" cy="8"/>
            </a:xfrm>
            <a:custGeom>
              <a:avLst/>
              <a:ahLst/>
              <a:rect l="0" t="0" r="r" b="b"/>
              <a:pathLst>
                <a:path w="29" h="25">
                  <a:moveTo>
                    <a:pt x="0" y="0"/>
                  </a:moveTo>
                  <a:lnTo>
                    <a:pt x="27" y="25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17" name=""/>
            <p:cNvSpPr/>
            <p:nvPr/>
          </p:nvSpPr>
          <p:spPr>
            <a:xfrm rot="0" flipV="1">
              <a:off x="3705" y="18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18" name=""/>
            <p:cNvSpPr/>
            <p:nvPr/>
          </p:nvSpPr>
          <p:spPr>
            <a:xfrm rot="0">
              <a:off x="3686" y="1836"/>
              <a:ext cx="27" cy="25"/>
            </a:xfrm>
            <a:custGeom>
              <a:avLst/>
              <a:ahLst/>
              <a:rect l="0" t="0" r="r" b="b"/>
              <a:pathLst>
                <a:path w="79" h="74">
                  <a:moveTo>
                    <a:pt x="0" y="29"/>
                  </a:moveTo>
                  <a:lnTo>
                    <a:pt x="28" y="51"/>
                  </a:lnTo>
                  <a:lnTo>
                    <a:pt x="57" y="74"/>
                  </a:lnTo>
                  <a:lnTo>
                    <a:pt x="79" y="46"/>
                  </a:lnTo>
                  <a:lnTo>
                    <a:pt x="51" y="23"/>
                  </a:lnTo>
                  <a:lnTo>
                    <a:pt x="22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19" name=""/>
            <p:cNvSpPr/>
            <p:nvPr/>
          </p:nvSpPr>
          <p:spPr>
            <a:xfrm rot="0">
              <a:off x="3686" y="1836"/>
              <a:ext cx="27" cy="25"/>
            </a:xfrm>
            <a:custGeom>
              <a:avLst/>
              <a:ahLst/>
              <a:rect l="0" t="0" r="r" b="b"/>
              <a:pathLst>
                <a:path w="79" h="74">
                  <a:moveTo>
                    <a:pt x="0" y="29"/>
                  </a:moveTo>
                  <a:lnTo>
                    <a:pt x="28" y="51"/>
                  </a:lnTo>
                  <a:lnTo>
                    <a:pt x="57" y="74"/>
                  </a:lnTo>
                  <a:lnTo>
                    <a:pt x="79" y="46"/>
                  </a:lnTo>
                  <a:lnTo>
                    <a:pt x="51" y="23"/>
                  </a:lnTo>
                  <a:lnTo>
                    <a:pt x="22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20" name=""/>
            <p:cNvSpPr/>
            <p:nvPr/>
          </p:nvSpPr>
          <p:spPr>
            <a:xfrm rot="0">
              <a:off x="3703" y="1844"/>
              <a:ext cx="10" cy="7"/>
            </a:xfrm>
            <a:custGeom>
              <a:avLst/>
              <a:ahLst/>
              <a:rect l="0" t="0" r="r" b="b"/>
              <a:pathLst>
                <a:path w="30" h="23">
                  <a:moveTo>
                    <a:pt x="0" y="0"/>
                  </a:moveTo>
                  <a:lnTo>
                    <a:pt x="28" y="23"/>
                  </a:lnTo>
                  <a:lnTo>
                    <a:pt x="30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21" name=""/>
            <p:cNvSpPr/>
            <p:nvPr/>
          </p:nvSpPr>
          <p:spPr>
            <a:xfrm rot="0" flipV="1">
              <a:off x="3713" y="18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22" name=""/>
            <p:cNvSpPr/>
            <p:nvPr/>
          </p:nvSpPr>
          <p:spPr>
            <a:xfrm rot="0">
              <a:off x="3693" y="1827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0" y="30"/>
                  </a:moveTo>
                  <a:lnTo>
                    <a:pt x="30" y="51"/>
                  </a:lnTo>
                  <a:lnTo>
                    <a:pt x="60" y="72"/>
                  </a:lnTo>
                  <a:lnTo>
                    <a:pt x="81" y="42"/>
                  </a:lnTo>
                  <a:lnTo>
                    <a:pt x="51" y="21"/>
                  </a:lnTo>
                  <a:lnTo>
                    <a:pt x="21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23" name=""/>
            <p:cNvSpPr/>
            <p:nvPr/>
          </p:nvSpPr>
          <p:spPr>
            <a:xfrm rot="0">
              <a:off x="3693" y="1827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0" y="30"/>
                  </a:moveTo>
                  <a:lnTo>
                    <a:pt x="30" y="51"/>
                  </a:lnTo>
                  <a:lnTo>
                    <a:pt x="60" y="72"/>
                  </a:lnTo>
                  <a:lnTo>
                    <a:pt x="81" y="42"/>
                  </a:lnTo>
                  <a:lnTo>
                    <a:pt x="51" y="21"/>
                  </a:lnTo>
                  <a:lnTo>
                    <a:pt x="21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24" name=""/>
            <p:cNvSpPr/>
            <p:nvPr/>
          </p:nvSpPr>
          <p:spPr>
            <a:xfrm rot="0">
              <a:off x="3710" y="1834"/>
              <a:ext cx="11" cy="7"/>
            </a:xfrm>
            <a:custGeom>
              <a:avLst/>
              <a:ahLst/>
              <a:rect l="0" t="0" r="r" b="b"/>
              <a:pathLst>
                <a:path w="32" h="21">
                  <a:moveTo>
                    <a:pt x="0" y="0"/>
                  </a:moveTo>
                  <a:lnTo>
                    <a:pt x="30" y="21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25" name=""/>
            <p:cNvSpPr/>
            <p:nvPr/>
          </p:nvSpPr>
          <p:spPr>
            <a:xfrm rot="0" flipV="1">
              <a:off x="3720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26" name=""/>
            <p:cNvSpPr/>
            <p:nvPr/>
          </p:nvSpPr>
          <p:spPr>
            <a:xfrm rot="0">
              <a:off x="3700" y="1817"/>
              <a:ext cx="27" cy="23"/>
            </a:xfrm>
            <a:custGeom>
              <a:avLst/>
              <a:ahLst/>
              <a:rect l="0" t="0" r="r" b="b"/>
              <a:pathLst>
                <a:path w="82" h="71">
                  <a:moveTo>
                    <a:pt x="0" y="31"/>
                  </a:moveTo>
                  <a:lnTo>
                    <a:pt x="31" y="51"/>
                  </a:lnTo>
                  <a:lnTo>
                    <a:pt x="63" y="71"/>
                  </a:lnTo>
                  <a:lnTo>
                    <a:pt x="82" y="40"/>
                  </a:lnTo>
                  <a:lnTo>
                    <a:pt x="51" y="20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27" name=""/>
            <p:cNvSpPr/>
            <p:nvPr/>
          </p:nvSpPr>
          <p:spPr>
            <a:xfrm rot="0">
              <a:off x="3700" y="1817"/>
              <a:ext cx="27" cy="23"/>
            </a:xfrm>
            <a:custGeom>
              <a:avLst/>
              <a:ahLst/>
              <a:rect l="0" t="0" r="r" b="b"/>
              <a:pathLst>
                <a:path w="82" h="71">
                  <a:moveTo>
                    <a:pt x="0" y="31"/>
                  </a:moveTo>
                  <a:lnTo>
                    <a:pt x="31" y="51"/>
                  </a:lnTo>
                  <a:lnTo>
                    <a:pt x="63" y="71"/>
                  </a:lnTo>
                  <a:lnTo>
                    <a:pt x="82" y="40"/>
                  </a:lnTo>
                  <a:lnTo>
                    <a:pt x="51" y="20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28" name=""/>
            <p:cNvSpPr/>
            <p:nvPr/>
          </p:nvSpPr>
          <p:spPr>
            <a:xfrm rot="0">
              <a:off x="3717" y="1823"/>
              <a:ext cx="10" cy="7"/>
            </a:xfrm>
            <a:custGeom>
              <a:avLst/>
              <a:ahLst/>
              <a:rect l="0" t="0" r="r" b="b"/>
              <a:pathLst>
                <a:path w="31" h="20">
                  <a:moveTo>
                    <a:pt x="0" y="0"/>
                  </a:moveTo>
                  <a:lnTo>
                    <a:pt x="31" y="20"/>
                  </a:lnTo>
                  <a:lnTo>
                    <a:pt x="31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29" name=""/>
            <p:cNvSpPr/>
            <p:nvPr/>
          </p:nvSpPr>
          <p:spPr>
            <a:xfrm rot="0" flipV="1">
              <a:off x="3727" y="1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30" name=""/>
            <p:cNvSpPr/>
            <p:nvPr/>
          </p:nvSpPr>
          <p:spPr>
            <a:xfrm rot="0">
              <a:off x="3707" y="1807"/>
              <a:ext cx="27" cy="22"/>
            </a:xfrm>
            <a:custGeom>
              <a:avLst/>
              <a:ahLst/>
              <a:rect l="0" t="0" r="r" b="b"/>
              <a:pathLst>
                <a:path w="81" h="68">
                  <a:moveTo>
                    <a:pt x="0" y="31"/>
                  </a:moveTo>
                  <a:lnTo>
                    <a:pt x="31" y="50"/>
                  </a:lnTo>
                  <a:lnTo>
                    <a:pt x="62" y="68"/>
                  </a:lnTo>
                  <a:lnTo>
                    <a:pt x="81" y="37"/>
                  </a:lnTo>
                  <a:lnTo>
                    <a:pt x="50" y="18"/>
                  </a:lnTo>
                  <a:lnTo>
                    <a:pt x="18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31" name=""/>
            <p:cNvSpPr/>
            <p:nvPr/>
          </p:nvSpPr>
          <p:spPr>
            <a:xfrm rot="0">
              <a:off x="3707" y="1807"/>
              <a:ext cx="27" cy="22"/>
            </a:xfrm>
            <a:custGeom>
              <a:avLst/>
              <a:ahLst/>
              <a:rect l="0" t="0" r="r" b="b"/>
              <a:pathLst>
                <a:path w="81" h="68">
                  <a:moveTo>
                    <a:pt x="0" y="31"/>
                  </a:moveTo>
                  <a:lnTo>
                    <a:pt x="31" y="50"/>
                  </a:lnTo>
                  <a:lnTo>
                    <a:pt x="62" y="68"/>
                  </a:lnTo>
                  <a:lnTo>
                    <a:pt x="81" y="37"/>
                  </a:lnTo>
                  <a:lnTo>
                    <a:pt x="50" y="18"/>
                  </a:lnTo>
                  <a:lnTo>
                    <a:pt x="18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32" name=""/>
            <p:cNvSpPr/>
            <p:nvPr/>
          </p:nvSpPr>
          <p:spPr>
            <a:xfrm rot="0">
              <a:off x="3723" y="1813"/>
              <a:ext cx="11" cy="6"/>
            </a:xfrm>
            <a:custGeom>
              <a:avLst/>
              <a:ahLst/>
              <a:rect l="0" t="0" r="r" b="b"/>
              <a:pathLst>
                <a:path w="32" h="19">
                  <a:moveTo>
                    <a:pt x="0" y="0"/>
                  </a:moveTo>
                  <a:lnTo>
                    <a:pt x="31" y="19"/>
                  </a:lnTo>
                  <a:lnTo>
                    <a:pt x="3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33" name=""/>
            <p:cNvSpPr/>
            <p:nvPr/>
          </p:nvSpPr>
          <p:spPr>
            <a:xfrm rot="0" flipV="1">
              <a:off x="3734" y="1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34" name=""/>
            <p:cNvSpPr/>
            <p:nvPr/>
          </p:nvSpPr>
          <p:spPr>
            <a:xfrm rot="0">
              <a:off x="3712" y="1797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0" y="33"/>
                  </a:moveTo>
                  <a:lnTo>
                    <a:pt x="33" y="48"/>
                  </a:lnTo>
                  <a:lnTo>
                    <a:pt x="65" y="64"/>
                  </a:lnTo>
                  <a:lnTo>
                    <a:pt x="81" y="31"/>
                  </a:lnTo>
                  <a:lnTo>
                    <a:pt x="48" y="16"/>
                  </a:lnTo>
                  <a:lnTo>
                    <a:pt x="1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35" name=""/>
            <p:cNvSpPr/>
            <p:nvPr/>
          </p:nvSpPr>
          <p:spPr>
            <a:xfrm rot="0">
              <a:off x="3712" y="1797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0" y="33"/>
                  </a:moveTo>
                  <a:lnTo>
                    <a:pt x="33" y="48"/>
                  </a:lnTo>
                  <a:lnTo>
                    <a:pt x="65" y="64"/>
                  </a:lnTo>
                  <a:lnTo>
                    <a:pt x="81" y="31"/>
                  </a:lnTo>
                  <a:lnTo>
                    <a:pt x="48" y="16"/>
                  </a:lnTo>
                  <a:lnTo>
                    <a:pt x="16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36" name=""/>
            <p:cNvSpPr/>
            <p:nvPr/>
          </p:nvSpPr>
          <p:spPr>
            <a:xfrm rot="0">
              <a:off x="3728" y="1802"/>
              <a:ext cx="12" cy="5"/>
            </a:xfrm>
            <a:custGeom>
              <a:avLst/>
              <a:ahLst/>
              <a:rect l="0" t="0" r="r" b="b"/>
              <a:pathLst>
                <a:path w="34" h="15">
                  <a:moveTo>
                    <a:pt x="0" y="0"/>
                  </a:moveTo>
                  <a:lnTo>
                    <a:pt x="33" y="15"/>
                  </a:lnTo>
                  <a:lnTo>
                    <a:pt x="34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37" name=""/>
            <p:cNvSpPr/>
            <p:nvPr/>
          </p:nvSpPr>
          <p:spPr>
            <a:xfrm rot="0" flipV="1">
              <a:off x="3739" y="1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38" name=""/>
            <p:cNvSpPr/>
            <p:nvPr/>
          </p:nvSpPr>
          <p:spPr>
            <a:xfrm rot="0">
              <a:off x="3717" y="1786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0" y="34"/>
                  </a:moveTo>
                  <a:lnTo>
                    <a:pt x="34" y="49"/>
                  </a:lnTo>
                  <a:lnTo>
                    <a:pt x="68" y="63"/>
                  </a:lnTo>
                  <a:lnTo>
                    <a:pt x="83" y="29"/>
                  </a:lnTo>
                  <a:lnTo>
                    <a:pt x="49" y="14"/>
                  </a:lnTo>
                  <a:lnTo>
                    <a:pt x="14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39" name=""/>
            <p:cNvSpPr/>
            <p:nvPr/>
          </p:nvSpPr>
          <p:spPr>
            <a:xfrm rot="0">
              <a:off x="3717" y="1786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0" y="34"/>
                  </a:moveTo>
                  <a:lnTo>
                    <a:pt x="34" y="49"/>
                  </a:lnTo>
                  <a:lnTo>
                    <a:pt x="68" y="63"/>
                  </a:lnTo>
                  <a:lnTo>
                    <a:pt x="83" y="29"/>
                  </a:lnTo>
                  <a:lnTo>
                    <a:pt x="49" y="14"/>
                  </a:lnTo>
                  <a:lnTo>
                    <a:pt x="14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40" name=""/>
            <p:cNvSpPr/>
            <p:nvPr/>
          </p:nvSpPr>
          <p:spPr>
            <a:xfrm rot="0">
              <a:off x="3733" y="1790"/>
              <a:ext cx="12" cy="5"/>
            </a:xfrm>
            <a:custGeom>
              <a:avLst/>
              <a:ahLst/>
              <a:rect l="0" t="0" r="r" b="b"/>
              <a:pathLst>
                <a:path w="34" h="15">
                  <a:moveTo>
                    <a:pt x="0" y="0"/>
                  </a:moveTo>
                  <a:lnTo>
                    <a:pt x="34" y="15"/>
                  </a:lnTo>
                  <a:lnTo>
                    <a:pt x="3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41" name=""/>
            <p:cNvSpPr/>
            <p:nvPr/>
          </p:nvSpPr>
          <p:spPr>
            <a:xfrm rot="0" flipV="1">
              <a:off x="3745" y="17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42" name=""/>
            <p:cNvSpPr/>
            <p:nvPr/>
          </p:nvSpPr>
          <p:spPr>
            <a:xfrm rot="0">
              <a:off x="3722" y="1775"/>
              <a:ext cx="26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0" y="34"/>
                  </a:moveTo>
                  <a:lnTo>
                    <a:pt x="35" y="45"/>
                  </a:lnTo>
                  <a:lnTo>
                    <a:pt x="69" y="57"/>
                  </a:lnTo>
                  <a:lnTo>
                    <a:pt x="80" y="23"/>
                  </a:lnTo>
                  <a:lnTo>
                    <a:pt x="46" y="11"/>
                  </a:lnTo>
                  <a:lnTo>
                    <a:pt x="12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43" name=""/>
            <p:cNvSpPr/>
            <p:nvPr/>
          </p:nvSpPr>
          <p:spPr>
            <a:xfrm rot="0">
              <a:off x="3722" y="1775"/>
              <a:ext cx="26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0" y="34"/>
                  </a:moveTo>
                  <a:lnTo>
                    <a:pt x="35" y="45"/>
                  </a:lnTo>
                  <a:lnTo>
                    <a:pt x="69" y="57"/>
                  </a:lnTo>
                  <a:lnTo>
                    <a:pt x="80" y="23"/>
                  </a:lnTo>
                  <a:lnTo>
                    <a:pt x="46" y="11"/>
                  </a:lnTo>
                  <a:lnTo>
                    <a:pt x="12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44" name=""/>
            <p:cNvSpPr/>
            <p:nvPr/>
          </p:nvSpPr>
          <p:spPr>
            <a:xfrm rot="0">
              <a:off x="3737" y="1779"/>
              <a:ext cx="11" cy="4"/>
            </a:xfrm>
            <a:custGeom>
              <a:avLst/>
              <a:ahLst/>
              <a:rect l="0" t="0" r="r" b="b"/>
              <a:pathLst>
                <a:path w="34" h="12">
                  <a:moveTo>
                    <a:pt x="0" y="0"/>
                  </a:moveTo>
                  <a:lnTo>
                    <a:pt x="34" y="12"/>
                  </a:lnTo>
                  <a:lnTo>
                    <a:pt x="3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45" name=""/>
            <p:cNvSpPr/>
            <p:nvPr/>
          </p:nvSpPr>
          <p:spPr>
            <a:xfrm rot="0">
              <a:off x="3748" y="17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46" name=""/>
            <p:cNvSpPr/>
            <p:nvPr/>
          </p:nvSpPr>
          <p:spPr>
            <a:xfrm rot="0">
              <a:off x="3726" y="1763"/>
              <a:ext cx="26" cy="20"/>
            </a:xfrm>
            <a:custGeom>
              <a:avLst/>
              <a:ahLst/>
              <a:rect l="0" t="0" r="r" b="b"/>
              <a:pathLst>
                <a:path w="79" h="59">
                  <a:moveTo>
                    <a:pt x="0" y="36"/>
                  </a:moveTo>
                  <a:lnTo>
                    <a:pt x="34" y="47"/>
                  </a:lnTo>
                  <a:lnTo>
                    <a:pt x="68" y="59"/>
                  </a:lnTo>
                  <a:lnTo>
                    <a:pt x="79" y="23"/>
                  </a:lnTo>
                  <a:lnTo>
                    <a:pt x="45" y="12"/>
                  </a:lnTo>
                  <a:lnTo>
                    <a:pt x="11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47" name=""/>
            <p:cNvSpPr/>
            <p:nvPr/>
          </p:nvSpPr>
          <p:spPr>
            <a:xfrm rot="0">
              <a:off x="3726" y="1763"/>
              <a:ext cx="26" cy="20"/>
            </a:xfrm>
            <a:custGeom>
              <a:avLst/>
              <a:ahLst/>
              <a:rect l="0" t="0" r="r" b="b"/>
              <a:pathLst>
                <a:path w="79" h="59">
                  <a:moveTo>
                    <a:pt x="0" y="36"/>
                  </a:moveTo>
                  <a:lnTo>
                    <a:pt x="34" y="47"/>
                  </a:lnTo>
                  <a:lnTo>
                    <a:pt x="68" y="59"/>
                  </a:lnTo>
                  <a:lnTo>
                    <a:pt x="79" y="23"/>
                  </a:lnTo>
                  <a:lnTo>
                    <a:pt x="45" y="12"/>
                  </a:lnTo>
                  <a:lnTo>
                    <a:pt x="11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48" name=""/>
            <p:cNvSpPr/>
            <p:nvPr/>
          </p:nvSpPr>
          <p:spPr>
            <a:xfrm rot="0">
              <a:off x="3741" y="1767"/>
              <a:ext cx="12" cy="4"/>
            </a:xfrm>
            <a:custGeom>
              <a:avLst/>
              <a:ahLst/>
              <a:rect l="0" t="0" r="r" b="b"/>
              <a:pathLst>
                <a:path w="36" h="11">
                  <a:moveTo>
                    <a:pt x="0" y="0"/>
                  </a:moveTo>
                  <a:lnTo>
                    <a:pt x="34" y="11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49" name=""/>
            <p:cNvSpPr/>
            <p:nvPr/>
          </p:nvSpPr>
          <p:spPr>
            <a:xfrm rot="0" flipV="1">
              <a:off x="3752" y="1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50" name=""/>
            <p:cNvSpPr/>
            <p:nvPr/>
          </p:nvSpPr>
          <p:spPr>
            <a:xfrm rot="0">
              <a:off x="3729" y="1753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0" y="36"/>
                  </a:moveTo>
                  <a:lnTo>
                    <a:pt x="35" y="43"/>
                  </a:lnTo>
                  <a:lnTo>
                    <a:pt x="71" y="50"/>
                  </a:lnTo>
                  <a:lnTo>
                    <a:pt x="78" y="14"/>
                  </a:lnTo>
                  <a:lnTo>
                    <a:pt x="42" y="7"/>
                  </a:lnTo>
                  <a:lnTo>
                    <a:pt x="7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51" name=""/>
            <p:cNvSpPr/>
            <p:nvPr/>
          </p:nvSpPr>
          <p:spPr>
            <a:xfrm rot="0">
              <a:off x="3729" y="1753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0" y="36"/>
                  </a:moveTo>
                  <a:lnTo>
                    <a:pt x="35" y="43"/>
                  </a:lnTo>
                  <a:lnTo>
                    <a:pt x="71" y="50"/>
                  </a:lnTo>
                  <a:lnTo>
                    <a:pt x="78" y="14"/>
                  </a:lnTo>
                  <a:lnTo>
                    <a:pt x="42" y="7"/>
                  </a:lnTo>
                  <a:lnTo>
                    <a:pt x="7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52" name=""/>
            <p:cNvSpPr/>
            <p:nvPr/>
          </p:nvSpPr>
          <p:spPr>
            <a:xfrm rot="0">
              <a:off x="3731" y="1741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0" y="36"/>
                  </a:moveTo>
                  <a:lnTo>
                    <a:pt x="35" y="43"/>
                  </a:lnTo>
                  <a:lnTo>
                    <a:pt x="71" y="50"/>
                  </a:lnTo>
                  <a:lnTo>
                    <a:pt x="78" y="15"/>
                  </a:lnTo>
                  <a:lnTo>
                    <a:pt x="43" y="7"/>
                  </a:lnTo>
                  <a:lnTo>
                    <a:pt x="7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53" name=""/>
            <p:cNvSpPr/>
            <p:nvPr/>
          </p:nvSpPr>
          <p:spPr>
            <a:xfrm rot="0">
              <a:off x="3731" y="1741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0" y="36"/>
                  </a:moveTo>
                  <a:lnTo>
                    <a:pt x="35" y="43"/>
                  </a:lnTo>
                  <a:lnTo>
                    <a:pt x="71" y="50"/>
                  </a:lnTo>
                  <a:lnTo>
                    <a:pt x="78" y="15"/>
                  </a:lnTo>
                  <a:lnTo>
                    <a:pt x="43" y="7"/>
                  </a:lnTo>
                  <a:lnTo>
                    <a:pt x="7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54" name=""/>
            <p:cNvSpPr/>
            <p:nvPr/>
          </p:nvSpPr>
          <p:spPr>
            <a:xfrm rot="0">
              <a:off x="3746" y="1743"/>
              <a:ext cx="11" cy="3"/>
            </a:xfrm>
            <a:custGeom>
              <a:avLst/>
              <a:ahLst/>
              <a:rect l="0" t="0" r="r" b="b"/>
              <a:pathLst>
                <a:path w="35" h="8">
                  <a:moveTo>
                    <a:pt x="0" y="0"/>
                  </a:moveTo>
                  <a:lnTo>
                    <a:pt x="35" y="8"/>
                  </a:lnTo>
                  <a:lnTo>
                    <a:pt x="35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55" name=""/>
            <p:cNvSpPr/>
            <p:nvPr/>
          </p:nvSpPr>
          <p:spPr>
            <a:xfrm rot="0" flipV="1">
              <a:off x="3757" y="1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56" name=""/>
            <p:cNvSpPr/>
            <p:nvPr/>
          </p:nvSpPr>
          <p:spPr>
            <a:xfrm rot="0">
              <a:off x="3734" y="1730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0" y="37"/>
                  </a:moveTo>
                  <a:lnTo>
                    <a:pt x="36" y="41"/>
                  </a:lnTo>
                  <a:lnTo>
                    <a:pt x="71" y="46"/>
                  </a:lnTo>
                  <a:lnTo>
                    <a:pt x="75" y="9"/>
                  </a:lnTo>
                  <a:lnTo>
                    <a:pt x="40" y="4"/>
                  </a:lnTo>
                  <a:lnTo>
                    <a:pt x="4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57" name=""/>
            <p:cNvSpPr/>
            <p:nvPr/>
          </p:nvSpPr>
          <p:spPr>
            <a:xfrm rot="0">
              <a:off x="3734" y="1730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0" y="37"/>
                  </a:moveTo>
                  <a:lnTo>
                    <a:pt x="36" y="41"/>
                  </a:lnTo>
                  <a:lnTo>
                    <a:pt x="71" y="46"/>
                  </a:lnTo>
                  <a:lnTo>
                    <a:pt x="75" y="9"/>
                  </a:lnTo>
                  <a:lnTo>
                    <a:pt x="40" y="4"/>
                  </a:lnTo>
                  <a:lnTo>
                    <a:pt x="4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58" name=""/>
            <p:cNvSpPr/>
            <p:nvPr/>
          </p:nvSpPr>
          <p:spPr>
            <a:xfrm rot="0">
              <a:off x="3747" y="1731"/>
              <a:ext cx="12" cy="2"/>
            </a:xfrm>
            <a:custGeom>
              <a:avLst/>
              <a:ahLst/>
              <a:rect l="0" t="0" r="r" b="b"/>
              <a:pathLst>
                <a:path w="35" h="5">
                  <a:moveTo>
                    <a:pt x="0" y="0"/>
                  </a:moveTo>
                  <a:lnTo>
                    <a:pt x="35" y="5"/>
                  </a:lnTo>
                  <a:lnTo>
                    <a:pt x="35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59" name=""/>
            <p:cNvSpPr/>
            <p:nvPr/>
          </p:nvSpPr>
          <p:spPr>
            <a:xfrm rot="0" flipV="1">
              <a:off x="3759" y="1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60" name=""/>
            <p:cNvSpPr/>
            <p:nvPr/>
          </p:nvSpPr>
          <p:spPr>
            <a:xfrm rot="0">
              <a:off x="3735" y="1718"/>
              <a:ext cx="24" cy="14"/>
            </a:xfrm>
            <a:custGeom>
              <a:avLst/>
              <a:ahLst/>
              <a:rect l="0" t="0" r="r" b="b"/>
              <a:pathLst>
                <a:path w="73" h="40">
                  <a:moveTo>
                    <a:pt x="0" y="37"/>
                  </a:moveTo>
                  <a:lnTo>
                    <a:pt x="36" y="38"/>
                  </a:lnTo>
                  <a:lnTo>
                    <a:pt x="71" y="40"/>
                  </a:lnTo>
                  <a:lnTo>
                    <a:pt x="73" y="3"/>
                  </a:lnTo>
                  <a:lnTo>
                    <a:pt x="37" y="1"/>
                  </a:lnTo>
                  <a:lnTo>
                    <a:pt x="2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61" name=""/>
            <p:cNvSpPr/>
            <p:nvPr/>
          </p:nvSpPr>
          <p:spPr>
            <a:xfrm rot="0">
              <a:off x="3735" y="1718"/>
              <a:ext cx="24" cy="14"/>
            </a:xfrm>
            <a:custGeom>
              <a:avLst/>
              <a:ahLst/>
              <a:rect l="0" t="0" r="r" b="b"/>
              <a:pathLst>
                <a:path w="73" h="40">
                  <a:moveTo>
                    <a:pt x="0" y="37"/>
                  </a:moveTo>
                  <a:lnTo>
                    <a:pt x="36" y="38"/>
                  </a:lnTo>
                  <a:lnTo>
                    <a:pt x="71" y="40"/>
                  </a:lnTo>
                  <a:lnTo>
                    <a:pt x="73" y="3"/>
                  </a:lnTo>
                  <a:lnTo>
                    <a:pt x="37" y="1"/>
                  </a:lnTo>
                  <a:lnTo>
                    <a:pt x="2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62" name=""/>
            <p:cNvSpPr/>
            <p:nvPr/>
          </p:nvSpPr>
          <p:spPr>
            <a:xfrm rot="0">
              <a:off x="3747" y="1719"/>
              <a:ext cx="13" cy="1"/>
            </a:xfrm>
            <a:custGeom>
              <a:avLst/>
              <a:ahLst/>
              <a:rect l="0" t="0" r="r" b="b"/>
              <a:pathLst>
                <a:path w="37" h="2">
                  <a:moveTo>
                    <a:pt x="0" y="0"/>
                  </a:moveTo>
                  <a:lnTo>
                    <a:pt x="36" y="2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63" name=""/>
            <p:cNvSpPr/>
            <p:nvPr/>
          </p:nvSpPr>
          <p:spPr>
            <a:xfrm rot="0" flipV="1">
              <a:off x="3759" y="1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64" name=""/>
            <p:cNvSpPr/>
            <p:nvPr/>
          </p:nvSpPr>
          <p:spPr>
            <a:xfrm rot="0">
              <a:off x="3736" y="1706"/>
              <a:ext cx="24" cy="13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35" y="37"/>
                  </a:lnTo>
                  <a:lnTo>
                    <a:pt x="72" y="37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65" name=""/>
            <p:cNvSpPr/>
            <p:nvPr/>
          </p:nvSpPr>
          <p:spPr>
            <a:xfrm rot="0">
              <a:off x="3736" y="1706"/>
              <a:ext cx="24" cy="13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35" y="37"/>
                  </a:lnTo>
                  <a:lnTo>
                    <a:pt x="72" y="37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66" name=""/>
            <p:cNvSpPr/>
            <p:nvPr/>
          </p:nvSpPr>
          <p:spPr>
            <a:xfrm rot="0">
              <a:off x="3747" y="1706"/>
              <a:ext cx="13" cy="1"/>
            </a:xfrm>
            <a:custGeom>
              <a:avLst/>
              <a:ahLst/>
              <a:rect l="0" t="0" r="r" b="b"/>
              <a:pathLst>
                <a:path w="37" h="1">
                  <a:moveTo>
                    <a:pt x="0" y="1"/>
                  </a:moveTo>
                  <a:lnTo>
                    <a:pt x="37" y="1"/>
                  </a:lnTo>
                  <a:lnTo>
                    <a:pt x="3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67" name=""/>
            <p:cNvSpPr/>
            <p:nvPr/>
          </p:nvSpPr>
          <p:spPr>
            <a:xfrm rot="0" flipH="1" flipV="1">
              <a:off x="3759" y="1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68" name=""/>
            <p:cNvSpPr/>
            <p:nvPr/>
          </p:nvSpPr>
          <p:spPr>
            <a:xfrm rot="0">
              <a:off x="3735" y="1694"/>
              <a:ext cx="24" cy="13"/>
            </a:xfrm>
            <a:custGeom>
              <a:avLst/>
              <a:ahLst/>
              <a:rect l="0" t="0" r="r" b="b"/>
              <a:pathLst>
                <a:path w="73" h="39">
                  <a:moveTo>
                    <a:pt x="2" y="39"/>
                  </a:moveTo>
                  <a:lnTo>
                    <a:pt x="37" y="37"/>
                  </a:lnTo>
                  <a:lnTo>
                    <a:pt x="73" y="36"/>
                  </a:lnTo>
                  <a:lnTo>
                    <a:pt x="71" y="0"/>
                  </a:lnTo>
                  <a:lnTo>
                    <a:pt x="36" y="2"/>
                  </a:lnTo>
                  <a:lnTo>
                    <a:pt x="0" y="3"/>
                  </a:lnTo>
                  <a:lnTo>
                    <a:pt x="2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69" name=""/>
            <p:cNvSpPr/>
            <p:nvPr/>
          </p:nvSpPr>
          <p:spPr>
            <a:xfrm rot="0">
              <a:off x="3735" y="1694"/>
              <a:ext cx="24" cy="13"/>
            </a:xfrm>
            <a:custGeom>
              <a:avLst/>
              <a:ahLst/>
              <a:rect l="0" t="0" r="r" b="b"/>
              <a:pathLst>
                <a:path w="73" h="39">
                  <a:moveTo>
                    <a:pt x="2" y="39"/>
                  </a:moveTo>
                  <a:lnTo>
                    <a:pt x="37" y="37"/>
                  </a:lnTo>
                  <a:lnTo>
                    <a:pt x="73" y="36"/>
                  </a:lnTo>
                  <a:lnTo>
                    <a:pt x="71" y="0"/>
                  </a:lnTo>
                  <a:lnTo>
                    <a:pt x="36" y="2"/>
                  </a:lnTo>
                  <a:lnTo>
                    <a:pt x="0" y="3"/>
                  </a:lnTo>
                  <a:lnTo>
                    <a:pt x="2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70" name=""/>
            <p:cNvSpPr/>
            <p:nvPr/>
          </p:nvSpPr>
          <p:spPr>
            <a:xfrm rot="0">
              <a:off x="3747" y="1693"/>
              <a:ext cx="12" cy="2"/>
            </a:xfrm>
            <a:custGeom>
              <a:avLst/>
              <a:ahLst/>
              <a:rect l="0" t="0" r="r" b="b"/>
              <a:pathLst>
                <a:path w="35" h="4">
                  <a:moveTo>
                    <a:pt x="0" y="4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71" name=""/>
            <p:cNvSpPr/>
            <p:nvPr/>
          </p:nvSpPr>
          <p:spPr>
            <a:xfrm rot="0" flipV="1">
              <a:off x="3759" y="1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72" name=""/>
            <p:cNvSpPr/>
            <p:nvPr/>
          </p:nvSpPr>
          <p:spPr>
            <a:xfrm rot="0">
              <a:off x="3734" y="1681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4" y="46"/>
                  </a:moveTo>
                  <a:lnTo>
                    <a:pt x="40" y="42"/>
                  </a:lnTo>
                  <a:lnTo>
                    <a:pt x="75" y="38"/>
                  </a:lnTo>
                  <a:lnTo>
                    <a:pt x="71" y="0"/>
                  </a:lnTo>
                  <a:lnTo>
                    <a:pt x="36" y="5"/>
                  </a:lnTo>
                  <a:lnTo>
                    <a:pt x="0" y="9"/>
                  </a:lnTo>
                  <a:lnTo>
                    <a:pt x="4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73" name=""/>
            <p:cNvSpPr/>
            <p:nvPr/>
          </p:nvSpPr>
          <p:spPr>
            <a:xfrm rot="0">
              <a:off x="3734" y="1681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4" y="46"/>
                  </a:moveTo>
                  <a:lnTo>
                    <a:pt x="40" y="42"/>
                  </a:lnTo>
                  <a:lnTo>
                    <a:pt x="75" y="38"/>
                  </a:lnTo>
                  <a:lnTo>
                    <a:pt x="71" y="0"/>
                  </a:lnTo>
                  <a:lnTo>
                    <a:pt x="36" y="5"/>
                  </a:lnTo>
                  <a:lnTo>
                    <a:pt x="0" y="9"/>
                  </a:lnTo>
                  <a:lnTo>
                    <a:pt x="4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74" name=""/>
            <p:cNvSpPr/>
            <p:nvPr/>
          </p:nvSpPr>
          <p:spPr>
            <a:xfrm rot="0">
              <a:off x="3746" y="1680"/>
              <a:ext cx="11" cy="2"/>
            </a:xfrm>
            <a:custGeom>
              <a:avLst/>
              <a:ahLst/>
              <a:rect l="0" t="0" r="r" b="b"/>
              <a:pathLst>
                <a:path w="35" h="7">
                  <a:moveTo>
                    <a:pt x="0" y="7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75" name=""/>
            <p:cNvSpPr/>
            <p:nvPr/>
          </p:nvSpPr>
          <p:spPr>
            <a:xfrm rot="0" flipV="1">
              <a:off x="3757" y="1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76" name=""/>
            <p:cNvSpPr/>
            <p:nvPr/>
          </p:nvSpPr>
          <p:spPr>
            <a:xfrm rot="0">
              <a:off x="3731" y="1668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7" y="50"/>
                  </a:moveTo>
                  <a:lnTo>
                    <a:pt x="43" y="43"/>
                  </a:lnTo>
                  <a:lnTo>
                    <a:pt x="78" y="36"/>
                  </a:lnTo>
                  <a:lnTo>
                    <a:pt x="71" y="0"/>
                  </a:lnTo>
                  <a:lnTo>
                    <a:pt x="35" y="7"/>
                  </a:lnTo>
                  <a:lnTo>
                    <a:pt x="0" y="14"/>
                  </a:lnTo>
                  <a:lnTo>
                    <a:pt x="7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77" name=""/>
            <p:cNvSpPr/>
            <p:nvPr/>
          </p:nvSpPr>
          <p:spPr>
            <a:xfrm rot="0">
              <a:off x="3731" y="1668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7" y="50"/>
                  </a:moveTo>
                  <a:lnTo>
                    <a:pt x="43" y="43"/>
                  </a:lnTo>
                  <a:lnTo>
                    <a:pt x="78" y="36"/>
                  </a:lnTo>
                  <a:lnTo>
                    <a:pt x="71" y="0"/>
                  </a:lnTo>
                  <a:lnTo>
                    <a:pt x="35" y="7"/>
                  </a:lnTo>
                  <a:lnTo>
                    <a:pt x="0" y="14"/>
                  </a:lnTo>
                  <a:lnTo>
                    <a:pt x="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78" name=""/>
            <p:cNvSpPr/>
            <p:nvPr/>
          </p:nvSpPr>
          <p:spPr>
            <a:xfrm rot="0">
              <a:off x="3729" y="1656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7" y="50"/>
                  </a:moveTo>
                  <a:lnTo>
                    <a:pt x="42" y="43"/>
                  </a:lnTo>
                  <a:lnTo>
                    <a:pt x="78" y="36"/>
                  </a:lnTo>
                  <a:lnTo>
                    <a:pt x="71" y="0"/>
                  </a:lnTo>
                  <a:lnTo>
                    <a:pt x="35" y="8"/>
                  </a:lnTo>
                  <a:lnTo>
                    <a:pt x="0" y="15"/>
                  </a:lnTo>
                  <a:lnTo>
                    <a:pt x="7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79" name=""/>
            <p:cNvSpPr/>
            <p:nvPr/>
          </p:nvSpPr>
          <p:spPr>
            <a:xfrm rot="0">
              <a:off x="3729" y="1656"/>
              <a:ext cx="26" cy="17"/>
            </a:xfrm>
            <a:custGeom>
              <a:avLst/>
              <a:ahLst/>
              <a:rect l="0" t="0" r="r" b="b"/>
              <a:pathLst>
                <a:path w="78" h="50">
                  <a:moveTo>
                    <a:pt x="7" y="50"/>
                  </a:moveTo>
                  <a:lnTo>
                    <a:pt x="42" y="43"/>
                  </a:lnTo>
                  <a:lnTo>
                    <a:pt x="78" y="36"/>
                  </a:lnTo>
                  <a:lnTo>
                    <a:pt x="71" y="0"/>
                  </a:lnTo>
                  <a:lnTo>
                    <a:pt x="35" y="8"/>
                  </a:lnTo>
                  <a:lnTo>
                    <a:pt x="0" y="15"/>
                  </a:lnTo>
                  <a:lnTo>
                    <a:pt x="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80" name=""/>
            <p:cNvSpPr/>
            <p:nvPr/>
          </p:nvSpPr>
          <p:spPr>
            <a:xfrm rot="0">
              <a:off x="3741" y="1655"/>
              <a:ext cx="12" cy="4"/>
            </a:xfrm>
            <a:custGeom>
              <a:avLst/>
              <a:ahLst/>
              <a:rect l="0" t="0" r="r" b="b"/>
              <a:pathLst>
                <a:path w="36" h="12">
                  <a:moveTo>
                    <a:pt x="0" y="12"/>
                  </a:moveTo>
                  <a:lnTo>
                    <a:pt x="36" y="4"/>
                  </a:lnTo>
                  <a:lnTo>
                    <a:pt x="3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81" name=""/>
            <p:cNvSpPr/>
            <p:nvPr/>
          </p:nvSpPr>
          <p:spPr>
            <a:xfrm rot="0" flipH="1" flipV="1">
              <a:off x="3752" y="16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82" name=""/>
            <p:cNvSpPr/>
            <p:nvPr/>
          </p:nvSpPr>
          <p:spPr>
            <a:xfrm rot="0">
              <a:off x="3726" y="1643"/>
              <a:ext cx="26" cy="19"/>
            </a:xfrm>
            <a:custGeom>
              <a:avLst/>
              <a:ahLst/>
              <a:rect l="0" t="0" r="r" b="b"/>
              <a:pathLst>
                <a:path w="79" h="58">
                  <a:moveTo>
                    <a:pt x="11" y="58"/>
                  </a:moveTo>
                  <a:lnTo>
                    <a:pt x="45" y="47"/>
                  </a:lnTo>
                  <a:lnTo>
                    <a:pt x="79" y="35"/>
                  </a:lnTo>
                  <a:lnTo>
                    <a:pt x="68" y="0"/>
                  </a:lnTo>
                  <a:lnTo>
                    <a:pt x="34" y="11"/>
                  </a:lnTo>
                  <a:lnTo>
                    <a:pt x="0" y="22"/>
                  </a:lnTo>
                  <a:lnTo>
                    <a:pt x="1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83" name=""/>
            <p:cNvSpPr/>
            <p:nvPr/>
          </p:nvSpPr>
          <p:spPr>
            <a:xfrm rot="0">
              <a:off x="3726" y="1643"/>
              <a:ext cx="26" cy="19"/>
            </a:xfrm>
            <a:custGeom>
              <a:avLst/>
              <a:ahLst/>
              <a:rect l="0" t="0" r="r" b="b"/>
              <a:pathLst>
                <a:path w="79" h="58">
                  <a:moveTo>
                    <a:pt x="11" y="58"/>
                  </a:moveTo>
                  <a:lnTo>
                    <a:pt x="45" y="47"/>
                  </a:lnTo>
                  <a:lnTo>
                    <a:pt x="79" y="35"/>
                  </a:lnTo>
                  <a:lnTo>
                    <a:pt x="68" y="0"/>
                  </a:lnTo>
                  <a:lnTo>
                    <a:pt x="34" y="11"/>
                  </a:lnTo>
                  <a:lnTo>
                    <a:pt x="0" y="22"/>
                  </a:lnTo>
                  <a:lnTo>
                    <a:pt x="1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84" name=""/>
            <p:cNvSpPr/>
            <p:nvPr/>
          </p:nvSpPr>
          <p:spPr>
            <a:xfrm rot="0">
              <a:off x="3737" y="1643"/>
              <a:ext cx="11" cy="4"/>
            </a:xfrm>
            <a:custGeom>
              <a:avLst/>
              <a:ahLst/>
              <a:rect l="0" t="0" r="r" b="b"/>
              <a:pathLst>
                <a:path w="34" h="11">
                  <a:moveTo>
                    <a:pt x="0" y="11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85" name=""/>
            <p:cNvSpPr/>
            <p:nvPr/>
          </p:nvSpPr>
          <p:spPr>
            <a:xfrm rot="0">
              <a:off x="3748" y="16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86" name=""/>
            <p:cNvSpPr/>
            <p:nvPr/>
          </p:nvSpPr>
          <p:spPr>
            <a:xfrm rot="0">
              <a:off x="3722" y="1631"/>
              <a:ext cx="26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12" y="57"/>
                  </a:moveTo>
                  <a:lnTo>
                    <a:pt x="46" y="46"/>
                  </a:lnTo>
                  <a:lnTo>
                    <a:pt x="80" y="35"/>
                  </a:lnTo>
                  <a:lnTo>
                    <a:pt x="69" y="0"/>
                  </a:lnTo>
                  <a:lnTo>
                    <a:pt x="35" y="12"/>
                  </a:lnTo>
                  <a:lnTo>
                    <a:pt x="0" y="23"/>
                  </a:lnTo>
                  <a:lnTo>
                    <a:pt x="12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87" name=""/>
            <p:cNvSpPr/>
            <p:nvPr/>
          </p:nvSpPr>
          <p:spPr>
            <a:xfrm rot="0">
              <a:off x="3722" y="1631"/>
              <a:ext cx="26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12" y="57"/>
                  </a:moveTo>
                  <a:lnTo>
                    <a:pt x="46" y="46"/>
                  </a:lnTo>
                  <a:lnTo>
                    <a:pt x="80" y="35"/>
                  </a:lnTo>
                  <a:lnTo>
                    <a:pt x="69" y="0"/>
                  </a:lnTo>
                  <a:lnTo>
                    <a:pt x="35" y="12"/>
                  </a:lnTo>
                  <a:lnTo>
                    <a:pt x="0" y="23"/>
                  </a:lnTo>
                  <a:lnTo>
                    <a:pt x="12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88" name=""/>
            <p:cNvSpPr/>
            <p:nvPr/>
          </p:nvSpPr>
          <p:spPr>
            <a:xfrm rot="0">
              <a:off x="3733" y="1631"/>
              <a:ext cx="12" cy="4"/>
            </a:xfrm>
            <a:custGeom>
              <a:avLst/>
              <a:ahLst/>
              <a:rect l="0" t="0" r="r" b="b"/>
              <a:pathLst>
                <a:path w="34" h="14">
                  <a:moveTo>
                    <a:pt x="0" y="14"/>
                  </a:moveTo>
                  <a:lnTo>
                    <a:pt x="34" y="2"/>
                  </a:lnTo>
                  <a:lnTo>
                    <a:pt x="34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89" name=""/>
            <p:cNvSpPr/>
            <p:nvPr/>
          </p:nvSpPr>
          <p:spPr>
            <a:xfrm rot="0" flipV="1">
              <a:off x="3745" y="1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90" name=""/>
            <p:cNvSpPr/>
            <p:nvPr/>
          </p:nvSpPr>
          <p:spPr>
            <a:xfrm rot="0">
              <a:off x="3717" y="1619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14" y="63"/>
                  </a:moveTo>
                  <a:lnTo>
                    <a:pt x="49" y="49"/>
                  </a:lnTo>
                  <a:lnTo>
                    <a:pt x="83" y="35"/>
                  </a:lnTo>
                  <a:lnTo>
                    <a:pt x="68" y="0"/>
                  </a:lnTo>
                  <a:lnTo>
                    <a:pt x="34" y="15"/>
                  </a:lnTo>
                  <a:lnTo>
                    <a:pt x="0" y="29"/>
                  </a:lnTo>
                  <a:lnTo>
                    <a:pt x="1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91" name=""/>
            <p:cNvSpPr/>
            <p:nvPr/>
          </p:nvSpPr>
          <p:spPr>
            <a:xfrm rot="0">
              <a:off x="3717" y="1619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14" y="63"/>
                  </a:moveTo>
                  <a:lnTo>
                    <a:pt x="49" y="49"/>
                  </a:lnTo>
                  <a:lnTo>
                    <a:pt x="83" y="35"/>
                  </a:lnTo>
                  <a:lnTo>
                    <a:pt x="68" y="0"/>
                  </a:lnTo>
                  <a:lnTo>
                    <a:pt x="34" y="15"/>
                  </a:lnTo>
                  <a:lnTo>
                    <a:pt x="0" y="29"/>
                  </a:lnTo>
                  <a:lnTo>
                    <a:pt x="1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92" name=""/>
            <p:cNvSpPr/>
            <p:nvPr/>
          </p:nvSpPr>
          <p:spPr>
            <a:xfrm rot="0">
              <a:off x="3728" y="1619"/>
              <a:ext cx="12" cy="5"/>
            </a:xfrm>
            <a:custGeom>
              <a:avLst/>
              <a:ahLst/>
              <a:rect l="0" t="0" r="r" b="b"/>
              <a:pathLst>
                <a:path w="34" h="16">
                  <a:moveTo>
                    <a:pt x="0" y="16"/>
                  </a:moveTo>
                  <a:lnTo>
                    <a:pt x="34" y="1"/>
                  </a:lnTo>
                  <a:lnTo>
                    <a:pt x="33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93" name=""/>
            <p:cNvSpPr/>
            <p:nvPr/>
          </p:nvSpPr>
          <p:spPr>
            <a:xfrm rot="0" flipH="1" flipV="1">
              <a:off x="3739" y="1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94" name=""/>
            <p:cNvSpPr/>
            <p:nvPr/>
          </p:nvSpPr>
          <p:spPr>
            <a:xfrm rot="0">
              <a:off x="3712" y="1608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16" y="64"/>
                  </a:moveTo>
                  <a:lnTo>
                    <a:pt x="48" y="49"/>
                  </a:lnTo>
                  <a:lnTo>
                    <a:pt x="81" y="33"/>
                  </a:lnTo>
                  <a:lnTo>
                    <a:pt x="65" y="0"/>
                  </a:lnTo>
                  <a:lnTo>
                    <a:pt x="33" y="16"/>
                  </a:lnTo>
                  <a:lnTo>
                    <a:pt x="0" y="32"/>
                  </a:lnTo>
                  <a:lnTo>
                    <a:pt x="16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95" name=""/>
            <p:cNvSpPr/>
            <p:nvPr/>
          </p:nvSpPr>
          <p:spPr>
            <a:xfrm rot="0">
              <a:off x="3712" y="1608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16" y="64"/>
                  </a:moveTo>
                  <a:lnTo>
                    <a:pt x="48" y="49"/>
                  </a:lnTo>
                  <a:lnTo>
                    <a:pt x="81" y="33"/>
                  </a:lnTo>
                  <a:lnTo>
                    <a:pt x="65" y="0"/>
                  </a:lnTo>
                  <a:lnTo>
                    <a:pt x="33" y="16"/>
                  </a:lnTo>
                  <a:lnTo>
                    <a:pt x="0" y="32"/>
                  </a:lnTo>
                  <a:lnTo>
                    <a:pt x="16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96" name=""/>
            <p:cNvSpPr/>
            <p:nvPr/>
          </p:nvSpPr>
          <p:spPr>
            <a:xfrm rot="0">
              <a:off x="3723" y="1607"/>
              <a:ext cx="11" cy="6"/>
            </a:xfrm>
            <a:custGeom>
              <a:avLst/>
              <a:ahLst/>
              <a:rect l="0" t="0" r="r" b="b"/>
              <a:pathLst>
                <a:path w="32" h="19">
                  <a:moveTo>
                    <a:pt x="0" y="19"/>
                  </a:moveTo>
                  <a:lnTo>
                    <a:pt x="32" y="3"/>
                  </a:lnTo>
                  <a:lnTo>
                    <a:pt x="31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97" name=""/>
            <p:cNvSpPr/>
            <p:nvPr/>
          </p:nvSpPr>
          <p:spPr>
            <a:xfrm rot="0" flipH="1" flipV="1">
              <a:off x="3734" y="1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398" name=""/>
            <p:cNvSpPr/>
            <p:nvPr/>
          </p:nvSpPr>
          <p:spPr>
            <a:xfrm rot="0">
              <a:off x="3707" y="1596"/>
              <a:ext cx="27" cy="23"/>
            </a:xfrm>
            <a:custGeom>
              <a:avLst/>
              <a:ahLst/>
              <a:rect l="0" t="0" r="r" b="b"/>
              <a:pathLst>
                <a:path w="81" h="69">
                  <a:moveTo>
                    <a:pt x="18" y="69"/>
                  </a:moveTo>
                  <a:lnTo>
                    <a:pt x="50" y="51"/>
                  </a:lnTo>
                  <a:lnTo>
                    <a:pt x="81" y="32"/>
                  </a:lnTo>
                  <a:lnTo>
                    <a:pt x="62" y="0"/>
                  </a:lnTo>
                  <a:lnTo>
                    <a:pt x="31" y="18"/>
                  </a:lnTo>
                  <a:lnTo>
                    <a:pt x="0" y="37"/>
                  </a:lnTo>
                  <a:lnTo>
                    <a:pt x="18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399" name=""/>
            <p:cNvSpPr/>
            <p:nvPr/>
          </p:nvSpPr>
          <p:spPr>
            <a:xfrm rot="0">
              <a:off x="3707" y="1596"/>
              <a:ext cx="27" cy="23"/>
            </a:xfrm>
            <a:custGeom>
              <a:avLst/>
              <a:ahLst/>
              <a:rect l="0" t="0" r="r" b="b"/>
              <a:pathLst>
                <a:path w="81" h="69">
                  <a:moveTo>
                    <a:pt x="18" y="69"/>
                  </a:moveTo>
                  <a:lnTo>
                    <a:pt x="50" y="51"/>
                  </a:lnTo>
                  <a:lnTo>
                    <a:pt x="81" y="32"/>
                  </a:lnTo>
                  <a:lnTo>
                    <a:pt x="62" y="0"/>
                  </a:lnTo>
                  <a:lnTo>
                    <a:pt x="31" y="18"/>
                  </a:lnTo>
                  <a:lnTo>
                    <a:pt x="0" y="37"/>
                  </a:lnTo>
                  <a:lnTo>
                    <a:pt x="18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00" name=""/>
            <p:cNvSpPr/>
            <p:nvPr/>
          </p:nvSpPr>
          <p:spPr>
            <a:xfrm rot="0">
              <a:off x="3717" y="1595"/>
              <a:ext cx="10" cy="7"/>
            </a:xfrm>
            <a:custGeom>
              <a:avLst/>
              <a:ahLst/>
              <a:rect l="0" t="0" r="r" b="b"/>
              <a:pathLst>
                <a:path w="31" h="20">
                  <a:moveTo>
                    <a:pt x="0" y="20"/>
                  </a:moveTo>
                  <a:lnTo>
                    <a:pt x="31" y="2"/>
                  </a:lnTo>
                  <a:lnTo>
                    <a:pt x="30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01" name=""/>
            <p:cNvSpPr/>
            <p:nvPr/>
          </p:nvSpPr>
          <p:spPr>
            <a:xfrm rot="0" flipH="1" flipV="1">
              <a:off x="3727" y="1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02" name=""/>
            <p:cNvSpPr/>
            <p:nvPr/>
          </p:nvSpPr>
          <p:spPr>
            <a:xfrm rot="0">
              <a:off x="3700" y="1585"/>
              <a:ext cx="27" cy="24"/>
            </a:xfrm>
            <a:custGeom>
              <a:avLst/>
              <a:ahLst/>
              <a:rect l="0" t="0" r="r" b="b"/>
              <a:pathLst>
                <a:path w="80" h="70">
                  <a:moveTo>
                    <a:pt x="20" y="70"/>
                  </a:moveTo>
                  <a:lnTo>
                    <a:pt x="50" y="50"/>
                  </a:lnTo>
                  <a:lnTo>
                    <a:pt x="80" y="30"/>
                  </a:lnTo>
                  <a:lnTo>
                    <a:pt x="60" y="0"/>
                  </a:lnTo>
                  <a:lnTo>
                    <a:pt x="30" y="20"/>
                  </a:lnTo>
                  <a:lnTo>
                    <a:pt x="0" y="40"/>
                  </a:lnTo>
                  <a:lnTo>
                    <a:pt x="20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03" name=""/>
            <p:cNvSpPr/>
            <p:nvPr/>
          </p:nvSpPr>
          <p:spPr>
            <a:xfrm rot="0">
              <a:off x="3700" y="1585"/>
              <a:ext cx="27" cy="24"/>
            </a:xfrm>
            <a:custGeom>
              <a:avLst/>
              <a:ahLst/>
              <a:rect l="0" t="0" r="r" b="b"/>
              <a:pathLst>
                <a:path w="80" h="70">
                  <a:moveTo>
                    <a:pt x="20" y="70"/>
                  </a:moveTo>
                  <a:lnTo>
                    <a:pt x="50" y="50"/>
                  </a:lnTo>
                  <a:lnTo>
                    <a:pt x="80" y="30"/>
                  </a:lnTo>
                  <a:lnTo>
                    <a:pt x="60" y="0"/>
                  </a:lnTo>
                  <a:lnTo>
                    <a:pt x="30" y="20"/>
                  </a:lnTo>
                  <a:lnTo>
                    <a:pt x="0" y="40"/>
                  </a:lnTo>
                  <a:lnTo>
                    <a:pt x="20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04" name=""/>
            <p:cNvSpPr/>
            <p:nvPr/>
          </p:nvSpPr>
          <p:spPr>
            <a:xfrm rot="0">
              <a:off x="3710" y="1585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0" y="21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05" name=""/>
            <p:cNvSpPr/>
            <p:nvPr/>
          </p:nvSpPr>
          <p:spPr>
            <a:xfrm rot="0" flipV="1">
              <a:off x="3720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06" name=""/>
            <p:cNvSpPr/>
            <p:nvPr/>
          </p:nvSpPr>
          <p:spPr>
            <a:xfrm rot="0">
              <a:off x="3693" y="1575"/>
              <a:ext cx="27" cy="24"/>
            </a:xfrm>
            <a:custGeom>
              <a:avLst/>
              <a:ahLst/>
              <a:rect l="0" t="0" r="r" b="b"/>
              <a:pathLst>
                <a:path w="81" h="73">
                  <a:moveTo>
                    <a:pt x="21" y="73"/>
                  </a:moveTo>
                  <a:lnTo>
                    <a:pt x="51" y="51"/>
                  </a:lnTo>
                  <a:lnTo>
                    <a:pt x="81" y="30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1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07" name=""/>
            <p:cNvSpPr/>
            <p:nvPr/>
          </p:nvSpPr>
          <p:spPr>
            <a:xfrm rot="0">
              <a:off x="3693" y="1575"/>
              <a:ext cx="27" cy="24"/>
            </a:xfrm>
            <a:custGeom>
              <a:avLst/>
              <a:ahLst/>
              <a:rect l="0" t="0" r="r" b="b"/>
              <a:pathLst>
                <a:path w="81" h="73">
                  <a:moveTo>
                    <a:pt x="21" y="73"/>
                  </a:moveTo>
                  <a:lnTo>
                    <a:pt x="51" y="51"/>
                  </a:lnTo>
                  <a:lnTo>
                    <a:pt x="81" y="30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1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08" name=""/>
            <p:cNvSpPr/>
            <p:nvPr/>
          </p:nvSpPr>
          <p:spPr>
            <a:xfrm rot="0">
              <a:off x="3703" y="1575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0" y="22"/>
                  </a:moveTo>
                  <a:lnTo>
                    <a:pt x="30" y="1"/>
                  </a:lnTo>
                  <a:lnTo>
                    <a:pt x="28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09" name=""/>
            <p:cNvSpPr/>
            <p:nvPr/>
          </p:nvSpPr>
          <p:spPr>
            <a:xfrm rot="0" flipH="1" flipV="1">
              <a:off x="3713" y="1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10" name=""/>
            <p:cNvSpPr/>
            <p:nvPr/>
          </p:nvSpPr>
          <p:spPr>
            <a:xfrm rot="0">
              <a:off x="3686" y="1565"/>
              <a:ext cx="27" cy="25"/>
            </a:xfrm>
            <a:custGeom>
              <a:avLst/>
              <a:ahLst/>
              <a:rect l="0" t="0" r="r" b="b"/>
              <a:pathLst>
                <a:path w="79" h="74">
                  <a:moveTo>
                    <a:pt x="22" y="74"/>
                  </a:moveTo>
                  <a:lnTo>
                    <a:pt x="51" y="51"/>
                  </a:lnTo>
                  <a:lnTo>
                    <a:pt x="79" y="29"/>
                  </a:lnTo>
                  <a:lnTo>
                    <a:pt x="57" y="0"/>
                  </a:lnTo>
                  <a:lnTo>
                    <a:pt x="28" y="23"/>
                  </a:lnTo>
                  <a:lnTo>
                    <a:pt x="0" y="46"/>
                  </a:lnTo>
                  <a:lnTo>
                    <a:pt x="22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11" name=""/>
            <p:cNvSpPr/>
            <p:nvPr/>
          </p:nvSpPr>
          <p:spPr>
            <a:xfrm rot="0">
              <a:off x="3686" y="1565"/>
              <a:ext cx="27" cy="25"/>
            </a:xfrm>
            <a:custGeom>
              <a:avLst/>
              <a:ahLst/>
              <a:rect l="0" t="0" r="r" b="b"/>
              <a:pathLst>
                <a:path w="79" h="74">
                  <a:moveTo>
                    <a:pt x="22" y="74"/>
                  </a:moveTo>
                  <a:lnTo>
                    <a:pt x="51" y="51"/>
                  </a:lnTo>
                  <a:lnTo>
                    <a:pt x="79" y="29"/>
                  </a:lnTo>
                  <a:lnTo>
                    <a:pt x="57" y="0"/>
                  </a:lnTo>
                  <a:lnTo>
                    <a:pt x="28" y="23"/>
                  </a:lnTo>
                  <a:lnTo>
                    <a:pt x="0" y="46"/>
                  </a:lnTo>
                  <a:lnTo>
                    <a:pt x="22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12" name=""/>
            <p:cNvSpPr/>
            <p:nvPr/>
          </p:nvSpPr>
          <p:spPr>
            <a:xfrm rot="0">
              <a:off x="3696" y="1565"/>
              <a:ext cx="9" cy="8"/>
            </a:xfrm>
            <a:custGeom>
              <a:avLst/>
              <a:ahLst/>
              <a:rect l="0" t="0" r="r" b="b"/>
              <a:pathLst>
                <a:path w="29" h="24">
                  <a:moveTo>
                    <a:pt x="0" y="24"/>
                  </a:moveTo>
                  <a:lnTo>
                    <a:pt x="29" y="1"/>
                  </a:lnTo>
                  <a:lnTo>
                    <a:pt x="27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13" name=""/>
            <p:cNvSpPr/>
            <p:nvPr/>
          </p:nvSpPr>
          <p:spPr>
            <a:xfrm rot="0" flipH="1" flipV="1">
              <a:off x="3705" y="15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14" name=""/>
            <p:cNvSpPr/>
            <p:nvPr/>
          </p:nvSpPr>
          <p:spPr>
            <a:xfrm rot="0">
              <a:off x="3679" y="1556"/>
              <a:ext cx="26" cy="25"/>
            </a:xfrm>
            <a:custGeom>
              <a:avLst/>
              <a:ahLst/>
              <a:rect l="0" t="0" r="r" b="b"/>
              <a:pathLst>
                <a:path w="78" h="75">
                  <a:moveTo>
                    <a:pt x="24" y="75"/>
                  </a:moveTo>
                  <a:lnTo>
                    <a:pt x="51" y="51"/>
                  </a:lnTo>
                  <a:lnTo>
                    <a:pt x="78" y="27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24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15" name=""/>
            <p:cNvSpPr/>
            <p:nvPr/>
          </p:nvSpPr>
          <p:spPr>
            <a:xfrm rot="0">
              <a:off x="3679" y="1556"/>
              <a:ext cx="26" cy="25"/>
            </a:xfrm>
            <a:custGeom>
              <a:avLst/>
              <a:ahLst/>
              <a:rect l="0" t="0" r="r" b="b"/>
              <a:pathLst>
                <a:path w="78" h="75">
                  <a:moveTo>
                    <a:pt x="24" y="75"/>
                  </a:moveTo>
                  <a:lnTo>
                    <a:pt x="51" y="51"/>
                  </a:lnTo>
                  <a:lnTo>
                    <a:pt x="78" y="27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24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16" name=""/>
            <p:cNvSpPr/>
            <p:nvPr/>
          </p:nvSpPr>
          <p:spPr>
            <a:xfrm rot="0">
              <a:off x="3688" y="1555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0" y="26"/>
                  </a:moveTo>
                  <a:lnTo>
                    <a:pt x="27" y="2"/>
                  </a:lnTo>
                  <a:lnTo>
                    <a:pt x="2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17" name=""/>
            <p:cNvSpPr/>
            <p:nvPr/>
          </p:nvSpPr>
          <p:spPr>
            <a:xfrm rot="0" flipV="1">
              <a:off x="3697" y="1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18" name=""/>
            <p:cNvSpPr/>
            <p:nvPr/>
          </p:nvSpPr>
          <p:spPr>
            <a:xfrm rot="0">
              <a:off x="3670" y="1546"/>
              <a:ext cx="27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26" y="78"/>
                  </a:moveTo>
                  <a:lnTo>
                    <a:pt x="53" y="53"/>
                  </a:lnTo>
                  <a:lnTo>
                    <a:pt x="80" y="27"/>
                  </a:lnTo>
                  <a:lnTo>
                    <a:pt x="54" y="0"/>
                  </a:lnTo>
                  <a:lnTo>
                    <a:pt x="27" y="26"/>
                  </a:lnTo>
                  <a:lnTo>
                    <a:pt x="0" y="51"/>
                  </a:lnTo>
                  <a:lnTo>
                    <a:pt x="26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19" name=""/>
            <p:cNvSpPr/>
            <p:nvPr/>
          </p:nvSpPr>
          <p:spPr>
            <a:xfrm rot="0">
              <a:off x="3670" y="1546"/>
              <a:ext cx="27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26" y="78"/>
                  </a:moveTo>
                  <a:lnTo>
                    <a:pt x="53" y="53"/>
                  </a:lnTo>
                  <a:lnTo>
                    <a:pt x="80" y="27"/>
                  </a:lnTo>
                  <a:lnTo>
                    <a:pt x="54" y="0"/>
                  </a:lnTo>
                  <a:lnTo>
                    <a:pt x="27" y="26"/>
                  </a:lnTo>
                  <a:lnTo>
                    <a:pt x="0" y="51"/>
                  </a:lnTo>
                  <a:lnTo>
                    <a:pt x="26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20" name=""/>
            <p:cNvSpPr/>
            <p:nvPr/>
          </p:nvSpPr>
          <p:spPr>
            <a:xfrm rot="0">
              <a:off x="3679" y="1546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0" y="27"/>
                  </a:moveTo>
                  <a:lnTo>
                    <a:pt x="27" y="1"/>
                  </a:lnTo>
                  <a:lnTo>
                    <a:pt x="2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21" name=""/>
            <p:cNvSpPr/>
            <p:nvPr/>
          </p:nvSpPr>
          <p:spPr>
            <a:xfrm rot="0" flipH="1" flipV="1">
              <a:off x="3687" y="1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22" name=""/>
            <p:cNvSpPr/>
            <p:nvPr/>
          </p:nvSpPr>
          <p:spPr>
            <a:xfrm rot="0">
              <a:off x="3662" y="1537"/>
              <a:ext cx="25" cy="27"/>
            </a:xfrm>
            <a:custGeom>
              <a:avLst/>
              <a:ahLst/>
              <a:rect l="0" t="0" r="r" b="b"/>
              <a:pathLst>
                <a:path w="76" h="79">
                  <a:moveTo>
                    <a:pt x="28" y="79"/>
                  </a:moveTo>
                  <a:lnTo>
                    <a:pt x="52" y="52"/>
                  </a:lnTo>
                  <a:lnTo>
                    <a:pt x="76" y="25"/>
                  </a:lnTo>
                  <a:lnTo>
                    <a:pt x="48" y="0"/>
                  </a:lnTo>
                  <a:lnTo>
                    <a:pt x="24" y="28"/>
                  </a:lnTo>
                  <a:lnTo>
                    <a:pt x="0" y="55"/>
                  </a:lnTo>
                  <a:lnTo>
                    <a:pt x="28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23" name=""/>
            <p:cNvSpPr/>
            <p:nvPr/>
          </p:nvSpPr>
          <p:spPr>
            <a:xfrm rot="0">
              <a:off x="3662" y="1537"/>
              <a:ext cx="25" cy="27"/>
            </a:xfrm>
            <a:custGeom>
              <a:avLst/>
              <a:ahLst/>
              <a:rect l="0" t="0" r="r" b="b"/>
              <a:pathLst>
                <a:path w="76" h="79">
                  <a:moveTo>
                    <a:pt x="28" y="79"/>
                  </a:moveTo>
                  <a:lnTo>
                    <a:pt x="52" y="52"/>
                  </a:lnTo>
                  <a:lnTo>
                    <a:pt x="76" y="25"/>
                  </a:lnTo>
                  <a:lnTo>
                    <a:pt x="48" y="0"/>
                  </a:lnTo>
                  <a:lnTo>
                    <a:pt x="24" y="28"/>
                  </a:lnTo>
                  <a:lnTo>
                    <a:pt x="0" y="55"/>
                  </a:lnTo>
                  <a:lnTo>
                    <a:pt x="28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24" name=""/>
            <p:cNvSpPr/>
            <p:nvPr/>
          </p:nvSpPr>
          <p:spPr>
            <a:xfrm rot="0">
              <a:off x="3670" y="1537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0" y="29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25" name=""/>
            <p:cNvSpPr/>
            <p:nvPr/>
          </p:nvSpPr>
          <p:spPr>
            <a:xfrm rot="0" flipH="1" flipV="1">
              <a:off x="3677" y="1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26" name=""/>
            <p:cNvSpPr/>
            <p:nvPr/>
          </p:nvSpPr>
          <p:spPr>
            <a:xfrm rot="0">
              <a:off x="3652" y="1529"/>
              <a:ext cx="25" cy="27"/>
            </a:xfrm>
            <a:custGeom>
              <a:avLst/>
              <a:ahLst/>
              <a:rect l="0" t="0" r="r" b="b"/>
              <a:pathLst>
                <a:path w="75" h="80">
                  <a:moveTo>
                    <a:pt x="29" y="80"/>
                  </a:moveTo>
                  <a:lnTo>
                    <a:pt x="52" y="52"/>
                  </a:lnTo>
                  <a:lnTo>
                    <a:pt x="75" y="23"/>
                  </a:lnTo>
                  <a:lnTo>
                    <a:pt x="46" y="0"/>
                  </a:lnTo>
                  <a:lnTo>
                    <a:pt x="23" y="29"/>
                  </a:lnTo>
                  <a:lnTo>
                    <a:pt x="0" y="57"/>
                  </a:lnTo>
                  <a:lnTo>
                    <a:pt x="29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27" name=""/>
            <p:cNvSpPr/>
            <p:nvPr/>
          </p:nvSpPr>
          <p:spPr>
            <a:xfrm rot="0">
              <a:off x="3652" y="1529"/>
              <a:ext cx="25" cy="27"/>
            </a:xfrm>
            <a:custGeom>
              <a:avLst/>
              <a:ahLst/>
              <a:rect l="0" t="0" r="r" b="b"/>
              <a:pathLst>
                <a:path w="75" h="80">
                  <a:moveTo>
                    <a:pt x="29" y="80"/>
                  </a:moveTo>
                  <a:lnTo>
                    <a:pt x="52" y="52"/>
                  </a:lnTo>
                  <a:lnTo>
                    <a:pt x="75" y="23"/>
                  </a:lnTo>
                  <a:lnTo>
                    <a:pt x="46" y="0"/>
                  </a:lnTo>
                  <a:lnTo>
                    <a:pt x="23" y="29"/>
                  </a:lnTo>
                  <a:lnTo>
                    <a:pt x="0" y="57"/>
                  </a:lnTo>
                  <a:lnTo>
                    <a:pt x="29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28" name=""/>
            <p:cNvSpPr/>
            <p:nvPr/>
          </p:nvSpPr>
          <p:spPr>
            <a:xfrm rot="0">
              <a:off x="3648" y="152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35" y="36"/>
                  </a:moveTo>
                  <a:lnTo>
                    <a:pt x="12" y="64"/>
                  </a:lnTo>
                  <a:lnTo>
                    <a:pt x="5" y="56"/>
                  </a:lnTo>
                  <a:lnTo>
                    <a:pt x="0" y="46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7" y="13"/>
                  </a:lnTo>
                  <a:lnTo>
                    <a:pt x="15" y="6"/>
                  </a:lnTo>
                  <a:lnTo>
                    <a:pt x="25" y="0"/>
                  </a:lnTo>
                  <a:lnTo>
                    <a:pt x="37" y="0"/>
                  </a:lnTo>
                  <a:lnTo>
                    <a:pt x="48" y="2"/>
                  </a:lnTo>
                  <a:lnTo>
                    <a:pt x="58" y="7"/>
                  </a:lnTo>
                  <a:lnTo>
                    <a:pt x="35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29" name=""/>
            <p:cNvSpPr/>
            <p:nvPr/>
          </p:nvSpPr>
          <p:spPr>
            <a:xfrm rot="0">
              <a:off x="3648" y="152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12" y="64"/>
                  </a:moveTo>
                  <a:lnTo>
                    <a:pt x="5" y="56"/>
                  </a:lnTo>
                  <a:lnTo>
                    <a:pt x="0" y="46"/>
                  </a:lnTo>
                  <a:lnTo>
                    <a:pt x="0" y="34"/>
                  </a:lnTo>
                  <a:lnTo>
                    <a:pt x="1" y="23"/>
                  </a:lnTo>
                  <a:lnTo>
                    <a:pt x="7" y="13"/>
                  </a:lnTo>
                  <a:lnTo>
                    <a:pt x="15" y="6"/>
                  </a:lnTo>
                  <a:lnTo>
                    <a:pt x="25" y="0"/>
                  </a:lnTo>
                  <a:lnTo>
                    <a:pt x="37" y="0"/>
                  </a:lnTo>
                  <a:lnTo>
                    <a:pt x="48" y="2"/>
                  </a:lnTo>
                  <a:lnTo>
                    <a:pt x="58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30" name=""/>
            <p:cNvSpPr/>
            <p:nvPr/>
          </p:nvSpPr>
          <p:spPr>
            <a:xfrm rot="0">
              <a:off x="3398" y="1371"/>
              <a:ext cx="17" cy="23"/>
            </a:xfrm>
            <a:custGeom>
              <a:avLst/>
              <a:ahLst/>
              <a:rect l="0" t="0" r="r" b="b"/>
              <a:pathLst>
                <a:path w="50" h="68">
                  <a:moveTo>
                    <a:pt x="15" y="36"/>
                  </a:moveTo>
                  <a:lnTo>
                    <a:pt x="0" y="3"/>
                  </a:lnTo>
                  <a:lnTo>
                    <a:pt x="12" y="0"/>
                  </a:lnTo>
                  <a:lnTo>
                    <a:pt x="23" y="0"/>
                  </a:lnTo>
                  <a:lnTo>
                    <a:pt x="33" y="4"/>
                  </a:lnTo>
                  <a:lnTo>
                    <a:pt x="42" y="11"/>
                  </a:lnTo>
                  <a:lnTo>
                    <a:pt x="47" y="21"/>
                  </a:lnTo>
                  <a:lnTo>
                    <a:pt x="50" y="33"/>
                  </a:lnTo>
                  <a:lnTo>
                    <a:pt x="50" y="44"/>
                  </a:lnTo>
                  <a:lnTo>
                    <a:pt x="46" y="54"/>
                  </a:lnTo>
                  <a:lnTo>
                    <a:pt x="39" y="63"/>
                  </a:lnTo>
                  <a:lnTo>
                    <a:pt x="29" y="68"/>
                  </a:lnTo>
                  <a:lnTo>
                    <a:pt x="15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31" name=""/>
            <p:cNvSpPr/>
            <p:nvPr/>
          </p:nvSpPr>
          <p:spPr>
            <a:xfrm rot="0">
              <a:off x="3398" y="1371"/>
              <a:ext cx="17" cy="23"/>
            </a:xfrm>
            <a:custGeom>
              <a:avLst/>
              <a:ahLst/>
              <a:rect l="0" t="0" r="r" b="b"/>
              <a:pathLst>
                <a:path w="50" h="68">
                  <a:moveTo>
                    <a:pt x="0" y="3"/>
                  </a:moveTo>
                  <a:lnTo>
                    <a:pt x="12" y="0"/>
                  </a:lnTo>
                  <a:lnTo>
                    <a:pt x="23" y="0"/>
                  </a:lnTo>
                  <a:lnTo>
                    <a:pt x="33" y="4"/>
                  </a:lnTo>
                  <a:lnTo>
                    <a:pt x="42" y="11"/>
                  </a:lnTo>
                  <a:lnTo>
                    <a:pt x="47" y="21"/>
                  </a:lnTo>
                  <a:lnTo>
                    <a:pt x="50" y="33"/>
                  </a:lnTo>
                  <a:lnTo>
                    <a:pt x="50" y="44"/>
                  </a:lnTo>
                  <a:lnTo>
                    <a:pt x="46" y="54"/>
                  </a:lnTo>
                  <a:lnTo>
                    <a:pt x="39" y="63"/>
                  </a:lnTo>
                  <a:lnTo>
                    <a:pt x="29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32" name=""/>
            <p:cNvSpPr/>
            <p:nvPr/>
          </p:nvSpPr>
          <p:spPr>
            <a:xfrm rot="0">
              <a:off x="3384" y="1372"/>
              <a:ext cx="24" cy="28"/>
            </a:xfrm>
            <a:custGeom>
              <a:avLst/>
              <a:ahLst/>
              <a:rect l="0" t="0" r="r" b="b"/>
              <a:pathLst>
                <a:path w="71" h="84">
                  <a:moveTo>
                    <a:pt x="71" y="65"/>
                  </a:moveTo>
                  <a:lnTo>
                    <a:pt x="57" y="33"/>
                  </a:lnTo>
                  <a:lnTo>
                    <a:pt x="42" y="0"/>
                  </a:lnTo>
                  <a:lnTo>
                    <a:pt x="0" y="18"/>
                  </a:lnTo>
                  <a:lnTo>
                    <a:pt x="14" y="51"/>
                  </a:lnTo>
                  <a:lnTo>
                    <a:pt x="28" y="84"/>
                  </a:lnTo>
                  <a:lnTo>
                    <a:pt x="71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33" name=""/>
            <p:cNvSpPr/>
            <p:nvPr/>
          </p:nvSpPr>
          <p:spPr>
            <a:xfrm rot="0">
              <a:off x="3384" y="1372"/>
              <a:ext cx="24" cy="28"/>
            </a:xfrm>
            <a:custGeom>
              <a:avLst/>
              <a:ahLst/>
              <a:rect l="0" t="0" r="r" b="b"/>
              <a:pathLst>
                <a:path w="71" h="84">
                  <a:moveTo>
                    <a:pt x="71" y="65"/>
                  </a:moveTo>
                  <a:lnTo>
                    <a:pt x="57" y="33"/>
                  </a:lnTo>
                  <a:lnTo>
                    <a:pt x="42" y="0"/>
                  </a:lnTo>
                  <a:lnTo>
                    <a:pt x="0" y="18"/>
                  </a:lnTo>
                  <a:lnTo>
                    <a:pt x="14" y="51"/>
                  </a:lnTo>
                  <a:lnTo>
                    <a:pt x="28" y="84"/>
                  </a:lnTo>
                  <a:lnTo>
                    <a:pt x="71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34" name=""/>
            <p:cNvSpPr/>
            <p:nvPr/>
          </p:nvSpPr>
          <p:spPr>
            <a:xfrm rot="0">
              <a:off x="3384" y="1378"/>
              <a:ext cx="5" cy="11"/>
            </a:xfrm>
            <a:custGeom>
              <a:avLst/>
              <a:ahLst/>
              <a:rect l="0" t="0" r="r" b="b"/>
              <a:pathLst>
                <a:path w="14" h="33">
                  <a:moveTo>
                    <a:pt x="14" y="3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35" name=""/>
            <p:cNvSpPr/>
            <p:nvPr/>
          </p:nvSpPr>
          <p:spPr>
            <a:xfrm rot="0">
              <a:off x="3384" y="13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36" name=""/>
            <p:cNvSpPr/>
            <p:nvPr/>
          </p:nvSpPr>
          <p:spPr>
            <a:xfrm rot="0">
              <a:off x="3370" y="1378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70" y="66"/>
                  </a:moveTo>
                  <a:lnTo>
                    <a:pt x="56" y="33"/>
                  </a:lnTo>
                  <a:lnTo>
                    <a:pt x="42" y="0"/>
                  </a:lnTo>
                  <a:lnTo>
                    <a:pt x="0" y="19"/>
                  </a:lnTo>
                  <a:lnTo>
                    <a:pt x="15" y="52"/>
                  </a:lnTo>
                  <a:lnTo>
                    <a:pt x="29" y="84"/>
                  </a:lnTo>
                  <a:lnTo>
                    <a:pt x="7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37" name=""/>
            <p:cNvSpPr/>
            <p:nvPr/>
          </p:nvSpPr>
          <p:spPr>
            <a:xfrm rot="0">
              <a:off x="3370" y="1378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70" y="66"/>
                  </a:moveTo>
                  <a:lnTo>
                    <a:pt x="56" y="33"/>
                  </a:lnTo>
                  <a:lnTo>
                    <a:pt x="42" y="0"/>
                  </a:lnTo>
                  <a:lnTo>
                    <a:pt x="0" y="19"/>
                  </a:lnTo>
                  <a:lnTo>
                    <a:pt x="15" y="52"/>
                  </a:lnTo>
                  <a:lnTo>
                    <a:pt x="29" y="84"/>
                  </a:lnTo>
                  <a:lnTo>
                    <a:pt x="7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38" name=""/>
            <p:cNvSpPr/>
            <p:nvPr/>
          </p:nvSpPr>
          <p:spPr>
            <a:xfrm rot="0">
              <a:off x="3369" y="1385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3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39" name=""/>
            <p:cNvSpPr/>
            <p:nvPr/>
          </p:nvSpPr>
          <p:spPr>
            <a:xfrm rot="0" flipH="1">
              <a:off x="3369" y="1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40" name=""/>
            <p:cNvSpPr/>
            <p:nvPr/>
          </p:nvSpPr>
          <p:spPr>
            <a:xfrm rot="0">
              <a:off x="3355" y="1385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76" y="65"/>
                  </a:moveTo>
                  <a:lnTo>
                    <a:pt x="59" y="33"/>
                  </a:lnTo>
                  <a:lnTo>
                    <a:pt x="41" y="0"/>
                  </a:lnTo>
                  <a:lnTo>
                    <a:pt x="0" y="21"/>
                  </a:lnTo>
                  <a:lnTo>
                    <a:pt x="17" y="54"/>
                  </a:lnTo>
                  <a:lnTo>
                    <a:pt x="34" y="87"/>
                  </a:lnTo>
                  <a:lnTo>
                    <a:pt x="76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41" name=""/>
            <p:cNvSpPr/>
            <p:nvPr/>
          </p:nvSpPr>
          <p:spPr>
            <a:xfrm rot="0">
              <a:off x="3355" y="1385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76" y="65"/>
                  </a:moveTo>
                  <a:lnTo>
                    <a:pt x="59" y="33"/>
                  </a:lnTo>
                  <a:lnTo>
                    <a:pt x="41" y="0"/>
                  </a:lnTo>
                  <a:lnTo>
                    <a:pt x="0" y="21"/>
                  </a:lnTo>
                  <a:lnTo>
                    <a:pt x="17" y="54"/>
                  </a:lnTo>
                  <a:lnTo>
                    <a:pt x="34" y="87"/>
                  </a:lnTo>
                  <a:lnTo>
                    <a:pt x="76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42" name=""/>
            <p:cNvSpPr/>
            <p:nvPr/>
          </p:nvSpPr>
          <p:spPr>
            <a:xfrm rot="0">
              <a:off x="3355" y="1392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3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43" name=""/>
            <p:cNvSpPr/>
            <p:nvPr/>
          </p:nvSpPr>
          <p:spPr>
            <a:xfrm rot="0" flipH="1">
              <a:off x="3355" y="1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44" name=""/>
            <p:cNvSpPr/>
            <p:nvPr/>
          </p:nvSpPr>
          <p:spPr>
            <a:xfrm rot="0">
              <a:off x="3342" y="1392"/>
              <a:ext cx="25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77" y="62"/>
                  </a:moveTo>
                  <a:lnTo>
                    <a:pt x="58" y="31"/>
                  </a:lnTo>
                  <a:lnTo>
                    <a:pt x="40" y="0"/>
                  </a:lnTo>
                  <a:lnTo>
                    <a:pt x="0" y="24"/>
                  </a:lnTo>
                  <a:lnTo>
                    <a:pt x="18" y="55"/>
                  </a:lnTo>
                  <a:lnTo>
                    <a:pt x="37" y="87"/>
                  </a:lnTo>
                  <a:lnTo>
                    <a:pt x="77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45" name=""/>
            <p:cNvSpPr/>
            <p:nvPr/>
          </p:nvSpPr>
          <p:spPr>
            <a:xfrm rot="0">
              <a:off x="3342" y="1392"/>
              <a:ext cx="25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77" y="62"/>
                  </a:moveTo>
                  <a:lnTo>
                    <a:pt x="58" y="31"/>
                  </a:lnTo>
                  <a:lnTo>
                    <a:pt x="40" y="0"/>
                  </a:lnTo>
                  <a:lnTo>
                    <a:pt x="0" y="24"/>
                  </a:lnTo>
                  <a:lnTo>
                    <a:pt x="18" y="55"/>
                  </a:lnTo>
                  <a:lnTo>
                    <a:pt x="37" y="87"/>
                  </a:lnTo>
                  <a:lnTo>
                    <a:pt x="77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46" name=""/>
            <p:cNvSpPr/>
            <p:nvPr/>
          </p:nvSpPr>
          <p:spPr>
            <a:xfrm rot="0">
              <a:off x="3341" y="1400"/>
              <a:ext cx="7" cy="11"/>
            </a:xfrm>
            <a:custGeom>
              <a:avLst/>
              <a:ahLst/>
              <a:rect l="0" t="0" r="r" b="b"/>
              <a:pathLst>
                <a:path w="20" h="31">
                  <a:moveTo>
                    <a:pt x="20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47" name=""/>
            <p:cNvSpPr/>
            <p:nvPr/>
          </p:nvSpPr>
          <p:spPr>
            <a:xfrm rot="0" flipH="1">
              <a:off x="3341" y="14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48" name=""/>
            <p:cNvSpPr/>
            <p:nvPr/>
          </p:nvSpPr>
          <p:spPr>
            <a:xfrm rot="0">
              <a:off x="3328" y="1400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78" y="63"/>
                  </a:moveTo>
                  <a:lnTo>
                    <a:pt x="58" y="31"/>
                  </a:lnTo>
                  <a:lnTo>
                    <a:pt x="38" y="0"/>
                  </a:lnTo>
                  <a:lnTo>
                    <a:pt x="0" y="24"/>
                  </a:lnTo>
                  <a:lnTo>
                    <a:pt x="20" y="55"/>
                  </a:lnTo>
                  <a:lnTo>
                    <a:pt x="40" y="87"/>
                  </a:lnTo>
                  <a:lnTo>
                    <a:pt x="7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49" name=""/>
            <p:cNvSpPr/>
            <p:nvPr/>
          </p:nvSpPr>
          <p:spPr>
            <a:xfrm rot="0">
              <a:off x="3328" y="1400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78" y="63"/>
                  </a:moveTo>
                  <a:lnTo>
                    <a:pt x="58" y="31"/>
                  </a:lnTo>
                  <a:lnTo>
                    <a:pt x="38" y="0"/>
                  </a:lnTo>
                  <a:lnTo>
                    <a:pt x="0" y="24"/>
                  </a:lnTo>
                  <a:lnTo>
                    <a:pt x="20" y="55"/>
                  </a:lnTo>
                  <a:lnTo>
                    <a:pt x="40" y="87"/>
                  </a:lnTo>
                  <a:lnTo>
                    <a:pt x="78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50" name=""/>
            <p:cNvSpPr/>
            <p:nvPr/>
          </p:nvSpPr>
          <p:spPr>
            <a:xfrm rot="0">
              <a:off x="3328" y="1408"/>
              <a:ext cx="7" cy="11"/>
            </a:xfrm>
            <a:custGeom>
              <a:avLst/>
              <a:ahLst/>
              <a:rect l="0" t="0" r="r" b="b"/>
              <a:pathLst>
                <a:path w="21" h="31">
                  <a:moveTo>
                    <a:pt x="21" y="31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51" name=""/>
            <p:cNvSpPr/>
            <p:nvPr/>
          </p:nvSpPr>
          <p:spPr>
            <a:xfrm rot="0" flipH="1">
              <a:off x="3328" y="14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52" name=""/>
            <p:cNvSpPr/>
            <p:nvPr/>
          </p:nvSpPr>
          <p:spPr>
            <a:xfrm rot="0">
              <a:off x="3315" y="1409"/>
              <a:ext cx="27" cy="29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9"/>
                  </a:moveTo>
                  <a:lnTo>
                    <a:pt x="60" y="29"/>
                  </a:lnTo>
                  <a:lnTo>
                    <a:pt x="39" y="0"/>
                  </a:lnTo>
                  <a:lnTo>
                    <a:pt x="0" y="27"/>
                  </a:lnTo>
                  <a:lnTo>
                    <a:pt x="21" y="57"/>
                  </a:lnTo>
                  <a:lnTo>
                    <a:pt x="43" y="86"/>
                  </a:lnTo>
                  <a:lnTo>
                    <a:pt x="81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53" name=""/>
            <p:cNvSpPr/>
            <p:nvPr/>
          </p:nvSpPr>
          <p:spPr>
            <a:xfrm rot="0">
              <a:off x="3315" y="1409"/>
              <a:ext cx="27" cy="29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9"/>
                  </a:moveTo>
                  <a:lnTo>
                    <a:pt x="60" y="29"/>
                  </a:lnTo>
                  <a:lnTo>
                    <a:pt x="39" y="0"/>
                  </a:lnTo>
                  <a:lnTo>
                    <a:pt x="0" y="27"/>
                  </a:lnTo>
                  <a:lnTo>
                    <a:pt x="21" y="57"/>
                  </a:lnTo>
                  <a:lnTo>
                    <a:pt x="43" y="86"/>
                  </a:lnTo>
                  <a:lnTo>
                    <a:pt x="81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54" name=""/>
            <p:cNvSpPr/>
            <p:nvPr/>
          </p:nvSpPr>
          <p:spPr>
            <a:xfrm rot="0">
              <a:off x="3315" y="1418"/>
              <a:ext cx="7" cy="10"/>
            </a:xfrm>
            <a:custGeom>
              <a:avLst/>
              <a:ahLst/>
              <a:rect l="0" t="0" r="r" b="b"/>
              <a:pathLst>
                <a:path w="22" h="30">
                  <a:moveTo>
                    <a:pt x="22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55" name=""/>
            <p:cNvSpPr/>
            <p:nvPr/>
          </p:nvSpPr>
          <p:spPr>
            <a:xfrm rot="0" flipH="1">
              <a:off x="3315" y="1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56" name=""/>
            <p:cNvSpPr/>
            <p:nvPr/>
          </p:nvSpPr>
          <p:spPr>
            <a:xfrm rot="0">
              <a:off x="3303" y="1418"/>
              <a:ext cx="27" cy="29"/>
            </a:xfrm>
            <a:custGeom>
              <a:avLst/>
              <a:ahLst/>
              <a:rect l="0" t="0" r="r" b="b"/>
              <a:pathLst>
                <a:path w="81" h="85">
                  <a:moveTo>
                    <a:pt x="81" y="57"/>
                  </a:moveTo>
                  <a:lnTo>
                    <a:pt x="58" y="29"/>
                  </a:lnTo>
                  <a:lnTo>
                    <a:pt x="36" y="0"/>
                  </a:lnTo>
                  <a:lnTo>
                    <a:pt x="0" y="29"/>
                  </a:lnTo>
                  <a:lnTo>
                    <a:pt x="23" y="57"/>
                  </a:lnTo>
                  <a:lnTo>
                    <a:pt x="46" y="85"/>
                  </a:lnTo>
                  <a:lnTo>
                    <a:pt x="81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57" name=""/>
            <p:cNvSpPr/>
            <p:nvPr/>
          </p:nvSpPr>
          <p:spPr>
            <a:xfrm rot="0">
              <a:off x="3303" y="1418"/>
              <a:ext cx="27" cy="29"/>
            </a:xfrm>
            <a:custGeom>
              <a:avLst/>
              <a:ahLst/>
              <a:rect l="0" t="0" r="r" b="b"/>
              <a:pathLst>
                <a:path w="81" h="85">
                  <a:moveTo>
                    <a:pt x="81" y="57"/>
                  </a:moveTo>
                  <a:lnTo>
                    <a:pt x="58" y="29"/>
                  </a:lnTo>
                  <a:lnTo>
                    <a:pt x="36" y="0"/>
                  </a:lnTo>
                  <a:lnTo>
                    <a:pt x="0" y="29"/>
                  </a:lnTo>
                  <a:lnTo>
                    <a:pt x="23" y="57"/>
                  </a:lnTo>
                  <a:lnTo>
                    <a:pt x="46" y="85"/>
                  </a:lnTo>
                  <a:lnTo>
                    <a:pt x="81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58" name=""/>
            <p:cNvSpPr/>
            <p:nvPr/>
          </p:nvSpPr>
          <p:spPr>
            <a:xfrm rot="0">
              <a:off x="3303" y="1428"/>
              <a:ext cx="7" cy="9"/>
            </a:xfrm>
            <a:custGeom>
              <a:avLst/>
              <a:ahLst/>
              <a:rect l="0" t="0" r="r" b="b"/>
              <a:pathLst>
                <a:path w="23" h="28">
                  <a:moveTo>
                    <a:pt x="23" y="2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59" name=""/>
            <p:cNvSpPr/>
            <p:nvPr/>
          </p:nvSpPr>
          <p:spPr>
            <a:xfrm rot="0">
              <a:off x="3303" y="14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60" name=""/>
            <p:cNvSpPr/>
            <p:nvPr/>
          </p:nvSpPr>
          <p:spPr>
            <a:xfrm rot="0">
              <a:off x="3291" y="1428"/>
              <a:ext cx="27" cy="29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6"/>
                  </a:moveTo>
                  <a:lnTo>
                    <a:pt x="58" y="28"/>
                  </a:lnTo>
                  <a:lnTo>
                    <a:pt x="35" y="0"/>
                  </a:lnTo>
                  <a:lnTo>
                    <a:pt x="0" y="29"/>
                  </a:lnTo>
                  <a:lnTo>
                    <a:pt x="22" y="58"/>
                  </a:lnTo>
                  <a:lnTo>
                    <a:pt x="45" y="86"/>
                  </a:lnTo>
                  <a:lnTo>
                    <a:pt x="81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61" name=""/>
            <p:cNvSpPr/>
            <p:nvPr/>
          </p:nvSpPr>
          <p:spPr>
            <a:xfrm rot="0">
              <a:off x="3291" y="1428"/>
              <a:ext cx="27" cy="29"/>
            </a:xfrm>
            <a:custGeom>
              <a:avLst/>
              <a:ahLst/>
              <a:rect l="0" t="0" r="r" b="b"/>
              <a:pathLst>
                <a:path w="81" h="86">
                  <a:moveTo>
                    <a:pt x="81" y="56"/>
                  </a:moveTo>
                  <a:lnTo>
                    <a:pt x="58" y="28"/>
                  </a:lnTo>
                  <a:lnTo>
                    <a:pt x="35" y="0"/>
                  </a:lnTo>
                  <a:lnTo>
                    <a:pt x="0" y="29"/>
                  </a:lnTo>
                  <a:lnTo>
                    <a:pt x="22" y="58"/>
                  </a:lnTo>
                  <a:lnTo>
                    <a:pt x="45" y="86"/>
                  </a:lnTo>
                  <a:lnTo>
                    <a:pt x="8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62" name=""/>
            <p:cNvSpPr/>
            <p:nvPr/>
          </p:nvSpPr>
          <p:spPr>
            <a:xfrm rot="0">
              <a:off x="3290" y="1438"/>
              <a:ext cx="8" cy="9"/>
            </a:xfrm>
            <a:custGeom>
              <a:avLst/>
              <a:ahLst/>
              <a:rect l="0" t="0" r="r" b="b"/>
              <a:pathLst>
                <a:path w="24" h="29">
                  <a:moveTo>
                    <a:pt x="24" y="2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63" name=""/>
            <p:cNvSpPr/>
            <p:nvPr/>
          </p:nvSpPr>
          <p:spPr>
            <a:xfrm rot="0" flipH="1">
              <a:off x="3290" y="14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64" name=""/>
            <p:cNvSpPr/>
            <p:nvPr/>
          </p:nvSpPr>
          <p:spPr>
            <a:xfrm rot="0">
              <a:off x="3279" y="1438"/>
              <a:ext cx="28" cy="29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4"/>
                  </a:moveTo>
                  <a:lnTo>
                    <a:pt x="58" y="27"/>
                  </a:lnTo>
                  <a:lnTo>
                    <a:pt x="34" y="0"/>
                  </a:lnTo>
                  <a:lnTo>
                    <a:pt x="0" y="31"/>
                  </a:lnTo>
                  <a:lnTo>
                    <a:pt x="24" y="58"/>
                  </a:lnTo>
                  <a:lnTo>
                    <a:pt x="48" y="85"/>
                  </a:lnTo>
                  <a:lnTo>
                    <a:pt x="8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65" name=""/>
            <p:cNvSpPr/>
            <p:nvPr/>
          </p:nvSpPr>
          <p:spPr>
            <a:xfrm rot="0">
              <a:off x="3279" y="1438"/>
              <a:ext cx="28" cy="29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4"/>
                  </a:moveTo>
                  <a:lnTo>
                    <a:pt x="58" y="27"/>
                  </a:lnTo>
                  <a:lnTo>
                    <a:pt x="34" y="0"/>
                  </a:lnTo>
                  <a:lnTo>
                    <a:pt x="0" y="31"/>
                  </a:lnTo>
                  <a:lnTo>
                    <a:pt x="24" y="58"/>
                  </a:lnTo>
                  <a:lnTo>
                    <a:pt x="48" y="85"/>
                  </a:lnTo>
                  <a:lnTo>
                    <a:pt x="8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66" name=""/>
            <p:cNvSpPr/>
            <p:nvPr/>
          </p:nvSpPr>
          <p:spPr>
            <a:xfrm rot="0">
              <a:off x="3278" y="1449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26" y="27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67" name=""/>
            <p:cNvSpPr/>
            <p:nvPr/>
          </p:nvSpPr>
          <p:spPr>
            <a:xfrm rot="0" flipH="1">
              <a:off x="3278" y="1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68" name=""/>
            <p:cNvSpPr/>
            <p:nvPr/>
          </p:nvSpPr>
          <p:spPr>
            <a:xfrm rot="0">
              <a:off x="3268" y="14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84" y="51"/>
                  </a:moveTo>
                  <a:lnTo>
                    <a:pt x="58" y="25"/>
                  </a:lnTo>
                  <a:lnTo>
                    <a:pt x="32" y="0"/>
                  </a:lnTo>
                  <a:lnTo>
                    <a:pt x="0" y="32"/>
                  </a:lnTo>
                  <a:lnTo>
                    <a:pt x="25" y="58"/>
                  </a:lnTo>
                  <a:lnTo>
                    <a:pt x="51" y="84"/>
                  </a:lnTo>
                  <a:lnTo>
                    <a:pt x="8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69" name=""/>
            <p:cNvSpPr/>
            <p:nvPr/>
          </p:nvSpPr>
          <p:spPr>
            <a:xfrm rot="0">
              <a:off x="3268" y="14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84" y="51"/>
                  </a:moveTo>
                  <a:lnTo>
                    <a:pt x="58" y="25"/>
                  </a:lnTo>
                  <a:lnTo>
                    <a:pt x="32" y="0"/>
                  </a:lnTo>
                  <a:lnTo>
                    <a:pt x="0" y="32"/>
                  </a:lnTo>
                  <a:lnTo>
                    <a:pt x="25" y="58"/>
                  </a:lnTo>
                  <a:lnTo>
                    <a:pt x="51" y="84"/>
                  </a:lnTo>
                  <a:lnTo>
                    <a:pt x="8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70" name=""/>
            <p:cNvSpPr/>
            <p:nvPr/>
          </p:nvSpPr>
          <p:spPr>
            <a:xfrm rot="0">
              <a:off x="3267" y="1460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2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71" name=""/>
            <p:cNvSpPr/>
            <p:nvPr/>
          </p:nvSpPr>
          <p:spPr>
            <a:xfrm rot="0" flipH="1">
              <a:off x="3267" y="14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72" name=""/>
            <p:cNvSpPr/>
            <p:nvPr/>
          </p:nvSpPr>
          <p:spPr>
            <a:xfrm rot="0">
              <a:off x="3257" y="1461"/>
              <a:ext cx="28" cy="27"/>
            </a:xfrm>
            <a:custGeom>
              <a:avLst/>
              <a:ahLst/>
              <a:rect l="0" t="0" r="r" b="b"/>
              <a:pathLst>
                <a:path w="85" h="82">
                  <a:moveTo>
                    <a:pt x="85" y="48"/>
                  </a:moveTo>
                  <a:lnTo>
                    <a:pt x="58" y="24"/>
                  </a:lnTo>
                  <a:lnTo>
                    <a:pt x="31" y="0"/>
                  </a:lnTo>
                  <a:lnTo>
                    <a:pt x="0" y="34"/>
                  </a:lnTo>
                  <a:lnTo>
                    <a:pt x="27" y="58"/>
                  </a:lnTo>
                  <a:lnTo>
                    <a:pt x="54" y="82"/>
                  </a:lnTo>
                  <a:lnTo>
                    <a:pt x="85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73" name=""/>
            <p:cNvSpPr/>
            <p:nvPr/>
          </p:nvSpPr>
          <p:spPr>
            <a:xfrm rot="0">
              <a:off x="3257" y="1461"/>
              <a:ext cx="28" cy="27"/>
            </a:xfrm>
            <a:custGeom>
              <a:avLst/>
              <a:ahLst/>
              <a:rect l="0" t="0" r="r" b="b"/>
              <a:pathLst>
                <a:path w="85" h="82">
                  <a:moveTo>
                    <a:pt x="85" y="48"/>
                  </a:moveTo>
                  <a:lnTo>
                    <a:pt x="58" y="24"/>
                  </a:lnTo>
                  <a:lnTo>
                    <a:pt x="31" y="0"/>
                  </a:lnTo>
                  <a:lnTo>
                    <a:pt x="0" y="34"/>
                  </a:lnTo>
                  <a:lnTo>
                    <a:pt x="27" y="58"/>
                  </a:lnTo>
                  <a:lnTo>
                    <a:pt x="54" y="82"/>
                  </a:lnTo>
                  <a:lnTo>
                    <a:pt x="85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74" name=""/>
            <p:cNvSpPr/>
            <p:nvPr/>
          </p:nvSpPr>
          <p:spPr>
            <a:xfrm rot="0">
              <a:off x="3257" y="1472"/>
              <a:ext cx="9" cy="8"/>
            </a:xfrm>
            <a:custGeom>
              <a:avLst/>
              <a:ahLst/>
              <a:rect l="0" t="0" r="r" b="b"/>
              <a:pathLst>
                <a:path w="27" h="24">
                  <a:moveTo>
                    <a:pt x="27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75" name=""/>
            <p:cNvSpPr/>
            <p:nvPr/>
          </p:nvSpPr>
          <p:spPr>
            <a:xfrm rot="0">
              <a:off x="3257" y="14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76" name=""/>
            <p:cNvSpPr/>
            <p:nvPr/>
          </p:nvSpPr>
          <p:spPr>
            <a:xfrm rot="0">
              <a:off x="3247" y="1472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84" y="48"/>
                  </a:moveTo>
                  <a:lnTo>
                    <a:pt x="57" y="24"/>
                  </a:lnTo>
                  <a:lnTo>
                    <a:pt x="30" y="0"/>
                  </a:lnTo>
                  <a:lnTo>
                    <a:pt x="0" y="34"/>
                  </a:lnTo>
                  <a:lnTo>
                    <a:pt x="27" y="58"/>
                  </a:lnTo>
                  <a:lnTo>
                    <a:pt x="54" y="83"/>
                  </a:lnTo>
                  <a:lnTo>
                    <a:pt x="84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77" name=""/>
            <p:cNvSpPr/>
            <p:nvPr/>
          </p:nvSpPr>
          <p:spPr>
            <a:xfrm rot="0">
              <a:off x="3247" y="1472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84" y="48"/>
                  </a:moveTo>
                  <a:lnTo>
                    <a:pt x="57" y="24"/>
                  </a:lnTo>
                  <a:lnTo>
                    <a:pt x="30" y="0"/>
                  </a:lnTo>
                  <a:lnTo>
                    <a:pt x="0" y="34"/>
                  </a:lnTo>
                  <a:lnTo>
                    <a:pt x="27" y="58"/>
                  </a:lnTo>
                  <a:lnTo>
                    <a:pt x="54" y="83"/>
                  </a:lnTo>
                  <a:lnTo>
                    <a:pt x="84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78" name=""/>
            <p:cNvSpPr/>
            <p:nvPr/>
          </p:nvSpPr>
          <p:spPr>
            <a:xfrm rot="0">
              <a:off x="3246" y="1483"/>
              <a:ext cx="10" cy="8"/>
            </a:xfrm>
            <a:custGeom>
              <a:avLst/>
              <a:ahLst/>
              <a:rect l="0" t="0" r="r" b="b"/>
              <a:pathLst>
                <a:path w="30" h="24">
                  <a:moveTo>
                    <a:pt x="30" y="24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79" name=""/>
            <p:cNvSpPr/>
            <p:nvPr/>
          </p:nvSpPr>
          <p:spPr>
            <a:xfrm rot="0" flipH="1">
              <a:off x="3246" y="14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80" name=""/>
            <p:cNvSpPr/>
            <p:nvPr/>
          </p:nvSpPr>
          <p:spPr>
            <a:xfrm rot="0">
              <a:off x="3237" y="1484"/>
              <a:ext cx="29" cy="27"/>
            </a:xfrm>
            <a:custGeom>
              <a:avLst/>
              <a:ahLst/>
              <a:rect l="0" t="0" r="r" b="b"/>
              <a:pathLst>
                <a:path w="87" h="80">
                  <a:moveTo>
                    <a:pt x="87" y="43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7"/>
                  </a:lnTo>
                  <a:lnTo>
                    <a:pt x="30" y="58"/>
                  </a:lnTo>
                  <a:lnTo>
                    <a:pt x="60" y="80"/>
                  </a:lnTo>
                  <a:lnTo>
                    <a:pt x="8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81" name=""/>
            <p:cNvSpPr/>
            <p:nvPr/>
          </p:nvSpPr>
          <p:spPr>
            <a:xfrm rot="0">
              <a:off x="3237" y="1484"/>
              <a:ext cx="29" cy="27"/>
            </a:xfrm>
            <a:custGeom>
              <a:avLst/>
              <a:ahLst/>
              <a:rect l="0" t="0" r="r" b="b"/>
              <a:pathLst>
                <a:path w="87" h="80">
                  <a:moveTo>
                    <a:pt x="87" y="43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7"/>
                  </a:lnTo>
                  <a:lnTo>
                    <a:pt x="30" y="58"/>
                  </a:lnTo>
                  <a:lnTo>
                    <a:pt x="60" y="80"/>
                  </a:lnTo>
                  <a:lnTo>
                    <a:pt x="8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82" name=""/>
            <p:cNvSpPr/>
            <p:nvPr/>
          </p:nvSpPr>
          <p:spPr>
            <a:xfrm rot="0">
              <a:off x="3237" y="1497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83" name=""/>
            <p:cNvSpPr/>
            <p:nvPr/>
          </p:nvSpPr>
          <p:spPr>
            <a:xfrm rot="0">
              <a:off x="3237" y="14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84" name=""/>
            <p:cNvSpPr/>
            <p:nvPr/>
          </p:nvSpPr>
          <p:spPr>
            <a:xfrm rot="0">
              <a:off x="3228" y="1497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87" y="43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8"/>
                  </a:lnTo>
                  <a:lnTo>
                    <a:pt x="30" y="60"/>
                  </a:lnTo>
                  <a:lnTo>
                    <a:pt x="60" y="81"/>
                  </a:lnTo>
                  <a:lnTo>
                    <a:pt x="8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85" name=""/>
            <p:cNvSpPr/>
            <p:nvPr/>
          </p:nvSpPr>
          <p:spPr>
            <a:xfrm rot="0">
              <a:off x="3228" y="1497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87" y="43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8"/>
                  </a:lnTo>
                  <a:lnTo>
                    <a:pt x="30" y="60"/>
                  </a:lnTo>
                  <a:lnTo>
                    <a:pt x="60" y="81"/>
                  </a:lnTo>
                  <a:lnTo>
                    <a:pt x="8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86" name=""/>
            <p:cNvSpPr/>
            <p:nvPr/>
          </p:nvSpPr>
          <p:spPr>
            <a:xfrm rot="0">
              <a:off x="3227" y="1509"/>
              <a:ext cx="11" cy="8"/>
            </a:xfrm>
            <a:custGeom>
              <a:avLst/>
              <a:ahLst/>
              <a:rect l="0" t="0" r="r" b="b"/>
              <a:pathLst>
                <a:path w="31" h="22">
                  <a:moveTo>
                    <a:pt x="31" y="2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87" name=""/>
            <p:cNvSpPr/>
            <p:nvPr/>
          </p:nvSpPr>
          <p:spPr>
            <a:xfrm rot="0" flipH="1">
              <a:off x="3227" y="1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88" name=""/>
            <p:cNvSpPr/>
            <p:nvPr/>
          </p:nvSpPr>
          <p:spPr>
            <a:xfrm rot="0">
              <a:off x="3219" y="1510"/>
              <a:ext cx="29" cy="26"/>
            </a:xfrm>
            <a:custGeom>
              <a:avLst/>
              <a:ahLst/>
              <a:rect l="0" t="0" r="r" b="b"/>
              <a:pathLst>
                <a:path w="86" h="78">
                  <a:moveTo>
                    <a:pt x="86" y="40"/>
                  </a:moveTo>
                  <a:lnTo>
                    <a:pt x="55" y="20"/>
                  </a:lnTo>
                  <a:lnTo>
                    <a:pt x="24" y="0"/>
                  </a:lnTo>
                  <a:lnTo>
                    <a:pt x="0" y="38"/>
                  </a:lnTo>
                  <a:lnTo>
                    <a:pt x="31" y="58"/>
                  </a:lnTo>
                  <a:lnTo>
                    <a:pt x="62" y="78"/>
                  </a:lnTo>
                  <a:lnTo>
                    <a:pt x="86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89" name=""/>
            <p:cNvSpPr/>
            <p:nvPr/>
          </p:nvSpPr>
          <p:spPr>
            <a:xfrm rot="0">
              <a:off x="3219" y="1510"/>
              <a:ext cx="29" cy="26"/>
            </a:xfrm>
            <a:custGeom>
              <a:avLst/>
              <a:ahLst/>
              <a:rect l="0" t="0" r="r" b="b"/>
              <a:pathLst>
                <a:path w="86" h="78">
                  <a:moveTo>
                    <a:pt x="86" y="40"/>
                  </a:moveTo>
                  <a:lnTo>
                    <a:pt x="55" y="20"/>
                  </a:lnTo>
                  <a:lnTo>
                    <a:pt x="24" y="0"/>
                  </a:lnTo>
                  <a:lnTo>
                    <a:pt x="0" y="38"/>
                  </a:lnTo>
                  <a:lnTo>
                    <a:pt x="31" y="58"/>
                  </a:lnTo>
                  <a:lnTo>
                    <a:pt x="62" y="78"/>
                  </a:lnTo>
                  <a:lnTo>
                    <a:pt x="86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90" name=""/>
            <p:cNvSpPr/>
            <p:nvPr/>
          </p:nvSpPr>
          <p:spPr>
            <a:xfrm rot="0">
              <a:off x="3219" y="1523"/>
              <a:ext cx="11" cy="6"/>
            </a:xfrm>
            <a:custGeom>
              <a:avLst/>
              <a:ahLst/>
              <a:rect l="0" t="0" r="r" b="b"/>
              <a:pathLst>
                <a:path w="31" h="20">
                  <a:moveTo>
                    <a:pt x="31" y="2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91" name=""/>
            <p:cNvSpPr/>
            <p:nvPr/>
          </p:nvSpPr>
          <p:spPr>
            <a:xfrm rot="0">
              <a:off x="3219" y="15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92" name=""/>
            <p:cNvSpPr/>
            <p:nvPr/>
          </p:nvSpPr>
          <p:spPr>
            <a:xfrm rot="0">
              <a:off x="3211" y="1523"/>
              <a:ext cx="29" cy="26"/>
            </a:xfrm>
            <a:custGeom>
              <a:avLst/>
              <a:ahLst/>
              <a:rect l="0" t="0" r="r" b="b"/>
              <a:pathLst>
                <a:path w="87" h="77">
                  <a:moveTo>
                    <a:pt x="87" y="37"/>
                  </a:moveTo>
                  <a:lnTo>
                    <a:pt x="56" y="18"/>
                  </a:lnTo>
                  <a:lnTo>
                    <a:pt x="25" y="0"/>
                  </a:lnTo>
                  <a:lnTo>
                    <a:pt x="0" y="40"/>
                  </a:lnTo>
                  <a:lnTo>
                    <a:pt x="32" y="58"/>
                  </a:lnTo>
                  <a:lnTo>
                    <a:pt x="63" y="77"/>
                  </a:lnTo>
                  <a:lnTo>
                    <a:pt x="87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93" name=""/>
            <p:cNvSpPr/>
            <p:nvPr/>
          </p:nvSpPr>
          <p:spPr>
            <a:xfrm rot="0">
              <a:off x="3211" y="1523"/>
              <a:ext cx="29" cy="26"/>
            </a:xfrm>
            <a:custGeom>
              <a:avLst/>
              <a:ahLst/>
              <a:rect l="0" t="0" r="r" b="b"/>
              <a:pathLst>
                <a:path w="87" h="77">
                  <a:moveTo>
                    <a:pt x="87" y="37"/>
                  </a:moveTo>
                  <a:lnTo>
                    <a:pt x="56" y="18"/>
                  </a:lnTo>
                  <a:lnTo>
                    <a:pt x="25" y="0"/>
                  </a:lnTo>
                  <a:lnTo>
                    <a:pt x="0" y="40"/>
                  </a:lnTo>
                  <a:lnTo>
                    <a:pt x="32" y="58"/>
                  </a:lnTo>
                  <a:lnTo>
                    <a:pt x="63" y="77"/>
                  </a:lnTo>
                  <a:lnTo>
                    <a:pt x="87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94" name=""/>
            <p:cNvSpPr/>
            <p:nvPr/>
          </p:nvSpPr>
          <p:spPr>
            <a:xfrm rot="0">
              <a:off x="3211" y="1537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33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95" name=""/>
            <p:cNvSpPr/>
            <p:nvPr/>
          </p:nvSpPr>
          <p:spPr>
            <a:xfrm rot="0" flipH="1">
              <a:off x="3211" y="1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96" name=""/>
            <p:cNvSpPr/>
            <p:nvPr/>
          </p:nvSpPr>
          <p:spPr>
            <a:xfrm rot="0">
              <a:off x="3204" y="1537"/>
              <a:ext cx="28" cy="25"/>
            </a:xfrm>
            <a:custGeom>
              <a:avLst/>
              <a:ahLst/>
              <a:rect l="0" t="0" r="r" b="b"/>
              <a:pathLst>
                <a:path w="86" h="76">
                  <a:moveTo>
                    <a:pt x="86" y="34"/>
                  </a:moveTo>
                  <a:lnTo>
                    <a:pt x="54" y="17"/>
                  </a:lnTo>
                  <a:lnTo>
                    <a:pt x="21" y="0"/>
                  </a:lnTo>
                  <a:lnTo>
                    <a:pt x="0" y="41"/>
                  </a:lnTo>
                  <a:lnTo>
                    <a:pt x="32" y="58"/>
                  </a:lnTo>
                  <a:lnTo>
                    <a:pt x="65" y="76"/>
                  </a:lnTo>
                  <a:lnTo>
                    <a:pt x="8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97" name=""/>
            <p:cNvSpPr/>
            <p:nvPr/>
          </p:nvSpPr>
          <p:spPr>
            <a:xfrm rot="0">
              <a:off x="3204" y="1537"/>
              <a:ext cx="28" cy="25"/>
            </a:xfrm>
            <a:custGeom>
              <a:avLst/>
              <a:ahLst/>
              <a:rect l="0" t="0" r="r" b="b"/>
              <a:pathLst>
                <a:path w="86" h="76">
                  <a:moveTo>
                    <a:pt x="86" y="34"/>
                  </a:moveTo>
                  <a:lnTo>
                    <a:pt x="54" y="17"/>
                  </a:lnTo>
                  <a:lnTo>
                    <a:pt x="21" y="0"/>
                  </a:lnTo>
                  <a:lnTo>
                    <a:pt x="0" y="41"/>
                  </a:lnTo>
                  <a:lnTo>
                    <a:pt x="32" y="58"/>
                  </a:lnTo>
                  <a:lnTo>
                    <a:pt x="65" y="76"/>
                  </a:lnTo>
                  <a:lnTo>
                    <a:pt x="8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498" name=""/>
            <p:cNvSpPr/>
            <p:nvPr/>
          </p:nvSpPr>
          <p:spPr>
            <a:xfrm rot="0">
              <a:off x="3204" y="1551"/>
              <a:ext cx="10" cy="5"/>
            </a:xfrm>
            <a:custGeom>
              <a:avLst/>
              <a:ahLst/>
              <a:rect l="0" t="0" r="r" b="b"/>
              <a:pathLst>
                <a:path w="32" h="17">
                  <a:moveTo>
                    <a:pt x="32" y="17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499" name=""/>
            <p:cNvSpPr/>
            <p:nvPr/>
          </p:nvSpPr>
          <p:spPr>
            <a:xfrm rot="0">
              <a:off x="3204" y="15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00" name=""/>
            <p:cNvSpPr/>
            <p:nvPr/>
          </p:nvSpPr>
          <p:spPr>
            <a:xfrm rot="0">
              <a:off x="3197" y="1552"/>
              <a:ext cx="28" cy="23"/>
            </a:xfrm>
            <a:custGeom>
              <a:avLst/>
              <a:ahLst/>
              <a:rect l="0" t="0" r="r" b="b"/>
              <a:pathLst>
                <a:path w="84" h="71">
                  <a:moveTo>
                    <a:pt x="84" y="29"/>
                  </a:moveTo>
                  <a:lnTo>
                    <a:pt x="51" y="14"/>
                  </a:lnTo>
                  <a:lnTo>
                    <a:pt x="19" y="0"/>
                  </a:lnTo>
                  <a:lnTo>
                    <a:pt x="0" y="43"/>
                  </a:lnTo>
                  <a:lnTo>
                    <a:pt x="33" y="57"/>
                  </a:lnTo>
                  <a:lnTo>
                    <a:pt x="66" y="71"/>
                  </a:lnTo>
                  <a:lnTo>
                    <a:pt x="8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01" name=""/>
            <p:cNvSpPr/>
            <p:nvPr/>
          </p:nvSpPr>
          <p:spPr>
            <a:xfrm rot="0">
              <a:off x="3197" y="1552"/>
              <a:ext cx="28" cy="23"/>
            </a:xfrm>
            <a:custGeom>
              <a:avLst/>
              <a:ahLst/>
              <a:rect l="0" t="0" r="r" b="b"/>
              <a:pathLst>
                <a:path w="84" h="71">
                  <a:moveTo>
                    <a:pt x="84" y="29"/>
                  </a:moveTo>
                  <a:lnTo>
                    <a:pt x="51" y="14"/>
                  </a:lnTo>
                  <a:lnTo>
                    <a:pt x="19" y="0"/>
                  </a:lnTo>
                  <a:lnTo>
                    <a:pt x="0" y="43"/>
                  </a:lnTo>
                  <a:lnTo>
                    <a:pt x="33" y="57"/>
                  </a:lnTo>
                  <a:lnTo>
                    <a:pt x="66" y="71"/>
                  </a:lnTo>
                  <a:lnTo>
                    <a:pt x="84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02" name=""/>
            <p:cNvSpPr/>
            <p:nvPr/>
          </p:nvSpPr>
          <p:spPr>
            <a:xfrm rot="0">
              <a:off x="3191" y="1566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84" y="28"/>
                  </a:moveTo>
                  <a:lnTo>
                    <a:pt x="51" y="14"/>
                  </a:lnTo>
                  <a:lnTo>
                    <a:pt x="18" y="0"/>
                  </a:lnTo>
                  <a:lnTo>
                    <a:pt x="0" y="43"/>
                  </a:lnTo>
                  <a:lnTo>
                    <a:pt x="32" y="57"/>
                  </a:lnTo>
                  <a:lnTo>
                    <a:pt x="65" y="71"/>
                  </a:lnTo>
                  <a:lnTo>
                    <a:pt x="8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03" name=""/>
            <p:cNvSpPr/>
            <p:nvPr/>
          </p:nvSpPr>
          <p:spPr>
            <a:xfrm rot="0">
              <a:off x="3191" y="1566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84" y="28"/>
                  </a:moveTo>
                  <a:lnTo>
                    <a:pt x="51" y="14"/>
                  </a:lnTo>
                  <a:lnTo>
                    <a:pt x="18" y="0"/>
                  </a:lnTo>
                  <a:lnTo>
                    <a:pt x="0" y="43"/>
                  </a:lnTo>
                  <a:lnTo>
                    <a:pt x="32" y="57"/>
                  </a:lnTo>
                  <a:lnTo>
                    <a:pt x="65" y="71"/>
                  </a:lnTo>
                  <a:lnTo>
                    <a:pt x="8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04" name=""/>
            <p:cNvSpPr/>
            <p:nvPr/>
          </p:nvSpPr>
          <p:spPr>
            <a:xfrm rot="0">
              <a:off x="3191" y="1580"/>
              <a:ext cx="11" cy="5"/>
            </a:xfrm>
            <a:custGeom>
              <a:avLst/>
              <a:ahLst/>
              <a:rect l="0" t="0" r="r" b="b"/>
              <a:pathLst>
                <a:path w="34" h="14">
                  <a:moveTo>
                    <a:pt x="34" y="1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05" name=""/>
            <p:cNvSpPr/>
            <p:nvPr/>
          </p:nvSpPr>
          <p:spPr>
            <a:xfrm rot="0" flipH="1">
              <a:off x="3191" y="15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06" name=""/>
            <p:cNvSpPr/>
            <p:nvPr/>
          </p:nvSpPr>
          <p:spPr>
            <a:xfrm rot="0">
              <a:off x="3185" y="1581"/>
              <a:ext cx="28" cy="22"/>
            </a:xfrm>
            <a:custGeom>
              <a:avLst/>
              <a:ahLst/>
              <a:rect l="0" t="0" r="r" b="b"/>
              <a:pathLst>
                <a:path w="84" h="68">
                  <a:moveTo>
                    <a:pt x="84" y="26"/>
                  </a:moveTo>
                  <a:lnTo>
                    <a:pt x="50" y="13"/>
                  </a:lnTo>
                  <a:lnTo>
                    <a:pt x="16" y="0"/>
                  </a:lnTo>
                  <a:lnTo>
                    <a:pt x="0" y="43"/>
                  </a:lnTo>
                  <a:lnTo>
                    <a:pt x="35" y="56"/>
                  </a:lnTo>
                  <a:lnTo>
                    <a:pt x="69" y="68"/>
                  </a:lnTo>
                  <a:lnTo>
                    <a:pt x="8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07" name=""/>
            <p:cNvSpPr/>
            <p:nvPr/>
          </p:nvSpPr>
          <p:spPr>
            <a:xfrm rot="0">
              <a:off x="3185" y="1581"/>
              <a:ext cx="28" cy="22"/>
            </a:xfrm>
            <a:custGeom>
              <a:avLst/>
              <a:ahLst/>
              <a:rect l="0" t="0" r="r" b="b"/>
              <a:pathLst>
                <a:path w="84" h="68">
                  <a:moveTo>
                    <a:pt x="84" y="26"/>
                  </a:moveTo>
                  <a:lnTo>
                    <a:pt x="50" y="13"/>
                  </a:lnTo>
                  <a:lnTo>
                    <a:pt x="16" y="0"/>
                  </a:lnTo>
                  <a:lnTo>
                    <a:pt x="0" y="43"/>
                  </a:lnTo>
                  <a:lnTo>
                    <a:pt x="35" y="56"/>
                  </a:lnTo>
                  <a:lnTo>
                    <a:pt x="69" y="68"/>
                  </a:lnTo>
                  <a:lnTo>
                    <a:pt x="8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08" name=""/>
            <p:cNvSpPr/>
            <p:nvPr/>
          </p:nvSpPr>
          <p:spPr>
            <a:xfrm rot="0">
              <a:off x="3185" y="1595"/>
              <a:ext cx="12" cy="4"/>
            </a:xfrm>
            <a:custGeom>
              <a:avLst/>
              <a:ahLst/>
              <a:rect l="0" t="0" r="r" b="b"/>
              <a:pathLst>
                <a:path w="35" h="13">
                  <a:moveTo>
                    <a:pt x="35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09" name=""/>
            <p:cNvSpPr/>
            <p:nvPr/>
          </p:nvSpPr>
          <p:spPr>
            <a:xfrm rot="0">
              <a:off x="3185" y="1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10" name=""/>
            <p:cNvSpPr/>
            <p:nvPr/>
          </p:nvSpPr>
          <p:spPr>
            <a:xfrm rot="0">
              <a:off x="3181" y="1595"/>
              <a:ext cx="27" cy="23"/>
            </a:xfrm>
            <a:custGeom>
              <a:avLst/>
              <a:ahLst/>
              <a:rect l="0" t="0" r="r" b="b"/>
              <a:pathLst>
                <a:path w="83" h="67">
                  <a:moveTo>
                    <a:pt x="83" y="23"/>
                  </a:moveTo>
                  <a:lnTo>
                    <a:pt x="49" y="12"/>
                  </a:lnTo>
                  <a:lnTo>
                    <a:pt x="14" y="0"/>
                  </a:lnTo>
                  <a:lnTo>
                    <a:pt x="0" y="44"/>
                  </a:lnTo>
                  <a:lnTo>
                    <a:pt x="34" y="56"/>
                  </a:lnTo>
                  <a:lnTo>
                    <a:pt x="69" y="67"/>
                  </a:lnTo>
                  <a:lnTo>
                    <a:pt x="8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11" name=""/>
            <p:cNvSpPr/>
            <p:nvPr/>
          </p:nvSpPr>
          <p:spPr>
            <a:xfrm rot="0">
              <a:off x="3181" y="1595"/>
              <a:ext cx="27" cy="23"/>
            </a:xfrm>
            <a:custGeom>
              <a:avLst/>
              <a:ahLst/>
              <a:rect l="0" t="0" r="r" b="b"/>
              <a:pathLst>
                <a:path w="83" h="67">
                  <a:moveTo>
                    <a:pt x="83" y="23"/>
                  </a:moveTo>
                  <a:lnTo>
                    <a:pt x="49" y="12"/>
                  </a:lnTo>
                  <a:lnTo>
                    <a:pt x="14" y="0"/>
                  </a:lnTo>
                  <a:lnTo>
                    <a:pt x="0" y="44"/>
                  </a:lnTo>
                  <a:lnTo>
                    <a:pt x="34" y="56"/>
                  </a:lnTo>
                  <a:lnTo>
                    <a:pt x="69" y="67"/>
                  </a:lnTo>
                  <a:lnTo>
                    <a:pt x="83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12" name=""/>
            <p:cNvSpPr/>
            <p:nvPr/>
          </p:nvSpPr>
          <p:spPr>
            <a:xfrm rot="0">
              <a:off x="3180" y="1610"/>
              <a:ext cx="12" cy="4"/>
            </a:xfrm>
            <a:custGeom>
              <a:avLst/>
              <a:ahLst/>
              <a:rect l="0" t="0" r="r" b="b"/>
              <a:pathLst>
                <a:path w="35" h="12">
                  <a:moveTo>
                    <a:pt x="35" y="12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35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13" name=""/>
            <p:cNvSpPr/>
            <p:nvPr/>
          </p:nvSpPr>
          <p:spPr>
            <a:xfrm rot="0" flipH="1">
              <a:off x="3180" y="16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14" name=""/>
            <p:cNvSpPr/>
            <p:nvPr/>
          </p:nvSpPr>
          <p:spPr>
            <a:xfrm rot="0">
              <a:off x="3176" y="1611"/>
              <a:ext cx="28" cy="20"/>
            </a:xfrm>
            <a:custGeom>
              <a:avLst/>
              <a:ahLst/>
              <a:rect l="0" t="0" r="r" b="b"/>
              <a:pathLst>
                <a:path w="83" h="61">
                  <a:moveTo>
                    <a:pt x="83" y="17"/>
                  </a:moveTo>
                  <a:lnTo>
                    <a:pt x="47" y="9"/>
                  </a:lnTo>
                  <a:lnTo>
                    <a:pt x="12" y="0"/>
                  </a:lnTo>
                  <a:lnTo>
                    <a:pt x="0" y="44"/>
                  </a:lnTo>
                  <a:lnTo>
                    <a:pt x="36" y="53"/>
                  </a:lnTo>
                  <a:lnTo>
                    <a:pt x="72" y="61"/>
                  </a:lnTo>
                  <a:lnTo>
                    <a:pt x="8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15" name=""/>
            <p:cNvSpPr/>
            <p:nvPr/>
          </p:nvSpPr>
          <p:spPr>
            <a:xfrm rot="0">
              <a:off x="3176" y="1611"/>
              <a:ext cx="28" cy="20"/>
            </a:xfrm>
            <a:custGeom>
              <a:avLst/>
              <a:ahLst/>
              <a:rect l="0" t="0" r="r" b="b"/>
              <a:pathLst>
                <a:path w="83" h="61">
                  <a:moveTo>
                    <a:pt x="83" y="17"/>
                  </a:moveTo>
                  <a:lnTo>
                    <a:pt x="47" y="9"/>
                  </a:lnTo>
                  <a:lnTo>
                    <a:pt x="12" y="0"/>
                  </a:lnTo>
                  <a:lnTo>
                    <a:pt x="0" y="44"/>
                  </a:lnTo>
                  <a:lnTo>
                    <a:pt x="36" y="53"/>
                  </a:lnTo>
                  <a:lnTo>
                    <a:pt x="72" y="61"/>
                  </a:lnTo>
                  <a:lnTo>
                    <a:pt x="83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5" name=""/>
          <p:cNvGrpSpPr/>
          <p:nvPr/>
        </p:nvGrpSpPr>
        <p:grpSpPr>
          <a:xfrm rot="0">
            <a:off x="5026025" y="2176462"/>
            <a:ext cx="395287" cy="1084262"/>
            <a:chOff x="3166" y="1371"/>
            <a:chExt cx="249" cy="683"/>
          </a:xfrm>
        </p:grpSpPr>
        <p:sp>
          <p:nvSpPr>
            <p:cNvPr id="1071516" name=""/>
            <p:cNvSpPr/>
            <p:nvPr/>
          </p:nvSpPr>
          <p:spPr>
            <a:xfrm rot="0">
              <a:off x="3176" y="1626"/>
              <a:ext cx="12" cy="3"/>
            </a:xfrm>
            <a:custGeom>
              <a:avLst/>
              <a:ahLst/>
              <a:rect l="0" t="0" r="r" b="b"/>
              <a:pathLst>
                <a:path w="36" h="9">
                  <a:moveTo>
                    <a:pt x="36" y="9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17" name=""/>
            <p:cNvSpPr/>
            <p:nvPr/>
          </p:nvSpPr>
          <p:spPr>
            <a:xfrm rot="0">
              <a:off x="3176" y="16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18" name=""/>
            <p:cNvSpPr/>
            <p:nvPr/>
          </p:nvSpPr>
          <p:spPr>
            <a:xfrm rot="0">
              <a:off x="3173" y="1626"/>
              <a:ext cx="27" cy="20"/>
            </a:xfrm>
            <a:custGeom>
              <a:avLst/>
              <a:ahLst/>
              <a:rect l="0" t="0" r="r" b="b"/>
              <a:pathLst>
                <a:path w="82" h="60">
                  <a:moveTo>
                    <a:pt x="82" y="14"/>
                  </a:moveTo>
                  <a:lnTo>
                    <a:pt x="46" y="7"/>
                  </a:lnTo>
                  <a:lnTo>
                    <a:pt x="10" y="0"/>
                  </a:lnTo>
                  <a:lnTo>
                    <a:pt x="0" y="45"/>
                  </a:lnTo>
                  <a:lnTo>
                    <a:pt x="36" y="52"/>
                  </a:lnTo>
                  <a:lnTo>
                    <a:pt x="72" y="60"/>
                  </a:lnTo>
                  <a:lnTo>
                    <a:pt x="8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19" name=""/>
            <p:cNvSpPr/>
            <p:nvPr/>
          </p:nvSpPr>
          <p:spPr>
            <a:xfrm rot="0">
              <a:off x="3173" y="1626"/>
              <a:ext cx="27" cy="20"/>
            </a:xfrm>
            <a:custGeom>
              <a:avLst/>
              <a:ahLst/>
              <a:rect l="0" t="0" r="r" b="b"/>
              <a:pathLst>
                <a:path w="82" h="60">
                  <a:moveTo>
                    <a:pt x="82" y="14"/>
                  </a:moveTo>
                  <a:lnTo>
                    <a:pt x="46" y="7"/>
                  </a:lnTo>
                  <a:lnTo>
                    <a:pt x="10" y="0"/>
                  </a:lnTo>
                  <a:lnTo>
                    <a:pt x="0" y="45"/>
                  </a:lnTo>
                  <a:lnTo>
                    <a:pt x="36" y="52"/>
                  </a:lnTo>
                  <a:lnTo>
                    <a:pt x="72" y="60"/>
                  </a:lnTo>
                  <a:lnTo>
                    <a:pt x="82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20" name=""/>
            <p:cNvSpPr/>
            <p:nvPr/>
          </p:nvSpPr>
          <p:spPr>
            <a:xfrm rot="0">
              <a:off x="3173" y="1641"/>
              <a:ext cx="12" cy="3"/>
            </a:xfrm>
            <a:custGeom>
              <a:avLst/>
              <a:ahLst/>
              <a:rect l="0" t="0" r="r" b="b"/>
              <a:pathLst>
                <a:path w="36" h="7">
                  <a:moveTo>
                    <a:pt x="36" y="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21" name=""/>
            <p:cNvSpPr/>
            <p:nvPr/>
          </p:nvSpPr>
          <p:spPr>
            <a:xfrm rot="0">
              <a:off x="3173" y="16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22" name=""/>
            <p:cNvSpPr/>
            <p:nvPr/>
          </p:nvSpPr>
          <p:spPr>
            <a:xfrm rot="0">
              <a:off x="3170" y="1641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80" y="15"/>
                  </a:moveTo>
                  <a:lnTo>
                    <a:pt x="44" y="7"/>
                  </a:lnTo>
                  <a:lnTo>
                    <a:pt x="8" y="0"/>
                  </a:lnTo>
                  <a:lnTo>
                    <a:pt x="0" y="46"/>
                  </a:lnTo>
                  <a:lnTo>
                    <a:pt x="35" y="53"/>
                  </a:lnTo>
                  <a:lnTo>
                    <a:pt x="71" y="60"/>
                  </a:lnTo>
                  <a:lnTo>
                    <a:pt x="8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23" name=""/>
            <p:cNvSpPr/>
            <p:nvPr/>
          </p:nvSpPr>
          <p:spPr>
            <a:xfrm rot="0">
              <a:off x="3170" y="1641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80" y="15"/>
                  </a:moveTo>
                  <a:lnTo>
                    <a:pt x="44" y="7"/>
                  </a:lnTo>
                  <a:lnTo>
                    <a:pt x="8" y="0"/>
                  </a:lnTo>
                  <a:lnTo>
                    <a:pt x="0" y="46"/>
                  </a:lnTo>
                  <a:lnTo>
                    <a:pt x="35" y="53"/>
                  </a:lnTo>
                  <a:lnTo>
                    <a:pt x="71" y="60"/>
                  </a:lnTo>
                  <a:lnTo>
                    <a:pt x="8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24" name=""/>
            <p:cNvSpPr/>
            <p:nvPr/>
          </p:nvSpPr>
          <p:spPr>
            <a:xfrm rot="0">
              <a:off x="3170" y="1657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35" y="7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5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25" name=""/>
            <p:cNvSpPr/>
            <p:nvPr/>
          </p:nvSpPr>
          <p:spPr>
            <a:xfrm rot="0">
              <a:off x="3170" y="1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26" name=""/>
            <p:cNvSpPr/>
            <p:nvPr/>
          </p:nvSpPr>
          <p:spPr>
            <a:xfrm rot="0">
              <a:off x="3168" y="1658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77" y="8"/>
                  </a:moveTo>
                  <a:lnTo>
                    <a:pt x="41" y="4"/>
                  </a:lnTo>
                  <a:lnTo>
                    <a:pt x="6" y="0"/>
                  </a:lnTo>
                  <a:lnTo>
                    <a:pt x="0" y="45"/>
                  </a:lnTo>
                  <a:lnTo>
                    <a:pt x="36" y="50"/>
                  </a:lnTo>
                  <a:lnTo>
                    <a:pt x="71" y="54"/>
                  </a:lnTo>
                  <a:lnTo>
                    <a:pt x="77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27" name=""/>
            <p:cNvSpPr/>
            <p:nvPr/>
          </p:nvSpPr>
          <p:spPr>
            <a:xfrm rot="0">
              <a:off x="3168" y="1658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77" y="8"/>
                  </a:moveTo>
                  <a:lnTo>
                    <a:pt x="41" y="4"/>
                  </a:lnTo>
                  <a:lnTo>
                    <a:pt x="6" y="0"/>
                  </a:lnTo>
                  <a:lnTo>
                    <a:pt x="0" y="45"/>
                  </a:lnTo>
                  <a:lnTo>
                    <a:pt x="36" y="50"/>
                  </a:lnTo>
                  <a:lnTo>
                    <a:pt x="71" y="54"/>
                  </a:lnTo>
                  <a:lnTo>
                    <a:pt x="77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28" name=""/>
            <p:cNvSpPr/>
            <p:nvPr/>
          </p:nvSpPr>
          <p:spPr>
            <a:xfrm rot="0">
              <a:off x="3168" y="1673"/>
              <a:ext cx="12" cy="1"/>
            </a:xfrm>
            <a:custGeom>
              <a:avLst/>
              <a:ahLst/>
              <a:rect l="0" t="0" r="r" b="b"/>
              <a:pathLst>
                <a:path w="36" h="5">
                  <a:moveTo>
                    <a:pt x="36" y="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29" name=""/>
            <p:cNvSpPr/>
            <p:nvPr/>
          </p:nvSpPr>
          <p:spPr>
            <a:xfrm rot="0">
              <a:off x="3168" y="16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30" name=""/>
            <p:cNvSpPr/>
            <p:nvPr/>
          </p:nvSpPr>
          <p:spPr>
            <a:xfrm rot="0">
              <a:off x="3167" y="1673"/>
              <a:ext cx="25" cy="18"/>
            </a:xfrm>
            <a:custGeom>
              <a:avLst/>
              <a:ahLst/>
              <a:rect l="0" t="0" r="r" b="b"/>
              <a:pathLst>
                <a:path w="75" h="52">
                  <a:moveTo>
                    <a:pt x="75" y="5"/>
                  </a:moveTo>
                  <a:lnTo>
                    <a:pt x="40" y="3"/>
                  </a:lnTo>
                  <a:lnTo>
                    <a:pt x="4" y="0"/>
                  </a:lnTo>
                  <a:lnTo>
                    <a:pt x="0" y="47"/>
                  </a:lnTo>
                  <a:lnTo>
                    <a:pt x="35" y="50"/>
                  </a:lnTo>
                  <a:lnTo>
                    <a:pt x="71" y="52"/>
                  </a:lnTo>
                  <a:lnTo>
                    <a:pt x="7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31" name=""/>
            <p:cNvSpPr/>
            <p:nvPr/>
          </p:nvSpPr>
          <p:spPr>
            <a:xfrm rot="0">
              <a:off x="3167" y="1673"/>
              <a:ext cx="25" cy="18"/>
            </a:xfrm>
            <a:custGeom>
              <a:avLst/>
              <a:ahLst/>
              <a:rect l="0" t="0" r="r" b="b"/>
              <a:pathLst>
                <a:path w="75" h="52">
                  <a:moveTo>
                    <a:pt x="75" y="5"/>
                  </a:moveTo>
                  <a:lnTo>
                    <a:pt x="40" y="3"/>
                  </a:lnTo>
                  <a:lnTo>
                    <a:pt x="4" y="0"/>
                  </a:lnTo>
                  <a:lnTo>
                    <a:pt x="0" y="47"/>
                  </a:lnTo>
                  <a:lnTo>
                    <a:pt x="35" y="50"/>
                  </a:lnTo>
                  <a:lnTo>
                    <a:pt x="71" y="52"/>
                  </a:lnTo>
                  <a:lnTo>
                    <a:pt x="75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32" name=""/>
            <p:cNvSpPr/>
            <p:nvPr/>
          </p:nvSpPr>
          <p:spPr>
            <a:xfrm rot="0">
              <a:off x="3167" y="1689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33" name=""/>
            <p:cNvSpPr/>
            <p:nvPr/>
          </p:nvSpPr>
          <p:spPr>
            <a:xfrm rot="0">
              <a:off x="3167" y="1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34" name=""/>
            <p:cNvSpPr/>
            <p:nvPr/>
          </p:nvSpPr>
          <p:spPr>
            <a:xfrm rot="0">
              <a:off x="3166" y="1689"/>
              <a:ext cx="25" cy="17"/>
            </a:xfrm>
            <a:custGeom>
              <a:avLst/>
              <a:ahLst/>
              <a:rect l="0" t="0" r="r" b="b"/>
              <a:pathLst>
                <a:path w="73" h="49">
                  <a:moveTo>
                    <a:pt x="73" y="3"/>
                  </a:moveTo>
                  <a:lnTo>
                    <a:pt x="37" y="2"/>
                  </a:lnTo>
                  <a:lnTo>
                    <a:pt x="2" y="0"/>
                  </a:lnTo>
                  <a:lnTo>
                    <a:pt x="0" y="46"/>
                  </a:lnTo>
                  <a:lnTo>
                    <a:pt x="36" y="47"/>
                  </a:lnTo>
                  <a:lnTo>
                    <a:pt x="72" y="49"/>
                  </a:lnTo>
                  <a:lnTo>
                    <a:pt x="7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35" name=""/>
            <p:cNvSpPr/>
            <p:nvPr/>
          </p:nvSpPr>
          <p:spPr>
            <a:xfrm rot="0">
              <a:off x="3166" y="1689"/>
              <a:ext cx="25" cy="17"/>
            </a:xfrm>
            <a:custGeom>
              <a:avLst/>
              <a:ahLst/>
              <a:rect l="0" t="0" r="r" b="b"/>
              <a:pathLst>
                <a:path w="73" h="49">
                  <a:moveTo>
                    <a:pt x="73" y="3"/>
                  </a:moveTo>
                  <a:lnTo>
                    <a:pt x="37" y="2"/>
                  </a:lnTo>
                  <a:lnTo>
                    <a:pt x="2" y="0"/>
                  </a:lnTo>
                  <a:lnTo>
                    <a:pt x="0" y="46"/>
                  </a:lnTo>
                  <a:lnTo>
                    <a:pt x="36" y="47"/>
                  </a:lnTo>
                  <a:lnTo>
                    <a:pt x="72" y="49"/>
                  </a:lnTo>
                  <a:lnTo>
                    <a:pt x="7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36" name=""/>
            <p:cNvSpPr/>
            <p:nvPr/>
          </p:nvSpPr>
          <p:spPr>
            <a:xfrm rot="0">
              <a:off x="3166" y="1705"/>
              <a:ext cx="12" cy="1"/>
            </a:xfrm>
            <a:custGeom>
              <a:avLst/>
              <a:ahLst/>
              <a:rect l="0" t="0" r="r" b="b"/>
              <a:pathLst>
                <a:path w="36" h="1">
                  <a:moveTo>
                    <a:pt x="36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37" name=""/>
            <p:cNvSpPr/>
            <p:nvPr/>
          </p:nvSpPr>
          <p:spPr>
            <a:xfrm rot="0">
              <a:off x="3166" y="17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38" name=""/>
            <p:cNvSpPr/>
            <p:nvPr/>
          </p:nvSpPr>
          <p:spPr>
            <a:xfrm rot="0">
              <a:off x="3166" y="1705"/>
              <a:ext cx="25" cy="16"/>
            </a:xfrm>
            <a:custGeom>
              <a:avLst/>
              <a:ahLst/>
              <a:rect l="0" t="0" r="r" b="b"/>
              <a:pathLst>
                <a:path w="73" h="4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36" y="47"/>
                  </a:lnTo>
                  <a:lnTo>
                    <a:pt x="73" y="47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39" name=""/>
            <p:cNvSpPr/>
            <p:nvPr/>
          </p:nvSpPr>
          <p:spPr>
            <a:xfrm rot="0">
              <a:off x="3166" y="1705"/>
              <a:ext cx="25" cy="16"/>
            </a:xfrm>
            <a:custGeom>
              <a:avLst/>
              <a:ahLst/>
              <a:rect l="0" t="0" r="r" b="b"/>
              <a:pathLst>
                <a:path w="73" h="4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36" y="47"/>
                  </a:lnTo>
                  <a:lnTo>
                    <a:pt x="73" y="47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40" name=""/>
            <p:cNvSpPr/>
            <p:nvPr/>
          </p:nvSpPr>
          <p:spPr>
            <a:xfrm rot="0">
              <a:off x="3166" y="1721"/>
              <a:ext cx="12" cy="1"/>
            </a:xfrm>
            <a:custGeom>
              <a:avLst/>
              <a:ahLst/>
              <a:rect l="0" t="0" r="r" b="b"/>
              <a:pathLst>
                <a:path w="36" h="2">
                  <a:moveTo>
                    <a:pt x="3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41" name=""/>
            <p:cNvSpPr/>
            <p:nvPr/>
          </p:nvSpPr>
          <p:spPr>
            <a:xfrm rot="0">
              <a:off x="3166" y="17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42" name=""/>
            <p:cNvSpPr/>
            <p:nvPr/>
          </p:nvSpPr>
          <p:spPr>
            <a:xfrm rot="0">
              <a:off x="3166" y="1720"/>
              <a:ext cx="25" cy="16"/>
            </a:xfrm>
            <a:custGeom>
              <a:avLst/>
              <a:ahLst/>
              <a:rect l="0" t="0" r="r" b="b"/>
              <a:pathLst>
                <a:path w="73" h="48">
                  <a:moveTo>
                    <a:pt x="72" y="0"/>
                  </a:moveTo>
                  <a:lnTo>
                    <a:pt x="36" y="1"/>
                  </a:lnTo>
                  <a:lnTo>
                    <a:pt x="0" y="3"/>
                  </a:lnTo>
                  <a:lnTo>
                    <a:pt x="2" y="48"/>
                  </a:lnTo>
                  <a:lnTo>
                    <a:pt x="37" y="47"/>
                  </a:lnTo>
                  <a:lnTo>
                    <a:pt x="73" y="45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43" name=""/>
            <p:cNvSpPr/>
            <p:nvPr/>
          </p:nvSpPr>
          <p:spPr>
            <a:xfrm rot="0">
              <a:off x="3166" y="1720"/>
              <a:ext cx="25" cy="16"/>
            </a:xfrm>
            <a:custGeom>
              <a:avLst/>
              <a:ahLst/>
              <a:rect l="0" t="0" r="r" b="b"/>
              <a:pathLst>
                <a:path w="73" h="48">
                  <a:moveTo>
                    <a:pt x="72" y="0"/>
                  </a:moveTo>
                  <a:lnTo>
                    <a:pt x="36" y="1"/>
                  </a:lnTo>
                  <a:lnTo>
                    <a:pt x="0" y="3"/>
                  </a:lnTo>
                  <a:lnTo>
                    <a:pt x="2" y="48"/>
                  </a:lnTo>
                  <a:lnTo>
                    <a:pt x="37" y="47"/>
                  </a:lnTo>
                  <a:lnTo>
                    <a:pt x="73" y="45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44" name=""/>
            <p:cNvSpPr/>
            <p:nvPr/>
          </p:nvSpPr>
          <p:spPr>
            <a:xfrm rot="0">
              <a:off x="3167" y="1736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45" name=""/>
            <p:cNvSpPr/>
            <p:nvPr/>
          </p:nvSpPr>
          <p:spPr>
            <a:xfrm rot="0">
              <a:off x="3167" y="17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46" name=""/>
            <p:cNvSpPr/>
            <p:nvPr/>
          </p:nvSpPr>
          <p:spPr>
            <a:xfrm rot="0">
              <a:off x="3167" y="1735"/>
              <a:ext cx="25" cy="17"/>
            </a:xfrm>
            <a:custGeom>
              <a:avLst/>
              <a:ahLst/>
              <a:rect l="0" t="0" r="r" b="b"/>
              <a:pathLst>
                <a:path w="75" h="51">
                  <a:moveTo>
                    <a:pt x="71" y="0"/>
                  </a:moveTo>
                  <a:lnTo>
                    <a:pt x="35" y="3"/>
                  </a:lnTo>
                  <a:lnTo>
                    <a:pt x="0" y="6"/>
                  </a:lnTo>
                  <a:lnTo>
                    <a:pt x="4" y="51"/>
                  </a:lnTo>
                  <a:lnTo>
                    <a:pt x="40" y="48"/>
                  </a:lnTo>
                  <a:lnTo>
                    <a:pt x="75" y="45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47" name=""/>
            <p:cNvSpPr/>
            <p:nvPr/>
          </p:nvSpPr>
          <p:spPr>
            <a:xfrm rot="0">
              <a:off x="3167" y="1735"/>
              <a:ext cx="25" cy="17"/>
            </a:xfrm>
            <a:custGeom>
              <a:avLst/>
              <a:ahLst/>
              <a:rect l="0" t="0" r="r" b="b"/>
              <a:pathLst>
                <a:path w="75" h="51">
                  <a:moveTo>
                    <a:pt x="71" y="0"/>
                  </a:moveTo>
                  <a:lnTo>
                    <a:pt x="35" y="3"/>
                  </a:lnTo>
                  <a:lnTo>
                    <a:pt x="0" y="6"/>
                  </a:lnTo>
                  <a:lnTo>
                    <a:pt x="4" y="51"/>
                  </a:lnTo>
                  <a:lnTo>
                    <a:pt x="40" y="48"/>
                  </a:lnTo>
                  <a:lnTo>
                    <a:pt x="75" y="45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48" name=""/>
            <p:cNvSpPr/>
            <p:nvPr/>
          </p:nvSpPr>
          <p:spPr>
            <a:xfrm rot="0">
              <a:off x="3168" y="1751"/>
              <a:ext cx="12" cy="2"/>
            </a:xfrm>
            <a:custGeom>
              <a:avLst/>
              <a:ahLst/>
              <a:rect l="0" t="0" r="r" b="b"/>
              <a:pathLst>
                <a:path w="36" h="5">
                  <a:moveTo>
                    <a:pt x="36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49" name=""/>
            <p:cNvSpPr/>
            <p:nvPr/>
          </p:nvSpPr>
          <p:spPr>
            <a:xfrm rot="0">
              <a:off x="3168" y="17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50" name=""/>
            <p:cNvSpPr/>
            <p:nvPr/>
          </p:nvSpPr>
          <p:spPr>
            <a:xfrm rot="0">
              <a:off x="3168" y="1750"/>
              <a:ext cx="26" cy="18"/>
            </a:xfrm>
            <a:custGeom>
              <a:avLst/>
              <a:ahLst/>
              <a:rect l="0" t="0" r="r" b="b"/>
              <a:pathLst>
                <a:path w="77" h="56">
                  <a:moveTo>
                    <a:pt x="71" y="0"/>
                  </a:moveTo>
                  <a:lnTo>
                    <a:pt x="36" y="4"/>
                  </a:lnTo>
                  <a:lnTo>
                    <a:pt x="0" y="9"/>
                  </a:lnTo>
                  <a:lnTo>
                    <a:pt x="6" y="56"/>
                  </a:lnTo>
                  <a:lnTo>
                    <a:pt x="41" y="51"/>
                  </a:lnTo>
                  <a:lnTo>
                    <a:pt x="77" y="4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51" name=""/>
            <p:cNvSpPr/>
            <p:nvPr/>
          </p:nvSpPr>
          <p:spPr>
            <a:xfrm rot="0">
              <a:off x="3168" y="1750"/>
              <a:ext cx="26" cy="18"/>
            </a:xfrm>
            <a:custGeom>
              <a:avLst/>
              <a:ahLst/>
              <a:rect l="0" t="0" r="r" b="b"/>
              <a:pathLst>
                <a:path w="77" h="56">
                  <a:moveTo>
                    <a:pt x="71" y="0"/>
                  </a:moveTo>
                  <a:lnTo>
                    <a:pt x="36" y="4"/>
                  </a:lnTo>
                  <a:lnTo>
                    <a:pt x="0" y="9"/>
                  </a:lnTo>
                  <a:lnTo>
                    <a:pt x="6" y="56"/>
                  </a:lnTo>
                  <a:lnTo>
                    <a:pt x="41" y="51"/>
                  </a:lnTo>
                  <a:lnTo>
                    <a:pt x="77" y="4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52" name=""/>
            <p:cNvSpPr/>
            <p:nvPr/>
          </p:nvSpPr>
          <p:spPr>
            <a:xfrm rot="0">
              <a:off x="3170" y="1767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35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53" name=""/>
            <p:cNvSpPr/>
            <p:nvPr/>
          </p:nvSpPr>
          <p:spPr>
            <a:xfrm rot="0">
              <a:off x="3170" y="1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54" name=""/>
            <p:cNvSpPr/>
            <p:nvPr/>
          </p:nvSpPr>
          <p:spPr>
            <a:xfrm rot="0">
              <a:off x="3170" y="1764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8" y="60"/>
                  </a:lnTo>
                  <a:lnTo>
                    <a:pt x="44" y="53"/>
                  </a:lnTo>
                  <a:lnTo>
                    <a:pt x="80" y="46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55" name=""/>
            <p:cNvSpPr/>
            <p:nvPr/>
          </p:nvSpPr>
          <p:spPr>
            <a:xfrm rot="0">
              <a:off x="3170" y="1764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8" y="60"/>
                  </a:lnTo>
                  <a:lnTo>
                    <a:pt x="44" y="53"/>
                  </a:lnTo>
                  <a:lnTo>
                    <a:pt x="80" y="4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56" name=""/>
            <p:cNvSpPr/>
            <p:nvPr/>
          </p:nvSpPr>
          <p:spPr>
            <a:xfrm rot="0">
              <a:off x="3173" y="1782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36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57" name=""/>
            <p:cNvSpPr/>
            <p:nvPr/>
          </p:nvSpPr>
          <p:spPr>
            <a:xfrm rot="0">
              <a:off x="3173" y="1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58" name=""/>
            <p:cNvSpPr/>
            <p:nvPr/>
          </p:nvSpPr>
          <p:spPr>
            <a:xfrm rot="0">
              <a:off x="3173" y="1779"/>
              <a:ext cx="27" cy="20"/>
            </a:xfrm>
            <a:custGeom>
              <a:avLst/>
              <a:ahLst/>
              <a:rect l="0" t="0" r="r" b="b"/>
              <a:pathLst>
                <a:path w="82" h="61">
                  <a:moveTo>
                    <a:pt x="72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10" y="61"/>
                  </a:lnTo>
                  <a:lnTo>
                    <a:pt x="46" y="53"/>
                  </a:lnTo>
                  <a:lnTo>
                    <a:pt x="82" y="44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59" name=""/>
            <p:cNvSpPr/>
            <p:nvPr/>
          </p:nvSpPr>
          <p:spPr>
            <a:xfrm rot="0">
              <a:off x="3173" y="1779"/>
              <a:ext cx="27" cy="20"/>
            </a:xfrm>
            <a:custGeom>
              <a:avLst/>
              <a:ahLst/>
              <a:rect l="0" t="0" r="r" b="b"/>
              <a:pathLst>
                <a:path w="82" h="61">
                  <a:moveTo>
                    <a:pt x="72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10" y="61"/>
                  </a:lnTo>
                  <a:lnTo>
                    <a:pt x="46" y="53"/>
                  </a:lnTo>
                  <a:lnTo>
                    <a:pt x="82" y="44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60" name=""/>
            <p:cNvSpPr/>
            <p:nvPr/>
          </p:nvSpPr>
          <p:spPr>
            <a:xfrm rot="0">
              <a:off x="3176" y="1797"/>
              <a:ext cx="12" cy="2"/>
            </a:xfrm>
            <a:custGeom>
              <a:avLst/>
              <a:ahLst/>
              <a:rect l="0" t="0" r="r" b="b"/>
              <a:pathLst>
                <a:path w="36" h="8">
                  <a:moveTo>
                    <a:pt x="36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61" name=""/>
            <p:cNvSpPr/>
            <p:nvPr/>
          </p:nvSpPr>
          <p:spPr>
            <a:xfrm rot="0">
              <a:off x="3176" y="1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62" name=""/>
            <p:cNvSpPr/>
            <p:nvPr/>
          </p:nvSpPr>
          <p:spPr>
            <a:xfrm rot="0">
              <a:off x="3176" y="1794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72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12" y="63"/>
                  </a:lnTo>
                  <a:lnTo>
                    <a:pt x="47" y="55"/>
                  </a:lnTo>
                  <a:lnTo>
                    <a:pt x="83" y="4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63" name=""/>
            <p:cNvSpPr/>
            <p:nvPr/>
          </p:nvSpPr>
          <p:spPr>
            <a:xfrm rot="0">
              <a:off x="3176" y="1794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72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12" y="63"/>
                  </a:lnTo>
                  <a:lnTo>
                    <a:pt x="47" y="55"/>
                  </a:lnTo>
                  <a:lnTo>
                    <a:pt x="83" y="46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64" name=""/>
            <p:cNvSpPr/>
            <p:nvPr/>
          </p:nvSpPr>
          <p:spPr>
            <a:xfrm rot="0">
              <a:off x="3180" y="1812"/>
              <a:ext cx="12" cy="4"/>
            </a:xfrm>
            <a:custGeom>
              <a:avLst/>
              <a:ahLst/>
              <a:rect l="0" t="0" r="r" b="b"/>
              <a:pathLst>
                <a:path w="35" h="11">
                  <a:moveTo>
                    <a:pt x="35" y="0"/>
                  </a:moveTo>
                  <a:lnTo>
                    <a:pt x="0" y="8"/>
                  </a:lnTo>
                  <a:lnTo>
                    <a:pt x="1" y="11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65" name=""/>
            <p:cNvSpPr/>
            <p:nvPr/>
          </p:nvSpPr>
          <p:spPr>
            <a:xfrm rot="0">
              <a:off x="3180" y="18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66" name=""/>
            <p:cNvSpPr/>
            <p:nvPr/>
          </p:nvSpPr>
          <p:spPr>
            <a:xfrm rot="0">
              <a:off x="3181" y="1808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69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4" y="67"/>
                  </a:lnTo>
                  <a:lnTo>
                    <a:pt x="49" y="56"/>
                  </a:lnTo>
                  <a:lnTo>
                    <a:pt x="83" y="44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67" name=""/>
            <p:cNvSpPr/>
            <p:nvPr/>
          </p:nvSpPr>
          <p:spPr>
            <a:xfrm rot="0">
              <a:off x="3181" y="1808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69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4" y="67"/>
                  </a:lnTo>
                  <a:lnTo>
                    <a:pt x="49" y="56"/>
                  </a:lnTo>
                  <a:lnTo>
                    <a:pt x="83" y="44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68" name=""/>
            <p:cNvSpPr/>
            <p:nvPr/>
          </p:nvSpPr>
          <p:spPr>
            <a:xfrm rot="0">
              <a:off x="3185" y="1827"/>
              <a:ext cx="12" cy="4"/>
            </a:xfrm>
            <a:custGeom>
              <a:avLst/>
              <a:ahLst/>
              <a:rect l="0" t="0" r="r" b="b"/>
              <a:pathLst>
                <a:path w="35" h="12">
                  <a:moveTo>
                    <a:pt x="35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69" name=""/>
            <p:cNvSpPr/>
            <p:nvPr/>
          </p:nvSpPr>
          <p:spPr>
            <a:xfrm rot="0">
              <a:off x="3185" y="1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70" name=""/>
            <p:cNvSpPr/>
            <p:nvPr/>
          </p:nvSpPr>
          <p:spPr>
            <a:xfrm rot="0">
              <a:off x="3185" y="1822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69" y="0"/>
                  </a:moveTo>
                  <a:lnTo>
                    <a:pt x="35" y="13"/>
                  </a:lnTo>
                  <a:lnTo>
                    <a:pt x="0" y="25"/>
                  </a:lnTo>
                  <a:lnTo>
                    <a:pt x="16" y="68"/>
                  </a:lnTo>
                  <a:lnTo>
                    <a:pt x="50" y="55"/>
                  </a:lnTo>
                  <a:lnTo>
                    <a:pt x="84" y="43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71" name=""/>
            <p:cNvSpPr/>
            <p:nvPr/>
          </p:nvSpPr>
          <p:spPr>
            <a:xfrm rot="0">
              <a:off x="3185" y="1822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69" y="0"/>
                  </a:moveTo>
                  <a:lnTo>
                    <a:pt x="35" y="13"/>
                  </a:lnTo>
                  <a:lnTo>
                    <a:pt x="0" y="25"/>
                  </a:lnTo>
                  <a:lnTo>
                    <a:pt x="16" y="68"/>
                  </a:lnTo>
                  <a:lnTo>
                    <a:pt x="50" y="55"/>
                  </a:lnTo>
                  <a:lnTo>
                    <a:pt x="84" y="43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72" name=""/>
            <p:cNvSpPr/>
            <p:nvPr/>
          </p:nvSpPr>
          <p:spPr>
            <a:xfrm rot="0">
              <a:off x="3191" y="1841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0"/>
                  </a:moveTo>
                  <a:lnTo>
                    <a:pt x="0" y="13"/>
                  </a:lnTo>
                  <a:lnTo>
                    <a:pt x="2" y="1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73" name=""/>
            <p:cNvSpPr/>
            <p:nvPr/>
          </p:nvSpPr>
          <p:spPr>
            <a:xfrm rot="0">
              <a:off x="3191" y="1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74" name=""/>
            <p:cNvSpPr/>
            <p:nvPr/>
          </p:nvSpPr>
          <p:spPr>
            <a:xfrm rot="0">
              <a:off x="3191" y="1836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65" y="0"/>
                  </a:moveTo>
                  <a:lnTo>
                    <a:pt x="32" y="14"/>
                  </a:lnTo>
                  <a:lnTo>
                    <a:pt x="0" y="29"/>
                  </a:lnTo>
                  <a:lnTo>
                    <a:pt x="18" y="71"/>
                  </a:lnTo>
                  <a:lnTo>
                    <a:pt x="51" y="57"/>
                  </a:lnTo>
                  <a:lnTo>
                    <a:pt x="84" y="43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75" name=""/>
            <p:cNvSpPr/>
            <p:nvPr/>
          </p:nvSpPr>
          <p:spPr>
            <a:xfrm rot="0">
              <a:off x="3191" y="1836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65" y="0"/>
                  </a:moveTo>
                  <a:lnTo>
                    <a:pt x="32" y="14"/>
                  </a:lnTo>
                  <a:lnTo>
                    <a:pt x="0" y="29"/>
                  </a:lnTo>
                  <a:lnTo>
                    <a:pt x="18" y="71"/>
                  </a:lnTo>
                  <a:lnTo>
                    <a:pt x="51" y="57"/>
                  </a:lnTo>
                  <a:lnTo>
                    <a:pt x="84" y="43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76" name=""/>
            <p:cNvSpPr/>
            <p:nvPr/>
          </p:nvSpPr>
          <p:spPr>
            <a:xfrm rot="0">
              <a:off x="3197" y="1850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66" y="0"/>
                  </a:moveTo>
                  <a:lnTo>
                    <a:pt x="33" y="14"/>
                  </a:lnTo>
                  <a:lnTo>
                    <a:pt x="0" y="28"/>
                  </a:lnTo>
                  <a:lnTo>
                    <a:pt x="19" y="71"/>
                  </a:lnTo>
                  <a:lnTo>
                    <a:pt x="51" y="57"/>
                  </a:lnTo>
                  <a:lnTo>
                    <a:pt x="84" y="43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77" name=""/>
            <p:cNvSpPr/>
            <p:nvPr/>
          </p:nvSpPr>
          <p:spPr>
            <a:xfrm rot="0">
              <a:off x="3197" y="1850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66" y="0"/>
                  </a:moveTo>
                  <a:lnTo>
                    <a:pt x="33" y="14"/>
                  </a:lnTo>
                  <a:lnTo>
                    <a:pt x="0" y="28"/>
                  </a:lnTo>
                  <a:lnTo>
                    <a:pt x="19" y="71"/>
                  </a:lnTo>
                  <a:lnTo>
                    <a:pt x="51" y="57"/>
                  </a:lnTo>
                  <a:lnTo>
                    <a:pt x="84" y="4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78" name=""/>
            <p:cNvSpPr/>
            <p:nvPr/>
          </p:nvSpPr>
          <p:spPr>
            <a:xfrm rot="0">
              <a:off x="3204" y="1869"/>
              <a:ext cx="10" cy="6"/>
            </a:xfrm>
            <a:custGeom>
              <a:avLst/>
              <a:ahLst/>
              <a:rect l="0" t="0" r="r" b="b"/>
              <a:pathLst>
                <a:path w="32" h="17">
                  <a:moveTo>
                    <a:pt x="32" y="0"/>
                  </a:moveTo>
                  <a:lnTo>
                    <a:pt x="0" y="14"/>
                  </a:lnTo>
                  <a:lnTo>
                    <a:pt x="1" y="17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79" name=""/>
            <p:cNvSpPr/>
            <p:nvPr/>
          </p:nvSpPr>
          <p:spPr>
            <a:xfrm rot="0">
              <a:off x="3204" y="1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80" name=""/>
            <p:cNvSpPr/>
            <p:nvPr/>
          </p:nvSpPr>
          <p:spPr>
            <a:xfrm rot="0">
              <a:off x="3204" y="1864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63" y="0"/>
                  </a:moveTo>
                  <a:lnTo>
                    <a:pt x="31" y="17"/>
                  </a:lnTo>
                  <a:lnTo>
                    <a:pt x="0" y="34"/>
                  </a:lnTo>
                  <a:lnTo>
                    <a:pt x="21" y="74"/>
                  </a:lnTo>
                  <a:lnTo>
                    <a:pt x="53" y="57"/>
                  </a:lnTo>
                  <a:lnTo>
                    <a:pt x="84" y="40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81" name=""/>
            <p:cNvSpPr/>
            <p:nvPr/>
          </p:nvSpPr>
          <p:spPr>
            <a:xfrm rot="0">
              <a:off x="3204" y="1864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63" y="0"/>
                  </a:moveTo>
                  <a:lnTo>
                    <a:pt x="31" y="17"/>
                  </a:lnTo>
                  <a:lnTo>
                    <a:pt x="0" y="34"/>
                  </a:lnTo>
                  <a:lnTo>
                    <a:pt x="21" y="74"/>
                  </a:lnTo>
                  <a:lnTo>
                    <a:pt x="53" y="57"/>
                  </a:lnTo>
                  <a:lnTo>
                    <a:pt x="84" y="40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82" name=""/>
            <p:cNvSpPr/>
            <p:nvPr/>
          </p:nvSpPr>
          <p:spPr>
            <a:xfrm rot="0">
              <a:off x="3211" y="1883"/>
              <a:ext cx="11" cy="6"/>
            </a:xfrm>
            <a:custGeom>
              <a:avLst/>
              <a:ahLst/>
              <a:rect l="0" t="0" r="r" b="b"/>
              <a:pathLst>
                <a:path w="32" h="18">
                  <a:moveTo>
                    <a:pt x="32" y="0"/>
                  </a:moveTo>
                  <a:lnTo>
                    <a:pt x="0" y="17"/>
                  </a:lnTo>
                  <a:lnTo>
                    <a:pt x="0" y="18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83" name=""/>
            <p:cNvSpPr/>
            <p:nvPr/>
          </p:nvSpPr>
          <p:spPr>
            <a:xfrm rot="0">
              <a:off x="3211" y="1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84" name=""/>
            <p:cNvSpPr/>
            <p:nvPr/>
          </p:nvSpPr>
          <p:spPr>
            <a:xfrm rot="0">
              <a:off x="3211" y="1876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63" y="0"/>
                  </a:moveTo>
                  <a:lnTo>
                    <a:pt x="32" y="19"/>
                  </a:lnTo>
                  <a:lnTo>
                    <a:pt x="0" y="37"/>
                  </a:lnTo>
                  <a:lnTo>
                    <a:pt x="25" y="78"/>
                  </a:lnTo>
                  <a:lnTo>
                    <a:pt x="56" y="60"/>
                  </a:lnTo>
                  <a:lnTo>
                    <a:pt x="87" y="41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85" name=""/>
            <p:cNvSpPr/>
            <p:nvPr/>
          </p:nvSpPr>
          <p:spPr>
            <a:xfrm rot="0">
              <a:off x="3211" y="1876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63" y="0"/>
                  </a:moveTo>
                  <a:lnTo>
                    <a:pt x="32" y="19"/>
                  </a:lnTo>
                  <a:lnTo>
                    <a:pt x="0" y="37"/>
                  </a:lnTo>
                  <a:lnTo>
                    <a:pt x="25" y="78"/>
                  </a:lnTo>
                  <a:lnTo>
                    <a:pt x="56" y="60"/>
                  </a:lnTo>
                  <a:lnTo>
                    <a:pt x="87" y="41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86" name=""/>
            <p:cNvSpPr/>
            <p:nvPr/>
          </p:nvSpPr>
          <p:spPr>
            <a:xfrm rot="0">
              <a:off x="3219" y="1896"/>
              <a:ext cx="11" cy="7"/>
            </a:xfrm>
            <a:custGeom>
              <a:avLst/>
              <a:ahLst/>
              <a:rect l="0" t="0" r="r" b="b"/>
              <a:pathLst>
                <a:path w="31" h="20">
                  <a:moveTo>
                    <a:pt x="31" y="0"/>
                  </a:moveTo>
                  <a:lnTo>
                    <a:pt x="0" y="18"/>
                  </a:lnTo>
                  <a:lnTo>
                    <a:pt x="0" y="2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87" name=""/>
            <p:cNvSpPr/>
            <p:nvPr/>
          </p:nvSpPr>
          <p:spPr>
            <a:xfrm rot="0">
              <a:off x="3219" y="19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88" name=""/>
            <p:cNvSpPr/>
            <p:nvPr/>
          </p:nvSpPr>
          <p:spPr>
            <a:xfrm rot="0">
              <a:off x="3219" y="1890"/>
              <a:ext cx="29" cy="26"/>
            </a:xfrm>
            <a:custGeom>
              <a:avLst/>
              <a:ahLst/>
              <a:rect l="0" t="0" r="r" b="b"/>
              <a:pathLst>
                <a:path w="86" h="78">
                  <a:moveTo>
                    <a:pt x="62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24" y="78"/>
                  </a:lnTo>
                  <a:lnTo>
                    <a:pt x="55" y="58"/>
                  </a:lnTo>
                  <a:lnTo>
                    <a:pt x="86" y="38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89" name=""/>
            <p:cNvSpPr/>
            <p:nvPr/>
          </p:nvSpPr>
          <p:spPr>
            <a:xfrm rot="0">
              <a:off x="3219" y="1890"/>
              <a:ext cx="29" cy="26"/>
            </a:xfrm>
            <a:custGeom>
              <a:avLst/>
              <a:ahLst/>
              <a:rect l="0" t="0" r="r" b="b"/>
              <a:pathLst>
                <a:path w="86" h="78">
                  <a:moveTo>
                    <a:pt x="62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24" y="78"/>
                  </a:lnTo>
                  <a:lnTo>
                    <a:pt x="55" y="58"/>
                  </a:lnTo>
                  <a:lnTo>
                    <a:pt x="86" y="38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90" name=""/>
            <p:cNvSpPr/>
            <p:nvPr/>
          </p:nvSpPr>
          <p:spPr>
            <a:xfrm rot="0">
              <a:off x="3227" y="1909"/>
              <a:ext cx="11" cy="7"/>
            </a:xfrm>
            <a:custGeom>
              <a:avLst/>
              <a:ahLst/>
              <a:rect l="0" t="0" r="r" b="b"/>
              <a:pathLst>
                <a:path w="31" h="22">
                  <a:moveTo>
                    <a:pt x="31" y="0"/>
                  </a:moveTo>
                  <a:lnTo>
                    <a:pt x="0" y="20"/>
                  </a:lnTo>
                  <a:lnTo>
                    <a:pt x="1" y="22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91" name=""/>
            <p:cNvSpPr/>
            <p:nvPr/>
          </p:nvSpPr>
          <p:spPr>
            <a:xfrm rot="0">
              <a:off x="3227" y="19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92" name=""/>
            <p:cNvSpPr/>
            <p:nvPr/>
          </p:nvSpPr>
          <p:spPr>
            <a:xfrm rot="0">
              <a:off x="3228" y="1902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60" y="0"/>
                  </a:moveTo>
                  <a:lnTo>
                    <a:pt x="30" y="21"/>
                  </a:lnTo>
                  <a:lnTo>
                    <a:pt x="0" y="43"/>
                  </a:lnTo>
                  <a:lnTo>
                    <a:pt x="27" y="81"/>
                  </a:lnTo>
                  <a:lnTo>
                    <a:pt x="57" y="60"/>
                  </a:lnTo>
                  <a:lnTo>
                    <a:pt x="87" y="38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93" name=""/>
            <p:cNvSpPr/>
            <p:nvPr/>
          </p:nvSpPr>
          <p:spPr>
            <a:xfrm rot="0">
              <a:off x="3228" y="1902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60" y="0"/>
                  </a:moveTo>
                  <a:lnTo>
                    <a:pt x="30" y="21"/>
                  </a:lnTo>
                  <a:lnTo>
                    <a:pt x="0" y="43"/>
                  </a:lnTo>
                  <a:lnTo>
                    <a:pt x="27" y="81"/>
                  </a:lnTo>
                  <a:lnTo>
                    <a:pt x="57" y="60"/>
                  </a:lnTo>
                  <a:lnTo>
                    <a:pt x="87" y="38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94" name=""/>
            <p:cNvSpPr/>
            <p:nvPr/>
          </p:nvSpPr>
          <p:spPr>
            <a:xfrm rot="0">
              <a:off x="3237" y="1922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0"/>
                  </a:moveTo>
                  <a:lnTo>
                    <a:pt x="0" y="21"/>
                  </a:lnTo>
                  <a:lnTo>
                    <a:pt x="2" y="21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95" name=""/>
            <p:cNvSpPr/>
            <p:nvPr/>
          </p:nvSpPr>
          <p:spPr>
            <a:xfrm rot="0">
              <a:off x="3237" y="1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96" name=""/>
            <p:cNvSpPr/>
            <p:nvPr/>
          </p:nvSpPr>
          <p:spPr>
            <a:xfrm rot="0">
              <a:off x="3237" y="1915"/>
              <a:ext cx="28" cy="26"/>
            </a:xfrm>
            <a:custGeom>
              <a:avLst/>
              <a:ahLst/>
              <a:rect l="0" t="0" r="r" b="b"/>
              <a:pathLst>
                <a:path w="84" h="79">
                  <a:moveTo>
                    <a:pt x="57" y="0"/>
                  </a:moveTo>
                  <a:lnTo>
                    <a:pt x="28" y="22"/>
                  </a:lnTo>
                  <a:lnTo>
                    <a:pt x="0" y="43"/>
                  </a:lnTo>
                  <a:lnTo>
                    <a:pt x="27" y="79"/>
                  </a:lnTo>
                  <a:lnTo>
                    <a:pt x="55" y="57"/>
                  </a:lnTo>
                  <a:lnTo>
                    <a:pt x="84" y="36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97" name=""/>
            <p:cNvSpPr/>
            <p:nvPr/>
          </p:nvSpPr>
          <p:spPr>
            <a:xfrm rot="0">
              <a:off x="3237" y="1915"/>
              <a:ext cx="28" cy="26"/>
            </a:xfrm>
            <a:custGeom>
              <a:avLst/>
              <a:ahLst/>
              <a:rect l="0" t="0" r="r" b="b"/>
              <a:pathLst>
                <a:path w="84" h="79">
                  <a:moveTo>
                    <a:pt x="57" y="0"/>
                  </a:moveTo>
                  <a:lnTo>
                    <a:pt x="28" y="22"/>
                  </a:lnTo>
                  <a:lnTo>
                    <a:pt x="0" y="43"/>
                  </a:lnTo>
                  <a:lnTo>
                    <a:pt x="27" y="79"/>
                  </a:lnTo>
                  <a:lnTo>
                    <a:pt x="55" y="57"/>
                  </a:lnTo>
                  <a:lnTo>
                    <a:pt x="84" y="36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598" name=""/>
            <p:cNvSpPr/>
            <p:nvPr/>
          </p:nvSpPr>
          <p:spPr>
            <a:xfrm rot="0">
              <a:off x="3246" y="1934"/>
              <a:ext cx="10" cy="7"/>
            </a:xfrm>
            <a:custGeom>
              <a:avLst/>
              <a:ahLst/>
              <a:rect l="0" t="0" r="r" b="b"/>
              <a:pathLst>
                <a:path w="28" h="23">
                  <a:moveTo>
                    <a:pt x="28" y="0"/>
                  </a:moveTo>
                  <a:lnTo>
                    <a:pt x="0" y="22"/>
                  </a:lnTo>
                  <a:lnTo>
                    <a:pt x="0" y="23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599" name=""/>
            <p:cNvSpPr/>
            <p:nvPr/>
          </p:nvSpPr>
          <p:spPr>
            <a:xfrm rot="0">
              <a:off x="3246" y="1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00" name=""/>
            <p:cNvSpPr/>
            <p:nvPr/>
          </p:nvSpPr>
          <p:spPr>
            <a:xfrm rot="0">
              <a:off x="3246" y="1926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57" y="0"/>
                  </a:moveTo>
                  <a:lnTo>
                    <a:pt x="28" y="22"/>
                  </a:lnTo>
                  <a:lnTo>
                    <a:pt x="0" y="45"/>
                  </a:lnTo>
                  <a:lnTo>
                    <a:pt x="30" y="81"/>
                  </a:lnTo>
                  <a:lnTo>
                    <a:pt x="58" y="58"/>
                  </a:lnTo>
                  <a:lnTo>
                    <a:pt x="87" y="35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01" name=""/>
            <p:cNvSpPr/>
            <p:nvPr/>
          </p:nvSpPr>
          <p:spPr>
            <a:xfrm rot="0">
              <a:off x="3246" y="1926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57" y="0"/>
                  </a:moveTo>
                  <a:lnTo>
                    <a:pt x="28" y="22"/>
                  </a:lnTo>
                  <a:lnTo>
                    <a:pt x="0" y="45"/>
                  </a:lnTo>
                  <a:lnTo>
                    <a:pt x="30" y="81"/>
                  </a:lnTo>
                  <a:lnTo>
                    <a:pt x="58" y="58"/>
                  </a:lnTo>
                  <a:lnTo>
                    <a:pt x="87" y="35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02" name=""/>
            <p:cNvSpPr/>
            <p:nvPr/>
          </p:nvSpPr>
          <p:spPr>
            <a:xfrm rot="0">
              <a:off x="3256" y="1946"/>
              <a:ext cx="10" cy="8"/>
            </a:xfrm>
            <a:custGeom>
              <a:avLst/>
              <a:ahLst/>
              <a:rect l="0" t="0" r="r" b="b"/>
              <a:pathLst>
                <a:path w="28" h="24">
                  <a:moveTo>
                    <a:pt x="28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03" name=""/>
            <p:cNvSpPr/>
            <p:nvPr/>
          </p:nvSpPr>
          <p:spPr>
            <a:xfrm rot="0">
              <a:off x="3256" y="1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04" name=""/>
            <p:cNvSpPr/>
            <p:nvPr/>
          </p:nvSpPr>
          <p:spPr>
            <a:xfrm rot="0">
              <a:off x="3257" y="1938"/>
              <a:ext cx="28" cy="27"/>
            </a:xfrm>
            <a:custGeom>
              <a:avLst/>
              <a:ahLst/>
              <a:rect l="0" t="0" r="r" b="b"/>
              <a:pathLst>
                <a:path w="85" h="82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31" y="82"/>
                  </a:lnTo>
                  <a:lnTo>
                    <a:pt x="58" y="58"/>
                  </a:lnTo>
                  <a:lnTo>
                    <a:pt x="85" y="34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05" name=""/>
            <p:cNvSpPr/>
            <p:nvPr/>
          </p:nvSpPr>
          <p:spPr>
            <a:xfrm rot="0">
              <a:off x="3257" y="1938"/>
              <a:ext cx="28" cy="27"/>
            </a:xfrm>
            <a:custGeom>
              <a:avLst/>
              <a:ahLst/>
              <a:rect l="0" t="0" r="r" b="b"/>
              <a:pathLst>
                <a:path w="85" h="82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31" y="82"/>
                  </a:lnTo>
                  <a:lnTo>
                    <a:pt x="58" y="58"/>
                  </a:lnTo>
                  <a:lnTo>
                    <a:pt x="85" y="34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06" name=""/>
            <p:cNvSpPr/>
            <p:nvPr/>
          </p:nvSpPr>
          <p:spPr>
            <a:xfrm rot="0">
              <a:off x="3267" y="1957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0"/>
                  </a:moveTo>
                  <a:lnTo>
                    <a:pt x="0" y="24"/>
                  </a:lnTo>
                  <a:lnTo>
                    <a:pt x="2" y="2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07" name=""/>
            <p:cNvSpPr/>
            <p:nvPr/>
          </p:nvSpPr>
          <p:spPr>
            <a:xfrm rot="0">
              <a:off x="3267" y="1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08" name=""/>
            <p:cNvSpPr/>
            <p:nvPr/>
          </p:nvSpPr>
          <p:spPr>
            <a:xfrm rot="0">
              <a:off x="3268" y="19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51" y="0"/>
                  </a:moveTo>
                  <a:lnTo>
                    <a:pt x="25" y="25"/>
                  </a:lnTo>
                  <a:lnTo>
                    <a:pt x="0" y="51"/>
                  </a:lnTo>
                  <a:lnTo>
                    <a:pt x="32" y="84"/>
                  </a:lnTo>
                  <a:lnTo>
                    <a:pt x="58" y="58"/>
                  </a:lnTo>
                  <a:lnTo>
                    <a:pt x="84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09" name=""/>
            <p:cNvSpPr/>
            <p:nvPr/>
          </p:nvSpPr>
          <p:spPr>
            <a:xfrm rot="0">
              <a:off x="3268" y="1949"/>
              <a:ext cx="28" cy="28"/>
            </a:xfrm>
            <a:custGeom>
              <a:avLst/>
              <a:ahLst/>
              <a:rect l="0" t="0" r="r" b="b"/>
              <a:pathLst>
                <a:path w="84" h="84">
                  <a:moveTo>
                    <a:pt x="51" y="0"/>
                  </a:moveTo>
                  <a:lnTo>
                    <a:pt x="25" y="25"/>
                  </a:lnTo>
                  <a:lnTo>
                    <a:pt x="0" y="51"/>
                  </a:lnTo>
                  <a:lnTo>
                    <a:pt x="32" y="84"/>
                  </a:lnTo>
                  <a:lnTo>
                    <a:pt x="58" y="58"/>
                  </a:lnTo>
                  <a:lnTo>
                    <a:pt x="84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10" name=""/>
            <p:cNvSpPr/>
            <p:nvPr/>
          </p:nvSpPr>
          <p:spPr>
            <a:xfrm rot="0">
              <a:off x="3278" y="1968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26" y="0"/>
                  </a:moveTo>
                  <a:lnTo>
                    <a:pt x="0" y="26"/>
                  </a:lnTo>
                  <a:lnTo>
                    <a:pt x="2" y="2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11" name=""/>
            <p:cNvSpPr/>
            <p:nvPr/>
          </p:nvSpPr>
          <p:spPr>
            <a:xfrm rot="0">
              <a:off x="3278" y="1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12" name=""/>
            <p:cNvSpPr/>
            <p:nvPr/>
          </p:nvSpPr>
          <p:spPr>
            <a:xfrm rot="0">
              <a:off x="3279" y="1959"/>
              <a:ext cx="28" cy="28"/>
            </a:xfrm>
            <a:custGeom>
              <a:avLst/>
              <a:ahLst/>
              <a:rect l="0" t="0" r="r" b="b"/>
              <a:pathLst>
                <a:path w="83" h="85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34" y="85"/>
                  </a:lnTo>
                  <a:lnTo>
                    <a:pt x="58" y="58"/>
                  </a:lnTo>
                  <a:lnTo>
                    <a:pt x="83" y="31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13" name=""/>
            <p:cNvSpPr/>
            <p:nvPr/>
          </p:nvSpPr>
          <p:spPr>
            <a:xfrm rot="0">
              <a:off x="3279" y="1959"/>
              <a:ext cx="28" cy="28"/>
            </a:xfrm>
            <a:custGeom>
              <a:avLst/>
              <a:ahLst/>
              <a:rect l="0" t="0" r="r" b="b"/>
              <a:pathLst>
                <a:path w="83" h="85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34" y="85"/>
                  </a:lnTo>
                  <a:lnTo>
                    <a:pt x="58" y="58"/>
                  </a:lnTo>
                  <a:lnTo>
                    <a:pt x="83" y="31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14" name=""/>
            <p:cNvSpPr/>
            <p:nvPr/>
          </p:nvSpPr>
          <p:spPr>
            <a:xfrm rot="0">
              <a:off x="3290" y="1978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24" y="0"/>
                  </a:moveTo>
                  <a:lnTo>
                    <a:pt x="0" y="27"/>
                  </a:lnTo>
                  <a:lnTo>
                    <a:pt x="2" y="29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15" name=""/>
            <p:cNvSpPr/>
            <p:nvPr/>
          </p:nvSpPr>
          <p:spPr>
            <a:xfrm rot="0">
              <a:off x="3290" y="1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16" name=""/>
            <p:cNvSpPr/>
            <p:nvPr/>
          </p:nvSpPr>
          <p:spPr>
            <a:xfrm rot="0">
              <a:off x="3291" y="1969"/>
              <a:ext cx="27" cy="29"/>
            </a:xfrm>
            <a:custGeom>
              <a:avLst/>
              <a:ahLst/>
              <a:rect l="0" t="0" r="r" b="b"/>
              <a:pathLst>
                <a:path w="81" h="87">
                  <a:moveTo>
                    <a:pt x="45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35" y="87"/>
                  </a:lnTo>
                  <a:lnTo>
                    <a:pt x="58" y="58"/>
                  </a:lnTo>
                  <a:lnTo>
                    <a:pt x="81" y="30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17" name=""/>
            <p:cNvSpPr/>
            <p:nvPr/>
          </p:nvSpPr>
          <p:spPr>
            <a:xfrm rot="0">
              <a:off x="3291" y="1969"/>
              <a:ext cx="27" cy="29"/>
            </a:xfrm>
            <a:custGeom>
              <a:avLst/>
              <a:ahLst/>
              <a:rect l="0" t="0" r="r" b="b"/>
              <a:pathLst>
                <a:path w="81" h="87">
                  <a:moveTo>
                    <a:pt x="45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35" y="87"/>
                  </a:lnTo>
                  <a:lnTo>
                    <a:pt x="58" y="58"/>
                  </a:lnTo>
                  <a:lnTo>
                    <a:pt x="81" y="3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18" name=""/>
            <p:cNvSpPr/>
            <p:nvPr/>
          </p:nvSpPr>
          <p:spPr>
            <a:xfrm rot="0">
              <a:off x="3303" y="1988"/>
              <a:ext cx="7" cy="10"/>
            </a:xfrm>
            <a:custGeom>
              <a:avLst/>
              <a:ahLst/>
              <a:rect l="0" t="0" r="r" b="b"/>
              <a:pathLst>
                <a:path w="23" h="29">
                  <a:moveTo>
                    <a:pt x="23" y="0"/>
                  </a:moveTo>
                  <a:lnTo>
                    <a:pt x="0" y="29"/>
                  </a:lnTo>
                  <a:lnTo>
                    <a:pt x="0" y="29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19" name=""/>
            <p:cNvSpPr/>
            <p:nvPr/>
          </p:nvSpPr>
          <p:spPr>
            <a:xfrm rot="0">
              <a:off x="3303" y="19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20" name=""/>
            <p:cNvSpPr/>
            <p:nvPr/>
          </p:nvSpPr>
          <p:spPr>
            <a:xfrm rot="0">
              <a:off x="3303" y="1979"/>
              <a:ext cx="27" cy="28"/>
            </a:xfrm>
            <a:custGeom>
              <a:avLst/>
              <a:ahLst/>
              <a:rect l="0" t="0" r="r" b="b"/>
              <a:pathLst>
                <a:path w="81" h="85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36" y="85"/>
                  </a:lnTo>
                  <a:lnTo>
                    <a:pt x="58" y="57"/>
                  </a:lnTo>
                  <a:lnTo>
                    <a:pt x="81" y="28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21" name=""/>
            <p:cNvSpPr/>
            <p:nvPr/>
          </p:nvSpPr>
          <p:spPr>
            <a:xfrm rot="0">
              <a:off x="3303" y="1979"/>
              <a:ext cx="27" cy="28"/>
            </a:xfrm>
            <a:custGeom>
              <a:avLst/>
              <a:ahLst/>
              <a:rect l="0" t="0" r="r" b="b"/>
              <a:pathLst>
                <a:path w="81" h="85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36" y="85"/>
                  </a:lnTo>
                  <a:lnTo>
                    <a:pt x="58" y="57"/>
                  </a:lnTo>
                  <a:lnTo>
                    <a:pt x="81" y="28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22" name=""/>
            <p:cNvSpPr/>
            <p:nvPr/>
          </p:nvSpPr>
          <p:spPr>
            <a:xfrm rot="0">
              <a:off x="3315" y="1998"/>
              <a:ext cx="7" cy="10"/>
            </a:xfrm>
            <a:custGeom>
              <a:avLst/>
              <a:ahLst/>
              <a:rect l="0" t="0" r="r" b="b"/>
              <a:pathLst>
                <a:path w="22" h="30">
                  <a:moveTo>
                    <a:pt x="22" y="0"/>
                  </a:moveTo>
                  <a:lnTo>
                    <a:pt x="0" y="28"/>
                  </a:lnTo>
                  <a:lnTo>
                    <a:pt x="3" y="30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23" name=""/>
            <p:cNvSpPr/>
            <p:nvPr/>
          </p:nvSpPr>
          <p:spPr>
            <a:xfrm rot="0">
              <a:off x="3315" y="2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24" name=""/>
            <p:cNvSpPr/>
            <p:nvPr/>
          </p:nvSpPr>
          <p:spPr>
            <a:xfrm rot="0">
              <a:off x="3316" y="1988"/>
              <a:ext cx="26" cy="28"/>
            </a:xfrm>
            <a:custGeom>
              <a:avLst/>
              <a:ahLst/>
              <a:rect l="0" t="0" r="r" b="b"/>
              <a:pathLst>
                <a:path w="78" h="85">
                  <a:moveTo>
                    <a:pt x="39" y="0"/>
                  </a:moveTo>
                  <a:lnTo>
                    <a:pt x="19" y="30"/>
                  </a:lnTo>
                  <a:lnTo>
                    <a:pt x="0" y="60"/>
                  </a:lnTo>
                  <a:lnTo>
                    <a:pt x="38" y="85"/>
                  </a:lnTo>
                  <a:lnTo>
                    <a:pt x="58" y="55"/>
                  </a:lnTo>
                  <a:lnTo>
                    <a:pt x="78" y="25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25" name=""/>
            <p:cNvSpPr/>
            <p:nvPr/>
          </p:nvSpPr>
          <p:spPr>
            <a:xfrm rot="0">
              <a:off x="3316" y="1988"/>
              <a:ext cx="26" cy="28"/>
            </a:xfrm>
            <a:custGeom>
              <a:avLst/>
              <a:ahLst/>
              <a:rect l="0" t="0" r="r" b="b"/>
              <a:pathLst>
                <a:path w="78" h="85">
                  <a:moveTo>
                    <a:pt x="39" y="0"/>
                  </a:moveTo>
                  <a:lnTo>
                    <a:pt x="19" y="30"/>
                  </a:lnTo>
                  <a:lnTo>
                    <a:pt x="0" y="60"/>
                  </a:lnTo>
                  <a:lnTo>
                    <a:pt x="38" y="85"/>
                  </a:lnTo>
                  <a:lnTo>
                    <a:pt x="58" y="55"/>
                  </a:lnTo>
                  <a:lnTo>
                    <a:pt x="78" y="25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26" name=""/>
            <p:cNvSpPr/>
            <p:nvPr/>
          </p:nvSpPr>
          <p:spPr>
            <a:xfrm rot="0">
              <a:off x="3328" y="2006"/>
              <a:ext cx="7" cy="10"/>
            </a:xfrm>
            <a:custGeom>
              <a:avLst/>
              <a:ahLst/>
              <a:rect l="0" t="0" r="r" b="b"/>
              <a:pathLst>
                <a:path w="20" h="30">
                  <a:moveTo>
                    <a:pt x="20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27" name=""/>
            <p:cNvSpPr/>
            <p:nvPr/>
          </p:nvSpPr>
          <p:spPr>
            <a:xfrm rot="0">
              <a:off x="3328" y="2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28" name=""/>
            <p:cNvSpPr/>
            <p:nvPr/>
          </p:nvSpPr>
          <p:spPr>
            <a:xfrm rot="0">
              <a:off x="3328" y="1996"/>
              <a:ext cx="26" cy="29"/>
            </a:xfrm>
            <a:custGeom>
              <a:avLst/>
              <a:ahLst/>
              <a:rect l="0" t="0" r="r" b="b"/>
              <a:pathLst>
                <a:path w="78" h="86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8" y="86"/>
                  </a:lnTo>
                  <a:lnTo>
                    <a:pt x="58" y="56"/>
                  </a:lnTo>
                  <a:lnTo>
                    <a:pt x="78" y="26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29" name=""/>
            <p:cNvSpPr/>
            <p:nvPr/>
          </p:nvSpPr>
          <p:spPr>
            <a:xfrm rot="0">
              <a:off x="3328" y="1996"/>
              <a:ext cx="26" cy="29"/>
            </a:xfrm>
            <a:custGeom>
              <a:avLst/>
              <a:ahLst/>
              <a:rect l="0" t="0" r="r" b="b"/>
              <a:pathLst>
                <a:path w="78" h="86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8" y="86"/>
                  </a:lnTo>
                  <a:lnTo>
                    <a:pt x="58" y="56"/>
                  </a:lnTo>
                  <a:lnTo>
                    <a:pt x="78" y="26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30" name=""/>
            <p:cNvSpPr/>
            <p:nvPr/>
          </p:nvSpPr>
          <p:spPr>
            <a:xfrm rot="0">
              <a:off x="3341" y="2015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20" y="0"/>
                  </a:moveTo>
                  <a:lnTo>
                    <a:pt x="0" y="30"/>
                  </a:lnTo>
                  <a:lnTo>
                    <a:pt x="2" y="31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31" name=""/>
            <p:cNvSpPr/>
            <p:nvPr/>
          </p:nvSpPr>
          <p:spPr>
            <a:xfrm rot="0">
              <a:off x="3341" y="2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32" name=""/>
            <p:cNvSpPr/>
            <p:nvPr/>
          </p:nvSpPr>
          <p:spPr>
            <a:xfrm rot="0">
              <a:off x="3342" y="2005"/>
              <a:ext cx="25" cy="28"/>
            </a:xfrm>
            <a:custGeom>
              <a:avLst/>
              <a:ahLst/>
              <a:rect l="0" t="0" r="r" b="b"/>
              <a:pathLst>
                <a:path w="77" h="85">
                  <a:moveTo>
                    <a:pt x="37" y="0"/>
                  </a:moveTo>
                  <a:lnTo>
                    <a:pt x="18" y="31"/>
                  </a:lnTo>
                  <a:lnTo>
                    <a:pt x="0" y="62"/>
                  </a:lnTo>
                  <a:lnTo>
                    <a:pt x="40" y="85"/>
                  </a:lnTo>
                  <a:lnTo>
                    <a:pt x="58" y="54"/>
                  </a:lnTo>
                  <a:lnTo>
                    <a:pt x="77" y="22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33" name=""/>
            <p:cNvSpPr/>
            <p:nvPr/>
          </p:nvSpPr>
          <p:spPr>
            <a:xfrm rot="0">
              <a:off x="3342" y="2005"/>
              <a:ext cx="25" cy="28"/>
            </a:xfrm>
            <a:custGeom>
              <a:avLst/>
              <a:ahLst/>
              <a:rect l="0" t="0" r="r" b="b"/>
              <a:pathLst>
                <a:path w="77" h="85">
                  <a:moveTo>
                    <a:pt x="37" y="0"/>
                  </a:moveTo>
                  <a:lnTo>
                    <a:pt x="18" y="31"/>
                  </a:lnTo>
                  <a:lnTo>
                    <a:pt x="0" y="62"/>
                  </a:lnTo>
                  <a:lnTo>
                    <a:pt x="40" y="85"/>
                  </a:lnTo>
                  <a:lnTo>
                    <a:pt x="58" y="54"/>
                  </a:lnTo>
                  <a:lnTo>
                    <a:pt x="77" y="22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34" name=""/>
            <p:cNvSpPr/>
            <p:nvPr/>
          </p:nvSpPr>
          <p:spPr>
            <a:xfrm rot="0">
              <a:off x="3355" y="2023"/>
              <a:ext cx="6" cy="10"/>
            </a:xfrm>
            <a:custGeom>
              <a:avLst/>
              <a:ahLst/>
              <a:rect l="0" t="0" r="r" b="b"/>
              <a:pathLst>
                <a:path w="18" h="32">
                  <a:moveTo>
                    <a:pt x="18" y="0"/>
                  </a:moveTo>
                  <a:lnTo>
                    <a:pt x="0" y="31"/>
                  </a:lnTo>
                  <a:lnTo>
                    <a:pt x="1" y="32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35" name=""/>
            <p:cNvSpPr/>
            <p:nvPr/>
          </p:nvSpPr>
          <p:spPr>
            <a:xfrm rot="0">
              <a:off x="3355" y="20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36" name=""/>
            <p:cNvSpPr/>
            <p:nvPr/>
          </p:nvSpPr>
          <p:spPr>
            <a:xfrm rot="0">
              <a:off x="3355" y="2012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34" y="0"/>
                  </a:moveTo>
                  <a:lnTo>
                    <a:pt x="17" y="33"/>
                  </a:lnTo>
                  <a:lnTo>
                    <a:pt x="0" y="65"/>
                  </a:lnTo>
                  <a:lnTo>
                    <a:pt x="41" y="87"/>
                  </a:lnTo>
                  <a:lnTo>
                    <a:pt x="59" y="54"/>
                  </a:lnTo>
                  <a:lnTo>
                    <a:pt x="76" y="21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37" name=""/>
            <p:cNvSpPr/>
            <p:nvPr/>
          </p:nvSpPr>
          <p:spPr>
            <a:xfrm rot="0">
              <a:off x="3355" y="2012"/>
              <a:ext cx="26" cy="29"/>
            </a:xfrm>
            <a:custGeom>
              <a:avLst/>
              <a:ahLst/>
              <a:rect l="0" t="0" r="r" b="b"/>
              <a:pathLst>
                <a:path w="76" h="87">
                  <a:moveTo>
                    <a:pt x="34" y="0"/>
                  </a:moveTo>
                  <a:lnTo>
                    <a:pt x="17" y="33"/>
                  </a:lnTo>
                  <a:lnTo>
                    <a:pt x="0" y="65"/>
                  </a:lnTo>
                  <a:lnTo>
                    <a:pt x="41" y="87"/>
                  </a:lnTo>
                  <a:lnTo>
                    <a:pt x="59" y="54"/>
                  </a:lnTo>
                  <a:lnTo>
                    <a:pt x="76" y="21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38" name=""/>
            <p:cNvSpPr/>
            <p:nvPr/>
          </p:nvSpPr>
          <p:spPr>
            <a:xfrm rot="0">
              <a:off x="3369" y="2030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0"/>
                  </a:moveTo>
                  <a:lnTo>
                    <a:pt x="0" y="33"/>
                  </a:lnTo>
                  <a:lnTo>
                    <a:pt x="2" y="3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39" name=""/>
            <p:cNvSpPr/>
            <p:nvPr/>
          </p:nvSpPr>
          <p:spPr>
            <a:xfrm rot="0">
              <a:off x="3369" y="20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40" name=""/>
            <p:cNvSpPr/>
            <p:nvPr/>
          </p:nvSpPr>
          <p:spPr>
            <a:xfrm rot="0">
              <a:off x="3370" y="2019"/>
              <a:ext cx="24" cy="28"/>
            </a:xfrm>
            <a:custGeom>
              <a:avLst/>
              <a:ahLst/>
              <a:rect l="0" t="0" r="r" b="b"/>
              <a:pathLst>
                <a:path w="72" h="86">
                  <a:moveTo>
                    <a:pt x="31" y="0"/>
                  </a:moveTo>
                  <a:lnTo>
                    <a:pt x="16" y="33"/>
                  </a:lnTo>
                  <a:lnTo>
                    <a:pt x="0" y="66"/>
                  </a:lnTo>
                  <a:lnTo>
                    <a:pt x="41" y="86"/>
                  </a:lnTo>
                  <a:lnTo>
                    <a:pt x="57" y="53"/>
                  </a:lnTo>
                  <a:lnTo>
                    <a:pt x="72" y="2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41" name=""/>
            <p:cNvSpPr/>
            <p:nvPr/>
          </p:nvSpPr>
          <p:spPr>
            <a:xfrm rot="0">
              <a:off x="3370" y="2019"/>
              <a:ext cx="24" cy="28"/>
            </a:xfrm>
            <a:custGeom>
              <a:avLst/>
              <a:ahLst/>
              <a:rect l="0" t="0" r="r" b="b"/>
              <a:pathLst>
                <a:path w="72" h="86">
                  <a:moveTo>
                    <a:pt x="31" y="0"/>
                  </a:moveTo>
                  <a:lnTo>
                    <a:pt x="16" y="33"/>
                  </a:lnTo>
                  <a:lnTo>
                    <a:pt x="0" y="66"/>
                  </a:lnTo>
                  <a:lnTo>
                    <a:pt x="41" y="86"/>
                  </a:lnTo>
                  <a:lnTo>
                    <a:pt x="57" y="53"/>
                  </a:lnTo>
                  <a:lnTo>
                    <a:pt x="72" y="20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42" name=""/>
            <p:cNvSpPr/>
            <p:nvPr/>
          </p:nvSpPr>
          <p:spPr>
            <a:xfrm rot="0">
              <a:off x="3383" y="2036"/>
              <a:ext cx="6" cy="12"/>
            </a:xfrm>
            <a:custGeom>
              <a:avLst/>
              <a:ahLst/>
              <a:rect l="0" t="0" r="r" b="b"/>
              <a:pathLst>
                <a:path w="16" h="34">
                  <a:moveTo>
                    <a:pt x="16" y="0"/>
                  </a:moveTo>
                  <a:lnTo>
                    <a:pt x="0" y="33"/>
                  </a:lnTo>
                  <a:lnTo>
                    <a:pt x="3" y="34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43" name=""/>
            <p:cNvSpPr/>
            <p:nvPr/>
          </p:nvSpPr>
          <p:spPr>
            <a:xfrm rot="0">
              <a:off x="3383" y="2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44" name=""/>
            <p:cNvSpPr/>
            <p:nvPr/>
          </p:nvSpPr>
          <p:spPr>
            <a:xfrm rot="0">
              <a:off x="3384" y="2025"/>
              <a:ext cx="23" cy="28"/>
            </a:xfrm>
            <a:custGeom>
              <a:avLst/>
              <a:ahLst/>
              <a:rect l="0" t="0" r="r" b="b"/>
              <a:pathLst>
                <a:path w="68" h="85">
                  <a:moveTo>
                    <a:pt x="26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43" y="85"/>
                  </a:lnTo>
                  <a:lnTo>
                    <a:pt x="56" y="51"/>
                  </a:lnTo>
                  <a:lnTo>
                    <a:pt x="68" y="1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45" name=""/>
            <p:cNvSpPr/>
            <p:nvPr/>
          </p:nvSpPr>
          <p:spPr>
            <a:xfrm rot="0">
              <a:off x="3384" y="2025"/>
              <a:ext cx="23" cy="28"/>
            </a:xfrm>
            <a:custGeom>
              <a:avLst/>
              <a:ahLst/>
              <a:rect l="0" t="0" r="r" b="b"/>
              <a:pathLst>
                <a:path w="68" h="85">
                  <a:moveTo>
                    <a:pt x="26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43" y="85"/>
                  </a:lnTo>
                  <a:lnTo>
                    <a:pt x="56" y="51"/>
                  </a:lnTo>
                  <a:lnTo>
                    <a:pt x="68" y="17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46" name=""/>
            <p:cNvSpPr/>
            <p:nvPr/>
          </p:nvSpPr>
          <p:spPr>
            <a:xfrm rot="0">
              <a:off x="3399" y="2031"/>
              <a:ext cx="16" cy="23"/>
            </a:xfrm>
            <a:custGeom>
              <a:avLst/>
              <a:ahLst/>
              <a:rect l="0" t="0" r="r" b="b"/>
              <a:pathLst>
                <a:path w="48" h="70">
                  <a:moveTo>
                    <a:pt x="13" y="34"/>
                  </a:moveTo>
                  <a:lnTo>
                    <a:pt x="25" y="0"/>
                  </a:lnTo>
                  <a:lnTo>
                    <a:pt x="35" y="6"/>
                  </a:lnTo>
                  <a:lnTo>
                    <a:pt x="44" y="14"/>
                  </a:lnTo>
                  <a:lnTo>
                    <a:pt x="48" y="26"/>
                  </a:lnTo>
                  <a:lnTo>
                    <a:pt x="48" y="37"/>
                  </a:lnTo>
                  <a:lnTo>
                    <a:pt x="47" y="47"/>
                  </a:lnTo>
                  <a:lnTo>
                    <a:pt x="41" y="57"/>
                  </a:lnTo>
                  <a:lnTo>
                    <a:pt x="32" y="65"/>
                  </a:lnTo>
                  <a:lnTo>
                    <a:pt x="21" y="70"/>
                  </a:lnTo>
                  <a:lnTo>
                    <a:pt x="10" y="70"/>
                  </a:lnTo>
                  <a:lnTo>
                    <a:pt x="0" y="68"/>
                  </a:lnTo>
                  <a:lnTo>
                    <a:pt x="1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47" name=""/>
            <p:cNvSpPr/>
            <p:nvPr/>
          </p:nvSpPr>
          <p:spPr>
            <a:xfrm rot="0">
              <a:off x="3399" y="2031"/>
              <a:ext cx="16" cy="23"/>
            </a:xfrm>
            <a:custGeom>
              <a:avLst/>
              <a:ahLst/>
              <a:rect l="0" t="0" r="r" b="b"/>
              <a:pathLst>
                <a:path w="48" h="70">
                  <a:moveTo>
                    <a:pt x="25" y="0"/>
                  </a:moveTo>
                  <a:lnTo>
                    <a:pt x="35" y="6"/>
                  </a:lnTo>
                  <a:lnTo>
                    <a:pt x="44" y="14"/>
                  </a:lnTo>
                  <a:lnTo>
                    <a:pt x="48" y="26"/>
                  </a:lnTo>
                  <a:lnTo>
                    <a:pt x="48" y="37"/>
                  </a:lnTo>
                  <a:lnTo>
                    <a:pt x="47" y="47"/>
                  </a:lnTo>
                  <a:lnTo>
                    <a:pt x="41" y="57"/>
                  </a:lnTo>
                  <a:lnTo>
                    <a:pt x="32" y="65"/>
                  </a:lnTo>
                  <a:lnTo>
                    <a:pt x="21" y="70"/>
                  </a:lnTo>
                  <a:lnTo>
                    <a:pt x="10" y="7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48" name=""/>
            <p:cNvSpPr/>
            <p:nvPr/>
          </p:nvSpPr>
          <p:spPr>
            <a:xfrm rot="0">
              <a:off x="3391" y="1371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49" name=""/>
            <p:cNvSpPr/>
            <p:nvPr/>
          </p:nvSpPr>
          <p:spPr>
            <a:xfrm rot="0">
              <a:off x="3391" y="1371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50" name=""/>
            <p:cNvSpPr/>
            <p:nvPr/>
          </p:nvSpPr>
          <p:spPr>
            <a:xfrm rot="0">
              <a:off x="3391" y="1383"/>
              <a:ext cx="24" cy="156"/>
            </a:xfrm>
            <a:custGeom>
              <a:avLst/>
              <a:ahLst/>
              <a:rect l="0" t="0" r="r" b="b"/>
              <a:pathLst>
                <a:path w="73" h="46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6" y="467"/>
                  </a:lnTo>
                  <a:lnTo>
                    <a:pt x="73" y="467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51" name=""/>
            <p:cNvSpPr/>
            <p:nvPr/>
          </p:nvSpPr>
          <p:spPr>
            <a:xfrm rot="0">
              <a:off x="3391" y="1383"/>
              <a:ext cx="24" cy="156"/>
            </a:xfrm>
            <a:custGeom>
              <a:avLst/>
              <a:ahLst/>
              <a:rect l="0" t="0" r="r" b="b"/>
              <a:pathLst>
                <a:path w="73" h="46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6" y="467"/>
                  </a:lnTo>
                  <a:lnTo>
                    <a:pt x="73" y="467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52" name=""/>
            <p:cNvSpPr/>
            <p:nvPr/>
          </p:nvSpPr>
          <p:spPr>
            <a:xfrm rot="0">
              <a:off x="3391" y="1539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53" name=""/>
            <p:cNvSpPr/>
            <p:nvPr/>
          </p:nvSpPr>
          <p:spPr>
            <a:xfrm rot="0">
              <a:off x="3391" y="1539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54" name=""/>
            <p:cNvSpPr/>
            <p:nvPr/>
          </p:nvSpPr>
          <p:spPr>
            <a:xfrm rot="0">
              <a:off x="3391" y="187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55" name=""/>
            <p:cNvSpPr/>
            <p:nvPr/>
          </p:nvSpPr>
          <p:spPr>
            <a:xfrm rot="0">
              <a:off x="3391" y="187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56" name=""/>
            <p:cNvSpPr/>
            <p:nvPr/>
          </p:nvSpPr>
          <p:spPr>
            <a:xfrm rot="0">
              <a:off x="3391" y="1886"/>
              <a:ext cx="24" cy="156"/>
            </a:xfrm>
            <a:custGeom>
              <a:avLst/>
              <a:ahLst/>
              <a:rect l="0" t="0" r="r" b="b"/>
              <a:pathLst>
                <a:path w="73" h="46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6" y="467"/>
                  </a:lnTo>
                  <a:lnTo>
                    <a:pt x="73" y="467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57" name=""/>
            <p:cNvSpPr/>
            <p:nvPr/>
          </p:nvSpPr>
          <p:spPr>
            <a:xfrm rot="0">
              <a:off x="3391" y="1886"/>
              <a:ext cx="24" cy="156"/>
            </a:xfrm>
            <a:custGeom>
              <a:avLst/>
              <a:ahLst/>
              <a:rect l="0" t="0" r="r" b="b"/>
              <a:pathLst>
                <a:path w="73" h="46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7"/>
                  </a:lnTo>
                  <a:lnTo>
                    <a:pt x="36" y="467"/>
                  </a:lnTo>
                  <a:lnTo>
                    <a:pt x="73" y="467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58" name=""/>
            <p:cNvSpPr/>
            <p:nvPr/>
          </p:nvSpPr>
          <p:spPr>
            <a:xfrm rot="0">
              <a:off x="3391" y="2042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59" name=""/>
            <p:cNvSpPr/>
            <p:nvPr/>
          </p:nvSpPr>
          <p:spPr>
            <a:xfrm rot="0">
              <a:off x="3391" y="2042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60" name=""/>
            <p:cNvSpPr/>
            <p:nvPr/>
          </p:nvSpPr>
          <p:spPr>
            <a:xfrm rot="0">
              <a:off x="3395" y="152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23" y="36"/>
                  </a:moveTo>
                  <a:lnTo>
                    <a:pt x="0" y="7"/>
                  </a:lnTo>
                  <a:lnTo>
                    <a:pt x="10" y="2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42" y="6"/>
                  </a:lnTo>
                  <a:lnTo>
                    <a:pt x="51" y="13"/>
                  </a:lnTo>
                  <a:lnTo>
                    <a:pt x="57" y="23"/>
                  </a:lnTo>
                  <a:lnTo>
                    <a:pt x="58" y="34"/>
                  </a:lnTo>
                  <a:lnTo>
                    <a:pt x="58" y="46"/>
                  </a:lnTo>
                  <a:lnTo>
                    <a:pt x="52" y="56"/>
                  </a:lnTo>
                  <a:lnTo>
                    <a:pt x="45" y="64"/>
                  </a:lnTo>
                  <a:lnTo>
                    <a:pt x="2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61" name=""/>
            <p:cNvSpPr/>
            <p:nvPr/>
          </p:nvSpPr>
          <p:spPr>
            <a:xfrm rot="0">
              <a:off x="3395" y="152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0" y="7"/>
                  </a:moveTo>
                  <a:lnTo>
                    <a:pt x="10" y="2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42" y="6"/>
                  </a:lnTo>
                  <a:lnTo>
                    <a:pt x="51" y="13"/>
                  </a:lnTo>
                  <a:lnTo>
                    <a:pt x="57" y="23"/>
                  </a:lnTo>
                  <a:lnTo>
                    <a:pt x="58" y="34"/>
                  </a:lnTo>
                  <a:lnTo>
                    <a:pt x="58" y="46"/>
                  </a:lnTo>
                  <a:lnTo>
                    <a:pt x="52" y="56"/>
                  </a:lnTo>
                  <a:lnTo>
                    <a:pt x="45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62" name=""/>
            <p:cNvSpPr/>
            <p:nvPr/>
          </p:nvSpPr>
          <p:spPr>
            <a:xfrm rot="0">
              <a:off x="3386" y="1529"/>
              <a:ext cx="24" cy="27"/>
            </a:xfrm>
            <a:custGeom>
              <a:avLst/>
              <a:ahLst/>
              <a:rect l="0" t="0" r="r" b="b"/>
              <a:pathLst>
                <a:path w="74" h="80">
                  <a:moveTo>
                    <a:pt x="74" y="57"/>
                  </a:moveTo>
                  <a:lnTo>
                    <a:pt x="52" y="29"/>
                  </a:lnTo>
                  <a:lnTo>
                    <a:pt x="29" y="0"/>
                  </a:lnTo>
                  <a:lnTo>
                    <a:pt x="0" y="23"/>
                  </a:lnTo>
                  <a:lnTo>
                    <a:pt x="23" y="52"/>
                  </a:lnTo>
                  <a:lnTo>
                    <a:pt x="46" y="80"/>
                  </a:lnTo>
                  <a:lnTo>
                    <a:pt x="74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63" name=""/>
            <p:cNvSpPr/>
            <p:nvPr/>
          </p:nvSpPr>
          <p:spPr>
            <a:xfrm rot="0">
              <a:off x="3386" y="1529"/>
              <a:ext cx="24" cy="27"/>
            </a:xfrm>
            <a:custGeom>
              <a:avLst/>
              <a:ahLst/>
              <a:rect l="0" t="0" r="r" b="b"/>
              <a:pathLst>
                <a:path w="74" h="80">
                  <a:moveTo>
                    <a:pt x="74" y="57"/>
                  </a:moveTo>
                  <a:lnTo>
                    <a:pt x="52" y="29"/>
                  </a:lnTo>
                  <a:lnTo>
                    <a:pt x="29" y="0"/>
                  </a:lnTo>
                  <a:lnTo>
                    <a:pt x="0" y="23"/>
                  </a:lnTo>
                  <a:lnTo>
                    <a:pt x="23" y="52"/>
                  </a:lnTo>
                  <a:lnTo>
                    <a:pt x="46" y="80"/>
                  </a:lnTo>
                  <a:lnTo>
                    <a:pt x="74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64" name=""/>
            <p:cNvSpPr/>
            <p:nvPr/>
          </p:nvSpPr>
          <p:spPr>
            <a:xfrm rot="0">
              <a:off x="3385" y="1537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24" y="2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65" name=""/>
            <p:cNvSpPr/>
            <p:nvPr/>
          </p:nvSpPr>
          <p:spPr>
            <a:xfrm rot="0" flipH="1">
              <a:off x="3385" y="1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66" name=""/>
            <p:cNvSpPr/>
            <p:nvPr/>
          </p:nvSpPr>
          <p:spPr>
            <a:xfrm rot="0">
              <a:off x="3376" y="1537"/>
              <a:ext cx="25" cy="27"/>
            </a:xfrm>
            <a:custGeom>
              <a:avLst/>
              <a:ahLst/>
              <a:rect l="0" t="0" r="r" b="b"/>
              <a:pathLst>
                <a:path w="75" h="79">
                  <a:moveTo>
                    <a:pt x="75" y="55"/>
                  </a:moveTo>
                  <a:lnTo>
                    <a:pt x="51" y="28"/>
                  </a:lnTo>
                  <a:lnTo>
                    <a:pt x="27" y="0"/>
                  </a:lnTo>
                  <a:lnTo>
                    <a:pt x="0" y="25"/>
                  </a:lnTo>
                  <a:lnTo>
                    <a:pt x="24" y="52"/>
                  </a:lnTo>
                  <a:lnTo>
                    <a:pt x="48" y="79"/>
                  </a:lnTo>
                  <a:lnTo>
                    <a:pt x="75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67" name=""/>
            <p:cNvSpPr/>
            <p:nvPr/>
          </p:nvSpPr>
          <p:spPr>
            <a:xfrm rot="0">
              <a:off x="3376" y="1537"/>
              <a:ext cx="25" cy="27"/>
            </a:xfrm>
            <a:custGeom>
              <a:avLst/>
              <a:ahLst/>
              <a:rect l="0" t="0" r="r" b="b"/>
              <a:pathLst>
                <a:path w="75" h="79">
                  <a:moveTo>
                    <a:pt x="75" y="55"/>
                  </a:moveTo>
                  <a:lnTo>
                    <a:pt x="51" y="28"/>
                  </a:lnTo>
                  <a:lnTo>
                    <a:pt x="27" y="0"/>
                  </a:lnTo>
                  <a:lnTo>
                    <a:pt x="0" y="25"/>
                  </a:lnTo>
                  <a:lnTo>
                    <a:pt x="24" y="52"/>
                  </a:lnTo>
                  <a:lnTo>
                    <a:pt x="48" y="79"/>
                  </a:lnTo>
                  <a:lnTo>
                    <a:pt x="75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68" name=""/>
            <p:cNvSpPr/>
            <p:nvPr/>
          </p:nvSpPr>
          <p:spPr>
            <a:xfrm rot="0">
              <a:off x="3375" y="1546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27" y="27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69" name=""/>
            <p:cNvSpPr/>
            <p:nvPr/>
          </p:nvSpPr>
          <p:spPr>
            <a:xfrm rot="0" flipH="1">
              <a:off x="3375" y="1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70" name=""/>
            <p:cNvSpPr/>
            <p:nvPr/>
          </p:nvSpPr>
          <p:spPr>
            <a:xfrm rot="0">
              <a:off x="3367" y="1546"/>
              <a:ext cx="26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80" y="51"/>
                  </a:moveTo>
                  <a:lnTo>
                    <a:pt x="53" y="26"/>
                  </a:lnTo>
                  <a:lnTo>
                    <a:pt x="26" y="0"/>
                  </a:lnTo>
                  <a:lnTo>
                    <a:pt x="0" y="27"/>
                  </a:lnTo>
                  <a:lnTo>
                    <a:pt x="27" y="53"/>
                  </a:lnTo>
                  <a:lnTo>
                    <a:pt x="54" y="78"/>
                  </a:lnTo>
                  <a:lnTo>
                    <a:pt x="8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71" name=""/>
            <p:cNvSpPr/>
            <p:nvPr/>
          </p:nvSpPr>
          <p:spPr>
            <a:xfrm rot="0">
              <a:off x="3367" y="1546"/>
              <a:ext cx="26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80" y="51"/>
                  </a:moveTo>
                  <a:lnTo>
                    <a:pt x="53" y="26"/>
                  </a:lnTo>
                  <a:lnTo>
                    <a:pt x="26" y="0"/>
                  </a:lnTo>
                  <a:lnTo>
                    <a:pt x="0" y="27"/>
                  </a:lnTo>
                  <a:lnTo>
                    <a:pt x="27" y="53"/>
                  </a:lnTo>
                  <a:lnTo>
                    <a:pt x="54" y="78"/>
                  </a:lnTo>
                  <a:lnTo>
                    <a:pt x="8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72" name=""/>
            <p:cNvSpPr/>
            <p:nvPr/>
          </p:nvSpPr>
          <p:spPr>
            <a:xfrm rot="0">
              <a:off x="3358" y="1555"/>
              <a:ext cx="27" cy="26"/>
            </a:xfrm>
            <a:custGeom>
              <a:avLst/>
              <a:ahLst/>
              <a:rect l="0" t="0" r="r" b="b"/>
              <a:pathLst>
                <a:path w="79" h="78">
                  <a:moveTo>
                    <a:pt x="79" y="51"/>
                  </a:moveTo>
                  <a:lnTo>
                    <a:pt x="52" y="26"/>
                  </a:lnTo>
                  <a:lnTo>
                    <a:pt x="25" y="0"/>
                  </a:lnTo>
                  <a:lnTo>
                    <a:pt x="0" y="27"/>
                  </a:lnTo>
                  <a:lnTo>
                    <a:pt x="27" y="53"/>
                  </a:lnTo>
                  <a:lnTo>
                    <a:pt x="54" y="78"/>
                  </a:lnTo>
                  <a:lnTo>
                    <a:pt x="7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73" name=""/>
            <p:cNvSpPr/>
            <p:nvPr/>
          </p:nvSpPr>
          <p:spPr>
            <a:xfrm rot="0">
              <a:off x="3358" y="1555"/>
              <a:ext cx="27" cy="26"/>
            </a:xfrm>
            <a:custGeom>
              <a:avLst/>
              <a:ahLst/>
              <a:rect l="0" t="0" r="r" b="b"/>
              <a:pathLst>
                <a:path w="79" h="78">
                  <a:moveTo>
                    <a:pt x="79" y="51"/>
                  </a:moveTo>
                  <a:lnTo>
                    <a:pt x="52" y="26"/>
                  </a:lnTo>
                  <a:lnTo>
                    <a:pt x="25" y="0"/>
                  </a:lnTo>
                  <a:lnTo>
                    <a:pt x="0" y="27"/>
                  </a:lnTo>
                  <a:lnTo>
                    <a:pt x="27" y="53"/>
                  </a:lnTo>
                  <a:lnTo>
                    <a:pt x="54" y="78"/>
                  </a:lnTo>
                  <a:lnTo>
                    <a:pt x="79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74" name=""/>
            <p:cNvSpPr/>
            <p:nvPr/>
          </p:nvSpPr>
          <p:spPr>
            <a:xfrm rot="0">
              <a:off x="3358" y="1564"/>
              <a:ext cx="9" cy="9"/>
            </a:xfrm>
            <a:custGeom>
              <a:avLst/>
              <a:ahLst/>
              <a:rect l="0" t="0" r="r" b="b"/>
              <a:pathLst>
                <a:path w="29" h="26">
                  <a:moveTo>
                    <a:pt x="29" y="26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2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75" name=""/>
            <p:cNvSpPr/>
            <p:nvPr/>
          </p:nvSpPr>
          <p:spPr>
            <a:xfrm rot="0" flipH="1">
              <a:off x="3358" y="1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76" name=""/>
            <p:cNvSpPr/>
            <p:nvPr/>
          </p:nvSpPr>
          <p:spPr>
            <a:xfrm rot="0">
              <a:off x="3350" y="1565"/>
              <a:ext cx="27" cy="25"/>
            </a:xfrm>
            <a:custGeom>
              <a:avLst/>
              <a:ahLst/>
              <a:rect l="0" t="0" r="r" b="b"/>
              <a:pathLst>
                <a:path w="80" h="74">
                  <a:moveTo>
                    <a:pt x="80" y="46"/>
                  </a:moveTo>
                  <a:lnTo>
                    <a:pt x="52" y="23"/>
                  </a:lnTo>
                  <a:lnTo>
                    <a:pt x="23" y="0"/>
                  </a:lnTo>
                  <a:lnTo>
                    <a:pt x="0" y="29"/>
                  </a:lnTo>
                  <a:lnTo>
                    <a:pt x="29" y="51"/>
                  </a:lnTo>
                  <a:lnTo>
                    <a:pt x="57" y="74"/>
                  </a:lnTo>
                  <a:lnTo>
                    <a:pt x="8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77" name=""/>
            <p:cNvSpPr/>
            <p:nvPr/>
          </p:nvSpPr>
          <p:spPr>
            <a:xfrm rot="0">
              <a:off x="3350" y="1565"/>
              <a:ext cx="27" cy="25"/>
            </a:xfrm>
            <a:custGeom>
              <a:avLst/>
              <a:ahLst/>
              <a:rect l="0" t="0" r="r" b="b"/>
              <a:pathLst>
                <a:path w="80" h="74">
                  <a:moveTo>
                    <a:pt x="80" y="46"/>
                  </a:moveTo>
                  <a:lnTo>
                    <a:pt x="52" y="23"/>
                  </a:lnTo>
                  <a:lnTo>
                    <a:pt x="23" y="0"/>
                  </a:lnTo>
                  <a:lnTo>
                    <a:pt x="0" y="29"/>
                  </a:lnTo>
                  <a:lnTo>
                    <a:pt x="29" y="51"/>
                  </a:lnTo>
                  <a:lnTo>
                    <a:pt x="57" y="74"/>
                  </a:lnTo>
                  <a:lnTo>
                    <a:pt x="8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78" name=""/>
            <p:cNvSpPr/>
            <p:nvPr/>
          </p:nvSpPr>
          <p:spPr>
            <a:xfrm rot="0">
              <a:off x="3350" y="1575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30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79" name=""/>
            <p:cNvSpPr/>
            <p:nvPr/>
          </p:nvSpPr>
          <p:spPr>
            <a:xfrm rot="0" flipH="1">
              <a:off x="3350" y="1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80" name=""/>
            <p:cNvSpPr/>
            <p:nvPr/>
          </p:nvSpPr>
          <p:spPr>
            <a:xfrm rot="0">
              <a:off x="3343" y="1575"/>
              <a:ext cx="27" cy="24"/>
            </a:xfrm>
            <a:custGeom>
              <a:avLst/>
              <a:ahLst/>
              <a:rect l="0" t="0" r="r" b="b"/>
              <a:pathLst>
                <a:path w="81" h="73">
                  <a:moveTo>
                    <a:pt x="81" y="43"/>
                  </a:moveTo>
                  <a:lnTo>
                    <a:pt x="51" y="21"/>
                  </a:lnTo>
                  <a:lnTo>
                    <a:pt x="21" y="0"/>
                  </a:lnTo>
                  <a:lnTo>
                    <a:pt x="0" y="30"/>
                  </a:lnTo>
                  <a:lnTo>
                    <a:pt x="30" y="51"/>
                  </a:lnTo>
                  <a:lnTo>
                    <a:pt x="60" y="73"/>
                  </a:lnTo>
                  <a:lnTo>
                    <a:pt x="81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81" name=""/>
            <p:cNvSpPr/>
            <p:nvPr/>
          </p:nvSpPr>
          <p:spPr>
            <a:xfrm rot="0">
              <a:off x="3343" y="1575"/>
              <a:ext cx="27" cy="24"/>
            </a:xfrm>
            <a:custGeom>
              <a:avLst/>
              <a:ahLst/>
              <a:rect l="0" t="0" r="r" b="b"/>
              <a:pathLst>
                <a:path w="81" h="73">
                  <a:moveTo>
                    <a:pt x="81" y="43"/>
                  </a:moveTo>
                  <a:lnTo>
                    <a:pt x="51" y="21"/>
                  </a:lnTo>
                  <a:lnTo>
                    <a:pt x="21" y="0"/>
                  </a:lnTo>
                  <a:lnTo>
                    <a:pt x="0" y="30"/>
                  </a:lnTo>
                  <a:lnTo>
                    <a:pt x="30" y="51"/>
                  </a:lnTo>
                  <a:lnTo>
                    <a:pt x="60" y="73"/>
                  </a:lnTo>
                  <a:lnTo>
                    <a:pt x="81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82" name=""/>
            <p:cNvSpPr/>
            <p:nvPr/>
          </p:nvSpPr>
          <p:spPr>
            <a:xfrm rot="0">
              <a:off x="3343" y="1585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83" name=""/>
            <p:cNvSpPr/>
            <p:nvPr/>
          </p:nvSpPr>
          <p:spPr>
            <a:xfrm rot="0">
              <a:off x="3343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84" name=""/>
            <p:cNvSpPr/>
            <p:nvPr/>
          </p:nvSpPr>
          <p:spPr>
            <a:xfrm rot="0">
              <a:off x="3336" y="1585"/>
              <a:ext cx="27" cy="24"/>
            </a:xfrm>
            <a:custGeom>
              <a:avLst/>
              <a:ahLst/>
              <a:rect l="0" t="0" r="r" b="b"/>
              <a:pathLst>
                <a:path w="80" h="70">
                  <a:moveTo>
                    <a:pt x="80" y="40"/>
                  </a:moveTo>
                  <a:lnTo>
                    <a:pt x="50" y="20"/>
                  </a:lnTo>
                  <a:lnTo>
                    <a:pt x="20" y="0"/>
                  </a:lnTo>
                  <a:lnTo>
                    <a:pt x="0" y="30"/>
                  </a:lnTo>
                  <a:lnTo>
                    <a:pt x="30" y="50"/>
                  </a:lnTo>
                  <a:lnTo>
                    <a:pt x="60" y="70"/>
                  </a:lnTo>
                  <a:lnTo>
                    <a:pt x="8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85" name=""/>
            <p:cNvSpPr/>
            <p:nvPr/>
          </p:nvSpPr>
          <p:spPr>
            <a:xfrm rot="0">
              <a:off x="3336" y="1585"/>
              <a:ext cx="27" cy="24"/>
            </a:xfrm>
            <a:custGeom>
              <a:avLst/>
              <a:ahLst/>
              <a:rect l="0" t="0" r="r" b="b"/>
              <a:pathLst>
                <a:path w="80" h="70">
                  <a:moveTo>
                    <a:pt x="80" y="40"/>
                  </a:moveTo>
                  <a:lnTo>
                    <a:pt x="50" y="20"/>
                  </a:lnTo>
                  <a:lnTo>
                    <a:pt x="20" y="0"/>
                  </a:lnTo>
                  <a:lnTo>
                    <a:pt x="0" y="30"/>
                  </a:lnTo>
                  <a:lnTo>
                    <a:pt x="30" y="50"/>
                  </a:lnTo>
                  <a:lnTo>
                    <a:pt x="60" y="70"/>
                  </a:lnTo>
                  <a:lnTo>
                    <a:pt x="8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86" name=""/>
            <p:cNvSpPr/>
            <p:nvPr/>
          </p:nvSpPr>
          <p:spPr>
            <a:xfrm rot="0">
              <a:off x="3335" y="1595"/>
              <a:ext cx="11" cy="7"/>
            </a:xfrm>
            <a:custGeom>
              <a:avLst/>
              <a:ahLst/>
              <a:rect l="0" t="0" r="r" b="b"/>
              <a:pathLst>
                <a:path w="33" h="20">
                  <a:moveTo>
                    <a:pt x="33" y="2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3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87" name=""/>
            <p:cNvSpPr/>
            <p:nvPr/>
          </p:nvSpPr>
          <p:spPr>
            <a:xfrm rot="0" flipH="1">
              <a:off x="3335" y="1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88" name=""/>
            <p:cNvSpPr/>
            <p:nvPr/>
          </p:nvSpPr>
          <p:spPr>
            <a:xfrm rot="0">
              <a:off x="3329" y="1596"/>
              <a:ext cx="28" cy="23"/>
            </a:xfrm>
            <a:custGeom>
              <a:avLst/>
              <a:ahLst/>
              <a:rect l="0" t="0" r="r" b="b"/>
              <a:pathLst>
                <a:path w="82" h="67">
                  <a:moveTo>
                    <a:pt x="82" y="34"/>
                  </a:moveTo>
                  <a:lnTo>
                    <a:pt x="50" y="17"/>
                  </a:lnTo>
                  <a:lnTo>
                    <a:pt x="17" y="0"/>
                  </a:lnTo>
                  <a:lnTo>
                    <a:pt x="0" y="33"/>
                  </a:lnTo>
                  <a:lnTo>
                    <a:pt x="33" y="50"/>
                  </a:lnTo>
                  <a:lnTo>
                    <a:pt x="65" y="67"/>
                  </a:lnTo>
                  <a:lnTo>
                    <a:pt x="82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89" name=""/>
            <p:cNvSpPr/>
            <p:nvPr/>
          </p:nvSpPr>
          <p:spPr>
            <a:xfrm rot="0">
              <a:off x="3329" y="1596"/>
              <a:ext cx="28" cy="23"/>
            </a:xfrm>
            <a:custGeom>
              <a:avLst/>
              <a:ahLst/>
              <a:rect l="0" t="0" r="r" b="b"/>
              <a:pathLst>
                <a:path w="82" h="67">
                  <a:moveTo>
                    <a:pt x="82" y="34"/>
                  </a:moveTo>
                  <a:lnTo>
                    <a:pt x="50" y="17"/>
                  </a:lnTo>
                  <a:lnTo>
                    <a:pt x="17" y="0"/>
                  </a:lnTo>
                  <a:lnTo>
                    <a:pt x="0" y="33"/>
                  </a:lnTo>
                  <a:lnTo>
                    <a:pt x="33" y="50"/>
                  </a:lnTo>
                  <a:lnTo>
                    <a:pt x="65" y="67"/>
                  </a:lnTo>
                  <a:lnTo>
                    <a:pt x="82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90" name=""/>
            <p:cNvSpPr/>
            <p:nvPr/>
          </p:nvSpPr>
          <p:spPr>
            <a:xfrm rot="0">
              <a:off x="3329" y="1607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33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91" name=""/>
            <p:cNvSpPr/>
            <p:nvPr/>
          </p:nvSpPr>
          <p:spPr>
            <a:xfrm rot="0">
              <a:off x="3329" y="1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92" name=""/>
            <p:cNvSpPr/>
            <p:nvPr/>
          </p:nvSpPr>
          <p:spPr>
            <a:xfrm rot="0">
              <a:off x="3324" y="1608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81" y="32"/>
                  </a:moveTo>
                  <a:lnTo>
                    <a:pt x="49" y="16"/>
                  </a:lnTo>
                  <a:lnTo>
                    <a:pt x="16" y="0"/>
                  </a:lnTo>
                  <a:lnTo>
                    <a:pt x="0" y="33"/>
                  </a:lnTo>
                  <a:lnTo>
                    <a:pt x="33" y="49"/>
                  </a:lnTo>
                  <a:lnTo>
                    <a:pt x="66" y="64"/>
                  </a:lnTo>
                  <a:lnTo>
                    <a:pt x="8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93" name=""/>
            <p:cNvSpPr/>
            <p:nvPr/>
          </p:nvSpPr>
          <p:spPr>
            <a:xfrm rot="0">
              <a:off x="3324" y="1608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81" y="32"/>
                  </a:moveTo>
                  <a:lnTo>
                    <a:pt x="49" y="16"/>
                  </a:lnTo>
                  <a:lnTo>
                    <a:pt x="16" y="0"/>
                  </a:lnTo>
                  <a:lnTo>
                    <a:pt x="0" y="33"/>
                  </a:lnTo>
                  <a:lnTo>
                    <a:pt x="33" y="49"/>
                  </a:lnTo>
                  <a:lnTo>
                    <a:pt x="66" y="64"/>
                  </a:lnTo>
                  <a:lnTo>
                    <a:pt x="81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94" name=""/>
            <p:cNvSpPr/>
            <p:nvPr/>
          </p:nvSpPr>
          <p:spPr>
            <a:xfrm rot="0">
              <a:off x="3324" y="1619"/>
              <a:ext cx="11" cy="5"/>
            </a:xfrm>
            <a:custGeom>
              <a:avLst/>
              <a:ahLst/>
              <a:rect l="0" t="0" r="r" b="b"/>
              <a:pathLst>
                <a:path w="34" h="16">
                  <a:moveTo>
                    <a:pt x="34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95" name=""/>
            <p:cNvSpPr/>
            <p:nvPr/>
          </p:nvSpPr>
          <p:spPr>
            <a:xfrm rot="0" flipH="1">
              <a:off x="3324" y="1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96" name=""/>
            <p:cNvSpPr/>
            <p:nvPr/>
          </p:nvSpPr>
          <p:spPr>
            <a:xfrm rot="0">
              <a:off x="3319" y="1619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82" y="29"/>
                  </a:moveTo>
                  <a:lnTo>
                    <a:pt x="48" y="15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34" y="49"/>
                  </a:lnTo>
                  <a:lnTo>
                    <a:pt x="68" y="63"/>
                  </a:lnTo>
                  <a:lnTo>
                    <a:pt x="8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97" name=""/>
            <p:cNvSpPr/>
            <p:nvPr/>
          </p:nvSpPr>
          <p:spPr>
            <a:xfrm rot="0">
              <a:off x="3319" y="1619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82" y="29"/>
                  </a:moveTo>
                  <a:lnTo>
                    <a:pt x="48" y="15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34" y="49"/>
                  </a:lnTo>
                  <a:lnTo>
                    <a:pt x="68" y="63"/>
                  </a:lnTo>
                  <a:lnTo>
                    <a:pt x="8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698" name=""/>
            <p:cNvSpPr/>
            <p:nvPr/>
          </p:nvSpPr>
          <p:spPr>
            <a:xfrm rot="0">
              <a:off x="3319" y="1631"/>
              <a:ext cx="11" cy="4"/>
            </a:xfrm>
            <a:custGeom>
              <a:avLst/>
              <a:ahLst/>
              <a:rect l="0" t="0" r="r" b="b"/>
              <a:pathLst>
                <a:path w="34" h="14">
                  <a:moveTo>
                    <a:pt x="34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699" name=""/>
            <p:cNvSpPr/>
            <p:nvPr/>
          </p:nvSpPr>
          <p:spPr>
            <a:xfrm rot="0">
              <a:off x="3319" y="1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00" name=""/>
            <p:cNvSpPr/>
            <p:nvPr/>
          </p:nvSpPr>
          <p:spPr>
            <a:xfrm rot="0">
              <a:off x="3315" y="1631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81" y="26"/>
                  </a:moveTo>
                  <a:lnTo>
                    <a:pt x="47" y="13"/>
                  </a:lnTo>
                  <a:lnTo>
                    <a:pt x="13" y="0"/>
                  </a:lnTo>
                  <a:lnTo>
                    <a:pt x="0" y="34"/>
                  </a:lnTo>
                  <a:lnTo>
                    <a:pt x="34" y="47"/>
                  </a:lnTo>
                  <a:lnTo>
                    <a:pt x="68" y="60"/>
                  </a:lnTo>
                  <a:lnTo>
                    <a:pt x="8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01" name=""/>
            <p:cNvSpPr/>
            <p:nvPr/>
          </p:nvSpPr>
          <p:spPr>
            <a:xfrm rot="0">
              <a:off x="3315" y="1631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81" y="26"/>
                  </a:moveTo>
                  <a:lnTo>
                    <a:pt x="47" y="13"/>
                  </a:lnTo>
                  <a:lnTo>
                    <a:pt x="13" y="0"/>
                  </a:lnTo>
                  <a:lnTo>
                    <a:pt x="0" y="34"/>
                  </a:lnTo>
                  <a:lnTo>
                    <a:pt x="34" y="47"/>
                  </a:lnTo>
                  <a:lnTo>
                    <a:pt x="68" y="60"/>
                  </a:lnTo>
                  <a:lnTo>
                    <a:pt x="81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02" name=""/>
            <p:cNvSpPr/>
            <p:nvPr/>
          </p:nvSpPr>
          <p:spPr>
            <a:xfrm rot="0">
              <a:off x="3314" y="1642"/>
              <a:ext cx="12" cy="5"/>
            </a:xfrm>
            <a:custGeom>
              <a:avLst/>
              <a:ahLst/>
              <a:rect l="0" t="0" r="r" b="b"/>
              <a:pathLst>
                <a:path w="36" h="13">
                  <a:moveTo>
                    <a:pt x="36" y="13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03" name=""/>
            <p:cNvSpPr/>
            <p:nvPr/>
          </p:nvSpPr>
          <p:spPr>
            <a:xfrm rot="0" flipH="1">
              <a:off x="3314" y="16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04" name=""/>
            <p:cNvSpPr/>
            <p:nvPr/>
          </p:nvSpPr>
          <p:spPr>
            <a:xfrm rot="0">
              <a:off x="3311" y="1643"/>
              <a:ext cx="27" cy="19"/>
            </a:xfrm>
            <a:custGeom>
              <a:avLst/>
              <a:ahLst/>
              <a:rect l="0" t="0" r="r" b="b"/>
              <a:pathLst>
                <a:path w="81" h="56">
                  <a:moveTo>
                    <a:pt x="81" y="20"/>
                  </a:moveTo>
                  <a:lnTo>
                    <a:pt x="46" y="10"/>
                  </a:lnTo>
                  <a:lnTo>
                    <a:pt x="10" y="0"/>
                  </a:lnTo>
                  <a:lnTo>
                    <a:pt x="0" y="36"/>
                  </a:lnTo>
                  <a:lnTo>
                    <a:pt x="36" y="46"/>
                  </a:lnTo>
                  <a:lnTo>
                    <a:pt x="72" y="56"/>
                  </a:lnTo>
                  <a:lnTo>
                    <a:pt x="81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05" name=""/>
            <p:cNvSpPr/>
            <p:nvPr/>
          </p:nvSpPr>
          <p:spPr>
            <a:xfrm rot="0">
              <a:off x="3311" y="1643"/>
              <a:ext cx="27" cy="19"/>
            </a:xfrm>
            <a:custGeom>
              <a:avLst/>
              <a:ahLst/>
              <a:rect l="0" t="0" r="r" b="b"/>
              <a:pathLst>
                <a:path w="81" h="56">
                  <a:moveTo>
                    <a:pt x="81" y="20"/>
                  </a:moveTo>
                  <a:lnTo>
                    <a:pt x="46" y="10"/>
                  </a:lnTo>
                  <a:lnTo>
                    <a:pt x="10" y="0"/>
                  </a:lnTo>
                  <a:lnTo>
                    <a:pt x="0" y="36"/>
                  </a:lnTo>
                  <a:lnTo>
                    <a:pt x="36" y="46"/>
                  </a:lnTo>
                  <a:lnTo>
                    <a:pt x="72" y="56"/>
                  </a:lnTo>
                  <a:lnTo>
                    <a:pt x="81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06" name=""/>
            <p:cNvSpPr/>
            <p:nvPr/>
          </p:nvSpPr>
          <p:spPr>
            <a:xfrm rot="0">
              <a:off x="3311" y="1655"/>
              <a:ext cx="12" cy="4"/>
            </a:xfrm>
            <a:custGeom>
              <a:avLst/>
              <a:ahLst/>
              <a:rect l="0" t="0" r="r" b="b"/>
              <a:pathLst>
                <a:path w="36" h="10">
                  <a:moveTo>
                    <a:pt x="36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07" name=""/>
            <p:cNvSpPr/>
            <p:nvPr/>
          </p:nvSpPr>
          <p:spPr>
            <a:xfrm rot="0">
              <a:off x="3311" y="16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08" name=""/>
            <p:cNvSpPr/>
            <p:nvPr/>
          </p:nvSpPr>
          <p:spPr>
            <a:xfrm rot="0">
              <a:off x="3308" y="1656"/>
              <a:ext cx="27" cy="17"/>
            </a:xfrm>
            <a:custGeom>
              <a:avLst/>
              <a:ahLst/>
              <a:rect l="0" t="0" r="r" b="b"/>
              <a:pathLst>
                <a:path w="80" h="53">
                  <a:moveTo>
                    <a:pt x="80" y="17"/>
                  </a:moveTo>
                  <a:lnTo>
                    <a:pt x="44" y="9"/>
                  </a:lnTo>
                  <a:lnTo>
                    <a:pt x="8" y="0"/>
                  </a:lnTo>
                  <a:lnTo>
                    <a:pt x="0" y="36"/>
                  </a:lnTo>
                  <a:lnTo>
                    <a:pt x="35" y="44"/>
                  </a:lnTo>
                  <a:lnTo>
                    <a:pt x="71" y="53"/>
                  </a:lnTo>
                  <a:lnTo>
                    <a:pt x="8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09" name=""/>
            <p:cNvSpPr/>
            <p:nvPr/>
          </p:nvSpPr>
          <p:spPr>
            <a:xfrm rot="0">
              <a:off x="3308" y="1656"/>
              <a:ext cx="27" cy="17"/>
            </a:xfrm>
            <a:custGeom>
              <a:avLst/>
              <a:ahLst/>
              <a:rect l="0" t="0" r="r" b="b"/>
              <a:pathLst>
                <a:path w="80" h="53">
                  <a:moveTo>
                    <a:pt x="80" y="17"/>
                  </a:moveTo>
                  <a:lnTo>
                    <a:pt x="44" y="9"/>
                  </a:lnTo>
                  <a:lnTo>
                    <a:pt x="8" y="0"/>
                  </a:lnTo>
                  <a:lnTo>
                    <a:pt x="0" y="36"/>
                  </a:lnTo>
                  <a:lnTo>
                    <a:pt x="35" y="44"/>
                  </a:lnTo>
                  <a:lnTo>
                    <a:pt x="71" y="53"/>
                  </a:lnTo>
                  <a:lnTo>
                    <a:pt x="8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10" name=""/>
            <p:cNvSpPr/>
            <p:nvPr/>
          </p:nvSpPr>
          <p:spPr>
            <a:xfrm rot="0">
              <a:off x="3308" y="1668"/>
              <a:ext cx="12" cy="2"/>
            </a:xfrm>
            <a:custGeom>
              <a:avLst/>
              <a:ahLst/>
              <a:rect l="0" t="0" r="r" b="b"/>
              <a:pathLst>
                <a:path w="35" h="8">
                  <a:moveTo>
                    <a:pt x="35" y="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11" name=""/>
            <p:cNvSpPr/>
            <p:nvPr/>
          </p:nvSpPr>
          <p:spPr>
            <a:xfrm rot="0">
              <a:off x="3308" y="16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12" name=""/>
            <p:cNvSpPr/>
            <p:nvPr/>
          </p:nvSpPr>
          <p:spPr>
            <a:xfrm rot="0">
              <a:off x="3306" y="1668"/>
              <a:ext cx="26" cy="16"/>
            </a:xfrm>
            <a:custGeom>
              <a:avLst/>
              <a:ahLst/>
              <a:rect l="0" t="0" r="r" b="b"/>
              <a:pathLst>
                <a:path w="77" h="47">
                  <a:moveTo>
                    <a:pt x="77" y="12"/>
                  </a:moveTo>
                  <a:lnTo>
                    <a:pt x="41" y="6"/>
                  </a:lnTo>
                  <a:lnTo>
                    <a:pt x="6" y="0"/>
                  </a:lnTo>
                  <a:lnTo>
                    <a:pt x="0" y="36"/>
                  </a:lnTo>
                  <a:lnTo>
                    <a:pt x="36" y="42"/>
                  </a:lnTo>
                  <a:lnTo>
                    <a:pt x="71" y="47"/>
                  </a:lnTo>
                  <a:lnTo>
                    <a:pt x="77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13" name=""/>
            <p:cNvSpPr/>
            <p:nvPr/>
          </p:nvSpPr>
          <p:spPr>
            <a:xfrm rot="0">
              <a:off x="3306" y="1668"/>
              <a:ext cx="26" cy="16"/>
            </a:xfrm>
            <a:custGeom>
              <a:avLst/>
              <a:ahLst/>
              <a:rect l="0" t="0" r="r" b="b"/>
              <a:pathLst>
                <a:path w="77" h="47">
                  <a:moveTo>
                    <a:pt x="77" y="12"/>
                  </a:moveTo>
                  <a:lnTo>
                    <a:pt x="41" y="6"/>
                  </a:lnTo>
                  <a:lnTo>
                    <a:pt x="6" y="0"/>
                  </a:lnTo>
                  <a:lnTo>
                    <a:pt x="0" y="36"/>
                  </a:lnTo>
                  <a:lnTo>
                    <a:pt x="36" y="42"/>
                  </a:lnTo>
                  <a:lnTo>
                    <a:pt x="71" y="47"/>
                  </a:lnTo>
                  <a:lnTo>
                    <a:pt x="77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14" name=""/>
            <p:cNvSpPr/>
            <p:nvPr/>
          </p:nvSpPr>
          <p:spPr>
            <a:xfrm rot="0">
              <a:off x="3306" y="1680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36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15" name=""/>
            <p:cNvSpPr/>
            <p:nvPr/>
          </p:nvSpPr>
          <p:spPr>
            <a:xfrm rot="0">
              <a:off x="3306" y="1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06" name=""/>
          <p:cNvGrpSpPr/>
          <p:nvPr/>
        </p:nvGrpSpPr>
        <p:grpSpPr>
          <a:xfrm rot="0">
            <a:off x="3041650" y="752475"/>
            <a:ext cx="3217862" cy="3932237"/>
            <a:chOff x="1916" y="474"/>
            <a:chExt cx="2027" cy="2477"/>
          </a:xfrm>
        </p:grpSpPr>
        <p:sp>
          <p:nvSpPr>
            <p:cNvPr id="1071716" name=""/>
            <p:cNvSpPr/>
            <p:nvPr/>
          </p:nvSpPr>
          <p:spPr>
            <a:xfrm rot="0">
              <a:off x="3305" y="1681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75" y="9"/>
                  </a:moveTo>
                  <a:lnTo>
                    <a:pt x="40" y="5"/>
                  </a:lnTo>
                  <a:lnTo>
                    <a:pt x="4" y="0"/>
                  </a:lnTo>
                  <a:lnTo>
                    <a:pt x="0" y="38"/>
                  </a:lnTo>
                  <a:lnTo>
                    <a:pt x="35" y="42"/>
                  </a:lnTo>
                  <a:lnTo>
                    <a:pt x="71" y="46"/>
                  </a:lnTo>
                  <a:lnTo>
                    <a:pt x="7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17" name=""/>
            <p:cNvSpPr/>
            <p:nvPr/>
          </p:nvSpPr>
          <p:spPr>
            <a:xfrm rot="0">
              <a:off x="3305" y="1681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75" y="9"/>
                  </a:moveTo>
                  <a:lnTo>
                    <a:pt x="40" y="5"/>
                  </a:lnTo>
                  <a:lnTo>
                    <a:pt x="4" y="0"/>
                  </a:lnTo>
                  <a:lnTo>
                    <a:pt x="0" y="38"/>
                  </a:lnTo>
                  <a:lnTo>
                    <a:pt x="35" y="42"/>
                  </a:lnTo>
                  <a:lnTo>
                    <a:pt x="71" y="46"/>
                  </a:lnTo>
                  <a:lnTo>
                    <a:pt x="75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18" name=""/>
            <p:cNvSpPr/>
            <p:nvPr/>
          </p:nvSpPr>
          <p:spPr>
            <a:xfrm rot="0">
              <a:off x="3305" y="1693"/>
              <a:ext cx="11" cy="2"/>
            </a:xfrm>
            <a:custGeom>
              <a:avLst/>
              <a:ahLst/>
              <a:rect l="0" t="0" r="r" b="b"/>
              <a:pathLst>
                <a:path w="35" h="4">
                  <a:moveTo>
                    <a:pt x="35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19" name=""/>
            <p:cNvSpPr/>
            <p:nvPr/>
          </p:nvSpPr>
          <p:spPr>
            <a:xfrm rot="0">
              <a:off x="3305" y="1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20" name=""/>
            <p:cNvSpPr/>
            <p:nvPr/>
          </p:nvSpPr>
          <p:spPr>
            <a:xfrm rot="0">
              <a:off x="3304" y="1694"/>
              <a:ext cx="24" cy="13"/>
            </a:xfrm>
            <a:custGeom>
              <a:avLst/>
              <a:ahLst/>
              <a:rect l="0" t="0" r="r" b="b"/>
              <a:pathLst>
                <a:path w="74" h="41">
                  <a:moveTo>
                    <a:pt x="74" y="6"/>
                  </a:moveTo>
                  <a:lnTo>
                    <a:pt x="38" y="3"/>
                  </a:lnTo>
                  <a:lnTo>
                    <a:pt x="3" y="0"/>
                  </a:lnTo>
                  <a:lnTo>
                    <a:pt x="0" y="36"/>
                  </a:lnTo>
                  <a:lnTo>
                    <a:pt x="36" y="38"/>
                  </a:lnTo>
                  <a:lnTo>
                    <a:pt x="71" y="41"/>
                  </a:lnTo>
                  <a:lnTo>
                    <a:pt x="74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21" name=""/>
            <p:cNvSpPr/>
            <p:nvPr/>
          </p:nvSpPr>
          <p:spPr>
            <a:xfrm rot="0">
              <a:off x="3304" y="1694"/>
              <a:ext cx="24" cy="13"/>
            </a:xfrm>
            <a:custGeom>
              <a:avLst/>
              <a:ahLst/>
              <a:rect l="0" t="0" r="r" b="b"/>
              <a:pathLst>
                <a:path w="74" h="41">
                  <a:moveTo>
                    <a:pt x="74" y="6"/>
                  </a:moveTo>
                  <a:lnTo>
                    <a:pt x="38" y="3"/>
                  </a:lnTo>
                  <a:lnTo>
                    <a:pt x="3" y="0"/>
                  </a:lnTo>
                  <a:lnTo>
                    <a:pt x="0" y="36"/>
                  </a:lnTo>
                  <a:lnTo>
                    <a:pt x="36" y="38"/>
                  </a:lnTo>
                  <a:lnTo>
                    <a:pt x="71" y="41"/>
                  </a:lnTo>
                  <a:lnTo>
                    <a:pt x="74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22" name=""/>
            <p:cNvSpPr/>
            <p:nvPr/>
          </p:nvSpPr>
          <p:spPr>
            <a:xfrm rot="0">
              <a:off x="3304" y="1706"/>
              <a:ext cx="12" cy="1"/>
            </a:xfrm>
            <a:custGeom>
              <a:avLst/>
              <a:ahLst/>
              <a:rect l="0" t="0" r="r" b="b"/>
              <a:pathLst>
                <a:path w="36" h="2">
                  <a:moveTo>
                    <a:pt x="36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23" name=""/>
            <p:cNvSpPr/>
            <p:nvPr/>
          </p:nvSpPr>
          <p:spPr>
            <a:xfrm rot="0">
              <a:off x="3304" y="1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24" name=""/>
            <p:cNvSpPr/>
            <p:nvPr/>
          </p:nvSpPr>
          <p:spPr>
            <a:xfrm rot="0">
              <a:off x="3304" y="1706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36" y="37"/>
                  </a:lnTo>
                  <a:lnTo>
                    <a:pt x="73" y="37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25" name=""/>
            <p:cNvSpPr/>
            <p:nvPr/>
          </p:nvSpPr>
          <p:spPr>
            <a:xfrm rot="0">
              <a:off x="3304" y="1706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36" y="37"/>
                  </a:lnTo>
                  <a:lnTo>
                    <a:pt x="73" y="37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26" name=""/>
            <p:cNvSpPr/>
            <p:nvPr/>
          </p:nvSpPr>
          <p:spPr>
            <a:xfrm rot="0">
              <a:off x="3304" y="1719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27" name=""/>
            <p:cNvSpPr/>
            <p:nvPr/>
          </p:nvSpPr>
          <p:spPr>
            <a:xfrm rot="0">
              <a:off x="3304" y="1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28" name=""/>
            <p:cNvSpPr/>
            <p:nvPr/>
          </p:nvSpPr>
          <p:spPr>
            <a:xfrm rot="0">
              <a:off x="3304" y="1718"/>
              <a:ext cx="24" cy="14"/>
            </a:xfrm>
            <a:custGeom>
              <a:avLst/>
              <a:ahLst/>
              <a:rect l="0" t="0" r="r" b="b"/>
              <a:pathLst>
                <a:path w="74" h="42">
                  <a:moveTo>
                    <a:pt x="71" y="0"/>
                  </a:moveTo>
                  <a:lnTo>
                    <a:pt x="36" y="2"/>
                  </a:lnTo>
                  <a:lnTo>
                    <a:pt x="0" y="5"/>
                  </a:lnTo>
                  <a:lnTo>
                    <a:pt x="3" y="42"/>
                  </a:lnTo>
                  <a:lnTo>
                    <a:pt x="38" y="39"/>
                  </a:lnTo>
                  <a:lnTo>
                    <a:pt x="74" y="3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29" name=""/>
            <p:cNvSpPr/>
            <p:nvPr/>
          </p:nvSpPr>
          <p:spPr>
            <a:xfrm rot="0">
              <a:off x="3304" y="1718"/>
              <a:ext cx="24" cy="14"/>
            </a:xfrm>
            <a:custGeom>
              <a:avLst/>
              <a:ahLst/>
              <a:rect l="0" t="0" r="r" b="b"/>
              <a:pathLst>
                <a:path w="74" h="42">
                  <a:moveTo>
                    <a:pt x="71" y="0"/>
                  </a:moveTo>
                  <a:lnTo>
                    <a:pt x="36" y="2"/>
                  </a:lnTo>
                  <a:lnTo>
                    <a:pt x="0" y="5"/>
                  </a:lnTo>
                  <a:lnTo>
                    <a:pt x="3" y="42"/>
                  </a:lnTo>
                  <a:lnTo>
                    <a:pt x="38" y="39"/>
                  </a:lnTo>
                  <a:lnTo>
                    <a:pt x="74" y="3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30" name=""/>
            <p:cNvSpPr/>
            <p:nvPr/>
          </p:nvSpPr>
          <p:spPr>
            <a:xfrm rot="0">
              <a:off x="3305" y="1731"/>
              <a:ext cx="11" cy="2"/>
            </a:xfrm>
            <a:custGeom>
              <a:avLst/>
              <a:ahLst/>
              <a:rect l="0" t="0" r="r" b="b"/>
              <a:pathLst>
                <a:path w="35" h="5">
                  <a:moveTo>
                    <a:pt x="35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31" name=""/>
            <p:cNvSpPr/>
            <p:nvPr/>
          </p:nvSpPr>
          <p:spPr>
            <a:xfrm rot="0">
              <a:off x="3305" y="1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32" name=""/>
            <p:cNvSpPr/>
            <p:nvPr/>
          </p:nvSpPr>
          <p:spPr>
            <a:xfrm rot="0">
              <a:off x="3305" y="1730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71" y="0"/>
                  </a:moveTo>
                  <a:lnTo>
                    <a:pt x="35" y="4"/>
                  </a:lnTo>
                  <a:lnTo>
                    <a:pt x="0" y="9"/>
                  </a:lnTo>
                  <a:lnTo>
                    <a:pt x="4" y="46"/>
                  </a:lnTo>
                  <a:lnTo>
                    <a:pt x="40" y="41"/>
                  </a:lnTo>
                  <a:lnTo>
                    <a:pt x="75" y="3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33" name=""/>
            <p:cNvSpPr/>
            <p:nvPr/>
          </p:nvSpPr>
          <p:spPr>
            <a:xfrm rot="0">
              <a:off x="3305" y="1730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71" y="0"/>
                  </a:moveTo>
                  <a:lnTo>
                    <a:pt x="35" y="4"/>
                  </a:lnTo>
                  <a:lnTo>
                    <a:pt x="0" y="9"/>
                  </a:lnTo>
                  <a:lnTo>
                    <a:pt x="4" y="46"/>
                  </a:lnTo>
                  <a:lnTo>
                    <a:pt x="40" y="41"/>
                  </a:lnTo>
                  <a:lnTo>
                    <a:pt x="75" y="3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34" name=""/>
            <p:cNvSpPr/>
            <p:nvPr/>
          </p:nvSpPr>
          <p:spPr>
            <a:xfrm rot="0">
              <a:off x="3306" y="1743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36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35" name=""/>
            <p:cNvSpPr/>
            <p:nvPr/>
          </p:nvSpPr>
          <p:spPr>
            <a:xfrm rot="0">
              <a:off x="3306" y="1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36" name=""/>
            <p:cNvSpPr/>
            <p:nvPr/>
          </p:nvSpPr>
          <p:spPr>
            <a:xfrm rot="0">
              <a:off x="3306" y="1742"/>
              <a:ext cx="26" cy="15"/>
            </a:xfrm>
            <a:custGeom>
              <a:avLst/>
              <a:ahLst/>
              <a:rect l="0" t="0" r="r" b="b"/>
              <a:pathLst>
                <a:path w="77" h="47">
                  <a:moveTo>
                    <a:pt x="71" y="0"/>
                  </a:moveTo>
                  <a:lnTo>
                    <a:pt x="36" y="5"/>
                  </a:lnTo>
                  <a:lnTo>
                    <a:pt x="0" y="11"/>
                  </a:lnTo>
                  <a:lnTo>
                    <a:pt x="6" y="47"/>
                  </a:lnTo>
                  <a:lnTo>
                    <a:pt x="41" y="41"/>
                  </a:lnTo>
                  <a:lnTo>
                    <a:pt x="77" y="35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37" name=""/>
            <p:cNvSpPr/>
            <p:nvPr/>
          </p:nvSpPr>
          <p:spPr>
            <a:xfrm rot="0">
              <a:off x="3306" y="1742"/>
              <a:ext cx="26" cy="15"/>
            </a:xfrm>
            <a:custGeom>
              <a:avLst/>
              <a:ahLst/>
              <a:rect l="0" t="0" r="r" b="b"/>
              <a:pathLst>
                <a:path w="77" h="47">
                  <a:moveTo>
                    <a:pt x="71" y="0"/>
                  </a:moveTo>
                  <a:lnTo>
                    <a:pt x="36" y="5"/>
                  </a:lnTo>
                  <a:lnTo>
                    <a:pt x="0" y="11"/>
                  </a:lnTo>
                  <a:lnTo>
                    <a:pt x="6" y="47"/>
                  </a:lnTo>
                  <a:lnTo>
                    <a:pt x="41" y="41"/>
                  </a:lnTo>
                  <a:lnTo>
                    <a:pt x="77" y="35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38" name=""/>
            <p:cNvSpPr/>
            <p:nvPr/>
          </p:nvSpPr>
          <p:spPr>
            <a:xfrm rot="0">
              <a:off x="3308" y="1755"/>
              <a:ext cx="12" cy="3"/>
            </a:xfrm>
            <a:custGeom>
              <a:avLst/>
              <a:ahLst/>
              <a:rect l="0" t="0" r="r" b="b"/>
              <a:pathLst>
                <a:path w="35" h="9">
                  <a:moveTo>
                    <a:pt x="35" y="0"/>
                  </a:moveTo>
                  <a:lnTo>
                    <a:pt x="0" y="6"/>
                  </a:lnTo>
                  <a:lnTo>
                    <a:pt x="0" y="9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39" name=""/>
            <p:cNvSpPr/>
            <p:nvPr/>
          </p:nvSpPr>
          <p:spPr>
            <a:xfrm rot="0">
              <a:off x="3308" y="1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40" name=""/>
            <p:cNvSpPr/>
            <p:nvPr/>
          </p:nvSpPr>
          <p:spPr>
            <a:xfrm rot="0">
              <a:off x="3308" y="1753"/>
              <a:ext cx="27" cy="17"/>
            </a:xfrm>
            <a:custGeom>
              <a:avLst/>
              <a:ahLst/>
              <a:rect l="0" t="0" r="r" b="b"/>
              <a:pathLst>
                <a:path w="80" h="52">
                  <a:moveTo>
                    <a:pt x="71" y="0"/>
                  </a:moveTo>
                  <a:lnTo>
                    <a:pt x="35" y="8"/>
                  </a:lnTo>
                  <a:lnTo>
                    <a:pt x="0" y="17"/>
                  </a:lnTo>
                  <a:lnTo>
                    <a:pt x="8" y="52"/>
                  </a:lnTo>
                  <a:lnTo>
                    <a:pt x="44" y="44"/>
                  </a:lnTo>
                  <a:lnTo>
                    <a:pt x="80" y="35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41" name=""/>
            <p:cNvSpPr/>
            <p:nvPr/>
          </p:nvSpPr>
          <p:spPr>
            <a:xfrm rot="0">
              <a:off x="3308" y="1753"/>
              <a:ext cx="27" cy="17"/>
            </a:xfrm>
            <a:custGeom>
              <a:avLst/>
              <a:ahLst/>
              <a:rect l="0" t="0" r="r" b="b"/>
              <a:pathLst>
                <a:path w="80" h="52">
                  <a:moveTo>
                    <a:pt x="71" y="0"/>
                  </a:moveTo>
                  <a:lnTo>
                    <a:pt x="35" y="8"/>
                  </a:lnTo>
                  <a:lnTo>
                    <a:pt x="0" y="17"/>
                  </a:lnTo>
                  <a:lnTo>
                    <a:pt x="8" y="52"/>
                  </a:lnTo>
                  <a:lnTo>
                    <a:pt x="44" y="44"/>
                  </a:lnTo>
                  <a:lnTo>
                    <a:pt x="80" y="35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42" name=""/>
            <p:cNvSpPr/>
            <p:nvPr/>
          </p:nvSpPr>
          <p:spPr>
            <a:xfrm rot="0">
              <a:off x="3311" y="1767"/>
              <a:ext cx="12" cy="4"/>
            </a:xfrm>
            <a:custGeom>
              <a:avLst/>
              <a:ahLst/>
              <a:rect l="0" t="0" r="r" b="b"/>
              <a:pathLst>
                <a:path w="36" h="10">
                  <a:moveTo>
                    <a:pt x="36" y="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43" name=""/>
            <p:cNvSpPr/>
            <p:nvPr/>
          </p:nvSpPr>
          <p:spPr>
            <a:xfrm rot="0">
              <a:off x="3311" y="1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44" name=""/>
            <p:cNvSpPr/>
            <p:nvPr/>
          </p:nvSpPr>
          <p:spPr>
            <a:xfrm rot="0">
              <a:off x="3311" y="1764"/>
              <a:ext cx="27" cy="18"/>
            </a:xfrm>
            <a:custGeom>
              <a:avLst/>
              <a:ahLst/>
              <a:rect l="0" t="0" r="r" b="b"/>
              <a:pathLst>
                <a:path w="81" h="55">
                  <a:moveTo>
                    <a:pt x="72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10" y="55"/>
                  </a:lnTo>
                  <a:lnTo>
                    <a:pt x="46" y="45"/>
                  </a:lnTo>
                  <a:lnTo>
                    <a:pt x="81" y="35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45" name=""/>
            <p:cNvSpPr/>
            <p:nvPr/>
          </p:nvSpPr>
          <p:spPr>
            <a:xfrm rot="0">
              <a:off x="3311" y="1764"/>
              <a:ext cx="27" cy="18"/>
            </a:xfrm>
            <a:custGeom>
              <a:avLst/>
              <a:ahLst/>
              <a:rect l="0" t="0" r="r" b="b"/>
              <a:pathLst>
                <a:path w="81" h="55">
                  <a:moveTo>
                    <a:pt x="72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10" y="55"/>
                  </a:lnTo>
                  <a:lnTo>
                    <a:pt x="46" y="45"/>
                  </a:lnTo>
                  <a:lnTo>
                    <a:pt x="81" y="35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46" name=""/>
            <p:cNvSpPr/>
            <p:nvPr/>
          </p:nvSpPr>
          <p:spPr>
            <a:xfrm rot="0">
              <a:off x="3314" y="1779"/>
              <a:ext cx="12" cy="4"/>
            </a:xfrm>
            <a:custGeom>
              <a:avLst/>
              <a:ahLst/>
              <a:rect l="0" t="0" r="r" b="b"/>
              <a:pathLst>
                <a:path w="36" h="13">
                  <a:moveTo>
                    <a:pt x="36" y="0"/>
                  </a:moveTo>
                  <a:lnTo>
                    <a:pt x="0" y="10"/>
                  </a:lnTo>
                  <a:lnTo>
                    <a:pt x="2" y="13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47" name=""/>
            <p:cNvSpPr/>
            <p:nvPr/>
          </p:nvSpPr>
          <p:spPr>
            <a:xfrm rot="0">
              <a:off x="3314" y="1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48" name=""/>
            <p:cNvSpPr/>
            <p:nvPr/>
          </p:nvSpPr>
          <p:spPr>
            <a:xfrm rot="0">
              <a:off x="3315" y="1775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3" y="60"/>
                  </a:lnTo>
                  <a:lnTo>
                    <a:pt x="47" y="47"/>
                  </a:lnTo>
                  <a:lnTo>
                    <a:pt x="81" y="35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49" name=""/>
            <p:cNvSpPr/>
            <p:nvPr/>
          </p:nvSpPr>
          <p:spPr>
            <a:xfrm rot="0">
              <a:off x="3315" y="1775"/>
              <a:ext cx="27" cy="20"/>
            </a:xfrm>
            <a:custGeom>
              <a:avLst/>
              <a:ahLst/>
              <a:rect l="0" t="0" r="r" b="b"/>
              <a:pathLst>
                <a:path w="81" h="60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3" y="60"/>
                  </a:lnTo>
                  <a:lnTo>
                    <a:pt x="47" y="47"/>
                  </a:lnTo>
                  <a:lnTo>
                    <a:pt x="81" y="35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50" name=""/>
            <p:cNvSpPr/>
            <p:nvPr/>
          </p:nvSpPr>
          <p:spPr>
            <a:xfrm rot="0">
              <a:off x="3319" y="1790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0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51" name=""/>
            <p:cNvSpPr/>
            <p:nvPr/>
          </p:nvSpPr>
          <p:spPr>
            <a:xfrm rot="0">
              <a:off x="3319" y="17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52" name=""/>
            <p:cNvSpPr/>
            <p:nvPr/>
          </p:nvSpPr>
          <p:spPr>
            <a:xfrm rot="0">
              <a:off x="3319" y="1786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68" y="0"/>
                  </a:moveTo>
                  <a:lnTo>
                    <a:pt x="34" y="14"/>
                  </a:lnTo>
                  <a:lnTo>
                    <a:pt x="0" y="29"/>
                  </a:lnTo>
                  <a:lnTo>
                    <a:pt x="14" y="63"/>
                  </a:lnTo>
                  <a:lnTo>
                    <a:pt x="48" y="49"/>
                  </a:lnTo>
                  <a:lnTo>
                    <a:pt x="82" y="34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53" name=""/>
            <p:cNvSpPr/>
            <p:nvPr/>
          </p:nvSpPr>
          <p:spPr>
            <a:xfrm rot="0">
              <a:off x="3319" y="1786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68" y="0"/>
                  </a:moveTo>
                  <a:lnTo>
                    <a:pt x="34" y="14"/>
                  </a:lnTo>
                  <a:lnTo>
                    <a:pt x="0" y="29"/>
                  </a:lnTo>
                  <a:lnTo>
                    <a:pt x="14" y="63"/>
                  </a:lnTo>
                  <a:lnTo>
                    <a:pt x="48" y="49"/>
                  </a:lnTo>
                  <a:lnTo>
                    <a:pt x="82" y="34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54" name=""/>
            <p:cNvSpPr/>
            <p:nvPr/>
          </p:nvSpPr>
          <p:spPr>
            <a:xfrm rot="0">
              <a:off x="3324" y="1802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55" name=""/>
            <p:cNvSpPr/>
            <p:nvPr/>
          </p:nvSpPr>
          <p:spPr>
            <a:xfrm rot="0">
              <a:off x="3324" y="1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56" name=""/>
            <p:cNvSpPr/>
            <p:nvPr/>
          </p:nvSpPr>
          <p:spPr>
            <a:xfrm rot="0">
              <a:off x="3324" y="1797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6" y="64"/>
                  </a:lnTo>
                  <a:lnTo>
                    <a:pt x="49" y="48"/>
                  </a:lnTo>
                  <a:lnTo>
                    <a:pt x="81" y="33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57" name=""/>
            <p:cNvSpPr/>
            <p:nvPr/>
          </p:nvSpPr>
          <p:spPr>
            <a:xfrm rot="0">
              <a:off x="3324" y="1797"/>
              <a:ext cx="27" cy="21"/>
            </a:xfrm>
            <a:custGeom>
              <a:avLst/>
              <a:ahLst/>
              <a:rect l="0" t="0" r="r" b="b"/>
              <a:pathLst>
                <a:path w="81" h="64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6" y="64"/>
                  </a:lnTo>
                  <a:lnTo>
                    <a:pt x="49" y="48"/>
                  </a:lnTo>
                  <a:lnTo>
                    <a:pt x="81" y="3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58" name=""/>
            <p:cNvSpPr/>
            <p:nvPr/>
          </p:nvSpPr>
          <p:spPr>
            <a:xfrm rot="0">
              <a:off x="3329" y="1813"/>
              <a:ext cx="11" cy="5"/>
            </a:xfrm>
            <a:custGeom>
              <a:avLst/>
              <a:ahLst/>
              <a:rect l="0" t="0" r="r" b="b"/>
              <a:pathLst>
                <a:path w="33" h="17">
                  <a:moveTo>
                    <a:pt x="33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59" name=""/>
            <p:cNvSpPr/>
            <p:nvPr/>
          </p:nvSpPr>
          <p:spPr>
            <a:xfrm rot="0">
              <a:off x="3329" y="1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60" name=""/>
            <p:cNvSpPr/>
            <p:nvPr/>
          </p:nvSpPr>
          <p:spPr>
            <a:xfrm rot="0">
              <a:off x="3330" y="1807"/>
              <a:ext cx="26" cy="22"/>
            </a:xfrm>
            <a:custGeom>
              <a:avLst/>
              <a:ahLst/>
              <a:rect l="0" t="0" r="r" b="b"/>
              <a:pathLst>
                <a:path w="80" h="66">
                  <a:moveTo>
                    <a:pt x="63" y="0"/>
                  </a:moveTo>
                  <a:lnTo>
                    <a:pt x="32" y="17"/>
                  </a:lnTo>
                  <a:lnTo>
                    <a:pt x="0" y="34"/>
                  </a:lnTo>
                  <a:lnTo>
                    <a:pt x="17" y="66"/>
                  </a:lnTo>
                  <a:lnTo>
                    <a:pt x="49" y="49"/>
                  </a:lnTo>
                  <a:lnTo>
                    <a:pt x="80" y="32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61" name=""/>
            <p:cNvSpPr/>
            <p:nvPr/>
          </p:nvSpPr>
          <p:spPr>
            <a:xfrm rot="0">
              <a:off x="3330" y="1807"/>
              <a:ext cx="26" cy="22"/>
            </a:xfrm>
            <a:custGeom>
              <a:avLst/>
              <a:ahLst/>
              <a:rect l="0" t="0" r="r" b="b"/>
              <a:pathLst>
                <a:path w="80" h="66">
                  <a:moveTo>
                    <a:pt x="63" y="0"/>
                  </a:moveTo>
                  <a:lnTo>
                    <a:pt x="32" y="17"/>
                  </a:lnTo>
                  <a:lnTo>
                    <a:pt x="0" y="34"/>
                  </a:lnTo>
                  <a:lnTo>
                    <a:pt x="17" y="66"/>
                  </a:lnTo>
                  <a:lnTo>
                    <a:pt x="49" y="49"/>
                  </a:lnTo>
                  <a:lnTo>
                    <a:pt x="80" y="32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62" name=""/>
            <p:cNvSpPr/>
            <p:nvPr/>
          </p:nvSpPr>
          <p:spPr>
            <a:xfrm rot="0">
              <a:off x="3335" y="1823"/>
              <a:ext cx="11" cy="7"/>
            </a:xfrm>
            <a:custGeom>
              <a:avLst/>
              <a:ahLst/>
              <a:rect l="0" t="0" r="r" b="b"/>
              <a:pathLst>
                <a:path w="32" h="20">
                  <a:moveTo>
                    <a:pt x="32" y="0"/>
                  </a:moveTo>
                  <a:lnTo>
                    <a:pt x="0" y="17"/>
                  </a:lnTo>
                  <a:lnTo>
                    <a:pt x="0" y="2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63" name=""/>
            <p:cNvSpPr/>
            <p:nvPr/>
          </p:nvSpPr>
          <p:spPr>
            <a:xfrm rot="0">
              <a:off x="3335" y="1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64" name=""/>
            <p:cNvSpPr/>
            <p:nvPr/>
          </p:nvSpPr>
          <p:spPr>
            <a:xfrm rot="0">
              <a:off x="3335" y="1817"/>
              <a:ext cx="28" cy="23"/>
            </a:xfrm>
            <a:custGeom>
              <a:avLst/>
              <a:ahLst/>
              <a:rect l="0" t="0" r="r" b="b"/>
              <a:pathLst>
                <a:path w="83" h="71">
                  <a:moveTo>
                    <a:pt x="63" y="0"/>
                  </a:moveTo>
                  <a:lnTo>
                    <a:pt x="32" y="20"/>
                  </a:lnTo>
                  <a:lnTo>
                    <a:pt x="0" y="40"/>
                  </a:lnTo>
                  <a:lnTo>
                    <a:pt x="20" y="71"/>
                  </a:lnTo>
                  <a:lnTo>
                    <a:pt x="52" y="51"/>
                  </a:lnTo>
                  <a:lnTo>
                    <a:pt x="83" y="31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65" name=""/>
            <p:cNvSpPr/>
            <p:nvPr/>
          </p:nvSpPr>
          <p:spPr>
            <a:xfrm rot="0">
              <a:off x="3335" y="1817"/>
              <a:ext cx="28" cy="23"/>
            </a:xfrm>
            <a:custGeom>
              <a:avLst/>
              <a:ahLst/>
              <a:rect l="0" t="0" r="r" b="b"/>
              <a:pathLst>
                <a:path w="83" h="71">
                  <a:moveTo>
                    <a:pt x="63" y="0"/>
                  </a:moveTo>
                  <a:lnTo>
                    <a:pt x="32" y="20"/>
                  </a:lnTo>
                  <a:lnTo>
                    <a:pt x="0" y="40"/>
                  </a:lnTo>
                  <a:lnTo>
                    <a:pt x="20" y="71"/>
                  </a:lnTo>
                  <a:lnTo>
                    <a:pt x="52" y="51"/>
                  </a:lnTo>
                  <a:lnTo>
                    <a:pt x="83" y="31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66" name=""/>
            <p:cNvSpPr/>
            <p:nvPr/>
          </p:nvSpPr>
          <p:spPr>
            <a:xfrm rot="0">
              <a:off x="3342" y="1834"/>
              <a:ext cx="11" cy="7"/>
            </a:xfrm>
            <a:custGeom>
              <a:avLst/>
              <a:ahLst/>
              <a:rect l="0" t="0" r="r" b="b"/>
              <a:pathLst>
                <a:path w="32" h="21">
                  <a:moveTo>
                    <a:pt x="32" y="0"/>
                  </a:moveTo>
                  <a:lnTo>
                    <a:pt x="0" y="20"/>
                  </a:lnTo>
                  <a:lnTo>
                    <a:pt x="2" y="21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67" name=""/>
            <p:cNvSpPr/>
            <p:nvPr/>
          </p:nvSpPr>
          <p:spPr>
            <a:xfrm rot="0">
              <a:off x="3342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68" name=""/>
            <p:cNvSpPr/>
            <p:nvPr/>
          </p:nvSpPr>
          <p:spPr>
            <a:xfrm rot="0">
              <a:off x="3343" y="1827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60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21" y="72"/>
                  </a:lnTo>
                  <a:lnTo>
                    <a:pt x="51" y="51"/>
                  </a:lnTo>
                  <a:lnTo>
                    <a:pt x="81" y="30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69" name=""/>
            <p:cNvSpPr/>
            <p:nvPr/>
          </p:nvSpPr>
          <p:spPr>
            <a:xfrm rot="0">
              <a:off x="3343" y="1827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60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21" y="72"/>
                  </a:lnTo>
                  <a:lnTo>
                    <a:pt x="51" y="51"/>
                  </a:lnTo>
                  <a:lnTo>
                    <a:pt x="81" y="30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70" name=""/>
            <p:cNvSpPr/>
            <p:nvPr/>
          </p:nvSpPr>
          <p:spPr>
            <a:xfrm rot="0">
              <a:off x="3350" y="1844"/>
              <a:ext cx="10" cy="7"/>
            </a:xfrm>
            <a:custGeom>
              <a:avLst/>
              <a:ahLst/>
              <a:rect l="0" t="0" r="r" b="b"/>
              <a:pathLst>
                <a:path w="30" h="23">
                  <a:moveTo>
                    <a:pt x="30" y="0"/>
                  </a:moveTo>
                  <a:lnTo>
                    <a:pt x="0" y="21"/>
                  </a:lnTo>
                  <a:lnTo>
                    <a:pt x="1" y="23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71" name=""/>
            <p:cNvSpPr/>
            <p:nvPr/>
          </p:nvSpPr>
          <p:spPr>
            <a:xfrm rot="0">
              <a:off x="3350" y="18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72" name=""/>
            <p:cNvSpPr/>
            <p:nvPr/>
          </p:nvSpPr>
          <p:spPr>
            <a:xfrm rot="0">
              <a:off x="3350" y="1836"/>
              <a:ext cx="27" cy="25"/>
            </a:xfrm>
            <a:custGeom>
              <a:avLst/>
              <a:ahLst/>
              <a:rect l="0" t="0" r="r" b="b"/>
              <a:pathLst>
                <a:path w="80" h="74">
                  <a:moveTo>
                    <a:pt x="57" y="0"/>
                  </a:moveTo>
                  <a:lnTo>
                    <a:pt x="29" y="23"/>
                  </a:lnTo>
                  <a:lnTo>
                    <a:pt x="0" y="46"/>
                  </a:lnTo>
                  <a:lnTo>
                    <a:pt x="23" y="74"/>
                  </a:lnTo>
                  <a:lnTo>
                    <a:pt x="52" y="51"/>
                  </a:lnTo>
                  <a:lnTo>
                    <a:pt x="80" y="29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73" name=""/>
            <p:cNvSpPr/>
            <p:nvPr/>
          </p:nvSpPr>
          <p:spPr>
            <a:xfrm rot="0">
              <a:off x="3350" y="1836"/>
              <a:ext cx="27" cy="25"/>
            </a:xfrm>
            <a:custGeom>
              <a:avLst/>
              <a:ahLst/>
              <a:rect l="0" t="0" r="r" b="b"/>
              <a:pathLst>
                <a:path w="80" h="74">
                  <a:moveTo>
                    <a:pt x="57" y="0"/>
                  </a:moveTo>
                  <a:lnTo>
                    <a:pt x="29" y="23"/>
                  </a:lnTo>
                  <a:lnTo>
                    <a:pt x="0" y="46"/>
                  </a:lnTo>
                  <a:lnTo>
                    <a:pt x="23" y="74"/>
                  </a:lnTo>
                  <a:lnTo>
                    <a:pt x="52" y="51"/>
                  </a:lnTo>
                  <a:lnTo>
                    <a:pt x="80" y="29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74" name=""/>
            <p:cNvSpPr/>
            <p:nvPr/>
          </p:nvSpPr>
          <p:spPr>
            <a:xfrm rot="0">
              <a:off x="3358" y="1853"/>
              <a:ext cx="9" cy="9"/>
            </a:xfrm>
            <a:custGeom>
              <a:avLst/>
              <a:ahLst/>
              <a:rect l="0" t="0" r="r" b="b"/>
              <a:pathLst>
                <a:path w="29" h="26">
                  <a:moveTo>
                    <a:pt x="29" y="0"/>
                  </a:moveTo>
                  <a:lnTo>
                    <a:pt x="0" y="23"/>
                  </a:lnTo>
                  <a:lnTo>
                    <a:pt x="2" y="26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75" name=""/>
            <p:cNvSpPr/>
            <p:nvPr/>
          </p:nvSpPr>
          <p:spPr>
            <a:xfrm rot="0">
              <a:off x="3358" y="18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76" name=""/>
            <p:cNvSpPr/>
            <p:nvPr/>
          </p:nvSpPr>
          <p:spPr>
            <a:xfrm rot="0">
              <a:off x="3358" y="1845"/>
              <a:ext cx="27" cy="26"/>
            </a:xfrm>
            <a:custGeom>
              <a:avLst/>
              <a:ahLst/>
              <a:rect l="0" t="0" r="r" b="b"/>
              <a:pathLst>
                <a:path w="79" h="78">
                  <a:moveTo>
                    <a:pt x="54" y="0"/>
                  </a:moveTo>
                  <a:lnTo>
                    <a:pt x="27" y="25"/>
                  </a:lnTo>
                  <a:lnTo>
                    <a:pt x="0" y="51"/>
                  </a:lnTo>
                  <a:lnTo>
                    <a:pt x="25" y="78"/>
                  </a:lnTo>
                  <a:lnTo>
                    <a:pt x="52" y="52"/>
                  </a:lnTo>
                  <a:lnTo>
                    <a:pt x="79" y="2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77" name=""/>
            <p:cNvSpPr/>
            <p:nvPr/>
          </p:nvSpPr>
          <p:spPr>
            <a:xfrm rot="0">
              <a:off x="3358" y="1845"/>
              <a:ext cx="27" cy="26"/>
            </a:xfrm>
            <a:custGeom>
              <a:avLst/>
              <a:ahLst/>
              <a:rect l="0" t="0" r="r" b="b"/>
              <a:pathLst>
                <a:path w="79" h="78">
                  <a:moveTo>
                    <a:pt x="54" y="0"/>
                  </a:moveTo>
                  <a:lnTo>
                    <a:pt x="27" y="25"/>
                  </a:lnTo>
                  <a:lnTo>
                    <a:pt x="0" y="51"/>
                  </a:lnTo>
                  <a:lnTo>
                    <a:pt x="25" y="78"/>
                  </a:lnTo>
                  <a:lnTo>
                    <a:pt x="52" y="52"/>
                  </a:lnTo>
                  <a:lnTo>
                    <a:pt x="79" y="2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78" name=""/>
            <p:cNvSpPr/>
            <p:nvPr/>
          </p:nvSpPr>
          <p:spPr>
            <a:xfrm rot="0">
              <a:off x="3367" y="1862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79" name=""/>
            <p:cNvSpPr/>
            <p:nvPr/>
          </p:nvSpPr>
          <p:spPr>
            <a:xfrm rot="0">
              <a:off x="3367" y="18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80" name=""/>
            <p:cNvSpPr/>
            <p:nvPr/>
          </p:nvSpPr>
          <p:spPr>
            <a:xfrm rot="0">
              <a:off x="3367" y="1854"/>
              <a:ext cx="26" cy="25"/>
            </a:xfrm>
            <a:custGeom>
              <a:avLst/>
              <a:ahLst/>
              <a:rect l="0" t="0" r="r" b="b"/>
              <a:pathLst>
                <a:path w="77" h="77">
                  <a:moveTo>
                    <a:pt x="51" y="0"/>
                  </a:moveTo>
                  <a:lnTo>
                    <a:pt x="25" y="25"/>
                  </a:lnTo>
                  <a:lnTo>
                    <a:pt x="0" y="51"/>
                  </a:lnTo>
                  <a:lnTo>
                    <a:pt x="25" y="77"/>
                  </a:lnTo>
                  <a:lnTo>
                    <a:pt x="51" y="51"/>
                  </a:lnTo>
                  <a:lnTo>
                    <a:pt x="77" y="25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81" name=""/>
            <p:cNvSpPr/>
            <p:nvPr/>
          </p:nvSpPr>
          <p:spPr>
            <a:xfrm rot="0">
              <a:off x="3367" y="1854"/>
              <a:ext cx="26" cy="25"/>
            </a:xfrm>
            <a:custGeom>
              <a:avLst/>
              <a:ahLst/>
              <a:rect l="0" t="0" r="r" b="b"/>
              <a:pathLst>
                <a:path w="77" h="77">
                  <a:moveTo>
                    <a:pt x="51" y="0"/>
                  </a:moveTo>
                  <a:lnTo>
                    <a:pt x="25" y="25"/>
                  </a:lnTo>
                  <a:lnTo>
                    <a:pt x="0" y="51"/>
                  </a:lnTo>
                  <a:lnTo>
                    <a:pt x="25" y="77"/>
                  </a:lnTo>
                  <a:lnTo>
                    <a:pt x="51" y="51"/>
                  </a:lnTo>
                  <a:lnTo>
                    <a:pt x="77" y="25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82" name=""/>
            <p:cNvSpPr/>
            <p:nvPr/>
          </p:nvSpPr>
          <p:spPr>
            <a:xfrm rot="0">
              <a:off x="3376" y="1871"/>
              <a:ext cx="8" cy="9"/>
            </a:xfrm>
            <a:custGeom>
              <a:avLst/>
              <a:ahLst/>
              <a:rect l="0" t="0" r="r" b="b"/>
              <a:pathLst>
                <a:path w="26" h="27">
                  <a:moveTo>
                    <a:pt x="26" y="0"/>
                  </a:moveTo>
                  <a:lnTo>
                    <a:pt x="0" y="26"/>
                  </a:lnTo>
                  <a:lnTo>
                    <a:pt x="2" y="2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83" name=""/>
            <p:cNvSpPr/>
            <p:nvPr/>
          </p:nvSpPr>
          <p:spPr>
            <a:xfrm rot="0">
              <a:off x="3376" y="18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84" name=""/>
            <p:cNvSpPr/>
            <p:nvPr/>
          </p:nvSpPr>
          <p:spPr>
            <a:xfrm rot="0">
              <a:off x="3376" y="1862"/>
              <a:ext cx="25" cy="26"/>
            </a:xfrm>
            <a:custGeom>
              <a:avLst/>
              <a:ahLst/>
              <a:rect l="0" t="0" r="r" b="b"/>
              <a:pathLst>
                <a:path w="75" h="78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27" y="78"/>
                  </a:lnTo>
                  <a:lnTo>
                    <a:pt x="51" y="51"/>
                  </a:lnTo>
                  <a:lnTo>
                    <a:pt x="75" y="24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85" name=""/>
            <p:cNvSpPr/>
            <p:nvPr/>
          </p:nvSpPr>
          <p:spPr>
            <a:xfrm rot="0">
              <a:off x="3376" y="1862"/>
              <a:ext cx="25" cy="26"/>
            </a:xfrm>
            <a:custGeom>
              <a:avLst/>
              <a:ahLst/>
              <a:rect l="0" t="0" r="r" b="b"/>
              <a:pathLst>
                <a:path w="75" h="78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27" y="78"/>
                  </a:lnTo>
                  <a:lnTo>
                    <a:pt x="51" y="51"/>
                  </a:lnTo>
                  <a:lnTo>
                    <a:pt x="75" y="24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86" name=""/>
            <p:cNvSpPr/>
            <p:nvPr/>
          </p:nvSpPr>
          <p:spPr>
            <a:xfrm rot="0">
              <a:off x="3385" y="1879"/>
              <a:ext cx="8" cy="9"/>
            </a:xfrm>
            <a:custGeom>
              <a:avLst/>
              <a:ahLst/>
              <a:rect l="0" t="0" r="r" b="b"/>
              <a:pathLst>
                <a:path w="24" h="29">
                  <a:moveTo>
                    <a:pt x="24" y="0"/>
                  </a:moveTo>
                  <a:lnTo>
                    <a:pt x="0" y="27"/>
                  </a:lnTo>
                  <a:lnTo>
                    <a:pt x="1" y="29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87" name=""/>
            <p:cNvSpPr/>
            <p:nvPr/>
          </p:nvSpPr>
          <p:spPr>
            <a:xfrm rot="0">
              <a:off x="3385" y="1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88" name=""/>
            <p:cNvSpPr/>
            <p:nvPr/>
          </p:nvSpPr>
          <p:spPr>
            <a:xfrm rot="0">
              <a:off x="3386" y="1869"/>
              <a:ext cx="24" cy="27"/>
            </a:xfrm>
            <a:custGeom>
              <a:avLst/>
              <a:ahLst/>
              <a:rect l="0" t="0" r="r" b="b"/>
              <a:pathLst>
                <a:path w="74" h="80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29" y="80"/>
                  </a:lnTo>
                  <a:lnTo>
                    <a:pt x="52" y="51"/>
                  </a:lnTo>
                  <a:lnTo>
                    <a:pt x="74" y="23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89" name=""/>
            <p:cNvSpPr/>
            <p:nvPr/>
          </p:nvSpPr>
          <p:spPr>
            <a:xfrm rot="0">
              <a:off x="3386" y="1869"/>
              <a:ext cx="24" cy="27"/>
            </a:xfrm>
            <a:custGeom>
              <a:avLst/>
              <a:ahLst/>
              <a:rect l="0" t="0" r="r" b="b"/>
              <a:pathLst>
                <a:path w="74" h="80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29" y="80"/>
                  </a:lnTo>
                  <a:lnTo>
                    <a:pt x="52" y="51"/>
                  </a:lnTo>
                  <a:lnTo>
                    <a:pt x="74" y="23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0" name=""/>
            <p:cNvSpPr/>
            <p:nvPr/>
          </p:nvSpPr>
          <p:spPr>
            <a:xfrm rot="0">
              <a:off x="3395" y="187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23" y="28"/>
                  </a:moveTo>
                  <a:lnTo>
                    <a:pt x="45" y="0"/>
                  </a:lnTo>
                  <a:lnTo>
                    <a:pt x="52" y="8"/>
                  </a:lnTo>
                  <a:lnTo>
                    <a:pt x="58" y="18"/>
                  </a:lnTo>
                  <a:lnTo>
                    <a:pt x="58" y="29"/>
                  </a:lnTo>
                  <a:lnTo>
                    <a:pt x="57" y="41"/>
                  </a:lnTo>
                  <a:lnTo>
                    <a:pt x="51" y="51"/>
                  </a:lnTo>
                  <a:lnTo>
                    <a:pt x="42" y="58"/>
                  </a:lnTo>
                  <a:lnTo>
                    <a:pt x="33" y="64"/>
                  </a:lnTo>
                  <a:lnTo>
                    <a:pt x="21" y="64"/>
                  </a:lnTo>
                  <a:lnTo>
                    <a:pt x="10" y="62"/>
                  </a:lnTo>
                  <a:lnTo>
                    <a:pt x="0" y="57"/>
                  </a:lnTo>
                  <a:lnTo>
                    <a:pt x="2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791" name=""/>
            <p:cNvSpPr/>
            <p:nvPr/>
          </p:nvSpPr>
          <p:spPr>
            <a:xfrm rot="0">
              <a:off x="3395" y="1877"/>
              <a:ext cx="20" cy="21"/>
            </a:xfrm>
            <a:custGeom>
              <a:avLst/>
              <a:ahLst/>
              <a:rect l="0" t="0" r="r" b="b"/>
              <a:pathLst>
                <a:path w="58" h="64">
                  <a:moveTo>
                    <a:pt x="45" y="0"/>
                  </a:moveTo>
                  <a:lnTo>
                    <a:pt x="52" y="8"/>
                  </a:lnTo>
                  <a:lnTo>
                    <a:pt x="58" y="18"/>
                  </a:lnTo>
                  <a:lnTo>
                    <a:pt x="58" y="29"/>
                  </a:lnTo>
                  <a:lnTo>
                    <a:pt x="57" y="41"/>
                  </a:lnTo>
                  <a:lnTo>
                    <a:pt x="51" y="51"/>
                  </a:lnTo>
                  <a:lnTo>
                    <a:pt x="42" y="58"/>
                  </a:lnTo>
                  <a:lnTo>
                    <a:pt x="33" y="64"/>
                  </a:lnTo>
                  <a:lnTo>
                    <a:pt x="21" y="64"/>
                  </a:lnTo>
                  <a:lnTo>
                    <a:pt x="10" y="62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2" name=""/>
            <p:cNvSpPr/>
            <p:nvPr/>
          </p:nvSpPr>
          <p:spPr>
            <a:xfrm rot="0">
              <a:off x="3316" y="52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3" name=""/>
            <p:cNvSpPr/>
            <p:nvPr/>
          </p:nvSpPr>
          <p:spPr>
            <a:xfrm rot="0">
              <a:off x="3316" y="595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4" name=""/>
            <p:cNvSpPr/>
            <p:nvPr/>
          </p:nvSpPr>
          <p:spPr>
            <a:xfrm rot="0">
              <a:off x="3316" y="66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5" name=""/>
            <p:cNvSpPr/>
            <p:nvPr/>
          </p:nvSpPr>
          <p:spPr>
            <a:xfrm rot="0">
              <a:off x="3316" y="74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6" name=""/>
            <p:cNvSpPr/>
            <p:nvPr/>
          </p:nvSpPr>
          <p:spPr>
            <a:xfrm rot="0">
              <a:off x="3316" y="816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7" name=""/>
            <p:cNvSpPr/>
            <p:nvPr/>
          </p:nvSpPr>
          <p:spPr>
            <a:xfrm rot="0">
              <a:off x="3316" y="890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8" name=""/>
            <p:cNvSpPr/>
            <p:nvPr/>
          </p:nvSpPr>
          <p:spPr>
            <a:xfrm rot="0">
              <a:off x="3316" y="963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799" name=""/>
            <p:cNvSpPr/>
            <p:nvPr/>
          </p:nvSpPr>
          <p:spPr>
            <a:xfrm rot="0" flipV="1">
              <a:off x="3747" y="963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0" name=""/>
            <p:cNvSpPr/>
            <p:nvPr/>
          </p:nvSpPr>
          <p:spPr>
            <a:xfrm rot="0" flipV="1">
              <a:off x="3747" y="890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1" name=""/>
            <p:cNvSpPr/>
            <p:nvPr/>
          </p:nvSpPr>
          <p:spPr>
            <a:xfrm rot="0" flipV="1">
              <a:off x="3747" y="816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2" name=""/>
            <p:cNvSpPr/>
            <p:nvPr/>
          </p:nvSpPr>
          <p:spPr>
            <a:xfrm rot="0" flipV="1">
              <a:off x="3747" y="74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3" name=""/>
            <p:cNvSpPr/>
            <p:nvPr/>
          </p:nvSpPr>
          <p:spPr>
            <a:xfrm rot="0" flipV="1">
              <a:off x="3747" y="66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4" name=""/>
            <p:cNvSpPr/>
            <p:nvPr/>
          </p:nvSpPr>
          <p:spPr>
            <a:xfrm rot="0" flipV="1">
              <a:off x="3747" y="595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5" name=""/>
            <p:cNvSpPr/>
            <p:nvPr/>
          </p:nvSpPr>
          <p:spPr>
            <a:xfrm rot="0" flipV="1">
              <a:off x="3747" y="52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6" name=""/>
            <p:cNvSpPr/>
            <p:nvPr/>
          </p:nvSpPr>
          <p:spPr>
            <a:xfrm rot="0">
              <a:off x="3648" y="510"/>
              <a:ext cx="12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37"/>
                  </a:moveTo>
                  <a:lnTo>
                    <a:pt x="35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07" name=""/>
            <p:cNvSpPr/>
            <p:nvPr/>
          </p:nvSpPr>
          <p:spPr>
            <a:xfrm rot="0">
              <a:off x="3648" y="510"/>
              <a:ext cx="12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08" name=""/>
            <p:cNvSpPr/>
            <p:nvPr/>
          </p:nvSpPr>
          <p:spPr>
            <a:xfrm rot="0">
              <a:off x="3660" y="510"/>
              <a:ext cx="225" cy="24"/>
            </a:xfrm>
            <a:custGeom>
              <a:avLst/>
              <a:ahLst/>
              <a:rect l="0" t="0" r="r" b="b"/>
              <a:pathLst>
                <a:path w="675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675" y="72"/>
                  </a:lnTo>
                  <a:lnTo>
                    <a:pt x="675" y="37"/>
                  </a:lnTo>
                  <a:lnTo>
                    <a:pt x="67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09" name=""/>
            <p:cNvSpPr/>
            <p:nvPr/>
          </p:nvSpPr>
          <p:spPr>
            <a:xfrm rot="0">
              <a:off x="3660" y="510"/>
              <a:ext cx="225" cy="24"/>
            </a:xfrm>
            <a:custGeom>
              <a:avLst/>
              <a:ahLst/>
              <a:rect l="0" t="0" r="r" b="b"/>
              <a:pathLst>
                <a:path w="675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675" y="72"/>
                  </a:lnTo>
                  <a:lnTo>
                    <a:pt x="675" y="37"/>
                  </a:lnTo>
                  <a:lnTo>
                    <a:pt x="67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10" name=""/>
            <p:cNvSpPr/>
            <p:nvPr/>
          </p:nvSpPr>
          <p:spPr>
            <a:xfrm rot="0">
              <a:off x="3885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11" name=""/>
            <p:cNvSpPr/>
            <p:nvPr/>
          </p:nvSpPr>
          <p:spPr>
            <a:xfrm rot="0">
              <a:off x="3885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12" name=""/>
            <p:cNvSpPr/>
            <p:nvPr/>
          </p:nvSpPr>
          <p:spPr>
            <a:xfrm rot="0">
              <a:off x="3648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13" name=""/>
            <p:cNvSpPr/>
            <p:nvPr/>
          </p:nvSpPr>
          <p:spPr>
            <a:xfrm rot="0">
              <a:off x="3648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14" name=""/>
            <p:cNvSpPr/>
            <p:nvPr/>
          </p:nvSpPr>
          <p:spPr>
            <a:xfrm rot="0">
              <a:off x="3648" y="522"/>
              <a:ext cx="24" cy="196"/>
            </a:xfrm>
            <a:custGeom>
              <a:avLst/>
              <a:ahLst/>
              <a:rect l="0" t="0" r="r" b="b"/>
              <a:pathLst>
                <a:path w="72" h="586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586"/>
                  </a:lnTo>
                  <a:lnTo>
                    <a:pt x="35" y="586"/>
                  </a:lnTo>
                  <a:lnTo>
                    <a:pt x="72" y="58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15" name=""/>
            <p:cNvSpPr/>
            <p:nvPr/>
          </p:nvSpPr>
          <p:spPr>
            <a:xfrm rot="0">
              <a:off x="3648" y="522"/>
              <a:ext cx="24" cy="196"/>
            </a:xfrm>
            <a:custGeom>
              <a:avLst/>
              <a:ahLst/>
              <a:rect l="0" t="0" r="r" b="b"/>
              <a:pathLst>
                <a:path w="72" h="586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586"/>
                  </a:lnTo>
                  <a:lnTo>
                    <a:pt x="35" y="586"/>
                  </a:lnTo>
                  <a:lnTo>
                    <a:pt x="72" y="586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16" name=""/>
            <p:cNvSpPr/>
            <p:nvPr/>
          </p:nvSpPr>
          <p:spPr>
            <a:xfrm rot="0">
              <a:off x="3648" y="718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5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17" name=""/>
            <p:cNvSpPr/>
            <p:nvPr/>
          </p:nvSpPr>
          <p:spPr>
            <a:xfrm rot="0">
              <a:off x="3648" y="718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5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18" name=""/>
            <p:cNvSpPr/>
            <p:nvPr/>
          </p:nvSpPr>
          <p:spPr>
            <a:xfrm rot="0">
              <a:off x="3660" y="705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19" name=""/>
            <p:cNvSpPr/>
            <p:nvPr/>
          </p:nvSpPr>
          <p:spPr>
            <a:xfrm rot="0">
              <a:off x="3660" y="705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20" name=""/>
            <p:cNvSpPr/>
            <p:nvPr/>
          </p:nvSpPr>
          <p:spPr>
            <a:xfrm rot="0">
              <a:off x="3403" y="705"/>
              <a:ext cx="257" cy="25"/>
            </a:xfrm>
            <a:custGeom>
              <a:avLst/>
              <a:ahLst/>
              <a:rect l="0" t="0" r="r" b="b"/>
              <a:pathLst>
                <a:path w="771" h="73">
                  <a:moveTo>
                    <a:pt x="771" y="73"/>
                  </a:moveTo>
                  <a:lnTo>
                    <a:pt x="771" y="37"/>
                  </a:lnTo>
                  <a:lnTo>
                    <a:pt x="77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771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21" name=""/>
            <p:cNvSpPr/>
            <p:nvPr/>
          </p:nvSpPr>
          <p:spPr>
            <a:xfrm rot="0">
              <a:off x="3403" y="705"/>
              <a:ext cx="257" cy="25"/>
            </a:xfrm>
            <a:custGeom>
              <a:avLst/>
              <a:ahLst/>
              <a:rect l="0" t="0" r="r" b="b"/>
              <a:pathLst>
                <a:path w="771" h="73">
                  <a:moveTo>
                    <a:pt x="771" y="73"/>
                  </a:moveTo>
                  <a:lnTo>
                    <a:pt x="771" y="37"/>
                  </a:lnTo>
                  <a:lnTo>
                    <a:pt x="77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771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22" name=""/>
            <p:cNvSpPr/>
            <p:nvPr/>
          </p:nvSpPr>
          <p:spPr>
            <a:xfrm rot="0">
              <a:off x="3391" y="705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23" name=""/>
            <p:cNvSpPr/>
            <p:nvPr/>
          </p:nvSpPr>
          <p:spPr>
            <a:xfrm rot="0">
              <a:off x="3391" y="705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24" name=""/>
            <p:cNvSpPr/>
            <p:nvPr/>
          </p:nvSpPr>
          <p:spPr>
            <a:xfrm rot="0">
              <a:off x="3391" y="718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25" name=""/>
            <p:cNvSpPr/>
            <p:nvPr/>
          </p:nvSpPr>
          <p:spPr>
            <a:xfrm rot="0">
              <a:off x="3391" y="718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26" name=""/>
            <p:cNvSpPr/>
            <p:nvPr/>
          </p:nvSpPr>
          <p:spPr>
            <a:xfrm rot="0">
              <a:off x="3391" y="522"/>
              <a:ext cx="24" cy="196"/>
            </a:xfrm>
            <a:custGeom>
              <a:avLst/>
              <a:ahLst/>
              <a:rect l="0" t="0" r="r" b="b"/>
              <a:pathLst>
                <a:path w="73" h="586">
                  <a:moveTo>
                    <a:pt x="0" y="586"/>
                  </a:moveTo>
                  <a:lnTo>
                    <a:pt x="36" y="586"/>
                  </a:lnTo>
                  <a:lnTo>
                    <a:pt x="73" y="586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27" name=""/>
            <p:cNvSpPr/>
            <p:nvPr/>
          </p:nvSpPr>
          <p:spPr>
            <a:xfrm rot="0">
              <a:off x="3391" y="522"/>
              <a:ext cx="24" cy="196"/>
            </a:xfrm>
            <a:custGeom>
              <a:avLst/>
              <a:ahLst/>
              <a:rect l="0" t="0" r="r" b="b"/>
              <a:pathLst>
                <a:path w="73" h="586">
                  <a:moveTo>
                    <a:pt x="0" y="586"/>
                  </a:moveTo>
                  <a:lnTo>
                    <a:pt x="36" y="586"/>
                  </a:lnTo>
                  <a:lnTo>
                    <a:pt x="73" y="586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28" name=""/>
            <p:cNvSpPr/>
            <p:nvPr/>
          </p:nvSpPr>
          <p:spPr>
            <a:xfrm rot="0">
              <a:off x="3391" y="510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29" name=""/>
            <p:cNvSpPr/>
            <p:nvPr/>
          </p:nvSpPr>
          <p:spPr>
            <a:xfrm rot="0">
              <a:off x="3391" y="510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30" name=""/>
            <p:cNvSpPr/>
            <p:nvPr/>
          </p:nvSpPr>
          <p:spPr>
            <a:xfrm rot="0">
              <a:off x="3166" y="510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31" name=""/>
            <p:cNvSpPr/>
            <p:nvPr/>
          </p:nvSpPr>
          <p:spPr>
            <a:xfrm rot="0">
              <a:off x="3166" y="510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32" name=""/>
            <p:cNvSpPr/>
            <p:nvPr/>
          </p:nvSpPr>
          <p:spPr>
            <a:xfrm rot="0">
              <a:off x="3178" y="510"/>
              <a:ext cx="225" cy="24"/>
            </a:xfrm>
            <a:custGeom>
              <a:avLst/>
              <a:ahLst/>
              <a:rect l="0" t="0" r="r" b="b"/>
              <a:pathLst>
                <a:path w="674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674" y="72"/>
                  </a:lnTo>
                  <a:lnTo>
                    <a:pt x="674" y="37"/>
                  </a:lnTo>
                  <a:lnTo>
                    <a:pt x="67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33" name=""/>
            <p:cNvSpPr/>
            <p:nvPr/>
          </p:nvSpPr>
          <p:spPr>
            <a:xfrm rot="0">
              <a:off x="3178" y="510"/>
              <a:ext cx="225" cy="24"/>
            </a:xfrm>
            <a:custGeom>
              <a:avLst/>
              <a:ahLst/>
              <a:rect l="0" t="0" r="r" b="b"/>
              <a:pathLst>
                <a:path w="674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674" y="72"/>
                  </a:lnTo>
                  <a:lnTo>
                    <a:pt x="674" y="37"/>
                  </a:lnTo>
                  <a:lnTo>
                    <a:pt x="6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34" name=""/>
            <p:cNvSpPr/>
            <p:nvPr/>
          </p:nvSpPr>
          <p:spPr>
            <a:xfrm rot="0">
              <a:off x="3403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29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35" name=""/>
            <p:cNvSpPr/>
            <p:nvPr/>
          </p:nvSpPr>
          <p:spPr>
            <a:xfrm rot="0">
              <a:off x="3403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29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29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36" name=""/>
            <p:cNvSpPr/>
            <p:nvPr/>
          </p:nvSpPr>
          <p:spPr>
            <a:xfrm rot="0">
              <a:off x="3693" y="999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37" name=""/>
            <p:cNvSpPr/>
            <p:nvPr/>
          </p:nvSpPr>
          <p:spPr>
            <a:xfrm rot="0">
              <a:off x="3693" y="999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38" name=""/>
            <p:cNvSpPr/>
            <p:nvPr/>
          </p:nvSpPr>
          <p:spPr>
            <a:xfrm rot="0">
              <a:off x="3705" y="999"/>
              <a:ext cx="180" cy="24"/>
            </a:xfrm>
            <a:custGeom>
              <a:avLst/>
              <a:ahLst/>
              <a:rect l="0" t="0" r="r" b="b"/>
              <a:pathLst>
                <a:path w="541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541" y="73"/>
                  </a:lnTo>
                  <a:lnTo>
                    <a:pt x="541" y="37"/>
                  </a:lnTo>
                  <a:lnTo>
                    <a:pt x="54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39" name=""/>
            <p:cNvSpPr/>
            <p:nvPr/>
          </p:nvSpPr>
          <p:spPr>
            <a:xfrm rot="0">
              <a:off x="3705" y="999"/>
              <a:ext cx="180" cy="24"/>
            </a:xfrm>
            <a:custGeom>
              <a:avLst/>
              <a:ahLst/>
              <a:rect l="0" t="0" r="r" b="b"/>
              <a:pathLst>
                <a:path w="541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541" y="73"/>
                  </a:lnTo>
                  <a:lnTo>
                    <a:pt x="541" y="37"/>
                  </a:lnTo>
                  <a:lnTo>
                    <a:pt x="54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40" name=""/>
            <p:cNvSpPr/>
            <p:nvPr/>
          </p:nvSpPr>
          <p:spPr>
            <a:xfrm rot="0">
              <a:off x="3885" y="999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41" name=""/>
            <p:cNvSpPr/>
            <p:nvPr/>
          </p:nvSpPr>
          <p:spPr>
            <a:xfrm rot="0">
              <a:off x="3885" y="999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42" name=""/>
            <p:cNvSpPr/>
            <p:nvPr/>
          </p:nvSpPr>
          <p:spPr>
            <a:xfrm rot="0">
              <a:off x="3166" y="999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43" name=""/>
            <p:cNvSpPr/>
            <p:nvPr/>
          </p:nvSpPr>
          <p:spPr>
            <a:xfrm rot="0">
              <a:off x="3166" y="999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44" name=""/>
            <p:cNvSpPr/>
            <p:nvPr/>
          </p:nvSpPr>
          <p:spPr>
            <a:xfrm rot="0">
              <a:off x="3178" y="999"/>
              <a:ext cx="180" cy="24"/>
            </a:xfrm>
            <a:custGeom>
              <a:avLst/>
              <a:ahLst/>
              <a:rect l="0" t="0" r="r" b="b"/>
              <a:pathLst>
                <a:path w="540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540" y="73"/>
                  </a:lnTo>
                  <a:lnTo>
                    <a:pt x="540" y="37"/>
                  </a:lnTo>
                  <a:lnTo>
                    <a:pt x="54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45" name=""/>
            <p:cNvSpPr/>
            <p:nvPr/>
          </p:nvSpPr>
          <p:spPr>
            <a:xfrm rot="0">
              <a:off x="3178" y="999"/>
              <a:ext cx="180" cy="24"/>
            </a:xfrm>
            <a:custGeom>
              <a:avLst/>
              <a:ahLst/>
              <a:rect l="0" t="0" r="r" b="b"/>
              <a:pathLst>
                <a:path w="540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540" y="73"/>
                  </a:lnTo>
                  <a:lnTo>
                    <a:pt x="540" y="37"/>
                  </a:lnTo>
                  <a:lnTo>
                    <a:pt x="54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46" name=""/>
            <p:cNvSpPr/>
            <p:nvPr/>
          </p:nvSpPr>
          <p:spPr>
            <a:xfrm rot="0">
              <a:off x="3358" y="999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47" name=""/>
            <p:cNvSpPr/>
            <p:nvPr/>
          </p:nvSpPr>
          <p:spPr>
            <a:xfrm rot="0">
              <a:off x="3358" y="999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48" name=""/>
            <p:cNvSpPr/>
            <p:nvPr/>
          </p:nvSpPr>
          <p:spPr>
            <a:xfrm rot="0">
              <a:off x="3346" y="999"/>
              <a:ext cx="25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49" name=""/>
            <p:cNvSpPr/>
            <p:nvPr/>
          </p:nvSpPr>
          <p:spPr>
            <a:xfrm rot="0">
              <a:off x="3346" y="999"/>
              <a:ext cx="25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50" name=""/>
            <p:cNvSpPr/>
            <p:nvPr/>
          </p:nvSpPr>
          <p:spPr>
            <a:xfrm rot="0">
              <a:off x="3346" y="1011"/>
              <a:ext cx="25" cy="155"/>
            </a:xfrm>
            <a:custGeom>
              <a:avLst/>
              <a:ahLst/>
              <a:rect l="0" t="0" r="r" b="b"/>
              <a:pathLst>
                <a:path w="73" h="4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6" y="465"/>
                  </a:lnTo>
                  <a:lnTo>
                    <a:pt x="73" y="465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51" name=""/>
            <p:cNvSpPr/>
            <p:nvPr/>
          </p:nvSpPr>
          <p:spPr>
            <a:xfrm rot="0">
              <a:off x="3346" y="1011"/>
              <a:ext cx="25" cy="155"/>
            </a:xfrm>
            <a:custGeom>
              <a:avLst/>
              <a:ahLst/>
              <a:rect l="0" t="0" r="r" b="b"/>
              <a:pathLst>
                <a:path w="73" h="4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6" y="465"/>
                  </a:lnTo>
                  <a:lnTo>
                    <a:pt x="73" y="46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52" name=""/>
            <p:cNvSpPr/>
            <p:nvPr/>
          </p:nvSpPr>
          <p:spPr>
            <a:xfrm rot="0">
              <a:off x="3346" y="1166"/>
              <a:ext cx="25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53" name=""/>
            <p:cNvSpPr/>
            <p:nvPr/>
          </p:nvSpPr>
          <p:spPr>
            <a:xfrm rot="0">
              <a:off x="3346" y="1166"/>
              <a:ext cx="25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54" name=""/>
            <p:cNvSpPr/>
            <p:nvPr/>
          </p:nvSpPr>
          <p:spPr>
            <a:xfrm rot="0">
              <a:off x="3346" y="115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55" name=""/>
            <p:cNvSpPr/>
            <p:nvPr/>
          </p:nvSpPr>
          <p:spPr>
            <a:xfrm rot="0">
              <a:off x="3346" y="115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56" name=""/>
            <p:cNvSpPr/>
            <p:nvPr/>
          </p:nvSpPr>
          <p:spPr>
            <a:xfrm rot="0">
              <a:off x="3358" y="1154"/>
              <a:ext cx="347" cy="24"/>
            </a:xfrm>
            <a:custGeom>
              <a:avLst/>
              <a:ahLst/>
              <a:rect l="0" t="0" r="r" b="b"/>
              <a:pathLst>
                <a:path w="1039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039" y="72"/>
                  </a:lnTo>
                  <a:lnTo>
                    <a:pt x="1039" y="37"/>
                  </a:lnTo>
                  <a:lnTo>
                    <a:pt x="103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57" name=""/>
            <p:cNvSpPr/>
            <p:nvPr/>
          </p:nvSpPr>
          <p:spPr>
            <a:xfrm rot="0">
              <a:off x="3358" y="1154"/>
              <a:ext cx="347" cy="24"/>
            </a:xfrm>
            <a:custGeom>
              <a:avLst/>
              <a:ahLst/>
              <a:rect l="0" t="0" r="r" b="b"/>
              <a:pathLst>
                <a:path w="1039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039" y="72"/>
                  </a:lnTo>
                  <a:lnTo>
                    <a:pt x="1039" y="37"/>
                  </a:lnTo>
                  <a:lnTo>
                    <a:pt x="103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58" name=""/>
            <p:cNvSpPr/>
            <p:nvPr/>
          </p:nvSpPr>
          <p:spPr>
            <a:xfrm rot="0">
              <a:off x="3705" y="115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59" name=""/>
            <p:cNvSpPr/>
            <p:nvPr/>
          </p:nvSpPr>
          <p:spPr>
            <a:xfrm rot="0">
              <a:off x="3705" y="115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60" name=""/>
            <p:cNvSpPr/>
            <p:nvPr/>
          </p:nvSpPr>
          <p:spPr>
            <a:xfrm rot="0">
              <a:off x="3693" y="1166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6" y="29"/>
                  </a:lnTo>
                  <a:lnTo>
                    <a:pt x="46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61" name=""/>
            <p:cNvSpPr/>
            <p:nvPr/>
          </p:nvSpPr>
          <p:spPr>
            <a:xfrm rot="0">
              <a:off x="3693" y="1166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6" y="29"/>
                  </a:lnTo>
                  <a:lnTo>
                    <a:pt x="46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62" name=""/>
            <p:cNvSpPr/>
            <p:nvPr/>
          </p:nvSpPr>
          <p:spPr>
            <a:xfrm rot="0">
              <a:off x="3693" y="1011"/>
              <a:ext cx="24" cy="155"/>
            </a:xfrm>
            <a:custGeom>
              <a:avLst/>
              <a:ahLst/>
              <a:rect l="0" t="0" r="r" b="b"/>
              <a:pathLst>
                <a:path w="72" h="465">
                  <a:moveTo>
                    <a:pt x="0" y="465"/>
                  </a:moveTo>
                  <a:lnTo>
                    <a:pt x="35" y="465"/>
                  </a:lnTo>
                  <a:lnTo>
                    <a:pt x="72" y="465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63" name=""/>
            <p:cNvSpPr/>
            <p:nvPr/>
          </p:nvSpPr>
          <p:spPr>
            <a:xfrm rot="0">
              <a:off x="3693" y="1011"/>
              <a:ext cx="24" cy="155"/>
            </a:xfrm>
            <a:custGeom>
              <a:avLst/>
              <a:ahLst/>
              <a:rect l="0" t="0" r="r" b="b"/>
              <a:pathLst>
                <a:path w="72" h="465">
                  <a:moveTo>
                    <a:pt x="0" y="465"/>
                  </a:moveTo>
                  <a:lnTo>
                    <a:pt x="35" y="465"/>
                  </a:lnTo>
                  <a:lnTo>
                    <a:pt x="72" y="465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64" name=""/>
            <p:cNvSpPr/>
            <p:nvPr/>
          </p:nvSpPr>
          <p:spPr>
            <a:xfrm rot="0">
              <a:off x="3693" y="999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6" y="3"/>
                  </a:lnTo>
                  <a:lnTo>
                    <a:pt x="56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65" name=""/>
            <p:cNvSpPr/>
            <p:nvPr/>
          </p:nvSpPr>
          <p:spPr>
            <a:xfrm rot="0">
              <a:off x="3693" y="999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6" y="3"/>
                  </a:lnTo>
                  <a:lnTo>
                    <a:pt x="56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66" name=""/>
            <p:cNvSpPr/>
            <p:nvPr/>
          </p:nvSpPr>
          <p:spPr>
            <a:xfrm rot="0">
              <a:off x="3166" y="510"/>
              <a:ext cx="25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67" name=""/>
            <p:cNvSpPr/>
            <p:nvPr/>
          </p:nvSpPr>
          <p:spPr>
            <a:xfrm rot="0">
              <a:off x="3166" y="510"/>
              <a:ext cx="25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68" name=""/>
            <p:cNvSpPr/>
            <p:nvPr/>
          </p:nvSpPr>
          <p:spPr>
            <a:xfrm rot="0">
              <a:off x="3166" y="522"/>
              <a:ext cx="25" cy="489"/>
            </a:xfrm>
            <a:custGeom>
              <a:avLst/>
              <a:ahLst/>
              <a:rect l="0" t="0" r="r" b="b"/>
              <a:pathLst>
                <a:path w="73" h="1466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466"/>
                  </a:lnTo>
                  <a:lnTo>
                    <a:pt x="36" y="1466"/>
                  </a:lnTo>
                  <a:lnTo>
                    <a:pt x="73" y="1466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69" name=""/>
            <p:cNvSpPr/>
            <p:nvPr/>
          </p:nvSpPr>
          <p:spPr>
            <a:xfrm rot="0">
              <a:off x="3166" y="522"/>
              <a:ext cx="25" cy="489"/>
            </a:xfrm>
            <a:custGeom>
              <a:avLst/>
              <a:ahLst/>
              <a:rect l="0" t="0" r="r" b="b"/>
              <a:pathLst>
                <a:path w="73" h="1466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466"/>
                  </a:lnTo>
                  <a:lnTo>
                    <a:pt x="36" y="1466"/>
                  </a:lnTo>
                  <a:lnTo>
                    <a:pt x="73" y="1466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70" name=""/>
            <p:cNvSpPr/>
            <p:nvPr/>
          </p:nvSpPr>
          <p:spPr>
            <a:xfrm rot="0">
              <a:off x="3166" y="1011"/>
              <a:ext cx="25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71" name=""/>
            <p:cNvSpPr/>
            <p:nvPr/>
          </p:nvSpPr>
          <p:spPr>
            <a:xfrm rot="0">
              <a:off x="3166" y="1011"/>
              <a:ext cx="25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72" name=""/>
            <p:cNvSpPr/>
            <p:nvPr/>
          </p:nvSpPr>
          <p:spPr>
            <a:xfrm rot="0">
              <a:off x="3873" y="1011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73" name=""/>
            <p:cNvSpPr/>
            <p:nvPr/>
          </p:nvSpPr>
          <p:spPr>
            <a:xfrm rot="0">
              <a:off x="3873" y="1011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74" name=""/>
            <p:cNvSpPr/>
            <p:nvPr/>
          </p:nvSpPr>
          <p:spPr>
            <a:xfrm rot="0">
              <a:off x="3873" y="522"/>
              <a:ext cx="24" cy="489"/>
            </a:xfrm>
            <a:custGeom>
              <a:avLst/>
              <a:ahLst/>
              <a:rect l="0" t="0" r="r" b="b"/>
              <a:pathLst>
                <a:path w="72" h="1466">
                  <a:moveTo>
                    <a:pt x="0" y="1466"/>
                  </a:moveTo>
                  <a:lnTo>
                    <a:pt x="35" y="1466"/>
                  </a:lnTo>
                  <a:lnTo>
                    <a:pt x="72" y="146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4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75" name=""/>
            <p:cNvSpPr/>
            <p:nvPr/>
          </p:nvSpPr>
          <p:spPr>
            <a:xfrm rot="0">
              <a:off x="3873" y="522"/>
              <a:ext cx="24" cy="489"/>
            </a:xfrm>
            <a:custGeom>
              <a:avLst/>
              <a:ahLst/>
              <a:rect l="0" t="0" r="r" b="b"/>
              <a:pathLst>
                <a:path w="72" h="1466">
                  <a:moveTo>
                    <a:pt x="0" y="1466"/>
                  </a:moveTo>
                  <a:lnTo>
                    <a:pt x="35" y="1466"/>
                  </a:lnTo>
                  <a:lnTo>
                    <a:pt x="72" y="146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4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76" name=""/>
            <p:cNvSpPr/>
            <p:nvPr/>
          </p:nvSpPr>
          <p:spPr>
            <a:xfrm rot="0">
              <a:off x="3873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77" name=""/>
            <p:cNvSpPr/>
            <p:nvPr/>
          </p:nvSpPr>
          <p:spPr>
            <a:xfrm rot="0">
              <a:off x="3873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78" name=""/>
            <p:cNvSpPr/>
            <p:nvPr/>
          </p:nvSpPr>
          <p:spPr>
            <a:xfrm rot="0">
              <a:off x="3120" y="1713"/>
              <a:ext cx="2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79" name=""/>
            <p:cNvSpPr/>
            <p:nvPr/>
          </p:nvSpPr>
          <p:spPr>
            <a:xfrm rot="0">
              <a:off x="3368" y="1713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0" name=""/>
            <p:cNvSpPr/>
            <p:nvPr/>
          </p:nvSpPr>
          <p:spPr>
            <a:xfrm rot="0">
              <a:off x="3434" y="1713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1" name=""/>
            <p:cNvSpPr/>
            <p:nvPr/>
          </p:nvSpPr>
          <p:spPr>
            <a:xfrm rot="0">
              <a:off x="3662" y="1713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2" name=""/>
            <p:cNvSpPr/>
            <p:nvPr/>
          </p:nvSpPr>
          <p:spPr>
            <a:xfrm rot="0">
              <a:off x="3727" y="1713"/>
              <a:ext cx="21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3" name=""/>
            <p:cNvSpPr/>
            <p:nvPr/>
          </p:nvSpPr>
          <p:spPr>
            <a:xfrm rot="0">
              <a:off x="3531" y="1301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4" name=""/>
            <p:cNvSpPr/>
            <p:nvPr/>
          </p:nvSpPr>
          <p:spPr>
            <a:xfrm rot="0">
              <a:off x="3531" y="1549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5" name=""/>
            <p:cNvSpPr/>
            <p:nvPr/>
          </p:nvSpPr>
          <p:spPr>
            <a:xfrm rot="0">
              <a:off x="3531" y="1615"/>
              <a:ext cx="1" cy="1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6" name=""/>
            <p:cNvSpPr/>
            <p:nvPr/>
          </p:nvSpPr>
          <p:spPr>
            <a:xfrm rot="0">
              <a:off x="3531" y="1844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7" name=""/>
            <p:cNvSpPr/>
            <p:nvPr/>
          </p:nvSpPr>
          <p:spPr>
            <a:xfrm rot="0">
              <a:off x="3531" y="1909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8" name=""/>
            <p:cNvSpPr/>
            <p:nvPr/>
          </p:nvSpPr>
          <p:spPr>
            <a:xfrm rot="0">
              <a:off x="3531" y="474"/>
              <a:ext cx="1" cy="17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89" name=""/>
            <p:cNvSpPr/>
            <p:nvPr/>
          </p:nvSpPr>
          <p:spPr>
            <a:xfrm rot="0">
              <a:off x="3531" y="686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0" name=""/>
            <p:cNvSpPr/>
            <p:nvPr/>
          </p:nvSpPr>
          <p:spPr>
            <a:xfrm rot="0">
              <a:off x="3531" y="751"/>
              <a:ext cx="1" cy="1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1" name=""/>
            <p:cNvSpPr/>
            <p:nvPr/>
          </p:nvSpPr>
          <p:spPr>
            <a:xfrm rot="0">
              <a:off x="3531" y="980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2" name=""/>
            <p:cNvSpPr/>
            <p:nvPr/>
          </p:nvSpPr>
          <p:spPr>
            <a:xfrm rot="0">
              <a:off x="3531" y="1045"/>
              <a:ext cx="1" cy="17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3" name=""/>
            <p:cNvSpPr/>
            <p:nvPr/>
          </p:nvSpPr>
          <p:spPr>
            <a:xfrm rot="0">
              <a:off x="1916" y="2933"/>
              <a:ext cx="23" cy="18"/>
            </a:xfrm>
            <a:custGeom>
              <a:avLst/>
              <a:ahLst/>
              <a:rect l="0" t="0" r="r" b="b"/>
              <a:pathLst>
                <a:path w="67" h="53">
                  <a:moveTo>
                    <a:pt x="36" y="17"/>
                  </a:moveTo>
                  <a:lnTo>
                    <a:pt x="67" y="34"/>
                  </a:lnTo>
                  <a:lnTo>
                    <a:pt x="61" y="43"/>
                  </a:lnTo>
                  <a:lnTo>
                    <a:pt x="51" y="50"/>
                  </a:lnTo>
                  <a:lnTo>
                    <a:pt x="40" y="53"/>
                  </a:lnTo>
                  <a:lnTo>
                    <a:pt x="29" y="53"/>
                  </a:lnTo>
                  <a:lnTo>
                    <a:pt x="19" y="49"/>
                  </a:lnTo>
                  <a:lnTo>
                    <a:pt x="10" y="43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4" y="0"/>
                  </a:lnTo>
                  <a:lnTo>
                    <a:pt x="3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94" name=""/>
            <p:cNvSpPr/>
            <p:nvPr/>
          </p:nvSpPr>
          <p:spPr>
            <a:xfrm rot="0">
              <a:off x="1916" y="2933"/>
              <a:ext cx="23" cy="18"/>
            </a:xfrm>
            <a:custGeom>
              <a:avLst/>
              <a:ahLst/>
              <a:rect l="0" t="0" r="r" b="b"/>
              <a:pathLst>
                <a:path w="67" h="53">
                  <a:moveTo>
                    <a:pt x="67" y="34"/>
                  </a:moveTo>
                  <a:lnTo>
                    <a:pt x="61" y="43"/>
                  </a:lnTo>
                  <a:lnTo>
                    <a:pt x="51" y="50"/>
                  </a:lnTo>
                  <a:lnTo>
                    <a:pt x="40" y="53"/>
                  </a:lnTo>
                  <a:lnTo>
                    <a:pt x="29" y="53"/>
                  </a:lnTo>
                  <a:lnTo>
                    <a:pt x="19" y="49"/>
                  </a:lnTo>
                  <a:lnTo>
                    <a:pt x="10" y="43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5" name=""/>
            <p:cNvSpPr/>
            <p:nvPr/>
          </p:nvSpPr>
          <p:spPr>
            <a:xfrm rot="0">
              <a:off x="1918" y="2920"/>
              <a:ext cx="28" cy="25"/>
            </a:xfrm>
            <a:custGeom>
              <a:avLst/>
              <a:ahLst/>
              <a:rect l="0" t="0" r="r" b="b"/>
              <a:pathLst>
                <a:path w="84" h="74">
                  <a:moveTo>
                    <a:pt x="0" y="40"/>
                  </a:moveTo>
                  <a:lnTo>
                    <a:pt x="32" y="57"/>
                  </a:lnTo>
                  <a:lnTo>
                    <a:pt x="63" y="74"/>
                  </a:lnTo>
                  <a:lnTo>
                    <a:pt x="84" y="35"/>
                  </a:lnTo>
                  <a:lnTo>
                    <a:pt x="53" y="17"/>
                  </a:lnTo>
                  <a:lnTo>
                    <a:pt x="22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96" name=""/>
            <p:cNvSpPr/>
            <p:nvPr/>
          </p:nvSpPr>
          <p:spPr>
            <a:xfrm rot="0">
              <a:off x="1918" y="2920"/>
              <a:ext cx="28" cy="25"/>
            </a:xfrm>
            <a:custGeom>
              <a:avLst/>
              <a:ahLst/>
              <a:rect l="0" t="0" r="r" b="b"/>
              <a:pathLst>
                <a:path w="84" h="74">
                  <a:moveTo>
                    <a:pt x="0" y="40"/>
                  </a:moveTo>
                  <a:lnTo>
                    <a:pt x="32" y="57"/>
                  </a:lnTo>
                  <a:lnTo>
                    <a:pt x="63" y="74"/>
                  </a:lnTo>
                  <a:lnTo>
                    <a:pt x="84" y="35"/>
                  </a:lnTo>
                  <a:lnTo>
                    <a:pt x="53" y="17"/>
                  </a:lnTo>
                  <a:lnTo>
                    <a:pt x="22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7" name=""/>
            <p:cNvSpPr/>
            <p:nvPr/>
          </p:nvSpPr>
          <p:spPr>
            <a:xfrm rot="0">
              <a:off x="1935" y="2926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0" y="0"/>
                  </a:moveTo>
                  <a:lnTo>
                    <a:pt x="31" y="18"/>
                  </a:lnTo>
                  <a:lnTo>
                    <a:pt x="33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898" name=""/>
            <p:cNvSpPr/>
            <p:nvPr/>
          </p:nvSpPr>
          <p:spPr>
            <a:xfrm rot="0" flipV="1">
              <a:off x="1946" y="2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899" name=""/>
            <p:cNvSpPr/>
            <p:nvPr/>
          </p:nvSpPr>
          <p:spPr>
            <a:xfrm rot="0">
              <a:off x="1924" y="2907"/>
              <a:ext cx="29" cy="24"/>
            </a:xfrm>
            <a:custGeom>
              <a:avLst/>
              <a:ahLst/>
              <a:rect l="0" t="0" r="r" b="b"/>
              <a:pathLst>
                <a:path w="86" h="71">
                  <a:moveTo>
                    <a:pt x="0" y="40"/>
                  </a:moveTo>
                  <a:lnTo>
                    <a:pt x="33" y="55"/>
                  </a:lnTo>
                  <a:lnTo>
                    <a:pt x="66" y="71"/>
                  </a:lnTo>
                  <a:lnTo>
                    <a:pt x="86" y="31"/>
                  </a:lnTo>
                  <a:lnTo>
                    <a:pt x="53" y="16"/>
                  </a:lnTo>
                  <a:lnTo>
                    <a:pt x="20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00" name=""/>
            <p:cNvSpPr/>
            <p:nvPr/>
          </p:nvSpPr>
          <p:spPr>
            <a:xfrm rot="0">
              <a:off x="1924" y="2907"/>
              <a:ext cx="29" cy="24"/>
            </a:xfrm>
            <a:custGeom>
              <a:avLst/>
              <a:ahLst/>
              <a:rect l="0" t="0" r="r" b="b"/>
              <a:pathLst>
                <a:path w="86" h="71">
                  <a:moveTo>
                    <a:pt x="0" y="40"/>
                  </a:moveTo>
                  <a:lnTo>
                    <a:pt x="33" y="55"/>
                  </a:lnTo>
                  <a:lnTo>
                    <a:pt x="66" y="71"/>
                  </a:lnTo>
                  <a:lnTo>
                    <a:pt x="86" y="31"/>
                  </a:lnTo>
                  <a:lnTo>
                    <a:pt x="53" y="16"/>
                  </a:lnTo>
                  <a:lnTo>
                    <a:pt x="20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01" name=""/>
            <p:cNvSpPr/>
            <p:nvPr/>
          </p:nvSpPr>
          <p:spPr>
            <a:xfrm rot="0">
              <a:off x="1942" y="2913"/>
              <a:ext cx="11" cy="5"/>
            </a:xfrm>
            <a:custGeom>
              <a:avLst/>
              <a:ahLst/>
              <a:rect l="0" t="0" r="r" b="b"/>
              <a:pathLst>
                <a:path w="33" h="15">
                  <a:moveTo>
                    <a:pt x="0" y="0"/>
                  </a:moveTo>
                  <a:lnTo>
                    <a:pt x="33" y="15"/>
                  </a:lnTo>
                  <a:lnTo>
                    <a:pt x="33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02" name=""/>
            <p:cNvSpPr/>
            <p:nvPr/>
          </p:nvSpPr>
          <p:spPr>
            <a:xfrm rot="0" flipV="1">
              <a:off x="1953" y="2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03" name=""/>
            <p:cNvSpPr/>
            <p:nvPr/>
          </p:nvSpPr>
          <p:spPr>
            <a:xfrm rot="0">
              <a:off x="1931" y="2894"/>
              <a:ext cx="28" cy="23"/>
            </a:xfrm>
            <a:custGeom>
              <a:avLst/>
              <a:ahLst/>
              <a:rect l="0" t="0" r="r" b="b"/>
              <a:pathLst>
                <a:path w="84" h="70">
                  <a:moveTo>
                    <a:pt x="0" y="41"/>
                  </a:moveTo>
                  <a:lnTo>
                    <a:pt x="33" y="56"/>
                  </a:lnTo>
                  <a:lnTo>
                    <a:pt x="66" y="70"/>
                  </a:lnTo>
                  <a:lnTo>
                    <a:pt x="84" y="29"/>
                  </a:lnTo>
                  <a:lnTo>
                    <a:pt x="51" y="14"/>
                  </a:lnTo>
                  <a:lnTo>
                    <a:pt x="19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04" name=""/>
            <p:cNvSpPr/>
            <p:nvPr/>
          </p:nvSpPr>
          <p:spPr>
            <a:xfrm rot="0">
              <a:off x="1931" y="2894"/>
              <a:ext cx="28" cy="23"/>
            </a:xfrm>
            <a:custGeom>
              <a:avLst/>
              <a:ahLst/>
              <a:rect l="0" t="0" r="r" b="b"/>
              <a:pathLst>
                <a:path w="84" h="70">
                  <a:moveTo>
                    <a:pt x="0" y="41"/>
                  </a:moveTo>
                  <a:lnTo>
                    <a:pt x="33" y="56"/>
                  </a:lnTo>
                  <a:lnTo>
                    <a:pt x="66" y="70"/>
                  </a:lnTo>
                  <a:lnTo>
                    <a:pt x="84" y="29"/>
                  </a:lnTo>
                  <a:lnTo>
                    <a:pt x="51" y="14"/>
                  </a:lnTo>
                  <a:lnTo>
                    <a:pt x="19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05" name=""/>
            <p:cNvSpPr/>
            <p:nvPr/>
          </p:nvSpPr>
          <p:spPr>
            <a:xfrm rot="0">
              <a:off x="1948" y="2899"/>
              <a:ext cx="12" cy="5"/>
            </a:xfrm>
            <a:custGeom>
              <a:avLst/>
              <a:ahLst/>
              <a:rect l="0" t="0" r="r" b="b"/>
              <a:pathLst>
                <a:path w="35" h="15">
                  <a:moveTo>
                    <a:pt x="0" y="0"/>
                  </a:moveTo>
                  <a:lnTo>
                    <a:pt x="33" y="15"/>
                  </a:lnTo>
                  <a:lnTo>
                    <a:pt x="35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06" name=""/>
            <p:cNvSpPr/>
            <p:nvPr/>
          </p:nvSpPr>
          <p:spPr>
            <a:xfrm rot="0" flipV="1">
              <a:off x="1959" y="29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07" name=""/>
            <p:cNvSpPr/>
            <p:nvPr/>
          </p:nvSpPr>
          <p:spPr>
            <a:xfrm rot="0">
              <a:off x="1937" y="2880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0" y="43"/>
                  </a:moveTo>
                  <a:lnTo>
                    <a:pt x="34" y="55"/>
                  </a:lnTo>
                  <a:lnTo>
                    <a:pt x="69" y="68"/>
                  </a:lnTo>
                  <a:lnTo>
                    <a:pt x="84" y="25"/>
                  </a:lnTo>
                  <a:lnTo>
                    <a:pt x="50" y="13"/>
                  </a:lnTo>
                  <a:lnTo>
                    <a:pt x="16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08" name=""/>
            <p:cNvSpPr/>
            <p:nvPr/>
          </p:nvSpPr>
          <p:spPr>
            <a:xfrm rot="0">
              <a:off x="1937" y="2880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0" y="43"/>
                  </a:moveTo>
                  <a:lnTo>
                    <a:pt x="34" y="55"/>
                  </a:lnTo>
                  <a:lnTo>
                    <a:pt x="69" y="68"/>
                  </a:lnTo>
                  <a:lnTo>
                    <a:pt x="84" y="25"/>
                  </a:lnTo>
                  <a:lnTo>
                    <a:pt x="50" y="13"/>
                  </a:lnTo>
                  <a:lnTo>
                    <a:pt x="16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09" name=""/>
            <p:cNvSpPr/>
            <p:nvPr/>
          </p:nvSpPr>
          <p:spPr>
            <a:xfrm rot="0">
              <a:off x="1953" y="2885"/>
              <a:ext cx="12" cy="4"/>
            </a:xfrm>
            <a:custGeom>
              <a:avLst/>
              <a:ahLst/>
              <a:rect l="0" t="0" r="r" b="b"/>
              <a:pathLst>
                <a:path w="34" h="12">
                  <a:moveTo>
                    <a:pt x="0" y="0"/>
                  </a:moveTo>
                  <a:lnTo>
                    <a:pt x="34" y="12"/>
                  </a:lnTo>
                  <a:lnTo>
                    <a:pt x="3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10" name=""/>
            <p:cNvSpPr/>
            <p:nvPr/>
          </p:nvSpPr>
          <p:spPr>
            <a:xfrm rot="0" flipV="1">
              <a:off x="1965" y="2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11" name=""/>
            <p:cNvSpPr/>
            <p:nvPr/>
          </p:nvSpPr>
          <p:spPr>
            <a:xfrm rot="0">
              <a:off x="1942" y="2866"/>
              <a:ext cx="28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0" y="43"/>
                  </a:moveTo>
                  <a:lnTo>
                    <a:pt x="34" y="55"/>
                  </a:lnTo>
                  <a:lnTo>
                    <a:pt x="68" y="66"/>
                  </a:lnTo>
                  <a:lnTo>
                    <a:pt x="83" y="23"/>
                  </a:lnTo>
                  <a:lnTo>
                    <a:pt x="48" y="12"/>
                  </a:lnTo>
                  <a:lnTo>
                    <a:pt x="14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12" name=""/>
            <p:cNvSpPr/>
            <p:nvPr/>
          </p:nvSpPr>
          <p:spPr>
            <a:xfrm rot="0">
              <a:off x="1942" y="2866"/>
              <a:ext cx="28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0" y="43"/>
                  </a:moveTo>
                  <a:lnTo>
                    <a:pt x="34" y="55"/>
                  </a:lnTo>
                  <a:lnTo>
                    <a:pt x="68" y="66"/>
                  </a:lnTo>
                  <a:lnTo>
                    <a:pt x="83" y="23"/>
                  </a:lnTo>
                  <a:lnTo>
                    <a:pt x="48" y="12"/>
                  </a:lnTo>
                  <a:lnTo>
                    <a:pt x="14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13" name=""/>
            <p:cNvSpPr/>
            <p:nvPr/>
          </p:nvSpPr>
          <p:spPr>
            <a:xfrm rot="0">
              <a:off x="1958" y="2870"/>
              <a:ext cx="12" cy="4"/>
            </a:xfrm>
            <a:custGeom>
              <a:avLst/>
              <a:ahLst/>
              <a:rect l="0" t="0" r="r" b="b"/>
              <a:pathLst>
                <a:path w="36" h="11">
                  <a:moveTo>
                    <a:pt x="0" y="0"/>
                  </a:moveTo>
                  <a:lnTo>
                    <a:pt x="35" y="11"/>
                  </a:lnTo>
                  <a:lnTo>
                    <a:pt x="36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14" name=""/>
            <p:cNvSpPr/>
            <p:nvPr/>
          </p:nvSpPr>
          <p:spPr>
            <a:xfrm rot="0" flipV="1">
              <a:off x="1970" y="2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15" name=""/>
            <p:cNvSpPr/>
            <p:nvPr/>
          </p:nvSpPr>
          <p:spPr>
            <a:xfrm rot="0">
              <a:off x="1946" y="2853"/>
              <a:ext cx="28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0" y="43"/>
                  </a:moveTo>
                  <a:lnTo>
                    <a:pt x="35" y="53"/>
                  </a:lnTo>
                  <a:lnTo>
                    <a:pt x="71" y="63"/>
                  </a:lnTo>
                  <a:lnTo>
                    <a:pt x="82" y="20"/>
                  </a:lnTo>
                  <a:lnTo>
                    <a:pt x="47" y="10"/>
                  </a:lnTo>
                  <a:lnTo>
                    <a:pt x="11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07" name=""/>
          <p:cNvGrpSpPr/>
          <p:nvPr/>
        </p:nvGrpSpPr>
        <p:grpSpPr>
          <a:xfrm rot="0">
            <a:off x="2351087" y="3851275"/>
            <a:ext cx="800100" cy="711200"/>
            <a:chOff x="1481" y="2426"/>
            <a:chExt cx="504" cy="448"/>
          </a:xfrm>
        </p:grpSpPr>
        <p:sp>
          <p:nvSpPr>
            <p:cNvPr id="1071916" name=""/>
            <p:cNvSpPr/>
            <p:nvPr/>
          </p:nvSpPr>
          <p:spPr>
            <a:xfrm rot="0">
              <a:off x="1946" y="2853"/>
              <a:ext cx="28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0" y="43"/>
                  </a:moveTo>
                  <a:lnTo>
                    <a:pt x="35" y="53"/>
                  </a:lnTo>
                  <a:lnTo>
                    <a:pt x="71" y="63"/>
                  </a:lnTo>
                  <a:lnTo>
                    <a:pt x="82" y="20"/>
                  </a:lnTo>
                  <a:lnTo>
                    <a:pt x="47" y="10"/>
                  </a:lnTo>
                  <a:lnTo>
                    <a:pt x="11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17" name=""/>
            <p:cNvSpPr/>
            <p:nvPr/>
          </p:nvSpPr>
          <p:spPr>
            <a:xfrm rot="0">
              <a:off x="1962" y="2856"/>
              <a:ext cx="12" cy="3"/>
            </a:xfrm>
            <a:custGeom>
              <a:avLst/>
              <a:ahLst/>
              <a:rect l="0" t="0" r="r" b="b"/>
              <a:pathLst>
                <a:path w="35" h="10">
                  <a:moveTo>
                    <a:pt x="0" y="0"/>
                  </a:moveTo>
                  <a:lnTo>
                    <a:pt x="35" y="10"/>
                  </a:lnTo>
                  <a:lnTo>
                    <a:pt x="3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18" name=""/>
            <p:cNvSpPr/>
            <p:nvPr/>
          </p:nvSpPr>
          <p:spPr>
            <a:xfrm rot="0" flipV="1">
              <a:off x="1974" y="2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19" name=""/>
            <p:cNvSpPr/>
            <p:nvPr/>
          </p:nvSpPr>
          <p:spPr>
            <a:xfrm rot="0">
              <a:off x="1950" y="2838"/>
              <a:ext cx="27" cy="21"/>
            </a:xfrm>
            <a:custGeom>
              <a:avLst/>
              <a:ahLst/>
              <a:rect l="0" t="0" r="r" b="b"/>
              <a:pathLst>
                <a:path w="81" h="62">
                  <a:moveTo>
                    <a:pt x="0" y="45"/>
                  </a:moveTo>
                  <a:lnTo>
                    <a:pt x="36" y="53"/>
                  </a:lnTo>
                  <a:lnTo>
                    <a:pt x="71" y="62"/>
                  </a:lnTo>
                  <a:lnTo>
                    <a:pt x="81" y="18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20" name=""/>
            <p:cNvSpPr/>
            <p:nvPr/>
          </p:nvSpPr>
          <p:spPr>
            <a:xfrm rot="0">
              <a:off x="1950" y="2838"/>
              <a:ext cx="27" cy="21"/>
            </a:xfrm>
            <a:custGeom>
              <a:avLst/>
              <a:ahLst/>
              <a:rect l="0" t="0" r="r" b="b"/>
              <a:pathLst>
                <a:path w="81" h="62">
                  <a:moveTo>
                    <a:pt x="0" y="45"/>
                  </a:moveTo>
                  <a:lnTo>
                    <a:pt x="36" y="53"/>
                  </a:lnTo>
                  <a:lnTo>
                    <a:pt x="71" y="62"/>
                  </a:lnTo>
                  <a:lnTo>
                    <a:pt x="81" y="18"/>
                  </a:lnTo>
                  <a:lnTo>
                    <a:pt x="46" y="9"/>
                  </a:lnTo>
                  <a:lnTo>
                    <a:pt x="10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21" name=""/>
            <p:cNvSpPr/>
            <p:nvPr/>
          </p:nvSpPr>
          <p:spPr>
            <a:xfrm rot="0">
              <a:off x="1965" y="2841"/>
              <a:ext cx="12" cy="3"/>
            </a:xfrm>
            <a:custGeom>
              <a:avLst/>
              <a:ahLst/>
              <a:rect l="0" t="0" r="r" b="b"/>
              <a:pathLst>
                <a:path w="35" h="9">
                  <a:moveTo>
                    <a:pt x="0" y="0"/>
                  </a:moveTo>
                  <a:lnTo>
                    <a:pt x="35" y="9"/>
                  </a:lnTo>
                  <a:lnTo>
                    <a:pt x="35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22" name=""/>
            <p:cNvSpPr/>
            <p:nvPr/>
          </p:nvSpPr>
          <p:spPr>
            <a:xfrm rot="0" flipV="1">
              <a:off x="1977" y="2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23" name=""/>
            <p:cNvSpPr/>
            <p:nvPr/>
          </p:nvSpPr>
          <p:spPr>
            <a:xfrm rot="0">
              <a:off x="1953" y="2824"/>
              <a:ext cx="27" cy="20"/>
            </a:xfrm>
            <a:custGeom>
              <a:avLst/>
              <a:ahLst/>
              <a:rect l="0" t="0" r="r" b="b"/>
              <a:pathLst>
                <a:path w="80" h="58">
                  <a:moveTo>
                    <a:pt x="0" y="44"/>
                  </a:moveTo>
                  <a:lnTo>
                    <a:pt x="36" y="51"/>
                  </a:lnTo>
                  <a:lnTo>
                    <a:pt x="71" y="58"/>
                  </a:lnTo>
                  <a:lnTo>
                    <a:pt x="80" y="14"/>
                  </a:lnTo>
                  <a:lnTo>
                    <a:pt x="44" y="7"/>
                  </a:lnTo>
                  <a:lnTo>
                    <a:pt x="9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24" name=""/>
            <p:cNvSpPr/>
            <p:nvPr/>
          </p:nvSpPr>
          <p:spPr>
            <a:xfrm rot="0">
              <a:off x="1953" y="2824"/>
              <a:ext cx="27" cy="20"/>
            </a:xfrm>
            <a:custGeom>
              <a:avLst/>
              <a:ahLst/>
              <a:rect l="0" t="0" r="r" b="b"/>
              <a:pathLst>
                <a:path w="80" h="58">
                  <a:moveTo>
                    <a:pt x="0" y="44"/>
                  </a:moveTo>
                  <a:lnTo>
                    <a:pt x="36" y="51"/>
                  </a:lnTo>
                  <a:lnTo>
                    <a:pt x="71" y="58"/>
                  </a:lnTo>
                  <a:lnTo>
                    <a:pt x="80" y="14"/>
                  </a:lnTo>
                  <a:lnTo>
                    <a:pt x="44" y="7"/>
                  </a:lnTo>
                  <a:lnTo>
                    <a:pt x="9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25" name=""/>
            <p:cNvSpPr/>
            <p:nvPr/>
          </p:nvSpPr>
          <p:spPr>
            <a:xfrm rot="0">
              <a:off x="1968" y="2827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0"/>
                  </a:moveTo>
                  <a:lnTo>
                    <a:pt x="36" y="7"/>
                  </a:lnTo>
                  <a:lnTo>
                    <a:pt x="36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26" name=""/>
            <p:cNvSpPr/>
            <p:nvPr/>
          </p:nvSpPr>
          <p:spPr>
            <a:xfrm rot="0" flipV="1">
              <a:off x="1980" y="2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27" name=""/>
            <p:cNvSpPr/>
            <p:nvPr/>
          </p:nvSpPr>
          <p:spPr>
            <a:xfrm rot="0">
              <a:off x="1956" y="2810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0" y="46"/>
                  </a:moveTo>
                  <a:lnTo>
                    <a:pt x="35" y="50"/>
                  </a:lnTo>
                  <a:lnTo>
                    <a:pt x="71" y="54"/>
                  </a:lnTo>
                  <a:lnTo>
                    <a:pt x="77" y="9"/>
                  </a:lnTo>
                  <a:lnTo>
                    <a:pt x="41" y="4"/>
                  </a:lnTo>
                  <a:lnTo>
                    <a:pt x="5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28" name=""/>
            <p:cNvSpPr/>
            <p:nvPr/>
          </p:nvSpPr>
          <p:spPr>
            <a:xfrm rot="0">
              <a:off x="1956" y="2810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0" y="46"/>
                  </a:moveTo>
                  <a:lnTo>
                    <a:pt x="35" y="50"/>
                  </a:lnTo>
                  <a:lnTo>
                    <a:pt x="71" y="54"/>
                  </a:lnTo>
                  <a:lnTo>
                    <a:pt x="77" y="9"/>
                  </a:lnTo>
                  <a:lnTo>
                    <a:pt x="41" y="4"/>
                  </a:lnTo>
                  <a:lnTo>
                    <a:pt x="5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29" name=""/>
            <p:cNvSpPr/>
            <p:nvPr/>
          </p:nvSpPr>
          <p:spPr>
            <a:xfrm rot="0">
              <a:off x="1970" y="2811"/>
              <a:ext cx="12" cy="2"/>
            </a:xfrm>
            <a:custGeom>
              <a:avLst/>
              <a:ahLst/>
              <a:rect l="0" t="0" r="r" b="b"/>
              <a:pathLst>
                <a:path w="36" h="5">
                  <a:moveTo>
                    <a:pt x="0" y="0"/>
                  </a:moveTo>
                  <a:lnTo>
                    <a:pt x="36" y="5"/>
                  </a:lnTo>
                  <a:lnTo>
                    <a:pt x="3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30" name=""/>
            <p:cNvSpPr/>
            <p:nvPr/>
          </p:nvSpPr>
          <p:spPr>
            <a:xfrm rot="0" flipV="1">
              <a:off x="1982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31" name=""/>
            <p:cNvSpPr/>
            <p:nvPr/>
          </p:nvSpPr>
          <p:spPr>
            <a:xfrm rot="0">
              <a:off x="1958" y="2796"/>
              <a:ext cx="25" cy="16"/>
            </a:xfrm>
            <a:custGeom>
              <a:avLst/>
              <a:ahLst/>
              <a:rect l="0" t="0" r="r" b="b"/>
              <a:pathLst>
                <a:path w="76" h="50">
                  <a:moveTo>
                    <a:pt x="0" y="44"/>
                  </a:moveTo>
                  <a:lnTo>
                    <a:pt x="36" y="47"/>
                  </a:lnTo>
                  <a:lnTo>
                    <a:pt x="72" y="50"/>
                  </a:lnTo>
                  <a:lnTo>
                    <a:pt x="76" y="6"/>
                  </a:lnTo>
                  <a:lnTo>
                    <a:pt x="40" y="3"/>
                  </a:lnTo>
                  <a:lnTo>
                    <a:pt x="5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32" name=""/>
            <p:cNvSpPr/>
            <p:nvPr/>
          </p:nvSpPr>
          <p:spPr>
            <a:xfrm rot="0">
              <a:off x="1958" y="2796"/>
              <a:ext cx="25" cy="16"/>
            </a:xfrm>
            <a:custGeom>
              <a:avLst/>
              <a:ahLst/>
              <a:rect l="0" t="0" r="r" b="b"/>
              <a:pathLst>
                <a:path w="76" h="50">
                  <a:moveTo>
                    <a:pt x="0" y="44"/>
                  </a:moveTo>
                  <a:lnTo>
                    <a:pt x="36" y="47"/>
                  </a:lnTo>
                  <a:lnTo>
                    <a:pt x="72" y="50"/>
                  </a:lnTo>
                  <a:lnTo>
                    <a:pt x="76" y="6"/>
                  </a:lnTo>
                  <a:lnTo>
                    <a:pt x="40" y="3"/>
                  </a:lnTo>
                  <a:lnTo>
                    <a:pt x="5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33" name=""/>
            <p:cNvSpPr/>
            <p:nvPr/>
          </p:nvSpPr>
          <p:spPr>
            <a:xfrm rot="0">
              <a:off x="1971" y="2797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0" y="0"/>
                  </a:moveTo>
                  <a:lnTo>
                    <a:pt x="36" y="3"/>
                  </a:lnTo>
                  <a:lnTo>
                    <a:pt x="3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34" name=""/>
            <p:cNvSpPr/>
            <p:nvPr/>
          </p:nvSpPr>
          <p:spPr>
            <a:xfrm rot="0">
              <a:off x="1983" y="27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35" name=""/>
            <p:cNvSpPr/>
            <p:nvPr/>
          </p:nvSpPr>
          <p:spPr>
            <a:xfrm rot="0">
              <a:off x="1960" y="2781"/>
              <a:ext cx="24" cy="17"/>
            </a:xfrm>
            <a:custGeom>
              <a:avLst/>
              <a:ahLst/>
              <a:rect l="0" t="0" r="r" b="b"/>
              <a:pathLst>
                <a:path w="74" h="51">
                  <a:moveTo>
                    <a:pt x="0" y="45"/>
                  </a:moveTo>
                  <a:lnTo>
                    <a:pt x="35" y="48"/>
                  </a:lnTo>
                  <a:lnTo>
                    <a:pt x="71" y="51"/>
                  </a:lnTo>
                  <a:lnTo>
                    <a:pt x="74" y="5"/>
                  </a:lnTo>
                  <a:lnTo>
                    <a:pt x="38" y="3"/>
                  </a:lnTo>
                  <a:lnTo>
                    <a:pt x="3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36" name=""/>
            <p:cNvSpPr/>
            <p:nvPr/>
          </p:nvSpPr>
          <p:spPr>
            <a:xfrm rot="0">
              <a:off x="1960" y="2781"/>
              <a:ext cx="24" cy="17"/>
            </a:xfrm>
            <a:custGeom>
              <a:avLst/>
              <a:ahLst/>
              <a:rect l="0" t="0" r="r" b="b"/>
              <a:pathLst>
                <a:path w="74" h="51">
                  <a:moveTo>
                    <a:pt x="0" y="45"/>
                  </a:moveTo>
                  <a:lnTo>
                    <a:pt x="35" y="48"/>
                  </a:lnTo>
                  <a:lnTo>
                    <a:pt x="71" y="51"/>
                  </a:lnTo>
                  <a:lnTo>
                    <a:pt x="74" y="5"/>
                  </a:lnTo>
                  <a:lnTo>
                    <a:pt x="38" y="3"/>
                  </a:lnTo>
                  <a:lnTo>
                    <a:pt x="3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37" name=""/>
            <p:cNvSpPr/>
            <p:nvPr/>
          </p:nvSpPr>
          <p:spPr>
            <a:xfrm rot="0">
              <a:off x="1972" y="2782"/>
              <a:ext cx="13" cy="1"/>
            </a:xfrm>
            <a:custGeom>
              <a:avLst/>
              <a:ahLst/>
              <a:rect l="0" t="0" r="r" b="b"/>
              <a:pathLst>
                <a:path w="37" h="2">
                  <a:moveTo>
                    <a:pt x="0" y="0"/>
                  </a:moveTo>
                  <a:lnTo>
                    <a:pt x="36" y="2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38" name=""/>
            <p:cNvSpPr/>
            <p:nvPr/>
          </p:nvSpPr>
          <p:spPr>
            <a:xfrm rot="0" flipV="1">
              <a:off x="1984" y="2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39" name=""/>
            <p:cNvSpPr/>
            <p:nvPr/>
          </p:nvSpPr>
          <p:spPr>
            <a:xfrm rot="0">
              <a:off x="1961" y="2766"/>
              <a:ext cx="24" cy="16"/>
            </a:xfrm>
            <a:custGeom>
              <a:avLst/>
              <a:ahLst/>
              <a:rect l="0" t="0" r="r" b="b"/>
              <a:pathLst>
                <a:path w="72" h="46">
                  <a:moveTo>
                    <a:pt x="0" y="46"/>
                  </a:moveTo>
                  <a:lnTo>
                    <a:pt x="35" y="46"/>
                  </a:lnTo>
                  <a:lnTo>
                    <a:pt x="72" y="4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40" name=""/>
            <p:cNvSpPr/>
            <p:nvPr/>
          </p:nvSpPr>
          <p:spPr>
            <a:xfrm rot="0">
              <a:off x="1961" y="2766"/>
              <a:ext cx="24" cy="16"/>
            </a:xfrm>
            <a:custGeom>
              <a:avLst/>
              <a:ahLst/>
              <a:rect l="0" t="0" r="r" b="b"/>
              <a:pathLst>
                <a:path w="72" h="46">
                  <a:moveTo>
                    <a:pt x="0" y="46"/>
                  </a:moveTo>
                  <a:lnTo>
                    <a:pt x="35" y="46"/>
                  </a:lnTo>
                  <a:lnTo>
                    <a:pt x="72" y="4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41" name=""/>
            <p:cNvSpPr/>
            <p:nvPr/>
          </p:nvSpPr>
          <p:spPr>
            <a:xfrm rot="0">
              <a:off x="1972" y="2766"/>
              <a:ext cx="13" cy="1"/>
            </a:xfrm>
            <a:custGeom>
              <a:avLst/>
              <a:ahLst/>
              <a:rect l="0" t="0" r="r" b="b"/>
              <a:pathLst>
                <a:path w="37" h="1">
                  <a:moveTo>
                    <a:pt x="0" y="1"/>
                  </a:moveTo>
                  <a:lnTo>
                    <a:pt x="37" y="1"/>
                  </a:lnTo>
                  <a:lnTo>
                    <a:pt x="3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42" name=""/>
            <p:cNvSpPr/>
            <p:nvPr/>
          </p:nvSpPr>
          <p:spPr>
            <a:xfrm rot="0" flipH="1" flipV="1">
              <a:off x="1984" y="27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43" name=""/>
            <p:cNvSpPr/>
            <p:nvPr/>
          </p:nvSpPr>
          <p:spPr>
            <a:xfrm rot="0">
              <a:off x="1960" y="2751"/>
              <a:ext cx="24" cy="16"/>
            </a:xfrm>
            <a:custGeom>
              <a:avLst/>
              <a:ahLst/>
              <a:rect l="0" t="0" r="r" b="b"/>
              <a:pathLst>
                <a:path w="73" h="47">
                  <a:moveTo>
                    <a:pt x="2" y="47"/>
                  </a:moveTo>
                  <a:lnTo>
                    <a:pt x="37" y="46"/>
                  </a:lnTo>
                  <a:lnTo>
                    <a:pt x="73" y="45"/>
                  </a:lnTo>
                  <a:lnTo>
                    <a:pt x="71" y="0"/>
                  </a:lnTo>
                  <a:lnTo>
                    <a:pt x="36" y="2"/>
                  </a:lnTo>
                  <a:lnTo>
                    <a:pt x="0" y="3"/>
                  </a:lnTo>
                  <a:lnTo>
                    <a:pt x="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44" name=""/>
            <p:cNvSpPr/>
            <p:nvPr/>
          </p:nvSpPr>
          <p:spPr>
            <a:xfrm rot="0">
              <a:off x="1960" y="2751"/>
              <a:ext cx="24" cy="16"/>
            </a:xfrm>
            <a:custGeom>
              <a:avLst/>
              <a:ahLst/>
              <a:rect l="0" t="0" r="r" b="b"/>
              <a:pathLst>
                <a:path w="73" h="47">
                  <a:moveTo>
                    <a:pt x="2" y="47"/>
                  </a:moveTo>
                  <a:lnTo>
                    <a:pt x="37" y="46"/>
                  </a:lnTo>
                  <a:lnTo>
                    <a:pt x="73" y="45"/>
                  </a:lnTo>
                  <a:lnTo>
                    <a:pt x="71" y="0"/>
                  </a:lnTo>
                  <a:lnTo>
                    <a:pt x="36" y="2"/>
                  </a:lnTo>
                  <a:lnTo>
                    <a:pt x="0" y="3"/>
                  </a:lnTo>
                  <a:lnTo>
                    <a:pt x="2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45" name=""/>
            <p:cNvSpPr/>
            <p:nvPr/>
          </p:nvSpPr>
          <p:spPr>
            <a:xfrm rot="0">
              <a:off x="1972" y="2751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0" y="3"/>
                  </a:moveTo>
                  <a:lnTo>
                    <a:pt x="35" y="1"/>
                  </a:lnTo>
                  <a:lnTo>
                    <a:pt x="35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46" name=""/>
            <p:cNvSpPr/>
            <p:nvPr/>
          </p:nvSpPr>
          <p:spPr>
            <a:xfrm rot="0" flipV="1">
              <a:off x="1984" y="2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47" name=""/>
            <p:cNvSpPr/>
            <p:nvPr/>
          </p:nvSpPr>
          <p:spPr>
            <a:xfrm rot="0">
              <a:off x="1959" y="2735"/>
              <a:ext cx="25" cy="18"/>
            </a:xfrm>
            <a:custGeom>
              <a:avLst/>
              <a:ahLst/>
              <a:rect l="0" t="0" r="r" b="b"/>
              <a:pathLst>
                <a:path w="75" h="52">
                  <a:moveTo>
                    <a:pt x="4" y="52"/>
                  </a:moveTo>
                  <a:lnTo>
                    <a:pt x="40" y="49"/>
                  </a:lnTo>
                  <a:lnTo>
                    <a:pt x="75" y="46"/>
                  </a:lnTo>
                  <a:lnTo>
                    <a:pt x="71" y="0"/>
                  </a:lnTo>
                  <a:lnTo>
                    <a:pt x="35" y="3"/>
                  </a:lnTo>
                  <a:lnTo>
                    <a:pt x="0" y="6"/>
                  </a:lnTo>
                  <a:lnTo>
                    <a:pt x="4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48" name=""/>
            <p:cNvSpPr/>
            <p:nvPr/>
          </p:nvSpPr>
          <p:spPr>
            <a:xfrm rot="0">
              <a:off x="1959" y="2735"/>
              <a:ext cx="25" cy="18"/>
            </a:xfrm>
            <a:custGeom>
              <a:avLst/>
              <a:ahLst/>
              <a:rect l="0" t="0" r="r" b="b"/>
              <a:pathLst>
                <a:path w="75" h="52">
                  <a:moveTo>
                    <a:pt x="4" y="52"/>
                  </a:moveTo>
                  <a:lnTo>
                    <a:pt x="40" y="49"/>
                  </a:lnTo>
                  <a:lnTo>
                    <a:pt x="75" y="46"/>
                  </a:lnTo>
                  <a:lnTo>
                    <a:pt x="71" y="0"/>
                  </a:lnTo>
                  <a:lnTo>
                    <a:pt x="35" y="3"/>
                  </a:lnTo>
                  <a:lnTo>
                    <a:pt x="0" y="6"/>
                  </a:lnTo>
                  <a:lnTo>
                    <a:pt x="4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49" name=""/>
            <p:cNvSpPr/>
            <p:nvPr/>
          </p:nvSpPr>
          <p:spPr>
            <a:xfrm rot="0">
              <a:off x="1970" y="2735"/>
              <a:ext cx="12" cy="1"/>
            </a:xfrm>
            <a:custGeom>
              <a:avLst/>
              <a:ahLst/>
              <a:rect l="0" t="0" r="r" b="b"/>
              <a:pathLst>
                <a:path w="36" h="4">
                  <a:moveTo>
                    <a:pt x="0" y="4"/>
                  </a:moveTo>
                  <a:lnTo>
                    <a:pt x="36" y="1"/>
                  </a:lnTo>
                  <a:lnTo>
                    <a:pt x="3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50" name=""/>
            <p:cNvSpPr/>
            <p:nvPr/>
          </p:nvSpPr>
          <p:spPr>
            <a:xfrm rot="0" flipV="1">
              <a:off x="1982" y="2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51" name=""/>
            <p:cNvSpPr/>
            <p:nvPr/>
          </p:nvSpPr>
          <p:spPr>
            <a:xfrm rot="0">
              <a:off x="1957" y="2720"/>
              <a:ext cx="25" cy="18"/>
            </a:xfrm>
            <a:custGeom>
              <a:avLst/>
              <a:ahLst/>
              <a:rect l="0" t="0" r="r" b="b"/>
              <a:pathLst>
                <a:path w="77" h="53">
                  <a:moveTo>
                    <a:pt x="6" y="53"/>
                  </a:moveTo>
                  <a:lnTo>
                    <a:pt x="41" y="48"/>
                  </a:lnTo>
                  <a:lnTo>
                    <a:pt x="77" y="44"/>
                  </a:lnTo>
                  <a:lnTo>
                    <a:pt x="71" y="0"/>
                  </a:lnTo>
                  <a:lnTo>
                    <a:pt x="36" y="4"/>
                  </a:lnTo>
                  <a:lnTo>
                    <a:pt x="0" y="8"/>
                  </a:lnTo>
                  <a:lnTo>
                    <a:pt x="6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52" name=""/>
            <p:cNvSpPr/>
            <p:nvPr/>
          </p:nvSpPr>
          <p:spPr>
            <a:xfrm rot="0">
              <a:off x="1957" y="2720"/>
              <a:ext cx="25" cy="18"/>
            </a:xfrm>
            <a:custGeom>
              <a:avLst/>
              <a:ahLst/>
              <a:rect l="0" t="0" r="r" b="b"/>
              <a:pathLst>
                <a:path w="77" h="53">
                  <a:moveTo>
                    <a:pt x="6" y="53"/>
                  </a:moveTo>
                  <a:lnTo>
                    <a:pt x="41" y="48"/>
                  </a:lnTo>
                  <a:lnTo>
                    <a:pt x="77" y="44"/>
                  </a:lnTo>
                  <a:lnTo>
                    <a:pt x="71" y="0"/>
                  </a:lnTo>
                  <a:lnTo>
                    <a:pt x="36" y="4"/>
                  </a:lnTo>
                  <a:lnTo>
                    <a:pt x="0" y="8"/>
                  </a:lnTo>
                  <a:lnTo>
                    <a:pt x="6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53" name=""/>
            <p:cNvSpPr/>
            <p:nvPr/>
          </p:nvSpPr>
          <p:spPr>
            <a:xfrm rot="0">
              <a:off x="1969" y="2719"/>
              <a:ext cx="11" cy="3"/>
            </a:xfrm>
            <a:custGeom>
              <a:avLst/>
              <a:ahLst/>
              <a:rect l="0" t="0" r="r" b="b"/>
              <a:pathLst>
                <a:path w="35" h="7">
                  <a:moveTo>
                    <a:pt x="0" y="7"/>
                  </a:moveTo>
                  <a:lnTo>
                    <a:pt x="35" y="3"/>
                  </a:lnTo>
                  <a:lnTo>
                    <a:pt x="3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54" name=""/>
            <p:cNvSpPr/>
            <p:nvPr/>
          </p:nvSpPr>
          <p:spPr>
            <a:xfrm rot="0" flipV="1">
              <a:off x="1980" y="2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55" name=""/>
            <p:cNvSpPr/>
            <p:nvPr/>
          </p:nvSpPr>
          <p:spPr>
            <a:xfrm rot="0">
              <a:off x="1954" y="2704"/>
              <a:ext cx="26" cy="20"/>
            </a:xfrm>
            <a:custGeom>
              <a:avLst/>
              <a:ahLst/>
              <a:rect l="0" t="0" r="r" b="b"/>
              <a:pathLst>
                <a:path w="79" h="59">
                  <a:moveTo>
                    <a:pt x="8" y="59"/>
                  </a:moveTo>
                  <a:lnTo>
                    <a:pt x="44" y="52"/>
                  </a:lnTo>
                  <a:lnTo>
                    <a:pt x="79" y="45"/>
                  </a:lnTo>
                  <a:lnTo>
                    <a:pt x="71" y="0"/>
                  </a:lnTo>
                  <a:lnTo>
                    <a:pt x="35" y="7"/>
                  </a:lnTo>
                  <a:lnTo>
                    <a:pt x="0" y="14"/>
                  </a:lnTo>
                  <a:lnTo>
                    <a:pt x="8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56" name=""/>
            <p:cNvSpPr/>
            <p:nvPr/>
          </p:nvSpPr>
          <p:spPr>
            <a:xfrm rot="0">
              <a:off x="1954" y="2704"/>
              <a:ext cx="26" cy="20"/>
            </a:xfrm>
            <a:custGeom>
              <a:avLst/>
              <a:ahLst/>
              <a:rect l="0" t="0" r="r" b="b"/>
              <a:pathLst>
                <a:path w="79" h="59">
                  <a:moveTo>
                    <a:pt x="8" y="59"/>
                  </a:moveTo>
                  <a:lnTo>
                    <a:pt x="44" y="52"/>
                  </a:lnTo>
                  <a:lnTo>
                    <a:pt x="79" y="45"/>
                  </a:lnTo>
                  <a:lnTo>
                    <a:pt x="71" y="0"/>
                  </a:lnTo>
                  <a:lnTo>
                    <a:pt x="35" y="7"/>
                  </a:lnTo>
                  <a:lnTo>
                    <a:pt x="0" y="14"/>
                  </a:lnTo>
                  <a:lnTo>
                    <a:pt x="8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57" name=""/>
            <p:cNvSpPr/>
            <p:nvPr/>
          </p:nvSpPr>
          <p:spPr>
            <a:xfrm rot="0">
              <a:off x="1966" y="2704"/>
              <a:ext cx="12" cy="3"/>
            </a:xfrm>
            <a:custGeom>
              <a:avLst/>
              <a:ahLst/>
              <a:rect l="0" t="0" r="r" b="b"/>
              <a:pathLst>
                <a:path w="36" h="9">
                  <a:moveTo>
                    <a:pt x="0" y="9"/>
                  </a:moveTo>
                  <a:lnTo>
                    <a:pt x="36" y="2"/>
                  </a:lnTo>
                  <a:lnTo>
                    <a:pt x="36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58" name=""/>
            <p:cNvSpPr/>
            <p:nvPr/>
          </p:nvSpPr>
          <p:spPr>
            <a:xfrm rot="0" flipV="1">
              <a:off x="1978" y="2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59" name=""/>
            <p:cNvSpPr/>
            <p:nvPr/>
          </p:nvSpPr>
          <p:spPr>
            <a:xfrm rot="0">
              <a:off x="1951" y="2689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10" y="61"/>
                  </a:moveTo>
                  <a:lnTo>
                    <a:pt x="45" y="53"/>
                  </a:lnTo>
                  <a:lnTo>
                    <a:pt x="81" y="44"/>
                  </a:lnTo>
                  <a:lnTo>
                    <a:pt x="71" y="0"/>
                  </a:lnTo>
                  <a:lnTo>
                    <a:pt x="35" y="8"/>
                  </a:lnTo>
                  <a:lnTo>
                    <a:pt x="0" y="17"/>
                  </a:lnTo>
                  <a:lnTo>
                    <a:pt x="1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60" name=""/>
            <p:cNvSpPr/>
            <p:nvPr/>
          </p:nvSpPr>
          <p:spPr>
            <a:xfrm rot="0">
              <a:off x="1951" y="2689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10" y="61"/>
                  </a:moveTo>
                  <a:lnTo>
                    <a:pt x="45" y="53"/>
                  </a:lnTo>
                  <a:lnTo>
                    <a:pt x="81" y="44"/>
                  </a:lnTo>
                  <a:lnTo>
                    <a:pt x="71" y="0"/>
                  </a:lnTo>
                  <a:lnTo>
                    <a:pt x="35" y="8"/>
                  </a:lnTo>
                  <a:lnTo>
                    <a:pt x="0" y="17"/>
                  </a:lnTo>
                  <a:lnTo>
                    <a:pt x="1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61" name=""/>
            <p:cNvSpPr/>
            <p:nvPr/>
          </p:nvSpPr>
          <p:spPr>
            <a:xfrm rot="0">
              <a:off x="1962" y="2689"/>
              <a:ext cx="12" cy="3"/>
            </a:xfrm>
            <a:custGeom>
              <a:avLst/>
              <a:ahLst/>
              <a:rect l="0" t="0" r="r" b="b"/>
              <a:pathLst>
                <a:path w="36" h="9">
                  <a:moveTo>
                    <a:pt x="0" y="9"/>
                  </a:moveTo>
                  <a:lnTo>
                    <a:pt x="36" y="1"/>
                  </a:lnTo>
                  <a:lnTo>
                    <a:pt x="36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62" name=""/>
            <p:cNvSpPr/>
            <p:nvPr/>
          </p:nvSpPr>
          <p:spPr>
            <a:xfrm rot="0" flipV="1">
              <a:off x="1974" y="2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63" name=""/>
            <p:cNvSpPr/>
            <p:nvPr/>
          </p:nvSpPr>
          <p:spPr>
            <a:xfrm rot="0">
              <a:off x="1947" y="2674"/>
              <a:ext cx="27" cy="21"/>
            </a:xfrm>
            <a:custGeom>
              <a:avLst/>
              <a:ahLst/>
              <a:rect l="0" t="0" r="r" b="b"/>
              <a:pathLst>
                <a:path w="83" h="62">
                  <a:moveTo>
                    <a:pt x="12" y="62"/>
                  </a:moveTo>
                  <a:lnTo>
                    <a:pt x="47" y="52"/>
                  </a:lnTo>
                  <a:lnTo>
                    <a:pt x="83" y="43"/>
                  </a:lnTo>
                  <a:lnTo>
                    <a:pt x="71" y="0"/>
                  </a:lnTo>
                  <a:lnTo>
                    <a:pt x="36" y="10"/>
                  </a:lnTo>
                  <a:lnTo>
                    <a:pt x="0" y="20"/>
                  </a:lnTo>
                  <a:lnTo>
                    <a:pt x="12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64" name=""/>
            <p:cNvSpPr/>
            <p:nvPr/>
          </p:nvSpPr>
          <p:spPr>
            <a:xfrm rot="0">
              <a:off x="1947" y="2674"/>
              <a:ext cx="27" cy="21"/>
            </a:xfrm>
            <a:custGeom>
              <a:avLst/>
              <a:ahLst/>
              <a:rect l="0" t="0" r="r" b="b"/>
              <a:pathLst>
                <a:path w="83" h="62">
                  <a:moveTo>
                    <a:pt x="12" y="62"/>
                  </a:moveTo>
                  <a:lnTo>
                    <a:pt x="47" y="52"/>
                  </a:lnTo>
                  <a:lnTo>
                    <a:pt x="83" y="43"/>
                  </a:lnTo>
                  <a:lnTo>
                    <a:pt x="71" y="0"/>
                  </a:lnTo>
                  <a:lnTo>
                    <a:pt x="36" y="10"/>
                  </a:lnTo>
                  <a:lnTo>
                    <a:pt x="0" y="20"/>
                  </a:lnTo>
                  <a:lnTo>
                    <a:pt x="12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65" name=""/>
            <p:cNvSpPr/>
            <p:nvPr/>
          </p:nvSpPr>
          <p:spPr>
            <a:xfrm rot="0">
              <a:off x="1959" y="2674"/>
              <a:ext cx="11" cy="4"/>
            </a:xfrm>
            <a:custGeom>
              <a:avLst/>
              <a:ahLst/>
              <a:rect l="0" t="0" r="r" b="b"/>
              <a:pathLst>
                <a:path w="35" h="12">
                  <a:moveTo>
                    <a:pt x="0" y="12"/>
                  </a:moveTo>
                  <a:lnTo>
                    <a:pt x="35" y="2"/>
                  </a:lnTo>
                  <a:lnTo>
                    <a:pt x="3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66" name=""/>
            <p:cNvSpPr/>
            <p:nvPr/>
          </p:nvSpPr>
          <p:spPr>
            <a:xfrm rot="0" flipH="1" flipV="1">
              <a:off x="1970" y="26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67" name=""/>
            <p:cNvSpPr/>
            <p:nvPr/>
          </p:nvSpPr>
          <p:spPr>
            <a:xfrm rot="0">
              <a:off x="1942" y="2660"/>
              <a:ext cx="28" cy="21"/>
            </a:xfrm>
            <a:custGeom>
              <a:avLst/>
              <a:ahLst/>
              <a:rect l="0" t="0" r="r" b="b"/>
              <a:pathLst>
                <a:path w="83" h="65">
                  <a:moveTo>
                    <a:pt x="15" y="65"/>
                  </a:moveTo>
                  <a:lnTo>
                    <a:pt x="49" y="54"/>
                  </a:lnTo>
                  <a:lnTo>
                    <a:pt x="83" y="42"/>
                  </a:lnTo>
                  <a:lnTo>
                    <a:pt x="69" y="0"/>
                  </a:lnTo>
                  <a:lnTo>
                    <a:pt x="35" y="11"/>
                  </a:lnTo>
                  <a:lnTo>
                    <a:pt x="0" y="22"/>
                  </a:lnTo>
                  <a:lnTo>
                    <a:pt x="1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68" name=""/>
            <p:cNvSpPr/>
            <p:nvPr/>
          </p:nvSpPr>
          <p:spPr>
            <a:xfrm rot="0">
              <a:off x="1942" y="2660"/>
              <a:ext cx="28" cy="21"/>
            </a:xfrm>
            <a:custGeom>
              <a:avLst/>
              <a:ahLst/>
              <a:rect l="0" t="0" r="r" b="b"/>
              <a:pathLst>
                <a:path w="83" h="65">
                  <a:moveTo>
                    <a:pt x="15" y="65"/>
                  </a:moveTo>
                  <a:lnTo>
                    <a:pt x="49" y="54"/>
                  </a:lnTo>
                  <a:lnTo>
                    <a:pt x="83" y="42"/>
                  </a:lnTo>
                  <a:lnTo>
                    <a:pt x="69" y="0"/>
                  </a:lnTo>
                  <a:lnTo>
                    <a:pt x="35" y="11"/>
                  </a:lnTo>
                  <a:lnTo>
                    <a:pt x="0" y="22"/>
                  </a:lnTo>
                  <a:lnTo>
                    <a:pt x="1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69" name=""/>
            <p:cNvSpPr/>
            <p:nvPr/>
          </p:nvSpPr>
          <p:spPr>
            <a:xfrm rot="0">
              <a:off x="1954" y="2659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0" y="13"/>
                  </a:moveTo>
                  <a:lnTo>
                    <a:pt x="34" y="2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70" name=""/>
            <p:cNvSpPr/>
            <p:nvPr/>
          </p:nvSpPr>
          <p:spPr>
            <a:xfrm rot="0" flipV="1">
              <a:off x="1965" y="26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71" name=""/>
            <p:cNvSpPr/>
            <p:nvPr/>
          </p:nvSpPr>
          <p:spPr>
            <a:xfrm rot="0">
              <a:off x="1937" y="2645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15" y="68"/>
                  </a:moveTo>
                  <a:lnTo>
                    <a:pt x="50" y="55"/>
                  </a:lnTo>
                  <a:lnTo>
                    <a:pt x="84" y="42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5"/>
                  </a:lnTo>
                  <a:lnTo>
                    <a:pt x="15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72" name=""/>
            <p:cNvSpPr/>
            <p:nvPr/>
          </p:nvSpPr>
          <p:spPr>
            <a:xfrm rot="0">
              <a:off x="1937" y="2645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15" y="68"/>
                  </a:moveTo>
                  <a:lnTo>
                    <a:pt x="50" y="55"/>
                  </a:lnTo>
                  <a:lnTo>
                    <a:pt x="84" y="42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5"/>
                  </a:lnTo>
                  <a:lnTo>
                    <a:pt x="15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73" name=""/>
            <p:cNvSpPr/>
            <p:nvPr/>
          </p:nvSpPr>
          <p:spPr>
            <a:xfrm rot="0">
              <a:off x="1949" y="2644"/>
              <a:ext cx="11" cy="5"/>
            </a:xfrm>
            <a:custGeom>
              <a:avLst/>
              <a:ahLst/>
              <a:rect l="0" t="0" r="r" b="b"/>
              <a:pathLst>
                <a:path w="34" h="14">
                  <a:moveTo>
                    <a:pt x="0" y="14"/>
                  </a:moveTo>
                  <a:lnTo>
                    <a:pt x="34" y="2"/>
                  </a:lnTo>
                  <a:lnTo>
                    <a:pt x="34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74" name=""/>
            <p:cNvSpPr/>
            <p:nvPr/>
          </p:nvSpPr>
          <p:spPr>
            <a:xfrm rot="0" flipV="1">
              <a:off x="1960" y="26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75" name=""/>
            <p:cNvSpPr/>
            <p:nvPr/>
          </p:nvSpPr>
          <p:spPr>
            <a:xfrm rot="0">
              <a:off x="1932" y="2631"/>
              <a:ext cx="28" cy="23"/>
            </a:xfrm>
            <a:custGeom>
              <a:avLst/>
              <a:ahLst/>
              <a:rect l="0" t="0" r="r" b="b"/>
              <a:pathLst>
                <a:path w="85" h="70">
                  <a:moveTo>
                    <a:pt x="17" y="70"/>
                  </a:moveTo>
                  <a:lnTo>
                    <a:pt x="51" y="55"/>
                  </a:lnTo>
                  <a:lnTo>
                    <a:pt x="85" y="41"/>
                  </a:lnTo>
                  <a:lnTo>
                    <a:pt x="68" y="0"/>
                  </a:lnTo>
                  <a:lnTo>
                    <a:pt x="34" y="14"/>
                  </a:lnTo>
                  <a:lnTo>
                    <a:pt x="0" y="28"/>
                  </a:lnTo>
                  <a:lnTo>
                    <a:pt x="17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76" name=""/>
            <p:cNvSpPr/>
            <p:nvPr/>
          </p:nvSpPr>
          <p:spPr>
            <a:xfrm rot="0">
              <a:off x="1932" y="2631"/>
              <a:ext cx="28" cy="23"/>
            </a:xfrm>
            <a:custGeom>
              <a:avLst/>
              <a:ahLst/>
              <a:rect l="0" t="0" r="r" b="b"/>
              <a:pathLst>
                <a:path w="85" h="70">
                  <a:moveTo>
                    <a:pt x="17" y="70"/>
                  </a:moveTo>
                  <a:lnTo>
                    <a:pt x="51" y="55"/>
                  </a:lnTo>
                  <a:lnTo>
                    <a:pt x="85" y="41"/>
                  </a:lnTo>
                  <a:lnTo>
                    <a:pt x="68" y="0"/>
                  </a:lnTo>
                  <a:lnTo>
                    <a:pt x="34" y="14"/>
                  </a:lnTo>
                  <a:lnTo>
                    <a:pt x="0" y="28"/>
                  </a:lnTo>
                  <a:lnTo>
                    <a:pt x="17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77" name=""/>
            <p:cNvSpPr/>
            <p:nvPr/>
          </p:nvSpPr>
          <p:spPr>
            <a:xfrm rot="0">
              <a:off x="1943" y="2630"/>
              <a:ext cx="11" cy="5"/>
            </a:xfrm>
            <a:custGeom>
              <a:avLst/>
              <a:ahLst/>
              <a:rect l="0" t="0" r="r" b="b"/>
              <a:pathLst>
                <a:path w="34" h="16">
                  <a:moveTo>
                    <a:pt x="0" y="16"/>
                  </a:moveTo>
                  <a:lnTo>
                    <a:pt x="34" y="2"/>
                  </a:lnTo>
                  <a:lnTo>
                    <a:pt x="33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78" name=""/>
            <p:cNvSpPr/>
            <p:nvPr/>
          </p:nvSpPr>
          <p:spPr>
            <a:xfrm rot="0" flipH="1" flipV="1">
              <a:off x="1954" y="26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79" name=""/>
            <p:cNvSpPr/>
            <p:nvPr/>
          </p:nvSpPr>
          <p:spPr>
            <a:xfrm rot="0">
              <a:off x="1925" y="2616"/>
              <a:ext cx="29" cy="25"/>
            </a:xfrm>
            <a:custGeom>
              <a:avLst/>
              <a:ahLst/>
              <a:rect l="0" t="0" r="r" b="b"/>
              <a:pathLst>
                <a:path w="86" h="73">
                  <a:moveTo>
                    <a:pt x="20" y="73"/>
                  </a:moveTo>
                  <a:lnTo>
                    <a:pt x="53" y="57"/>
                  </a:lnTo>
                  <a:lnTo>
                    <a:pt x="86" y="41"/>
                  </a:lnTo>
                  <a:lnTo>
                    <a:pt x="66" y="0"/>
                  </a:lnTo>
                  <a:lnTo>
                    <a:pt x="33" y="16"/>
                  </a:lnTo>
                  <a:lnTo>
                    <a:pt x="0" y="31"/>
                  </a:lnTo>
                  <a:lnTo>
                    <a:pt x="2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80" name=""/>
            <p:cNvSpPr/>
            <p:nvPr/>
          </p:nvSpPr>
          <p:spPr>
            <a:xfrm rot="0">
              <a:off x="1925" y="2616"/>
              <a:ext cx="29" cy="25"/>
            </a:xfrm>
            <a:custGeom>
              <a:avLst/>
              <a:ahLst/>
              <a:rect l="0" t="0" r="r" b="b"/>
              <a:pathLst>
                <a:path w="86" h="73">
                  <a:moveTo>
                    <a:pt x="20" y="73"/>
                  </a:moveTo>
                  <a:lnTo>
                    <a:pt x="53" y="57"/>
                  </a:lnTo>
                  <a:lnTo>
                    <a:pt x="86" y="41"/>
                  </a:lnTo>
                  <a:lnTo>
                    <a:pt x="66" y="0"/>
                  </a:lnTo>
                  <a:lnTo>
                    <a:pt x="33" y="16"/>
                  </a:lnTo>
                  <a:lnTo>
                    <a:pt x="0" y="31"/>
                  </a:lnTo>
                  <a:lnTo>
                    <a:pt x="2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81" name=""/>
            <p:cNvSpPr/>
            <p:nvPr/>
          </p:nvSpPr>
          <p:spPr>
            <a:xfrm rot="0">
              <a:off x="1936" y="2616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0" y="17"/>
                  </a:moveTo>
                  <a:lnTo>
                    <a:pt x="33" y="1"/>
                  </a:lnTo>
                  <a:lnTo>
                    <a:pt x="31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82" name=""/>
            <p:cNvSpPr/>
            <p:nvPr/>
          </p:nvSpPr>
          <p:spPr>
            <a:xfrm rot="0" flipH="1" flipV="1">
              <a:off x="1947" y="26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83" name=""/>
            <p:cNvSpPr/>
            <p:nvPr/>
          </p:nvSpPr>
          <p:spPr>
            <a:xfrm rot="0">
              <a:off x="1919" y="2603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22" y="74"/>
                  </a:moveTo>
                  <a:lnTo>
                    <a:pt x="53" y="57"/>
                  </a:lnTo>
                  <a:lnTo>
                    <a:pt x="84" y="40"/>
                  </a:lnTo>
                  <a:lnTo>
                    <a:pt x="63" y="0"/>
                  </a:lnTo>
                  <a:lnTo>
                    <a:pt x="32" y="17"/>
                  </a:lnTo>
                  <a:lnTo>
                    <a:pt x="0" y="34"/>
                  </a:lnTo>
                  <a:lnTo>
                    <a:pt x="22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84" name=""/>
            <p:cNvSpPr/>
            <p:nvPr/>
          </p:nvSpPr>
          <p:spPr>
            <a:xfrm rot="0">
              <a:off x="1919" y="2603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22" y="74"/>
                  </a:moveTo>
                  <a:lnTo>
                    <a:pt x="53" y="57"/>
                  </a:lnTo>
                  <a:lnTo>
                    <a:pt x="84" y="40"/>
                  </a:lnTo>
                  <a:lnTo>
                    <a:pt x="63" y="0"/>
                  </a:lnTo>
                  <a:lnTo>
                    <a:pt x="32" y="17"/>
                  </a:lnTo>
                  <a:lnTo>
                    <a:pt x="0" y="34"/>
                  </a:lnTo>
                  <a:lnTo>
                    <a:pt x="22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85" name=""/>
            <p:cNvSpPr/>
            <p:nvPr/>
          </p:nvSpPr>
          <p:spPr>
            <a:xfrm rot="0">
              <a:off x="1929" y="2602"/>
              <a:ext cx="11" cy="6"/>
            </a:xfrm>
            <a:custGeom>
              <a:avLst/>
              <a:ahLst/>
              <a:rect l="0" t="0" r="r" b="b"/>
              <a:pathLst>
                <a:path w="31" h="19">
                  <a:moveTo>
                    <a:pt x="0" y="19"/>
                  </a:moveTo>
                  <a:lnTo>
                    <a:pt x="31" y="2"/>
                  </a:lnTo>
                  <a:lnTo>
                    <a:pt x="31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86" name=""/>
            <p:cNvSpPr/>
            <p:nvPr/>
          </p:nvSpPr>
          <p:spPr>
            <a:xfrm rot="0" flipV="1">
              <a:off x="1940" y="26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87" name=""/>
            <p:cNvSpPr/>
            <p:nvPr/>
          </p:nvSpPr>
          <p:spPr>
            <a:xfrm rot="0">
              <a:off x="1911" y="2589"/>
              <a:ext cx="29" cy="25"/>
            </a:xfrm>
            <a:custGeom>
              <a:avLst/>
              <a:ahLst/>
              <a:rect l="0" t="0" r="r" b="b"/>
              <a:pathLst>
                <a:path w="86" h="75">
                  <a:moveTo>
                    <a:pt x="23" y="75"/>
                  </a:moveTo>
                  <a:lnTo>
                    <a:pt x="55" y="57"/>
                  </a:lnTo>
                  <a:lnTo>
                    <a:pt x="86" y="38"/>
                  </a:lnTo>
                  <a:lnTo>
                    <a:pt x="63" y="0"/>
                  </a:lnTo>
                  <a:lnTo>
                    <a:pt x="32" y="18"/>
                  </a:lnTo>
                  <a:lnTo>
                    <a:pt x="0" y="37"/>
                  </a:lnTo>
                  <a:lnTo>
                    <a:pt x="23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88" name=""/>
            <p:cNvSpPr/>
            <p:nvPr/>
          </p:nvSpPr>
          <p:spPr>
            <a:xfrm rot="0">
              <a:off x="1911" y="2589"/>
              <a:ext cx="29" cy="25"/>
            </a:xfrm>
            <a:custGeom>
              <a:avLst/>
              <a:ahLst/>
              <a:rect l="0" t="0" r="r" b="b"/>
              <a:pathLst>
                <a:path w="86" h="75">
                  <a:moveTo>
                    <a:pt x="23" y="75"/>
                  </a:moveTo>
                  <a:lnTo>
                    <a:pt x="55" y="57"/>
                  </a:lnTo>
                  <a:lnTo>
                    <a:pt x="86" y="38"/>
                  </a:lnTo>
                  <a:lnTo>
                    <a:pt x="63" y="0"/>
                  </a:lnTo>
                  <a:lnTo>
                    <a:pt x="32" y="18"/>
                  </a:lnTo>
                  <a:lnTo>
                    <a:pt x="0" y="37"/>
                  </a:lnTo>
                  <a:lnTo>
                    <a:pt x="23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89" name=""/>
            <p:cNvSpPr/>
            <p:nvPr/>
          </p:nvSpPr>
          <p:spPr>
            <a:xfrm rot="0">
              <a:off x="1922" y="2588"/>
              <a:ext cx="10" cy="7"/>
            </a:xfrm>
            <a:custGeom>
              <a:avLst/>
              <a:ahLst/>
              <a:rect l="0" t="0" r="r" b="b"/>
              <a:pathLst>
                <a:path w="31" h="21">
                  <a:moveTo>
                    <a:pt x="0" y="21"/>
                  </a:moveTo>
                  <a:lnTo>
                    <a:pt x="31" y="3"/>
                  </a:lnTo>
                  <a:lnTo>
                    <a:pt x="30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90" name=""/>
            <p:cNvSpPr/>
            <p:nvPr/>
          </p:nvSpPr>
          <p:spPr>
            <a:xfrm rot="0" flipH="1" flipV="1">
              <a:off x="1932" y="25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91" name=""/>
            <p:cNvSpPr/>
            <p:nvPr/>
          </p:nvSpPr>
          <p:spPr>
            <a:xfrm rot="0">
              <a:off x="1903" y="2576"/>
              <a:ext cx="29" cy="27"/>
            </a:xfrm>
            <a:custGeom>
              <a:avLst/>
              <a:ahLst/>
              <a:rect l="0" t="0" r="r" b="b"/>
              <a:pathLst>
                <a:path w="86" h="80">
                  <a:moveTo>
                    <a:pt x="26" y="80"/>
                  </a:moveTo>
                  <a:lnTo>
                    <a:pt x="56" y="58"/>
                  </a:lnTo>
                  <a:lnTo>
                    <a:pt x="86" y="37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6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92" name=""/>
            <p:cNvSpPr/>
            <p:nvPr/>
          </p:nvSpPr>
          <p:spPr>
            <a:xfrm rot="0">
              <a:off x="1903" y="2576"/>
              <a:ext cx="29" cy="27"/>
            </a:xfrm>
            <a:custGeom>
              <a:avLst/>
              <a:ahLst/>
              <a:rect l="0" t="0" r="r" b="b"/>
              <a:pathLst>
                <a:path w="86" h="80">
                  <a:moveTo>
                    <a:pt x="26" y="80"/>
                  </a:moveTo>
                  <a:lnTo>
                    <a:pt x="56" y="58"/>
                  </a:lnTo>
                  <a:lnTo>
                    <a:pt x="86" y="37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6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93" name=""/>
            <p:cNvSpPr/>
            <p:nvPr/>
          </p:nvSpPr>
          <p:spPr>
            <a:xfrm rot="0">
              <a:off x="1895" y="2564"/>
              <a:ext cx="28" cy="26"/>
            </a:xfrm>
            <a:custGeom>
              <a:avLst/>
              <a:ahLst/>
              <a:rect l="0" t="0" r="r" b="b"/>
              <a:pathLst>
                <a:path w="85" h="80">
                  <a:moveTo>
                    <a:pt x="25" y="80"/>
                  </a:moveTo>
                  <a:lnTo>
                    <a:pt x="55" y="58"/>
                  </a:lnTo>
                  <a:lnTo>
                    <a:pt x="85" y="37"/>
                  </a:lnTo>
                  <a:lnTo>
                    <a:pt x="59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5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94" name=""/>
            <p:cNvSpPr/>
            <p:nvPr/>
          </p:nvSpPr>
          <p:spPr>
            <a:xfrm rot="0">
              <a:off x="1895" y="2564"/>
              <a:ext cx="28" cy="26"/>
            </a:xfrm>
            <a:custGeom>
              <a:avLst/>
              <a:ahLst/>
              <a:rect l="0" t="0" r="r" b="b"/>
              <a:pathLst>
                <a:path w="85" h="80">
                  <a:moveTo>
                    <a:pt x="25" y="80"/>
                  </a:moveTo>
                  <a:lnTo>
                    <a:pt x="55" y="58"/>
                  </a:lnTo>
                  <a:lnTo>
                    <a:pt x="85" y="37"/>
                  </a:lnTo>
                  <a:lnTo>
                    <a:pt x="59" y="0"/>
                  </a:lnTo>
                  <a:lnTo>
                    <a:pt x="30" y="21"/>
                  </a:lnTo>
                  <a:lnTo>
                    <a:pt x="0" y="43"/>
                  </a:lnTo>
                  <a:lnTo>
                    <a:pt x="25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95" name=""/>
            <p:cNvSpPr/>
            <p:nvPr/>
          </p:nvSpPr>
          <p:spPr>
            <a:xfrm rot="0">
              <a:off x="1905" y="2563"/>
              <a:ext cx="9" cy="8"/>
            </a:xfrm>
            <a:custGeom>
              <a:avLst/>
              <a:ahLst/>
              <a:rect l="0" t="0" r="r" b="b"/>
              <a:pathLst>
                <a:path w="29" h="22">
                  <a:moveTo>
                    <a:pt x="0" y="22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96" name=""/>
            <p:cNvSpPr/>
            <p:nvPr/>
          </p:nvSpPr>
          <p:spPr>
            <a:xfrm rot="0" flipH="1" flipV="1">
              <a:off x="1914" y="2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97" name=""/>
            <p:cNvSpPr/>
            <p:nvPr/>
          </p:nvSpPr>
          <p:spPr>
            <a:xfrm rot="0">
              <a:off x="1886" y="2551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28" y="81"/>
                  </a:moveTo>
                  <a:lnTo>
                    <a:pt x="57" y="58"/>
                  </a:lnTo>
                  <a:lnTo>
                    <a:pt x="85" y="36"/>
                  </a:lnTo>
                  <a:lnTo>
                    <a:pt x="57" y="0"/>
                  </a:lnTo>
                  <a:lnTo>
                    <a:pt x="28" y="23"/>
                  </a:lnTo>
                  <a:lnTo>
                    <a:pt x="0" y="46"/>
                  </a:lnTo>
                  <a:lnTo>
                    <a:pt x="28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1998" name=""/>
            <p:cNvSpPr/>
            <p:nvPr/>
          </p:nvSpPr>
          <p:spPr>
            <a:xfrm rot="0">
              <a:off x="1886" y="2551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28" y="81"/>
                  </a:moveTo>
                  <a:lnTo>
                    <a:pt x="57" y="58"/>
                  </a:lnTo>
                  <a:lnTo>
                    <a:pt x="85" y="36"/>
                  </a:lnTo>
                  <a:lnTo>
                    <a:pt x="57" y="0"/>
                  </a:lnTo>
                  <a:lnTo>
                    <a:pt x="28" y="23"/>
                  </a:lnTo>
                  <a:lnTo>
                    <a:pt x="0" y="46"/>
                  </a:lnTo>
                  <a:lnTo>
                    <a:pt x="28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1999" name=""/>
            <p:cNvSpPr/>
            <p:nvPr/>
          </p:nvSpPr>
          <p:spPr>
            <a:xfrm rot="0">
              <a:off x="1895" y="2551"/>
              <a:ext cx="10" cy="8"/>
            </a:xfrm>
            <a:custGeom>
              <a:avLst/>
              <a:ahLst/>
              <a:rect l="0" t="0" r="r" b="b"/>
              <a:pathLst>
                <a:path w="29" h="24">
                  <a:moveTo>
                    <a:pt x="0" y="24"/>
                  </a:moveTo>
                  <a:lnTo>
                    <a:pt x="29" y="1"/>
                  </a:lnTo>
                  <a:lnTo>
                    <a:pt x="27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00" name=""/>
            <p:cNvSpPr/>
            <p:nvPr/>
          </p:nvSpPr>
          <p:spPr>
            <a:xfrm rot="0" flipH="1" flipV="1">
              <a:off x="1904" y="25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01" name=""/>
            <p:cNvSpPr/>
            <p:nvPr/>
          </p:nvSpPr>
          <p:spPr>
            <a:xfrm rot="0">
              <a:off x="1876" y="2539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30" y="83"/>
                  </a:moveTo>
                  <a:lnTo>
                    <a:pt x="57" y="59"/>
                  </a:lnTo>
                  <a:lnTo>
                    <a:pt x="84" y="35"/>
                  </a:lnTo>
                  <a:lnTo>
                    <a:pt x="54" y="0"/>
                  </a:lnTo>
                  <a:lnTo>
                    <a:pt x="27" y="25"/>
                  </a:lnTo>
                  <a:lnTo>
                    <a:pt x="0" y="49"/>
                  </a:lnTo>
                  <a:lnTo>
                    <a:pt x="3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02" name=""/>
            <p:cNvSpPr/>
            <p:nvPr/>
          </p:nvSpPr>
          <p:spPr>
            <a:xfrm rot="0">
              <a:off x="1876" y="2539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30" y="83"/>
                  </a:moveTo>
                  <a:lnTo>
                    <a:pt x="57" y="59"/>
                  </a:lnTo>
                  <a:lnTo>
                    <a:pt x="84" y="35"/>
                  </a:lnTo>
                  <a:lnTo>
                    <a:pt x="54" y="0"/>
                  </a:lnTo>
                  <a:lnTo>
                    <a:pt x="27" y="25"/>
                  </a:lnTo>
                  <a:lnTo>
                    <a:pt x="0" y="49"/>
                  </a:lnTo>
                  <a:lnTo>
                    <a:pt x="3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03" name=""/>
            <p:cNvSpPr/>
            <p:nvPr/>
          </p:nvSpPr>
          <p:spPr>
            <a:xfrm rot="0">
              <a:off x="1885" y="2539"/>
              <a:ext cx="9" cy="9"/>
            </a:xfrm>
            <a:custGeom>
              <a:avLst/>
              <a:ahLst/>
              <a:rect l="0" t="0" r="r" b="b"/>
              <a:pathLst>
                <a:path w="27" h="25">
                  <a:moveTo>
                    <a:pt x="0" y="25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04" name=""/>
            <p:cNvSpPr/>
            <p:nvPr/>
          </p:nvSpPr>
          <p:spPr>
            <a:xfrm rot="0">
              <a:off x="1894" y="25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05" name=""/>
            <p:cNvSpPr/>
            <p:nvPr/>
          </p:nvSpPr>
          <p:spPr>
            <a:xfrm rot="0">
              <a:off x="1866" y="2529"/>
              <a:ext cx="28" cy="27"/>
            </a:xfrm>
            <a:custGeom>
              <a:avLst/>
              <a:ahLst/>
              <a:rect l="0" t="0" r="r" b="b"/>
              <a:pathLst>
                <a:path w="84" h="81">
                  <a:moveTo>
                    <a:pt x="30" y="81"/>
                  </a:moveTo>
                  <a:lnTo>
                    <a:pt x="57" y="57"/>
                  </a:lnTo>
                  <a:lnTo>
                    <a:pt x="84" y="32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3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06" name=""/>
            <p:cNvSpPr/>
            <p:nvPr/>
          </p:nvSpPr>
          <p:spPr>
            <a:xfrm rot="0">
              <a:off x="1866" y="2529"/>
              <a:ext cx="28" cy="27"/>
            </a:xfrm>
            <a:custGeom>
              <a:avLst/>
              <a:ahLst/>
              <a:rect l="0" t="0" r="r" b="b"/>
              <a:pathLst>
                <a:path w="84" h="81">
                  <a:moveTo>
                    <a:pt x="30" y="81"/>
                  </a:moveTo>
                  <a:lnTo>
                    <a:pt x="57" y="57"/>
                  </a:lnTo>
                  <a:lnTo>
                    <a:pt x="84" y="32"/>
                  </a:lnTo>
                  <a:lnTo>
                    <a:pt x="54" y="0"/>
                  </a:lnTo>
                  <a:lnTo>
                    <a:pt x="27" y="24"/>
                  </a:lnTo>
                  <a:lnTo>
                    <a:pt x="0" y="48"/>
                  </a:lnTo>
                  <a:lnTo>
                    <a:pt x="3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07" name=""/>
            <p:cNvSpPr/>
            <p:nvPr/>
          </p:nvSpPr>
          <p:spPr>
            <a:xfrm rot="0">
              <a:off x="1875" y="2528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0" y="26"/>
                  </a:moveTo>
                  <a:lnTo>
                    <a:pt x="27" y="2"/>
                  </a:lnTo>
                  <a:lnTo>
                    <a:pt x="2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08" name=""/>
            <p:cNvSpPr/>
            <p:nvPr/>
          </p:nvSpPr>
          <p:spPr>
            <a:xfrm rot="0" flipH="1" flipV="1">
              <a:off x="1884" y="2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09" name=""/>
            <p:cNvSpPr/>
            <p:nvPr/>
          </p:nvSpPr>
          <p:spPr>
            <a:xfrm rot="0">
              <a:off x="1856" y="2518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33" y="82"/>
                  </a:moveTo>
                  <a:lnTo>
                    <a:pt x="58" y="57"/>
                  </a:lnTo>
                  <a:lnTo>
                    <a:pt x="84" y="31"/>
                  </a:lnTo>
                  <a:lnTo>
                    <a:pt x="51" y="0"/>
                  </a:lnTo>
                  <a:lnTo>
                    <a:pt x="25" y="26"/>
                  </a:lnTo>
                  <a:lnTo>
                    <a:pt x="0" y="51"/>
                  </a:lnTo>
                  <a:lnTo>
                    <a:pt x="33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10" name=""/>
            <p:cNvSpPr/>
            <p:nvPr/>
          </p:nvSpPr>
          <p:spPr>
            <a:xfrm rot="0">
              <a:off x="1856" y="2518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33" y="82"/>
                  </a:moveTo>
                  <a:lnTo>
                    <a:pt x="58" y="57"/>
                  </a:lnTo>
                  <a:lnTo>
                    <a:pt x="84" y="31"/>
                  </a:lnTo>
                  <a:lnTo>
                    <a:pt x="51" y="0"/>
                  </a:lnTo>
                  <a:lnTo>
                    <a:pt x="25" y="26"/>
                  </a:lnTo>
                  <a:lnTo>
                    <a:pt x="0" y="51"/>
                  </a:lnTo>
                  <a:lnTo>
                    <a:pt x="33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11" name=""/>
            <p:cNvSpPr/>
            <p:nvPr/>
          </p:nvSpPr>
          <p:spPr>
            <a:xfrm rot="0">
              <a:off x="1864" y="2517"/>
              <a:ext cx="9" cy="9"/>
            </a:xfrm>
            <a:custGeom>
              <a:avLst/>
              <a:ahLst/>
              <a:rect l="0" t="0" r="r" b="b"/>
              <a:pathLst>
                <a:path w="26" h="28">
                  <a:moveTo>
                    <a:pt x="0" y="28"/>
                  </a:moveTo>
                  <a:lnTo>
                    <a:pt x="26" y="2"/>
                  </a:lnTo>
                  <a:lnTo>
                    <a:pt x="25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12" name=""/>
            <p:cNvSpPr/>
            <p:nvPr/>
          </p:nvSpPr>
          <p:spPr>
            <a:xfrm rot="0" flipH="1" flipV="1">
              <a:off x="1872" y="25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13" name=""/>
            <p:cNvSpPr/>
            <p:nvPr/>
          </p:nvSpPr>
          <p:spPr>
            <a:xfrm rot="0">
              <a:off x="1845" y="2507"/>
              <a:ext cx="27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34" y="84"/>
                  </a:moveTo>
                  <a:lnTo>
                    <a:pt x="58" y="57"/>
                  </a:lnTo>
                  <a:lnTo>
                    <a:pt x="83" y="29"/>
                  </a:lnTo>
                  <a:lnTo>
                    <a:pt x="49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34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14" name=""/>
            <p:cNvSpPr/>
            <p:nvPr/>
          </p:nvSpPr>
          <p:spPr>
            <a:xfrm rot="0">
              <a:off x="1845" y="2507"/>
              <a:ext cx="27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34" y="84"/>
                  </a:moveTo>
                  <a:lnTo>
                    <a:pt x="58" y="57"/>
                  </a:lnTo>
                  <a:lnTo>
                    <a:pt x="83" y="29"/>
                  </a:lnTo>
                  <a:lnTo>
                    <a:pt x="49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34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15" name=""/>
            <p:cNvSpPr/>
            <p:nvPr/>
          </p:nvSpPr>
          <p:spPr>
            <a:xfrm rot="0">
              <a:off x="1853" y="2507"/>
              <a:ext cx="8" cy="9"/>
            </a:xfrm>
            <a:custGeom>
              <a:avLst/>
              <a:ahLst/>
              <a:rect l="0" t="0" r="r" b="b"/>
              <a:pathLst>
                <a:path w="25" h="29">
                  <a:moveTo>
                    <a:pt x="0" y="29"/>
                  </a:moveTo>
                  <a:lnTo>
                    <a:pt x="25" y="2"/>
                  </a:lnTo>
                  <a:lnTo>
                    <a:pt x="22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16" name=""/>
            <p:cNvSpPr/>
            <p:nvPr/>
          </p:nvSpPr>
          <p:spPr>
            <a:xfrm rot="0" flipH="1" flipV="1">
              <a:off x="1860" y="25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17" name=""/>
            <p:cNvSpPr/>
            <p:nvPr/>
          </p:nvSpPr>
          <p:spPr>
            <a:xfrm rot="0">
              <a:off x="1834" y="2498"/>
              <a:ext cx="26" cy="28"/>
            </a:xfrm>
            <a:custGeom>
              <a:avLst/>
              <a:ahLst/>
              <a:rect l="0" t="0" r="r" b="b"/>
              <a:pathLst>
                <a:path w="79" h="84">
                  <a:moveTo>
                    <a:pt x="36" y="84"/>
                  </a:moveTo>
                  <a:lnTo>
                    <a:pt x="57" y="56"/>
                  </a:lnTo>
                  <a:lnTo>
                    <a:pt x="79" y="27"/>
                  </a:lnTo>
                  <a:lnTo>
                    <a:pt x="43" y="0"/>
                  </a:lnTo>
                  <a:lnTo>
                    <a:pt x="22" y="29"/>
                  </a:lnTo>
                  <a:lnTo>
                    <a:pt x="0" y="57"/>
                  </a:lnTo>
                  <a:lnTo>
                    <a:pt x="36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18" name=""/>
            <p:cNvSpPr/>
            <p:nvPr/>
          </p:nvSpPr>
          <p:spPr>
            <a:xfrm rot="0">
              <a:off x="1834" y="2498"/>
              <a:ext cx="26" cy="28"/>
            </a:xfrm>
            <a:custGeom>
              <a:avLst/>
              <a:ahLst/>
              <a:rect l="0" t="0" r="r" b="b"/>
              <a:pathLst>
                <a:path w="79" h="84">
                  <a:moveTo>
                    <a:pt x="36" y="84"/>
                  </a:moveTo>
                  <a:lnTo>
                    <a:pt x="57" y="56"/>
                  </a:lnTo>
                  <a:lnTo>
                    <a:pt x="79" y="27"/>
                  </a:lnTo>
                  <a:lnTo>
                    <a:pt x="43" y="0"/>
                  </a:lnTo>
                  <a:lnTo>
                    <a:pt x="22" y="29"/>
                  </a:lnTo>
                  <a:lnTo>
                    <a:pt x="0" y="57"/>
                  </a:lnTo>
                  <a:lnTo>
                    <a:pt x="36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19" name=""/>
            <p:cNvSpPr/>
            <p:nvPr/>
          </p:nvSpPr>
          <p:spPr>
            <a:xfrm rot="0">
              <a:off x="1822" y="2489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35" y="84"/>
                  </a:moveTo>
                  <a:lnTo>
                    <a:pt x="57" y="56"/>
                  </a:lnTo>
                  <a:lnTo>
                    <a:pt x="78" y="27"/>
                  </a:lnTo>
                  <a:lnTo>
                    <a:pt x="42" y="0"/>
                  </a:lnTo>
                  <a:lnTo>
                    <a:pt x="21" y="29"/>
                  </a:lnTo>
                  <a:lnTo>
                    <a:pt x="0" y="57"/>
                  </a:lnTo>
                  <a:lnTo>
                    <a:pt x="35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20" name=""/>
            <p:cNvSpPr/>
            <p:nvPr/>
          </p:nvSpPr>
          <p:spPr>
            <a:xfrm rot="0">
              <a:off x="1822" y="2489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35" y="84"/>
                  </a:moveTo>
                  <a:lnTo>
                    <a:pt x="57" y="56"/>
                  </a:lnTo>
                  <a:lnTo>
                    <a:pt x="78" y="27"/>
                  </a:lnTo>
                  <a:lnTo>
                    <a:pt x="42" y="0"/>
                  </a:lnTo>
                  <a:lnTo>
                    <a:pt x="21" y="29"/>
                  </a:lnTo>
                  <a:lnTo>
                    <a:pt x="0" y="57"/>
                  </a:lnTo>
                  <a:lnTo>
                    <a:pt x="35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21" name=""/>
            <p:cNvSpPr/>
            <p:nvPr/>
          </p:nvSpPr>
          <p:spPr>
            <a:xfrm rot="0">
              <a:off x="1829" y="2488"/>
              <a:ext cx="7" cy="10"/>
            </a:xfrm>
            <a:custGeom>
              <a:avLst/>
              <a:ahLst/>
              <a:rect l="0" t="0" r="r" b="b"/>
              <a:pathLst>
                <a:path w="21" h="32">
                  <a:moveTo>
                    <a:pt x="0" y="32"/>
                  </a:moveTo>
                  <a:lnTo>
                    <a:pt x="21" y="3"/>
                  </a:lnTo>
                  <a:lnTo>
                    <a:pt x="20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22" name=""/>
            <p:cNvSpPr/>
            <p:nvPr/>
          </p:nvSpPr>
          <p:spPr>
            <a:xfrm rot="0" flipH="1" flipV="1">
              <a:off x="1836" y="24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23" name=""/>
            <p:cNvSpPr/>
            <p:nvPr/>
          </p:nvSpPr>
          <p:spPr>
            <a:xfrm rot="0">
              <a:off x="1810" y="2480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38" y="87"/>
                  </a:moveTo>
                  <a:lnTo>
                    <a:pt x="58" y="56"/>
                  </a:lnTo>
                  <a:lnTo>
                    <a:pt x="78" y="24"/>
                  </a:lnTo>
                  <a:lnTo>
                    <a:pt x="40" y="0"/>
                  </a:lnTo>
                  <a:lnTo>
                    <a:pt x="20" y="31"/>
                  </a:lnTo>
                  <a:lnTo>
                    <a:pt x="0" y="63"/>
                  </a:lnTo>
                  <a:lnTo>
                    <a:pt x="38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24" name=""/>
            <p:cNvSpPr/>
            <p:nvPr/>
          </p:nvSpPr>
          <p:spPr>
            <a:xfrm rot="0">
              <a:off x="1810" y="2480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38" y="87"/>
                  </a:moveTo>
                  <a:lnTo>
                    <a:pt x="58" y="56"/>
                  </a:lnTo>
                  <a:lnTo>
                    <a:pt x="78" y="24"/>
                  </a:lnTo>
                  <a:lnTo>
                    <a:pt x="40" y="0"/>
                  </a:lnTo>
                  <a:lnTo>
                    <a:pt x="20" y="31"/>
                  </a:lnTo>
                  <a:lnTo>
                    <a:pt x="0" y="63"/>
                  </a:lnTo>
                  <a:lnTo>
                    <a:pt x="38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25" name=""/>
            <p:cNvSpPr/>
            <p:nvPr/>
          </p:nvSpPr>
          <p:spPr>
            <a:xfrm rot="0">
              <a:off x="1816" y="2480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31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26" name=""/>
            <p:cNvSpPr/>
            <p:nvPr/>
          </p:nvSpPr>
          <p:spPr>
            <a:xfrm rot="0">
              <a:off x="1823" y="24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27" name=""/>
            <p:cNvSpPr/>
            <p:nvPr/>
          </p:nvSpPr>
          <p:spPr>
            <a:xfrm rot="0">
              <a:off x="1797" y="2472"/>
              <a:ext cx="26" cy="29"/>
            </a:xfrm>
            <a:custGeom>
              <a:avLst/>
              <a:ahLst/>
              <a:rect l="0" t="0" r="r" b="b"/>
              <a:pathLst>
                <a:path w="79" h="87">
                  <a:moveTo>
                    <a:pt x="39" y="87"/>
                  </a:moveTo>
                  <a:lnTo>
                    <a:pt x="59" y="55"/>
                  </a:lnTo>
                  <a:lnTo>
                    <a:pt x="79" y="24"/>
                  </a:lnTo>
                  <a:lnTo>
                    <a:pt x="40" y="0"/>
                  </a:lnTo>
                  <a:lnTo>
                    <a:pt x="20" y="31"/>
                  </a:lnTo>
                  <a:lnTo>
                    <a:pt x="0" y="62"/>
                  </a:lnTo>
                  <a:lnTo>
                    <a:pt x="39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28" name=""/>
            <p:cNvSpPr/>
            <p:nvPr/>
          </p:nvSpPr>
          <p:spPr>
            <a:xfrm rot="0">
              <a:off x="1797" y="2472"/>
              <a:ext cx="26" cy="29"/>
            </a:xfrm>
            <a:custGeom>
              <a:avLst/>
              <a:ahLst/>
              <a:rect l="0" t="0" r="r" b="b"/>
              <a:pathLst>
                <a:path w="79" h="87">
                  <a:moveTo>
                    <a:pt x="39" y="87"/>
                  </a:moveTo>
                  <a:lnTo>
                    <a:pt x="59" y="55"/>
                  </a:lnTo>
                  <a:lnTo>
                    <a:pt x="79" y="24"/>
                  </a:lnTo>
                  <a:lnTo>
                    <a:pt x="40" y="0"/>
                  </a:lnTo>
                  <a:lnTo>
                    <a:pt x="20" y="31"/>
                  </a:lnTo>
                  <a:lnTo>
                    <a:pt x="0" y="62"/>
                  </a:lnTo>
                  <a:lnTo>
                    <a:pt x="39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29" name=""/>
            <p:cNvSpPr/>
            <p:nvPr/>
          </p:nvSpPr>
          <p:spPr>
            <a:xfrm rot="0">
              <a:off x="1803" y="2472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31"/>
                  </a:moveTo>
                  <a:lnTo>
                    <a:pt x="20" y="0"/>
                  </a:lnTo>
                  <a:lnTo>
                    <a:pt x="17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30" name=""/>
            <p:cNvSpPr/>
            <p:nvPr/>
          </p:nvSpPr>
          <p:spPr>
            <a:xfrm rot="0" flipH="1">
              <a:off x="1809" y="24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31" name=""/>
            <p:cNvSpPr/>
            <p:nvPr/>
          </p:nvSpPr>
          <p:spPr>
            <a:xfrm rot="0">
              <a:off x="1784" y="2464"/>
              <a:ext cx="25" cy="28"/>
            </a:xfrm>
            <a:custGeom>
              <a:avLst/>
              <a:ahLst/>
              <a:rect l="0" t="0" r="r" b="b"/>
              <a:pathLst>
                <a:path w="74" h="84">
                  <a:moveTo>
                    <a:pt x="40" y="84"/>
                  </a:moveTo>
                  <a:lnTo>
                    <a:pt x="57" y="53"/>
                  </a:lnTo>
                  <a:lnTo>
                    <a:pt x="74" y="22"/>
                  </a:lnTo>
                  <a:lnTo>
                    <a:pt x="34" y="0"/>
                  </a:lnTo>
                  <a:lnTo>
                    <a:pt x="17" y="32"/>
                  </a:lnTo>
                  <a:lnTo>
                    <a:pt x="0" y="63"/>
                  </a:lnTo>
                  <a:lnTo>
                    <a:pt x="40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32" name=""/>
            <p:cNvSpPr/>
            <p:nvPr/>
          </p:nvSpPr>
          <p:spPr>
            <a:xfrm rot="0">
              <a:off x="1784" y="2464"/>
              <a:ext cx="25" cy="28"/>
            </a:xfrm>
            <a:custGeom>
              <a:avLst/>
              <a:ahLst/>
              <a:rect l="0" t="0" r="r" b="b"/>
              <a:pathLst>
                <a:path w="74" h="84">
                  <a:moveTo>
                    <a:pt x="40" y="84"/>
                  </a:moveTo>
                  <a:lnTo>
                    <a:pt x="57" y="53"/>
                  </a:lnTo>
                  <a:lnTo>
                    <a:pt x="74" y="22"/>
                  </a:lnTo>
                  <a:lnTo>
                    <a:pt x="34" y="0"/>
                  </a:lnTo>
                  <a:lnTo>
                    <a:pt x="17" y="32"/>
                  </a:lnTo>
                  <a:lnTo>
                    <a:pt x="0" y="63"/>
                  </a:lnTo>
                  <a:lnTo>
                    <a:pt x="4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33" name=""/>
            <p:cNvSpPr/>
            <p:nvPr/>
          </p:nvSpPr>
          <p:spPr>
            <a:xfrm rot="0">
              <a:off x="1790" y="2464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33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34" name=""/>
            <p:cNvSpPr/>
            <p:nvPr/>
          </p:nvSpPr>
          <p:spPr>
            <a:xfrm rot="0" flipH="1" flipV="1">
              <a:off x="1795" y="2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35" name=""/>
            <p:cNvSpPr/>
            <p:nvPr/>
          </p:nvSpPr>
          <p:spPr>
            <a:xfrm rot="0">
              <a:off x="1772" y="2457"/>
              <a:ext cx="23" cy="29"/>
            </a:xfrm>
            <a:custGeom>
              <a:avLst/>
              <a:ahLst/>
              <a:rect l="0" t="0" r="r" b="b"/>
              <a:pathLst>
                <a:path w="71" h="85">
                  <a:moveTo>
                    <a:pt x="40" y="85"/>
                  </a:moveTo>
                  <a:lnTo>
                    <a:pt x="55" y="53"/>
                  </a:lnTo>
                  <a:lnTo>
                    <a:pt x="71" y="20"/>
                  </a:lnTo>
                  <a:lnTo>
                    <a:pt x="31" y="0"/>
                  </a:lnTo>
                  <a:lnTo>
                    <a:pt x="15" y="33"/>
                  </a:lnTo>
                  <a:lnTo>
                    <a:pt x="0" y="66"/>
                  </a:lnTo>
                  <a:lnTo>
                    <a:pt x="4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36" name=""/>
            <p:cNvSpPr/>
            <p:nvPr/>
          </p:nvSpPr>
          <p:spPr>
            <a:xfrm rot="0">
              <a:off x="1772" y="2457"/>
              <a:ext cx="23" cy="29"/>
            </a:xfrm>
            <a:custGeom>
              <a:avLst/>
              <a:ahLst/>
              <a:rect l="0" t="0" r="r" b="b"/>
              <a:pathLst>
                <a:path w="71" h="85">
                  <a:moveTo>
                    <a:pt x="40" y="85"/>
                  </a:moveTo>
                  <a:lnTo>
                    <a:pt x="55" y="53"/>
                  </a:lnTo>
                  <a:lnTo>
                    <a:pt x="71" y="20"/>
                  </a:lnTo>
                  <a:lnTo>
                    <a:pt x="31" y="0"/>
                  </a:lnTo>
                  <a:lnTo>
                    <a:pt x="15" y="33"/>
                  </a:lnTo>
                  <a:lnTo>
                    <a:pt x="0" y="66"/>
                  </a:lnTo>
                  <a:lnTo>
                    <a:pt x="4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37" name=""/>
            <p:cNvSpPr/>
            <p:nvPr/>
          </p:nvSpPr>
          <p:spPr>
            <a:xfrm rot="0">
              <a:off x="1777" y="2457"/>
              <a:ext cx="5" cy="11"/>
            </a:xfrm>
            <a:custGeom>
              <a:avLst/>
              <a:ahLst/>
              <a:rect l="0" t="0" r="r" b="b"/>
              <a:pathLst>
                <a:path w="16" h="34">
                  <a:moveTo>
                    <a:pt x="0" y="34"/>
                  </a:moveTo>
                  <a:lnTo>
                    <a:pt x="16" y="1"/>
                  </a:lnTo>
                  <a:lnTo>
                    <a:pt x="13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38" name=""/>
            <p:cNvSpPr/>
            <p:nvPr/>
          </p:nvSpPr>
          <p:spPr>
            <a:xfrm rot="0" flipH="1" flipV="1">
              <a:off x="1781" y="2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39" name=""/>
            <p:cNvSpPr/>
            <p:nvPr/>
          </p:nvSpPr>
          <p:spPr>
            <a:xfrm rot="0">
              <a:off x="1758" y="2451"/>
              <a:ext cx="23" cy="29"/>
            </a:xfrm>
            <a:custGeom>
              <a:avLst/>
              <a:ahLst/>
              <a:rect l="0" t="0" r="r" b="b"/>
              <a:pathLst>
                <a:path w="68" h="85">
                  <a:moveTo>
                    <a:pt x="43" y="85"/>
                  </a:moveTo>
                  <a:lnTo>
                    <a:pt x="55" y="51"/>
                  </a:lnTo>
                  <a:lnTo>
                    <a:pt x="68" y="17"/>
                  </a:lnTo>
                  <a:lnTo>
                    <a:pt x="26" y="0"/>
                  </a:lnTo>
                  <a:lnTo>
                    <a:pt x="13" y="34"/>
                  </a:lnTo>
                  <a:lnTo>
                    <a:pt x="0" y="68"/>
                  </a:lnTo>
                  <a:lnTo>
                    <a:pt x="43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40" name=""/>
            <p:cNvSpPr/>
            <p:nvPr/>
          </p:nvSpPr>
          <p:spPr>
            <a:xfrm rot="0">
              <a:off x="1758" y="2451"/>
              <a:ext cx="23" cy="29"/>
            </a:xfrm>
            <a:custGeom>
              <a:avLst/>
              <a:ahLst/>
              <a:rect l="0" t="0" r="r" b="b"/>
              <a:pathLst>
                <a:path w="68" h="85">
                  <a:moveTo>
                    <a:pt x="43" y="85"/>
                  </a:moveTo>
                  <a:lnTo>
                    <a:pt x="55" y="51"/>
                  </a:lnTo>
                  <a:lnTo>
                    <a:pt x="68" y="17"/>
                  </a:lnTo>
                  <a:lnTo>
                    <a:pt x="26" y="0"/>
                  </a:lnTo>
                  <a:lnTo>
                    <a:pt x="13" y="34"/>
                  </a:lnTo>
                  <a:lnTo>
                    <a:pt x="0" y="68"/>
                  </a:lnTo>
                  <a:lnTo>
                    <a:pt x="43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41" name=""/>
            <p:cNvSpPr/>
            <p:nvPr/>
          </p:nvSpPr>
          <p:spPr>
            <a:xfrm rot="0">
              <a:off x="1763" y="2451"/>
              <a:ext cx="4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0" y="34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42" name=""/>
            <p:cNvSpPr/>
            <p:nvPr/>
          </p:nvSpPr>
          <p:spPr>
            <a:xfrm rot="0">
              <a:off x="1767" y="24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43" name=""/>
            <p:cNvSpPr/>
            <p:nvPr/>
          </p:nvSpPr>
          <p:spPr>
            <a:xfrm rot="0">
              <a:off x="1745" y="2446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41" y="84"/>
                  </a:moveTo>
                  <a:lnTo>
                    <a:pt x="54" y="50"/>
                  </a:lnTo>
                  <a:lnTo>
                    <a:pt x="67" y="16"/>
                  </a:lnTo>
                  <a:lnTo>
                    <a:pt x="25" y="0"/>
                  </a:lnTo>
                  <a:lnTo>
                    <a:pt x="12" y="34"/>
                  </a:lnTo>
                  <a:lnTo>
                    <a:pt x="0" y="68"/>
                  </a:lnTo>
                  <a:lnTo>
                    <a:pt x="41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44" name=""/>
            <p:cNvSpPr/>
            <p:nvPr/>
          </p:nvSpPr>
          <p:spPr>
            <a:xfrm rot="0">
              <a:off x="1745" y="2446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41" y="84"/>
                  </a:moveTo>
                  <a:lnTo>
                    <a:pt x="54" y="50"/>
                  </a:lnTo>
                  <a:lnTo>
                    <a:pt x="67" y="16"/>
                  </a:lnTo>
                  <a:lnTo>
                    <a:pt x="25" y="0"/>
                  </a:lnTo>
                  <a:lnTo>
                    <a:pt x="12" y="34"/>
                  </a:lnTo>
                  <a:lnTo>
                    <a:pt x="0" y="68"/>
                  </a:lnTo>
                  <a:lnTo>
                    <a:pt x="41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45" name=""/>
            <p:cNvSpPr/>
            <p:nvPr/>
          </p:nvSpPr>
          <p:spPr>
            <a:xfrm rot="0">
              <a:off x="1749" y="2446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0" y="34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46" name=""/>
            <p:cNvSpPr/>
            <p:nvPr/>
          </p:nvSpPr>
          <p:spPr>
            <a:xfrm rot="0" flipH="1">
              <a:off x="1753" y="24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47" name=""/>
            <p:cNvSpPr/>
            <p:nvPr/>
          </p:nvSpPr>
          <p:spPr>
            <a:xfrm rot="0">
              <a:off x="1731" y="2441"/>
              <a:ext cx="22" cy="28"/>
            </a:xfrm>
            <a:custGeom>
              <a:avLst/>
              <a:ahLst/>
              <a:rect l="0" t="0" r="r" b="b"/>
              <a:pathLst>
                <a:path w="66" h="82">
                  <a:moveTo>
                    <a:pt x="43" y="82"/>
                  </a:moveTo>
                  <a:lnTo>
                    <a:pt x="54" y="48"/>
                  </a:lnTo>
                  <a:lnTo>
                    <a:pt x="66" y="14"/>
                  </a:lnTo>
                  <a:lnTo>
                    <a:pt x="23" y="0"/>
                  </a:lnTo>
                  <a:lnTo>
                    <a:pt x="12" y="34"/>
                  </a:lnTo>
                  <a:lnTo>
                    <a:pt x="0" y="68"/>
                  </a:lnTo>
                  <a:lnTo>
                    <a:pt x="43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48" name=""/>
            <p:cNvSpPr/>
            <p:nvPr/>
          </p:nvSpPr>
          <p:spPr>
            <a:xfrm rot="0">
              <a:off x="1731" y="2441"/>
              <a:ext cx="22" cy="28"/>
            </a:xfrm>
            <a:custGeom>
              <a:avLst/>
              <a:ahLst/>
              <a:rect l="0" t="0" r="r" b="b"/>
              <a:pathLst>
                <a:path w="66" h="82">
                  <a:moveTo>
                    <a:pt x="43" y="82"/>
                  </a:moveTo>
                  <a:lnTo>
                    <a:pt x="54" y="48"/>
                  </a:lnTo>
                  <a:lnTo>
                    <a:pt x="66" y="14"/>
                  </a:lnTo>
                  <a:lnTo>
                    <a:pt x="23" y="0"/>
                  </a:lnTo>
                  <a:lnTo>
                    <a:pt x="12" y="34"/>
                  </a:lnTo>
                  <a:lnTo>
                    <a:pt x="0" y="68"/>
                  </a:lnTo>
                  <a:lnTo>
                    <a:pt x="43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49" name=""/>
            <p:cNvSpPr/>
            <p:nvPr/>
          </p:nvSpPr>
          <p:spPr>
            <a:xfrm rot="0">
              <a:off x="1735" y="2441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36"/>
                  </a:moveTo>
                  <a:lnTo>
                    <a:pt x="11" y="2"/>
                  </a:lnTo>
                  <a:lnTo>
                    <a:pt x="8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50" name=""/>
            <p:cNvSpPr/>
            <p:nvPr/>
          </p:nvSpPr>
          <p:spPr>
            <a:xfrm rot="0" flipH="1" flipV="1">
              <a:off x="1737" y="24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51" name=""/>
            <p:cNvSpPr/>
            <p:nvPr/>
          </p:nvSpPr>
          <p:spPr>
            <a:xfrm rot="0">
              <a:off x="1717" y="2437"/>
              <a:ext cx="20" cy="27"/>
            </a:xfrm>
            <a:custGeom>
              <a:avLst/>
              <a:ahLst/>
              <a:rect l="0" t="0" r="r" b="b"/>
              <a:pathLst>
                <a:path w="61" h="82">
                  <a:moveTo>
                    <a:pt x="44" y="82"/>
                  </a:moveTo>
                  <a:lnTo>
                    <a:pt x="53" y="47"/>
                  </a:lnTo>
                  <a:lnTo>
                    <a:pt x="61" y="11"/>
                  </a:lnTo>
                  <a:lnTo>
                    <a:pt x="17" y="0"/>
                  </a:lnTo>
                  <a:lnTo>
                    <a:pt x="9" y="35"/>
                  </a:lnTo>
                  <a:lnTo>
                    <a:pt x="0" y="71"/>
                  </a:lnTo>
                  <a:lnTo>
                    <a:pt x="44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52" name=""/>
            <p:cNvSpPr/>
            <p:nvPr/>
          </p:nvSpPr>
          <p:spPr>
            <a:xfrm rot="0">
              <a:off x="1717" y="2437"/>
              <a:ext cx="20" cy="27"/>
            </a:xfrm>
            <a:custGeom>
              <a:avLst/>
              <a:ahLst/>
              <a:rect l="0" t="0" r="r" b="b"/>
              <a:pathLst>
                <a:path w="61" h="82">
                  <a:moveTo>
                    <a:pt x="44" y="82"/>
                  </a:moveTo>
                  <a:lnTo>
                    <a:pt x="53" y="47"/>
                  </a:lnTo>
                  <a:lnTo>
                    <a:pt x="61" y="11"/>
                  </a:lnTo>
                  <a:lnTo>
                    <a:pt x="17" y="0"/>
                  </a:lnTo>
                  <a:lnTo>
                    <a:pt x="9" y="35"/>
                  </a:lnTo>
                  <a:lnTo>
                    <a:pt x="0" y="71"/>
                  </a:lnTo>
                  <a:lnTo>
                    <a:pt x="44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53" name=""/>
            <p:cNvSpPr/>
            <p:nvPr/>
          </p:nvSpPr>
          <p:spPr>
            <a:xfrm rot="0">
              <a:off x="1702" y="2433"/>
              <a:ext cx="21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44" y="83"/>
                  </a:moveTo>
                  <a:lnTo>
                    <a:pt x="53" y="47"/>
                  </a:lnTo>
                  <a:lnTo>
                    <a:pt x="61" y="12"/>
                  </a:lnTo>
                  <a:lnTo>
                    <a:pt x="17" y="0"/>
                  </a:lnTo>
                  <a:lnTo>
                    <a:pt x="8" y="36"/>
                  </a:lnTo>
                  <a:lnTo>
                    <a:pt x="0" y="72"/>
                  </a:lnTo>
                  <a:lnTo>
                    <a:pt x="44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54" name=""/>
            <p:cNvSpPr/>
            <p:nvPr/>
          </p:nvSpPr>
          <p:spPr>
            <a:xfrm rot="0">
              <a:off x="1702" y="2433"/>
              <a:ext cx="21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44" y="83"/>
                  </a:moveTo>
                  <a:lnTo>
                    <a:pt x="53" y="47"/>
                  </a:lnTo>
                  <a:lnTo>
                    <a:pt x="61" y="12"/>
                  </a:lnTo>
                  <a:lnTo>
                    <a:pt x="17" y="0"/>
                  </a:lnTo>
                  <a:lnTo>
                    <a:pt x="8" y="36"/>
                  </a:lnTo>
                  <a:lnTo>
                    <a:pt x="0" y="72"/>
                  </a:lnTo>
                  <a:lnTo>
                    <a:pt x="44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55" name=""/>
            <p:cNvSpPr/>
            <p:nvPr/>
          </p:nvSpPr>
          <p:spPr>
            <a:xfrm rot="0">
              <a:off x="1705" y="2433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0" y="36"/>
                  </a:moveTo>
                  <a:lnTo>
                    <a:pt x="9" y="0"/>
                  </a:lnTo>
                  <a:lnTo>
                    <a:pt x="6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56" name=""/>
            <p:cNvSpPr/>
            <p:nvPr/>
          </p:nvSpPr>
          <p:spPr>
            <a:xfrm rot="0" flipH="1">
              <a:off x="1707" y="2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57" name=""/>
            <p:cNvSpPr/>
            <p:nvPr/>
          </p:nvSpPr>
          <p:spPr>
            <a:xfrm rot="0">
              <a:off x="1689" y="2431"/>
              <a:ext cx="18" cy="26"/>
            </a:xfrm>
            <a:custGeom>
              <a:avLst/>
              <a:ahLst/>
              <a:rect l="0" t="0" r="r" b="b"/>
              <a:pathLst>
                <a:path w="55" h="79">
                  <a:moveTo>
                    <a:pt x="44" y="79"/>
                  </a:moveTo>
                  <a:lnTo>
                    <a:pt x="49" y="43"/>
                  </a:lnTo>
                  <a:lnTo>
                    <a:pt x="55" y="7"/>
                  </a:lnTo>
                  <a:lnTo>
                    <a:pt x="11" y="0"/>
                  </a:lnTo>
                  <a:lnTo>
                    <a:pt x="5" y="36"/>
                  </a:lnTo>
                  <a:lnTo>
                    <a:pt x="0" y="72"/>
                  </a:lnTo>
                  <a:lnTo>
                    <a:pt x="44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58" name=""/>
            <p:cNvSpPr/>
            <p:nvPr/>
          </p:nvSpPr>
          <p:spPr>
            <a:xfrm rot="0">
              <a:off x="1689" y="2431"/>
              <a:ext cx="18" cy="26"/>
            </a:xfrm>
            <a:custGeom>
              <a:avLst/>
              <a:ahLst/>
              <a:rect l="0" t="0" r="r" b="b"/>
              <a:pathLst>
                <a:path w="55" h="79">
                  <a:moveTo>
                    <a:pt x="44" y="79"/>
                  </a:moveTo>
                  <a:lnTo>
                    <a:pt x="49" y="43"/>
                  </a:lnTo>
                  <a:lnTo>
                    <a:pt x="55" y="7"/>
                  </a:lnTo>
                  <a:lnTo>
                    <a:pt x="11" y="0"/>
                  </a:lnTo>
                  <a:lnTo>
                    <a:pt x="5" y="36"/>
                  </a:lnTo>
                  <a:lnTo>
                    <a:pt x="0" y="72"/>
                  </a:lnTo>
                  <a:lnTo>
                    <a:pt x="44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59" name=""/>
            <p:cNvSpPr/>
            <p:nvPr/>
          </p:nvSpPr>
          <p:spPr>
            <a:xfrm rot="0">
              <a:off x="1690" y="2431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0" y="36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60" name=""/>
            <p:cNvSpPr/>
            <p:nvPr/>
          </p:nvSpPr>
          <p:spPr>
            <a:xfrm rot="0" flipH="1">
              <a:off x="1692" y="24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61" name=""/>
            <p:cNvSpPr/>
            <p:nvPr/>
          </p:nvSpPr>
          <p:spPr>
            <a:xfrm rot="0">
              <a:off x="1674" y="2429"/>
              <a:ext cx="18" cy="26"/>
            </a:xfrm>
            <a:custGeom>
              <a:avLst/>
              <a:ahLst/>
              <a:rect l="0" t="0" r="r" b="b"/>
              <a:pathLst>
                <a:path w="53" h="77">
                  <a:moveTo>
                    <a:pt x="44" y="77"/>
                  </a:moveTo>
                  <a:lnTo>
                    <a:pt x="48" y="41"/>
                  </a:lnTo>
                  <a:lnTo>
                    <a:pt x="53" y="5"/>
                  </a:lnTo>
                  <a:lnTo>
                    <a:pt x="8" y="0"/>
                  </a:lnTo>
                  <a:lnTo>
                    <a:pt x="4" y="35"/>
                  </a:lnTo>
                  <a:lnTo>
                    <a:pt x="0" y="71"/>
                  </a:lnTo>
                  <a:lnTo>
                    <a:pt x="44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62" name=""/>
            <p:cNvSpPr/>
            <p:nvPr/>
          </p:nvSpPr>
          <p:spPr>
            <a:xfrm rot="0">
              <a:off x="1674" y="2429"/>
              <a:ext cx="18" cy="26"/>
            </a:xfrm>
            <a:custGeom>
              <a:avLst/>
              <a:ahLst/>
              <a:rect l="0" t="0" r="r" b="b"/>
              <a:pathLst>
                <a:path w="53" h="77">
                  <a:moveTo>
                    <a:pt x="44" y="77"/>
                  </a:moveTo>
                  <a:lnTo>
                    <a:pt x="48" y="41"/>
                  </a:lnTo>
                  <a:lnTo>
                    <a:pt x="53" y="5"/>
                  </a:lnTo>
                  <a:lnTo>
                    <a:pt x="8" y="0"/>
                  </a:lnTo>
                  <a:lnTo>
                    <a:pt x="4" y="35"/>
                  </a:lnTo>
                  <a:lnTo>
                    <a:pt x="0" y="71"/>
                  </a:lnTo>
                  <a:lnTo>
                    <a:pt x="44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63" name=""/>
            <p:cNvSpPr/>
            <p:nvPr/>
          </p:nvSpPr>
          <p:spPr>
            <a:xfrm rot="0">
              <a:off x="1676" y="2429"/>
              <a:ext cx="1" cy="12"/>
            </a:xfrm>
            <a:custGeom>
              <a:avLst/>
              <a:ahLst/>
              <a:rect l="0" t="0" r="r" b="b"/>
              <a:pathLst>
                <a:path w="4" h="35">
                  <a:moveTo>
                    <a:pt x="0" y="35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64" name=""/>
            <p:cNvSpPr/>
            <p:nvPr/>
          </p:nvSpPr>
          <p:spPr>
            <a:xfrm rot="0" flipH="1">
              <a:off x="1677" y="24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65" name=""/>
            <p:cNvSpPr/>
            <p:nvPr/>
          </p:nvSpPr>
          <p:spPr>
            <a:xfrm rot="0">
              <a:off x="1660" y="2427"/>
              <a:ext cx="17" cy="26"/>
            </a:xfrm>
            <a:custGeom>
              <a:avLst/>
              <a:ahLst/>
              <a:rect l="0" t="0" r="r" b="b"/>
              <a:pathLst>
                <a:path w="51" h="76">
                  <a:moveTo>
                    <a:pt x="45" y="76"/>
                  </a:moveTo>
                  <a:lnTo>
                    <a:pt x="48" y="40"/>
                  </a:lnTo>
                  <a:lnTo>
                    <a:pt x="51" y="5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45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66" name=""/>
            <p:cNvSpPr/>
            <p:nvPr/>
          </p:nvSpPr>
          <p:spPr>
            <a:xfrm rot="0">
              <a:off x="1660" y="2427"/>
              <a:ext cx="17" cy="26"/>
            </a:xfrm>
            <a:custGeom>
              <a:avLst/>
              <a:ahLst/>
              <a:rect l="0" t="0" r="r" b="b"/>
              <a:pathLst>
                <a:path w="51" h="76">
                  <a:moveTo>
                    <a:pt x="45" y="76"/>
                  </a:moveTo>
                  <a:lnTo>
                    <a:pt x="48" y="40"/>
                  </a:lnTo>
                  <a:lnTo>
                    <a:pt x="51" y="5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2"/>
                  </a:lnTo>
                  <a:lnTo>
                    <a:pt x="45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67" name=""/>
            <p:cNvSpPr/>
            <p:nvPr/>
          </p:nvSpPr>
          <p:spPr>
            <a:xfrm rot="0">
              <a:off x="1661" y="2427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36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68" name=""/>
            <p:cNvSpPr/>
            <p:nvPr/>
          </p:nvSpPr>
          <p:spPr>
            <a:xfrm rot="0">
              <a:off x="1662" y="24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69" name=""/>
            <p:cNvSpPr/>
            <p:nvPr/>
          </p:nvSpPr>
          <p:spPr>
            <a:xfrm rot="0">
              <a:off x="1645" y="2427"/>
              <a:ext cx="17" cy="24"/>
            </a:xfrm>
            <a:custGeom>
              <a:avLst/>
              <a:ahLst/>
              <a:rect l="0" t="0" r="r" b="b"/>
              <a:pathLst>
                <a:path w="50" h="74">
                  <a:moveTo>
                    <a:pt x="44" y="74"/>
                  </a:moveTo>
                  <a:lnTo>
                    <a:pt x="47" y="38"/>
                  </a:lnTo>
                  <a:lnTo>
                    <a:pt x="50" y="2"/>
                  </a:lnTo>
                  <a:lnTo>
                    <a:pt x="5" y="0"/>
                  </a:lnTo>
                  <a:lnTo>
                    <a:pt x="3" y="35"/>
                  </a:lnTo>
                  <a:lnTo>
                    <a:pt x="0" y="71"/>
                  </a:lnTo>
                  <a:lnTo>
                    <a:pt x="44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70" name=""/>
            <p:cNvSpPr/>
            <p:nvPr/>
          </p:nvSpPr>
          <p:spPr>
            <a:xfrm rot="0">
              <a:off x="1645" y="2427"/>
              <a:ext cx="17" cy="24"/>
            </a:xfrm>
            <a:custGeom>
              <a:avLst/>
              <a:ahLst/>
              <a:rect l="0" t="0" r="r" b="b"/>
              <a:pathLst>
                <a:path w="50" h="74">
                  <a:moveTo>
                    <a:pt x="44" y="74"/>
                  </a:moveTo>
                  <a:lnTo>
                    <a:pt x="47" y="38"/>
                  </a:lnTo>
                  <a:lnTo>
                    <a:pt x="50" y="2"/>
                  </a:lnTo>
                  <a:lnTo>
                    <a:pt x="5" y="0"/>
                  </a:lnTo>
                  <a:lnTo>
                    <a:pt x="3" y="35"/>
                  </a:lnTo>
                  <a:lnTo>
                    <a:pt x="0" y="71"/>
                  </a:lnTo>
                  <a:lnTo>
                    <a:pt x="44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71" name=""/>
            <p:cNvSpPr/>
            <p:nvPr/>
          </p:nvSpPr>
          <p:spPr>
            <a:xfrm rot="0">
              <a:off x="1646" y="2426"/>
              <a:ext cx="1" cy="12"/>
            </a:xfrm>
            <a:custGeom>
              <a:avLst/>
              <a:ahLst/>
              <a:rect l="0" t="0" r="r" b="b"/>
              <a:pathLst>
                <a:path w="2" h="37">
                  <a:moveTo>
                    <a:pt x="0" y="37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72" name=""/>
            <p:cNvSpPr/>
            <p:nvPr/>
          </p:nvSpPr>
          <p:spPr>
            <a:xfrm rot="0" flipH="1" flipV="1">
              <a:off x="1646" y="24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73" name=""/>
            <p:cNvSpPr/>
            <p:nvPr/>
          </p:nvSpPr>
          <p:spPr>
            <a:xfrm rot="0">
              <a:off x="1631" y="2426"/>
              <a:ext cx="15" cy="24"/>
            </a:xfrm>
            <a:custGeom>
              <a:avLst/>
              <a:ahLst/>
              <a:rect l="0" t="0" r="r" b="b"/>
              <a:pathLst>
                <a:path w="46" h="73">
                  <a:moveTo>
                    <a:pt x="46" y="73"/>
                  </a:moveTo>
                  <a:lnTo>
                    <a:pt x="46" y="37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6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74" name=""/>
            <p:cNvSpPr/>
            <p:nvPr/>
          </p:nvSpPr>
          <p:spPr>
            <a:xfrm rot="0">
              <a:off x="1631" y="2426"/>
              <a:ext cx="15" cy="24"/>
            </a:xfrm>
            <a:custGeom>
              <a:avLst/>
              <a:ahLst/>
              <a:rect l="0" t="0" r="r" b="b"/>
              <a:pathLst>
                <a:path w="46" h="73">
                  <a:moveTo>
                    <a:pt x="46" y="73"/>
                  </a:moveTo>
                  <a:lnTo>
                    <a:pt x="46" y="37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46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75" name=""/>
            <p:cNvSpPr/>
            <p:nvPr/>
          </p:nvSpPr>
          <p:spPr>
            <a:xfrm rot="0">
              <a:off x="1630" y="2426"/>
              <a:ext cx="1" cy="12"/>
            </a:xfrm>
            <a:custGeom>
              <a:avLst/>
              <a:ahLst/>
              <a:rect l="0" t="0" r="r" b="b"/>
              <a:pathLst>
                <a:path w="3" h="37">
                  <a:moveTo>
                    <a:pt x="3" y="37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76" name=""/>
            <p:cNvSpPr/>
            <p:nvPr/>
          </p:nvSpPr>
          <p:spPr>
            <a:xfrm rot="0" flipH="1">
              <a:off x="1630" y="24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77" name=""/>
            <p:cNvSpPr/>
            <p:nvPr/>
          </p:nvSpPr>
          <p:spPr>
            <a:xfrm rot="0">
              <a:off x="1615" y="2427"/>
              <a:ext cx="17" cy="24"/>
            </a:xfrm>
            <a:custGeom>
              <a:avLst/>
              <a:ahLst/>
              <a:rect l="0" t="0" r="r" b="b"/>
              <a:pathLst>
                <a:path w="51" h="74">
                  <a:moveTo>
                    <a:pt x="51" y="71"/>
                  </a:moveTo>
                  <a:lnTo>
                    <a:pt x="48" y="35"/>
                  </a:lnTo>
                  <a:lnTo>
                    <a:pt x="45" y="0"/>
                  </a:lnTo>
                  <a:lnTo>
                    <a:pt x="0" y="2"/>
                  </a:lnTo>
                  <a:lnTo>
                    <a:pt x="2" y="38"/>
                  </a:lnTo>
                  <a:lnTo>
                    <a:pt x="5" y="74"/>
                  </a:lnTo>
                  <a:lnTo>
                    <a:pt x="5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78" name=""/>
            <p:cNvSpPr/>
            <p:nvPr/>
          </p:nvSpPr>
          <p:spPr>
            <a:xfrm rot="0">
              <a:off x="1615" y="2427"/>
              <a:ext cx="17" cy="24"/>
            </a:xfrm>
            <a:custGeom>
              <a:avLst/>
              <a:ahLst/>
              <a:rect l="0" t="0" r="r" b="b"/>
              <a:pathLst>
                <a:path w="51" h="74">
                  <a:moveTo>
                    <a:pt x="51" y="71"/>
                  </a:moveTo>
                  <a:lnTo>
                    <a:pt x="48" y="35"/>
                  </a:lnTo>
                  <a:lnTo>
                    <a:pt x="45" y="0"/>
                  </a:lnTo>
                  <a:lnTo>
                    <a:pt x="0" y="2"/>
                  </a:lnTo>
                  <a:lnTo>
                    <a:pt x="2" y="38"/>
                  </a:lnTo>
                  <a:lnTo>
                    <a:pt x="5" y="74"/>
                  </a:lnTo>
                  <a:lnTo>
                    <a:pt x="5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79" name=""/>
            <p:cNvSpPr/>
            <p:nvPr/>
          </p:nvSpPr>
          <p:spPr>
            <a:xfrm rot="0">
              <a:off x="1615" y="2427"/>
              <a:ext cx="1" cy="12"/>
            </a:xfrm>
            <a:custGeom>
              <a:avLst/>
              <a:ahLst/>
              <a:rect l="0" t="0" r="r" b="b"/>
              <a:pathLst>
                <a:path w="2" h="36">
                  <a:moveTo>
                    <a:pt x="2" y="3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80" name=""/>
            <p:cNvSpPr/>
            <p:nvPr/>
          </p:nvSpPr>
          <p:spPr>
            <a:xfrm rot="0">
              <a:off x="1615" y="24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81" name=""/>
            <p:cNvSpPr/>
            <p:nvPr/>
          </p:nvSpPr>
          <p:spPr>
            <a:xfrm rot="0">
              <a:off x="1600" y="2427"/>
              <a:ext cx="16" cy="26"/>
            </a:xfrm>
            <a:custGeom>
              <a:avLst/>
              <a:ahLst/>
              <a:rect l="0" t="0" r="r" b="b"/>
              <a:pathLst>
                <a:path w="50" h="76">
                  <a:moveTo>
                    <a:pt x="50" y="72"/>
                  </a:moveTo>
                  <a:lnTo>
                    <a:pt x="47" y="36"/>
                  </a:lnTo>
                  <a:lnTo>
                    <a:pt x="45" y="0"/>
                  </a:lnTo>
                  <a:lnTo>
                    <a:pt x="0" y="5"/>
                  </a:lnTo>
                  <a:lnTo>
                    <a:pt x="3" y="40"/>
                  </a:lnTo>
                  <a:lnTo>
                    <a:pt x="6" y="76"/>
                  </a:lnTo>
                  <a:lnTo>
                    <a:pt x="5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82" name=""/>
            <p:cNvSpPr/>
            <p:nvPr/>
          </p:nvSpPr>
          <p:spPr>
            <a:xfrm rot="0">
              <a:off x="1600" y="2427"/>
              <a:ext cx="16" cy="26"/>
            </a:xfrm>
            <a:custGeom>
              <a:avLst/>
              <a:ahLst/>
              <a:rect l="0" t="0" r="r" b="b"/>
              <a:pathLst>
                <a:path w="50" h="76">
                  <a:moveTo>
                    <a:pt x="50" y="72"/>
                  </a:moveTo>
                  <a:lnTo>
                    <a:pt x="47" y="36"/>
                  </a:lnTo>
                  <a:lnTo>
                    <a:pt x="45" y="0"/>
                  </a:lnTo>
                  <a:lnTo>
                    <a:pt x="0" y="5"/>
                  </a:lnTo>
                  <a:lnTo>
                    <a:pt x="3" y="40"/>
                  </a:lnTo>
                  <a:lnTo>
                    <a:pt x="6" y="76"/>
                  </a:lnTo>
                  <a:lnTo>
                    <a:pt x="5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83" name=""/>
            <p:cNvSpPr/>
            <p:nvPr/>
          </p:nvSpPr>
          <p:spPr>
            <a:xfrm rot="0">
              <a:off x="1599" y="2429"/>
              <a:ext cx="2" cy="12"/>
            </a:xfrm>
            <a:custGeom>
              <a:avLst/>
              <a:ahLst/>
              <a:rect l="0" t="0" r="r" b="b"/>
              <a:pathLst>
                <a:path w="4" h="35">
                  <a:moveTo>
                    <a:pt x="4" y="3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84" name=""/>
            <p:cNvSpPr/>
            <p:nvPr/>
          </p:nvSpPr>
          <p:spPr>
            <a:xfrm rot="0" flipH="1">
              <a:off x="1599" y="24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85" name=""/>
            <p:cNvSpPr/>
            <p:nvPr/>
          </p:nvSpPr>
          <p:spPr>
            <a:xfrm rot="0">
              <a:off x="1584" y="2429"/>
              <a:ext cx="18" cy="26"/>
            </a:xfrm>
            <a:custGeom>
              <a:avLst/>
              <a:ahLst/>
              <a:rect l="0" t="0" r="r" b="b"/>
              <a:pathLst>
                <a:path w="55" h="77">
                  <a:moveTo>
                    <a:pt x="55" y="71"/>
                  </a:moveTo>
                  <a:lnTo>
                    <a:pt x="50" y="35"/>
                  </a:lnTo>
                  <a:lnTo>
                    <a:pt x="46" y="0"/>
                  </a:lnTo>
                  <a:lnTo>
                    <a:pt x="0" y="5"/>
                  </a:lnTo>
                  <a:lnTo>
                    <a:pt x="5" y="41"/>
                  </a:lnTo>
                  <a:lnTo>
                    <a:pt x="9" y="77"/>
                  </a:lnTo>
                  <a:lnTo>
                    <a:pt x="55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86" name=""/>
            <p:cNvSpPr/>
            <p:nvPr/>
          </p:nvSpPr>
          <p:spPr>
            <a:xfrm rot="0">
              <a:off x="1584" y="2429"/>
              <a:ext cx="18" cy="26"/>
            </a:xfrm>
            <a:custGeom>
              <a:avLst/>
              <a:ahLst/>
              <a:rect l="0" t="0" r="r" b="b"/>
              <a:pathLst>
                <a:path w="55" h="77">
                  <a:moveTo>
                    <a:pt x="55" y="71"/>
                  </a:moveTo>
                  <a:lnTo>
                    <a:pt x="50" y="35"/>
                  </a:lnTo>
                  <a:lnTo>
                    <a:pt x="46" y="0"/>
                  </a:lnTo>
                  <a:lnTo>
                    <a:pt x="0" y="5"/>
                  </a:lnTo>
                  <a:lnTo>
                    <a:pt x="5" y="41"/>
                  </a:lnTo>
                  <a:lnTo>
                    <a:pt x="9" y="77"/>
                  </a:lnTo>
                  <a:lnTo>
                    <a:pt x="55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87" name=""/>
            <p:cNvSpPr/>
            <p:nvPr/>
          </p:nvSpPr>
          <p:spPr>
            <a:xfrm rot="0">
              <a:off x="1584" y="2431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6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88" name=""/>
            <p:cNvSpPr/>
            <p:nvPr/>
          </p:nvSpPr>
          <p:spPr>
            <a:xfrm rot="0" flipH="1">
              <a:off x="1584" y="24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89" name=""/>
            <p:cNvSpPr/>
            <p:nvPr/>
          </p:nvSpPr>
          <p:spPr>
            <a:xfrm rot="0">
              <a:off x="1569" y="2431"/>
              <a:ext cx="18" cy="26"/>
            </a:xfrm>
            <a:custGeom>
              <a:avLst/>
              <a:ahLst/>
              <a:rect l="0" t="0" r="r" b="b"/>
              <a:pathLst>
                <a:path w="55" h="79">
                  <a:moveTo>
                    <a:pt x="55" y="72"/>
                  </a:moveTo>
                  <a:lnTo>
                    <a:pt x="50" y="36"/>
                  </a:lnTo>
                  <a:lnTo>
                    <a:pt x="44" y="0"/>
                  </a:lnTo>
                  <a:lnTo>
                    <a:pt x="0" y="7"/>
                  </a:lnTo>
                  <a:lnTo>
                    <a:pt x="6" y="43"/>
                  </a:lnTo>
                  <a:lnTo>
                    <a:pt x="11" y="79"/>
                  </a:lnTo>
                  <a:lnTo>
                    <a:pt x="55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90" name=""/>
            <p:cNvSpPr/>
            <p:nvPr/>
          </p:nvSpPr>
          <p:spPr>
            <a:xfrm rot="0">
              <a:off x="1569" y="2431"/>
              <a:ext cx="18" cy="26"/>
            </a:xfrm>
            <a:custGeom>
              <a:avLst/>
              <a:ahLst/>
              <a:rect l="0" t="0" r="r" b="b"/>
              <a:pathLst>
                <a:path w="55" h="79">
                  <a:moveTo>
                    <a:pt x="55" y="72"/>
                  </a:moveTo>
                  <a:lnTo>
                    <a:pt x="50" y="36"/>
                  </a:lnTo>
                  <a:lnTo>
                    <a:pt x="44" y="0"/>
                  </a:lnTo>
                  <a:lnTo>
                    <a:pt x="0" y="7"/>
                  </a:lnTo>
                  <a:lnTo>
                    <a:pt x="6" y="43"/>
                  </a:lnTo>
                  <a:lnTo>
                    <a:pt x="11" y="79"/>
                  </a:lnTo>
                  <a:lnTo>
                    <a:pt x="55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91" name=""/>
            <p:cNvSpPr/>
            <p:nvPr/>
          </p:nvSpPr>
          <p:spPr>
            <a:xfrm rot="0">
              <a:off x="1568" y="2433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9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9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92" name=""/>
            <p:cNvSpPr/>
            <p:nvPr/>
          </p:nvSpPr>
          <p:spPr>
            <a:xfrm rot="0" flipH="1">
              <a:off x="1568" y="2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93" name=""/>
            <p:cNvSpPr/>
            <p:nvPr/>
          </p:nvSpPr>
          <p:spPr>
            <a:xfrm rot="0">
              <a:off x="1553" y="2433"/>
              <a:ext cx="21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61" y="72"/>
                  </a:moveTo>
                  <a:lnTo>
                    <a:pt x="53" y="36"/>
                  </a:lnTo>
                  <a:lnTo>
                    <a:pt x="44" y="0"/>
                  </a:lnTo>
                  <a:lnTo>
                    <a:pt x="0" y="12"/>
                  </a:lnTo>
                  <a:lnTo>
                    <a:pt x="8" y="47"/>
                  </a:lnTo>
                  <a:lnTo>
                    <a:pt x="17" y="83"/>
                  </a:lnTo>
                  <a:lnTo>
                    <a:pt x="61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94" name=""/>
            <p:cNvSpPr/>
            <p:nvPr/>
          </p:nvSpPr>
          <p:spPr>
            <a:xfrm rot="0">
              <a:off x="1553" y="2433"/>
              <a:ext cx="21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61" y="72"/>
                  </a:moveTo>
                  <a:lnTo>
                    <a:pt x="53" y="36"/>
                  </a:lnTo>
                  <a:lnTo>
                    <a:pt x="44" y="0"/>
                  </a:lnTo>
                  <a:lnTo>
                    <a:pt x="0" y="12"/>
                  </a:lnTo>
                  <a:lnTo>
                    <a:pt x="8" y="47"/>
                  </a:lnTo>
                  <a:lnTo>
                    <a:pt x="17" y="83"/>
                  </a:lnTo>
                  <a:lnTo>
                    <a:pt x="61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95" name=""/>
            <p:cNvSpPr/>
            <p:nvPr/>
          </p:nvSpPr>
          <p:spPr>
            <a:xfrm rot="0">
              <a:off x="1553" y="2437"/>
              <a:ext cx="3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10" y="3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96" name=""/>
            <p:cNvSpPr/>
            <p:nvPr/>
          </p:nvSpPr>
          <p:spPr>
            <a:xfrm rot="0" flipH="1">
              <a:off x="1553" y="24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97" name=""/>
            <p:cNvSpPr/>
            <p:nvPr/>
          </p:nvSpPr>
          <p:spPr>
            <a:xfrm rot="0">
              <a:off x="1539" y="2437"/>
              <a:ext cx="20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62" y="71"/>
                  </a:moveTo>
                  <a:lnTo>
                    <a:pt x="52" y="35"/>
                  </a:lnTo>
                  <a:lnTo>
                    <a:pt x="42" y="0"/>
                  </a:lnTo>
                  <a:lnTo>
                    <a:pt x="0" y="11"/>
                  </a:lnTo>
                  <a:lnTo>
                    <a:pt x="10" y="47"/>
                  </a:lnTo>
                  <a:lnTo>
                    <a:pt x="20" y="82"/>
                  </a:lnTo>
                  <a:lnTo>
                    <a:pt x="6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098" name=""/>
            <p:cNvSpPr/>
            <p:nvPr/>
          </p:nvSpPr>
          <p:spPr>
            <a:xfrm rot="0">
              <a:off x="1539" y="2437"/>
              <a:ext cx="20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62" y="71"/>
                  </a:moveTo>
                  <a:lnTo>
                    <a:pt x="52" y="35"/>
                  </a:lnTo>
                  <a:lnTo>
                    <a:pt x="42" y="0"/>
                  </a:lnTo>
                  <a:lnTo>
                    <a:pt x="0" y="11"/>
                  </a:lnTo>
                  <a:lnTo>
                    <a:pt x="10" y="47"/>
                  </a:lnTo>
                  <a:lnTo>
                    <a:pt x="20" y="82"/>
                  </a:lnTo>
                  <a:lnTo>
                    <a:pt x="6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099" name=""/>
            <p:cNvSpPr/>
            <p:nvPr/>
          </p:nvSpPr>
          <p:spPr>
            <a:xfrm rot="0">
              <a:off x="1538" y="2441"/>
              <a:ext cx="4" cy="12"/>
            </a:xfrm>
            <a:custGeom>
              <a:avLst/>
              <a:ahLst/>
              <a:rect l="0" t="0" r="r" b="b"/>
              <a:pathLst>
                <a:path w="12" h="36">
                  <a:moveTo>
                    <a:pt x="12" y="3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00" name=""/>
            <p:cNvSpPr/>
            <p:nvPr/>
          </p:nvSpPr>
          <p:spPr>
            <a:xfrm rot="0" flipH="1">
              <a:off x="1538" y="24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01" name=""/>
            <p:cNvSpPr/>
            <p:nvPr/>
          </p:nvSpPr>
          <p:spPr>
            <a:xfrm rot="0">
              <a:off x="1524" y="2441"/>
              <a:ext cx="22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65" y="68"/>
                  </a:moveTo>
                  <a:lnTo>
                    <a:pt x="54" y="34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11" y="48"/>
                  </a:lnTo>
                  <a:lnTo>
                    <a:pt x="22" y="82"/>
                  </a:lnTo>
                  <a:lnTo>
                    <a:pt x="65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02" name=""/>
            <p:cNvSpPr/>
            <p:nvPr/>
          </p:nvSpPr>
          <p:spPr>
            <a:xfrm rot="0">
              <a:off x="1524" y="2441"/>
              <a:ext cx="22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65" y="68"/>
                  </a:moveTo>
                  <a:lnTo>
                    <a:pt x="54" y="34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11" y="48"/>
                  </a:lnTo>
                  <a:lnTo>
                    <a:pt x="22" y="82"/>
                  </a:lnTo>
                  <a:lnTo>
                    <a:pt x="65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03" name=""/>
            <p:cNvSpPr/>
            <p:nvPr/>
          </p:nvSpPr>
          <p:spPr>
            <a:xfrm rot="0">
              <a:off x="1523" y="2446"/>
              <a:ext cx="5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3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04" name=""/>
            <p:cNvSpPr/>
            <p:nvPr/>
          </p:nvSpPr>
          <p:spPr>
            <a:xfrm rot="0" flipH="1">
              <a:off x="1523" y="24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05" name=""/>
            <p:cNvSpPr/>
            <p:nvPr/>
          </p:nvSpPr>
          <p:spPr>
            <a:xfrm rot="0">
              <a:off x="1509" y="2446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69" y="68"/>
                  </a:moveTo>
                  <a:lnTo>
                    <a:pt x="56" y="34"/>
                  </a:lnTo>
                  <a:lnTo>
                    <a:pt x="43" y="0"/>
                  </a:lnTo>
                  <a:lnTo>
                    <a:pt x="0" y="16"/>
                  </a:lnTo>
                  <a:lnTo>
                    <a:pt x="13" y="50"/>
                  </a:lnTo>
                  <a:lnTo>
                    <a:pt x="26" y="84"/>
                  </a:lnTo>
                  <a:lnTo>
                    <a:pt x="69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06" name=""/>
            <p:cNvSpPr/>
            <p:nvPr/>
          </p:nvSpPr>
          <p:spPr>
            <a:xfrm rot="0">
              <a:off x="1509" y="2446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69" y="68"/>
                  </a:moveTo>
                  <a:lnTo>
                    <a:pt x="56" y="34"/>
                  </a:lnTo>
                  <a:lnTo>
                    <a:pt x="43" y="0"/>
                  </a:lnTo>
                  <a:lnTo>
                    <a:pt x="0" y="16"/>
                  </a:lnTo>
                  <a:lnTo>
                    <a:pt x="13" y="50"/>
                  </a:lnTo>
                  <a:lnTo>
                    <a:pt x="26" y="84"/>
                  </a:lnTo>
                  <a:lnTo>
                    <a:pt x="69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07" name=""/>
            <p:cNvSpPr/>
            <p:nvPr/>
          </p:nvSpPr>
          <p:spPr>
            <a:xfrm rot="0">
              <a:off x="1509" y="2451"/>
              <a:ext cx="4" cy="12"/>
            </a:xfrm>
            <a:custGeom>
              <a:avLst/>
              <a:ahLst/>
              <a:rect l="0" t="0" r="r" b="b"/>
              <a:pathLst>
                <a:path w="14" h="34">
                  <a:moveTo>
                    <a:pt x="14" y="3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08" name=""/>
            <p:cNvSpPr/>
            <p:nvPr/>
          </p:nvSpPr>
          <p:spPr>
            <a:xfrm rot="0" flipH="1">
              <a:off x="1509" y="24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09" name=""/>
            <p:cNvSpPr/>
            <p:nvPr/>
          </p:nvSpPr>
          <p:spPr>
            <a:xfrm rot="0">
              <a:off x="1495" y="2451"/>
              <a:ext cx="23" cy="29"/>
            </a:xfrm>
            <a:custGeom>
              <a:avLst/>
              <a:ahLst/>
              <a:rect l="0" t="0" r="r" b="b"/>
              <a:pathLst>
                <a:path w="70" h="85">
                  <a:moveTo>
                    <a:pt x="70" y="68"/>
                  </a:moveTo>
                  <a:lnTo>
                    <a:pt x="55" y="34"/>
                  </a:lnTo>
                  <a:lnTo>
                    <a:pt x="41" y="0"/>
                  </a:lnTo>
                  <a:lnTo>
                    <a:pt x="0" y="17"/>
                  </a:lnTo>
                  <a:lnTo>
                    <a:pt x="14" y="51"/>
                  </a:lnTo>
                  <a:lnTo>
                    <a:pt x="28" y="85"/>
                  </a:lnTo>
                  <a:lnTo>
                    <a:pt x="70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10" name=""/>
            <p:cNvSpPr/>
            <p:nvPr/>
          </p:nvSpPr>
          <p:spPr>
            <a:xfrm rot="0">
              <a:off x="1495" y="2451"/>
              <a:ext cx="23" cy="29"/>
            </a:xfrm>
            <a:custGeom>
              <a:avLst/>
              <a:ahLst/>
              <a:rect l="0" t="0" r="r" b="b"/>
              <a:pathLst>
                <a:path w="70" h="85">
                  <a:moveTo>
                    <a:pt x="70" y="68"/>
                  </a:moveTo>
                  <a:lnTo>
                    <a:pt x="55" y="34"/>
                  </a:lnTo>
                  <a:lnTo>
                    <a:pt x="41" y="0"/>
                  </a:lnTo>
                  <a:lnTo>
                    <a:pt x="0" y="17"/>
                  </a:lnTo>
                  <a:lnTo>
                    <a:pt x="14" y="51"/>
                  </a:lnTo>
                  <a:lnTo>
                    <a:pt x="28" y="85"/>
                  </a:lnTo>
                  <a:lnTo>
                    <a:pt x="7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11" name=""/>
            <p:cNvSpPr/>
            <p:nvPr/>
          </p:nvSpPr>
          <p:spPr>
            <a:xfrm rot="0">
              <a:off x="1494" y="2457"/>
              <a:ext cx="6" cy="11"/>
            </a:xfrm>
            <a:custGeom>
              <a:avLst/>
              <a:ahLst/>
              <a:rect l="0" t="0" r="r" b="b"/>
              <a:pathLst>
                <a:path w="16" h="34">
                  <a:moveTo>
                    <a:pt x="16" y="3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12" name=""/>
            <p:cNvSpPr/>
            <p:nvPr/>
          </p:nvSpPr>
          <p:spPr>
            <a:xfrm rot="0" flipH="1">
              <a:off x="1494" y="2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13" name=""/>
            <p:cNvSpPr/>
            <p:nvPr/>
          </p:nvSpPr>
          <p:spPr>
            <a:xfrm rot="0">
              <a:off x="1481" y="2457"/>
              <a:ext cx="24" cy="29"/>
            </a:xfrm>
            <a:custGeom>
              <a:avLst/>
              <a:ahLst/>
              <a:rect l="0" t="0" r="r" b="b"/>
              <a:pathLst>
                <a:path w="72" h="85">
                  <a:moveTo>
                    <a:pt x="72" y="66"/>
                  </a:moveTo>
                  <a:lnTo>
                    <a:pt x="56" y="33"/>
                  </a:lnTo>
                  <a:lnTo>
                    <a:pt x="40" y="0"/>
                  </a:lnTo>
                  <a:lnTo>
                    <a:pt x="0" y="20"/>
                  </a:lnTo>
                  <a:lnTo>
                    <a:pt x="16" y="53"/>
                  </a:lnTo>
                  <a:lnTo>
                    <a:pt x="32" y="85"/>
                  </a:lnTo>
                  <a:lnTo>
                    <a:pt x="72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14" name=""/>
            <p:cNvSpPr/>
            <p:nvPr/>
          </p:nvSpPr>
          <p:spPr>
            <a:xfrm rot="0">
              <a:off x="1481" y="2457"/>
              <a:ext cx="24" cy="29"/>
            </a:xfrm>
            <a:custGeom>
              <a:avLst/>
              <a:ahLst/>
              <a:rect l="0" t="0" r="r" b="b"/>
              <a:pathLst>
                <a:path w="72" h="85">
                  <a:moveTo>
                    <a:pt x="72" y="66"/>
                  </a:moveTo>
                  <a:lnTo>
                    <a:pt x="56" y="33"/>
                  </a:lnTo>
                  <a:lnTo>
                    <a:pt x="40" y="0"/>
                  </a:lnTo>
                  <a:lnTo>
                    <a:pt x="0" y="20"/>
                  </a:lnTo>
                  <a:lnTo>
                    <a:pt x="16" y="53"/>
                  </a:lnTo>
                  <a:lnTo>
                    <a:pt x="32" y="85"/>
                  </a:lnTo>
                  <a:lnTo>
                    <a:pt x="72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15" name=""/>
            <p:cNvSpPr/>
            <p:nvPr/>
          </p:nvSpPr>
          <p:spPr>
            <a:xfrm rot="0">
              <a:off x="1481" y="2464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3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08" name=""/>
          <p:cNvGrpSpPr/>
          <p:nvPr/>
        </p:nvGrpSpPr>
        <p:grpSpPr>
          <a:xfrm rot="0">
            <a:off x="2051050" y="3911600"/>
            <a:ext cx="936625" cy="773112"/>
            <a:chOff x="1292" y="2464"/>
            <a:chExt cx="590" cy="487"/>
          </a:xfrm>
        </p:grpSpPr>
        <p:sp>
          <p:nvSpPr>
            <p:cNvPr id="1072116" name=""/>
            <p:cNvSpPr/>
            <p:nvPr/>
          </p:nvSpPr>
          <p:spPr>
            <a:xfrm rot="0" flipH="1">
              <a:off x="1481" y="2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17" name=""/>
            <p:cNvSpPr/>
            <p:nvPr/>
          </p:nvSpPr>
          <p:spPr>
            <a:xfrm rot="0">
              <a:off x="1467" y="2464"/>
              <a:ext cx="25" cy="28"/>
            </a:xfrm>
            <a:custGeom>
              <a:avLst/>
              <a:ahLst/>
              <a:rect l="0" t="0" r="r" b="b"/>
              <a:pathLst>
                <a:path w="74" h="84">
                  <a:moveTo>
                    <a:pt x="74" y="63"/>
                  </a:moveTo>
                  <a:lnTo>
                    <a:pt x="57" y="3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17" y="53"/>
                  </a:lnTo>
                  <a:lnTo>
                    <a:pt x="34" y="84"/>
                  </a:lnTo>
                  <a:lnTo>
                    <a:pt x="74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18" name=""/>
            <p:cNvSpPr/>
            <p:nvPr/>
          </p:nvSpPr>
          <p:spPr>
            <a:xfrm rot="0">
              <a:off x="1467" y="2464"/>
              <a:ext cx="25" cy="28"/>
            </a:xfrm>
            <a:custGeom>
              <a:avLst/>
              <a:ahLst/>
              <a:rect l="0" t="0" r="r" b="b"/>
              <a:pathLst>
                <a:path w="74" h="84">
                  <a:moveTo>
                    <a:pt x="74" y="63"/>
                  </a:moveTo>
                  <a:lnTo>
                    <a:pt x="57" y="3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17" y="53"/>
                  </a:lnTo>
                  <a:lnTo>
                    <a:pt x="34" y="84"/>
                  </a:lnTo>
                  <a:lnTo>
                    <a:pt x="74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19" name=""/>
            <p:cNvSpPr/>
            <p:nvPr/>
          </p:nvSpPr>
          <p:spPr>
            <a:xfrm rot="0">
              <a:off x="1467" y="2472"/>
              <a:ext cx="6" cy="10"/>
            </a:xfrm>
            <a:custGeom>
              <a:avLst/>
              <a:ahLst/>
              <a:rect l="0" t="0" r="r" b="b"/>
              <a:pathLst>
                <a:path w="18" h="31">
                  <a:moveTo>
                    <a:pt x="18" y="3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20" name=""/>
            <p:cNvSpPr/>
            <p:nvPr/>
          </p:nvSpPr>
          <p:spPr>
            <a:xfrm rot="0" flipH="1">
              <a:off x="1467" y="24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21" name=""/>
            <p:cNvSpPr/>
            <p:nvPr/>
          </p:nvSpPr>
          <p:spPr>
            <a:xfrm rot="0">
              <a:off x="1454" y="2472"/>
              <a:ext cx="25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77" y="62"/>
                  </a:moveTo>
                  <a:lnTo>
                    <a:pt x="58" y="31"/>
                  </a:lnTo>
                  <a:lnTo>
                    <a:pt x="40" y="0"/>
                  </a:lnTo>
                  <a:lnTo>
                    <a:pt x="0" y="24"/>
                  </a:lnTo>
                  <a:lnTo>
                    <a:pt x="18" y="55"/>
                  </a:lnTo>
                  <a:lnTo>
                    <a:pt x="37" y="87"/>
                  </a:lnTo>
                  <a:lnTo>
                    <a:pt x="77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22" name=""/>
            <p:cNvSpPr/>
            <p:nvPr/>
          </p:nvSpPr>
          <p:spPr>
            <a:xfrm rot="0">
              <a:off x="1454" y="2472"/>
              <a:ext cx="25" cy="29"/>
            </a:xfrm>
            <a:custGeom>
              <a:avLst/>
              <a:ahLst/>
              <a:rect l="0" t="0" r="r" b="b"/>
              <a:pathLst>
                <a:path w="77" h="87">
                  <a:moveTo>
                    <a:pt x="77" y="62"/>
                  </a:moveTo>
                  <a:lnTo>
                    <a:pt x="58" y="31"/>
                  </a:lnTo>
                  <a:lnTo>
                    <a:pt x="40" y="0"/>
                  </a:lnTo>
                  <a:lnTo>
                    <a:pt x="0" y="24"/>
                  </a:lnTo>
                  <a:lnTo>
                    <a:pt x="18" y="55"/>
                  </a:lnTo>
                  <a:lnTo>
                    <a:pt x="37" y="87"/>
                  </a:lnTo>
                  <a:lnTo>
                    <a:pt x="77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23" name=""/>
            <p:cNvSpPr/>
            <p:nvPr/>
          </p:nvSpPr>
          <p:spPr>
            <a:xfrm rot="0">
              <a:off x="1453" y="2480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20" y="3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24" name=""/>
            <p:cNvSpPr/>
            <p:nvPr/>
          </p:nvSpPr>
          <p:spPr>
            <a:xfrm rot="0" flipH="1">
              <a:off x="1453" y="24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25" name=""/>
            <p:cNvSpPr/>
            <p:nvPr/>
          </p:nvSpPr>
          <p:spPr>
            <a:xfrm rot="0">
              <a:off x="1441" y="2480"/>
              <a:ext cx="25" cy="28"/>
            </a:xfrm>
            <a:custGeom>
              <a:avLst/>
              <a:ahLst/>
              <a:rect l="0" t="0" r="r" b="b"/>
              <a:pathLst>
                <a:path w="77" h="84">
                  <a:moveTo>
                    <a:pt x="77" y="60"/>
                  </a:moveTo>
                  <a:lnTo>
                    <a:pt x="57" y="30"/>
                  </a:lnTo>
                  <a:lnTo>
                    <a:pt x="37" y="0"/>
                  </a:lnTo>
                  <a:lnTo>
                    <a:pt x="0" y="25"/>
                  </a:lnTo>
                  <a:lnTo>
                    <a:pt x="20" y="55"/>
                  </a:lnTo>
                  <a:lnTo>
                    <a:pt x="40" y="84"/>
                  </a:lnTo>
                  <a:lnTo>
                    <a:pt x="7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26" name=""/>
            <p:cNvSpPr/>
            <p:nvPr/>
          </p:nvSpPr>
          <p:spPr>
            <a:xfrm rot="0">
              <a:off x="1441" y="2480"/>
              <a:ext cx="25" cy="28"/>
            </a:xfrm>
            <a:custGeom>
              <a:avLst/>
              <a:ahLst/>
              <a:rect l="0" t="0" r="r" b="b"/>
              <a:pathLst>
                <a:path w="77" h="84">
                  <a:moveTo>
                    <a:pt x="77" y="60"/>
                  </a:moveTo>
                  <a:lnTo>
                    <a:pt x="57" y="30"/>
                  </a:lnTo>
                  <a:lnTo>
                    <a:pt x="37" y="0"/>
                  </a:lnTo>
                  <a:lnTo>
                    <a:pt x="0" y="25"/>
                  </a:lnTo>
                  <a:lnTo>
                    <a:pt x="20" y="55"/>
                  </a:lnTo>
                  <a:lnTo>
                    <a:pt x="40" y="84"/>
                  </a:lnTo>
                  <a:lnTo>
                    <a:pt x="7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27" name=""/>
            <p:cNvSpPr/>
            <p:nvPr/>
          </p:nvSpPr>
          <p:spPr>
            <a:xfrm rot="0">
              <a:off x="1440" y="2488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28" name=""/>
            <p:cNvSpPr/>
            <p:nvPr/>
          </p:nvSpPr>
          <p:spPr>
            <a:xfrm rot="0" flipH="1">
              <a:off x="1440" y="24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29" name=""/>
            <p:cNvSpPr/>
            <p:nvPr/>
          </p:nvSpPr>
          <p:spPr>
            <a:xfrm rot="0">
              <a:off x="1428" y="2488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80" y="59"/>
                  </a:moveTo>
                  <a:lnTo>
                    <a:pt x="58" y="30"/>
                  </a:lnTo>
                  <a:lnTo>
                    <a:pt x="37" y="0"/>
                  </a:lnTo>
                  <a:lnTo>
                    <a:pt x="0" y="27"/>
                  </a:lnTo>
                  <a:lnTo>
                    <a:pt x="21" y="57"/>
                  </a:lnTo>
                  <a:lnTo>
                    <a:pt x="43" y="86"/>
                  </a:lnTo>
                  <a:lnTo>
                    <a:pt x="8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30" name=""/>
            <p:cNvSpPr/>
            <p:nvPr/>
          </p:nvSpPr>
          <p:spPr>
            <a:xfrm rot="0">
              <a:off x="1428" y="2488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80" y="59"/>
                  </a:moveTo>
                  <a:lnTo>
                    <a:pt x="58" y="30"/>
                  </a:lnTo>
                  <a:lnTo>
                    <a:pt x="37" y="0"/>
                  </a:lnTo>
                  <a:lnTo>
                    <a:pt x="0" y="27"/>
                  </a:lnTo>
                  <a:lnTo>
                    <a:pt x="21" y="57"/>
                  </a:lnTo>
                  <a:lnTo>
                    <a:pt x="43" y="86"/>
                  </a:lnTo>
                  <a:lnTo>
                    <a:pt x="8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31" name=""/>
            <p:cNvSpPr/>
            <p:nvPr/>
          </p:nvSpPr>
          <p:spPr>
            <a:xfrm rot="0">
              <a:off x="1428" y="2497"/>
              <a:ext cx="7" cy="10"/>
            </a:xfrm>
            <a:custGeom>
              <a:avLst/>
              <a:ahLst/>
              <a:rect l="0" t="0" r="r" b="b"/>
              <a:pathLst>
                <a:path w="22" h="30">
                  <a:moveTo>
                    <a:pt x="22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32" name=""/>
            <p:cNvSpPr/>
            <p:nvPr/>
          </p:nvSpPr>
          <p:spPr>
            <a:xfrm rot="0" flipH="1">
              <a:off x="1428" y="24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33" name=""/>
            <p:cNvSpPr/>
            <p:nvPr/>
          </p:nvSpPr>
          <p:spPr>
            <a:xfrm rot="0">
              <a:off x="1416" y="2498"/>
              <a:ext cx="27" cy="28"/>
            </a:xfrm>
            <a:custGeom>
              <a:avLst/>
              <a:ahLst/>
              <a:rect l="0" t="0" r="r" b="b"/>
              <a:pathLst>
                <a:path w="80" h="84">
                  <a:moveTo>
                    <a:pt x="80" y="57"/>
                  </a:moveTo>
                  <a:lnTo>
                    <a:pt x="57" y="29"/>
                  </a:lnTo>
                  <a:lnTo>
                    <a:pt x="35" y="0"/>
                  </a:lnTo>
                  <a:lnTo>
                    <a:pt x="0" y="27"/>
                  </a:lnTo>
                  <a:lnTo>
                    <a:pt x="23" y="56"/>
                  </a:lnTo>
                  <a:lnTo>
                    <a:pt x="46" y="84"/>
                  </a:lnTo>
                  <a:lnTo>
                    <a:pt x="8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34" name=""/>
            <p:cNvSpPr/>
            <p:nvPr/>
          </p:nvSpPr>
          <p:spPr>
            <a:xfrm rot="0">
              <a:off x="1416" y="2498"/>
              <a:ext cx="27" cy="28"/>
            </a:xfrm>
            <a:custGeom>
              <a:avLst/>
              <a:ahLst/>
              <a:rect l="0" t="0" r="r" b="b"/>
              <a:pathLst>
                <a:path w="80" h="84">
                  <a:moveTo>
                    <a:pt x="80" y="57"/>
                  </a:moveTo>
                  <a:lnTo>
                    <a:pt x="57" y="29"/>
                  </a:lnTo>
                  <a:lnTo>
                    <a:pt x="35" y="0"/>
                  </a:lnTo>
                  <a:lnTo>
                    <a:pt x="0" y="27"/>
                  </a:lnTo>
                  <a:lnTo>
                    <a:pt x="23" y="56"/>
                  </a:lnTo>
                  <a:lnTo>
                    <a:pt x="46" y="84"/>
                  </a:lnTo>
                  <a:lnTo>
                    <a:pt x="8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35" name=""/>
            <p:cNvSpPr/>
            <p:nvPr/>
          </p:nvSpPr>
          <p:spPr>
            <a:xfrm rot="0">
              <a:off x="1416" y="2507"/>
              <a:ext cx="8" cy="9"/>
            </a:xfrm>
            <a:custGeom>
              <a:avLst/>
              <a:ahLst/>
              <a:rect l="0" t="0" r="r" b="b"/>
              <a:pathLst>
                <a:path w="24" h="29">
                  <a:moveTo>
                    <a:pt x="24" y="29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36" name=""/>
            <p:cNvSpPr/>
            <p:nvPr/>
          </p:nvSpPr>
          <p:spPr>
            <a:xfrm rot="0" flipH="1">
              <a:off x="1416" y="25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37" name=""/>
            <p:cNvSpPr/>
            <p:nvPr/>
          </p:nvSpPr>
          <p:spPr>
            <a:xfrm rot="0">
              <a:off x="1404" y="2507"/>
              <a:ext cx="28" cy="28"/>
            </a:xfrm>
            <a:custGeom>
              <a:avLst/>
              <a:ahLst/>
              <a:rect l="0" t="0" r="r" b="b"/>
              <a:pathLst>
                <a:path w="82" h="84">
                  <a:moveTo>
                    <a:pt x="82" y="54"/>
                  </a:moveTo>
                  <a:lnTo>
                    <a:pt x="58" y="27"/>
                  </a:lnTo>
                  <a:lnTo>
                    <a:pt x="34" y="0"/>
                  </a:lnTo>
                  <a:lnTo>
                    <a:pt x="0" y="29"/>
                  </a:lnTo>
                  <a:lnTo>
                    <a:pt x="24" y="57"/>
                  </a:lnTo>
                  <a:lnTo>
                    <a:pt x="48" y="84"/>
                  </a:lnTo>
                  <a:lnTo>
                    <a:pt x="8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38" name=""/>
            <p:cNvSpPr/>
            <p:nvPr/>
          </p:nvSpPr>
          <p:spPr>
            <a:xfrm rot="0">
              <a:off x="1404" y="2507"/>
              <a:ext cx="28" cy="28"/>
            </a:xfrm>
            <a:custGeom>
              <a:avLst/>
              <a:ahLst/>
              <a:rect l="0" t="0" r="r" b="b"/>
              <a:pathLst>
                <a:path w="82" h="84">
                  <a:moveTo>
                    <a:pt x="82" y="54"/>
                  </a:moveTo>
                  <a:lnTo>
                    <a:pt x="58" y="27"/>
                  </a:lnTo>
                  <a:lnTo>
                    <a:pt x="34" y="0"/>
                  </a:lnTo>
                  <a:lnTo>
                    <a:pt x="0" y="29"/>
                  </a:lnTo>
                  <a:lnTo>
                    <a:pt x="24" y="57"/>
                  </a:lnTo>
                  <a:lnTo>
                    <a:pt x="48" y="84"/>
                  </a:lnTo>
                  <a:lnTo>
                    <a:pt x="8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39" name=""/>
            <p:cNvSpPr/>
            <p:nvPr/>
          </p:nvSpPr>
          <p:spPr>
            <a:xfrm rot="0">
              <a:off x="1404" y="2517"/>
              <a:ext cx="8" cy="9"/>
            </a:xfrm>
            <a:custGeom>
              <a:avLst/>
              <a:ahLst/>
              <a:rect l="0" t="0" r="r" b="b"/>
              <a:pathLst>
                <a:path w="26" h="28">
                  <a:moveTo>
                    <a:pt x="26" y="28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40" name=""/>
            <p:cNvSpPr/>
            <p:nvPr/>
          </p:nvSpPr>
          <p:spPr>
            <a:xfrm rot="0" flipH="1">
              <a:off x="1404" y="25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41" name=""/>
            <p:cNvSpPr/>
            <p:nvPr/>
          </p:nvSpPr>
          <p:spPr>
            <a:xfrm rot="0">
              <a:off x="1393" y="2518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84" y="51"/>
                  </a:moveTo>
                  <a:lnTo>
                    <a:pt x="58" y="26"/>
                  </a:lnTo>
                  <a:lnTo>
                    <a:pt x="32" y="0"/>
                  </a:lnTo>
                  <a:lnTo>
                    <a:pt x="0" y="31"/>
                  </a:lnTo>
                  <a:lnTo>
                    <a:pt x="25" y="57"/>
                  </a:lnTo>
                  <a:lnTo>
                    <a:pt x="51" y="82"/>
                  </a:lnTo>
                  <a:lnTo>
                    <a:pt x="8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42" name=""/>
            <p:cNvSpPr/>
            <p:nvPr/>
          </p:nvSpPr>
          <p:spPr>
            <a:xfrm rot="0">
              <a:off x="1393" y="2518"/>
              <a:ext cx="28" cy="27"/>
            </a:xfrm>
            <a:custGeom>
              <a:avLst/>
              <a:ahLst/>
              <a:rect l="0" t="0" r="r" b="b"/>
              <a:pathLst>
                <a:path w="84" h="82">
                  <a:moveTo>
                    <a:pt x="84" y="51"/>
                  </a:moveTo>
                  <a:lnTo>
                    <a:pt x="58" y="26"/>
                  </a:lnTo>
                  <a:lnTo>
                    <a:pt x="32" y="0"/>
                  </a:lnTo>
                  <a:lnTo>
                    <a:pt x="0" y="31"/>
                  </a:lnTo>
                  <a:lnTo>
                    <a:pt x="25" y="57"/>
                  </a:lnTo>
                  <a:lnTo>
                    <a:pt x="51" y="82"/>
                  </a:lnTo>
                  <a:lnTo>
                    <a:pt x="8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43" name=""/>
            <p:cNvSpPr/>
            <p:nvPr/>
          </p:nvSpPr>
          <p:spPr>
            <a:xfrm rot="0">
              <a:off x="1393" y="2528"/>
              <a:ext cx="8" cy="9"/>
            </a:xfrm>
            <a:custGeom>
              <a:avLst/>
              <a:ahLst/>
              <a:rect l="0" t="0" r="r" b="b"/>
              <a:pathLst>
                <a:path w="25" h="26">
                  <a:moveTo>
                    <a:pt x="25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44" name=""/>
            <p:cNvSpPr/>
            <p:nvPr/>
          </p:nvSpPr>
          <p:spPr>
            <a:xfrm rot="0">
              <a:off x="1393" y="2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45" name=""/>
            <p:cNvSpPr/>
            <p:nvPr/>
          </p:nvSpPr>
          <p:spPr>
            <a:xfrm rot="0">
              <a:off x="1382" y="2528"/>
              <a:ext cx="28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83" y="51"/>
                  </a:moveTo>
                  <a:lnTo>
                    <a:pt x="57" y="26"/>
                  </a:lnTo>
                  <a:lnTo>
                    <a:pt x="32" y="0"/>
                  </a:lnTo>
                  <a:lnTo>
                    <a:pt x="0" y="33"/>
                  </a:lnTo>
                  <a:lnTo>
                    <a:pt x="26" y="59"/>
                  </a:lnTo>
                  <a:lnTo>
                    <a:pt x="52" y="84"/>
                  </a:lnTo>
                  <a:lnTo>
                    <a:pt x="83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46" name=""/>
            <p:cNvSpPr/>
            <p:nvPr/>
          </p:nvSpPr>
          <p:spPr>
            <a:xfrm rot="0">
              <a:off x="1382" y="2528"/>
              <a:ext cx="28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83" y="51"/>
                  </a:moveTo>
                  <a:lnTo>
                    <a:pt x="57" y="26"/>
                  </a:lnTo>
                  <a:lnTo>
                    <a:pt x="32" y="0"/>
                  </a:lnTo>
                  <a:lnTo>
                    <a:pt x="0" y="33"/>
                  </a:lnTo>
                  <a:lnTo>
                    <a:pt x="26" y="59"/>
                  </a:lnTo>
                  <a:lnTo>
                    <a:pt x="52" y="84"/>
                  </a:lnTo>
                  <a:lnTo>
                    <a:pt x="83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47" name=""/>
            <p:cNvSpPr/>
            <p:nvPr/>
          </p:nvSpPr>
          <p:spPr>
            <a:xfrm rot="0">
              <a:off x="1382" y="2539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48" name=""/>
            <p:cNvSpPr/>
            <p:nvPr/>
          </p:nvSpPr>
          <p:spPr>
            <a:xfrm rot="0" flipH="1">
              <a:off x="1382" y="25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49" name=""/>
            <p:cNvSpPr/>
            <p:nvPr/>
          </p:nvSpPr>
          <p:spPr>
            <a:xfrm rot="0">
              <a:off x="1372" y="2539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84" y="49"/>
                  </a:moveTo>
                  <a:lnTo>
                    <a:pt x="57" y="25"/>
                  </a:lnTo>
                  <a:lnTo>
                    <a:pt x="30" y="0"/>
                  </a:lnTo>
                  <a:lnTo>
                    <a:pt x="0" y="35"/>
                  </a:lnTo>
                  <a:lnTo>
                    <a:pt x="27" y="59"/>
                  </a:lnTo>
                  <a:lnTo>
                    <a:pt x="54" y="83"/>
                  </a:lnTo>
                  <a:lnTo>
                    <a:pt x="84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50" name=""/>
            <p:cNvSpPr/>
            <p:nvPr/>
          </p:nvSpPr>
          <p:spPr>
            <a:xfrm rot="0">
              <a:off x="1372" y="2539"/>
              <a:ext cx="28" cy="28"/>
            </a:xfrm>
            <a:custGeom>
              <a:avLst/>
              <a:ahLst/>
              <a:rect l="0" t="0" r="r" b="b"/>
              <a:pathLst>
                <a:path w="84" h="83">
                  <a:moveTo>
                    <a:pt x="84" y="49"/>
                  </a:moveTo>
                  <a:lnTo>
                    <a:pt x="57" y="25"/>
                  </a:lnTo>
                  <a:lnTo>
                    <a:pt x="30" y="0"/>
                  </a:lnTo>
                  <a:lnTo>
                    <a:pt x="0" y="35"/>
                  </a:lnTo>
                  <a:lnTo>
                    <a:pt x="27" y="59"/>
                  </a:lnTo>
                  <a:lnTo>
                    <a:pt x="54" y="83"/>
                  </a:lnTo>
                  <a:lnTo>
                    <a:pt x="84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51" name=""/>
            <p:cNvSpPr/>
            <p:nvPr/>
          </p:nvSpPr>
          <p:spPr>
            <a:xfrm rot="0">
              <a:off x="1372" y="2551"/>
              <a:ext cx="9" cy="8"/>
            </a:xfrm>
            <a:custGeom>
              <a:avLst/>
              <a:ahLst/>
              <a:rect l="0" t="0" r="r" b="b"/>
              <a:pathLst>
                <a:path w="28" h="24">
                  <a:moveTo>
                    <a:pt x="28" y="2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52" name=""/>
            <p:cNvSpPr/>
            <p:nvPr/>
          </p:nvSpPr>
          <p:spPr>
            <a:xfrm rot="0" flipH="1">
              <a:off x="1372" y="25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53" name=""/>
            <p:cNvSpPr/>
            <p:nvPr/>
          </p:nvSpPr>
          <p:spPr>
            <a:xfrm rot="0">
              <a:off x="1362" y="2552"/>
              <a:ext cx="28" cy="26"/>
            </a:xfrm>
            <a:custGeom>
              <a:avLst/>
              <a:ahLst/>
              <a:rect l="0" t="0" r="r" b="b"/>
              <a:pathLst>
                <a:path w="84" h="79">
                  <a:moveTo>
                    <a:pt x="84" y="43"/>
                  </a:moveTo>
                  <a:lnTo>
                    <a:pt x="56" y="22"/>
                  </a:lnTo>
                  <a:lnTo>
                    <a:pt x="28" y="0"/>
                  </a:lnTo>
                  <a:lnTo>
                    <a:pt x="0" y="36"/>
                  </a:lnTo>
                  <a:lnTo>
                    <a:pt x="29" y="57"/>
                  </a:lnTo>
                  <a:lnTo>
                    <a:pt x="57" y="79"/>
                  </a:lnTo>
                  <a:lnTo>
                    <a:pt x="84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54" name=""/>
            <p:cNvSpPr/>
            <p:nvPr/>
          </p:nvSpPr>
          <p:spPr>
            <a:xfrm rot="0">
              <a:off x="1362" y="2552"/>
              <a:ext cx="28" cy="26"/>
            </a:xfrm>
            <a:custGeom>
              <a:avLst/>
              <a:ahLst/>
              <a:rect l="0" t="0" r="r" b="b"/>
              <a:pathLst>
                <a:path w="84" h="79">
                  <a:moveTo>
                    <a:pt x="84" y="43"/>
                  </a:moveTo>
                  <a:lnTo>
                    <a:pt x="56" y="22"/>
                  </a:lnTo>
                  <a:lnTo>
                    <a:pt x="28" y="0"/>
                  </a:lnTo>
                  <a:lnTo>
                    <a:pt x="0" y="36"/>
                  </a:lnTo>
                  <a:lnTo>
                    <a:pt x="29" y="57"/>
                  </a:lnTo>
                  <a:lnTo>
                    <a:pt x="57" y="79"/>
                  </a:lnTo>
                  <a:lnTo>
                    <a:pt x="84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55" name=""/>
            <p:cNvSpPr/>
            <p:nvPr/>
          </p:nvSpPr>
          <p:spPr>
            <a:xfrm rot="0">
              <a:off x="1362" y="2564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56" name=""/>
            <p:cNvSpPr/>
            <p:nvPr/>
          </p:nvSpPr>
          <p:spPr>
            <a:xfrm rot="0" flipH="1">
              <a:off x="1362" y="2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57" name=""/>
            <p:cNvSpPr/>
            <p:nvPr/>
          </p:nvSpPr>
          <p:spPr>
            <a:xfrm rot="0">
              <a:off x="1353" y="2564"/>
              <a:ext cx="29" cy="26"/>
            </a:xfrm>
            <a:custGeom>
              <a:avLst/>
              <a:ahLst/>
              <a:rect l="0" t="0" r="r" b="b"/>
              <a:pathLst>
                <a:path w="87" h="80">
                  <a:moveTo>
                    <a:pt x="87" y="43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7"/>
                  </a:lnTo>
                  <a:lnTo>
                    <a:pt x="30" y="58"/>
                  </a:lnTo>
                  <a:lnTo>
                    <a:pt x="60" y="80"/>
                  </a:lnTo>
                  <a:lnTo>
                    <a:pt x="8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58" name=""/>
            <p:cNvSpPr/>
            <p:nvPr/>
          </p:nvSpPr>
          <p:spPr>
            <a:xfrm rot="0">
              <a:off x="1353" y="2564"/>
              <a:ext cx="29" cy="26"/>
            </a:xfrm>
            <a:custGeom>
              <a:avLst/>
              <a:ahLst/>
              <a:rect l="0" t="0" r="r" b="b"/>
              <a:pathLst>
                <a:path w="87" h="80">
                  <a:moveTo>
                    <a:pt x="87" y="43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7"/>
                  </a:lnTo>
                  <a:lnTo>
                    <a:pt x="30" y="58"/>
                  </a:lnTo>
                  <a:lnTo>
                    <a:pt x="60" y="80"/>
                  </a:lnTo>
                  <a:lnTo>
                    <a:pt x="87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59" name=""/>
            <p:cNvSpPr/>
            <p:nvPr/>
          </p:nvSpPr>
          <p:spPr>
            <a:xfrm rot="0">
              <a:off x="1353" y="2576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60" name=""/>
            <p:cNvSpPr/>
            <p:nvPr/>
          </p:nvSpPr>
          <p:spPr>
            <a:xfrm rot="0">
              <a:off x="1353" y="25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61" name=""/>
            <p:cNvSpPr/>
            <p:nvPr/>
          </p:nvSpPr>
          <p:spPr>
            <a:xfrm rot="0">
              <a:off x="1345" y="2576"/>
              <a:ext cx="28" cy="26"/>
            </a:xfrm>
            <a:custGeom>
              <a:avLst/>
              <a:ahLst/>
              <a:rect l="0" t="0" r="r" b="b"/>
              <a:pathLst>
                <a:path w="84" h="77">
                  <a:moveTo>
                    <a:pt x="84" y="40"/>
                  </a:moveTo>
                  <a:lnTo>
                    <a:pt x="54" y="20"/>
                  </a:lnTo>
                  <a:lnTo>
                    <a:pt x="24" y="0"/>
                  </a:lnTo>
                  <a:lnTo>
                    <a:pt x="0" y="37"/>
                  </a:lnTo>
                  <a:lnTo>
                    <a:pt x="30" y="57"/>
                  </a:lnTo>
                  <a:lnTo>
                    <a:pt x="60" y="77"/>
                  </a:lnTo>
                  <a:lnTo>
                    <a:pt x="8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62" name=""/>
            <p:cNvSpPr/>
            <p:nvPr/>
          </p:nvSpPr>
          <p:spPr>
            <a:xfrm rot="0">
              <a:off x="1345" y="2576"/>
              <a:ext cx="28" cy="26"/>
            </a:xfrm>
            <a:custGeom>
              <a:avLst/>
              <a:ahLst/>
              <a:rect l="0" t="0" r="r" b="b"/>
              <a:pathLst>
                <a:path w="84" h="77">
                  <a:moveTo>
                    <a:pt x="84" y="40"/>
                  </a:moveTo>
                  <a:lnTo>
                    <a:pt x="54" y="20"/>
                  </a:lnTo>
                  <a:lnTo>
                    <a:pt x="24" y="0"/>
                  </a:lnTo>
                  <a:lnTo>
                    <a:pt x="0" y="37"/>
                  </a:lnTo>
                  <a:lnTo>
                    <a:pt x="30" y="57"/>
                  </a:lnTo>
                  <a:lnTo>
                    <a:pt x="60" y="77"/>
                  </a:lnTo>
                  <a:lnTo>
                    <a:pt x="84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63" name=""/>
            <p:cNvSpPr/>
            <p:nvPr/>
          </p:nvSpPr>
          <p:spPr>
            <a:xfrm rot="0">
              <a:off x="1344" y="2589"/>
              <a:ext cx="11" cy="6"/>
            </a:xfrm>
            <a:custGeom>
              <a:avLst/>
              <a:ahLst/>
              <a:rect l="0" t="0" r="r" b="b"/>
              <a:pathLst>
                <a:path w="32" h="20">
                  <a:moveTo>
                    <a:pt x="32" y="2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64" name=""/>
            <p:cNvSpPr/>
            <p:nvPr/>
          </p:nvSpPr>
          <p:spPr>
            <a:xfrm rot="0" flipH="1">
              <a:off x="1344" y="2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65" name=""/>
            <p:cNvSpPr/>
            <p:nvPr/>
          </p:nvSpPr>
          <p:spPr>
            <a:xfrm rot="0">
              <a:off x="1337" y="2589"/>
              <a:ext cx="28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85" y="37"/>
                  </a:moveTo>
                  <a:lnTo>
                    <a:pt x="54" y="18"/>
                  </a:lnTo>
                  <a:lnTo>
                    <a:pt x="22" y="0"/>
                  </a:lnTo>
                  <a:lnTo>
                    <a:pt x="0" y="38"/>
                  </a:lnTo>
                  <a:lnTo>
                    <a:pt x="31" y="57"/>
                  </a:lnTo>
                  <a:lnTo>
                    <a:pt x="62" y="75"/>
                  </a:lnTo>
                  <a:lnTo>
                    <a:pt x="8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66" name=""/>
            <p:cNvSpPr/>
            <p:nvPr/>
          </p:nvSpPr>
          <p:spPr>
            <a:xfrm rot="0">
              <a:off x="1337" y="2589"/>
              <a:ext cx="28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85" y="37"/>
                  </a:moveTo>
                  <a:lnTo>
                    <a:pt x="54" y="18"/>
                  </a:lnTo>
                  <a:lnTo>
                    <a:pt x="22" y="0"/>
                  </a:lnTo>
                  <a:lnTo>
                    <a:pt x="0" y="38"/>
                  </a:lnTo>
                  <a:lnTo>
                    <a:pt x="31" y="57"/>
                  </a:lnTo>
                  <a:lnTo>
                    <a:pt x="62" y="75"/>
                  </a:lnTo>
                  <a:lnTo>
                    <a:pt x="85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67" name=""/>
            <p:cNvSpPr/>
            <p:nvPr/>
          </p:nvSpPr>
          <p:spPr>
            <a:xfrm rot="0">
              <a:off x="1337" y="2602"/>
              <a:ext cx="10" cy="6"/>
            </a:xfrm>
            <a:custGeom>
              <a:avLst/>
              <a:ahLst/>
              <a:rect l="0" t="0" r="r" b="b"/>
              <a:pathLst>
                <a:path w="31" h="19">
                  <a:moveTo>
                    <a:pt x="31" y="19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1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68" name=""/>
            <p:cNvSpPr/>
            <p:nvPr/>
          </p:nvSpPr>
          <p:spPr>
            <a:xfrm rot="0">
              <a:off x="1337" y="26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69" name=""/>
            <p:cNvSpPr/>
            <p:nvPr/>
          </p:nvSpPr>
          <p:spPr>
            <a:xfrm rot="0">
              <a:off x="1330" y="2603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84" y="34"/>
                  </a:moveTo>
                  <a:lnTo>
                    <a:pt x="53" y="17"/>
                  </a:lnTo>
                  <a:lnTo>
                    <a:pt x="22" y="0"/>
                  </a:lnTo>
                  <a:lnTo>
                    <a:pt x="0" y="40"/>
                  </a:lnTo>
                  <a:lnTo>
                    <a:pt x="32" y="57"/>
                  </a:lnTo>
                  <a:lnTo>
                    <a:pt x="63" y="74"/>
                  </a:lnTo>
                  <a:lnTo>
                    <a:pt x="8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70" name=""/>
            <p:cNvSpPr/>
            <p:nvPr/>
          </p:nvSpPr>
          <p:spPr>
            <a:xfrm rot="0">
              <a:off x="1330" y="2603"/>
              <a:ext cx="28" cy="24"/>
            </a:xfrm>
            <a:custGeom>
              <a:avLst/>
              <a:ahLst/>
              <a:rect l="0" t="0" r="r" b="b"/>
              <a:pathLst>
                <a:path w="84" h="74">
                  <a:moveTo>
                    <a:pt x="84" y="34"/>
                  </a:moveTo>
                  <a:lnTo>
                    <a:pt x="53" y="17"/>
                  </a:lnTo>
                  <a:lnTo>
                    <a:pt x="22" y="0"/>
                  </a:lnTo>
                  <a:lnTo>
                    <a:pt x="0" y="40"/>
                  </a:lnTo>
                  <a:lnTo>
                    <a:pt x="32" y="57"/>
                  </a:lnTo>
                  <a:lnTo>
                    <a:pt x="63" y="74"/>
                  </a:lnTo>
                  <a:lnTo>
                    <a:pt x="84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71" name=""/>
            <p:cNvSpPr/>
            <p:nvPr/>
          </p:nvSpPr>
          <p:spPr>
            <a:xfrm rot="0">
              <a:off x="1329" y="2616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33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72" name=""/>
            <p:cNvSpPr/>
            <p:nvPr/>
          </p:nvSpPr>
          <p:spPr>
            <a:xfrm rot="0" flipH="1">
              <a:off x="1329" y="26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73" name=""/>
            <p:cNvSpPr/>
            <p:nvPr/>
          </p:nvSpPr>
          <p:spPr>
            <a:xfrm rot="0">
              <a:off x="1323" y="2616"/>
              <a:ext cx="28" cy="25"/>
            </a:xfrm>
            <a:custGeom>
              <a:avLst/>
              <a:ahLst/>
              <a:rect l="0" t="0" r="r" b="b"/>
              <a:pathLst>
                <a:path w="85" h="73">
                  <a:moveTo>
                    <a:pt x="85" y="31"/>
                  </a:moveTo>
                  <a:lnTo>
                    <a:pt x="53" y="16"/>
                  </a:lnTo>
                  <a:lnTo>
                    <a:pt x="20" y="0"/>
                  </a:lnTo>
                  <a:lnTo>
                    <a:pt x="0" y="41"/>
                  </a:lnTo>
                  <a:lnTo>
                    <a:pt x="33" y="57"/>
                  </a:lnTo>
                  <a:lnTo>
                    <a:pt x="65" y="73"/>
                  </a:lnTo>
                  <a:lnTo>
                    <a:pt x="8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74" name=""/>
            <p:cNvSpPr/>
            <p:nvPr/>
          </p:nvSpPr>
          <p:spPr>
            <a:xfrm rot="0">
              <a:off x="1323" y="2616"/>
              <a:ext cx="28" cy="25"/>
            </a:xfrm>
            <a:custGeom>
              <a:avLst/>
              <a:ahLst/>
              <a:rect l="0" t="0" r="r" b="b"/>
              <a:pathLst>
                <a:path w="85" h="73">
                  <a:moveTo>
                    <a:pt x="85" y="31"/>
                  </a:moveTo>
                  <a:lnTo>
                    <a:pt x="53" y="16"/>
                  </a:lnTo>
                  <a:lnTo>
                    <a:pt x="20" y="0"/>
                  </a:lnTo>
                  <a:lnTo>
                    <a:pt x="0" y="41"/>
                  </a:lnTo>
                  <a:lnTo>
                    <a:pt x="33" y="57"/>
                  </a:lnTo>
                  <a:lnTo>
                    <a:pt x="65" y="73"/>
                  </a:lnTo>
                  <a:lnTo>
                    <a:pt x="85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75" name=""/>
            <p:cNvSpPr/>
            <p:nvPr/>
          </p:nvSpPr>
          <p:spPr>
            <a:xfrm rot="0">
              <a:off x="1322" y="2630"/>
              <a:ext cx="12" cy="5"/>
            </a:xfrm>
            <a:custGeom>
              <a:avLst/>
              <a:ahLst/>
              <a:rect l="0" t="0" r="r" b="b"/>
              <a:pathLst>
                <a:path w="35" h="16">
                  <a:moveTo>
                    <a:pt x="35" y="1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5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76" name=""/>
            <p:cNvSpPr/>
            <p:nvPr/>
          </p:nvSpPr>
          <p:spPr>
            <a:xfrm rot="0" flipH="1">
              <a:off x="1322" y="26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77" name=""/>
            <p:cNvSpPr/>
            <p:nvPr/>
          </p:nvSpPr>
          <p:spPr>
            <a:xfrm rot="0">
              <a:off x="1316" y="2631"/>
              <a:ext cx="29" cy="23"/>
            </a:xfrm>
            <a:custGeom>
              <a:avLst/>
              <a:ahLst/>
              <a:rect l="0" t="0" r="r" b="b"/>
              <a:pathLst>
                <a:path w="86" h="70">
                  <a:moveTo>
                    <a:pt x="86" y="28"/>
                  </a:moveTo>
                  <a:lnTo>
                    <a:pt x="52" y="14"/>
                  </a:lnTo>
                  <a:lnTo>
                    <a:pt x="17" y="0"/>
                  </a:lnTo>
                  <a:lnTo>
                    <a:pt x="0" y="41"/>
                  </a:lnTo>
                  <a:lnTo>
                    <a:pt x="35" y="55"/>
                  </a:lnTo>
                  <a:lnTo>
                    <a:pt x="69" y="70"/>
                  </a:lnTo>
                  <a:lnTo>
                    <a:pt x="8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78" name=""/>
            <p:cNvSpPr/>
            <p:nvPr/>
          </p:nvSpPr>
          <p:spPr>
            <a:xfrm rot="0">
              <a:off x="1316" y="2631"/>
              <a:ext cx="29" cy="23"/>
            </a:xfrm>
            <a:custGeom>
              <a:avLst/>
              <a:ahLst/>
              <a:rect l="0" t="0" r="r" b="b"/>
              <a:pathLst>
                <a:path w="86" h="70">
                  <a:moveTo>
                    <a:pt x="86" y="28"/>
                  </a:moveTo>
                  <a:lnTo>
                    <a:pt x="52" y="14"/>
                  </a:lnTo>
                  <a:lnTo>
                    <a:pt x="17" y="0"/>
                  </a:lnTo>
                  <a:lnTo>
                    <a:pt x="0" y="41"/>
                  </a:lnTo>
                  <a:lnTo>
                    <a:pt x="35" y="55"/>
                  </a:lnTo>
                  <a:lnTo>
                    <a:pt x="69" y="70"/>
                  </a:lnTo>
                  <a:lnTo>
                    <a:pt x="8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79" name=""/>
            <p:cNvSpPr/>
            <p:nvPr/>
          </p:nvSpPr>
          <p:spPr>
            <a:xfrm rot="0">
              <a:off x="1316" y="2644"/>
              <a:ext cx="12" cy="5"/>
            </a:xfrm>
            <a:custGeom>
              <a:avLst/>
              <a:ahLst/>
              <a:rect l="0" t="0" r="r" b="b"/>
              <a:pathLst>
                <a:path w="35" h="14">
                  <a:moveTo>
                    <a:pt x="35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5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80" name=""/>
            <p:cNvSpPr/>
            <p:nvPr/>
          </p:nvSpPr>
          <p:spPr>
            <a:xfrm rot="0">
              <a:off x="1316" y="26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81" name=""/>
            <p:cNvSpPr/>
            <p:nvPr/>
          </p:nvSpPr>
          <p:spPr>
            <a:xfrm rot="0">
              <a:off x="1311" y="2645"/>
              <a:ext cx="28" cy="23"/>
            </a:xfrm>
            <a:custGeom>
              <a:avLst/>
              <a:ahLst/>
              <a:rect l="0" t="0" r="r" b="b"/>
              <a:pathLst>
                <a:path w="86" h="68">
                  <a:moveTo>
                    <a:pt x="86" y="25"/>
                  </a:moveTo>
                  <a:lnTo>
                    <a:pt x="52" y="12"/>
                  </a:lnTo>
                  <a:lnTo>
                    <a:pt x="17" y="0"/>
                  </a:lnTo>
                  <a:lnTo>
                    <a:pt x="0" y="42"/>
                  </a:lnTo>
                  <a:lnTo>
                    <a:pt x="34" y="55"/>
                  </a:lnTo>
                  <a:lnTo>
                    <a:pt x="69" y="68"/>
                  </a:lnTo>
                  <a:lnTo>
                    <a:pt x="8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82" name=""/>
            <p:cNvSpPr/>
            <p:nvPr/>
          </p:nvSpPr>
          <p:spPr>
            <a:xfrm rot="0">
              <a:off x="1311" y="2645"/>
              <a:ext cx="28" cy="23"/>
            </a:xfrm>
            <a:custGeom>
              <a:avLst/>
              <a:ahLst/>
              <a:rect l="0" t="0" r="r" b="b"/>
              <a:pathLst>
                <a:path w="86" h="68">
                  <a:moveTo>
                    <a:pt x="86" y="25"/>
                  </a:moveTo>
                  <a:lnTo>
                    <a:pt x="52" y="12"/>
                  </a:lnTo>
                  <a:lnTo>
                    <a:pt x="17" y="0"/>
                  </a:lnTo>
                  <a:lnTo>
                    <a:pt x="0" y="42"/>
                  </a:lnTo>
                  <a:lnTo>
                    <a:pt x="34" y="55"/>
                  </a:lnTo>
                  <a:lnTo>
                    <a:pt x="69" y="68"/>
                  </a:lnTo>
                  <a:lnTo>
                    <a:pt x="86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83" name=""/>
            <p:cNvSpPr/>
            <p:nvPr/>
          </p:nvSpPr>
          <p:spPr>
            <a:xfrm rot="0">
              <a:off x="1311" y="2659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34" y="1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84" name=""/>
            <p:cNvSpPr/>
            <p:nvPr/>
          </p:nvSpPr>
          <p:spPr>
            <a:xfrm rot="0">
              <a:off x="1311" y="26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85" name=""/>
            <p:cNvSpPr/>
            <p:nvPr/>
          </p:nvSpPr>
          <p:spPr>
            <a:xfrm rot="0">
              <a:off x="1306" y="2660"/>
              <a:ext cx="28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82" y="20"/>
                  </a:moveTo>
                  <a:lnTo>
                    <a:pt x="47" y="10"/>
                  </a:lnTo>
                  <a:lnTo>
                    <a:pt x="13" y="0"/>
                  </a:lnTo>
                  <a:lnTo>
                    <a:pt x="0" y="43"/>
                  </a:lnTo>
                  <a:lnTo>
                    <a:pt x="35" y="53"/>
                  </a:lnTo>
                  <a:lnTo>
                    <a:pt x="69" y="63"/>
                  </a:lnTo>
                  <a:lnTo>
                    <a:pt x="8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86" name=""/>
            <p:cNvSpPr/>
            <p:nvPr/>
          </p:nvSpPr>
          <p:spPr>
            <a:xfrm rot="0">
              <a:off x="1306" y="2660"/>
              <a:ext cx="28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82" y="20"/>
                  </a:moveTo>
                  <a:lnTo>
                    <a:pt x="47" y="10"/>
                  </a:lnTo>
                  <a:lnTo>
                    <a:pt x="13" y="0"/>
                  </a:lnTo>
                  <a:lnTo>
                    <a:pt x="0" y="43"/>
                  </a:lnTo>
                  <a:lnTo>
                    <a:pt x="35" y="53"/>
                  </a:lnTo>
                  <a:lnTo>
                    <a:pt x="69" y="63"/>
                  </a:lnTo>
                  <a:lnTo>
                    <a:pt x="82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87" name=""/>
            <p:cNvSpPr/>
            <p:nvPr/>
          </p:nvSpPr>
          <p:spPr>
            <a:xfrm rot="0">
              <a:off x="1302" y="2674"/>
              <a:ext cx="27" cy="21"/>
            </a:xfrm>
            <a:custGeom>
              <a:avLst/>
              <a:ahLst/>
              <a:rect l="0" t="0" r="r" b="b"/>
              <a:pathLst>
                <a:path w="81" h="62">
                  <a:moveTo>
                    <a:pt x="81" y="20"/>
                  </a:moveTo>
                  <a:lnTo>
                    <a:pt x="47" y="10"/>
                  </a:lnTo>
                  <a:lnTo>
                    <a:pt x="12" y="0"/>
                  </a:lnTo>
                  <a:lnTo>
                    <a:pt x="0" y="43"/>
                  </a:lnTo>
                  <a:lnTo>
                    <a:pt x="34" y="52"/>
                  </a:lnTo>
                  <a:lnTo>
                    <a:pt x="68" y="62"/>
                  </a:lnTo>
                  <a:lnTo>
                    <a:pt x="81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88" name=""/>
            <p:cNvSpPr/>
            <p:nvPr/>
          </p:nvSpPr>
          <p:spPr>
            <a:xfrm rot="0">
              <a:off x="1302" y="2674"/>
              <a:ext cx="27" cy="21"/>
            </a:xfrm>
            <a:custGeom>
              <a:avLst/>
              <a:ahLst/>
              <a:rect l="0" t="0" r="r" b="b"/>
              <a:pathLst>
                <a:path w="81" h="62">
                  <a:moveTo>
                    <a:pt x="81" y="20"/>
                  </a:moveTo>
                  <a:lnTo>
                    <a:pt x="47" y="10"/>
                  </a:lnTo>
                  <a:lnTo>
                    <a:pt x="12" y="0"/>
                  </a:lnTo>
                  <a:lnTo>
                    <a:pt x="0" y="43"/>
                  </a:lnTo>
                  <a:lnTo>
                    <a:pt x="34" y="52"/>
                  </a:lnTo>
                  <a:lnTo>
                    <a:pt x="68" y="62"/>
                  </a:lnTo>
                  <a:lnTo>
                    <a:pt x="81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89" name=""/>
            <p:cNvSpPr/>
            <p:nvPr/>
          </p:nvSpPr>
          <p:spPr>
            <a:xfrm rot="0">
              <a:off x="1302" y="2689"/>
              <a:ext cx="12" cy="3"/>
            </a:xfrm>
            <a:custGeom>
              <a:avLst/>
              <a:ahLst/>
              <a:rect l="0" t="0" r="r" b="b"/>
              <a:pathLst>
                <a:path w="36" h="9">
                  <a:moveTo>
                    <a:pt x="36" y="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90" name=""/>
            <p:cNvSpPr/>
            <p:nvPr/>
          </p:nvSpPr>
          <p:spPr>
            <a:xfrm rot="0" flipH="1">
              <a:off x="1302" y="2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91" name=""/>
            <p:cNvSpPr/>
            <p:nvPr/>
          </p:nvSpPr>
          <p:spPr>
            <a:xfrm rot="0">
              <a:off x="1298" y="2689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81" y="17"/>
                  </a:moveTo>
                  <a:lnTo>
                    <a:pt x="46" y="8"/>
                  </a:lnTo>
                  <a:lnTo>
                    <a:pt x="10" y="0"/>
                  </a:lnTo>
                  <a:lnTo>
                    <a:pt x="0" y="44"/>
                  </a:lnTo>
                  <a:lnTo>
                    <a:pt x="36" y="53"/>
                  </a:lnTo>
                  <a:lnTo>
                    <a:pt x="71" y="61"/>
                  </a:lnTo>
                  <a:lnTo>
                    <a:pt x="8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92" name=""/>
            <p:cNvSpPr/>
            <p:nvPr/>
          </p:nvSpPr>
          <p:spPr>
            <a:xfrm rot="0">
              <a:off x="1298" y="2689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81" y="17"/>
                  </a:moveTo>
                  <a:lnTo>
                    <a:pt x="46" y="8"/>
                  </a:lnTo>
                  <a:lnTo>
                    <a:pt x="10" y="0"/>
                  </a:lnTo>
                  <a:lnTo>
                    <a:pt x="0" y="44"/>
                  </a:lnTo>
                  <a:lnTo>
                    <a:pt x="36" y="53"/>
                  </a:lnTo>
                  <a:lnTo>
                    <a:pt x="71" y="61"/>
                  </a:lnTo>
                  <a:lnTo>
                    <a:pt x="81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93" name=""/>
            <p:cNvSpPr/>
            <p:nvPr/>
          </p:nvSpPr>
          <p:spPr>
            <a:xfrm rot="0">
              <a:off x="1298" y="2704"/>
              <a:ext cx="12" cy="3"/>
            </a:xfrm>
            <a:custGeom>
              <a:avLst/>
              <a:ahLst/>
              <a:rect l="0" t="0" r="r" b="b"/>
              <a:pathLst>
                <a:path w="36" h="9">
                  <a:moveTo>
                    <a:pt x="36" y="9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94" name=""/>
            <p:cNvSpPr/>
            <p:nvPr/>
          </p:nvSpPr>
          <p:spPr>
            <a:xfrm rot="0">
              <a:off x="1298" y="2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95" name=""/>
            <p:cNvSpPr/>
            <p:nvPr/>
          </p:nvSpPr>
          <p:spPr>
            <a:xfrm rot="0">
              <a:off x="1296" y="2705"/>
              <a:ext cx="26" cy="19"/>
            </a:xfrm>
            <a:custGeom>
              <a:avLst/>
              <a:ahLst/>
              <a:rect l="0" t="0" r="r" b="b"/>
              <a:pathLst>
                <a:path w="78" h="57">
                  <a:moveTo>
                    <a:pt x="78" y="11"/>
                  </a:moveTo>
                  <a:lnTo>
                    <a:pt x="43" y="6"/>
                  </a:lnTo>
                  <a:lnTo>
                    <a:pt x="7" y="0"/>
                  </a:lnTo>
                  <a:lnTo>
                    <a:pt x="0" y="45"/>
                  </a:lnTo>
                  <a:lnTo>
                    <a:pt x="36" y="51"/>
                  </a:lnTo>
                  <a:lnTo>
                    <a:pt x="71" y="57"/>
                  </a:lnTo>
                  <a:lnTo>
                    <a:pt x="7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96" name=""/>
            <p:cNvSpPr/>
            <p:nvPr/>
          </p:nvSpPr>
          <p:spPr>
            <a:xfrm rot="0">
              <a:off x="1296" y="2705"/>
              <a:ext cx="26" cy="19"/>
            </a:xfrm>
            <a:custGeom>
              <a:avLst/>
              <a:ahLst/>
              <a:rect l="0" t="0" r="r" b="b"/>
              <a:pathLst>
                <a:path w="78" h="57">
                  <a:moveTo>
                    <a:pt x="78" y="11"/>
                  </a:moveTo>
                  <a:lnTo>
                    <a:pt x="43" y="6"/>
                  </a:lnTo>
                  <a:lnTo>
                    <a:pt x="7" y="0"/>
                  </a:lnTo>
                  <a:lnTo>
                    <a:pt x="0" y="45"/>
                  </a:lnTo>
                  <a:lnTo>
                    <a:pt x="36" y="51"/>
                  </a:lnTo>
                  <a:lnTo>
                    <a:pt x="71" y="57"/>
                  </a:lnTo>
                  <a:lnTo>
                    <a:pt x="78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97" name=""/>
            <p:cNvSpPr/>
            <p:nvPr/>
          </p:nvSpPr>
          <p:spPr>
            <a:xfrm rot="0">
              <a:off x="1296" y="2720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36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198" name=""/>
            <p:cNvSpPr/>
            <p:nvPr/>
          </p:nvSpPr>
          <p:spPr>
            <a:xfrm rot="0">
              <a:off x="1296" y="27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199" name=""/>
            <p:cNvSpPr/>
            <p:nvPr/>
          </p:nvSpPr>
          <p:spPr>
            <a:xfrm rot="0">
              <a:off x="1294" y="2720"/>
              <a:ext cx="26" cy="18"/>
            </a:xfrm>
            <a:custGeom>
              <a:avLst/>
              <a:ahLst/>
              <a:rect l="0" t="0" r="r" b="b"/>
              <a:pathLst>
                <a:path w="77" h="53">
                  <a:moveTo>
                    <a:pt x="77" y="8"/>
                  </a:moveTo>
                  <a:lnTo>
                    <a:pt x="42" y="4"/>
                  </a:lnTo>
                  <a:lnTo>
                    <a:pt x="6" y="0"/>
                  </a:lnTo>
                  <a:lnTo>
                    <a:pt x="0" y="44"/>
                  </a:lnTo>
                  <a:lnTo>
                    <a:pt x="36" y="48"/>
                  </a:lnTo>
                  <a:lnTo>
                    <a:pt x="72" y="53"/>
                  </a:lnTo>
                  <a:lnTo>
                    <a:pt x="77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00" name=""/>
            <p:cNvSpPr/>
            <p:nvPr/>
          </p:nvSpPr>
          <p:spPr>
            <a:xfrm rot="0">
              <a:off x="1294" y="2720"/>
              <a:ext cx="26" cy="18"/>
            </a:xfrm>
            <a:custGeom>
              <a:avLst/>
              <a:ahLst/>
              <a:rect l="0" t="0" r="r" b="b"/>
              <a:pathLst>
                <a:path w="77" h="53">
                  <a:moveTo>
                    <a:pt x="77" y="8"/>
                  </a:moveTo>
                  <a:lnTo>
                    <a:pt x="42" y="4"/>
                  </a:lnTo>
                  <a:lnTo>
                    <a:pt x="6" y="0"/>
                  </a:lnTo>
                  <a:lnTo>
                    <a:pt x="0" y="44"/>
                  </a:lnTo>
                  <a:lnTo>
                    <a:pt x="36" y="48"/>
                  </a:lnTo>
                  <a:lnTo>
                    <a:pt x="72" y="53"/>
                  </a:lnTo>
                  <a:lnTo>
                    <a:pt x="77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01" name=""/>
            <p:cNvSpPr/>
            <p:nvPr/>
          </p:nvSpPr>
          <p:spPr>
            <a:xfrm rot="0">
              <a:off x="1294" y="2735"/>
              <a:ext cx="12" cy="1"/>
            </a:xfrm>
            <a:custGeom>
              <a:avLst/>
              <a:ahLst/>
              <a:rect l="0" t="0" r="r" b="b"/>
              <a:pathLst>
                <a:path w="36" h="4">
                  <a:moveTo>
                    <a:pt x="3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02" name=""/>
            <p:cNvSpPr/>
            <p:nvPr/>
          </p:nvSpPr>
          <p:spPr>
            <a:xfrm rot="0">
              <a:off x="1294" y="2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03" name=""/>
            <p:cNvSpPr/>
            <p:nvPr/>
          </p:nvSpPr>
          <p:spPr>
            <a:xfrm rot="0">
              <a:off x="1293" y="2735"/>
              <a:ext cx="25" cy="18"/>
            </a:xfrm>
            <a:custGeom>
              <a:avLst/>
              <a:ahLst/>
              <a:rect l="0" t="0" r="r" b="b"/>
              <a:pathLst>
                <a:path w="76" h="52">
                  <a:moveTo>
                    <a:pt x="76" y="6"/>
                  </a:moveTo>
                  <a:lnTo>
                    <a:pt x="40" y="3"/>
                  </a:lnTo>
                  <a:lnTo>
                    <a:pt x="4" y="0"/>
                  </a:lnTo>
                  <a:lnTo>
                    <a:pt x="0" y="46"/>
                  </a:lnTo>
                  <a:lnTo>
                    <a:pt x="36" y="49"/>
                  </a:lnTo>
                  <a:lnTo>
                    <a:pt x="71" y="52"/>
                  </a:lnTo>
                  <a:lnTo>
                    <a:pt x="7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04" name=""/>
            <p:cNvSpPr/>
            <p:nvPr/>
          </p:nvSpPr>
          <p:spPr>
            <a:xfrm rot="0">
              <a:off x="1293" y="2735"/>
              <a:ext cx="25" cy="18"/>
            </a:xfrm>
            <a:custGeom>
              <a:avLst/>
              <a:ahLst/>
              <a:rect l="0" t="0" r="r" b="b"/>
              <a:pathLst>
                <a:path w="76" h="52">
                  <a:moveTo>
                    <a:pt x="76" y="6"/>
                  </a:moveTo>
                  <a:lnTo>
                    <a:pt x="40" y="3"/>
                  </a:lnTo>
                  <a:lnTo>
                    <a:pt x="4" y="0"/>
                  </a:lnTo>
                  <a:lnTo>
                    <a:pt x="0" y="46"/>
                  </a:lnTo>
                  <a:lnTo>
                    <a:pt x="36" y="49"/>
                  </a:lnTo>
                  <a:lnTo>
                    <a:pt x="71" y="52"/>
                  </a:lnTo>
                  <a:lnTo>
                    <a:pt x="76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05" name=""/>
            <p:cNvSpPr/>
            <p:nvPr/>
          </p:nvSpPr>
          <p:spPr>
            <a:xfrm rot="0">
              <a:off x="1293" y="2751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06" name=""/>
            <p:cNvSpPr/>
            <p:nvPr/>
          </p:nvSpPr>
          <p:spPr>
            <a:xfrm rot="0">
              <a:off x="1293" y="2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07" name=""/>
            <p:cNvSpPr/>
            <p:nvPr/>
          </p:nvSpPr>
          <p:spPr>
            <a:xfrm rot="0">
              <a:off x="1292" y="2751"/>
              <a:ext cx="24" cy="16"/>
            </a:xfrm>
            <a:custGeom>
              <a:avLst/>
              <a:ahLst/>
              <a:rect l="0" t="0" r="r" b="b"/>
              <a:pathLst>
                <a:path w="72" h="47">
                  <a:moveTo>
                    <a:pt x="72" y="3"/>
                  </a:moveTo>
                  <a:lnTo>
                    <a:pt x="37" y="2"/>
                  </a:lnTo>
                  <a:lnTo>
                    <a:pt x="1" y="0"/>
                  </a:lnTo>
                  <a:lnTo>
                    <a:pt x="0" y="45"/>
                  </a:lnTo>
                  <a:lnTo>
                    <a:pt x="35" y="46"/>
                  </a:lnTo>
                  <a:lnTo>
                    <a:pt x="71" y="47"/>
                  </a:lnTo>
                  <a:lnTo>
                    <a:pt x="7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08" name=""/>
            <p:cNvSpPr/>
            <p:nvPr/>
          </p:nvSpPr>
          <p:spPr>
            <a:xfrm rot="0">
              <a:off x="1292" y="2751"/>
              <a:ext cx="24" cy="16"/>
            </a:xfrm>
            <a:custGeom>
              <a:avLst/>
              <a:ahLst/>
              <a:rect l="0" t="0" r="r" b="b"/>
              <a:pathLst>
                <a:path w="72" h="47">
                  <a:moveTo>
                    <a:pt x="72" y="3"/>
                  </a:moveTo>
                  <a:lnTo>
                    <a:pt x="37" y="2"/>
                  </a:lnTo>
                  <a:lnTo>
                    <a:pt x="1" y="0"/>
                  </a:lnTo>
                  <a:lnTo>
                    <a:pt x="0" y="45"/>
                  </a:lnTo>
                  <a:lnTo>
                    <a:pt x="35" y="46"/>
                  </a:lnTo>
                  <a:lnTo>
                    <a:pt x="71" y="47"/>
                  </a:lnTo>
                  <a:lnTo>
                    <a:pt x="72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09" name=""/>
            <p:cNvSpPr/>
            <p:nvPr/>
          </p:nvSpPr>
          <p:spPr>
            <a:xfrm rot="0">
              <a:off x="1292" y="2766"/>
              <a:ext cx="12" cy="1"/>
            </a:xfrm>
            <a:custGeom>
              <a:avLst/>
              <a:ahLst/>
              <a:rect l="0" t="0" r="r" b="b"/>
              <a:pathLst>
                <a:path w="35" h="1">
                  <a:moveTo>
                    <a:pt x="35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10" name=""/>
            <p:cNvSpPr/>
            <p:nvPr/>
          </p:nvSpPr>
          <p:spPr>
            <a:xfrm rot="0">
              <a:off x="1292" y="27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11" name=""/>
            <p:cNvSpPr/>
            <p:nvPr/>
          </p:nvSpPr>
          <p:spPr>
            <a:xfrm rot="0">
              <a:off x="1292" y="2766"/>
              <a:ext cx="24" cy="16"/>
            </a:xfrm>
            <a:custGeom>
              <a:avLst/>
              <a:ahLst/>
              <a:rect l="0" t="0" r="r" b="b"/>
              <a:pathLst>
                <a:path w="72" h="46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35" y="46"/>
                  </a:lnTo>
                  <a:lnTo>
                    <a:pt x="72" y="4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12" name=""/>
            <p:cNvSpPr/>
            <p:nvPr/>
          </p:nvSpPr>
          <p:spPr>
            <a:xfrm rot="0">
              <a:off x="1292" y="2766"/>
              <a:ext cx="24" cy="16"/>
            </a:xfrm>
            <a:custGeom>
              <a:avLst/>
              <a:ahLst/>
              <a:rect l="0" t="0" r="r" b="b"/>
              <a:pathLst>
                <a:path w="72" h="46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35" y="46"/>
                  </a:lnTo>
                  <a:lnTo>
                    <a:pt x="72" y="46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13" name=""/>
            <p:cNvSpPr/>
            <p:nvPr/>
          </p:nvSpPr>
          <p:spPr>
            <a:xfrm rot="0">
              <a:off x="1292" y="2782"/>
              <a:ext cx="12" cy="1"/>
            </a:xfrm>
            <a:custGeom>
              <a:avLst/>
              <a:ahLst/>
              <a:rect l="0" t="0" r="r" b="b"/>
              <a:pathLst>
                <a:path w="35" h="1">
                  <a:moveTo>
                    <a:pt x="35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14" name=""/>
            <p:cNvSpPr/>
            <p:nvPr/>
          </p:nvSpPr>
          <p:spPr>
            <a:xfrm rot="0">
              <a:off x="1292" y="2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15" name=""/>
            <p:cNvSpPr/>
            <p:nvPr/>
          </p:nvSpPr>
          <p:spPr>
            <a:xfrm rot="0">
              <a:off x="1292" y="2781"/>
              <a:ext cx="24" cy="16"/>
            </a:xfrm>
            <a:custGeom>
              <a:avLst/>
              <a:ahLst/>
              <a:rect l="0" t="0" r="r" b="b"/>
              <a:pathLst>
                <a:path w="72" h="49">
                  <a:moveTo>
                    <a:pt x="71" y="0"/>
                  </a:moveTo>
                  <a:lnTo>
                    <a:pt x="35" y="2"/>
                  </a:lnTo>
                  <a:lnTo>
                    <a:pt x="0" y="3"/>
                  </a:lnTo>
                  <a:lnTo>
                    <a:pt x="1" y="49"/>
                  </a:lnTo>
                  <a:lnTo>
                    <a:pt x="37" y="47"/>
                  </a:lnTo>
                  <a:lnTo>
                    <a:pt x="72" y="46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16" name=""/>
            <p:cNvSpPr/>
            <p:nvPr/>
          </p:nvSpPr>
          <p:spPr>
            <a:xfrm rot="0">
              <a:off x="1292" y="2781"/>
              <a:ext cx="24" cy="16"/>
            </a:xfrm>
            <a:custGeom>
              <a:avLst/>
              <a:ahLst/>
              <a:rect l="0" t="0" r="r" b="b"/>
              <a:pathLst>
                <a:path w="72" h="49">
                  <a:moveTo>
                    <a:pt x="71" y="0"/>
                  </a:moveTo>
                  <a:lnTo>
                    <a:pt x="35" y="2"/>
                  </a:lnTo>
                  <a:lnTo>
                    <a:pt x="0" y="3"/>
                  </a:lnTo>
                  <a:lnTo>
                    <a:pt x="1" y="49"/>
                  </a:lnTo>
                  <a:lnTo>
                    <a:pt x="37" y="47"/>
                  </a:lnTo>
                  <a:lnTo>
                    <a:pt x="72" y="4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17" name=""/>
            <p:cNvSpPr/>
            <p:nvPr/>
          </p:nvSpPr>
          <p:spPr>
            <a:xfrm rot="0">
              <a:off x="1293" y="2797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18" name=""/>
            <p:cNvSpPr/>
            <p:nvPr/>
          </p:nvSpPr>
          <p:spPr>
            <a:xfrm rot="0">
              <a:off x="1293" y="2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19" name=""/>
            <p:cNvSpPr/>
            <p:nvPr/>
          </p:nvSpPr>
          <p:spPr>
            <a:xfrm rot="0">
              <a:off x="1293" y="2796"/>
              <a:ext cx="25" cy="16"/>
            </a:xfrm>
            <a:custGeom>
              <a:avLst/>
              <a:ahLst/>
              <a:rect l="0" t="0" r="r" b="b"/>
              <a:pathLst>
                <a:path w="76" h="50">
                  <a:moveTo>
                    <a:pt x="71" y="0"/>
                  </a:moveTo>
                  <a:lnTo>
                    <a:pt x="36" y="3"/>
                  </a:lnTo>
                  <a:lnTo>
                    <a:pt x="0" y="6"/>
                  </a:lnTo>
                  <a:lnTo>
                    <a:pt x="4" y="50"/>
                  </a:lnTo>
                  <a:lnTo>
                    <a:pt x="40" y="47"/>
                  </a:lnTo>
                  <a:lnTo>
                    <a:pt x="76" y="44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20" name=""/>
            <p:cNvSpPr/>
            <p:nvPr/>
          </p:nvSpPr>
          <p:spPr>
            <a:xfrm rot="0">
              <a:off x="1293" y="2796"/>
              <a:ext cx="25" cy="16"/>
            </a:xfrm>
            <a:custGeom>
              <a:avLst/>
              <a:ahLst/>
              <a:rect l="0" t="0" r="r" b="b"/>
              <a:pathLst>
                <a:path w="76" h="50">
                  <a:moveTo>
                    <a:pt x="71" y="0"/>
                  </a:moveTo>
                  <a:lnTo>
                    <a:pt x="36" y="3"/>
                  </a:lnTo>
                  <a:lnTo>
                    <a:pt x="0" y="6"/>
                  </a:lnTo>
                  <a:lnTo>
                    <a:pt x="4" y="50"/>
                  </a:lnTo>
                  <a:lnTo>
                    <a:pt x="40" y="47"/>
                  </a:lnTo>
                  <a:lnTo>
                    <a:pt x="76" y="44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21" name=""/>
            <p:cNvSpPr/>
            <p:nvPr/>
          </p:nvSpPr>
          <p:spPr>
            <a:xfrm rot="0">
              <a:off x="1294" y="2811"/>
              <a:ext cx="12" cy="2"/>
            </a:xfrm>
            <a:custGeom>
              <a:avLst/>
              <a:ahLst/>
              <a:rect l="0" t="0" r="r" b="b"/>
              <a:pathLst>
                <a:path w="36" h="5">
                  <a:moveTo>
                    <a:pt x="36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22" name=""/>
            <p:cNvSpPr/>
            <p:nvPr/>
          </p:nvSpPr>
          <p:spPr>
            <a:xfrm rot="0">
              <a:off x="1294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23" name=""/>
            <p:cNvSpPr/>
            <p:nvPr/>
          </p:nvSpPr>
          <p:spPr>
            <a:xfrm rot="0">
              <a:off x="1294" y="2810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72" y="0"/>
                  </a:moveTo>
                  <a:lnTo>
                    <a:pt x="36" y="4"/>
                  </a:lnTo>
                  <a:lnTo>
                    <a:pt x="0" y="9"/>
                  </a:lnTo>
                  <a:lnTo>
                    <a:pt x="6" y="54"/>
                  </a:lnTo>
                  <a:lnTo>
                    <a:pt x="42" y="50"/>
                  </a:lnTo>
                  <a:lnTo>
                    <a:pt x="77" y="4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24" name=""/>
            <p:cNvSpPr/>
            <p:nvPr/>
          </p:nvSpPr>
          <p:spPr>
            <a:xfrm rot="0">
              <a:off x="1294" y="2810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72" y="0"/>
                  </a:moveTo>
                  <a:lnTo>
                    <a:pt x="36" y="4"/>
                  </a:lnTo>
                  <a:lnTo>
                    <a:pt x="0" y="9"/>
                  </a:lnTo>
                  <a:lnTo>
                    <a:pt x="6" y="54"/>
                  </a:lnTo>
                  <a:lnTo>
                    <a:pt x="42" y="50"/>
                  </a:lnTo>
                  <a:lnTo>
                    <a:pt x="77" y="46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25" name=""/>
            <p:cNvSpPr/>
            <p:nvPr/>
          </p:nvSpPr>
          <p:spPr>
            <a:xfrm rot="0">
              <a:off x="1296" y="2827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36" y="0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26" name=""/>
            <p:cNvSpPr/>
            <p:nvPr/>
          </p:nvSpPr>
          <p:spPr>
            <a:xfrm rot="0">
              <a:off x="1296" y="2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27" name=""/>
            <p:cNvSpPr/>
            <p:nvPr/>
          </p:nvSpPr>
          <p:spPr>
            <a:xfrm rot="0">
              <a:off x="1296" y="2824"/>
              <a:ext cx="27" cy="20"/>
            </a:xfrm>
            <a:custGeom>
              <a:avLst/>
              <a:ahLst/>
              <a:rect l="0" t="0" r="r" b="b"/>
              <a:pathLst>
                <a:path w="80" h="58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9" y="58"/>
                  </a:lnTo>
                  <a:lnTo>
                    <a:pt x="44" y="51"/>
                  </a:lnTo>
                  <a:lnTo>
                    <a:pt x="80" y="44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28" name=""/>
            <p:cNvSpPr/>
            <p:nvPr/>
          </p:nvSpPr>
          <p:spPr>
            <a:xfrm rot="0">
              <a:off x="1296" y="2824"/>
              <a:ext cx="27" cy="20"/>
            </a:xfrm>
            <a:custGeom>
              <a:avLst/>
              <a:ahLst/>
              <a:rect l="0" t="0" r="r" b="b"/>
              <a:pathLst>
                <a:path w="80" h="58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9" y="58"/>
                  </a:lnTo>
                  <a:lnTo>
                    <a:pt x="44" y="51"/>
                  </a:lnTo>
                  <a:lnTo>
                    <a:pt x="80" y="44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29" name=""/>
            <p:cNvSpPr/>
            <p:nvPr/>
          </p:nvSpPr>
          <p:spPr>
            <a:xfrm rot="0">
              <a:off x="1299" y="2841"/>
              <a:ext cx="12" cy="3"/>
            </a:xfrm>
            <a:custGeom>
              <a:avLst/>
              <a:ahLst/>
              <a:rect l="0" t="0" r="r" b="b"/>
              <a:pathLst>
                <a:path w="35" h="9">
                  <a:moveTo>
                    <a:pt x="35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30" name=""/>
            <p:cNvSpPr/>
            <p:nvPr/>
          </p:nvSpPr>
          <p:spPr>
            <a:xfrm rot="0">
              <a:off x="1299" y="2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31" name=""/>
            <p:cNvSpPr/>
            <p:nvPr/>
          </p:nvSpPr>
          <p:spPr>
            <a:xfrm rot="0">
              <a:off x="1299" y="2838"/>
              <a:ext cx="27" cy="21"/>
            </a:xfrm>
            <a:custGeom>
              <a:avLst/>
              <a:ahLst/>
              <a:rect l="0" t="0" r="r" b="b"/>
              <a:pathLst>
                <a:path w="81" h="62">
                  <a:moveTo>
                    <a:pt x="71" y="0"/>
                  </a:moveTo>
                  <a:lnTo>
                    <a:pt x="35" y="9"/>
                  </a:lnTo>
                  <a:lnTo>
                    <a:pt x="0" y="18"/>
                  </a:lnTo>
                  <a:lnTo>
                    <a:pt x="10" y="62"/>
                  </a:lnTo>
                  <a:lnTo>
                    <a:pt x="45" y="53"/>
                  </a:lnTo>
                  <a:lnTo>
                    <a:pt x="81" y="45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32" name=""/>
            <p:cNvSpPr/>
            <p:nvPr/>
          </p:nvSpPr>
          <p:spPr>
            <a:xfrm rot="0">
              <a:off x="1299" y="2838"/>
              <a:ext cx="27" cy="21"/>
            </a:xfrm>
            <a:custGeom>
              <a:avLst/>
              <a:ahLst/>
              <a:rect l="0" t="0" r="r" b="b"/>
              <a:pathLst>
                <a:path w="81" h="62">
                  <a:moveTo>
                    <a:pt x="71" y="0"/>
                  </a:moveTo>
                  <a:lnTo>
                    <a:pt x="35" y="9"/>
                  </a:lnTo>
                  <a:lnTo>
                    <a:pt x="0" y="18"/>
                  </a:lnTo>
                  <a:lnTo>
                    <a:pt x="10" y="62"/>
                  </a:lnTo>
                  <a:lnTo>
                    <a:pt x="45" y="53"/>
                  </a:lnTo>
                  <a:lnTo>
                    <a:pt x="81" y="45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33" name=""/>
            <p:cNvSpPr/>
            <p:nvPr/>
          </p:nvSpPr>
          <p:spPr>
            <a:xfrm rot="0">
              <a:off x="1302" y="2856"/>
              <a:ext cx="12" cy="3"/>
            </a:xfrm>
            <a:custGeom>
              <a:avLst/>
              <a:ahLst/>
              <a:rect l="0" t="0" r="r" b="b"/>
              <a:pathLst>
                <a:path w="35" h="10">
                  <a:moveTo>
                    <a:pt x="35" y="0"/>
                  </a:moveTo>
                  <a:lnTo>
                    <a:pt x="0" y="9"/>
                  </a:lnTo>
                  <a:lnTo>
                    <a:pt x="1" y="1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34" name=""/>
            <p:cNvSpPr/>
            <p:nvPr/>
          </p:nvSpPr>
          <p:spPr>
            <a:xfrm rot="0">
              <a:off x="1302" y="2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35" name=""/>
            <p:cNvSpPr/>
            <p:nvPr/>
          </p:nvSpPr>
          <p:spPr>
            <a:xfrm rot="0">
              <a:off x="1303" y="2853"/>
              <a:ext cx="27" cy="21"/>
            </a:xfrm>
            <a:custGeom>
              <a:avLst/>
              <a:ahLst/>
              <a:rect l="0" t="0" r="r" b="b"/>
              <a:pathLst>
                <a:path w="81" h="63">
                  <a:moveTo>
                    <a:pt x="68" y="0"/>
                  </a:moveTo>
                  <a:lnTo>
                    <a:pt x="34" y="10"/>
                  </a:lnTo>
                  <a:lnTo>
                    <a:pt x="0" y="20"/>
                  </a:lnTo>
                  <a:lnTo>
                    <a:pt x="13" y="63"/>
                  </a:lnTo>
                  <a:lnTo>
                    <a:pt x="47" y="53"/>
                  </a:lnTo>
                  <a:lnTo>
                    <a:pt x="81" y="43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36" name=""/>
            <p:cNvSpPr/>
            <p:nvPr/>
          </p:nvSpPr>
          <p:spPr>
            <a:xfrm rot="0">
              <a:off x="1303" y="2853"/>
              <a:ext cx="27" cy="21"/>
            </a:xfrm>
            <a:custGeom>
              <a:avLst/>
              <a:ahLst/>
              <a:rect l="0" t="0" r="r" b="b"/>
              <a:pathLst>
                <a:path w="81" h="63">
                  <a:moveTo>
                    <a:pt x="68" y="0"/>
                  </a:moveTo>
                  <a:lnTo>
                    <a:pt x="34" y="10"/>
                  </a:lnTo>
                  <a:lnTo>
                    <a:pt x="0" y="20"/>
                  </a:lnTo>
                  <a:lnTo>
                    <a:pt x="13" y="63"/>
                  </a:lnTo>
                  <a:lnTo>
                    <a:pt x="47" y="53"/>
                  </a:lnTo>
                  <a:lnTo>
                    <a:pt x="81" y="43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37" name=""/>
            <p:cNvSpPr/>
            <p:nvPr/>
          </p:nvSpPr>
          <p:spPr>
            <a:xfrm rot="0">
              <a:off x="1307" y="2870"/>
              <a:ext cx="11" cy="4"/>
            </a:xfrm>
            <a:custGeom>
              <a:avLst/>
              <a:ahLst/>
              <a:rect l="0" t="0" r="r" b="b"/>
              <a:pathLst>
                <a:path w="34" h="11">
                  <a:moveTo>
                    <a:pt x="34" y="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38" name=""/>
            <p:cNvSpPr/>
            <p:nvPr/>
          </p:nvSpPr>
          <p:spPr>
            <a:xfrm rot="0">
              <a:off x="1307" y="2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39" name=""/>
            <p:cNvSpPr/>
            <p:nvPr/>
          </p:nvSpPr>
          <p:spPr>
            <a:xfrm rot="0">
              <a:off x="1307" y="2866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68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4" y="66"/>
                  </a:lnTo>
                  <a:lnTo>
                    <a:pt x="48" y="55"/>
                  </a:lnTo>
                  <a:lnTo>
                    <a:pt x="82" y="43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40" name=""/>
            <p:cNvSpPr/>
            <p:nvPr/>
          </p:nvSpPr>
          <p:spPr>
            <a:xfrm rot="0">
              <a:off x="1307" y="2866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68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4" y="66"/>
                  </a:lnTo>
                  <a:lnTo>
                    <a:pt x="48" y="55"/>
                  </a:lnTo>
                  <a:lnTo>
                    <a:pt x="82" y="43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41" name=""/>
            <p:cNvSpPr/>
            <p:nvPr/>
          </p:nvSpPr>
          <p:spPr>
            <a:xfrm rot="0">
              <a:off x="1312" y="2885"/>
              <a:ext cx="11" cy="4"/>
            </a:xfrm>
            <a:custGeom>
              <a:avLst/>
              <a:ahLst/>
              <a:rect l="0" t="0" r="r" b="b"/>
              <a:pathLst>
                <a:path w="34" h="12">
                  <a:moveTo>
                    <a:pt x="34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42" name=""/>
            <p:cNvSpPr/>
            <p:nvPr/>
          </p:nvSpPr>
          <p:spPr>
            <a:xfrm rot="0">
              <a:off x="1312" y="2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43" name=""/>
            <p:cNvSpPr/>
            <p:nvPr/>
          </p:nvSpPr>
          <p:spPr>
            <a:xfrm rot="0">
              <a:off x="1312" y="2880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68" y="0"/>
                  </a:moveTo>
                  <a:lnTo>
                    <a:pt x="34" y="13"/>
                  </a:lnTo>
                  <a:lnTo>
                    <a:pt x="0" y="25"/>
                  </a:lnTo>
                  <a:lnTo>
                    <a:pt x="16" y="68"/>
                  </a:lnTo>
                  <a:lnTo>
                    <a:pt x="50" y="55"/>
                  </a:lnTo>
                  <a:lnTo>
                    <a:pt x="84" y="43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44" name=""/>
            <p:cNvSpPr/>
            <p:nvPr/>
          </p:nvSpPr>
          <p:spPr>
            <a:xfrm rot="0">
              <a:off x="1312" y="2880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68" y="0"/>
                  </a:moveTo>
                  <a:lnTo>
                    <a:pt x="34" y="13"/>
                  </a:lnTo>
                  <a:lnTo>
                    <a:pt x="0" y="25"/>
                  </a:lnTo>
                  <a:lnTo>
                    <a:pt x="16" y="68"/>
                  </a:lnTo>
                  <a:lnTo>
                    <a:pt x="50" y="55"/>
                  </a:lnTo>
                  <a:lnTo>
                    <a:pt x="84" y="43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45" name=""/>
            <p:cNvSpPr/>
            <p:nvPr/>
          </p:nvSpPr>
          <p:spPr>
            <a:xfrm rot="0">
              <a:off x="1317" y="2899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0"/>
                  </a:moveTo>
                  <a:lnTo>
                    <a:pt x="0" y="13"/>
                  </a:lnTo>
                  <a:lnTo>
                    <a:pt x="1" y="1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46" name=""/>
            <p:cNvSpPr/>
            <p:nvPr/>
          </p:nvSpPr>
          <p:spPr>
            <a:xfrm rot="0">
              <a:off x="1317" y="29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47" name=""/>
            <p:cNvSpPr/>
            <p:nvPr/>
          </p:nvSpPr>
          <p:spPr>
            <a:xfrm rot="0">
              <a:off x="1317" y="2894"/>
              <a:ext cx="28" cy="23"/>
            </a:xfrm>
            <a:custGeom>
              <a:avLst/>
              <a:ahLst/>
              <a:rect l="0" t="0" r="r" b="b"/>
              <a:pathLst>
                <a:path w="84" h="70">
                  <a:moveTo>
                    <a:pt x="66" y="0"/>
                  </a:moveTo>
                  <a:lnTo>
                    <a:pt x="33" y="14"/>
                  </a:lnTo>
                  <a:lnTo>
                    <a:pt x="0" y="29"/>
                  </a:lnTo>
                  <a:lnTo>
                    <a:pt x="19" y="70"/>
                  </a:lnTo>
                  <a:lnTo>
                    <a:pt x="51" y="56"/>
                  </a:lnTo>
                  <a:lnTo>
                    <a:pt x="84" y="41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48" name=""/>
            <p:cNvSpPr/>
            <p:nvPr/>
          </p:nvSpPr>
          <p:spPr>
            <a:xfrm rot="0">
              <a:off x="1317" y="2894"/>
              <a:ext cx="28" cy="23"/>
            </a:xfrm>
            <a:custGeom>
              <a:avLst/>
              <a:ahLst/>
              <a:rect l="0" t="0" r="r" b="b"/>
              <a:pathLst>
                <a:path w="84" h="70">
                  <a:moveTo>
                    <a:pt x="66" y="0"/>
                  </a:moveTo>
                  <a:lnTo>
                    <a:pt x="33" y="14"/>
                  </a:lnTo>
                  <a:lnTo>
                    <a:pt x="0" y="29"/>
                  </a:lnTo>
                  <a:lnTo>
                    <a:pt x="19" y="70"/>
                  </a:lnTo>
                  <a:lnTo>
                    <a:pt x="51" y="56"/>
                  </a:lnTo>
                  <a:lnTo>
                    <a:pt x="84" y="41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49" name=""/>
            <p:cNvSpPr/>
            <p:nvPr/>
          </p:nvSpPr>
          <p:spPr>
            <a:xfrm rot="0">
              <a:off x="1324" y="2913"/>
              <a:ext cx="10" cy="5"/>
            </a:xfrm>
            <a:custGeom>
              <a:avLst/>
              <a:ahLst/>
              <a:rect l="0" t="0" r="r" b="b"/>
              <a:pathLst>
                <a:path w="32" h="15">
                  <a:moveTo>
                    <a:pt x="32" y="0"/>
                  </a:moveTo>
                  <a:lnTo>
                    <a:pt x="0" y="14"/>
                  </a:lnTo>
                  <a:lnTo>
                    <a:pt x="0" y="15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50" name=""/>
            <p:cNvSpPr/>
            <p:nvPr/>
          </p:nvSpPr>
          <p:spPr>
            <a:xfrm rot="0">
              <a:off x="1324" y="2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51" name=""/>
            <p:cNvSpPr/>
            <p:nvPr/>
          </p:nvSpPr>
          <p:spPr>
            <a:xfrm rot="0">
              <a:off x="1324" y="2907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65" y="0"/>
                  </a:moveTo>
                  <a:lnTo>
                    <a:pt x="32" y="16"/>
                  </a:lnTo>
                  <a:lnTo>
                    <a:pt x="0" y="31"/>
                  </a:lnTo>
                  <a:lnTo>
                    <a:pt x="18" y="71"/>
                  </a:lnTo>
                  <a:lnTo>
                    <a:pt x="51" y="55"/>
                  </a:lnTo>
                  <a:lnTo>
                    <a:pt x="84" y="40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52" name=""/>
            <p:cNvSpPr/>
            <p:nvPr/>
          </p:nvSpPr>
          <p:spPr>
            <a:xfrm rot="0">
              <a:off x="1324" y="2907"/>
              <a:ext cx="28" cy="24"/>
            </a:xfrm>
            <a:custGeom>
              <a:avLst/>
              <a:ahLst/>
              <a:rect l="0" t="0" r="r" b="b"/>
              <a:pathLst>
                <a:path w="84" h="71">
                  <a:moveTo>
                    <a:pt x="65" y="0"/>
                  </a:moveTo>
                  <a:lnTo>
                    <a:pt x="32" y="16"/>
                  </a:lnTo>
                  <a:lnTo>
                    <a:pt x="0" y="31"/>
                  </a:lnTo>
                  <a:lnTo>
                    <a:pt x="18" y="71"/>
                  </a:lnTo>
                  <a:lnTo>
                    <a:pt x="51" y="55"/>
                  </a:lnTo>
                  <a:lnTo>
                    <a:pt x="84" y="40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53" name=""/>
            <p:cNvSpPr/>
            <p:nvPr/>
          </p:nvSpPr>
          <p:spPr>
            <a:xfrm rot="0">
              <a:off x="1330" y="2926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33" y="0"/>
                  </a:moveTo>
                  <a:lnTo>
                    <a:pt x="0" y="16"/>
                  </a:lnTo>
                  <a:lnTo>
                    <a:pt x="2" y="18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54" name=""/>
            <p:cNvSpPr/>
            <p:nvPr/>
          </p:nvSpPr>
          <p:spPr>
            <a:xfrm rot="0">
              <a:off x="1330" y="2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55" name=""/>
            <p:cNvSpPr/>
            <p:nvPr/>
          </p:nvSpPr>
          <p:spPr>
            <a:xfrm rot="0">
              <a:off x="1330" y="2920"/>
              <a:ext cx="28" cy="25"/>
            </a:xfrm>
            <a:custGeom>
              <a:avLst/>
              <a:ahLst/>
              <a:rect l="0" t="0" r="r" b="b"/>
              <a:pathLst>
                <a:path w="84" h="74">
                  <a:moveTo>
                    <a:pt x="62" y="0"/>
                  </a:moveTo>
                  <a:lnTo>
                    <a:pt x="31" y="17"/>
                  </a:lnTo>
                  <a:lnTo>
                    <a:pt x="0" y="35"/>
                  </a:lnTo>
                  <a:lnTo>
                    <a:pt x="21" y="74"/>
                  </a:lnTo>
                  <a:lnTo>
                    <a:pt x="52" y="57"/>
                  </a:lnTo>
                  <a:lnTo>
                    <a:pt x="84" y="40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56" name=""/>
            <p:cNvSpPr/>
            <p:nvPr/>
          </p:nvSpPr>
          <p:spPr>
            <a:xfrm rot="0">
              <a:off x="1330" y="2920"/>
              <a:ext cx="28" cy="25"/>
            </a:xfrm>
            <a:custGeom>
              <a:avLst/>
              <a:ahLst/>
              <a:rect l="0" t="0" r="r" b="b"/>
              <a:pathLst>
                <a:path w="84" h="74">
                  <a:moveTo>
                    <a:pt x="62" y="0"/>
                  </a:moveTo>
                  <a:lnTo>
                    <a:pt x="31" y="17"/>
                  </a:lnTo>
                  <a:lnTo>
                    <a:pt x="0" y="35"/>
                  </a:lnTo>
                  <a:lnTo>
                    <a:pt x="21" y="74"/>
                  </a:lnTo>
                  <a:lnTo>
                    <a:pt x="52" y="57"/>
                  </a:lnTo>
                  <a:lnTo>
                    <a:pt x="84" y="4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57" name=""/>
            <p:cNvSpPr/>
            <p:nvPr/>
          </p:nvSpPr>
          <p:spPr>
            <a:xfrm rot="0">
              <a:off x="1337" y="2933"/>
              <a:ext cx="23" cy="18"/>
            </a:xfrm>
            <a:custGeom>
              <a:avLst/>
              <a:ahLst/>
              <a:rect l="0" t="0" r="r" b="b"/>
              <a:pathLst>
                <a:path w="67" h="53">
                  <a:moveTo>
                    <a:pt x="31" y="17"/>
                  </a:moveTo>
                  <a:lnTo>
                    <a:pt x="63" y="0"/>
                  </a:lnTo>
                  <a:lnTo>
                    <a:pt x="67" y="10"/>
                  </a:lnTo>
                  <a:lnTo>
                    <a:pt x="67" y="22"/>
                  </a:lnTo>
                  <a:lnTo>
                    <a:pt x="64" y="33"/>
                  </a:lnTo>
                  <a:lnTo>
                    <a:pt x="57" y="43"/>
                  </a:lnTo>
                  <a:lnTo>
                    <a:pt x="48" y="49"/>
                  </a:lnTo>
                  <a:lnTo>
                    <a:pt x="38" y="53"/>
                  </a:lnTo>
                  <a:lnTo>
                    <a:pt x="27" y="53"/>
                  </a:lnTo>
                  <a:lnTo>
                    <a:pt x="16" y="50"/>
                  </a:lnTo>
                  <a:lnTo>
                    <a:pt x="6" y="43"/>
                  </a:lnTo>
                  <a:lnTo>
                    <a:pt x="0" y="34"/>
                  </a:lnTo>
                  <a:lnTo>
                    <a:pt x="3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58" name=""/>
            <p:cNvSpPr/>
            <p:nvPr/>
          </p:nvSpPr>
          <p:spPr>
            <a:xfrm rot="0">
              <a:off x="1337" y="2933"/>
              <a:ext cx="23" cy="18"/>
            </a:xfrm>
            <a:custGeom>
              <a:avLst/>
              <a:ahLst/>
              <a:rect l="0" t="0" r="r" b="b"/>
              <a:pathLst>
                <a:path w="67" h="53">
                  <a:moveTo>
                    <a:pt x="63" y="0"/>
                  </a:moveTo>
                  <a:lnTo>
                    <a:pt x="67" y="10"/>
                  </a:lnTo>
                  <a:lnTo>
                    <a:pt x="67" y="22"/>
                  </a:lnTo>
                  <a:lnTo>
                    <a:pt x="64" y="33"/>
                  </a:lnTo>
                  <a:lnTo>
                    <a:pt x="57" y="43"/>
                  </a:lnTo>
                  <a:lnTo>
                    <a:pt x="48" y="49"/>
                  </a:lnTo>
                  <a:lnTo>
                    <a:pt x="38" y="53"/>
                  </a:lnTo>
                  <a:lnTo>
                    <a:pt x="27" y="53"/>
                  </a:lnTo>
                  <a:lnTo>
                    <a:pt x="16" y="50"/>
                  </a:lnTo>
                  <a:lnTo>
                    <a:pt x="6" y="43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59" name=""/>
            <p:cNvSpPr/>
            <p:nvPr/>
          </p:nvSpPr>
          <p:spPr>
            <a:xfrm rot="0">
              <a:off x="1787" y="2931"/>
              <a:ext cx="21" cy="20"/>
            </a:xfrm>
            <a:custGeom>
              <a:avLst/>
              <a:ahLst/>
              <a:rect l="0" t="0" r="r" b="b"/>
              <a:pathLst>
                <a:path w="61" h="61">
                  <a:moveTo>
                    <a:pt x="35" y="25"/>
                  </a:moveTo>
                  <a:lnTo>
                    <a:pt x="61" y="51"/>
                  </a:lnTo>
                  <a:lnTo>
                    <a:pt x="53" y="58"/>
                  </a:lnTo>
                  <a:lnTo>
                    <a:pt x="41" y="61"/>
                  </a:lnTo>
                  <a:lnTo>
                    <a:pt x="30" y="61"/>
                  </a:lnTo>
                  <a:lnTo>
                    <a:pt x="18" y="58"/>
                  </a:lnTo>
                  <a:lnTo>
                    <a:pt x="10" y="51"/>
                  </a:lnTo>
                  <a:lnTo>
                    <a:pt x="3" y="42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3" y="8"/>
                  </a:lnTo>
                  <a:lnTo>
                    <a:pt x="10" y="0"/>
                  </a:lnTo>
                  <a:lnTo>
                    <a:pt x="3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60" name=""/>
            <p:cNvSpPr/>
            <p:nvPr/>
          </p:nvSpPr>
          <p:spPr>
            <a:xfrm rot="0">
              <a:off x="1787" y="2931"/>
              <a:ext cx="21" cy="20"/>
            </a:xfrm>
            <a:custGeom>
              <a:avLst/>
              <a:ahLst/>
              <a:rect l="0" t="0" r="r" b="b"/>
              <a:pathLst>
                <a:path w="61" h="61">
                  <a:moveTo>
                    <a:pt x="61" y="51"/>
                  </a:moveTo>
                  <a:lnTo>
                    <a:pt x="53" y="58"/>
                  </a:lnTo>
                  <a:lnTo>
                    <a:pt x="41" y="61"/>
                  </a:lnTo>
                  <a:lnTo>
                    <a:pt x="30" y="61"/>
                  </a:lnTo>
                  <a:lnTo>
                    <a:pt x="18" y="58"/>
                  </a:lnTo>
                  <a:lnTo>
                    <a:pt x="10" y="51"/>
                  </a:lnTo>
                  <a:lnTo>
                    <a:pt x="3" y="42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3" y="8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61" name=""/>
            <p:cNvSpPr/>
            <p:nvPr/>
          </p:nvSpPr>
          <p:spPr>
            <a:xfrm rot="0">
              <a:off x="1791" y="2922"/>
              <a:ext cx="26" cy="26"/>
            </a:xfrm>
            <a:custGeom>
              <a:avLst/>
              <a:ahLst/>
              <a:rect l="0" t="0" r="r" b="b"/>
              <a:pathLst>
                <a:path w="78" h="78">
                  <a:moveTo>
                    <a:pt x="0" y="27"/>
                  </a:moveTo>
                  <a:lnTo>
                    <a:pt x="25" y="52"/>
                  </a:lnTo>
                  <a:lnTo>
                    <a:pt x="51" y="78"/>
                  </a:lnTo>
                  <a:lnTo>
                    <a:pt x="78" y="51"/>
                  </a:lnTo>
                  <a:lnTo>
                    <a:pt x="52" y="25"/>
                  </a:lnTo>
                  <a:lnTo>
                    <a:pt x="27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62" name=""/>
            <p:cNvSpPr/>
            <p:nvPr/>
          </p:nvSpPr>
          <p:spPr>
            <a:xfrm rot="0">
              <a:off x="1791" y="2922"/>
              <a:ext cx="26" cy="26"/>
            </a:xfrm>
            <a:custGeom>
              <a:avLst/>
              <a:ahLst/>
              <a:rect l="0" t="0" r="r" b="b"/>
              <a:pathLst>
                <a:path w="78" h="78">
                  <a:moveTo>
                    <a:pt x="0" y="27"/>
                  </a:moveTo>
                  <a:lnTo>
                    <a:pt x="25" y="52"/>
                  </a:lnTo>
                  <a:lnTo>
                    <a:pt x="51" y="78"/>
                  </a:lnTo>
                  <a:lnTo>
                    <a:pt x="78" y="51"/>
                  </a:lnTo>
                  <a:lnTo>
                    <a:pt x="52" y="25"/>
                  </a:lnTo>
                  <a:lnTo>
                    <a:pt x="27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63" name=""/>
            <p:cNvSpPr/>
            <p:nvPr/>
          </p:nvSpPr>
          <p:spPr>
            <a:xfrm rot="0">
              <a:off x="1808" y="2930"/>
              <a:ext cx="9" cy="9"/>
            </a:xfrm>
            <a:custGeom>
              <a:avLst/>
              <a:ahLst/>
              <a:rect l="0" t="0" r="r" b="b"/>
              <a:pathLst>
                <a:path w="28" h="26">
                  <a:moveTo>
                    <a:pt x="0" y="0"/>
                  </a:moveTo>
                  <a:lnTo>
                    <a:pt x="26" y="26"/>
                  </a:lnTo>
                  <a:lnTo>
                    <a:pt x="28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64" name=""/>
            <p:cNvSpPr/>
            <p:nvPr/>
          </p:nvSpPr>
          <p:spPr>
            <a:xfrm rot="0" flipV="1">
              <a:off x="1817" y="29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65" name=""/>
            <p:cNvSpPr/>
            <p:nvPr/>
          </p:nvSpPr>
          <p:spPr>
            <a:xfrm rot="0">
              <a:off x="1799" y="2913"/>
              <a:ext cx="26" cy="25"/>
            </a:xfrm>
            <a:custGeom>
              <a:avLst/>
              <a:ahLst/>
              <a:rect l="0" t="0" r="r" b="b"/>
              <a:pathLst>
                <a:path w="79" h="76">
                  <a:moveTo>
                    <a:pt x="0" y="27"/>
                  </a:moveTo>
                  <a:lnTo>
                    <a:pt x="27" y="51"/>
                  </a:lnTo>
                  <a:lnTo>
                    <a:pt x="55" y="76"/>
                  </a:lnTo>
                  <a:lnTo>
                    <a:pt x="79" y="48"/>
                  </a:lnTo>
                  <a:lnTo>
                    <a:pt x="52" y="24"/>
                  </a:lnTo>
                  <a:lnTo>
                    <a:pt x="25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66" name=""/>
            <p:cNvSpPr/>
            <p:nvPr/>
          </p:nvSpPr>
          <p:spPr>
            <a:xfrm rot="0">
              <a:off x="1799" y="2913"/>
              <a:ext cx="26" cy="25"/>
            </a:xfrm>
            <a:custGeom>
              <a:avLst/>
              <a:ahLst/>
              <a:rect l="0" t="0" r="r" b="b"/>
              <a:pathLst>
                <a:path w="79" h="76">
                  <a:moveTo>
                    <a:pt x="0" y="27"/>
                  </a:moveTo>
                  <a:lnTo>
                    <a:pt x="27" y="51"/>
                  </a:lnTo>
                  <a:lnTo>
                    <a:pt x="55" y="76"/>
                  </a:lnTo>
                  <a:lnTo>
                    <a:pt x="79" y="48"/>
                  </a:lnTo>
                  <a:lnTo>
                    <a:pt x="52" y="24"/>
                  </a:lnTo>
                  <a:lnTo>
                    <a:pt x="25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67" name=""/>
            <p:cNvSpPr/>
            <p:nvPr/>
          </p:nvSpPr>
          <p:spPr>
            <a:xfrm rot="0">
              <a:off x="1816" y="2921"/>
              <a:ext cx="10" cy="8"/>
            </a:xfrm>
            <a:custGeom>
              <a:avLst/>
              <a:ahLst/>
              <a:rect l="0" t="0" r="r" b="b"/>
              <a:pathLst>
                <a:path w="28" h="24">
                  <a:moveTo>
                    <a:pt x="0" y="0"/>
                  </a:moveTo>
                  <a:lnTo>
                    <a:pt x="27" y="24"/>
                  </a:lnTo>
                  <a:lnTo>
                    <a:pt x="28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68" name=""/>
            <p:cNvSpPr/>
            <p:nvPr/>
          </p:nvSpPr>
          <p:spPr>
            <a:xfrm rot="0" flipV="1">
              <a:off x="1825" y="2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69" name=""/>
            <p:cNvSpPr/>
            <p:nvPr/>
          </p:nvSpPr>
          <p:spPr>
            <a:xfrm rot="0">
              <a:off x="1807" y="2904"/>
              <a:ext cx="26" cy="24"/>
            </a:xfrm>
            <a:custGeom>
              <a:avLst/>
              <a:ahLst/>
              <a:rect l="0" t="0" r="r" b="b"/>
              <a:pathLst>
                <a:path w="80" h="73">
                  <a:moveTo>
                    <a:pt x="0" y="30"/>
                  </a:moveTo>
                  <a:lnTo>
                    <a:pt x="29" y="51"/>
                  </a:lnTo>
                  <a:lnTo>
                    <a:pt x="57" y="73"/>
                  </a:lnTo>
                  <a:lnTo>
                    <a:pt x="80" y="43"/>
                  </a:lnTo>
                  <a:lnTo>
                    <a:pt x="51" y="21"/>
                  </a:lnTo>
                  <a:lnTo>
                    <a:pt x="23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70" name=""/>
            <p:cNvSpPr/>
            <p:nvPr/>
          </p:nvSpPr>
          <p:spPr>
            <a:xfrm rot="0">
              <a:off x="1807" y="2904"/>
              <a:ext cx="26" cy="24"/>
            </a:xfrm>
            <a:custGeom>
              <a:avLst/>
              <a:ahLst/>
              <a:rect l="0" t="0" r="r" b="b"/>
              <a:pathLst>
                <a:path w="80" h="73">
                  <a:moveTo>
                    <a:pt x="0" y="30"/>
                  </a:moveTo>
                  <a:lnTo>
                    <a:pt x="29" y="51"/>
                  </a:lnTo>
                  <a:lnTo>
                    <a:pt x="57" y="73"/>
                  </a:lnTo>
                  <a:lnTo>
                    <a:pt x="80" y="43"/>
                  </a:lnTo>
                  <a:lnTo>
                    <a:pt x="51" y="21"/>
                  </a:lnTo>
                  <a:lnTo>
                    <a:pt x="23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71" name=""/>
            <p:cNvSpPr/>
            <p:nvPr/>
          </p:nvSpPr>
          <p:spPr>
            <a:xfrm rot="0">
              <a:off x="1824" y="2911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0" y="0"/>
                  </a:moveTo>
                  <a:lnTo>
                    <a:pt x="29" y="22"/>
                  </a:lnTo>
                  <a:lnTo>
                    <a:pt x="30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72" name=""/>
            <p:cNvSpPr/>
            <p:nvPr/>
          </p:nvSpPr>
          <p:spPr>
            <a:xfrm rot="0" flipV="1">
              <a:off x="1833" y="29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73" name=""/>
            <p:cNvSpPr/>
            <p:nvPr/>
          </p:nvSpPr>
          <p:spPr>
            <a:xfrm rot="0">
              <a:off x="1814" y="2894"/>
              <a:ext cx="27" cy="24"/>
            </a:xfrm>
            <a:custGeom>
              <a:avLst/>
              <a:ahLst/>
              <a:rect l="0" t="0" r="r" b="b"/>
              <a:pathLst>
                <a:path w="81" h="71">
                  <a:moveTo>
                    <a:pt x="0" y="31"/>
                  </a:moveTo>
                  <a:lnTo>
                    <a:pt x="29" y="51"/>
                  </a:lnTo>
                  <a:lnTo>
                    <a:pt x="59" y="71"/>
                  </a:lnTo>
                  <a:lnTo>
                    <a:pt x="81" y="40"/>
                  </a:lnTo>
                  <a:lnTo>
                    <a:pt x="51" y="20"/>
                  </a:lnTo>
                  <a:lnTo>
                    <a:pt x="21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74" name=""/>
            <p:cNvSpPr/>
            <p:nvPr/>
          </p:nvSpPr>
          <p:spPr>
            <a:xfrm rot="0">
              <a:off x="1814" y="2894"/>
              <a:ext cx="27" cy="24"/>
            </a:xfrm>
            <a:custGeom>
              <a:avLst/>
              <a:ahLst/>
              <a:rect l="0" t="0" r="r" b="b"/>
              <a:pathLst>
                <a:path w="81" h="71">
                  <a:moveTo>
                    <a:pt x="0" y="31"/>
                  </a:moveTo>
                  <a:lnTo>
                    <a:pt x="29" y="51"/>
                  </a:lnTo>
                  <a:lnTo>
                    <a:pt x="59" y="71"/>
                  </a:lnTo>
                  <a:lnTo>
                    <a:pt x="81" y="40"/>
                  </a:lnTo>
                  <a:lnTo>
                    <a:pt x="51" y="20"/>
                  </a:lnTo>
                  <a:lnTo>
                    <a:pt x="21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75" name=""/>
            <p:cNvSpPr/>
            <p:nvPr/>
          </p:nvSpPr>
          <p:spPr>
            <a:xfrm rot="0">
              <a:off x="1831" y="2901"/>
              <a:ext cx="10" cy="6"/>
            </a:xfrm>
            <a:custGeom>
              <a:avLst/>
              <a:ahLst/>
              <a:rect l="0" t="0" r="r" b="b"/>
              <a:pathLst>
                <a:path w="31" h="20">
                  <a:moveTo>
                    <a:pt x="0" y="0"/>
                  </a:moveTo>
                  <a:lnTo>
                    <a:pt x="30" y="20"/>
                  </a:lnTo>
                  <a:lnTo>
                    <a:pt x="31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76" name=""/>
            <p:cNvSpPr/>
            <p:nvPr/>
          </p:nvSpPr>
          <p:spPr>
            <a:xfrm rot="0">
              <a:off x="1841" y="29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77" name=""/>
            <p:cNvSpPr/>
            <p:nvPr/>
          </p:nvSpPr>
          <p:spPr>
            <a:xfrm rot="0">
              <a:off x="1820" y="2884"/>
              <a:ext cx="28" cy="23"/>
            </a:xfrm>
            <a:custGeom>
              <a:avLst/>
              <a:ahLst/>
              <a:rect l="0" t="0" r="r" b="b"/>
              <a:pathLst>
                <a:path w="83" h="71">
                  <a:moveTo>
                    <a:pt x="0" y="31"/>
                  </a:moveTo>
                  <a:lnTo>
                    <a:pt x="32" y="51"/>
                  </a:lnTo>
                  <a:lnTo>
                    <a:pt x="63" y="71"/>
                  </a:lnTo>
                  <a:lnTo>
                    <a:pt x="83" y="40"/>
                  </a:lnTo>
                  <a:lnTo>
                    <a:pt x="52" y="20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78" name=""/>
            <p:cNvSpPr/>
            <p:nvPr/>
          </p:nvSpPr>
          <p:spPr>
            <a:xfrm rot="0">
              <a:off x="1820" y="2884"/>
              <a:ext cx="28" cy="23"/>
            </a:xfrm>
            <a:custGeom>
              <a:avLst/>
              <a:ahLst/>
              <a:rect l="0" t="0" r="r" b="b"/>
              <a:pathLst>
                <a:path w="83" h="71">
                  <a:moveTo>
                    <a:pt x="0" y="31"/>
                  </a:moveTo>
                  <a:lnTo>
                    <a:pt x="32" y="51"/>
                  </a:lnTo>
                  <a:lnTo>
                    <a:pt x="63" y="71"/>
                  </a:lnTo>
                  <a:lnTo>
                    <a:pt x="83" y="40"/>
                  </a:lnTo>
                  <a:lnTo>
                    <a:pt x="52" y="20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79" name=""/>
            <p:cNvSpPr/>
            <p:nvPr/>
          </p:nvSpPr>
          <p:spPr>
            <a:xfrm rot="0">
              <a:off x="1838" y="2890"/>
              <a:ext cx="10" cy="7"/>
            </a:xfrm>
            <a:custGeom>
              <a:avLst/>
              <a:ahLst/>
              <a:rect l="0" t="0" r="r" b="b"/>
              <a:pathLst>
                <a:path w="31" h="20">
                  <a:moveTo>
                    <a:pt x="0" y="0"/>
                  </a:moveTo>
                  <a:lnTo>
                    <a:pt x="31" y="20"/>
                  </a:lnTo>
                  <a:lnTo>
                    <a:pt x="31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80" name=""/>
            <p:cNvSpPr/>
            <p:nvPr/>
          </p:nvSpPr>
          <p:spPr>
            <a:xfrm rot="0" flipV="1">
              <a:off x="1848" y="28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81" name=""/>
            <p:cNvSpPr/>
            <p:nvPr/>
          </p:nvSpPr>
          <p:spPr>
            <a:xfrm rot="0">
              <a:off x="1827" y="2873"/>
              <a:ext cx="27" cy="23"/>
            </a:xfrm>
            <a:custGeom>
              <a:avLst/>
              <a:ahLst/>
              <a:rect l="0" t="0" r="r" b="b"/>
              <a:pathLst>
                <a:path w="82" h="70">
                  <a:moveTo>
                    <a:pt x="0" y="33"/>
                  </a:moveTo>
                  <a:lnTo>
                    <a:pt x="32" y="52"/>
                  </a:lnTo>
                  <a:lnTo>
                    <a:pt x="63" y="70"/>
                  </a:lnTo>
                  <a:lnTo>
                    <a:pt x="82" y="37"/>
                  </a:lnTo>
                  <a:lnTo>
                    <a:pt x="50" y="19"/>
                  </a:lnTo>
                  <a:lnTo>
                    <a:pt x="19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82" name=""/>
            <p:cNvSpPr/>
            <p:nvPr/>
          </p:nvSpPr>
          <p:spPr>
            <a:xfrm rot="0">
              <a:off x="1827" y="2873"/>
              <a:ext cx="27" cy="23"/>
            </a:xfrm>
            <a:custGeom>
              <a:avLst/>
              <a:ahLst/>
              <a:rect l="0" t="0" r="r" b="b"/>
              <a:pathLst>
                <a:path w="82" h="70">
                  <a:moveTo>
                    <a:pt x="0" y="33"/>
                  </a:moveTo>
                  <a:lnTo>
                    <a:pt x="32" y="52"/>
                  </a:lnTo>
                  <a:lnTo>
                    <a:pt x="63" y="70"/>
                  </a:lnTo>
                  <a:lnTo>
                    <a:pt x="82" y="37"/>
                  </a:lnTo>
                  <a:lnTo>
                    <a:pt x="50" y="19"/>
                  </a:lnTo>
                  <a:lnTo>
                    <a:pt x="19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83" name=""/>
            <p:cNvSpPr/>
            <p:nvPr/>
          </p:nvSpPr>
          <p:spPr>
            <a:xfrm rot="0">
              <a:off x="1844" y="2879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0" y="0"/>
                  </a:moveTo>
                  <a:lnTo>
                    <a:pt x="32" y="18"/>
                  </a:lnTo>
                  <a:lnTo>
                    <a:pt x="33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84" name=""/>
            <p:cNvSpPr/>
            <p:nvPr/>
          </p:nvSpPr>
          <p:spPr>
            <a:xfrm rot="0" flipV="1">
              <a:off x="1854" y="2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85" name=""/>
            <p:cNvSpPr/>
            <p:nvPr/>
          </p:nvSpPr>
          <p:spPr>
            <a:xfrm rot="0">
              <a:off x="1833" y="2863"/>
              <a:ext cx="27" cy="22"/>
            </a:xfrm>
            <a:custGeom>
              <a:avLst/>
              <a:ahLst/>
              <a:rect l="0" t="0" r="r" b="b"/>
              <a:pathLst>
                <a:path w="81" h="66">
                  <a:moveTo>
                    <a:pt x="0" y="34"/>
                  </a:moveTo>
                  <a:lnTo>
                    <a:pt x="32" y="50"/>
                  </a:lnTo>
                  <a:lnTo>
                    <a:pt x="65" y="66"/>
                  </a:lnTo>
                  <a:lnTo>
                    <a:pt x="81" y="31"/>
                  </a:lnTo>
                  <a:lnTo>
                    <a:pt x="48" y="16"/>
                  </a:lnTo>
                  <a:lnTo>
                    <a:pt x="15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86" name=""/>
            <p:cNvSpPr/>
            <p:nvPr/>
          </p:nvSpPr>
          <p:spPr>
            <a:xfrm rot="0">
              <a:off x="1833" y="2863"/>
              <a:ext cx="27" cy="22"/>
            </a:xfrm>
            <a:custGeom>
              <a:avLst/>
              <a:ahLst/>
              <a:rect l="0" t="0" r="r" b="b"/>
              <a:pathLst>
                <a:path w="81" h="66">
                  <a:moveTo>
                    <a:pt x="0" y="34"/>
                  </a:moveTo>
                  <a:lnTo>
                    <a:pt x="32" y="50"/>
                  </a:lnTo>
                  <a:lnTo>
                    <a:pt x="65" y="66"/>
                  </a:lnTo>
                  <a:lnTo>
                    <a:pt x="81" y="31"/>
                  </a:lnTo>
                  <a:lnTo>
                    <a:pt x="48" y="16"/>
                  </a:lnTo>
                  <a:lnTo>
                    <a:pt x="15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87" name=""/>
            <p:cNvSpPr/>
            <p:nvPr/>
          </p:nvSpPr>
          <p:spPr>
            <a:xfrm rot="0">
              <a:off x="1838" y="2851"/>
              <a:ext cx="27" cy="22"/>
            </a:xfrm>
            <a:custGeom>
              <a:avLst/>
              <a:ahLst/>
              <a:rect l="0" t="0" r="r" b="b"/>
              <a:pathLst>
                <a:path w="81" h="65">
                  <a:moveTo>
                    <a:pt x="0" y="34"/>
                  </a:moveTo>
                  <a:lnTo>
                    <a:pt x="33" y="50"/>
                  </a:lnTo>
                  <a:lnTo>
                    <a:pt x="66" y="65"/>
                  </a:lnTo>
                  <a:lnTo>
                    <a:pt x="81" y="31"/>
                  </a:lnTo>
                  <a:lnTo>
                    <a:pt x="49" y="16"/>
                  </a:lnTo>
                  <a:lnTo>
                    <a:pt x="16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88" name=""/>
            <p:cNvSpPr/>
            <p:nvPr/>
          </p:nvSpPr>
          <p:spPr>
            <a:xfrm rot="0">
              <a:off x="1838" y="2851"/>
              <a:ext cx="27" cy="22"/>
            </a:xfrm>
            <a:custGeom>
              <a:avLst/>
              <a:ahLst/>
              <a:rect l="0" t="0" r="r" b="b"/>
              <a:pathLst>
                <a:path w="81" h="65">
                  <a:moveTo>
                    <a:pt x="0" y="34"/>
                  </a:moveTo>
                  <a:lnTo>
                    <a:pt x="33" y="50"/>
                  </a:lnTo>
                  <a:lnTo>
                    <a:pt x="66" y="65"/>
                  </a:lnTo>
                  <a:lnTo>
                    <a:pt x="81" y="31"/>
                  </a:lnTo>
                  <a:lnTo>
                    <a:pt x="49" y="16"/>
                  </a:lnTo>
                  <a:lnTo>
                    <a:pt x="16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89" name=""/>
            <p:cNvSpPr/>
            <p:nvPr/>
          </p:nvSpPr>
          <p:spPr>
            <a:xfrm rot="0">
              <a:off x="1854" y="2857"/>
              <a:ext cx="12" cy="5"/>
            </a:xfrm>
            <a:custGeom>
              <a:avLst/>
              <a:ahLst/>
              <a:rect l="0" t="0" r="r" b="b"/>
              <a:pathLst>
                <a:path w="34" h="15">
                  <a:moveTo>
                    <a:pt x="0" y="0"/>
                  </a:moveTo>
                  <a:lnTo>
                    <a:pt x="32" y="15"/>
                  </a:lnTo>
                  <a:lnTo>
                    <a:pt x="3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90" name=""/>
            <p:cNvSpPr/>
            <p:nvPr/>
          </p:nvSpPr>
          <p:spPr>
            <a:xfrm rot="0" flipV="1">
              <a:off x="1865" y="2860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91" name=""/>
            <p:cNvSpPr/>
            <p:nvPr/>
          </p:nvSpPr>
          <p:spPr>
            <a:xfrm rot="0">
              <a:off x="1843" y="2841"/>
              <a:ext cx="26" cy="19"/>
            </a:xfrm>
            <a:custGeom>
              <a:avLst/>
              <a:ahLst/>
              <a:rect l="0" t="0" r="r" b="b"/>
              <a:pathLst>
                <a:path w="80" h="58">
                  <a:moveTo>
                    <a:pt x="0" y="35"/>
                  </a:moveTo>
                  <a:lnTo>
                    <a:pt x="35" y="47"/>
                  </a:lnTo>
                  <a:lnTo>
                    <a:pt x="69" y="58"/>
                  </a:lnTo>
                  <a:lnTo>
                    <a:pt x="80" y="22"/>
                  </a:lnTo>
                  <a:lnTo>
                    <a:pt x="46" y="11"/>
                  </a:lnTo>
                  <a:lnTo>
                    <a:pt x="12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92" name=""/>
            <p:cNvSpPr/>
            <p:nvPr/>
          </p:nvSpPr>
          <p:spPr>
            <a:xfrm rot="0">
              <a:off x="1843" y="2841"/>
              <a:ext cx="26" cy="19"/>
            </a:xfrm>
            <a:custGeom>
              <a:avLst/>
              <a:ahLst/>
              <a:rect l="0" t="0" r="r" b="b"/>
              <a:pathLst>
                <a:path w="80" h="58">
                  <a:moveTo>
                    <a:pt x="0" y="35"/>
                  </a:moveTo>
                  <a:lnTo>
                    <a:pt x="35" y="47"/>
                  </a:lnTo>
                  <a:lnTo>
                    <a:pt x="69" y="58"/>
                  </a:lnTo>
                  <a:lnTo>
                    <a:pt x="80" y="22"/>
                  </a:lnTo>
                  <a:lnTo>
                    <a:pt x="46" y="11"/>
                  </a:lnTo>
                  <a:lnTo>
                    <a:pt x="12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93" name=""/>
            <p:cNvSpPr/>
            <p:nvPr/>
          </p:nvSpPr>
          <p:spPr>
            <a:xfrm rot="0">
              <a:off x="1858" y="2845"/>
              <a:ext cx="11" cy="3"/>
            </a:xfrm>
            <a:custGeom>
              <a:avLst/>
              <a:ahLst/>
              <a:rect l="0" t="0" r="r" b="b"/>
              <a:pathLst>
                <a:path w="34" h="11">
                  <a:moveTo>
                    <a:pt x="0" y="0"/>
                  </a:moveTo>
                  <a:lnTo>
                    <a:pt x="34" y="11"/>
                  </a:lnTo>
                  <a:lnTo>
                    <a:pt x="3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94" name=""/>
            <p:cNvSpPr/>
            <p:nvPr/>
          </p:nvSpPr>
          <p:spPr>
            <a:xfrm rot="0">
              <a:off x="1869" y="2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95" name=""/>
            <p:cNvSpPr/>
            <p:nvPr/>
          </p:nvSpPr>
          <p:spPr>
            <a:xfrm rot="0">
              <a:off x="1847" y="2829"/>
              <a:ext cx="26" cy="19"/>
            </a:xfrm>
            <a:custGeom>
              <a:avLst/>
              <a:ahLst/>
              <a:rect l="0" t="0" r="r" b="b"/>
              <a:pathLst>
                <a:path w="80" h="58">
                  <a:moveTo>
                    <a:pt x="0" y="36"/>
                  </a:moveTo>
                  <a:lnTo>
                    <a:pt x="34" y="47"/>
                  </a:lnTo>
                  <a:lnTo>
                    <a:pt x="68" y="58"/>
                  </a:lnTo>
                  <a:lnTo>
                    <a:pt x="80" y="23"/>
                  </a:lnTo>
                  <a:lnTo>
                    <a:pt x="45" y="11"/>
                  </a:lnTo>
                  <a:lnTo>
                    <a:pt x="11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96" name=""/>
            <p:cNvSpPr/>
            <p:nvPr/>
          </p:nvSpPr>
          <p:spPr>
            <a:xfrm rot="0">
              <a:off x="1847" y="2829"/>
              <a:ext cx="26" cy="19"/>
            </a:xfrm>
            <a:custGeom>
              <a:avLst/>
              <a:ahLst/>
              <a:rect l="0" t="0" r="r" b="b"/>
              <a:pathLst>
                <a:path w="80" h="58">
                  <a:moveTo>
                    <a:pt x="0" y="36"/>
                  </a:moveTo>
                  <a:lnTo>
                    <a:pt x="34" y="47"/>
                  </a:lnTo>
                  <a:lnTo>
                    <a:pt x="68" y="58"/>
                  </a:lnTo>
                  <a:lnTo>
                    <a:pt x="80" y="23"/>
                  </a:lnTo>
                  <a:lnTo>
                    <a:pt x="45" y="11"/>
                  </a:lnTo>
                  <a:lnTo>
                    <a:pt x="11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97" name=""/>
            <p:cNvSpPr/>
            <p:nvPr/>
          </p:nvSpPr>
          <p:spPr>
            <a:xfrm rot="0">
              <a:off x="1862" y="2833"/>
              <a:ext cx="12" cy="4"/>
            </a:xfrm>
            <a:custGeom>
              <a:avLst/>
              <a:ahLst/>
              <a:rect l="0" t="0" r="r" b="b"/>
              <a:pathLst>
                <a:path w="36" h="12">
                  <a:moveTo>
                    <a:pt x="0" y="0"/>
                  </a:moveTo>
                  <a:lnTo>
                    <a:pt x="35" y="12"/>
                  </a:lnTo>
                  <a:lnTo>
                    <a:pt x="36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298" name=""/>
            <p:cNvSpPr/>
            <p:nvPr/>
          </p:nvSpPr>
          <p:spPr>
            <a:xfrm rot="0" flipV="1">
              <a:off x="1873" y="2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299" name=""/>
            <p:cNvSpPr/>
            <p:nvPr/>
          </p:nvSpPr>
          <p:spPr>
            <a:xfrm rot="0">
              <a:off x="1850" y="2818"/>
              <a:ext cx="27" cy="18"/>
            </a:xfrm>
            <a:custGeom>
              <a:avLst/>
              <a:ahLst/>
              <a:rect l="0" t="0" r="r" b="b"/>
              <a:pathLst>
                <a:path w="80" h="53">
                  <a:moveTo>
                    <a:pt x="0" y="36"/>
                  </a:moveTo>
                  <a:lnTo>
                    <a:pt x="35" y="44"/>
                  </a:lnTo>
                  <a:lnTo>
                    <a:pt x="71" y="53"/>
                  </a:lnTo>
                  <a:lnTo>
                    <a:pt x="80" y="17"/>
                  </a:lnTo>
                  <a:lnTo>
                    <a:pt x="44" y="9"/>
                  </a:lnTo>
                  <a:lnTo>
                    <a:pt x="8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00" name=""/>
            <p:cNvSpPr/>
            <p:nvPr/>
          </p:nvSpPr>
          <p:spPr>
            <a:xfrm rot="0">
              <a:off x="1850" y="2818"/>
              <a:ext cx="27" cy="18"/>
            </a:xfrm>
            <a:custGeom>
              <a:avLst/>
              <a:ahLst/>
              <a:rect l="0" t="0" r="r" b="b"/>
              <a:pathLst>
                <a:path w="80" h="53">
                  <a:moveTo>
                    <a:pt x="0" y="36"/>
                  </a:moveTo>
                  <a:lnTo>
                    <a:pt x="35" y="44"/>
                  </a:lnTo>
                  <a:lnTo>
                    <a:pt x="71" y="53"/>
                  </a:lnTo>
                  <a:lnTo>
                    <a:pt x="80" y="17"/>
                  </a:lnTo>
                  <a:lnTo>
                    <a:pt x="44" y="9"/>
                  </a:lnTo>
                  <a:lnTo>
                    <a:pt x="8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01" name=""/>
            <p:cNvSpPr/>
            <p:nvPr/>
          </p:nvSpPr>
          <p:spPr>
            <a:xfrm rot="0">
              <a:off x="1865" y="2821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0" y="0"/>
                  </a:moveTo>
                  <a:lnTo>
                    <a:pt x="36" y="8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02" name=""/>
            <p:cNvSpPr/>
            <p:nvPr/>
          </p:nvSpPr>
          <p:spPr>
            <a:xfrm rot="0" flipV="1">
              <a:off x="1877" y="2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03" name=""/>
            <p:cNvSpPr/>
            <p:nvPr/>
          </p:nvSpPr>
          <p:spPr>
            <a:xfrm rot="0">
              <a:off x="1853" y="2806"/>
              <a:ext cx="26" cy="17"/>
            </a:xfrm>
            <a:custGeom>
              <a:avLst/>
              <a:ahLst/>
              <a:rect l="0" t="0" r="r" b="b"/>
              <a:pathLst>
                <a:path w="79" h="51">
                  <a:moveTo>
                    <a:pt x="0" y="37"/>
                  </a:moveTo>
                  <a:lnTo>
                    <a:pt x="36" y="44"/>
                  </a:lnTo>
                  <a:lnTo>
                    <a:pt x="72" y="51"/>
                  </a:lnTo>
                  <a:lnTo>
                    <a:pt x="79" y="14"/>
                  </a:lnTo>
                  <a:lnTo>
                    <a:pt x="43" y="7"/>
                  </a:lnTo>
                  <a:lnTo>
                    <a:pt x="7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04" name=""/>
            <p:cNvSpPr/>
            <p:nvPr/>
          </p:nvSpPr>
          <p:spPr>
            <a:xfrm rot="0">
              <a:off x="1853" y="2806"/>
              <a:ext cx="26" cy="17"/>
            </a:xfrm>
            <a:custGeom>
              <a:avLst/>
              <a:ahLst/>
              <a:rect l="0" t="0" r="r" b="b"/>
              <a:pathLst>
                <a:path w="79" h="51">
                  <a:moveTo>
                    <a:pt x="0" y="37"/>
                  </a:moveTo>
                  <a:lnTo>
                    <a:pt x="36" y="44"/>
                  </a:lnTo>
                  <a:lnTo>
                    <a:pt x="72" y="51"/>
                  </a:lnTo>
                  <a:lnTo>
                    <a:pt x="79" y="14"/>
                  </a:lnTo>
                  <a:lnTo>
                    <a:pt x="43" y="7"/>
                  </a:lnTo>
                  <a:lnTo>
                    <a:pt x="7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05" name=""/>
            <p:cNvSpPr/>
            <p:nvPr/>
          </p:nvSpPr>
          <p:spPr>
            <a:xfrm rot="0">
              <a:off x="1867" y="2809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0"/>
                  </a:moveTo>
                  <a:lnTo>
                    <a:pt x="36" y="7"/>
                  </a:lnTo>
                  <a:lnTo>
                    <a:pt x="36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06" name=""/>
            <p:cNvSpPr/>
            <p:nvPr/>
          </p:nvSpPr>
          <p:spPr>
            <a:xfrm rot="0" flipV="1">
              <a:off x="1879" y="2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07" name=""/>
            <p:cNvSpPr/>
            <p:nvPr/>
          </p:nvSpPr>
          <p:spPr>
            <a:xfrm rot="0">
              <a:off x="1855" y="2795"/>
              <a:ext cx="25" cy="15"/>
            </a:xfrm>
            <a:custGeom>
              <a:avLst/>
              <a:ahLst/>
              <a:rect l="0" t="0" r="r" b="b"/>
              <a:pathLst>
                <a:path w="76" h="46">
                  <a:moveTo>
                    <a:pt x="0" y="37"/>
                  </a:moveTo>
                  <a:lnTo>
                    <a:pt x="36" y="42"/>
                  </a:lnTo>
                  <a:lnTo>
                    <a:pt x="72" y="46"/>
                  </a:lnTo>
                  <a:lnTo>
                    <a:pt x="76" y="9"/>
                  </a:lnTo>
                  <a:lnTo>
                    <a:pt x="40" y="5"/>
                  </a:lnTo>
                  <a:lnTo>
                    <a:pt x="5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08" name=""/>
            <p:cNvSpPr/>
            <p:nvPr/>
          </p:nvSpPr>
          <p:spPr>
            <a:xfrm rot="0">
              <a:off x="1855" y="2795"/>
              <a:ext cx="25" cy="15"/>
            </a:xfrm>
            <a:custGeom>
              <a:avLst/>
              <a:ahLst/>
              <a:rect l="0" t="0" r="r" b="b"/>
              <a:pathLst>
                <a:path w="76" h="46">
                  <a:moveTo>
                    <a:pt x="0" y="37"/>
                  </a:moveTo>
                  <a:lnTo>
                    <a:pt x="36" y="42"/>
                  </a:lnTo>
                  <a:lnTo>
                    <a:pt x="72" y="46"/>
                  </a:lnTo>
                  <a:lnTo>
                    <a:pt x="76" y="9"/>
                  </a:lnTo>
                  <a:lnTo>
                    <a:pt x="40" y="5"/>
                  </a:lnTo>
                  <a:lnTo>
                    <a:pt x="5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09" name=""/>
            <p:cNvSpPr/>
            <p:nvPr/>
          </p:nvSpPr>
          <p:spPr>
            <a:xfrm rot="0">
              <a:off x="1868" y="2796"/>
              <a:ext cx="12" cy="2"/>
            </a:xfrm>
            <a:custGeom>
              <a:avLst/>
              <a:ahLst/>
              <a:rect l="0" t="0" r="r" b="b"/>
              <a:pathLst>
                <a:path w="36" h="4">
                  <a:moveTo>
                    <a:pt x="0" y="0"/>
                  </a:moveTo>
                  <a:lnTo>
                    <a:pt x="36" y="4"/>
                  </a:lnTo>
                  <a:lnTo>
                    <a:pt x="3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10" name=""/>
            <p:cNvSpPr/>
            <p:nvPr/>
          </p:nvSpPr>
          <p:spPr>
            <a:xfrm rot="0" flipV="1">
              <a:off x="1880" y="2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11" name=""/>
            <p:cNvSpPr/>
            <p:nvPr/>
          </p:nvSpPr>
          <p:spPr>
            <a:xfrm rot="0">
              <a:off x="1857" y="2782"/>
              <a:ext cx="24" cy="15"/>
            </a:xfrm>
            <a:custGeom>
              <a:avLst/>
              <a:ahLst/>
              <a:rect l="0" t="0" r="r" b="b"/>
              <a:pathLst>
                <a:path w="74" h="45">
                  <a:moveTo>
                    <a:pt x="0" y="39"/>
                  </a:moveTo>
                  <a:lnTo>
                    <a:pt x="35" y="42"/>
                  </a:lnTo>
                  <a:lnTo>
                    <a:pt x="71" y="45"/>
                  </a:lnTo>
                  <a:lnTo>
                    <a:pt x="74" y="6"/>
                  </a:lnTo>
                  <a:lnTo>
                    <a:pt x="38" y="3"/>
                  </a:lnTo>
                  <a:lnTo>
                    <a:pt x="3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12" name=""/>
            <p:cNvSpPr/>
            <p:nvPr/>
          </p:nvSpPr>
          <p:spPr>
            <a:xfrm rot="0">
              <a:off x="1857" y="2782"/>
              <a:ext cx="24" cy="15"/>
            </a:xfrm>
            <a:custGeom>
              <a:avLst/>
              <a:ahLst/>
              <a:rect l="0" t="0" r="r" b="b"/>
              <a:pathLst>
                <a:path w="74" h="45">
                  <a:moveTo>
                    <a:pt x="0" y="39"/>
                  </a:moveTo>
                  <a:lnTo>
                    <a:pt x="35" y="42"/>
                  </a:lnTo>
                  <a:lnTo>
                    <a:pt x="71" y="45"/>
                  </a:lnTo>
                  <a:lnTo>
                    <a:pt x="74" y="6"/>
                  </a:lnTo>
                  <a:lnTo>
                    <a:pt x="38" y="3"/>
                  </a:lnTo>
                  <a:lnTo>
                    <a:pt x="3" y="0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13" name=""/>
            <p:cNvSpPr/>
            <p:nvPr/>
          </p:nvSpPr>
          <p:spPr>
            <a:xfrm rot="0">
              <a:off x="1869" y="2783"/>
              <a:ext cx="13" cy="1"/>
            </a:xfrm>
            <a:custGeom>
              <a:avLst/>
              <a:ahLst/>
              <a:rect l="0" t="0" r="r" b="b"/>
              <a:pathLst>
                <a:path w="37" h="3">
                  <a:moveTo>
                    <a:pt x="0" y="0"/>
                  </a:moveTo>
                  <a:lnTo>
                    <a:pt x="36" y="3"/>
                  </a:lnTo>
                  <a:lnTo>
                    <a:pt x="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14" name=""/>
            <p:cNvSpPr/>
            <p:nvPr/>
          </p:nvSpPr>
          <p:spPr>
            <a:xfrm rot="0" flipV="1">
              <a:off x="1881" y="27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15" name=""/>
            <p:cNvSpPr/>
            <p:nvPr/>
          </p:nvSpPr>
          <p:spPr>
            <a:xfrm rot="0">
              <a:off x="1858" y="2771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35" y="37"/>
                  </a:lnTo>
                  <a:lnTo>
                    <a:pt x="72" y="37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09" name=""/>
          <p:cNvGrpSpPr/>
          <p:nvPr/>
        </p:nvGrpSpPr>
        <p:grpSpPr>
          <a:xfrm rot="0">
            <a:off x="2241550" y="4014787"/>
            <a:ext cx="746125" cy="403225"/>
            <a:chOff x="1412" y="2529"/>
            <a:chExt cx="470" cy="254"/>
          </a:xfrm>
        </p:grpSpPr>
        <p:sp>
          <p:nvSpPr>
            <p:cNvPr id="1072316" name=""/>
            <p:cNvSpPr/>
            <p:nvPr/>
          </p:nvSpPr>
          <p:spPr>
            <a:xfrm rot="0">
              <a:off x="1858" y="2771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35" y="37"/>
                  </a:lnTo>
                  <a:lnTo>
                    <a:pt x="72" y="37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17" name=""/>
            <p:cNvSpPr/>
            <p:nvPr/>
          </p:nvSpPr>
          <p:spPr>
            <a:xfrm rot="0">
              <a:off x="1869" y="2771"/>
              <a:ext cx="13" cy="1"/>
            </a:xfrm>
            <a:custGeom>
              <a:avLst/>
              <a:ahLst/>
              <a:rect l="0" t="0" r="r" b="b"/>
              <a:pathLst>
                <a:path w="37" h="1">
                  <a:moveTo>
                    <a:pt x="0" y="1"/>
                  </a:moveTo>
                  <a:lnTo>
                    <a:pt x="37" y="1"/>
                  </a:lnTo>
                  <a:lnTo>
                    <a:pt x="3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18" name=""/>
            <p:cNvSpPr/>
            <p:nvPr/>
          </p:nvSpPr>
          <p:spPr>
            <a:xfrm rot="0" flipH="1" flipV="1">
              <a:off x="1881" y="27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19" name=""/>
            <p:cNvSpPr/>
            <p:nvPr/>
          </p:nvSpPr>
          <p:spPr>
            <a:xfrm rot="0">
              <a:off x="1857" y="2758"/>
              <a:ext cx="24" cy="14"/>
            </a:xfrm>
            <a:custGeom>
              <a:avLst/>
              <a:ahLst/>
              <a:rect l="0" t="0" r="r" b="b"/>
              <a:pathLst>
                <a:path w="73" h="40">
                  <a:moveTo>
                    <a:pt x="2" y="40"/>
                  </a:moveTo>
                  <a:lnTo>
                    <a:pt x="37" y="38"/>
                  </a:lnTo>
                  <a:lnTo>
                    <a:pt x="73" y="37"/>
                  </a:lnTo>
                  <a:lnTo>
                    <a:pt x="71" y="0"/>
                  </a:lnTo>
                  <a:lnTo>
                    <a:pt x="36" y="1"/>
                  </a:lnTo>
                  <a:lnTo>
                    <a:pt x="0" y="3"/>
                  </a:lnTo>
                  <a:lnTo>
                    <a:pt x="2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20" name=""/>
            <p:cNvSpPr/>
            <p:nvPr/>
          </p:nvSpPr>
          <p:spPr>
            <a:xfrm rot="0">
              <a:off x="1857" y="2758"/>
              <a:ext cx="24" cy="14"/>
            </a:xfrm>
            <a:custGeom>
              <a:avLst/>
              <a:ahLst/>
              <a:rect l="0" t="0" r="r" b="b"/>
              <a:pathLst>
                <a:path w="73" h="40">
                  <a:moveTo>
                    <a:pt x="2" y="40"/>
                  </a:moveTo>
                  <a:lnTo>
                    <a:pt x="37" y="38"/>
                  </a:lnTo>
                  <a:lnTo>
                    <a:pt x="73" y="37"/>
                  </a:lnTo>
                  <a:lnTo>
                    <a:pt x="71" y="0"/>
                  </a:lnTo>
                  <a:lnTo>
                    <a:pt x="36" y="1"/>
                  </a:lnTo>
                  <a:lnTo>
                    <a:pt x="0" y="3"/>
                  </a:lnTo>
                  <a:lnTo>
                    <a:pt x="2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21" name=""/>
            <p:cNvSpPr/>
            <p:nvPr/>
          </p:nvSpPr>
          <p:spPr>
            <a:xfrm rot="0">
              <a:off x="1869" y="2758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0" y="3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22" name=""/>
            <p:cNvSpPr/>
            <p:nvPr/>
          </p:nvSpPr>
          <p:spPr>
            <a:xfrm rot="0" flipV="1">
              <a:off x="1881" y="27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23" name=""/>
            <p:cNvSpPr/>
            <p:nvPr/>
          </p:nvSpPr>
          <p:spPr>
            <a:xfrm rot="0">
              <a:off x="1856" y="2745"/>
              <a:ext cx="25" cy="15"/>
            </a:xfrm>
            <a:custGeom>
              <a:avLst/>
              <a:ahLst/>
              <a:rect l="0" t="0" r="r" b="b"/>
              <a:pathLst>
                <a:path w="74" h="43">
                  <a:moveTo>
                    <a:pt x="3" y="43"/>
                  </a:moveTo>
                  <a:lnTo>
                    <a:pt x="39" y="40"/>
                  </a:lnTo>
                  <a:lnTo>
                    <a:pt x="74" y="37"/>
                  </a:lnTo>
                  <a:lnTo>
                    <a:pt x="71" y="0"/>
                  </a:lnTo>
                  <a:lnTo>
                    <a:pt x="36" y="3"/>
                  </a:lnTo>
                  <a:lnTo>
                    <a:pt x="0" y="6"/>
                  </a:lnTo>
                  <a:lnTo>
                    <a:pt x="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24" name=""/>
            <p:cNvSpPr/>
            <p:nvPr/>
          </p:nvSpPr>
          <p:spPr>
            <a:xfrm rot="0">
              <a:off x="1856" y="2745"/>
              <a:ext cx="25" cy="15"/>
            </a:xfrm>
            <a:custGeom>
              <a:avLst/>
              <a:ahLst/>
              <a:rect l="0" t="0" r="r" b="b"/>
              <a:pathLst>
                <a:path w="74" h="43">
                  <a:moveTo>
                    <a:pt x="3" y="43"/>
                  </a:moveTo>
                  <a:lnTo>
                    <a:pt x="39" y="40"/>
                  </a:lnTo>
                  <a:lnTo>
                    <a:pt x="74" y="37"/>
                  </a:lnTo>
                  <a:lnTo>
                    <a:pt x="71" y="0"/>
                  </a:lnTo>
                  <a:lnTo>
                    <a:pt x="36" y="3"/>
                  </a:lnTo>
                  <a:lnTo>
                    <a:pt x="0" y="6"/>
                  </a:lnTo>
                  <a:lnTo>
                    <a:pt x="3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25" name=""/>
            <p:cNvSpPr/>
            <p:nvPr/>
          </p:nvSpPr>
          <p:spPr>
            <a:xfrm rot="0">
              <a:off x="1868" y="2745"/>
              <a:ext cx="12" cy="1"/>
            </a:xfrm>
            <a:custGeom>
              <a:avLst/>
              <a:ahLst/>
              <a:rect l="0" t="0" r="r" b="b"/>
              <a:pathLst>
                <a:path w="35" h="5">
                  <a:moveTo>
                    <a:pt x="0" y="5"/>
                  </a:moveTo>
                  <a:lnTo>
                    <a:pt x="35" y="2"/>
                  </a:lnTo>
                  <a:lnTo>
                    <a:pt x="35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26" name=""/>
            <p:cNvSpPr/>
            <p:nvPr/>
          </p:nvSpPr>
          <p:spPr>
            <a:xfrm rot="0" flipV="1">
              <a:off x="1880" y="2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27" name=""/>
            <p:cNvSpPr/>
            <p:nvPr/>
          </p:nvSpPr>
          <p:spPr>
            <a:xfrm rot="0">
              <a:off x="1854" y="2732"/>
              <a:ext cx="26" cy="16"/>
            </a:xfrm>
            <a:custGeom>
              <a:avLst/>
              <a:ahLst/>
              <a:rect l="0" t="0" r="r" b="b"/>
              <a:pathLst>
                <a:path w="76" h="48">
                  <a:moveTo>
                    <a:pt x="5" y="48"/>
                  </a:moveTo>
                  <a:lnTo>
                    <a:pt x="41" y="42"/>
                  </a:lnTo>
                  <a:lnTo>
                    <a:pt x="76" y="37"/>
                  </a:lnTo>
                  <a:lnTo>
                    <a:pt x="71" y="0"/>
                  </a:lnTo>
                  <a:lnTo>
                    <a:pt x="35" y="5"/>
                  </a:lnTo>
                  <a:lnTo>
                    <a:pt x="0" y="11"/>
                  </a:lnTo>
                  <a:lnTo>
                    <a:pt x="5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28" name=""/>
            <p:cNvSpPr/>
            <p:nvPr/>
          </p:nvSpPr>
          <p:spPr>
            <a:xfrm rot="0">
              <a:off x="1854" y="2732"/>
              <a:ext cx="26" cy="16"/>
            </a:xfrm>
            <a:custGeom>
              <a:avLst/>
              <a:ahLst/>
              <a:rect l="0" t="0" r="r" b="b"/>
              <a:pathLst>
                <a:path w="76" h="48">
                  <a:moveTo>
                    <a:pt x="5" y="48"/>
                  </a:moveTo>
                  <a:lnTo>
                    <a:pt x="41" y="42"/>
                  </a:lnTo>
                  <a:lnTo>
                    <a:pt x="76" y="37"/>
                  </a:lnTo>
                  <a:lnTo>
                    <a:pt x="71" y="0"/>
                  </a:lnTo>
                  <a:lnTo>
                    <a:pt x="35" y="5"/>
                  </a:lnTo>
                  <a:lnTo>
                    <a:pt x="0" y="11"/>
                  </a:lnTo>
                  <a:lnTo>
                    <a:pt x="5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29" name=""/>
            <p:cNvSpPr/>
            <p:nvPr/>
          </p:nvSpPr>
          <p:spPr>
            <a:xfrm rot="0">
              <a:off x="1866" y="2732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7"/>
                  </a:moveTo>
                  <a:lnTo>
                    <a:pt x="36" y="2"/>
                  </a:lnTo>
                  <a:lnTo>
                    <a:pt x="36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30" name=""/>
            <p:cNvSpPr/>
            <p:nvPr/>
          </p:nvSpPr>
          <p:spPr>
            <a:xfrm rot="0" flipV="1">
              <a:off x="1878" y="2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31" name=""/>
            <p:cNvSpPr/>
            <p:nvPr/>
          </p:nvSpPr>
          <p:spPr>
            <a:xfrm rot="0">
              <a:off x="1852" y="2719"/>
              <a:ext cx="26" cy="17"/>
            </a:xfrm>
            <a:custGeom>
              <a:avLst/>
              <a:ahLst/>
              <a:rect l="0" t="0" r="r" b="b"/>
              <a:pathLst>
                <a:path w="79" h="51">
                  <a:moveTo>
                    <a:pt x="8" y="51"/>
                  </a:moveTo>
                  <a:lnTo>
                    <a:pt x="43" y="44"/>
                  </a:lnTo>
                  <a:lnTo>
                    <a:pt x="79" y="37"/>
                  </a:lnTo>
                  <a:lnTo>
                    <a:pt x="72" y="0"/>
                  </a:lnTo>
                  <a:lnTo>
                    <a:pt x="36" y="7"/>
                  </a:lnTo>
                  <a:lnTo>
                    <a:pt x="0" y="14"/>
                  </a:lnTo>
                  <a:lnTo>
                    <a:pt x="8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32" name=""/>
            <p:cNvSpPr/>
            <p:nvPr/>
          </p:nvSpPr>
          <p:spPr>
            <a:xfrm rot="0">
              <a:off x="1852" y="2719"/>
              <a:ext cx="26" cy="17"/>
            </a:xfrm>
            <a:custGeom>
              <a:avLst/>
              <a:ahLst/>
              <a:rect l="0" t="0" r="r" b="b"/>
              <a:pathLst>
                <a:path w="79" h="51">
                  <a:moveTo>
                    <a:pt x="8" y="51"/>
                  </a:moveTo>
                  <a:lnTo>
                    <a:pt x="43" y="44"/>
                  </a:lnTo>
                  <a:lnTo>
                    <a:pt x="79" y="37"/>
                  </a:lnTo>
                  <a:lnTo>
                    <a:pt x="72" y="0"/>
                  </a:lnTo>
                  <a:lnTo>
                    <a:pt x="36" y="7"/>
                  </a:lnTo>
                  <a:lnTo>
                    <a:pt x="0" y="14"/>
                  </a:lnTo>
                  <a:lnTo>
                    <a:pt x="8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33" name=""/>
            <p:cNvSpPr/>
            <p:nvPr/>
          </p:nvSpPr>
          <p:spPr>
            <a:xfrm rot="0">
              <a:off x="1864" y="2719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0" y="8"/>
                  </a:moveTo>
                  <a:lnTo>
                    <a:pt x="36" y="1"/>
                  </a:lnTo>
                  <a:lnTo>
                    <a:pt x="36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34" name=""/>
            <p:cNvSpPr/>
            <p:nvPr/>
          </p:nvSpPr>
          <p:spPr>
            <a:xfrm rot="0" flipV="1">
              <a:off x="1876" y="2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35" name=""/>
            <p:cNvSpPr/>
            <p:nvPr/>
          </p:nvSpPr>
          <p:spPr>
            <a:xfrm rot="0">
              <a:off x="1849" y="2707"/>
              <a:ext cx="27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8" y="54"/>
                  </a:moveTo>
                  <a:lnTo>
                    <a:pt x="44" y="45"/>
                  </a:lnTo>
                  <a:lnTo>
                    <a:pt x="80" y="37"/>
                  </a:lnTo>
                  <a:lnTo>
                    <a:pt x="71" y="0"/>
                  </a:lnTo>
                  <a:lnTo>
                    <a:pt x="36" y="8"/>
                  </a:lnTo>
                  <a:lnTo>
                    <a:pt x="0" y="17"/>
                  </a:lnTo>
                  <a:lnTo>
                    <a:pt x="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36" name=""/>
            <p:cNvSpPr/>
            <p:nvPr/>
          </p:nvSpPr>
          <p:spPr>
            <a:xfrm rot="0">
              <a:off x="1849" y="2707"/>
              <a:ext cx="27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8" y="54"/>
                  </a:moveTo>
                  <a:lnTo>
                    <a:pt x="44" y="45"/>
                  </a:lnTo>
                  <a:lnTo>
                    <a:pt x="80" y="37"/>
                  </a:lnTo>
                  <a:lnTo>
                    <a:pt x="71" y="0"/>
                  </a:lnTo>
                  <a:lnTo>
                    <a:pt x="36" y="8"/>
                  </a:lnTo>
                  <a:lnTo>
                    <a:pt x="0" y="17"/>
                  </a:lnTo>
                  <a:lnTo>
                    <a:pt x="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37" name=""/>
            <p:cNvSpPr/>
            <p:nvPr/>
          </p:nvSpPr>
          <p:spPr>
            <a:xfrm rot="0">
              <a:off x="1861" y="2706"/>
              <a:ext cx="12" cy="3"/>
            </a:xfrm>
            <a:custGeom>
              <a:avLst/>
              <a:ahLst/>
              <a:rect l="0" t="0" r="r" b="b"/>
              <a:pathLst>
                <a:path w="35" h="11">
                  <a:moveTo>
                    <a:pt x="0" y="11"/>
                  </a:moveTo>
                  <a:lnTo>
                    <a:pt x="35" y="3"/>
                  </a:lnTo>
                  <a:lnTo>
                    <a:pt x="3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38" name=""/>
            <p:cNvSpPr/>
            <p:nvPr/>
          </p:nvSpPr>
          <p:spPr>
            <a:xfrm rot="0" flipH="1" flipV="1">
              <a:off x="1872" y="2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39" name=""/>
            <p:cNvSpPr/>
            <p:nvPr/>
          </p:nvSpPr>
          <p:spPr>
            <a:xfrm rot="0">
              <a:off x="1846" y="2694"/>
              <a:ext cx="26" cy="19"/>
            </a:xfrm>
            <a:custGeom>
              <a:avLst/>
              <a:ahLst/>
              <a:rect l="0" t="0" r="r" b="b"/>
              <a:pathLst>
                <a:path w="80" h="59">
                  <a:moveTo>
                    <a:pt x="11" y="59"/>
                  </a:moveTo>
                  <a:lnTo>
                    <a:pt x="46" y="47"/>
                  </a:lnTo>
                  <a:lnTo>
                    <a:pt x="80" y="36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3"/>
                  </a:lnTo>
                  <a:lnTo>
                    <a:pt x="11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40" name=""/>
            <p:cNvSpPr/>
            <p:nvPr/>
          </p:nvSpPr>
          <p:spPr>
            <a:xfrm rot="0">
              <a:off x="1846" y="2694"/>
              <a:ext cx="26" cy="19"/>
            </a:xfrm>
            <a:custGeom>
              <a:avLst/>
              <a:ahLst/>
              <a:rect l="0" t="0" r="r" b="b"/>
              <a:pathLst>
                <a:path w="80" h="59">
                  <a:moveTo>
                    <a:pt x="11" y="59"/>
                  </a:moveTo>
                  <a:lnTo>
                    <a:pt x="46" y="47"/>
                  </a:lnTo>
                  <a:lnTo>
                    <a:pt x="80" y="36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3"/>
                  </a:lnTo>
                  <a:lnTo>
                    <a:pt x="11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41" name=""/>
            <p:cNvSpPr/>
            <p:nvPr/>
          </p:nvSpPr>
          <p:spPr>
            <a:xfrm rot="0">
              <a:off x="1857" y="2693"/>
              <a:ext cx="11" cy="5"/>
            </a:xfrm>
            <a:custGeom>
              <a:avLst/>
              <a:ahLst/>
              <a:rect l="0" t="0" r="r" b="b"/>
              <a:pathLst>
                <a:path w="34" h="13">
                  <a:moveTo>
                    <a:pt x="0" y="13"/>
                  </a:moveTo>
                  <a:lnTo>
                    <a:pt x="34" y="1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42" name=""/>
            <p:cNvSpPr/>
            <p:nvPr/>
          </p:nvSpPr>
          <p:spPr>
            <a:xfrm rot="0" flipV="1">
              <a:off x="1868" y="2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43" name=""/>
            <p:cNvSpPr/>
            <p:nvPr/>
          </p:nvSpPr>
          <p:spPr>
            <a:xfrm rot="0">
              <a:off x="1841" y="2682"/>
              <a:ext cx="27" cy="20"/>
            </a:xfrm>
            <a:custGeom>
              <a:avLst/>
              <a:ahLst/>
              <a:rect l="0" t="0" r="r" b="b"/>
              <a:pathLst>
                <a:path w="81" h="59">
                  <a:moveTo>
                    <a:pt x="13" y="59"/>
                  </a:moveTo>
                  <a:lnTo>
                    <a:pt x="47" y="47"/>
                  </a:lnTo>
                  <a:lnTo>
                    <a:pt x="81" y="34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5"/>
                  </a:lnTo>
                  <a:lnTo>
                    <a:pt x="1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44" name=""/>
            <p:cNvSpPr/>
            <p:nvPr/>
          </p:nvSpPr>
          <p:spPr>
            <a:xfrm rot="0">
              <a:off x="1841" y="2682"/>
              <a:ext cx="27" cy="20"/>
            </a:xfrm>
            <a:custGeom>
              <a:avLst/>
              <a:ahLst/>
              <a:rect l="0" t="0" r="r" b="b"/>
              <a:pathLst>
                <a:path w="81" h="59">
                  <a:moveTo>
                    <a:pt x="13" y="59"/>
                  </a:moveTo>
                  <a:lnTo>
                    <a:pt x="47" y="47"/>
                  </a:lnTo>
                  <a:lnTo>
                    <a:pt x="81" y="34"/>
                  </a:lnTo>
                  <a:lnTo>
                    <a:pt x="68" y="0"/>
                  </a:lnTo>
                  <a:lnTo>
                    <a:pt x="34" y="12"/>
                  </a:lnTo>
                  <a:lnTo>
                    <a:pt x="0" y="25"/>
                  </a:lnTo>
                  <a:lnTo>
                    <a:pt x="1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45" name=""/>
            <p:cNvSpPr/>
            <p:nvPr/>
          </p:nvSpPr>
          <p:spPr>
            <a:xfrm rot="0">
              <a:off x="1853" y="2681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0" y="15"/>
                  </a:moveTo>
                  <a:lnTo>
                    <a:pt x="34" y="3"/>
                  </a:lnTo>
                  <a:lnTo>
                    <a:pt x="33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46" name=""/>
            <p:cNvSpPr/>
            <p:nvPr/>
          </p:nvSpPr>
          <p:spPr>
            <a:xfrm rot="0" flipH="1" flipV="1">
              <a:off x="1864" y="2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47" name=""/>
            <p:cNvSpPr/>
            <p:nvPr/>
          </p:nvSpPr>
          <p:spPr>
            <a:xfrm rot="0">
              <a:off x="1837" y="2670"/>
              <a:ext cx="27" cy="21"/>
            </a:xfrm>
            <a:custGeom>
              <a:avLst/>
              <a:ahLst/>
              <a:rect l="0" t="0" r="r" b="b"/>
              <a:pathLst>
                <a:path w="81" h="65">
                  <a:moveTo>
                    <a:pt x="16" y="65"/>
                  </a:moveTo>
                  <a:lnTo>
                    <a:pt x="48" y="49"/>
                  </a:lnTo>
                  <a:lnTo>
                    <a:pt x="81" y="34"/>
                  </a:lnTo>
                  <a:lnTo>
                    <a:pt x="65" y="0"/>
                  </a:lnTo>
                  <a:lnTo>
                    <a:pt x="33" y="15"/>
                  </a:lnTo>
                  <a:lnTo>
                    <a:pt x="0" y="31"/>
                  </a:lnTo>
                  <a:lnTo>
                    <a:pt x="16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48" name=""/>
            <p:cNvSpPr/>
            <p:nvPr/>
          </p:nvSpPr>
          <p:spPr>
            <a:xfrm rot="0">
              <a:off x="1837" y="2670"/>
              <a:ext cx="27" cy="21"/>
            </a:xfrm>
            <a:custGeom>
              <a:avLst/>
              <a:ahLst/>
              <a:rect l="0" t="0" r="r" b="b"/>
              <a:pathLst>
                <a:path w="81" h="65">
                  <a:moveTo>
                    <a:pt x="16" y="65"/>
                  </a:moveTo>
                  <a:lnTo>
                    <a:pt x="48" y="49"/>
                  </a:lnTo>
                  <a:lnTo>
                    <a:pt x="81" y="34"/>
                  </a:lnTo>
                  <a:lnTo>
                    <a:pt x="65" y="0"/>
                  </a:lnTo>
                  <a:lnTo>
                    <a:pt x="33" y="15"/>
                  </a:lnTo>
                  <a:lnTo>
                    <a:pt x="0" y="31"/>
                  </a:lnTo>
                  <a:lnTo>
                    <a:pt x="16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49" name=""/>
            <p:cNvSpPr/>
            <p:nvPr/>
          </p:nvSpPr>
          <p:spPr>
            <a:xfrm rot="0">
              <a:off x="1848" y="2670"/>
              <a:ext cx="10" cy="5"/>
            </a:xfrm>
            <a:custGeom>
              <a:avLst/>
              <a:ahLst/>
              <a:rect l="0" t="0" r="r" b="b"/>
              <a:pathLst>
                <a:path w="32" h="15">
                  <a:moveTo>
                    <a:pt x="0" y="15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50" name=""/>
            <p:cNvSpPr/>
            <p:nvPr/>
          </p:nvSpPr>
          <p:spPr>
            <a:xfrm rot="0">
              <a:off x="1858" y="26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51" name=""/>
            <p:cNvSpPr/>
            <p:nvPr/>
          </p:nvSpPr>
          <p:spPr>
            <a:xfrm rot="0">
              <a:off x="1831" y="2658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17" y="66"/>
                  </a:moveTo>
                  <a:lnTo>
                    <a:pt x="50" y="50"/>
                  </a:lnTo>
                  <a:lnTo>
                    <a:pt x="82" y="35"/>
                  </a:lnTo>
                  <a:lnTo>
                    <a:pt x="65" y="0"/>
                  </a:lnTo>
                  <a:lnTo>
                    <a:pt x="33" y="16"/>
                  </a:lnTo>
                  <a:lnTo>
                    <a:pt x="0" y="32"/>
                  </a:lnTo>
                  <a:lnTo>
                    <a:pt x="1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52" name=""/>
            <p:cNvSpPr/>
            <p:nvPr/>
          </p:nvSpPr>
          <p:spPr>
            <a:xfrm rot="0">
              <a:off x="1831" y="2658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17" y="66"/>
                  </a:moveTo>
                  <a:lnTo>
                    <a:pt x="50" y="50"/>
                  </a:lnTo>
                  <a:lnTo>
                    <a:pt x="82" y="35"/>
                  </a:lnTo>
                  <a:lnTo>
                    <a:pt x="65" y="0"/>
                  </a:lnTo>
                  <a:lnTo>
                    <a:pt x="33" y="16"/>
                  </a:lnTo>
                  <a:lnTo>
                    <a:pt x="0" y="32"/>
                  </a:lnTo>
                  <a:lnTo>
                    <a:pt x="1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53" name=""/>
            <p:cNvSpPr/>
            <p:nvPr/>
          </p:nvSpPr>
          <p:spPr>
            <a:xfrm rot="0">
              <a:off x="1842" y="2657"/>
              <a:ext cx="11" cy="6"/>
            </a:xfrm>
            <a:custGeom>
              <a:avLst/>
              <a:ahLst/>
              <a:rect l="0" t="0" r="r" b="b"/>
              <a:pathLst>
                <a:path w="32" h="18">
                  <a:moveTo>
                    <a:pt x="0" y="18"/>
                  </a:moveTo>
                  <a:lnTo>
                    <a:pt x="32" y="2"/>
                  </a:lnTo>
                  <a:lnTo>
                    <a:pt x="31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54" name=""/>
            <p:cNvSpPr/>
            <p:nvPr/>
          </p:nvSpPr>
          <p:spPr>
            <a:xfrm rot="0" flipH="1" flipV="1">
              <a:off x="1852" y="2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55" name=""/>
            <p:cNvSpPr/>
            <p:nvPr/>
          </p:nvSpPr>
          <p:spPr>
            <a:xfrm rot="0">
              <a:off x="1825" y="2646"/>
              <a:ext cx="27" cy="24"/>
            </a:xfrm>
            <a:custGeom>
              <a:avLst/>
              <a:ahLst/>
              <a:rect l="0" t="0" r="r" b="b"/>
              <a:pathLst>
                <a:path w="81" h="70">
                  <a:moveTo>
                    <a:pt x="18" y="70"/>
                  </a:moveTo>
                  <a:lnTo>
                    <a:pt x="50" y="51"/>
                  </a:lnTo>
                  <a:lnTo>
                    <a:pt x="81" y="33"/>
                  </a:lnTo>
                  <a:lnTo>
                    <a:pt x="62" y="0"/>
                  </a:lnTo>
                  <a:lnTo>
                    <a:pt x="31" y="18"/>
                  </a:lnTo>
                  <a:lnTo>
                    <a:pt x="0" y="37"/>
                  </a:lnTo>
                  <a:lnTo>
                    <a:pt x="18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56" name=""/>
            <p:cNvSpPr/>
            <p:nvPr/>
          </p:nvSpPr>
          <p:spPr>
            <a:xfrm rot="0">
              <a:off x="1825" y="2646"/>
              <a:ext cx="27" cy="24"/>
            </a:xfrm>
            <a:custGeom>
              <a:avLst/>
              <a:ahLst/>
              <a:rect l="0" t="0" r="r" b="b"/>
              <a:pathLst>
                <a:path w="81" h="70">
                  <a:moveTo>
                    <a:pt x="18" y="70"/>
                  </a:moveTo>
                  <a:lnTo>
                    <a:pt x="50" y="51"/>
                  </a:lnTo>
                  <a:lnTo>
                    <a:pt x="81" y="33"/>
                  </a:lnTo>
                  <a:lnTo>
                    <a:pt x="62" y="0"/>
                  </a:lnTo>
                  <a:lnTo>
                    <a:pt x="31" y="18"/>
                  </a:lnTo>
                  <a:lnTo>
                    <a:pt x="0" y="37"/>
                  </a:lnTo>
                  <a:lnTo>
                    <a:pt x="18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57" name=""/>
            <p:cNvSpPr/>
            <p:nvPr/>
          </p:nvSpPr>
          <p:spPr>
            <a:xfrm rot="0">
              <a:off x="1836" y="2646"/>
              <a:ext cx="10" cy="6"/>
            </a:xfrm>
            <a:custGeom>
              <a:avLst/>
              <a:ahLst/>
              <a:rect l="0" t="0" r="r" b="b"/>
              <a:pathLst>
                <a:path w="31" h="20">
                  <a:moveTo>
                    <a:pt x="0" y="20"/>
                  </a:moveTo>
                  <a:lnTo>
                    <a:pt x="31" y="2"/>
                  </a:lnTo>
                  <a:lnTo>
                    <a:pt x="31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58" name=""/>
            <p:cNvSpPr/>
            <p:nvPr/>
          </p:nvSpPr>
          <p:spPr>
            <a:xfrm rot="0" flipV="1">
              <a:off x="1846" y="26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59" name=""/>
            <p:cNvSpPr/>
            <p:nvPr/>
          </p:nvSpPr>
          <p:spPr>
            <a:xfrm rot="0">
              <a:off x="1819" y="2635"/>
              <a:ext cx="27" cy="24"/>
            </a:xfrm>
            <a:custGeom>
              <a:avLst/>
              <a:ahLst/>
              <a:rect l="0" t="0" r="r" b="b"/>
              <a:pathLst>
                <a:path w="82" h="71">
                  <a:moveTo>
                    <a:pt x="20" y="71"/>
                  </a:moveTo>
                  <a:lnTo>
                    <a:pt x="51" y="51"/>
                  </a:lnTo>
                  <a:lnTo>
                    <a:pt x="82" y="31"/>
                  </a:lnTo>
                  <a:lnTo>
                    <a:pt x="62" y="0"/>
                  </a:lnTo>
                  <a:lnTo>
                    <a:pt x="31" y="20"/>
                  </a:lnTo>
                  <a:lnTo>
                    <a:pt x="0" y="40"/>
                  </a:lnTo>
                  <a:lnTo>
                    <a:pt x="2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60" name=""/>
            <p:cNvSpPr/>
            <p:nvPr/>
          </p:nvSpPr>
          <p:spPr>
            <a:xfrm rot="0">
              <a:off x="1819" y="2635"/>
              <a:ext cx="27" cy="24"/>
            </a:xfrm>
            <a:custGeom>
              <a:avLst/>
              <a:ahLst/>
              <a:rect l="0" t="0" r="r" b="b"/>
              <a:pathLst>
                <a:path w="82" h="71">
                  <a:moveTo>
                    <a:pt x="20" y="71"/>
                  </a:moveTo>
                  <a:lnTo>
                    <a:pt x="51" y="51"/>
                  </a:lnTo>
                  <a:lnTo>
                    <a:pt x="82" y="31"/>
                  </a:lnTo>
                  <a:lnTo>
                    <a:pt x="62" y="0"/>
                  </a:lnTo>
                  <a:lnTo>
                    <a:pt x="31" y="20"/>
                  </a:lnTo>
                  <a:lnTo>
                    <a:pt x="0" y="40"/>
                  </a:lnTo>
                  <a:lnTo>
                    <a:pt x="2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61" name=""/>
            <p:cNvSpPr/>
            <p:nvPr/>
          </p:nvSpPr>
          <p:spPr>
            <a:xfrm rot="0">
              <a:off x="1829" y="2635"/>
              <a:ext cx="10" cy="7"/>
            </a:xfrm>
            <a:custGeom>
              <a:avLst/>
              <a:ahLst/>
              <a:rect l="0" t="0" r="r" b="b"/>
              <a:pathLst>
                <a:path w="31" h="21">
                  <a:moveTo>
                    <a:pt x="0" y="21"/>
                  </a:moveTo>
                  <a:lnTo>
                    <a:pt x="31" y="1"/>
                  </a:lnTo>
                  <a:lnTo>
                    <a:pt x="30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62" name=""/>
            <p:cNvSpPr/>
            <p:nvPr/>
          </p:nvSpPr>
          <p:spPr>
            <a:xfrm rot="0" flipH="1" flipV="1">
              <a:off x="1839" y="26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63" name=""/>
            <p:cNvSpPr/>
            <p:nvPr/>
          </p:nvSpPr>
          <p:spPr>
            <a:xfrm rot="0">
              <a:off x="1812" y="2625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21" y="72"/>
                  </a:moveTo>
                  <a:lnTo>
                    <a:pt x="51" y="51"/>
                  </a:lnTo>
                  <a:lnTo>
                    <a:pt x="81" y="30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2"/>
                  </a:lnTo>
                  <a:lnTo>
                    <a:pt x="21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64" name=""/>
            <p:cNvSpPr/>
            <p:nvPr/>
          </p:nvSpPr>
          <p:spPr>
            <a:xfrm rot="0">
              <a:off x="1812" y="2625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21" y="72"/>
                  </a:moveTo>
                  <a:lnTo>
                    <a:pt x="51" y="51"/>
                  </a:lnTo>
                  <a:lnTo>
                    <a:pt x="81" y="30"/>
                  </a:lnTo>
                  <a:lnTo>
                    <a:pt x="60" y="0"/>
                  </a:lnTo>
                  <a:lnTo>
                    <a:pt x="30" y="21"/>
                  </a:lnTo>
                  <a:lnTo>
                    <a:pt x="0" y="42"/>
                  </a:lnTo>
                  <a:lnTo>
                    <a:pt x="21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65" name=""/>
            <p:cNvSpPr/>
            <p:nvPr/>
          </p:nvSpPr>
          <p:spPr>
            <a:xfrm rot="0">
              <a:off x="1822" y="2624"/>
              <a:ext cx="10" cy="8"/>
            </a:xfrm>
            <a:custGeom>
              <a:avLst/>
              <a:ahLst/>
              <a:rect l="0" t="0" r="r" b="b"/>
              <a:pathLst>
                <a:path w="30" h="23">
                  <a:moveTo>
                    <a:pt x="0" y="23"/>
                  </a:moveTo>
                  <a:lnTo>
                    <a:pt x="30" y="2"/>
                  </a:lnTo>
                  <a:lnTo>
                    <a:pt x="28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66" name=""/>
            <p:cNvSpPr/>
            <p:nvPr/>
          </p:nvSpPr>
          <p:spPr>
            <a:xfrm rot="0" flipH="1" flipV="1">
              <a:off x="1831" y="26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67" name=""/>
            <p:cNvSpPr/>
            <p:nvPr/>
          </p:nvSpPr>
          <p:spPr>
            <a:xfrm rot="0">
              <a:off x="1804" y="2614"/>
              <a:ext cx="27" cy="26"/>
            </a:xfrm>
            <a:custGeom>
              <a:avLst/>
              <a:ahLst/>
              <a:rect l="0" t="0" r="r" b="b"/>
              <a:pathLst>
                <a:path w="81" h="76">
                  <a:moveTo>
                    <a:pt x="24" y="76"/>
                  </a:moveTo>
                  <a:lnTo>
                    <a:pt x="53" y="53"/>
                  </a:lnTo>
                  <a:lnTo>
                    <a:pt x="81" y="30"/>
                  </a:lnTo>
                  <a:lnTo>
                    <a:pt x="57" y="0"/>
                  </a:lnTo>
                  <a:lnTo>
                    <a:pt x="29" y="23"/>
                  </a:lnTo>
                  <a:lnTo>
                    <a:pt x="0" y="46"/>
                  </a:lnTo>
                  <a:lnTo>
                    <a:pt x="24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68" name=""/>
            <p:cNvSpPr/>
            <p:nvPr/>
          </p:nvSpPr>
          <p:spPr>
            <a:xfrm rot="0">
              <a:off x="1804" y="2614"/>
              <a:ext cx="27" cy="26"/>
            </a:xfrm>
            <a:custGeom>
              <a:avLst/>
              <a:ahLst/>
              <a:rect l="0" t="0" r="r" b="b"/>
              <a:pathLst>
                <a:path w="81" h="76">
                  <a:moveTo>
                    <a:pt x="24" y="76"/>
                  </a:moveTo>
                  <a:lnTo>
                    <a:pt x="53" y="53"/>
                  </a:lnTo>
                  <a:lnTo>
                    <a:pt x="81" y="30"/>
                  </a:lnTo>
                  <a:lnTo>
                    <a:pt x="57" y="0"/>
                  </a:lnTo>
                  <a:lnTo>
                    <a:pt x="29" y="23"/>
                  </a:lnTo>
                  <a:lnTo>
                    <a:pt x="0" y="46"/>
                  </a:lnTo>
                  <a:lnTo>
                    <a:pt x="24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69" name=""/>
            <p:cNvSpPr/>
            <p:nvPr/>
          </p:nvSpPr>
          <p:spPr>
            <a:xfrm rot="0">
              <a:off x="1814" y="2614"/>
              <a:ext cx="9" cy="8"/>
            </a:xfrm>
            <a:custGeom>
              <a:avLst/>
              <a:ahLst/>
              <a:rect l="0" t="0" r="r" b="b"/>
              <a:pathLst>
                <a:path w="28" h="25">
                  <a:moveTo>
                    <a:pt x="0" y="25"/>
                  </a:moveTo>
                  <a:lnTo>
                    <a:pt x="28" y="2"/>
                  </a:lnTo>
                  <a:lnTo>
                    <a:pt x="2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70" name=""/>
            <p:cNvSpPr/>
            <p:nvPr/>
          </p:nvSpPr>
          <p:spPr>
            <a:xfrm rot="0" flipH="1" flipV="1">
              <a:off x="1823" y="2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71" name=""/>
            <p:cNvSpPr/>
            <p:nvPr/>
          </p:nvSpPr>
          <p:spPr>
            <a:xfrm rot="0">
              <a:off x="1796" y="2604"/>
              <a:ext cx="27" cy="27"/>
            </a:xfrm>
            <a:custGeom>
              <a:avLst/>
              <a:ahLst/>
              <a:rect l="0" t="0" r="r" b="b"/>
              <a:pathLst>
                <a:path w="80" h="79">
                  <a:moveTo>
                    <a:pt x="26" y="79"/>
                  </a:moveTo>
                  <a:lnTo>
                    <a:pt x="53" y="53"/>
                  </a:lnTo>
                  <a:lnTo>
                    <a:pt x="80" y="28"/>
                  </a:lnTo>
                  <a:lnTo>
                    <a:pt x="54" y="0"/>
                  </a:lnTo>
                  <a:lnTo>
                    <a:pt x="27" y="26"/>
                  </a:lnTo>
                  <a:lnTo>
                    <a:pt x="0" y="52"/>
                  </a:lnTo>
                  <a:lnTo>
                    <a:pt x="26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72" name=""/>
            <p:cNvSpPr/>
            <p:nvPr/>
          </p:nvSpPr>
          <p:spPr>
            <a:xfrm rot="0">
              <a:off x="1796" y="2604"/>
              <a:ext cx="27" cy="27"/>
            </a:xfrm>
            <a:custGeom>
              <a:avLst/>
              <a:ahLst/>
              <a:rect l="0" t="0" r="r" b="b"/>
              <a:pathLst>
                <a:path w="80" h="79">
                  <a:moveTo>
                    <a:pt x="26" y="79"/>
                  </a:moveTo>
                  <a:lnTo>
                    <a:pt x="53" y="53"/>
                  </a:lnTo>
                  <a:lnTo>
                    <a:pt x="80" y="28"/>
                  </a:lnTo>
                  <a:lnTo>
                    <a:pt x="54" y="0"/>
                  </a:lnTo>
                  <a:lnTo>
                    <a:pt x="27" y="26"/>
                  </a:lnTo>
                  <a:lnTo>
                    <a:pt x="0" y="52"/>
                  </a:lnTo>
                  <a:lnTo>
                    <a:pt x="26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73" name=""/>
            <p:cNvSpPr/>
            <p:nvPr/>
          </p:nvSpPr>
          <p:spPr>
            <a:xfrm rot="0">
              <a:off x="1788" y="2595"/>
              <a:ext cx="26" cy="27"/>
            </a:xfrm>
            <a:custGeom>
              <a:avLst/>
              <a:ahLst/>
              <a:rect l="0" t="0" r="r" b="b"/>
              <a:pathLst>
                <a:path w="80" h="79">
                  <a:moveTo>
                    <a:pt x="26" y="79"/>
                  </a:moveTo>
                  <a:lnTo>
                    <a:pt x="53" y="53"/>
                  </a:lnTo>
                  <a:lnTo>
                    <a:pt x="80" y="27"/>
                  </a:lnTo>
                  <a:lnTo>
                    <a:pt x="54" y="0"/>
                  </a:lnTo>
                  <a:lnTo>
                    <a:pt x="27" y="26"/>
                  </a:lnTo>
                  <a:lnTo>
                    <a:pt x="0" y="52"/>
                  </a:lnTo>
                  <a:lnTo>
                    <a:pt x="26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74" name=""/>
            <p:cNvSpPr/>
            <p:nvPr/>
          </p:nvSpPr>
          <p:spPr>
            <a:xfrm rot="0">
              <a:off x="1788" y="2595"/>
              <a:ext cx="26" cy="27"/>
            </a:xfrm>
            <a:custGeom>
              <a:avLst/>
              <a:ahLst/>
              <a:rect l="0" t="0" r="r" b="b"/>
              <a:pathLst>
                <a:path w="80" h="79">
                  <a:moveTo>
                    <a:pt x="26" y="79"/>
                  </a:moveTo>
                  <a:lnTo>
                    <a:pt x="53" y="53"/>
                  </a:lnTo>
                  <a:lnTo>
                    <a:pt x="80" y="27"/>
                  </a:lnTo>
                  <a:lnTo>
                    <a:pt x="54" y="0"/>
                  </a:lnTo>
                  <a:lnTo>
                    <a:pt x="27" y="26"/>
                  </a:lnTo>
                  <a:lnTo>
                    <a:pt x="0" y="52"/>
                  </a:lnTo>
                  <a:lnTo>
                    <a:pt x="26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75" name=""/>
            <p:cNvSpPr/>
            <p:nvPr/>
          </p:nvSpPr>
          <p:spPr>
            <a:xfrm rot="0">
              <a:off x="1797" y="2595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0" y="27"/>
                  </a:moveTo>
                  <a:lnTo>
                    <a:pt x="27" y="1"/>
                  </a:lnTo>
                  <a:lnTo>
                    <a:pt x="25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76" name=""/>
            <p:cNvSpPr/>
            <p:nvPr/>
          </p:nvSpPr>
          <p:spPr>
            <a:xfrm rot="0" flipH="1" flipV="1">
              <a:off x="1805" y="2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77" name=""/>
            <p:cNvSpPr/>
            <p:nvPr/>
          </p:nvSpPr>
          <p:spPr>
            <a:xfrm rot="0">
              <a:off x="1779" y="2587"/>
              <a:ext cx="26" cy="26"/>
            </a:xfrm>
            <a:custGeom>
              <a:avLst/>
              <a:ahLst/>
              <a:rect l="0" t="0" r="r" b="b"/>
              <a:pathLst>
                <a:path w="77" h="78">
                  <a:moveTo>
                    <a:pt x="28" y="78"/>
                  </a:moveTo>
                  <a:lnTo>
                    <a:pt x="52" y="51"/>
                  </a:lnTo>
                  <a:lnTo>
                    <a:pt x="77" y="24"/>
                  </a:lnTo>
                  <a:lnTo>
                    <a:pt x="48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28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78" name=""/>
            <p:cNvSpPr/>
            <p:nvPr/>
          </p:nvSpPr>
          <p:spPr>
            <a:xfrm rot="0">
              <a:off x="1779" y="2587"/>
              <a:ext cx="26" cy="26"/>
            </a:xfrm>
            <a:custGeom>
              <a:avLst/>
              <a:ahLst/>
              <a:rect l="0" t="0" r="r" b="b"/>
              <a:pathLst>
                <a:path w="77" h="78">
                  <a:moveTo>
                    <a:pt x="28" y="78"/>
                  </a:moveTo>
                  <a:lnTo>
                    <a:pt x="52" y="51"/>
                  </a:lnTo>
                  <a:lnTo>
                    <a:pt x="77" y="24"/>
                  </a:lnTo>
                  <a:lnTo>
                    <a:pt x="48" y="0"/>
                  </a:lnTo>
                  <a:lnTo>
                    <a:pt x="24" y="27"/>
                  </a:lnTo>
                  <a:lnTo>
                    <a:pt x="0" y="54"/>
                  </a:lnTo>
                  <a:lnTo>
                    <a:pt x="28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79" name=""/>
            <p:cNvSpPr/>
            <p:nvPr/>
          </p:nvSpPr>
          <p:spPr>
            <a:xfrm rot="0">
              <a:off x="1787" y="2586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0" y="29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80" name=""/>
            <p:cNvSpPr/>
            <p:nvPr/>
          </p:nvSpPr>
          <p:spPr>
            <a:xfrm rot="0" flipH="1" flipV="1">
              <a:off x="1795" y="25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81" name=""/>
            <p:cNvSpPr/>
            <p:nvPr/>
          </p:nvSpPr>
          <p:spPr>
            <a:xfrm rot="0">
              <a:off x="1770" y="2579"/>
              <a:ext cx="25" cy="26"/>
            </a:xfrm>
            <a:custGeom>
              <a:avLst/>
              <a:ahLst/>
              <a:rect l="0" t="0" r="r" b="b"/>
              <a:pathLst>
                <a:path w="74" h="79">
                  <a:moveTo>
                    <a:pt x="28" y="79"/>
                  </a:moveTo>
                  <a:lnTo>
                    <a:pt x="51" y="51"/>
                  </a:lnTo>
                  <a:lnTo>
                    <a:pt x="74" y="22"/>
                  </a:lnTo>
                  <a:lnTo>
                    <a:pt x="45" y="0"/>
                  </a:lnTo>
                  <a:lnTo>
                    <a:pt x="22" y="28"/>
                  </a:lnTo>
                  <a:lnTo>
                    <a:pt x="0" y="57"/>
                  </a:lnTo>
                  <a:lnTo>
                    <a:pt x="28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82" name=""/>
            <p:cNvSpPr/>
            <p:nvPr/>
          </p:nvSpPr>
          <p:spPr>
            <a:xfrm rot="0">
              <a:off x="1770" y="2579"/>
              <a:ext cx="25" cy="26"/>
            </a:xfrm>
            <a:custGeom>
              <a:avLst/>
              <a:ahLst/>
              <a:rect l="0" t="0" r="r" b="b"/>
              <a:pathLst>
                <a:path w="74" h="79">
                  <a:moveTo>
                    <a:pt x="28" y="79"/>
                  </a:moveTo>
                  <a:lnTo>
                    <a:pt x="51" y="51"/>
                  </a:lnTo>
                  <a:lnTo>
                    <a:pt x="74" y="22"/>
                  </a:lnTo>
                  <a:lnTo>
                    <a:pt x="45" y="0"/>
                  </a:lnTo>
                  <a:lnTo>
                    <a:pt x="22" y="28"/>
                  </a:lnTo>
                  <a:lnTo>
                    <a:pt x="0" y="57"/>
                  </a:lnTo>
                  <a:lnTo>
                    <a:pt x="28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83" name=""/>
            <p:cNvSpPr/>
            <p:nvPr/>
          </p:nvSpPr>
          <p:spPr>
            <a:xfrm rot="0">
              <a:off x="1778" y="2578"/>
              <a:ext cx="7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0" y="30"/>
                  </a:moveTo>
                  <a:lnTo>
                    <a:pt x="23" y="2"/>
                  </a:lnTo>
                  <a:lnTo>
                    <a:pt x="22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84" name=""/>
            <p:cNvSpPr/>
            <p:nvPr/>
          </p:nvSpPr>
          <p:spPr>
            <a:xfrm rot="0" flipH="1" flipV="1">
              <a:off x="1785" y="25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85" name=""/>
            <p:cNvSpPr/>
            <p:nvPr/>
          </p:nvSpPr>
          <p:spPr>
            <a:xfrm rot="0">
              <a:off x="1760" y="2571"/>
              <a:ext cx="25" cy="27"/>
            </a:xfrm>
            <a:custGeom>
              <a:avLst/>
              <a:ahLst/>
              <a:rect l="0" t="0" r="r" b="b"/>
              <a:pathLst>
                <a:path w="74" h="83">
                  <a:moveTo>
                    <a:pt x="31" y="83"/>
                  </a:moveTo>
                  <a:lnTo>
                    <a:pt x="52" y="53"/>
                  </a:lnTo>
                  <a:lnTo>
                    <a:pt x="74" y="23"/>
                  </a:lnTo>
                  <a:lnTo>
                    <a:pt x="42" y="0"/>
                  </a:lnTo>
                  <a:lnTo>
                    <a:pt x="21" y="30"/>
                  </a:lnTo>
                  <a:lnTo>
                    <a:pt x="0" y="60"/>
                  </a:lnTo>
                  <a:lnTo>
                    <a:pt x="31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86" name=""/>
            <p:cNvSpPr/>
            <p:nvPr/>
          </p:nvSpPr>
          <p:spPr>
            <a:xfrm rot="0">
              <a:off x="1760" y="2571"/>
              <a:ext cx="25" cy="27"/>
            </a:xfrm>
            <a:custGeom>
              <a:avLst/>
              <a:ahLst/>
              <a:rect l="0" t="0" r="r" b="b"/>
              <a:pathLst>
                <a:path w="74" h="83">
                  <a:moveTo>
                    <a:pt x="31" y="83"/>
                  </a:moveTo>
                  <a:lnTo>
                    <a:pt x="52" y="53"/>
                  </a:lnTo>
                  <a:lnTo>
                    <a:pt x="74" y="23"/>
                  </a:lnTo>
                  <a:lnTo>
                    <a:pt x="42" y="0"/>
                  </a:lnTo>
                  <a:lnTo>
                    <a:pt x="21" y="30"/>
                  </a:lnTo>
                  <a:lnTo>
                    <a:pt x="0" y="60"/>
                  </a:lnTo>
                  <a:lnTo>
                    <a:pt x="31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87" name=""/>
            <p:cNvSpPr/>
            <p:nvPr/>
          </p:nvSpPr>
          <p:spPr>
            <a:xfrm rot="0">
              <a:off x="1767" y="2570"/>
              <a:ext cx="7" cy="11"/>
            </a:xfrm>
            <a:custGeom>
              <a:avLst/>
              <a:ahLst/>
              <a:rect l="0" t="0" r="r" b="b"/>
              <a:pathLst>
                <a:path w="21" h="31">
                  <a:moveTo>
                    <a:pt x="0" y="31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88" name=""/>
            <p:cNvSpPr/>
            <p:nvPr/>
          </p:nvSpPr>
          <p:spPr>
            <a:xfrm rot="0" flipH="1" flipV="1">
              <a:off x="1774" y="25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89" name=""/>
            <p:cNvSpPr/>
            <p:nvPr/>
          </p:nvSpPr>
          <p:spPr>
            <a:xfrm rot="0">
              <a:off x="1750" y="2564"/>
              <a:ext cx="24" cy="27"/>
            </a:xfrm>
            <a:custGeom>
              <a:avLst/>
              <a:ahLst/>
              <a:rect l="0" t="0" r="r" b="b"/>
              <a:pathLst>
                <a:path w="71" h="83">
                  <a:moveTo>
                    <a:pt x="31" y="83"/>
                  </a:moveTo>
                  <a:lnTo>
                    <a:pt x="51" y="51"/>
                  </a:lnTo>
                  <a:lnTo>
                    <a:pt x="71" y="20"/>
                  </a:lnTo>
                  <a:lnTo>
                    <a:pt x="40" y="0"/>
                  </a:lnTo>
                  <a:lnTo>
                    <a:pt x="20" y="31"/>
                  </a:lnTo>
                  <a:lnTo>
                    <a:pt x="0" y="63"/>
                  </a:lnTo>
                  <a:lnTo>
                    <a:pt x="31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90" name=""/>
            <p:cNvSpPr/>
            <p:nvPr/>
          </p:nvSpPr>
          <p:spPr>
            <a:xfrm rot="0">
              <a:off x="1750" y="2564"/>
              <a:ext cx="24" cy="27"/>
            </a:xfrm>
            <a:custGeom>
              <a:avLst/>
              <a:ahLst/>
              <a:rect l="0" t="0" r="r" b="b"/>
              <a:pathLst>
                <a:path w="71" h="83">
                  <a:moveTo>
                    <a:pt x="31" y="83"/>
                  </a:moveTo>
                  <a:lnTo>
                    <a:pt x="51" y="51"/>
                  </a:lnTo>
                  <a:lnTo>
                    <a:pt x="71" y="20"/>
                  </a:lnTo>
                  <a:lnTo>
                    <a:pt x="40" y="0"/>
                  </a:lnTo>
                  <a:lnTo>
                    <a:pt x="20" y="31"/>
                  </a:lnTo>
                  <a:lnTo>
                    <a:pt x="0" y="63"/>
                  </a:lnTo>
                  <a:lnTo>
                    <a:pt x="31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91" name=""/>
            <p:cNvSpPr/>
            <p:nvPr/>
          </p:nvSpPr>
          <p:spPr>
            <a:xfrm rot="0">
              <a:off x="1757" y="2564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31"/>
                  </a:moveTo>
                  <a:lnTo>
                    <a:pt x="20" y="0"/>
                  </a:lnTo>
                  <a:lnTo>
                    <a:pt x="18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92" name=""/>
            <p:cNvSpPr/>
            <p:nvPr/>
          </p:nvSpPr>
          <p:spPr>
            <a:xfrm rot="0" flipH="1">
              <a:off x="1763" y="2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93" name=""/>
            <p:cNvSpPr/>
            <p:nvPr/>
          </p:nvSpPr>
          <p:spPr>
            <a:xfrm rot="0">
              <a:off x="1740" y="2558"/>
              <a:ext cx="23" cy="27"/>
            </a:xfrm>
            <a:custGeom>
              <a:avLst/>
              <a:ahLst/>
              <a:rect l="0" t="0" r="r" b="b"/>
              <a:pathLst>
                <a:path w="70" h="81">
                  <a:moveTo>
                    <a:pt x="33" y="81"/>
                  </a:moveTo>
                  <a:lnTo>
                    <a:pt x="52" y="49"/>
                  </a:lnTo>
                  <a:lnTo>
                    <a:pt x="70" y="18"/>
                  </a:lnTo>
                  <a:lnTo>
                    <a:pt x="37" y="0"/>
                  </a:lnTo>
                  <a:lnTo>
                    <a:pt x="19" y="31"/>
                  </a:lnTo>
                  <a:lnTo>
                    <a:pt x="0" y="62"/>
                  </a:lnTo>
                  <a:lnTo>
                    <a:pt x="33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94" name=""/>
            <p:cNvSpPr/>
            <p:nvPr/>
          </p:nvSpPr>
          <p:spPr>
            <a:xfrm rot="0">
              <a:off x="1740" y="2558"/>
              <a:ext cx="23" cy="27"/>
            </a:xfrm>
            <a:custGeom>
              <a:avLst/>
              <a:ahLst/>
              <a:rect l="0" t="0" r="r" b="b"/>
              <a:pathLst>
                <a:path w="70" h="81">
                  <a:moveTo>
                    <a:pt x="33" y="81"/>
                  </a:moveTo>
                  <a:lnTo>
                    <a:pt x="52" y="49"/>
                  </a:lnTo>
                  <a:lnTo>
                    <a:pt x="70" y="18"/>
                  </a:lnTo>
                  <a:lnTo>
                    <a:pt x="37" y="0"/>
                  </a:lnTo>
                  <a:lnTo>
                    <a:pt x="19" y="31"/>
                  </a:lnTo>
                  <a:lnTo>
                    <a:pt x="0" y="62"/>
                  </a:lnTo>
                  <a:lnTo>
                    <a:pt x="33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95" name=""/>
            <p:cNvSpPr/>
            <p:nvPr/>
          </p:nvSpPr>
          <p:spPr>
            <a:xfrm rot="0">
              <a:off x="1746" y="2557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0" y="33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96" name=""/>
            <p:cNvSpPr/>
            <p:nvPr/>
          </p:nvSpPr>
          <p:spPr>
            <a:xfrm rot="0" flipH="1" flipV="1">
              <a:off x="1751" y="2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97" name=""/>
            <p:cNvSpPr/>
            <p:nvPr/>
          </p:nvSpPr>
          <p:spPr>
            <a:xfrm rot="0">
              <a:off x="1730" y="2552"/>
              <a:ext cx="21" cy="27"/>
            </a:xfrm>
            <a:custGeom>
              <a:avLst/>
              <a:ahLst/>
              <a:rect l="0" t="0" r="r" b="b"/>
              <a:pathLst>
                <a:path w="64" h="82">
                  <a:moveTo>
                    <a:pt x="32" y="82"/>
                  </a:moveTo>
                  <a:lnTo>
                    <a:pt x="48" y="49"/>
                  </a:lnTo>
                  <a:lnTo>
                    <a:pt x="64" y="16"/>
                  </a:lnTo>
                  <a:lnTo>
                    <a:pt x="31" y="0"/>
                  </a:lnTo>
                  <a:lnTo>
                    <a:pt x="15" y="33"/>
                  </a:lnTo>
                  <a:lnTo>
                    <a:pt x="0" y="66"/>
                  </a:lnTo>
                  <a:lnTo>
                    <a:pt x="32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398" name=""/>
            <p:cNvSpPr/>
            <p:nvPr/>
          </p:nvSpPr>
          <p:spPr>
            <a:xfrm rot="0">
              <a:off x="1730" y="2552"/>
              <a:ext cx="21" cy="27"/>
            </a:xfrm>
            <a:custGeom>
              <a:avLst/>
              <a:ahLst/>
              <a:rect l="0" t="0" r="r" b="b"/>
              <a:pathLst>
                <a:path w="64" h="82">
                  <a:moveTo>
                    <a:pt x="32" y="82"/>
                  </a:moveTo>
                  <a:lnTo>
                    <a:pt x="48" y="49"/>
                  </a:lnTo>
                  <a:lnTo>
                    <a:pt x="64" y="16"/>
                  </a:lnTo>
                  <a:lnTo>
                    <a:pt x="31" y="0"/>
                  </a:lnTo>
                  <a:lnTo>
                    <a:pt x="15" y="33"/>
                  </a:lnTo>
                  <a:lnTo>
                    <a:pt x="0" y="66"/>
                  </a:lnTo>
                  <a:lnTo>
                    <a:pt x="32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399" name=""/>
            <p:cNvSpPr/>
            <p:nvPr/>
          </p:nvSpPr>
          <p:spPr>
            <a:xfrm rot="0">
              <a:off x="1735" y="2552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33"/>
                  </a:moveTo>
                  <a:lnTo>
                    <a:pt x="16" y="0"/>
                  </a:lnTo>
                  <a:lnTo>
                    <a:pt x="14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00" name=""/>
            <p:cNvSpPr/>
            <p:nvPr/>
          </p:nvSpPr>
          <p:spPr>
            <a:xfrm rot="0" flipH="1">
              <a:off x="1740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01" name=""/>
            <p:cNvSpPr/>
            <p:nvPr/>
          </p:nvSpPr>
          <p:spPr>
            <a:xfrm rot="0">
              <a:off x="1718" y="2547"/>
              <a:ext cx="22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36" y="81"/>
                  </a:moveTo>
                  <a:lnTo>
                    <a:pt x="50" y="48"/>
                  </a:lnTo>
                  <a:lnTo>
                    <a:pt x="64" y="15"/>
                  </a:lnTo>
                  <a:lnTo>
                    <a:pt x="29" y="0"/>
                  </a:lnTo>
                  <a:lnTo>
                    <a:pt x="15" y="33"/>
                  </a:lnTo>
                  <a:lnTo>
                    <a:pt x="0" y="65"/>
                  </a:lnTo>
                  <a:lnTo>
                    <a:pt x="36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02" name=""/>
            <p:cNvSpPr/>
            <p:nvPr/>
          </p:nvSpPr>
          <p:spPr>
            <a:xfrm rot="0">
              <a:off x="1718" y="2547"/>
              <a:ext cx="22" cy="27"/>
            </a:xfrm>
            <a:custGeom>
              <a:avLst/>
              <a:ahLst/>
              <a:rect l="0" t="0" r="r" b="b"/>
              <a:pathLst>
                <a:path w="64" h="81">
                  <a:moveTo>
                    <a:pt x="36" y="81"/>
                  </a:moveTo>
                  <a:lnTo>
                    <a:pt x="50" y="48"/>
                  </a:lnTo>
                  <a:lnTo>
                    <a:pt x="64" y="15"/>
                  </a:lnTo>
                  <a:lnTo>
                    <a:pt x="29" y="0"/>
                  </a:lnTo>
                  <a:lnTo>
                    <a:pt x="15" y="33"/>
                  </a:lnTo>
                  <a:lnTo>
                    <a:pt x="0" y="65"/>
                  </a:lnTo>
                  <a:lnTo>
                    <a:pt x="36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03" name=""/>
            <p:cNvSpPr/>
            <p:nvPr/>
          </p:nvSpPr>
          <p:spPr>
            <a:xfrm rot="0">
              <a:off x="1723" y="2546"/>
              <a:ext cx="5" cy="12"/>
            </a:xfrm>
            <a:custGeom>
              <a:avLst/>
              <a:ahLst/>
              <a:rect l="0" t="0" r="r" b="b"/>
              <a:pathLst>
                <a:path w="14" h="35">
                  <a:moveTo>
                    <a:pt x="0" y="35"/>
                  </a:moveTo>
                  <a:lnTo>
                    <a:pt x="14" y="2"/>
                  </a:lnTo>
                  <a:lnTo>
                    <a:pt x="12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04" name=""/>
            <p:cNvSpPr/>
            <p:nvPr/>
          </p:nvSpPr>
          <p:spPr>
            <a:xfrm rot="0" flipH="1" flipV="1">
              <a:off x="1727" y="2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05" name=""/>
            <p:cNvSpPr/>
            <p:nvPr/>
          </p:nvSpPr>
          <p:spPr>
            <a:xfrm rot="0">
              <a:off x="1708" y="2542"/>
              <a:ext cx="19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34" y="81"/>
                  </a:moveTo>
                  <a:lnTo>
                    <a:pt x="47" y="47"/>
                  </a:lnTo>
                  <a:lnTo>
                    <a:pt x="59" y="12"/>
                  </a:lnTo>
                  <a:lnTo>
                    <a:pt x="25" y="0"/>
                  </a:lnTo>
                  <a:lnTo>
                    <a:pt x="12" y="34"/>
                  </a:lnTo>
                  <a:lnTo>
                    <a:pt x="0" y="68"/>
                  </a:lnTo>
                  <a:lnTo>
                    <a:pt x="34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06" name=""/>
            <p:cNvSpPr/>
            <p:nvPr/>
          </p:nvSpPr>
          <p:spPr>
            <a:xfrm rot="0">
              <a:off x="1708" y="2542"/>
              <a:ext cx="19" cy="27"/>
            </a:xfrm>
            <a:custGeom>
              <a:avLst/>
              <a:ahLst/>
              <a:rect l="0" t="0" r="r" b="b"/>
              <a:pathLst>
                <a:path w="59" h="81">
                  <a:moveTo>
                    <a:pt x="34" y="81"/>
                  </a:moveTo>
                  <a:lnTo>
                    <a:pt x="47" y="47"/>
                  </a:lnTo>
                  <a:lnTo>
                    <a:pt x="59" y="12"/>
                  </a:lnTo>
                  <a:lnTo>
                    <a:pt x="25" y="0"/>
                  </a:lnTo>
                  <a:lnTo>
                    <a:pt x="12" y="34"/>
                  </a:lnTo>
                  <a:lnTo>
                    <a:pt x="0" y="68"/>
                  </a:lnTo>
                  <a:lnTo>
                    <a:pt x="34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07" name=""/>
            <p:cNvSpPr/>
            <p:nvPr/>
          </p:nvSpPr>
          <p:spPr>
            <a:xfrm rot="0">
              <a:off x="1712" y="2541"/>
              <a:ext cx="4" cy="12"/>
            </a:xfrm>
            <a:custGeom>
              <a:avLst/>
              <a:ahLst/>
              <a:rect l="0" t="0" r="r" b="b"/>
              <a:pathLst>
                <a:path w="13" h="36">
                  <a:moveTo>
                    <a:pt x="0" y="36"/>
                  </a:moveTo>
                  <a:lnTo>
                    <a:pt x="13" y="2"/>
                  </a:lnTo>
                  <a:lnTo>
                    <a:pt x="10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08" name=""/>
            <p:cNvSpPr/>
            <p:nvPr/>
          </p:nvSpPr>
          <p:spPr>
            <a:xfrm rot="0" flipH="1" flipV="1">
              <a:off x="1715" y="25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09" name=""/>
            <p:cNvSpPr/>
            <p:nvPr/>
          </p:nvSpPr>
          <p:spPr>
            <a:xfrm rot="0">
              <a:off x="1697" y="2538"/>
              <a:ext cx="18" cy="27"/>
            </a:xfrm>
            <a:custGeom>
              <a:avLst/>
              <a:ahLst/>
              <a:rect l="0" t="0" r="r" b="b"/>
              <a:pathLst>
                <a:path w="55" h="81">
                  <a:moveTo>
                    <a:pt x="35" y="81"/>
                  </a:moveTo>
                  <a:lnTo>
                    <a:pt x="45" y="46"/>
                  </a:lnTo>
                  <a:lnTo>
                    <a:pt x="55" y="10"/>
                  </a:lnTo>
                  <a:lnTo>
                    <a:pt x="20" y="0"/>
                  </a:lnTo>
                  <a:lnTo>
                    <a:pt x="10" y="36"/>
                  </a:lnTo>
                  <a:lnTo>
                    <a:pt x="0" y="71"/>
                  </a:lnTo>
                  <a:lnTo>
                    <a:pt x="35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10" name=""/>
            <p:cNvSpPr/>
            <p:nvPr/>
          </p:nvSpPr>
          <p:spPr>
            <a:xfrm rot="0">
              <a:off x="1697" y="2538"/>
              <a:ext cx="18" cy="27"/>
            </a:xfrm>
            <a:custGeom>
              <a:avLst/>
              <a:ahLst/>
              <a:rect l="0" t="0" r="r" b="b"/>
              <a:pathLst>
                <a:path w="55" h="81">
                  <a:moveTo>
                    <a:pt x="35" y="81"/>
                  </a:moveTo>
                  <a:lnTo>
                    <a:pt x="45" y="46"/>
                  </a:lnTo>
                  <a:lnTo>
                    <a:pt x="55" y="10"/>
                  </a:lnTo>
                  <a:lnTo>
                    <a:pt x="20" y="0"/>
                  </a:lnTo>
                  <a:lnTo>
                    <a:pt x="10" y="36"/>
                  </a:lnTo>
                  <a:lnTo>
                    <a:pt x="0" y="71"/>
                  </a:lnTo>
                  <a:lnTo>
                    <a:pt x="35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11" name=""/>
            <p:cNvSpPr/>
            <p:nvPr/>
          </p:nvSpPr>
          <p:spPr>
            <a:xfrm rot="0">
              <a:off x="1700" y="2538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36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12" name=""/>
            <p:cNvSpPr/>
            <p:nvPr/>
          </p:nvSpPr>
          <p:spPr>
            <a:xfrm rot="0">
              <a:off x="1703" y="25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13" name=""/>
            <p:cNvSpPr/>
            <p:nvPr/>
          </p:nvSpPr>
          <p:spPr>
            <a:xfrm rot="0">
              <a:off x="1684" y="2535"/>
              <a:ext cx="19" cy="27"/>
            </a:xfrm>
            <a:custGeom>
              <a:avLst/>
              <a:ahLst/>
              <a:rect l="0" t="0" r="r" b="b"/>
              <a:pathLst>
                <a:path w="57" h="81">
                  <a:moveTo>
                    <a:pt x="37" y="81"/>
                  </a:moveTo>
                  <a:lnTo>
                    <a:pt x="47" y="46"/>
                  </a:lnTo>
                  <a:lnTo>
                    <a:pt x="57" y="10"/>
                  </a:lnTo>
                  <a:lnTo>
                    <a:pt x="20" y="0"/>
                  </a:lnTo>
                  <a:lnTo>
                    <a:pt x="10" y="36"/>
                  </a:lnTo>
                  <a:lnTo>
                    <a:pt x="0" y="71"/>
                  </a:lnTo>
                  <a:lnTo>
                    <a:pt x="37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14" name=""/>
            <p:cNvSpPr/>
            <p:nvPr/>
          </p:nvSpPr>
          <p:spPr>
            <a:xfrm rot="0">
              <a:off x="1684" y="2535"/>
              <a:ext cx="19" cy="27"/>
            </a:xfrm>
            <a:custGeom>
              <a:avLst/>
              <a:ahLst/>
              <a:rect l="0" t="0" r="r" b="b"/>
              <a:pathLst>
                <a:path w="57" h="81">
                  <a:moveTo>
                    <a:pt x="37" y="81"/>
                  </a:moveTo>
                  <a:lnTo>
                    <a:pt x="47" y="46"/>
                  </a:lnTo>
                  <a:lnTo>
                    <a:pt x="57" y="10"/>
                  </a:lnTo>
                  <a:lnTo>
                    <a:pt x="20" y="0"/>
                  </a:lnTo>
                  <a:lnTo>
                    <a:pt x="10" y="36"/>
                  </a:lnTo>
                  <a:lnTo>
                    <a:pt x="0" y="71"/>
                  </a:lnTo>
                  <a:lnTo>
                    <a:pt x="37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15" name=""/>
            <p:cNvSpPr/>
            <p:nvPr/>
          </p:nvSpPr>
          <p:spPr>
            <a:xfrm rot="0">
              <a:off x="1688" y="2535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36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16" name=""/>
            <p:cNvSpPr/>
            <p:nvPr/>
          </p:nvSpPr>
          <p:spPr>
            <a:xfrm rot="0" flipH="1">
              <a:off x="1690" y="2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17" name=""/>
            <p:cNvSpPr/>
            <p:nvPr/>
          </p:nvSpPr>
          <p:spPr>
            <a:xfrm rot="0">
              <a:off x="1673" y="2532"/>
              <a:ext cx="17" cy="26"/>
            </a:xfrm>
            <a:custGeom>
              <a:avLst/>
              <a:ahLst/>
              <a:rect l="0" t="0" r="r" b="b"/>
              <a:pathLst>
                <a:path w="51" h="78">
                  <a:moveTo>
                    <a:pt x="37" y="78"/>
                  </a:moveTo>
                  <a:lnTo>
                    <a:pt x="44" y="43"/>
                  </a:lnTo>
                  <a:lnTo>
                    <a:pt x="51" y="7"/>
                  </a:lnTo>
                  <a:lnTo>
                    <a:pt x="14" y="0"/>
                  </a:lnTo>
                  <a:lnTo>
                    <a:pt x="7" y="36"/>
                  </a:lnTo>
                  <a:lnTo>
                    <a:pt x="0" y="71"/>
                  </a:lnTo>
                  <a:lnTo>
                    <a:pt x="37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18" name=""/>
            <p:cNvSpPr/>
            <p:nvPr/>
          </p:nvSpPr>
          <p:spPr>
            <a:xfrm rot="0">
              <a:off x="1673" y="2532"/>
              <a:ext cx="17" cy="26"/>
            </a:xfrm>
            <a:custGeom>
              <a:avLst/>
              <a:ahLst/>
              <a:rect l="0" t="0" r="r" b="b"/>
              <a:pathLst>
                <a:path w="51" h="78">
                  <a:moveTo>
                    <a:pt x="37" y="78"/>
                  </a:moveTo>
                  <a:lnTo>
                    <a:pt x="44" y="43"/>
                  </a:lnTo>
                  <a:lnTo>
                    <a:pt x="51" y="7"/>
                  </a:lnTo>
                  <a:lnTo>
                    <a:pt x="14" y="0"/>
                  </a:lnTo>
                  <a:lnTo>
                    <a:pt x="7" y="36"/>
                  </a:lnTo>
                  <a:lnTo>
                    <a:pt x="0" y="71"/>
                  </a:lnTo>
                  <a:lnTo>
                    <a:pt x="37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19" name=""/>
            <p:cNvSpPr/>
            <p:nvPr/>
          </p:nvSpPr>
          <p:spPr>
            <a:xfrm rot="0">
              <a:off x="1675" y="2532"/>
              <a:ext cx="3" cy="12"/>
            </a:xfrm>
            <a:custGeom>
              <a:avLst/>
              <a:ahLst/>
              <a:rect l="0" t="0" r="r" b="b"/>
              <a:pathLst>
                <a:path w="7" h="36">
                  <a:moveTo>
                    <a:pt x="0" y="36"/>
                  </a:moveTo>
                  <a:lnTo>
                    <a:pt x="7" y="0"/>
                  </a:lnTo>
                  <a:lnTo>
                    <a:pt x="4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20" name=""/>
            <p:cNvSpPr/>
            <p:nvPr/>
          </p:nvSpPr>
          <p:spPr>
            <a:xfrm rot="0" flipH="1">
              <a:off x="1677" y="25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21" name=""/>
            <p:cNvSpPr/>
            <p:nvPr/>
          </p:nvSpPr>
          <p:spPr>
            <a:xfrm rot="0">
              <a:off x="1662" y="2531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37" y="75"/>
                  </a:moveTo>
                  <a:lnTo>
                    <a:pt x="41" y="40"/>
                  </a:lnTo>
                  <a:lnTo>
                    <a:pt x="45" y="4"/>
                  </a:lnTo>
                  <a:lnTo>
                    <a:pt x="8" y="0"/>
                  </a:lnTo>
                  <a:lnTo>
                    <a:pt x="4" y="35"/>
                  </a:lnTo>
                  <a:lnTo>
                    <a:pt x="0" y="71"/>
                  </a:lnTo>
                  <a:lnTo>
                    <a:pt x="37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22" name=""/>
            <p:cNvSpPr/>
            <p:nvPr/>
          </p:nvSpPr>
          <p:spPr>
            <a:xfrm rot="0">
              <a:off x="1662" y="2531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37" y="75"/>
                  </a:moveTo>
                  <a:lnTo>
                    <a:pt x="41" y="40"/>
                  </a:lnTo>
                  <a:lnTo>
                    <a:pt x="45" y="4"/>
                  </a:lnTo>
                  <a:lnTo>
                    <a:pt x="8" y="0"/>
                  </a:lnTo>
                  <a:lnTo>
                    <a:pt x="4" y="35"/>
                  </a:lnTo>
                  <a:lnTo>
                    <a:pt x="0" y="71"/>
                  </a:lnTo>
                  <a:lnTo>
                    <a:pt x="37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23" name=""/>
            <p:cNvSpPr/>
            <p:nvPr/>
          </p:nvSpPr>
          <p:spPr>
            <a:xfrm rot="0">
              <a:off x="1663" y="2531"/>
              <a:ext cx="1" cy="12"/>
            </a:xfrm>
            <a:custGeom>
              <a:avLst/>
              <a:ahLst/>
              <a:rect l="0" t="0" r="r" b="b"/>
              <a:pathLst>
                <a:path w="4" h="35">
                  <a:moveTo>
                    <a:pt x="0" y="35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24" name=""/>
            <p:cNvSpPr/>
            <p:nvPr/>
          </p:nvSpPr>
          <p:spPr>
            <a:xfrm rot="0" flipH="1">
              <a:off x="1664" y="25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25" name=""/>
            <p:cNvSpPr/>
            <p:nvPr/>
          </p:nvSpPr>
          <p:spPr>
            <a:xfrm rot="0">
              <a:off x="1650" y="2530"/>
              <a:ext cx="14" cy="25"/>
            </a:xfrm>
            <a:custGeom>
              <a:avLst/>
              <a:ahLst/>
              <a:rect l="0" t="0" r="r" b="b"/>
              <a:pathLst>
                <a:path w="43" h="74">
                  <a:moveTo>
                    <a:pt x="37" y="74"/>
                  </a:moveTo>
                  <a:lnTo>
                    <a:pt x="40" y="38"/>
                  </a:lnTo>
                  <a:lnTo>
                    <a:pt x="43" y="3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1"/>
                  </a:lnTo>
                  <a:lnTo>
                    <a:pt x="37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26" name=""/>
            <p:cNvSpPr/>
            <p:nvPr/>
          </p:nvSpPr>
          <p:spPr>
            <a:xfrm rot="0">
              <a:off x="1650" y="2530"/>
              <a:ext cx="14" cy="25"/>
            </a:xfrm>
            <a:custGeom>
              <a:avLst/>
              <a:ahLst/>
              <a:rect l="0" t="0" r="r" b="b"/>
              <a:pathLst>
                <a:path w="43" h="74">
                  <a:moveTo>
                    <a:pt x="37" y="74"/>
                  </a:moveTo>
                  <a:lnTo>
                    <a:pt x="40" y="38"/>
                  </a:lnTo>
                  <a:lnTo>
                    <a:pt x="43" y="3"/>
                  </a:lnTo>
                  <a:lnTo>
                    <a:pt x="6" y="0"/>
                  </a:lnTo>
                  <a:lnTo>
                    <a:pt x="3" y="36"/>
                  </a:lnTo>
                  <a:lnTo>
                    <a:pt x="0" y="71"/>
                  </a:lnTo>
                  <a:lnTo>
                    <a:pt x="37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27" name=""/>
            <p:cNvSpPr/>
            <p:nvPr/>
          </p:nvSpPr>
          <p:spPr>
            <a:xfrm rot="0">
              <a:off x="1651" y="2530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36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28" name=""/>
            <p:cNvSpPr/>
            <p:nvPr/>
          </p:nvSpPr>
          <p:spPr>
            <a:xfrm rot="0" flipH="1">
              <a:off x="1651" y="25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29" name=""/>
            <p:cNvSpPr/>
            <p:nvPr/>
          </p:nvSpPr>
          <p:spPr>
            <a:xfrm rot="0">
              <a:off x="1638" y="2529"/>
              <a:ext cx="13" cy="25"/>
            </a:xfrm>
            <a:custGeom>
              <a:avLst/>
              <a:ahLst/>
              <a:rect l="0" t="0" r="r" b="b"/>
              <a:pathLst>
                <a:path w="40" h="73">
                  <a:moveTo>
                    <a:pt x="37" y="73"/>
                  </a:moveTo>
                  <a:lnTo>
                    <a:pt x="39" y="38"/>
                  </a:lnTo>
                  <a:lnTo>
                    <a:pt x="40" y="2"/>
                  </a:lnTo>
                  <a:lnTo>
                    <a:pt x="3" y="0"/>
                  </a:lnTo>
                  <a:lnTo>
                    <a:pt x="2" y="36"/>
                  </a:lnTo>
                  <a:lnTo>
                    <a:pt x="0" y="72"/>
                  </a:lnTo>
                  <a:lnTo>
                    <a:pt x="37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30" name=""/>
            <p:cNvSpPr/>
            <p:nvPr/>
          </p:nvSpPr>
          <p:spPr>
            <a:xfrm rot="0">
              <a:off x="1638" y="2529"/>
              <a:ext cx="13" cy="25"/>
            </a:xfrm>
            <a:custGeom>
              <a:avLst/>
              <a:ahLst/>
              <a:rect l="0" t="0" r="r" b="b"/>
              <a:pathLst>
                <a:path w="40" h="73">
                  <a:moveTo>
                    <a:pt x="37" y="73"/>
                  </a:moveTo>
                  <a:lnTo>
                    <a:pt x="39" y="38"/>
                  </a:lnTo>
                  <a:lnTo>
                    <a:pt x="40" y="2"/>
                  </a:lnTo>
                  <a:lnTo>
                    <a:pt x="3" y="0"/>
                  </a:lnTo>
                  <a:lnTo>
                    <a:pt x="2" y="36"/>
                  </a:lnTo>
                  <a:lnTo>
                    <a:pt x="0" y="72"/>
                  </a:lnTo>
                  <a:lnTo>
                    <a:pt x="37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31" name=""/>
            <p:cNvSpPr/>
            <p:nvPr/>
          </p:nvSpPr>
          <p:spPr>
            <a:xfrm rot="0">
              <a:off x="1638" y="2529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2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32" name=""/>
            <p:cNvSpPr/>
            <p:nvPr/>
          </p:nvSpPr>
          <p:spPr>
            <a:xfrm rot="0" flipH="1">
              <a:off x="1638" y="25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33" name=""/>
            <p:cNvSpPr/>
            <p:nvPr/>
          </p:nvSpPr>
          <p:spPr>
            <a:xfrm rot="0">
              <a:off x="1625" y="2529"/>
              <a:ext cx="14" cy="25"/>
            </a:xfrm>
            <a:custGeom>
              <a:avLst/>
              <a:ahLst/>
              <a:rect l="0" t="0" r="r" b="b"/>
              <a:pathLst>
                <a:path w="40" h="73">
                  <a:moveTo>
                    <a:pt x="40" y="72"/>
                  </a:moveTo>
                  <a:lnTo>
                    <a:pt x="39" y="36"/>
                  </a:lnTo>
                  <a:lnTo>
                    <a:pt x="37" y="0"/>
                  </a:lnTo>
                  <a:lnTo>
                    <a:pt x="0" y="2"/>
                  </a:lnTo>
                  <a:lnTo>
                    <a:pt x="2" y="38"/>
                  </a:lnTo>
                  <a:lnTo>
                    <a:pt x="3" y="73"/>
                  </a:lnTo>
                  <a:lnTo>
                    <a:pt x="4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34" name=""/>
            <p:cNvSpPr/>
            <p:nvPr/>
          </p:nvSpPr>
          <p:spPr>
            <a:xfrm rot="0">
              <a:off x="1625" y="2529"/>
              <a:ext cx="14" cy="25"/>
            </a:xfrm>
            <a:custGeom>
              <a:avLst/>
              <a:ahLst/>
              <a:rect l="0" t="0" r="r" b="b"/>
              <a:pathLst>
                <a:path w="40" h="73">
                  <a:moveTo>
                    <a:pt x="40" y="72"/>
                  </a:moveTo>
                  <a:lnTo>
                    <a:pt x="39" y="36"/>
                  </a:lnTo>
                  <a:lnTo>
                    <a:pt x="37" y="0"/>
                  </a:lnTo>
                  <a:lnTo>
                    <a:pt x="0" y="2"/>
                  </a:lnTo>
                  <a:lnTo>
                    <a:pt x="2" y="38"/>
                  </a:lnTo>
                  <a:lnTo>
                    <a:pt x="3" y="73"/>
                  </a:lnTo>
                  <a:lnTo>
                    <a:pt x="4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35" name=""/>
            <p:cNvSpPr/>
            <p:nvPr/>
          </p:nvSpPr>
          <p:spPr>
            <a:xfrm rot="0">
              <a:off x="1625" y="2530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36" name=""/>
            <p:cNvSpPr/>
            <p:nvPr/>
          </p:nvSpPr>
          <p:spPr>
            <a:xfrm rot="0" flipH="1">
              <a:off x="1625" y="25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37" name=""/>
            <p:cNvSpPr/>
            <p:nvPr/>
          </p:nvSpPr>
          <p:spPr>
            <a:xfrm rot="0">
              <a:off x="1612" y="2530"/>
              <a:ext cx="15" cy="25"/>
            </a:xfrm>
            <a:custGeom>
              <a:avLst/>
              <a:ahLst/>
              <a:rect l="0" t="0" r="r" b="b"/>
              <a:pathLst>
                <a:path w="45" h="74">
                  <a:moveTo>
                    <a:pt x="45" y="71"/>
                  </a:moveTo>
                  <a:lnTo>
                    <a:pt x="42" y="36"/>
                  </a:lnTo>
                  <a:lnTo>
                    <a:pt x="39" y="0"/>
                  </a:lnTo>
                  <a:lnTo>
                    <a:pt x="0" y="3"/>
                  </a:lnTo>
                  <a:lnTo>
                    <a:pt x="3" y="38"/>
                  </a:lnTo>
                  <a:lnTo>
                    <a:pt x="6" y="74"/>
                  </a:lnTo>
                  <a:lnTo>
                    <a:pt x="45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38" name=""/>
            <p:cNvSpPr/>
            <p:nvPr/>
          </p:nvSpPr>
          <p:spPr>
            <a:xfrm rot="0">
              <a:off x="1612" y="2530"/>
              <a:ext cx="15" cy="25"/>
            </a:xfrm>
            <a:custGeom>
              <a:avLst/>
              <a:ahLst/>
              <a:rect l="0" t="0" r="r" b="b"/>
              <a:pathLst>
                <a:path w="45" h="74">
                  <a:moveTo>
                    <a:pt x="45" y="71"/>
                  </a:moveTo>
                  <a:lnTo>
                    <a:pt x="42" y="36"/>
                  </a:lnTo>
                  <a:lnTo>
                    <a:pt x="39" y="0"/>
                  </a:lnTo>
                  <a:lnTo>
                    <a:pt x="0" y="3"/>
                  </a:lnTo>
                  <a:lnTo>
                    <a:pt x="3" y="38"/>
                  </a:lnTo>
                  <a:lnTo>
                    <a:pt x="6" y="74"/>
                  </a:lnTo>
                  <a:lnTo>
                    <a:pt x="45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39" name=""/>
            <p:cNvSpPr/>
            <p:nvPr/>
          </p:nvSpPr>
          <p:spPr>
            <a:xfrm rot="0">
              <a:off x="1612" y="2531"/>
              <a:ext cx="1" cy="12"/>
            </a:xfrm>
            <a:custGeom>
              <a:avLst/>
              <a:ahLst/>
              <a:rect l="0" t="0" r="r" b="b"/>
              <a:pathLst>
                <a:path w="4" h="35">
                  <a:moveTo>
                    <a:pt x="4" y="3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40" name=""/>
            <p:cNvSpPr/>
            <p:nvPr/>
          </p:nvSpPr>
          <p:spPr>
            <a:xfrm rot="0" flipH="1">
              <a:off x="1612" y="25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41" name=""/>
            <p:cNvSpPr/>
            <p:nvPr/>
          </p:nvSpPr>
          <p:spPr>
            <a:xfrm rot="0">
              <a:off x="1599" y="2531"/>
              <a:ext cx="16" cy="25"/>
            </a:xfrm>
            <a:custGeom>
              <a:avLst/>
              <a:ahLst/>
              <a:rect l="0" t="0" r="r" b="b"/>
              <a:pathLst>
                <a:path w="46" h="75">
                  <a:moveTo>
                    <a:pt x="46" y="71"/>
                  </a:moveTo>
                  <a:lnTo>
                    <a:pt x="41" y="35"/>
                  </a:lnTo>
                  <a:lnTo>
                    <a:pt x="37" y="0"/>
                  </a:lnTo>
                  <a:lnTo>
                    <a:pt x="0" y="4"/>
                  </a:lnTo>
                  <a:lnTo>
                    <a:pt x="4" y="40"/>
                  </a:lnTo>
                  <a:lnTo>
                    <a:pt x="9" y="75"/>
                  </a:lnTo>
                  <a:lnTo>
                    <a:pt x="46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42" name=""/>
            <p:cNvSpPr/>
            <p:nvPr/>
          </p:nvSpPr>
          <p:spPr>
            <a:xfrm rot="0">
              <a:off x="1599" y="2531"/>
              <a:ext cx="16" cy="25"/>
            </a:xfrm>
            <a:custGeom>
              <a:avLst/>
              <a:ahLst/>
              <a:rect l="0" t="0" r="r" b="b"/>
              <a:pathLst>
                <a:path w="46" h="75">
                  <a:moveTo>
                    <a:pt x="46" y="71"/>
                  </a:moveTo>
                  <a:lnTo>
                    <a:pt x="41" y="35"/>
                  </a:lnTo>
                  <a:lnTo>
                    <a:pt x="37" y="0"/>
                  </a:lnTo>
                  <a:lnTo>
                    <a:pt x="0" y="4"/>
                  </a:lnTo>
                  <a:lnTo>
                    <a:pt x="4" y="40"/>
                  </a:lnTo>
                  <a:lnTo>
                    <a:pt x="9" y="75"/>
                  </a:lnTo>
                  <a:lnTo>
                    <a:pt x="46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43" name=""/>
            <p:cNvSpPr/>
            <p:nvPr/>
          </p:nvSpPr>
          <p:spPr>
            <a:xfrm rot="0">
              <a:off x="1598" y="2532"/>
              <a:ext cx="3" cy="12"/>
            </a:xfrm>
            <a:custGeom>
              <a:avLst/>
              <a:ahLst/>
              <a:rect l="0" t="0" r="r" b="b"/>
              <a:pathLst>
                <a:path w="7" h="36">
                  <a:moveTo>
                    <a:pt x="7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44" name=""/>
            <p:cNvSpPr/>
            <p:nvPr/>
          </p:nvSpPr>
          <p:spPr>
            <a:xfrm rot="0" flipH="1">
              <a:off x="1598" y="25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45" name=""/>
            <p:cNvSpPr/>
            <p:nvPr/>
          </p:nvSpPr>
          <p:spPr>
            <a:xfrm rot="0">
              <a:off x="1587" y="2532"/>
              <a:ext cx="16" cy="26"/>
            </a:xfrm>
            <a:custGeom>
              <a:avLst/>
              <a:ahLst/>
              <a:rect l="0" t="0" r="r" b="b"/>
              <a:pathLst>
                <a:path w="49" h="78">
                  <a:moveTo>
                    <a:pt x="49" y="71"/>
                  </a:moveTo>
                  <a:lnTo>
                    <a:pt x="42" y="36"/>
                  </a:lnTo>
                  <a:lnTo>
                    <a:pt x="35" y="0"/>
                  </a:lnTo>
                  <a:lnTo>
                    <a:pt x="0" y="7"/>
                  </a:lnTo>
                  <a:lnTo>
                    <a:pt x="7" y="43"/>
                  </a:lnTo>
                  <a:lnTo>
                    <a:pt x="14" y="78"/>
                  </a:lnTo>
                  <a:lnTo>
                    <a:pt x="49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46" name=""/>
            <p:cNvSpPr/>
            <p:nvPr/>
          </p:nvSpPr>
          <p:spPr>
            <a:xfrm rot="0">
              <a:off x="1587" y="2532"/>
              <a:ext cx="16" cy="26"/>
            </a:xfrm>
            <a:custGeom>
              <a:avLst/>
              <a:ahLst/>
              <a:rect l="0" t="0" r="r" b="b"/>
              <a:pathLst>
                <a:path w="49" h="78">
                  <a:moveTo>
                    <a:pt x="49" y="71"/>
                  </a:moveTo>
                  <a:lnTo>
                    <a:pt x="42" y="36"/>
                  </a:lnTo>
                  <a:lnTo>
                    <a:pt x="35" y="0"/>
                  </a:lnTo>
                  <a:lnTo>
                    <a:pt x="0" y="7"/>
                  </a:lnTo>
                  <a:lnTo>
                    <a:pt x="7" y="43"/>
                  </a:lnTo>
                  <a:lnTo>
                    <a:pt x="14" y="78"/>
                  </a:lnTo>
                  <a:lnTo>
                    <a:pt x="49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47" name=""/>
            <p:cNvSpPr/>
            <p:nvPr/>
          </p:nvSpPr>
          <p:spPr>
            <a:xfrm rot="0">
              <a:off x="1586" y="2535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48" name=""/>
            <p:cNvSpPr/>
            <p:nvPr/>
          </p:nvSpPr>
          <p:spPr>
            <a:xfrm rot="0" flipH="1">
              <a:off x="1586" y="2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49" name=""/>
            <p:cNvSpPr/>
            <p:nvPr/>
          </p:nvSpPr>
          <p:spPr>
            <a:xfrm rot="0">
              <a:off x="1573" y="2535"/>
              <a:ext cx="19" cy="27"/>
            </a:xfrm>
            <a:custGeom>
              <a:avLst/>
              <a:ahLst/>
              <a:rect l="0" t="0" r="r" b="b"/>
              <a:pathLst>
                <a:path w="57" h="81">
                  <a:moveTo>
                    <a:pt x="57" y="71"/>
                  </a:moveTo>
                  <a:lnTo>
                    <a:pt x="47" y="36"/>
                  </a:lnTo>
                  <a:lnTo>
                    <a:pt x="37" y="0"/>
                  </a:lnTo>
                  <a:lnTo>
                    <a:pt x="0" y="10"/>
                  </a:lnTo>
                  <a:lnTo>
                    <a:pt x="10" y="46"/>
                  </a:lnTo>
                  <a:lnTo>
                    <a:pt x="20" y="81"/>
                  </a:lnTo>
                  <a:lnTo>
                    <a:pt x="57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50" name=""/>
            <p:cNvSpPr/>
            <p:nvPr/>
          </p:nvSpPr>
          <p:spPr>
            <a:xfrm rot="0">
              <a:off x="1573" y="2535"/>
              <a:ext cx="19" cy="27"/>
            </a:xfrm>
            <a:custGeom>
              <a:avLst/>
              <a:ahLst/>
              <a:rect l="0" t="0" r="r" b="b"/>
              <a:pathLst>
                <a:path w="57" h="81">
                  <a:moveTo>
                    <a:pt x="57" y="71"/>
                  </a:moveTo>
                  <a:lnTo>
                    <a:pt x="47" y="36"/>
                  </a:lnTo>
                  <a:lnTo>
                    <a:pt x="37" y="0"/>
                  </a:lnTo>
                  <a:lnTo>
                    <a:pt x="0" y="10"/>
                  </a:lnTo>
                  <a:lnTo>
                    <a:pt x="10" y="46"/>
                  </a:lnTo>
                  <a:lnTo>
                    <a:pt x="20" y="81"/>
                  </a:lnTo>
                  <a:lnTo>
                    <a:pt x="57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51" name=""/>
            <p:cNvSpPr/>
            <p:nvPr/>
          </p:nvSpPr>
          <p:spPr>
            <a:xfrm rot="0">
              <a:off x="1573" y="2538"/>
              <a:ext cx="4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3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52" name=""/>
            <p:cNvSpPr/>
            <p:nvPr/>
          </p:nvSpPr>
          <p:spPr>
            <a:xfrm rot="0">
              <a:off x="1573" y="25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53" name=""/>
            <p:cNvSpPr/>
            <p:nvPr/>
          </p:nvSpPr>
          <p:spPr>
            <a:xfrm rot="0">
              <a:off x="1561" y="2538"/>
              <a:ext cx="19" cy="27"/>
            </a:xfrm>
            <a:custGeom>
              <a:avLst/>
              <a:ahLst/>
              <a:rect l="0" t="0" r="r" b="b"/>
              <a:pathLst>
                <a:path w="56" h="81">
                  <a:moveTo>
                    <a:pt x="56" y="71"/>
                  </a:moveTo>
                  <a:lnTo>
                    <a:pt x="46" y="36"/>
                  </a:lnTo>
                  <a:lnTo>
                    <a:pt x="36" y="0"/>
                  </a:lnTo>
                  <a:lnTo>
                    <a:pt x="0" y="10"/>
                  </a:lnTo>
                  <a:lnTo>
                    <a:pt x="10" y="46"/>
                  </a:lnTo>
                  <a:lnTo>
                    <a:pt x="20" y="81"/>
                  </a:lnTo>
                  <a:lnTo>
                    <a:pt x="56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54" name=""/>
            <p:cNvSpPr/>
            <p:nvPr/>
          </p:nvSpPr>
          <p:spPr>
            <a:xfrm rot="0">
              <a:off x="1561" y="2538"/>
              <a:ext cx="19" cy="27"/>
            </a:xfrm>
            <a:custGeom>
              <a:avLst/>
              <a:ahLst/>
              <a:rect l="0" t="0" r="r" b="b"/>
              <a:pathLst>
                <a:path w="56" h="81">
                  <a:moveTo>
                    <a:pt x="56" y="71"/>
                  </a:moveTo>
                  <a:lnTo>
                    <a:pt x="46" y="36"/>
                  </a:lnTo>
                  <a:lnTo>
                    <a:pt x="36" y="0"/>
                  </a:lnTo>
                  <a:lnTo>
                    <a:pt x="0" y="10"/>
                  </a:lnTo>
                  <a:lnTo>
                    <a:pt x="10" y="46"/>
                  </a:lnTo>
                  <a:lnTo>
                    <a:pt x="20" y="81"/>
                  </a:lnTo>
                  <a:lnTo>
                    <a:pt x="56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55" name=""/>
            <p:cNvSpPr/>
            <p:nvPr/>
          </p:nvSpPr>
          <p:spPr>
            <a:xfrm rot="0">
              <a:off x="1560" y="2541"/>
              <a:ext cx="5" cy="12"/>
            </a:xfrm>
            <a:custGeom>
              <a:avLst/>
              <a:ahLst/>
              <a:rect l="0" t="0" r="r" b="b"/>
              <a:pathLst>
                <a:path w="13" h="36">
                  <a:moveTo>
                    <a:pt x="13" y="36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1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56" name=""/>
            <p:cNvSpPr/>
            <p:nvPr/>
          </p:nvSpPr>
          <p:spPr>
            <a:xfrm rot="0" flipH="1">
              <a:off x="1560" y="25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57" name=""/>
            <p:cNvSpPr/>
            <p:nvPr/>
          </p:nvSpPr>
          <p:spPr>
            <a:xfrm rot="0">
              <a:off x="1549" y="2542"/>
              <a:ext cx="20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61" y="68"/>
                  </a:moveTo>
                  <a:lnTo>
                    <a:pt x="48" y="34"/>
                  </a:lnTo>
                  <a:lnTo>
                    <a:pt x="35" y="0"/>
                  </a:lnTo>
                  <a:lnTo>
                    <a:pt x="0" y="12"/>
                  </a:lnTo>
                  <a:lnTo>
                    <a:pt x="12" y="47"/>
                  </a:lnTo>
                  <a:lnTo>
                    <a:pt x="25" y="81"/>
                  </a:lnTo>
                  <a:lnTo>
                    <a:pt x="61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58" name=""/>
            <p:cNvSpPr/>
            <p:nvPr/>
          </p:nvSpPr>
          <p:spPr>
            <a:xfrm rot="0">
              <a:off x="1549" y="2542"/>
              <a:ext cx="20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61" y="68"/>
                  </a:moveTo>
                  <a:lnTo>
                    <a:pt x="48" y="34"/>
                  </a:lnTo>
                  <a:lnTo>
                    <a:pt x="35" y="0"/>
                  </a:lnTo>
                  <a:lnTo>
                    <a:pt x="0" y="12"/>
                  </a:lnTo>
                  <a:lnTo>
                    <a:pt x="12" y="47"/>
                  </a:lnTo>
                  <a:lnTo>
                    <a:pt x="25" y="81"/>
                  </a:lnTo>
                  <a:lnTo>
                    <a:pt x="61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59" name=""/>
            <p:cNvSpPr/>
            <p:nvPr/>
          </p:nvSpPr>
          <p:spPr>
            <a:xfrm rot="0">
              <a:off x="1548" y="2546"/>
              <a:ext cx="5" cy="12"/>
            </a:xfrm>
            <a:custGeom>
              <a:avLst/>
              <a:ahLst/>
              <a:rect l="0" t="0" r="r" b="b"/>
              <a:pathLst>
                <a:path w="15" h="35">
                  <a:moveTo>
                    <a:pt x="15" y="35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1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60" name=""/>
            <p:cNvSpPr/>
            <p:nvPr/>
          </p:nvSpPr>
          <p:spPr>
            <a:xfrm rot="0" flipH="1">
              <a:off x="1548" y="2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61" name=""/>
            <p:cNvSpPr/>
            <p:nvPr/>
          </p:nvSpPr>
          <p:spPr>
            <a:xfrm rot="0">
              <a:off x="1536" y="2547"/>
              <a:ext cx="22" cy="27"/>
            </a:xfrm>
            <a:custGeom>
              <a:avLst/>
              <a:ahLst/>
              <a:rect l="0" t="0" r="r" b="b"/>
              <a:pathLst>
                <a:path w="65" h="81">
                  <a:moveTo>
                    <a:pt x="65" y="65"/>
                  </a:moveTo>
                  <a:lnTo>
                    <a:pt x="49" y="33"/>
                  </a:lnTo>
                  <a:lnTo>
                    <a:pt x="34" y="0"/>
                  </a:lnTo>
                  <a:lnTo>
                    <a:pt x="0" y="15"/>
                  </a:lnTo>
                  <a:lnTo>
                    <a:pt x="15" y="48"/>
                  </a:lnTo>
                  <a:lnTo>
                    <a:pt x="31" y="81"/>
                  </a:lnTo>
                  <a:lnTo>
                    <a:pt x="6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62" name=""/>
            <p:cNvSpPr/>
            <p:nvPr/>
          </p:nvSpPr>
          <p:spPr>
            <a:xfrm rot="0">
              <a:off x="1536" y="2547"/>
              <a:ext cx="22" cy="27"/>
            </a:xfrm>
            <a:custGeom>
              <a:avLst/>
              <a:ahLst/>
              <a:rect l="0" t="0" r="r" b="b"/>
              <a:pathLst>
                <a:path w="65" h="81">
                  <a:moveTo>
                    <a:pt x="65" y="65"/>
                  </a:moveTo>
                  <a:lnTo>
                    <a:pt x="49" y="33"/>
                  </a:lnTo>
                  <a:lnTo>
                    <a:pt x="34" y="0"/>
                  </a:lnTo>
                  <a:lnTo>
                    <a:pt x="0" y="15"/>
                  </a:lnTo>
                  <a:lnTo>
                    <a:pt x="15" y="48"/>
                  </a:lnTo>
                  <a:lnTo>
                    <a:pt x="31" y="81"/>
                  </a:lnTo>
                  <a:lnTo>
                    <a:pt x="6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63" name=""/>
            <p:cNvSpPr/>
            <p:nvPr/>
          </p:nvSpPr>
          <p:spPr>
            <a:xfrm rot="0">
              <a:off x="1525" y="2552"/>
              <a:ext cx="22" cy="27"/>
            </a:xfrm>
            <a:custGeom>
              <a:avLst/>
              <a:ahLst/>
              <a:rect l="0" t="0" r="r" b="b"/>
              <a:pathLst>
                <a:path w="66" h="82">
                  <a:moveTo>
                    <a:pt x="66" y="66"/>
                  </a:moveTo>
                  <a:lnTo>
                    <a:pt x="50" y="33"/>
                  </a:lnTo>
                  <a:lnTo>
                    <a:pt x="35" y="0"/>
                  </a:lnTo>
                  <a:lnTo>
                    <a:pt x="0" y="16"/>
                  </a:lnTo>
                  <a:lnTo>
                    <a:pt x="16" y="49"/>
                  </a:lnTo>
                  <a:lnTo>
                    <a:pt x="32" y="82"/>
                  </a:lnTo>
                  <a:lnTo>
                    <a:pt x="66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64" name=""/>
            <p:cNvSpPr/>
            <p:nvPr/>
          </p:nvSpPr>
          <p:spPr>
            <a:xfrm rot="0">
              <a:off x="1525" y="2552"/>
              <a:ext cx="22" cy="27"/>
            </a:xfrm>
            <a:custGeom>
              <a:avLst/>
              <a:ahLst/>
              <a:rect l="0" t="0" r="r" b="b"/>
              <a:pathLst>
                <a:path w="66" h="82">
                  <a:moveTo>
                    <a:pt x="66" y="66"/>
                  </a:moveTo>
                  <a:lnTo>
                    <a:pt x="50" y="33"/>
                  </a:lnTo>
                  <a:lnTo>
                    <a:pt x="35" y="0"/>
                  </a:lnTo>
                  <a:lnTo>
                    <a:pt x="0" y="16"/>
                  </a:lnTo>
                  <a:lnTo>
                    <a:pt x="16" y="49"/>
                  </a:lnTo>
                  <a:lnTo>
                    <a:pt x="32" y="82"/>
                  </a:lnTo>
                  <a:lnTo>
                    <a:pt x="66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65" name=""/>
            <p:cNvSpPr/>
            <p:nvPr/>
          </p:nvSpPr>
          <p:spPr>
            <a:xfrm rot="0">
              <a:off x="1524" y="2557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3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66" name=""/>
            <p:cNvSpPr/>
            <p:nvPr/>
          </p:nvSpPr>
          <p:spPr>
            <a:xfrm rot="0" flipH="1">
              <a:off x="1524" y="2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67" name=""/>
            <p:cNvSpPr/>
            <p:nvPr/>
          </p:nvSpPr>
          <p:spPr>
            <a:xfrm rot="0">
              <a:off x="1513" y="2558"/>
              <a:ext cx="23" cy="27"/>
            </a:xfrm>
            <a:custGeom>
              <a:avLst/>
              <a:ahLst/>
              <a:rect l="0" t="0" r="r" b="b"/>
              <a:pathLst>
                <a:path w="69" h="81">
                  <a:moveTo>
                    <a:pt x="69" y="62"/>
                  </a:moveTo>
                  <a:lnTo>
                    <a:pt x="50" y="31"/>
                  </a:lnTo>
                  <a:lnTo>
                    <a:pt x="32" y="0"/>
                  </a:lnTo>
                  <a:lnTo>
                    <a:pt x="0" y="18"/>
                  </a:lnTo>
                  <a:lnTo>
                    <a:pt x="19" y="49"/>
                  </a:lnTo>
                  <a:lnTo>
                    <a:pt x="37" y="81"/>
                  </a:lnTo>
                  <a:lnTo>
                    <a:pt x="69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68" name=""/>
            <p:cNvSpPr/>
            <p:nvPr/>
          </p:nvSpPr>
          <p:spPr>
            <a:xfrm rot="0">
              <a:off x="1513" y="2558"/>
              <a:ext cx="23" cy="27"/>
            </a:xfrm>
            <a:custGeom>
              <a:avLst/>
              <a:ahLst/>
              <a:rect l="0" t="0" r="r" b="b"/>
              <a:pathLst>
                <a:path w="69" h="81">
                  <a:moveTo>
                    <a:pt x="69" y="62"/>
                  </a:moveTo>
                  <a:lnTo>
                    <a:pt x="50" y="31"/>
                  </a:lnTo>
                  <a:lnTo>
                    <a:pt x="32" y="0"/>
                  </a:lnTo>
                  <a:lnTo>
                    <a:pt x="0" y="18"/>
                  </a:lnTo>
                  <a:lnTo>
                    <a:pt x="19" y="49"/>
                  </a:lnTo>
                  <a:lnTo>
                    <a:pt x="37" y="81"/>
                  </a:lnTo>
                  <a:lnTo>
                    <a:pt x="69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69" name=""/>
            <p:cNvSpPr/>
            <p:nvPr/>
          </p:nvSpPr>
          <p:spPr>
            <a:xfrm rot="0">
              <a:off x="1513" y="2564"/>
              <a:ext cx="7" cy="10"/>
            </a:xfrm>
            <a:custGeom>
              <a:avLst/>
              <a:ahLst/>
              <a:rect l="0" t="0" r="r" b="b"/>
              <a:pathLst>
                <a:path w="19" h="31">
                  <a:moveTo>
                    <a:pt x="19" y="3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70" name=""/>
            <p:cNvSpPr/>
            <p:nvPr/>
          </p:nvSpPr>
          <p:spPr>
            <a:xfrm rot="0">
              <a:off x="1513" y="2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71" name=""/>
            <p:cNvSpPr/>
            <p:nvPr/>
          </p:nvSpPr>
          <p:spPr>
            <a:xfrm rot="0">
              <a:off x="1503" y="2564"/>
              <a:ext cx="23" cy="27"/>
            </a:xfrm>
            <a:custGeom>
              <a:avLst/>
              <a:ahLst/>
              <a:rect l="0" t="0" r="r" b="b"/>
              <a:pathLst>
                <a:path w="69" h="83">
                  <a:moveTo>
                    <a:pt x="69" y="63"/>
                  </a:moveTo>
                  <a:lnTo>
                    <a:pt x="51" y="31"/>
                  </a:lnTo>
                  <a:lnTo>
                    <a:pt x="32" y="0"/>
                  </a:lnTo>
                  <a:lnTo>
                    <a:pt x="0" y="20"/>
                  </a:lnTo>
                  <a:lnTo>
                    <a:pt x="18" y="51"/>
                  </a:lnTo>
                  <a:lnTo>
                    <a:pt x="37" y="83"/>
                  </a:lnTo>
                  <a:lnTo>
                    <a:pt x="69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72" name=""/>
            <p:cNvSpPr/>
            <p:nvPr/>
          </p:nvSpPr>
          <p:spPr>
            <a:xfrm rot="0">
              <a:off x="1503" y="2564"/>
              <a:ext cx="23" cy="27"/>
            </a:xfrm>
            <a:custGeom>
              <a:avLst/>
              <a:ahLst/>
              <a:rect l="0" t="0" r="r" b="b"/>
              <a:pathLst>
                <a:path w="69" h="83">
                  <a:moveTo>
                    <a:pt x="69" y="63"/>
                  </a:moveTo>
                  <a:lnTo>
                    <a:pt x="51" y="31"/>
                  </a:lnTo>
                  <a:lnTo>
                    <a:pt x="32" y="0"/>
                  </a:lnTo>
                  <a:lnTo>
                    <a:pt x="0" y="20"/>
                  </a:lnTo>
                  <a:lnTo>
                    <a:pt x="18" y="51"/>
                  </a:lnTo>
                  <a:lnTo>
                    <a:pt x="37" y="83"/>
                  </a:lnTo>
                  <a:lnTo>
                    <a:pt x="69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73" name=""/>
            <p:cNvSpPr/>
            <p:nvPr/>
          </p:nvSpPr>
          <p:spPr>
            <a:xfrm rot="0">
              <a:off x="1502" y="2570"/>
              <a:ext cx="7" cy="11"/>
            </a:xfrm>
            <a:custGeom>
              <a:avLst/>
              <a:ahLst/>
              <a:rect l="0" t="0" r="r" b="b"/>
              <a:pathLst>
                <a:path w="21" h="31">
                  <a:moveTo>
                    <a:pt x="21" y="31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2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74" name=""/>
            <p:cNvSpPr/>
            <p:nvPr/>
          </p:nvSpPr>
          <p:spPr>
            <a:xfrm rot="0" flipH="1">
              <a:off x="1502" y="25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75" name=""/>
            <p:cNvSpPr/>
            <p:nvPr/>
          </p:nvSpPr>
          <p:spPr>
            <a:xfrm rot="0">
              <a:off x="1492" y="2571"/>
              <a:ext cx="24" cy="27"/>
            </a:xfrm>
            <a:custGeom>
              <a:avLst/>
              <a:ahLst/>
              <a:rect l="0" t="0" r="r" b="b"/>
              <a:pathLst>
                <a:path w="72" h="80">
                  <a:moveTo>
                    <a:pt x="72" y="57"/>
                  </a:moveTo>
                  <a:lnTo>
                    <a:pt x="51" y="28"/>
                  </a:lnTo>
                  <a:lnTo>
                    <a:pt x="30" y="0"/>
                  </a:lnTo>
                  <a:lnTo>
                    <a:pt x="0" y="23"/>
                  </a:lnTo>
                  <a:lnTo>
                    <a:pt x="21" y="51"/>
                  </a:lnTo>
                  <a:lnTo>
                    <a:pt x="42" y="80"/>
                  </a:lnTo>
                  <a:lnTo>
                    <a:pt x="72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76" name=""/>
            <p:cNvSpPr/>
            <p:nvPr/>
          </p:nvSpPr>
          <p:spPr>
            <a:xfrm rot="0">
              <a:off x="1492" y="2571"/>
              <a:ext cx="24" cy="27"/>
            </a:xfrm>
            <a:custGeom>
              <a:avLst/>
              <a:ahLst/>
              <a:rect l="0" t="0" r="r" b="b"/>
              <a:pathLst>
                <a:path w="72" h="80">
                  <a:moveTo>
                    <a:pt x="72" y="57"/>
                  </a:moveTo>
                  <a:lnTo>
                    <a:pt x="51" y="28"/>
                  </a:lnTo>
                  <a:lnTo>
                    <a:pt x="30" y="0"/>
                  </a:lnTo>
                  <a:lnTo>
                    <a:pt x="0" y="23"/>
                  </a:lnTo>
                  <a:lnTo>
                    <a:pt x="21" y="51"/>
                  </a:lnTo>
                  <a:lnTo>
                    <a:pt x="42" y="80"/>
                  </a:lnTo>
                  <a:lnTo>
                    <a:pt x="72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77" name=""/>
            <p:cNvSpPr/>
            <p:nvPr/>
          </p:nvSpPr>
          <p:spPr>
            <a:xfrm rot="0">
              <a:off x="1482" y="2579"/>
              <a:ext cx="24" cy="26"/>
            </a:xfrm>
            <a:custGeom>
              <a:avLst/>
              <a:ahLst/>
              <a:rect l="0" t="0" r="r" b="b"/>
              <a:pathLst>
                <a:path w="72" h="79">
                  <a:moveTo>
                    <a:pt x="72" y="57"/>
                  </a:moveTo>
                  <a:lnTo>
                    <a:pt x="51" y="28"/>
                  </a:lnTo>
                  <a:lnTo>
                    <a:pt x="30" y="0"/>
                  </a:lnTo>
                  <a:lnTo>
                    <a:pt x="0" y="22"/>
                  </a:lnTo>
                  <a:lnTo>
                    <a:pt x="21" y="51"/>
                  </a:lnTo>
                  <a:lnTo>
                    <a:pt x="43" y="79"/>
                  </a:lnTo>
                  <a:lnTo>
                    <a:pt x="72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78" name=""/>
            <p:cNvSpPr/>
            <p:nvPr/>
          </p:nvSpPr>
          <p:spPr>
            <a:xfrm rot="0">
              <a:off x="1482" y="2579"/>
              <a:ext cx="24" cy="26"/>
            </a:xfrm>
            <a:custGeom>
              <a:avLst/>
              <a:ahLst/>
              <a:rect l="0" t="0" r="r" b="b"/>
              <a:pathLst>
                <a:path w="72" h="79">
                  <a:moveTo>
                    <a:pt x="72" y="57"/>
                  </a:moveTo>
                  <a:lnTo>
                    <a:pt x="51" y="28"/>
                  </a:lnTo>
                  <a:lnTo>
                    <a:pt x="30" y="0"/>
                  </a:lnTo>
                  <a:lnTo>
                    <a:pt x="0" y="22"/>
                  </a:lnTo>
                  <a:lnTo>
                    <a:pt x="21" y="51"/>
                  </a:lnTo>
                  <a:lnTo>
                    <a:pt x="43" y="79"/>
                  </a:lnTo>
                  <a:lnTo>
                    <a:pt x="72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79" name=""/>
            <p:cNvSpPr/>
            <p:nvPr/>
          </p:nvSpPr>
          <p:spPr>
            <a:xfrm rot="0">
              <a:off x="1481" y="2586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24" y="29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80" name=""/>
            <p:cNvSpPr/>
            <p:nvPr/>
          </p:nvSpPr>
          <p:spPr>
            <a:xfrm rot="0" flipH="1">
              <a:off x="1481" y="25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81" name=""/>
            <p:cNvSpPr/>
            <p:nvPr/>
          </p:nvSpPr>
          <p:spPr>
            <a:xfrm rot="0">
              <a:off x="1472" y="2587"/>
              <a:ext cx="25" cy="26"/>
            </a:xfrm>
            <a:custGeom>
              <a:avLst/>
              <a:ahLst/>
              <a:rect l="0" t="0" r="r" b="b"/>
              <a:pathLst>
                <a:path w="75" h="78">
                  <a:moveTo>
                    <a:pt x="75" y="54"/>
                  </a:moveTo>
                  <a:lnTo>
                    <a:pt x="51" y="27"/>
                  </a:lnTo>
                  <a:lnTo>
                    <a:pt x="27" y="0"/>
                  </a:lnTo>
                  <a:lnTo>
                    <a:pt x="0" y="24"/>
                  </a:lnTo>
                  <a:lnTo>
                    <a:pt x="24" y="51"/>
                  </a:lnTo>
                  <a:lnTo>
                    <a:pt x="48" y="78"/>
                  </a:lnTo>
                  <a:lnTo>
                    <a:pt x="7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82" name=""/>
            <p:cNvSpPr/>
            <p:nvPr/>
          </p:nvSpPr>
          <p:spPr>
            <a:xfrm rot="0">
              <a:off x="1472" y="2587"/>
              <a:ext cx="25" cy="26"/>
            </a:xfrm>
            <a:custGeom>
              <a:avLst/>
              <a:ahLst/>
              <a:rect l="0" t="0" r="r" b="b"/>
              <a:pathLst>
                <a:path w="75" h="78">
                  <a:moveTo>
                    <a:pt x="75" y="54"/>
                  </a:moveTo>
                  <a:lnTo>
                    <a:pt x="51" y="27"/>
                  </a:lnTo>
                  <a:lnTo>
                    <a:pt x="27" y="0"/>
                  </a:lnTo>
                  <a:lnTo>
                    <a:pt x="0" y="24"/>
                  </a:lnTo>
                  <a:lnTo>
                    <a:pt x="24" y="51"/>
                  </a:lnTo>
                  <a:lnTo>
                    <a:pt x="48" y="78"/>
                  </a:lnTo>
                  <a:lnTo>
                    <a:pt x="7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83" name=""/>
            <p:cNvSpPr/>
            <p:nvPr/>
          </p:nvSpPr>
          <p:spPr>
            <a:xfrm rot="0">
              <a:off x="1471" y="2595"/>
              <a:ext cx="9" cy="9"/>
            </a:xfrm>
            <a:custGeom>
              <a:avLst/>
              <a:ahLst/>
              <a:rect l="0" t="0" r="r" b="b"/>
              <a:pathLst>
                <a:path w="25" h="27">
                  <a:moveTo>
                    <a:pt x="25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84" name=""/>
            <p:cNvSpPr/>
            <p:nvPr/>
          </p:nvSpPr>
          <p:spPr>
            <a:xfrm rot="0" flipH="1">
              <a:off x="1471" y="25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85" name=""/>
            <p:cNvSpPr/>
            <p:nvPr/>
          </p:nvSpPr>
          <p:spPr>
            <a:xfrm rot="0">
              <a:off x="1462" y="2595"/>
              <a:ext cx="26" cy="27"/>
            </a:xfrm>
            <a:custGeom>
              <a:avLst/>
              <a:ahLst/>
              <a:rect l="0" t="0" r="r" b="b"/>
              <a:pathLst>
                <a:path w="79" h="79">
                  <a:moveTo>
                    <a:pt x="79" y="52"/>
                  </a:moveTo>
                  <a:lnTo>
                    <a:pt x="53" y="26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6" y="53"/>
                  </a:lnTo>
                  <a:lnTo>
                    <a:pt x="52" y="79"/>
                  </a:lnTo>
                  <a:lnTo>
                    <a:pt x="7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86" name=""/>
            <p:cNvSpPr/>
            <p:nvPr/>
          </p:nvSpPr>
          <p:spPr>
            <a:xfrm rot="0">
              <a:off x="1462" y="2595"/>
              <a:ext cx="26" cy="27"/>
            </a:xfrm>
            <a:custGeom>
              <a:avLst/>
              <a:ahLst/>
              <a:rect l="0" t="0" r="r" b="b"/>
              <a:pathLst>
                <a:path w="79" h="79">
                  <a:moveTo>
                    <a:pt x="79" y="52"/>
                  </a:moveTo>
                  <a:lnTo>
                    <a:pt x="53" y="26"/>
                  </a:lnTo>
                  <a:lnTo>
                    <a:pt x="28" y="0"/>
                  </a:lnTo>
                  <a:lnTo>
                    <a:pt x="0" y="27"/>
                  </a:lnTo>
                  <a:lnTo>
                    <a:pt x="26" y="53"/>
                  </a:lnTo>
                  <a:lnTo>
                    <a:pt x="52" y="79"/>
                  </a:lnTo>
                  <a:lnTo>
                    <a:pt x="7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87" name=""/>
            <p:cNvSpPr/>
            <p:nvPr/>
          </p:nvSpPr>
          <p:spPr>
            <a:xfrm rot="0">
              <a:off x="1462" y="2604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2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88" name=""/>
            <p:cNvSpPr/>
            <p:nvPr/>
          </p:nvSpPr>
          <p:spPr>
            <a:xfrm rot="0" flipH="1">
              <a:off x="1462" y="2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89" name=""/>
            <p:cNvSpPr/>
            <p:nvPr/>
          </p:nvSpPr>
          <p:spPr>
            <a:xfrm rot="0">
              <a:off x="1454" y="2605"/>
              <a:ext cx="26" cy="25"/>
            </a:xfrm>
            <a:custGeom>
              <a:avLst/>
              <a:ahLst/>
              <a:rect l="0" t="0" r="r" b="b"/>
              <a:pathLst>
                <a:path w="78" h="75">
                  <a:moveTo>
                    <a:pt x="78" y="48"/>
                  </a:moveTo>
                  <a:lnTo>
                    <a:pt x="51" y="24"/>
                  </a:lnTo>
                  <a:lnTo>
                    <a:pt x="24" y="0"/>
                  </a:lnTo>
                  <a:lnTo>
                    <a:pt x="0" y="27"/>
                  </a:lnTo>
                  <a:lnTo>
                    <a:pt x="27" y="51"/>
                  </a:lnTo>
                  <a:lnTo>
                    <a:pt x="54" y="75"/>
                  </a:lnTo>
                  <a:lnTo>
                    <a:pt x="78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90" name=""/>
            <p:cNvSpPr/>
            <p:nvPr/>
          </p:nvSpPr>
          <p:spPr>
            <a:xfrm rot="0">
              <a:off x="1454" y="2605"/>
              <a:ext cx="26" cy="25"/>
            </a:xfrm>
            <a:custGeom>
              <a:avLst/>
              <a:ahLst/>
              <a:rect l="0" t="0" r="r" b="b"/>
              <a:pathLst>
                <a:path w="78" h="75">
                  <a:moveTo>
                    <a:pt x="78" y="48"/>
                  </a:moveTo>
                  <a:lnTo>
                    <a:pt x="51" y="24"/>
                  </a:lnTo>
                  <a:lnTo>
                    <a:pt x="24" y="0"/>
                  </a:lnTo>
                  <a:lnTo>
                    <a:pt x="0" y="27"/>
                  </a:lnTo>
                  <a:lnTo>
                    <a:pt x="27" y="51"/>
                  </a:lnTo>
                  <a:lnTo>
                    <a:pt x="54" y="75"/>
                  </a:lnTo>
                  <a:lnTo>
                    <a:pt x="78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91" name=""/>
            <p:cNvSpPr/>
            <p:nvPr/>
          </p:nvSpPr>
          <p:spPr>
            <a:xfrm rot="0">
              <a:off x="1453" y="2614"/>
              <a:ext cx="10" cy="8"/>
            </a:xfrm>
            <a:custGeom>
              <a:avLst/>
              <a:ahLst/>
              <a:rect l="0" t="0" r="r" b="b"/>
              <a:pathLst>
                <a:path w="29" h="24">
                  <a:moveTo>
                    <a:pt x="29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92" name=""/>
            <p:cNvSpPr/>
            <p:nvPr/>
          </p:nvSpPr>
          <p:spPr>
            <a:xfrm rot="0" flipH="1">
              <a:off x="1453" y="2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93" name=""/>
            <p:cNvSpPr/>
            <p:nvPr/>
          </p:nvSpPr>
          <p:spPr>
            <a:xfrm rot="0">
              <a:off x="1445" y="2614"/>
              <a:ext cx="27" cy="26"/>
            </a:xfrm>
            <a:custGeom>
              <a:avLst/>
              <a:ahLst/>
              <a:rect l="0" t="0" r="r" b="b"/>
              <a:pathLst>
                <a:path w="81" h="76">
                  <a:moveTo>
                    <a:pt x="81" y="46"/>
                  </a:moveTo>
                  <a:lnTo>
                    <a:pt x="53" y="23"/>
                  </a:lnTo>
                  <a:lnTo>
                    <a:pt x="24" y="0"/>
                  </a:lnTo>
                  <a:lnTo>
                    <a:pt x="0" y="30"/>
                  </a:lnTo>
                  <a:lnTo>
                    <a:pt x="29" y="53"/>
                  </a:lnTo>
                  <a:lnTo>
                    <a:pt x="57" y="76"/>
                  </a:lnTo>
                  <a:lnTo>
                    <a:pt x="81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94" name=""/>
            <p:cNvSpPr/>
            <p:nvPr/>
          </p:nvSpPr>
          <p:spPr>
            <a:xfrm rot="0">
              <a:off x="1445" y="2614"/>
              <a:ext cx="27" cy="26"/>
            </a:xfrm>
            <a:custGeom>
              <a:avLst/>
              <a:ahLst/>
              <a:rect l="0" t="0" r="r" b="b"/>
              <a:pathLst>
                <a:path w="81" h="76">
                  <a:moveTo>
                    <a:pt x="81" y="46"/>
                  </a:moveTo>
                  <a:lnTo>
                    <a:pt x="53" y="23"/>
                  </a:lnTo>
                  <a:lnTo>
                    <a:pt x="24" y="0"/>
                  </a:lnTo>
                  <a:lnTo>
                    <a:pt x="0" y="30"/>
                  </a:lnTo>
                  <a:lnTo>
                    <a:pt x="29" y="53"/>
                  </a:lnTo>
                  <a:lnTo>
                    <a:pt x="57" y="76"/>
                  </a:lnTo>
                  <a:lnTo>
                    <a:pt x="81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95" name=""/>
            <p:cNvSpPr/>
            <p:nvPr/>
          </p:nvSpPr>
          <p:spPr>
            <a:xfrm rot="0">
              <a:off x="1445" y="2624"/>
              <a:ext cx="10" cy="8"/>
            </a:xfrm>
            <a:custGeom>
              <a:avLst/>
              <a:ahLst/>
              <a:rect l="0" t="0" r="r" b="b"/>
              <a:pathLst>
                <a:path w="30" h="23">
                  <a:moveTo>
                    <a:pt x="30" y="2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96" name=""/>
            <p:cNvSpPr/>
            <p:nvPr/>
          </p:nvSpPr>
          <p:spPr>
            <a:xfrm rot="0" flipH="1">
              <a:off x="1445" y="26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97" name=""/>
            <p:cNvSpPr/>
            <p:nvPr/>
          </p:nvSpPr>
          <p:spPr>
            <a:xfrm rot="0">
              <a:off x="1437" y="2625"/>
              <a:ext cx="28" cy="24"/>
            </a:xfrm>
            <a:custGeom>
              <a:avLst/>
              <a:ahLst/>
              <a:rect l="0" t="0" r="r" b="b"/>
              <a:pathLst>
                <a:path w="82" h="72">
                  <a:moveTo>
                    <a:pt x="82" y="42"/>
                  </a:moveTo>
                  <a:lnTo>
                    <a:pt x="52" y="21"/>
                  </a:lnTo>
                  <a:lnTo>
                    <a:pt x="22" y="0"/>
                  </a:lnTo>
                  <a:lnTo>
                    <a:pt x="0" y="30"/>
                  </a:lnTo>
                  <a:lnTo>
                    <a:pt x="30" y="51"/>
                  </a:lnTo>
                  <a:lnTo>
                    <a:pt x="60" y="72"/>
                  </a:lnTo>
                  <a:lnTo>
                    <a:pt x="82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498" name=""/>
            <p:cNvSpPr/>
            <p:nvPr/>
          </p:nvSpPr>
          <p:spPr>
            <a:xfrm rot="0">
              <a:off x="1437" y="2625"/>
              <a:ext cx="28" cy="24"/>
            </a:xfrm>
            <a:custGeom>
              <a:avLst/>
              <a:ahLst/>
              <a:rect l="0" t="0" r="r" b="b"/>
              <a:pathLst>
                <a:path w="82" h="72">
                  <a:moveTo>
                    <a:pt x="82" y="42"/>
                  </a:moveTo>
                  <a:lnTo>
                    <a:pt x="52" y="21"/>
                  </a:lnTo>
                  <a:lnTo>
                    <a:pt x="22" y="0"/>
                  </a:lnTo>
                  <a:lnTo>
                    <a:pt x="0" y="30"/>
                  </a:lnTo>
                  <a:lnTo>
                    <a:pt x="30" y="51"/>
                  </a:lnTo>
                  <a:lnTo>
                    <a:pt x="60" y="72"/>
                  </a:lnTo>
                  <a:lnTo>
                    <a:pt x="82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499" name=""/>
            <p:cNvSpPr/>
            <p:nvPr/>
          </p:nvSpPr>
          <p:spPr>
            <a:xfrm rot="0">
              <a:off x="1437" y="2635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00" name=""/>
            <p:cNvSpPr/>
            <p:nvPr/>
          </p:nvSpPr>
          <p:spPr>
            <a:xfrm rot="0">
              <a:off x="1437" y="26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01" name=""/>
            <p:cNvSpPr/>
            <p:nvPr/>
          </p:nvSpPr>
          <p:spPr>
            <a:xfrm rot="0">
              <a:off x="1430" y="2635"/>
              <a:ext cx="27" cy="24"/>
            </a:xfrm>
            <a:custGeom>
              <a:avLst/>
              <a:ahLst/>
              <a:rect l="0" t="0" r="r" b="b"/>
              <a:pathLst>
                <a:path w="81" h="71">
                  <a:moveTo>
                    <a:pt x="81" y="40"/>
                  </a:moveTo>
                  <a:lnTo>
                    <a:pt x="51" y="20"/>
                  </a:lnTo>
                  <a:lnTo>
                    <a:pt x="21" y="0"/>
                  </a:lnTo>
                  <a:lnTo>
                    <a:pt x="0" y="31"/>
                  </a:lnTo>
                  <a:lnTo>
                    <a:pt x="30" y="51"/>
                  </a:lnTo>
                  <a:lnTo>
                    <a:pt x="60" y="71"/>
                  </a:lnTo>
                  <a:lnTo>
                    <a:pt x="81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02" name=""/>
            <p:cNvSpPr/>
            <p:nvPr/>
          </p:nvSpPr>
          <p:spPr>
            <a:xfrm rot="0">
              <a:off x="1430" y="2635"/>
              <a:ext cx="27" cy="24"/>
            </a:xfrm>
            <a:custGeom>
              <a:avLst/>
              <a:ahLst/>
              <a:rect l="0" t="0" r="r" b="b"/>
              <a:pathLst>
                <a:path w="81" h="71">
                  <a:moveTo>
                    <a:pt x="81" y="40"/>
                  </a:moveTo>
                  <a:lnTo>
                    <a:pt x="51" y="20"/>
                  </a:lnTo>
                  <a:lnTo>
                    <a:pt x="21" y="0"/>
                  </a:lnTo>
                  <a:lnTo>
                    <a:pt x="0" y="31"/>
                  </a:lnTo>
                  <a:lnTo>
                    <a:pt x="30" y="51"/>
                  </a:lnTo>
                  <a:lnTo>
                    <a:pt x="60" y="71"/>
                  </a:lnTo>
                  <a:lnTo>
                    <a:pt x="81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03" name=""/>
            <p:cNvSpPr/>
            <p:nvPr/>
          </p:nvSpPr>
          <p:spPr>
            <a:xfrm rot="0">
              <a:off x="1430" y="2646"/>
              <a:ext cx="10" cy="6"/>
            </a:xfrm>
            <a:custGeom>
              <a:avLst/>
              <a:ahLst/>
              <a:rect l="0" t="0" r="r" b="b"/>
              <a:pathLst>
                <a:path w="31" h="20">
                  <a:moveTo>
                    <a:pt x="31" y="2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1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04" name=""/>
            <p:cNvSpPr/>
            <p:nvPr/>
          </p:nvSpPr>
          <p:spPr>
            <a:xfrm rot="0" flipH="1">
              <a:off x="1430" y="26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05" name=""/>
            <p:cNvSpPr/>
            <p:nvPr/>
          </p:nvSpPr>
          <p:spPr>
            <a:xfrm rot="0">
              <a:off x="1424" y="2646"/>
              <a:ext cx="27" cy="24"/>
            </a:xfrm>
            <a:custGeom>
              <a:avLst/>
              <a:ahLst/>
              <a:rect l="0" t="0" r="r" b="b"/>
              <a:pathLst>
                <a:path w="81" h="70">
                  <a:moveTo>
                    <a:pt x="81" y="37"/>
                  </a:moveTo>
                  <a:lnTo>
                    <a:pt x="50" y="18"/>
                  </a:lnTo>
                  <a:lnTo>
                    <a:pt x="19" y="0"/>
                  </a:lnTo>
                  <a:lnTo>
                    <a:pt x="0" y="33"/>
                  </a:lnTo>
                  <a:lnTo>
                    <a:pt x="31" y="51"/>
                  </a:lnTo>
                  <a:lnTo>
                    <a:pt x="63" y="70"/>
                  </a:lnTo>
                  <a:lnTo>
                    <a:pt x="81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06" name=""/>
            <p:cNvSpPr/>
            <p:nvPr/>
          </p:nvSpPr>
          <p:spPr>
            <a:xfrm rot="0">
              <a:off x="1424" y="2646"/>
              <a:ext cx="27" cy="24"/>
            </a:xfrm>
            <a:custGeom>
              <a:avLst/>
              <a:ahLst/>
              <a:rect l="0" t="0" r="r" b="b"/>
              <a:pathLst>
                <a:path w="81" h="70">
                  <a:moveTo>
                    <a:pt x="81" y="37"/>
                  </a:moveTo>
                  <a:lnTo>
                    <a:pt x="50" y="18"/>
                  </a:lnTo>
                  <a:lnTo>
                    <a:pt x="19" y="0"/>
                  </a:lnTo>
                  <a:lnTo>
                    <a:pt x="0" y="33"/>
                  </a:lnTo>
                  <a:lnTo>
                    <a:pt x="31" y="51"/>
                  </a:lnTo>
                  <a:lnTo>
                    <a:pt x="63" y="70"/>
                  </a:lnTo>
                  <a:lnTo>
                    <a:pt x="81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07" name=""/>
            <p:cNvSpPr/>
            <p:nvPr/>
          </p:nvSpPr>
          <p:spPr>
            <a:xfrm rot="0">
              <a:off x="1423" y="2657"/>
              <a:ext cx="11" cy="6"/>
            </a:xfrm>
            <a:custGeom>
              <a:avLst/>
              <a:ahLst/>
              <a:rect l="0" t="0" r="r" b="b"/>
              <a:pathLst>
                <a:path w="32" h="18">
                  <a:moveTo>
                    <a:pt x="32" y="1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2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08" name=""/>
            <p:cNvSpPr/>
            <p:nvPr/>
          </p:nvSpPr>
          <p:spPr>
            <a:xfrm rot="0" flipH="1">
              <a:off x="1423" y="2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09" name=""/>
            <p:cNvSpPr/>
            <p:nvPr/>
          </p:nvSpPr>
          <p:spPr>
            <a:xfrm rot="0">
              <a:off x="1418" y="2658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82" y="32"/>
                  </a:moveTo>
                  <a:lnTo>
                    <a:pt x="49" y="16"/>
                  </a:lnTo>
                  <a:lnTo>
                    <a:pt x="17" y="0"/>
                  </a:lnTo>
                  <a:lnTo>
                    <a:pt x="0" y="35"/>
                  </a:lnTo>
                  <a:lnTo>
                    <a:pt x="32" y="50"/>
                  </a:lnTo>
                  <a:lnTo>
                    <a:pt x="65" y="66"/>
                  </a:lnTo>
                  <a:lnTo>
                    <a:pt x="8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10" name=""/>
            <p:cNvSpPr/>
            <p:nvPr/>
          </p:nvSpPr>
          <p:spPr>
            <a:xfrm rot="0">
              <a:off x="1418" y="2658"/>
              <a:ext cx="27" cy="22"/>
            </a:xfrm>
            <a:custGeom>
              <a:avLst/>
              <a:ahLst/>
              <a:rect l="0" t="0" r="r" b="b"/>
              <a:pathLst>
                <a:path w="82" h="66">
                  <a:moveTo>
                    <a:pt x="82" y="32"/>
                  </a:moveTo>
                  <a:lnTo>
                    <a:pt x="49" y="16"/>
                  </a:lnTo>
                  <a:lnTo>
                    <a:pt x="17" y="0"/>
                  </a:lnTo>
                  <a:lnTo>
                    <a:pt x="0" y="35"/>
                  </a:lnTo>
                  <a:lnTo>
                    <a:pt x="32" y="50"/>
                  </a:lnTo>
                  <a:lnTo>
                    <a:pt x="65" y="66"/>
                  </a:lnTo>
                  <a:lnTo>
                    <a:pt x="8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11" name=""/>
            <p:cNvSpPr/>
            <p:nvPr/>
          </p:nvSpPr>
          <p:spPr>
            <a:xfrm rot="0">
              <a:off x="1417" y="2670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1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12" name=""/>
            <p:cNvSpPr/>
            <p:nvPr/>
          </p:nvSpPr>
          <p:spPr>
            <a:xfrm rot="0" flipH="1">
              <a:off x="1417" y="26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13" name=""/>
            <p:cNvSpPr/>
            <p:nvPr/>
          </p:nvSpPr>
          <p:spPr>
            <a:xfrm rot="0">
              <a:off x="1412" y="2670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83" y="28"/>
                  </a:moveTo>
                  <a:lnTo>
                    <a:pt x="48" y="14"/>
                  </a:lnTo>
                  <a:lnTo>
                    <a:pt x="14" y="0"/>
                  </a:lnTo>
                  <a:lnTo>
                    <a:pt x="0" y="34"/>
                  </a:lnTo>
                  <a:lnTo>
                    <a:pt x="34" y="48"/>
                  </a:lnTo>
                  <a:lnTo>
                    <a:pt x="68" y="63"/>
                  </a:lnTo>
                  <a:lnTo>
                    <a:pt x="8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14" name=""/>
            <p:cNvSpPr/>
            <p:nvPr/>
          </p:nvSpPr>
          <p:spPr>
            <a:xfrm rot="0">
              <a:off x="1412" y="2670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83" y="28"/>
                  </a:moveTo>
                  <a:lnTo>
                    <a:pt x="48" y="14"/>
                  </a:lnTo>
                  <a:lnTo>
                    <a:pt x="14" y="0"/>
                  </a:lnTo>
                  <a:lnTo>
                    <a:pt x="0" y="34"/>
                  </a:lnTo>
                  <a:lnTo>
                    <a:pt x="34" y="48"/>
                  </a:lnTo>
                  <a:lnTo>
                    <a:pt x="68" y="63"/>
                  </a:lnTo>
                  <a:lnTo>
                    <a:pt x="83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15" name=""/>
            <p:cNvSpPr/>
            <p:nvPr/>
          </p:nvSpPr>
          <p:spPr>
            <a:xfrm rot="0">
              <a:off x="1412" y="2681"/>
              <a:ext cx="12" cy="5"/>
            </a:xfrm>
            <a:custGeom>
              <a:avLst/>
              <a:ahLst/>
              <a:rect l="0" t="0" r="r" b="b"/>
              <a:pathLst>
                <a:path w="34" h="14">
                  <a:moveTo>
                    <a:pt x="34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10" name=""/>
          <p:cNvGrpSpPr/>
          <p:nvPr/>
        </p:nvGrpSpPr>
        <p:grpSpPr>
          <a:xfrm rot="0">
            <a:off x="2120900" y="4256087"/>
            <a:ext cx="566737" cy="696912"/>
            <a:chOff x="1336" y="2681"/>
            <a:chExt cx="357" cy="439"/>
          </a:xfrm>
        </p:grpSpPr>
        <p:sp>
          <p:nvSpPr>
            <p:cNvPr id="1072516" name=""/>
            <p:cNvSpPr/>
            <p:nvPr/>
          </p:nvSpPr>
          <p:spPr>
            <a:xfrm rot="0">
              <a:off x="1412" y="2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17" name=""/>
            <p:cNvSpPr/>
            <p:nvPr/>
          </p:nvSpPr>
          <p:spPr>
            <a:xfrm rot="0">
              <a:off x="1408" y="2682"/>
              <a:ext cx="27" cy="20"/>
            </a:xfrm>
            <a:custGeom>
              <a:avLst/>
              <a:ahLst/>
              <a:rect l="0" t="0" r="r" b="b"/>
              <a:pathLst>
                <a:path w="81" h="59">
                  <a:moveTo>
                    <a:pt x="81" y="25"/>
                  </a:moveTo>
                  <a:lnTo>
                    <a:pt x="47" y="12"/>
                  </a:lnTo>
                  <a:lnTo>
                    <a:pt x="13" y="0"/>
                  </a:lnTo>
                  <a:lnTo>
                    <a:pt x="0" y="34"/>
                  </a:lnTo>
                  <a:lnTo>
                    <a:pt x="34" y="47"/>
                  </a:lnTo>
                  <a:lnTo>
                    <a:pt x="69" y="59"/>
                  </a:lnTo>
                  <a:lnTo>
                    <a:pt x="81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18" name=""/>
            <p:cNvSpPr/>
            <p:nvPr/>
          </p:nvSpPr>
          <p:spPr>
            <a:xfrm rot="0">
              <a:off x="1408" y="2682"/>
              <a:ext cx="27" cy="20"/>
            </a:xfrm>
            <a:custGeom>
              <a:avLst/>
              <a:ahLst/>
              <a:rect l="0" t="0" r="r" b="b"/>
              <a:pathLst>
                <a:path w="81" h="59">
                  <a:moveTo>
                    <a:pt x="81" y="25"/>
                  </a:moveTo>
                  <a:lnTo>
                    <a:pt x="47" y="12"/>
                  </a:lnTo>
                  <a:lnTo>
                    <a:pt x="13" y="0"/>
                  </a:lnTo>
                  <a:lnTo>
                    <a:pt x="0" y="34"/>
                  </a:lnTo>
                  <a:lnTo>
                    <a:pt x="34" y="47"/>
                  </a:lnTo>
                  <a:lnTo>
                    <a:pt x="69" y="59"/>
                  </a:lnTo>
                  <a:lnTo>
                    <a:pt x="81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19" name=""/>
            <p:cNvSpPr/>
            <p:nvPr/>
          </p:nvSpPr>
          <p:spPr>
            <a:xfrm rot="0">
              <a:off x="1408" y="2693"/>
              <a:ext cx="11" cy="5"/>
            </a:xfrm>
            <a:custGeom>
              <a:avLst/>
              <a:ahLst/>
              <a:rect l="0" t="0" r="r" b="b"/>
              <a:pathLst>
                <a:path w="34" h="13">
                  <a:moveTo>
                    <a:pt x="34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20" name=""/>
            <p:cNvSpPr/>
            <p:nvPr/>
          </p:nvSpPr>
          <p:spPr>
            <a:xfrm rot="0">
              <a:off x="1408" y="2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21" name=""/>
            <p:cNvSpPr/>
            <p:nvPr/>
          </p:nvSpPr>
          <p:spPr>
            <a:xfrm rot="0">
              <a:off x="1404" y="2694"/>
              <a:ext cx="27" cy="19"/>
            </a:xfrm>
            <a:custGeom>
              <a:avLst/>
              <a:ahLst/>
              <a:rect l="0" t="0" r="r" b="b"/>
              <a:pathLst>
                <a:path w="80" h="59">
                  <a:moveTo>
                    <a:pt x="80" y="23"/>
                  </a:moveTo>
                  <a:lnTo>
                    <a:pt x="45" y="12"/>
                  </a:lnTo>
                  <a:lnTo>
                    <a:pt x="11" y="0"/>
                  </a:lnTo>
                  <a:lnTo>
                    <a:pt x="0" y="36"/>
                  </a:lnTo>
                  <a:lnTo>
                    <a:pt x="34" y="47"/>
                  </a:lnTo>
                  <a:lnTo>
                    <a:pt x="68" y="59"/>
                  </a:lnTo>
                  <a:lnTo>
                    <a:pt x="8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22" name=""/>
            <p:cNvSpPr/>
            <p:nvPr/>
          </p:nvSpPr>
          <p:spPr>
            <a:xfrm rot="0">
              <a:off x="1404" y="2694"/>
              <a:ext cx="27" cy="19"/>
            </a:xfrm>
            <a:custGeom>
              <a:avLst/>
              <a:ahLst/>
              <a:rect l="0" t="0" r="r" b="b"/>
              <a:pathLst>
                <a:path w="80" h="59">
                  <a:moveTo>
                    <a:pt x="80" y="23"/>
                  </a:moveTo>
                  <a:lnTo>
                    <a:pt x="45" y="12"/>
                  </a:lnTo>
                  <a:lnTo>
                    <a:pt x="11" y="0"/>
                  </a:lnTo>
                  <a:lnTo>
                    <a:pt x="0" y="36"/>
                  </a:lnTo>
                  <a:lnTo>
                    <a:pt x="34" y="47"/>
                  </a:lnTo>
                  <a:lnTo>
                    <a:pt x="68" y="59"/>
                  </a:lnTo>
                  <a:lnTo>
                    <a:pt x="8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23" name=""/>
            <p:cNvSpPr/>
            <p:nvPr/>
          </p:nvSpPr>
          <p:spPr>
            <a:xfrm rot="0">
              <a:off x="1404" y="2706"/>
              <a:ext cx="12" cy="3"/>
            </a:xfrm>
            <a:custGeom>
              <a:avLst/>
              <a:ahLst/>
              <a:rect l="0" t="0" r="r" b="b"/>
              <a:pathLst>
                <a:path w="36" h="11">
                  <a:moveTo>
                    <a:pt x="36" y="1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24" name=""/>
            <p:cNvSpPr/>
            <p:nvPr/>
          </p:nvSpPr>
          <p:spPr>
            <a:xfrm rot="0" flipH="1">
              <a:off x="1404" y="2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25" name=""/>
            <p:cNvSpPr/>
            <p:nvPr/>
          </p:nvSpPr>
          <p:spPr>
            <a:xfrm rot="0">
              <a:off x="1400" y="2706"/>
              <a:ext cx="28" cy="19"/>
            </a:xfrm>
            <a:custGeom>
              <a:avLst/>
              <a:ahLst/>
              <a:rect l="0" t="0" r="r" b="b"/>
              <a:pathLst>
                <a:path w="82" h="57">
                  <a:moveTo>
                    <a:pt x="82" y="20"/>
                  </a:moveTo>
                  <a:lnTo>
                    <a:pt x="46" y="10"/>
                  </a:lnTo>
                  <a:lnTo>
                    <a:pt x="10" y="0"/>
                  </a:lnTo>
                  <a:lnTo>
                    <a:pt x="0" y="37"/>
                  </a:lnTo>
                  <a:lnTo>
                    <a:pt x="36" y="47"/>
                  </a:lnTo>
                  <a:lnTo>
                    <a:pt x="72" y="57"/>
                  </a:lnTo>
                  <a:lnTo>
                    <a:pt x="8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26" name=""/>
            <p:cNvSpPr/>
            <p:nvPr/>
          </p:nvSpPr>
          <p:spPr>
            <a:xfrm rot="0">
              <a:off x="1400" y="2706"/>
              <a:ext cx="28" cy="19"/>
            </a:xfrm>
            <a:custGeom>
              <a:avLst/>
              <a:ahLst/>
              <a:rect l="0" t="0" r="r" b="b"/>
              <a:pathLst>
                <a:path w="82" h="57">
                  <a:moveTo>
                    <a:pt x="82" y="20"/>
                  </a:moveTo>
                  <a:lnTo>
                    <a:pt x="46" y="10"/>
                  </a:lnTo>
                  <a:lnTo>
                    <a:pt x="10" y="0"/>
                  </a:lnTo>
                  <a:lnTo>
                    <a:pt x="0" y="37"/>
                  </a:lnTo>
                  <a:lnTo>
                    <a:pt x="36" y="47"/>
                  </a:lnTo>
                  <a:lnTo>
                    <a:pt x="72" y="57"/>
                  </a:lnTo>
                  <a:lnTo>
                    <a:pt x="82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27" name=""/>
            <p:cNvSpPr/>
            <p:nvPr/>
          </p:nvSpPr>
          <p:spPr>
            <a:xfrm rot="0">
              <a:off x="1400" y="2718"/>
              <a:ext cx="12" cy="4"/>
            </a:xfrm>
            <a:custGeom>
              <a:avLst/>
              <a:ahLst/>
              <a:rect l="0" t="0" r="r" b="b"/>
              <a:pathLst>
                <a:path w="36" h="10">
                  <a:moveTo>
                    <a:pt x="36" y="1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28" name=""/>
            <p:cNvSpPr/>
            <p:nvPr/>
          </p:nvSpPr>
          <p:spPr>
            <a:xfrm rot="0">
              <a:off x="1400" y="27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29" name=""/>
            <p:cNvSpPr/>
            <p:nvPr/>
          </p:nvSpPr>
          <p:spPr>
            <a:xfrm rot="0">
              <a:off x="1398" y="2719"/>
              <a:ext cx="26" cy="17"/>
            </a:xfrm>
            <a:custGeom>
              <a:avLst/>
              <a:ahLst/>
              <a:rect l="0" t="0" r="r" b="b"/>
              <a:pathLst>
                <a:path w="79" h="51">
                  <a:moveTo>
                    <a:pt x="79" y="14"/>
                  </a:moveTo>
                  <a:lnTo>
                    <a:pt x="43" y="7"/>
                  </a:lnTo>
                  <a:lnTo>
                    <a:pt x="7" y="0"/>
                  </a:lnTo>
                  <a:lnTo>
                    <a:pt x="0" y="37"/>
                  </a:lnTo>
                  <a:lnTo>
                    <a:pt x="36" y="44"/>
                  </a:lnTo>
                  <a:lnTo>
                    <a:pt x="71" y="51"/>
                  </a:lnTo>
                  <a:lnTo>
                    <a:pt x="79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30" name=""/>
            <p:cNvSpPr/>
            <p:nvPr/>
          </p:nvSpPr>
          <p:spPr>
            <a:xfrm rot="0">
              <a:off x="1398" y="2719"/>
              <a:ext cx="26" cy="17"/>
            </a:xfrm>
            <a:custGeom>
              <a:avLst/>
              <a:ahLst/>
              <a:rect l="0" t="0" r="r" b="b"/>
              <a:pathLst>
                <a:path w="79" h="51">
                  <a:moveTo>
                    <a:pt x="79" y="14"/>
                  </a:moveTo>
                  <a:lnTo>
                    <a:pt x="43" y="7"/>
                  </a:lnTo>
                  <a:lnTo>
                    <a:pt x="7" y="0"/>
                  </a:lnTo>
                  <a:lnTo>
                    <a:pt x="0" y="37"/>
                  </a:lnTo>
                  <a:lnTo>
                    <a:pt x="36" y="44"/>
                  </a:lnTo>
                  <a:lnTo>
                    <a:pt x="71" y="51"/>
                  </a:lnTo>
                  <a:lnTo>
                    <a:pt x="79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31" name=""/>
            <p:cNvSpPr/>
            <p:nvPr/>
          </p:nvSpPr>
          <p:spPr>
            <a:xfrm rot="0">
              <a:off x="1398" y="2732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36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32" name=""/>
            <p:cNvSpPr/>
            <p:nvPr/>
          </p:nvSpPr>
          <p:spPr>
            <a:xfrm rot="0">
              <a:off x="1398" y="27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33" name=""/>
            <p:cNvSpPr/>
            <p:nvPr/>
          </p:nvSpPr>
          <p:spPr>
            <a:xfrm rot="0">
              <a:off x="1396" y="2732"/>
              <a:ext cx="26" cy="16"/>
            </a:xfrm>
            <a:custGeom>
              <a:avLst/>
              <a:ahLst/>
              <a:rect l="0" t="0" r="r" b="b"/>
              <a:pathLst>
                <a:path w="76" h="48">
                  <a:moveTo>
                    <a:pt x="76" y="11"/>
                  </a:moveTo>
                  <a:lnTo>
                    <a:pt x="41" y="5"/>
                  </a:lnTo>
                  <a:lnTo>
                    <a:pt x="5" y="0"/>
                  </a:lnTo>
                  <a:lnTo>
                    <a:pt x="0" y="37"/>
                  </a:lnTo>
                  <a:lnTo>
                    <a:pt x="35" y="42"/>
                  </a:lnTo>
                  <a:lnTo>
                    <a:pt x="71" y="48"/>
                  </a:lnTo>
                  <a:lnTo>
                    <a:pt x="7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34" name=""/>
            <p:cNvSpPr/>
            <p:nvPr/>
          </p:nvSpPr>
          <p:spPr>
            <a:xfrm rot="0">
              <a:off x="1396" y="2732"/>
              <a:ext cx="26" cy="16"/>
            </a:xfrm>
            <a:custGeom>
              <a:avLst/>
              <a:ahLst/>
              <a:rect l="0" t="0" r="r" b="b"/>
              <a:pathLst>
                <a:path w="76" h="48">
                  <a:moveTo>
                    <a:pt x="76" y="11"/>
                  </a:moveTo>
                  <a:lnTo>
                    <a:pt x="41" y="5"/>
                  </a:lnTo>
                  <a:lnTo>
                    <a:pt x="5" y="0"/>
                  </a:lnTo>
                  <a:lnTo>
                    <a:pt x="0" y="37"/>
                  </a:lnTo>
                  <a:lnTo>
                    <a:pt x="35" y="42"/>
                  </a:lnTo>
                  <a:lnTo>
                    <a:pt x="71" y="48"/>
                  </a:lnTo>
                  <a:lnTo>
                    <a:pt x="76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35" name=""/>
            <p:cNvSpPr/>
            <p:nvPr/>
          </p:nvSpPr>
          <p:spPr>
            <a:xfrm rot="0">
              <a:off x="1396" y="2745"/>
              <a:ext cx="12" cy="1"/>
            </a:xfrm>
            <a:custGeom>
              <a:avLst/>
              <a:ahLst/>
              <a:rect l="0" t="0" r="r" b="b"/>
              <a:pathLst>
                <a:path w="35" h="5">
                  <a:moveTo>
                    <a:pt x="35" y="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36" name=""/>
            <p:cNvSpPr/>
            <p:nvPr/>
          </p:nvSpPr>
          <p:spPr>
            <a:xfrm rot="0">
              <a:off x="1396" y="27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37" name=""/>
            <p:cNvSpPr/>
            <p:nvPr/>
          </p:nvSpPr>
          <p:spPr>
            <a:xfrm rot="0">
              <a:off x="1395" y="2745"/>
              <a:ext cx="25" cy="15"/>
            </a:xfrm>
            <a:custGeom>
              <a:avLst/>
              <a:ahLst/>
              <a:rect l="0" t="0" r="r" b="b"/>
              <a:pathLst>
                <a:path w="74" h="43">
                  <a:moveTo>
                    <a:pt x="74" y="6"/>
                  </a:moveTo>
                  <a:lnTo>
                    <a:pt x="38" y="3"/>
                  </a:lnTo>
                  <a:lnTo>
                    <a:pt x="3" y="0"/>
                  </a:lnTo>
                  <a:lnTo>
                    <a:pt x="0" y="37"/>
                  </a:lnTo>
                  <a:lnTo>
                    <a:pt x="35" y="40"/>
                  </a:lnTo>
                  <a:lnTo>
                    <a:pt x="71" y="43"/>
                  </a:lnTo>
                  <a:lnTo>
                    <a:pt x="74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38" name=""/>
            <p:cNvSpPr/>
            <p:nvPr/>
          </p:nvSpPr>
          <p:spPr>
            <a:xfrm rot="0">
              <a:off x="1395" y="2745"/>
              <a:ext cx="25" cy="15"/>
            </a:xfrm>
            <a:custGeom>
              <a:avLst/>
              <a:ahLst/>
              <a:rect l="0" t="0" r="r" b="b"/>
              <a:pathLst>
                <a:path w="74" h="43">
                  <a:moveTo>
                    <a:pt x="74" y="6"/>
                  </a:moveTo>
                  <a:lnTo>
                    <a:pt x="38" y="3"/>
                  </a:lnTo>
                  <a:lnTo>
                    <a:pt x="3" y="0"/>
                  </a:lnTo>
                  <a:lnTo>
                    <a:pt x="0" y="37"/>
                  </a:lnTo>
                  <a:lnTo>
                    <a:pt x="35" y="40"/>
                  </a:lnTo>
                  <a:lnTo>
                    <a:pt x="71" y="43"/>
                  </a:lnTo>
                  <a:lnTo>
                    <a:pt x="74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39" name=""/>
            <p:cNvSpPr/>
            <p:nvPr/>
          </p:nvSpPr>
          <p:spPr>
            <a:xfrm rot="0">
              <a:off x="1395" y="2758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40" name=""/>
            <p:cNvSpPr/>
            <p:nvPr/>
          </p:nvSpPr>
          <p:spPr>
            <a:xfrm rot="0">
              <a:off x="1395" y="27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41" name=""/>
            <p:cNvSpPr/>
            <p:nvPr/>
          </p:nvSpPr>
          <p:spPr>
            <a:xfrm rot="0">
              <a:off x="1395" y="2758"/>
              <a:ext cx="24" cy="14"/>
            </a:xfrm>
            <a:custGeom>
              <a:avLst/>
              <a:ahLst/>
              <a:rect l="0" t="0" r="r" b="b"/>
              <a:pathLst>
                <a:path w="73" h="40">
                  <a:moveTo>
                    <a:pt x="73" y="3"/>
                  </a:moveTo>
                  <a:lnTo>
                    <a:pt x="37" y="1"/>
                  </a:lnTo>
                  <a:lnTo>
                    <a:pt x="2" y="0"/>
                  </a:lnTo>
                  <a:lnTo>
                    <a:pt x="0" y="37"/>
                  </a:lnTo>
                  <a:lnTo>
                    <a:pt x="36" y="38"/>
                  </a:lnTo>
                  <a:lnTo>
                    <a:pt x="72" y="40"/>
                  </a:lnTo>
                  <a:lnTo>
                    <a:pt x="7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42" name=""/>
            <p:cNvSpPr/>
            <p:nvPr/>
          </p:nvSpPr>
          <p:spPr>
            <a:xfrm rot="0">
              <a:off x="1395" y="2758"/>
              <a:ext cx="24" cy="14"/>
            </a:xfrm>
            <a:custGeom>
              <a:avLst/>
              <a:ahLst/>
              <a:rect l="0" t="0" r="r" b="b"/>
              <a:pathLst>
                <a:path w="73" h="40">
                  <a:moveTo>
                    <a:pt x="73" y="3"/>
                  </a:moveTo>
                  <a:lnTo>
                    <a:pt x="37" y="1"/>
                  </a:lnTo>
                  <a:lnTo>
                    <a:pt x="2" y="0"/>
                  </a:lnTo>
                  <a:lnTo>
                    <a:pt x="0" y="37"/>
                  </a:lnTo>
                  <a:lnTo>
                    <a:pt x="36" y="38"/>
                  </a:lnTo>
                  <a:lnTo>
                    <a:pt x="72" y="40"/>
                  </a:lnTo>
                  <a:lnTo>
                    <a:pt x="7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43" name=""/>
            <p:cNvSpPr/>
            <p:nvPr/>
          </p:nvSpPr>
          <p:spPr>
            <a:xfrm rot="0">
              <a:off x="1395" y="2771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1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44" name=""/>
            <p:cNvSpPr/>
            <p:nvPr/>
          </p:nvSpPr>
          <p:spPr>
            <a:xfrm rot="0">
              <a:off x="1395" y="27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45" name=""/>
            <p:cNvSpPr/>
            <p:nvPr/>
          </p:nvSpPr>
          <p:spPr>
            <a:xfrm rot="0">
              <a:off x="1395" y="2771"/>
              <a:ext cx="24" cy="13"/>
            </a:xfrm>
            <a:custGeom>
              <a:avLst/>
              <a:ahLst/>
              <a:rect l="0" t="0" r="r" b="b"/>
              <a:pathLst>
                <a:path w="73" h="40">
                  <a:moveTo>
                    <a:pt x="72" y="0"/>
                  </a:moveTo>
                  <a:lnTo>
                    <a:pt x="36" y="1"/>
                  </a:lnTo>
                  <a:lnTo>
                    <a:pt x="0" y="3"/>
                  </a:lnTo>
                  <a:lnTo>
                    <a:pt x="2" y="40"/>
                  </a:lnTo>
                  <a:lnTo>
                    <a:pt x="37" y="38"/>
                  </a:lnTo>
                  <a:lnTo>
                    <a:pt x="73" y="37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46" name=""/>
            <p:cNvSpPr/>
            <p:nvPr/>
          </p:nvSpPr>
          <p:spPr>
            <a:xfrm rot="0">
              <a:off x="1395" y="2771"/>
              <a:ext cx="24" cy="13"/>
            </a:xfrm>
            <a:custGeom>
              <a:avLst/>
              <a:ahLst/>
              <a:rect l="0" t="0" r="r" b="b"/>
              <a:pathLst>
                <a:path w="73" h="40">
                  <a:moveTo>
                    <a:pt x="72" y="0"/>
                  </a:moveTo>
                  <a:lnTo>
                    <a:pt x="36" y="1"/>
                  </a:lnTo>
                  <a:lnTo>
                    <a:pt x="0" y="3"/>
                  </a:lnTo>
                  <a:lnTo>
                    <a:pt x="2" y="40"/>
                  </a:lnTo>
                  <a:lnTo>
                    <a:pt x="37" y="38"/>
                  </a:lnTo>
                  <a:lnTo>
                    <a:pt x="73" y="37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47" name=""/>
            <p:cNvSpPr/>
            <p:nvPr/>
          </p:nvSpPr>
          <p:spPr>
            <a:xfrm rot="0">
              <a:off x="1395" y="2783"/>
              <a:ext cx="12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48" name=""/>
            <p:cNvSpPr/>
            <p:nvPr/>
          </p:nvSpPr>
          <p:spPr>
            <a:xfrm rot="0">
              <a:off x="1395" y="2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49" name=""/>
            <p:cNvSpPr/>
            <p:nvPr/>
          </p:nvSpPr>
          <p:spPr>
            <a:xfrm rot="0">
              <a:off x="1395" y="2782"/>
              <a:ext cx="25" cy="15"/>
            </a:xfrm>
            <a:custGeom>
              <a:avLst/>
              <a:ahLst/>
              <a:rect l="0" t="0" r="r" b="b"/>
              <a:pathLst>
                <a:path w="74" h="45">
                  <a:moveTo>
                    <a:pt x="71" y="0"/>
                  </a:moveTo>
                  <a:lnTo>
                    <a:pt x="35" y="3"/>
                  </a:lnTo>
                  <a:lnTo>
                    <a:pt x="0" y="6"/>
                  </a:lnTo>
                  <a:lnTo>
                    <a:pt x="3" y="45"/>
                  </a:lnTo>
                  <a:lnTo>
                    <a:pt x="38" y="42"/>
                  </a:lnTo>
                  <a:lnTo>
                    <a:pt x="74" y="39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50" name=""/>
            <p:cNvSpPr/>
            <p:nvPr/>
          </p:nvSpPr>
          <p:spPr>
            <a:xfrm rot="0">
              <a:off x="1395" y="2782"/>
              <a:ext cx="25" cy="15"/>
            </a:xfrm>
            <a:custGeom>
              <a:avLst/>
              <a:ahLst/>
              <a:rect l="0" t="0" r="r" b="b"/>
              <a:pathLst>
                <a:path w="74" h="45">
                  <a:moveTo>
                    <a:pt x="71" y="0"/>
                  </a:moveTo>
                  <a:lnTo>
                    <a:pt x="35" y="3"/>
                  </a:lnTo>
                  <a:lnTo>
                    <a:pt x="0" y="6"/>
                  </a:lnTo>
                  <a:lnTo>
                    <a:pt x="3" y="45"/>
                  </a:lnTo>
                  <a:lnTo>
                    <a:pt x="38" y="42"/>
                  </a:lnTo>
                  <a:lnTo>
                    <a:pt x="74" y="39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51" name=""/>
            <p:cNvSpPr/>
            <p:nvPr/>
          </p:nvSpPr>
          <p:spPr>
            <a:xfrm rot="0">
              <a:off x="1396" y="2796"/>
              <a:ext cx="12" cy="2"/>
            </a:xfrm>
            <a:custGeom>
              <a:avLst/>
              <a:ahLst/>
              <a:rect l="0" t="0" r="r" b="b"/>
              <a:pathLst>
                <a:path w="35" h="4">
                  <a:moveTo>
                    <a:pt x="35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52" name=""/>
            <p:cNvSpPr/>
            <p:nvPr/>
          </p:nvSpPr>
          <p:spPr>
            <a:xfrm rot="0">
              <a:off x="1396" y="2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53" name=""/>
            <p:cNvSpPr/>
            <p:nvPr/>
          </p:nvSpPr>
          <p:spPr>
            <a:xfrm rot="0">
              <a:off x="1396" y="2795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71" y="0"/>
                  </a:moveTo>
                  <a:lnTo>
                    <a:pt x="35" y="5"/>
                  </a:lnTo>
                  <a:lnTo>
                    <a:pt x="0" y="9"/>
                  </a:lnTo>
                  <a:lnTo>
                    <a:pt x="4" y="46"/>
                  </a:lnTo>
                  <a:lnTo>
                    <a:pt x="39" y="42"/>
                  </a:lnTo>
                  <a:lnTo>
                    <a:pt x="75" y="3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54" name=""/>
            <p:cNvSpPr/>
            <p:nvPr/>
          </p:nvSpPr>
          <p:spPr>
            <a:xfrm rot="0">
              <a:off x="1396" y="2795"/>
              <a:ext cx="25" cy="15"/>
            </a:xfrm>
            <a:custGeom>
              <a:avLst/>
              <a:ahLst/>
              <a:rect l="0" t="0" r="r" b="b"/>
              <a:pathLst>
                <a:path w="75" h="46">
                  <a:moveTo>
                    <a:pt x="71" y="0"/>
                  </a:moveTo>
                  <a:lnTo>
                    <a:pt x="35" y="5"/>
                  </a:lnTo>
                  <a:lnTo>
                    <a:pt x="0" y="9"/>
                  </a:lnTo>
                  <a:lnTo>
                    <a:pt x="4" y="46"/>
                  </a:lnTo>
                  <a:lnTo>
                    <a:pt x="39" y="42"/>
                  </a:lnTo>
                  <a:lnTo>
                    <a:pt x="75" y="3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55" name=""/>
            <p:cNvSpPr/>
            <p:nvPr/>
          </p:nvSpPr>
          <p:spPr>
            <a:xfrm rot="0">
              <a:off x="1398" y="2809"/>
              <a:ext cx="11" cy="2"/>
            </a:xfrm>
            <a:custGeom>
              <a:avLst/>
              <a:ahLst/>
              <a:rect l="0" t="0" r="r" b="b"/>
              <a:pathLst>
                <a:path w="35" h="7">
                  <a:moveTo>
                    <a:pt x="35" y="0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56" name=""/>
            <p:cNvSpPr/>
            <p:nvPr/>
          </p:nvSpPr>
          <p:spPr>
            <a:xfrm rot="0">
              <a:off x="1398" y="2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57" name=""/>
            <p:cNvSpPr/>
            <p:nvPr/>
          </p:nvSpPr>
          <p:spPr>
            <a:xfrm rot="0">
              <a:off x="1398" y="2806"/>
              <a:ext cx="26" cy="17"/>
            </a:xfrm>
            <a:custGeom>
              <a:avLst/>
              <a:ahLst/>
              <a:rect l="0" t="0" r="r" b="b"/>
              <a:pathLst>
                <a:path w="78" h="51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7" y="51"/>
                  </a:lnTo>
                  <a:lnTo>
                    <a:pt x="43" y="44"/>
                  </a:lnTo>
                  <a:lnTo>
                    <a:pt x="78" y="3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58" name=""/>
            <p:cNvSpPr/>
            <p:nvPr/>
          </p:nvSpPr>
          <p:spPr>
            <a:xfrm rot="0">
              <a:off x="1398" y="2806"/>
              <a:ext cx="26" cy="17"/>
            </a:xfrm>
            <a:custGeom>
              <a:avLst/>
              <a:ahLst/>
              <a:rect l="0" t="0" r="r" b="b"/>
              <a:pathLst>
                <a:path w="78" h="51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7" y="51"/>
                  </a:lnTo>
                  <a:lnTo>
                    <a:pt x="43" y="44"/>
                  </a:lnTo>
                  <a:lnTo>
                    <a:pt x="78" y="3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59" name=""/>
            <p:cNvSpPr/>
            <p:nvPr/>
          </p:nvSpPr>
          <p:spPr>
            <a:xfrm rot="0">
              <a:off x="1400" y="2821"/>
              <a:ext cx="12" cy="3"/>
            </a:xfrm>
            <a:custGeom>
              <a:avLst/>
              <a:ahLst/>
              <a:rect l="0" t="0" r="r" b="b"/>
              <a:pathLst>
                <a:path w="36" h="8">
                  <a:moveTo>
                    <a:pt x="36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60" name=""/>
            <p:cNvSpPr/>
            <p:nvPr/>
          </p:nvSpPr>
          <p:spPr>
            <a:xfrm rot="0">
              <a:off x="1400" y="2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61" name=""/>
            <p:cNvSpPr/>
            <p:nvPr/>
          </p:nvSpPr>
          <p:spPr>
            <a:xfrm rot="0">
              <a:off x="1400" y="2818"/>
              <a:ext cx="27" cy="18"/>
            </a:xfrm>
            <a:custGeom>
              <a:avLst/>
              <a:ahLst/>
              <a:rect l="0" t="0" r="r" b="b"/>
              <a:pathLst>
                <a:path w="80" h="53">
                  <a:moveTo>
                    <a:pt x="71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9" y="53"/>
                  </a:lnTo>
                  <a:lnTo>
                    <a:pt x="44" y="44"/>
                  </a:lnTo>
                  <a:lnTo>
                    <a:pt x="80" y="36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62" name=""/>
            <p:cNvSpPr/>
            <p:nvPr/>
          </p:nvSpPr>
          <p:spPr>
            <a:xfrm rot="0">
              <a:off x="1400" y="2818"/>
              <a:ext cx="27" cy="18"/>
            </a:xfrm>
            <a:custGeom>
              <a:avLst/>
              <a:ahLst/>
              <a:rect l="0" t="0" r="r" b="b"/>
              <a:pathLst>
                <a:path w="80" h="53">
                  <a:moveTo>
                    <a:pt x="71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9" y="53"/>
                  </a:lnTo>
                  <a:lnTo>
                    <a:pt x="44" y="44"/>
                  </a:lnTo>
                  <a:lnTo>
                    <a:pt x="80" y="3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63" name=""/>
            <p:cNvSpPr/>
            <p:nvPr/>
          </p:nvSpPr>
          <p:spPr>
            <a:xfrm rot="0">
              <a:off x="1403" y="2833"/>
              <a:ext cx="12" cy="3"/>
            </a:xfrm>
            <a:custGeom>
              <a:avLst/>
              <a:ahLst/>
              <a:rect l="0" t="0" r="r" b="b"/>
              <a:pathLst>
                <a:path w="35" h="10">
                  <a:moveTo>
                    <a:pt x="35" y="0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64" name=""/>
            <p:cNvSpPr/>
            <p:nvPr/>
          </p:nvSpPr>
          <p:spPr>
            <a:xfrm rot="0">
              <a:off x="1403" y="2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65" name=""/>
            <p:cNvSpPr/>
            <p:nvPr/>
          </p:nvSpPr>
          <p:spPr>
            <a:xfrm rot="0">
              <a:off x="1403" y="2829"/>
              <a:ext cx="27" cy="19"/>
            </a:xfrm>
            <a:custGeom>
              <a:avLst/>
              <a:ahLst/>
              <a:rect l="0" t="0" r="r" b="b"/>
              <a:pathLst>
                <a:path w="81" h="56">
                  <a:moveTo>
                    <a:pt x="71" y="0"/>
                  </a:moveTo>
                  <a:lnTo>
                    <a:pt x="35" y="10"/>
                  </a:lnTo>
                  <a:lnTo>
                    <a:pt x="0" y="20"/>
                  </a:lnTo>
                  <a:lnTo>
                    <a:pt x="9" y="56"/>
                  </a:lnTo>
                  <a:lnTo>
                    <a:pt x="45" y="46"/>
                  </a:lnTo>
                  <a:lnTo>
                    <a:pt x="81" y="36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66" name=""/>
            <p:cNvSpPr/>
            <p:nvPr/>
          </p:nvSpPr>
          <p:spPr>
            <a:xfrm rot="0">
              <a:off x="1403" y="2829"/>
              <a:ext cx="27" cy="19"/>
            </a:xfrm>
            <a:custGeom>
              <a:avLst/>
              <a:ahLst/>
              <a:rect l="0" t="0" r="r" b="b"/>
              <a:pathLst>
                <a:path w="81" h="56">
                  <a:moveTo>
                    <a:pt x="71" y="0"/>
                  </a:moveTo>
                  <a:lnTo>
                    <a:pt x="35" y="10"/>
                  </a:lnTo>
                  <a:lnTo>
                    <a:pt x="0" y="20"/>
                  </a:lnTo>
                  <a:lnTo>
                    <a:pt x="9" y="56"/>
                  </a:lnTo>
                  <a:lnTo>
                    <a:pt x="45" y="46"/>
                  </a:lnTo>
                  <a:lnTo>
                    <a:pt x="81" y="3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67" name=""/>
            <p:cNvSpPr/>
            <p:nvPr/>
          </p:nvSpPr>
          <p:spPr>
            <a:xfrm rot="0">
              <a:off x="1406" y="2845"/>
              <a:ext cx="12" cy="4"/>
            </a:xfrm>
            <a:custGeom>
              <a:avLst/>
              <a:ahLst/>
              <a:rect l="0" t="0" r="r" b="b"/>
              <a:pathLst>
                <a:path w="36" h="13">
                  <a:moveTo>
                    <a:pt x="36" y="0"/>
                  </a:moveTo>
                  <a:lnTo>
                    <a:pt x="0" y="10"/>
                  </a:lnTo>
                  <a:lnTo>
                    <a:pt x="2" y="13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68" name=""/>
            <p:cNvSpPr/>
            <p:nvPr/>
          </p:nvSpPr>
          <p:spPr>
            <a:xfrm rot="0">
              <a:off x="1406" y="2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69" name=""/>
            <p:cNvSpPr/>
            <p:nvPr/>
          </p:nvSpPr>
          <p:spPr>
            <a:xfrm rot="0">
              <a:off x="1407" y="2840"/>
              <a:ext cx="27" cy="21"/>
            </a:xfrm>
            <a:custGeom>
              <a:avLst/>
              <a:ahLst/>
              <a:rect l="0" t="0" r="r" b="b"/>
              <a:pathLst>
                <a:path w="81" h="61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3" y="61"/>
                  </a:lnTo>
                  <a:lnTo>
                    <a:pt x="47" y="49"/>
                  </a:lnTo>
                  <a:lnTo>
                    <a:pt x="81" y="36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70" name=""/>
            <p:cNvSpPr/>
            <p:nvPr/>
          </p:nvSpPr>
          <p:spPr>
            <a:xfrm rot="0">
              <a:off x="1407" y="2840"/>
              <a:ext cx="27" cy="21"/>
            </a:xfrm>
            <a:custGeom>
              <a:avLst/>
              <a:ahLst/>
              <a:rect l="0" t="0" r="r" b="b"/>
              <a:pathLst>
                <a:path w="81" h="61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3" y="61"/>
                  </a:lnTo>
                  <a:lnTo>
                    <a:pt x="47" y="49"/>
                  </a:lnTo>
                  <a:lnTo>
                    <a:pt x="81" y="36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71" name=""/>
            <p:cNvSpPr/>
            <p:nvPr/>
          </p:nvSpPr>
          <p:spPr>
            <a:xfrm rot="0">
              <a:off x="1411" y="2857"/>
              <a:ext cx="11" cy="4"/>
            </a:xfrm>
            <a:custGeom>
              <a:avLst/>
              <a:ahLst/>
              <a:rect l="0" t="0" r="r" b="b"/>
              <a:pathLst>
                <a:path w="34" h="14">
                  <a:moveTo>
                    <a:pt x="34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72" name=""/>
            <p:cNvSpPr/>
            <p:nvPr/>
          </p:nvSpPr>
          <p:spPr>
            <a:xfrm rot="0">
              <a:off x="1411" y="28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73" name=""/>
            <p:cNvSpPr/>
            <p:nvPr/>
          </p:nvSpPr>
          <p:spPr>
            <a:xfrm rot="0">
              <a:off x="1411" y="2852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68" y="0"/>
                  </a:moveTo>
                  <a:lnTo>
                    <a:pt x="34" y="15"/>
                  </a:lnTo>
                  <a:lnTo>
                    <a:pt x="0" y="29"/>
                  </a:lnTo>
                  <a:lnTo>
                    <a:pt x="14" y="63"/>
                  </a:lnTo>
                  <a:lnTo>
                    <a:pt x="48" y="49"/>
                  </a:lnTo>
                  <a:lnTo>
                    <a:pt x="82" y="35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74" name=""/>
            <p:cNvSpPr/>
            <p:nvPr/>
          </p:nvSpPr>
          <p:spPr>
            <a:xfrm rot="0">
              <a:off x="1411" y="2852"/>
              <a:ext cx="27" cy="21"/>
            </a:xfrm>
            <a:custGeom>
              <a:avLst/>
              <a:ahLst/>
              <a:rect l="0" t="0" r="r" b="b"/>
              <a:pathLst>
                <a:path w="82" h="63">
                  <a:moveTo>
                    <a:pt x="68" y="0"/>
                  </a:moveTo>
                  <a:lnTo>
                    <a:pt x="34" y="15"/>
                  </a:lnTo>
                  <a:lnTo>
                    <a:pt x="0" y="29"/>
                  </a:lnTo>
                  <a:lnTo>
                    <a:pt x="14" y="63"/>
                  </a:lnTo>
                  <a:lnTo>
                    <a:pt x="48" y="49"/>
                  </a:lnTo>
                  <a:lnTo>
                    <a:pt x="82" y="35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75" name=""/>
            <p:cNvSpPr/>
            <p:nvPr/>
          </p:nvSpPr>
          <p:spPr>
            <a:xfrm rot="0">
              <a:off x="1416" y="2868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76" name=""/>
            <p:cNvSpPr/>
            <p:nvPr/>
          </p:nvSpPr>
          <p:spPr>
            <a:xfrm rot="0">
              <a:off x="1416" y="2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77" name=""/>
            <p:cNvSpPr/>
            <p:nvPr/>
          </p:nvSpPr>
          <p:spPr>
            <a:xfrm rot="0">
              <a:off x="1416" y="2863"/>
              <a:ext cx="28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7" y="66"/>
                  </a:lnTo>
                  <a:lnTo>
                    <a:pt x="50" y="50"/>
                  </a:lnTo>
                  <a:lnTo>
                    <a:pt x="83" y="34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78" name=""/>
            <p:cNvSpPr/>
            <p:nvPr/>
          </p:nvSpPr>
          <p:spPr>
            <a:xfrm rot="0">
              <a:off x="1416" y="2863"/>
              <a:ext cx="28" cy="22"/>
            </a:xfrm>
            <a:custGeom>
              <a:avLst/>
              <a:ahLst/>
              <a:rect l="0" t="0" r="r" b="b"/>
              <a:pathLst>
                <a:path w="83" h="66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7" y="66"/>
                  </a:lnTo>
                  <a:lnTo>
                    <a:pt x="50" y="50"/>
                  </a:lnTo>
                  <a:lnTo>
                    <a:pt x="83" y="34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79" name=""/>
            <p:cNvSpPr/>
            <p:nvPr/>
          </p:nvSpPr>
          <p:spPr>
            <a:xfrm rot="0">
              <a:off x="1422" y="2879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33" y="0"/>
                  </a:moveTo>
                  <a:lnTo>
                    <a:pt x="0" y="16"/>
                  </a:lnTo>
                  <a:lnTo>
                    <a:pt x="0" y="1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80" name=""/>
            <p:cNvSpPr/>
            <p:nvPr/>
          </p:nvSpPr>
          <p:spPr>
            <a:xfrm rot="0">
              <a:off x="1422" y="2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81" name=""/>
            <p:cNvSpPr/>
            <p:nvPr/>
          </p:nvSpPr>
          <p:spPr>
            <a:xfrm rot="0">
              <a:off x="1422" y="2874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66" y="0"/>
                  </a:moveTo>
                  <a:lnTo>
                    <a:pt x="33" y="17"/>
                  </a:lnTo>
                  <a:lnTo>
                    <a:pt x="0" y="34"/>
                  </a:lnTo>
                  <a:lnTo>
                    <a:pt x="18" y="67"/>
                  </a:lnTo>
                  <a:lnTo>
                    <a:pt x="50" y="50"/>
                  </a:lnTo>
                  <a:lnTo>
                    <a:pt x="83" y="33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82" name=""/>
            <p:cNvSpPr/>
            <p:nvPr/>
          </p:nvSpPr>
          <p:spPr>
            <a:xfrm rot="0">
              <a:off x="1422" y="2874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66" y="0"/>
                  </a:moveTo>
                  <a:lnTo>
                    <a:pt x="33" y="17"/>
                  </a:lnTo>
                  <a:lnTo>
                    <a:pt x="0" y="34"/>
                  </a:lnTo>
                  <a:lnTo>
                    <a:pt x="18" y="67"/>
                  </a:lnTo>
                  <a:lnTo>
                    <a:pt x="50" y="50"/>
                  </a:lnTo>
                  <a:lnTo>
                    <a:pt x="83" y="3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83" name=""/>
            <p:cNvSpPr/>
            <p:nvPr/>
          </p:nvSpPr>
          <p:spPr>
            <a:xfrm rot="0">
              <a:off x="1428" y="2890"/>
              <a:ext cx="10" cy="7"/>
            </a:xfrm>
            <a:custGeom>
              <a:avLst/>
              <a:ahLst/>
              <a:rect l="0" t="0" r="r" b="b"/>
              <a:pathLst>
                <a:path w="32" h="20">
                  <a:moveTo>
                    <a:pt x="32" y="0"/>
                  </a:moveTo>
                  <a:lnTo>
                    <a:pt x="0" y="17"/>
                  </a:lnTo>
                  <a:lnTo>
                    <a:pt x="1" y="2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84" name=""/>
            <p:cNvSpPr/>
            <p:nvPr/>
          </p:nvSpPr>
          <p:spPr>
            <a:xfrm rot="0">
              <a:off x="1428" y="28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85" name=""/>
            <p:cNvSpPr/>
            <p:nvPr/>
          </p:nvSpPr>
          <p:spPr>
            <a:xfrm rot="0">
              <a:off x="1428" y="2884"/>
              <a:ext cx="28" cy="23"/>
            </a:xfrm>
            <a:custGeom>
              <a:avLst/>
              <a:ahLst/>
              <a:rect l="0" t="0" r="r" b="b"/>
              <a:pathLst>
                <a:path w="83" h="71">
                  <a:moveTo>
                    <a:pt x="63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20" y="71"/>
                  </a:lnTo>
                  <a:lnTo>
                    <a:pt x="51" y="51"/>
                  </a:lnTo>
                  <a:lnTo>
                    <a:pt x="83" y="31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86" name=""/>
            <p:cNvSpPr/>
            <p:nvPr/>
          </p:nvSpPr>
          <p:spPr>
            <a:xfrm rot="0">
              <a:off x="1428" y="2884"/>
              <a:ext cx="28" cy="23"/>
            </a:xfrm>
            <a:custGeom>
              <a:avLst/>
              <a:ahLst/>
              <a:rect l="0" t="0" r="r" b="b"/>
              <a:pathLst>
                <a:path w="83" h="71">
                  <a:moveTo>
                    <a:pt x="63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20" y="71"/>
                  </a:lnTo>
                  <a:lnTo>
                    <a:pt x="51" y="51"/>
                  </a:lnTo>
                  <a:lnTo>
                    <a:pt x="83" y="31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87" name=""/>
            <p:cNvSpPr/>
            <p:nvPr/>
          </p:nvSpPr>
          <p:spPr>
            <a:xfrm rot="0">
              <a:off x="1435" y="2901"/>
              <a:ext cx="10" cy="6"/>
            </a:xfrm>
            <a:custGeom>
              <a:avLst/>
              <a:ahLst/>
              <a:rect l="0" t="0" r="r" b="b"/>
              <a:pathLst>
                <a:path w="31" h="20">
                  <a:moveTo>
                    <a:pt x="31" y="0"/>
                  </a:moveTo>
                  <a:lnTo>
                    <a:pt x="0" y="20"/>
                  </a:lnTo>
                  <a:lnTo>
                    <a:pt x="1" y="2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88" name=""/>
            <p:cNvSpPr/>
            <p:nvPr/>
          </p:nvSpPr>
          <p:spPr>
            <a:xfrm rot="0">
              <a:off x="1435" y="29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89" name=""/>
            <p:cNvSpPr/>
            <p:nvPr/>
          </p:nvSpPr>
          <p:spPr>
            <a:xfrm rot="0">
              <a:off x="1435" y="2894"/>
              <a:ext cx="27" cy="24"/>
            </a:xfrm>
            <a:custGeom>
              <a:avLst/>
              <a:ahLst/>
              <a:rect l="0" t="0" r="r" b="b"/>
              <a:pathLst>
                <a:path w="81" h="71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22" y="71"/>
                  </a:lnTo>
                  <a:lnTo>
                    <a:pt x="52" y="51"/>
                  </a:lnTo>
                  <a:lnTo>
                    <a:pt x="81" y="3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90" name=""/>
            <p:cNvSpPr/>
            <p:nvPr/>
          </p:nvSpPr>
          <p:spPr>
            <a:xfrm rot="0">
              <a:off x="1435" y="2894"/>
              <a:ext cx="27" cy="24"/>
            </a:xfrm>
            <a:custGeom>
              <a:avLst/>
              <a:ahLst/>
              <a:rect l="0" t="0" r="r" b="b"/>
              <a:pathLst>
                <a:path w="81" h="71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22" y="71"/>
                  </a:lnTo>
                  <a:lnTo>
                    <a:pt x="52" y="51"/>
                  </a:lnTo>
                  <a:lnTo>
                    <a:pt x="81" y="3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91" name=""/>
            <p:cNvSpPr/>
            <p:nvPr/>
          </p:nvSpPr>
          <p:spPr>
            <a:xfrm rot="0">
              <a:off x="1442" y="2911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30" y="0"/>
                  </a:moveTo>
                  <a:lnTo>
                    <a:pt x="0" y="20"/>
                  </a:lnTo>
                  <a:lnTo>
                    <a:pt x="1" y="22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92" name=""/>
            <p:cNvSpPr/>
            <p:nvPr/>
          </p:nvSpPr>
          <p:spPr>
            <a:xfrm rot="0">
              <a:off x="1442" y="29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93" name=""/>
            <p:cNvSpPr/>
            <p:nvPr/>
          </p:nvSpPr>
          <p:spPr>
            <a:xfrm rot="0">
              <a:off x="1443" y="2904"/>
              <a:ext cx="26" cy="24"/>
            </a:xfrm>
            <a:custGeom>
              <a:avLst/>
              <a:ahLst/>
              <a:rect l="0" t="0" r="r" b="b"/>
              <a:pathLst>
                <a:path w="80" h="73">
                  <a:moveTo>
                    <a:pt x="57" y="0"/>
                  </a:moveTo>
                  <a:lnTo>
                    <a:pt x="29" y="21"/>
                  </a:lnTo>
                  <a:lnTo>
                    <a:pt x="0" y="43"/>
                  </a:lnTo>
                  <a:lnTo>
                    <a:pt x="23" y="73"/>
                  </a:lnTo>
                  <a:lnTo>
                    <a:pt x="51" y="51"/>
                  </a:lnTo>
                  <a:lnTo>
                    <a:pt x="80" y="30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94" name=""/>
            <p:cNvSpPr/>
            <p:nvPr/>
          </p:nvSpPr>
          <p:spPr>
            <a:xfrm rot="0">
              <a:off x="1443" y="2904"/>
              <a:ext cx="26" cy="24"/>
            </a:xfrm>
            <a:custGeom>
              <a:avLst/>
              <a:ahLst/>
              <a:rect l="0" t="0" r="r" b="b"/>
              <a:pathLst>
                <a:path w="80" h="73">
                  <a:moveTo>
                    <a:pt x="57" y="0"/>
                  </a:moveTo>
                  <a:lnTo>
                    <a:pt x="29" y="21"/>
                  </a:lnTo>
                  <a:lnTo>
                    <a:pt x="0" y="43"/>
                  </a:lnTo>
                  <a:lnTo>
                    <a:pt x="23" y="73"/>
                  </a:lnTo>
                  <a:lnTo>
                    <a:pt x="51" y="51"/>
                  </a:lnTo>
                  <a:lnTo>
                    <a:pt x="80" y="30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95" name=""/>
            <p:cNvSpPr/>
            <p:nvPr/>
          </p:nvSpPr>
          <p:spPr>
            <a:xfrm rot="0">
              <a:off x="1450" y="2921"/>
              <a:ext cx="10" cy="9"/>
            </a:xfrm>
            <a:custGeom>
              <a:avLst/>
              <a:ahLst/>
              <a:rect l="0" t="0" r="r" b="b"/>
              <a:pathLst>
                <a:path w="28" h="26">
                  <a:moveTo>
                    <a:pt x="28" y="0"/>
                  </a:moveTo>
                  <a:lnTo>
                    <a:pt x="0" y="22"/>
                  </a:lnTo>
                  <a:lnTo>
                    <a:pt x="1" y="26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96" name=""/>
            <p:cNvSpPr/>
            <p:nvPr/>
          </p:nvSpPr>
          <p:spPr>
            <a:xfrm rot="0">
              <a:off x="1450" y="2928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97" name=""/>
            <p:cNvSpPr/>
            <p:nvPr/>
          </p:nvSpPr>
          <p:spPr>
            <a:xfrm rot="0">
              <a:off x="1451" y="2913"/>
              <a:ext cx="26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54" y="0"/>
                  </a:moveTo>
                  <a:lnTo>
                    <a:pt x="27" y="25"/>
                  </a:lnTo>
                  <a:lnTo>
                    <a:pt x="0" y="51"/>
                  </a:lnTo>
                  <a:lnTo>
                    <a:pt x="26" y="78"/>
                  </a:lnTo>
                  <a:lnTo>
                    <a:pt x="53" y="52"/>
                  </a:lnTo>
                  <a:lnTo>
                    <a:pt x="80" y="2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598" name=""/>
            <p:cNvSpPr/>
            <p:nvPr/>
          </p:nvSpPr>
          <p:spPr>
            <a:xfrm rot="0">
              <a:off x="1451" y="2913"/>
              <a:ext cx="26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54" y="0"/>
                  </a:moveTo>
                  <a:lnTo>
                    <a:pt x="27" y="25"/>
                  </a:lnTo>
                  <a:lnTo>
                    <a:pt x="0" y="51"/>
                  </a:lnTo>
                  <a:lnTo>
                    <a:pt x="26" y="78"/>
                  </a:lnTo>
                  <a:lnTo>
                    <a:pt x="53" y="52"/>
                  </a:lnTo>
                  <a:lnTo>
                    <a:pt x="80" y="2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599" name=""/>
            <p:cNvSpPr/>
            <p:nvPr/>
          </p:nvSpPr>
          <p:spPr>
            <a:xfrm rot="0">
              <a:off x="1459" y="2922"/>
              <a:ext cx="27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54" y="0"/>
                  </a:moveTo>
                  <a:lnTo>
                    <a:pt x="27" y="25"/>
                  </a:lnTo>
                  <a:lnTo>
                    <a:pt x="0" y="51"/>
                  </a:lnTo>
                  <a:lnTo>
                    <a:pt x="26" y="78"/>
                  </a:lnTo>
                  <a:lnTo>
                    <a:pt x="53" y="52"/>
                  </a:lnTo>
                  <a:lnTo>
                    <a:pt x="80" y="2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00" name=""/>
            <p:cNvSpPr/>
            <p:nvPr/>
          </p:nvSpPr>
          <p:spPr>
            <a:xfrm rot="0">
              <a:off x="1459" y="2922"/>
              <a:ext cx="27" cy="26"/>
            </a:xfrm>
            <a:custGeom>
              <a:avLst/>
              <a:ahLst/>
              <a:rect l="0" t="0" r="r" b="b"/>
              <a:pathLst>
                <a:path w="80" h="78">
                  <a:moveTo>
                    <a:pt x="54" y="0"/>
                  </a:moveTo>
                  <a:lnTo>
                    <a:pt x="27" y="25"/>
                  </a:lnTo>
                  <a:lnTo>
                    <a:pt x="0" y="51"/>
                  </a:lnTo>
                  <a:lnTo>
                    <a:pt x="26" y="78"/>
                  </a:lnTo>
                  <a:lnTo>
                    <a:pt x="53" y="52"/>
                  </a:lnTo>
                  <a:lnTo>
                    <a:pt x="80" y="2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01" name=""/>
            <p:cNvSpPr/>
            <p:nvPr/>
          </p:nvSpPr>
          <p:spPr>
            <a:xfrm rot="0">
              <a:off x="1468" y="2931"/>
              <a:ext cx="21" cy="20"/>
            </a:xfrm>
            <a:custGeom>
              <a:avLst/>
              <a:ahLst/>
              <a:rect l="0" t="0" r="r" b="b"/>
              <a:pathLst>
                <a:path w="62" h="61">
                  <a:moveTo>
                    <a:pt x="27" y="25"/>
                  </a:moveTo>
                  <a:lnTo>
                    <a:pt x="54" y="0"/>
                  </a:lnTo>
                  <a:lnTo>
                    <a:pt x="59" y="10"/>
                  </a:lnTo>
                  <a:lnTo>
                    <a:pt x="62" y="21"/>
                  </a:lnTo>
                  <a:lnTo>
                    <a:pt x="62" y="32"/>
                  </a:lnTo>
                  <a:lnTo>
                    <a:pt x="58" y="42"/>
                  </a:lnTo>
                  <a:lnTo>
                    <a:pt x="52" y="52"/>
                  </a:lnTo>
                  <a:lnTo>
                    <a:pt x="42" y="58"/>
                  </a:lnTo>
                  <a:lnTo>
                    <a:pt x="31" y="61"/>
                  </a:lnTo>
                  <a:lnTo>
                    <a:pt x="20" y="61"/>
                  </a:lnTo>
                  <a:lnTo>
                    <a:pt x="10" y="57"/>
                  </a:lnTo>
                  <a:lnTo>
                    <a:pt x="0" y="51"/>
                  </a:lnTo>
                  <a:lnTo>
                    <a:pt x="2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02" name=""/>
            <p:cNvSpPr/>
            <p:nvPr/>
          </p:nvSpPr>
          <p:spPr>
            <a:xfrm rot="0">
              <a:off x="1468" y="2931"/>
              <a:ext cx="21" cy="20"/>
            </a:xfrm>
            <a:custGeom>
              <a:avLst/>
              <a:ahLst/>
              <a:rect l="0" t="0" r="r" b="b"/>
              <a:pathLst>
                <a:path w="62" h="61">
                  <a:moveTo>
                    <a:pt x="54" y="0"/>
                  </a:moveTo>
                  <a:lnTo>
                    <a:pt x="59" y="10"/>
                  </a:lnTo>
                  <a:lnTo>
                    <a:pt x="62" y="21"/>
                  </a:lnTo>
                  <a:lnTo>
                    <a:pt x="62" y="32"/>
                  </a:lnTo>
                  <a:lnTo>
                    <a:pt x="58" y="42"/>
                  </a:lnTo>
                  <a:lnTo>
                    <a:pt x="52" y="52"/>
                  </a:lnTo>
                  <a:lnTo>
                    <a:pt x="42" y="58"/>
                  </a:lnTo>
                  <a:lnTo>
                    <a:pt x="31" y="61"/>
                  </a:lnTo>
                  <a:lnTo>
                    <a:pt x="20" y="61"/>
                  </a:lnTo>
                  <a:lnTo>
                    <a:pt x="10" y="57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03" name=""/>
            <p:cNvSpPr/>
            <p:nvPr/>
          </p:nvSpPr>
          <p:spPr>
            <a:xfrm rot="0">
              <a:off x="1336" y="2927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2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04" name=""/>
            <p:cNvSpPr/>
            <p:nvPr/>
          </p:nvSpPr>
          <p:spPr>
            <a:xfrm rot="0">
              <a:off x="1336" y="2927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2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05" name=""/>
            <p:cNvSpPr/>
            <p:nvPr/>
          </p:nvSpPr>
          <p:spPr>
            <a:xfrm rot="0">
              <a:off x="1348" y="2927"/>
              <a:ext cx="129" cy="24"/>
            </a:xfrm>
            <a:custGeom>
              <a:avLst/>
              <a:ahLst/>
              <a:rect l="0" t="0" r="r" b="b"/>
              <a:pathLst>
                <a:path w="388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88" y="73"/>
                  </a:lnTo>
                  <a:lnTo>
                    <a:pt x="388" y="37"/>
                  </a:lnTo>
                  <a:lnTo>
                    <a:pt x="38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06" name=""/>
            <p:cNvSpPr/>
            <p:nvPr/>
          </p:nvSpPr>
          <p:spPr>
            <a:xfrm rot="0">
              <a:off x="1348" y="2927"/>
              <a:ext cx="129" cy="24"/>
            </a:xfrm>
            <a:custGeom>
              <a:avLst/>
              <a:ahLst/>
              <a:rect l="0" t="0" r="r" b="b"/>
              <a:pathLst>
                <a:path w="388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88" y="73"/>
                  </a:lnTo>
                  <a:lnTo>
                    <a:pt x="388" y="37"/>
                  </a:lnTo>
                  <a:lnTo>
                    <a:pt x="38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07" name=""/>
            <p:cNvSpPr/>
            <p:nvPr/>
          </p:nvSpPr>
          <p:spPr>
            <a:xfrm rot="0">
              <a:off x="1477" y="292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08" name=""/>
            <p:cNvSpPr/>
            <p:nvPr/>
          </p:nvSpPr>
          <p:spPr>
            <a:xfrm rot="0">
              <a:off x="1477" y="292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09" name=""/>
            <p:cNvSpPr/>
            <p:nvPr/>
          </p:nvSpPr>
          <p:spPr>
            <a:xfrm rot="0">
              <a:off x="1336" y="2927"/>
              <a:ext cx="22" cy="19"/>
            </a:xfrm>
            <a:custGeom>
              <a:avLst/>
              <a:ahLst/>
              <a:rect l="0" t="0" r="r" b="b"/>
              <a:pathLst>
                <a:path w="67" h="55">
                  <a:moveTo>
                    <a:pt x="35" y="35"/>
                  </a:moveTo>
                  <a:lnTo>
                    <a:pt x="4" y="55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7" y="13"/>
                  </a:lnTo>
                  <a:lnTo>
                    <a:pt x="15" y="4"/>
                  </a:lnTo>
                  <a:lnTo>
                    <a:pt x="27" y="0"/>
                  </a:lnTo>
                  <a:lnTo>
                    <a:pt x="38" y="0"/>
                  </a:lnTo>
                  <a:lnTo>
                    <a:pt x="48" y="1"/>
                  </a:lnTo>
                  <a:lnTo>
                    <a:pt x="58" y="7"/>
                  </a:lnTo>
                  <a:lnTo>
                    <a:pt x="67" y="15"/>
                  </a:lnTo>
                  <a:lnTo>
                    <a:pt x="3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10" name=""/>
            <p:cNvSpPr/>
            <p:nvPr/>
          </p:nvSpPr>
          <p:spPr>
            <a:xfrm rot="0">
              <a:off x="1336" y="2927"/>
              <a:ext cx="22" cy="19"/>
            </a:xfrm>
            <a:custGeom>
              <a:avLst/>
              <a:ahLst/>
              <a:rect l="0" t="0" r="r" b="b"/>
              <a:pathLst>
                <a:path w="67" h="55">
                  <a:moveTo>
                    <a:pt x="4" y="55"/>
                  </a:moveTo>
                  <a:lnTo>
                    <a:pt x="0" y="44"/>
                  </a:lnTo>
                  <a:lnTo>
                    <a:pt x="0" y="33"/>
                  </a:lnTo>
                  <a:lnTo>
                    <a:pt x="1" y="23"/>
                  </a:lnTo>
                  <a:lnTo>
                    <a:pt x="7" y="13"/>
                  </a:lnTo>
                  <a:lnTo>
                    <a:pt x="15" y="4"/>
                  </a:lnTo>
                  <a:lnTo>
                    <a:pt x="27" y="0"/>
                  </a:lnTo>
                  <a:lnTo>
                    <a:pt x="38" y="0"/>
                  </a:lnTo>
                  <a:lnTo>
                    <a:pt x="48" y="1"/>
                  </a:lnTo>
                  <a:lnTo>
                    <a:pt x="58" y="7"/>
                  </a:lnTo>
                  <a:lnTo>
                    <a:pt x="67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11" name=""/>
            <p:cNvSpPr/>
            <p:nvPr/>
          </p:nvSpPr>
          <p:spPr>
            <a:xfrm rot="0">
              <a:off x="1337" y="2932"/>
              <a:ext cx="29" cy="27"/>
            </a:xfrm>
            <a:custGeom>
              <a:avLst/>
              <a:ahLst/>
              <a:rect l="0" t="0" r="r" b="b"/>
              <a:pathLst>
                <a:path w="87" h="79">
                  <a:moveTo>
                    <a:pt x="63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24" y="79"/>
                  </a:lnTo>
                  <a:lnTo>
                    <a:pt x="56" y="59"/>
                  </a:lnTo>
                  <a:lnTo>
                    <a:pt x="87" y="39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12" name=""/>
            <p:cNvSpPr/>
            <p:nvPr/>
          </p:nvSpPr>
          <p:spPr>
            <a:xfrm rot="0">
              <a:off x="1337" y="2932"/>
              <a:ext cx="29" cy="27"/>
            </a:xfrm>
            <a:custGeom>
              <a:avLst/>
              <a:ahLst/>
              <a:rect l="0" t="0" r="r" b="b"/>
              <a:pathLst>
                <a:path w="87" h="79">
                  <a:moveTo>
                    <a:pt x="63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24" y="79"/>
                  </a:lnTo>
                  <a:lnTo>
                    <a:pt x="56" y="59"/>
                  </a:lnTo>
                  <a:lnTo>
                    <a:pt x="87" y="39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13" name=""/>
            <p:cNvSpPr/>
            <p:nvPr/>
          </p:nvSpPr>
          <p:spPr>
            <a:xfrm rot="0">
              <a:off x="1345" y="2952"/>
              <a:ext cx="11" cy="7"/>
            </a:xfrm>
            <a:custGeom>
              <a:avLst/>
              <a:ahLst/>
              <a:rect l="0" t="0" r="r" b="b"/>
              <a:pathLst>
                <a:path w="32" h="20">
                  <a:moveTo>
                    <a:pt x="32" y="0"/>
                  </a:moveTo>
                  <a:lnTo>
                    <a:pt x="0" y="20"/>
                  </a:lnTo>
                  <a:lnTo>
                    <a:pt x="0" y="2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14" name=""/>
            <p:cNvSpPr/>
            <p:nvPr/>
          </p:nvSpPr>
          <p:spPr>
            <a:xfrm rot="0">
              <a:off x="1345" y="2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15" name=""/>
            <p:cNvSpPr/>
            <p:nvPr/>
          </p:nvSpPr>
          <p:spPr>
            <a:xfrm rot="0">
              <a:off x="1345" y="2945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63" y="0"/>
                  </a:moveTo>
                  <a:lnTo>
                    <a:pt x="32" y="20"/>
                  </a:lnTo>
                  <a:lnTo>
                    <a:pt x="0" y="40"/>
                  </a:lnTo>
                  <a:lnTo>
                    <a:pt x="24" y="78"/>
                  </a:lnTo>
                  <a:lnTo>
                    <a:pt x="56" y="58"/>
                  </a:lnTo>
                  <a:lnTo>
                    <a:pt x="87" y="38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16" name=""/>
            <p:cNvSpPr/>
            <p:nvPr/>
          </p:nvSpPr>
          <p:spPr>
            <a:xfrm rot="0">
              <a:off x="1345" y="2945"/>
              <a:ext cx="29" cy="26"/>
            </a:xfrm>
            <a:custGeom>
              <a:avLst/>
              <a:ahLst/>
              <a:rect l="0" t="0" r="r" b="b"/>
              <a:pathLst>
                <a:path w="87" h="78">
                  <a:moveTo>
                    <a:pt x="63" y="0"/>
                  </a:moveTo>
                  <a:lnTo>
                    <a:pt x="32" y="20"/>
                  </a:lnTo>
                  <a:lnTo>
                    <a:pt x="0" y="40"/>
                  </a:lnTo>
                  <a:lnTo>
                    <a:pt x="24" y="78"/>
                  </a:lnTo>
                  <a:lnTo>
                    <a:pt x="56" y="58"/>
                  </a:lnTo>
                  <a:lnTo>
                    <a:pt x="87" y="38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17" name=""/>
            <p:cNvSpPr/>
            <p:nvPr/>
          </p:nvSpPr>
          <p:spPr>
            <a:xfrm rot="0">
              <a:off x="1353" y="2965"/>
              <a:ext cx="11" cy="7"/>
            </a:xfrm>
            <a:custGeom>
              <a:avLst/>
              <a:ahLst/>
              <a:rect l="0" t="0" r="r" b="b"/>
              <a:pathLst>
                <a:path w="32" h="22">
                  <a:moveTo>
                    <a:pt x="32" y="0"/>
                  </a:moveTo>
                  <a:lnTo>
                    <a:pt x="0" y="20"/>
                  </a:lnTo>
                  <a:lnTo>
                    <a:pt x="3" y="22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18" name=""/>
            <p:cNvSpPr/>
            <p:nvPr/>
          </p:nvSpPr>
          <p:spPr>
            <a:xfrm rot="0">
              <a:off x="1353" y="2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19" name=""/>
            <p:cNvSpPr/>
            <p:nvPr/>
          </p:nvSpPr>
          <p:spPr>
            <a:xfrm rot="0">
              <a:off x="1354" y="2958"/>
              <a:ext cx="28" cy="26"/>
            </a:xfrm>
            <a:custGeom>
              <a:avLst/>
              <a:ahLst/>
              <a:rect l="0" t="0" r="r" b="b"/>
              <a:pathLst>
                <a:path w="84" h="78">
                  <a:moveTo>
                    <a:pt x="57" y="0"/>
                  </a:moveTo>
                  <a:lnTo>
                    <a:pt x="29" y="21"/>
                  </a:lnTo>
                  <a:lnTo>
                    <a:pt x="0" y="43"/>
                  </a:lnTo>
                  <a:lnTo>
                    <a:pt x="27" y="78"/>
                  </a:lnTo>
                  <a:lnTo>
                    <a:pt x="56" y="57"/>
                  </a:lnTo>
                  <a:lnTo>
                    <a:pt x="84" y="35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20" name=""/>
            <p:cNvSpPr/>
            <p:nvPr/>
          </p:nvSpPr>
          <p:spPr>
            <a:xfrm rot="0">
              <a:off x="1354" y="2958"/>
              <a:ext cx="28" cy="26"/>
            </a:xfrm>
            <a:custGeom>
              <a:avLst/>
              <a:ahLst/>
              <a:rect l="0" t="0" r="r" b="b"/>
              <a:pathLst>
                <a:path w="84" h="78">
                  <a:moveTo>
                    <a:pt x="57" y="0"/>
                  </a:moveTo>
                  <a:lnTo>
                    <a:pt x="29" y="21"/>
                  </a:lnTo>
                  <a:lnTo>
                    <a:pt x="0" y="43"/>
                  </a:lnTo>
                  <a:lnTo>
                    <a:pt x="27" y="78"/>
                  </a:lnTo>
                  <a:lnTo>
                    <a:pt x="56" y="57"/>
                  </a:lnTo>
                  <a:lnTo>
                    <a:pt x="84" y="35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21" name=""/>
            <p:cNvSpPr/>
            <p:nvPr/>
          </p:nvSpPr>
          <p:spPr>
            <a:xfrm rot="0">
              <a:off x="1363" y="2969"/>
              <a:ext cx="28" cy="27"/>
            </a:xfrm>
            <a:custGeom>
              <a:avLst/>
              <a:ahLst/>
              <a:rect l="0" t="0" r="r" b="b"/>
              <a:pathLst>
                <a:path w="84" h="79">
                  <a:moveTo>
                    <a:pt x="57" y="0"/>
                  </a:moveTo>
                  <a:lnTo>
                    <a:pt x="29" y="22"/>
                  </a:lnTo>
                  <a:lnTo>
                    <a:pt x="0" y="43"/>
                  </a:lnTo>
                  <a:lnTo>
                    <a:pt x="27" y="79"/>
                  </a:lnTo>
                  <a:lnTo>
                    <a:pt x="56" y="57"/>
                  </a:lnTo>
                  <a:lnTo>
                    <a:pt x="84" y="36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22" name=""/>
            <p:cNvSpPr/>
            <p:nvPr/>
          </p:nvSpPr>
          <p:spPr>
            <a:xfrm rot="0">
              <a:off x="1363" y="2969"/>
              <a:ext cx="28" cy="27"/>
            </a:xfrm>
            <a:custGeom>
              <a:avLst/>
              <a:ahLst/>
              <a:rect l="0" t="0" r="r" b="b"/>
              <a:pathLst>
                <a:path w="84" h="79">
                  <a:moveTo>
                    <a:pt x="57" y="0"/>
                  </a:moveTo>
                  <a:lnTo>
                    <a:pt x="29" y="22"/>
                  </a:lnTo>
                  <a:lnTo>
                    <a:pt x="0" y="43"/>
                  </a:lnTo>
                  <a:lnTo>
                    <a:pt x="27" y="79"/>
                  </a:lnTo>
                  <a:lnTo>
                    <a:pt x="56" y="57"/>
                  </a:lnTo>
                  <a:lnTo>
                    <a:pt x="84" y="36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23" name=""/>
            <p:cNvSpPr/>
            <p:nvPr/>
          </p:nvSpPr>
          <p:spPr>
            <a:xfrm rot="0">
              <a:off x="1372" y="2988"/>
              <a:ext cx="10" cy="9"/>
            </a:xfrm>
            <a:custGeom>
              <a:avLst/>
              <a:ahLst/>
              <a:rect l="0" t="0" r="r" b="b"/>
              <a:pathLst>
                <a:path w="29" h="25">
                  <a:moveTo>
                    <a:pt x="29" y="0"/>
                  </a:moveTo>
                  <a:lnTo>
                    <a:pt x="0" y="22"/>
                  </a:lnTo>
                  <a:lnTo>
                    <a:pt x="2" y="25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24" name=""/>
            <p:cNvSpPr/>
            <p:nvPr/>
          </p:nvSpPr>
          <p:spPr>
            <a:xfrm rot="0">
              <a:off x="1372" y="29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25" name=""/>
            <p:cNvSpPr/>
            <p:nvPr/>
          </p:nvSpPr>
          <p:spPr>
            <a:xfrm rot="0">
              <a:off x="1373" y="2980"/>
              <a:ext cx="28" cy="27"/>
            </a:xfrm>
            <a:custGeom>
              <a:avLst/>
              <a:ahLst/>
              <a:rect l="0" t="0" r="r" b="b"/>
              <a:pathLst>
                <a:path w="84" h="81">
                  <a:moveTo>
                    <a:pt x="54" y="0"/>
                  </a:moveTo>
                  <a:lnTo>
                    <a:pt x="27" y="24"/>
                  </a:lnTo>
                  <a:lnTo>
                    <a:pt x="0" y="49"/>
                  </a:lnTo>
                  <a:lnTo>
                    <a:pt x="30" y="81"/>
                  </a:lnTo>
                  <a:lnTo>
                    <a:pt x="57" y="57"/>
                  </a:lnTo>
                  <a:lnTo>
                    <a:pt x="84" y="3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26" name=""/>
            <p:cNvSpPr/>
            <p:nvPr/>
          </p:nvSpPr>
          <p:spPr>
            <a:xfrm rot="0">
              <a:off x="1373" y="2980"/>
              <a:ext cx="28" cy="27"/>
            </a:xfrm>
            <a:custGeom>
              <a:avLst/>
              <a:ahLst/>
              <a:rect l="0" t="0" r="r" b="b"/>
              <a:pathLst>
                <a:path w="84" h="81">
                  <a:moveTo>
                    <a:pt x="54" y="0"/>
                  </a:moveTo>
                  <a:lnTo>
                    <a:pt x="27" y="24"/>
                  </a:lnTo>
                  <a:lnTo>
                    <a:pt x="0" y="49"/>
                  </a:lnTo>
                  <a:lnTo>
                    <a:pt x="30" y="81"/>
                  </a:lnTo>
                  <a:lnTo>
                    <a:pt x="57" y="57"/>
                  </a:lnTo>
                  <a:lnTo>
                    <a:pt x="84" y="3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27" name=""/>
            <p:cNvSpPr/>
            <p:nvPr/>
          </p:nvSpPr>
          <p:spPr>
            <a:xfrm rot="0">
              <a:off x="1383" y="2999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27" y="0"/>
                  </a:moveTo>
                  <a:lnTo>
                    <a:pt x="0" y="24"/>
                  </a:lnTo>
                  <a:lnTo>
                    <a:pt x="1" y="2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28" name=""/>
            <p:cNvSpPr/>
            <p:nvPr/>
          </p:nvSpPr>
          <p:spPr>
            <a:xfrm rot="0">
              <a:off x="1383" y="3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29" name=""/>
            <p:cNvSpPr/>
            <p:nvPr/>
          </p:nvSpPr>
          <p:spPr>
            <a:xfrm rot="0">
              <a:off x="1383" y="2991"/>
              <a:ext cx="28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51" y="0"/>
                  </a:moveTo>
                  <a:lnTo>
                    <a:pt x="26" y="25"/>
                  </a:lnTo>
                  <a:lnTo>
                    <a:pt x="0" y="51"/>
                  </a:lnTo>
                  <a:lnTo>
                    <a:pt x="31" y="84"/>
                  </a:lnTo>
                  <a:lnTo>
                    <a:pt x="57" y="58"/>
                  </a:lnTo>
                  <a:lnTo>
                    <a:pt x="83" y="3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30" name=""/>
            <p:cNvSpPr/>
            <p:nvPr/>
          </p:nvSpPr>
          <p:spPr>
            <a:xfrm rot="0">
              <a:off x="1383" y="2991"/>
              <a:ext cx="28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51" y="0"/>
                  </a:moveTo>
                  <a:lnTo>
                    <a:pt x="26" y="25"/>
                  </a:lnTo>
                  <a:lnTo>
                    <a:pt x="0" y="51"/>
                  </a:lnTo>
                  <a:lnTo>
                    <a:pt x="31" y="84"/>
                  </a:lnTo>
                  <a:lnTo>
                    <a:pt x="57" y="58"/>
                  </a:lnTo>
                  <a:lnTo>
                    <a:pt x="83" y="3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31" name=""/>
            <p:cNvSpPr/>
            <p:nvPr/>
          </p:nvSpPr>
          <p:spPr>
            <a:xfrm rot="0">
              <a:off x="1394" y="3010"/>
              <a:ext cx="8" cy="9"/>
            </a:xfrm>
            <a:custGeom>
              <a:avLst/>
              <a:ahLst/>
              <a:rect l="0" t="0" r="r" b="b"/>
              <a:pathLst>
                <a:path w="26" h="26">
                  <a:moveTo>
                    <a:pt x="26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32" name=""/>
            <p:cNvSpPr/>
            <p:nvPr/>
          </p:nvSpPr>
          <p:spPr>
            <a:xfrm rot="0">
              <a:off x="1394" y="30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33" name=""/>
            <p:cNvSpPr/>
            <p:nvPr/>
          </p:nvSpPr>
          <p:spPr>
            <a:xfrm rot="0">
              <a:off x="1394" y="3002"/>
              <a:ext cx="28" cy="27"/>
            </a:xfrm>
            <a:custGeom>
              <a:avLst/>
              <a:ahLst/>
              <a:rect l="0" t="0" r="r" b="b"/>
              <a:pathLst>
                <a:path w="84" h="83">
                  <a:moveTo>
                    <a:pt x="52" y="0"/>
                  </a:moveTo>
                  <a:lnTo>
                    <a:pt x="26" y="26"/>
                  </a:lnTo>
                  <a:lnTo>
                    <a:pt x="0" y="52"/>
                  </a:lnTo>
                  <a:lnTo>
                    <a:pt x="33" y="83"/>
                  </a:lnTo>
                  <a:lnTo>
                    <a:pt x="59" y="57"/>
                  </a:lnTo>
                  <a:lnTo>
                    <a:pt x="84" y="32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34" name=""/>
            <p:cNvSpPr/>
            <p:nvPr/>
          </p:nvSpPr>
          <p:spPr>
            <a:xfrm rot="0">
              <a:off x="1394" y="3002"/>
              <a:ext cx="28" cy="27"/>
            </a:xfrm>
            <a:custGeom>
              <a:avLst/>
              <a:ahLst/>
              <a:rect l="0" t="0" r="r" b="b"/>
              <a:pathLst>
                <a:path w="84" h="83">
                  <a:moveTo>
                    <a:pt x="52" y="0"/>
                  </a:moveTo>
                  <a:lnTo>
                    <a:pt x="26" y="26"/>
                  </a:lnTo>
                  <a:lnTo>
                    <a:pt x="0" y="52"/>
                  </a:lnTo>
                  <a:lnTo>
                    <a:pt x="33" y="83"/>
                  </a:lnTo>
                  <a:lnTo>
                    <a:pt x="59" y="57"/>
                  </a:lnTo>
                  <a:lnTo>
                    <a:pt x="84" y="3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35" name=""/>
            <p:cNvSpPr/>
            <p:nvPr/>
          </p:nvSpPr>
          <p:spPr>
            <a:xfrm rot="0">
              <a:off x="1405" y="3021"/>
              <a:ext cx="8" cy="9"/>
            </a:xfrm>
            <a:custGeom>
              <a:avLst/>
              <a:ahLst/>
              <a:rect l="0" t="0" r="r" b="b"/>
              <a:pathLst>
                <a:path w="26" h="29">
                  <a:moveTo>
                    <a:pt x="26" y="0"/>
                  </a:moveTo>
                  <a:lnTo>
                    <a:pt x="0" y="26"/>
                  </a:lnTo>
                  <a:lnTo>
                    <a:pt x="3" y="29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36" name=""/>
            <p:cNvSpPr/>
            <p:nvPr/>
          </p:nvSpPr>
          <p:spPr>
            <a:xfrm rot="0">
              <a:off x="1405" y="30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37" name=""/>
            <p:cNvSpPr/>
            <p:nvPr/>
          </p:nvSpPr>
          <p:spPr>
            <a:xfrm rot="0">
              <a:off x="1406" y="3011"/>
              <a:ext cx="26" cy="29"/>
            </a:xfrm>
            <a:custGeom>
              <a:avLst/>
              <a:ahLst/>
              <a:rect l="0" t="0" r="r" b="b"/>
              <a:pathLst>
                <a:path w="80" h="85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34" y="85"/>
                  </a:lnTo>
                  <a:lnTo>
                    <a:pt x="57" y="57"/>
                  </a:lnTo>
                  <a:lnTo>
                    <a:pt x="80" y="28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38" name=""/>
            <p:cNvSpPr/>
            <p:nvPr/>
          </p:nvSpPr>
          <p:spPr>
            <a:xfrm rot="0">
              <a:off x="1406" y="3011"/>
              <a:ext cx="26" cy="29"/>
            </a:xfrm>
            <a:custGeom>
              <a:avLst/>
              <a:ahLst/>
              <a:rect l="0" t="0" r="r" b="b"/>
              <a:pathLst>
                <a:path w="80" h="85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34" y="85"/>
                  </a:lnTo>
                  <a:lnTo>
                    <a:pt x="57" y="57"/>
                  </a:lnTo>
                  <a:lnTo>
                    <a:pt x="80" y="28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39" name=""/>
            <p:cNvSpPr/>
            <p:nvPr/>
          </p:nvSpPr>
          <p:spPr>
            <a:xfrm rot="0">
              <a:off x="1417" y="3030"/>
              <a:ext cx="8" cy="10"/>
            </a:xfrm>
            <a:custGeom>
              <a:avLst/>
              <a:ahLst/>
              <a:rect l="0" t="0" r="r" b="b"/>
              <a:pathLst>
                <a:path w="23" h="28">
                  <a:moveTo>
                    <a:pt x="23" y="0"/>
                  </a:moveTo>
                  <a:lnTo>
                    <a:pt x="0" y="28"/>
                  </a:lnTo>
                  <a:lnTo>
                    <a:pt x="0" y="28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40" name=""/>
            <p:cNvSpPr/>
            <p:nvPr/>
          </p:nvSpPr>
          <p:spPr>
            <a:xfrm rot="0">
              <a:off x="1417" y="3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41" name=""/>
            <p:cNvSpPr/>
            <p:nvPr/>
          </p:nvSpPr>
          <p:spPr>
            <a:xfrm rot="0">
              <a:off x="1417" y="3021"/>
              <a:ext cx="27" cy="28"/>
            </a:xfrm>
            <a:custGeom>
              <a:avLst/>
              <a:ahLst/>
              <a:rect l="0" t="0" r="r" b="b"/>
              <a:pathLst>
                <a:path w="80" h="86">
                  <a:moveTo>
                    <a:pt x="46" y="0"/>
                  </a:moveTo>
                  <a:lnTo>
                    <a:pt x="23" y="29"/>
                  </a:lnTo>
                  <a:lnTo>
                    <a:pt x="0" y="57"/>
                  </a:lnTo>
                  <a:lnTo>
                    <a:pt x="34" y="86"/>
                  </a:lnTo>
                  <a:lnTo>
                    <a:pt x="57" y="57"/>
                  </a:lnTo>
                  <a:lnTo>
                    <a:pt x="80" y="29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42" name=""/>
            <p:cNvSpPr/>
            <p:nvPr/>
          </p:nvSpPr>
          <p:spPr>
            <a:xfrm rot="0">
              <a:off x="1417" y="3021"/>
              <a:ext cx="27" cy="28"/>
            </a:xfrm>
            <a:custGeom>
              <a:avLst/>
              <a:ahLst/>
              <a:rect l="0" t="0" r="r" b="b"/>
              <a:pathLst>
                <a:path w="80" h="86">
                  <a:moveTo>
                    <a:pt x="46" y="0"/>
                  </a:moveTo>
                  <a:lnTo>
                    <a:pt x="23" y="29"/>
                  </a:lnTo>
                  <a:lnTo>
                    <a:pt x="0" y="57"/>
                  </a:lnTo>
                  <a:lnTo>
                    <a:pt x="34" y="86"/>
                  </a:lnTo>
                  <a:lnTo>
                    <a:pt x="57" y="57"/>
                  </a:lnTo>
                  <a:lnTo>
                    <a:pt x="80" y="29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43" name=""/>
            <p:cNvSpPr/>
            <p:nvPr/>
          </p:nvSpPr>
          <p:spPr>
            <a:xfrm rot="0">
              <a:off x="1428" y="3040"/>
              <a:ext cx="8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23" y="0"/>
                  </a:moveTo>
                  <a:lnTo>
                    <a:pt x="0" y="29"/>
                  </a:lnTo>
                  <a:lnTo>
                    <a:pt x="2" y="30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44" name=""/>
            <p:cNvSpPr/>
            <p:nvPr/>
          </p:nvSpPr>
          <p:spPr>
            <a:xfrm rot="0">
              <a:off x="1428" y="30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45" name=""/>
            <p:cNvSpPr/>
            <p:nvPr/>
          </p:nvSpPr>
          <p:spPr>
            <a:xfrm rot="0">
              <a:off x="1429" y="3030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43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37" y="87"/>
                  </a:lnTo>
                  <a:lnTo>
                    <a:pt x="58" y="57"/>
                  </a:lnTo>
                  <a:lnTo>
                    <a:pt x="80" y="27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46" name=""/>
            <p:cNvSpPr/>
            <p:nvPr/>
          </p:nvSpPr>
          <p:spPr>
            <a:xfrm rot="0">
              <a:off x="1429" y="3030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43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37" y="87"/>
                  </a:lnTo>
                  <a:lnTo>
                    <a:pt x="58" y="57"/>
                  </a:lnTo>
                  <a:lnTo>
                    <a:pt x="80" y="27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47" name=""/>
            <p:cNvSpPr/>
            <p:nvPr/>
          </p:nvSpPr>
          <p:spPr>
            <a:xfrm rot="0">
              <a:off x="1441" y="3049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48" name=""/>
            <p:cNvSpPr/>
            <p:nvPr/>
          </p:nvSpPr>
          <p:spPr>
            <a:xfrm rot="0">
              <a:off x="1441" y="3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49" name=""/>
            <p:cNvSpPr/>
            <p:nvPr/>
          </p:nvSpPr>
          <p:spPr>
            <a:xfrm rot="0">
              <a:off x="1442" y="3039"/>
              <a:ext cx="25" cy="28"/>
            </a:xfrm>
            <a:custGeom>
              <a:avLst/>
              <a:ahLst/>
              <a:rect l="0" t="0" r="r" b="b"/>
              <a:pathLst>
                <a:path w="77" h="84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7" y="84"/>
                  </a:lnTo>
                  <a:lnTo>
                    <a:pt x="57" y="54"/>
                  </a:lnTo>
                  <a:lnTo>
                    <a:pt x="77" y="25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50" name=""/>
            <p:cNvSpPr/>
            <p:nvPr/>
          </p:nvSpPr>
          <p:spPr>
            <a:xfrm rot="0">
              <a:off x="1442" y="3039"/>
              <a:ext cx="25" cy="28"/>
            </a:xfrm>
            <a:custGeom>
              <a:avLst/>
              <a:ahLst/>
              <a:rect l="0" t="0" r="r" b="b"/>
              <a:pathLst>
                <a:path w="77" h="84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7" y="84"/>
                  </a:lnTo>
                  <a:lnTo>
                    <a:pt x="57" y="54"/>
                  </a:lnTo>
                  <a:lnTo>
                    <a:pt x="77" y="25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51" name=""/>
            <p:cNvSpPr/>
            <p:nvPr/>
          </p:nvSpPr>
          <p:spPr>
            <a:xfrm rot="0">
              <a:off x="1454" y="3057"/>
              <a:ext cx="7" cy="10"/>
            </a:xfrm>
            <a:custGeom>
              <a:avLst/>
              <a:ahLst/>
              <a:rect l="0" t="0" r="r" b="b"/>
              <a:pathLst>
                <a:path w="20" h="32">
                  <a:moveTo>
                    <a:pt x="20" y="0"/>
                  </a:moveTo>
                  <a:lnTo>
                    <a:pt x="0" y="30"/>
                  </a:lnTo>
                  <a:lnTo>
                    <a:pt x="2" y="32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52" name=""/>
            <p:cNvSpPr/>
            <p:nvPr/>
          </p:nvSpPr>
          <p:spPr>
            <a:xfrm rot="0">
              <a:off x="1454" y="3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53" name=""/>
            <p:cNvSpPr/>
            <p:nvPr/>
          </p:nvSpPr>
          <p:spPr>
            <a:xfrm rot="0">
              <a:off x="1455" y="3046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37" y="0"/>
                  </a:moveTo>
                  <a:lnTo>
                    <a:pt x="18" y="31"/>
                  </a:lnTo>
                  <a:lnTo>
                    <a:pt x="0" y="63"/>
                  </a:lnTo>
                  <a:lnTo>
                    <a:pt x="38" y="86"/>
                  </a:lnTo>
                  <a:lnTo>
                    <a:pt x="57" y="54"/>
                  </a:lnTo>
                  <a:lnTo>
                    <a:pt x="75" y="23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54" name=""/>
            <p:cNvSpPr/>
            <p:nvPr/>
          </p:nvSpPr>
          <p:spPr>
            <a:xfrm rot="0">
              <a:off x="1455" y="3046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37" y="0"/>
                  </a:moveTo>
                  <a:lnTo>
                    <a:pt x="18" y="31"/>
                  </a:lnTo>
                  <a:lnTo>
                    <a:pt x="0" y="63"/>
                  </a:lnTo>
                  <a:lnTo>
                    <a:pt x="38" y="86"/>
                  </a:lnTo>
                  <a:lnTo>
                    <a:pt x="57" y="54"/>
                  </a:lnTo>
                  <a:lnTo>
                    <a:pt x="75" y="2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55" name=""/>
            <p:cNvSpPr/>
            <p:nvPr/>
          </p:nvSpPr>
          <p:spPr>
            <a:xfrm rot="0">
              <a:off x="1467" y="3064"/>
              <a:ext cx="7" cy="11"/>
            </a:xfrm>
            <a:custGeom>
              <a:avLst/>
              <a:ahLst/>
              <a:rect l="0" t="0" r="r" b="b"/>
              <a:pathLst>
                <a:path w="19" h="32">
                  <a:moveTo>
                    <a:pt x="19" y="0"/>
                  </a:moveTo>
                  <a:lnTo>
                    <a:pt x="0" y="32"/>
                  </a:lnTo>
                  <a:lnTo>
                    <a:pt x="2" y="32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56" name=""/>
            <p:cNvSpPr/>
            <p:nvPr/>
          </p:nvSpPr>
          <p:spPr>
            <a:xfrm rot="0">
              <a:off x="1467" y="3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57" name=""/>
            <p:cNvSpPr/>
            <p:nvPr/>
          </p:nvSpPr>
          <p:spPr>
            <a:xfrm rot="0">
              <a:off x="1468" y="3054"/>
              <a:ext cx="25" cy="28"/>
            </a:xfrm>
            <a:custGeom>
              <a:avLst/>
              <a:ahLst/>
              <a:rect l="0" t="0" r="r" b="b"/>
              <a:pathLst>
                <a:path w="74" h="84">
                  <a:moveTo>
                    <a:pt x="34" y="0"/>
                  </a:moveTo>
                  <a:lnTo>
                    <a:pt x="17" y="31"/>
                  </a:lnTo>
                  <a:lnTo>
                    <a:pt x="0" y="63"/>
                  </a:lnTo>
                  <a:lnTo>
                    <a:pt x="39" y="84"/>
                  </a:lnTo>
                  <a:lnTo>
                    <a:pt x="57" y="53"/>
                  </a:lnTo>
                  <a:lnTo>
                    <a:pt x="74" y="21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58" name=""/>
            <p:cNvSpPr/>
            <p:nvPr/>
          </p:nvSpPr>
          <p:spPr>
            <a:xfrm rot="0">
              <a:off x="1468" y="3054"/>
              <a:ext cx="25" cy="28"/>
            </a:xfrm>
            <a:custGeom>
              <a:avLst/>
              <a:ahLst/>
              <a:rect l="0" t="0" r="r" b="b"/>
              <a:pathLst>
                <a:path w="74" h="84">
                  <a:moveTo>
                    <a:pt x="34" y="0"/>
                  </a:moveTo>
                  <a:lnTo>
                    <a:pt x="17" y="31"/>
                  </a:lnTo>
                  <a:lnTo>
                    <a:pt x="0" y="63"/>
                  </a:lnTo>
                  <a:lnTo>
                    <a:pt x="39" y="84"/>
                  </a:lnTo>
                  <a:lnTo>
                    <a:pt x="57" y="53"/>
                  </a:lnTo>
                  <a:lnTo>
                    <a:pt x="74" y="21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59" name=""/>
            <p:cNvSpPr/>
            <p:nvPr/>
          </p:nvSpPr>
          <p:spPr>
            <a:xfrm rot="0">
              <a:off x="1481" y="3072"/>
              <a:ext cx="6" cy="10"/>
            </a:xfrm>
            <a:custGeom>
              <a:avLst/>
              <a:ahLst/>
              <a:rect l="0" t="0" r="r" b="b"/>
              <a:pathLst>
                <a:path w="18" h="32">
                  <a:moveTo>
                    <a:pt x="18" y="0"/>
                  </a:moveTo>
                  <a:lnTo>
                    <a:pt x="0" y="31"/>
                  </a:lnTo>
                  <a:lnTo>
                    <a:pt x="2" y="32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60" name=""/>
            <p:cNvSpPr/>
            <p:nvPr/>
          </p:nvSpPr>
          <p:spPr>
            <a:xfrm rot="0">
              <a:off x="1481" y="30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61" name=""/>
            <p:cNvSpPr/>
            <p:nvPr/>
          </p:nvSpPr>
          <p:spPr>
            <a:xfrm rot="0">
              <a:off x="1482" y="3061"/>
              <a:ext cx="23" cy="28"/>
            </a:xfrm>
            <a:custGeom>
              <a:avLst/>
              <a:ahLst/>
              <a:rect l="0" t="0" r="r" b="b"/>
              <a:pathLst>
                <a:path w="71" h="84">
                  <a:moveTo>
                    <a:pt x="31" y="0"/>
                  </a:moveTo>
                  <a:lnTo>
                    <a:pt x="16" y="33"/>
                  </a:lnTo>
                  <a:lnTo>
                    <a:pt x="0" y="65"/>
                  </a:lnTo>
                  <a:lnTo>
                    <a:pt x="40" y="84"/>
                  </a:lnTo>
                  <a:lnTo>
                    <a:pt x="55" y="51"/>
                  </a:lnTo>
                  <a:lnTo>
                    <a:pt x="71" y="1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62" name=""/>
            <p:cNvSpPr/>
            <p:nvPr/>
          </p:nvSpPr>
          <p:spPr>
            <a:xfrm rot="0">
              <a:off x="1482" y="3061"/>
              <a:ext cx="23" cy="28"/>
            </a:xfrm>
            <a:custGeom>
              <a:avLst/>
              <a:ahLst/>
              <a:rect l="0" t="0" r="r" b="b"/>
              <a:pathLst>
                <a:path w="71" h="84">
                  <a:moveTo>
                    <a:pt x="31" y="0"/>
                  </a:moveTo>
                  <a:lnTo>
                    <a:pt x="16" y="33"/>
                  </a:lnTo>
                  <a:lnTo>
                    <a:pt x="0" y="65"/>
                  </a:lnTo>
                  <a:lnTo>
                    <a:pt x="40" y="84"/>
                  </a:lnTo>
                  <a:lnTo>
                    <a:pt x="55" y="51"/>
                  </a:lnTo>
                  <a:lnTo>
                    <a:pt x="71" y="18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63" name=""/>
            <p:cNvSpPr/>
            <p:nvPr/>
          </p:nvSpPr>
          <p:spPr>
            <a:xfrm rot="0">
              <a:off x="1495" y="3078"/>
              <a:ext cx="5" cy="11"/>
            </a:xfrm>
            <a:custGeom>
              <a:avLst/>
              <a:ahLst/>
              <a:rect l="0" t="0" r="r" b="b"/>
              <a:pathLst>
                <a:path w="15" h="33">
                  <a:moveTo>
                    <a:pt x="15" y="0"/>
                  </a:moveTo>
                  <a:lnTo>
                    <a:pt x="0" y="33"/>
                  </a:lnTo>
                  <a:lnTo>
                    <a:pt x="1" y="33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64" name=""/>
            <p:cNvSpPr/>
            <p:nvPr/>
          </p:nvSpPr>
          <p:spPr>
            <a:xfrm rot="0">
              <a:off x="1495" y="3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65" name=""/>
            <p:cNvSpPr/>
            <p:nvPr/>
          </p:nvSpPr>
          <p:spPr>
            <a:xfrm rot="0">
              <a:off x="1495" y="3067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29" y="0"/>
                  </a:moveTo>
                  <a:lnTo>
                    <a:pt x="14" y="33"/>
                  </a:lnTo>
                  <a:lnTo>
                    <a:pt x="0" y="66"/>
                  </a:lnTo>
                  <a:lnTo>
                    <a:pt x="41" y="84"/>
                  </a:lnTo>
                  <a:lnTo>
                    <a:pt x="56" y="52"/>
                  </a:lnTo>
                  <a:lnTo>
                    <a:pt x="70" y="19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66" name=""/>
            <p:cNvSpPr/>
            <p:nvPr/>
          </p:nvSpPr>
          <p:spPr>
            <a:xfrm rot="0">
              <a:off x="1495" y="3067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29" y="0"/>
                  </a:moveTo>
                  <a:lnTo>
                    <a:pt x="14" y="33"/>
                  </a:lnTo>
                  <a:lnTo>
                    <a:pt x="0" y="66"/>
                  </a:lnTo>
                  <a:lnTo>
                    <a:pt x="41" y="84"/>
                  </a:lnTo>
                  <a:lnTo>
                    <a:pt x="56" y="52"/>
                  </a:lnTo>
                  <a:lnTo>
                    <a:pt x="70" y="19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67" name=""/>
            <p:cNvSpPr/>
            <p:nvPr/>
          </p:nvSpPr>
          <p:spPr>
            <a:xfrm rot="0">
              <a:off x="1509" y="3084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15" y="0"/>
                  </a:moveTo>
                  <a:lnTo>
                    <a:pt x="0" y="32"/>
                  </a:lnTo>
                  <a:lnTo>
                    <a:pt x="2" y="34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68" name=""/>
            <p:cNvSpPr/>
            <p:nvPr/>
          </p:nvSpPr>
          <p:spPr>
            <a:xfrm rot="0">
              <a:off x="1509" y="30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69" name=""/>
            <p:cNvSpPr/>
            <p:nvPr/>
          </p:nvSpPr>
          <p:spPr>
            <a:xfrm rot="0">
              <a:off x="1510" y="3072"/>
              <a:ext cx="22" cy="28"/>
            </a:xfrm>
            <a:custGeom>
              <a:avLst/>
              <a:ahLst/>
              <a:rect l="0" t="0" r="r" b="b"/>
              <a:pathLst>
                <a:path w="68" h="84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43" y="84"/>
                  </a:lnTo>
                  <a:lnTo>
                    <a:pt x="55" y="50"/>
                  </a:lnTo>
                  <a:lnTo>
                    <a:pt x="68" y="1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70" name=""/>
            <p:cNvSpPr/>
            <p:nvPr/>
          </p:nvSpPr>
          <p:spPr>
            <a:xfrm rot="0">
              <a:off x="1510" y="3072"/>
              <a:ext cx="22" cy="28"/>
            </a:xfrm>
            <a:custGeom>
              <a:avLst/>
              <a:ahLst/>
              <a:rect l="0" t="0" r="r" b="b"/>
              <a:pathLst>
                <a:path w="68" h="84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43" y="84"/>
                  </a:lnTo>
                  <a:lnTo>
                    <a:pt x="55" y="50"/>
                  </a:lnTo>
                  <a:lnTo>
                    <a:pt x="68" y="16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71" name=""/>
            <p:cNvSpPr/>
            <p:nvPr/>
          </p:nvSpPr>
          <p:spPr>
            <a:xfrm rot="0">
              <a:off x="1524" y="3089"/>
              <a:ext cx="4" cy="11"/>
            </a:xfrm>
            <a:custGeom>
              <a:avLst/>
              <a:ahLst/>
              <a:rect l="0" t="0" r="r" b="b"/>
              <a:pathLst>
                <a:path w="12" h="34">
                  <a:moveTo>
                    <a:pt x="12" y="0"/>
                  </a:moveTo>
                  <a:lnTo>
                    <a:pt x="0" y="34"/>
                  </a:lnTo>
                  <a:lnTo>
                    <a:pt x="1" y="34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72" name=""/>
            <p:cNvSpPr/>
            <p:nvPr/>
          </p:nvSpPr>
          <p:spPr>
            <a:xfrm rot="0">
              <a:off x="1524" y="3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73" name=""/>
            <p:cNvSpPr/>
            <p:nvPr/>
          </p:nvSpPr>
          <p:spPr>
            <a:xfrm rot="0">
              <a:off x="1524" y="3078"/>
              <a:ext cx="22" cy="27"/>
            </a:xfrm>
            <a:custGeom>
              <a:avLst/>
              <a:ahLst/>
              <a:rect l="0" t="0" r="r" b="b"/>
              <a:pathLst>
                <a:path w="66" h="83">
                  <a:moveTo>
                    <a:pt x="23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43" y="83"/>
                  </a:lnTo>
                  <a:lnTo>
                    <a:pt x="54" y="49"/>
                  </a:lnTo>
                  <a:lnTo>
                    <a:pt x="66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74" name=""/>
            <p:cNvSpPr/>
            <p:nvPr/>
          </p:nvSpPr>
          <p:spPr>
            <a:xfrm rot="0">
              <a:off x="1524" y="3078"/>
              <a:ext cx="22" cy="27"/>
            </a:xfrm>
            <a:custGeom>
              <a:avLst/>
              <a:ahLst/>
              <a:rect l="0" t="0" r="r" b="b"/>
              <a:pathLst>
                <a:path w="66" h="83">
                  <a:moveTo>
                    <a:pt x="23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43" y="83"/>
                  </a:lnTo>
                  <a:lnTo>
                    <a:pt x="54" y="49"/>
                  </a:lnTo>
                  <a:lnTo>
                    <a:pt x="66" y="1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75" name=""/>
            <p:cNvSpPr/>
            <p:nvPr/>
          </p:nvSpPr>
          <p:spPr>
            <a:xfrm rot="0">
              <a:off x="1539" y="3094"/>
              <a:ext cx="3" cy="12"/>
            </a:xfrm>
            <a:custGeom>
              <a:avLst/>
              <a:ahLst/>
              <a:rect l="0" t="0" r="r" b="b"/>
              <a:pathLst>
                <a:path w="11" h="35">
                  <a:moveTo>
                    <a:pt x="11" y="0"/>
                  </a:moveTo>
                  <a:lnTo>
                    <a:pt x="0" y="34"/>
                  </a:lnTo>
                  <a:lnTo>
                    <a:pt x="1" y="35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76" name=""/>
            <p:cNvSpPr/>
            <p:nvPr/>
          </p:nvSpPr>
          <p:spPr>
            <a:xfrm rot="0">
              <a:off x="1539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77" name=""/>
            <p:cNvSpPr/>
            <p:nvPr/>
          </p:nvSpPr>
          <p:spPr>
            <a:xfrm rot="0">
              <a:off x="1539" y="3082"/>
              <a:ext cx="21" cy="28"/>
            </a:xfrm>
            <a:custGeom>
              <a:avLst/>
              <a:ahLst/>
              <a:rect l="0" t="0" r="r" b="b"/>
              <a:pathLst>
                <a:path w="63" h="83">
                  <a:moveTo>
                    <a:pt x="20" y="0"/>
                  </a:moveTo>
                  <a:lnTo>
                    <a:pt x="10" y="36"/>
                  </a:lnTo>
                  <a:lnTo>
                    <a:pt x="0" y="71"/>
                  </a:lnTo>
                  <a:lnTo>
                    <a:pt x="43" y="83"/>
                  </a:lnTo>
                  <a:lnTo>
                    <a:pt x="53" y="47"/>
                  </a:lnTo>
                  <a:lnTo>
                    <a:pt x="63" y="11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78" name=""/>
            <p:cNvSpPr/>
            <p:nvPr/>
          </p:nvSpPr>
          <p:spPr>
            <a:xfrm rot="0">
              <a:off x="1539" y="3082"/>
              <a:ext cx="21" cy="28"/>
            </a:xfrm>
            <a:custGeom>
              <a:avLst/>
              <a:ahLst/>
              <a:rect l="0" t="0" r="r" b="b"/>
              <a:pathLst>
                <a:path w="63" h="83">
                  <a:moveTo>
                    <a:pt x="20" y="0"/>
                  </a:moveTo>
                  <a:lnTo>
                    <a:pt x="10" y="36"/>
                  </a:lnTo>
                  <a:lnTo>
                    <a:pt x="0" y="71"/>
                  </a:lnTo>
                  <a:lnTo>
                    <a:pt x="43" y="83"/>
                  </a:lnTo>
                  <a:lnTo>
                    <a:pt x="53" y="47"/>
                  </a:lnTo>
                  <a:lnTo>
                    <a:pt x="63" y="11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79" name=""/>
            <p:cNvSpPr/>
            <p:nvPr/>
          </p:nvSpPr>
          <p:spPr>
            <a:xfrm rot="0">
              <a:off x="1553" y="3098"/>
              <a:ext cx="4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80" name=""/>
            <p:cNvSpPr/>
            <p:nvPr/>
          </p:nvSpPr>
          <p:spPr>
            <a:xfrm rot="0">
              <a:off x="1553" y="31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81" name=""/>
            <p:cNvSpPr/>
            <p:nvPr/>
          </p:nvSpPr>
          <p:spPr>
            <a:xfrm rot="0">
              <a:off x="1554" y="3086"/>
              <a:ext cx="20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17" y="0"/>
                  </a:moveTo>
                  <a:lnTo>
                    <a:pt x="9" y="36"/>
                  </a:lnTo>
                  <a:lnTo>
                    <a:pt x="0" y="72"/>
                  </a:lnTo>
                  <a:lnTo>
                    <a:pt x="44" y="82"/>
                  </a:lnTo>
                  <a:lnTo>
                    <a:pt x="53" y="46"/>
                  </a:lnTo>
                  <a:lnTo>
                    <a:pt x="62" y="10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82" name=""/>
            <p:cNvSpPr/>
            <p:nvPr/>
          </p:nvSpPr>
          <p:spPr>
            <a:xfrm rot="0">
              <a:off x="1554" y="3086"/>
              <a:ext cx="20" cy="27"/>
            </a:xfrm>
            <a:custGeom>
              <a:avLst/>
              <a:ahLst/>
              <a:rect l="0" t="0" r="r" b="b"/>
              <a:pathLst>
                <a:path w="62" h="82">
                  <a:moveTo>
                    <a:pt x="17" y="0"/>
                  </a:moveTo>
                  <a:lnTo>
                    <a:pt x="9" y="36"/>
                  </a:lnTo>
                  <a:lnTo>
                    <a:pt x="0" y="72"/>
                  </a:lnTo>
                  <a:lnTo>
                    <a:pt x="44" y="82"/>
                  </a:lnTo>
                  <a:lnTo>
                    <a:pt x="53" y="46"/>
                  </a:lnTo>
                  <a:lnTo>
                    <a:pt x="62" y="10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83" name=""/>
            <p:cNvSpPr/>
            <p:nvPr/>
          </p:nvSpPr>
          <p:spPr>
            <a:xfrm rot="0">
              <a:off x="1568" y="3101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9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84" name=""/>
            <p:cNvSpPr/>
            <p:nvPr/>
          </p:nvSpPr>
          <p:spPr>
            <a:xfrm rot="0">
              <a:off x="1568" y="31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85" name=""/>
            <p:cNvSpPr/>
            <p:nvPr/>
          </p:nvSpPr>
          <p:spPr>
            <a:xfrm rot="0">
              <a:off x="1569" y="3089"/>
              <a:ext cx="19" cy="27"/>
            </a:xfrm>
            <a:custGeom>
              <a:avLst/>
              <a:ahLst/>
              <a:rect l="0" t="0" r="r" b="b"/>
              <a:pathLst>
                <a:path w="58" h="80">
                  <a:moveTo>
                    <a:pt x="14" y="0"/>
                  </a:moveTo>
                  <a:lnTo>
                    <a:pt x="7" y="36"/>
                  </a:lnTo>
                  <a:lnTo>
                    <a:pt x="0" y="72"/>
                  </a:lnTo>
                  <a:lnTo>
                    <a:pt x="44" y="80"/>
                  </a:lnTo>
                  <a:lnTo>
                    <a:pt x="51" y="44"/>
                  </a:lnTo>
                  <a:lnTo>
                    <a:pt x="58" y="9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86" name=""/>
            <p:cNvSpPr/>
            <p:nvPr/>
          </p:nvSpPr>
          <p:spPr>
            <a:xfrm rot="0">
              <a:off x="1569" y="3089"/>
              <a:ext cx="19" cy="27"/>
            </a:xfrm>
            <a:custGeom>
              <a:avLst/>
              <a:ahLst/>
              <a:rect l="0" t="0" r="r" b="b"/>
              <a:pathLst>
                <a:path w="58" h="80">
                  <a:moveTo>
                    <a:pt x="14" y="0"/>
                  </a:moveTo>
                  <a:lnTo>
                    <a:pt x="7" y="36"/>
                  </a:lnTo>
                  <a:lnTo>
                    <a:pt x="0" y="72"/>
                  </a:lnTo>
                  <a:lnTo>
                    <a:pt x="44" y="80"/>
                  </a:lnTo>
                  <a:lnTo>
                    <a:pt x="51" y="44"/>
                  </a:lnTo>
                  <a:lnTo>
                    <a:pt x="58" y="9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87" name=""/>
            <p:cNvSpPr/>
            <p:nvPr/>
          </p:nvSpPr>
          <p:spPr>
            <a:xfrm rot="0">
              <a:off x="1584" y="3104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7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88" name=""/>
            <p:cNvSpPr/>
            <p:nvPr/>
          </p:nvSpPr>
          <p:spPr>
            <a:xfrm rot="0">
              <a:off x="1584" y="3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89" name=""/>
            <p:cNvSpPr/>
            <p:nvPr/>
          </p:nvSpPr>
          <p:spPr>
            <a:xfrm rot="0">
              <a:off x="1585" y="3092"/>
              <a:ext cx="17" cy="26"/>
            </a:xfrm>
            <a:custGeom>
              <a:avLst/>
              <a:ahLst/>
              <a:rect l="0" t="0" r="r" b="b"/>
              <a:pathLst>
                <a:path w="53" h="77">
                  <a:moveTo>
                    <a:pt x="8" y="0"/>
                  </a:moveTo>
                  <a:lnTo>
                    <a:pt x="4" y="35"/>
                  </a:lnTo>
                  <a:lnTo>
                    <a:pt x="0" y="71"/>
                  </a:lnTo>
                  <a:lnTo>
                    <a:pt x="44" y="77"/>
                  </a:lnTo>
                  <a:lnTo>
                    <a:pt x="48" y="41"/>
                  </a:lnTo>
                  <a:lnTo>
                    <a:pt x="53" y="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90" name=""/>
            <p:cNvSpPr/>
            <p:nvPr/>
          </p:nvSpPr>
          <p:spPr>
            <a:xfrm rot="0">
              <a:off x="1585" y="3092"/>
              <a:ext cx="17" cy="26"/>
            </a:xfrm>
            <a:custGeom>
              <a:avLst/>
              <a:ahLst/>
              <a:rect l="0" t="0" r="r" b="b"/>
              <a:pathLst>
                <a:path w="53" h="77">
                  <a:moveTo>
                    <a:pt x="8" y="0"/>
                  </a:moveTo>
                  <a:lnTo>
                    <a:pt x="4" y="35"/>
                  </a:lnTo>
                  <a:lnTo>
                    <a:pt x="0" y="71"/>
                  </a:lnTo>
                  <a:lnTo>
                    <a:pt x="44" y="77"/>
                  </a:lnTo>
                  <a:lnTo>
                    <a:pt x="48" y="41"/>
                  </a:lnTo>
                  <a:lnTo>
                    <a:pt x="53" y="6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91" name=""/>
            <p:cNvSpPr/>
            <p:nvPr/>
          </p:nvSpPr>
          <p:spPr>
            <a:xfrm rot="0">
              <a:off x="1599" y="3106"/>
              <a:ext cx="2" cy="12"/>
            </a:xfrm>
            <a:custGeom>
              <a:avLst/>
              <a:ahLst/>
              <a:rect l="0" t="0" r="r" b="b"/>
              <a:pathLst>
                <a:path w="4" h="36">
                  <a:moveTo>
                    <a:pt x="4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92" name=""/>
            <p:cNvSpPr/>
            <p:nvPr/>
          </p:nvSpPr>
          <p:spPr>
            <a:xfrm rot="0">
              <a:off x="1599" y="31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93" name=""/>
            <p:cNvSpPr/>
            <p:nvPr/>
          </p:nvSpPr>
          <p:spPr>
            <a:xfrm rot="0">
              <a:off x="1600" y="3094"/>
              <a:ext cx="17" cy="25"/>
            </a:xfrm>
            <a:custGeom>
              <a:avLst/>
              <a:ahLst/>
              <a:rect l="0" t="0" r="r" b="b"/>
              <a:pathLst>
                <a:path w="52" h="75">
                  <a:moveTo>
                    <a:pt x="6" y="0"/>
                  </a:moveTo>
                  <a:lnTo>
                    <a:pt x="3" y="35"/>
                  </a:lnTo>
                  <a:lnTo>
                    <a:pt x="0" y="71"/>
                  </a:lnTo>
                  <a:lnTo>
                    <a:pt x="46" y="75"/>
                  </a:lnTo>
                  <a:lnTo>
                    <a:pt x="49" y="39"/>
                  </a:lnTo>
                  <a:lnTo>
                    <a:pt x="52" y="4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94" name=""/>
            <p:cNvSpPr/>
            <p:nvPr/>
          </p:nvSpPr>
          <p:spPr>
            <a:xfrm rot="0">
              <a:off x="1600" y="3094"/>
              <a:ext cx="17" cy="25"/>
            </a:xfrm>
            <a:custGeom>
              <a:avLst/>
              <a:ahLst/>
              <a:rect l="0" t="0" r="r" b="b"/>
              <a:pathLst>
                <a:path w="52" h="75">
                  <a:moveTo>
                    <a:pt x="6" y="0"/>
                  </a:moveTo>
                  <a:lnTo>
                    <a:pt x="3" y="35"/>
                  </a:lnTo>
                  <a:lnTo>
                    <a:pt x="0" y="71"/>
                  </a:lnTo>
                  <a:lnTo>
                    <a:pt x="46" y="75"/>
                  </a:lnTo>
                  <a:lnTo>
                    <a:pt x="49" y="39"/>
                  </a:lnTo>
                  <a:lnTo>
                    <a:pt x="52" y="4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95" name=""/>
            <p:cNvSpPr/>
            <p:nvPr/>
          </p:nvSpPr>
          <p:spPr>
            <a:xfrm rot="0">
              <a:off x="1615" y="3107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96" name=""/>
            <p:cNvSpPr/>
            <p:nvPr/>
          </p:nvSpPr>
          <p:spPr>
            <a:xfrm rot="0">
              <a:off x="1615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97" name=""/>
            <p:cNvSpPr/>
            <p:nvPr/>
          </p:nvSpPr>
          <p:spPr>
            <a:xfrm rot="0">
              <a:off x="1615" y="3095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3" y="0"/>
                  </a:moveTo>
                  <a:lnTo>
                    <a:pt x="2" y="35"/>
                  </a:lnTo>
                  <a:lnTo>
                    <a:pt x="0" y="71"/>
                  </a:lnTo>
                  <a:lnTo>
                    <a:pt x="45" y="72"/>
                  </a:lnTo>
                  <a:lnTo>
                    <a:pt x="46" y="37"/>
                  </a:lnTo>
                  <a:lnTo>
                    <a:pt x="47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698" name=""/>
            <p:cNvSpPr/>
            <p:nvPr/>
          </p:nvSpPr>
          <p:spPr>
            <a:xfrm rot="0">
              <a:off x="1615" y="3095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3" y="0"/>
                  </a:moveTo>
                  <a:lnTo>
                    <a:pt x="2" y="35"/>
                  </a:lnTo>
                  <a:lnTo>
                    <a:pt x="0" y="71"/>
                  </a:lnTo>
                  <a:lnTo>
                    <a:pt x="45" y="72"/>
                  </a:lnTo>
                  <a:lnTo>
                    <a:pt x="46" y="37"/>
                  </a:lnTo>
                  <a:lnTo>
                    <a:pt x="47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699" name=""/>
            <p:cNvSpPr/>
            <p:nvPr/>
          </p:nvSpPr>
          <p:spPr>
            <a:xfrm rot="0">
              <a:off x="1630" y="3108"/>
              <a:ext cx="1" cy="11"/>
            </a:xfrm>
            <a:custGeom>
              <a:avLst/>
              <a:ahLst/>
              <a:rect l="0" t="0" r="r" b="b"/>
              <a:pathLst>
                <a:path w="1" h="35">
                  <a:moveTo>
                    <a:pt x="1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00" name=""/>
            <p:cNvSpPr/>
            <p:nvPr/>
          </p:nvSpPr>
          <p:spPr>
            <a:xfrm rot="0">
              <a:off x="1630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01" name=""/>
            <p:cNvSpPr/>
            <p:nvPr/>
          </p:nvSpPr>
          <p:spPr>
            <a:xfrm rot="0">
              <a:off x="1631" y="3095"/>
              <a:ext cx="15" cy="24"/>
            </a:xfrm>
            <a:custGeom>
              <a:avLst/>
              <a:ahLst/>
              <a:rect l="0" t="0" r="r" b="b"/>
              <a:pathLst>
                <a:path w="46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6" y="72"/>
                  </a:lnTo>
                  <a:lnTo>
                    <a:pt x="46" y="37"/>
                  </a:lnTo>
                  <a:lnTo>
                    <a:pt x="4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02" name=""/>
            <p:cNvSpPr/>
            <p:nvPr/>
          </p:nvSpPr>
          <p:spPr>
            <a:xfrm rot="0">
              <a:off x="1631" y="3095"/>
              <a:ext cx="15" cy="24"/>
            </a:xfrm>
            <a:custGeom>
              <a:avLst/>
              <a:ahLst/>
              <a:rect l="0" t="0" r="r" b="b"/>
              <a:pathLst>
                <a:path w="46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6" y="72"/>
                  </a:lnTo>
                  <a:lnTo>
                    <a:pt x="46" y="37"/>
                  </a:lnTo>
                  <a:lnTo>
                    <a:pt x="4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03" name=""/>
            <p:cNvSpPr/>
            <p:nvPr/>
          </p:nvSpPr>
          <p:spPr>
            <a:xfrm rot="0">
              <a:off x="1646" y="3108"/>
              <a:ext cx="1" cy="11"/>
            </a:xfrm>
            <a:custGeom>
              <a:avLst/>
              <a:ahLst/>
              <a:rect l="0" t="0" r="r" b="b"/>
              <a:pathLst>
                <a:path w="1" h="35">
                  <a:moveTo>
                    <a:pt x="0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04" name=""/>
            <p:cNvSpPr/>
            <p:nvPr/>
          </p:nvSpPr>
          <p:spPr>
            <a:xfrm rot="0">
              <a:off x="1646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05" name=""/>
            <p:cNvSpPr/>
            <p:nvPr/>
          </p:nvSpPr>
          <p:spPr>
            <a:xfrm rot="0">
              <a:off x="1645" y="3095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7" y="71"/>
                  </a:lnTo>
                  <a:lnTo>
                    <a:pt x="46" y="35"/>
                  </a:lnTo>
                  <a:lnTo>
                    <a:pt x="44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06" name=""/>
            <p:cNvSpPr/>
            <p:nvPr/>
          </p:nvSpPr>
          <p:spPr>
            <a:xfrm rot="0">
              <a:off x="1645" y="3095"/>
              <a:ext cx="16" cy="24"/>
            </a:xfrm>
            <a:custGeom>
              <a:avLst/>
              <a:ahLst/>
              <a:rect l="0" t="0" r="r" b="b"/>
              <a:pathLst>
                <a:path w="47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7" y="71"/>
                  </a:lnTo>
                  <a:lnTo>
                    <a:pt x="46" y="35"/>
                  </a:lnTo>
                  <a:lnTo>
                    <a:pt x="44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07" name=""/>
            <p:cNvSpPr/>
            <p:nvPr/>
          </p:nvSpPr>
          <p:spPr>
            <a:xfrm rot="0">
              <a:off x="1661" y="3107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0"/>
                  </a:moveTo>
                  <a:lnTo>
                    <a:pt x="1" y="36"/>
                  </a:lnTo>
                  <a:lnTo>
                    <a:pt x="3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08" name=""/>
            <p:cNvSpPr/>
            <p:nvPr/>
          </p:nvSpPr>
          <p:spPr>
            <a:xfrm rot="0">
              <a:off x="1661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09" name=""/>
            <p:cNvSpPr/>
            <p:nvPr/>
          </p:nvSpPr>
          <p:spPr>
            <a:xfrm rot="0">
              <a:off x="1660" y="3094"/>
              <a:ext cx="16" cy="25"/>
            </a:xfrm>
            <a:custGeom>
              <a:avLst/>
              <a:ahLst/>
              <a:rect l="0" t="0" r="r" b="b"/>
              <a:pathLst>
                <a:path w="50" h="75">
                  <a:moveTo>
                    <a:pt x="0" y="4"/>
                  </a:moveTo>
                  <a:lnTo>
                    <a:pt x="3" y="39"/>
                  </a:lnTo>
                  <a:lnTo>
                    <a:pt x="6" y="75"/>
                  </a:lnTo>
                  <a:lnTo>
                    <a:pt x="50" y="71"/>
                  </a:lnTo>
                  <a:lnTo>
                    <a:pt x="47" y="35"/>
                  </a:lnTo>
                  <a:lnTo>
                    <a:pt x="44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10" name=""/>
            <p:cNvSpPr/>
            <p:nvPr/>
          </p:nvSpPr>
          <p:spPr>
            <a:xfrm rot="0">
              <a:off x="1660" y="3094"/>
              <a:ext cx="16" cy="25"/>
            </a:xfrm>
            <a:custGeom>
              <a:avLst/>
              <a:ahLst/>
              <a:rect l="0" t="0" r="r" b="b"/>
              <a:pathLst>
                <a:path w="50" h="75">
                  <a:moveTo>
                    <a:pt x="0" y="4"/>
                  </a:moveTo>
                  <a:lnTo>
                    <a:pt x="3" y="39"/>
                  </a:lnTo>
                  <a:lnTo>
                    <a:pt x="6" y="75"/>
                  </a:lnTo>
                  <a:lnTo>
                    <a:pt x="50" y="71"/>
                  </a:lnTo>
                  <a:lnTo>
                    <a:pt x="47" y="35"/>
                  </a:lnTo>
                  <a:lnTo>
                    <a:pt x="44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11" name=""/>
            <p:cNvSpPr/>
            <p:nvPr/>
          </p:nvSpPr>
          <p:spPr>
            <a:xfrm rot="0">
              <a:off x="1675" y="3106"/>
              <a:ext cx="2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0"/>
                  </a:moveTo>
                  <a:lnTo>
                    <a:pt x="3" y="36"/>
                  </a:lnTo>
                  <a:lnTo>
                    <a:pt x="4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12" name=""/>
            <p:cNvSpPr/>
            <p:nvPr/>
          </p:nvSpPr>
          <p:spPr>
            <a:xfrm rot="0">
              <a:off x="1676" y="31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13" name=""/>
            <p:cNvSpPr/>
            <p:nvPr/>
          </p:nvSpPr>
          <p:spPr>
            <a:xfrm rot="0">
              <a:off x="1674" y="3092"/>
              <a:ext cx="18" cy="26"/>
            </a:xfrm>
            <a:custGeom>
              <a:avLst/>
              <a:ahLst/>
              <a:rect l="0" t="0" r="r" b="b"/>
              <a:pathLst>
                <a:path w="54" h="77">
                  <a:moveTo>
                    <a:pt x="0" y="6"/>
                  </a:moveTo>
                  <a:lnTo>
                    <a:pt x="4" y="41"/>
                  </a:lnTo>
                  <a:lnTo>
                    <a:pt x="8" y="77"/>
                  </a:lnTo>
                  <a:lnTo>
                    <a:pt x="54" y="71"/>
                  </a:lnTo>
                  <a:lnTo>
                    <a:pt x="49" y="35"/>
                  </a:lnTo>
                  <a:lnTo>
                    <a:pt x="45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14" name=""/>
            <p:cNvSpPr/>
            <p:nvPr/>
          </p:nvSpPr>
          <p:spPr>
            <a:xfrm rot="0">
              <a:off x="1674" y="3092"/>
              <a:ext cx="18" cy="26"/>
            </a:xfrm>
            <a:custGeom>
              <a:avLst/>
              <a:ahLst/>
              <a:rect l="0" t="0" r="r" b="b"/>
              <a:pathLst>
                <a:path w="54" h="77">
                  <a:moveTo>
                    <a:pt x="0" y="6"/>
                  </a:moveTo>
                  <a:lnTo>
                    <a:pt x="4" y="41"/>
                  </a:lnTo>
                  <a:lnTo>
                    <a:pt x="8" y="77"/>
                  </a:lnTo>
                  <a:lnTo>
                    <a:pt x="54" y="71"/>
                  </a:lnTo>
                  <a:lnTo>
                    <a:pt x="49" y="35"/>
                  </a:lnTo>
                  <a:lnTo>
                    <a:pt x="45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15" name=""/>
            <p:cNvSpPr/>
            <p:nvPr/>
          </p:nvSpPr>
          <p:spPr>
            <a:xfrm rot="0">
              <a:off x="1690" y="3104"/>
              <a:ext cx="3" cy="12"/>
            </a:xfrm>
            <a:custGeom>
              <a:avLst/>
              <a:ahLst/>
              <a:rect l="0" t="0" r="r" b="b"/>
              <a:pathLst>
                <a:path w="7" h="36">
                  <a:moveTo>
                    <a:pt x="0" y="0"/>
                  </a:moveTo>
                  <a:lnTo>
                    <a:pt x="5" y="36"/>
                  </a:lnTo>
                  <a:lnTo>
                    <a:pt x="7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11" name=""/>
          <p:cNvGrpSpPr/>
          <p:nvPr/>
        </p:nvGrpSpPr>
        <p:grpSpPr>
          <a:xfrm rot="0">
            <a:off x="1617662" y="4646612"/>
            <a:ext cx="1463675" cy="1651000"/>
            <a:chOff x="1019" y="2927"/>
            <a:chExt cx="922" cy="1040"/>
          </a:xfrm>
        </p:grpSpPr>
        <p:sp>
          <p:nvSpPr>
            <p:cNvPr id="1072716" name=""/>
            <p:cNvSpPr/>
            <p:nvPr/>
          </p:nvSpPr>
          <p:spPr>
            <a:xfrm rot="0">
              <a:off x="1692" y="3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17" name=""/>
            <p:cNvSpPr/>
            <p:nvPr/>
          </p:nvSpPr>
          <p:spPr>
            <a:xfrm rot="0">
              <a:off x="1688" y="3089"/>
              <a:ext cx="20" cy="27"/>
            </a:xfrm>
            <a:custGeom>
              <a:avLst/>
              <a:ahLst/>
              <a:rect l="0" t="0" r="r" b="b"/>
              <a:pathLst>
                <a:path w="59" h="80">
                  <a:moveTo>
                    <a:pt x="0" y="9"/>
                  </a:moveTo>
                  <a:lnTo>
                    <a:pt x="7" y="44"/>
                  </a:lnTo>
                  <a:lnTo>
                    <a:pt x="14" y="80"/>
                  </a:lnTo>
                  <a:lnTo>
                    <a:pt x="59" y="72"/>
                  </a:lnTo>
                  <a:lnTo>
                    <a:pt x="51" y="36"/>
                  </a:lnTo>
                  <a:lnTo>
                    <a:pt x="44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18" name=""/>
            <p:cNvSpPr/>
            <p:nvPr/>
          </p:nvSpPr>
          <p:spPr>
            <a:xfrm rot="0">
              <a:off x="1688" y="3089"/>
              <a:ext cx="20" cy="27"/>
            </a:xfrm>
            <a:custGeom>
              <a:avLst/>
              <a:ahLst/>
              <a:rect l="0" t="0" r="r" b="b"/>
              <a:pathLst>
                <a:path w="59" h="80">
                  <a:moveTo>
                    <a:pt x="0" y="9"/>
                  </a:moveTo>
                  <a:lnTo>
                    <a:pt x="7" y="44"/>
                  </a:lnTo>
                  <a:lnTo>
                    <a:pt x="14" y="80"/>
                  </a:lnTo>
                  <a:lnTo>
                    <a:pt x="59" y="72"/>
                  </a:lnTo>
                  <a:lnTo>
                    <a:pt x="51" y="36"/>
                  </a:lnTo>
                  <a:lnTo>
                    <a:pt x="44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19" name=""/>
            <p:cNvSpPr/>
            <p:nvPr/>
          </p:nvSpPr>
          <p:spPr>
            <a:xfrm rot="0">
              <a:off x="1705" y="3101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0" y="0"/>
                  </a:moveTo>
                  <a:lnTo>
                    <a:pt x="8" y="36"/>
                  </a:lnTo>
                  <a:lnTo>
                    <a:pt x="9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20" name=""/>
            <p:cNvSpPr/>
            <p:nvPr/>
          </p:nvSpPr>
          <p:spPr>
            <a:xfrm rot="0">
              <a:off x="1708" y="31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21" name=""/>
            <p:cNvSpPr/>
            <p:nvPr/>
          </p:nvSpPr>
          <p:spPr>
            <a:xfrm rot="0">
              <a:off x="1702" y="3086"/>
              <a:ext cx="20" cy="27"/>
            </a:xfrm>
            <a:custGeom>
              <a:avLst/>
              <a:ahLst/>
              <a:rect l="0" t="0" r="r" b="b"/>
              <a:pathLst>
                <a:path w="60" h="82">
                  <a:moveTo>
                    <a:pt x="0" y="10"/>
                  </a:moveTo>
                  <a:lnTo>
                    <a:pt x="8" y="46"/>
                  </a:lnTo>
                  <a:lnTo>
                    <a:pt x="17" y="82"/>
                  </a:lnTo>
                  <a:lnTo>
                    <a:pt x="60" y="72"/>
                  </a:lnTo>
                  <a:lnTo>
                    <a:pt x="51" y="36"/>
                  </a:lnTo>
                  <a:lnTo>
                    <a:pt x="43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22" name=""/>
            <p:cNvSpPr/>
            <p:nvPr/>
          </p:nvSpPr>
          <p:spPr>
            <a:xfrm rot="0">
              <a:off x="1702" y="3086"/>
              <a:ext cx="20" cy="27"/>
            </a:xfrm>
            <a:custGeom>
              <a:avLst/>
              <a:ahLst/>
              <a:rect l="0" t="0" r="r" b="b"/>
              <a:pathLst>
                <a:path w="60" h="82">
                  <a:moveTo>
                    <a:pt x="0" y="10"/>
                  </a:moveTo>
                  <a:lnTo>
                    <a:pt x="8" y="46"/>
                  </a:lnTo>
                  <a:lnTo>
                    <a:pt x="17" y="82"/>
                  </a:lnTo>
                  <a:lnTo>
                    <a:pt x="60" y="72"/>
                  </a:lnTo>
                  <a:lnTo>
                    <a:pt x="51" y="36"/>
                  </a:lnTo>
                  <a:lnTo>
                    <a:pt x="43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23" name=""/>
            <p:cNvSpPr/>
            <p:nvPr/>
          </p:nvSpPr>
          <p:spPr>
            <a:xfrm rot="0">
              <a:off x="1719" y="3098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0" y="0"/>
                  </a:moveTo>
                  <a:lnTo>
                    <a:pt x="9" y="36"/>
                  </a:lnTo>
                  <a:lnTo>
                    <a:pt x="9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24" name=""/>
            <p:cNvSpPr/>
            <p:nvPr/>
          </p:nvSpPr>
          <p:spPr>
            <a:xfrm rot="0">
              <a:off x="1722" y="31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25" name=""/>
            <p:cNvSpPr/>
            <p:nvPr/>
          </p:nvSpPr>
          <p:spPr>
            <a:xfrm rot="0">
              <a:off x="1717" y="3082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0" y="11"/>
                  </a:moveTo>
                  <a:lnTo>
                    <a:pt x="8" y="47"/>
                  </a:lnTo>
                  <a:lnTo>
                    <a:pt x="17" y="83"/>
                  </a:lnTo>
                  <a:lnTo>
                    <a:pt x="61" y="71"/>
                  </a:lnTo>
                  <a:lnTo>
                    <a:pt x="52" y="36"/>
                  </a:lnTo>
                  <a:lnTo>
                    <a:pt x="4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26" name=""/>
            <p:cNvSpPr/>
            <p:nvPr/>
          </p:nvSpPr>
          <p:spPr>
            <a:xfrm rot="0">
              <a:off x="1717" y="3082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0" y="11"/>
                  </a:moveTo>
                  <a:lnTo>
                    <a:pt x="8" y="47"/>
                  </a:lnTo>
                  <a:lnTo>
                    <a:pt x="17" y="83"/>
                  </a:lnTo>
                  <a:lnTo>
                    <a:pt x="61" y="71"/>
                  </a:lnTo>
                  <a:lnTo>
                    <a:pt x="52" y="36"/>
                  </a:lnTo>
                  <a:lnTo>
                    <a:pt x="44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27" name=""/>
            <p:cNvSpPr/>
            <p:nvPr/>
          </p:nvSpPr>
          <p:spPr>
            <a:xfrm rot="0">
              <a:off x="1734" y="3094"/>
              <a:ext cx="4" cy="12"/>
            </a:xfrm>
            <a:custGeom>
              <a:avLst/>
              <a:ahLst/>
              <a:rect l="0" t="0" r="r" b="b"/>
              <a:pathLst>
                <a:path w="12" h="35">
                  <a:moveTo>
                    <a:pt x="0" y="0"/>
                  </a:moveTo>
                  <a:lnTo>
                    <a:pt x="9" y="35"/>
                  </a:lnTo>
                  <a:lnTo>
                    <a:pt x="12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28" name=""/>
            <p:cNvSpPr/>
            <p:nvPr/>
          </p:nvSpPr>
          <p:spPr>
            <a:xfrm rot="0" flipV="1">
              <a:off x="1737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29" name=""/>
            <p:cNvSpPr/>
            <p:nvPr/>
          </p:nvSpPr>
          <p:spPr>
            <a:xfrm rot="0">
              <a:off x="1730" y="3078"/>
              <a:ext cx="22" cy="27"/>
            </a:xfrm>
            <a:custGeom>
              <a:avLst/>
              <a:ahLst/>
              <a:rect l="0" t="0" r="r" b="b"/>
              <a:pathLst>
                <a:path w="65" h="83">
                  <a:moveTo>
                    <a:pt x="0" y="14"/>
                  </a:moveTo>
                  <a:lnTo>
                    <a:pt x="11" y="49"/>
                  </a:lnTo>
                  <a:lnTo>
                    <a:pt x="23" y="83"/>
                  </a:lnTo>
                  <a:lnTo>
                    <a:pt x="65" y="68"/>
                  </a:lnTo>
                  <a:lnTo>
                    <a:pt x="54" y="34"/>
                  </a:lnTo>
                  <a:lnTo>
                    <a:pt x="4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30" name=""/>
            <p:cNvSpPr/>
            <p:nvPr/>
          </p:nvSpPr>
          <p:spPr>
            <a:xfrm rot="0">
              <a:off x="1730" y="3078"/>
              <a:ext cx="22" cy="27"/>
            </a:xfrm>
            <a:custGeom>
              <a:avLst/>
              <a:ahLst/>
              <a:rect l="0" t="0" r="r" b="b"/>
              <a:pathLst>
                <a:path w="65" h="83">
                  <a:moveTo>
                    <a:pt x="0" y="14"/>
                  </a:moveTo>
                  <a:lnTo>
                    <a:pt x="11" y="49"/>
                  </a:lnTo>
                  <a:lnTo>
                    <a:pt x="23" y="83"/>
                  </a:lnTo>
                  <a:lnTo>
                    <a:pt x="65" y="68"/>
                  </a:lnTo>
                  <a:lnTo>
                    <a:pt x="54" y="34"/>
                  </a:lnTo>
                  <a:lnTo>
                    <a:pt x="43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31" name=""/>
            <p:cNvSpPr/>
            <p:nvPr/>
          </p:nvSpPr>
          <p:spPr>
            <a:xfrm rot="0">
              <a:off x="1748" y="3089"/>
              <a:ext cx="5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0" y="0"/>
                  </a:moveTo>
                  <a:lnTo>
                    <a:pt x="11" y="34"/>
                  </a:lnTo>
                  <a:lnTo>
                    <a:pt x="13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32" name=""/>
            <p:cNvSpPr/>
            <p:nvPr/>
          </p:nvSpPr>
          <p:spPr>
            <a:xfrm rot="0">
              <a:off x="1752" y="3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33" name=""/>
            <p:cNvSpPr/>
            <p:nvPr/>
          </p:nvSpPr>
          <p:spPr>
            <a:xfrm rot="0">
              <a:off x="1744" y="3072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0" y="16"/>
                  </a:moveTo>
                  <a:lnTo>
                    <a:pt x="13" y="50"/>
                  </a:lnTo>
                  <a:lnTo>
                    <a:pt x="26" y="84"/>
                  </a:lnTo>
                  <a:lnTo>
                    <a:pt x="67" y="69"/>
                  </a:lnTo>
                  <a:lnTo>
                    <a:pt x="54" y="35"/>
                  </a:lnTo>
                  <a:lnTo>
                    <a:pt x="42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34" name=""/>
            <p:cNvSpPr/>
            <p:nvPr/>
          </p:nvSpPr>
          <p:spPr>
            <a:xfrm rot="0">
              <a:off x="1744" y="3072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0" y="16"/>
                  </a:moveTo>
                  <a:lnTo>
                    <a:pt x="13" y="50"/>
                  </a:lnTo>
                  <a:lnTo>
                    <a:pt x="26" y="84"/>
                  </a:lnTo>
                  <a:lnTo>
                    <a:pt x="67" y="69"/>
                  </a:lnTo>
                  <a:lnTo>
                    <a:pt x="54" y="35"/>
                  </a:lnTo>
                  <a:lnTo>
                    <a:pt x="42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35" name=""/>
            <p:cNvSpPr/>
            <p:nvPr/>
          </p:nvSpPr>
          <p:spPr>
            <a:xfrm rot="0">
              <a:off x="1762" y="3084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0" y="0"/>
                  </a:moveTo>
                  <a:lnTo>
                    <a:pt x="13" y="34"/>
                  </a:lnTo>
                  <a:lnTo>
                    <a:pt x="15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36" name=""/>
            <p:cNvSpPr/>
            <p:nvPr/>
          </p:nvSpPr>
          <p:spPr>
            <a:xfrm rot="0" flipV="1">
              <a:off x="1766" y="30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37" name=""/>
            <p:cNvSpPr/>
            <p:nvPr/>
          </p:nvSpPr>
          <p:spPr>
            <a:xfrm rot="0">
              <a:off x="1757" y="3067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0" y="19"/>
                  </a:moveTo>
                  <a:lnTo>
                    <a:pt x="14" y="52"/>
                  </a:lnTo>
                  <a:lnTo>
                    <a:pt x="29" y="84"/>
                  </a:lnTo>
                  <a:lnTo>
                    <a:pt x="70" y="66"/>
                  </a:lnTo>
                  <a:lnTo>
                    <a:pt x="56" y="33"/>
                  </a:lnTo>
                  <a:lnTo>
                    <a:pt x="41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38" name=""/>
            <p:cNvSpPr/>
            <p:nvPr/>
          </p:nvSpPr>
          <p:spPr>
            <a:xfrm rot="0">
              <a:off x="1757" y="3067"/>
              <a:ext cx="24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0" y="19"/>
                  </a:moveTo>
                  <a:lnTo>
                    <a:pt x="14" y="52"/>
                  </a:lnTo>
                  <a:lnTo>
                    <a:pt x="29" y="84"/>
                  </a:lnTo>
                  <a:lnTo>
                    <a:pt x="70" y="66"/>
                  </a:lnTo>
                  <a:lnTo>
                    <a:pt x="56" y="33"/>
                  </a:lnTo>
                  <a:lnTo>
                    <a:pt x="41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39" name=""/>
            <p:cNvSpPr/>
            <p:nvPr/>
          </p:nvSpPr>
          <p:spPr>
            <a:xfrm rot="0">
              <a:off x="1771" y="3061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0" y="18"/>
                  </a:moveTo>
                  <a:lnTo>
                    <a:pt x="15" y="51"/>
                  </a:lnTo>
                  <a:lnTo>
                    <a:pt x="29" y="84"/>
                  </a:lnTo>
                  <a:lnTo>
                    <a:pt x="70" y="65"/>
                  </a:lnTo>
                  <a:lnTo>
                    <a:pt x="56" y="33"/>
                  </a:lnTo>
                  <a:lnTo>
                    <a:pt x="42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40" name=""/>
            <p:cNvSpPr/>
            <p:nvPr/>
          </p:nvSpPr>
          <p:spPr>
            <a:xfrm rot="0">
              <a:off x="1771" y="3061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0" y="18"/>
                  </a:moveTo>
                  <a:lnTo>
                    <a:pt x="15" y="51"/>
                  </a:lnTo>
                  <a:lnTo>
                    <a:pt x="29" y="84"/>
                  </a:lnTo>
                  <a:lnTo>
                    <a:pt x="70" y="65"/>
                  </a:lnTo>
                  <a:lnTo>
                    <a:pt x="56" y="33"/>
                  </a:lnTo>
                  <a:lnTo>
                    <a:pt x="42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41" name=""/>
            <p:cNvSpPr/>
            <p:nvPr/>
          </p:nvSpPr>
          <p:spPr>
            <a:xfrm rot="0">
              <a:off x="1790" y="3072"/>
              <a:ext cx="5" cy="10"/>
            </a:xfrm>
            <a:custGeom>
              <a:avLst/>
              <a:ahLst/>
              <a:rect l="0" t="0" r="r" b="b"/>
              <a:pathLst>
                <a:path w="17" h="32">
                  <a:moveTo>
                    <a:pt x="0" y="0"/>
                  </a:moveTo>
                  <a:lnTo>
                    <a:pt x="14" y="32"/>
                  </a:lnTo>
                  <a:lnTo>
                    <a:pt x="17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42" name=""/>
            <p:cNvSpPr/>
            <p:nvPr/>
          </p:nvSpPr>
          <p:spPr>
            <a:xfrm rot="0" flipV="1">
              <a:off x="1794" y="30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43" name=""/>
            <p:cNvSpPr/>
            <p:nvPr/>
          </p:nvSpPr>
          <p:spPr>
            <a:xfrm rot="0">
              <a:off x="1784" y="3054"/>
              <a:ext cx="24" cy="28"/>
            </a:xfrm>
            <a:custGeom>
              <a:avLst/>
              <a:ahLst/>
              <a:rect l="0" t="0" r="r" b="b"/>
              <a:pathLst>
                <a:path w="72" h="84">
                  <a:moveTo>
                    <a:pt x="0" y="21"/>
                  </a:moveTo>
                  <a:lnTo>
                    <a:pt x="17" y="53"/>
                  </a:lnTo>
                  <a:lnTo>
                    <a:pt x="34" y="84"/>
                  </a:lnTo>
                  <a:lnTo>
                    <a:pt x="72" y="63"/>
                  </a:lnTo>
                  <a:lnTo>
                    <a:pt x="55" y="31"/>
                  </a:lnTo>
                  <a:lnTo>
                    <a:pt x="38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44" name=""/>
            <p:cNvSpPr/>
            <p:nvPr/>
          </p:nvSpPr>
          <p:spPr>
            <a:xfrm rot="0">
              <a:off x="1784" y="3054"/>
              <a:ext cx="24" cy="28"/>
            </a:xfrm>
            <a:custGeom>
              <a:avLst/>
              <a:ahLst/>
              <a:rect l="0" t="0" r="r" b="b"/>
              <a:pathLst>
                <a:path w="72" h="84">
                  <a:moveTo>
                    <a:pt x="0" y="21"/>
                  </a:moveTo>
                  <a:lnTo>
                    <a:pt x="17" y="53"/>
                  </a:lnTo>
                  <a:lnTo>
                    <a:pt x="34" y="84"/>
                  </a:lnTo>
                  <a:lnTo>
                    <a:pt x="72" y="63"/>
                  </a:lnTo>
                  <a:lnTo>
                    <a:pt x="55" y="31"/>
                  </a:lnTo>
                  <a:lnTo>
                    <a:pt x="38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45" name=""/>
            <p:cNvSpPr/>
            <p:nvPr/>
          </p:nvSpPr>
          <p:spPr>
            <a:xfrm rot="0">
              <a:off x="1802" y="3064"/>
              <a:ext cx="7" cy="11"/>
            </a:xfrm>
            <a:custGeom>
              <a:avLst/>
              <a:ahLst/>
              <a:rect l="0" t="0" r="r" b="b"/>
              <a:pathLst>
                <a:path w="19" h="32">
                  <a:moveTo>
                    <a:pt x="0" y="0"/>
                  </a:moveTo>
                  <a:lnTo>
                    <a:pt x="17" y="32"/>
                  </a:lnTo>
                  <a:lnTo>
                    <a:pt x="19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46" name=""/>
            <p:cNvSpPr/>
            <p:nvPr/>
          </p:nvSpPr>
          <p:spPr>
            <a:xfrm rot="0">
              <a:off x="1808" y="3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47" name=""/>
            <p:cNvSpPr/>
            <p:nvPr/>
          </p:nvSpPr>
          <p:spPr>
            <a:xfrm rot="0">
              <a:off x="1796" y="3046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0" y="23"/>
                  </a:moveTo>
                  <a:lnTo>
                    <a:pt x="18" y="54"/>
                  </a:lnTo>
                  <a:lnTo>
                    <a:pt x="37" y="86"/>
                  </a:lnTo>
                  <a:lnTo>
                    <a:pt x="75" y="63"/>
                  </a:lnTo>
                  <a:lnTo>
                    <a:pt x="57" y="31"/>
                  </a:lnTo>
                  <a:lnTo>
                    <a:pt x="38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48" name=""/>
            <p:cNvSpPr/>
            <p:nvPr/>
          </p:nvSpPr>
          <p:spPr>
            <a:xfrm rot="0">
              <a:off x="1796" y="3046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0" y="23"/>
                  </a:moveTo>
                  <a:lnTo>
                    <a:pt x="18" y="54"/>
                  </a:lnTo>
                  <a:lnTo>
                    <a:pt x="37" y="86"/>
                  </a:lnTo>
                  <a:lnTo>
                    <a:pt x="75" y="63"/>
                  </a:lnTo>
                  <a:lnTo>
                    <a:pt x="57" y="31"/>
                  </a:lnTo>
                  <a:lnTo>
                    <a:pt x="38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49" name=""/>
            <p:cNvSpPr/>
            <p:nvPr/>
          </p:nvSpPr>
          <p:spPr>
            <a:xfrm rot="0">
              <a:off x="1815" y="3057"/>
              <a:ext cx="7" cy="10"/>
            </a:xfrm>
            <a:custGeom>
              <a:avLst/>
              <a:ahLst/>
              <a:rect l="0" t="0" r="r" b="b"/>
              <a:pathLst>
                <a:path w="20" h="32">
                  <a:moveTo>
                    <a:pt x="0" y="0"/>
                  </a:moveTo>
                  <a:lnTo>
                    <a:pt x="18" y="32"/>
                  </a:lnTo>
                  <a:lnTo>
                    <a:pt x="20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50" name=""/>
            <p:cNvSpPr/>
            <p:nvPr/>
          </p:nvSpPr>
          <p:spPr>
            <a:xfrm rot="0">
              <a:off x="1821" y="3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51" name=""/>
            <p:cNvSpPr/>
            <p:nvPr/>
          </p:nvSpPr>
          <p:spPr>
            <a:xfrm rot="0">
              <a:off x="1809" y="3038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0" y="24"/>
                  </a:moveTo>
                  <a:lnTo>
                    <a:pt x="20" y="55"/>
                  </a:lnTo>
                  <a:lnTo>
                    <a:pt x="40" y="87"/>
                  </a:lnTo>
                  <a:lnTo>
                    <a:pt x="78" y="63"/>
                  </a:lnTo>
                  <a:lnTo>
                    <a:pt x="58" y="31"/>
                  </a:lnTo>
                  <a:lnTo>
                    <a:pt x="38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52" name=""/>
            <p:cNvSpPr/>
            <p:nvPr/>
          </p:nvSpPr>
          <p:spPr>
            <a:xfrm rot="0">
              <a:off x="1809" y="3038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0" y="24"/>
                  </a:moveTo>
                  <a:lnTo>
                    <a:pt x="20" y="55"/>
                  </a:lnTo>
                  <a:lnTo>
                    <a:pt x="40" y="87"/>
                  </a:lnTo>
                  <a:lnTo>
                    <a:pt x="78" y="63"/>
                  </a:lnTo>
                  <a:lnTo>
                    <a:pt x="58" y="31"/>
                  </a:lnTo>
                  <a:lnTo>
                    <a:pt x="38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53" name=""/>
            <p:cNvSpPr/>
            <p:nvPr/>
          </p:nvSpPr>
          <p:spPr>
            <a:xfrm rot="0">
              <a:off x="1828" y="3049"/>
              <a:ext cx="7" cy="10"/>
            </a:xfrm>
            <a:custGeom>
              <a:avLst/>
              <a:ahLst/>
              <a:rect l="0" t="0" r="r" b="b"/>
              <a:pathLst>
                <a:path w="22" h="32">
                  <a:moveTo>
                    <a:pt x="0" y="0"/>
                  </a:moveTo>
                  <a:lnTo>
                    <a:pt x="20" y="32"/>
                  </a:lnTo>
                  <a:lnTo>
                    <a:pt x="22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54" name=""/>
            <p:cNvSpPr/>
            <p:nvPr/>
          </p:nvSpPr>
          <p:spPr>
            <a:xfrm rot="0" flipV="1">
              <a:off x="1835" y="30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55" name=""/>
            <p:cNvSpPr/>
            <p:nvPr/>
          </p:nvSpPr>
          <p:spPr>
            <a:xfrm rot="0">
              <a:off x="1821" y="3030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0" y="27"/>
                  </a:moveTo>
                  <a:lnTo>
                    <a:pt x="21" y="55"/>
                  </a:lnTo>
                  <a:lnTo>
                    <a:pt x="43" y="84"/>
                  </a:lnTo>
                  <a:lnTo>
                    <a:pt x="78" y="57"/>
                  </a:lnTo>
                  <a:lnTo>
                    <a:pt x="57" y="28"/>
                  </a:lnTo>
                  <a:lnTo>
                    <a:pt x="36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56" name=""/>
            <p:cNvSpPr/>
            <p:nvPr/>
          </p:nvSpPr>
          <p:spPr>
            <a:xfrm rot="0">
              <a:off x="1821" y="3030"/>
              <a:ext cx="26" cy="28"/>
            </a:xfrm>
            <a:custGeom>
              <a:avLst/>
              <a:ahLst/>
              <a:rect l="0" t="0" r="r" b="b"/>
              <a:pathLst>
                <a:path w="78" h="84">
                  <a:moveTo>
                    <a:pt x="0" y="27"/>
                  </a:moveTo>
                  <a:lnTo>
                    <a:pt x="21" y="55"/>
                  </a:lnTo>
                  <a:lnTo>
                    <a:pt x="43" y="84"/>
                  </a:lnTo>
                  <a:lnTo>
                    <a:pt x="78" y="57"/>
                  </a:lnTo>
                  <a:lnTo>
                    <a:pt x="57" y="28"/>
                  </a:lnTo>
                  <a:lnTo>
                    <a:pt x="36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57" name=""/>
            <p:cNvSpPr/>
            <p:nvPr/>
          </p:nvSpPr>
          <p:spPr>
            <a:xfrm rot="0">
              <a:off x="1840" y="3040"/>
              <a:ext cx="8" cy="9"/>
            </a:xfrm>
            <a:custGeom>
              <a:avLst/>
              <a:ahLst/>
              <a:rect l="0" t="0" r="r" b="b"/>
              <a:pathLst>
                <a:path w="23" h="29">
                  <a:moveTo>
                    <a:pt x="0" y="0"/>
                  </a:moveTo>
                  <a:lnTo>
                    <a:pt x="21" y="29"/>
                  </a:lnTo>
                  <a:lnTo>
                    <a:pt x="23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58" name=""/>
            <p:cNvSpPr/>
            <p:nvPr/>
          </p:nvSpPr>
          <p:spPr>
            <a:xfrm rot="0">
              <a:off x="1847" y="30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59" name=""/>
            <p:cNvSpPr/>
            <p:nvPr/>
          </p:nvSpPr>
          <p:spPr>
            <a:xfrm rot="0">
              <a:off x="1832" y="3021"/>
              <a:ext cx="27" cy="28"/>
            </a:xfrm>
            <a:custGeom>
              <a:avLst/>
              <a:ahLst/>
              <a:rect l="0" t="0" r="r" b="b"/>
              <a:pathLst>
                <a:path w="81" h="86">
                  <a:moveTo>
                    <a:pt x="0" y="29"/>
                  </a:moveTo>
                  <a:lnTo>
                    <a:pt x="23" y="57"/>
                  </a:lnTo>
                  <a:lnTo>
                    <a:pt x="46" y="86"/>
                  </a:lnTo>
                  <a:lnTo>
                    <a:pt x="81" y="57"/>
                  </a:lnTo>
                  <a:lnTo>
                    <a:pt x="58" y="29"/>
                  </a:lnTo>
                  <a:lnTo>
                    <a:pt x="36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60" name=""/>
            <p:cNvSpPr/>
            <p:nvPr/>
          </p:nvSpPr>
          <p:spPr>
            <a:xfrm rot="0">
              <a:off x="1832" y="3021"/>
              <a:ext cx="27" cy="28"/>
            </a:xfrm>
            <a:custGeom>
              <a:avLst/>
              <a:ahLst/>
              <a:rect l="0" t="0" r="r" b="b"/>
              <a:pathLst>
                <a:path w="81" h="86">
                  <a:moveTo>
                    <a:pt x="0" y="29"/>
                  </a:moveTo>
                  <a:lnTo>
                    <a:pt x="23" y="57"/>
                  </a:lnTo>
                  <a:lnTo>
                    <a:pt x="46" y="86"/>
                  </a:lnTo>
                  <a:lnTo>
                    <a:pt x="81" y="57"/>
                  </a:lnTo>
                  <a:lnTo>
                    <a:pt x="58" y="29"/>
                  </a:lnTo>
                  <a:lnTo>
                    <a:pt x="36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61" name=""/>
            <p:cNvSpPr/>
            <p:nvPr/>
          </p:nvSpPr>
          <p:spPr>
            <a:xfrm rot="0">
              <a:off x="1852" y="3030"/>
              <a:ext cx="7" cy="10"/>
            </a:xfrm>
            <a:custGeom>
              <a:avLst/>
              <a:ahLst/>
              <a:rect l="0" t="0" r="r" b="b"/>
              <a:pathLst>
                <a:path w="23" h="28">
                  <a:moveTo>
                    <a:pt x="0" y="0"/>
                  </a:moveTo>
                  <a:lnTo>
                    <a:pt x="23" y="28"/>
                  </a:lnTo>
                  <a:lnTo>
                    <a:pt x="23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62" name=""/>
            <p:cNvSpPr/>
            <p:nvPr/>
          </p:nvSpPr>
          <p:spPr>
            <a:xfrm rot="0">
              <a:off x="1859" y="3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63" name=""/>
            <p:cNvSpPr/>
            <p:nvPr/>
          </p:nvSpPr>
          <p:spPr>
            <a:xfrm rot="0">
              <a:off x="1844" y="3011"/>
              <a:ext cx="27" cy="29"/>
            </a:xfrm>
            <a:custGeom>
              <a:avLst/>
              <a:ahLst/>
              <a:rect l="0" t="0" r="r" b="b"/>
              <a:pathLst>
                <a:path w="79" h="85">
                  <a:moveTo>
                    <a:pt x="0" y="28"/>
                  </a:moveTo>
                  <a:lnTo>
                    <a:pt x="22" y="57"/>
                  </a:lnTo>
                  <a:lnTo>
                    <a:pt x="45" y="85"/>
                  </a:lnTo>
                  <a:lnTo>
                    <a:pt x="79" y="57"/>
                  </a:lnTo>
                  <a:lnTo>
                    <a:pt x="57" y="28"/>
                  </a:lnTo>
                  <a:lnTo>
                    <a:pt x="34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64" name=""/>
            <p:cNvSpPr/>
            <p:nvPr/>
          </p:nvSpPr>
          <p:spPr>
            <a:xfrm rot="0">
              <a:off x="1844" y="3011"/>
              <a:ext cx="27" cy="29"/>
            </a:xfrm>
            <a:custGeom>
              <a:avLst/>
              <a:ahLst/>
              <a:rect l="0" t="0" r="r" b="b"/>
              <a:pathLst>
                <a:path w="79" h="85">
                  <a:moveTo>
                    <a:pt x="0" y="28"/>
                  </a:moveTo>
                  <a:lnTo>
                    <a:pt x="22" y="57"/>
                  </a:lnTo>
                  <a:lnTo>
                    <a:pt x="45" y="85"/>
                  </a:lnTo>
                  <a:lnTo>
                    <a:pt x="79" y="57"/>
                  </a:lnTo>
                  <a:lnTo>
                    <a:pt x="57" y="28"/>
                  </a:lnTo>
                  <a:lnTo>
                    <a:pt x="34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65" name=""/>
            <p:cNvSpPr/>
            <p:nvPr/>
          </p:nvSpPr>
          <p:spPr>
            <a:xfrm rot="0">
              <a:off x="1863" y="3021"/>
              <a:ext cx="9" cy="9"/>
            </a:xfrm>
            <a:custGeom>
              <a:avLst/>
              <a:ahLst/>
              <a:rect l="0" t="0" r="r" b="b"/>
              <a:pathLst>
                <a:path w="25" h="29">
                  <a:moveTo>
                    <a:pt x="0" y="0"/>
                  </a:moveTo>
                  <a:lnTo>
                    <a:pt x="22" y="29"/>
                  </a:lnTo>
                  <a:lnTo>
                    <a:pt x="2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66" name=""/>
            <p:cNvSpPr/>
            <p:nvPr/>
          </p:nvSpPr>
          <p:spPr>
            <a:xfrm rot="0" flipV="1">
              <a:off x="1871" y="30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67" name=""/>
            <p:cNvSpPr/>
            <p:nvPr/>
          </p:nvSpPr>
          <p:spPr>
            <a:xfrm rot="0">
              <a:off x="1855" y="3002"/>
              <a:ext cx="27" cy="27"/>
            </a:xfrm>
            <a:custGeom>
              <a:avLst/>
              <a:ahLst/>
              <a:rect l="0" t="0" r="r" b="b"/>
              <a:pathLst>
                <a:path w="83" h="83">
                  <a:moveTo>
                    <a:pt x="0" y="32"/>
                  </a:moveTo>
                  <a:lnTo>
                    <a:pt x="26" y="57"/>
                  </a:lnTo>
                  <a:lnTo>
                    <a:pt x="51" y="83"/>
                  </a:lnTo>
                  <a:lnTo>
                    <a:pt x="83" y="52"/>
                  </a:lnTo>
                  <a:lnTo>
                    <a:pt x="57" y="26"/>
                  </a:lnTo>
                  <a:lnTo>
                    <a:pt x="31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68" name=""/>
            <p:cNvSpPr/>
            <p:nvPr/>
          </p:nvSpPr>
          <p:spPr>
            <a:xfrm rot="0">
              <a:off x="1855" y="3002"/>
              <a:ext cx="27" cy="27"/>
            </a:xfrm>
            <a:custGeom>
              <a:avLst/>
              <a:ahLst/>
              <a:rect l="0" t="0" r="r" b="b"/>
              <a:pathLst>
                <a:path w="83" h="83">
                  <a:moveTo>
                    <a:pt x="0" y="32"/>
                  </a:moveTo>
                  <a:lnTo>
                    <a:pt x="26" y="57"/>
                  </a:lnTo>
                  <a:lnTo>
                    <a:pt x="51" y="83"/>
                  </a:lnTo>
                  <a:lnTo>
                    <a:pt x="83" y="52"/>
                  </a:lnTo>
                  <a:lnTo>
                    <a:pt x="57" y="26"/>
                  </a:lnTo>
                  <a:lnTo>
                    <a:pt x="31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69" name=""/>
            <p:cNvSpPr/>
            <p:nvPr/>
          </p:nvSpPr>
          <p:spPr>
            <a:xfrm rot="0">
              <a:off x="1874" y="3010"/>
              <a:ext cx="8" cy="9"/>
            </a:xfrm>
            <a:custGeom>
              <a:avLst/>
              <a:ahLst/>
              <a:rect l="0" t="0" r="r" b="b"/>
              <a:pathLst>
                <a:path w="26" h="26">
                  <a:moveTo>
                    <a:pt x="0" y="0"/>
                  </a:moveTo>
                  <a:lnTo>
                    <a:pt x="26" y="26"/>
                  </a:lnTo>
                  <a:lnTo>
                    <a:pt x="2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70" name=""/>
            <p:cNvSpPr/>
            <p:nvPr/>
          </p:nvSpPr>
          <p:spPr>
            <a:xfrm rot="0">
              <a:off x="1882" y="30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71" name=""/>
            <p:cNvSpPr/>
            <p:nvPr/>
          </p:nvSpPr>
          <p:spPr>
            <a:xfrm rot="0">
              <a:off x="1865" y="2991"/>
              <a:ext cx="28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0" y="32"/>
                  </a:moveTo>
                  <a:lnTo>
                    <a:pt x="26" y="58"/>
                  </a:lnTo>
                  <a:lnTo>
                    <a:pt x="52" y="84"/>
                  </a:lnTo>
                  <a:lnTo>
                    <a:pt x="83" y="51"/>
                  </a:lnTo>
                  <a:lnTo>
                    <a:pt x="57" y="25"/>
                  </a:lnTo>
                  <a:lnTo>
                    <a:pt x="3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72" name=""/>
            <p:cNvSpPr/>
            <p:nvPr/>
          </p:nvSpPr>
          <p:spPr>
            <a:xfrm rot="0">
              <a:off x="1865" y="2991"/>
              <a:ext cx="28" cy="28"/>
            </a:xfrm>
            <a:custGeom>
              <a:avLst/>
              <a:ahLst/>
              <a:rect l="0" t="0" r="r" b="b"/>
              <a:pathLst>
                <a:path w="83" h="84">
                  <a:moveTo>
                    <a:pt x="0" y="32"/>
                  </a:moveTo>
                  <a:lnTo>
                    <a:pt x="26" y="58"/>
                  </a:lnTo>
                  <a:lnTo>
                    <a:pt x="52" y="84"/>
                  </a:lnTo>
                  <a:lnTo>
                    <a:pt x="83" y="51"/>
                  </a:lnTo>
                  <a:lnTo>
                    <a:pt x="57" y="25"/>
                  </a:lnTo>
                  <a:lnTo>
                    <a:pt x="32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73" name=""/>
            <p:cNvSpPr/>
            <p:nvPr/>
          </p:nvSpPr>
          <p:spPr>
            <a:xfrm rot="0">
              <a:off x="1884" y="2999"/>
              <a:ext cx="9" cy="9"/>
            </a:xfrm>
            <a:custGeom>
              <a:avLst/>
              <a:ahLst/>
              <a:rect l="0" t="0" r="r" b="b"/>
              <a:pathLst>
                <a:path w="27" h="26">
                  <a:moveTo>
                    <a:pt x="0" y="0"/>
                  </a:moveTo>
                  <a:lnTo>
                    <a:pt x="26" y="26"/>
                  </a:lnTo>
                  <a:lnTo>
                    <a:pt x="27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74" name=""/>
            <p:cNvSpPr/>
            <p:nvPr/>
          </p:nvSpPr>
          <p:spPr>
            <a:xfrm rot="0" flipV="1">
              <a:off x="1893" y="3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75" name=""/>
            <p:cNvSpPr/>
            <p:nvPr/>
          </p:nvSpPr>
          <p:spPr>
            <a:xfrm rot="0">
              <a:off x="1875" y="2980"/>
              <a:ext cx="28" cy="27"/>
            </a:xfrm>
            <a:custGeom>
              <a:avLst/>
              <a:ahLst/>
              <a:rect l="0" t="0" r="r" b="b"/>
              <a:pathLst>
                <a:path w="84" h="81">
                  <a:moveTo>
                    <a:pt x="0" y="33"/>
                  </a:moveTo>
                  <a:lnTo>
                    <a:pt x="27" y="57"/>
                  </a:lnTo>
                  <a:lnTo>
                    <a:pt x="54" y="81"/>
                  </a:lnTo>
                  <a:lnTo>
                    <a:pt x="84" y="49"/>
                  </a:lnTo>
                  <a:lnTo>
                    <a:pt x="57" y="24"/>
                  </a:lnTo>
                  <a:lnTo>
                    <a:pt x="30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76" name=""/>
            <p:cNvSpPr/>
            <p:nvPr/>
          </p:nvSpPr>
          <p:spPr>
            <a:xfrm rot="0">
              <a:off x="1875" y="2980"/>
              <a:ext cx="28" cy="27"/>
            </a:xfrm>
            <a:custGeom>
              <a:avLst/>
              <a:ahLst/>
              <a:rect l="0" t="0" r="r" b="b"/>
              <a:pathLst>
                <a:path w="84" h="81">
                  <a:moveTo>
                    <a:pt x="0" y="33"/>
                  </a:moveTo>
                  <a:lnTo>
                    <a:pt x="27" y="57"/>
                  </a:lnTo>
                  <a:lnTo>
                    <a:pt x="54" y="81"/>
                  </a:lnTo>
                  <a:lnTo>
                    <a:pt x="84" y="49"/>
                  </a:lnTo>
                  <a:lnTo>
                    <a:pt x="57" y="24"/>
                  </a:lnTo>
                  <a:lnTo>
                    <a:pt x="30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77" name=""/>
            <p:cNvSpPr/>
            <p:nvPr/>
          </p:nvSpPr>
          <p:spPr>
            <a:xfrm rot="0">
              <a:off x="1894" y="2988"/>
              <a:ext cx="10" cy="9"/>
            </a:xfrm>
            <a:custGeom>
              <a:avLst/>
              <a:ahLst/>
              <a:rect l="0" t="0" r="r" b="b"/>
              <a:pathLst>
                <a:path w="29" h="25">
                  <a:moveTo>
                    <a:pt x="0" y="0"/>
                  </a:moveTo>
                  <a:lnTo>
                    <a:pt x="27" y="25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78" name=""/>
            <p:cNvSpPr/>
            <p:nvPr/>
          </p:nvSpPr>
          <p:spPr>
            <a:xfrm rot="0" flipV="1">
              <a:off x="1903" y="29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79" name=""/>
            <p:cNvSpPr/>
            <p:nvPr/>
          </p:nvSpPr>
          <p:spPr>
            <a:xfrm rot="0">
              <a:off x="1885" y="2969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0" y="36"/>
                  </a:moveTo>
                  <a:lnTo>
                    <a:pt x="28" y="58"/>
                  </a:lnTo>
                  <a:lnTo>
                    <a:pt x="57" y="81"/>
                  </a:lnTo>
                  <a:lnTo>
                    <a:pt x="85" y="46"/>
                  </a:lnTo>
                  <a:lnTo>
                    <a:pt x="57" y="23"/>
                  </a:lnTo>
                  <a:lnTo>
                    <a:pt x="28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80" name=""/>
            <p:cNvSpPr/>
            <p:nvPr/>
          </p:nvSpPr>
          <p:spPr>
            <a:xfrm rot="0">
              <a:off x="1885" y="2969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0" y="36"/>
                  </a:moveTo>
                  <a:lnTo>
                    <a:pt x="28" y="58"/>
                  </a:lnTo>
                  <a:lnTo>
                    <a:pt x="57" y="81"/>
                  </a:lnTo>
                  <a:lnTo>
                    <a:pt x="85" y="46"/>
                  </a:lnTo>
                  <a:lnTo>
                    <a:pt x="57" y="23"/>
                  </a:lnTo>
                  <a:lnTo>
                    <a:pt x="28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81" name=""/>
            <p:cNvSpPr/>
            <p:nvPr/>
          </p:nvSpPr>
          <p:spPr>
            <a:xfrm rot="0">
              <a:off x="1904" y="2977"/>
              <a:ext cx="10" cy="7"/>
            </a:xfrm>
            <a:custGeom>
              <a:avLst/>
              <a:ahLst/>
              <a:rect l="0" t="0" r="r" b="b"/>
              <a:pathLst>
                <a:path w="30" h="23">
                  <a:moveTo>
                    <a:pt x="0" y="0"/>
                  </a:moveTo>
                  <a:lnTo>
                    <a:pt x="28" y="23"/>
                  </a:lnTo>
                  <a:lnTo>
                    <a:pt x="30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82" name=""/>
            <p:cNvSpPr/>
            <p:nvPr/>
          </p:nvSpPr>
          <p:spPr>
            <a:xfrm rot="0" flipV="1">
              <a:off x="1913" y="29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83" name=""/>
            <p:cNvSpPr/>
            <p:nvPr/>
          </p:nvSpPr>
          <p:spPr>
            <a:xfrm rot="0">
              <a:off x="1894" y="2958"/>
              <a:ext cx="28" cy="26"/>
            </a:xfrm>
            <a:custGeom>
              <a:avLst/>
              <a:ahLst/>
              <a:rect l="0" t="0" r="r" b="b"/>
              <a:pathLst>
                <a:path w="85" h="78">
                  <a:moveTo>
                    <a:pt x="0" y="35"/>
                  </a:moveTo>
                  <a:lnTo>
                    <a:pt x="30" y="57"/>
                  </a:lnTo>
                  <a:lnTo>
                    <a:pt x="60" y="78"/>
                  </a:lnTo>
                  <a:lnTo>
                    <a:pt x="85" y="43"/>
                  </a:lnTo>
                  <a:lnTo>
                    <a:pt x="55" y="21"/>
                  </a:lnTo>
                  <a:lnTo>
                    <a:pt x="25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84" name=""/>
            <p:cNvSpPr/>
            <p:nvPr/>
          </p:nvSpPr>
          <p:spPr>
            <a:xfrm rot="0">
              <a:off x="1894" y="2958"/>
              <a:ext cx="28" cy="26"/>
            </a:xfrm>
            <a:custGeom>
              <a:avLst/>
              <a:ahLst/>
              <a:rect l="0" t="0" r="r" b="b"/>
              <a:pathLst>
                <a:path w="85" h="78">
                  <a:moveTo>
                    <a:pt x="0" y="35"/>
                  </a:moveTo>
                  <a:lnTo>
                    <a:pt x="30" y="57"/>
                  </a:lnTo>
                  <a:lnTo>
                    <a:pt x="60" y="78"/>
                  </a:lnTo>
                  <a:lnTo>
                    <a:pt x="85" y="43"/>
                  </a:lnTo>
                  <a:lnTo>
                    <a:pt x="55" y="21"/>
                  </a:lnTo>
                  <a:lnTo>
                    <a:pt x="25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85" name=""/>
            <p:cNvSpPr/>
            <p:nvPr/>
          </p:nvSpPr>
          <p:spPr>
            <a:xfrm rot="0">
              <a:off x="1912" y="2965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0" y="0"/>
                  </a:moveTo>
                  <a:lnTo>
                    <a:pt x="30" y="22"/>
                  </a:lnTo>
                  <a:lnTo>
                    <a:pt x="30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86" name=""/>
            <p:cNvSpPr/>
            <p:nvPr/>
          </p:nvSpPr>
          <p:spPr>
            <a:xfrm rot="0" flipV="1">
              <a:off x="1922" y="2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87" name=""/>
            <p:cNvSpPr/>
            <p:nvPr/>
          </p:nvSpPr>
          <p:spPr>
            <a:xfrm rot="0">
              <a:off x="1902" y="2945"/>
              <a:ext cx="29" cy="26"/>
            </a:xfrm>
            <a:custGeom>
              <a:avLst/>
              <a:ahLst/>
              <a:rect l="0" t="0" r="r" b="b"/>
              <a:pathLst>
                <a:path w="86" h="78">
                  <a:moveTo>
                    <a:pt x="0" y="38"/>
                  </a:moveTo>
                  <a:lnTo>
                    <a:pt x="30" y="58"/>
                  </a:lnTo>
                  <a:lnTo>
                    <a:pt x="60" y="78"/>
                  </a:lnTo>
                  <a:lnTo>
                    <a:pt x="86" y="40"/>
                  </a:lnTo>
                  <a:lnTo>
                    <a:pt x="56" y="20"/>
                  </a:lnTo>
                  <a:lnTo>
                    <a:pt x="26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88" name=""/>
            <p:cNvSpPr/>
            <p:nvPr/>
          </p:nvSpPr>
          <p:spPr>
            <a:xfrm rot="0">
              <a:off x="1902" y="2945"/>
              <a:ext cx="29" cy="26"/>
            </a:xfrm>
            <a:custGeom>
              <a:avLst/>
              <a:ahLst/>
              <a:rect l="0" t="0" r="r" b="b"/>
              <a:pathLst>
                <a:path w="86" h="78">
                  <a:moveTo>
                    <a:pt x="0" y="38"/>
                  </a:moveTo>
                  <a:lnTo>
                    <a:pt x="30" y="58"/>
                  </a:lnTo>
                  <a:lnTo>
                    <a:pt x="60" y="78"/>
                  </a:lnTo>
                  <a:lnTo>
                    <a:pt x="86" y="40"/>
                  </a:lnTo>
                  <a:lnTo>
                    <a:pt x="56" y="20"/>
                  </a:lnTo>
                  <a:lnTo>
                    <a:pt x="26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89" name=""/>
            <p:cNvSpPr/>
            <p:nvPr/>
          </p:nvSpPr>
          <p:spPr>
            <a:xfrm rot="0">
              <a:off x="1921" y="2952"/>
              <a:ext cx="10" cy="7"/>
            </a:xfrm>
            <a:custGeom>
              <a:avLst/>
              <a:ahLst/>
              <a:rect l="0" t="0" r="r" b="b"/>
              <a:pathLst>
                <a:path w="31" h="20">
                  <a:moveTo>
                    <a:pt x="0" y="0"/>
                  </a:moveTo>
                  <a:lnTo>
                    <a:pt x="30" y="20"/>
                  </a:lnTo>
                  <a:lnTo>
                    <a:pt x="31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90" name=""/>
            <p:cNvSpPr/>
            <p:nvPr/>
          </p:nvSpPr>
          <p:spPr>
            <a:xfrm rot="0" flipV="1">
              <a:off x="1931" y="29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91" name=""/>
            <p:cNvSpPr/>
            <p:nvPr/>
          </p:nvSpPr>
          <p:spPr>
            <a:xfrm rot="0">
              <a:off x="1910" y="2933"/>
              <a:ext cx="29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0" y="38"/>
                  </a:moveTo>
                  <a:lnTo>
                    <a:pt x="31" y="57"/>
                  </a:lnTo>
                  <a:lnTo>
                    <a:pt x="62" y="75"/>
                  </a:lnTo>
                  <a:lnTo>
                    <a:pt x="85" y="37"/>
                  </a:lnTo>
                  <a:lnTo>
                    <a:pt x="54" y="18"/>
                  </a:lnTo>
                  <a:lnTo>
                    <a:pt x="22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92" name=""/>
            <p:cNvSpPr/>
            <p:nvPr/>
          </p:nvSpPr>
          <p:spPr>
            <a:xfrm rot="0">
              <a:off x="1910" y="2933"/>
              <a:ext cx="29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0" y="38"/>
                  </a:moveTo>
                  <a:lnTo>
                    <a:pt x="31" y="57"/>
                  </a:lnTo>
                  <a:lnTo>
                    <a:pt x="62" y="75"/>
                  </a:lnTo>
                  <a:lnTo>
                    <a:pt x="85" y="37"/>
                  </a:lnTo>
                  <a:lnTo>
                    <a:pt x="54" y="18"/>
                  </a:lnTo>
                  <a:lnTo>
                    <a:pt x="22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93" name=""/>
            <p:cNvSpPr/>
            <p:nvPr/>
          </p:nvSpPr>
          <p:spPr>
            <a:xfrm rot="0">
              <a:off x="1918" y="2927"/>
              <a:ext cx="22" cy="18"/>
            </a:xfrm>
            <a:custGeom>
              <a:avLst/>
              <a:ahLst/>
              <a:rect l="0" t="0" r="r" b="b"/>
              <a:pathLst>
                <a:path w="67" h="54">
                  <a:moveTo>
                    <a:pt x="32" y="35"/>
                  </a:moveTo>
                  <a:lnTo>
                    <a:pt x="0" y="17"/>
                  </a:lnTo>
                  <a:lnTo>
                    <a:pt x="7" y="8"/>
                  </a:lnTo>
                  <a:lnTo>
                    <a:pt x="17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59" y="11"/>
                  </a:lnTo>
                  <a:lnTo>
                    <a:pt x="64" y="21"/>
                  </a:lnTo>
                  <a:lnTo>
                    <a:pt x="67" y="33"/>
                  </a:lnTo>
                  <a:lnTo>
                    <a:pt x="67" y="44"/>
                  </a:lnTo>
                  <a:lnTo>
                    <a:pt x="63" y="54"/>
                  </a:lnTo>
                  <a:lnTo>
                    <a:pt x="32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94" name=""/>
            <p:cNvSpPr/>
            <p:nvPr/>
          </p:nvSpPr>
          <p:spPr>
            <a:xfrm rot="0">
              <a:off x="1918" y="2927"/>
              <a:ext cx="22" cy="18"/>
            </a:xfrm>
            <a:custGeom>
              <a:avLst/>
              <a:ahLst/>
              <a:rect l="0" t="0" r="r" b="b"/>
              <a:pathLst>
                <a:path w="67" h="54">
                  <a:moveTo>
                    <a:pt x="0" y="17"/>
                  </a:moveTo>
                  <a:lnTo>
                    <a:pt x="7" y="8"/>
                  </a:lnTo>
                  <a:lnTo>
                    <a:pt x="17" y="3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4"/>
                  </a:lnTo>
                  <a:lnTo>
                    <a:pt x="59" y="11"/>
                  </a:lnTo>
                  <a:lnTo>
                    <a:pt x="64" y="21"/>
                  </a:lnTo>
                  <a:lnTo>
                    <a:pt x="67" y="33"/>
                  </a:lnTo>
                  <a:lnTo>
                    <a:pt x="67" y="44"/>
                  </a:lnTo>
                  <a:lnTo>
                    <a:pt x="6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95" name=""/>
            <p:cNvSpPr/>
            <p:nvPr/>
          </p:nvSpPr>
          <p:spPr>
            <a:xfrm rot="0">
              <a:off x="1787" y="2927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96" name=""/>
            <p:cNvSpPr/>
            <p:nvPr/>
          </p:nvSpPr>
          <p:spPr>
            <a:xfrm rot="0">
              <a:off x="1787" y="2927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97" name=""/>
            <p:cNvSpPr/>
            <p:nvPr/>
          </p:nvSpPr>
          <p:spPr>
            <a:xfrm rot="0">
              <a:off x="1799" y="2927"/>
              <a:ext cx="129" cy="24"/>
            </a:xfrm>
            <a:custGeom>
              <a:avLst/>
              <a:ahLst/>
              <a:rect l="0" t="0" r="r" b="b"/>
              <a:pathLst>
                <a:path w="388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88" y="73"/>
                  </a:lnTo>
                  <a:lnTo>
                    <a:pt x="388" y="37"/>
                  </a:lnTo>
                  <a:lnTo>
                    <a:pt x="38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798" name=""/>
            <p:cNvSpPr/>
            <p:nvPr/>
          </p:nvSpPr>
          <p:spPr>
            <a:xfrm rot="0">
              <a:off x="1799" y="2927"/>
              <a:ext cx="129" cy="24"/>
            </a:xfrm>
            <a:custGeom>
              <a:avLst/>
              <a:ahLst/>
              <a:rect l="0" t="0" r="r" b="b"/>
              <a:pathLst>
                <a:path w="388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88" y="73"/>
                  </a:lnTo>
                  <a:lnTo>
                    <a:pt x="388" y="37"/>
                  </a:lnTo>
                  <a:lnTo>
                    <a:pt x="38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799" name=""/>
            <p:cNvSpPr/>
            <p:nvPr/>
          </p:nvSpPr>
          <p:spPr>
            <a:xfrm rot="0">
              <a:off x="1928" y="2927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00" name=""/>
            <p:cNvSpPr/>
            <p:nvPr/>
          </p:nvSpPr>
          <p:spPr>
            <a:xfrm rot="0">
              <a:off x="1928" y="2927"/>
              <a:ext cx="13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01" name=""/>
            <p:cNvSpPr/>
            <p:nvPr/>
          </p:nvSpPr>
          <p:spPr>
            <a:xfrm rot="0">
              <a:off x="1465" y="2927"/>
              <a:ext cx="20" cy="21"/>
            </a:xfrm>
            <a:custGeom>
              <a:avLst/>
              <a:ahLst/>
              <a:rect l="0" t="0" r="r" b="b"/>
              <a:pathLst>
                <a:path w="60" h="62">
                  <a:moveTo>
                    <a:pt x="36" y="35"/>
                  </a:moveTo>
                  <a:lnTo>
                    <a:pt x="11" y="62"/>
                  </a:lnTo>
                  <a:lnTo>
                    <a:pt x="4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3" y="21"/>
                  </a:lnTo>
                  <a:lnTo>
                    <a:pt x="9" y="11"/>
                  </a:lnTo>
                  <a:lnTo>
                    <a:pt x="17" y="4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3"/>
                  </a:lnTo>
                  <a:lnTo>
                    <a:pt x="60" y="8"/>
                  </a:lnTo>
                  <a:lnTo>
                    <a:pt x="36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02" name=""/>
            <p:cNvSpPr/>
            <p:nvPr/>
          </p:nvSpPr>
          <p:spPr>
            <a:xfrm rot="0">
              <a:off x="1465" y="2927"/>
              <a:ext cx="20" cy="21"/>
            </a:xfrm>
            <a:custGeom>
              <a:avLst/>
              <a:ahLst/>
              <a:rect l="0" t="0" r="r" b="b"/>
              <a:pathLst>
                <a:path w="60" h="62">
                  <a:moveTo>
                    <a:pt x="11" y="62"/>
                  </a:moveTo>
                  <a:lnTo>
                    <a:pt x="4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3" y="21"/>
                  </a:lnTo>
                  <a:lnTo>
                    <a:pt x="9" y="11"/>
                  </a:lnTo>
                  <a:lnTo>
                    <a:pt x="17" y="4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0" y="3"/>
                  </a:lnTo>
                  <a:lnTo>
                    <a:pt x="6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03" name=""/>
            <p:cNvSpPr/>
            <p:nvPr/>
          </p:nvSpPr>
          <p:spPr>
            <a:xfrm rot="0">
              <a:off x="1469" y="2930"/>
              <a:ext cx="25" cy="27"/>
            </a:xfrm>
            <a:custGeom>
              <a:avLst/>
              <a:ahLst/>
              <a:rect l="0" t="0" r="r" b="b"/>
              <a:pathLst>
                <a:path w="77" h="80">
                  <a:moveTo>
                    <a:pt x="49" y="0"/>
                  </a:moveTo>
                  <a:lnTo>
                    <a:pt x="25" y="27"/>
                  </a:lnTo>
                  <a:lnTo>
                    <a:pt x="0" y="54"/>
                  </a:lnTo>
                  <a:lnTo>
                    <a:pt x="29" y="80"/>
                  </a:lnTo>
                  <a:lnTo>
                    <a:pt x="53" y="53"/>
                  </a:lnTo>
                  <a:lnTo>
                    <a:pt x="77" y="2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04" name=""/>
            <p:cNvSpPr/>
            <p:nvPr/>
          </p:nvSpPr>
          <p:spPr>
            <a:xfrm rot="0">
              <a:off x="1469" y="2930"/>
              <a:ext cx="25" cy="27"/>
            </a:xfrm>
            <a:custGeom>
              <a:avLst/>
              <a:ahLst/>
              <a:rect l="0" t="0" r="r" b="b"/>
              <a:pathLst>
                <a:path w="77" h="80">
                  <a:moveTo>
                    <a:pt x="49" y="0"/>
                  </a:moveTo>
                  <a:lnTo>
                    <a:pt x="25" y="27"/>
                  </a:lnTo>
                  <a:lnTo>
                    <a:pt x="0" y="54"/>
                  </a:lnTo>
                  <a:lnTo>
                    <a:pt x="29" y="80"/>
                  </a:lnTo>
                  <a:lnTo>
                    <a:pt x="53" y="53"/>
                  </a:lnTo>
                  <a:lnTo>
                    <a:pt x="77" y="2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05" name=""/>
            <p:cNvSpPr/>
            <p:nvPr/>
          </p:nvSpPr>
          <p:spPr>
            <a:xfrm rot="0">
              <a:off x="1478" y="2948"/>
              <a:ext cx="8" cy="9"/>
            </a:xfrm>
            <a:custGeom>
              <a:avLst/>
              <a:ahLst/>
              <a:rect l="0" t="0" r="r" b="b"/>
              <a:pathLst>
                <a:path w="24" h="27">
                  <a:moveTo>
                    <a:pt x="24" y="0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06" name=""/>
            <p:cNvSpPr/>
            <p:nvPr/>
          </p:nvSpPr>
          <p:spPr>
            <a:xfrm rot="0">
              <a:off x="1478" y="2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07" name=""/>
            <p:cNvSpPr/>
            <p:nvPr/>
          </p:nvSpPr>
          <p:spPr>
            <a:xfrm rot="0">
              <a:off x="1478" y="2939"/>
              <a:ext cx="26" cy="26"/>
            </a:xfrm>
            <a:custGeom>
              <a:avLst/>
              <a:ahLst/>
              <a:rect l="0" t="0" r="r" b="b"/>
              <a:pathLst>
                <a:path w="78" h="80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30" y="80"/>
                  </a:lnTo>
                  <a:lnTo>
                    <a:pt x="54" y="53"/>
                  </a:lnTo>
                  <a:lnTo>
                    <a:pt x="78" y="26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08" name=""/>
            <p:cNvSpPr/>
            <p:nvPr/>
          </p:nvSpPr>
          <p:spPr>
            <a:xfrm rot="0">
              <a:off x="1478" y="2939"/>
              <a:ext cx="26" cy="26"/>
            </a:xfrm>
            <a:custGeom>
              <a:avLst/>
              <a:ahLst/>
              <a:rect l="0" t="0" r="r" b="b"/>
              <a:pathLst>
                <a:path w="78" h="80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30" y="80"/>
                  </a:lnTo>
                  <a:lnTo>
                    <a:pt x="54" y="53"/>
                  </a:lnTo>
                  <a:lnTo>
                    <a:pt x="78" y="26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09" name=""/>
            <p:cNvSpPr/>
            <p:nvPr/>
          </p:nvSpPr>
          <p:spPr>
            <a:xfrm rot="0">
              <a:off x="1488" y="2956"/>
              <a:ext cx="8" cy="10"/>
            </a:xfrm>
            <a:custGeom>
              <a:avLst/>
              <a:ahLst/>
              <a:rect l="0" t="0" r="r" b="b"/>
              <a:pathLst>
                <a:path w="24" h="30">
                  <a:moveTo>
                    <a:pt x="24" y="0"/>
                  </a:moveTo>
                  <a:lnTo>
                    <a:pt x="0" y="27"/>
                  </a:lnTo>
                  <a:lnTo>
                    <a:pt x="3" y="3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10" name=""/>
            <p:cNvSpPr/>
            <p:nvPr/>
          </p:nvSpPr>
          <p:spPr>
            <a:xfrm rot="0">
              <a:off x="1488" y="2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11" name=""/>
            <p:cNvSpPr/>
            <p:nvPr/>
          </p:nvSpPr>
          <p:spPr>
            <a:xfrm rot="0">
              <a:off x="1489" y="2946"/>
              <a:ext cx="24" cy="27"/>
            </a:xfrm>
            <a:custGeom>
              <a:avLst/>
              <a:ahLst/>
              <a:rect l="0" t="0" r="r" b="b"/>
              <a:pathLst>
                <a:path w="72" h="81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30" y="81"/>
                  </a:lnTo>
                  <a:lnTo>
                    <a:pt x="51" y="51"/>
                  </a:lnTo>
                  <a:lnTo>
                    <a:pt x="72" y="21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12" name=""/>
            <p:cNvSpPr/>
            <p:nvPr/>
          </p:nvSpPr>
          <p:spPr>
            <a:xfrm rot="0">
              <a:off x="1489" y="2946"/>
              <a:ext cx="24" cy="27"/>
            </a:xfrm>
            <a:custGeom>
              <a:avLst/>
              <a:ahLst/>
              <a:rect l="0" t="0" r="r" b="b"/>
              <a:pathLst>
                <a:path w="72" h="81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30" y="81"/>
                  </a:lnTo>
                  <a:lnTo>
                    <a:pt x="51" y="51"/>
                  </a:lnTo>
                  <a:lnTo>
                    <a:pt x="72" y="21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13" name=""/>
            <p:cNvSpPr/>
            <p:nvPr/>
          </p:nvSpPr>
          <p:spPr>
            <a:xfrm rot="0">
              <a:off x="1499" y="2963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14" name=""/>
            <p:cNvSpPr/>
            <p:nvPr/>
          </p:nvSpPr>
          <p:spPr>
            <a:xfrm rot="0">
              <a:off x="1499" y="29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15" name=""/>
            <p:cNvSpPr/>
            <p:nvPr/>
          </p:nvSpPr>
          <p:spPr>
            <a:xfrm rot="0">
              <a:off x="1500" y="2953"/>
              <a:ext cx="24" cy="27"/>
            </a:xfrm>
            <a:custGeom>
              <a:avLst/>
              <a:ahLst/>
              <a:rect l="0" t="0" r="r" b="b"/>
              <a:pathLst>
                <a:path w="73" h="81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3" y="81"/>
                  </a:lnTo>
                  <a:lnTo>
                    <a:pt x="53" y="51"/>
                  </a:lnTo>
                  <a:lnTo>
                    <a:pt x="73" y="21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16" name=""/>
            <p:cNvSpPr/>
            <p:nvPr/>
          </p:nvSpPr>
          <p:spPr>
            <a:xfrm rot="0">
              <a:off x="1500" y="2953"/>
              <a:ext cx="24" cy="27"/>
            </a:xfrm>
            <a:custGeom>
              <a:avLst/>
              <a:ahLst/>
              <a:rect l="0" t="0" r="r" b="b"/>
              <a:pathLst>
                <a:path w="73" h="81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33" y="81"/>
                  </a:lnTo>
                  <a:lnTo>
                    <a:pt x="53" y="51"/>
                  </a:lnTo>
                  <a:lnTo>
                    <a:pt x="73" y="21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17" name=""/>
            <p:cNvSpPr/>
            <p:nvPr/>
          </p:nvSpPr>
          <p:spPr>
            <a:xfrm rot="0">
              <a:off x="1511" y="2970"/>
              <a:ext cx="6" cy="11"/>
            </a:xfrm>
            <a:custGeom>
              <a:avLst/>
              <a:ahLst/>
              <a:rect l="0" t="0" r="r" b="b"/>
              <a:pathLst>
                <a:path w="20" h="32">
                  <a:moveTo>
                    <a:pt x="20" y="0"/>
                  </a:moveTo>
                  <a:lnTo>
                    <a:pt x="0" y="30"/>
                  </a:lnTo>
                  <a:lnTo>
                    <a:pt x="1" y="32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18" name=""/>
            <p:cNvSpPr/>
            <p:nvPr/>
          </p:nvSpPr>
          <p:spPr>
            <a:xfrm rot="0">
              <a:off x="1511" y="29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19" name=""/>
            <p:cNvSpPr/>
            <p:nvPr/>
          </p:nvSpPr>
          <p:spPr>
            <a:xfrm rot="0">
              <a:off x="1511" y="2960"/>
              <a:ext cx="23" cy="28"/>
            </a:xfrm>
            <a:custGeom>
              <a:avLst/>
              <a:ahLst/>
              <a:rect l="0" t="0" r="r" b="b"/>
              <a:pathLst>
                <a:path w="70" h="83">
                  <a:moveTo>
                    <a:pt x="37" y="0"/>
                  </a:moveTo>
                  <a:lnTo>
                    <a:pt x="19" y="31"/>
                  </a:lnTo>
                  <a:lnTo>
                    <a:pt x="0" y="63"/>
                  </a:lnTo>
                  <a:lnTo>
                    <a:pt x="33" y="83"/>
                  </a:lnTo>
                  <a:lnTo>
                    <a:pt x="51" y="51"/>
                  </a:lnTo>
                  <a:lnTo>
                    <a:pt x="70" y="20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20" name=""/>
            <p:cNvSpPr/>
            <p:nvPr/>
          </p:nvSpPr>
          <p:spPr>
            <a:xfrm rot="0">
              <a:off x="1511" y="2960"/>
              <a:ext cx="23" cy="28"/>
            </a:xfrm>
            <a:custGeom>
              <a:avLst/>
              <a:ahLst/>
              <a:rect l="0" t="0" r="r" b="b"/>
              <a:pathLst>
                <a:path w="70" h="83">
                  <a:moveTo>
                    <a:pt x="37" y="0"/>
                  </a:moveTo>
                  <a:lnTo>
                    <a:pt x="19" y="31"/>
                  </a:lnTo>
                  <a:lnTo>
                    <a:pt x="0" y="63"/>
                  </a:lnTo>
                  <a:lnTo>
                    <a:pt x="33" y="83"/>
                  </a:lnTo>
                  <a:lnTo>
                    <a:pt x="51" y="51"/>
                  </a:lnTo>
                  <a:lnTo>
                    <a:pt x="70" y="20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21" name=""/>
            <p:cNvSpPr/>
            <p:nvPr/>
          </p:nvSpPr>
          <p:spPr>
            <a:xfrm rot="0">
              <a:off x="1522" y="2977"/>
              <a:ext cx="6" cy="11"/>
            </a:xfrm>
            <a:custGeom>
              <a:avLst/>
              <a:ahLst/>
              <a:rect l="0" t="0" r="r" b="b"/>
              <a:pathLst>
                <a:path w="18" h="33">
                  <a:moveTo>
                    <a:pt x="18" y="0"/>
                  </a:moveTo>
                  <a:lnTo>
                    <a:pt x="0" y="32"/>
                  </a:lnTo>
                  <a:lnTo>
                    <a:pt x="3" y="3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22" name=""/>
            <p:cNvSpPr/>
            <p:nvPr/>
          </p:nvSpPr>
          <p:spPr>
            <a:xfrm rot="0">
              <a:off x="1522" y="29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23" name=""/>
            <p:cNvSpPr/>
            <p:nvPr/>
          </p:nvSpPr>
          <p:spPr>
            <a:xfrm rot="0">
              <a:off x="1523" y="2966"/>
              <a:ext cx="22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31" y="0"/>
                  </a:moveTo>
                  <a:lnTo>
                    <a:pt x="15" y="32"/>
                  </a:lnTo>
                  <a:lnTo>
                    <a:pt x="0" y="65"/>
                  </a:lnTo>
                  <a:lnTo>
                    <a:pt x="34" y="82"/>
                  </a:lnTo>
                  <a:lnTo>
                    <a:pt x="50" y="49"/>
                  </a:lnTo>
                  <a:lnTo>
                    <a:pt x="65" y="17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24" name=""/>
            <p:cNvSpPr/>
            <p:nvPr/>
          </p:nvSpPr>
          <p:spPr>
            <a:xfrm rot="0">
              <a:off x="1523" y="2966"/>
              <a:ext cx="22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31" y="0"/>
                  </a:moveTo>
                  <a:lnTo>
                    <a:pt x="15" y="32"/>
                  </a:lnTo>
                  <a:lnTo>
                    <a:pt x="0" y="65"/>
                  </a:lnTo>
                  <a:lnTo>
                    <a:pt x="34" y="82"/>
                  </a:lnTo>
                  <a:lnTo>
                    <a:pt x="50" y="49"/>
                  </a:lnTo>
                  <a:lnTo>
                    <a:pt x="65" y="17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25" name=""/>
            <p:cNvSpPr/>
            <p:nvPr/>
          </p:nvSpPr>
          <p:spPr>
            <a:xfrm rot="0">
              <a:off x="1534" y="2983"/>
              <a:ext cx="6" cy="11"/>
            </a:xfrm>
            <a:custGeom>
              <a:avLst/>
              <a:ahLst/>
              <a:rect l="0" t="0" r="r" b="b"/>
              <a:pathLst>
                <a:path w="16" h="35">
                  <a:moveTo>
                    <a:pt x="16" y="0"/>
                  </a:moveTo>
                  <a:lnTo>
                    <a:pt x="0" y="33"/>
                  </a:lnTo>
                  <a:lnTo>
                    <a:pt x="3" y="35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26" name=""/>
            <p:cNvSpPr/>
            <p:nvPr/>
          </p:nvSpPr>
          <p:spPr>
            <a:xfrm rot="0">
              <a:off x="1534" y="29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27" name=""/>
            <p:cNvSpPr/>
            <p:nvPr/>
          </p:nvSpPr>
          <p:spPr>
            <a:xfrm rot="0">
              <a:off x="1535" y="2971"/>
              <a:ext cx="21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25" y="0"/>
                  </a:moveTo>
                  <a:lnTo>
                    <a:pt x="13" y="34"/>
                  </a:lnTo>
                  <a:lnTo>
                    <a:pt x="0" y="69"/>
                  </a:lnTo>
                  <a:lnTo>
                    <a:pt x="35" y="83"/>
                  </a:lnTo>
                  <a:lnTo>
                    <a:pt x="48" y="49"/>
                  </a:lnTo>
                  <a:lnTo>
                    <a:pt x="61" y="14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28" name=""/>
            <p:cNvSpPr/>
            <p:nvPr/>
          </p:nvSpPr>
          <p:spPr>
            <a:xfrm rot="0">
              <a:off x="1535" y="2971"/>
              <a:ext cx="21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25" y="0"/>
                  </a:moveTo>
                  <a:lnTo>
                    <a:pt x="13" y="34"/>
                  </a:lnTo>
                  <a:lnTo>
                    <a:pt x="0" y="69"/>
                  </a:lnTo>
                  <a:lnTo>
                    <a:pt x="35" y="83"/>
                  </a:lnTo>
                  <a:lnTo>
                    <a:pt x="48" y="49"/>
                  </a:lnTo>
                  <a:lnTo>
                    <a:pt x="61" y="14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29" name=""/>
            <p:cNvSpPr/>
            <p:nvPr/>
          </p:nvSpPr>
          <p:spPr>
            <a:xfrm rot="0">
              <a:off x="1547" y="2976"/>
              <a:ext cx="21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36" y="83"/>
                  </a:lnTo>
                  <a:lnTo>
                    <a:pt x="49" y="49"/>
                  </a:lnTo>
                  <a:lnTo>
                    <a:pt x="62" y="15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30" name=""/>
            <p:cNvSpPr/>
            <p:nvPr/>
          </p:nvSpPr>
          <p:spPr>
            <a:xfrm rot="0">
              <a:off x="1547" y="2976"/>
              <a:ext cx="21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36" y="83"/>
                  </a:lnTo>
                  <a:lnTo>
                    <a:pt x="49" y="49"/>
                  </a:lnTo>
                  <a:lnTo>
                    <a:pt x="62" y="15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31" name=""/>
            <p:cNvSpPr/>
            <p:nvPr/>
          </p:nvSpPr>
          <p:spPr>
            <a:xfrm rot="0">
              <a:off x="1559" y="2992"/>
              <a:ext cx="4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1" y="3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32" name=""/>
            <p:cNvSpPr/>
            <p:nvPr/>
          </p:nvSpPr>
          <p:spPr>
            <a:xfrm rot="0">
              <a:off x="1559" y="3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33" name=""/>
            <p:cNvSpPr/>
            <p:nvPr/>
          </p:nvSpPr>
          <p:spPr>
            <a:xfrm rot="0">
              <a:off x="1559" y="2981"/>
              <a:ext cx="20" cy="26"/>
            </a:xfrm>
            <a:custGeom>
              <a:avLst/>
              <a:ahLst/>
              <a:rect l="0" t="0" r="r" b="b"/>
              <a:pathLst>
                <a:path w="59" h="79">
                  <a:moveTo>
                    <a:pt x="23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36" y="79"/>
                  </a:lnTo>
                  <a:lnTo>
                    <a:pt x="47" y="45"/>
                  </a:lnTo>
                  <a:lnTo>
                    <a:pt x="59" y="11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34" name=""/>
            <p:cNvSpPr/>
            <p:nvPr/>
          </p:nvSpPr>
          <p:spPr>
            <a:xfrm rot="0">
              <a:off x="1559" y="2981"/>
              <a:ext cx="20" cy="26"/>
            </a:xfrm>
            <a:custGeom>
              <a:avLst/>
              <a:ahLst/>
              <a:rect l="0" t="0" r="r" b="b"/>
              <a:pathLst>
                <a:path w="59" h="79">
                  <a:moveTo>
                    <a:pt x="23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36" y="79"/>
                  </a:lnTo>
                  <a:lnTo>
                    <a:pt x="47" y="45"/>
                  </a:lnTo>
                  <a:lnTo>
                    <a:pt x="59" y="11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35" name=""/>
            <p:cNvSpPr/>
            <p:nvPr/>
          </p:nvSpPr>
          <p:spPr>
            <a:xfrm rot="0">
              <a:off x="1571" y="2996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11" y="0"/>
                  </a:moveTo>
                  <a:lnTo>
                    <a:pt x="0" y="34"/>
                  </a:lnTo>
                  <a:lnTo>
                    <a:pt x="3" y="3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36" name=""/>
            <p:cNvSpPr/>
            <p:nvPr/>
          </p:nvSpPr>
          <p:spPr>
            <a:xfrm rot="0">
              <a:off x="1571" y="3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37" name=""/>
            <p:cNvSpPr/>
            <p:nvPr/>
          </p:nvSpPr>
          <p:spPr>
            <a:xfrm rot="0">
              <a:off x="1572" y="2984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17" y="0"/>
                  </a:moveTo>
                  <a:lnTo>
                    <a:pt x="8" y="35"/>
                  </a:lnTo>
                  <a:lnTo>
                    <a:pt x="0" y="71"/>
                  </a:lnTo>
                  <a:lnTo>
                    <a:pt x="37" y="79"/>
                  </a:lnTo>
                  <a:lnTo>
                    <a:pt x="45" y="44"/>
                  </a:lnTo>
                  <a:lnTo>
                    <a:pt x="54" y="8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38" name=""/>
            <p:cNvSpPr/>
            <p:nvPr/>
          </p:nvSpPr>
          <p:spPr>
            <a:xfrm rot="0">
              <a:off x="1572" y="2984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17" y="0"/>
                  </a:moveTo>
                  <a:lnTo>
                    <a:pt x="8" y="35"/>
                  </a:lnTo>
                  <a:lnTo>
                    <a:pt x="0" y="71"/>
                  </a:lnTo>
                  <a:lnTo>
                    <a:pt x="37" y="79"/>
                  </a:lnTo>
                  <a:lnTo>
                    <a:pt x="45" y="44"/>
                  </a:lnTo>
                  <a:lnTo>
                    <a:pt x="54" y="8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39" name=""/>
            <p:cNvSpPr/>
            <p:nvPr/>
          </p:nvSpPr>
          <p:spPr>
            <a:xfrm rot="0">
              <a:off x="1585" y="2999"/>
              <a:ext cx="2" cy="12"/>
            </a:xfrm>
            <a:custGeom>
              <a:avLst/>
              <a:ahLst/>
              <a:rect l="0" t="0" r="r" b="b"/>
              <a:pathLst>
                <a:path w="8" h="35">
                  <a:moveTo>
                    <a:pt x="8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40" name=""/>
            <p:cNvSpPr/>
            <p:nvPr/>
          </p:nvSpPr>
          <p:spPr>
            <a:xfrm rot="0">
              <a:off x="1585" y="3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41" name=""/>
            <p:cNvSpPr/>
            <p:nvPr/>
          </p:nvSpPr>
          <p:spPr>
            <a:xfrm rot="0">
              <a:off x="1585" y="2987"/>
              <a:ext cx="18" cy="27"/>
            </a:xfrm>
            <a:custGeom>
              <a:avLst/>
              <a:ahLst/>
              <a:rect l="0" t="0" r="r" b="b"/>
              <a:pathLst>
                <a:path w="55" h="80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38" y="80"/>
                  </a:lnTo>
                  <a:lnTo>
                    <a:pt x="47" y="44"/>
                  </a:lnTo>
                  <a:lnTo>
                    <a:pt x="55" y="9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42" name=""/>
            <p:cNvSpPr/>
            <p:nvPr/>
          </p:nvSpPr>
          <p:spPr>
            <a:xfrm rot="0">
              <a:off x="1585" y="2987"/>
              <a:ext cx="18" cy="27"/>
            </a:xfrm>
            <a:custGeom>
              <a:avLst/>
              <a:ahLst/>
              <a:rect l="0" t="0" r="r" b="b"/>
              <a:pathLst>
                <a:path w="55" h="80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38" y="80"/>
                  </a:lnTo>
                  <a:lnTo>
                    <a:pt x="47" y="44"/>
                  </a:lnTo>
                  <a:lnTo>
                    <a:pt x="55" y="9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43" name=""/>
            <p:cNvSpPr/>
            <p:nvPr/>
          </p:nvSpPr>
          <p:spPr>
            <a:xfrm rot="0">
              <a:off x="1597" y="3002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9" y="0"/>
                  </a:moveTo>
                  <a:lnTo>
                    <a:pt x="0" y="36"/>
                  </a:lnTo>
                  <a:lnTo>
                    <a:pt x="5" y="36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44" name=""/>
            <p:cNvSpPr/>
            <p:nvPr/>
          </p:nvSpPr>
          <p:spPr>
            <a:xfrm rot="0">
              <a:off x="1597" y="3014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45" name=""/>
            <p:cNvSpPr/>
            <p:nvPr/>
          </p:nvSpPr>
          <p:spPr>
            <a:xfrm rot="0">
              <a:off x="1599" y="2990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8" y="0"/>
                  </a:moveTo>
                  <a:lnTo>
                    <a:pt x="4" y="35"/>
                  </a:lnTo>
                  <a:lnTo>
                    <a:pt x="0" y="71"/>
                  </a:lnTo>
                  <a:lnTo>
                    <a:pt x="37" y="75"/>
                  </a:lnTo>
                  <a:lnTo>
                    <a:pt x="41" y="40"/>
                  </a:lnTo>
                  <a:lnTo>
                    <a:pt x="45" y="4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46" name=""/>
            <p:cNvSpPr/>
            <p:nvPr/>
          </p:nvSpPr>
          <p:spPr>
            <a:xfrm rot="0">
              <a:off x="1599" y="2990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8" y="0"/>
                  </a:moveTo>
                  <a:lnTo>
                    <a:pt x="4" y="35"/>
                  </a:lnTo>
                  <a:lnTo>
                    <a:pt x="0" y="71"/>
                  </a:lnTo>
                  <a:lnTo>
                    <a:pt x="37" y="75"/>
                  </a:lnTo>
                  <a:lnTo>
                    <a:pt x="41" y="40"/>
                  </a:lnTo>
                  <a:lnTo>
                    <a:pt x="45" y="4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47" name=""/>
            <p:cNvSpPr/>
            <p:nvPr/>
          </p:nvSpPr>
          <p:spPr>
            <a:xfrm rot="0">
              <a:off x="1611" y="3003"/>
              <a:ext cx="2" cy="12"/>
            </a:xfrm>
            <a:custGeom>
              <a:avLst/>
              <a:ahLst/>
              <a:rect l="0" t="0" r="r" b="b"/>
              <a:pathLst>
                <a:path w="4" h="35">
                  <a:moveTo>
                    <a:pt x="4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48" name=""/>
            <p:cNvSpPr/>
            <p:nvPr/>
          </p:nvSpPr>
          <p:spPr>
            <a:xfrm rot="0">
              <a:off x="1611" y="3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49" name=""/>
            <p:cNvSpPr/>
            <p:nvPr/>
          </p:nvSpPr>
          <p:spPr>
            <a:xfrm rot="0">
              <a:off x="1612" y="2991"/>
              <a:ext cx="14" cy="25"/>
            </a:xfrm>
            <a:custGeom>
              <a:avLst/>
              <a:ahLst/>
              <a:rect l="0" t="0" r="r" b="b"/>
              <a:pathLst>
                <a:path w="44" h="74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38" y="74"/>
                  </a:lnTo>
                  <a:lnTo>
                    <a:pt x="41" y="38"/>
                  </a:lnTo>
                  <a:lnTo>
                    <a:pt x="44" y="3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50" name=""/>
            <p:cNvSpPr/>
            <p:nvPr/>
          </p:nvSpPr>
          <p:spPr>
            <a:xfrm rot="0">
              <a:off x="1612" y="2991"/>
              <a:ext cx="14" cy="25"/>
            </a:xfrm>
            <a:custGeom>
              <a:avLst/>
              <a:ahLst/>
              <a:rect l="0" t="0" r="r" b="b"/>
              <a:pathLst>
                <a:path w="44" h="74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38" y="74"/>
                  </a:lnTo>
                  <a:lnTo>
                    <a:pt x="41" y="38"/>
                  </a:lnTo>
                  <a:lnTo>
                    <a:pt x="44" y="3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51" name=""/>
            <p:cNvSpPr/>
            <p:nvPr/>
          </p:nvSpPr>
          <p:spPr>
            <a:xfrm rot="0">
              <a:off x="1624" y="3004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52" name=""/>
            <p:cNvSpPr/>
            <p:nvPr/>
          </p:nvSpPr>
          <p:spPr>
            <a:xfrm rot="0">
              <a:off x="1624" y="3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53" name=""/>
            <p:cNvSpPr/>
            <p:nvPr/>
          </p:nvSpPr>
          <p:spPr>
            <a:xfrm rot="0">
              <a:off x="1625" y="2992"/>
              <a:ext cx="14" cy="24"/>
            </a:xfrm>
            <a:custGeom>
              <a:avLst/>
              <a:ahLst/>
              <a:rect l="0" t="0" r="r" b="b"/>
              <a:pathLst>
                <a:path w="41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38" y="72"/>
                  </a:lnTo>
                  <a:lnTo>
                    <a:pt x="40" y="37"/>
                  </a:lnTo>
                  <a:lnTo>
                    <a:pt x="41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54" name=""/>
            <p:cNvSpPr/>
            <p:nvPr/>
          </p:nvSpPr>
          <p:spPr>
            <a:xfrm rot="0">
              <a:off x="1625" y="2992"/>
              <a:ext cx="14" cy="24"/>
            </a:xfrm>
            <a:custGeom>
              <a:avLst/>
              <a:ahLst/>
              <a:rect l="0" t="0" r="r" b="b"/>
              <a:pathLst>
                <a:path w="41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38" y="72"/>
                  </a:lnTo>
                  <a:lnTo>
                    <a:pt x="40" y="37"/>
                  </a:lnTo>
                  <a:lnTo>
                    <a:pt x="41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55" name=""/>
            <p:cNvSpPr/>
            <p:nvPr/>
          </p:nvSpPr>
          <p:spPr>
            <a:xfrm rot="0">
              <a:off x="1638" y="3005"/>
              <a:ext cx="1" cy="11"/>
            </a:xfrm>
            <a:custGeom>
              <a:avLst/>
              <a:ahLst/>
              <a:rect l="0" t="0" r="r" b="b"/>
              <a:pathLst>
                <a:path w="3" h="35">
                  <a:moveTo>
                    <a:pt x="2" y="0"/>
                  </a:moveTo>
                  <a:lnTo>
                    <a:pt x="0" y="35"/>
                  </a:lnTo>
                  <a:lnTo>
                    <a:pt x="3" y="3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56" name=""/>
            <p:cNvSpPr/>
            <p:nvPr/>
          </p:nvSpPr>
          <p:spPr>
            <a:xfrm rot="0">
              <a:off x="1638" y="3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57" name=""/>
            <p:cNvSpPr/>
            <p:nvPr/>
          </p:nvSpPr>
          <p:spPr>
            <a:xfrm rot="0">
              <a:off x="1638" y="2992"/>
              <a:ext cx="14" cy="24"/>
            </a:xfrm>
            <a:custGeom>
              <a:avLst/>
              <a:ahLst/>
              <a:rect l="0" t="0" r="r" b="b"/>
              <a:pathLst>
                <a:path w="42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2" y="71"/>
                  </a:lnTo>
                  <a:lnTo>
                    <a:pt x="40" y="35"/>
                  </a:lnTo>
                  <a:lnTo>
                    <a:pt x="39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58" name=""/>
            <p:cNvSpPr/>
            <p:nvPr/>
          </p:nvSpPr>
          <p:spPr>
            <a:xfrm rot="0">
              <a:off x="1638" y="2992"/>
              <a:ext cx="14" cy="24"/>
            </a:xfrm>
            <a:custGeom>
              <a:avLst/>
              <a:ahLst/>
              <a:rect l="0" t="0" r="r" b="b"/>
              <a:pathLst>
                <a:path w="42" h="72">
                  <a:moveTo>
                    <a:pt x="0" y="1"/>
                  </a:moveTo>
                  <a:lnTo>
                    <a:pt x="2" y="37"/>
                  </a:lnTo>
                  <a:lnTo>
                    <a:pt x="3" y="72"/>
                  </a:lnTo>
                  <a:lnTo>
                    <a:pt x="42" y="71"/>
                  </a:lnTo>
                  <a:lnTo>
                    <a:pt x="40" y="35"/>
                  </a:lnTo>
                  <a:lnTo>
                    <a:pt x="39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59" name=""/>
            <p:cNvSpPr/>
            <p:nvPr/>
          </p:nvSpPr>
          <p:spPr>
            <a:xfrm rot="0">
              <a:off x="1651" y="3004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0"/>
                  </a:moveTo>
                  <a:lnTo>
                    <a:pt x="2" y="36"/>
                  </a:lnTo>
                  <a:lnTo>
                    <a:pt x="3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60" name=""/>
            <p:cNvSpPr/>
            <p:nvPr/>
          </p:nvSpPr>
          <p:spPr>
            <a:xfrm rot="0">
              <a:off x="1652" y="3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61" name=""/>
            <p:cNvSpPr/>
            <p:nvPr/>
          </p:nvSpPr>
          <p:spPr>
            <a:xfrm rot="0">
              <a:off x="1650" y="2991"/>
              <a:ext cx="14" cy="25"/>
            </a:xfrm>
            <a:custGeom>
              <a:avLst/>
              <a:ahLst/>
              <a:rect l="0" t="0" r="r" b="b"/>
              <a:pathLst>
                <a:path w="43" h="74">
                  <a:moveTo>
                    <a:pt x="0" y="3"/>
                  </a:moveTo>
                  <a:lnTo>
                    <a:pt x="3" y="38"/>
                  </a:lnTo>
                  <a:lnTo>
                    <a:pt x="6" y="74"/>
                  </a:lnTo>
                  <a:lnTo>
                    <a:pt x="43" y="71"/>
                  </a:lnTo>
                  <a:lnTo>
                    <a:pt x="40" y="36"/>
                  </a:lnTo>
                  <a:lnTo>
                    <a:pt x="37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62" name=""/>
            <p:cNvSpPr/>
            <p:nvPr/>
          </p:nvSpPr>
          <p:spPr>
            <a:xfrm rot="0">
              <a:off x="1650" y="2991"/>
              <a:ext cx="14" cy="25"/>
            </a:xfrm>
            <a:custGeom>
              <a:avLst/>
              <a:ahLst/>
              <a:rect l="0" t="0" r="r" b="b"/>
              <a:pathLst>
                <a:path w="43" h="74">
                  <a:moveTo>
                    <a:pt x="0" y="3"/>
                  </a:moveTo>
                  <a:lnTo>
                    <a:pt x="3" y="38"/>
                  </a:lnTo>
                  <a:lnTo>
                    <a:pt x="6" y="74"/>
                  </a:lnTo>
                  <a:lnTo>
                    <a:pt x="43" y="71"/>
                  </a:lnTo>
                  <a:lnTo>
                    <a:pt x="40" y="36"/>
                  </a:lnTo>
                  <a:lnTo>
                    <a:pt x="37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63" name=""/>
            <p:cNvSpPr/>
            <p:nvPr/>
          </p:nvSpPr>
          <p:spPr>
            <a:xfrm rot="0">
              <a:off x="1663" y="3003"/>
              <a:ext cx="2" cy="12"/>
            </a:xfrm>
            <a:custGeom>
              <a:avLst/>
              <a:ahLst/>
              <a:rect l="0" t="0" r="r" b="b"/>
              <a:pathLst>
                <a:path w="4" h="35">
                  <a:moveTo>
                    <a:pt x="0" y="0"/>
                  </a:moveTo>
                  <a:lnTo>
                    <a:pt x="3" y="35"/>
                  </a:lnTo>
                  <a:lnTo>
                    <a:pt x="4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64" name=""/>
            <p:cNvSpPr/>
            <p:nvPr/>
          </p:nvSpPr>
          <p:spPr>
            <a:xfrm rot="0">
              <a:off x="1664" y="3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65" name=""/>
            <p:cNvSpPr/>
            <p:nvPr/>
          </p:nvSpPr>
          <p:spPr>
            <a:xfrm rot="0">
              <a:off x="1662" y="2990"/>
              <a:ext cx="16" cy="25"/>
            </a:xfrm>
            <a:custGeom>
              <a:avLst/>
              <a:ahLst/>
              <a:rect l="0" t="0" r="r" b="b"/>
              <a:pathLst>
                <a:path w="47" h="75">
                  <a:moveTo>
                    <a:pt x="0" y="4"/>
                  </a:moveTo>
                  <a:lnTo>
                    <a:pt x="4" y="40"/>
                  </a:lnTo>
                  <a:lnTo>
                    <a:pt x="8" y="75"/>
                  </a:lnTo>
                  <a:lnTo>
                    <a:pt x="47" y="71"/>
                  </a:lnTo>
                  <a:lnTo>
                    <a:pt x="43" y="35"/>
                  </a:lnTo>
                  <a:lnTo>
                    <a:pt x="38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66" name=""/>
            <p:cNvSpPr/>
            <p:nvPr/>
          </p:nvSpPr>
          <p:spPr>
            <a:xfrm rot="0">
              <a:off x="1662" y="2990"/>
              <a:ext cx="16" cy="25"/>
            </a:xfrm>
            <a:custGeom>
              <a:avLst/>
              <a:ahLst/>
              <a:rect l="0" t="0" r="r" b="b"/>
              <a:pathLst>
                <a:path w="47" h="75">
                  <a:moveTo>
                    <a:pt x="0" y="4"/>
                  </a:moveTo>
                  <a:lnTo>
                    <a:pt x="4" y="40"/>
                  </a:lnTo>
                  <a:lnTo>
                    <a:pt x="8" y="75"/>
                  </a:lnTo>
                  <a:lnTo>
                    <a:pt x="47" y="71"/>
                  </a:lnTo>
                  <a:lnTo>
                    <a:pt x="43" y="35"/>
                  </a:lnTo>
                  <a:lnTo>
                    <a:pt x="38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67" name=""/>
            <p:cNvSpPr/>
            <p:nvPr/>
          </p:nvSpPr>
          <p:spPr>
            <a:xfrm rot="0">
              <a:off x="1676" y="3002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0" y="0"/>
                  </a:moveTo>
                  <a:lnTo>
                    <a:pt x="4" y="36"/>
                  </a:lnTo>
                  <a:lnTo>
                    <a:pt x="8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68" name=""/>
            <p:cNvSpPr/>
            <p:nvPr/>
          </p:nvSpPr>
          <p:spPr>
            <a:xfrm rot="0">
              <a:off x="1678" y="30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69" name=""/>
            <p:cNvSpPr/>
            <p:nvPr/>
          </p:nvSpPr>
          <p:spPr>
            <a:xfrm rot="0">
              <a:off x="1673" y="2987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0" y="9"/>
                  </a:moveTo>
                  <a:lnTo>
                    <a:pt x="9" y="44"/>
                  </a:lnTo>
                  <a:lnTo>
                    <a:pt x="17" y="80"/>
                  </a:lnTo>
                  <a:lnTo>
                    <a:pt x="54" y="71"/>
                  </a:lnTo>
                  <a:lnTo>
                    <a:pt x="46" y="36"/>
                  </a:lnTo>
                  <a:lnTo>
                    <a:pt x="37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70" name=""/>
            <p:cNvSpPr/>
            <p:nvPr/>
          </p:nvSpPr>
          <p:spPr>
            <a:xfrm rot="0">
              <a:off x="1673" y="2987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0" y="9"/>
                  </a:moveTo>
                  <a:lnTo>
                    <a:pt x="9" y="44"/>
                  </a:lnTo>
                  <a:lnTo>
                    <a:pt x="17" y="80"/>
                  </a:lnTo>
                  <a:lnTo>
                    <a:pt x="54" y="71"/>
                  </a:lnTo>
                  <a:lnTo>
                    <a:pt x="46" y="36"/>
                  </a:lnTo>
                  <a:lnTo>
                    <a:pt x="37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71" name=""/>
            <p:cNvSpPr/>
            <p:nvPr/>
          </p:nvSpPr>
          <p:spPr>
            <a:xfrm rot="0">
              <a:off x="1686" y="2984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0" y="8"/>
                  </a:moveTo>
                  <a:lnTo>
                    <a:pt x="9" y="44"/>
                  </a:lnTo>
                  <a:lnTo>
                    <a:pt x="17" y="79"/>
                  </a:lnTo>
                  <a:lnTo>
                    <a:pt x="54" y="71"/>
                  </a:lnTo>
                  <a:lnTo>
                    <a:pt x="46" y="35"/>
                  </a:lnTo>
                  <a:lnTo>
                    <a:pt x="37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72" name=""/>
            <p:cNvSpPr/>
            <p:nvPr/>
          </p:nvSpPr>
          <p:spPr>
            <a:xfrm rot="0">
              <a:off x="1686" y="2984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0" y="8"/>
                  </a:moveTo>
                  <a:lnTo>
                    <a:pt x="9" y="44"/>
                  </a:lnTo>
                  <a:lnTo>
                    <a:pt x="17" y="79"/>
                  </a:lnTo>
                  <a:lnTo>
                    <a:pt x="54" y="71"/>
                  </a:lnTo>
                  <a:lnTo>
                    <a:pt x="46" y="35"/>
                  </a:lnTo>
                  <a:lnTo>
                    <a:pt x="37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73" name=""/>
            <p:cNvSpPr/>
            <p:nvPr/>
          </p:nvSpPr>
          <p:spPr>
            <a:xfrm rot="0">
              <a:off x="1701" y="2996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8" y="36"/>
                  </a:lnTo>
                  <a:lnTo>
                    <a:pt x="10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74" name=""/>
            <p:cNvSpPr/>
            <p:nvPr/>
          </p:nvSpPr>
          <p:spPr>
            <a:xfrm rot="0" flipV="1">
              <a:off x="1704" y="3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75" name=""/>
            <p:cNvSpPr/>
            <p:nvPr/>
          </p:nvSpPr>
          <p:spPr>
            <a:xfrm rot="0">
              <a:off x="1698" y="2981"/>
              <a:ext cx="19" cy="26"/>
            </a:xfrm>
            <a:custGeom>
              <a:avLst/>
              <a:ahLst/>
              <a:rect l="0" t="0" r="r" b="b"/>
              <a:pathLst>
                <a:path w="57" h="79">
                  <a:moveTo>
                    <a:pt x="0" y="11"/>
                  </a:moveTo>
                  <a:lnTo>
                    <a:pt x="10" y="45"/>
                  </a:lnTo>
                  <a:lnTo>
                    <a:pt x="20" y="79"/>
                  </a:lnTo>
                  <a:lnTo>
                    <a:pt x="57" y="68"/>
                  </a:lnTo>
                  <a:lnTo>
                    <a:pt x="47" y="34"/>
                  </a:lnTo>
                  <a:lnTo>
                    <a:pt x="37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76" name=""/>
            <p:cNvSpPr/>
            <p:nvPr/>
          </p:nvSpPr>
          <p:spPr>
            <a:xfrm rot="0">
              <a:off x="1698" y="2981"/>
              <a:ext cx="19" cy="26"/>
            </a:xfrm>
            <a:custGeom>
              <a:avLst/>
              <a:ahLst/>
              <a:rect l="0" t="0" r="r" b="b"/>
              <a:pathLst>
                <a:path w="57" h="79">
                  <a:moveTo>
                    <a:pt x="0" y="11"/>
                  </a:moveTo>
                  <a:lnTo>
                    <a:pt x="10" y="45"/>
                  </a:lnTo>
                  <a:lnTo>
                    <a:pt x="20" y="79"/>
                  </a:lnTo>
                  <a:lnTo>
                    <a:pt x="57" y="68"/>
                  </a:lnTo>
                  <a:lnTo>
                    <a:pt x="47" y="34"/>
                  </a:lnTo>
                  <a:lnTo>
                    <a:pt x="37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77" name=""/>
            <p:cNvSpPr/>
            <p:nvPr/>
          </p:nvSpPr>
          <p:spPr>
            <a:xfrm rot="0">
              <a:off x="1713" y="2992"/>
              <a:ext cx="5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0" y="0"/>
                  </a:moveTo>
                  <a:lnTo>
                    <a:pt x="10" y="34"/>
                  </a:lnTo>
                  <a:lnTo>
                    <a:pt x="13" y="3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78" name=""/>
            <p:cNvSpPr/>
            <p:nvPr/>
          </p:nvSpPr>
          <p:spPr>
            <a:xfrm rot="0">
              <a:off x="1717" y="3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79" name=""/>
            <p:cNvSpPr/>
            <p:nvPr/>
          </p:nvSpPr>
          <p:spPr>
            <a:xfrm rot="0">
              <a:off x="1709" y="2976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0" y="15"/>
                  </a:moveTo>
                  <a:lnTo>
                    <a:pt x="13" y="49"/>
                  </a:lnTo>
                  <a:lnTo>
                    <a:pt x="26" y="83"/>
                  </a:lnTo>
                  <a:lnTo>
                    <a:pt x="61" y="69"/>
                  </a:lnTo>
                  <a:lnTo>
                    <a:pt x="48" y="35"/>
                  </a:lnTo>
                  <a:lnTo>
                    <a:pt x="35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80" name=""/>
            <p:cNvSpPr/>
            <p:nvPr/>
          </p:nvSpPr>
          <p:spPr>
            <a:xfrm rot="0">
              <a:off x="1709" y="2976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0" y="15"/>
                  </a:moveTo>
                  <a:lnTo>
                    <a:pt x="13" y="49"/>
                  </a:lnTo>
                  <a:lnTo>
                    <a:pt x="26" y="83"/>
                  </a:lnTo>
                  <a:lnTo>
                    <a:pt x="61" y="69"/>
                  </a:lnTo>
                  <a:lnTo>
                    <a:pt x="48" y="35"/>
                  </a:lnTo>
                  <a:lnTo>
                    <a:pt x="35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81" name=""/>
            <p:cNvSpPr/>
            <p:nvPr/>
          </p:nvSpPr>
          <p:spPr>
            <a:xfrm rot="0">
              <a:off x="1721" y="2971"/>
              <a:ext cx="20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0" y="14"/>
                  </a:moveTo>
                  <a:lnTo>
                    <a:pt x="13" y="49"/>
                  </a:lnTo>
                  <a:lnTo>
                    <a:pt x="26" y="83"/>
                  </a:lnTo>
                  <a:lnTo>
                    <a:pt x="62" y="69"/>
                  </a:lnTo>
                  <a:lnTo>
                    <a:pt x="49" y="34"/>
                  </a:lnTo>
                  <a:lnTo>
                    <a:pt x="36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82" name=""/>
            <p:cNvSpPr/>
            <p:nvPr/>
          </p:nvSpPr>
          <p:spPr>
            <a:xfrm rot="0">
              <a:off x="1721" y="2971"/>
              <a:ext cx="20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0" y="14"/>
                  </a:moveTo>
                  <a:lnTo>
                    <a:pt x="13" y="49"/>
                  </a:lnTo>
                  <a:lnTo>
                    <a:pt x="26" y="83"/>
                  </a:lnTo>
                  <a:lnTo>
                    <a:pt x="62" y="69"/>
                  </a:lnTo>
                  <a:lnTo>
                    <a:pt x="49" y="34"/>
                  </a:lnTo>
                  <a:lnTo>
                    <a:pt x="36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83" name=""/>
            <p:cNvSpPr/>
            <p:nvPr/>
          </p:nvSpPr>
          <p:spPr>
            <a:xfrm rot="0">
              <a:off x="1737" y="2983"/>
              <a:ext cx="5" cy="11"/>
            </a:xfrm>
            <a:custGeom>
              <a:avLst/>
              <a:ahLst/>
              <a:rect l="0" t="0" r="r" b="b"/>
              <a:pathLst>
                <a:path w="16" h="35">
                  <a:moveTo>
                    <a:pt x="0" y="0"/>
                  </a:moveTo>
                  <a:lnTo>
                    <a:pt x="13" y="35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84" name=""/>
            <p:cNvSpPr/>
            <p:nvPr/>
          </p:nvSpPr>
          <p:spPr>
            <a:xfrm rot="0" flipV="1">
              <a:off x="1741" y="29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85" name=""/>
            <p:cNvSpPr/>
            <p:nvPr/>
          </p:nvSpPr>
          <p:spPr>
            <a:xfrm rot="0">
              <a:off x="1732" y="2966"/>
              <a:ext cx="22" cy="28"/>
            </a:xfrm>
            <a:custGeom>
              <a:avLst/>
              <a:ahLst/>
              <a:rect l="0" t="0" r="r" b="b"/>
              <a:pathLst>
                <a:path w="66" h="82">
                  <a:moveTo>
                    <a:pt x="0" y="17"/>
                  </a:moveTo>
                  <a:lnTo>
                    <a:pt x="16" y="49"/>
                  </a:lnTo>
                  <a:lnTo>
                    <a:pt x="32" y="82"/>
                  </a:lnTo>
                  <a:lnTo>
                    <a:pt x="66" y="65"/>
                  </a:lnTo>
                  <a:lnTo>
                    <a:pt x="50" y="32"/>
                  </a:lnTo>
                  <a:lnTo>
                    <a:pt x="34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86" name=""/>
            <p:cNvSpPr/>
            <p:nvPr/>
          </p:nvSpPr>
          <p:spPr>
            <a:xfrm rot="0">
              <a:off x="1732" y="2966"/>
              <a:ext cx="22" cy="28"/>
            </a:xfrm>
            <a:custGeom>
              <a:avLst/>
              <a:ahLst/>
              <a:rect l="0" t="0" r="r" b="b"/>
              <a:pathLst>
                <a:path w="66" h="82">
                  <a:moveTo>
                    <a:pt x="0" y="17"/>
                  </a:moveTo>
                  <a:lnTo>
                    <a:pt x="16" y="49"/>
                  </a:lnTo>
                  <a:lnTo>
                    <a:pt x="32" y="82"/>
                  </a:lnTo>
                  <a:lnTo>
                    <a:pt x="66" y="65"/>
                  </a:lnTo>
                  <a:lnTo>
                    <a:pt x="50" y="32"/>
                  </a:lnTo>
                  <a:lnTo>
                    <a:pt x="34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87" name=""/>
            <p:cNvSpPr/>
            <p:nvPr/>
          </p:nvSpPr>
          <p:spPr>
            <a:xfrm rot="0">
              <a:off x="1748" y="2977"/>
              <a:ext cx="7" cy="11"/>
            </a:xfrm>
            <a:custGeom>
              <a:avLst/>
              <a:ahLst/>
              <a:rect l="0" t="0" r="r" b="b"/>
              <a:pathLst>
                <a:path w="19" h="33">
                  <a:moveTo>
                    <a:pt x="0" y="0"/>
                  </a:moveTo>
                  <a:lnTo>
                    <a:pt x="16" y="33"/>
                  </a:lnTo>
                  <a:lnTo>
                    <a:pt x="19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88" name=""/>
            <p:cNvSpPr/>
            <p:nvPr/>
          </p:nvSpPr>
          <p:spPr>
            <a:xfrm rot="0" flipV="1">
              <a:off x="1754" y="29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89" name=""/>
            <p:cNvSpPr/>
            <p:nvPr/>
          </p:nvSpPr>
          <p:spPr>
            <a:xfrm rot="0">
              <a:off x="1742" y="2960"/>
              <a:ext cx="23" cy="28"/>
            </a:xfrm>
            <a:custGeom>
              <a:avLst/>
              <a:ahLst/>
              <a:rect l="0" t="0" r="r" b="b"/>
              <a:pathLst>
                <a:path w="69" h="83">
                  <a:moveTo>
                    <a:pt x="0" y="20"/>
                  </a:moveTo>
                  <a:lnTo>
                    <a:pt x="18" y="51"/>
                  </a:lnTo>
                  <a:lnTo>
                    <a:pt x="37" y="83"/>
                  </a:lnTo>
                  <a:lnTo>
                    <a:pt x="69" y="63"/>
                  </a:lnTo>
                  <a:lnTo>
                    <a:pt x="51" y="31"/>
                  </a:lnTo>
                  <a:lnTo>
                    <a:pt x="32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90" name=""/>
            <p:cNvSpPr/>
            <p:nvPr/>
          </p:nvSpPr>
          <p:spPr>
            <a:xfrm rot="0">
              <a:off x="1742" y="2960"/>
              <a:ext cx="23" cy="28"/>
            </a:xfrm>
            <a:custGeom>
              <a:avLst/>
              <a:ahLst/>
              <a:rect l="0" t="0" r="r" b="b"/>
              <a:pathLst>
                <a:path w="69" h="83">
                  <a:moveTo>
                    <a:pt x="0" y="20"/>
                  </a:moveTo>
                  <a:lnTo>
                    <a:pt x="18" y="51"/>
                  </a:lnTo>
                  <a:lnTo>
                    <a:pt x="37" y="83"/>
                  </a:lnTo>
                  <a:lnTo>
                    <a:pt x="69" y="63"/>
                  </a:lnTo>
                  <a:lnTo>
                    <a:pt x="51" y="31"/>
                  </a:lnTo>
                  <a:lnTo>
                    <a:pt x="32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91" name=""/>
            <p:cNvSpPr/>
            <p:nvPr/>
          </p:nvSpPr>
          <p:spPr>
            <a:xfrm rot="0">
              <a:off x="1759" y="2970"/>
              <a:ext cx="7" cy="11"/>
            </a:xfrm>
            <a:custGeom>
              <a:avLst/>
              <a:ahLst/>
              <a:rect l="0" t="0" r="r" b="b"/>
              <a:pathLst>
                <a:path w="20" h="32">
                  <a:moveTo>
                    <a:pt x="0" y="0"/>
                  </a:moveTo>
                  <a:lnTo>
                    <a:pt x="18" y="32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92" name=""/>
            <p:cNvSpPr/>
            <p:nvPr/>
          </p:nvSpPr>
          <p:spPr>
            <a:xfrm rot="0" flipV="1">
              <a:off x="1765" y="29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93" name=""/>
            <p:cNvSpPr/>
            <p:nvPr/>
          </p:nvSpPr>
          <p:spPr>
            <a:xfrm rot="0">
              <a:off x="1753" y="2953"/>
              <a:ext cx="23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0" y="21"/>
                  </a:moveTo>
                  <a:lnTo>
                    <a:pt x="20" y="51"/>
                  </a:lnTo>
                  <a:lnTo>
                    <a:pt x="40" y="81"/>
                  </a:lnTo>
                  <a:lnTo>
                    <a:pt x="71" y="60"/>
                  </a:lnTo>
                  <a:lnTo>
                    <a:pt x="51" y="30"/>
                  </a:lnTo>
                  <a:lnTo>
                    <a:pt x="31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94" name=""/>
            <p:cNvSpPr/>
            <p:nvPr/>
          </p:nvSpPr>
          <p:spPr>
            <a:xfrm rot="0">
              <a:off x="1753" y="2953"/>
              <a:ext cx="23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0" y="21"/>
                  </a:moveTo>
                  <a:lnTo>
                    <a:pt x="20" y="51"/>
                  </a:lnTo>
                  <a:lnTo>
                    <a:pt x="40" y="81"/>
                  </a:lnTo>
                  <a:lnTo>
                    <a:pt x="71" y="60"/>
                  </a:lnTo>
                  <a:lnTo>
                    <a:pt x="51" y="30"/>
                  </a:lnTo>
                  <a:lnTo>
                    <a:pt x="31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95" name=""/>
            <p:cNvSpPr/>
            <p:nvPr/>
          </p:nvSpPr>
          <p:spPr>
            <a:xfrm rot="0">
              <a:off x="1770" y="2963"/>
              <a:ext cx="6" cy="10"/>
            </a:xfrm>
            <a:custGeom>
              <a:avLst/>
              <a:ahLst/>
              <a:rect l="0" t="0" r="r" b="b"/>
              <a:pathLst>
                <a:path w="20" h="30">
                  <a:moveTo>
                    <a:pt x="0" y="0"/>
                  </a:moveTo>
                  <a:lnTo>
                    <a:pt x="20" y="30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96" name=""/>
            <p:cNvSpPr/>
            <p:nvPr/>
          </p:nvSpPr>
          <p:spPr>
            <a:xfrm rot="0">
              <a:off x="1776" y="29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97" name=""/>
            <p:cNvSpPr/>
            <p:nvPr/>
          </p:nvSpPr>
          <p:spPr>
            <a:xfrm rot="0">
              <a:off x="1763" y="2946"/>
              <a:ext cx="24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0" y="21"/>
                  </a:moveTo>
                  <a:lnTo>
                    <a:pt x="20" y="51"/>
                  </a:lnTo>
                  <a:lnTo>
                    <a:pt x="40" y="81"/>
                  </a:lnTo>
                  <a:lnTo>
                    <a:pt x="71" y="60"/>
                  </a:lnTo>
                  <a:lnTo>
                    <a:pt x="51" y="30"/>
                  </a:lnTo>
                  <a:lnTo>
                    <a:pt x="32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898" name=""/>
            <p:cNvSpPr/>
            <p:nvPr/>
          </p:nvSpPr>
          <p:spPr>
            <a:xfrm rot="0">
              <a:off x="1763" y="2946"/>
              <a:ext cx="24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0" y="21"/>
                  </a:moveTo>
                  <a:lnTo>
                    <a:pt x="20" y="51"/>
                  </a:lnTo>
                  <a:lnTo>
                    <a:pt x="40" y="81"/>
                  </a:lnTo>
                  <a:lnTo>
                    <a:pt x="71" y="60"/>
                  </a:lnTo>
                  <a:lnTo>
                    <a:pt x="51" y="30"/>
                  </a:lnTo>
                  <a:lnTo>
                    <a:pt x="32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899" name=""/>
            <p:cNvSpPr/>
            <p:nvPr/>
          </p:nvSpPr>
          <p:spPr>
            <a:xfrm rot="0">
              <a:off x="1780" y="2956"/>
              <a:ext cx="8" cy="10"/>
            </a:xfrm>
            <a:custGeom>
              <a:avLst/>
              <a:ahLst/>
              <a:rect l="0" t="0" r="r" b="b"/>
              <a:pathLst>
                <a:path w="25" h="30">
                  <a:moveTo>
                    <a:pt x="0" y="0"/>
                  </a:moveTo>
                  <a:lnTo>
                    <a:pt x="20" y="30"/>
                  </a:lnTo>
                  <a:lnTo>
                    <a:pt x="25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00" name=""/>
            <p:cNvSpPr/>
            <p:nvPr/>
          </p:nvSpPr>
          <p:spPr>
            <a:xfrm rot="0" flipV="1">
              <a:off x="1787" y="2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01" name=""/>
            <p:cNvSpPr/>
            <p:nvPr/>
          </p:nvSpPr>
          <p:spPr>
            <a:xfrm rot="0">
              <a:off x="1772" y="2939"/>
              <a:ext cx="26" cy="26"/>
            </a:xfrm>
            <a:custGeom>
              <a:avLst/>
              <a:ahLst/>
              <a:rect l="0" t="0" r="r" b="b"/>
              <a:pathLst>
                <a:path w="79" h="80">
                  <a:moveTo>
                    <a:pt x="0" y="26"/>
                  </a:moveTo>
                  <a:lnTo>
                    <a:pt x="24" y="53"/>
                  </a:lnTo>
                  <a:lnTo>
                    <a:pt x="49" y="80"/>
                  </a:lnTo>
                  <a:lnTo>
                    <a:pt x="79" y="54"/>
                  </a:lnTo>
                  <a:lnTo>
                    <a:pt x="54" y="27"/>
                  </a:lnTo>
                  <a:lnTo>
                    <a:pt x="30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02" name=""/>
            <p:cNvSpPr/>
            <p:nvPr/>
          </p:nvSpPr>
          <p:spPr>
            <a:xfrm rot="0">
              <a:off x="1772" y="2939"/>
              <a:ext cx="26" cy="26"/>
            </a:xfrm>
            <a:custGeom>
              <a:avLst/>
              <a:ahLst/>
              <a:rect l="0" t="0" r="r" b="b"/>
              <a:pathLst>
                <a:path w="79" h="80">
                  <a:moveTo>
                    <a:pt x="0" y="26"/>
                  </a:moveTo>
                  <a:lnTo>
                    <a:pt x="24" y="53"/>
                  </a:lnTo>
                  <a:lnTo>
                    <a:pt x="49" y="80"/>
                  </a:lnTo>
                  <a:lnTo>
                    <a:pt x="79" y="54"/>
                  </a:lnTo>
                  <a:lnTo>
                    <a:pt x="54" y="27"/>
                  </a:lnTo>
                  <a:lnTo>
                    <a:pt x="30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03" name=""/>
            <p:cNvSpPr/>
            <p:nvPr/>
          </p:nvSpPr>
          <p:spPr>
            <a:xfrm rot="0">
              <a:off x="1790" y="2948"/>
              <a:ext cx="9" cy="9"/>
            </a:xfrm>
            <a:custGeom>
              <a:avLst/>
              <a:ahLst/>
              <a:rect l="0" t="0" r="r" b="b"/>
              <a:pathLst>
                <a:path w="26" h="27">
                  <a:moveTo>
                    <a:pt x="0" y="0"/>
                  </a:moveTo>
                  <a:lnTo>
                    <a:pt x="25" y="27"/>
                  </a:lnTo>
                  <a:lnTo>
                    <a:pt x="26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04" name=""/>
            <p:cNvSpPr/>
            <p:nvPr/>
          </p:nvSpPr>
          <p:spPr>
            <a:xfrm rot="0">
              <a:off x="1798" y="2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05" name=""/>
            <p:cNvSpPr/>
            <p:nvPr/>
          </p:nvSpPr>
          <p:spPr>
            <a:xfrm rot="0">
              <a:off x="1782" y="2930"/>
              <a:ext cx="26" cy="27"/>
            </a:xfrm>
            <a:custGeom>
              <a:avLst/>
              <a:ahLst/>
              <a:rect l="0" t="0" r="r" b="b"/>
              <a:pathLst>
                <a:path w="78" h="80">
                  <a:moveTo>
                    <a:pt x="0" y="26"/>
                  </a:moveTo>
                  <a:lnTo>
                    <a:pt x="25" y="53"/>
                  </a:lnTo>
                  <a:lnTo>
                    <a:pt x="51" y="80"/>
                  </a:lnTo>
                  <a:lnTo>
                    <a:pt x="78" y="54"/>
                  </a:lnTo>
                  <a:lnTo>
                    <a:pt x="52" y="27"/>
                  </a:lnTo>
                  <a:lnTo>
                    <a:pt x="2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06" name=""/>
            <p:cNvSpPr/>
            <p:nvPr/>
          </p:nvSpPr>
          <p:spPr>
            <a:xfrm rot="0">
              <a:off x="1782" y="2930"/>
              <a:ext cx="26" cy="27"/>
            </a:xfrm>
            <a:custGeom>
              <a:avLst/>
              <a:ahLst/>
              <a:rect l="0" t="0" r="r" b="b"/>
              <a:pathLst>
                <a:path w="78" h="80">
                  <a:moveTo>
                    <a:pt x="0" y="26"/>
                  </a:moveTo>
                  <a:lnTo>
                    <a:pt x="25" y="53"/>
                  </a:lnTo>
                  <a:lnTo>
                    <a:pt x="51" y="80"/>
                  </a:lnTo>
                  <a:lnTo>
                    <a:pt x="78" y="54"/>
                  </a:lnTo>
                  <a:lnTo>
                    <a:pt x="52" y="27"/>
                  </a:lnTo>
                  <a:lnTo>
                    <a:pt x="27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07" name=""/>
            <p:cNvSpPr/>
            <p:nvPr/>
          </p:nvSpPr>
          <p:spPr>
            <a:xfrm rot="0">
              <a:off x="1791" y="2927"/>
              <a:ext cx="20" cy="21"/>
            </a:xfrm>
            <a:custGeom>
              <a:avLst/>
              <a:ahLst/>
              <a:rect l="0" t="0" r="r" b="b"/>
              <a:pathLst>
                <a:path w="61" h="62">
                  <a:moveTo>
                    <a:pt x="25" y="35"/>
                  </a:moveTo>
                  <a:lnTo>
                    <a:pt x="0" y="8"/>
                  </a:lnTo>
                  <a:lnTo>
                    <a:pt x="10" y="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43" y="4"/>
                  </a:lnTo>
                  <a:lnTo>
                    <a:pt x="52" y="10"/>
                  </a:lnTo>
                  <a:lnTo>
                    <a:pt x="58" y="20"/>
                  </a:lnTo>
                  <a:lnTo>
                    <a:pt x="61" y="31"/>
                  </a:lnTo>
                  <a:lnTo>
                    <a:pt x="61" y="42"/>
                  </a:lnTo>
                  <a:lnTo>
                    <a:pt x="57" y="52"/>
                  </a:lnTo>
                  <a:lnTo>
                    <a:pt x="51" y="62"/>
                  </a:lnTo>
                  <a:lnTo>
                    <a:pt x="2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08" name=""/>
            <p:cNvSpPr/>
            <p:nvPr/>
          </p:nvSpPr>
          <p:spPr>
            <a:xfrm rot="0">
              <a:off x="1791" y="2927"/>
              <a:ext cx="20" cy="21"/>
            </a:xfrm>
            <a:custGeom>
              <a:avLst/>
              <a:ahLst/>
              <a:rect l="0" t="0" r="r" b="b"/>
              <a:pathLst>
                <a:path w="61" h="62">
                  <a:moveTo>
                    <a:pt x="0" y="8"/>
                  </a:moveTo>
                  <a:lnTo>
                    <a:pt x="10" y="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43" y="4"/>
                  </a:lnTo>
                  <a:lnTo>
                    <a:pt x="52" y="10"/>
                  </a:lnTo>
                  <a:lnTo>
                    <a:pt x="58" y="20"/>
                  </a:lnTo>
                  <a:lnTo>
                    <a:pt x="61" y="31"/>
                  </a:lnTo>
                  <a:lnTo>
                    <a:pt x="61" y="42"/>
                  </a:lnTo>
                  <a:lnTo>
                    <a:pt x="57" y="52"/>
                  </a:lnTo>
                  <a:lnTo>
                    <a:pt x="51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09" name=""/>
            <p:cNvSpPr/>
            <p:nvPr/>
          </p:nvSpPr>
          <p:spPr>
            <a:xfrm rot="0">
              <a:off x="1019" y="3955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2910" name=""/>
            <p:cNvSpPr/>
            <p:nvPr/>
          </p:nvSpPr>
          <p:spPr>
            <a:xfrm rot="0">
              <a:off x="1019" y="3955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11" name=""/>
            <p:cNvSpPr/>
            <p:nvPr/>
          </p:nvSpPr>
          <p:spPr>
            <a:xfrm rot="0">
              <a:off x="1019" y="3286"/>
              <a:ext cx="24" cy="669"/>
            </a:xfrm>
            <a:custGeom>
              <a:avLst/>
              <a:ahLst/>
              <a:rect l="0" t="0" r="r" b="b"/>
              <a:pathLst>
                <a:path w="72" h="2008">
                  <a:moveTo>
                    <a:pt x="0" y="2008"/>
                  </a:moveTo>
                  <a:lnTo>
                    <a:pt x="35" y="2008"/>
                  </a:lnTo>
                  <a:lnTo>
                    <a:pt x="72" y="2008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00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2912" name=""/>
            <p:cNvSpPr/>
            <p:nvPr/>
          </p:nvSpPr>
          <p:spPr>
            <a:xfrm rot="0">
              <a:off x="1019" y="3286"/>
              <a:ext cx="24" cy="669"/>
            </a:xfrm>
            <a:custGeom>
              <a:avLst/>
              <a:ahLst/>
              <a:rect l="0" t="0" r="r" b="b"/>
              <a:pathLst>
                <a:path w="72" h="2008">
                  <a:moveTo>
                    <a:pt x="0" y="2008"/>
                  </a:moveTo>
                  <a:lnTo>
                    <a:pt x="35" y="2008"/>
                  </a:lnTo>
                  <a:lnTo>
                    <a:pt x="72" y="2008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00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13" name=""/>
            <p:cNvSpPr/>
            <p:nvPr/>
          </p:nvSpPr>
          <p:spPr>
            <a:xfrm rot="0">
              <a:off x="1019" y="327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2914" name=""/>
            <p:cNvSpPr/>
            <p:nvPr/>
          </p:nvSpPr>
          <p:spPr>
            <a:xfrm rot="0">
              <a:off x="1019" y="327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15" name=""/>
            <p:cNvSpPr/>
            <p:nvPr/>
          </p:nvSpPr>
          <p:spPr>
            <a:xfrm rot="0">
              <a:off x="1031" y="3274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</p:grpSp>
      <p:grpSp>
        <p:nvGrpSpPr>
          <p:cNvPr id="312" name=""/>
          <p:cNvGrpSpPr/>
          <p:nvPr/>
        </p:nvGrpSpPr>
        <p:grpSpPr>
          <a:xfrm rot="0">
            <a:off x="312737" y="3748087"/>
            <a:ext cx="7427912" cy="2565400"/>
            <a:chOff x="197" y="2361"/>
            <a:chExt cx="4679" cy="1616"/>
          </a:xfrm>
        </p:grpSpPr>
        <p:sp>
          <p:nvSpPr>
            <p:cNvPr id="1072916" name=""/>
            <p:cNvSpPr/>
            <p:nvPr/>
          </p:nvSpPr>
          <p:spPr>
            <a:xfrm rot="0">
              <a:off x="1031" y="3274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17" name=""/>
            <p:cNvSpPr/>
            <p:nvPr/>
          </p:nvSpPr>
          <p:spPr>
            <a:xfrm rot="0">
              <a:off x="800" y="3274"/>
              <a:ext cx="231" cy="24"/>
            </a:xfrm>
            <a:custGeom>
              <a:avLst/>
              <a:ahLst/>
              <a:rect l="0" t="0" r="r" b="b"/>
              <a:pathLst>
                <a:path w="692" h="73">
                  <a:moveTo>
                    <a:pt x="692" y="73"/>
                  </a:moveTo>
                  <a:lnTo>
                    <a:pt x="692" y="37"/>
                  </a:lnTo>
                  <a:lnTo>
                    <a:pt x="69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92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2918" name=""/>
            <p:cNvSpPr/>
            <p:nvPr/>
          </p:nvSpPr>
          <p:spPr>
            <a:xfrm rot="0">
              <a:off x="800" y="3274"/>
              <a:ext cx="231" cy="24"/>
            </a:xfrm>
            <a:custGeom>
              <a:avLst/>
              <a:ahLst/>
              <a:rect l="0" t="0" r="r" b="b"/>
              <a:pathLst>
                <a:path w="692" h="73">
                  <a:moveTo>
                    <a:pt x="692" y="73"/>
                  </a:moveTo>
                  <a:lnTo>
                    <a:pt x="692" y="37"/>
                  </a:lnTo>
                  <a:lnTo>
                    <a:pt x="69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92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19" name=""/>
            <p:cNvSpPr/>
            <p:nvPr/>
          </p:nvSpPr>
          <p:spPr>
            <a:xfrm rot="0">
              <a:off x="788" y="3274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2920" name=""/>
            <p:cNvSpPr/>
            <p:nvPr/>
          </p:nvSpPr>
          <p:spPr>
            <a:xfrm rot="0">
              <a:off x="788" y="3274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1" name=""/>
            <p:cNvSpPr/>
            <p:nvPr/>
          </p:nvSpPr>
          <p:spPr>
            <a:xfrm rot="0" flipH="1">
              <a:off x="1005" y="2541"/>
              <a:ext cx="2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2" name=""/>
            <p:cNvSpPr/>
            <p:nvPr/>
          </p:nvSpPr>
          <p:spPr>
            <a:xfrm rot="0" flipH="1">
              <a:off x="931" y="2541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3" name=""/>
            <p:cNvSpPr/>
            <p:nvPr/>
          </p:nvSpPr>
          <p:spPr>
            <a:xfrm rot="0" flipH="1">
              <a:off x="858" y="2541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4" name=""/>
            <p:cNvSpPr/>
            <p:nvPr/>
          </p:nvSpPr>
          <p:spPr>
            <a:xfrm rot="0" flipH="1">
              <a:off x="784" y="2541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5" name=""/>
            <p:cNvSpPr/>
            <p:nvPr/>
          </p:nvSpPr>
          <p:spPr>
            <a:xfrm rot="0" flipH="1">
              <a:off x="734" y="2541"/>
              <a:ext cx="2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6" name=""/>
            <p:cNvSpPr/>
            <p:nvPr/>
          </p:nvSpPr>
          <p:spPr>
            <a:xfrm rot="0">
              <a:off x="259" y="3005"/>
              <a:ext cx="4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7" name=""/>
            <p:cNvSpPr/>
            <p:nvPr/>
          </p:nvSpPr>
          <p:spPr>
            <a:xfrm rot="0">
              <a:off x="326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8" name=""/>
            <p:cNvSpPr/>
            <p:nvPr/>
          </p:nvSpPr>
          <p:spPr>
            <a:xfrm rot="0">
              <a:off x="400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29" name=""/>
            <p:cNvSpPr/>
            <p:nvPr/>
          </p:nvSpPr>
          <p:spPr>
            <a:xfrm rot="0">
              <a:off x="474" y="3005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0" name=""/>
            <p:cNvSpPr/>
            <p:nvPr/>
          </p:nvSpPr>
          <p:spPr>
            <a:xfrm rot="0">
              <a:off x="547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1" name=""/>
            <p:cNvSpPr/>
            <p:nvPr/>
          </p:nvSpPr>
          <p:spPr>
            <a:xfrm rot="0">
              <a:off x="620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2" name=""/>
            <p:cNvSpPr/>
            <p:nvPr/>
          </p:nvSpPr>
          <p:spPr>
            <a:xfrm rot="0">
              <a:off x="694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3" name=""/>
            <p:cNvSpPr/>
            <p:nvPr/>
          </p:nvSpPr>
          <p:spPr>
            <a:xfrm rot="0">
              <a:off x="767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4" name=""/>
            <p:cNvSpPr/>
            <p:nvPr/>
          </p:nvSpPr>
          <p:spPr>
            <a:xfrm rot="0">
              <a:off x="841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5" name=""/>
            <p:cNvSpPr/>
            <p:nvPr/>
          </p:nvSpPr>
          <p:spPr>
            <a:xfrm rot="0">
              <a:off x="914" y="3005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6" name=""/>
            <p:cNvSpPr/>
            <p:nvPr/>
          </p:nvSpPr>
          <p:spPr>
            <a:xfrm rot="0">
              <a:off x="988" y="3005"/>
              <a:ext cx="4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7" name=""/>
            <p:cNvSpPr/>
            <p:nvPr/>
          </p:nvSpPr>
          <p:spPr>
            <a:xfrm rot="0">
              <a:off x="1019" y="3108"/>
              <a:ext cx="24" cy="11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38" name=""/>
            <p:cNvSpPr/>
            <p:nvPr/>
          </p:nvSpPr>
          <p:spPr>
            <a:xfrm rot="0">
              <a:off x="1019" y="3108"/>
              <a:ext cx="24" cy="11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39" name=""/>
            <p:cNvSpPr/>
            <p:nvPr/>
          </p:nvSpPr>
          <p:spPr>
            <a:xfrm rot="0">
              <a:off x="1019" y="2773"/>
              <a:ext cx="24" cy="335"/>
            </a:xfrm>
            <a:custGeom>
              <a:avLst/>
              <a:ahLst/>
              <a:rect l="0" t="0" r="r" b="b"/>
              <a:pathLst>
                <a:path w="72" h="1004">
                  <a:moveTo>
                    <a:pt x="0" y="1004"/>
                  </a:moveTo>
                  <a:lnTo>
                    <a:pt x="35" y="1004"/>
                  </a:lnTo>
                  <a:lnTo>
                    <a:pt x="72" y="1004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0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40" name=""/>
            <p:cNvSpPr/>
            <p:nvPr/>
          </p:nvSpPr>
          <p:spPr>
            <a:xfrm rot="0">
              <a:off x="1019" y="2773"/>
              <a:ext cx="24" cy="335"/>
            </a:xfrm>
            <a:custGeom>
              <a:avLst/>
              <a:ahLst/>
              <a:rect l="0" t="0" r="r" b="b"/>
              <a:pathLst>
                <a:path w="72" h="1004">
                  <a:moveTo>
                    <a:pt x="0" y="1004"/>
                  </a:moveTo>
                  <a:lnTo>
                    <a:pt x="35" y="1004"/>
                  </a:lnTo>
                  <a:lnTo>
                    <a:pt x="72" y="1004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0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41" name=""/>
            <p:cNvSpPr/>
            <p:nvPr/>
          </p:nvSpPr>
          <p:spPr>
            <a:xfrm rot="0">
              <a:off x="1019" y="2761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42" name=""/>
            <p:cNvSpPr/>
            <p:nvPr/>
          </p:nvSpPr>
          <p:spPr>
            <a:xfrm rot="0">
              <a:off x="1019" y="2761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43" name=""/>
            <p:cNvSpPr/>
            <p:nvPr/>
          </p:nvSpPr>
          <p:spPr>
            <a:xfrm rot="0">
              <a:off x="1019" y="2773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44" name=""/>
            <p:cNvSpPr/>
            <p:nvPr/>
          </p:nvSpPr>
          <p:spPr>
            <a:xfrm rot="0">
              <a:off x="1019" y="2773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45" name=""/>
            <p:cNvSpPr/>
            <p:nvPr/>
          </p:nvSpPr>
          <p:spPr>
            <a:xfrm rot="0">
              <a:off x="1019" y="2438"/>
              <a:ext cx="24" cy="335"/>
            </a:xfrm>
            <a:custGeom>
              <a:avLst/>
              <a:ahLst/>
              <a:rect l="0" t="0" r="r" b="b"/>
              <a:pathLst>
                <a:path w="72" h="1004">
                  <a:moveTo>
                    <a:pt x="0" y="1004"/>
                  </a:moveTo>
                  <a:lnTo>
                    <a:pt x="35" y="1004"/>
                  </a:lnTo>
                  <a:lnTo>
                    <a:pt x="72" y="1004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0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46" name=""/>
            <p:cNvSpPr/>
            <p:nvPr/>
          </p:nvSpPr>
          <p:spPr>
            <a:xfrm rot="0">
              <a:off x="1019" y="2438"/>
              <a:ext cx="24" cy="335"/>
            </a:xfrm>
            <a:custGeom>
              <a:avLst/>
              <a:ahLst/>
              <a:rect l="0" t="0" r="r" b="b"/>
              <a:pathLst>
                <a:path w="72" h="1004">
                  <a:moveTo>
                    <a:pt x="0" y="1004"/>
                  </a:moveTo>
                  <a:lnTo>
                    <a:pt x="35" y="1004"/>
                  </a:lnTo>
                  <a:lnTo>
                    <a:pt x="72" y="1004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0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47" name=""/>
            <p:cNvSpPr/>
            <p:nvPr/>
          </p:nvSpPr>
          <p:spPr>
            <a:xfrm rot="0">
              <a:off x="1019" y="2426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48" name=""/>
            <p:cNvSpPr/>
            <p:nvPr/>
          </p:nvSpPr>
          <p:spPr>
            <a:xfrm rot="0">
              <a:off x="1019" y="2426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49" name=""/>
            <p:cNvSpPr/>
            <p:nvPr/>
          </p:nvSpPr>
          <p:spPr>
            <a:xfrm rot="0">
              <a:off x="359" y="2931"/>
              <a:ext cx="21" cy="20"/>
            </a:xfrm>
            <a:custGeom>
              <a:avLst/>
              <a:ahLst/>
              <a:rect l="0" t="0" r="r" b="b"/>
              <a:pathLst>
                <a:path w="63" h="60">
                  <a:moveTo>
                    <a:pt x="36" y="24"/>
                  </a:moveTo>
                  <a:lnTo>
                    <a:pt x="63" y="49"/>
                  </a:lnTo>
                  <a:lnTo>
                    <a:pt x="54" y="56"/>
                  </a:lnTo>
                  <a:lnTo>
                    <a:pt x="43" y="60"/>
                  </a:lnTo>
                  <a:lnTo>
                    <a:pt x="31" y="60"/>
                  </a:lnTo>
                  <a:lnTo>
                    <a:pt x="20" y="57"/>
                  </a:lnTo>
                  <a:lnTo>
                    <a:pt x="11" y="51"/>
                  </a:lnTo>
                  <a:lnTo>
                    <a:pt x="4" y="43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3" y="9"/>
                  </a:lnTo>
                  <a:lnTo>
                    <a:pt x="9" y="0"/>
                  </a:lnTo>
                  <a:lnTo>
                    <a:pt x="3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50" name=""/>
            <p:cNvSpPr/>
            <p:nvPr/>
          </p:nvSpPr>
          <p:spPr>
            <a:xfrm rot="0">
              <a:off x="359" y="2931"/>
              <a:ext cx="21" cy="20"/>
            </a:xfrm>
            <a:custGeom>
              <a:avLst/>
              <a:ahLst/>
              <a:rect l="0" t="0" r="r" b="b"/>
              <a:pathLst>
                <a:path w="63" h="60">
                  <a:moveTo>
                    <a:pt x="63" y="49"/>
                  </a:moveTo>
                  <a:lnTo>
                    <a:pt x="54" y="56"/>
                  </a:lnTo>
                  <a:lnTo>
                    <a:pt x="43" y="60"/>
                  </a:lnTo>
                  <a:lnTo>
                    <a:pt x="31" y="60"/>
                  </a:lnTo>
                  <a:lnTo>
                    <a:pt x="20" y="57"/>
                  </a:lnTo>
                  <a:lnTo>
                    <a:pt x="11" y="51"/>
                  </a:lnTo>
                  <a:lnTo>
                    <a:pt x="4" y="43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3" y="9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51" name=""/>
            <p:cNvSpPr/>
            <p:nvPr/>
          </p:nvSpPr>
          <p:spPr>
            <a:xfrm rot="0">
              <a:off x="362" y="2430"/>
              <a:ext cx="475" cy="517"/>
            </a:xfrm>
            <a:custGeom>
              <a:avLst/>
              <a:ahLst/>
              <a:rect l="0" t="0" r="r" b="b"/>
              <a:pathLst>
                <a:path w="1425" h="1551">
                  <a:moveTo>
                    <a:pt x="0" y="1502"/>
                  </a:moveTo>
                  <a:lnTo>
                    <a:pt x="27" y="1526"/>
                  </a:lnTo>
                  <a:lnTo>
                    <a:pt x="54" y="1551"/>
                  </a:lnTo>
                  <a:lnTo>
                    <a:pt x="1425" y="48"/>
                  </a:lnTo>
                  <a:lnTo>
                    <a:pt x="1398" y="24"/>
                  </a:lnTo>
                  <a:lnTo>
                    <a:pt x="1371" y="0"/>
                  </a:lnTo>
                  <a:lnTo>
                    <a:pt x="0" y="15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52" name=""/>
            <p:cNvSpPr/>
            <p:nvPr/>
          </p:nvSpPr>
          <p:spPr>
            <a:xfrm rot="0">
              <a:off x="362" y="2430"/>
              <a:ext cx="475" cy="517"/>
            </a:xfrm>
            <a:custGeom>
              <a:avLst/>
              <a:ahLst/>
              <a:rect l="0" t="0" r="r" b="b"/>
              <a:pathLst>
                <a:path w="1425" h="1551">
                  <a:moveTo>
                    <a:pt x="0" y="1502"/>
                  </a:moveTo>
                  <a:lnTo>
                    <a:pt x="27" y="1526"/>
                  </a:lnTo>
                  <a:lnTo>
                    <a:pt x="54" y="1551"/>
                  </a:lnTo>
                  <a:lnTo>
                    <a:pt x="1425" y="48"/>
                  </a:lnTo>
                  <a:lnTo>
                    <a:pt x="1398" y="24"/>
                  </a:lnTo>
                  <a:lnTo>
                    <a:pt x="1371" y="0"/>
                  </a:lnTo>
                  <a:lnTo>
                    <a:pt x="0" y="15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53" name=""/>
            <p:cNvSpPr/>
            <p:nvPr/>
          </p:nvSpPr>
          <p:spPr>
            <a:xfrm rot="0">
              <a:off x="819" y="2427"/>
              <a:ext cx="20" cy="19"/>
            </a:xfrm>
            <a:custGeom>
              <a:avLst/>
              <a:ahLst/>
              <a:rect l="0" t="0" r="r" b="b"/>
              <a:pathLst>
                <a:path w="62" h="59">
                  <a:moveTo>
                    <a:pt x="27" y="35"/>
                  </a:moveTo>
                  <a:lnTo>
                    <a:pt x="0" y="11"/>
                  </a:lnTo>
                  <a:lnTo>
                    <a:pt x="8" y="4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1" y="8"/>
                  </a:lnTo>
                  <a:lnTo>
                    <a:pt x="58" y="17"/>
                  </a:lnTo>
                  <a:lnTo>
                    <a:pt x="62" y="28"/>
                  </a:lnTo>
                  <a:lnTo>
                    <a:pt x="62" y="39"/>
                  </a:lnTo>
                  <a:lnTo>
                    <a:pt x="60" y="51"/>
                  </a:lnTo>
                  <a:lnTo>
                    <a:pt x="54" y="59"/>
                  </a:lnTo>
                  <a:lnTo>
                    <a:pt x="27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54" name=""/>
            <p:cNvSpPr/>
            <p:nvPr/>
          </p:nvSpPr>
          <p:spPr>
            <a:xfrm rot="0">
              <a:off x="819" y="2427"/>
              <a:ext cx="20" cy="19"/>
            </a:xfrm>
            <a:custGeom>
              <a:avLst/>
              <a:ahLst/>
              <a:rect l="0" t="0" r="r" b="b"/>
              <a:pathLst>
                <a:path w="62" h="59">
                  <a:moveTo>
                    <a:pt x="0" y="11"/>
                  </a:moveTo>
                  <a:lnTo>
                    <a:pt x="8" y="4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1" y="8"/>
                  </a:lnTo>
                  <a:lnTo>
                    <a:pt x="58" y="17"/>
                  </a:lnTo>
                  <a:lnTo>
                    <a:pt x="62" y="28"/>
                  </a:lnTo>
                  <a:lnTo>
                    <a:pt x="62" y="39"/>
                  </a:lnTo>
                  <a:lnTo>
                    <a:pt x="60" y="51"/>
                  </a:lnTo>
                  <a:lnTo>
                    <a:pt x="5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55" name=""/>
            <p:cNvSpPr/>
            <p:nvPr/>
          </p:nvSpPr>
          <p:spPr>
            <a:xfrm rot="0">
              <a:off x="247" y="292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2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56" name=""/>
            <p:cNvSpPr/>
            <p:nvPr/>
          </p:nvSpPr>
          <p:spPr>
            <a:xfrm rot="0">
              <a:off x="247" y="292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2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57" name=""/>
            <p:cNvSpPr/>
            <p:nvPr/>
          </p:nvSpPr>
          <p:spPr>
            <a:xfrm rot="0">
              <a:off x="259" y="2927"/>
              <a:ext cx="112" cy="24"/>
            </a:xfrm>
            <a:custGeom>
              <a:avLst/>
              <a:ahLst/>
              <a:rect l="0" t="0" r="r" b="b"/>
              <a:pathLst>
                <a:path w="335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35" y="73"/>
                  </a:ln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58" name=""/>
            <p:cNvSpPr/>
            <p:nvPr/>
          </p:nvSpPr>
          <p:spPr>
            <a:xfrm rot="0">
              <a:off x="259" y="2927"/>
              <a:ext cx="112" cy="24"/>
            </a:xfrm>
            <a:custGeom>
              <a:avLst/>
              <a:ahLst/>
              <a:rect l="0" t="0" r="r" b="b"/>
              <a:pathLst>
                <a:path w="335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35" y="73"/>
                  </a:ln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59" name=""/>
            <p:cNvSpPr/>
            <p:nvPr/>
          </p:nvSpPr>
          <p:spPr>
            <a:xfrm rot="0">
              <a:off x="371" y="292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60" name=""/>
            <p:cNvSpPr/>
            <p:nvPr/>
          </p:nvSpPr>
          <p:spPr>
            <a:xfrm rot="0">
              <a:off x="371" y="292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61" name=""/>
            <p:cNvSpPr/>
            <p:nvPr/>
          </p:nvSpPr>
          <p:spPr>
            <a:xfrm rot="0">
              <a:off x="247" y="3108"/>
              <a:ext cx="24" cy="11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62" name=""/>
            <p:cNvSpPr/>
            <p:nvPr/>
          </p:nvSpPr>
          <p:spPr>
            <a:xfrm rot="0">
              <a:off x="247" y="3108"/>
              <a:ext cx="24" cy="11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63" name=""/>
            <p:cNvSpPr/>
            <p:nvPr/>
          </p:nvSpPr>
          <p:spPr>
            <a:xfrm rot="0">
              <a:off x="247" y="2939"/>
              <a:ext cx="24" cy="169"/>
            </a:xfrm>
            <a:custGeom>
              <a:avLst/>
              <a:ahLst/>
              <a:rect l="0" t="0" r="r" b="b"/>
              <a:pathLst>
                <a:path w="73" h="506">
                  <a:moveTo>
                    <a:pt x="0" y="506"/>
                  </a:moveTo>
                  <a:lnTo>
                    <a:pt x="36" y="506"/>
                  </a:lnTo>
                  <a:lnTo>
                    <a:pt x="73" y="506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64" name=""/>
            <p:cNvSpPr/>
            <p:nvPr/>
          </p:nvSpPr>
          <p:spPr>
            <a:xfrm rot="0">
              <a:off x="247" y="2939"/>
              <a:ext cx="24" cy="169"/>
            </a:xfrm>
            <a:custGeom>
              <a:avLst/>
              <a:ahLst/>
              <a:rect l="0" t="0" r="r" b="b"/>
              <a:pathLst>
                <a:path w="73" h="506">
                  <a:moveTo>
                    <a:pt x="0" y="506"/>
                  </a:moveTo>
                  <a:lnTo>
                    <a:pt x="36" y="506"/>
                  </a:lnTo>
                  <a:lnTo>
                    <a:pt x="73" y="506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65" name=""/>
            <p:cNvSpPr/>
            <p:nvPr/>
          </p:nvSpPr>
          <p:spPr>
            <a:xfrm rot="0">
              <a:off x="247" y="2927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66" name=""/>
            <p:cNvSpPr/>
            <p:nvPr/>
          </p:nvSpPr>
          <p:spPr>
            <a:xfrm rot="0">
              <a:off x="247" y="2927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67" name=""/>
            <p:cNvSpPr/>
            <p:nvPr/>
          </p:nvSpPr>
          <p:spPr>
            <a:xfrm rot="0">
              <a:off x="1031" y="2426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68" name=""/>
            <p:cNvSpPr/>
            <p:nvPr/>
          </p:nvSpPr>
          <p:spPr>
            <a:xfrm rot="0">
              <a:off x="1031" y="2426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69" name=""/>
            <p:cNvSpPr/>
            <p:nvPr/>
          </p:nvSpPr>
          <p:spPr>
            <a:xfrm rot="0">
              <a:off x="828" y="2426"/>
              <a:ext cx="203" cy="24"/>
            </a:xfrm>
            <a:custGeom>
              <a:avLst/>
              <a:ahLst/>
              <a:rect l="0" t="0" r="r" b="b"/>
              <a:pathLst>
                <a:path w="609" h="73">
                  <a:moveTo>
                    <a:pt x="609" y="73"/>
                  </a:moveTo>
                  <a:lnTo>
                    <a:pt x="609" y="37"/>
                  </a:lnTo>
                  <a:lnTo>
                    <a:pt x="609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09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70" name=""/>
            <p:cNvSpPr/>
            <p:nvPr/>
          </p:nvSpPr>
          <p:spPr>
            <a:xfrm rot="0">
              <a:off x="828" y="2426"/>
              <a:ext cx="203" cy="24"/>
            </a:xfrm>
            <a:custGeom>
              <a:avLst/>
              <a:ahLst/>
              <a:rect l="0" t="0" r="r" b="b"/>
              <a:pathLst>
                <a:path w="609" h="73">
                  <a:moveTo>
                    <a:pt x="609" y="73"/>
                  </a:moveTo>
                  <a:lnTo>
                    <a:pt x="609" y="37"/>
                  </a:lnTo>
                  <a:lnTo>
                    <a:pt x="609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09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71" name=""/>
            <p:cNvSpPr/>
            <p:nvPr/>
          </p:nvSpPr>
          <p:spPr>
            <a:xfrm rot="0">
              <a:off x="816" y="2426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72" name=""/>
            <p:cNvSpPr/>
            <p:nvPr/>
          </p:nvSpPr>
          <p:spPr>
            <a:xfrm rot="0">
              <a:off x="816" y="2426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73" name=""/>
            <p:cNvSpPr/>
            <p:nvPr/>
          </p:nvSpPr>
          <p:spPr>
            <a:xfrm rot="0">
              <a:off x="247" y="3095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74" name=""/>
            <p:cNvSpPr/>
            <p:nvPr/>
          </p:nvSpPr>
          <p:spPr>
            <a:xfrm rot="0">
              <a:off x="247" y="3095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75" name=""/>
            <p:cNvSpPr/>
            <p:nvPr/>
          </p:nvSpPr>
          <p:spPr>
            <a:xfrm rot="0">
              <a:off x="259" y="3095"/>
              <a:ext cx="772" cy="24"/>
            </a:xfrm>
            <a:custGeom>
              <a:avLst/>
              <a:ahLst/>
              <a:rect l="0" t="0" r="r" b="b"/>
              <a:pathLst>
                <a:path w="2315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2315" y="72"/>
                  </a:lnTo>
                  <a:lnTo>
                    <a:pt x="2315" y="37"/>
                  </a:lnTo>
                  <a:lnTo>
                    <a:pt x="231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76" name=""/>
            <p:cNvSpPr/>
            <p:nvPr/>
          </p:nvSpPr>
          <p:spPr>
            <a:xfrm rot="0">
              <a:off x="259" y="3095"/>
              <a:ext cx="772" cy="24"/>
            </a:xfrm>
            <a:custGeom>
              <a:avLst/>
              <a:ahLst/>
              <a:rect l="0" t="0" r="r" b="b"/>
              <a:pathLst>
                <a:path w="2315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2315" y="72"/>
                  </a:lnTo>
                  <a:lnTo>
                    <a:pt x="2315" y="37"/>
                  </a:lnTo>
                  <a:lnTo>
                    <a:pt x="231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77" name=""/>
            <p:cNvSpPr/>
            <p:nvPr/>
          </p:nvSpPr>
          <p:spPr>
            <a:xfrm rot="0">
              <a:off x="1031" y="309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2978" name=""/>
            <p:cNvSpPr/>
            <p:nvPr/>
          </p:nvSpPr>
          <p:spPr>
            <a:xfrm rot="0">
              <a:off x="1031" y="309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79" name=""/>
            <p:cNvSpPr/>
            <p:nvPr/>
          </p:nvSpPr>
          <p:spPr>
            <a:xfrm rot="0">
              <a:off x="197" y="2773"/>
              <a:ext cx="12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0" name=""/>
            <p:cNvSpPr/>
            <p:nvPr/>
          </p:nvSpPr>
          <p:spPr>
            <a:xfrm rot="0">
              <a:off x="350" y="2773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1" name=""/>
            <p:cNvSpPr/>
            <p:nvPr/>
          </p:nvSpPr>
          <p:spPr>
            <a:xfrm rot="0">
              <a:off x="415" y="2773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2" name=""/>
            <p:cNvSpPr/>
            <p:nvPr/>
          </p:nvSpPr>
          <p:spPr>
            <a:xfrm rot="0">
              <a:off x="643" y="2773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3" name=""/>
            <p:cNvSpPr/>
            <p:nvPr/>
          </p:nvSpPr>
          <p:spPr>
            <a:xfrm rot="0">
              <a:off x="709" y="2773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4" name=""/>
            <p:cNvSpPr/>
            <p:nvPr/>
          </p:nvSpPr>
          <p:spPr>
            <a:xfrm rot="0">
              <a:off x="938" y="2773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5" name=""/>
            <p:cNvSpPr/>
            <p:nvPr/>
          </p:nvSpPr>
          <p:spPr>
            <a:xfrm rot="0">
              <a:off x="1003" y="2773"/>
              <a:ext cx="12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6" name=""/>
            <p:cNvSpPr/>
            <p:nvPr/>
          </p:nvSpPr>
          <p:spPr>
            <a:xfrm rot="0">
              <a:off x="1227" y="2773"/>
              <a:ext cx="2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7" name=""/>
            <p:cNvSpPr/>
            <p:nvPr/>
          </p:nvSpPr>
          <p:spPr>
            <a:xfrm rot="0">
              <a:off x="1475" y="2773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8" name=""/>
            <p:cNvSpPr/>
            <p:nvPr/>
          </p:nvSpPr>
          <p:spPr>
            <a:xfrm rot="0">
              <a:off x="1540" y="2773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89" name=""/>
            <p:cNvSpPr/>
            <p:nvPr/>
          </p:nvSpPr>
          <p:spPr>
            <a:xfrm rot="0">
              <a:off x="1769" y="2773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0" name=""/>
            <p:cNvSpPr/>
            <p:nvPr/>
          </p:nvSpPr>
          <p:spPr>
            <a:xfrm rot="0">
              <a:off x="1834" y="2773"/>
              <a:ext cx="21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1" name=""/>
            <p:cNvSpPr/>
            <p:nvPr/>
          </p:nvSpPr>
          <p:spPr>
            <a:xfrm rot="0">
              <a:off x="1638" y="2361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2" name=""/>
            <p:cNvSpPr/>
            <p:nvPr/>
          </p:nvSpPr>
          <p:spPr>
            <a:xfrm rot="0">
              <a:off x="1638" y="2610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3" name=""/>
            <p:cNvSpPr/>
            <p:nvPr/>
          </p:nvSpPr>
          <p:spPr>
            <a:xfrm rot="0">
              <a:off x="1638" y="2675"/>
              <a:ext cx="1" cy="1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4" name=""/>
            <p:cNvSpPr/>
            <p:nvPr/>
          </p:nvSpPr>
          <p:spPr>
            <a:xfrm rot="0">
              <a:off x="1638" y="2904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5" name=""/>
            <p:cNvSpPr/>
            <p:nvPr/>
          </p:nvSpPr>
          <p:spPr>
            <a:xfrm rot="0">
              <a:off x="1638" y="2969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6" name=""/>
            <p:cNvSpPr/>
            <p:nvPr/>
          </p:nvSpPr>
          <p:spPr>
            <a:xfrm rot="0">
              <a:off x="197" y="3621"/>
              <a:ext cx="12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7" name=""/>
            <p:cNvSpPr/>
            <p:nvPr/>
          </p:nvSpPr>
          <p:spPr>
            <a:xfrm rot="0">
              <a:off x="350" y="3621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8" name=""/>
            <p:cNvSpPr/>
            <p:nvPr/>
          </p:nvSpPr>
          <p:spPr>
            <a:xfrm rot="0">
              <a:off x="415" y="3621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2999" name=""/>
            <p:cNvSpPr/>
            <p:nvPr/>
          </p:nvSpPr>
          <p:spPr>
            <a:xfrm rot="0">
              <a:off x="643" y="3621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0" name=""/>
            <p:cNvSpPr/>
            <p:nvPr/>
          </p:nvSpPr>
          <p:spPr>
            <a:xfrm rot="0">
              <a:off x="709" y="3621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1" name=""/>
            <p:cNvSpPr/>
            <p:nvPr/>
          </p:nvSpPr>
          <p:spPr>
            <a:xfrm rot="0">
              <a:off x="938" y="3621"/>
              <a:ext cx="3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2" name=""/>
            <p:cNvSpPr/>
            <p:nvPr/>
          </p:nvSpPr>
          <p:spPr>
            <a:xfrm rot="0">
              <a:off x="1003" y="3621"/>
              <a:ext cx="12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3" name=""/>
            <p:cNvSpPr/>
            <p:nvPr/>
          </p:nvSpPr>
          <p:spPr>
            <a:xfrm rot="0">
              <a:off x="4529" y="3011"/>
              <a:ext cx="34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4" name=""/>
            <p:cNvSpPr/>
            <p:nvPr/>
          </p:nvSpPr>
          <p:spPr>
            <a:xfrm rot="0">
              <a:off x="4553" y="2496"/>
              <a:ext cx="29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5" name=""/>
            <p:cNvSpPr/>
            <p:nvPr/>
          </p:nvSpPr>
          <p:spPr>
            <a:xfrm rot="0">
              <a:off x="3115" y="3811"/>
              <a:ext cx="21" cy="20"/>
            </a:xfrm>
            <a:custGeom>
              <a:avLst/>
              <a:ahLst/>
              <a:rect l="0" t="0" r="r" b="b"/>
              <a:pathLst>
                <a:path w="64" h="59">
                  <a:moveTo>
                    <a:pt x="36" y="36"/>
                  </a:moveTo>
                  <a:lnTo>
                    <a:pt x="7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6" y="0"/>
                  </a:lnTo>
                  <a:lnTo>
                    <a:pt x="56" y="6"/>
                  </a:lnTo>
                  <a:lnTo>
                    <a:pt x="64" y="13"/>
                  </a:lnTo>
                  <a:lnTo>
                    <a:pt x="3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06" name=""/>
            <p:cNvSpPr/>
            <p:nvPr/>
          </p:nvSpPr>
          <p:spPr>
            <a:xfrm rot="0">
              <a:off x="3115" y="3811"/>
              <a:ext cx="21" cy="20"/>
            </a:xfrm>
            <a:custGeom>
              <a:avLst/>
              <a:ahLst/>
              <a:rect l="0" t="0" r="r" b="b"/>
              <a:pathLst>
                <a:path w="64" h="59">
                  <a:moveTo>
                    <a:pt x="7" y="59"/>
                  </a:moveTo>
                  <a:lnTo>
                    <a:pt x="2" y="49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46" y="0"/>
                  </a:lnTo>
                  <a:lnTo>
                    <a:pt x="56" y="6"/>
                  </a:lnTo>
                  <a:lnTo>
                    <a:pt x="64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7" name=""/>
            <p:cNvSpPr/>
            <p:nvPr/>
          </p:nvSpPr>
          <p:spPr>
            <a:xfrm rot="0">
              <a:off x="3117" y="3815"/>
              <a:ext cx="29" cy="28"/>
            </a:xfrm>
            <a:custGeom>
              <a:avLst/>
              <a:ahLst/>
              <a:rect l="0" t="0" r="r" b="b"/>
              <a:pathLst>
                <a:path w="87" h="83">
                  <a:moveTo>
                    <a:pt x="57" y="0"/>
                  </a:moveTo>
                  <a:lnTo>
                    <a:pt x="29" y="23"/>
                  </a:lnTo>
                  <a:lnTo>
                    <a:pt x="0" y="46"/>
                  </a:lnTo>
                  <a:lnTo>
                    <a:pt x="30" y="83"/>
                  </a:lnTo>
                  <a:lnTo>
                    <a:pt x="59" y="60"/>
                  </a:lnTo>
                  <a:lnTo>
                    <a:pt x="87" y="37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08" name=""/>
            <p:cNvSpPr/>
            <p:nvPr/>
          </p:nvSpPr>
          <p:spPr>
            <a:xfrm rot="0">
              <a:off x="3117" y="3815"/>
              <a:ext cx="29" cy="28"/>
            </a:xfrm>
            <a:custGeom>
              <a:avLst/>
              <a:ahLst/>
              <a:rect l="0" t="0" r="r" b="b"/>
              <a:pathLst>
                <a:path w="87" h="83">
                  <a:moveTo>
                    <a:pt x="57" y="0"/>
                  </a:moveTo>
                  <a:lnTo>
                    <a:pt x="29" y="23"/>
                  </a:lnTo>
                  <a:lnTo>
                    <a:pt x="0" y="46"/>
                  </a:lnTo>
                  <a:lnTo>
                    <a:pt x="30" y="83"/>
                  </a:lnTo>
                  <a:lnTo>
                    <a:pt x="59" y="60"/>
                  </a:lnTo>
                  <a:lnTo>
                    <a:pt x="87" y="37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09" name=""/>
            <p:cNvSpPr/>
            <p:nvPr/>
          </p:nvSpPr>
          <p:spPr>
            <a:xfrm rot="0">
              <a:off x="3127" y="3835"/>
              <a:ext cx="10" cy="8"/>
            </a:xfrm>
            <a:custGeom>
              <a:avLst/>
              <a:ahLst/>
              <a:rect l="0" t="0" r="r" b="b"/>
              <a:pathLst>
                <a:path w="29" h="24">
                  <a:moveTo>
                    <a:pt x="29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10" name=""/>
            <p:cNvSpPr/>
            <p:nvPr/>
          </p:nvSpPr>
          <p:spPr>
            <a:xfrm rot="0">
              <a:off x="3127" y="38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11" name=""/>
            <p:cNvSpPr/>
            <p:nvPr/>
          </p:nvSpPr>
          <p:spPr>
            <a:xfrm rot="0">
              <a:off x="3128" y="3827"/>
              <a:ext cx="29" cy="28"/>
            </a:xfrm>
            <a:custGeom>
              <a:avLst/>
              <a:ahLst/>
              <a:rect l="0" t="0" r="r" b="b"/>
              <a:pathLst>
                <a:path w="87" h="84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32" y="84"/>
                  </a:lnTo>
                  <a:lnTo>
                    <a:pt x="60" y="59"/>
                  </a:lnTo>
                  <a:lnTo>
                    <a:pt x="87" y="3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12" name=""/>
            <p:cNvSpPr/>
            <p:nvPr/>
          </p:nvSpPr>
          <p:spPr>
            <a:xfrm rot="0">
              <a:off x="3128" y="3827"/>
              <a:ext cx="29" cy="28"/>
            </a:xfrm>
            <a:custGeom>
              <a:avLst/>
              <a:ahLst/>
              <a:rect l="0" t="0" r="r" b="b"/>
              <a:pathLst>
                <a:path w="87" h="84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32" y="84"/>
                  </a:lnTo>
                  <a:lnTo>
                    <a:pt x="60" y="59"/>
                  </a:lnTo>
                  <a:lnTo>
                    <a:pt x="87" y="3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13" name=""/>
            <p:cNvSpPr/>
            <p:nvPr/>
          </p:nvSpPr>
          <p:spPr>
            <a:xfrm rot="0">
              <a:off x="3138" y="3847"/>
              <a:ext cx="10" cy="9"/>
            </a:xfrm>
            <a:custGeom>
              <a:avLst/>
              <a:ahLst/>
              <a:rect l="0" t="0" r="r" b="b"/>
              <a:pathLst>
                <a:path w="28" h="26">
                  <a:moveTo>
                    <a:pt x="28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14" name=""/>
            <p:cNvSpPr/>
            <p:nvPr/>
          </p:nvSpPr>
          <p:spPr>
            <a:xfrm rot="0">
              <a:off x="3138" y="38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15" name=""/>
            <p:cNvSpPr/>
            <p:nvPr/>
          </p:nvSpPr>
          <p:spPr>
            <a:xfrm rot="0">
              <a:off x="3139" y="3839"/>
              <a:ext cx="28" cy="28"/>
            </a:xfrm>
            <a:custGeom>
              <a:avLst/>
              <a:ahLst/>
              <a:rect l="0" t="0" r="r" b="b"/>
              <a:pathLst>
                <a:path w="84" h="85">
                  <a:moveTo>
                    <a:pt x="51" y="0"/>
                  </a:moveTo>
                  <a:lnTo>
                    <a:pt x="26" y="25"/>
                  </a:lnTo>
                  <a:lnTo>
                    <a:pt x="0" y="51"/>
                  </a:lnTo>
                  <a:lnTo>
                    <a:pt x="33" y="85"/>
                  </a:lnTo>
                  <a:lnTo>
                    <a:pt x="58" y="60"/>
                  </a:lnTo>
                  <a:lnTo>
                    <a:pt x="84" y="34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16" name=""/>
            <p:cNvSpPr/>
            <p:nvPr/>
          </p:nvSpPr>
          <p:spPr>
            <a:xfrm rot="0">
              <a:off x="3139" y="3839"/>
              <a:ext cx="28" cy="28"/>
            </a:xfrm>
            <a:custGeom>
              <a:avLst/>
              <a:ahLst/>
              <a:rect l="0" t="0" r="r" b="b"/>
              <a:pathLst>
                <a:path w="84" h="85">
                  <a:moveTo>
                    <a:pt x="51" y="0"/>
                  </a:moveTo>
                  <a:lnTo>
                    <a:pt x="26" y="25"/>
                  </a:lnTo>
                  <a:lnTo>
                    <a:pt x="0" y="51"/>
                  </a:lnTo>
                  <a:lnTo>
                    <a:pt x="33" y="85"/>
                  </a:lnTo>
                  <a:lnTo>
                    <a:pt x="58" y="60"/>
                  </a:lnTo>
                  <a:lnTo>
                    <a:pt x="84" y="3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17" name=""/>
            <p:cNvSpPr/>
            <p:nvPr/>
          </p:nvSpPr>
          <p:spPr>
            <a:xfrm rot="0">
              <a:off x="3150" y="3859"/>
              <a:ext cx="8" cy="9"/>
            </a:xfrm>
            <a:custGeom>
              <a:avLst/>
              <a:ahLst/>
              <a:rect l="0" t="0" r="r" b="b"/>
              <a:pathLst>
                <a:path w="25" h="27">
                  <a:moveTo>
                    <a:pt x="25" y="0"/>
                  </a:moveTo>
                  <a:lnTo>
                    <a:pt x="0" y="25"/>
                  </a:lnTo>
                  <a:lnTo>
                    <a:pt x="1" y="2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18" name=""/>
            <p:cNvSpPr/>
            <p:nvPr/>
          </p:nvSpPr>
          <p:spPr>
            <a:xfrm rot="0">
              <a:off x="3150" y="3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19" name=""/>
            <p:cNvSpPr/>
            <p:nvPr/>
          </p:nvSpPr>
          <p:spPr>
            <a:xfrm rot="0">
              <a:off x="3150" y="3849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48" y="0"/>
                  </a:moveTo>
                  <a:lnTo>
                    <a:pt x="24" y="28"/>
                  </a:lnTo>
                  <a:lnTo>
                    <a:pt x="0" y="55"/>
                  </a:lnTo>
                  <a:lnTo>
                    <a:pt x="36" y="87"/>
                  </a:lnTo>
                  <a:lnTo>
                    <a:pt x="60" y="60"/>
                  </a:lnTo>
                  <a:lnTo>
                    <a:pt x="84" y="33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20" name=""/>
            <p:cNvSpPr/>
            <p:nvPr/>
          </p:nvSpPr>
          <p:spPr>
            <a:xfrm rot="0">
              <a:off x="3150" y="3849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48" y="0"/>
                  </a:moveTo>
                  <a:lnTo>
                    <a:pt x="24" y="28"/>
                  </a:lnTo>
                  <a:lnTo>
                    <a:pt x="0" y="55"/>
                  </a:lnTo>
                  <a:lnTo>
                    <a:pt x="36" y="87"/>
                  </a:lnTo>
                  <a:lnTo>
                    <a:pt x="60" y="60"/>
                  </a:lnTo>
                  <a:lnTo>
                    <a:pt x="84" y="33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21" name=""/>
            <p:cNvSpPr/>
            <p:nvPr/>
          </p:nvSpPr>
          <p:spPr>
            <a:xfrm rot="0">
              <a:off x="3162" y="3869"/>
              <a:ext cx="8" cy="9"/>
            </a:xfrm>
            <a:custGeom>
              <a:avLst/>
              <a:ahLst/>
              <a:rect l="0" t="0" r="r" b="b"/>
              <a:pathLst>
                <a:path w="24" h="27">
                  <a:moveTo>
                    <a:pt x="24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22" name=""/>
            <p:cNvSpPr/>
            <p:nvPr/>
          </p:nvSpPr>
          <p:spPr>
            <a:xfrm rot="0">
              <a:off x="3162" y="38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23" name=""/>
            <p:cNvSpPr/>
            <p:nvPr/>
          </p:nvSpPr>
          <p:spPr>
            <a:xfrm rot="0">
              <a:off x="3163" y="3860"/>
              <a:ext cx="27" cy="29"/>
            </a:xfrm>
            <a:custGeom>
              <a:avLst/>
              <a:ahLst/>
              <a:rect l="0" t="0" r="r" b="b"/>
              <a:pathLst>
                <a:path w="83" h="86">
                  <a:moveTo>
                    <a:pt x="46" y="0"/>
                  </a:moveTo>
                  <a:lnTo>
                    <a:pt x="23" y="27"/>
                  </a:lnTo>
                  <a:lnTo>
                    <a:pt x="0" y="54"/>
                  </a:lnTo>
                  <a:lnTo>
                    <a:pt x="37" y="86"/>
                  </a:lnTo>
                  <a:lnTo>
                    <a:pt x="60" y="59"/>
                  </a:lnTo>
                  <a:lnTo>
                    <a:pt x="83" y="32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24" name=""/>
            <p:cNvSpPr/>
            <p:nvPr/>
          </p:nvSpPr>
          <p:spPr>
            <a:xfrm rot="0">
              <a:off x="3163" y="3860"/>
              <a:ext cx="27" cy="29"/>
            </a:xfrm>
            <a:custGeom>
              <a:avLst/>
              <a:ahLst/>
              <a:rect l="0" t="0" r="r" b="b"/>
              <a:pathLst>
                <a:path w="83" h="86">
                  <a:moveTo>
                    <a:pt x="46" y="0"/>
                  </a:moveTo>
                  <a:lnTo>
                    <a:pt x="23" y="27"/>
                  </a:lnTo>
                  <a:lnTo>
                    <a:pt x="0" y="54"/>
                  </a:lnTo>
                  <a:lnTo>
                    <a:pt x="37" y="86"/>
                  </a:lnTo>
                  <a:lnTo>
                    <a:pt x="60" y="59"/>
                  </a:lnTo>
                  <a:lnTo>
                    <a:pt x="83" y="32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25" name=""/>
            <p:cNvSpPr/>
            <p:nvPr/>
          </p:nvSpPr>
          <p:spPr>
            <a:xfrm rot="0">
              <a:off x="3175" y="3880"/>
              <a:ext cx="8" cy="9"/>
            </a:xfrm>
            <a:custGeom>
              <a:avLst/>
              <a:ahLst/>
              <a:rect l="0" t="0" r="r" b="b"/>
              <a:pathLst>
                <a:path w="23" h="28">
                  <a:moveTo>
                    <a:pt x="23" y="0"/>
                  </a:moveTo>
                  <a:lnTo>
                    <a:pt x="0" y="27"/>
                  </a:lnTo>
                  <a:lnTo>
                    <a:pt x="0" y="28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26" name=""/>
            <p:cNvSpPr/>
            <p:nvPr/>
          </p:nvSpPr>
          <p:spPr>
            <a:xfrm rot="0">
              <a:off x="3175" y="38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27" name=""/>
            <p:cNvSpPr/>
            <p:nvPr/>
          </p:nvSpPr>
          <p:spPr>
            <a:xfrm rot="0">
              <a:off x="3175" y="3870"/>
              <a:ext cx="28" cy="29"/>
            </a:xfrm>
            <a:custGeom>
              <a:avLst/>
              <a:ahLst/>
              <a:rect l="0" t="0" r="r" b="b"/>
              <a:pathLst>
                <a:path w="83" h="87">
                  <a:moveTo>
                    <a:pt x="46" y="0"/>
                  </a:moveTo>
                  <a:lnTo>
                    <a:pt x="23" y="29"/>
                  </a:lnTo>
                  <a:lnTo>
                    <a:pt x="0" y="57"/>
                  </a:lnTo>
                  <a:lnTo>
                    <a:pt x="37" y="87"/>
                  </a:lnTo>
                  <a:lnTo>
                    <a:pt x="60" y="58"/>
                  </a:lnTo>
                  <a:lnTo>
                    <a:pt x="83" y="30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28" name=""/>
            <p:cNvSpPr/>
            <p:nvPr/>
          </p:nvSpPr>
          <p:spPr>
            <a:xfrm rot="0">
              <a:off x="3175" y="3870"/>
              <a:ext cx="28" cy="29"/>
            </a:xfrm>
            <a:custGeom>
              <a:avLst/>
              <a:ahLst/>
              <a:rect l="0" t="0" r="r" b="b"/>
              <a:pathLst>
                <a:path w="83" h="87">
                  <a:moveTo>
                    <a:pt x="46" y="0"/>
                  </a:moveTo>
                  <a:lnTo>
                    <a:pt x="23" y="29"/>
                  </a:lnTo>
                  <a:lnTo>
                    <a:pt x="0" y="57"/>
                  </a:lnTo>
                  <a:lnTo>
                    <a:pt x="37" y="87"/>
                  </a:lnTo>
                  <a:lnTo>
                    <a:pt x="60" y="58"/>
                  </a:lnTo>
                  <a:lnTo>
                    <a:pt x="83" y="30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29" name=""/>
            <p:cNvSpPr/>
            <p:nvPr/>
          </p:nvSpPr>
          <p:spPr>
            <a:xfrm rot="0">
              <a:off x="3187" y="3890"/>
              <a:ext cx="8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23" y="0"/>
                  </a:moveTo>
                  <a:lnTo>
                    <a:pt x="0" y="29"/>
                  </a:lnTo>
                  <a:lnTo>
                    <a:pt x="3" y="30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30" name=""/>
            <p:cNvSpPr/>
            <p:nvPr/>
          </p:nvSpPr>
          <p:spPr>
            <a:xfrm rot="0">
              <a:off x="3187" y="3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31" name=""/>
            <p:cNvSpPr/>
            <p:nvPr/>
          </p:nvSpPr>
          <p:spPr>
            <a:xfrm rot="0">
              <a:off x="3188" y="3880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40" y="0"/>
                  </a:moveTo>
                  <a:lnTo>
                    <a:pt x="20" y="29"/>
                  </a:lnTo>
                  <a:lnTo>
                    <a:pt x="0" y="59"/>
                  </a:lnTo>
                  <a:lnTo>
                    <a:pt x="40" y="86"/>
                  </a:lnTo>
                  <a:lnTo>
                    <a:pt x="60" y="57"/>
                  </a:lnTo>
                  <a:lnTo>
                    <a:pt x="80" y="27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32" name=""/>
            <p:cNvSpPr/>
            <p:nvPr/>
          </p:nvSpPr>
          <p:spPr>
            <a:xfrm rot="0">
              <a:off x="3188" y="3880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40" y="0"/>
                  </a:moveTo>
                  <a:lnTo>
                    <a:pt x="20" y="29"/>
                  </a:lnTo>
                  <a:lnTo>
                    <a:pt x="0" y="59"/>
                  </a:lnTo>
                  <a:lnTo>
                    <a:pt x="40" y="86"/>
                  </a:lnTo>
                  <a:lnTo>
                    <a:pt x="60" y="57"/>
                  </a:lnTo>
                  <a:lnTo>
                    <a:pt x="80" y="27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33" name=""/>
            <p:cNvSpPr/>
            <p:nvPr/>
          </p:nvSpPr>
          <p:spPr>
            <a:xfrm rot="0">
              <a:off x="3202" y="3889"/>
              <a:ext cx="26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40" y="0"/>
                  </a:moveTo>
                  <a:lnTo>
                    <a:pt x="20" y="30"/>
                  </a:lnTo>
                  <a:lnTo>
                    <a:pt x="0" y="59"/>
                  </a:lnTo>
                  <a:lnTo>
                    <a:pt x="40" y="87"/>
                  </a:lnTo>
                  <a:lnTo>
                    <a:pt x="60" y="57"/>
                  </a:lnTo>
                  <a:lnTo>
                    <a:pt x="80" y="27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34" name=""/>
            <p:cNvSpPr/>
            <p:nvPr/>
          </p:nvSpPr>
          <p:spPr>
            <a:xfrm rot="0">
              <a:off x="3202" y="3889"/>
              <a:ext cx="26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40" y="0"/>
                  </a:moveTo>
                  <a:lnTo>
                    <a:pt x="20" y="30"/>
                  </a:lnTo>
                  <a:lnTo>
                    <a:pt x="0" y="59"/>
                  </a:lnTo>
                  <a:lnTo>
                    <a:pt x="40" y="87"/>
                  </a:lnTo>
                  <a:lnTo>
                    <a:pt x="60" y="57"/>
                  </a:lnTo>
                  <a:lnTo>
                    <a:pt x="80" y="27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35" name=""/>
            <p:cNvSpPr/>
            <p:nvPr/>
          </p:nvSpPr>
          <p:spPr>
            <a:xfrm rot="0">
              <a:off x="3215" y="3908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20" y="0"/>
                  </a:moveTo>
                  <a:lnTo>
                    <a:pt x="0" y="30"/>
                  </a:lnTo>
                  <a:lnTo>
                    <a:pt x="1" y="31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36" name=""/>
            <p:cNvSpPr/>
            <p:nvPr/>
          </p:nvSpPr>
          <p:spPr>
            <a:xfrm rot="0">
              <a:off x="3215" y="39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37" name=""/>
            <p:cNvSpPr/>
            <p:nvPr/>
          </p:nvSpPr>
          <p:spPr>
            <a:xfrm rot="0">
              <a:off x="3215" y="3897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37" y="0"/>
                  </a:moveTo>
                  <a:lnTo>
                    <a:pt x="19" y="32"/>
                  </a:lnTo>
                  <a:lnTo>
                    <a:pt x="0" y="63"/>
                  </a:lnTo>
                  <a:lnTo>
                    <a:pt x="41" y="87"/>
                  </a:lnTo>
                  <a:lnTo>
                    <a:pt x="60" y="56"/>
                  </a:lnTo>
                  <a:lnTo>
                    <a:pt x="78" y="24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38" name=""/>
            <p:cNvSpPr/>
            <p:nvPr/>
          </p:nvSpPr>
          <p:spPr>
            <a:xfrm rot="0">
              <a:off x="3215" y="3897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37" y="0"/>
                  </a:moveTo>
                  <a:lnTo>
                    <a:pt x="19" y="32"/>
                  </a:lnTo>
                  <a:lnTo>
                    <a:pt x="0" y="63"/>
                  </a:lnTo>
                  <a:lnTo>
                    <a:pt x="41" y="87"/>
                  </a:lnTo>
                  <a:lnTo>
                    <a:pt x="60" y="56"/>
                  </a:lnTo>
                  <a:lnTo>
                    <a:pt x="78" y="24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39" name=""/>
            <p:cNvSpPr/>
            <p:nvPr/>
          </p:nvSpPr>
          <p:spPr>
            <a:xfrm rot="0">
              <a:off x="3229" y="3916"/>
              <a:ext cx="6" cy="10"/>
            </a:xfrm>
            <a:custGeom>
              <a:avLst/>
              <a:ahLst/>
              <a:rect l="0" t="0" r="r" b="b"/>
              <a:pathLst>
                <a:path w="19" h="31">
                  <a:moveTo>
                    <a:pt x="19" y="0"/>
                  </a:moveTo>
                  <a:lnTo>
                    <a:pt x="0" y="31"/>
                  </a:lnTo>
                  <a:lnTo>
                    <a:pt x="2" y="3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40" name=""/>
            <p:cNvSpPr/>
            <p:nvPr/>
          </p:nvSpPr>
          <p:spPr>
            <a:xfrm rot="0">
              <a:off x="3229" y="39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41" name=""/>
            <p:cNvSpPr/>
            <p:nvPr/>
          </p:nvSpPr>
          <p:spPr>
            <a:xfrm rot="0">
              <a:off x="3230" y="3905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34" y="0"/>
                  </a:moveTo>
                  <a:lnTo>
                    <a:pt x="17" y="32"/>
                  </a:lnTo>
                  <a:lnTo>
                    <a:pt x="0" y="63"/>
                  </a:lnTo>
                  <a:lnTo>
                    <a:pt x="41" y="86"/>
                  </a:lnTo>
                  <a:lnTo>
                    <a:pt x="58" y="55"/>
                  </a:lnTo>
                  <a:lnTo>
                    <a:pt x="75" y="2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42" name=""/>
            <p:cNvSpPr/>
            <p:nvPr/>
          </p:nvSpPr>
          <p:spPr>
            <a:xfrm rot="0">
              <a:off x="3230" y="3905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34" y="0"/>
                  </a:moveTo>
                  <a:lnTo>
                    <a:pt x="17" y="32"/>
                  </a:lnTo>
                  <a:lnTo>
                    <a:pt x="0" y="63"/>
                  </a:lnTo>
                  <a:lnTo>
                    <a:pt x="41" y="86"/>
                  </a:lnTo>
                  <a:lnTo>
                    <a:pt x="58" y="55"/>
                  </a:lnTo>
                  <a:lnTo>
                    <a:pt x="75" y="2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43" name=""/>
            <p:cNvSpPr/>
            <p:nvPr/>
          </p:nvSpPr>
          <p:spPr>
            <a:xfrm rot="0">
              <a:off x="3243" y="3924"/>
              <a:ext cx="6" cy="10"/>
            </a:xfrm>
            <a:custGeom>
              <a:avLst/>
              <a:ahLst/>
              <a:rect l="0" t="0" r="r" b="b"/>
              <a:pathLst>
                <a:path w="17" h="32">
                  <a:moveTo>
                    <a:pt x="17" y="0"/>
                  </a:moveTo>
                  <a:lnTo>
                    <a:pt x="0" y="31"/>
                  </a:lnTo>
                  <a:lnTo>
                    <a:pt x="2" y="3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44" name=""/>
            <p:cNvSpPr/>
            <p:nvPr/>
          </p:nvSpPr>
          <p:spPr>
            <a:xfrm rot="0">
              <a:off x="3243" y="39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45" name=""/>
            <p:cNvSpPr/>
            <p:nvPr/>
          </p:nvSpPr>
          <p:spPr>
            <a:xfrm rot="0">
              <a:off x="3244" y="3913"/>
              <a:ext cx="25" cy="29"/>
            </a:xfrm>
            <a:custGeom>
              <a:avLst/>
              <a:ahLst/>
              <a:rect l="0" t="0" r="r" b="b"/>
              <a:pathLst>
                <a:path w="75" h="87">
                  <a:moveTo>
                    <a:pt x="31" y="0"/>
                  </a:moveTo>
                  <a:lnTo>
                    <a:pt x="15" y="33"/>
                  </a:lnTo>
                  <a:lnTo>
                    <a:pt x="0" y="65"/>
                  </a:lnTo>
                  <a:lnTo>
                    <a:pt x="44" y="87"/>
                  </a:lnTo>
                  <a:lnTo>
                    <a:pt x="59" y="54"/>
                  </a:lnTo>
                  <a:lnTo>
                    <a:pt x="75" y="21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46" name=""/>
            <p:cNvSpPr/>
            <p:nvPr/>
          </p:nvSpPr>
          <p:spPr>
            <a:xfrm rot="0">
              <a:off x="3244" y="3913"/>
              <a:ext cx="25" cy="29"/>
            </a:xfrm>
            <a:custGeom>
              <a:avLst/>
              <a:ahLst/>
              <a:rect l="0" t="0" r="r" b="b"/>
              <a:pathLst>
                <a:path w="75" h="87">
                  <a:moveTo>
                    <a:pt x="31" y="0"/>
                  </a:moveTo>
                  <a:lnTo>
                    <a:pt x="15" y="33"/>
                  </a:lnTo>
                  <a:lnTo>
                    <a:pt x="0" y="65"/>
                  </a:lnTo>
                  <a:lnTo>
                    <a:pt x="44" y="87"/>
                  </a:lnTo>
                  <a:lnTo>
                    <a:pt x="59" y="54"/>
                  </a:lnTo>
                  <a:lnTo>
                    <a:pt x="75" y="21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47" name=""/>
            <p:cNvSpPr/>
            <p:nvPr/>
          </p:nvSpPr>
          <p:spPr>
            <a:xfrm rot="0">
              <a:off x="3259" y="3931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15" y="0"/>
                  </a:moveTo>
                  <a:lnTo>
                    <a:pt x="0" y="33"/>
                  </a:lnTo>
                  <a:lnTo>
                    <a:pt x="1" y="34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48" name=""/>
            <p:cNvSpPr/>
            <p:nvPr/>
          </p:nvSpPr>
          <p:spPr>
            <a:xfrm rot="0">
              <a:off x="3259" y="3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49" name=""/>
            <p:cNvSpPr/>
            <p:nvPr/>
          </p:nvSpPr>
          <p:spPr>
            <a:xfrm rot="0">
              <a:off x="3259" y="3919"/>
              <a:ext cx="24" cy="29"/>
            </a:xfrm>
            <a:custGeom>
              <a:avLst/>
              <a:ahLst/>
              <a:rect l="0" t="0" r="r" b="b"/>
              <a:pathLst>
                <a:path w="73" h="87">
                  <a:moveTo>
                    <a:pt x="29" y="0"/>
                  </a:moveTo>
                  <a:lnTo>
                    <a:pt x="14" y="34"/>
                  </a:lnTo>
                  <a:lnTo>
                    <a:pt x="0" y="68"/>
                  </a:lnTo>
                  <a:lnTo>
                    <a:pt x="44" y="87"/>
                  </a:lnTo>
                  <a:lnTo>
                    <a:pt x="58" y="52"/>
                  </a:lnTo>
                  <a:lnTo>
                    <a:pt x="73" y="18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50" name=""/>
            <p:cNvSpPr/>
            <p:nvPr/>
          </p:nvSpPr>
          <p:spPr>
            <a:xfrm rot="0">
              <a:off x="3259" y="3919"/>
              <a:ext cx="24" cy="29"/>
            </a:xfrm>
            <a:custGeom>
              <a:avLst/>
              <a:ahLst/>
              <a:rect l="0" t="0" r="r" b="b"/>
              <a:pathLst>
                <a:path w="73" h="87">
                  <a:moveTo>
                    <a:pt x="29" y="0"/>
                  </a:moveTo>
                  <a:lnTo>
                    <a:pt x="14" y="34"/>
                  </a:lnTo>
                  <a:lnTo>
                    <a:pt x="0" y="68"/>
                  </a:lnTo>
                  <a:lnTo>
                    <a:pt x="44" y="87"/>
                  </a:lnTo>
                  <a:lnTo>
                    <a:pt x="58" y="52"/>
                  </a:lnTo>
                  <a:lnTo>
                    <a:pt x="73" y="18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51" name=""/>
            <p:cNvSpPr/>
            <p:nvPr/>
          </p:nvSpPr>
          <p:spPr>
            <a:xfrm rot="0">
              <a:off x="3274" y="3937"/>
              <a:ext cx="4" cy="11"/>
            </a:xfrm>
            <a:custGeom>
              <a:avLst/>
              <a:ahLst/>
              <a:rect l="0" t="0" r="r" b="b"/>
              <a:pathLst>
                <a:path w="14" h="35">
                  <a:moveTo>
                    <a:pt x="14" y="0"/>
                  </a:moveTo>
                  <a:lnTo>
                    <a:pt x="0" y="35"/>
                  </a:lnTo>
                  <a:lnTo>
                    <a:pt x="2" y="35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52" name=""/>
            <p:cNvSpPr/>
            <p:nvPr/>
          </p:nvSpPr>
          <p:spPr>
            <a:xfrm rot="0">
              <a:off x="3274" y="39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53" name=""/>
            <p:cNvSpPr/>
            <p:nvPr/>
          </p:nvSpPr>
          <p:spPr>
            <a:xfrm rot="0">
              <a:off x="3274" y="3925"/>
              <a:ext cx="23" cy="29"/>
            </a:xfrm>
            <a:custGeom>
              <a:avLst/>
              <a:ahLst/>
              <a:rect l="0" t="0" r="r" b="b"/>
              <a:pathLst>
                <a:path w="69" h="86">
                  <a:moveTo>
                    <a:pt x="25" y="0"/>
                  </a:moveTo>
                  <a:lnTo>
                    <a:pt x="12" y="34"/>
                  </a:lnTo>
                  <a:lnTo>
                    <a:pt x="0" y="69"/>
                  </a:lnTo>
                  <a:lnTo>
                    <a:pt x="44" y="86"/>
                  </a:lnTo>
                  <a:lnTo>
                    <a:pt x="57" y="52"/>
                  </a:lnTo>
                  <a:lnTo>
                    <a:pt x="69" y="17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54" name=""/>
            <p:cNvSpPr/>
            <p:nvPr/>
          </p:nvSpPr>
          <p:spPr>
            <a:xfrm rot="0">
              <a:off x="3274" y="3925"/>
              <a:ext cx="23" cy="29"/>
            </a:xfrm>
            <a:custGeom>
              <a:avLst/>
              <a:ahLst/>
              <a:rect l="0" t="0" r="r" b="b"/>
              <a:pathLst>
                <a:path w="69" h="86">
                  <a:moveTo>
                    <a:pt x="25" y="0"/>
                  </a:moveTo>
                  <a:lnTo>
                    <a:pt x="12" y="34"/>
                  </a:lnTo>
                  <a:lnTo>
                    <a:pt x="0" y="69"/>
                  </a:lnTo>
                  <a:lnTo>
                    <a:pt x="44" y="86"/>
                  </a:lnTo>
                  <a:lnTo>
                    <a:pt x="57" y="52"/>
                  </a:lnTo>
                  <a:lnTo>
                    <a:pt x="69" y="17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55" name=""/>
            <p:cNvSpPr/>
            <p:nvPr/>
          </p:nvSpPr>
          <p:spPr>
            <a:xfrm rot="0">
              <a:off x="3289" y="3943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1" y="3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56" name=""/>
            <p:cNvSpPr/>
            <p:nvPr/>
          </p:nvSpPr>
          <p:spPr>
            <a:xfrm rot="0">
              <a:off x="3289" y="3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57" name=""/>
            <p:cNvSpPr/>
            <p:nvPr/>
          </p:nvSpPr>
          <p:spPr>
            <a:xfrm rot="0">
              <a:off x="3289" y="3931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23" y="0"/>
                  </a:moveTo>
                  <a:lnTo>
                    <a:pt x="12" y="35"/>
                  </a:lnTo>
                  <a:lnTo>
                    <a:pt x="0" y="69"/>
                  </a:lnTo>
                  <a:lnTo>
                    <a:pt x="46" y="84"/>
                  </a:lnTo>
                  <a:lnTo>
                    <a:pt x="57" y="50"/>
                  </a:lnTo>
                  <a:lnTo>
                    <a:pt x="69" y="16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58" name=""/>
            <p:cNvSpPr/>
            <p:nvPr/>
          </p:nvSpPr>
          <p:spPr>
            <a:xfrm rot="0">
              <a:off x="3289" y="3931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23" y="0"/>
                  </a:moveTo>
                  <a:lnTo>
                    <a:pt x="12" y="35"/>
                  </a:lnTo>
                  <a:lnTo>
                    <a:pt x="0" y="69"/>
                  </a:lnTo>
                  <a:lnTo>
                    <a:pt x="46" y="84"/>
                  </a:lnTo>
                  <a:lnTo>
                    <a:pt x="57" y="50"/>
                  </a:lnTo>
                  <a:lnTo>
                    <a:pt x="69" y="16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59" name=""/>
            <p:cNvSpPr/>
            <p:nvPr/>
          </p:nvSpPr>
          <p:spPr>
            <a:xfrm rot="0">
              <a:off x="3305" y="3948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11" y="0"/>
                  </a:moveTo>
                  <a:lnTo>
                    <a:pt x="0" y="34"/>
                  </a:lnTo>
                  <a:lnTo>
                    <a:pt x="1" y="3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60" name=""/>
            <p:cNvSpPr/>
            <p:nvPr/>
          </p:nvSpPr>
          <p:spPr>
            <a:xfrm rot="0">
              <a:off x="3305" y="3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61" name=""/>
            <p:cNvSpPr/>
            <p:nvPr/>
          </p:nvSpPr>
          <p:spPr>
            <a:xfrm rot="0">
              <a:off x="3305" y="3936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20" y="0"/>
                  </a:moveTo>
                  <a:lnTo>
                    <a:pt x="10" y="35"/>
                  </a:lnTo>
                  <a:lnTo>
                    <a:pt x="0" y="71"/>
                  </a:lnTo>
                  <a:lnTo>
                    <a:pt x="47" y="84"/>
                  </a:lnTo>
                  <a:lnTo>
                    <a:pt x="57" y="48"/>
                  </a:lnTo>
                  <a:lnTo>
                    <a:pt x="67" y="12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62" name=""/>
            <p:cNvSpPr/>
            <p:nvPr/>
          </p:nvSpPr>
          <p:spPr>
            <a:xfrm rot="0">
              <a:off x="3305" y="3936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20" y="0"/>
                  </a:moveTo>
                  <a:lnTo>
                    <a:pt x="10" y="35"/>
                  </a:lnTo>
                  <a:lnTo>
                    <a:pt x="0" y="71"/>
                  </a:lnTo>
                  <a:lnTo>
                    <a:pt x="47" y="84"/>
                  </a:lnTo>
                  <a:lnTo>
                    <a:pt x="57" y="48"/>
                  </a:lnTo>
                  <a:lnTo>
                    <a:pt x="67" y="12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63" name=""/>
            <p:cNvSpPr/>
            <p:nvPr/>
          </p:nvSpPr>
          <p:spPr>
            <a:xfrm rot="0">
              <a:off x="3321" y="3952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64" name=""/>
            <p:cNvSpPr/>
            <p:nvPr/>
          </p:nvSpPr>
          <p:spPr>
            <a:xfrm rot="0">
              <a:off x="3321" y="39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65" name=""/>
            <p:cNvSpPr/>
            <p:nvPr/>
          </p:nvSpPr>
          <p:spPr>
            <a:xfrm rot="0">
              <a:off x="3321" y="3940"/>
              <a:ext cx="22" cy="28"/>
            </a:xfrm>
            <a:custGeom>
              <a:avLst/>
              <a:ahLst/>
              <a:rect l="0" t="0" r="r" b="b"/>
              <a:pathLst>
                <a:path w="64" h="83">
                  <a:moveTo>
                    <a:pt x="17" y="0"/>
                  </a:moveTo>
                  <a:lnTo>
                    <a:pt x="8" y="36"/>
                  </a:lnTo>
                  <a:lnTo>
                    <a:pt x="0" y="72"/>
                  </a:lnTo>
                  <a:lnTo>
                    <a:pt x="47" y="83"/>
                  </a:lnTo>
                  <a:lnTo>
                    <a:pt x="55" y="47"/>
                  </a:lnTo>
                  <a:lnTo>
                    <a:pt x="64" y="1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66" name=""/>
            <p:cNvSpPr/>
            <p:nvPr/>
          </p:nvSpPr>
          <p:spPr>
            <a:xfrm rot="0">
              <a:off x="3321" y="3940"/>
              <a:ext cx="22" cy="28"/>
            </a:xfrm>
            <a:custGeom>
              <a:avLst/>
              <a:ahLst/>
              <a:rect l="0" t="0" r="r" b="b"/>
              <a:pathLst>
                <a:path w="64" h="83">
                  <a:moveTo>
                    <a:pt x="17" y="0"/>
                  </a:moveTo>
                  <a:lnTo>
                    <a:pt x="8" y="36"/>
                  </a:lnTo>
                  <a:lnTo>
                    <a:pt x="0" y="72"/>
                  </a:lnTo>
                  <a:lnTo>
                    <a:pt x="47" y="83"/>
                  </a:lnTo>
                  <a:lnTo>
                    <a:pt x="55" y="47"/>
                  </a:lnTo>
                  <a:lnTo>
                    <a:pt x="64" y="12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67" name=""/>
            <p:cNvSpPr/>
            <p:nvPr/>
          </p:nvSpPr>
          <p:spPr>
            <a:xfrm rot="0">
              <a:off x="3337" y="3956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8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68" name=""/>
            <p:cNvSpPr/>
            <p:nvPr/>
          </p:nvSpPr>
          <p:spPr>
            <a:xfrm rot="0">
              <a:off x="3337" y="39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69" name=""/>
            <p:cNvSpPr/>
            <p:nvPr/>
          </p:nvSpPr>
          <p:spPr>
            <a:xfrm rot="0">
              <a:off x="3337" y="3944"/>
              <a:ext cx="21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14" y="0"/>
                  </a:moveTo>
                  <a:lnTo>
                    <a:pt x="7" y="35"/>
                  </a:lnTo>
                  <a:lnTo>
                    <a:pt x="0" y="71"/>
                  </a:lnTo>
                  <a:lnTo>
                    <a:pt x="47" y="81"/>
                  </a:lnTo>
                  <a:lnTo>
                    <a:pt x="54" y="45"/>
                  </a:lnTo>
                  <a:lnTo>
                    <a:pt x="61" y="10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70" name=""/>
            <p:cNvSpPr/>
            <p:nvPr/>
          </p:nvSpPr>
          <p:spPr>
            <a:xfrm rot="0">
              <a:off x="3337" y="3944"/>
              <a:ext cx="21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14" y="0"/>
                  </a:moveTo>
                  <a:lnTo>
                    <a:pt x="7" y="35"/>
                  </a:lnTo>
                  <a:lnTo>
                    <a:pt x="0" y="71"/>
                  </a:lnTo>
                  <a:lnTo>
                    <a:pt x="47" y="81"/>
                  </a:lnTo>
                  <a:lnTo>
                    <a:pt x="54" y="45"/>
                  </a:lnTo>
                  <a:lnTo>
                    <a:pt x="61" y="10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71" name=""/>
            <p:cNvSpPr/>
            <p:nvPr/>
          </p:nvSpPr>
          <p:spPr>
            <a:xfrm rot="0">
              <a:off x="3353" y="3959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7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72" name=""/>
            <p:cNvSpPr/>
            <p:nvPr/>
          </p:nvSpPr>
          <p:spPr>
            <a:xfrm rot="0">
              <a:off x="3353" y="3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73" name=""/>
            <p:cNvSpPr/>
            <p:nvPr/>
          </p:nvSpPr>
          <p:spPr>
            <a:xfrm rot="0">
              <a:off x="3353" y="3947"/>
              <a:ext cx="20" cy="26"/>
            </a:xfrm>
            <a:custGeom>
              <a:avLst/>
              <a:ahLst/>
              <a:rect l="0" t="0" r="r" b="b"/>
              <a:pathLst>
                <a:path w="59" h="78">
                  <a:moveTo>
                    <a:pt x="12" y="0"/>
                  </a:moveTo>
                  <a:lnTo>
                    <a:pt x="6" y="35"/>
                  </a:lnTo>
                  <a:lnTo>
                    <a:pt x="0" y="71"/>
                  </a:lnTo>
                  <a:lnTo>
                    <a:pt x="47" y="78"/>
                  </a:lnTo>
                  <a:lnTo>
                    <a:pt x="53" y="43"/>
                  </a:lnTo>
                  <a:lnTo>
                    <a:pt x="59" y="7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74" name=""/>
            <p:cNvSpPr/>
            <p:nvPr/>
          </p:nvSpPr>
          <p:spPr>
            <a:xfrm rot="0">
              <a:off x="3353" y="3947"/>
              <a:ext cx="20" cy="26"/>
            </a:xfrm>
            <a:custGeom>
              <a:avLst/>
              <a:ahLst/>
              <a:rect l="0" t="0" r="r" b="b"/>
              <a:pathLst>
                <a:path w="59" h="78">
                  <a:moveTo>
                    <a:pt x="12" y="0"/>
                  </a:moveTo>
                  <a:lnTo>
                    <a:pt x="6" y="35"/>
                  </a:lnTo>
                  <a:lnTo>
                    <a:pt x="0" y="71"/>
                  </a:lnTo>
                  <a:lnTo>
                    <a:pt x="47" y="78"/>
                  </a:lnTo>
                  <a:lnTo>
                    <a:pt x="53" y="43"/>
                  </a:lnTo>
                  <a:lnTo>
                    <a:pt x="59" y="7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75" name=""/>
            <p:cNvSpPr/>
            <p:nvPr/>
          </p:nvSpPr>
          <p:spPr>
            <a:xfrm rot="0">
              <a:off x="3369" y="3962"/>
              <a:ext cx="2" cy="11"/>
            </a:xfrm>
            <a:custGeom>
              <a:avLst/>
              <a:ahLst/>
              <a:rect l="0" t="0" r="r" b="b"/>
              <a:pathLst>
                <a:path w="6" h="35">
                  <a:moveTo>
                    <a:pt x="6" y="0"/>
                  </a:moveTo>
                  <a:lnTo>
                    <a:pt x="0" y="35"/>
                  </a:lnTo>
                  <a:lnTo>
                    <a:pt x="3" y="35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76" name=""/>
            <p:cNvSpPr/>
            <p:nvPr/>
          </p:nvSpPr>
          <p:spPr>
            <a:xfrm rot="0">
              <a:off x="3369" y="39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77" name=""/>
            <p:cNvSpPr/>
            <p:nvPr/>
          </p:nvSpPr>
          <p:spPr>
            <a:xfrm rot="0">
              <a:off x="3370" y="3950"/>
              <a:ext cx="18" cy="25"/>
            </a:xfrm>
            <a:custGeom>
              <a:avLst/>
              <a:ahLst/>
              <a:rect l="0" t="0" r="r" b="b"/>
              <a:pathLst>
                <a:path w="54" h="75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49" y="75"/>
                  </a:lnTo>
                  <a:lnTo>
                    <a:pt x="52" y="40"/>
                  </a:lnTo>
                  <a:lnTo>
                    <a:pt x="54" y="4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78" name=""/>
            <p:cNvSpPr/>
            <p:nvPr/>
          </p:nvSpPr>
          <p:spPr>
            <a:xfrm rot="0">
              <a:off x="3370" y="3950"/>
              <a:ext cx="18" cy="25"/>
            </a:xfrm>
            <a:custGeom>
              <a:avLst/>
              <a:ahLst/>
              <a:rect l="0" t="0" r="r" b="b"/>
              <a:pathLst>
                <a:path w="54" h="75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49" y="75"/>
                  </a:lnTo>
                  <a:lnTo>
                    <a:pt x="52" y="40"/>
                  </a:lnTo>
                  <a:lnTo>
                    <a:pt x="54" y="4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79" name=""/>
            <p:cNvSpPr/>
            <p:nvPr/>
          </p:nvSpPr>
          <p:spPr>
            <a:xfrm rot="0">
              <a:off x="3386" y="3963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3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80" name=""/>
            <p:cNvSpPr/>
            <p:nvPr/>
          </p:nvSpPr>
          <p:spPr>
            <a:xfrm rot="0">
              <a:off x="3386" y="39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81" name=""/>
            <p:cNvSpPr/>
            <p:nvPr/>
          </p:nvSpPr>
          <p:spPr>
            <a:xfrm rot="0">
              <a:off x="3386" y="3951"/>
              <a:ext cx="18" cy="25"/>
            </a:xfrm>
            <a:custGeom>
              <a:avLst/>
              <a:ahLst/>
              <a:rect l="0" t="0" r="r" b="b"/>
              <a:pathLst>
                <a:path w="52" h="74">
                  <a:moveTo>
                    <a:pt x="5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47" y="74"/>
                  </a:lnTo>
                  <a:lnTo>
                    <a:pt x="50" y="39"/>
                  </a:lnTo>
                  <a:lnTo>
                    <a:pt x="52" y="3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82" name=""/>
            <p:cNvSpPr/>
            <p:nvPr/>
          </p:nvSpPr>
          <p:spPr>
            <a:xfrm rot="0">
              <a:off x="3386" y="3951"/>
              <a:ext cx="18" cy="25"/>
            </a:xfrm>
            <a:custGeom>
              <a:avLst/>
              <a:ahLst/>
              <a:rect l="0" t="0" r="r" b="b"/>
              <a:pathLst>
                <a:path w="52" h="74">
                  <a:moveTo>
                    <a:pt x="5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47" y="74"/>
                  </a:lnTo>
                  <a:lnTo>
                    <a:pt x="50" y="39"/>
                  </a:lnTo>
                  <a:lnTo>
                    <a:pt x="52" y="3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83" name=""/>
            <p:cNvSpPr/>
            <p:nvPr/>
          </p:nvSpPr>
          <p:spPr>
            <a:xfrm rot="0">
              <a:off x="3402" y="3964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3" y="0"/>
                  </a:moveTo>
                  <a:lnTo>
                    <a:pt x="0" y="35"/>
                  </a:lnTo>
                  <a:lnTo>
                    <a:pt x="1" y="35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84" name=""/>
            <p:cNvSpPr/>
            <p:nvPr/>
          </p:nvSpPr>
          <p:spPr>
            <a:xfrm rot="0">
              <a:off x="3402" y="3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85" name=""/>
            <p:cNvSpPr/>
            <p:nvPr/>
          </p:nvSpPr>
          <p:spPr>
            <a:xfrm rot="0">
              <a:off x="3402" y="3952"/>
              <a:ext cx="17" cy="24"/>
            </a:xfrm>
            <a:custGeom>
              <a:avLst/>
              <a:ahLst/>
              <a:rect l="0" t="0" r="r" b="b"/>
              <a:pathLst>
                <a:path w="51" h="73">
                  <a:moveTo>
                    <a:pt x="3" y="0"/>
                  </a:moveTo>
                  <a:lnTo>
                    <a:pt x="2" y="36"/>
                  </a:lnTo>
                  <a:lnTo>
                    <a:pt x="0" y="71"/>
                  </a:lnTo>
                  <a:lnTo>
                    <a:pt x="49" y="73"/>
                  </a:lnTo>
                  <a:lnTo>
                    <a:pt x="50" y="37"/>
                  </a:lnTo>
                  <a:lnTo>
                    <a:pt x="51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86" name=""/>
            <p:cNvSpPr/>
            <p:nvPr/>
          </p:nvSpPr>
          <p:spPr>
            <a:xfrm rot="0">
              <a:off x="3402" y="3952"/>
              <a:ext cx="17" cy="24"/>
            </a:xfrm>
            <a:custGeom>
              <a:avLst/>
              <a:ahLst/>
              <a:rect l="0" t="0" r="r" b="b"/>
              <a:pathLst>
                <a:path w="51" h="73">
                  <a:moveTo>
                    <a:pt x="3" y="0"/>
                  </a:moveTo>
                  <a:lnTo>
                    <a:pt x="2" y="36"/>
                  </a:lnTo>
                  <a:lnTo>
                    <a:pt x="0" y="71"/>
                  </a:lnTo>
                  <a:lnTo>
                    <a:pt x="49" y="73"/>
                  </a:lnTo>
                  <a:lnTo>
                    <a:pt x="50" y="37"/>
                  </a:lnTo>
                  <a:lnTo>
                    <a:pt x="51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87" name=""/>
            <p:cNvSpPr/>
            <p:nvPr/>
          </p:nvSpPr>
          <p:spPr>
            <a:xfrm rot="0">
              <a:off x="3419" y="3952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1" y="36"/>
                  </a:moveTo>
                  <a:lnTo>
                    <a:pt x="2" y="0"/>
                  </a:lnTo>
                  <a:lnTo>
                    <a:pt x="14" y="2"/>
                  </a:lnTo>
                  <a:lnTo>
                    <a:pt x="24" y="8"/>
                  </a:lnTo>
                  <a:lnTo>
                    <a:pt x="31" y="16"/>
                  </a:lnTo>
                  <a:lnTo>
                    <a:pt x="35" y="26"/>
                  </a:lnTo>
                  <a:lnTo>
                    <a:pt x="37" y="37"/>
                  </a:lnTo>
                  <a:lnTo>
                    <a:pt x="35" y="49"/>
                  </a:lnTo>
                  <a:lnTo>
                    <a:pt x="29" y="59"/>
                  </a:lnTo>
                  <a:lnTo>
                    <a:pt x="21" y="66"/>
                  </a:lnTo>
                  <a:lnTo>
                    <a:pt x="11" y="70"/>
                  </a:lnTo>
                  <a:lnTo>
                    <a:pt x="0" y="72"/>
                  </a:lnTo>
                  <a:lnTo>
                    <a:pt x="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88" name=""/>
            <p:cNvSpPr/>
            <p:nvPr/>
          </p:nvSpPr>
          <p:spPr>
            <a:xfrm rot="0">
              <a:off x="3419" y="3952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2" y="0"/>
                  </a:moveTo>
                  <a:lnTo>
                    <a:pt x="14" y="2"/>
                  </a:lnTo>
                  <a:lnTo>
                    <a:pt x="24" y="8"/>
                  </a:lnTo>
                  <a:lnTo>
                    <a:pt x="31" y="16"/>
                  </a:lnTo>
                  <a:lnTo>
                    <a:pt x="35" y="26"/>
                  </a:lnTo>
                  <a:lnTo>
                    <a:pt x="37" y="37"/>
                  </a:lnTo>
                  <a:lnTo>
                    <a:pt x="35" y="49"/>
                  </a:lnTo>
                  <a:lnTo>
                    <a:pt x="29" y="59"/>
                  </a:lnTo>
                  <a:lnTo>
                    <a:pt x="21" y="66"/>
                  </a:lnTo>
                  <a:lnTo>
                    <a:pt x="11" y="70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89" name=""/>
            <p:cNvSpPr/>
            <p:nvPr/>
          </p:nvSpPr>
          <p:spPr>
            <a:xfrm rot="0">
              <a:off x="3419" y="3206"/>
              <a:ext cx="12" cy="24"/>
            </a:xfrm>
            <a:custGeom>
              <a:avLst/>
              <a:ahLst/>
              <a:rect l="0" t="0" r="r" b="b"/>
              <a:pathLst>
                <a:path w="37" h="71">
                  <a:moveTo>
                    <a:pt x="1" y="35"/>
                  </a:moveTo>
                  <a:lnTo>
                    <a:pt x="0" y="0"/>
                  </a:lnTo>
                  <a:lnTo>
                    <a:pt x="11" y="1"/>
                  </a:lnTo>
                  <a:lnTo>
                    <a:pt x="21" y="5"/>
                  </a:lnTo>
                  <a:lnTo>
                    <a:pt x="29" y="12"/>
                  </a:lnTo>
                  <a:lnTo>
                    <a:pt x="35" y="22"/>
                  </a:lnTo>
                  <a:lnTo>
                    <a:pt x="37" y="34"/>
                  </a:lnTo>
                  <a:lnTo>
                    <a:pt x="35" y="45"/>
                  </a:lnTo>
                  <a:lnTo>
                    <a:pt x="31" y="55"/>
                  </a:lnTo>
                  <a:lnTo>
                    <a:pt x="24" y="64"/>
                  </a:lnTo>
                  <a:lnTo>
                    <a:pt x="14" y="69"/>
                  </a:lnTo>
                  <a:lnTo>
                    <a:pt x="2" y="71"/>
                  </a:lnTo>
                  <a:lnTo>
                    <a:pt x="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90" name=""/>
            <p:cNvSpPr/>
            <p:nvPr/>
          </p:nvSpPr>
          <p:spPr>
            <a:xfrm rot="0">
              <a:off x="3419" y="3206"/>
              <a:ext cx="12" cy="24"/>
            </a:xfrm>
            <a:custGeom>
              <a:avLst/>
              <a:ahLst/>
              <a:rect l="0" t="0" r="r" b="b"/>
              <a:pathLst>
                <a:path w="37" h="71">
                  <a:moveTo>
                    <a:pt x="0" y="0"/>
                  </a:moveTo>
                  <a:lnTo>
                    <a:pt x="11" y="1"/>
                  </a:lnTo>
                  <a:lnTo>
                    <a:pt x="21" y="5"/>
                  </a:lnTo>
                  <a:lnTo>
                    <a:pt x="29" y="12"/>
                  </a:lnTo>
                  <a:lnTo>
                    <a:pt x="35" y="22"/>
                  </a:lnTo>
                  <a:lnTo>
                    <a:pt x="37" y="34"/>
                  </a:lnTo>
                  <a:lnTo>
                    <a:pt x="35" y="45"/>
                  </a:lnTo>
                  <a:lnTo>
                    <a:pt x="31" y="55"/>
                  </a:lnTo>
                  <a:lnTo>
                    <a:pt x="24" y="64"/>
                  </a:lnTo>
                  <a:lnTo>
                    <a:pt x="14" y="69"/>
                  </a:lnTo>
                  <a:lnTo>
                    <a:pt x="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91" name=""/>
            <p:cNvSpPr/>
            <p:nvPr/>
          </p:nvSpPr>
          <p:spPr>
            <a:xfrm rot="0">
              <a:off x="3402" y="3206"/>
              <a:ext cx="17" cy="24"/>
            </a:xfrm>
            <a:custGeom>
              <a:avLst/>
              <a:ahLst/>
              <a:rect l="0" t="0" r="r" b="b"/>
              <a:pathLst>
                <a:path w="51" h="72">
                  <a:moveTo>
                    <a:pt x="51" y="71"/>
                  </a:moveTo>
                  <a:lnTo>
                    <a:pt x="50" y="35"/>
                  </a:lnTo>
                  <a:lnTo>
                    <a:pt x="49" y="0"/>
                  </a:lnTo>
                  <a:lnTo>
                    <a:pt x="0" y="1"/>
                  </a:lnTo>
                  <a:lnTo>
                    <a:pt x="2" y="37"/>
                  </a:lnTo>
                  <a:lnTo>
                    <a:pt x="3" y="72"/>
                  </a:lnTo>
                  <a:lnTo>
                    <a:pt x="5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92" name=""/>
            <p:cNvSpPr/>
            <p:nvPr/>
          </p:nvSpPr>
          <p:spPr>
            <a:xfrm rot="0">
              <a:off x="3402" y="3206"/>
              <a:ext cx="17" cy="24"/>
            </a:xfrm>
            <a:custGeom>
              <a:avLst/>
              <a:ahLst/>
              <a:rect l="0" t="0" r="r" b="b"/>
              <a:pathLst>
                <a:path w="51" h="72">
                  <a:moveTo>
                    <a:pt x="51" y="71"/>
                  </a:moveTo>
                  <a:lnTo>
                    <a:pt x="50" y="35"/>
                  </a:lnTo>
                  <a:lnTo>
                    <a:pt x="49" y="0"/>
                  </a:lnTo>
                  <a:lnTo>
                    <a:pt x="0" y="1"/>
                  </a:lnTo>
                  <a:lnTo>
                    <a:pt x="2" y="37"/>
                  </a:lnTo>
                  <a:lnTo>
                    <a:pt x="3" y="72"/>
                  </a:lnTo>
                  <a:lnTo>
                    <a:pt x="5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93" name=""/>
            <p:cNvSpPr/>
            <p:nvPr/>
          </p:nvSpPr>
          <p:spPr>
            <a:xfrm rot="0">
              <a:off x="3402" y="3206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3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94" name=""/>
            <p:cNvSpPr/>
            <p:nvPr/>
          </p:nvSpPr>
          <p:spPr>
            <a:xfrm rot="0" flipH="1">
              <a:off x="3402" y="32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95" name=""/>
            <p:cNvSpPr/>
            <p:nvPr/>
          </p:nvSpPr>
          <p:spPr>
            <a:xfrm rot="0">
              <a:off x="3386" y="3206"/>
              <a:ext cx="18" cy="25"/>
            </a:xfrm>
            <a:custGeom>
              <a:avLst/>
              <a:ahLst/>
              <a:rect l="0" t="0" r="r" b="b"/>
              <a:pathLst>
                <a:path w="52" h="74">
                  <a:moveTo>
                    <a:pt x="52" y="71"/>
                  </a:moveTo>
                  <a:lnTo>
                    <a:pt x="50" y="36"/>
                  </a:lnTo>
                  <a:lnTo>
                    <a:pt x="47" y="0"/>
                  </a:lnTo>
                  <a:lnTo>
                    <a:pt x="0" y="3"/>
                  </a:lnTo>
                  <a:lnTo>
                    <a:pt x="3" y="38"/>
                  </a:lnTo>
                  <a:lnTo>
                    <a:pt x="5" y="74"/>
                  </a:lnTo>
                  <a:lnTo>
                    <a:pt x="5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96" name=""/>
            <p:cNvSpPr/>
            <p:nvPr/>
          </p:nvSpPr>
          <p:spPr>
            <a:xfrm rot="0">
              <a:off x="3386" y="3206"/>
              <a:ext cx="18" cy="25"/>
            </a:xfrm>
            <a:custGeom>
              <a:avLst/>
              <a:ahLst/>
              <a:rect l="0" t="0" r="r" b="b"/>
              <a:pathLst>
                <a:path w="52" h="74">
                  <a:moveTo>
                    <a:pt x="52" y="71"/>
                  </a:moveTo>
                  <a:lnTo>
                    <a:pt x="50" y="36"/>
                  </a:lnTo>
                  <a:lnTo>
                    <a:pt x="47" y="0"/>
                  </a:lnTo>
                  <a:lnTo>
                    <a:pt x="0" y="3"/>
                  </a:lnTo>
                  <a:lnTo>
                    <a:pt x="3" y="38"/>
                  </a:lnTo>
                  <a:lnTo>
                    <a:pt x="5" y="74"/>
                  </a:lnTo>
                  <a:lnTo>
                    <a:pt x="5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97" name=""/>
            <p:cNvSpPr/>
            <p:nvPr/>
          </p:nvSpPr>
          <p:spPr>
            <a:xfrm rot="0">
              <a:off x="3386" y="3207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3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098" name=""/>
            <p:cNvSpPr/>
            <p:nvPr/>
          </p:nvSpPr>
          <p:spPr>
            <a:xfrm rot="0">
              <a:off x="3386" y="32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099" name=""/>
            <p:cNvSpPr/>
            <p:nvPr/>
          </p:nvSpPr>
          <p:spPr>
            <a:xfrm rot="0">
              <a:off x="3370" y="3207"/>
              <a:ext cx="18" cy="25"/>
            </a:xfrm>
            <a:custGeom>
              <a:avLst/>
              <a:ahLst/>
              <a:rect l="0" t="0" r="r" b="b"/>
              <a:pathLst>
                <a:path w="54" h="75">
                  <a:moveTo>
                    <a:pt x="54" y="71"/>
                  </a:moveTo>
                  <a:lnTo>
                    <a:pt x="52" y="35"/>
                  </a:lnTo>
                  <a:lnTo>
                    <a:pt x="49" y="0"/>
                  </a:lnTo>
                  <a:lnTo>
                    <a:pt x="0" y="4"/>
                  </a:lnTo>
                  <a:lnTo>
                    <a:pt x="3" y="40"/>
                  </a:lnTo>
                  <a:lnTo>
                    <a:pt x="6" y="75"/>
                  </a:lnTo>
                  <a:lnTo>
                    <a:pt x="54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00" name=""/>
            <p:cNvSpPr/>
            <p:nvPr/>
          </p:nvSpPr>
          <p:spPr>
            <a:xfrm rot="0">
              <a:off x="3370" y="3207"/>
              <a:ext cx="18" cy="25"/>
            </a:xfrm>
            <a:custGeom>
              <a:avLst/>
              <a:ahLst/>
              <a:rect l="0" t="0" r="r" b="b"/>
              <a:pathLst>
                <a:path w="54" h="75">
                  <a:moveTo>
                    <a:pt x="54" y="71"/>
                  </a:moveTo>
                  <a:lnTo>
                    <a:pt x="52" y="35"/>
                  </a:lnTo>
                  <a:lnTo>
                    <a:pt x="49" y="0"/>
                  </a:lnTo>
                  <a:lnTo>
                    <a:pt x="0" y="4"/>
                  </a:lnTo>
                  <a:lnTo>
                    <a:pt x="3" y="40"/>
                  </a:lnTo>
                  <a:lnTo>
                    <a:pt x="6" y="75"/>
                  </a:lnTo>
                  <a:lnTo>
                    <a:pt x="54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01" name=""/>
            <p:cNvSpPr/>
            <p:nvPr/>
          </p:nvSpPr>
          <p:spPr>
            <a:xfrm rot="0">
              <a:off x="3369" y="3209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6" y="3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02" name=""/>
            <p:cNvSpPr/>
            <p:nvPr/>
          </p:nvSpPr>
          <p:spPr>
            <a:xfrm rot="0" flipH="1">
              <a:off x="3369" y="32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03" name=""/>
            <p:cNvSpPr/>
            <p:nvPr/>
          </p:nvSpPr>
          <p:spPr>
            <a:xfrm rot="0">
              <a:off x="3353" y="3209"/>
              <a:ext cx="20" cy="26"/>
            </a:xfrm>
            <a:custGeom>
              <a:avLst/>
              <a:ahLst/>
              <a:rect l="0" t="0" r="r" b="b"/>
              <a:pathLst>
                <a:path w="59" h="78">
                  <a:moveTo>
                    <a:pt x="59" y="71"/>
                  </a:moveTo>
                  <a:lnTo>
                    <a:pt x="53" y="36"/>
                  </a:lnTo>
                  <a:lnTo>
                    <a:pt x="47" y="0"/>
                  </a:lnTo>
                  <a:lnTo>
                    <a:pt x="0" y="7"/>
                  </a:lnTo>
                  <a:lnTo>
                    <a:pt x="6" y="43"/>
                  </a:lnTo>
                  <a:lnTo>
                    <a:pt x="12" y="78"/>
                  </a:lnTo>
                  <a:lnTo>
                    <a:pt x="59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04" name=""/>
            <p:cNvSpPr/>
            <p:nvPr/>
          </p:nvSpPr>
          <p:spPr>
            <a:xfrm rot="0">
              <a:off x="3353" y="3209"/>
              <a:ext cx="20" cy="26"/>
            </a:xfrm>
            <a:custGeom>
              <a:avLst/>
              <a:ahLst/>
              <a:rect l="0" t="0" r="r" b="b"/>
              <a:pathLst>
                <a:path w="59" h="78">
                  <a:moveTo>
                    <a:pt x="59" y="71"/>
                  </a:moveTo>
                  <a:lnTo>
                    <a:pt x="53" y="36"/>
                  </a:lnTo>
                  <a:lnTo>
                    <a:pt x="47" y="0"/>
                  </a:lnTo>
                  <a:lnTo>
                    <a:pt x="0" y="7"/>
                  </a:lnTo>
                  <a:lnTo>
                    <a:pt x="6" y="43"/>
                  </a:lnTo>
                  <a:lnTo>
                    <a:pt x="12" y="78"/>
                  </a:lnTo>
                  <a:lnTo>
                    <a:pt x="59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05" name=""/>
            <p:cNvSpPr/>
            <p:nvPr/>
          </p:nvSpPr>
          <p:spPr>
            <a:xfrm rot="0">
              <a:off x="3353" y="3211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7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06" name=""/>
            <p:cNvSpPr/>
            <p:nvPr/>
          </p:nvSpPr>
          <p:spPr>
            <a:xfrm rot="0" flipH="1">
              <a:off x="3353" y="32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07" name=""/>
            <p:cNvSpPr/>
            <p:nvPr/>
          </p:nvSpPr>
          <p:spPr>
            <a:xfrm rot="0">
              <a:off x="3337" y="3211"/>
              <a:ext cx="21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61" y="71"/>
                  </a:moveTo>
                  <a:lnTo>
                    <a:pt x="54" y="36"/>
                  </a:lnTo>
                  <a:lnTo>
                    <a:pt x="47" y="0"/>
                  </a:lnTo>
                  <a:lnTo>
                    <a:pt x="0" y="10"/>
                  </a:lnTo>
                  <a:lnTo>
                    <a:pt x="7" y="46"/>
                  </a:lnTo>
                  <a:lnTo>
                    <a:pt x="14" y="81"/>
                  </a:lnTo>
                  <a:lnTo>
                    <a:pt x="61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08" name=""/>
            <p:cNvSpPr/>
            <p:nvPr/>
          </p:nvSpPr>
          <p:spPr>
            <a:xfrm rot="0">
              <a:off x="3337" y="3211"/>
              <a:ext cx="21" cy="27"/>
            </a:xfrm>
            <a:custGeom>
              <a:avLst/>
              <a:ahLst/>
              <a:rect l="0" t="0" r="r" b="b"/>
              <a:pathLst>
                <a:path w="61" h="81">
                  <a:moveTo>
                    <a:pt x="61" y="71"/>
                  </a:moveTo>
                  <a:lnTo>
                    <a:pt x="54" y="36"/>
                  </a:lnTo>
                  <a:lnTo>
                    <a:pt x="47" y="0"/>
                  </a:lnTo>
                  <a:lnTo>
                    <a:pt x="0" y="10"/>
                  </a:lnTo>
                  <a:lnTo>
                    <a:pt x="7" y="46"/>
                  </a:lnTo>
                  <a:lnTo>
                    <a:pt x="14" y="81"/>
                  </a:lnTo>
                  <a:lnTo>
                    <a:pt x="61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09" name=""/>
            <p:cNvSpPr/>
            <p:nvPr/>
          </p:nvSpPr>
          <p:spPr>
            <a:xfrm rot="0">
              <a:off x="3337" y="3214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8" y="3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10" name=""/>
            <p:cNvSpPr/>
            <p:nvPr/>
          </p:nvSpPr>
          <p:spPr>
            <a:xfrm rot="0" flipH="1">
              <a:off x="3337" y="32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11" name=""/>
            <p:cNvSpPr/>
            <p:nvPr/>
          </p:nvSpPr>
          <p:spPr>
            <a:xfrm rot="0">
              <a:off x="3321" y="3214"/>
              <a:ext cx="22" cy="28"/>
            </a:xfrm>
            <a:custGeom>
              <a:avLst/>
              <a:ahLst/>
              <a:rect l="0" t="0" r="r" b="b"/>
              <a:pathLst>
                <a:path w="64" h="83">
                  <a:moveTo>
                    <a:pt x="64" y="71"/>
                  </a:moveTo>
                  <a:lnTo>
                    <a:pt x="55" y="36"/>
                  </a:lnTo>
                  <a:lnTo>
                    <a:pt x="47" y="0"/>
                  </a:lnTo>
                  <a:lnTo>
                    <a:pt x="0" y="12"/>
                  </a:lnTo>
                  <a:lnTo>
                    <a:pt x="8" y="47"/>
                  </a:lnTo>
                  <a:lnTo>
                    <a:pt x="17" y="83"/>
                  </a:lnTo>
                  <a:lnTo>
                    <a:pt x="64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12" name=""/>
            <p:cNvSpPr/>
            <p:nvPr/>
          </p:nvSpPr>
          <p:spPr>
            <a:xfrm rot="0">
              <a:off x="3321" y="3214"/>
              <a:ext cx="22" cy="28"/>
            </a:xfrm>
            <a:custGeom>
              <a:avLst/>
              <a:ahLst/>
              <a:rect l="0" t="0" r="r" b="b"/>
              <a:pathLst>
                <a:path w="64" h="83">
                  <a:moveTo>
                    <a:pt x="64" y="71"/>
                  </a:moveTo>
                  <a:lnTo>
                    <a:pt x="55" y="36"/>
                  </a:lnTo>
                  <a:lnTo>
                    <a:pt x="47" y="0"/>
                  </a:lnTo>
                  <a:lnTo>
                    <a:pt x="0" y="12"/>
                  </a:lnTo>
                  <a:lnTo>
                    <a:pt x="8" y="47"/>
                  </a:lnTo>
                  <a:lnTo>
                    <a:pt x="17" y="83"/>
                  </a:lnTo>
                  <a:lnTo>
                    <a:pt x="64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13" name=""/>
            <p:cNvSpPr/>
            <p:nvPr/>
          </p:nvSpPr>
          <p:spPr>
            <a:xfrm rot="0">
              <a:off x="3321" y="3218"/>
              <a:ext cx="3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10" y="3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14" name=""/>
            <p:cNvSpPr/>
            <p:nvPr/>
          </p:nvSpPr>
          <p:spPr>
            <a:xfrm rot="0" flipH="1">
              <a:off x="3321" y="32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15" name=""/>
            <p:cNvSpPr/>
            <p:nvPr/>
          </p:nvSpPr>
          <p:spPr>
            <a:xfrm rot="0">
              <a:off x="3305" y="3218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67" y="71"/>
                  </a:moveTo>
                  <a:lnTo>
                    <a:pt x="57" y="35"/>
                  </a:lnTo>
                  <a:lnTo>
                    <a:pt x="47" y="0"/>
                  </a:lnTo>
                  <a:lnTo>
                    <a:pt x="0" y="12"/>
                  </a:lnTo>
                  <a:lnTo>
                    <a:pt x="10" y="48"/>
                  </a:lnTo>
                  <a:lnTo>
                    <a:pt x="20" y="84"/>
                  </a:lnTo>
                  <a:lnTo>
                    <a:pt x="67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13" name=""/>
          <p:cNvGrpSpPr/>
          <p:nvPr/>
        </p:nvGrpSpPr>
        <p:grpSpPr>
          <a:xfrm rot="0">
            <a:off x="4816475" y="5087937"/>
            <a:ext cx="1589087" cy="1223962"/>
            <a:chOff x="3034" y="3205"/>
            <a:chExt cx="1001" cy="771"/>
          </a:xfrm>
        </p:grpSpPr>
        <p:sp>
          <p:nvSpPr>
            <p:cNvPr id="1073116" name=""/>
            <p:cNvSpPr/>
            <p:nvPr/>
          </p:nvSpPr>
          <p:spPr>
            <a:xfrm rot="0">
              <a:off x="3305" y="3218"/>
              <a:ext cx="22" cy="28"/>
            </a:xfrm>
            <a:custGeom>
              <a:avLst/>
              <a:ahLst/>
              <a:rect l="0" t="0" r="r" b="b"/>
              <a:pathLst>
                <a:path w="67" h="84">
                  <a:moveTo>
                    <a:pt x="67" y="71"/>
                  </a:moveTo>
                  <a:lnTo>
                    <a:pt x="57" y="35"/>
                  </a:lnTo>
                  <a:lnTo>
                    <a:pt x="47" y="0"/>
                  </a:lnTo>
                  <a:lnTo>
                    <a:pt x="0" y="12"/>
                  </a:lnTo>
                  <a:lnTo>
                    <a:pt x="10" y="48"/>
                  </a:lnTo>
                  <a:lnTo>
                    <a:pt x="20" y="84"/>
                  </a:lnTo>
                  <a:lnTo>
                    <a:pt x="67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17" name=""/>
            <p:cNvSpPr/>
            <p:nvPr/>
          </p:nvSpPr>
          <p:spPr>
            <a:xfrm rot="0">
              <a:off x="3305" y="3222"/>
              <a:ext cx="3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11" y="3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18" name=""/>
            <p:cNvSpPr/>
            <p:nvPr/>
          </p:nvSpPr>
          <p:spPr>
            <a:xfrm rot="0" flipH="1">
              <a:off x="3305" y="32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19" name=""/>
            <p:cNvSpPr/>
            <p:nvPr/>
          </p:nvSpPr>
          <p:spPr>
            <a:xfrm rot="0">
              <a:off x="3289" y="3223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69" y="68"/>
                  </a:moveTo>
                  <a:lnTo>
                    <a:pt x="57" y="34"/>
                  </a:lnTo>
                  <a:lnTo>
                    <a:pt x="46" y="0"/>
                  </a:lnTo>
                  <a:lnTo>
                    <a:pt x="0" y="16"/>
                  </a:lnTo>
                  <a:lnTo>
                    <a:pt x="12" y="50"/>
                  </a:lnTo>
                  <a:lnTo>
                    <a:pt x="23" y="84"/>
                  </a:lnTo>
                  <a:lnTo>
                    <a:pt x="69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20" name=""/>
            <p:cNvSpPr/>
            <p:nvPr/>
          </p:nvSpPr>
          <p:spPr>
            <a:xfrm rot="0">
              <a:off x="3289" y="3223"/>
              <a:ext cx="23" cy="28"/>
            </a:xfrm>
            <a:custGeom>
              <a:avLst/>
              <a:ahLst/>
              <a:rect l="0" t="0" r="r" b="b"/>
              <a:pathLst>
                <a:path w="69" h="84">
                  <a:moveTo>
                    <a:pt x="69" y="68"/>
                  </a:moveTo>
                  <a:lnTo>
                    <a:pt x="57" y="34"/>
                  </a:lnTo>
                  <a:lnTo>
                    <a:pt x="46" y="0"/>
                  </a:lnTo>
                  <a:lnTo>
                    <a:pt x="0" y="16"/>
                  </a:lnTo>
                  <a:lnTo>
                    <a:pt x="12" y="50"/>
                  </a:lnTo>
                  <a:lnTo>
                    <a:pt x="23" y="84"/>
                  </a:lnTo>
                  <a:lnTo>
                    <a:pt x="69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21" name=""/>
            <p:cNvSpPr/>
            <p:nvPr/>
          </p:nvSpPr>
          <p:spPr>
            <a:xfrm rot="0">
              <a:off x="3289" y="3228"/>
              <a:ext cx="4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13" y="3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22" name=""/>
            <p:cNvSpPr/>
            <p:nvPr/>
          </p:nvSpPr>
          <p:spPr>
            <a:xfrm rot="0" flipH="1">
              <a:off x="3289" y="3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23" name=""/>
            <p:cNvSpPr/>
            <p:nvPr/>
          </p:nvSpPr>
          <p:spPr>
            <a:xfrm rot="0">
              <a:off x="3274" y="3228"/>
              <a:ext cx="23" cy="29"/>
            </a:xfrm>
            <a:custGeom>
              <a:avLst/>
              <a:ahLst/>
              <a:rect l="0" t="0" r="r" b="b"/>
              <a:pathLst>
                <a:path w="69" h="85">
                  <a:moveTo>
                    <a:pt x="69" y="68"/>
                  </a:moveTo>
                  <a:lnTo>
                    <a:pt x="57" y="34"/>
                  </a:lnTo>
                  <a:lnTo>
                    <a:pt x="44" y="0"/>
                  </a:lnTo>
                  <a:lnTo>
                    <a:pt x="0" y="17"/>
                  </a:lnTo>
                  <a:lnTo>
                    <a:pt x="12" y="51"/>
                  </a:lnTo>
                  <a:lnTo>
                    <a:pt x="25" y="85"/>
                  </a:lnTo>
                  <a:lnTo>
                    <a:pt x="69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24" name=""/>
            <p:cNvSpPr/>
            <p:nvPr/>
          </p:nvSpPr>
          <p:spPr>
            <a:xfrm rot="0">
              <a:off x="3274" y="3228"/>
              <a:ext cx="23" cy="29"/>
            </a:xfrm>
            <a:custGeom>
              <a:avLst/>
              <a:ahLst/>
              <a:rect l="0" t="0" r="r" b="b"/>
              <a:pathLst>
                <a:path w="69" h="85">
                  <a:moveTo>
                    <a:pt x="69" y="68"/>
                  </a:moveTo>
                  <a:lnTo>
                    <a:pt x="57" y="34"/>
                  </a:lnTo>
                  <a:lnTo>
                    <a:pt x="44" y="0"/>
                  </a:lnTo>
                  <a:lnTo>
                    <a:pt x="0" y="17"/>
                  </a:lnTo>
                  <a:lnTo>
                    <a:pt x="12" y="51"/>
                  </a:lnTo>
                  <a:lnTo>
                    <a:pt x="25" y="85"/>
                  </a:lnTo>
                  <a:lnTo>
                    <a:pt x="69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25" name=""/>
            <p:cNvSpPr/>
            <p:nvPr/>
          </p:nvSpPr>
          <p:spPr>
            <a:xfrm rot="0">
              <a:off x="3274" y="3234"/>
              <a:ext cx="4" cy="11"/>
            </a:xfrm>
            <a:custGeom>
              <a:avLst/>
              <a:ahLst/>
              <a:rect l="0" t="0" r="r" b="b"/>
              <a:pathLst>
                <a:path w="14" h="34">
                  <a:moveTo>
                    <a:pt x="14" y="3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4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26" name=""/>
            <p:cNvSpPr/>
            <p:nvPr/>
          </p:nvSpPr>
          <p:spPr>
            <a:xfrm rot="0" flipH="1">
              <a:off x="3274" y="32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27" name=""/>
            <p:cNvSpPr/>
            <p:nvPr/>
          </p:nvSpPr>
          <p:spPr>
            <a:xfrm rot="0">
              <a:off x="3259" y="3234"/>
              <a:ext cx="24" cy="29"/>
            </a:xfrm>
            <a:custGeom>
              <a:avLst/>
              <a:ahLst/>
              <a:rect l="0" t="0" r="r" b="b"/>
              <a:pathLst>
                <a:path w="73" h="86">
                  <a:moveTo>
                    <a:pt x="73" y="68"/>
                  </a:moveTo>
                  <a:lnTo>
                    <a:pt x="58" y="34"/>
                  </a:lnTo>
                  <a:lnTo>
                    <a:pt x="44" y="0"/>
                  </a:lnTo>
                  <a:lnTo>
                    <a:pt x="0" y="18"/>
                  </a:lnTo>
                  <a:lnTo>
                    <a:pt x="14" y="52"/>
                  </a:lnTo>
                  <a:lnTo>
                    <a:pt x="29" y="86"/>
                  </a:lnTo>
                  <a:lnTo>
                    <a:pt x="73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28" name=""/>
            <p:cNvSpPr/>
            <p:nvPr/>
          </p:nvSpPr>
          <p:spPr>
            <a:xfrm rot="0">
              <a:off x="3259" y="3234"/>
              <a:ext cx="24" cy="29"/>
            </a:xfrm>
            <a:custGeom>
              <a:avLst/>
              <a:ahLst/>
              <a:rect l="0" t="0" r="r" b="b"/>
              <a:pathLst>
                <a:path w="73" h="86">
                  <a:moveTo>
                    <a:pt x="73" y="68"/>
                  </a:moveTo>
                  <a:lnTo>
                    <a:pt x="58" y="34"/>
                  </a:lnTo>
                  <a:lnTo>
                    <a:pt x="44" y="0"/>
                  </a:lnTo>
                  <a:lnTo>
                    <a:pt x="0" y="18"/>
                  </a:lnTo>
                  <a:lnTo>
                    <a:pt x="14" y="52"/>
                  </a:lnTo>
                  <a:lnTo>
                    <a:pt x="29" y="86"/>
                  </a:lnTo>
                  <a:lnTo>
                    <a:pt x="73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29" name=""/>
            <p:cNvSpPr/>
            <p:nvPr/>
          </p:nvSpPr>
          <p:spPr>
            <a:xfrm rot="0">
              <a:off x="3259" y="3240"/>
              <a:ext cx="5" cy="11"/>
            </a:xfrm>
            <a:custGeom>
              <a:avLst/>
              <a:ahLst/>
              <a:rect l="0" t="0" r="r" b="b"/>
              <a:pathLst>
                <a:path w="15" h="34">
                  <a:moveTo>
                    <a:pt x="15" y="3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30" name=""/>
            <p:cNvSpPr/>
            <p:nvPr/>
          </p:nvSpPr>
          <p:spPr>
            <a:xfrm rot="0" flipH="1">
              <a:off x="3259" y="32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31" name=""/>
            <p:cNvSpPr/>
            <p:nvPr/>
          </p:nvSpPr>
          <p:spPr>
            <a:xfrm rot="0">
              <a:off x="3244" y="3241"/>
              <a:ext cx="25" cy="28"/>
            </a:xfrm>
            <a:custGeom>
              <a:avLst/>
              <a:ahLst/>
              <a:rect l="0" t="0" r="r" b="b"/>
              <a:pathLst>
                <a:path w="75" h="86">
                  <a:moveTo>
                    <a:pt x="75" y="65"/>
                  </a:moveTo>
                  <a:lnTo>
                    <a:pt x="59" y="32"/>
                  </a:lnTo>
                  <a:lnTo>
                    <a:pt x="44" y="0"/>
                  </a:lnTo>
                  <a:lnTo>
                    <a:pt x="0" y="21"/>
                  </a:lnTo>
                  <a:lnTo>
                    <a:pt x="15" y="54"/>
                  </a:lnTo>
                  <a:lnTo>
                    <a:pt x="31" y="86"/>
                  </a:lnTo>
                  <a:lnTo>
                    <a:pt x="7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32" name=""/>
            <p:cNvSpPr/>
            <p:nvPr/>
          </p:nvSpPr>
          <p:spPr>
            <a:xfrm rot="0">
              <a:off x="3244" y="3241"/>
              <a:ext cx="25" cy="28"/>
            </a:xfrm>
            <a:custGeom>
              <a:avLst/>
              <a:ahLst/>
              <a:rect l="0" t="0" r="r" b="b"/>
              <a:pathLst>
                <a:path w="75" h="86">
                  <a:moveTo>
                    <a:pt x="75" y="65"/>
                  </a:moveTo>
                  <a:lnTo>
                    <a:pt x="59" y="32"/>
                  </a:lnTo>
                  <a:lnTo>
                    <a:pt x="44" y="0"/>
                  </a:lnTo>
                  <a:lnTo>
                    <a:pt x="0" y="21"/>
                  </a:lnTo>
                  <a:lnTo>
                    <a:pt x="15" y="54"/>
                  </a:lnTo>
                  <a:lnTo>
                    <a:pt x="31" y="86"/>
                  </a:lnTo>
                  <a:lnTo>
                    <a:pt x="7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33" name=""/>
            <p:cNvSpPr/>
            <p:nvPr/>
          </p:nvSpPr>
          <p:spPr>
            <a:xfrm rot="0">
              <a:off x="3243" y="3248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34" name=""/>
            <p:cNvSpPr/>
            <p:nvPr/>
          </p:nvSpPr>
          <p:spPr>
            <a:xfrm rot="0" flipH="1">
              <a:off x="3243" y="32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35" name=""/>
            <p:cNvSpPr/>
            <p:nvPr/>
          </p:nvSpPr>
          <p:spPr>
            <a:xfrm rot="0">
              <a:off x="3230" y="3248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75" y="63"/>
                  </a:moveTo>
                  <a:lnTo>
                    <a:pt x="58" y="32"/>
                  </a:lnTo>
                  <a:lnTo>
                    <a:pt x="41" y="0"/>
                  </a:lnTo>
                  <a:lnTo>
                    <a:pt x="0" y="23"/>
                  </a:lnTo>
                  <a:lnTo>
                    <a:pt x="17" y="54"/>
                  </a:lnTo>
                  <a:lnTo>
                    <a:pt x="34" y="86"/>
                  </a:lnTo>
                  <a:lnTo>
                    <a:pt x="75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36" name=""/>
            <p:cNvSpPr/>
            <p:nvPr/>
          </p:nvSpPr>
          <p:spPr>
            <a:xfrm rot="0">
              <a:off x="3230" y="3248"/>
              <a:ext cx="25" cy="29"/>
            </a:xfrm>
            <a:custGeom>
              <a:avLst/>
              <a:ahLst/>
              <a:rect l="0" t="0" r="r" b="b"/>
              <a:pathLst>
                <a:path w="75" h="86">
                  <a:moveTo>
                    <a:pt x="75" y="63"/>
                  </a:moveTo>
                  <a:lnTo>
                    <a:pt x="58" y="32"/>
                  </a:lnTo>
                  <a:lnTo>
                    <a:pt x="41" y="0"/>
                  </a:lnTo>
                  <a:lnTo>
                    <a:pt x="0" y="23"/>
                  </a:lnTo>
                  <a:lnTo>
                    <a:pt x="17" y="54"/>
                  </a:lnTo>
                  <a:lnTo>
                    <a:pt x="34" y="86"/>
                  </a:lnTo>
                  <a:lnTo>
                    <a:pt x="75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37" name=""/>
            <p:cNvSpPr/>
            <p:nvPr/>
          </p:nvSpPr>
          <p:spPr>
            <a:xfrm rot="0">
              <a:off x="3229" y="3256"/>
              <a:ext cx="6" cy="10"/>
            </a:xfrm>
            <a:custGeom>
              <a:avLst/>
              <a:ahLst/>
              <a:rect l="0" t="0" r="r" b="b"/>
              <a:pathLst>
                <a:path w="19" h="31">
                  <a:moveTo>
                    <a:pt x="19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38" name=""/>
            <p:cNvSpPr/>
            <p:nvPr/>
          </p:nvSpPr>
          <p:spPr>
            <a:xfrm rot="0" flipH="1">
              <a:off x="3229" y="32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39" name=""/>
            <p:cNvSpPr/>
            <p:nvPr/>
          </p:nvSpPr>
          <p:spPr>
            <a:xfrm rot="0">
              <a:off x="3215" y="3256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78" y="63"/>
                  </a:moveTo>
                  <a:lnTo>
                    <a:pt x="60" y="31"/>
                  </a:lnTo>
                  <a:lnTo>
                    <a:pt x="41" y="0"/>
                  </a:lnTo>
                  <a:lnTo>
                    <a:pt x="0" y="24"/>
                  </a:lnTo>
                  <a:lnTo>
                    <a:pt x="19" y="56"/>
                  </a:lnTo>
                  <a:lnTo>
                    <a:pt x="37" y="87"/>
                  </a:lnTo>
                  <a:lnTo>
                    <a:pt x="7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40" name=""/>
            <p:cNvSpPr/>
            <p:nvPr/>
          </p:nvSpPr>
          <p:spPr>
            <a:xfrm rot="0">
              <a:off x="3215" y="3256"/>
              <a:ext cx="26" cy="29"/>
            </a:xfrm>
            <a:custGeom>
              <a:avLst/>
              <a:ahLst/>
              <a:rect l="0" t="0" r="r" b="b"/>
              <a:pathLst>
                <a:path w="78" h="87">
                  <a:moveTo>
                    <a:pt x="78" y="63"/>
                  </a:moveTo>
                  <a:lnTo>
                    <a:pt x="60" y="31"/>
                  </a:lnTo>
                  <a:lnTo>
                    <a:pt x="41" y="0"/>
                  </a:lnTo>
                  <a:lnTo>
                    <a:pt x="0" y="24"/>
                  </a:lnTo>
                  <a:lnTo>
                    <a:pt x="19" y="56"/>
                  </a:lnTo>
                  <a:lnTo>
                    <a:pt x="37" y="87"/>
                  </a:lnTo>
                  <a:lnTo>
                    <a:pt x="78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41" name=""/>
            <p:cNvSpPr/>
            <p:nvPr/>
          </p:nvSpPr>
          <p:spPr>
            <a:xfrm rot="0">
              <a:off x="3215" y="3264"/>
              <a:ext cx="7" cy="10"/>
            </a:xfrm>
            <a:custGeom>
              <a:avLst/>
              <a:ahLst/>
              <a:rect l="0" t="0" r="r" b="b"/>
              <a:pathLst>
                <a:path w="20" h="32">
                  <a:moveTo>
                    <a:pt x="20" y="3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42" name=""/>
            <p:cNvSpPr/>
            <p:nvPr/>
          </p:nvSpPr>
          <p:spPr>
            <a:xfrm rot="0" flipH="1">
              <a:off x="3215" y="32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43" name=""/>
            <p:cNvSpPr/>
            <p:nvPr/>
          </p:nvSpPr>
          <p:spPr>
            <a:xfrm rot="0">
              <a:off x="3202" y="3264"/>
              <a:ext cx="26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80" y="60"/>
                  </a:moveTo>
                  <a:lnTo>
                    <a:pt x="60" y="30"/>
                  </a:lnTo>
                  <a:lnTo>
                    <a:pt x="40" y="0"/>
                  </a:lnTo>
                  <a:lnTo>
                    <a:pt x="0" y="27"/>
                  </a:lnTo>
                  <a:lnTo>
                    <a:pt x="20" y="57"/>
                  </a:lnTo>
                  <a:lnTo>
                    <a:pt x="40" y="87"/>
                  </a:lnTo>
                  <a:lnTo>
                    <a:pt x="8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44" name=""/>
            <p:cNvSpPr/>
            <p:nvPr/>
          </p:nvSpPr>
          <p:spPr>
            <a:xfrm rot="0">
              <a:off x="3202" y="3264"/>
              <a:ext cx="26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80" y="60"/>
                  </a:moveTo>
                  <a:lnTo>
                    <a:pt x="60" y="30"/>
                  </a:lnTo>
                  <a:lnTo>
                    <a:pt x="40" y="0"/>
                  </a:lnTo>
                  <a:lnTo>
                    <a:pt x="0" y="27"/>
                  </a:lnTo>
                  <a:lnTo>
                    <a:pt x="20" y="57"/>
                  </a:lnTo>
                  <a:lnTo>
                    <a:pt x="40" y="87"/>
                  </a:lnTo>
                  <a:lnTo>
                    <a:pt x="8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45" name=""/>
            <p:cNvSpPr/>
            <p:nvPr/>
          </p:nvSpPr>
          <p:spPr>
            <a:xfrm rot="0">
              <a:off x="3188" y="3273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80" y="60"/>
                  </a:moveTo>
                  <a:lnTo>
                    <a:pt x="60" y="30"/>
                  </a:lnTo>
                  <a:lnTo>
                    <a:pt x="40" y="0"/>
                  </a:lnTo>
                  <a:lnTo>
                    <a:pt x="0" y="27"/>
                  </a:lnTo>
                  <a:lnTo>
                    <a:pt x="20" y="57"/>
                  </a:lnTo>
                  <a:lnTo>
                    <a:pt x="40" y="87"/>
                  </a:lnTo>
                  <a:lnTo>
                    <a:pt x="8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46" name=""/>
            <p:cNvSpPr/>
            <p:nvPr/>
          </p:nvSpPr>
          <p:spPr>
            <a:xfrm rot="0">
              <a:off x="3188" y="3273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80" y="60"/>
                  </a:moveTo>
                  <a:lnTo>
                    <a:pt x="60" y="30"/>
                  </a:lnTo>
                  <a:lnTo>
                    <a:pt x="40" y="0"/>
                  </a:lnTo>
                  <a:lnTo>
                    <a:pt x="0" y="27"/>
                  </a:lnTo>
                  <a:lnTo>
                    <a:pt x="20" y="57"/>
                  </a:lnTo>
                  <a:lnTo>
                    <a:pt x="40" y="87"/>
                  </a:lnTo>
                  <a:lnTo>
                    <a:pt x="8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47" name=""/>
            <p:cNvSpPr/>
            <p:nvPr/>
          </p:nvSpPr>
          <p:spPr>
            <a:xfrm rot="0">
              <a:off x="3187" y="3282"/>
              <a:ext cx="8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23" y="3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48" name=""/>
            <p:cNvSpPr/>
            <p:nvPr/>
          </p:nvSpPr>
          <p:spPr>
            <a:xfrm rot="0" flipH="1">
              <a:off x="3187" y="32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49" name=""/>
            <p:cNvSpPr/>
            <p:nvPr/>
          </p:nvSpPr>
          <p:spPr>
            <a:xfrm rot="0">
              <a:off x="3175" y="3283"/>
              <a:ext cx="28" cy="29"/>
            </a:xfrm>
            <a:custGeom>
              <a:avLst/>
              <a:ahLst/>
              <a:rect l="0" t="0" r="r" b="b"/>
              <a:pathLst>
                <a:path w="83" h="87">
                  <a:moveTo>
                    <a:pt x="83" y="57"/>
                  </a:moveTo>
                  <a:lnTo>
                    <a:pt x="60" y="29"/>
                  </a:lnTo>
                  <a:lnTo>
                    <a:pt x="37" y="0"/>
                  </a:lnTo>
                  <a:lnTo>
                    <a:pt x="0" y="30"/>
                  </a:lnTo>
                  <a:lnTo>
                    <a:pt x="23" y="59"/>
                  </a:lnTo>
                  <a:lnTo>
                    <a:pt x="46" y="87"/>
                  </a:lnTo>
                  <a:lnTo>
                    <a:pt x="83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50" name=""/>
            <p:cNvSpPr/>
            <p:nvPr/>
          </p:nvSpPr>
          <p:spPr>
            <a:xfrm rot="0">
              <a:off x="3175" y="3283"/>
              <a:ext cx="28" cy="29"/>
            </a:xfrm>
            <a:custGeom>
              <a:avLst/>
              <a:ahLst/>
              <a:rect l="0" t="0" r="r" b="b"/>
              <a:pathLst>
                <a:path w="83" h="87">
                  <a:moveTo>
                    <a:pt x="83" y="57"/>
                  </a:moveTo>
                  <a:lnTo>
                    <a:pt x="60" y="29"/>
                  </a:lnTo>
                  <a:lnTo>
                    <a:pt x="37" y="0"/>
                  </a:lnTo>
                  <a:lnTo>
                    <a:pt x="0" y="30"/>
                  </a:lnTo>
                  <a:lnTo>
                    <a:pt x="23" y="59"/>
                  </a:lnTo>
                  <a:lnTo>
                    <a:pt x="46" y="87"/>
                  </a:lnTo>
                  <a:lnTo>
                    <a:pt x="83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51" name=""/>
            <p:cNvSpPr/>
            <p:nvPr/>
          </p:nvSpPr>
          <p:spPr>
            <a:xfrm rot="0">
              <a:off x="3175" y="3293"/>
              <a:ext cx="8" cy="9"/>
            </a:xfrm>
            <a:custGeom>
              <a:avLst/>
              <a:ahLst/>
              <a:rect l="0" t="0" r="r" b="b"/>
              <a:pathLst>
                <a:path w="23" h="29">
                  <a:moveTo>
                    <a:pt x="23" y="29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52" name=""/>
            <p:cNvSpPr/>
            <p:nvPr/>
          </p:nvSpPr>
          <p:spPr>
            <a:xfrm rot="0">
              <a:off x="3175" y="32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53" name=""/>
            <p:cNvSpPr/>
            <p:nvPr/>
          </p:nvSpPr>
          <p:spPr>
            <a:xfrm rot="0">
              <a:off x="3163" y="3293"/>
              <a:ext cx="27" cy="29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4"/>
                  </a:moveTo>
                  <a:lnTo>
                    <a:pt x="60" y="27"/>
                  </a:lnTo>
                  <a:lnTo>
                    <a:pt x="37" y="0"/>
                  </a:lnTo>
                  <a:lnTo>
                    <a:pt x="0" y="31"/>
                  </a:lnTo>
                  <a:lnTo>
                    <a:pt x="23" y="58"/>
                  </a:lnTo>
                  <a:lnTo>
                    <a:pt x="46" y="85"/>
                  </a:lnTo>
                  <a:lnTo>
                    <a:pt x="8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54" name=""/>
            <p:cNvSpPr/>
            <p:nvPr/>
          </p:nvSpPr>
          <p:spPr>
            <a:xfrm rot="0">
              <a:off x="3163" y="3293"/>
              <a:ext cx="27" cy="29"/>
            </a:xfrm>
            <a:custGeom>
              <a:avLst/>
              <a:ahLst/>
              <a:rect l="0" t="0" r="r" b="b"/>
              <a:pathLst>
                <a:path w="83" h="85">
                  <a:moveTo>
                    <a:pt x="83" y="54"/>
                  </a:moveTo>
                  <a:lnTo>
                    <a:pt x="60" y="27"/>
                  </a:lnTo>
                  <a:lnTo>
                    <a:pt x="37" y="0"/>
                  </a:lnTo>
                  <a:lnTo>
                    <a:pt x="0" y="31"/>
                  </a:lnTo>
                  <a:lnTo>
                    <a:pt x="23" y="58"/>
                  </a:lnTo>
                  <a:lnTo>
                    <a:pt x="46" y="85"/>
                  </a:lnTo>
                  <a:lnTo>
                    <a:pt x="8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55" name=""/>
            <p:cNvSpPr/>
            <p:nvPr/>
          </p:nvSpPr>
          <p:spPr>
            <a:xfrm rot="0">
              <a:off x="3162" y="3304"/>
              <a:ext cx="8" cy="9"/>
            </a:xfrm>
            <a:custGeom>
              <a:avLst/>
              <a:ahLst/>
              <a:rect l="0" t="0" r="r" b="b"/>
              <a:pathLst>
                <a:path w="24" h="27">
                  <a:moveTo>
                    <a:pt x="24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56" name=""/>
            <p:cNvSpPr/>
            <p:nvPr/>
          </p:nvSpPr>
          <p:spPr>
            <a:xfrm rot="0" flipH="1">
              <a:off x="3162" y="33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57" name=""/>
            <p:cNvSpPr/>
            <p:nvPr/>
          </p:nvSpPr>
          <p:spPr>
            <a:xfrm rot="0">
              <a:off x="3150" y="3304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4"/>
                  </a:moveTo>
                  <a:lnTo>
                    <a:pt x="60" y="27"/>
                  </a:lnTo>
                  <a:lnTo>
                    <a:pt x="36" y="0"/>
                  </a:lnTo>
                  <a:lnTo>
                    <a:pt x="0" y="33"/>
                  </a:lnTo>
                  <a:lnTo>
                    <a:pt x="24" y="60"/>
                  </a:lnTo>
                  <a:lnTo>
                    <a:pt x="48" y="87"/>
                  </a:lnTo>
                  <a:lnTo>
                    <a:pt x="8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58" name=""/>
            <p:cNvSpPr/>
            <p:nvPr/>
          </p:nvSpPr>
          <p:spPr>
            <a:xfrm rot="0">
              <a:off x="3150" y="3304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84" y="54"/>
                  </a:moveTo>
                  <a:lnTo>
                    <a:pt x="60" y="27"/>
                  </a:lnTo>
                  <a:lnTo>
                    <a:pt x="36" y="0"/>
                  </a:lnTo>
                  <a:lnTo>
                    <a:pt x="0" y="33"/>
                  </a:lnTo>
                  <a:lnTo>
                    <a:pt x="24" y="60"/>
                  </a:lnTo>
                  <a:lnTo>
                    <a:pt x="48" y="87"/>
                  </a:lnTo>
                  <a:lnTo>
                    <a:pt x="8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59" name=""/>
            <p:cNvSpPr/>
            <p:nvPr/>
          </p:nvSpPr>
          <p:spPr>
            <a:xfrm rot="0">
              <a:off x="3150" y="3315"/>
              <a:ext cx="8" cy="9"/>
            </a:xfrm>
            <a:custGeom>
              <a:avLst/>
              <a:ahLst/>
              <a:rect l="0" t="0" r="r" b="b"/>
              <a:pathLst>
                <a:path w="25" h="27">
                  <a:moveTo>
                    <a:pt x="25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60" name=""/>
            <p:cNvSpPr/>
            <p:nvPr/>
          </p:nvSpPr>
          <p:spPr>
            <a:xfrm rot="0" flipH="1">
              <a:off x="3150" y="33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61" name=""/>
            <p:cNvSpPr/>
            <p:nvPr/>
          </p:nvSpPr>
          <p:spPr>
            <a:xfrm rot="0">
              <a:off x="3139" y="3315"/>
              <a:ext cx="28" cy="29"/>
            </a:xfrm>
            <a:custGeom>
              <a:avLst/>
              <a:ahLst/>
              <a:rect l="0" t="0" r="r" b="b"/>
              <a:pathLst>
                <a:path w="84" h="86">
                  <a:moveTo>
                    <a:pt x="84" y="51"/>
                  </a:moveTo>
                  <a:lnTo>
                    <a:pt x="58" y="26"/>
                  </a:lnTo>
                  <a:lnTo>
                    <a:pt x="33" y="0"/>
                  </a:lnTo>
                  <a:lnTo>
                    <a:pt x="0" y="34"/>
                  </a:lnTo>
                  <a:lnTo>
                    <a:pt x="26" y="60"/>
                  </a:lnTo>
                  <a:lnTo>
                    <a:pt x="51" y="86"/>
                  </a:lnTo>
                  <a:lnTo>
                    <a:pt x="8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62" name=""/>
            <p:cNvSpPr/>
            <p:nvPr/>
          </p:nvSpPr>
          <p:spPr>
            <a:xfrm rot="0">
              <a:off x="3139" y="3315"/>
              <a:ext cx="28" cy="29"/>
            </a:xfrm>
            <a:custGeom>
              <a:avLst/>
              <a:ahLst/>
              <a:rect l="0" t="0" r="r" b="b"/>
              <a:pathLst>
                <a:path w="84" h="86">
                  <a:moveTo>
                    <a:pt x="84" y="51"/>
                  </a:moveTo>
                  <a:lnTo>
                    <a:pt x="58" y="26"/>
                  </a:lnTo>
                  <a:lnTo>
                    <a:pt x="33" y="0"/>
                  </a:lnTo>
                  <a:lnTo>
                    <a:pt x="0" y="34"/>
                  </a:lnTo>
                  <a:lnTo>
                    <a:pt x="26" y="60"/>
                  </a:lnTo>
                  <a:lnTo>
                    <a:pt x="51" y="86"/>
                  </a:lnTo>
                  <a:lnTo>
                    <a:pt x="8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63" name=""/>
            <p:cNvSpPr/>
            <p:nvPr/>
          </p:nvSpPr>
          <p:spPr>
            <a:xfrm rot="0">
              <a:off x="3138" y="3326"/>
              <a:ext cx="10" cy="9"/>
            </a:xfrm>
            <a:custGeom>
              <a:avLst/>
              <a:ahLst/>
              <a:rect l="0" t="0" r="r" b="b"/>
              <a:pathLst>
                <a:path w="28" h="26">
                  <a:moveTo>
                    <a:pt x="28" y="2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64" name=""/>
            <p:cNvSpPr/>
            <p:nvPr/>
          </p:nvSpPr>
          <p:spPr>
            <a:xfrm rot="0" flipH="1">
              <a:off x="3138" y="33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65" name=""/>
            <p:cNvSpPr/>
            <p:nvPr/>
          </p:nvSpPr>
          <p:spPr>
            <a:xfrm rot="0">
              <a:off x="3128" y="3327"/>
              <a:ext cx="29" cy="28"/>
            </a:xfrm>
            <a:custGeom>
              <a:avLst/>
              <a:ahLst/>
              <a:rect l="0" t="0" r="r" b="b"/>
              <a:pathLst>
                <a:path w="87" h="84">
                  <a:moveTo>
                    <a:pt x="87" y="48"/>
                  </a:moveTo>
                  <a:lnTo>
                    <a:pt x="60" y="24"/>
                  </a:lnTo>
                  <a:lnTo>
                    <a:pt x="32" y="0"/>
                  </a:lnTo>
                  <a:lnTo>
                    <a:pt x="0" y="35"/>
                  </a:lnTo>
                  <a:lnTo>
                    <a:pt x="27" y="60"/>
                  </a:lnTo>
                  <a:lnTo>
                    <a:pt x="54" y="84"/>
                  </a:lnTo>
                  <a:lnTo>
                    <a:pt x="87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66" name=""/>
            <p:cNvSpPr/>
            <p:nvPr/>
          </p:nvSpPr>
          <p:spPr>
            <a:xfrm rot="0">
              <a:off x="3128" y="3327"/>
              <a:ext cx="29" cy="28"/>
            </a:xfrm>
            <a:custGeom>
              <a:avLst/>
              <a:ahLst/>
              <a:rect l="0" t="0" r="r" b="b"/>
              <a:pathLst>
                <a:path w="87" h="84">
                  <a:moveTo>
                    <a:pt x="87" y="48"/>
                  </a:moveTo>
                  <a:lnTo>
                    <a:pt x="60" y="24"/>
                  </a:lnTo>
                  <a:lnTo>
                    <a:pt x="32" y="0"/>
                  </a:lnTo>
                  <a:lnTo>
                    <a:pt x="0" y="35"/>
                  </a:lnTo>
                  <a:lnTo>
                    <a:pt x="27" y="60"/>
                  </a:lnTo>
                  <a:lnTo>
                    <a:pt x="54" y="84"/>
                  </a:lnTo>
                  <a:lnTo>
                    <a:pt x="87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67" name=""/>
            <p:cNvSpPr/>
            <p:nvPr/>
          </p:nvSpPr>
          <p:spPr>
            <a:xfrm rot="0">
              <a:off x="3127" y="3339"/>
              <a:ext cx="10" cy="8"/>
            </a:xfrm>
            <a:custGeom>
              <a:avLst/>
              <a:ahLst/>
              <a:rect l="0" t="0" r="r" b="b"/>
              <a:pathLst>
                <a:path w="29" h="25">
                  <a:moveTo>
                    <a:pt x="29" y="2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68" name=""/>
            <p:cNvSpPr/>
            <p:nvPr/>
          </p:nvSpPr>
          <p:spPr>
            <a:xfrm rot="0" flipH="1">
              <a:off x="3127" y="33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69" name=""/>
            <p:cNvSpPr/>
            <p:nvPr/>
          </p:nvSpPr>
          <p:spPr>
            <a:xfrm rot="0">
              <a:off x="3117" y="3339"/>
              <a:ext cx="29" cy="28"/>
            </a:xfrm>
            <a:custGeom>
              <a:avLst/>
              <a:ahLst/>
              <a:rect l="0" t="0" r="r" b="b"/>
              <a:pathLst>
                <a:path w="87" h="82">
                  <a:moveTo>
                    <a:pt x="87" y="45"/>
                  </a:moveTo>
                  <a:lnTo>
                    <a:pt x="59" y="23"/>
                  </a:lnTo>
                  <a:lnTo>
                    <a:pt x="30" y="0"/>
                  </a:lnTo>
                  <a:lnTo>
                    <a:pt x="0" y="37"/>
                  </a:lnTo>
                  <a:lnTo>
                    <a:pt x="29" y="60"/>
                  </a:lnTo>
                  <a:lnTo>
                    <a:pt x="57" y="82"/>
                  </a:lnTo>
                  <a:lnTo>
                    <a:pt x="8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70" name=""/>
            <p:cNvSpPr/>
            <p:nvPr/>
          </p:nvSpPr>
          <p:spPr>
            <a:xfrm rot="0">
              <a:off x="3117" y="3339"/>
              <a:ext cx="29" cy="28"/>
            </a:xfrm>
            <a:custGeom>
              <a:avLst/>
              <a:ahLst/>
              <a:rect l="0" t="0" r="r" b="b"/>
              <a:pathLst>
                <a:path w="87" h="82">
                  <a:moveTo>
                    <a:pt x="87" y="45"/>
                  </a:moveTo>
                  <a:lnTo>
                    <a:pt x="59" y="23"/>
                  </a:lnTo>
                  <a:lnTo>
                    <a:pt x="30" y="0"/>
                  </a:lnTo>
                  <a:lnTo>
                    <a:pt x="0" y="37"/>
                  </a:lnTo>
                  <a:lnTo>
                    <a:pt x="29" y="60"/>
                  </a:lnTo>
                  <a:lnTo>
                    <a:pt x="57" y="82"/>
                  </a:lnTo>
                  <a:lnTo>
                    <a:pt x="87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71" name=""/>
            <p:cNvSpPr/>
            <p:nvPr/>
          </p:nvSpPr>
          <p:spPr>
            <a:xfrm rot="0">
              <a:off x="3115" y="3352"/>
              <a:ext cx="21" cy="19"/>
            </a:xfrm>
            <a:custGeom>
              <a:avLst/>
              <a:ahLst/>
              <a:rect l="0" t="0" r="r" b="b"/>
              <a:pathLst>
                <a:path w="64" h="58">
                  <a:moveTo>
                    <a:pt x="36" y="23"/>
                  </a:moveTo>
                  <a:lnTo>
                    <a:pt x="64" y="45"/>
                  </a:lnTo>
                  <a:lnTo>
                    <a:pt x="56" y="52"/>
                  </a:lnTo>
                  <a:lnTo>
                    <a:pt x="46" y="58"/>
                  </a:lnTo>
                  <a:lnTo>
                    <a:pt x="34" y="58"/>
                  </a:lnTo>
                  <a:lnTo>
                    <a:pt x="23" y="57"/>
                  </a:lnTo>
                  <a:lnTo>
                    <a:pt x="13" y="51"/>
                  </a:lnTo>
                  <a:lnTo>
                    <a:pt x="6" y="42"/>
                  </a:lnTo>
                  <a:lnTo>
                    <a:pt x="0" y="33"/>
                  </a:lnTo>
                  <a:lnTo>
                    <a:pt x="0" y="21"/>
                  </a:lnTo>
                  <a:lnTo>
                    <a:pt x="2" y="10"/>
                  </a:lnTo>
                  <a:lnTo>
                    <a:pt x="7" y="0"/>
                  </a:lnTo>
                  <a:lnTo>
                    <a:pt x="3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72" name=""/>
            <p:cNvSpPr/>
            <p:nvPr/>
          </p:nvSpPr>
          <p:spPr>
            <a:xfrm rot="0">
              <a:off x="3115" y="3352"/>
              <a:ext cx="21" cy="19"/>
            </a:xfrm>
            <a:custGeom>
              <a:avLst/>
              <a:ahLst/>
              <a:rect l="0" t="0" r="r" b="b"/>
              <a:pathLst>
                <a:path w="64" h="58">
                  <a:moveTo>
                    <a:pt x="64" y="45"/>
                  </a:moveTo>
                  <a:lnTo>
                    <a:pt x="56" y="52"/>
                  </a:lnTo>
                  <a:lnTo>
                    <a:pt x="46" y="58"/>
                  </a:lnTo>
                  <a:lnTo>
                    <a:pt x="34" y="58"/>
                  </a:lnTo>
                  <a:lnTo>
                    <a:pt x="23" y="57"/>
                  </a:lnTo>
                  <a:lnTo>
                    <a:pt x="13" y="51"/>
                  </a:lnTo>
                  <a:lnTo>
                    <a:pt x="6" y="42"/>
                  </a:lnTo>
                  <a:lnTo>
                    <a:pt x="0" y="33"/>
                  </a:lnTo>
                  <a:lnTo>
                    <a:pt x="0" y="21"/>
                  </a:lnTo>
                  <a:lnTo>
                    <a:pt x="2" y="10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73" name=""/>
            <p:cNvSpPr/>
            <p:nvPr/>
          </p:nvSpPr>
          <p:spPr>
            <a:xfrm rot="0">
              <a:off x="3407" y="3952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74" name=""/>
            <p:cNvSpPr/>
            <p:nvPr/>
          </p:nvSpPr>
          <p:spPr>
            <a:xfrm rot="0">
              <a:off x="3407" y="3952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75" name=""/>
            <p:cNvSpPr/>
            <p:nvPr/>
          </p:nvSpPr>
          <p:spPr>
            <a:xfrm rot="0">
              <a:off x="3419" y="3952"/>
              <a:ext cx="604" cy="24"/>
            </a:xfrm>
            <a:custGeom>
              <a:avLst/>
              <a:ahLst/>
              <a:rect l="0" t="0" r="r" b="b"/>
              <a:pathLst>
                <a:path w="1811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1811" y="73"/>
                  </a:ln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76" name=""/>
            <p:cNvSpPr/>
            <p:nvPr/>
          </p:nvSpPr>
          <p:spPr>
            <a:xfrm rot="0">
              <a:off x="3419" y="3952"/>
              <a:ext cx="604" cy="24"/>
            </a:xfrm>
            <a:custGeom>
              <a:avLst/>
              <a:ahLst/>
              <a:rect l="0" t="0" r="r" b="b"/>
              <a:pathLst>
                <a:path w="1811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1811" y="73"/>
                  </a:ln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77" name=""/>
            <p:cNvSpPr/>
            <p:nvPr/>
          </p:nvSpPr>
          <p:spPr>
            <a:xfrm rot="0">
              <a:off x="4023" y="3952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78" name=""/>
            <p:cNvSpPr/>
            <p:nvPr/>
          </p:nvSpPr>
          <p:spPr>
            <a:xfrm rot="0">
              <a:off x="4023" y="3952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79" name=""/>
            <p:cNvSpPr/>
            <p:nvPr/>
          </p:nvSpPr>
          <p:spPr>
            <a:xfrm rot="0">
              <a:off x="4011" y="3964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80" name=""/>
            <p:cNvSpPr/>
            <p:nvPr/>
          </p:nvSpPr>
          <p:spPr>
            <a:xfrm rot="0">
              <a:off x="4011" y="3964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81" name=""/>
            <p:cNvSpPr/>
            <p:nvPr/>
          </p:nvSpPr>
          <p:spPr>
            <a:xfrm rot="0">
              <a:off x="4011" y="3218"/>
              <a:ext cx="24" cy="746"/>
            </a:xfrm>
            <a:custGeom>
              <a:avLst/>
              <a:ahLst/>
              <a:rect l="0" t="0" r="r" b="b"/>
              <a:pathLst>
                <a:path w="73" h="2240">
                  <a:moveTo>
                    <a:pt x="0" y="2240"/>
                  </a:moveTo>
                  <a:lnTo>
                    <a:pt x="36" y="2240"/>
                  </a:lnTo>
                  <a:lnTo>
                    <a:pt x="73" y="2240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22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82" name=""/>
            <p:cNvSpPr/>
            <p:nvPr/>
          </p:nvSpPr>
          <p:spPr>
            <a:xfrm rot="0">
              <a:off x="4011" y="3218"/>
              <a:ext cx="24" cy="746"/>
            </a:xfrm>
            <a:custGeom>
              <a:avLst/>
              <a:ahLst/>
              <a:rect l="0" t="0" r="r" b="b"/>
              <a:pathLst>
                <a:path w="73" h="2240">
                  <a:moveTo>
                    <a:pt x="0" y="2240"/>
                  </a:moveTo>
                  <a:lnTo>
                    <a:pt x="36" y="2240"/>
                  </a:lnTo>
                  <a:lnTo>
                    <a:pt x="73" y="2240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22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83" name=""/>
            <p:cNvSpPr/>
            <p:nvPr/>
          </p:nvSpPr>
          <p:spPr>
            <a:xfrm rot="0">
              <a:off x="4011" y="3205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84" name=""/>
            <p:cNvSpPr/>
            <p:nvPr/>
          </p:nvSpPr>
          <p:spPr>
            <a:xfrm rot="0">
              <a:off x="4011" y="3205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85" name=""/>
            <p:cNvSpPr/>
            <p:nvPr/>
          </p:nvSpPr>
          <p:spPr>
            <a:xfrm rot="0">
              <a:off x="4023" y="3205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86" name=""/>
            <p:cNvSpPr/>
            <p:nvPr/>
          </p:nvSpPr>
          <p:spPr>
            <a:xfrm rot="0">
              <a:off x="4023" y="3205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87" name=""/>
            <p:cNvSpPr/>
            <p:nvPr/>
          </p:nvSpPr>
          <p:spPr>
            <a:xfrm rot="0">
              <a:off x="3419" y="3205"/>
              <a:ext cx="604" cy="25"/>
            </a:xfrm>
            <a:custGeom>
              <a:avLst/>
              <a:ahLst/>
              <a:rect l="0" t="0" r="r" b="b"/>
              <a:pathLst>
                <a:path w="1811" h="73">
                  <a:moveTo>
                    <a:pt x="1811" y="73"/>
                  </a:move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811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88" name=""/>
            <p:cNvSpPr/>
            <p:nvPr/>
          </p:nvSpPr>
          <p:spPr>
            <a:xfrm rot="0">
              <a:off x="3419" y="3205"/>
              <a:ext cx="604" cy="25"/>
            </a:xfrm>
            <a:custGeom>
              <a:avLst/>
              <a:ahLst/>
              <a:rect l="0" t="0" r="r" b="b"/>
              <a:pathLst>
                <a:path w="1811" h="73">
                  <a:moveTo>
                    <a:pt x="1811" y="73"/>
                  </a:move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811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89" name=""/>
            <p:cNvSpPr/>
            <p:nvPr/>
          </p:nvSpPr>
          <p:spPr>
            <a:xfrm rot="0">
              <a:off x="3407" y="3205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90" name=""/>
            <p:cNvSpPr/>
            <p:nvPr/>
          </p:nvSpPr>
          <p:spPr>
            <a:xfrm rot="0">
              <a:off x="3407" y="3205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91" name=""/>
            <p:cNvSpPr/>
            <p:nvPr/>
          </p:nvSpPr>
          <p:spPr>
            <a:xfrm rot="0">
              <a:off x="3117" y="3347"/>
              <a:ext cx="21" cy="19"/>
            </a:xfrm>
            <a:custGeom>
              <a:avLst/>
              <a:ahLst/>
              <a:rect l="0" t="0" r="r" b="b"/>
              <a:pathLst>
                <a:path w="64" h="57">
                  <a:moveTo>
                    <a:pt x="29" y="36"/>
                  </a:moveTo>
                  <a:lnTo>
                    <a:pt x="0" y="14"/>
                  </a:lnTo>
                  <a:lnTo>
                    <a:pt x="8" y="6"/>
                  </a:lnTo>
                  <a:lnTo>
                    <a:pt x="17" y="1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50" y="7"/>
                  </a:lnTo>
                  <a:lnTo>
                    <a:pt x="59" y="14"/>
                  </a:lnTo>
                  <a:lnTo>
                    <a:pt x="63" y="24"/>
                  </a:lnTo>
                  <a:lnTo>
                    <a:pt x="64" y="36"/>
                  </a:lnTo>
                  <a:lnTo>
                    <a:pt x="63" y="47"/>
                  </a:lnTo>
                  <a:lnTo>
                    <a:pt x="57" y="57"/>
                  </a:lnTo>
                  <a:lnTo>
                    <a:pt x="29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92" name=""/>
            <p:cNvSpPr/>
            <p:nvPr/>
          </p:nvSpPr>
          <p:spPr>
            <a:xfrm rot="0">
              <a:off x="3117" y="3347"/>
              <a:ext cx="21" cy="19"/>
            </a:xfrm>
            <a:custGeom>
              <a:avLst/>
              <a:ahLst/>
              <a:rect l="0" t="0" r="r" b="b"/>
              <a:pathLst>
                <a:path w="64" h="57">
                  <a:moveTo>
                    <a:pt x="0" y="14"/>
                  </a:moveTo>
                  <a:lnTo>
                    <a:pt x="8" y="6"/>
                  </a:lnTo>
                  <a:lnTo>
                    <a:pt x="17" y="1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50" y="7"/>
                  </a:lnTo>
                  <a:lnTo>
                    <a:pt x="59" y="14"/>
                  </a:lnTo>
                  <a:lnTo>
                    <a:pt x="63" y="24"/>
                  </a:lnTo>
                  <a:lnTo>
                    <a:pt x="64" y="36"/>
                  </a:lnTo>
                  <a:lnTo>
                    <a:pt x="63" y="47"/>
                  </a:lnTo>
                  <a:lnTo>
                    <a:pt x="57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93" name=""/>
            <p:cNvSpPr/>
            <p:nvPr/>
          </p:nvSpPr>
          <p:spPr>
            <a:xfrm rot="0">
              <a:off x="3108" y="3352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85" y="43"/>
                  </a:moveTo>
                  <a:lnTo>
                    <a:pt x="57" y="22"/>
                  </a:lnTo>
                  <a:lnTo>
                    <a:pt x="28" y="0"/>
                  </a:lnTo>
                  <a:lnTo>
                    <a:pt x="0" y="39"/>
                  </a:lnTo>
                  <a:lnTo>
                    <a:pt x="28" y="60"/>
                  </a:lnTo>
                  <a:lnTo>
                    <a:pt x="57" y="81"/>
                  </a:lnTo>
                  <a:lnTo>
                    <a:pt x="8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94" name=""/>
            <p:cNvSpPr/>
            <p:nvPr/>
          </p:nvSpPr>
          <p:spPr>
            <a:xfrm rot="0">
              <a:off x="3108" y="3352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85" y="43"/>
                  </a:moveTo>
                  <a:lnTo>
                    <a:pt x="57" y="22"/>
                  </a:lnTo>
                  <a:lnTo>
                    <a:pt x="28" y="0"/>
                  </a:lnTo>
                  <a:lnTo>
                    <a:pt x="0" y="39"/>
                  </a:lnTo>
                  <a:lnTo>
                    <a:pt x="28" y="60"/>
                  </a:lnTo>
                  <a:lnTo>
                    <a:pt x="57" y="81"/>
                  </a:lnTo>
                  <a:lnTo>
                    <a:pt x="85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95" name=""/>
            <p:cNvSpPr/>
            <p:nvPr/>
          </p:nvSpPr>
          <p:spPr>
            <a:xfrm rot="0">
              <a:off x="3107" y="3365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96" name=""/>
            <p:cNvSpPr/>
            <p:nvPr/>
          </p:nvSpPr>
          <p:spPr>
            <a:xfrm rot="0" flipH="1">
              <a:off x="3107" y="33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97" name=""/>
            <p:cNvSpPr/>
            <p:nvPr/>
          </p:nvSpPr>
          <p:spPr>
            <a:xfrm rot="0">
              <a:off x="3098" y="3365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87" y="42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8"/>
                  </a:lnTo>
                  <a:lnTo>
                    <a:pt x="30" y="59"/>
                  </a:lnTo>
                  <a:lnTo>
                    <a:pt x="60" y="81"/>
                  </a:lnTo>
                  <a:lnTo>
                    <a:pt x="8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198" name=""/>
            <p:cNvSpPr/>
            <p:nvPr/>
          </p:nvSpPr>
          <p:spPr>
            <a:xfrm rot="0">
              <a:off x="3098" y="3365"/>
              <a:ext cx="29" cy="27"/>
            </a:xfrm>
            <a:custGeom>
              <a:avLst/>
              <a:ahLst/>
              <a:rect l="0" t="0" r="r" b="b"/>
              <a:pathLst>
                <a:path w="87" h="81">
                  <a:moveTo>
                    <a:pt x="87" y="42"/>
                  </a:moveTo>
                  <a:lnTo>
                    <a:pt x="57" y="21"/>
                  </a:lnTo>
                  <a:lnTo>
                    <a:pt x="27" y="0"/>
                  </a:lnTo>
                  <a:lnTo>
                    <a:pt x="0" y="38"/>
                  </a:lnTo>
                  <a:lnTo>
                    <a:pt x="30" y="59"/>
                  </a:lnTo>
                  <a:lnTo>
                    <a:pt x="60" y="81"/>
                  </a:lnTo>
                  <a:lnTo>
                    <a:pt x="87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199" name=""/>
            <p:cNvSpPr/>
            <p:nvPr/>
          </p:nvSpPr>
          <p:spPr>
            <a:xfrm rot="0">
              <a:off x="3098" y="3378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2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00" name=""/>
            <p:cNvSpPr/>
            <p:nvPr/>
          </p:nvSpPr>
          <p:spPr>
            <a:xfrm rot="0">
              <a:off x="3098" y="33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01" name=""/>
            <p:cNvSpPr/>
            <p:nvPr/>
          </p:nvSpPr>
          <p:spPr>
            <a:xfrm rot="0">
              <a:off x="3090" y="3378"/>
              <a:ext cx="28" cy="27"/>
            </a:xfrm>
            <a:custGeom>
              <a:avLst/>
              <a:ahLst/>
              <a:rect l="0" t="0" r="r" b="b"/>
              <a:pathLst>
                <a:path w="85" h="80">
                  <a:moveTo>
                    <a:pt x="85" y="40"/>
                  </a:moveTo>
                  <a:lnTo>
                    <a:pt x="55" y="20"/>
                  </a:lnTo>
                  <a:lnTo>
                    <a:pt x="25" y="0"/>
                  </a:lnTo>
                  <a:lnTo>
                    <a:pt x="0" y="40"/>
                  </a:lnTo>
                  <a:lnTo>
                    <a:pt x="30" y="60"/>
                  </a:lnTo>
                  <a:lnTo>
                    <a:pt x="60" y="80"/>
                  </a:lnTo>
                  <a:lnTo>
                    <a:pt x="85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02" name=""/>
            <p:cNvSpPr/>
            <p:nvPr/>
          </p:nvSpPr>
          <p:spPr>
            <a:xfrm rot="0">
              <a:off x="3090" y="3378"/>
              <a:ext cx="28" cy="27"/>
            </a:xfrm>
            <a:custGeom>
              <a:avLst/>
              <a:ahLst/>
              <a:rect l="0" t="0" r="r" b="b"/>
              <a:pathLst>
                <a:path w="85" h="80">
                  <a:moveTo>
                    <a:pt x="85" y="40"/>
                  </a:moveTo>
                  <a:lnTo>
                    <a:pt x="55" y="20"/>
                  </a:lnTo>
                  <a:lnTo>
                    <a:pt x="25" y="0"/>
                  </a:lnTo>
                  <a:lnTo>
                    <a:pt x="0" y="40"/>
                  </a:lnTo>
                  <a:lnTo>
                    <a:pt x="30" y="60"/>
                  </a:lnTo>
                  <a:lnTo>
                    <a:pt x="60" y="80"/>
                  </a:lnTo>
                  <a:lnTo>
                    <a:pt x="85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03" name=""/>
            <p:cNvSpPr/>
            <p:nvPr/>
          </p:nvSpPr>
          <p:spPr>
            <a:xfrm rot="0">
              <a:off x="3089" y="3391"/>
              <a:ext cx="11" cy="7"/>
            </a:xfrm>
            <a:custGeom>
              <a:avLst/>
              <a:ahLst/>
              <a:rect l="0" t="0" r="r" b="b"/>
              <a:pathLst>
                <a:path w="32" h="20">
                  <a:moveTo>
                    <a:pt x="32" y="2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04" name=""/>
            <p:cNvSpPr/>
            <p:nvPr/>
          </p:nvSpPr>
          <p:spPr>
            <a:xfrm rot="0" flipH="1">
              <a:off x="3089" y="33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05" name=""/>
            <p:cNvSpPr/>
            <p:nvPr/>
          </p:nvSpPr>
          <p:spPr>
            <a:xfrm rot="0">
              <a:off x="3082" y="3392"/>
              <a:ext cx="28" cy="26"/>
            </a:xfrm>
            <a:custGeom>
              <a:avLst/>
              <a:ahLst/>
              <a:rect l="0" t="0" r="r" b="b"/>
              <a:pathLst>
                <a:path w="85" h="77">
                  <a:moveTo>
                    <a:pt x="85" y="37"/>
                  </a:moveTo>
                  <a:lnTo>
                    <a:pt x="54" y="18"/>
                  </a:lnTo>
                  <a:lnTo>
                    <a:pt x="22" y="0"/>
                  </a:lnTo>
                  <a:lnTo>
                    <a:pt x="0" y="40"/>
                  </a:lnTo>
                  <a:lnTo>
                    <a:pt x="31" y="58"/>
                  </a:lnTo>
                  <a:lnTo>
                    <a:pt x="62" y="77"/>
                  </a:lnTo>
                  <a:lnTo>
                    <a:pt x="8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06" name=""/>
            <p:cNvSpPr/>
            <p:nvPr/>
          </p:nvSpPr>
          <p:spPr>
            <a:xfrm rot="0">
              <a:off x="3082" y="3392"/>
              <a:ext cx="28" cy="26"/>
            </a:xfrm>
            <a:custGeom>
              <a:avLst/>
              <a:ahLst/>
              <a:rect l="0" t="0" r="r" b="b"/>
              <a:pathLst>
                <a:path w="85" h="77">
                  <a:moveTo>
                    <a:pt x="85" y="37"/>
                  </a:moveTo>
                  <a:lnTo>
                    <a:pt x="54" y="18"/>
                  </a:lnTo>
                  <a:lnTo>
                    <a:pt x="22" y="0"/>
                  </a:lnTo>
                  <a:lnTo>
                    <a:pt x="0" y="40"/>
                  </a:lnTo>
                  <a:lnTo>
                    <a:pt x="31" y="58"/>
                  </a:lnTo>
                  <a:lnTo>
                    <a:pt x="62" y="77"/>
                  </a:lnTo>
                  <a:lnTo>
                    <a:pt x="85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07" name=""/>
            <p:cNvSpPr/>
            <p:nvPr/>
          </p:nvSpPr>
          <p:spPr>
            <a:xfrm rot="0">
              <a:off x="3081" y="3405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33" y="18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3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08" name=""/>
            <p:cNvSpPr/>
            <p:nvPr/>
          </p:nvSpPr>
          <p:spPr>
            <a:xfrm rot="0" flipH="1">
              <a:off x="3081" y="34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09" name=""/>
            <p:cNvSpPr/>
            <p:nvPr/>
          </p:nvSpPr>
          <p:spPr>
            <a:xfrm rot="0">
              <a:off x="3074" y="3406"/>
              <a:ext cx="29" cy="25"/>
            </a:xfrm>
            <a:custGeom>
              <a:avLst/>
              <a:ahLst/>
              <a:rect l="0" t="0" r="r" b="b"/>
              <a:pathLst>
                <a:path w="87" h="76">
                  <a:moveTo>
                    <a:pt x="87" y="34"/>
                  </a:moveTo>
                  <a:lnTo>
                    <a:pt x="54" y="17"/>
                  </a:lnTo>
                  <a:lnTo>
                    <a:pt x="21" y="0"/>
                  </a:lnTo>
                  <a:lnTo>
                    <a:pt x="0" y="41"/>
                  </a:lnTo>
                  <a:lnTo>
                    <a:pt x="33" y="58"/>
                  </a:lnTo>
                  <a:lnTo>
                    <a:pt x="65" y="76"/>
                  </a:lnTo>
                  <a:lnTo>
                    <a:pt x="8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10" name=""/>
            <p:cNvSpPr/>
            <p:nvPr/>
          </p:nvSpPr>
          <p:spPr>
            <a:xfrm rot="0">
              <a:off x="3074" y="3406"/>
              <a:ext cx="29" cy="25"/>
            </a:xfrm>
            <a:custGeom>
              <a:avLst/>
              <a:ahLst/>
              <a:rect l="0" t="0" r="r" b="b"/>
              <a:pathLst>
                <a:path w="87" h="76">
                  <a:moveTo>
                    <a:pt x="87" y="34"/>
                  </a:moveTo>
                  <a:lnTo>
                    <a:pt x="54" y="17"/>
                  </a:lnTo>
                  <a:lnTo>
                    <a:pt x="21" y="0"/>
                  </a:lnTo>
                  <a:lnTo>
                    <a:pt x="0" y="41"/>
                  </a:lnTo>
                  <a:lnTo>
                    <a:pt x="33" y="58"/>
                  </a:lnTo>
                  <a:lnTo>
                    <a:pt x="65" y="76"/>
                  </a:lnTo>
                  <a:lnTo>
                    <a:pt x="8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11" name=""/>
            <p:cNvSpPr/>
            <p:nvPr/>
          </p:nvSpPr>
          <p:spPr>
            <a:xfrm rot="0">
              <a:off x="3074" y="3419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33" y="1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12" name=""/>
            <p:cNvSpPr/>
            <p:nvPr/>
          </p:nvSpPr>
          <p:spPr>
            <a:xfrm rot="0">
              <a:off x="3074" y="34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13" name=""/>
            <p:cNvSpPr/>
            <p:nvPr/>
          </p:nvSpPr>
          <p:spPr>
            <a:xfrm rot="0">
              <a:off x="3067" y="3420"/>
              <a:ext cx="29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85" y="31"/>
                  </a:moveTo>
                  <a:lnTo>
                    <a:pt x="53" y="15"/>
                  </a:lnTo>
                  <a:lnTo>
                    <a:pt x="20" y="0"/>
                  </a:lnTo>
                  <a:lnTo>
                    <a:pt x="0" y="43"/>
                  </a:lnTo>
                  <a:lnTo>
                    <a:pt x="33" y="58"/>
                  </a:lnTo>
                  <a:lnTo>
                    <a:pt x="65" y="74"/>
                  </a:lnTo>
                  <a:lnTo>
                    <a:pt x="8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14" name=""/>
            <p:cNvSpPr/>
            <p:nvPr/>
          </p:nvSpPr>
          <p:spPr>
            <a:xfrm rot="0">
              <a:off x="3067" y="3420"/>
              <a:ext cx="29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85" y="31"/>
                  </a:moveTo>
                  <a:lnTo>
                    <a:pt x="53" y="15"/>
                  </a:lnTo>
                  <a:lnTo>
                    <a:pt x="20" y="0"/>
                  </a:lnTo>
                  <a:lnTo>
                    <a:pt x="0" y="43"/>
                  </a:lnTo>
                  <a:lnTo>
                    <a:pt x="33" y="58"/>
                  </a:lnTo>
                  <a:lnTo>
                    <a:pt x="65" y="74"/>
                  </a:lnTo>
                  <a:lnTo>
                    <a:pt x="85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15" name=""/>
            <p:cNvSpPr/>
            <p:nvPr/>
          </p:nvSpPr>
          <p:spPr>
            <a:xfrm rot="0">
              <a:off x="3067" y="3434"/>
              <a:ext cx="11" cy="5"/>
            </a:xfrm>
            <a:custGeom>
              <a:avLst/>
              <a:ahLst/>
              <a:rect l="0" t="0" r="r" b="b"/>
              <a:pathLst>
                <a:path w="33" h="15">
                  <a:moveTo>
                    <a:pt x="33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16" name=""/>
            <p:cNvSpPr/>
            <p:nvPr/>
          </p:nvSpPr>
          <p:spPr>
            <a:xfrm rot="0">
              <a:off x="3067" y="34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17" name=""/>
            <p:cNvSpPr/>
            <p:nvPr/>
          </p:nvSpPr>
          <p:spPr>
            <a:xfrm rot="0">
              <a:off x="3061" y="3435"/>
              <a:ext cx="28" cy="23"/>
            </a:xfrm>
            <a:custGeom>
              <a:avLst/>
              <a:ahLst/>
              <a:rect l="0" t="0" r="r" b="b"/>
              <a:pathLst>
                <a:path w="84" h="71">
                  <a:moveTo>
                    <a:pt x="84" y="28"/>
                  </a:moveTo>
                  <a:lnTo>
                    <a:pt x="52" y="14"/>
                  </a:lnTo>
                  <a:lnTo>
                    <a:pt x="19" y="0"/>
                  </a:lnTo>
                  <a:lnTo>
                    <a:pt x="0" y="43"/>
                  </a:lnTo>
                  <a:lnTo>
                    <a:pt x="33" y="57"/>
                  </a:lnTo>
                  <a:lnTo>
                    <a:pt x="66" y="71"/>
                  </a:lnTo>
                  <a:lnTo>
                    <a:pt x="8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18" name=""/>
            <p:cNvSpPr/>
            <p:nvPr/>
          </p:nvSpPr>
          <p:spPr>
            <a:xfrm rot="0">
              <a:off x="3061" y="3435"/>
              <a:ext cx="28" cy="23"/>
            </a:xfrm>
            <a:custGeom>
              <a:avLst/>
              <a:ahLst/>
              <a:rect l="0" t="0" r="r" b="b"/>
              <a:pathLst>
                <a:path w="84" h="71">
                  <a:moveTo>
                    <a:pt x="84" y="28"/>
                  </a:moveTo>
                  <a:lnTo>
                    <a:pt x="52" y="14"/>
                  </a:lnTo>
                  <a:lnTo>
                    <a:pt x="19" y="0"/>
                  </a:lnTo>
                  <a:lnTo>
                    <a:pt x="0" y="43"/>
                  </a:lnTo>
                  <a:lnTo>
                    <a:pt x="33" y="57"/>
                  </a:lnTo>
                  <a:lnTo>
                    <a:pt x="66" y="71"/>
                  </a:lnTo>
                  <a:lnTo>
                    <a:pt x="8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19" name=""/>
            <p:cNvSpPr/>
            <p:nvPr/>
          </p:nvSpPr>
          <p:spPr>
            <a:xfrm rot="0">
              <a:off x="3061" y="3449"/>
              <a:ext cx="11" cy="5"/>
            </a:xfrm>
            <a:custGeom>
              <a:avLst/>
              <a:ahLst/>
              <a:rect l="0" t="0" r="r" b="b"/>
              <a:pathLst>
                <a:path w="34" h="14">
                  <a:moveTo>
                    <a:pt x="34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20" name=""/>
            <p:cNvSpPr/>
            <p:nvPr/>
          </p:nvSpPr>
          <p:spPr>
            <a:xfrm rot="0" flipH="1">
              <a:off x="3061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21" name=""/>
            <p:cNvSpPr/>
            <p:nvPr/>
          </p:nvSpPr>
          <p:spPr>
            <a:xfrm rot="0">
              <a:off x="3055" y="3449"/>
              <a:ext cx="28" cy="24"/>
            </a:xfrm>
            <a:custGeom>
              <a:avLst/>
              <a:ahLst/>
              <a:rect l="0" t="0" r="r" b="b"/>
              <a:pathLst>
                <a:path w="84" h="70">
                  <a:moveTo>
                    <a:pt x="84" y="26"/>
                  </a:moveTo>
                  <a:lnTo>
                    <a:pt x="50" y="13"/>
                  </a:lnTo>
                  <a:lnTo>
                    <a:pt x="16" y="0"/>
                  </a:lnTo>
                  <a:lnTo>
                    <a:pt x="0" y="44"/>
                  </a:lnTo>
                  <a:lnTo>
                    <a:pt x="34" y="57"/>
                  </a:lnTo>
                  <a:lnTo>
                    <a:pt x="69" y="70"/>
                  </a:lnTo>
                  <a:lnTo>
                    <a:pt x="8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22" name=""/>
            <p:cNvSpPr/>
            <p:nvPr/>
          </p:nvSpPr>
          <p:spPr>
            <a:xfrm rot="0">
              <a:off x="3055" y="3449"/>
              <a:ext cx="28" cy="24"/>
            </a:xfrm>
            <a:custGeom>
              <a:avLst/>
              <a:ahLst/>
              <a:rect l="0" t="0" r="r" b="b"/>
              <a:pathLst>
                <a:path w="84" h="70">
                  <a:moveTo>
                    <a:pt x="84" y="26"/>
                  </a:moveTo>
                  <a:lnTo>
                    <a:pt x="50" y="13"/>
                  </a:lnTo>
                  <a:lnTo>
                    <a:pt x="16" y="0"/>
                  </a:lnTo>
                  <a:lnTo>
                    <a:pt x="0" y="44"/>
                  </a:lnTo>
                  <a:lnTo>
                    <a:pt x="34" y="57"/>
                  </a:lnTo>
                  <a:lnTo>
                    <a:pt x="69" y="70"/>
                  </a:lnTo>
                  <a:lnTo>
                    <a:pt x="8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23" name=""/>
            <p:cNvSpPr/>
            <p:nvPr/>
          </p:nvSpPr>
          <p:spPr>
            <a:xfrm rot="0">
              <a:off x="3055" y="3464"/>
              <a:ext cx="12" cy="4"/>
            </a:xfrm>
            <a:custGeom>
              <a:avLst/>
              <a:ahLst/>
              <a:rect l="0" t="0" r="r" b="b"/>
              <a:pathLst>
                <a:path w="34" h="13">
                  <a:moveTo>
                    <a:pt x="34" y="1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24" name=""/>
            <p:cNvSpPr/>
            <p:nvPr/>
          </p:nvSpPr>
          <p:spPr>
            <a:xfrm rot="0">
              <a:off x="3055" y="3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25" name=""/>
            <p:cNvSpPr/>
            <p:nvPr/>
          </p:nvSpPr>
          <p:spPr>
            <a:xfrm rot="0">
              <a:off x="3051" y="3465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83" y="22"/>
                  </a:moveTo>
                  <a:lnTo>
                    <a:pt x="48" y="11"/>
                  </a:lnTo>
                  <a:lnTo>
                    <a:pt x="14" y="0"/>
                  </a:lnTo>
                  <a:lnTo>
                    <a:pt x="0" y="44"/>
                  </a:lnTo>
                  <a:lnTo>
                    <a:pt x="34" y="55"/>
                  </a:lnTo>
                  <a:lnTo>
                    <a:pt x="68" y="67"/>
                  </a:lnTo>
                  <a:lnTo>
                    <a:pt x="8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26" name=""/>
            <p:cNvSpPr/>
            <p:nvPr/>
          </p:nvSpPr>
          <p:spPr>
            <a:xfrm rot="0">
              <a:off x="3051" y="3465"/>
              <a:ext cx="27" cy="22"/>
            </a:xfrm>
            <a:custGeom>
              <a:avLst/>
              <a:ahLst/>
              <a:rect l="0" t="0" r="r" b="b"/>
              <a:pathLst>
                <a:path w="83" h="67">
                  <a:moveTo>
                    <a:pt x="83" y="22"/>
                  </a:moveTo>
                  <a:lnTo>
                    <a:pt x="48" y="11"/>
                  </a:lnTo>
                  <a:lnTo>
                    <a:pt x="14" y="0"/>
                  </a:lnTo>
                  <a:lnTo>
                    <a:pt x="0" y="44"/>
                  </a:lnTo>
                  <a:lnTo>
                    <a:pt x="34" y="55"/>
                  </a:lnTo>
                  <a:lnTo>
                    <a:pt x="68" y="67"/>
                  </a:lnTo>
                  <a:lnTo>
                    <a:pt x="83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27" name=""/>
            <p:cNvSpPr/>
            <p:nvPr/>
          </p:nvSpPr>
          <p:spPr>
            <a:xfrm rot="0">
              <a:off x="3050" y="3479"/>
              <a:ext cx="12" cy="4"/>
            </a:xfrm>
            <a:custGeom>
              <a:avLst/>
              <a:ahLst/>
              <a:rect l="0" t="0" r="r" b="b"/>
              <a:pathLst>
                <a:path w="35" h="11">
                  <a:moveTo>
                    <a:pt x="35" y="1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28" name=""/>
            <p:cNvSpPr/>
            <p:nvPr/>
          </p:nvSpPr>
          <p:spPr>
            <a:xfrm rot="0" flipH="1">
              <a:off x="3050" y="3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29" name=""/>
            <p:cNvSpPr/>
            <p:nvPr/>
          </p:nvSpPr>
          <p:spPr>
            <a:xfrm rot="0">
              <a:off x="3046" y="3480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84" y="20"/>
                  </a:moveTo>
                  <a:lnTo>
                    <a:pt x="48" y="10"/>
                  </a:lnTo>
                  <a:lnTo>
                    <a:pt x="13" y="0"/>
                  </a:lnTo>
                  <a:lnTo>
                    <a:pt x="0" y="46"/>
                  </a:lnTo>
                  <a:lnTo>
                    <a:pt x="35" y="56"/>
                  </a:lnTo>
                  <a:lnTo>
                    <a:pt x="71" y="66"/>
                  </a:lnTo>
                  <a:lnTo>
                    <a:pt x="84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30" name=""/>
            <p:cNvSpPr/>
            <p:nvPr/>
          </p:nvSpPr>
          <p:spPr>
            <a:xfrm rot="0">
              <a:off x="3046" y="3480"/>
              <a:ext cx="28" cy="22"/>
            </a:xfrm>
            <a:custGeom>
              <a:avLst/>
              <a:ahLst/>
              <a:rect l="0" t="0" r="r" b="b"/>
              <a:pathLst>
                <a:path w="84" h="66">
                  <a:moveTo>
                    <a:pt x="84" y="20"/>
                  </a:moveTo>
                  <a:lnTo>
                    <a:pt x="48" y="10"/>
                  </a:lnTo>
                  <a:lnTo>
                    <a:pt x="13" y="0"/>
                  </a:lnTo>
                  <a:lnTo>
                    <a:pt x="0" y="46"/>
                  </a:lnTo>
                  <a:lnTo>
                    <a:pt x="35" y="56"/>
                  </a:lnTo>
                  <a:lnTo>
                    <a:pt x="71" y="66"/>
                  </a:lnTo>
                  <a:lnTo>
                    <a:pt x="84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31" name=""/>
            <p:cNvSpPr/>
            <p:nvPr/>
          </p:nvSpPr>
          <p:spPr>
            <a:xfrm rot="0">
              <a:off x="3046" y="3495"/>
              <a:ext cx="12" cy="3"/>
            </a:xfrm>
            <a:custGeom>
              <a:avLst/>
              <a:ahLst/>
              <a:rect l="0" t="0" r="r" b="b"/>
              <a:pathLst>
                <a:path w="35" h="10">
                  <a:moveTo>
                    <a:pt x="35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32" name=""/>
            <p:cNvSpPr/>
            <p:nvPr/>
          </p:nvSpPr>
          <p:spPr>
            <a:xfrm rot="0">
              <a:off x="3046" y="3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33" name=""/>
            <p:cNvSpPr/>
            <p:nvPr/>
          </p:nvSpPr>
          <p:spPr>
            <a:xfrm rot="0">
              <a:off x="3042" y="3495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83" y="17"/>
                  </a:moveTo>
                  <a:lnTo>
                    <a:pt x="47" y="9"/>
                  </a:lnTo>
                  <a:lnTo>
                    <a:pt x="12" y="0"/>
                  </a:lnTo>
                  <a:lnTo>
                    <a:pt x="0" y="46"/>
                  </a:lnTo>
                  <a:lnTo>
                    <a:pt x="36" y="54"/>
                  </a:lnTo>
                  <a:lnTo>
                    <a:pt x="72" y="63"/>
                  </a:lnTo>
                  <a:lnTo>
                    <a:pt x="8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34" name=""/>
            <p:cNvSpPr/>
            <p:nvPr/>
          </p:nvSpPr>
          <p:spPr>
            <a:xfrm rot="0">
              <a:off x="3042" y="3495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83" y="17"/>
                  </a:moveTo>
                  <a:lnTo>
                    <a:pt x="47" y="9"/>
                  </a:lnTo>
                  <a:lnTo>
                    <a:pt x="12" y="0"/>
                  </a:lnTo>
                  <a:lnTo>
                    <a:pt x="0" y="46"/>
                  </a:lnTo>
                  <a:lnTo>
                    <a:pt x="36" y="54"/>
                  </a:lnTo>
                  <a:lnTo>
                    <a:pt x="72" y="63"/>
                  </a:lnTo>
                  <a:lnTo>
                    <a:pt x="83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35" name=""/>
            <p:cNvSpPr/>
            <p:nvPr/>
          </p:nvSpPr>
          <p:spPr>
            <a:xfrm rot="0">
              <a:off x="3042" y="3511"/>
              <a:ext cx="12" cy="2"/>
            </a:xfrm>
            <a:custGeom>
              <a:avLst/>
              <a:ahLst/>
              <a:rect l="0" t="0" r="r" b="b"/>
              <a:pathLst>
                <a:path w="36" h="8">
                  <a:moveTo>
                    <a:pt x="36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36" name=""/>
            <p:cNvSpPr/>
            <p:nvPr/>
          </p:nvSpPr>
          <p:spPr>
            <a:xfrm rot="0">
              <a:off x="3042" y="35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37" name=""/>
            <p:cNvSpPr/>
            <p:nvPr/>
          </p:nvSpPr>
          <p:spPr>
            <a:xfrm rot="0">
              <a:off x="3039" y="3511"/>
              <a:ext cx="27" cy="20"/>
            </a:xfrm>
            <a:custGeom>
              <a:avLst/>
              <a:ahLst/>
              <a:rect l="0" t="0" r="r" b="b"/>
              <a:pathLst>
                <a:path w="80" h="61">
                  <a:moveTo>
                    <a:pt x="80" y="14"/>
                  </a:moveTo>
                  <a:lnTo>
                    <a:pt x="44" y="7"/>
                  </a:lnTo>
                  <a:lnTo>
                    <a:pt x="8" y="0"/>
                  </a:lnTo>
                  <a:lnTo>
                    <a:pt x="0" y="47"/>
                  </a:lnTo>
                  <a:lnTo>
                    <a:pt x="35" y="54"/>
                  </a:lnTo>
                  <a:lnTo>
                    <a:pt x="71" y="61"/>
                  </a:lnTo>
                  <a:lnTo>
                    <a:pt x="8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38" name=""/>
            <p:cNvSpPr/>
            <p:nvPr/>
          </p:nvSpPr>
          <p:spPr>
            <a:xfrm rot="0">
              <a:off x="3039" y="3511"/>
              <a:ext cx="27" cy="20"/>
            </a:xfrm>
            <a:custGeom>
              <a:avLst/>
              <a:ahLst/>
              <a:rect l="0" t="0" r="r" b="b"/>
              <a:pathLst>
                <a:path w="80" h="61">
                  <a:moveTo>
                    <a:pt x="80" y="14"/>
                  </a:moveTo>
                  <a:lnTo>
                    <a:pt x="44" y="7"/>
                  </a:lnTo>
                  <a:lnTo>
                    <a:pt x="8" y="0"/>
                  </a:lnTo>
                  <a:lnTo>
                    <a:pt x="0" y="47"/>
                  </a:lnTo>
                  <a:lnTo>
                    <a:pt x="35" y="54"/>
                  </a:lnTo>
                  <a:lnTo>
                    <a:pt x="71" y="61"/>
                  </a:lnTo>
                  <a:lnTo>
                    <a:pt x="8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39" name=""/>
            <p:cNvSpPr/>
            <p:nvPr/>
          </p:nvSpPr>
          <p:spPr>
            <a:xfrm rot="0">
              <a:off x="3039" y="3527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35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5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40" name=""/>
            <p:cNvSpPr/>
            <p:nvPr/>
          </p:nvSpPr>
          <p:spPr>
            <a:xfrm rot="0">
              <a:off x="3039" y="35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41" name=""/>
            <p:cNvSpPr/>
            <p:nvPr/>
          </p:nvSpPr>
          <p:spPr>
            <a:xfrm rot="0">
              <a:off x="3037" y="3527"/>
              <a:ext cx="26" cy="19"/>
            </a:xfrm>
            <a:custGeom>
              <a:avLst/>
              <a:ahLst/>
              <a:rect l="0" t="0" r="r" b="b"/>
              <a:pathLst>
                <a:path w="78" h="57">
                  <a:moveTo>
                    <a:pt x="78" y="11"/>
                  </a:moveTo>
                  <a:lnTo>
                    <a:pt x="42" y="5"/>
                  </a:lnTo>
                  <a:lnTo>
                    <a:pt x="7" y="0"/>
                  </a:lnTo>
                  <a:lnTo>
                    <a:pt x="0" y="45"/>
                  </a:lnTo>
                  <a:lnTo>
                    <a:pt x="35" y="51"/>
                  </a:lnTo>
                  <a:lnTo>
                    <a:pt x="71" y="57"/>
                  </a:lnTo>
                  <a:lnTo>
                    <a:pt x="7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42" name=""/>
            <p:cNvSpPr/>
            <p:nvPr/>
          </p:nvSpPr>
          <p:spPr>
            <a:xfrm rot="0">
              <a:off x="3037" y="3527"/>
              <a:ext cx="26" cy="19"/>
            </a:xfrm>
            <a:custGeom>
              <a:avLst/>
              <a:ahLst/>
              <a:rect l="0" t="0" r="r" b="b"/>
              <a:pathLst>
                <a:path w="78" h="57">
                  <a:moveTo>
                    <a:pt x="78" y="11"/>
                  </a:moveTo>
                  <a:lnTo>
                    <a:pt x="42" y="5"/>
                  </a:lnTo>
                  <a:lnTo>
                    <a:pt x="7" y="0"/>
                  </a:lnTo>
                  <a:lnTo>
                    <a:pt x="0" y="45"/>
                  </a:lnTo>
                  <a:lnTo>
                    <a:pt x="35" y="51"/>
                  </a:lnTo>
                  <a:lnTo>
                    <a:pt x="71" y="57"/>
                  </a:lnTo>
                  <a:lnTo>
                    <a:pt x="78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43" name=""/>
            <p:cNvSpPr/>
            <p:nvPr/>
          </p:nvSpPr>
          <p:spPr>
            <a:xfrm rot="0">
              <a:off x="3037" y="3542"/>
              <a:ext cx="12" cy="2"/>
            </a:xfrm>
            <a:custGeom>
              <a:avLst/>
              <a:ahLst/>
              <a:rect l="0" t="0" r="r" b="b"/>
              <a:pathLst>
                <a:path w="35" h="6">
                  <a:moveTo>
                    <a:pt x="35" y="6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44" name=""/>
            <p:cNvSpPr/>
            <p:nvPr/>
          </p:nvSpPr>
          <p:spPr>
            <a:xfrm rot="0">
              <a:off x="3037" y="35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45" name=""/>
            <p:cNvSpPr/>
            <p:nvPr/>
          </p:nvSpPr>
          <p:spPr>
            <a:xfrm rot="0">
              <a:off x="3035" y="3543"/>
              <a:ext cx="26" cy="18"/>
            </a:xfrm>
            <a:custGeom>
              <a:avLst/>
              <a:ahLst/>
              <a:rect l="0" t="0" r="r" b="b"/>
              <a:pathLst>
                <a:path w="76" h="53">
                  <a:moveTo>
                    <a:pt x="76" y="6"/>
                  </a:moveTo>
                  <a:lnTo>
                    <a:pt x="40" y="3"/>
                  </a:lnTo>
                  <a:lnTo>
                    <a:pt x="5" y="0"/>
                  </a:lnTo>
                  <a:lnTo>
                    <a:pt x="0" y="47"/>
                  </a:lnTo>
                  <a:lnTo>
                    <a:pt x="36" y="50"/>
                  </a:lnTo>
                  <a:lnTo>
                    <a:pt x="72" y="53"/>
                  </a:lnTo>
                  <a:lnTo>
                    <a:pt x="7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46" name=""/>
            <p:cNvSpPr/>
            <p:nvPr/>
          </p:nvSpPr>
          <p:spPr>
            <a:xfrm rot="0">
              <a:off x="3035" y="3543"/>
              <a:ext cx="26" cy="18"/>
            </a:xfrm>
            <a:custGeom>
              <a:avLst/>
              <a:ahLst/>
              <a:rect l="0" t="0" r="r" b="b"/>
              <a:pathLst>
                <a:path w="76" h="53">
                  <a:moveTo>
                    <a:pt x="76" y="6"/>
                  </a:moveTo>
                  <a:lnTo>
                    <a:pt x="40" y="3"/>
                  </a:lnTo>
                  <a:lnTo>
                    <a:pt x="5" y="0"/>
                  </a:lnTo>
                  <a:lnTo>
                    <a:pt x="0" y="47"/>
                  </a:lnTo>
                  <a:lnTo>
                    <a:pt x="36" y="50"/>
                  </a:lnTo>
                  <a:lnTo>
                    <a:pt x="72" y="53"/>
                  </a:lnTo>
                  <a:lnTo>
                    <a:pt x="76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47" name=""/>
            <p:cNvSpPr/>
            <p:nvPr/>
          </p:nvSpPr>
          <p:spPr>
            <a:xfrm rot="0">
              <a:off x="3035" y="3559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48" name=""/>
            <p:cNvSpPr/>
            <p:nvPr/>
          </p:nvSpPr>
          <p:spPr>
            <a:xfrm rot="0">
              <a:off x="3035" y="35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49" name=""/>
            <p:cNvSpPr/>
            <p:nvPr/>
          </p:nvSpPr>
          <p:spPr>
            <a:xfrm rot="0">
              <a:off x="3035" y="3559"/>
              <a:ext cx="24" cy="18"/>
            </a:xfrm>
            <a:custGeom>
              <a:avLst/>
              <a:ahLst/>
              <a:rect l="0" t="0" r="r" b="b"/>
              <a:pathLst>
                <a:path w="74" h="53">
                  <a:moveTo>
                    <a:pt x="74" y="6"/>
                  </a:moveTo>
                  <a:lnTo>
                    <a:pt x="38" y="3"/>
                  </a:lnTo>
                  <a:lnTo>
                    <a:pt x="2" y="0"/>
                  </a:lnTo>
                  <a:lnTo>
                    <a:pt x="0" y="47"/>
                  </a:lnTo>
                  <a:lnTo>
                    <a:pt x="35" y="50"/>
                  </a:lnTo>
                  <a:lnTo>
                    <a:pt x="71" y="53"/>
                  </a:lnTo>
                  <a:lnTo>
                    <a:pt x="74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50" name=""/>
            <p:cNvSpPr/>
            <p:nvPr/>
          </p:nvSpPr>
          <p:spPr>
            <a:xfrm rot="0">
              <a:off x="3035" y="3559"/>
              <a:ext cx="24" cy="18"/>
            </a:xfrm>
            <a:custGeom>
              <a:avLst/>
              <a:ahLst/>
              <a:rect l="0" t="0" r="r" b="b"/>
              <a:pathLst>
                <a:path w="74" h="53">
                  <a:moveTo>
                    <a:pt x="74" y="6"/>
                  </a:moveTo>
                  <a:lnTo>
                    <a:pt x="38" y="3"/>
                  </a:lnTo>
                  <a:lnTo>
                    <a:pt x="2" y="0"/>
                  </a:lnTo>
                  <a:lnTo>
                    <a:pt x="0" y="47"/>
                  </a:lnTo>
                  <a:lnTo>
                    <a:pt x="35" y="50"/>
                  </a:lnTo>
                  <a:lnTo>
                    <a:pt x="71" y="53"/>
                  </a:lnTo>
                  <a:lnTo>
                    <a:pt x="74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51" name=""/>
            <p:cNvSpPr/>
            <p:nvPr/>
          </p:nvSpPr>
          <p:spPr>
            <a:xfrm rot="0">
              <a:off x="3035" y="3575"/>
              <a:ext cx="11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52" name=""/>
            <p:cNvSpPr/>
            <p:nvPr/>
          </p:nvSpPr>
          <p:spPr>
            <a:xfrm rot="0">
              <a:off x="3035" y="3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53" name=""/>
            <p:cNvSpPr/>
            <p:nvPr/>
          </p:nvSpPr>
          <p:spPr>
            <a:xfrm rot="0">
              <a:off x="3034" y="3575"/>
              <a:ext cx="24" cy="17"/>
            </a:xfrm>
            <a:custGeom>
              <a:avLst/>
              <a:ahLst/>
              <a:rect l="0" t="0" r="r" b="b"/>
              <a:pathLst>
                <a:path w="73" h="50">
                  <a:moveTo>
                    <a:pt x="73" y="3"/>
                  </a:moveTo>
                  <a:lnTo>
                    <a:pt x="37" y="2"/>
                  </a:lnTo>
                  <a:lnTo>
                    <a:pt x="2" y="0"/>
                  </a:lnTo>
                  <a:lnTo>
                    <a:pt x="0" y="47"/>
                  </a:lnTo>
                  <a:lnTo>
                    <a:pt x="36" y="49"/>
                  </a:lnTo>
                  <a:lnTo>
                    <a:pt x="71" y="50"/>
                  </a:lnTo>
                  <a:lnTo>
                    <a:pt x="7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54" name=""/>
            <p:cNvSpPr/>
            <p:nvPr/>
          </p:nvSpPr>
          <p:spPr>
            <a:xfrm rot="0">
              <a:off x="3034" y="3575"/>
              <a:ext cx="24" cy="17"/>
            </a:xfrm>
            <a:custGeom>
              <a:avLst/>
              <a:ahLst/>
              <a:rect l="0" t="0" r="r" b="b"/>
              <a:pathLst>
                <a:path w="73" h="50">
                  <a:moveTo>
                    <a:pt x="73" y="3"/>
                  </a:moveTo>
                  <a:lnTo>
                    <a:pt x="37" y="2"/>
                  </a:lnTo>
                  <a:lnTo>
                    <a:pt x="2" y="0"/>
                  </a:lnTo>
                  <a:lnTo>
                    <a:pt x="0" y="47"/>
                  </a:lnTo>
                  <a:lnTo>
                    <a:pt x="36" y="49"/>
                  </a:lnTo>
                  <a:lnTo>
                    <a:pt x="71" y="50"/>
                  </a:lnTo>
                  <a:lnTo>
                    <a:pt x="73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55" name=""/>
            <p:cNvSpPr/>
            <p:nvPr/>
          </p:nvSpPr>
          <p:spPr>
            <a:xfrm rot="0">
              <a:off x="3034" y="3591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56" name=""/>
            <p:cNvSpPr/>
            <p:nvPr/>
          </p:nvSpPr>
          <p:spPr>
            <a:xfrm rot="0">
              <a:off x="3034" y="35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57" name=""/>
            <p:cNvSpPr/>
            <p:nvPr/>
          </p:nvSpPr>
          <p:spPr>
            <a:xfrm rot="0">
              <a:off x="3034" y="3591"/>
              <a:ext cx="24" cy="16"/>
            </a:xfrm>
            <a:custGeom>
              <a:avLst/>
              <a:ahLst/>
              <a:rect l="0" t="0" r="r" b="b"/>
              <a:pathLst>
                <a:path w="73" h="49">
                  <a:moveTo>
                    <a:pt x="71" y="0"/>
                  </a:moveTo>
                  <a:lnTo>
                    <a:pt x="36" y="2"/>
                  </a:lnTo>
                  <a:lnTo>
                    <a:pt x="0" y="3"/>
                  </a:lnTo>
                  <a:lnTo>
                    <a:pt x="2" y="49"/>
                  </a:lnTo>
                  <a:lnTo>
                    <a:pt x="37" y="47"/>
                  </a:lnTo>
                  <a:lnTo>
                    <a:pt x="73" y="46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58" name=""/>
            <p:cNvSpPr/>
            <p:nvPr/>
          </p:nvSpPr>
          <p:spPr>
            <a:xfrm rot="0">
              <a:off x="3034" y="3591"/>
              <a:ext cx="24" cy="16"/>
            </a:xfrm>
            <a:custGeom>
              <a:avLst/>
              <a:ahLst/>
              <a:rect l="0" t="0" r="r" b="b"/>
              <a:pathLst>
                <a:path w="73" h="49">
                  <a:moveTo>
                    <a:pt x="71" y="0"/>
                  </a:moveTo>
                  <a:lnTo>
                    <a:pt x="36" y="2"/>
                  </a:lnTo>
                  <a:lnTo>
                    <a:pt x="0" y="3"/>
                  </a:lnTo>
                  <a:lnTo>
                    <a:pt x="2" y="49"/>
                  </a:lnTo>
                  <a:lnTo>
                    <a:pt x="37" y="47"/>
                  </a:lnTo>
                  <a:lnTo>
                    <a:pt x="73" y="4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59" name=""/>
            <p:cNvSpPr/>
            <p:nvPr/>
          </p:nvSpPr>
          <p:spPr>
            <a:xfrm rot="0">
              <a:off x="3035" y="3606"/>
              <a:ext cx="11" cy="1"/>
            </a:xfrm>
            <a:custGeom>
              <a:avLst/>
              <a:ahLst/>
              <a:rect l="0" t="0" r="r" b="b"/>
              <a:pathLst>
                <a:path w="35" h="3">
                  <a:moveTo>
                    <a:pt x="35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60" name=""/>
            <p:cNvSpPr/>
            <p:nvPr/>
          </p:nvSpPr>
          <p:spPr>
            <a:xfrm rot="0">
              <a:off x="3035" y="3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61" name=""/>
            <p:cNvSpPr/>
            <p:nvPr/>
          </p:nvSpPr>
          <p:spPr>
            <a:xfrm rot="0">
              <a:off x="3035" y="3606"/>
              <a:ext cx="24" cy="17"/>
            </a:xfrm>
            <a:custGeom>
              <a:avLst/>
              <a:ahLst/>
              <a:rect l="0" t="0" r="r" b="b"/>
              <a:pathLst>
                <a:path w="74" h="52">
                  <a:moveTo>
                    <a:pt x="71" y="0"/>
                  </a:moveTo>
                  <a:lnTo>
                    <a:pt x="35" y="2"/>
                  </a:lnTo>
                  <a:lnTo>
                    <a:pt x="0" y="5"/>
                  </a:lnTo>
                  <a:lnTo>
                    <a:pt x="2" y="52"/>
                  </a:lnTo>
                  <a:lnTo>
                    <a:pt x="38" y="49"/>
                  </a:lnTo>
                  <a:lnTo>
                    <a:pt x="74" y="4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62" name=""/>
            <p:cNvSpPr/>
            <p:nvPr/>
          </p:nvSpPr>
          <p:spPr>
            <a:xfrm rot="0">
              <a:off x="3035" y="3606"/>
              <a:ext cx="24" cy="17"/>
            </a:xfrm>
            <a:custGeom>
              <a:avLst/>
              <a:ahLst/>
              <a:rect l="0" t="0" r="r" b="b"/>
              <a:pathLst>
                <a:path w="74" h="52">
                  <a:moveTo>
                    <a:pt x="71" y="0"/>
                  </a:moveTo>
                  <a:lnTo>
                    <a:pt x="35" y="2"/>
                  </a:lnTo>
                  <a:lnTo>
                    <a:pt x="0" y="5"/>
                  </a:lnTo>
                  <a:lnTo>
                    <a:pt x="2" y="52"/>
                  </a:lnTo>
                  <a:lnTo>
                    <a:pt x="38" y="49"/>
                  </a:lnTo>
                  <a:lnTo>
                    <a:pt x="74" y="4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63" name=""/>
            <p:cNvSpPr/>
            <p:nvPr/>
          </p:nvSpPr>
          <p:spPr>
            <a:xfrm rot="0">
              <a:off x="3035" y="3622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36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64" name=""/>
            <p:cNvSpPr/>
            <p:nvPr/>
          </p:nvSpPr>
          <p:spPr>
            <a:xfrm rot="0">
              <a:off x="3035" y="36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65" name=""/>
            <p:cNvSpPr/>
            <p:nvPr/>
          </p:nvSpPr>
          <p:spPr>
            <a:xfrm rot="0">
              <a:off x="3035" y="3621"/>
              <a:ext cx="26" cy="18"/>
            </a:xfrm>
            <a:custGeom>
              <a:avLst/>
              <a:ahLst/>
              <a:rect l="0" t="0" r="r" b="b"/>
              <a:pathLst>
                <a:path w="76" h="52">
                  <a:moveTo>
                    <a:pt x="72" y="0"/>
                  </a:moveTo>
                  <a:lnTo>
                    <a:pt x="36" y="2"/>
                  </a:lnTo>
                  <a:lnTo>
                    <a:pt x="0" y="5"/>
                  </a:lnTo>
                  <a:lnTo>
                    <a:pt x="5" y="52"/>
                  </a:lnTo>
                  <a:lnTo>
                    <a:pt x="40" y="49"/>
                  </a:lnTo>
                  <a:lnTo>
                    <a:pt x="76" y="47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66" name=""/>
            <p:cNvSpPr/>
            <p:nvPr/>
          </p:nvSpPr>
          <p:spPr>
            <a:xfrm rot="0">
              <a:off x="3035" y="3621"/>
              <a:ext cx="26" cy="18"/>
            </a:xfrm>
            <a:custGeom>
              <a:avLst/>
              <a:ahLst/>
              <a:rect l="0" t="0" r="r" b="b"/>
              <a:pathLst>
                <a:path w="76" h="52">
                  <a:moveTo>
                    <a:pt x="72" y="0"/>
                  </a:moveTo>
                  <a:lnTo>
                    <a:pt x="36" y="2"/>
                  </a:lnTo>
                  <a:lnTo>
                    <a:pt x="0" y="5"/>
                  </a:lnTo>
                  <a:lnTo>
                    <a:pt x="5" y="52"/>
                  </a:lnTo>
                  <a:lnTo>
                    <a:pt x="40" y="49"/>
                  </a:lnTo>
                  <a:lnTo>
                    <a:pt x="76" y="47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67" name=""/>
            <p:cNvSpPr/>
            <p:nvPr/>
          </p:nvSpPr>
          <p:spPr>
            <a:xfrm rot="0">
              <a:off x="3037" y="3638"/>
              <a:ext cx="12" cy="2"/>
            </a:xfrm>
            <a:custGeom>
              <a:avLst/>
              <a:ahLst/>
              <a:rect l="0" t="0" r="r" b="b"/>
              <a:pathLst>
                <a:path w="35" h="6">
                  <a:moveTo>
                    <a:pt x="35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68" name=""/>
            <p:cNvSpPr/>
            <p:nvPr/>
          </p:nvSpPr>
          <p:spPr>
            <a:xfrm rot="0">
              <a:off x="3037" y="36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69" name=""/>
            <p:cNvSpPr/>
            <p:nvPr/>
          </p:nvSpPr>
          <p:spPr>
            <a:xfrm rot="0">
              <a:off x="3037" y="3636"/>
              <a:ext cx="26" cy="19"/>
            </a:xfrm>
            <a:custGeom>
              <a:avLst/>
              <a:ahLst/>
              <a:rect l="0" t="0" r="r" b="b"/>
              <a:pathLst>
                <a:path w="78" h="58">
                  <a:moveTo>
                    <a:pt x="71" y="0"/>
                  </a:moveTo>
                  <a:lnTo>
                    <a:pt x="35" y="5"/>
                  </a:lnTo>
                  <a:lnTo>
                    <a:pt x="0" y="11"/>
                  </a:lnTo>
                  <a:lnTo>
                    <a:pt x="7" y="58"/>
                  </a:lnTo>
                  <a:lnTo>
                    <a:pt x="42" y="52"/>
                  </a:lnTo>
                  <a:lnTo>
                    <a:pt x="78" y="4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70" name=""/>
            <p:cNvSpPr/>
            <p:nvPr/>
          </p:nvSpPr>
          <p:spPr>
            <a:xfrm rot="0">
              <a:off x="3037" y="3636"/>
              <a:ext cx="26" cy="19"/>
            </a:xfrm>
            <a:custGeom>
              <a:avLst/>
              <a:ahLst/>
              <a:rect l="0" t="0" r="r" b="b"/>
              <a:pathLst>
                <a:path w="78" h="58">
                  <a:moveTo>
                    <a:pt x="71" y="0"/>
                  </a:moveTo>
                  <a:lnTo>
                    <a:pt x="35" y="5"/>
                  </a:lnTo>
                  <a:lnTo>
                    <a:pt x="0" y="11"/>
                  </a:lnTo>
                  <a:lnTo>
                    <a:pt x="7" y="58"/>
                  </a:lnTo>
                  <a:lnTo>
                    <a:pt x="42" y="52"/>
                  </a:lnTo>
                  <a:lnTo>
                    <a:pt x="78" y="4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71" name=""/>
            <p:cNvSpPr/>
            <p:nvPr/>
          </p:nvSpPr>
          <p:spPr>
            <a:xfrm rot="0">
              <a:off x="3039" y="3653"/>
              <a:ext cx="12" cy="3"/>
            </a:xfrm>
            <a:custGeom>
              <a:avLst/>
              <a:ahLst/>
              <a:rect l="0" t="0" r="r" b="b"/>
              <a:pathLst>
                <a:path w="35" h="7">
                  <a:moveTo>
                    <a:pt x="35" y="0"/>
                  </a:moveTo>
                  <a:lnTo>
                    <a:pt x="0" y="6"/>
                  </a:lnTo>
                  <a:lnTo>
                    <a:pt x="0" y="7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72" name=""/>
            <p:cNvSpPr/>
            <p:nvPr/>
          </p:nvSpPr>
          <p:spPr>
            <a:xfrm rot="0">
              <a:off x="3039" y="36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73" name=""/>
            <p:cNvSpPr/>
            <p:nvPr/>
          </p:nvSpPr>
          <p:spPr>
            <a:xfrm rot="0">
              <a:off x="3039" y="3651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8" y="60"/>
                  </a:lnTo>
                  <a:lnTo>
                    <a:pt x="44" y="53"/>
                  </a:lnTo>
                  <a:lnTo>
                    <a:pt x="80" y="46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74" name=""/>
            <p:cNvSpPr/>
            <p:nvPr/>
          </p:nvSpPr>
          <p:spPr>
            <a:xfrm rot="0">
              <a:off x="3039" y="3651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8" y="60"/>
                  </a:lnTo>
                  <a:lnTo>
                    <a:pt x="44" y="53"/>
                  </a:lnTo>
                  <a:lnTo>
                    <a:pt x="80" y="4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75" name=""/>
            <p:cNvSpPr/>
            <p:nvPr/>
          </p:nvSpPr>
          <p:spPr>
            <a:xfrm rot="0">
              <a:off x="3042" y="3669"/>
              <a:ext cx="12" cy="2"/>
            </a:xfrm>
            <a:custGeom>
              <a:avLst/>
              <a:ahLst/>
              <a:rect l="0" t="0" r="r" b="b"/>
              <a:pathLst>
                <a:path w="36" h="8">
                  <a:moveTo>
                    <a:pt x="36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76" name=""/>
            <p:cNvSpPr/>
            <p:nvPr/>
          </p:nvSpPr>
          <p:spPr>
            <a:xfrm rot="0">
              <a:off x="3042" y="36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77" name=""/>
            <p:cNvSpPr/>
            <p:nvPr/>
          </p:nvSpPr>
          <p:spPr>
            <a:xfrm rot="0">
              <a:off x="3042" y="3666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72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12" y="63"/>
                  </a:lnTo>
                  <a:lnTo>
                    <a:pt x="47" y="55"/>
                  </a:lnTo>
                  <a:lnTo>
                    <a:pt x="83" y="4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78" name=""/>
            <p:cNvSpPr/>
            <p:nvPr/>
          </p:nvSpPr>
          <p:spPr>
            <a:xfrm rot="0">
              <a:off x="3042" y="3666"/>
              <a:ext cx="28" cy="21"/>
            </a:xfrm>
            <a:custGeom>
              <a:avLst/>
              <a:ahLst/>
              <a:rect l="0" t="0" r="r" b="b"/>
              <a:pathLst>
                <a:path w="83" h="63">
                  <a:moveTo>
                    <a:pt x="72" y="0"/>
                  </a:moveTo>
                  <a:lnTo>
                    <a:pt x="36" y="9"/>
                  </a:lnTo>
                  <a:lnTo>
                    <a:pt x="0" y="17"/>
                  </a:lnTo>
                  <a:lnTo>
                    <a:pt x="12" y="63"/>
                  </a:lnTo>
                  <a:lnTo>
                    <a:pt x="47" y="55"/>
                  </a:lnTo>
                  <a:lnTo>
                    <a:pt x="83" y="46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79" name=""/>
            <p:cNvSpPr/>
            <p:nvPr/>
          </p:nvSpPr>
          <p:spPr>
            <a:xfrm rot="0">
              <a:off x="3046" y="3684"/>
              <a:ext cx="12" cy="3"/>
            </a:xfrm>
            <a:custGeom>
              <a:avLst/>
              <a:ahLst/>
              <a:rect l="0" t="0" r="r" b="b"/>
              <a:pathLst>
                <a:path w="35" h="9">
                  <a:moveTo>
                    <a:pt x="35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80" name=""/>
            <p:cNvSpPr/>
            <p:nvPr/>
          </p:nvSpPr>
          <p:spPr>
            <a:xfrm rot="0">
              <a:off x="3046" y="36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81" name=""/>
            <p:cNvSpPr/>
            <p:nvPr/>
          </p:nvSpPr>
          <p:spPr>
            <a:xfrm rot="0">
              <a:off x="3046" y="3681"/>
              <a:ext cx="28" cy="21"/>
            </a:xfrm>
            <a:custGeom>
              <a:avLst/>
              <a:ahLst/>
              <a:rect l="0" t="0" r="r" b="b"/>
              <a:pathLst>
                <a:path w="84" h="65">
                  <a:moveTo>
                    <a:pt x="71" y="0"/>
                  </a:moveTo>
                  <a:lnTo>
                    <a:pt x="35" y="10"/>
                  </a:lnTo>
                  <a:lnTo>
                    <a:pt x="0" y="19"/>
                  </a:lnTo>
                  <a:lnTo>
                    <a:pt x="13" y="65"/>
                  </a:lnTo>
                  <a:lnTo>
                    <a:pt x="48" y="55"/>
                  </a:lnTo>
                  <a:lnTo>
                    <a:pt x="84" y="45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82" name=""/>
            <p:cNvSpPr/>
            <p:nvPr/>
          </p:nvSpPr>
          <p:spPr>
            <a:xfrm rot="0">
              <a:off x="3046" y="3681"/>
              <a:ext cx="28" cy="21"/>
            </a:xfrm>
            <a:custGeom>
              <a:avLst/>
              <a:ahLst/>
              <a:rect l="0" t="0" r="r" b="b"/>
              <a:pathLst>
                <a:path w="84" h="65">
                  <a:moveTo>
                    <a:pt x="71" y="0"/>
                  </a:moveTo>
                  <a:lnTo>
                    <a:pt x="35" y="10"/>
                  </a:lnTo>
                  <a:lnTo>
                    <a:pt x="0" y="19"/>
                  </a:lnTo>
                  <a:lnTo>
                    <a:pt x="13" y="65"/>
                  </a:lnTo>
                  <a:lnTo>
                    <a:pt x="48" y="55"/>
                  </a:lnTo>
                  <a:lnTo>
                    <a:pt x="84" y="45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83" name=""/>
            <p:cNvSpPr/>
            <p:nvPr/>
          </p:nvSpPr>
          <p:spPr>
            <a:xfrm rot="0">
              <a:off x="3050" y="3699"/>
              <a:ext cx="12" cy="4"/>
            </a:xfrm>
            <a:custGeom>
              <a:avLst/>
              <a:ahLst/>
              <a:rect l="0" t="0" r="r" b="b"/>
              <a:pathLst>
                <a:path w="35" h="11">
                  <a:moveTo>
                    <a:pt x="35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84" name=""/>
            <p:cNvSpPr/>
            <p:nvPr/>
          </p:nvSpPr>
          <p:spPr>
            <a:xfrm rot="0">
              <a:off x="3050" y="37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85" name=""/>
            <p:cNvSpPr/>
            <p:nvPr/>
          </p:nvSpPr>
          <p:spPr>
            <a:xfrm rot="0">
              <a:off x="3051" y="3695"/>
              <a:ext cx="27" cy="23"/>
            </a:xfrm>
            <a:custGeom>
              <a:avLst/>
              <a:ahLst/>
              <a:rect l="0" t="0" r="r" b="b"/>
              <a:pathLst>
                <a:path w="83" h="67">
                  <a:moveTo>
                    <a:pt x="68" y="0"/>
                  </a:moveTo>
                  <a:lnTo>
                    <a:pt x="34" y="11"/>
                  </a:lnTo>
                  <a:lnTo>
                    <a:pt x="0" y="22"/>
                  </a:lnTo>
                  <a:lnTo>
                    <a:pt x="14" y="67"/>
                  </a:lnTo>
                  <a:lnTo>
                    <a:pt x="48" y="55"/>
                  </a:lnTo>
                  <a:lnTo>
                    <a:pt x="83" y="44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86" name=""/>
            <p:cNvSpPr/>
            <p:nvPr/>
          </p:nvSpPr>
          <p:spPr>
            <a:xfrm rot="0">
              <a:off x="3051" y="3695"/>
              <a:ext cx="27" cy="23"/>
            </a:xfrm>
            <a:custGeom>
              <a:avLst/>
              <a:ahLst/>
              <a:rect l="0" t="0" r="r" b="b"/>
              <a:pathLst>
                <a:path w="83" h="67">
                  <a:moveTo>
                    <a:pt x="68" y="0"/>
                  </a:moveTo>
                  <a:lnTo>
                    <a:pt x="34" y="11"/>
                  </a:lnTo>
                  <a:lnTo>
                    <a:pt x="0" y="22"/>
                  </a:lnTo>
                  <a:lnTo>
                    <a:pt x="14" y="67"/>
                  </a:lnTo>
                  <a:lnTo>
                    <a:pt x="48" y="55"/>
                  </a:lnTo>
                  <a:lnTo>
                    <a:pt x="83" y="44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87" name=""/>
            <p:cNvSpPr/>
            <p:nvPr/>
          </p:nvSpPr>
          <p:spPr>
            <a:xfrm rot="0">
              <a:off x="3055" y="3714"/>
              <a:ext cx="12" cy="4"/>
            </a:xfrm>
            <a:custGeom>
              <a:avLst/>
              <a:ahLst/>
              <a:rect l="0" t="0" r="r" b="b"/>
              <a:pathLst>
                <a:path w="34" h="13">
                  <a:moveTo>
                    <a:pt x="34" y="0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88" name=""/>
            <p:cNvSpPr/>
            <p:nvPr/>
          </p:nvSpPr>
          <p:spPr>
            <a:xfrm rot="0">
              <a:off x="3055" y="37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89" name=""/>
            <p:cNvSpPr/>
            <p:nvPr/>
          </p:nvSpPr>
          <p:spPr>
            <a:xfrm rot="0">
              <a:off x="3055" y="3709"/>
              <a:ext cx="28" cy="24"/>
            </a:xfrm>
            <a:custGeom>
              <a:avLst/>
              <a:ahLst/>
              <a:rect l="0" t="0" r="r" b="b"/>
              <a:pathLst>
                <a:path w="84" h="70">
                  <a:moveTo>
                    <a:pt x="69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6" y="70"/>
                  </a:lnTo>
                  <a:lnTo>
                    <a:pt x="50" y="57"/>
                  </a:lnTo>
                  <a:lnTo>
                    <a:pt x="84" y="45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90" name=""/>
            <p:cNvSpPr/>
            <p:nvPr/>
          </p:nvSpPr>
          <p:spPr>
            <a:xfrm rot="0">
              <a:off x="3055" y="3709"/>
              <a:ext cx="28" cy="24"/>
            </a:xfrm>
            <a:custGeom>
              <a:avLst/>
              <a:ahLst/>
              <a:rect l="0" t="0" r="r" b="b"/>
              <a:pathLst>
                <a:path w="84" h="70">
                  <a:moveTo>
                    <a:pt x="69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6" y="70"/>
                  </a:lnTo>
                  <a:lnTo>
                    <a:pt x="50" y="57"/>
                  </a:lnTo>
                  <a:lnTo>
                    <a:pt x="84" y="45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91" name=""/>
            <p:cNvSpPr/>
            <p:nvPr/>
          </p:nvSpPr>
          <p:spPr>
            <a:xfrm rot="0">
              <a:off x="3061" y="3728"/>
              <a:ext cx="11" cy="5"/>
            </a:xfrm>
            <a:custGeom>
              <a:avLst/>
              <a:ahLst/>
              <a:rect l="0" t="0" r="r" b="b"/>
              <a:pathLst>
                <a:path w="34" h="15">
                  <a:moveTo>
                    <a:pt x="34" y="0"/>
                  </a:moveTo>
                  <a:lnTo>
                    <a:pt x="0" y="13"/>
                  </a:lnTo>
                  <a:lnTo>
                    <a:pt x="1" y="1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92" name=""/>
            <p:cNvSpPr/>
            <p:nvPr/>
          </p:nvSpPr>
          <p:spPr>
            <a:xfrm rot="0">
              <a:off x="3061" y="37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93" name=""/>
            <p:cNvSpPr/>
            <p:nvPr/>
          </p:nvSpPr>
          <p:spPr>
            <a:xfrm rot="0">
              <a:off x="3061" y="3724"/>
              <a:ext cx="28" cy="23"/>
            </a:xfrm>
            <a:custGeom>
              <a:avLst/>
              <a:ahLst/>
              <a:rect l="0" t="0" r="r" b="b"/>
              <a:pathLst>
                <a:path w="84" h="71">
                  <a:moveTo>
                    <a:pt x="66" y="0"/>
                  </a:moveTo>
                  <a:lnTo>
                    <a:pt x="33" y="14"/>
                  </a:lnTo>
                  <a:lnTo>
                    <a:pt x="0" y="29"/>
                  </a:lnTo>
                  <a:lnTo>
                    <a:pt x="19" y="71"/>
                  </a:lnTo>
                  <a:lnTo>
                    <a:pt x="52" y="57"/>
                  </a:lnTo>
                  <a:lnTo>
                    <a:pt x="84" y="43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94" name=""/>
            <p:cNvSpPr/>
            <p:nvPr/>
          </p:nvSpPr>
          <p:spPr>
            <a:xfrm rot="0">
              <a:off x="3061" y="3724"/>
              <a:ext cx="28" cy="23"/>
            </a:xfrm>
            <a:custGeom>
              <a:avLst/>
              <a:ahLst/>
              <a:rect l="0" t="0" r="r" b="b"/>
              <a:pathLst>
                <a:path w="84" h="71">
                  <a:moveTo>
                    <a:pt x="66" y="0"/>
                  </a:moveTo>
                  <a:lnTo>
                    <a:pt x="33" y="14"/>
                  </a:lnTo>
                  <a:lnTo>
                    <a:pt x="0" y="29"/>
                  </a:lnTo>
                  <a:lnTo>
                    <a:pt x="19" y="71"/>
                  </a:lnTo>
                  <a:lnTo>
                    <a:pt x="52" y="57"/>
                  </a:lnTo>
                  <a:lnTo>
                    <a:pt x="84" y="4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95" name=""/>
            <p:cNvSpPr/>
            <p:nvPr/>
          </p:nvSpPr>
          <p:spPr>
            <a:xfrm rot="0">
              <a:off x="3067" y="3743"/>
              <a:ext cx="11" cy="5"/>
            </a:xfrm>
            <a:custGeom>
              <a:avLst/>
              <a:ahLst/>
              <a:rect l="0" t="0" r="r" b="b"/>
              <a:pathLst>
                <a:path w="33" h="16">
                  <a:moveTo>
                    <a:pt x="33" y="0"/>
                  </a:moveTo>
                  <a:lnTo>
                    <a:pt x="0" y="14"/>
                  </a:lnTo>
                  <a:lnTo>
                    <a:pt x="0" y="16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96" name=""/>
            <p:cNvSpPr/>
            <p:nvPr/>
          </p:nvSpPr>
          <p:spPr>
            <a:xfrm rot="0">
              <a:off x="3067" y="37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97" name=""/>
            <p:cNvSpPr/>
            <p:nvPr/>
          </p:nvSpPr>
          <p:spPr>
            <a:xfrm rot="0">
              <a:off x="3067" y="3737"/>
              <a:ext cx="29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65" y="0"/>
                  </a:moveTo>
                  <a:lnTo>
                    <a:pt x="33" y="16"/>
                  </a:lnTo>
                  <a:lnTo>
                    <a:pt x="0" y="32"/>
                  </a:lnTo>
                  <a:lnTo>
                    <a:pt x="20" y="74"/>
                  </a:lnTo>
                  <a:lnTo>
                    <a:pt x="53" y="59"/>
                  </a:lnTo>
                  <a:lnTo>
                    <a:pt x="85" y="43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298" name=""/>
            <p:cNvSpPr/>
            <p:nvPr/>
          </p:nvSpPr>
          <p:spPr>
            <a:xfrm rot="0">
              <a:off x="3067" y="3737"/>
              <a:ext cx="29" cy="25"/>
            </a:xfrm>
            <a:custGeom>
              <a:avLst/>
              <a:ahLst/>
              <a:rect l="0" t="0" r="r" b="b"/>
              <a:pathLst>
                <a:path w="85" h="74">
                  <a:moveTo>
                    <a:pt x="65" y="0"/>
                  </a:moveTo>
                  <a:lnTo>
                    <a:pt x="33" y="16"/>
                  </a:lnTo>
                  <a:lnTo>
                    <a:pt x="0" y="32"/>
                  </a:lnTo>
                  <a:lnTo>
                    <a:pt x="20" y="74"/>
                  </a:lnTo>
                  <a:lnTo>
                    <a:pt x="53" y="59"/>
                  </a:lnTo>
                  <a:lnTo>
                    <a:pt x="85" y="43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299" name=""/>
            <p:cNvSpPr/>
            <p:nvPr/>
          </p:nvSpPr>
          <p:spPr>
            <a:xfrm rot="0">
              <a:off x="3074" y="3757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33" y="0"/>
                  </a:moveTo>
                  <a:lnTo>
                    <a:pt x="0" y="15"/>
                  </a:lnTo>
                  <a:lnTo>
                    <a:pt x="0" y="1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00" name=""/>
            <p:cNvSpPr/>
            <p:nvPr/>
          </p:nvSpPr>
          <p:spPr>
            <a:xfrm rot="0">
              <a:off x="3074" y="3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01" name=""/>
            <p:cNvSpPr/>
            <p:nvPr/>
          </p:nvSpPr>
          <p:spPr>
            <a:xfrm rot="0">
              <a:off x="3074" y="3751"/>
              <a:ext cx="29" cy="25"/>
            </a:xfrm>
            <a:custGeom>
              <a:avLst/>
              <a:ahLst/>
              <a:rect l="0" t="0" r="r" b="b"/>
              <a:pathLst>
                <a:path w="87" h="75">
                  <a:moveTo>
                    <a:pt x="65" y="0"/>
                  </a:moveTo>
                  <a:lnTo>
                    <a:pt x="33" y="17"/>
                  </a:lnTo>
                  <a:lnTo>
                    <a:pt x="0" y="34"/>
                  </a:lnTo>
                  <a:lnTo>
                    <a:pt x="21" y="75"/>
                  </a:lnTo>
                  <a:lnTo>
                    <a:pt x="54" y="58"/>
                  </a:lnTo>
                  <a:lnTo>
                    <a:pt x="87" y="41"/>
                  </a:lnTo>
                  <a:lnTo>
                    <a:pt x="6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02" name=""/>
            <p:cNvSpPr/>
            <p:nvPr/>
          </p:nvSpPr>
          <p:spPr>
            <a:xfrm rot="0">
              <a:off x="3074" y="3751"/>
              <a:ext cx="29" cy="25"/>
            </a:xfrm>
            <a:custGeom>
              <a:avLst/>
              <a:ahLst/>
              <a:rect l="0" t="0" r="r" b="b"/>
              <a:pathLst>
                <a:path w="87" h="75">
                  <a:moveTo>
                    <a:pt x="65" y="0"/>
                  </a:moveTo>
                  <a:lnTo>
                    <a:pt x="33" y="17"/>
                  </a:lnTo>
                  <a:lnTo>
                    <a:pt x="0" y="34"/>
                  </a:lnTo>
                  <a:lnTo>
                    <a:pt x="21" y="75"/>
                  </a:lnTo>
                  <a:lnTo>
                    <a:pt x="54" y="58"/>
                  </a:lnTo>
                  <a:lnTo>
                    <a:pt x="87" y="41"/>
                  </a:lnTo>
                  <a:lnTo>
                    <a:pt x="6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03" name=""/>
            <p:cNvSpPr/>
            <p:nvPr/>
          </p:nvSpPr>
          <p:spPr>
            <a:xfrm rot="0">
              <a:off x="3081" y="3771"/>
              <a:ext cx="11" cy="5"/>
            </a:xfrm>
            <a:custGeom>
              <a:avLst/>
              <a:ahLst/>
              <a:rect l="0" t="0" r="r" b="b"/>
              <a:pathLst>
                <a:path w="33" h="17">
                  <a:moveTo>
                    <a:pt x="33" y="0"/>
                  </a:moveTo>
                  <a:lnTo>
                    <a:pt x="0" y="17"/>
                  </a:lnTo>
                  <a:lnTo>
                    <a:pt x="2" y="1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04" name=""/>
            <p:cNvSpPr/>
            <p:nvPr/>
          </p:nvSpPr>
          <p:spPr>
            <a:xfrm rot="0">
              <a:off x="3081" y="37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05" name=""/>
            <p:cNvSpPr/>
            <p:nvPr/>
          </p:nvSpPr>
          <p:spPr>
            <a:xfrm rot="0">
              <a:off x="3082" y="3765"/>
              <a:ext cx="28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62" y="0"/>
                  </a:moveTo>
                  <a:lnTo>
                    <a:pt x="31" y="17"/>
                  </a:lnTo>
                  <a:lnTo>
                    <a:pt x="0" y="34"/>
                  </a:lnTo>
                  <a:lnTo>
                    <a:pt x="22" y="75"/>
                  </a:lnTo>
                  <a:lnTo>
                    <a:pt x="54" y="58"/>
                  </a:lnTo>
                  <a:lnTo>
                    <a:pt x="85" y="41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06" name=""/>
            <p:cNvSpPr/>
            <p:nvPr/>
          </p:nvSpPr>
          <p:spPr>
            <a:xfrm rot="0">
              <a:off x="3082" y="3765"/>
              <a:ext cx="28" cy="25"/>
            </a:xfrm>
            <a:custGeom>
              <a:avLst/>
              <a:ahLst/>
              <a:rect l="0" t="0" r="r" b="b"/>
              <a:pathLst>
                <a:path w="85" h="75">
                  <a:moveTo>
                    <a:pt x="62" y="0"/>
                  </a:moveTo>
                  <a:lnTo>
                    <a:pt x="31" y="17"/>
                  </a:lnTo>
                  <a:lnTo>
                    <a:pt x="0" y="34"/>
                  </a:lnTo>
                  <a:lnTo>
                    <a:pt x="22" y="75"/>
                  </a:lnTo>
                  <a:lnTo>
                    <a:pt x="54" y="58"/>
                  </a:lnTo>
                  <a:lnTo>
                    <a:pt x="85" y="41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07" name=""/>
            <p:cNvSpPr/>
            <p:nvPr/>
          </p:nvSpPr>
          <p:spPr>
            <a:xfrm rot="0">
              <a:off x="3089" y="3784"/>
              <a:ext cx="11" cy="7"/>
            </a:xfrm>
            <a:custGeom>
              <a:avLst/>
              <a:ahLst/>
              <a:rect l="0" t="0" r="r" b="b"/>
              <a:pathLst>
                <a:path w="32" h="20">
                  <a:moveTo>
                    <a:pt x="32" y="0"/>
                  </a:moveTo>
                  <a:lnTo>
                    <a:pt x="0" y="17"/>
                  </a:lnTo>
                  <a:lnTo>
                    <a:pt x="2" y="2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08" name=""/>
            <p:cNvSpPr/>
            <p:nvPr/>
          </p:nvSpPr>
          <p:spPr>
            <a:xfrm rot="0">
              <a:off x="3089" y="37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09" name=""/>
            <p:cNvSpPr/>
            <p:nvPr/>
          </p:nvSpPr>
          <p:spPr>
            <a:xfrm rot="0">
              <a:off x="3090" y="3778"/>
              <a:ext cx="28" cy="26"/>
            </a:xfrm>
            <a:custGeom>
              <a:avLst/>
              <a:ahLst/>
              <a:rect l="0" t="0" r="r" b="b"/>
              <a:pathLst>
                <a:path w="85" h="79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25" y="79"/>
                  </a:lnTo>
                  <a:lnTo>
                    <a:pt x="55" y="59"/>
                  </a:lnTo>
                  <a:lnTo>
                    <a:pt x="85" y="39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10" name=""/>
            <p:cNvSpPr/>
            <p:nvPr/>
          </p:nvSpPr>
          <p:spPr>
            <a:xfrm rot="0">
              <a:off x="3090" y="3778"/>
              <a:ext cx="28" cy="26"/>
            </a:xfrm>
            <a:custGeom>
              <a:avLst/>
              <a:ahLst/>
              <a:rect l="0" t="0" r="r" b="b"/>
              <a:pathLst>
                <a:path w="85" h="79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25" y="79"/>
                  </a:lnTo>
                  <a:lnTo>
                    <a:pt x="55" y="59"/>
                  </a:lnTo>
                  <a:lnTo>
                    <a:pt x="85" y="39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11" name=""/>
            <p:cNvSpPr/>
            <p:nvPr/>
          </p:nvSpPr>
          <p:spPr>
            <a:xfrm rot="0">
              <a:off x="3098" y="3797"/>
              <a:ext cx="10" cy="7"/>
            </a:xfrm>
            <a:custGeom>
              <a:avLst/>
              <a:ahLst/>
              <a:rect l="0" t="0" r="r" b="b"/>
              <a:pathLst>
                <a:path w="30" h="21">
                  <a:moveTo>
                    <a:pt x="30" y="0"/>
                  </a:moveTo>
                  <a:lnTo>
                    <a:pt x="0" y="20"/>
                  </a:lnTo>
                  <a:lnTo>
                    <a:pt x="0" y="21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12" name=""/>
            <p:cNvSpPr/>
            <p:nvPr/>
          </p:nvSpPr>
          <p:spPr>
            <a:xfrm rot="0">
              <a:off x="3098" y="38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13" name=""/>
            <p:cNvSpPr/>
            <p:nvPr/>
          </p:nvSpPr>
          <p:spPr>
            <a:xfrm rot="0">
              <a:off x="3098" y="3790"/>
              <a:ext cx="29" cy="27"/>
            </a:xfrm>
            <a:custGeom>
              <a:avLst/>
              <a:ahLst/>
              <a:rect l="0" t="0" r="r" b="b"/>
              <a:pathLst>
                <a:path w="87" h="82">
                  <a:moveTo>
                    <a:pt x="60" y="0"/>
                  </a:moveTo>
                  <a:lnTo>
                    <a:pt x="30" y="22"/>
                  </a:lnTo>
                  <a:lnTo>
                    <a:pt x="0" y="43"/>
                  </a:lnTo>
                  <a:lnTo>
                    <a:pt x="27" y="82"/>
                  </a:lnTo>
                  <a:lnTo>
                    <a:pt x="57" y="60"/>
                  </a:lnTo>
                  <a:lnTo>
                    <a:pt x="87" y="39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14" name=""/>
            <p:cNvSpPr/>
            <p:nvPr/>
          </p:nvSpPr>
          <p:spPr>
            <a:xfrm rot="0">
              <a:off x="3098" y="3790"/>
              <a:ext cx="29" cy="27"/>
            </a:xfrm>
            <a:custGeom>
              <a:avLst/>
              <a:ahLst/>
              <a:rect l="0" t="0" r="r" b="b"/>
              <a:pathLst>
                <a:path w="87" h="82">
                  <a:moveTo>
                    <a:pt x="60" y="0"/>
                  </a:moveTo>
                  <a:lnTo>
                    <a:pt x="30" y="22"/>
                  </a:lnTo>
                  <a:lnTo>
                    <a:pt x="0" y="43"/>
                  </a:lnTo>
                  <a:lnTo>
                    <a:pt x="27" y="82"/>
                  </a:lnTo>
                  <a:lnTo>
                    <a:pt x="57" y="60"/>
                  </a:lnTo>
                  <a:lnTo>
                    <a:pt x="87" y="39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15" name=""/>
            <p:cNvSpPr/>
            <p:nvPr/>
          </p:nvSpPr>
          <p:spPr>
            <a:xfrm rot="0">
              <a:off x="3107" y="3810"/>
              <a:ext cx="10" cy="7"/>
            </a:xfrm>
            <a:custGeom>
              <a:avLst/>
              <a:ahLst/>
              <a:rect l="0" t="0" r="r" b="b"/>
              <a:pathLst>
                <a:path w="30" h="22">
                  <a:moveTo>
                    <a:pt x="30" y="0"/>
                  </a:moveTo>
                  <a:lnTo>
                    <a:pt x="0" y="22"/>
                  </a:lnTo>
                  <a:lnTo>
                    <a:pt x="2" y="22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314" name=""/>
          <p:cNvGrpSpPr/>
          <p:nvPr/>
        </p:nvGrpSpPr>
        <p:grpSpPr>
          <a:xfrm rot="0">
            <a:off x="4773612" y="731837"/>
            <a:ext cx="4256087" cy="6013450"/>
            <a:chOff x="3007" y="461"/>
            <a:chExt cx="2681" cy="3788"/>
          </a:xfrm>
        </p:grpSpPr>
        <p:sp>
          <p:nvSpPr>
            <p:cNvPr id="1073316" name=""/>
            <p:cNvSpPr/>
            <p:nvPr/>
          </p:nvSpPr>
          <p:spPr>
            <a:xfrm rot="0">
              <a:off x="3107" y="38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17" name=""/>
            <p:cNvSpPr/>
            <p:nvPr/>
          </p:nvSpPr>
          <p:spPr>
            <a:xfrm rot="0">
              <a:off x="3108" y="3803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57" y="0"/>
                  </a:moveTo>
                  <a:lnTo>
                    <a:pt x="28" y="21"/>
                  </a:lnTo>
                  <a:lnTo>
                    <a:pt x="0" y="43"/>
                  </a:lnTo>
                  <a:lnTo>
                    <a:pt x="28" y="81"/>
                  </a:lnTo>
                  <a:lnTo>
                    <a:pt x="57" y="60"/>
                  </a:lnTo>
                  <a:lnTo>
                    <a:pt x="85" y="38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18" name=""/>
            <p:cNvSpPr/>
            <p:nvPr/>
          </p:nvSpPr>
          <p:spPr>
            <a:xfrm rot="0">
              <a:off x="3108" y="3803"/>
              <a:ext cx="28" cy="27"/>
            </a:xfrm>
            <a:custGeom>
              <a:avLst/>
              <a:ahLst/>
              <a:rect l="0" t="0" r="r" b="b"/>
              <a:pathLst>
                <a:path w="85" h="81">
                  <a:moveTo>
                    <a:pt x="57" y="0"/>
                  </a:moveTo>
                  <a:lnTo>
                    <a:pt x="28" y="21"/>
                  </a:lnTo>
                  <a:lnTo>
                    <a:pt x="0" y="43"/>
                  </a:lnTo>
                  <a:lnTo>
                    <a:pt x="28" y="81"/>
                  </a:lnTo>
                  <a:lnTo>
                    <a:pt x="57" y="60"/>
                  </a:lnTo>
                  <a:lnTo>
                    <a:pt x="85" y="3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19" name=""/>
            <p:cNvSpPr/>
            <p:nvPr/>
          </p:nvSpPr>
          <p:spPr>
            <a:xfrm rot="0">
              <a:off x="3117" y="3816"/>
              <a:ext cx="21" cy="19"/>
            </a:xfrm>
            <a:custGeom>
              <a:avLst/>
              <a:ahLst/>
              <a:rect l="0" t="0" r="r" b="b"/>
              <a:pathLst>
                <a:path w="64" h="57">
                  <a:moveTo>
                    <a:pt x="29" y="22"/>
                  </a:moveTo>
                  <a:lnTo>
                    <a:pt x="57" y="0"/>
                  </a:lnTo>
                  <a:lnTo>
                    <a:pt x="63" y="10"/>
                  </a:lnTo>
                  <a:lnTo>
                    <a:pt x="64" y="22"/>
                  </a:lnTo>
                  <a:lnTo>
                    <a:pt x="63" y="33"/>
                  </a:lnTo>
                  <a:lnTo>
                    <a:pt x="59" y="43"/>
                  </a:lnTo>
                  <a:lnTo>
                    <a:pt x="50" y="50"/>
                  </a:lnTo>
                  <a:lnTo>
                    <a:pt x="40" y="56"/>
                  </a:lnTo>
                  <a:lnTo>
                    <a:pt x="29" y="57"/>
                  </a:lnTo>
                  <a:lnTo>
                    <a:pt x="17" y="56"/>
                  </a:lnTo>
                  <a:lnTo>
                    <a:pt x="8" y="52"/>
                  </a:lnTo>
                  <a:lnTo>
                    <a:pt x="0" y="43"/>
                  </a:lnTo>
                  <a:lnTo>
                    <a:pt x="29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20" name=""/>
            <p:cNvSpPr/>
            <p:nvPr/>
          </p:nvSpPr>
          <p:spPr>
            <a:xfrm rot="0">
              <a:off x="3117" y="3816"/>
              <a:ext cx="21" cy="19"/>
            </a:xfrm>
            <a:custGeom>
              <a:avLst/>
              <a:ahLst/>
              <a:rect l="0" t="0" r="r" b="b"/>
              <a:pathLst>
                <a:path w="64" h="57">
                  <a:moveTo>
                    <a:pt x="57" y="0"/>
                  </a:moveTo>
                  <a:lnTo>
                    <a:pt x="63" y="10"/>
                  </a:lnTo>
                  <a:lnTo>
                    <a:pt x="64" y="22"/>
                  </a:lnTo>
                  <a:lnTo>
                    <a:pt x="63" y="33"/>
                  </a:lnTo>
                  <a:lnTo>
                    <a:pt x="59" y="43"/>
                  </a:lnTo>
                  <a:lnTo>
                    <a:pt x="50" y="50"/>
                  </a:lnTo>
                  <a:lnTo>
                    <a:pt x="40" y="56"/>
                  </a:lnTo>
                  <a:lnTo>
                    <a:pt x="29" y="57"/>
                  </a:lnTo>
                  <a:lnTo>
                    <a:pt x="17" y="56"/>
                  </a:lnTo>
                  <a:lnTo>
                    <a:pt x="8" y="52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21" name=""/>
            <p:cNvSpPr/>
            <p:nvPr/>
          </p:nvSpPr>
          <p:spPr>
            <a:xfrm rot="0">
              <a:off x="3654" y="3347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6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22" name=""/>
            <p:cNvSpPr/>
            <p:nvPr/>
          </p:nvSpPr>
          <p:spPr>
            <a:xfrm rot="0">
              <a:off x="3654" y="3347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6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23" name=""/>
            <p:cNvSpPr/>
            <p:nvPr/>
          </p:nvSpPr>
          <p:spPr>
            <a:xfrm rot="0">
              <a:off x="3127" y="3347"/>
              <a:ext cx="527" cy="24"/>
            </a:xfrm>
            <a:custGeom>
              <a:avLst/>
              <a:ahLst/>
              <a:rect l="0" t="0" r="r" b="b"/>
              <a:pathLst>
                <a:path w="1583" h="72">
                  <a:moveTo>
                    <a:pt x="1583" y="72"/>
                  </a:moveTo>
                  <a:lnTo>
                    <a:pt x="1583" y="37"/>
                  </a:lnTo>
                  <a:lnTo>
                    <a:pt x="1583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1583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24" name=""/>
            <p:cNvSpPr/>
            <p:nvPr/>
          </p:nvSpPr>
          <p:spPr>
            <a:xfrm rot="0">
              <a:off x="3127" y="3347"/>
              <a:ext cx="527" cy="24"/>
            </a:xfrm>
            <a:custGeom>
              <a:avLst/>
              <a:ahLst/>
              <a:rect l="0" t="0" r="r" b="b"/>
              <a:pathLst>
                <a:path w="1583" h="72">
                  <a:moveTo>
                    <a:pt x="1583" y="72"/>
                  </a:moveTo>
                  <a:lnTo>
                    <a:pt x="1583" y="37"/>
                  </a:lnTo>
                  <a:lnTo>
                    <a:pt x="1583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1583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25" name=""/>
            <p:cNvSpPr/>
            <p:nvPr/>
          </p:nvSpPr>
          <p:spPr>
            <a:xfrm rot="0">
              <a:off x="3115" y="3347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26" name=""/>
            <p:cNvSpPr/>
            <p:nvPr/>
          </p:nvSpPr>
          <p:spPr>
            <a:xfrm rot="0">
              <a:off x="3115" y="3347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27" name=""/>
            <p:cNvSpPr/>
            <p:nvPr/>
          </p:nvSpPr>
          <p:spPr>
            <a:xfrm rot="0">
              <a:off x="3115" y="381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28" name=""/>
            <p:cNvSpPr/>
            <p:nvPr/>
          </p:nvSpPr>
          <p:spPr>
            <a:xfrm rot="0">
              <a:off x="3115" y="381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29" name=""/>
            <p:cNvSpPr/>
            <p:nvPr/>
          </p:nvSpPr>
          <p:spPr>
            <a:xfrm rot="0">
              <a:off x="3127" y="3811"/>
              <a:ext cx="527" cy="24"/>
            </a:xfrm>
            <a:custGeom>
              <a:avLst/>
              <a:ahLst/>
              <a:rect l="0" t="0" r="r" b="b"/>
              <a:pathLst>
                <a:path w="158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583" y="72"/>
                  </a:lnTo>
                  <a:lnTo>
                    <a:pt x="1583" y="37"/>
                  </a:lnTo>
                  <a:lnTo>
                    <a:pt x="158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30" name=""/>
            <p:cNvSpPr/>
            <p:nvPr/>
          </p:nvSpPr>
          <p:spPr>
            <a:xfrm rot="0">
              <a:off x="3127" y="3811"/>
              <a:ext cx="527" cy="24"/>
            </a:xfrm>
            <a:custGeom>
              <a:avLst/>
              <a:ahLst/>
              <a:rect l="0" t="0" r="r" b="b"/>
              <a:pathLst>
                <a:path w="158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583" y="72"/>
                  </a:lnTo>
                  <a:lnTo>
                    <a:pt x="1583" y="37"/>
                  </a:lnTo>
                  <a:lnTo>
                    <a:pt x="158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31" name=""/>
            <p:cNvSpPr/>
            <p:nvPr/>
          </p:nvSpPr>
          <p:spPr>
            <a:xfrm rot="0">
              <a:off x="3654" y="3811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32" name=""/>
            <p:cNvSpPr/>
            <p:nvPr/>
          </p:nvSpPr>
          <p:spPr>
            <a:xfrm rot="0">
              <a:off x="3654" y="3811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33" name=""/>
            <p:cNvSpPr/>
            <p:nvPr/>
          </p:nvSpPr>
          <p:spPr>
            <a:xfrm rot="0">
              <a:off x="3643" y="3823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34" name=""/>
            <p:cNvSpPr/>
            <p:nvPr/>
          </p:nvSpPr>
          <p:spPr>
            <a:xfrm rot="0">
              <a:off x="3643" y="3823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35" name=""/>
            <p:cNvSpPr/>
            <p:nvPr/>
          </p:nvSpPr>
          <p:spPr>
            <a:xfrm rot="0">
              <a:off x="3643" y="3359"/>
              <a:ext cx="24" cy="464"/>
            </a:xfrm>
            <a:custGeom>
              <a:avLst/>
              <a:ahLst/>
              <a:rect l="0" t="0" r="r" b="b"/>
              <a:pathLst>
                <a:path w="72" h="1391">
                  <a:moveTo>
                    <a:pt x="0" y="1391"/>
                  </a:moveTo>
                  <a:lnTo>
                    <a:pt x="35" y="1391"/>
                  </a:lnTo>
                  <a:lnTo>
                    <a:pt x="72" y="1391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3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36" name=""/>
            <p:cNvSpPr/>
            <p:nvPr/>
          </p:nvSpPr>
          <p:spPr>
            <a:xfrm rot="0">
              <a:off x="3643" y="3359"/>
              <a:ext cx="24" cy="464"/>
            </a:xfrm>
            <a:custGeom>
              <a:avLst/>
              <a:ahLst/>
              <a:rect l="0" t="0" r="r" b="b"/>
              <a:pathLst>
                <a:path w="72" h="1391">
                  <a:moveTo>
                    <a:pt x="0" y="1391"/>
                  </a:moveTo>
                  <a:lnTo>
                    <a:pt x="35" y="1391"/>
                  </a:lnTo>
                  <a:lnTo>
                    <a:pt x="72" y="1391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3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37" name=""/>
            <p:cNvSpPr/>
            <p:nvPr/>
          </p:nvSpPr>
          <p:spPr>
            <a:xfrm rot="0">
              <a:off x="3643" y="3347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38" name=""/>
            <p:cNvSpPr/>
            <p:nvPr/>
          </p:nvSpPr>
          <p:spPr>
            <a:xfrm rot="0">
              <a:off x="3643" y="3347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39" name=""/>
            <p:cNvSpPr/>
            <p:nvPr/>
          </p:nvSpPr>
          <p:spPr>
            <a:xfrm rot="0">
              <a:off x="3643" y="248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40" name=""/>
            <p:cNvSpPr/>
            <p:nvPr/>
          </p:nvSpPr>
          <p:spPr>
            <a:xfrm rot="0">
              <a:off x="3643" y="248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41" name=""/>
            <p:cNvSpPr/>
            <p:nvPr/>
          </p:nvSpPr>
          <p:spPr>
            <a:xfrm rot="0">
              <a:off x="3643" y="2496"/>
              <a:ext cx="24" cy="258"/>
            </a:xfrm>
            <a:custGeom>
              <a:avLst/>
              <a:ahLst/>
              <a:rect l="0" t="0" r="r" b="b"/>
              <a:pathLst>
                <a:path w="72" h="772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772"/>
                  </a:lnTo>
                  <a:lnTo>
                    <a:pt x="35" y="772"/>
                  </a:lnTo>
                  <a:lnTo>
                    <a:pt x="72" y="7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42" name=""/>
            <p:cNvSpPr/>
            <p:nvPr/>
          </p:nvSpPr>
          <p:spPr>
            <a:xfrm rot="0">
              <a:off x="3643" y="2496"/>
              <a:ext cx="24" cy="258"/>
            </a:xfrm>
            <a:custGeom>
              <a:avLst/>
              <a:ahLst/>
              <a:rect l="0" t="0" r="r" b="b"/>
              <a:pathLst>
                <a:path w="72" h="772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772"/>
                  </a:lnTo>
                  <a:lnTo>
                    <a:pt x="35" y="772"/>
                  </a:lnTo>
                  <a:lnTo>
                    <a:pt x="72" y="772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43" name=""/>
            <p:cNvSpPr/>
            <p:nvPr/>
          </p:nvSpPr>
          <p:spPr>
            <a:xfrm rot="0">
              <a:off x="3643" y="2754"/>
              <a:ext cx="24" cy="11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44" name=""/>
            <p:cNvSpPr/>
            <p:nvPr/>
          </p:nvSpPr>
          <p:spPr>
            <a:xfrm rot="0">
              <a:off x="3643" y="2754"/>
              <a:ext cx="24" cy="11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45" name=""/>
            <p:cNvSpPr/>
            <p:nvPr/>
          </p:nvSpPr>
          <p:spPr>
            <a:xfrm rot="0">
              <a:off x="3115" y="248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46" name=""/>
            <p:cNvSpPr/>
            <p:nvPr/>
          </p:nvSpPr>
          <p:spPr>
            <a:xfrm rot="0">
              <a:off x="3115" y="248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47" name=""/>
            <p:cNvSpPr/>
            <p:nvPr/>
          </p:nvSpPr>
          <p:spPr>
            <a:xfrm rot="0">
              <a:off x="3127" y="2484"/>
              <a:ext cx="527" cy="24"/>
            </a:xfrm>
            <a:custGeom>
              <a:avLst/>
              <a:ahLst/>
              <a:rect l="0" t="0" r="r" b="b"/>
              <a:pathLst>
                <a:path w="158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583" y="72"/>
                  </a:lnTo>
                  <a:lnTo>
                    <a:pt x="1583" y="37"/>
                  </a:lnTo>
                  <a:lnTo>
                    <a:pt x="158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48" name=""/>
            <p:cNvSpPr/>
            <p:nvPr/>
          </p:nvSpPr>
          <p:spPr>
            <a:xfrm rot="0">
              <a:off x="3127" y="2484"/>
              <a:ext cx="527" cy="24"/>
            </a:xfrm>
            <a:custGeom>
              <a:avLst/>
              <a:ahLst/>
              <a:rect l="0" t="0" r="r" b="b"/>
              <a:pathLst>
                <a:path w="158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583" y="72"/>
                  </a:lnTo>
                  <a:lnTo>
                    <a:pt x="1583" y="37"/>
                  </a:lnTo>
                  <a:lnTo>
                    <a:pt x="158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49" name=""/>
            <p:cNvSpPr/>
            <p:nvPr/>
          </p:nvSpPr>
          <p:spPr>
            <a:xfrm rot="0">
              <a:off x="3654" y="2484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50" name=""/>
            <p:cNvSpPr/>
            <p:nvPr/>
          </p:nvSpPr>
          <p:spPr>
            <a:xfrm rot="0">
              <a:off x="3654" y="2484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51" name=""/>
            <p:cNvSpPr/>
            <p:nvPr/>
          </p:nvSpPr>
          <p:spPr>
            <a:xfrm rot="0">
              <a:off x="3407" y="274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52" name=""/>
            <p:cNvSpPr/>
            <p:nvPr/>
          </p:nvSpPr>
          <p:spPr>
            <a:xfrm rot="0">
              <a:off x="3407" y="274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53" name=""/>
            <p:cNvSpPr/>
            <p:nvPr/>
          </p:nvSpPr>
          <p:spPr>
            <a:xfrm rot="0">
              <a:off x="3419" y="2741"/>
              <a:ext cx="604" cy="24"/>
            </a:xfrm>
            <a:custGeom>
              <a:avLst/>
              <a:ahLst/>
              <a:rect l="0" t="0" r="r" b="b"/>
              <a:pathLst>
                <a:path w="1811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811" y="72"/>
                  </a:ln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54" name=""/>
            <p:cNvSpPr/>
            <p:nvPr/>
          </p:nvSpPr>
          <p:spPr>
            <a:xfrm rot="0">
              <a:off x="3419" y="2741"/>
              <a:ext cx="604" cy="24"/>
            </a:xfrm>
            <a:custGeom>
              <a:avLst/>
              <a:ahLst/>
              <a:rect l="0" t="0" r="r" b="b"/>
              <a:pathLst>
                <a:path w="1811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811" y="72"/>
                  </a:ln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55" name=""/>
            <p:cNvSpPr/>
            <p:nvPr/>
          </p:nvSpPr>
          <p:spPr>
            <a:xfrm rot="0">
              <a:off x="4023" y="2741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56" name=""/>
            <p:cNvSpPr/>
            <p:nvPr/>
          </p:nvSpPr>
          <p:spPr>
            <a:xfrm rot="0">
              <a:off x="4023" y="2741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57" name=""/>
            <p:cNvSpPr/>
            <p:nvPr/>
          </p:nvSpPr>
          <p:spPr>
            <a:xfrm rot="0">
              <a:off x="3407" y="299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58" name=""/>
            <p:cNvSpPr/>
            <p:nvPr/>
          </p:nvSpPr>
          <p:spPr>
            <a:xfrm rot="0">
              <a:off x="3407" y="299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59" name=""/>
            <p:cNvSpPr/>
            <p:nvPr/>
          </p:nvSpPr>
          <p:spPr>
            <a:xfrm rot="0">
              <a:off x="3419" y="2999"/>
              <a:ext cx="604" cy="24"/>
            </a:xfrm>
            <a:custGeom>
              <a:avLst/>
              <a:ahLst/>
              <a:rect l="0" t="0" r="r" b="b"/>
              <a:pathLst>
                <a:path w="1811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811" y="72"/>
                  </a:ln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60" name=""/>
            <p:cNvSpPr/>
            <p:nvPr/>
          </p:nvSpPr>
          <p:spPr>
            <a:xfrm rot="0">
              <a:off x="3419" y="2999"/>
              <a:ext cx="604" cy="24"/>
            </a:xfrm>
            <a:custGeom>
              <a:avLst/>
              <a:ahLst/>
              <a:rect l="0" t="0" r="r" b="b"/>
              <a:pathLst>
                <a:path w="1811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811" y="72"/>
                  </a:lnTo>
                  <a:lnTo>
                    <a:pt x="1811" y="37"/>
                  </a:lnTo>
                  <a:lnTo>
                    <a:pt x="18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61" name=""/>
            <p:cNvSpPr/>
            <p:nvPr/>
          </p:nvSpPr>
          <p:spPr>
            <a:xfrm rot="0">
              <a:off x="4023" y="299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62" name=""/>
            <p:cNvSpPr/>
            <p:nvPr/>
          </p:nvSpPr>
          <p:spPr>
            <a:xfrm rot="0">
              <a:off x="4023" y="299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63" name=""/>
            <p:cNvSpPr/>
            <p:nvPr/>
          </p:nvSpPr>
          <p:spPr>
            <a:xfrm rot="0">
              <a:off x="4011" y="2741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64" name=""/>
            <p:cNvSpPr/>
            <p:nvPr/>
          </p:nvSpPr>
          <p:spPr>
            <a:xfrm rot="0">
              <a:off x="4011" y="2741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65" name=""/>
            <p:cNvSpPr/>
            <p:nvPr/>
          </p:nvSpPr>
          <p:spPr>
            <a:xfrm rot="0">
              <a:off x="4011" y="2754"/>
              <a:ext cx="24" cy="257"/>
            </a:xfrm>
            <a:custGeom>
              <a:avLst/>
              <a:ahLst/>
              <a:rect l="0" t="0" r="r" b="b"/>
              <a:pathLst>
                <a:path w="73" h="773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773"/>
                  </a:lnTo>
                  <a:lnTo>
                    <a:pt x="36" y="773"/>
                  </a:lnTo>
                  <a:lnTo>
                    <a:pt x="73" y="773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66" name=""/>
            <p:cNvSpPr/>
            <p:nvPr/>
          </p:nvSpPr>
          <p:spPr>
            <a:xfrm rot="0">
              <a:off x="4011" y="2754"/>
              <a:ext cx="24" cy="257"/>
            </a:xfrm>
            <a:custGeom>
              <a:avLst/>
              <a:ahLst/>
              <a:rect l="0" t="0" r="r" b="b"/>
              <a:pathLst>
                <a:path w="73" h="773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773"/>
                  </a:lnTo>
                  <a:lnTo>
                    <a:pt x="36" y="773"/>
                  </a:lnTo>
                  <a:lnTo>
                    <a:pt x="73" y="773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67" name=""/>
            <p:cNvSpPr/>
            <p:nvPr/>
          </p:nvSpPr>
          <p:spPr>
            <a:xfrm rot="0">
              <a:off x="4011" y="301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68" name=""/>
            <p:cNvSpPr/>
            <p:nvPr/>
          </p:nvSpPr>
          <p:spPr>
            <a:xfrm rot="0">
              <a:off x="4011" y="301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69" name=""/>
            <p:cNvSpPr/>
            <p:nvPr/>
          </p:nvSpPr>
          <p:spPr>
            <a:xfrm rot="0">
              <a:off x="3115" y="274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70" name=""/>
            <p:cNvSpPr/>
            <p:nvPr/>
          </p:nvSpPr>
          <p:spPr>
            <a:xfrm rot="0">
              <a:off x="3115" y="2741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71" name=""/>
            <p:cNvSpPr/>
            <p:nvPr/>
          </p:nvSpPr>
          <p:spPr>
            <a:xfrm rot="0">
              <a:off x="3127" y="2741"/>
              <a:ext cx="292" cy="24"/>
            </a:xfrm>
            <a:custGeom>
              <a:avLst/>
              <a:ahLst/>
              <a:rect l="0" t="0" r="r" b="b"/>
              <a:pathLst>
                <a:path w="877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877" y="72"/>
                  </a:lnTo>
                  <a:lnTo>
                    <a:pt x="877" y="37"/>
                  </a:lnTo>
                  <a:lnTo>
                    <a:pt x="87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72" name=""/>
            <p:cNvSpPr/>
            <p:nvPr/>
          </p:nvSpPr>
          <p:spPr>
            <a:xfrm rot="0">
              <a:off x="3127" y="2741"/>
              <a:ext cx="292" cy="24"/>
            </a:xfrm>
            <a:custGeom>
              <a:avLst/>
              <a:ahLst/>
              <a:rect l="0" t="0" r="r" b="b"/>
              <a:pathLst>
                <a:path w="877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877" y="72"/>
                  </a:lnTo>
                  <a:lnTo>
                    <a:pt x="877" y="37"/>
                  </a:lnTo>
                  <a:lnTo>
                    <a:pt x="87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73" name=""/>
            <p:cNvSpPr/>
            <p:nvPr/>
          </p:nvSpPr>
          <p:spPr>
            <a:xfrm rot="0">
              <a:off x="3419" y="2741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74" name=""/>
            <p:cNvSpPr/>
            <p:nvPr/>
          </p:nvSpPr>
          <p:spPr>
            <a:xfrm rot="0">
              <a:off x="3419" y="2741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75" name=""/>
            <p:cNvSpPr/>
            <p:nvPr/>
          </p:nvSpPr>
          <p:spPr>
            <a:xfrm rot="0">
              <a:off x="3034" y="299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76" name=""/>
            <p:cNvSpPr/>
            <p:nvPr/>
          </p:nvSpPr>
          <p:spPr>
            <a:xfrm rot="0">
              <a:off x="3034" y="299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77" name=""/>
            <p:cNvSpPr/>
            <p:nvPr/>
          </p:nvSpPr>
          <p:spPr>
            <a:xfrm rot="0">
              <a:off x="3046" y="2999"/>
              <a:ext cx="373" cy="24"/>
            </a:xfrm>
            <a:custGeom>
              <a:avLst/>
              <a:ahLst/>
              <a:rect l="0" t="0" r="r" b="b"/>
              <a:pathLst>
                <a:path w="1119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119" y="72"/>
                  </a:lnTo>
                  <a:lnTo>
                    <a:pt x="1119" y="37"/>
                  </a:lnTo>
                  <a:lnTo>
                    <a:pt x="111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78" name=""/>
            <p:cNvSpPr/>
            <p:nvPr/>
          </p:nvSpPr>
          <p:spPr>
            <a:xfrm rot="0">
              <a:off x="3046" y="2999"/>
              <a:ext cx="373" cy="24"/>
            </a:xfrm>
            <a:custGeom>
              <a:avLst/>
              <a:ahLst/>
              <a:rect l="0" t="0" r="r" b="b"/>
              <a:pathLst>
                <a:path w="1119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119" y="72"/>
                  </a:lnTo>
                  <a:lnTo>
                    <a:pt x="1119" y="37"/>
                  </a:lnTo>
                  <a:lnTo>
                    <a:pt x="111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79" name=""/>
            <p:cNvSpPr/>
            <p:nvPr/>
          </p:nvSpPr>
          <p:spPr>
            <a:xfrm rot="0">
              <a:off x="3419" y="299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80" name=""/>
            <p:cNvSpPr/>
            <p:nvPr/>
          </p:nvSpPr>
          <p:spPr>
            <a:xfrm rot="0">
              <a:off x="3419" y="299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81" name=""/>
            <p:cNvSpPr/>
            <p:nvPr/>
          </p:nvSpPr>
          <p:spPr>
            <a:xfrm rot="0">
              <a:off x="3115" y="248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82" name=""/>
            <p:cNvSpPr/>
            <p:nvPr/>
          </p:nvSpPr>
          <p:spPr>
            <a:xfrm rot="0">
              <a:off x="3115" y="248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83" name=""/>
            <p:cNvSpPr/>
            <p:nvPr/>
          </p:nvSpPr>
          <p:spPr>
            <a:xfrm rot="0">
              <a:off x="3115" y="2496"/>
              <a:ext cx="24" cy="258"/>
            </a:xfrm>
            <a:custGeom>
              <a:avLst/>
              <a:ahLst/>
              <a:rect l="0" t="0" r="r" b="b"/>
              <a:pathLst>
                <a:path w="73" h="772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772"/>
                  </a:lnTo>
                  <a:lnTo>
                    <a:pt x="36" y="772"/>
                  </a:lnTo>
                  <a:lnTo>
                    <a:pt x="73" y="772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84" name=""/>
            <p:cNvSpPr/>
            <p:nvPr/>
          </p:nvSpPr>
          <p:spPr>
            <a:xfrm rot="0">
              <a:off x="3115" y="2496"/>
              <a:ext cx="24" cy="258"/>
            </a:xfrm>
            <a:custGeom>
              <a:avLst/>
              <a:ahLst/>
              <a:rect l="0" t="0" r="r" b="b"/>
              <a:pathLst>
                <a:path w="73" h="772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772"/>
                  </a:lnTo>
                  <a:lnTo>
                    <a:pt x="36" y="772"/>
                  </a:lnTo>
                  <a:lnTo>
                    <a:pt x="73" y="772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85" name=""/>
            <p:cNvSpPr/>
            <p:nvPr/>
          </p:nvSpPr>
          <p:spPr>
            <a:xfrm rot="0">
              <a:off x="3115" y="2754"/>
              <a:ext cx="24" cy="11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5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86" name=""/>
            <p:cNvSpPr/>
            <p:nvPr/>
          </p:nvSpPr>
          <p:spPr>
            <a:xfrm rot="0">
              <a:off x="3115" y="2754"/>
              <a:ext cx="24" cy="11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5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87" name=""/>
            <p:cNvSpPr/>
            <p:nvPr/>
          </p:nvSpPr>
          <p:spPr>
            <a:xfrm rot="0">
              <a:off x="3034" y="248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88" name=""/>
            <p:cNvSpPr/>
            <p:nvPr/>
          </p:nvSpPr>
          <p:spPr>
            <a:xfrm rot="0">
              <a:off x="3034" y="248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89" name=""/>
            <p:cNvSpPr/>
            <p:nvPr/>
          </p:nvSpPr>
          <p:spPr>
            <a:xfrm rot="0">
              <a:off x="3046" y="2484"/>
              <a:ext cx="81" cy="24"/>
            </a:xfrm>
            <a:custGeom>
              <a:avLst/>
              <a:ahLst/>
              <a:rect l="0" t="0" r="r" b="b"/>
              <a:pathLst>
                <a:path w="242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242" y="72"/>
                  </a:lnTo>
                  <a:lnTo>
                    <a:pt x="242" y="37"/>
                  </a:lnTo>
                  <a:lnTo>
                    <a:pt x="24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90" name=""/>
            <p:cNvSpPr/>
            <p:nvPr/>
          </p:nvSpPr>
          <p:spPr>
            <a:xfrm rot="0">
              <a:off x="3046" y="2484"/>
              <a:ext cx="81" cy="24"/>
            </a:xfrm>
            <a:custGeom>
              <a:avLst/>
              <a:ahLst/>
              <a:rect l="0" t="0" r="r" b="b"/>
              <a:pathLst>
                <a:path w="242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242" y="72"/>
                  </a:lnTo>
                  <a:lnTo>
                    <a:pt x="242" y="37"/>
                  </a:lnTo>
                  <a:lnTo>
                    <a:pt x="24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91" name=""/>
            <p:cNvSpPr/>
            <p:nvPr/>
          </p:nvSpPr>
          <p:spPr>
            <a:xfrm rot="0">
              <a:off x="3127" y="248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92" name=""/>
            <p:cNvSpPr/>
            <p:nvPr/>
          </p:nvSpPr>
          <p:spPr>
            <a:xfrm rot="0">
              <a:off x="3127" y="248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93" name=""/>
            <p:cNvSpPr/>
            <p:nvPr/>
          </p:nvSpPr>
          <p:spPr>
            <a:xfrm rot="0">
              <a:off x="3034" y="248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94" name=""/>
            <p:cNvSpPr/>
            <p:nvPr/>
          </p:nvSpPr>
          <p:spPr>
            <a:xfrm rot="0">
              <a:off x="3034" y="248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95" name=""/>
            <p:cNvSpPr/>
            <p:nvPr/>
          </p:nvSpPr>
          <p:spPr>
            <a:xfrm rot="0">
              <a:off x="3034" y="2496"/>
              <a:ext cx="24" cy="515"/>
            </a:xfrm>
            <a:custGeom>
              <a:avLst/>
              <a:ahLst/>
              <a:rect l="0" t="0" r="r" b="b"/>
              <a:pathLst>
                <a:path w="73" h="154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545"/>
                  </a:lnTo>
                  <a:lnTo>
                    <a:pt x="36" y="1545"/>
                  </a:lnTo>
                  <a:lnTo>
                    <a:pt x="73" y="1545"/>
                  </a:lnTo>
                  <a:lnTo>
                    <a:pt x="7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96" name=""/>
            <p:cNvSpPr/>
            <p:nvPr/>
          </p:nvSpPr>
          <p:spPr>
            <a:xfrm rot="0">
              <a:off x="3034" y="2496"/>
              <a:ext cx="24" cy="515"/>
            </a:xfrm>
            <a:custGeom>
              <a:avLst/>
              <a:ahLst/>
              <a:rect l="0" t="0" r="r" b="b"/>
              <a:pathLst>
                <a:path w="73" h="154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545"/>
                  </a:lnTo>
                  <a:lnTo>
                    <a:pt x="36" y="1545"/>
                  </a:lnTo>
                  <a:lnTo>
                    <a:pt x="73" y="154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97" name=""/>
            <p:cNvSpPr/>
            <p:nvPr/>
          </p:nvSpPr>
          <p:spPr>
            <a:xfrm rot="0">
              <a:off x="3034" y="301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3398" name=""/>
            <p:cNvSpPr/>
            <p:nvPr/>
          </p:nvSpPr>
          <p:spPr>
            <a:xfrm rot="0">
              <a:off x="3034" y="301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399" name=""/>
            <p:cNvSpPr/>
            <p:nvPr/>
          </p:nvSpPr>
          <p:spPr>
            <a:xfrm rot="0">
              <a:off x="3007" y="3591"/>
              <a:ext cx="20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0" name=""/>
            <p:cNvSpPr/>
            <p:nvPr/>
          </p:nvSpPr>
          <p:spPr>
            <a:xfrm rot="0">
              <a:off x="3246" y="3591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1" name=""/>
            <p:cNvSpPr/>
            <p:nvPr/>
          </p:nvSpPr>
          <p:spPr>
            <a:xfrm rot="0">
              <a:off x="3312" y="3591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2" name=""/>
            <p:cNvSpPr/>
            <p:nvPr/>
          </p:nvSpPr>
          <p:spPr>
            <a:xfrm rot="0">
              <a:off x="3540" y="3591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3" name=""/>
            <p:cNvSpPr/>
            <p:nvPr/>
          </p:nvSpPr>
          <p:spPr>
            <a:xfrm rot="0">
              <a:off x="3606" y="3591"/>
              <a:ext cx="1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4" name=""/>
            <p:cNvSpPr/>
            <p:nvPr/>
          </p:nvSpPr>
          <p:spPr>
            <a:xfrm rot="0">
              <a:off x="3834" y="3591"/>
              <a:ext cx="3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5" name=""/>
            <p:cNvSpPr/>
            <p:nvPr/>
          </p:nvSpPr>
          <p:spPr>
            <a:xfrm rot="0">
              <a:off x="3900" y="3591"/>
              <a:ext cx="20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6" name=""/>
            <p:cNvSpPr/>
            <p:nvPr/>
          </p:nvSpPr>
          <p:spPr>
            <a:xfrm rot="0">
              <a:off x="3419" y="3179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7" name=""/>
            <p:cNvSpPr/>
            <p:nvPr/>
          </p:nvSpPr>
          <p:spPr>
            <a:xfrm rot="0">
              <a:off x="3419" y="3428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8" name=""/>
            <p:cNvSpPr/>
            <p:nvPr/>
          </p:nvSpPr>
          <p:spPr>
            <a:xfrm rot="0">
              <a:off x="3419" y="3493"/>
              <a:ext cx="1" cy="1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09" name=""/>
            <p:cNvSpPr/>
            <p:nvPr/>
          </p:nvSpPr>
          <p:spPr>
            <a:xfrm rot="0">
              <a:off x="3419" y="3722"/>
              <a:ext cx="1" cy="3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0" name=""/>
            <p:cNvSpPr/>
            <p:nvPr/>
          </p:nvSpPr>
          <p:spPr>
            <a:xfrm rot="0">
              <a:off x="3419" y="3787"/>
              <a:ext cx="1" cy="2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1" name=""/>
            <p:cNvSpPr/>
            <p:nvPr/>
          </p:nvSpPr>
          <p:spPr>
            <a:xfrm rot="0">
              <a:off x="3419" y="2433"/>
              <a:ext cx="1" cy="12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2" name=""/>
            <p:cNvSpPr/>
            <p:nvPr/>
          </p:nvSpPr>
          <p:spPr>
            <a:xfrm rot="0">
              <a:off x="3419" y="2591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3" name=""/>
            <p:cNvSpPr/>
            <p:nvPr/>
          </p:nvSpPr>
          <p:spPr>
            <a:xfrm rot="0">
              <a:off x="3419" y="2656"/>
              <a:ext cx="1" cy="1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4" name=""/>
            <p:cNvSpPr/>
            <p:nvPr/>
          </p:nvSpPr>
          <p:spPr>
            <a:xfrm rot="0">
              <a:off x="3419" y="2885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5" name=""/>
            <p:cNvSpPr/>
            <p:nvPr/>
          </p:nvSpPr>
          <p:spPr>
            <a:xfrm rot="0">
              <a:off x="3419" y="2950"/>
              <a:ext cx="1" cy="12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6" name=""/>
            <p:cNvSpPr/>
            <p:nvPr/>
          </p:nvSpPr>
          <p:spPr>
            <a:xfrm rot="0">
              <a:off x="4674" y="2433"/>
              <a:ext cx="1" cy="12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7" name=""/>
            <p:cNvSpPr/>
            <p:nvPr/>
          </p:nvSpPr>
          <p:spPr>
            <a:xfrm rot="0">
              <a:off x="4674" y="2591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8" name=""/>
            <p:cNvSpPr/>
            <p:nvPr/>
          </p:nvSpPr>
          <p:spPr>
            <a:xfrm rot="0">
              <a:off x="4674" y="2656"/>
              <a:ext cx="1" cy="1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19" name=""/>
            <p:cNvSpPr/>
            <p:nvPr/>
          </p:nvSpPr>
          <p:spPr>
            <a:xfrm rot="0">
              <a:off x="4674" y="2885"/>
              <a:ext cx="1" cy="3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0" name=""/>
            <p:cNvSpPr/>
            <p:nvPr/>
          </p:nvSpPr>
          <p:spPr>
            <a:xfrm rot="0">
              <a:off x="4674" y="2950"/>
              <a:ext cx="1" cy="12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1" name=""/>
            <p:cNvSpPr/>
            <p:nvPr/>
          </p:nvSpPr>
          <p:spPr>
            <a:xfrm rot="0">
              <a:off x="5581" y="4153"/>
              <a:ext cx="22" cy="96"/>
            </a:xfrm>
            <a:custGeom>
              <a:avLst/>
              <a:ahLst/>
              <a:rect l="0" t="0" r="r" b="b"/>
              <a:pathLst>
                <a:path w="64" h="289">
                  <a:moveTo>
                    <a:pt x="64" y="289"/>
                  </a:moveTo>
                  <a:lnTo>
                    <a:pt x="64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2" name=""/>
            <p:cNvSpPr/>
            <p:nvPr/>
          </p:nvSpPr>
          <p:spPr>
            <a:xfrm rot="0">
              <a:off x="5635" y="4153"/>
              <a:ext cx="53" cy="75"/>
            </a:xfrm>
            <a:custGeom>
              <a:avLst/>
              <a:ahLst/>
              <a:rect l="0" t="0" r="r" b="b"/>
              <a:pathLst>
                <a:path w="159" h="225">
                  <a:moveTo>
                    <a:pt x="64" y="0"/>
                  </a:moveTo>
                  <a:lnTo>
                    <a:pt x="0" y="225"/>
                  </a:lnTo>
                  <a:lnTo>
                    <a:pt x="159" y="2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3" name=""/>
            <p:cNvSpPr/>
            <p:nvPr/>
          </p:nvSpPr>
          <p:spPr>
            <a:xfrm rot="0">
              <a:off x="5672" y="4206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4" name=""/>
            <p:cNvSpPr/>
            <p:nvPr/>
          </p:nvSpPr>
          <p:spPr>
            <a:xfrm rot="0">
              <a:off x="4191" y="725"/>
              <a:ext cx="12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37"/>
                  </a:moveTo>
                  <a:lnTo>
                    <a:pt x="35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25" name=""/>
            <p:cNvSpPr/>
            <p:nvPr/>
          </p:nvSpPr>
          <p:spPr>
            <a:xfrm rot="0">
              <a:off x="4191" y="725"/>
              <a:ext cx="12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6" name=""/>
            <p:cNvSpPr/>
            <p:nvPr/>
          </p:nvSpPr>
          <p:spPr>
            <a:xfrm rot="0">
              <a:off x="4203" y="725"/>
              <a:ext cx="1" cy="24"/>
            </a:xfrm>
            <a:custGeom>
              <a:avLst/>
              <a:ahLst/>
              <a:rect l="0" t="0" r="r" b="b"/>
              <a:pathLst>
                <a:path w="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3" y="72"/>
                  </a:lnTo>
                  <a:lnTo>
                    <a:pt x="3" y="37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27" name=""/>
            <p:cNvSpPr/>
            <p:nvPr/>
          </p:nvSpPr>
          <p:spPr>
            <a:xfrm rot="0">
              <a:off x="4203" y="725"/>
              <a:ext cx="1" cy="24"/>
            </a:xfrm>
            <a:custGeom>
              <a:avLst/>
              <a:ahLst/>
              <a:rect l="0" t="0" r="r" b="b"/>
              <a:pathLst>
                <a:path w="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3" y="72"/>
                  </a:lnTo>
                  <a:lnTo>
                    <a:pt x="3" y="37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28" name=""/>
            <p:cNvSpPr/>
            <p:nvPr/>
          </p:nvSpPr>
          <p:spPr>
            <a:xfrm rot="0">
              <a:off x="4204" y="72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29" name=""/>
            <p:cNvSpPr/>
            <p:nvPr/>
          </p:nvSpPr>
          <p:spPr>
            <a:xfrm rot="0">
              <a:off x="4204" y="72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0" name=""/>
            <p:cNvSpPr/>
            <p:nvPr/>
          </p:nvSpPr>
          <p:spPr>
            <a:xfrm rot="0">
              <a:off x="4553" y="461"/>
              <a:ext cx="1" cy="20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1" name=""/>
            <p:cNvSpPr/>
            <p:nvPr/>
          </p:nvSpPr>
          <p:spPr>
            <a:xfrm rot="0">
              <a:off x="4553" y="704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2" name=""/>
            <p:cNvSpPr/>
            <p:nvPr/>
          </p:nvSpPr>
          <p:spPr>
            <a:xfrm rot="0">
              <a:off x="4553" y="777"/>
              <a:ext cx="1" cy="22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3" name=""/>
            <p:cNvSpPr/>
            <p:nvPr/>
          </p:nvSpPr>
          <p:spPr>
            <a:xfrm rot="0">
              <a:off x="4553" y="1034"/>
              <a:ext cx="1" cy="3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4" name=""/>
            <p:cNvSpPr/>
            <p:nvPr/>
          </p:nvSpPr>
          <p:spPr>
            <a:xfrm rot="0">
              <a:off x="4553" y="1108"/>
              <a:ext cx="1" cy="20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5" name=""/>
            <p:cNvSpPr/>
            <p:nvPr/>
          </p:nvSpPr>
          <p:spPr>
            <a:xfrm rot="0">
              <a:off x="4906" y="115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36" name=""/>
            <p:cNvSpPr/>
            <p:nvPr/>
          </p:nvSpPr>
          <p:spPr>
            <a:xfrm rot="0">
              <a:off x="4906" y="115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7" name=""/>
            <p:cNvSpPr/>
            <p:nvPr/>
          </p:nvSpPr>
          <p:spPr>
            <a:xfrm rot="0">
              <a:off x="4682" y="1154"/>
              <a:ext cx="224" cy="24"/>
            </a:xfrm>
            <a:custGeom>
              <a:avLst/>
              <a:ahLst/>
              <a:rect l="0" t="0" r="r" b="b"/>
              <a:pathLst>
                <a:path w="671" h="72">
                  <a:moveTo>
                    <a:pt x="671" y="72"/>
                  </a:moveTo>
                  <a:lnTo>
                    <a:pt x="671" y="37"/>
                  </a:lnTo>
                  <a:lnTo>
                    <a:pt x="67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1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38" name=""/>
            <p:cNvSpPr/>
            <p:nvPr/>
          </p:nvSpPr>
          <p:spPr>
            <a:xfrm rot="0">
              <a:off x="4682" y="1154"/>
              <a:ext cx="224" cy="24"/>
            </a:xfrm>
            <a:custGeom>
              <a:avLst/>
              <a:ahLst/>
              <a:rect l="0" t="0" r="r" b="b"/>
              <a:pathLst>
                <a:path w="671" h="72">
                  <a:moveTo>
                    <a:pt x="671" y="72"/>
                  </a:moveTo>
                  <a:lnTo>
                    <a:pt x="671" y="37"/>
                  </a:lnTo>
                  <a:lnTo>
                    <a:pt x="671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1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39" name=""/>
            <p:cNvSpPr/>
            <p:nvPr/>
          </p:nvSpPr>
          <p:spPr>
            <a:xfrm rot="0">
              <a:off x="4671" y="1154"/>
              <a:ext cx="11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37"/>
                  </a:moveTo>
                  <a:lnTo>
                    <a:pt x="35" y="72"/>
                  </a:lnTo>
                  <a:lnTo>
                    <a:pt x="24" y="71"/>
                  </a:lnTo>
                  <a:lnTo>
                    <a:pt x="14" y="66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40" name=""/>
            <p:cNvSpPr/>
            <p:nvPr/>
          </p:nvSpPr>
          <p:spPr>
            <a:xfrm rot="0">
              <a:off x="4671" y="1154"/>
              <a:ext cx="11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72"/>
                  </a:moveTo>
                  <a:lnTo>
                    <a:pt x="24" y="71"/>
                  </a:lnTo>
                  <a:lnTo>
                    <a:pt x="14" y="66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41" name=""/>
            <p:cNvSpPr/>
            <p:nvPr/>
          </p:nvSpPr>
          <p:spPr>
            <a:xfrm rot="0">
              <a:off x="4187" y="705"/>
              <a:ext cx="25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42" name=""/>
            <p:cNvSpPr/>
            <p:nvPr/>
          </p:nvSpPr>
          <p:spPr>
            <a:xfrm rot="0">
              <a:off x="4187" y="705"/>
              <a:ext cx="25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43" name=""/>
            <p:cNvSpPr/>
            <p:nvPr/>
          </p:nvSpPr>
          <p:spPr>
            <a:xfrm rot="0">
              <a:off x="4187" y="718"/>
              <a:ext cx="25" cy="448"/>
            </a:xfrm>
            <a:custGeom>
              <a:avLst/>
              <a:ahLst/>
              <a:rect l="0" t="0" r="r" b="b"/>
              <a:pathLst>
                <a:path w="73" h="134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345"/>
                  </a:lnTo>
                  <a:lnTo>
                    <a:pt x="36" y="1345"/>
                  </a:lnTo>
                  <a:lnTo>
                    <a:pt x="73" y="1345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44" name=""/>
            <p:cNvSpPr/>
            <p:nvPr/>
          </p:nvSpPr>
          <p:spPr>
            <a:xfrm rot="0">
              <a:off x="4187" y="718"/>
              <a:ext cx="25" cy="448"/>
            </a:xfrm>
            <a:custGeom>
              <a:avLst/>
              <a:ahLst/>
              <a:rect l="0" t="0" r="r" b="b"/>
              <a:pathLst>
                <a:path w="73" h="134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345"/>
                  </a:lnTo>
                  <a:lnTo>
                    <a:pt x="36" y="1345"/>
                  </a:lnTo>
                  <a:lnTo>
                    <a:pt x="73" y="134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45" name=""/>
            <p:cNvSpPr/>
            <p:nvPr/>
          </p:nvSpPr>
          <p:spPr>
            <a:xfrm rot="0">
              <a:off x="4187" y="1166"/>
              <a:ext cx="25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46" name=""/>
            <p:cNvSpPr/>
            <p:nvPr/>
          </p:nvSpPr>
          <p:spPr>
            <a:xfrm rot="0">
              <a:off x="4187" y="1166"/>
              <a:ext cx="25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47" name=""/>
            <p:cNvSpPr/>
            <p:nvPr/>
          </p:nvSpPr>
          <p:spPr>
            <a:xfrm rot="0">
              <a:off x="4337" y="718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48" name=""/>
            <p:cNvSpPr/>
            <p:nvPr/>
          </p:nvSpPr>
          <p:spPr>
            <a:xfrm rot="0">
              <a:off x="4337" y="770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49" name=""/>
            <p:cNvSpPr/>
            <p:nvPr/>
          </p:nvSpPr>
          <p:spPr>
            <a:xfrm rot="0">
              <a:off x="4337" y="844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0" name=""/>
            <p:cNvSpPr/>
            <p:nvPr/>
          </p:nvSpPr>
          <p:spPr>
            <a:xfrm rot="0">
              <a:off x="4337" y="917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1" name=""/>
            <p:cNvSpPr/>
            <p:nvPr/>
          </p:nvSpPr>
          <p:spPr>
            <a:xfrm rot="0">
              <a:off x="4337" y="991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2" name=""/>
            <p:cNvSpPr/>
            <p:nvPr/>
          </p:nvSpPr>
          <p:spPr>
            <a:xfrm rot="0">
              <a:off x="4337" y="1064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3" name=""/>
            <p:cNvSpPr/>
            <p:nvPr/>
          </p:nvSpPr>
          <p:spPr>
            <a:xfrm rot="0">
              <a:off x="4337" y="1138"/>
              <a:ext cx="1" cy="2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4" name=""/>
            <p:cNvSpPr/>
            <p:nvPr/>
          </p:nvSpPr>
          <p:spPr>
            <a:xfrm rot="0">
              <a:off x="4212" y="718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70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5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55" name=""/>
            <p:cNvSpPr/>
            <p:nvPr/>
          </p:nvSpPr>
          <p:spPr>
            <a:xfrm rot="0">
              <a:off x="4212" y="718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70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5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6" name=""/>
            <p:cNvSpPr/>
            <p:nvPr/>
          </p:nvSpPr>
          <p:spPr>
            <a:xfrm rot="0">
              <a:off x="4212" y="522"/>
              <a:ext cx="24" cy="196"/>
            </a:xfrm>
            <a:custGeom>
              <a:avLst/>
              <a:ahLst/>
              <a:rect l="0" t="0" r="r" b="b"/>
              <a:pathLst>
                <a:path w="72" h="586">
                  <a:moveTo>
                    <a:pt x="0" y="586"/>
                  </a:moveTo>
                  <a:lnTo>
                    <a:pt x="35" y="586"/>
                  </a:lnTo>
                  <a:lnTo>
                    <a:pt x="72" y="58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58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57" name=""/>
            <p:cNvSpPr/>
            <p:nvPr/>
          </p:nvSpPr>
          <p:spPr>
            <a:xfrm rot="0">
              <a:off x="4212" y="522"/>
              <a:ext cx="24" cy="196"/>
            </a:xfrm>
            <a:custGeom>
              <a:avLst/>
              <a:ahLst/>
              <a:rect l="0" t="0" r="r" b="b"/>
              <a:pathLst>
                <a:path w="72" h="586">
                  <a:moveTo>
                    <a:pt x="0" y="586"/>
                  </a:moveTo>
                  <a:lnTo>
                    <a:pt x="35" y="586"/>
                  </a:lnTo>
                  <a:lnTo>
                    <a:pt x="72" y="58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58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58" name=""/>
            <p:cNvSpPr/>
            <p:nvPr/>
          </p:nvSpPr>
          <p:spPr>
            <a:xfrm rot="0">
              <a:off x="4212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70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59" name=""/>
            <p:cNvSpPr/>
            <p:nvPr/>
          </p:nvSpPr>
          <p:spPr>
            <a:xfrm rot="0">
              <a:off x="4212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70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0" name=""/>
            <p:cNvSpPr/>
            <p:nvPr/>
          </p:nvSpPr>
          <p:spPr>
            <a:xfrm rot="0" flipV="1">
              <a:off x="4379" y="669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1" name=""/>
            <p:cNvSpPr/>
            <p:nvPr/>
          </p:nvSpPr>
          <p:spPr>
            <a:xfrm rot="0" flipV="1">
              <a:off x="4379" y="595"/>
              <a:ext cx="1" cy="5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2" name=""/>
            <p:cNvSpPr/>
            <p:nvPr/>
          </p:nvSpPr>
          <p:spPr>
            <a:xfrm rot="0" flipV="1">
              <a:off x="4379" y="522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3" name=""/>
            <p:cNvSpPr/>
            <p:nvPr/>
          </p:nvSpPr>
          <p:spPr>
            <a:xfrm rot="0">
              <a:off x="4187" y="705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64" name=""/>
            <p:cNvSpPr/>
            <p:nvPr/>
          </p:nvSpPr>
          <p:spPr>
            <a:xfrm rot="0">
              <a:off x="4187" y="705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5" name=""/>
            <p:cNvSpPr/>
            <p:nvPr/>
          </p:nvSpPr>
          <p:spPr>
            <a:xfrm rot="0">
              <a:off x="4199" y="705"/>
              <a:ext cx="24" cy="25"/>
            </a:xfrm>
            <a:custGeom>
              <a:avLst/>
              <a:ahLst/>
              <a:rect l="0" t="0" r="r" b="b"/>
              <a:pathLst>
                <a:path w="72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72" y="73"/>
                  </a:lnTo>
                  <a:lnTo>
                    <a:pt x="72" y="37"/>
                  </a:lnTo>
                  <a:lnTo>
                    <a:pt x="7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66" name=""/>
            <p:cNvSpPr/>
            <p:nvPr/>
          </p:nvSpPr>
          <p:spPr>
            <a:xfrm rot="0">
              <a:off x="4199" y="705"/>
              <a:ext cx="24" cy="25"/>
            </a:xfrm>
            <a:custGeom>
              <a:avLst/>
              <a:ahLst/>
              <a:rect l="0" t="0" r="r" b="b"/>
              <a:pathLst>
                <a:path w="72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72" y="73"/>
                  </a:lnTo>
                  <a:lnTo>
                    <a:pt x="72" y="37"/>
                  </a:lnTo>
                  <a:lnTo>
                    <a:pt x="7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7" name=""/>
            <p:cNvSpPr/>
            <p:nvPr/>
          </p:nvSpPr>
          <p:spPr>
            <a:xfrm rot="0">
              <a:off x="4223" y="705"/>
              <a:ext cx="13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5" y="26"/>
                  </a:lnTo>
                  <a:lnTo>
                    <a:pt x="37" y="37"/>
                  </a:lnTo>
                  <a:lnTo>
                    <a:pt x="35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68" name=""/>
            <p:cNvSpPr/>
            <p:nvPr/>
          </p:nvSpPr>
          <p:spPr>
            <a:xfrm rot="0">
              <a:off x="4223" y="705"/>
              <a:ext cx="13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5" y="26"/>
                  </a:lnTo>
                  <a:lnTo>
                    <a:pt x="37" y="37"/>
                  </a:lnTo>
                  <a:lnTo>
                    <a:pt x="35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69" name=""/>
            <p:cNvSpPr/>
            <p:nvPr/>
          </p:nvSpPr>
          <p:spPr>
            <a:xfrm rot="0">
              <a:off x="4906" y="705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70" name=""/>
            <p:cNvSpPr/>
            <p:nvPr/>
          </p:nvSpPr>
          <p:spPr>
            <a:xfrm rot="0">
              <a:off x="4906" y="705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71" name=""/>
            <p:cNvSpPr/>
            <p:nvPr/>
          </p:nvSpPr>
          <p:spPr>
            <a:xfrm rot="0">
              <a:off x="4882" y="705"/>
              <a:ext cx="24" cy="25"/>
            </a:xfrm>
            <a:custGeom>
              <a:avLst/>
              <a:ahLst/>
              <a:rect l="0" t="0" r="r" b="b"/>
              <a:pathLst>
                <a:path w="73" h="73">
                  <a:moveTo>
                    <a:pt x="73" y="73"/>
                  </a:moveTo>
                  <a:lnTo>
                    <a:pt x="73" y="37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73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72" name=""/>
            <p:cNvSpPr/>
            <p:nvPr/>
          </p:nvSpPr>
          <p:spPr>
            <a:xfrm rot="0">
              <a:off x="4882" y="705"/>
              <a:ext cx="24" cy="25"/>
            </a:xfrm>
            <a:custGeom>
              <a:avLst/>
              <a:ahLst/>
              <a:rect l="0" t="0" r="r" b="b"/>
              <a:pathLst>
                <a:path w="73" h="73">
                  <a:moveTo>
                    <a:pt x="73" y="73"/>
                  </a:moveTo>
                  <a:lnTo>
                    <a:pt x="73" y="37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73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73" name=""/>
            <p:cNvSpPr/>
            <p:nvPr/>
          </p:nvSpPr>
          <p:spPr>
            <a:xfrm rot="0">
              <a:off x="4870" y="705"/>
              <a:ext cx="12" cy="25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2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74" name=""/>
            <p:cNvSpPr/>
            <p:nvPr/>
          </p:nvSpPr>
          <p:spPr>
            <a:xfrm rot="0">
              <a:off x="4870" y="705"/>
              <a:ext cx="12" cy="25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2"/>
                  </a:lnTo>
                  <a:lnTo>
                    <a:pt x="14" y="67"/>
                  </a:lnTo>
                  <a:lnTo>
                    <a:pt x="5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75" name=""/>
            <p:cNvSpPr/>
            <p:nvPr/>
          </p:nvSpPr>
          <p:spPr>
            <a:xfrm rot="0">
              <a:off x="4891" y="725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76" name=""/>
            <p:cNvSpPr/>
            <p:nvPr/>
          </p:nvSpPr>
          <p:spPr>
            <a:xfrm rot="0">
              <a:off x="4891" y="725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77" name=""/>
            <p:cNvSpPr/>
            <p:nvPr/>
          </p:nvSpPr>
          <p:spPr>
            <a:xfrm rot="0">
              <a:off x="4903" y="725"/>
              <a:ext cx="1" cy="24"/>
            </a:xfrm>
            <a:custGeom>
              <a:avLst/>
              <a:ahLst/>
              <a:rect l="0" t="0" r="r" b="b"/>
              <a:pathLst>
                <a:path w="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3" y="72"/>
                  </a:lnTo>
                  <a:lnTo>
                    <a:pt x="3" y="37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78" name=""/>
            <p:cNvSpPr/>
            <p:nvPr/>
          </p:nvSpPr>
          <p:spPr>
            <a:xfrm rot="0">
              <a:off x="4903" y="725"/>
              <a:ext cx="1" cy="24"/>
            </a:xfrm>
            <a:custGeom>
              <a:avLst/>
              <a:ahLst/>
              <a:rect l="0" t="0" r="r" b="b"/>
              <a:pathLst>
                <a:path w="3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3" y="72"/>
                  </a:lnTo>
                  <a:lnTo>
                    <a:pt x="3" y="37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79" name=""/>
            <p:cNvSpPr/>
            <p:nvPr/>
          </p:nvSpPr>
          <p:spPr>
            <a:xfrm rot="0">
              <a:off x="4904" y="72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80" name=""/>
            <p:cNvSpPr/>
            <p:nvPr/>
          </p:nvSpPr>
          <p:spPr>
            <a:xfrm rot="0">
              <a:off x="4904" y="72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81" name=""/>
            <p:cNvSpPr/>
            <p:nvPr/>
          </p:nvSpPr>
          <p:spPr>
            <a:xfrm rot="0">
              <a:off x="4894" y="705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82" name=""/>
            <p:cNvSpPr/>
            <p:nvPr/>
          </p:nvSpPr>
          <p:spPr>
            <a:xfrm rot="0">
              <a:off x="4894" y="705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83" name=""/>
            <p:cNvSpPr/>
            <p:nvPr/>
          </p:nvSpPr>
          <p:spPr>
            <a:xfrm rot="0">
              <a:off x="4894" y="718"/>
              <a:ext cx="24" cy="448"/>
            </a:xfrm>
            <a:custGeom>
              <a:avLst/>
              <a:ahLst/>
              <a:rect l="0" t="0" r="r" b="b"/>
              <a:pathLst>
                <a:path w="73" h="134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345"/>
                  </a:lnTo>
                  <a:lnTo>
                    <a:pt x="36" y="1345"/>
                  </a:lnTo>
                  <a:lnTo>
                    <a:pt x="73" y="1345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84" name=""/>
            <p:cNvSpPr/>
            <p:nvPr/>
          </p:nvSpPr>
          <p:spPr>
            <a:xfrm rot="0">
              <a:off x="4894" y="718"/>
              <a:ext cx="24" cy="448"/>
            </a:xfrm>
            <a:custGeom>
              <a:avLst/>
              <a:ahLst/>
              <a:rect l="0" t="0" r="r" b="b"/>
              <a:pathLst>
                <a:path w="73" h="134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1345"/>
                  </a:lnTo>
                  <a:lnTo>
                    <a:pt x="36" y="1345"/>
                  </a:lnTo>
                  <a:lnTo>
                    <a:pt x="73" y="134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85" name=""/>
            <p:cNvSpPr/>
            <p:nvPr/>
          </p:nvSpPr>
          <p:spPr>
            <a:xfrm rot="0">
              <a:off x="4894" y="1166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86" name=""/>
            <p:cNvSpPr/>
            <p:nvPr/>
          </p:nvSpPr>
          <p:spPr>
            <a:xfrm rot="0">
              <a:off x="4894" y="1166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87" name=""/>
            <p:cNvSpPr/>
            <p:nvPr/>
          </p:nvSpPr>
          <p:spPr>
            <a:xfrm rot="0">
              <a:off x="4212" y="510"/>
              <a:ext cx="11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37"/>
                  </a:moveTo>
                  <a:lnTo>
                    <a:pt x="35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88" name=""/>
            <p:cNvSpPr/>
            <p:nvPr/>
          </p:nvSpPr>
          <p:spPr>
            <a:xfrm rot="0">
              <a:off x="4212" y="510"/>
              <a:ext cx="11" cy="24"/>
            </a:xfrm>
            <a:custGeom>
              <a:avLst/>
              <a:ahLst/>
              <a:rect l="0" t="0" r="r" b="b"/>
              <a:pathLst>
                <a:path w="35" h="72">
                  <a:moveTo>
                    <a:pt x="35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5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89" name=""/>
            <p:cNvSpPr/>
            <p:nvPr/>
          </p:nvSpPr>
          <p:spPr>
            <a:xfrm rot="0">
              <a:off x="4223" y="510"/>
              <a:ext cx="659" cy="24"/>
            </a:xfrm>
            <a:custGeom>
              <a:avLst/>
              <a:ahLst/>
              <a:rect l="0" t="0" r="r" b="b"/>
              <a:pathLst>
                <a:path w="1975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975" y="72"/>
                  </a:lnTo>
                  <a:lnTo>
                    <a:pt x="1975" y="37"/>
                  </a:lnTo>
                  <a:lnTo>
                    <a:pt x="197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90" name=""/>
            <p:cNvSpPr/>
            <p:nvPr/>
          </p:nvSpPr>
          <p:spPr>
            <a:xfrm rot="0">
              <a:off x="4223" y="510"/>
              <a:ext cx="659" cy="24"/>
            </a:xfrm>
            <a:custGeom>
              <a:avLst/>
              <a:ahLst/>
              <a:rect l="0" t="0" r="r" b="b"/>
              <a:pathLst>
                <a:path w="1975" h="72">
                  <a:moveTo>
                    <a:pt x="0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1975" y="72"/>
                  </a:lnTo>
                  <a:lnTo>
                    <a:pt x="1975" y="37"/>
                  </a:lnTo>
                  <a:lnTo>
                    <a:pt x="197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91" name=""/>
            <p:cNvSpPr/>
            <p:nvPr/>
          </p:nvSpPr>
          <p:spPr>
            <a:xfrm rot="0">
              <a:off x="4882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92" name=""/>
            <p:cNvSpPr/>
            <p:nvPr/>
          </p:nvSpPr>
          <p:spPr>
            <a:xfrm rot="0">
              <a:off x="4882" y="510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2" y="2"/>
                  </a:lnTo>
                  <a:lnTo>
                    <a:pt x="22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93" name=""/>
            <p:cNvSpPr/>
            <p:nvPr/>
          </p:nvSpPr>
          <p:spPr>
            <a:xfrm rot="0">
              <a:off x="4239" y="718"/>
              <a:ext cx="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94" name=""/>
            <p:cNvSpPr/>
            <p:nvPr/>
          </p:nvSpPr>
          <p:spPr>
            <a:xfrm rot="0">
              <a:off x="4324" y="718"/>
              <a:ext cx="5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95" name=""/>
            <p:cNvSpPr/>
            <p:nvPr/>
          </p:nvSpPr>
          <p:spPr>
            <a:xfrm rot="0">
              <a:off x="4233" y="999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70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96" name=""/>
            <p:cNvSpPr/>
            <p:nvPr/>
          </p:nvSpPr>
          <p:spPr>
            <a:xfrm rot="0">
              <a:off x="4233" y="999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70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97" name=""/>
            <p:cNvSpPr/>
            <p:nvPr/>
          </p:nvSpPr>
          <p:spPr>
            <a:xfrm rot="0">
              <a:off x="4233" y="1011"/>
              <a:ext cx="24" cy="155"/>
            </a:xfrm>
            <a:custGeom>
              <a:avLst/>
              <a:ahLst/>
              <a:rect l="0" t="0" r="r" b="b"/>
              <a:pathLst>
                <a:path w="72" h="465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5" y="465"/>
                  </a:lnTo>
                  <a:lnTo>
                    <a:pt x="72" y="465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498" name=""/>
            <p:cNvSpPr/>
            <p:nvPr/>
          </p:nvSpPr>
          <p:spPr>
            <a:xfrm rot="0">
              <a:off x="4233" y="1011"/>
              <a:ext cx="24" cy="155"/>
            </a:xfrm>
            <a:custGeom>
              <a:avLst/>
              <a:ahLst/>
              <a:rect l="0" t="0" r="r" b="b"/>
              <a:pathLst>
                <a:path w="72" h="465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5" y="465"/>
                  </a:lnTo>
                  <a:lnTo>
                    <a:pt x="72" y="465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499" name=""/>
            <p:cNvSpPr/>
            <p:nvPr/>
          </p:nvSpPr>
          <p:spPr>
            <a:xfrm rot="0">
              <a:off x="4233" y="1166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70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00" name=""/>
            <p:cNvSpPr/>
            <p:nvPr/>
          </p:nvSpPr>
          <p:spPr>
            <a:xfrm rot="0">
              <a:off x="4233" y="1166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70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01" name=""/>
            <p:cNvSpPr/>
            <p:nvPr/>
          </p:nvSpPr>
          <p:spPr>
            <a:xfrm rot="0">
              <a:off x="4411" y="999"/>
              <a:ext cx="25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02" name=""/>
            <p:cNvSpPr/>
            <p:nvPr/>
          </p:nvSpPr>
          <p:spPr>
            <a:xfrm rot="0">
              <a:off x="4411" y="999"/>
              <a:ext cx="25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03" name=""/>
            <p:cNvSpPr/>
            <p:nvPr/>
          </p:nvSpPr>
          <p:spPr>
            <a:xfrm rot="0">
              <a:off x="4411" y="1011"/>
              <a:ext cx="25" cy="155"/>
            </a:xfrm>
            <a:custGeom>
              <a:avLst/>
              <a:ahLst/>
              <a:rect l="0" t="0" r="r" b="b"/>
              <a:pathLst>
                <a:path w="73" h="4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6" y="465"/>
                  </a:lnTo>
                  <a:lnTo>
                    <a:pt x="73" y="465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04" name=""/>
            <p:cNvSpPr/>
            <p:nvPr/>
          </p:nvSpPr>
          <p:spPr>
            <a:xfrm rot="0">
              <a:off x="4411" y="1011"/>
              <a:ext cx="25" cy="155"/>
            </a:xfrm>
            <a:custGeom>
              <a:avLst/>
              <a:ahLst/>
              <a:rect l="0" t="0" r="r" b="b"/>
              <a:pathLst>
                <a:path w="73" h="4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6" y="465"/>
                  </a:lnTo>
                  <a:lnTo>
                    <a:pt x="73" y="46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05" name=""/>
            <p:cNvSpPr/>
            <p:nvPr/>
          </p:nvSpPr>
          <p:spPr>
            <a:xfrm rot="0">
              <a:off x="4411" y="1166"/>
              <a:ext cx="25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06" name=""/>
            <p:cNvSpPr/>
            <p:nvPr/>
          </p:nvSpPr>
          <p:spPr>
            <a:xfrm rot="0">
              <a:off x="4411" y="1166"/>
              <a:ext cx="25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07" name=""/>
            <p:cNvSpPr/>
            <p:nvPr/>
          </p:nvSpPr>
          <p:spPr>
            <a:xfrm rot="0">
              <a:off x="4233" y="999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37"/>
                  </a:moveTo>
                  <a:lnTo>
                    <a:pt x="35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08" name=""/>
            <p:cNvSpPr/>
            <p:nvPr/>
          </p:nvSpPr>
          <p:spPr>
            <a:xfrm rot="0">
              <a:off x="4233" y="999"/>
              <a:ext cx="12" cy="24"/>
            </a:xfrm>
            <a:custGeom>
              <a:avLst/>
              <a:ahLst/>
              <a:rect l="0" t="0" r="r" b="b"/>
              <a:pathLst>
                <a:path w="35" h="73">
                  <a:moveTo>
                    <a:pt x="35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1" y="49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09" name=""/>
            <p:cNvSpPr/>
            <p:nvPr/>
          </p:nvSpPr>
          <p:spPr>
            <a:xfrm rot="0">
              <a:off x="4245" y="999"/>
              <a:ext cx="616" cy="24"/>
            </a:xfrm>
            <a:custGeom>
              <a:avLst/>
              <a:ahLst/>
              <a:rect l="0" t="0" r="r" b="b"/>
              <a:pathLst>
                <a:path w="1849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1849" y="73"/>
                  </a:lnTo>
                  <a:lnTo>
                    <a:pt x="1849" y="37"/>
                  </a:lnTo>
                  <a:lnTo>
                    <a:pt x="184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10" name=""/>
            <p:cNvSpPr/>
            <p:nvPr/>
          </p:nvSpPr>
          <p:spPr>
            <a:xfrm rot="0">
              <a:off x="4245" y="999"/>
              <a:ext cx="616" cy="24"/>
            </a:xfrm>
            <a:custGeom>
              <a:avLst/>
              <a:ahLst/>
              <a:rect l="0" t="0" r="r" b="b"/>
              <a:pathLst>
                <a:path w="1849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1849" y="73"/>
                  </a:lnTo>
                  <a:lnTo>
                    <a:pt x="1849" y="37"/>
                  </a:lnTo>
                  <a:lnTo>
                    <a:pt x="184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11" name=""/>
            <p:cNvSpPr/>
            <p:nvPr/>
          </p:nvSpPr>
          <p:spPr>
            <a:xfrm rot="0">
              <a:off x="4861" y="999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29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29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12" name=""/>
            <p:cNvSpPr/>
            <p:nvPr/>
          </p:nvSpPr>
          <p:spPr>
            <a:xfrm rot="0">
              <a:off x="4861" y="999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29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29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13" name=""/>
            <p:cNvSpPr/>
            <p:nvPr/>
          </p:nvSpPr>
          <p:spPr>
            <a:xfrm rot="0">
              <a:off x="4726" y="718"/>
              <a:ext cx="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14" name=""/>
            <p:cNvSpPr/>
            <p:nvPr/>
          </p:nvSpPr>
          <p:spPr>
            <a:xfrm rot="0">
              <a:off x="4811" y="718"/>
              <a:ext cx="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15" name=""/>
            <p:cNvSpPr/>
            <p:nvPr/>
          </p:nvSpPr>
          <p:spPr>
            <a:xfrm rot="0">
              <a:off x="4423" y="1154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</p:grpSp>
      <p:grpSp>
        <p:nvGrpSpPr>
          <p:cNvPr id="315" name=""/>
          <p:cNvGrpSpPr/>
          <p:nvPr/>
        </p:nvGrpSpPr>
        <p:grpSpPr>
          <a:xfrm rot="0">
            <a:off x="392112" y="809625"/>
            <a:ext cx="7377112" cy="5487987"/>
            <a:chOff x="247" y="510"/>
            <a:chExt cx="4647" cy="3457"/>
          </a:xfrm>
        </p:grpSpPr>
        <p:sp>
          <p:nvSpPr>
            <p:cNvPr id="1073516" name=""/>
            <p:cNvSpPr/>
            <p:nvPr/>
          </p:nvSpPr>
          <p:spPr>
            <a:xfrm rot="0">
              <a:off x="4423" y="1154"/>
              <a:ext cx="13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17" name=""/>
            <p:cNvSpPr/>
            <p:nvPr/>
          </p:nvSpPr>
          <p:spPr>
            <a:xfrm rot="0">
              <a:off x="4199" y="1154"/>
              <a:ext cx="224" cy="24"/>
            </a:xfrm>
            <a:custGeom>
              <a:avLst/>
              <a:ahLst/>
              <a:rect l="0" t="0" r="r" b="b"/>
              <a:pathLst>
                <a:path w="672" h="72">
                  <a:moveTo>
                    <a:pt x="672" y="72"/>
                  </a:moveTo>
                  <a:lnTo>
                    <a:pt x="672" y="37"/>
                  </a:lnTo>
                  <a:lnTo>
                    <a:pt x="67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2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18" name=""/>
            <p:cNvSpPr/>
            <p:nvPr/>
          </p:nvSpPr>
          <p:spPr>
            <a:xfrm rot="0">
              <a:off x="4199" y="1154"/>
              <a:ext cx="224" cy="24"/>
            </a:xfrm>
            <a:custGeom>
              <a:avLst/>
              <a:ahLst/>
              <a:rect l="0" t="0" r="r" b="b"/>
              <a:pathLst>
                <a:path w="672" h="72">
                  <a:moveTo>
                    <a:pt x="672" y="72"/>
                  </a:moveTo>
                  <a:lnTo>
                    <a:pt x="672" y="37"/>
                  </a:lnTo>
                  <a:lnTo>
                    <a:pt x="67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2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19" name=""/>
            <p:cNvSpPr/>
            <p:nvPr/>
          </p:nvSpPr>
          <p:spPr>
            <a:xfrm rot="0">
              <a:off x="4187" y="115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20" name=""/>
            <p:cNvSpPr/>
            <p:nvPr/>
          </p:nvSpPr>
          <p:spPr>
            <a:xfrm rot="0">
              <a:off x="4187" y="115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21" name=""/>
            <p:cNvSpPr/>
            <p:nvPr/>
          </p:nvSpPr>
          <p:spPr>
            <a:xfrm rot="0">
              <a:off x="4870" y="718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5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22" name=""/>
            <p:cNvSpPr/>
            <p:nvPr/>
          </p:nvSpPr>
          <p:spPr>
            <a:xfrm rot="0">
              <a:off x="4870" y="718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2"/>
                  </a:lnTo>
                  <a:lnTo>
                    <a:pt x="65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5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23" name=""/>
            <p:cNvSpPr/>
            <p:nvPr/>
          </p:nvSpPr>
          <p:spPr>
            <a:xfrm rot="0">
              <a:off x="4870" y="522"/>
              <a:ext cx="24" cy="196"/>
            </a:xfrm>
            <a:custGeom>
              <a:avLst/>
              <a:ahLst/>
              <a:rect l="0" t="0" r="r" b="b"/>
              <a:pathLst>
                <a:path w="72" h="586">
                  <a:moveTo>
                    <a:pt x="0" y="586"/>
                  </a:moveTo>
                  <a:lnTo>
                    <a:pt x="35" y="586"/>
                  </a:lnTo>
                  <a:lnTo>
                    <a:pt x="72" y="58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58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24" name=""/>
            <p:cNvSpPr/>
            <p:nvPr/>
          </p:nvSpPr>
          <p:spPr>
            <a:xfrm rot="0">
              <a:off x="4870" y="522"/>
              <a:ext cx="24" cy="196"/>
            </a:xfrm>
            <a:custGeom>
              <a:avLst/>
              <a:ahLst/>
              <a:rect l="0" t="0" r="r" b="b"/>
              <a:pathLst>
                <a:path w="72" h="586">
                  <a:moveTo>
                    <a:pt x="0" y="586"/>
                  </a:moveTo>
                  <a:lnTo>
                    <a:pt x="35" y="586"/>
                  </a:lnTo>
                  <a:lnTo>
                    <a:pt x="72" y="586"/>
                  </a:lnTo>
                  <a:lnTo>
                    <a:pt x="72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58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25" name=""/>
            <p:cNvSpPr/>
            <p:nvPr/>
          </p:nvSpPr>
          <p:spPr>
            <a:xfrm rot="0">
              <a:off x="4870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26" name=""/>
            <p:cNvSpPr/>
            <p:nvPr/>
          </p:nvSpPr>
          <p:spPr>
            <a:xfrm rot="0">
              <a:off x="4870" y="510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5"/>
                  </a:lnTo>
                  <a:lnTo>
                    <a:pt x="5" y="15"/>
                  </a:lnTo>
                  <a:lnTo>
                    <a:pt x="14" y="7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7" y="2"/>
                  </a:lnTo>
                  <a:lnTo>
                    <a:pt x="57" y="7"/>
                  </a:lnTo>
                  <a:lnTo>
                    <a:pt x="65" y="15"/>
                  </a:lnTo>
                  <a:lnTo>
                    <a:pt x="69" y="25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27" name=""/>
            <p:cNvSpPr/>
            <p:nvPr/>
          </p:nvSpPr>
          <p:spPr>
            <a:xfrm rot="0">
              <a:off x="4671" y="999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28" name=""/>
            <p:cNvSpPr/>
            <p:nvPr/>
          </p:nvSpPr>
          <p:spPr>
            <a:xfrm rot="0">
              <a:off x="4671" y="999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29" name=""/>
            <p:cNvSpPr/>
            <p:nvPr/>
          </p:nvSpPr>
          <p:spPr>
            <a:xfrm rot="0">
              <a:off x="4671" y="1011"/>
              <a:ext cx="24" cy="155"/>
            </a:xfrm>
            <a:custGeom>
              <a:avLst/>
              <a:ahLst/>
              <a:rect l="0" t="0" r="r" b="b"/>
              <a:pathLst>
                <a:path w="72" h="465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5" y="465"/>
                  </a:lnTo>
                  <a:lnTo>
                    <a:pt x="72" y="465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30" name=""/>
            <p:cNvSpPr/>
            <p:nvPr/>
          </p:nvSpPr>
          <p:spPr>
            <a:xfrm rot="0">
              <a:off x="4671" y="1011"/>
              <a:ext cx="24" cy="155"/>
            </a:xfrm>
            <a:custGeom>
              <a:avLst/>
              <a:ahLst/>
              <a:rect l="0" t="0" r="r" b="b"/>
              <a:pathLst>
                <a:path w="72" h="465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5" y="465"/>
                  </a:lnTo>
                  <a:lnTo>
                    <a:pt x="72" y="465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31" name=""/>
            <p:cNvSpPr/>
            <p:nvPr/>
          </p:nvSpPr>
          <p:spPr>
            <a:xfrm rot="0">
              <a:off x="4671" y="1166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32" name=""/>
            <p:cNvSpPr/>
            <p:nvPr/>
          </p:nvSpPr>
          <p:spPr>
            <a:xfrm rot="0">
              <a:off x="4671" y="1166"/>
              <a:ext cx="24" cy="12"/>
            </a:xfrm>
            <a:custGeom>
              <a:avLst/>
              <a:ahLst/>
              <a:rect l="0" t="0" r="r" b="b"/>
              <a:pathLst>
                <a:path w="72" h="35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5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33" name=""/>
            <p:cNvSpPr/>
            <p:nvPr/>
          </p:nvSpPr>
          <p:spPr>
            <a:xfrm rot="0">
              <a:off x="4849" y="999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34" name=""/>
            <p:cNvSpPr/>
            <p:nvPr/>
          </p:nvSpPr>
          <p:spPr>
            <a:xfrm rot="0">
              <a:off x="4849" y="999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35" name=""/>
            <p:cNvSpPr/>
            <p:nvPr/>
          </p:nvSpPr>
          <p:spPr>
            <a:xfrm rot="0">
              <a:off x="4849" y="1011"/>
              <a:ext cx="24" cy="155"/>
            </a:xfrm>
            <a:custGeom>
              <a:avLst/>
              <a:ahLst/>
              <a:rect l="0" t="0" r="r" b="b"/>
              <a:pathLst>
                <a:path w="73" h="4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6" y="465"/>
                  </a:lnTo>
                  <a:lnTo>
                    <a:pt x="73" y="465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36" name=""/>
            <p:cNvSpPr/>
            <p:nvPr/>
          </p:nvSpPr>
          <p:spPr>
            <a:xfrm rot="0">
              <a:off x="4849" y="1011"/>
              <a:ext cx="24" cy="155"/>
            </a:xfrm>
            <a:custGeom>
              <a:avLst/>
              <a:ahLst/>
              <a:rect l="0" t="0" r="r" b="b"/>
              <a:pathLst>
                <a:path w="73" h="4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36" y="465"/>
                  </a:lnTo>
                  <a:lnTo>
                    <a:pt x="73" y="46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37" name=""/>
            <p:cNvSpPr/>
            <p:nvPr/>
          </p:nvSpPr>
          <p:spPr>
            <a:xfrm rot="0">
              <a:off x="4849" y="1166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38" name=""/>
            <p:cNvSpPr/>
            <p:nvPr/>
          </p:nvSpPr>
          <p:spPr>
            <a:xfrm rot="0">
              <a:off x="4849" y="1166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5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39" name=""/>
            <p:cNvSpPr/>
            <p:nvPr/>
          </p:nvSpPr>
          <p:spPr>
            <a:xfrm rot="0">
              <a:off x="1182" y="1351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40" name=""/>
            <p:cNvSpPr/>
            <p:nvPr/>
          </p:nvSpPr>
          <p:spPr>
            <a:xfrm rot="0">
              <a:off x="1182" y="1351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41" name=""/>
            <p:cNvSpPr/>
            <p:nvPr/>
          </p:nvSpPr>
          <p:spPr>
            <a:xfrm rot="0">
              <a:off x="1182" y="1364"/>
              <a:ext cx="24" cy="302"/>
            </a:xfrm>
            <a:custGeom>
              <a:avLst/>
              <a:ahLst/>
              <a:rect l="0" t="0" r="r" b="b"/>
              <a:pathLst>
                <a:path w="73" h="90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42" name=""/>
            <p:cNvSpPr/>
            <p:nvPr/>
          </p:nvSpPr>
          <p:spPr>
            <a:xfrm rot="0">
              <a:off x="1182" y="1364"/>
              <a:ext cx="24" cy="302"/>
            </a:xfrm>
            <a:custGeom>
              <a:avLst/>
              <a:ahLst/>
              <a:rect l="0" t="0" r="r" b="b"/>
              <a:pathLst>
                <a:path w="73" h="90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43" name=""/>
            <p:cNvSpPr/>
            <p:nvPr/>
          </p:nvSpPr>
          <p:spPr>
            <a:xfrm rot="0">
              <a:off x="1182" y="1666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44" name=""/>
            <p:cNvSpPr/>
            <p:nvPr/>
          </p:nvSpPr>
          <p:spPr>
            <a:xfrm rot="0">
              <a:off x="1182" y="1666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45" name=""/>
            <p:cNvSpPr/>
            <p:nvPr/>
          </p:nvSpPr>
          <p:spPr>
            <a:xfrm rot="0">
              <a:off x="1194" y="1351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46" name=""/>
            <p:cNvSpPr/>
            <p:nvPr/>
          </p:nvSpPr>
          <p:spPr>
            <a:xfrm rot="0">
              <a:off x="1194" y="1351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47" name=""/>
            <p:cNvSpPr/>
            <p:nvPr/>
          </p:nvSpPr>
          <p:spPr>
            <a:xfrm rot="0">
              <a:off x="747" y="1351"/>
              <a:ext cx="447" cy="25"/>
            </a:xfrm>
            <a:custGeom>
              <a:avLst/>
              <a:ahLst/>
              <a:rect l="0" t="0" r="r" b="b"/>
              <a:pathLst>
                <a:path w="1340" h="73">
                  <a:moveTo>
                    <a:pt x="1340" y="73"/>
                  </a:moveTo>
                  <a:lnTo>
                    <a:pt x="1340" y="37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340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48" name=""/>
            <p:cNvSpPr/>
            <p:nvPr/>
          </p:nvSpPr>
          <p:spPr>
            <a:xfrm rot="0">
              <a:off x="747" y="1351"/>
              <a:ext cx="447" cy="25"/>
            </a:xfrm>
            <a:custGeom>
              <a:avLst/>
              <a:ahLst/>
              <a:rect l="0" t="0" r="r" b="b"/>
              <a:pathLst>
                <a:path w="1340" h="73">
                  <a:moveTo>
                    <a:pt x="1340" y="73"/>
                  </a:moveTo>
                  <a:lnTo>
                    <a:pt x="1340" y="37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34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49" name=""/>
            <p:cNvSpPr/>
            <p:nvPr/>
          </p:nvSpPr>
          <p:spPr>
            <a:xfrm rot="0">
              <a:off x="735" y="1351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50" name=""/>
            <p:cNvSpPr/>
            <p:nvPr/>
          </p:nvSpPr>
          <p:spPr>
            <a:xfrm rot="0">
              <a:off x="735" y="1351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51" name=""/>
            <p:cNvSpPr/>
            <p:nvPr/>
          </p:nvSpPr>
          <p:spPr>
            <a:xfrm rot="0">
              <a:off x="735" y="1351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52" name=""/>
            <p:cNvSpPr/>
            <p:nvPr/>
          </p:nvSpPr>
          <p:spPr>
            <a:xfrm rot="0">
              <a:off x="735" y="1351"/>
              <a:ext cx="24" cy="13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53" name=""/>
            <p:cNvSpPr/>
            <p:nvPr/>
          </p:nvSpPr>
          <p:spPr>
            <a:xfrm rot="0">
              <a:off x="735" y="1364"/>
              <a:ext cx="24" cy="121"/>
            </a:xfrm>
            <a:custGeom>
              <a:avLst/>
              <a:ahLst/>
              <a:rect l="0" t="0" r="r" b="b"/>
              <a:pathLst>
                <a:path w="73" h="3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65"/>
                  </a:lnTo>
                  <a:lnTo>
                    <a:pt x="36" y="365"/>
                  </a:lnTo>
                  <a:lnTo>
                    <a:pt x="73" y="365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54" name=""/>
            <p:cNvSpPr/>
            <p:nvPr/>
          </p:nvSpPr>
          <p:spPr>
            <a:xfrm rot="0">
              <a:off x="735" y="1364"/>
              <a:ext cx="24" cy="121"/>
            </a:xfrm>
            <a:custGeom>
              <a:avLst/>
              <a:ahLst/>
              <a:rect l="0" t="0" r="r" b="b"/>
              <a:pathLst>
                <a:path w="73" h="365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65"/>
                  </a:lnTo>
                  <a:lnTo>
                    <a:pt x="36" y="365"/>
                  </a:lnTo>
                  <a:lnTo>
                    <a:pt x="73" y="365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55" name=""/>
            <p:cNvSpPr/>
            <p:nvPr/>
          </p:nvSpPr>
          <p:spPr>
            <a:xfrm rot="0">
              <a:off x="735" y="1485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56" name=""/>
            <p:cNvSpPr/>
            <p:nvPr/>
          </p:nvSpPr>
          <p:spPr>
            <a:xfrm rot="0">
              <a:off x="735" y="1485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57" name=""/>
            <p:cNvSpPr/>
            <p:nvPr/>
          </p:nvSpPr>
          <p:spPr>
            <a:xfrm rot="0">
              <a:off x="747" y="1473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58" name=""/>
            <p:cNvSpPr/>
            <p:nvPr/>
          </p:nvSpPr>
          <p:spPr>
            <a:xfrm rot="0">
              <a:off x="747" y="1473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59" name=""/>
            <p:cNvSpPr/>
            <p:nvPr/>
          </p:nvSpPr>
          <p:spPr>
            <a:xfrm rot="0">
              <a:off x="521" y="1473"/>
              <a:ext cx="226" cy="24"/>
            </a:xfrm>
            <a:custGeom>
              <a:avLst/>
              <a:ahLst/>
              <a:rect l="0" t="0" r="r" b="b"/>
              <a:pathLst>
                <a:path w="678" h="72">
                  <a:moveTo>
                    <a:pt x="678" y="72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8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60" name=""/>
            <p:cNvSpPr/>
            <p:nvPr/>
          </p:nvSpPr>
          <p:spPr>
            <a:xfrm rot="0">
              <a:off x="521" y="1473"/>
              <a:ext cx="226" cy="24"/>
            </a:xfrm>
            <a:custGeom>
              <a:avLst/>
              <a:ahLst/>
              <a:rect l="0" t="0" r="r" b="b"/>
              <a:pathLst>
                <a:path w="678" h="72">
                  <a:moveTo>
                    <a:pt x="678" y="72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8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61" name=""/>
            <p:cNvSpPr/>
            <p:nvPr/>
          </p:nvSpPr>
          <p:spPr>
            <a:xfrm rot="0">
              <a:off x="509" y="1473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62" name=""/>
            <p:cNvSpPr/>
            <p:nvPr/>
          </p:nvSpPr>
          <p:spPr>
            <a:xfrm rot="0">
              <a:off x="509" y="1473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63" name=""/>
            <p:cNvSpPr/>
            <p:nvPr/>
          </p:nvSpPr>
          <p:spPr>
            <a:xfrm rot="0">
              <a:off x="509" y="1473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64" name=""/>
            <p:cNvSpPr/>
            <p:nvPr/>
          </p:nvSpPr>
          <p:spPr>
            <a:xfrm rot="0">
              <a:off x="509" y="1473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65" name=""/>
            <p:cNvSpPr/>
            <p:nvPr/>
          </p:nvSpPr>
          <p:spPr>
            <a:xfrm rot="0">
              <a:off x="509" y="1485"/>
              <a:ext cx="24" cy="181"/>
            </a:xfrm>
            <a:custGeom>
              <a:avLst/>
              <a:ahLst/>
              <a:rect l="0" t="0" r="r" b="b"/>
              <a:pathLst>
                <a:path w="73" h="542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542"/>
                  </a:lnTo>
                  <a:lnTo>
                    <a:pt x="36" y="542"/>
                  </a:lnTo>
                  <a:lnTo>
                    <a:pt x="73" y="542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66" name=""/>
            <p:cNvSpPr/>
            <p:nvPr/>
          </p:nvSpPr>
          <p:spPr>
            <a:xfrm rot="0">
              <a:off x="509" y="1485"/>
              <a:ext cx="24" cy="181"/>
            </a:xfrm>
            <a:custGeom>
              <a:avLst/>
              <a:ahLst/>
              <a:rect l="0" t="0" r="r" b="b"/>
              <a:pathLst>
                <a:path w="73" h="542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542"/>
                  </a:lnTo>
                  <a:lnTo>
                    <a:pt x="36" y="542"/>
                  </a:lnTo>
                  <a:lnTo>
                    <a:pt x="73" y="542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67" name=""/>
            <p:cNvSpPr/>
            <p:nvPr/>
          </p:nvSpPr>
          <p:spPr>
            <a:xfrm rot="0">
              <a:off x="509" y="1666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5" y="35"/>
                  </a:lnTo>
                  <a:lnTo>
                    <a:pt x="15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68" name=""/>
            <p:cNvSpPr/>
            <p:nvPr/>
          </p:nvSpPr>
          <p:spPr>
            <a:xfrm rot="0">
              <a:off x="509" y="1666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5" y="35"/>
                  </a:lnTo>
                  <a:lnTo>
                    <a:pt x="15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69" name=""/>
            <p:cNvSpPr/>
            <p:nvPr/>
          </p:nvSpPr>
          <p:spPr>
            <a:xfrm rot="0">
              <a:off x="951" y="1369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70" name=""/>
            <p:cNvSpPr/>
            <p:nvPr/>
          </p:nvSpPr>
          <p:spPr>
            <a:xfrm rot="0">
              <a:off x="951" y="1369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71" name=""/>
            <p:cNvSpPr/>
            <p:nvPr/>
          </p:nvSpPr>
          <p:spPr>
            <a:xfrm rot="0">
              <a:off x="747" y="1369"/>
              <a:ext cx="204" cy="24"/>
            </a:xfrm>
            <a:custGeom>
              <a:avLst/>
              <a:ahLst/>
              <a:rect l="0" t="0" r="r" b="b"/>
              <a:pathLst>
                <a:path w="612" h="73">
                  <a:moveTo>
                    <a:pt x="612" y="73"/>
                  </a:moveTo>
                  <a:lnTo>
                    <a:pt x="612" y="37"/>
                  </a:lnTo>
                  <a:lnTo>
                    <a:pt x="61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12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72" name=""/>
            <p:cNvSpPr/>
            <p:nvPr/>
          </p:nvSpPr>
          <p:spPr>
            <a:xfrm rot="0">
              <a:off x="747" y="1369"/>
              <a:ext cx="204" cy="24"/>
            </a:xfrm>
            <a:custGeom>
              <a:avLst/>
              <a:ahLst/>
              <a:rect l="0" t="0" r="r" b="b"/>
              <a:pathLst>
                <a:path w="612" h="73">
                  <a:moveTo>
                    <a:pt x="612" y="73"/>
                  </a:moveTo>
                  <a:lnTo>
                    <a:pt x="612" y="37"/>
                  </a:lnTo>
                  <a:lnTo>
                    <a:pt x="61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12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73" name=""/>
            <p:cNvSpPr/>
            <p:nvPr/>
          </p:nvSpPr>
          <p:spPr>
            <a:xfrm rot="0">
              <a:off x="735" y="1369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74" name=""/>
            <p:cNvSpPr/>
            <p:nvPr/>
          </p:nvSpPr>
          <p:spPr>
            <a:xfrm rot="0">
              <a:off x="735" y="1369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75" name=""/>
            <p:cNvSpPr/>
            <p:nvPr/>
          </p:nvSpPr>
          <p:spPr>
            <a:xfrm rot="0">
              <a:off x="939" y="1369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76" name=""/>
            <p:cNvSpPr/>
            <p:nvPr/>
          </p:nvSpPr>
          <p:spPr>
            <a:xfrm rot="0">
              <a:off x="939" y="1369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77" name=""/>
            <p:cNvSpPr/>
            <p:nvPr/>
          </p:nvSpPr>
          <p:spPr>
            <a:xfrm rot="0">
              <a:off x="939" y="1381"/>
              <a:ext cx="24" cy="285"/>
            </a:xfrm>
            <a:custGeom>
              <a:avLst/>
              <a:ahLst/>
              <a:rect l="0" t="0" r="r" b="b"/>
              <a:pathLst>
                <a:path w="73" h="854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854"/>
                  </a:lnTo>
                  <a:lnTo>
                    <a:pt x="36" y="854"/>
                  </a:lnTo>
                  <a:lnTo>
                    <a:pt x="73" y="854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78" name=""/>
            <p:cNvSpPr/>
            <p:nvPr/>
          </p:nvSpPr>
          <p:spPr>
            <a:xfrm rot="0">
              <a:off x="939" y="1381"/>
              <a:ext cx="24" cy="285"/>
            </a:xfrm>
            <a:custGeom>
              <a:avLst/>
              <a:ahLst/>
              <a:rect l="0" t="0" r="r" b="b"/>
              <a:pathLst>
                <a:path w="73" h="854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854"/>
                  </a:lnTo>
                  <a:lnTo>
                    <a:pt x="36" y="854"/>
                  </a:lnTo>
                  <a:lnTo>
                    <a:pt x="73" y="854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79" name=""/>
            <p:cNvSpPr/>
            <p:nvPr/>
          </p:nvSpPr>
          <p:spPr>
            <a:xfrm rot="0">
              <a:off x="939" y="1666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5" y="35"/>
                  </a:lnTo>
                  <a:lnTo>
                    <a:pt x="15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80" name=""/>
            <p:cNvSpPr/>
            <p:nvPr/>
          </p:nvSpPr>
          <p:spPr>
            <a:xfrm rot="0">
              <a:off x="939" y="1666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5" y="35"/>
                  </a:lnTo>
                  <a:lnTo>
                    <a:pt x="15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81" name=""/>
            <p:cNvSpPr/>
            <p:nvPr/>
          </p:nvSpPr>
          <p:spPr>
            <a:xfrm rot="0">
              <a:off x="747" y="152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82" name=""/>
            <p:cNvSpPr/>
            <p:nvPr/>
          </p:nvSpPr>
          <p:spPr>
            <a:xfrm rot="0">
              <a:off x="747" y="1524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83" name=""/>
            <p:cNvSpPr/>
            <p:nvPr/>
          </p:nvSpPr>
          <p:spPr>
            <a:xfrm rot="0">
              <a:off x="521" y="1524"/>
              <a:ext cx="226" cy="24"/>
            </a:xfrm>
            <a:custGeom>
              <a:avLst/>
              <a:ahLst/>
              <a:rect l="0" t="0" r="r" b="b"/>
              <a:pathLst>
                <a:path w="678" h="72">
                  <a:moveTo>
                    <a:pt x="678" y="72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8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84" name=""/>
            <p:cNvSpPr/>
            <p:nvPr/>
          </p:nvSpPr>
          <p:spPr>
            <a:xfrm rot="0">
              <a:off x="521" y="1524"/>
              <a:ext cx="226" cy="24"/>
            </a:xfrm>
            <a:custGeom>
              <a:avLst/>
              <a:ahLst/>
              <a:rect l="0" t="0" r="r" b="b"/>
              <a:pathLst>
                <a:path w="678" h="72">
                  <a:moveTo>
                    <a:pt x="678" y="72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8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85" name=""/>
            <p:cNvSpPr/>
            <p:nvPr/>
          </p:nvSpPr>
          <p:spPr>
            <a:xfrm rot="0">
              <a:off x="509" y="152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86" name=""/>
            <p:cNvSpPr/>
            <p:nvPr/>
          </p:nvSpPr>
          <p:spPr>
            <a:xfrm rot="0">
              <a:off x="509" y="1524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87" name=""/>
            <p:cNvSpPr/>
            <p:nvPr/>
          </p:nvSpPr>
          <p:spPr>
            <a:xfrm rot="0">
              <a:off x="747" y="1783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88" name=""/>
            <p:cNvSpPr/>
            <p:nvPr/>
          </p:nvSpPr>
          <p:spPr>
            <a:xfrm rot="0">
              <a:off x="747" y="1783"/>
              <a:ext cx="12" cy="25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89" name=""/>
            <p:cNvSpPr/>
            <p:nvPr/>
          </p:nvSpPr>
          <p:spPr>
            <a:xfrm rot="0">
              <a:off x="521" y="1783"/>
              <a:ext cx="226" cy="25"/>
            </a:xfrm>
            <a:custGeom>
              <a:avLst/>
              <a:ahLst/>
              <a:rect l="0" t="0" r="r" b="b"/>
              <a:pathLst>
                <a:path w="678" h="73">
                  <a:moveTo>
                    <a:pt x="678" y="73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78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90" name=""/>
            <p:cNvSpPr/>
            <p:nvPr/>
          </p:nvSpPr>
          <p:spPr>
            <a:xfrm rot="0">
              <a:off x="521" y="1783"/>
              <a:ext cx="226" cy="25"/>
            </a:xfrm>
            <a:custGeom>
              <a:avLst/>
              <a:ahLst/>
              <a:rect l="0" t="0" r="r" b="b"/>
              <a:pathLst>
                <a:path w="678" h="73">
                  <a:moveTo>
                    <a:pt x="678" y="73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678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91" name=""/>
            <p:cNvSpPr/>
            <p:nvPr/>
          </p:nvSpPr>
          <p:spPr>
            <a:xfrm rot="0">
              <a:off x="509" y="1783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92" name=""/>
            <p:cNvSpPr/>
            <p:nvPr/>
          </p:nvSpPr>
          <p:spPr>
            <a:xfrm rot="0">
              <a:off x="509" y="1783"/>
              <a:ext cx="12" cy="25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93" name=""/>
            <p:cNvSpPr/>
            <p:nvPr/>
          </p:nvSpPr>
          <p:spPr>
            <a:xfrm rot="0">
              <a:off x="939" y="195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94" name=""/>
            <p:cNvSpPr/>
            <p:nvPr/>
          </p:nvSpPr>
          <p:spPr>
            <a:xfrm rot="0">
              <a:off x="939" y="195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95" name=""/>
            <p:cNvSpPr/>
            <p:nvPr/>
          </p:nvSpPr>
          <p:spPr>
            <a:xfrm rot="0">
              <a:off x="939" y="1666"/>
              <a:ext cx="24" cy="285"/>
            </a:xfrm>
            <a:custGeom>
              <a:avLst/>
              <a:ahLst/>
              <a:rect l="0" t="0" r="r" b="b"/>
              <a:pathLst>
                <a:path w="73" h="855">
                  <a:moveTo>
                    <a:pt x="0" y="855"/>
                  </a:moveTo>
                  <a:lnTo>
                    <a:pt x="36" y="855"/>
                  </a:lnTo>
                  <a:lnTo>
                    <a:pt x="73" y="855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8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96" name=""/>
            <p:cNvSpPr/>
            <p:nvPr/>
          </p:nvSpPr>
          <p:spPr>
            <a:xfrm rot="0">
              <a:off x="939" y="1666"/>
              <a:ext cx="24" cy="285"/>
            </a:xfrm>
            <a:custGeom>
              <a:avLst/>
              <a:ahLst/>
              <a:rect l="0" t="0" r="r" b="b"/>
              <a:pathLst>
                <a:path w="73" h="855">
                  <a:moveTo>
                    <a:pt x="0" y="855"/>
                  </a:moveTo>
                  <a:lnTo>
                    <a:pt x="36" y="855"/>
                  </a:lnTo>
                  <a:lnTo>
                    <a:pt x="73" y="855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8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97" name=""/>
            <p:cNvSpPr/>
            <p:nvPr/>
          </p:nvSpPr>
          <p:spPr>
            <a:xfrm rot="0">
              <a:off x="939" y="165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598" name=""/>
            <p:cNvSpPr/>
            <p:nvPr/>
          </p:nvSpPr>
          <p:spPr>
            <a:xfrm rot="0">
              <a:off x="939" y="165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599" name=""/>
            <p:cNvSpPr/>
            <p:nvPr/>
          </p:nvSpPr>
          <p:spPr>
            <a:xfrm rot="0">
              <a:off x="951" y="193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00" name=""/>
            <p:cNvSpPr/>
            <p:nvPr/>
          </p:nvSpPr>
          <p:spPr>
            <a:xfrm rot="0">
              <a:off x="951" y="193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01" name=""/>
            <p:cNvSpPr/>
            <p:nvPr/>
          </p:nvSpPr>
          <p:spPr>
            <a:xfrm rot="0">
              <a:off x="747" y="1939"/>
              <a:ext cx="204" cy="24"/>
            </a:xfrm>
            <a:custGeom>
              <a:avLst/>
              <a:ahLst/>
              <a:rect l="0" t="0" r="r" b="b"/>
              <a:pathLst>
                <a:path w="612" h="72">
                  <a:moveTo>
                    <a:pt x="612" y="72"/>
                  </a:moveTo>
                  <a:lnTo>
                    <a:pt x="612" y="37"/>
                  </a:lnTo>
                  <a:lnTo>
                    <a:pt x="61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12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02" name=""/>
            <p:cNvSpPr/>
            <p:nvPr/>
          </p:nvSpPr>
          <p:spPr>
            <a:xfrm rot="0">
              <a:off x="747" y="1939"/>
              <a:ext cx="204" cy="24"/>
            </a:xfrm>
            <a:custGeom>
              <a:avLst/>
              <a:ahLst/>
              <a:rect l="0" t="0" r="r" b="b"/>
              <a:pathLst>
                <a:path w="612" h="72">
                  <a:moveTo>
                    <a:pt x="612" y="72"/>
                  </a:moveTo>
                  <a:lnTo>
                    <a:pt x="612" y="37"/>
                  </a:lnTo>
                  <a:lnTo>
                    <a:pt x="612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12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03" name=""/>
            <p:cNvSpPr/>
            <p:nvPr/>
          </p:nvSpPr>
          <p:spPr>
            <a:xfrm rot="0">
              <a:off x="735" y="193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04" name=""/>
            <p:cNvSpPr/>
            <p:nvPr/>
          </p:nvSpPr>
          <p:spPr>
            <a:xfrm rot="0">
              <a:off x="735" y="193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4" y="71"/>
                  </a:lnTo>
                  <a:lnTo>
                    <a:pt x="14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05" name=""/>
            <p:cNvSpPr/>
            <p:nvPr/>
          </p:nvSpPr>
          <p:spPr>
            <a:xfrm rot="0">
              <a:off x="509" y="1847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06" name=""/>
            <p:cNvSpPr/>
            <p:nvPr/>
          </p:nvSpPr>
          <p:spPr>
            <a:xfrm rot="0">
              <a:off x="509" y="1847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07" name=""/>
            <p:cNvSpPr/>
            <p:nvPr/>
          </p:nvSpPr>
          <p:spPr>
            <a:xfrm rot="0">
              <a:off x="509" y="1666"/>
              <a:ext cx="24" cy="181"/>
            </a:xfrm>
            <a:custGeom>
              <a:avLst/>
              <a:ahLst/>
              <a:rect l="0" t="0" r="r" b="b"/>
              <a:pathLst>
                <a:path w="73" h="543">
                  <a:moveTo>
                    <a:pt x="0" y="543"/>
                  </a:moveTo>
                  <a:lnTo>
                    <a:pt x="36" y="543"/>
                  </a:lnTo>
                  <a:lnTo>
                    <a:pt x="73" y="543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4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08" name=""/>
            <p:cNvSpPr/>
            <p:nvPr/>
          </p:nvSpPr>
          <p:spPr>
            <a:xfrm rot="0">
              <a:off x="509" y="1666"/>
              <a:ext cx="24" cy="181"/>
            </a:xfrm>
            <a:custGeom>
              <a:avLst/>
              <a:ahLst/>
              <a:rect l="0" t="0" r="r" b="b"/>
              <a:pathLst>
                <a:path w="73" h="543">
                  <a:moveTo>
                    <a:pt x="0" y="543"/>
                  </a:moveTo>
                  <a:lnTo>
                    <a:pt x="36" y="543"/>
                  </a:lnTo>
                  <a:lnTo>
                    <a:pt x="73" y="543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4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09" name=""/>
            <p:cNvSpPr/>
            <p:nvPr/>
          </p:nvSpPr>
          <p:spPr>
            <a:xfrm rot="0">
              <a:off x="509" y="165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10" name=""/>
            <p:cNvSpPr/>
            <p:nvPr/>
          </p:nvSpPr>
          <p:spPr>
            <a:xfrm rot="0">
              <a:off x="509" y="165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11" name=""/>
            <p:cNvSpPr/>
            <p:nvPr/>
          </p:nvSpPr>
          <p:spPr>
            <a:xfrm rot="0">
              <a:off x="747" y="183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12" name=""/>
            <p:cNvSpPr/>
            <p:nvPr/>
          </p:nvSpPr>
          <p:spPr>
            <a:xfrm rot="0">
              <a:off x="747" y="1835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13" name=""/>
            <p:cNvSpPr/>
            <p:nvPr/>
          </p:nvSpPr>
          <p:spPr>
            <a:xfrm rot="0">
              <a:off x="521" y="1835"/>
              <a:ext cx="226" cy="24"/>
            </a:xfrm>
            <a:custGeom>
              <a:avLst/>
              <a:ahLst/>
              <a:rect l="0" t="0" r="r" b="b"/>
              <a:pathLst>
                <a:path w="678" h="72">
                  <a:moveTo>
                    <a:pt x="678" y="72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8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14" name=""/>
            <p:cNvSpPr/>
            <p:nvPr/>
          </p:nvSpPr>
          <p:spPr>
            <a:xfrm rot="0">
              <a:off x="521" y="1835"/>
              <a:ext cx="226" cy="24"/>
            </a:xfrm>
            <a:custGeom>
              <a:avLst/>
              <a:ahLst/>
              <a:rect l="0" t="0" r="r" b="b"/>
              <a:pathLst>
                <a:path w="678" h="72">
                  <a:moveTo>
                    <a:pt x="678" y="72"/>
                  </a:moveTo>
                  <a:lnTo>
                    <a:pt x="678" y="37"/>
                  </a:lnTo>
                  <a:lnTo>
                    <a:pt x="678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678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15" name=""/>
            <p:cNvSpPr/>
            <p:nvPr/>
          </p:nvSpPr>
          <p:spPr>
            <a:xfrm rot="0">
              <a:off x="509" y="1835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16" name=""/>
            <p:cNvSpPr/>
            <p:nvPr/>
          </p:nvSpPr>
          <p:spPr>
            <a:xfrm rot="0">
              <a:off x="509" y="1835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17" name=""/>
            <p:cNvSpPr/>
            <p:nvPr/>
          </p:nvSpPr>
          <p:spPr>
            <a:xfrm rot="0">
              <a:off x="735" y="1968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18" name=""/>
            <p:cNvSpPr/>
            <p:nvPr/>
          </p:nvSpPr>
          <p:spPr>
            <a:xfrm rot="0">
              <a:off x="735" y="1968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19" name=""/>
            <p:cNvSpPr/>
            <p:nvPr/>
          </p:nvSpPr>
          <p:spPr>
            <a:xfrm rot="0">
              <a:off x="735" y="1847"/>
              <a:ext cx="24" cy="121"/>
            </a:xfrm>
            <a:custGeom>
              <a:avLst/>
              <a:ahLst/>
              <a:rect l="0" t="0" r="r" b="b"/>
              <a:pathLst>
                <a:path w="73" h="364">
                  <a:moveTo>
                    <a:pt x="0" y="364"/>
                  </a:moveTo>
                  <a:lnTo>
                    <a:pt x="36" y="364"/>
                  </a:lnTo>
                  <a:lnTo>
                    <a:pt x="73" y="364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6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20" name=""/>
            <p:cNvSpPr/>
            <p:nvPr/>
          </p:nvSpPr>
          <p:spPr>
            <a:xfrm rot="0">
              <a:off x="735" y="1847"/>
              <a:ext cx="24" cy="121"/>
            </a:xfrm>
            <a:custGeom>
              <a:avLst/>
              <a:ahLst/>
              <a:rect l="0" t="0" r="r" b="b"/>
              <a:pathLst>
                <a:path w="73" h="364">
                  <a:moveTo>
                    <a:pt x="0" y="364"/>
                  </a:moveTo>
                  <a:lnTo>
                    <a:pt x="36" y="364"/>
                  </a:lnTo>
                  <a:lnTo>
                    <a:pt x="73" y="364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21" name=""/>
            <p:cNvSpPr/>
            <p:nvPr/>
          </p:nvSpPr>
          <p:spPr>
            <a:xfrm rot="0">
              <a:off x="735" y="1835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22" name=""/>
            <p:cNvSpPr/>
            <p:nvPr/>
          </p:nvSpPr>
          <p:spPr>
            <a:xfrm rot="0">
              <a:off x="735" y="1835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23" name=""/>
            <p:cNvSpPr/>
            <p:nvPr/>
          </p:nvSpPr>
          <p:spPr>
            <a:xfrm rot="0">
              <a:off x="1194" y="1956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8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24" name=""/>
            <p:cNvSpPr/>
            <p:nvPr/>
          </p:nvSpPr>
          <p:spPr>
            <a:xfrm rot="0">
              <a:off x="1194" y="1956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8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2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25" name=""/>
            <p:cNvSpPr/>
            <p:nvPr/>
          </p:nvSpPr>
          <p:spPr>
            <a:xfrm rot="0">
              <a:off x="747" y="1956"/>
              <a:ext cx="447" cy="24"/>
            </a:xfrm>
            <a:custGeom>
              <a:avLst/>
              <a:ahLst/>
              <a:rect l="0" t="0" r="r" b="b"/>
              <a:pathLst>
                <a:path w="1340" h="73">
                  <a:moveTo>
                    <a:pt x="1340" y="73"/>
                  </a:moveTo>
                  <a:lnTo>
                    <a:pt x="1340" y="37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340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26" name=""/>
            <p:cNvSpPr/>
            <p:nvPr/>
          </p:nvSpPr>
          <p:spPr>
            <a:xfrm rot="0">
              <a:off x="747" y="1956"/>
              <a:ext cx="447" cy="24"/>
            </a:xfrm>
            <a:custGeom>
              <a:avLst/>
              <a:ahLst/>
              <a:rect l="0" t="0" r="r" b="b"/>
              <a:pathLst>
                <a:path w="1340" h="73">
                  <a:moveTo>
                    <a:pt x="1340" y="73"/>
                  </a:moveTo>
                  <a:lnTo>
                    <a:pt x="1340" y="37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34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27" name=""/>
            <p:cNvSpPr/>
            <p:nvPr/>
          </p:nvSpPr>
          <p:spPr>
            <a:xfrm rot="0">
              <a:off x="735" y="1956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8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28" name=""/>
            <p:cNvSpPr/>
            <p:nvPr/>
          </p:nvSpPr>
          <p:spPr>
            <a:xfrm rot="0">
              <a:off x="735" y="1956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2"/>
                  </a:lnTo>
                  <a:lnTo>
                    <a:pt x="14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8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29" name=""/>
            <p:cNvSpPr/>
            <p:nvPr/>
          </p:nvSpPr>
          <p:spPr>
            <a:xfrm rot="0">
              <a:off x="1182" y="1968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30" name=""/>
            <p:cNvSpPr/>
            <p:nvPr/>
          </p:nvSpPr>
          <p:spPr>
            <a:xfrm rot="0">
              <a:off x="1182" y="1968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2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36" y="36"/>
                  </a:lnTo>
                  <a:lnTo>
                    <a:pt x="24" y="35"/>
                  </a:lnTo>
                  <a:lnTo>
                    <a:pt x="14" y="30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1" name=""/>
            <p:cNvSpPr/>
            <p:nvPr/>
          </p:nvSpPr>
          <p:spPr>
            <a:xfrm rot="0">
              <a:off x="1182" y="1666"/>
              <a:ext cx="24" cy="302"/>
            </a:xfrm>
            <a:custGeom>
              <a:avLst/>
              <a:ahLst/>
              <a:rect l="0" t="0" r="r" b="b"/>
              <a:pathLst>
                <a:path w="73" h="907">
                  <a:moveTo>
                    <a:pt x="0" y="907"/>
                  </a:move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32" name=""/>
            <p:cNvSpPr/>
            <p:nvPr/>
          </p:nvSpPr>
          <p:spPr>
            <a:xfrm rot="0">
              <a:off x="1182" y="1666"/>
              <a:ext cx="24" cy="302"/>
            </a:xfrm>
            <a:custGeom>
              <a:avLst/>
              <a:ahLst/>
              <a:rect l="0" t="0" r="r" b="b"/>
              <a:pathLst>
                <a:path w="73" h="907">
                  <a:moveTo>
                    <a:pt x="0" y="907"/>
                  </a:moveTo>
                  <a:lnTo>
                    <a:pt x="36" y="907"/>
                  </a:lnTo>
                  <a:lnTo>
                    <a:pt x="73" y="907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90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3" name=""/>
            <p:cNvSpPr/>
            <p:nvPr/>
          </p:nvSpPr>
          <p:spPr>
            <a:xfrm rot="0">
              <a:off x="1182" y="165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34" name=""/>
            <p:cNvSpPr/>
            <p:nvPr/>
          </p:nvSpPr>
          <p:spPr>
            <a:xfrm rot="0">
              <a:off x="1182" y="1654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1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5" name=""/>
            <p:cNvSpPr/>
            <p:nvPr/>
          </p:nvSpPr>
          <p:spPr>
            <a:xfrm rot="0">
              <a:off x="747" y="1537"/>
              <a:ext cx="1" cy="4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6" name=""/>
            <p:cNvSpPr/>
            <p:nvPr/>
          </p:nvSpPr>
          <p:spPr>
            <a:xfrm rot="0">
              <a:off x="747" y="1605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7" name=""/>
            <p:cNvSpPr/>
            <p:nvPr/>
          </p:nvSpPr>
          <p:spPr>
            <a:xfrm rot="0">
              <a:off x="747" y="1678"/>
              <a:ext cx="1" cy="4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8" name=""/>
            <p:cNvSpPr/>
            <p:nvPr/>
          </p:nvSpPr>
          <p:spPr>
            <a:xfrm rot="0">
              <a:off x="747" y="1752"/>
              <a:ext cx="1" cy="44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39" name=""/>
            <p:cNvSpPr/>
            <p:nvPr/>
          </p:nvSpPr>
          <p:spPr>
            <a:xfrm rot="0">
              <a:off x="1019" y="327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35" y="37"/>
                  </a:moveTo>
                  <a:lnTo>
                    <a:pt x="0" y="37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  <a:lnTo>
                    <a:pt x="35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40" name=""/>
            <p:cNvSpPr/>
            <p:nvPr/>
          </p:nvSpPr>
          <p:spPr>
            <a:xfrm rot="0">
              <a:off x="1019" y="3274"/>
              <a:ext cx="24" cy="12"/>
            </a:xfrm>
            <a:custGeom>
              <a:avLst/>
              <a:ahLst/>
              <a:rect l="0" t="0" r="r" b="b"/>
              <a:pathLst>
                <a:path w="72" h="37">
                  <a:moveTo>
                    <a:pt x="0" y="37"/>
                  </a:moveTo>
                  <a:lnTo>
                    <a:pt x="1" y="26"/>
                  </a:lnTo>
                  <a:lnTo>
                    <a:pt x="5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5" y="16"/>
                  </a:lnTo>
                  <a:lnTo>
                    <a:pt x="69" y="26"/>
                  </a:lnTo>
                  <a:lnTo>
                    <a:pt x="72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41" name=""/>
            <p:cNvSpPr/>
            <p:nvPr/>
          </p:nvSpPr>
          <p:spPr>
            <a:xfrm rot="0">
              <a:off x="1019" y="3286"/>
              <a:ext cx="24" cy="669"/>
            </a:xfrm>
            <a:custGeom>
              <a:avLst/>
              <a:ahLst/>
              <a:rect l="0" t="0" r="r" b="b"/>
              <a:pathLst>
                <a:path w="72" h="2008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2008"/>
                  </a:lnTo>
                  <a:lnTo>
                    <a:pt x="35" y="2008"/>
                  </a:lnTo>
                  <a:lnTo>
                    <a:pt x="72" y="2008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42" name=""/>
            <p:cNvSpPr/>
            <p:nvPr/>
          </p:nvSpPr>
          <p:spPr>
            <a:xfrm rot="0">
              <a:off x="1019" y="3286"/>
              <a:ext cx="24" cy="669"/>
            </a:xfrm>
            <a:custGeom>
              <a:avLst/>
              <a:ahLst/>
              <a:rect l="0" t="0" r="r" b="b"/>
              <a:pathLst>
                <a:path w="72" h="2008">
                  <a:moveTo>
                    <a:pt x="72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2008"/>
                  </a:lnTo>
                  <a:lnTo>
                    <a:pt x="35" y="2008"/>
                  </a:lnTo>
                  <a:lnTo>
                    <a:pt x="72" y="2008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43" name=""/>
            <p:cNvSpPr/>
            <p:nvPr/>
          </p:nvSpPr>
          <p:spPr>
            <a:xfrm rot="0">
              <a:off x="1019" y="3955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35" y="0"/>
                  </a:moveTo>
                  <a:lnTo>
                    <a:pt x="72" y="0"/>
                  </a:ln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44" name=""/>
            <p:cNvSpPr/>
            <p:nvPr/>
          </p:nvSpPr>
          <p:spPr>
            <a:xfrm rot="0">
              <a:off x="1019" y="3955"/>
              <a:ext cx="24" cy="12"/>
            </a:xfrm>
            <a:custGeom>
              <a:avLst/>
              <a:ahLst/>
              <a:rect l="0" t="0" r="r" b="b"/>
              <a:pathLst>
                <a:path w="72" h="36">
                  <a:moveTo>
                    <a:pt x="72" y="0"/>
                  </a:moveTo>
                  <a:lnTo>
                    <a:pt x="69" y="11"/>
                  </a:lnTo>
                  <a:lnTo>
                    <a:pt x="65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5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5" y="21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45" name=""/>
            <p:cNvSpPr/>
            <p:nvPr/>
          </p:nvSpPr>
          <p:spPr>
            <a:xfrm rot="0">
              <a:off x="1031" y="3274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46" name=""/>
            <p:cNvSpPr/>
            <p:nvPr/>
          </p:nvSpPr>
          <p:spPr>
            <a:xfrm rot="0">
              <a:off x="1031" y="3274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2" y="3"/>
                  </a:lnTo>
                  <a:lnTo>
                    <a:pt x="22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2" y="67"/>
                  </a:lnTo>
                  <a:lnTo>
                    <a:pt x="12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47" name=""/>
            <p:cNvSpPr/>
            <p:nvPr/>
          </p:nvSpPr>
          <p:spPr>
            <a:xfrm rot="0">
              <a:off x="522" y="3274"/>
              <a:ext cx="509" cy="24"/>
            </a:xfrm>
            <a:custGeom>
              <a:avLst/>
              <a:ahLst/>
              <a:rect l="0" t="0" r="r" b="b"/>
              <a:pathLst>
                <a:path w="1526" h="73">
                  <a:moveTo>
                    <a:pt x="1526" y="73"/>
                  </a:moveTo>
                  <a:lnTo>
                    <a:pt x="1526" y="37"/>
                  </a:lnTo>
                  <a:lnTo>
                    <a:pt x="152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526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48" name=""/>
            <p:cNvSpPr/>
            <p:nvPr/>
          </p:nvSpPr>
          <p:spPr>
            <a:xfrm rot="0">
              <a:off x="522" y="3274"/>
              <a:ext cx="509" cy="24"/>
            </a:xfrm>
            <a:custGeom>
              <a:avLst/>
              <a:ahLst/>
              <a:rect l="0" t="0" r="r" b="b"/>
              <a:pathLst>
                <a:path w="1526" h="73">
                  <a:moveTo>
                    <a:pt x="1526" y="73"/>
                  </a:moveTo>
                  <a:lnTo>
                    <a:pt x="1526" y="37"/>
                  </a:lnTo>
                  <a:lnTo>
                    <a:pt x="1526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1526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49" name=""/>
            <p:cNvSpPr/>
            <p:nvPr/>
          </p:nvSpPr>
          <p:spPr>
            <a:xfrm rot="0">
              <a:off x="510" y="3274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4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50" name=""/>
            <p:cNvSpPr/>
            <p:nvPr/>
          </p:nvSpPr>
          <p:spPr>
            <a:xfrm rot="0">
              <a:off x="510" y="3274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4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4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1" name=""/>
            <p:cNvSpPr/>
            <p:nvPr/>
          </p:nvSpPr>
          <p:spPr>
            <a:xfrm rot="0" flipH="1">
              <a:off x="972" y="3389"/>
              <a:ext cx="5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2" name=""/>
            <p:cNvSpPr/>
            <p:nvPr/>
          </p:nvSpPr>
          <p:spPr>
            <a:xfrm rot="0" flipH="1">
              <a:off x="899" y="3389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3" name=""/>
            <p:cNvSpPr/>
            <p:nvPr/>
          </p:nvSpPr>
          <p:spPr>
            <a:xfrm rot="0" flipH="1">
              <a:off x="825" y="3389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4" name=""/>
            <p:cNvSpPr/>
            <p:nvPr/>
          </p:nvSpPr>
          <p:spPr>
            <a:xfrm rot="0" flipH="1">
              <a:off x="752" y="3389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5" name=""/>
            <p:cNvSpPr/>
            <p:nvPr/>
          </p:nvSpPr>
          <p:spPr>
            <a:xfrm rot="0" flipH="1">
              <a:off x="679" y="3389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6" name=""/>
            <p:cNvSpPr/>
            <p:nvPr/>
          </p:nvSpPr>
          <p:spPr>
            <a:xfrm rot="0" flipH="1">
              <a:off x="605" y="3389"/>
              <a:ext cx="4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7" name=""/>
            <p:cNvSpPr/>
            <p:nvPr/>
          </p:nvSpPr>
          <p:spPr>
            <a:xfrm rot="0" flipH="1">
              <a:off x="522" y="3389"/>
              <a:ext cx="5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58" name=""/>
            <p:cNvSpPr/>
            <p:nvPr/>
          </p:nvSpPr>
          <p:spPr>
            <a:xfrm rot="0">
              <a:off x="247" y="3318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59" name=""/>
            <p:cNvSpPr/>
            <p:nvPr/>
          </p:nvSpPr>
          <p:spPr>
            <a:xfrm rot="0">
              <a:off x="247" y="3318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60" name=""/>
            <p:cNvSpPr/>
            <p:nvPr/>
          </p:nvSpPr>
          <p:spPr>
            <a:xfrm rot="0">
              <a:off x="247" y="3330"/>
              <a:ext cx="24" cy="291"/>
            </a:xfrm>
            <a:custGeom>
              <a:avLst/>
              <a:ahLst/>
              <a:rect l="0" t="0" r="r" b="b"/>
              <a:pathLst>
                <a:path w="73" h="871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871"/>
                  </a:lnTo>
                  <a:lnTo>
                    <a:pt x="36" y="871"/>
                  </a:lnTo>
                  <a:lnTo>
                    <a:pt x="73" y="871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61" name=""/>
            <p:cNvSpPr/>
            <p:nvPr/>
          </p:nvSpPr>
          <p:spPr>
            <a:xfrm rot="0">
              <a:off x="247" y="3330"/>
              <a:ext cx="24" cy="291"/>
            </a:xfrm>
            <a:custGeom>
              <a:avLst/>
              <a:ahLst/>
              <a:rect l="0" t="0" r="r" b="b"/>
              <a:pathLst>
                <a:path w="73" h="871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871"/>
                  </a:lnTo>
                  <a:lnTo>
                    <a:pt x="36" y="871"/>
                  </a:lnTo>
                  <a:lnTo>
                    <a:pt x="73" y="871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62" name=""/>
            <p:cNvSpPr/>
            <p:nvPr/>
          </p:nvSpPr>
          <p:spPr>
            <a:xfrm rot="0">
              <a:off x="247" y="3621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2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2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63" name=""/>
            <p:cNvSpPr/>
            <p:nvPr/>
          </p:nvSpPr>
          <p:spPr>
            <a:xfrm rot="0">
              <a:off x="247" y="3621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2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5" y="34"/>
                  </a:lnTo>
                  <a:lnTo>
                    <a:pt x="15" y="30"/>
                  </a:lnTo>
                  <a:lnTo>
                    <a:pt x="6" y="21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64" name=""/>
            <p:cNvSpPr/>
            <p:nvPr/>
          </p:nvSpPr>
          <p:spPr>
            <a:xfrm rot="0">
              <a:off x="359" y="3318"/>
              <a:ext cx="14" cy="24"/>
            </a:xfrm>
            <a:custGeom>
              <a:avLst/>
              <a:ahLst/>
              <a:rect l="0" t="0" r="r" b="b"/>
              <a:pathLst>
                <a:path w="43" h="71">
                  <a:moveTo>
                    <a:pt x="36" y="36"/>
                  </a:moveTo>
                  <a:lnTo>
                    <a:pt x="43" y="71"/>
                  </a:lnTo>
                  <a:lnTo>
                    <a:pt x="31" y="71"/>
                  </a:lnTo>
                  <a:lnTo>
                    <a:pt x="20" y="68"/>
                  </a:lnTo>
                  <a:lnTo>
                    <a:pt x="11" y="63"/>
                  </a:lnTo>
                  <a:lnTo>
                    <a:pt x="4" y="53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3" y="20"/>
                  </a:lnTo>
                  <a:lnTo>
                    <a:pt x="9" y="11"/>
                  </a:lnTo>
                  <a:lnTo>
                    <a:pt x="19" y="4"/>
                  </a:lnTo>
                  <a:lnTo>
                    <a:pt x="29" y="0"/>
                  </a:lnTo>
                  <a:lnTo>
                    <a:pt x="36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65" name=""/>
            <p:cNvSpPr/>
            <p:nvPr/>
          </p:nvSpPr>
          <p:spPr>
            <a:xfrm rot="0">
              <a:off x="359" y="3318"/>
              <a:ext cx="14" cy="24"/>
            </a:xfrm>
            <a:custGeom>
              <a:avLst/>
              <a:ahLst/>
              <a:rect l="0" t="0" r="r" b="b"/>
              <a:pathLst>
                <a:path w="43" h="71">
                  <a:moveTo>
                    <a:pt x="43" y="71"/>
                  </a:moveTo>
                  <a:lnTo>
                    <a:pt x="31" y="71"/>
                  </a:lnTo>
                  <a:lnTo>
                    <a:pt x="20" y="68"/>
                  </a:lnTo>
                  <a:lnTo>
                    <a:pt x="11" y="63"/>
                  </a:lnTo>
                  <a:lnTo>
                    <a:pt x="4" y="53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3" y="20"/>
                  </a:lnTo>
                  <a:lnTo>
                    <a:pt x="9" y="11"/>
                  </a:lnTo>
                  <a:lnTo>
                    <a:pt x="19" y="4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66" name=""/>
            <p:cNvSpPr/>
            <p:nvPr/>
          </p:nvSpPr>
          <p:spPr>
            <a:xfrm rot="0">
              <a:off x="368" y="3316"/>
              <a:ext cx="14" cy="26"/>
            </a:xfrm>
            <a:custGeom>
              <a:avLst/>
              <a:ahLst/>
              <a:rect l="0" t="0" r="r" b="b"/>
              <a:pathLst>
                <a:path w="42" h="77">
                  <a:moveTo>
                    <a:pt x="0" y="6"/>
                  </a:moveTo>
                  <a:lnTo>
                    <a:pt x="7" y="42"/>
                  </a:lnTo>
                  <a:lnTo>
                    <a:pt x="14" y="77"/>
                  </a:lnTo>
                  <a:lnTo>
                    <a:pt x="42" y="72"/>
                  </a:lnTo>
                  <a:lnTo>
                    <a:pt x="35" y="36"/>
                  </a:lnTo>
                  <a:lnTo>
                    <a:pt x="28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67" name=""/>
            <p:cNvSpPr/>
            <p:nvPr/>
          </p:nvSpPr>
          <p:spPr>
            <a:xfrm rot="0">
              <a:off x="368" y="3316"/>
              <a:ext cx="14" cy="26"/>
            </a:xfrm>
            <a:custGeom>
              <a:avLst/>
              <a:ahLst/>
              <a:rect l="0" t="0" r="r" b="b"/>
              <a:pathLst>
                <a:path w="42" h="77">
                  <a:moveTo>
                    <a:pt x="0" y="6"/>
                  </a:moveTo>
                  <a:lnTo>
                    <a:pt x="7" y="42"/>
                  </a:lnTo>
                  <a:lnTo>
                    <a:pt x="14" y="77"/>
                  </a:lnTo>
                  <a:lnTo>
                    <a:pt x="42" y="72"/>
                  </a:lnTo>
                  <a:lnTo>
                    <a:pt x="35" y="36"/>
                  </a:lnTo>
                  <a:lnTo>
                    <a:pt x="28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68" name=""/>
            <p:cNvSpPr/>
            <p:nvPr/>
          </p:nvSpPr>
          <p:spPr>
            <a:xfrm rot="0">
              <a:off x="380" y="3328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7" y="36"/>
                  </a:lnTo>
                  <a:lnTo>
                    <a:pt x="10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69" name=""/>
            <p:cNvSpPr/>
            <p:nvPr/>
          </p:nvSpPr>
          <p:spPr>
            <a:xfrm rot="0">
              <a:off x="382" y="33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70" name=""/>
            <p:cNvSpPr/>
            <p:nvPr/>
          </p:nvSpPr>
          <p:spPr>
            <a:xfrm rot="0">
              <a:off x="377" y="3314"/>
              <a:ext cx="16" cy="26"/>
            </a:xfrm>
            <a:custGeom>
              <a:avLst/>
              <a:ahLst/>
              <a:rect l="0" t="0" r="r" b="b"/>
              <a:pathLst>
                <a:path w="50" h="80">
                  <a:moveTo>
                    <a:pt x="0" y="8"/>
                  </a:moveTo>
                  <a:lnTo>
                    <a:pt x="10" y="44"/>
                  </a:lnTo>
                  <a:lnTo>
                    <a:pt x="20" y="80"/>
                  </a:lnTo>
                  <a:lnTo>
                    <a:pt x="50" y="71"/>
                  </a:lnTo>
                  <a:lnTo>
                    <a:pt x="40" y="35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71" name=""/>
            <p:cNvSpPr/>
            <p:nvPr/>
          </p:nvSpPr>
          <p:spPr>
            <a:xfrm rot="0">
              <a:off x="377" y="3314"/>
              <a:ext cx="16" cy="26"/>
            </a:xfrm>
            <a:custGeom>
              <a:avLst/>
              <a:ahLst/>
              <a:rect l="0" t="0" r="r" b="b"/>
              <a:pathLst>
                <a:path w="50" h="80">
                  <a:moveTo>
                    <a:pt x="0" y="8"/>
                  </a:moveTo>
                  <a:lnTo>
                    <a:pt x="10" y="44"/>
                  </a:lnTo>
                  <a:lnTo>
                    <a:pt x="20" y="80"/>
                  </a:lnTo>
                  <a:lnTo>
                    <a:pt x="50" y="71"/>
                  </a:lnTo>
                  <a:lnTo>
                    <a:pt x="40" y="35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72" name=""/>
            <p:cNvSpPr/>
            <p:nvPr/>
          </p:nvSpPr>
          <p:spPr>
            <a:xfrm rot="0">
              <a:off x="390" y="3325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10" y="36"/>
                  </a:lnTo>
                  <a:lnTo>
                    <a:pt x="10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73" name=""/>
            <p:cNvSpPr/>
            <p:nvPr/>
          </p:nvSpPr>
          <p:spPr>
            <a:xfrm rot="0" flipV="1">
              <a:off x="393" y="33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74" name=""/>
            <p:cNvSpPr/>
            <p:nvPr/>
          </p:nvSpPr>
          <p:spPr>
            <a:xfrm rot="0">
              <a:off x="387" y="3311"/>
              <a:ext cx="16" cy="26"/>
            </a:xfrm>
            <a:custGeom>
              <a:avLst/>
              <a:ahLst/>
              <a:rect l="0" t="0" r="r" b="b"/>
              <a:pathLst>
                <a:path w="49" h="77">
                  <a:moveTo>
                    <a:pt x="0" y="8"/>
                  </a:moveTo>
                  <a:lnTo>
                    <a:pt x="10" y="42"/>
                  </a:lnTo>
                  <a:lnTo>
                    <a:pt x="20" y="77"/>
                  </a:lnTo>
                  <a:lnTo>
                    <a:pt x="49" y="68"/>
                  </a:lnTo>
                  <a:lnTo>
                    <a:pt x="39" y="34"/>
                  </a:lnTo>
                  <a:lnTo>
                    <a:pt x="29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75" name=""/>
            <p:cNvSpPr/>
            <p:nvPr/>
          </p:nvSpPr>
          <p:spPr>
            <a:xfrm rot="0">
              <a:off x="387" y="3311"/>
              <a:ext cx="16" cy="26"/>
            </a:xfrm>
            <a:custGeom>
              <a:avLst/>
              <a:ahLst/>
              <a:rect l="0" t="0" r="r" b="b"/>
              <a:pathLst>
                <a:path w="49" h="77">
                  <a:moveTo>
                    <a:pt x="0" y="8"/>
                  </a:moveTo>
                  <a:lnTo>
                    <a:pt x="10" y="42"/>
                  </a:lnTo>
                  <a:lnTo>
                    <a:pt x="20" y="77"/>
                  </a:lnTo>
                  <a:lnTo>
                    <a:pt x="49" y="68"/>
                  </a:lnTo>
                  <a:lnTo>
                    <a:pt x="39" y="34"/>
                  </a:lnTo>
                  <a:lnTo>
                    <a:pt x="29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76" name=""/>
            <p:cNvSpPr/>
            <p:nvPr/>
          </p:nvSpPr>
          <p:spPr>
            <a:xfrm rot="0">
              <a:off x="396" y="3311"/>
              <a:ext cx="4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3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77" name=""/>
            <p:cNvSpPr/>
            <p:nvPr/>
          </p:nvSpPr>
          <p:spPr>
            <a:xfrm rot="0" flipV="1">
              <a:off x="396" y="33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78" name=""/>
            <p:cNvSpPr/>
            <p:nvPr/>
          </p:nvSpPr>
          <p:spPr>
            <a:xfrm rot="0">
              <a:off x="396" y="3308"/>
              <a:ext cx="17" cy="26"/>
            </a:xfrm>
            <a:custGeom>
              <a:avLst/>
              <a:ahLst/>
              <a:rect l="0" t="0" r="r" b="b"/>
              <a:pathLst>
                <a:path w="49" h="79">
                  <a:moveTo>
                    <a:pt x="0" y="8"/>
                  </a:moveTo>
                  <a:lnTo>
                    <a:pt x="10" y="44"/>
                  </a:lnTo>
                  <a:lnTo>
                    <a:pt x="20" y="79"/>
                  </a:lnTo>
                  <a:lnTo>
                    <a:pt x="49" y="71"/>
                  </a:lnTo>
                  <a:lnTo>
                    <a:pt x="39" y="35"/>
                  </a:lnTo>
                  <a:lnTo>
                    <a:pt x="29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79" name=""/>
            <p:cNvSpPr/>
            <p:nvPr/>
          </p:nvSpPr>
          <p:spPr>
            <a:xfrm rot="0">
              <a:off x="396" y="3308"/>
              <a:ext cx="17" cy="26"/>
            </a:xfrm>
            <a:custGeom>
              <a:avLst/>
              <a:ahLst/>
              <a:rect l="0" t="0" r="r" b="b"/>
              <a:pathLst>
                <a:path w="49" h="79">
                  <a:moveTo>
                    <a:pt x="0" y="8"/>
                  </a:moveTo>
                  <a:lnTo>
                    <a:pt x="10" y="44"/>
                  </a:lnTo>
                  <a:lnTo>
                    <a:pt x="20" y="79"/>
                  </a:lnTo>
                  <a:lnTo>
                    <a:pt x="49" y="71"/>
                  </a:lnTo>
                  <a:lnTo>
                    <a:pt x="39" y="35"/>
                  </a:lnTo>
                  <a:lnTo>
                    <a:pt x="29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80" name=""/>
            <p:cNvSpPr/>
            <p:nvPr/>
          </p:nvSpPr>
          <p:spPr>
            <a:xfrm rot="0">
              <a:off x="409" y="3320"/>
              <a:ext cx="5" cy="12"/>
            </a:xfrm>
            <a:custGeom>
              <a:avLst/>
              <a:ahLst/>
              <a:rect l="0" t="0" r="r" b="b"/>
              <a:pathLst>
                <a:path w="13" h="36">
                  <a:moveTo>
                    <a:pt x="0" y="0"/>
                  </a:moveTo>
                  <a:lnTo>
                    <a:pt x="10" y="36"/>
                  </a:lnTo>
                  <a:lnTo>
                    <a:pt x="13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81" name=""/>
            <p:cNvSpPr/>
            <p:nvPr/>
          </p:nvSpPr>
          <p:spPr>
            <a:xfrm rot="0" flipV="1">
              <a:off x="413" y="33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82" name=""/>
            <p:cNvSpPr/>
            <p:nvPr/>
          </p:nvSpPr>
          <p:spPr>
            <a:xfrm rot="0">
              <a:off x="405" y="3301"/>
              <a:ext cx="28" cy="30"/>
            </a:xfrm>
            <a:custGeom>
              <a:avLst/>
              <a:ahLst/>
              <a:rect l="0" t="0" r="r" b="b"/>
              <a:pathLst>
                <a:path w="82" h="90">
                  <a:moveTo>
                    <a:pt x="0" y="21"/>
                  </a:moveTo>
                  <a:lnTo>
                    <a:pt x="12" y="55"/>
                  </a:lnTo>
                  <a:lnTo>
                    <a:pt x="25" y="90"/>
                  </a:lnTo>
                  <a:lnTo>
                    <a:pt x="82" y="68"/>
                  </a:lnTo>
                  <a:lnTo>
                    <a:pt x="69" y="34"/>
                  </a:lnTo>
                  <a:lnTo>
                    <a:pt x="57" y="0"/>
                  </a:lnTo>
                  <a:lnTo>
                    <a:pt x="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83" name=""/>
            <p:cNvSpPr/>
            <p:nvPr/>
          </p:nvSpPr>
          <p:spPr>
            <a:xfrm rot="0">
              <a:off x="405" y="3301"/>
              <a:ext cx="28" cy="30"/>
            </a:xfrm>
            <a:custGeom>
              <a:avLst/>
              <a:ahLst/>
              <a:rect l="0" t="0" r="r" b="b"/>
              <a:pathLst>
                <a:path w="82" h="90">
                  <a:moveTo>
                    <a:pt x="0" y="21"/>
                  </a:moveTo>
                  <a:lnTo>
                    <a:pt x="12" y="55"/>
                  </a:lnTo>
                  <a:lnTo>
                    <a:pt x="25" y="90"/>
                  </a:lnTo>
                  <a:lnTo>
                    <a:pt x="82" y="68"/>
                  </a:lnTo>
                  <a:lnTo>
                    <a:pt x="69" y="34"/>
                  </a:lnTo>
                  <a:lnTo>
                    <a:pt x="57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84" name=""/>
            <p:cNvSpPr/>
            <p:nvPr/>
          </p:nvSpPr>
          <p:spPr>
            <a:xfrm rot="0">
              <a:off x="424" y="3301"/>
              <a:ext cx="4" cy="12"/>
            </a:xfrm>
            <a:custGeom>
              <a:avLst/>
              <a:ahLst/>
              <a:rect l="0" t="0" r="r" b="b"/>
              <a:pathLst>
                <a:path w="12" h="34">
                  <a:moveTo>
                    <a:pt x="12" y="3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85" name=""/>
            <p:cNvSpPr/>
            <p:nvPr/>
          </p:nvSpPr>
          <p:spPr>
            <a:xfrm rot="0">
              <a:off x="424" y="33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86" name=""/>
            <p:cNvSpPr/>
            <p:nvPr/>
          </p:nvSpPr>
          <p:spPr>
            <a:xfrm rot="0">
              <a:off x="424" y="3294"/>
              <a:ext cx="28" cy="30"/>
            </a:xfrm>
            <a:custGeom>
              <a:avLst/>
              <a:ahLst/>
              <a:rect l="0" t="0" r="r" b="b"/>
              <a:pathLst>
                <a:path w="84" h="90">
                  <a:moveTo>
                    <a:pt x="0" y="22"/>
                  </a:moveTo>
                  <a:lnTo>
                    <a:pt x="12" y="56"/>
                  </a:lnTo>
                  <a:lnTo>
                    <a:pt x="25" y="90"/>
                  </a:lnTo>
                  <a:lnTo>
                    <a:pt x="84" y="69"/>
                  </a:lnTo>
                  <a:lnTo>
                    <a:pt x="71" y="35"/>
                  </a:lnTo>
                  <a:lnTo>
                    <a:pt x="58" y="0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87" name=""/>
            <p:cNvSpPr/>
            <p:nvPr/>
          </p:nvSpPr>
          <p:spPr>
            <a:xfrm rot="0">
              <a:off x="424" y="3294"/>
              <a:ext cx="28" cy="30"/>
            </a:xfrm>
            <a:custGeom>
              <a:avLst/>
              <a:ahLst/>
              <a:rect l="0" t="0" r="r" b="b"/>
              <a:pathLst>
                <a:path w="84" h="90">
                  <a:moveTo>
                    <a:pt x="0" y="22"/>
                  </a:moveTo>
                  <a:lnTo>
                    <a:pt x="12" y="56"/>
                  </a:lnTo>
                  <a:lnTo>
                    <a:pt x="25" y="90"/>
                  </a:lnTo>
                  <a:lnTo>
                    <a:pt x="84" y="69"/>
                  </a:lnTo>
                  <a:lnTo>
                    <a:pt x="71" y="35"/>
                  </a:lnTo>
                  <a:lnTo>
                    <a:pt x="58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88" name=""/>
            <p:cNvSpPr/>
            <p:nvPr/>
          </p:nvSpPr>
          <p:spPr>
            <a:xfrm rot="0">
              <a:off x="444" y="3294"/>
              <a:ext cx="4" cy="12"/>
            </a:xfrm>
            <a:custGeom>
              <a:avLst/>
              <a:ahLst/>
              <a:rect l="0" t="0" r="r" b="b"/>
              <a:pathLst>
                <a:path w="13" h="35">
                  <a:moveTo>
                    <a:pt x="13" y="35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3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89" name=""/>
            <p:cNvSpPr/>
            <p:nvPr/>
          </p:nvSpPr>
          <p:spPr>
            <a:xfrm rot="0">
              <a:off x="444" y="32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90" name=""/>
            <p:cNvSpPr/>
            <p:nvPr/>
          </p:nvSpPr>
          <p:spPr>
            <a:xfrm rot="0">
              <a:off x="444" y="3288"/>
              <a:ext cx="27" cy="29"/>
            </a:xfrm>
            <a:custGeom>
              <a:avLst/>
              <a:ahLst/>
              <a:rect l="0" t="0" r="r" b="b"/>
              <a:pathLst>
                <a:path w="80" h="88">
                  <a:moveTo>
                    <a:pt x="0" y="19"/>
                  </a:moveTo>
                  <a:lnTo>
                    <a:pt x="12" y="54"/>
                  </a:lnTo>
                  <a:lnTo>
                    <a:pt x="23" y="88"/>
                  </a:lnTo>
                  <a:lnTo>
                    <a:pt x="80" y="68"/>
                  </a:lnTo>
                  <a:lnTo>
                    <a:pt x="69" y="34"/>
                  </a:lnTo>
                  <a:lnTo>
                    <a:pt x="57" y="0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91" name=""/>
            <p:cNvSpPr/>
            <p:nvPr/>
          </p:nvSpPr>
          <p:spPr>
            <a:xfrm rot="0">
              <a:off x="444" y="3288"/>
              <a:ext cx="27" cy="29"/>
            </a:xfrm>
            <a:custGeom>
              <a:avLst/>
              <a:ahLst/>
              <a:rect l="0" t="0" r="r" b="b"/>
              <a:pathLst>
                <a:path w="80" h="88">
                  <a:moveTo>
                    <a:pt x="0" y="19"/>
                  </a:moveTo>
                  <a:lnTo>
                    <a:pt x="12" y="54"/>
                  </a:lnTo>
                  <a:lnTo>
                    <a:pt x="23" y="88"/>
                  </a:lnTo>
                  <a:lnTo>
                    <a:pt x="80" y="68"/>
                  </a:lnTo>
                  <a:lnTo>
                    <a:pt x="69" y="34"/>
                  </a:lnTo>
                  <a:lnTo>
                    <a:pt x="57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92" name=""/>
            <p:cNvSpPr/>
            <p:nvPr/>
          </p:nvSpPr>
          <p:spPr>
            <a:xfrm rot="0">
              <a:off x="463" y="3287"/>
              <a:ext cx="4" cy="12"/>
            </a:xfrm>
            <a:custGeom>
              <a:avLst/>
              <a:ahLst/>
              <a:rect l="0" t="0" r="r" b="b"/>
              <a:pathLst>
                <a:path w="12" h="36">
                  <a:moveTo>
                    <a:pt x="12" y="36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12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93" name=""/>
            <p:cNvSpPr/>
            <p:nvPr/>
          </p:nvSpPr>
          <p:spPr>
            <a:xfrm rot="0" flipV="1">
              <a:off x="463" y="32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94" name=""/>
            <p:cNvSpPr/>
            <p:nvPr/>
          </p:nvSpPr>
          <p:spPr>
            <a:xfrm rot="0">
              <a:off x="464" y="3284"/>
              <a:ext cx="16" cy="27"/>
            </a:xfrm>
            <a:custGeom>
              <a:avLst/>
              <a:ahLst/>
              <a:rect l="0" t="0" r="r" b="b"/>
              <a:pathLst>
                <a:path w="50" h="79">
                  <a:moveTo>
                    <a:pt x="0" y="8"/>
                  </a:moveTo>
                  <a:lnTo>
                    <a:pt x="10" y="44"/>
                  </a:lnTo>
                  <a:lnTo>
                    <a:pt x="20" y="79"/>
                  </a:lnTo>
                  <a:lnTo>
                    <a:pt x="50" y="71"/>
                  </a:lnTo>
                  <a:lnTo>
                    <a:pt x="40" y="35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95" name=""/>
            <p:cNvSpPr/>
            <p:nvPr/>
          </p:nvSpPr>
          <p:spPr>
            <a:xfrm rot="0">
              <a:off x="464" y="3284"/>
              <a:ext cx="16" cy="27"/>
            </a:xfrm>
            <a:custGeom>
              <a:avLst/>
              <a:ahLst/>
              <a:rect l="0" t="0" r="r" b="b"/>
              <a:pathLst>
                <a:path w="50" h="79">
                  <a:moveTo>
                    <a:pt x="0" y="8"/>
                  </a:moveTo>
                  <a:lnTo>
                    <a:pt x="10" y="44"/>
                  </a:lnTo>
                  <a:lnTo>
                    <a:pt x="20" y="79"/>
                  </a:lnTo>
                  <a:lnTo>
                    <a:pt x="50" y="71"/>
                  </a:lnTo>
                  <a:lnTo>
                    <a:pt x="40" y="35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96" name=""/>
            <p:cNvSpPr/>
            <p:nvPr/>
          </p:nvSpPr>
          <p:spPr>
            <a:xfrm rot="0">
              <a:off x="477" y="3296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10" y="36"/>
                  </a:lnTo>
                  <a:lnTo>
                    <a:pt x="10" y="3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97" name=""/>
            <p:cNvSpPr/>
            <p:nvPr/>
          </p:nvSpPr>
          <p:spPr>
            <a:xfrm rot="0" flipV="1">
              <a:off x="480" y="33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698" name=""/>
            <p:cNvSpPr/>
            <p:nvPr/>
          </p:nvSpPr>
          <p:spPr>
            <a:xfrm rot="0">
              <a:off x="474" y="3282"/>
              <a:ext cx="16" cy="25"/>
            </a:xfrm>
            <a:custGeom>
              <a:avLst/>
              <a:ahLst/>
              <a:rect l="0" t="0" r="r" b="b"/>
              <a:pathLst>
                <a:path w="48" h="77">
                  <a:moveTo>
                    <a:pt x="0" y="9"/>
                  </a:moveTo>
                  <a:lnTo>
                    <a:pt x="10" y="43"/>
                  </a:lnTo>
                  <a:lnTo>
                    <a:pt x="20" y="77"/>
                  </a:lnTo>
                  <a:lnTo>
                    <a:pt x="48" y="69"/>
                  </a:lnTo>
                  <a:lnTo>
                    <a:pt x="38" y="35"/>
                  </a:lnTo>
                  <a:lnTo>
                    <a:pt x="28" y="0"/>
                  </a:lnTo>
                  <a:lnTo>
                    <a:pt x="0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699" name=""/>
            <p:cNvSpPr/>
            <p:nvPr/>
          </p:nvSpPr>
          <p:spPr>
            <a:xfrm rot="0">
              <a:off x="474" y="3282"/>
              <a:ext cx="16" cy="25"/>
            </a:xfrm>
            <a:custGeom>
              <a:avLst/>
              <a:ahLst/>
              <a:rect l="0" t="0" r="r" b="b"/>
              <a:pathLst>
                <a:path w="48" h="77">
                  <a:moveTo>
                    <a:pt x="0" y="9"/>
                  </a:moveTo>
                  <a:lnTo>
                    <a:pt x="10" y="43"/>
                  </a:lnTo>
                  <a:lnTo>
                    <a:pt x="20" y="77"/>
                  </a:lnTo>
                  <a:lnTo>
                    <a:pt x="48" y="69"/>
                  </a:lnTo>
                  <a:lnTo>
                    <a:pt x="38" y="35"/>
                  </a:lnTo>
                  <a:lnTo>
                    <a:pt x="28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00" name=""/>
            <p:cNvSpPr/>
            <p:nvPr/>
          </p:nvSpPr>
          <p:spPr>
            <a:xfrm rot="0">
              <a:off x="483" y="3281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36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01" name=""/>
            <p:cNvSpPr/>
            <p:nvPr/>
          </p:nvSpPr>
          <p:spPr>
            <a:xfrm rot="0" flipV="1">
              <a:off x="483" y="32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02" name=""/>
            <p:cNvSpPr/>
            <p:nvPr/>
          </p:nvSpPr>
          <p:spPr>
            <a:xfrm rot="0">
              <a:off x="483" y="3278"/>
              <a:ext cx="17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0" y="9"/>
                  </a:moveTo>
                  <a:lnTo>
                    <a:pt x="10" y="45"/>
                  </a:lnTo>
                  <a:lnTo>
                    <a:pt x="20" y="80"/>
                  </a:lnTo>
                  <a:lnTo>
                    <a:pt x="50" y="72"/>
                  </a:lnTo>
                  <a:lnTo>
                    <a:pt x="40" y="36"/>
                  </a:lnTo>
                  <a:lnTo>
                    <a:pt x="30" y="0"/>
                  </a:lnTo>
                  <a:lnTo>
                    <a:pt x="0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03" name=""/>
            <p:cNvSpPr/>
            <p:nvPr/>
          </p:nvSpPr>
          <p:spPr>
            <a:xfrm rot="0">
              <a:off x="483" y="3278"/>
              <a:ext cx="17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0" y="9"/>
                  </a:moveTo>
                  <a:lnTo>
                    <a:pt x="10" y="45"/>
                  </a:lnTo>
                  <a:lnTo>
                    <a:pt x="20" y="80"/>
                  </a:lnTo>
                  <a:lnTo>
                    <a:pt x="50" y="72"/>
                  </a:lnTo>
                  <a:lnTo>
                    <a:pt x="40" y="36"/>
                  </a:lnTo>
                  <a:lnTo>
                    <a:pt x="30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04" name=""/>
            <p:cNvSpPr/>
            <p:nvPr/>
          </p:nvSpPr>
          <p:spPr>
            <a:xfrm rot="0">
              <a:off x="493" y="3278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36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1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05" name=""/>
            <p:cNvSpPr/>
            <p:nvPr/>
          </p:nvSpPr>
          <p:spPr>
            <a:xfrm rot="0">
              <a:off x="493" y="32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06" name=""/>
            <p:cNvSpPr/>
            <p:nvPr/>
          </p:nvSpPr>
          <p:spPr>
            <a:xfrm rot="0">
              <a:off x="494" y="3277"/>
              <a:ext cx="14" cy="25"/>
            </a:xfrm>
            <a:custGeom>
              <a:avLst/>
              <a:ahLst/>
              <a:rect l="0" t="0" r="r" b="b"/>
              <a:pathLst>
                <a:path w="43" h="77">
                  <a:moveTo>
                    <a:pt x="0" y="5"/>
                  </a:moveTo>
                  <a:lnTo>
                    <a:pt x="7" y="41"/>
                  </a:lnTo>
                  <a:lnTo>
                    <a:pt x="14" y="77"/>
                  </a:lnTo>
                  <a:lnTo>
                    <a:pt x="43" y="71"/>
                  </a:lnTo>
                  <a:lnTo>
                    <a:pt x="35" y="35"/>
                  </a:lnTo>
                  <a:lnTo>
                    <a:pt x="28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07" name=""/>
            <p:cNvSpPr/>
            <p:nvPr/>
          </p:nvSpPr>
          <p:spPr>
            <a:xfrm rot="0">
              <a:off x="494" y="3277"/>
              <a:ext cx="14" cy="25"/>
            </a:xfrm>
            <a:custGeom>
              <a:avLst/>
              <a:ahLst/>
              <a:rect l="0" t="0" r="r" b="b"/>
              <a:pathLst>
                <a:path w="43" h="77">
                  <a:moveTo>
                    <a:pt x="0" y="5"/>
                  </a:moveTo>
                  <a:lnTo>
                    <a:pt x="7" y="41"/>
                  </a:lnTo>
                  <a:lnTo>
                    <a:pt x="14" y="77"/>
                  </a:lnTo>
                  <a:lnTo>
                    <a:pt x="43" y="71"/>
                  </a:lnTo>
                  <a:lnTo>
                    <a:pt x="35" y="35"/>
                  </a:lnTo>
                  <a:lnTo>
                    <a:pt x="28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08" name=""/>
            <p:cNvSpPr/>
            <p:nvPr/>
          </p:nvSpPr>
          <p:spPr>
            <a:xfrm rot="0">
              <a:off x="503" y="3277"/>
              <a:ext cx="3" cy="11"/>
            </a:xfrm>
            <a:custGeom>
              <a:avLst/>
              <a:ahLst/>
              <a:rect l="0" t="0" r="r" b="b"/>
              <a:pathLst>
                <a:path w="7" h="35">
                  <a:moveTo>
                    <a:pt x="7" y="35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7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09" name=""/>
            <p:cNvSpPr/>
            <p:nvPr/>
          </p:nvSpPr>
          <p:spPr>
            <a:xfrm rot="0">
              <a:off x="503" y="32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10" name=""/>
            <p:cNvSpPr/>
            <p:nvPr/>
          </p:nvSpPr>
          <p:spPr>
            <a:xfrm rot="0">
              <a:off x="504" y="3275"/>
              <a:ext cx="14" cy="25"/>
            </a:xfrm>
            <a:custGeom>
              <a:avLst/>
              <a:ahLst/>
              <a:rect l="0" t="0" r="r" b="b"/>
              <a:pathLst>
                <a:path w="41" h="76">
                  <a:moveTo>
                    <a:pt x="0" y="5"/>
                  </a:moveTo>
                  <a:lnTo>
                    <a:pt x="5" y="40"/>
                  </a:lnTo>
                  <a:lnTo>
                    <a:pt x="11" y="76"/>
                  </a:lnTo>
                  <a:lnTo>
                    <a:pt x="41" y="72"/>
                  </a:lnTo>
                  <a:lnTo>
                    <a:pt x="35" y="36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11" name=""/>
            <p:cNvSpPr/>
            <p:nvPr/>
          </p:nvSpPr>
          <p:spPr>
            <a:xfrm rot="0">
              <a:off x="504" y="3275"/>
              <a:ext cx="14" cy="25"/>
            </a:xfrm>
            <a:custGeom>
              <a:avLst/>
              <a:ahLst/>
              <a:rect l="0" t="0" r="r" b="b"/>
              <a:pathLst>
                <a:path w="41" h="76">
                  <a:moveTo>
                    <a:pt x="0" y="5"/>
                  </a:moveTo>
                  <a:lnTo>
                    <a:pt x="5" y="40"/>
                  </a:lnTo>
                  <a:lnTo>
                    <a:pt x="11" y="76"/>
                  </a:lnTo>
                  <a:lnTo>
                    <a:pt x="41" y="72"/>
                  </a:lnTo>
                  <a:lnTo>
                    <a:pt x="35" y="36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12" name=""/>
            <p:cNvSpPr/>
            <p:nvPr/>
          </p:nvSpPr>
          <p:spPr>
            <a:xfrm rot="0">
              <a:off x="514" y="3274"/>
              <a:ext cx="14" cy="25"/>
            </a:xfrm>
            <a:custGeom>
              <a:avLst/>
              <a:ahLst/>
              <a:rect l="0" t="0" r="r" b="b"/>
              <a:pathLst>
                <a:path w="41" h="76">
                  <a:moveTo>
                    <a:pt x="0" y="4"/>
                  </a:moveTo>
                  <a:lnTo>
                    <a:pt x="5" y="40"/>
                  </a:lnTo>
                  <a:lnTo>
                    <a:pt x="11" y="76"/>
                  </a:lnTo>
                  <a:lnTo>
                    <a:pt x="41" y="71"/>
                  </a:lnTo>
                  <a:lnTo>
                    <a:pt x="35" y="36"/>
                  </a:lnTo>
                  <a:lnTo>
                    <a:pt x="30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13" name=""/>
            <p:cNvSpPr/>
            <p:nvPr/>
          </p:nvSpPr>
          <p:spPr>
            <a:xfrm rot="0">
              <a:off x="514" y="3274"/>
              <a:ext cx="14" cy="25"/>
            </a:xfrm>
            <a:custGeom>
              <a:avLst/>
              <a:ahLst/>
              <a:rect l="0" t="0" r="r" b="b"/>
              <a:pathLst>
                <a:path w="41" h="76">
                  <a:moveTo>
                    <a:pt x="0" y="4"/>
                  </a:moveTo>
                  <a:lnTo>
                    <a:pt x="5" y="40"/>
                  </a:lnTo>
                  <a:lnTo>
                    <a:pt x="11" y="76"/>
                  </a:lnTo>
                  <a:lnTo>
                    <a:pt x="41" y="71"/>
                  </a:lnTo>
                  <a:lnTo>
                    <a:pt x="35" y="36"/>
                  </a:lnTo>
                  <a:lnTo>
                    <a:pt x="30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14" name=""/>
            <p:cNvSpPr/>
            <p:nvPr/>
          </p:nvSpPr>
          <p:spPr>
            <a:xfrm rot="0">
              <a:off x="524" y="3274"/>
              <a:ext cx="2" cy="12"/>
            </a:xfrm>
            <a:custGeom>
              <a:avLst/>
              <a:ahLst/>
              <a:rect l="0" t="0" r="r" b="b"/>
              <a:pathLst>
                <a:path w="5" h="36">
                  <a:moveTo>
                    <a:pt x="5" y="36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5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15" name=""/>
            <p:cNvSpPr/>
            <p:nvPr/>
          </p:nvSpPr>
          <p:spPr>
            <a:xfrm rot="0">
              <a:off x="524" y="32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16" name=""/>
          <p:cNvGrpSpPr/>
          <p:nvPr/>
        </p:nvGrpSpPr>
        <p:grpSpPr>
          <a:xfrm rot="0">
            <a:off x="569912" y="5195887"/>
            <a:ext cx="762000" cy="571500"/>
            <a:chOff x="359" y="3273"/>
            <a:chExt cx="480" cy="360"/>
          </a:xfrm>
        </p:grpSpPr>
        <p:sp>
          <p:nvSpPr>
            <p:cNvPr id="1073716" name=""/>
            <p:cNvSpPr/>
            <p:nvPr/>
          </p:nvSpPr>
          <p:spPr>
            <a:xfrm rot="0">
              <a:off x="525" y="3273"/>
              <a:ext cx="11" cy="24"/>
            </a:xfrm>
            <a:custGeom>
              <a:avLst/>
              <a:ahLst/>
              <a:rect l="0" t="0" r="r" b="b"/>
              <a:pathLst>
                <a:path w="33" h="72">
                  <a:moveTo>
                    <a:pt x="0" y="1"/>
                  </a:moveTo>
                  <a:lnTo>
                    <a:pt x="1" y="37"/>
                  </a:lnTo>
                  <a:lnTo>
                    <a:pt x="3" y="72"/>
                  </a:lnTo>
                  <a:lnTo>
                    <a:pt x="33" y="71"/>
                  </a:lnTo>
                  <a:lnTo>
                    <a:pt x="31" y="35"/>
                  </a:lnTo>
                  <a:lnTo>
                    <a:pt x="30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17" name=""/>
            <p:cNvSpPr/>
            <p:nvPr/>
          </p:nvSpPr>
          <p:spPr>
            <a:xfrm rot="0">
              <a:off x="525" y="3273"/>
              <a:ext cx="11" cy="24"/>
            </a:xfrm>
            <a:custGeom>
              <a:avLst/>
              <a:ahLst/>
              <a:rect l="0" t="0" r="r" b="b"/>
              <a:pathLst>
                <a:path w="33" h="72">
                  <a:moveTo>
                    <a:pt x="0" y="1"/>
                  </a:moveTo>
                  <a:lnTo>
                    <a:pt x="1" y="37"/>
                  </a:lnTo>
                  <a:lnTo>
                    <a:pt x="3" y="72"/>
                  </a:lnTo>
                  <a:lnTo>
                    <a:pt x="33" y="71"/>
                  </a:lnTo>
                  <a:lnTo>
                    <a:pt x="31" y="35"/>
                  </a:lnTo>
                  <a:lnTo>
                    <a:pt x="30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18" name=""/>
            <p:cNvSpPr/>
            <p:nvPr/>
          </p:nvSpPr>
          <p:spPr>
            <a:xfrm rot="0">
              <a:off x="535" y="3273"/>
              <a:ext cx="1" cy="12"/>
            </a:xfrm>
            <a:custGeom>
              <a:avLst/>
              <a:ahLst/>
              <a:rect l="0" t="0" r="r" b="b"/>
              <a:pathLst>
                <a:path w="1" h="37">
                  <a:moveTo>
                    <a:pt x="1" y="37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19" name=""/>
            <p:cNvSpPr/>
            <p:nvPr/>
          </p:nvSpPr>
          <p:spPr>
            <a:xfrm rot="0" flipV="1">
              <a:off x="535" y="32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20" name=""/>
            <p:cNvSpPr/>
            <p:nvPr/>
          </p:nvSpPr>
          <p:spPr>
            <a:xfrm rot="0">
              <a:off x="536" y="3273"/>
              <a:ext cx="10" cy="24"/>
            </a:xfrm>
            <a:custGeom>
              <a:avLst/>
              <a:ahLst/>
              <a:rect l="0" t="0" r="r" b="b"/>
              <a:pathLst>
                <a:path w="30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0" y="73"/>
                  </a:lnTo>
                  <a:lnTo>
                    <a:pt x="30" y="37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21" name=""/>
            <p:cNvSpPr/>
            <p:nvPr/>
          </p:nvSpPr>
          <p:spPr>
            <a:xfrm rot="0">
              <a:off x="536" y="3273"/>
              <a:ext cx="10" cy="24"/>
            </a:xfrm>
            <a:custGeom>
              <a:avLst/>
              <a:ahLst/>
              <a:rect l="0" t="0" r="r" b="b"/>
              <a:pathLst>
                <a:path w="30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0" y="73"/>
                  </a:lnTo>
                  <a:lnTo>
                    <a:pt x="30" y="37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22" name=""/>
            <p:cNvSpPr/>
            <p:nvPr/>
          </p:nvSpPr>
          <p:spPr>
            <a:xfrm rot="0">
              <a:off x="546" y="3273"/>
              <a:ext cx="1" cy="12"/>
            </a:xfrm>
            <a:custGeom>
              <a:avLst/>
              <a:ahLst/>
              <a:rect l="0" t="0" r="r" b="b"/>
              <a:pathLst>
                <a:path w="2" h="37">
                  <a:moveTo>
                    <a:pt x="0" y="37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23" name=""/>
            <p:cNvSpPr/>
            <p:nvPr/>
          </p:nvSpPr>
          <p:spPr>
            <a:xfrm rot="0">
              <a:off x="546" y="32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24" name=""/>
            <p:cNvSpPr/>
            <p:nvPr/>
          </p:nvSpPr>
          <p:spPr>
            <a:xfrm rot="0">
              <a:off x="545" y="3273"/>
              <a:ext cx="11" cy="24"/>
            </a:xfrm>
            <a:custGeom>
              <a:avLst/>
              <a:ahLst/>
              <a:rect l="0" t="0" r="r" b="b"/>
              <a:pathLst>
                <a:path w="32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30" y="72"/>
                  </a:lnTo>
                  <a:lnTo>
                    <a:pt x="31" y="37"/>
                  </a:lnTo>
                  <a:lnTo>
                    <a:pt x="32" y="1"/>
                  </a:lnTo>
                  <a:lnTo>
                    <a:pt x="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25" name=""/>
            <p:cNvSpPr/>
            <p:nvPr/>
          </p:nvSpPr>
          <p:spPr>
            <a:xfrm rot="0">
              <a:off x="545" y="3273"/>
              <a:ext cx="11" cy="24"/>
            </a:xfrm>
            <a:custGeom>
              <a:avLst/>
              <a:ahLst/>
              <a:rect l="0" t="0" r="r" b="b"/>
              <a:pathLst>
                <a:path w="32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30" y="72"/>
                  </a:lnTo>
                  <a:lnTo>
                    <a:pt x="31" y="37"/>
                  </a:lnTo>
                  <a:lnTo>
                    <a:pt x="32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26" name=""/>
            <p:cNvSpPr/>
            <p:nvPr/>
          </p:nvSpPr>
          <p:spPr>
            <a:xfrm rot="0">
              <a:off x="556" y="3274"/>
              <a:ext cx="1" cy="12"/>
            </a:xfrm>
            <a:custGeom>
              <a:avLst/>
              <a:ahLst/>
              <a:rect l="0" t="0" r="r" b="b"/>
              <a:pathLst>
                <a:path w="3" h="36">
                  <a:moveTo>
                    <a:pt x="0" y="36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27" name=""/>
            <p:cNvSpPr/>
            <p:nvPr/>
          </p:nvSpPr>
          <p:spPr>
            <a:xfrm rot="0">
              <a:off x="556" y="32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28" name=""/>
            <p:cNvSpPr/>
            <p:nvPr/>
          </p:nvSpPr>
          <p:spPr>
            <a:xfrm rot="0">
              <a:off x="555" y="3274"/>
              <a:ext cx="12" cy="24"/>
            </a:xfrm>
            <a:custGeom>
              <a:avLst/>
              <a:ahLst/>
              <a:rect l="0" t="0" r="r" b="b"/>
              <a:pathLst>
                <a:path w="36" h="74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30" y="74"/>
                  </a:lnTo>
                  <a:lnTo>
                    <a:pt x="33" y="39"/>
                  </a:lnTo>
                  <a:lnTo>
                    <a:pt x="36" y="3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29" name=""/>
            <p:cNvSpPr/>
            <p:nvPr/>
          </p:nvSpPr>
          <p:spPr>
            <a:xfrm rot="0">
              <a:off x="555" y="3274"/>
              <a:ext cx="12" cy="24"/>
            </a:xfrm>
            <a:custGeom>
              <a:avLst/>
              <a:ahLst/>
              <a:rect l="0" t="0" r="r" b="b"/>
              <a:pathLst>
                <a:path w="36" h="74">
                  <a:moveTo>
                    <a:pt x="6" y="0"/>
                  </a:moveTo>
                  <a:lnTo>
                    <a:pt x="3" y="36"/>
                  </a:lnTo>
                  <a:lnTo>
                    <a:pt x="0" y="71"/>
                  </a:lnTo>
                  <a:lnTo>
                    <a:pt x="30" y="74"/>
                  </a:lnTo>
                  <a:lnTo>
                    <a:pt x="33" y="39"/>
                  </a:lnTo>
                  <a:lnTo>
                    <a:pt x="36" y="3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30" name=""/>
            <p:cNvSpPr/>
            <p:nvPr/>
          </p:nvSpPr>
          <p:spPr>
            <a:xfrm rot="0">
              <a:off x="566" y="3275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36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31" name=""/>
            <p:cNvSpPr/>
            <p:nvPr/>
          </p:nvSpPr>
          <p:spPr>
            <a:xfrm rot="0">
              <a:off x="567" y="32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32" name=""/>
            <p:cNvSpPr/>
            <p:nvPr/>
          </p:nvSpPr>
          <p:spPr>
            <a:xfrm rot="0">
              <a:off x="564" y="3275"/>
              <a:ext cx="13" cy="25"/>
            </a:xfrm>
            <a:custGeom>
              <a:avLst/>
              <a:ahLst/>
              <a:rect l="0" t="0" r="r" b="b"/>
              <a:pathLst>
                <a:path w="39" h="76">
                  <a:moveTo>
                    <a:pt x="8" y="0"/>
                  </a:moveTo>
                  <a:lnTo>
                    <a:pt x="4" y="36"/>
                  </a:lnTo>
                  <a:lnTo>
                    <a:pt x="0" y="71"/>
                  </a:lnTo>
                  <a:lnTo>
                    <a:pt x="31" y="76"/>
                  </a:lnTo>
                  <a:lnTo>
                    <a:pt x="35" y="40"/>
                  </a:lnTo>
                  <a:lnTo>
                    <a:pt x="39" y="4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33" name=""/>
            <p:cNvSpPr/>
            <p:nvPr/>
          </p:nvSpPr>
          <p:spPr>
            <a:xfrm rot="0">
              <a:off x="564" y="3275"/>
              <a:ext cx="13" cy="25"/>
            </a:xfrm>
            <a:custGeom>
              <a:avLst/>
              <a:ahLst/>
              <a:rect l="0" t="0" r="r" b="b"/>
              <a:pathLst>
                <a:path w="39" h="76">
                  <a:moveTo>
                    <a:pt x="8" y="0"/>
                  </a:moveTo>
                  <a:lnTo>
                    <a:pt x="4" y="36"/>
                  </a:lnTo>
                  <a:lnTo>
                    <a:pt x="0" y="71"/>
                  </a:lnTo>
                  <a:lnTo>
                    <a:pt x="31" y="76"/>
                  </a:lnTo>
                  <a:lnTo>
                    <a:pt x="35" y="40"/>
                  </a:lnTo>
                  <a:lnTo>
                    <a:pt x="39" y="4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34" name=""/>
            <p:cNvSpPr/>
            <p:nvPr/>
          </p:nvSpPr>
          <p:spPr>
            <a:xfrm rot="0">
              <a:off x="576" y="3276"/>
              <a:ext cx="2" cy="12"/>
            </a:xfrm>
            <a:custGeom>
              <a:avLst/>
              <a:ahLst/>
              <a:rect l="0" t="0" r="r" b="b"/>
              <a:pathLst>
                <a:path w="7" h="36">
                  <a:moveTo>
                    <a:pt x="0" y="36"/>
                  </a:moveTo>
                  <a:lnTo>
                    <a:pt x="4" y="0"/>
                  </a:lnTo>
                  <a:lnTo>
                    <a:pt x="7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35" name=""/>
            <p:cNvSpPr/>
            <p:nvPr/>
          </p:nvSpPr>
          <p:spPr>
            <a:xfrm rot="0">
              <a:off x="577" y="32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36" name=""/>
            <p:cNvSpPr/>
            <p:nvPr/>
          </p:nvSpPr>
          <p:spPr>
            <a:xfrm rot="0">
              <a:off x="574" y="3276"/>
              <a:ext cx="14" cy="26"/>
            </a:xfrm>
            <a:custGeom>
              <a:avLst/>
              <a:ahLst/>
              <a:rect l="0" t="0" r="r" b="b"/>
              <a:pathLst>
                <a:path w="44" h="77">
                  <a:moveTo>
                    <a:pt x="14" y="0"/>
                  </a:moveTo>
                  <a:lnTo>
                    <a:pt x="7" y="36"/>
                  </a:lnTo>
                  <a:lnTo>
                    <a:pt x="0" y="72"/>
                  </a:lnTo>
                  <a:lnTo>
                    <a:pt x="30" y="77"/>
                  </a:lnTo>
                  <a:lnTo>
                    <a:pt x="37" y="42"/>
                  </a:lnTo>
                  <a:lnTo>
                    <a:pt x="44" y="6"/>
                  </a:lnTo>
                  <a:lnTo>
                    <a:pt x="1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37" name=""/>
            <p:cNvSpPr/>
            <p:nvPr/>
          </p:nvSpPr>
          <p:spPr>
            <a:xfrm rot="0">
              <a:off x="574" y="3276"/>
              <a:ext cx="14" cy="26"/>
            </a:xfrm>
            <a:custGeom>
              <a:avLst/>
              <a:ahLst/>
              <a:rect l="0" t="0" r="r" b="b"/>
              <a:pathLst>
                <a:path w="44" h="77">
                  <a:moveTo>
                    <a:pt x="14" y="0"/>
                  </a:moveTo>
                  <a:lnTo>
                    <a:pt x="7" y="36"/>
                  </a:lnTo>
                  <a:lnTo>
                    <a:pt x="0" y="72"/>
                  </a:lnTo>
                  <a:lnTo>
                    <a:pt x="30" y="77"/>
                  </a:lnTo>
                  <a:lnTo>
                    <a:pt x="37" y="42"/>
                  </a:lnTo>
                  <a:lnTo>
                    <a:pt x="44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38" name=""/>
            <p:cNvSpPr/>
            <p:nvPr/>
          </p:nvSpPr>
          <p:spPr>
            <a:xfrm rot="0">
              <a:off x="586" y="3278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0" y="36"/>
                  </a:moveTo>
                  <a:lnTo>
                    <a:pt x="7" y="0"/>
                  </a:lnTo>
                  <a:lnTo>
                    <a:pt x="9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39" name=""/>
            <p:cNvSpPr/>
            <p:nvPr/>
          </p:nvSpPr>
          <p:spPr>
            <a:xfrm rot="0">
              <a:off x="588" y="32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40" name=""/>
            <p:cNvSpPr/>
            <p:nvPr/>
          </p:nvSpPr>
          <p:spPr>
            <a:xfrm rot="0">
              <a:off x="583" y="3278"/>
              <a:ext cx="16" cy="26"/>
            </a:xfrm>
            <a:custGeom>
              <a:avLst/>
              <a:ahLst/>
              <a:rect l="0" t="0" r="r" b="b"/>
              <a:pathLst>
                <a:path w="47" h="78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29" y="78"/>
                  </a:lnTo>
                  <a:lnTo>
                    <a:pt x="38" y="43"/>
                  </a:lnTo>
                  <a:lnTo>
                    <a:pt x="47" y="7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41" name=""/>
            <p:cNvSpPr/>
            <p:nvPr/>
          </p:nvSpPr>
          <p:spPr>
            <a:xfrm rot="0">
              <a:off x="583" y="3278"/>
              <a:ext cx="16" cy="26"/>
            </a:xfrm>
            <a:custGeom>
              <a:avLst/>
              <a:ahLst/>
              <a:rect l="0" t="0" r="r" b="b"/>
              <a:pathLst>
                <a:path w="47" h="78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29" y="78"/>
                  </a:lnTo>
                  <a:lnTo>
                    <a:pt x="38" y="43"/>
                  </a:lnTo>
                  <a:lnTo>
                    <a:pt x="47" y="7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42" name=""/>
            <p:cNvSpPr/>
            <p:nvPr/>
          </p:nvSpPr>
          <p:spPr>
            <a:xfrm rot="0">
              <a:off x="596" y="3280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36"/>
                  </a:moveTo>
                  <a:lnTo>
                    <a:pt x="9" y="0"/>
                  </a:lnTo>
                  <a:lnTo>
                    <a:pt x="10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43" name=""/>
            <p:cNvSpPr/>
            <p:nvPr/>
          </p:nvSpPr>
          <p:spPr>
            <a:xfrm rot="0">
              <a:off x="599" y="32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44" name=""/>
            <p:cNvSpPr/>
            <p:nvPr/>
          </p:nvSpPr>
          <p:spPr>
            <a:xfrm rot="0">
              <a:off x="593" y="3280"/>
              <a:ext cx="16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20" y="0"/>
                  </a:moveTo>
                  <a:lnTo>
                    <a:pt x="10" y="36"/>
                  </a:lnTo>
                  <a:lnTo>
                    <a:pt x="0" y="71"/>
                  </a:lnTo>
                  <a:lnTo>
                    <a:pt x="30" y="80"/>
                  </a:lnTo>
                  <a:lnTo>
                    <a:pt x="40" y="44"/>
                  </a:lnTo>
                  <a:lnTo>
                    <a:pt x="50" y="9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45" name=""/>
            <p:cNvSpPr/>
            <p:nvPr/>
          </p:nvSpPr>
          <p:spPr>
            <a:xfrm rot="0">
              <a:off x="593" y="3280"/>
              <a:ext cx="16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20" y="0"/>
                  </a:moveTo>
                  <a:lnTo>
                    <a:pt x="10" y="36"/>
                  </a:lnTo>
                  <a:lnTo>
                    <a:pt x="0" y="71"/>
                  </a:lnTo>
                  <a:lnTo>
                    <a:pt x="30" y="80"/>
                  </a:lnTo>
                  <a:lnTo>
                    <a:pt x="40" y="44"/>
                  </a:lnTo>
                  <a:lnTo>
                    <a:pt x="50" y="9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46" name=""/>
            <p:cNvSpPr/>
            <p:nvPr/>
          </p:nvSpPr>
          <p:spPr>
            <a:xfrm rot="0">
              <a:off x="606" y="3283"/>
              <a:ext cx="4" cy="12"/>
            </a:xfrm>
            <a:custGeom>
              <a:avLst/>
              <a:ahLst/>
              <a:rect l="0" t="0" r="r" b="b"/>
              <a:pathLst>
                <a:path w="11" h="35">
                  <a:moveTo>
                    <a:pt x="0" y="35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47" name=""/>
            <p:cNvSpPr/>
            <p:nvPr/>
          </p:nvSpPr>
          <p:spPr>
            <a:xfrm rot="0">
              <a:off x="609" y="32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48" name=""/>
            <p:cNvSpPr/>
            <p:nvPr/>
          </p:nvSpPr>
          <p:spPr>
            <a:xfrm rot="0">
              <a:off x="602" y="3284"/>
              <a:ext cx="18" cy="26"/>
            </a:xfrm>
            <a:custGeom>
              <a:avLst/>
              <a:ahLst/>
              <a:rect l="0" t="0" r="r" b="b"/>
              <a:pathLst>
                <a:path w="52" h="78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29" y="78"/>
                  </a:lnTo>
                  <a:lnTo>
                    <a:pt x="41" y="44"/>
                  </a:lnTo>
                  <a:lnTo>
                    <a:pt x="52" y="10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49" name=""/>
            <p:cNvSpPr/>
            <p:nvPr/>
          </p:nvSpPr>
          <p:spPr>
            <a:xfrm rot="0">
              <a:off x="602" y="3284"/>
              <a:ext cx="18" cy="26"/>
            </a:xfrm>
            <a:custGeom>
              <a:avLst/>
              <a:ahLst/>
              <a:rect l="0" t="0" r="r" b="b"/>
              <a:pathLst>
                <a:path w="52" h="78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29" y="78"/>
                  </a:lnTo>
                  <a:lnTo>
                    <a:pt x="41" y="44"/>
                  </a:lnTo>
                  <a:lnTo>
                    <a:pt x="52" y="10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50" name=""/>
            <p:cNvSpPr/>
            <p:nvPr/>
          </p:nvSpPr>
          <p:spPr>
            <a:xfrm rot="0">
              <a:off x="616" y="3287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0" y="34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51" name=""/>
            <p:cNvSpPr/>
            <p:nvPr/>
          </p:nvSpPr>
          <p:spPr>
            <a:xfrm rot="0">
              <a:off x="620" y="32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52" name=""/>
            <p:cNvSpPr/>
            <p:nvPr/>
          </p:nvSpPr>
          <p:spPr>
            <a:xfrm rot="0">
              <a:off x="612" y="3287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26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28" y="80"/>
                  </a:lnTo>
                  <a:lnTo>
                    <a:pt x="41" y="46"/>
                  </a:lnTo>
                  <a:lnTo>
                    <a:pt x="54" y="11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53" name=""/>
            <p:cNvSpPr/>
            <p:nvPr/>
          </p:nvSpPr>
          <p:spPr>
            <a:xfrm rot="0">
              <a:off x="612" y="3287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26" y="0"/>
                  </a:moveTo>
                  <a:lnTo>
                    <a:pt x="13" y="34"/>
                  </a:lnTo>
                  <a:lnTo>
                    <a:pt x="0" y="68"/>
                  </a:lnTo>
                  <a:lnTo>
                    <a:pt x="28" y="80"/>
                  </a:lnTo>
                  <a:lnTo>
                    <a:pt x="41" y="46"/>
                  </a:lnTo>
                  <a:lnTo>
                    <a:pt x="54" y="11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54" name=""/>
            <p:cNvSpPr/>
            <p:nvPr/>
          </p:nvSpPr>
          <p:spPr>
            <a:xfrm rot="0">
              <a:off x="621" y="3302"/>
              <a:ext cx="4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0" y="34"/>
                  </a:lnTo>
                  <a:lnTo>
                    <a:pt x="1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55" name=""/>
            <p:cNvSpPr/>
            <p:nvPr/>
          </p:nvSpPr>
          <p:spPr>
            <a:xfrm rot="0">
              <a:off x="621" y="33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56" name=""/>
            <p:cNvSpPr/>
            <p:nvPr/>
          </p:nvSpPr>
          <p:spPr>
            <a:xfrm rot="0">
              <a:off x="621" y="3291"/>
              <a:ext cx="19" cy="26"/>
            </a:xfrm>
            <a:custGeom>
              <a:avLst/>
              <a:ahLst/>
              <a:rect l="0" t="0" r="r" b="b"/>
              <a:pathLst>
                <a:path w="56" h="80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30" y="80"/>
                  </a:lnTo>
                  <a:lnTo>
                    <a:pt x="43" y="46"/>
                  </a:lnTo>
                  <a:lnTo>
                    <a:pt x="56" y="12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57" name=""/>
            <p:cNvSpPr/>
            <p:nvPr/>
          </p:nvSpPr>
          <p:spPr>
            <a:xfrm rot="0">
              <a:off x="621" y="3291"/>
              <a:ext cx="19" cy="26"/>
            </a:xfrm>
            <a:custGeom>
              <a:avLst/>
              <a:ahLst/>
              <a:rect l="0" t="0" r="r" b="b"/>
              <a:pathLst>
                <a:path w="56" h="80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30" y="80"/>
                  </a:lnTo>
                  <a:lnTo>
                    <a:pt x="43" y="46"/>
                  </a:lnTo>
                  <a:lnTo>
                    <a:pt x="56" y="1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58" name=""/>
            <p:cNvSpPr/>
            <p:nvPr/>
          </p:nvSpPr>
          <p:spPr>
            <a:xfrm rot="0">
              <a:off x="635" y="3295"/>
              <a:ext cx="6" cy="11"/>
            </a:xfrm>
            <a:custGeom>
              <a:avLst/>
              <a:ahLst/>
              <a:rect l="0" t="0" r="r" b="b"/>
              <a:pathLst>
                <a:path w="16" h="34">
                  <a:moveTo>
                    <a:pt x="0" y="34"/>
                  </a:moveTo>
                  <a:lnTo>
                    <a:pt x="13" y="0"/>
                  </a:lnTo>
                  <a:lnTo>
                    <a:pt x="16" y="1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59" name=""/>
            <p:cNvSpPr/>
            <p:nvPr/>
          </p:nvSpPr>
          <p:spPr>
            <a:xfrm rot="0">
              <a:off x="640" y="32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60" name=""/>
            <p:cNvSpPr/>
            <p:nvPr/>
          </p:nvSpPr>
          <p:spPr>
            <a:xfrm rot="0">
              <a:off x="630" y="3295"/>
              <a:ext cx="20" cy="27"/>
            </a:xfrm>
            <a:custGeom>
              <a:avLst/>
              <a:ahLst/>
              <a:rect l="0" t="0" r="r" b="b"/>
              <a:pathLst>
                <a:path w="59" h="80">
                  <a:moveTo>
                    <a:pt x="31" y="0"/>
                  </a:moveTo>
                  <a:lnTo>
                    <a:pt x="15" y="33"/>
                  </a:lnTo>
                  <a:lnTo>
                    <a:pt x="0" y="66"/>
                  </a:lnTo>
                  <a:lnTo>
                    <a:pt x="28" y="80"/>
                  </a:lnTo>
                  <a:lnTo>
                    <a:pt x="44" y="47"/>
                  </a:lnTo>
                  <a:lnTo>
                    <a:pt x="59" y="15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61" name=""/>
            <p:cNvSpPr/>
            <p:nvPr/>
          </p:nvSpPr>
          <p:spPr>
            <a:xfrm rot="0">
              <a:off x="630" y="3295"/>
              <a:ext cx="20" cy="27"/>
            </a:xfrm>
            <a:custGeom>
              <a:avLst/>
              <a:ahLst/>
              <a:rect l="0" t="0" r="r" b="b"/>
              <a:pathLst>
                <a:path w="59" h="80">
                  <a:moveTo>
                    <a:pt x="31" y="0"/>
                  </a:moveTo>
                  <a:lnTo>
                    <a:pt x="15" y="33"/>
                  </a:lnTo>
                  <a:lnTo>
                    <a:pt x="0" y="66"/>
                  </a:lnTo>
                  <a:lnTo>
                    <a:pt x="28" y="80"/>
                  </a:lnTo>
                  <a:lnTo>
                    <a:pt x="44" y="47"/>
                  </a:lnTo>
                  <a:lnTo>
                    <a:pt x="59" y="15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62" name=""/>
            <p:cNvSpPr/>
            <p:nvPr/>
          </p:nvSpPr>
          <p:spPr>
            <a:xfrm rot="0">
              <a:off x="640" y="3300"/>
              <a:ext cx="20" cy="26"/>
            </a:xfrm>
            <a:custGeom>
              <a:avLst/>
              <a:ahLst/>
              <a:rect l="0" t="0" r="r" b="b"/>
              <a:pathLst>
                <a:path w="60" h="79">
                  <a:moveTo>
                    <a:pt x="31" y="0"/>
                  </a:moveTo>
                  <a:lnTo>
                    <a:pt x="16" y="32"/>
                  </a:lnTo>
                  <a:lnTo>
                    <a:pt x="0" y="65"/>
                  </a:lnTo>
                  <a:lnTo>
                    <a:pt x="28" y="79"/>
                  </a:lnTo>
                  <a:lnTo>
                    <a:pt x="44" y="47"/>
                  </a:lnTo>
                  <a:lnTo>
                    <a:pt x="60" y="14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63" name=""/>
            <p:cNvSpPr/>
            <p:nvPr/>
          </p:nvSpPr>
          <p:spPr>
            <a:xfrm rot="0">
              <a:off x="640" y="3300"/>
              <a:ext cx="20" cy="26"/>
            </a:xfrm>
            <a:custGeom>
              <a:avLst/>
              <a:ahLst/>
              <a:rect l="0" t="0" r="r" b="b"/>
              <a:pathLst>
                <a:path w="60" h="79">
                  <a:moveTo>
                    <a:pt x="31" y="0"/>
                  </a:moveTo>
                  <a:lnTo>
                    <a:pt x="16" y="32"/>
                  </a:lnTo>
                  <a:lnTo>
                    <a:pt x="0" y="65"/>
                  </a:lnTo>
                  <a:lnTo>
                    <a:pt x="28" y="79"/>
                  </a:lnTo>
                  <a:lnTo>
                    <a:pt x="44" y="47"/>
                  </a:lnTo>
                  <a:lnTo>
                    <a:pt x="60" y="14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64" name=""/>
            <p:cNvSpPr/>
            <p:nvPr/>
          </p:nvSpPr>
          <p:spPr>
            <a:xfrm rot="0">
              <a:off x="654" y="3305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33"/>
                  </a:moveTo>
                  <a:lnTo>
                    <a:pt x="16" y="0"/>
                  </a:lnTo>
                  <a:lnTo>
                    <a:pt x="17" y="1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65" name=""/>
            <p:cNvSpPr/>
            <p:nvPr/>
          </p:nvSpPr>
          <p:spPr>
            <a:xfrm rot="0">
              <a:off x="660" y="3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66" name=""/>
            <p:cNvSpPr/>
            <p:nvPr/>
          </p:nvSpPr>
          <p:spPr>
            <a:xfrm rot="0">
              <a:off x="649" y="3305"/>
              <a:ext cx="21" cy="26"/>
            </a:xfrm>
            <a:custGeom>
              <a:avLst/>
              <a:ahLst/>
              <a:rect l="0" t="0" r="r" b="b"/>
              <a:pathLst>
                <a:path w="63" h="79">
                  <a:moveTo>
                    <a:pt x="34" y="0"/>
                  </a:moveTo>
                  <a:lnTo>
                    <a:pt x="17" y="32"/>
                  </a:lnTo>
                  <a:lnTo>
                    <a:pt x="0" y="63"/>
                  </a:lnTo>
                  <a:lnTo>
                    <a:pt x="29" y="79"/>
                  </a:lnTo>
                  <a:lnTo>
                    <a:pt x="46" y="47"/>
                  </a:lnTo>
                  <a:lnTo>
                    <a:pt x="63" y="16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67" name=""/>
            <p:cNvSpPr/>
            <p:nvPr/>
          </p:nvSpPr>
          <p:spPr>
            <a:xfrm rot="0">
              <a:off x="649" y="3305"/>
              <a:ext cx="21" cy="26"/>
            </a:xfrm>
            <a:custGeom>
              <a:avLst/>
              <a:ahLst/>
              <a:rect l="0" t="0" r="r" b="b"/>
              <a:pathLst>
                <a:path w="63" h="79">
                  <a:moveTo>
                    <a:pt x="34" y="0"/>
                  </a:moveTo>
                  <a:lnTo>
                    <a:pt x="17" y="32"/>
                  </a:lnTo>
                  <a:lnTo>
                    <a:pt x="0" y="63"/>
                  </a:lnTo>
                  <a:lnTo>
                    <a:pt x="29" y="79"/>
                  </a:lnTo>
                  <a:lnTo>
                    <a:pt x="46" y="47"/>
                  </a:lnTo>
                  <a:lnTo>
                    <a:pt x="63" y="16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68" name=""/>
            <p:cNvSpPr/>
            <p:nvPr/>
          </p:nvSpPr>
          <p:spPr>
            <a:xfrm rot="0">
              <a:off x="664" y="3310"/>
              <a:ext cx="6" cy="11"/>
            </a:xfrm>
            <a:custGeom>
              <a:avLst/>
              <a:ahLst/>
              <a:rect l="0" t="0" r="r" b="b"/>
              <a:pathLst>
                <a:path w="18" h="31">
                  <a:moveTo>
                    <a:pt x="0" y="31"/>
                  </a:moveTo>
                  <a:lnTo>
                    <a:pt x="17" y="0"/>
                  </a:lnTo>
                  <a:lnTo>
                    <a:pt x="18" y="0"/>
                  </a:lnTo>
                  <a:lnTo>
                    <a:pt x="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69" name=""/>
            <p:cNvSpPr/>
            <p:nvPr/>
          </p:nvSpPr>
          <p:spPr>
            <a:xfrm rot="0">
              <a:off x="670" y="33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70" name=""/>
            <p:cNvSpPr/>
            <p:nvPr/>
          </p:nvSpPr>
          <p:spPr>
            <a:xfrm rot="0">
              <a:off x="658" y="3310"/>
              <a:ext cx="21" cy="26"/>
            </a:xfrm>
            <a:custGeom>
              <a:avLst/>
              <a:ahLst/>
              <a:rect l="0" t="0" r="r" b="b"/>
              <a:pathLst>
                <a:path w="64" h="78">
                  <a:moveTo>
                    <a:pt x="37" y="0"/>
                  </a:moveTo>
                  <a:lnTo>
                    <a:pt x="19" y="31"/>
                  </a:lnTo>
                  <a:lnTo>
                    <a:pt x="0" y="63"/>
                  </a:lnTo>
                  <a:lnTo>
                    <a:pt x="27" y="78"/>
                  </a:lnTo>
                  <a:lnTo>
                    <a:pt x="46" y="47"/>
                  </a:lnTo>
                  <a:lnTo>
                    <a:pt x="64" y="16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71" name=""/>
            <p:cNvSpPr/>
            <p:nvPr/>
          </p:nvSpPr>
          <p:spPr>
            <a:xfrm rot="0">
              <a:off x="658" y="3310"/>
              <a:ext cx="21" cy="26"/>
            </a:xfrm>
            <a:custGeom>
              <a:avLst/>
              <a:ahLst/>
              <a:rect l="0" t="0" r="r" b="b"/>
              <a:pathLst>
                <a:path w="64" h="78">
                  <a:moveTo>
                    <a:pt x="37" y="0"/>
                  </a:moveTo>
                  <a:lnTo>
                    <a:pt x="19" y="31"/>
                  </a:lnTo>
                  <a:lnTo>
                    <a:pt x="0" y="63"/>
                  </a:lnTo>
                  <a:lnTo>
                    <a:pt x="27" y="78"/>
                  </a:lnTo>
                  <a:lnTo>
                    <a:pt x="46" y="47"/>
                  </a:lnTo>
                  <a:lnTo>
                    <a:pt x="64" y="16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72" name=""/>
            <p:cNvSpPr/>
            <p:nvPr/>
          </p:nvSpPr>
          <p:spPr>
            <a:xfrm rot="0">
              <a:off x="673" y="3316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31"/>
                  </a:moveTo>
                  <a:lnTo>
                    <a:pt x="18" y="0"/>
                  </a:lnTo>
                  <a:lnTo>
                    <a:pt x="20" y="0"/>
                  </a:lnTo>
                  <a:lnTo>
                    <a:pt x="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73" name=""/>
            <p:cNvSpPr/>
            <p:nvPr/>
          </p:nvSpPr>
          <p:spPr>
            <a:xfrm rot="0">
              <a:off x="679" y="33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74" name=""/>
            <p:cNvSpPr/>
            <p:nvPr/>
          </p:nvSpPr>
          <p:spPr>
            <a:xfrm rot="0">
              <a:off x="666" y="3316"/>
              <a:ext cx="23" cy="26"/>
            </a:xfrm>
            <a:custGeom>
              <a:avLst/>
              <a:ahLst/>
              <a:rect l="0" t="0" r="r" b="b"/>
              <a:pathLst>
                <a:path w="67" h="79">
                  <a:moveTo>
                    <a:pt x="40" y="0"/>
                  </a:moveTo>
                  <a:lnTo>
                    <a:pt x="20" y="31"/>
                  </a:lnTo>
                  <a:lnTo>
                    <a:pt x="0" y="62"/>
                  </a:lnTo>
                  <a:lnTo>
                    <a:pt x="27" y="79"/>
                  </a:lnTo>
                  <a:lnTo>
                    <a:pt x="47" y="48"/>
                  </a:lnTo>
                  <a:lnTo>
                    <a:pt x="67" y="17"/>
                  </a:lnTo>
                  <a:lnTo>
                    <a:pt x="4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75" name=""/>
            <p:cNvSpPr/>
            <p:nvPr/>
          </p:nvSpPr>
          <p:spPr>
            <a:xfrm rot="0">
              <a:off x="666" y="3316"/>
              <a:ext cx="23" cy="26"/>
            </a:xfrm>
            <a:custGeom>
              <a:avLst/>
              <a:ahLst/>
              <a:rect l="0" t="0" r="r" b="b"/>
              <a:pathLst>
                <a:path w="67" h="79">
                  <a:moveTo>
                    <a:pt x="40" y="0"/>
                  </a:moveTo>
                  <a:lnTo>
                    <a:pt x="20" y="31"/>
                  </a:lnTo>
                  <a:lnTo>
                    <a:pt x="0" y="62"/>
                  </a:lnTo>
                  <a:lnTo>
                    <a:pt x="27" y="79"/>
                  </a:lnTo>
                  <a:lnTo>
                    <a:pt x="47" y="48"/>
                  </a:lnTo>
                  <a:lnTo>
                    <a:pt x="67" y="17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76" name=""/>
            <p:cNvSpPr/>
            <p:nvPr/>
          </p:nvSpPr>
          <p:spPr>
            <a:xfrm rot="0">
              <a:off x="682" y="3321"/>
              <a:ext cx="7" cy="11"/>
            </a:xfrm>
            <a:custGeom>
              <a:avLst/>
              <a:ahLst/>
              <a:rect l="0" t="0" r="r" b="b"/>
              <a:pathLst>
                <a:path w="21" h="31">
                  <a:moveTo>
                    <a:pt x="0" y="31"/>
                  </a:moveTo>
                  <a:lnTo>
                    <a:pt x="20" y="0"/>
                  </a:lnTo>
                  <a:lnTo>
                    <a:pt x="21" y="1"/>
                  </a:lnTo>
                  <a:lnTo>
                    <a:pt x="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77" name=""/>
            <p:cNvSpPr/>
            <p:nvPr/>
          </p:nvSpPr>
          <p:spPr>
            <a:xfrm rot="0">
              <a:off x="689" y="33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78" name=""/>
            <p:cNvSpPr/>
            <p:nvPr/>
          </p:nvSpPr>
          <p:spPr>
            <a:xfrm rot="0">
              <a:off x="675" y="3322"/>
              <a:ext cx="23" cy="26"/>
            </a:xfrm>
            <a:custGeom>
              <a:avLst/>
              <a:ahLst/>
              <a:rect l="0" t="0" r="r" b="b"/>
              <a:pathLst>
                <a:path w="69" h="78">
                  <a:moveTo>
                    <a:pt x="43" y="0"/>
                  </a:moveTo>
                  <a:lnTo>
                    <a:pt x="22" y="30"/>
                  </a:lnTo>
                  <a:lnTo>
                    <a:pt x="0" y="60"/>
                  </a:lnTo>
                  <a:lnTo>
                    <a:pt x="26" y="78"/>
                  </a:lnTo>
                  <a:lnTo>
                    <a:pt x="47" y="48"/>
                  </a:lnTo>
                  <a:lnTo>
                    <a:pt x="69" y="19"/>
                  </a:lnTo>
                  <a:lnTo>
                    <a:pt x="4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79" name=""/>
            <p:cNvSpPr/>
            <p:nvPr/>
          </p:nvSpPr>
          <p:spPr>
            <a:xfrm rot="0">
              <a:off x="675" y="3322"/>
              <a:ext cx="23" cy="26"/>
            </a:xfrm>
            <a:custGeom>
              <a:avLst/>
              <a:ahLst/>
              <a:rect l="0" t="0" r="r" b="b"/>
              <a:pathLst>
                <a:path w="69" h="78">
                  <a:moveTo>
                    <a:pt x="43" y="0"/>
                  </a:moveTo>
                  <a:lnTo>
                    <a:pt x="22" y="30"/>
                  </a:lnTo>
                  <a:lnTo>
                    <a:pt x="0" y="60"/>
                  </a:lnTo>
                  <a:lnTo>
                    <a:pt x="26" y="78"/>
                  </a:lnTo>
                  <a:lnTo>
                    <a:pt x="47" y="48"/>
                  </a:lnTo>
                  <a:lnTo>
                    <a:pt x="69" y="1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80" name=""/>
            <p:cNvSpPr/>
            <p:nvPr/>
          </p:nvSpPr>
          <p:spPr>
            <a:xfrm rot="0">
              <a:off x="690" y="3328"/>
              <a:ext cx="8" cy="10"/>
            </a:xfrm>
            <a:custGeom>
              <a:avLst/>
              <a:ahLst/>
              <a:rect l="0" t="0" r="r" b="b"/>
              <a:pathLst>
                <a:path w="23" h="29">
                  <a:moveTo>
                    <a:pt x="0" y="29"/>
                  </a:moveTo>
                  <a:lnTo>
                    <a:pt x="22" y="0"/>
                  </a:lnTo>
                  <a:lnTo>
                    <a:pt x="23" y="1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81" name=""/>
            <p:cNvSpPr/>
            <p:nvPr/>
          </p:nvSpPr>
          <p:spPr>
            <a:xfrm rot="0">
              <a:off x="698" y="33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82" name=""/>
            <p:cNvSpPr/>
            <p:nvPr/>
          </p:nvSpPr>
          <p:spPr>
            <a:xfrm rot="0">
              <a:off x="683" y="3328"/>
              <a:ext cx="24" cy="26"/>
            </a:xfrm>
            <a:custGeom>
              <a:avLst/>
              <a:ahLst/>
              <a:rect l="0" t="0" r="r" b="b"/>
              <a:pathLst>
                <a:path w="71" h="77">
                  <a:moveTo>
                    <a:pt x="45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25" y="77"/>
                  </a:lnTo>
                  <a:lnTo>
                    <a:pt x="48" y="48"/>
                  </a:lnTo>
                  <a:lnTo>
                    <a:pt x="71" y="20"/>
                  </a:lnTo>
                  <a:lnTo>
                    <a:pt x="4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83" name=""/>
            <p:cNvSpPr/>
            <p:nvPr/>
          </p:nvSpPr>
          <p:spPr>
            <a:xfrm rot="0">
              <a:off x="683" y="3328"/>
              <a:ext cx="24" cy="26"/>
            </a:xfrm>
            <a:custGeom>
              <a:avLst/>
              <a:ahLst/>
              <a:rect l="0" t="0" r="r" b="b"/>
              <a:pathLst>
                <a:path w="71" h="77">
                  <a:moveTo>
                    <a:pt x="45" y="0"/>
                  </a:moveTo>
                  <a:lnTo>
                    <a:pt x="22" y="28"/>
                  </a:lnTo>
                  <a:lnTo>
                    <a:pt x="0" y="57"/>
                  </a:lnTo>
                  <a:lnTo>
                    <a:pt x="25" y="77"/>
                  </a:lnTo>
                  <a:lnTo>
                    <a:pt x="48" y="48"/>
                  </a:lnTo>
                  <a:lnTo>
                    <a:pt x="71" y="2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84" name=""/>
            <p:cNvSpPr/>
            <p:nvPr/>
          </p:nvSpPr>
          <p:spPr>
            <a:xfrm rot="0">
              <a:off x="691" y="3344"/>
              <a:ext cx="8" cy="10"/>
            </a:xfrm>
            <a:custGeom>
              <a:avLst/>
              <a:ahLst/>
              <a:rect l="0" t="0" r="r" b="b"/>
              <a:pathLst>
                <a:path w="23" h="29">
                  <a:moveTo>
                    <a:pt x="23" y="0"/>
                  </a:moveTo>
                  <a:lnTo>
                    <a:pt x="0" y="29"/>
                  </a:lnTo>
                  <a:lnTo>
                    <a:pt x="0" y="29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85" name=""/>
            <p:cNvSpPr/>
            <p:nvPr/>
          </p:nvSpPr>
          <p:spPr>
            <a:xfrm rot="0">
              <a:off x="691" y="3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86" name=""/>
            <p:cNvSpPr/>
            <p:nvPr/>
          </p:nvSpPr>
          <p:spPr>
            <a:xfrm rot="0">
              <a:off x="691" y="3335"/>
              <a:ext cx="24" cy="26"/>
            </a:xfrm>
            <a:custGeom>
              <a:avLst/>
              <a:ahLst/>
              <a:rect l="0" t="0" r="r" b="b"/>
              <a:pathLst>
                <a:path w="71" h="77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26" y="77"/>
                  </a:lnTo>
                  <a:lnTo>
                    <a:pt x="49" y="48"/>
                  </a:lnTo>
                  <a:lnTo>
                    <a:pt x="71" y="20"/>
                  </a:lnTo>
                  <a:lnTo>
                    <a:pt x="4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87" name=""/>
            <p:cNvSpPr/>
            <p:nvPr/>
          </p:nvSpPr>
          <p:spPr>
            <a:xfrm rot="0">
              <a:off x="691" y="3335"/>
              <a:ext cx="24" cy="26"/>
            </a:xfrm>
            <a:custGeom>
              <a:avLst/>
              <a:ahLst/>
              <a:rect l="0" t="0" r="r" b="b"/>
              <a:pathLst>
                <a:path w="71" h="77">
                  <a:moveTo>
                    <a:pt x="46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26" y="77"/>
                  </a:lnTo>
                  <a:lnTo>
                    <a:pt x="49" y="48"/>
                  </a:lnTo>
                  <a:lnTo>
                    <a:pt x="71" y="20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88" name=""/>
            <p:cNvSpPr/>
            <p:nvPr/>
          </p:nvSpPr>
          <p:spPr>
            <a:xfrm rot="0">
              <a:off x="708" y="3342"/>
              <a:ext cx="8" cy="9"/>
            </a:xfrm>
            <a:custGeom>
              <a:avLst/>
              <a:ahLst/>
              <a:rect l="0" t="0" r="r" b="b"/>
              <a:pathLst>
                <a:path w="24" h="28">
                  <a:moveTo>
                    <a:pt x="0" y="28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89" name=""/>
            <p:cNvSpPr/>
            <p:nvPr/>
          </p:nvSpPr>
          <p:spPr>
            <a:xfrm rot="0">
              <a:off x="715" y="33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90" name=""/>
            <p:cNvSpPr/>
            <p:nvPr/>
          </p:nvSpPr>
          <p:spPr>
            <a:xfrm rot="0">
              <a:off x="699" y="3342"/>
              <a:ext cx="25" cy="25"/>
            </a:xfrm>
            <a:custGeom>
              <a:avLst/>
              <a:ahLst/>
              <a:rect l="0" t="0" r="r" b="b"/>
              <a:pathLst>
                <a:path w="73" h="76">
                  <a:moveTo>
                    <a:pt x="49" y="0"/>
                  </a:moveTo>
                  <a:lnTo>
                    <a:pt x="25" y="27"/>
                  </a:lnTo>
                  <a:lnTo>
                    <a:pt x="0" y="54"/>
                  </a:lnTo>
                  <a:lnTo>
                    <a:pt x="25" y="76"/>
                  </a:lnTo>
                  <a:lnTo>
                    <a:pt x="49" y="49"/>
                  </a:lnTo>
                  <a:lnTo>
                    <a:pt x="73" y="22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91" name=""/>
            <p:cNvSpPr/>
            <p:nvPr/>
          </p:nvSpPr>
          <p:spPr>
            <a:xfrm rot="0">
              <a:off x="699" y="3342"/>
              <a:ext cx="25" cy="25"/>
            </a:xfrm>
            <a:custGeom>
              <a:avLst/>
              <a:ahLst/>
              <a:rect l="0" t="0" r="r" b="b"/>
              <a:pathLst>
                <a:path w="73" h="76">
                  <a:moveTo>
                    <a:pt x="49" y="0"/>
                  </a:moveTo>
                  <a:lnTo>
                    <a:pt x="25" y="27"/>
                  </a:lnTo>
                  <a:lnTo>
                    <a:pt x="0" y="54"/>
                  </a:lnTo>
                  <a:lnTo>
                    <a:pt x="25" y="76"/>
                  </a:lnTo>
                  <a:lnTo>
                    <a:pt x="49" y="49"/>
                  </a:lnTo>
                  <a:lnTo>
                    <a:pt x="73" y="2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92" name=""/>
            <p:cNvSpPr/>
            <p:nvPr/>
          </p:nvSpPr>
          <p:spPr>
            <a:xfrm rot="0">
              <a:off x="716" y="3349"/>
              <a:ext cx="8" cy="9"/>
            </a:xfrm>
            <a:custGeom>
              <a:avLst/>
              <a:ahLst/>
              <a:rect l="0" t="0" r="r" b="b"/>
              <a:pathLst>
                <a:path w="24" h="27">
                  <a:moveTo>
                    <a:pt x="0" y="27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93" name=""/>
            <p:cNvSpPr/>
            <p:nvPr/>
          </p:nvSpPr>
          <p:spPr>
            <a:xfrm rot="0">
              <a:off x="724" y="33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94" name=""/>
            <p:cNvSpPr/>
            <p:nvPr/>
          </p:nvSpPr>
          <p:spPr>
            <a:xfrm rot="0">
              <a:off x="708" y="3349"/>
              <a:ext cx="24" cy="26"/>
            </a:xfrm>
            <a:custGeom>
              <a:avLst/>
              <a:ahLst/>
              <a:rect l="0" t="0" r="r" b="b"/>
              <a:pathLst>
                <a:path w="72" h="77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24" y="77"/>
                  </a:lnTo>
                  <a:lnTo>
                    <a:pt x="48" y="49"/>
                  </a:lnTo>
                  <a:lnTo>
                    <a:pt x="72" y="22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95" name=""/>
            <p:cNvSpPr/>
            <p:nvPr/>
          </p:nvSpPr>
          <p:spPr>
            <a:xfrm rot="0">
              <a:off x="708" y="3349"/>
              <a:ext cx="24" cy="26"/>
            </a:xfrm>
            <a:custGeom>
              <a:avLst/>
              <a:ahLst/>
              <a:rect l="0" t="0" r="r" b="b"/>
              <a:pathLst>
                <a:path w="72" h="77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24" y="77"/>
                  </a:lnTo>
                  <a:lnTo>
                    <a:pt x="48" y="49"/>
                  </a:lnTo>
                  <a:lnTo>
                    <a:pt x="72" y="22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96" name=""/>
            <p:cNvSpPr/>
            <p:nvPr/>
          </p:nvSpPr>
          <p:spPr>
            <a:xfrm rot="0">
              <a:off x="716" y="3366"/>
              <a:ext cx="8" cy="9"/>
            </a:xfrm>
            <a:custGeom>
              <a:avLst/>
              <a:ahLst/>
              <a:rect l="0" t="0" r="r" b="b"/>
              <a:pathLst>
                <a:path w="24" h="28">
                  <a:moveTo>
                    <a:pt x="24" y="0"/>
                  </a:moveTo>
                  <a:lnTo>
                    <a:pt x="0" y="28"/>
                  </a:lnTo>
                  <a:lnTo>
                    <a:pt x="0" y="28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97" name=""/>
            <p:cNvSpPr/>
            <p:nvPr/>
          </p:nvSpPr>
          <p:spPr>
            <a:xfrm rot="0">
              <a:off x="716" y="33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798" name=""/>
            <p:cNvSpPr/>
            <p:nvPr/>
          </p:nvSpPr>
          <p:spPr>
            <a:xfrm rot="0">
              <a:off x="716" y="3357"/>
              <a:ext cx="24" cy="25"/>
            </a:xfrm>
            <a:custGeom>
              <a:avLst/>
              <a:ahLst/>
              <a:rect l="0" t="0" r="r" b="b"/>
              <a:pathLst>
                <a:path w="72" h="76">
                  <a:moveTo>
                    <a:pt x="48" y="0"/>
                  </a:moveTo>
                  <a:lnTo>
                    <a:pt x="24" y="27"/>
                  </a:lnTo>
                  <a:lnTo>
                    <a:pt x="0" y="55"/>
                  </a:lnTo>
                  <a:lnTo>
                    <a:pt x="24" y="76"/>
                  </a:lnTo>
                  <a:lnTo>
                    <a:pt x="48" y="49"/>
                  </a:lnTo>
                  <a:lnTo>
                    <a:pt x="72" y="22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799" name=""/>
            <p:cNvSpPr/>
            <p:nvPr/>
          </p:nvSpPr>
          <p:spPr>
            <a:xfrm rot="0">
              <a:off x="716" y="3357"/>
              <a:ext cx="24" cy="25"/>
            </a:xfrm>
            <a:custGeom>
              <a:avLst/>
              <a:ahLst/>
              <a:rect l="0" t="0" r="r" b="b"/>
              <a:pathLst>
                <a:path w="72" h="76">
                  <a:moveTo>
                    <a:pt x="48" y="0"/>
                  </a:moveTo>
                  <a:lnTo>
                    <a:pt x="24" y="27"/>
                  </a:lnTo>
                  <a:lnTo>
                    <a:pt x="0" y="55"/>
                  </a:lnTo>
                  <a:lnTo>
                    <a:pt x="24" y="76"/>
                  </a:lnTo>
                  <a:lnTo>
                    <a:pt x="48" y="49"/>
                  </a:lnTo>
                  <a:lnTo>
                    <a:pt x="72" y="22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00" name=""/>
            <p:cNvSpPr/>
            <p:nvPr/>
          </p:nvSpPr>
          <p:spPr>
            <a:xfrm rot="0">
              <a:off x="732" y="3364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0" y="27"/>
                  </a:moveTo>
                  <a:lnTo>
                    <a:pt x="24" y="0"/>
                  </a:lnTo>
                  <a:lnTo>
                    <a:pt x="27" y="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01" name=""/>
            <p:cNvSpPr/>
            <p:nvPr/>
          </p:nvSpPr>
          <p:spPr>
            <a:xfrm rot="0">
              <a:off x="740" y="33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02" name=""/>
            <p:cNvSpPr/>
            <p:nvPr/>
          </p:nvSpPr>
          <p:spPr>
            <a:xfrm rot="0">
              <a:off x="723" y="3365"/>
              <a:ext cx="25" cy="24"/>
            </a:xfrm>
            <a:custGeom>
              <a:avLst/>
              <a:ahLst/>
              <a:rect l="0" t="0" r="r" b="b"/>
              <a:pathLst>
                <a:path w="77" h="72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3" y="72"/>
                  </a:lnTo>
                  <a:lnTo>
                    <a:pt x="50" y="48"/>
                  </a:lnTo>
                  <a:lnTo>
                    <a:pt x="77" y="24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03" name=""/>
            <p:cNvSpPr/>
            <p:nvPr/>
          </p:nvSpPr>
          <p:spPr>
            <a:xfrm rot="0">
              <a:off x="723" y="3365"/>
              <a:ext cx="25" cy="24"/>
            </a:xfrm>
            <a:custGeom>
              <a:avLst/>
              <a:ahLst/>
              <a:rect l="0" t="0" r="r" b="b"/>
              <a:pathLst>
                <a:path w="77" h="72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3" y="72"/>
                  </a:lnTo>
                  <a:lnTo>
                    <a:pt x="50" y="48"/>
                  </a:lnTo>
                  <a:lnTo>
                    <a:pt x="77" y="24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04" name=""/>
            <p:cNvSpPr/>
            <p:nvPr/>
          </p:nvSpPr>
          <p:spPr>
            <a:xfrm rot="0">
              <a:off x="739" y="3373"/>
              <a:ext cx="9" cy="8"/>
            </a:xfrm>
            <a:custGeom>
              <a:avLst/>
              <a:ahLst/>
              <a:rect l="0" t="0" r="r" b="b"/>
              <a:pathLst>
                <a:path w="27" h="24">
                  <a:moveTo>
                    <a:pt x="0" y="24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05" name=""/>
            <p:cNvSpPr/>
            <p:nvPr/>
          </p:nvSpPr>
          <p:spPr>
            <a:xfrm rot="0">
              <a:off x="748" y="33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06" name=""/>
            <p:cNvSpPr/>
            <p:nvPr/>
          </p:nvSpPr>
          <p:spPr>
            <a:xfrm rot="0">
              <a:off x="730" y="3373"/>
              <a:ext cx="25" cy="24"/>
            </a:xfrm>
            <a:custGeom>
              <a:avLst/>
              <a:ahLst/>
              <a:rect l="0" t="0" r="r" b="b"/>
              <a:pathLst>
                <a:path w="75" h="72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1" y="72"/>
                  </a:lnTo>
                  <a:lnTo>
                    <a:pt x="48" y="48"/>
                  </a:lnTo>
                  <a:lnTo>
                    <a:pt x="75" y="24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07" name=""/>
            <p:cNvSpPr/>
            <p:nvPr/>
          </p:nvSpPr>
          <p:spPr>
            <a:xfrm rot="0">
              <a:off x="730" y="3373"/>
              <a:ext cx="25" cy="24"/>
            </a:xfrm>
            <a:custGeom>
              <a:avLst/>
              <a:ahLst/>
              <a:rect l="0" t="0" r="r" b="b"/>
              <a:pathLst>
                <a:path w="75" h="72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1" y="72"/>
                  </a:lnTo>
                  <a:lnTo>
                    <a:pt x="48" y="48"/>
                  </a:lnTo>
                  <a:lnTo>
                    <a:pt x="75" y="24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08" name=""/>
            <p:cNvSpPr/>
            <p:nvPr/>
          </p:nvSpPr>
          <p:spPr>
            <a:xfrm rot="0">
              <a:off x="737" y="3389"/>
              <a:ext cx="9" cy="8"/>
            </a:xfrm>
            <a:custGeom>
              <a:avLst/>
              <a:ahLst/>
              <a:rect l="0" t="0" r="r" b="b"/>
              <a:pathLst>
                <a:path w="27" h="24">
                  <a:moveTo>
                    <a:pt x="27" y="0"/>
                  </a:moveTo>
                  <a:lnTo>
                    <a:pt x="0" y="24"/>
                  </a:lnTo>
                  <a:lnTo>
                    <a:pt x="0" y="24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09" name=""/>
            <p:cNvSpPr/>
            <p:nvPr/>
          </p:nvSpPr>
          <p:spPr>
            <a:xfrm rot="0">
              <a:off x="737" y="33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10" name=""/>
            <p:cNvSpPr/>
            <p:nvPr/>
          </p:nvSpPr>
          <p:spPr>
            <a:xfrm rot="0">
              <a:off x="737" y="3381"/>
              <a:ext cx="26" cy="24"/>
            </a:xfrm>
            <a:custGeom>
              <a:avLst/>
              <a:ahLst/>
              <a:rect l="0" t="0" r="r" b="b"/>
              <a:pathLst>
                <a:path w="76" h="73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2" y="73"/>
                  </a:lnTo>
                  <a:lnTo>
                    <a:pt x="49" y="48"/>
                  </a:lnTo>
                  <a:lnTo>
                    <a:pt x="76" y="24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11" name=""/>
            <p:cNvSpPr/>
            <p:nvPr/>
          </p:nvSpPr>
          <p:spPr>
            <a:xfrm rot="0">
              <a:off x="737" y="3381"/>
              <a:ext cx="26" cy="24"/>
            </a:xfrm>
            <a:custGeom>
              <a:avLst/>
              <a:ahLst/>
              <a:rect l="0" t="0" r="r" b="b"/>
              <a:pathLst>
                <a:path w="76" h="73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22" y="73"/>
                  </a:lnTo>
                  <a:lnTo>
                    <a:pt x="49" y="48"/>
                  </a:lnTo>
                  <a:lnTo>
                    <a:pt x="76" y="24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12" name=""/>
            <p:cNvSpPr/>
            <p:nvPr/>
          </p:nvSpPr>
          <p:spPr>
            <a:xfrm rot="0">
              <a:off x="754" y="3389"/>
              <a:ext cx="9" cy="8"/>
            </a:xfrm>
            <a:custGeom>
              <a:avLst/>
              <a:ahLst/>
              <a:rect l="0" t="0" r="r" b="b"/>
              <a:pathLst>
                <a:path w="28" h="24">
                  <a:moveTo>
                    <a:pt x="0" y="24"/>
                  </a:moveTo>
                  <a:lnTo>
                    <a:pt x="27" y="0"/>
                  </a:lnTo>
                  <a:lnTo>
                    <a:pt x="28" y="2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13" name=""/>
            <p:cNvSpPr/>
            <p:nvPr/>
          </p:nvSpPr>
          <p:spPr>
            <a:xfrm rot="0">
              <a:off x="763" y="33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14" name=""/>
            <p:cNvSpPr/>
            <p:nvPr/>
          </p:nvSpPr>
          <p:spPr>
            <a:xfrm rot="0">
              <a:off x="744" y="3390"/>
              <a:ext cx="26" cy="23"/>
            </a:xfrm>
            <a:custGeom>
              <a:avLst/>
              <a:ahLst/>
              <a:rect l="0" t="0" r="r" b="b"/>
              <a:pathLst>
                <a:path w="77" h="71">
                  <a:moveTo>
                    <a:pt x="57" y="0"/>
                  </a:moveTo>
                  <a:lnTo>
                    <a:pt x="29" y="22"/>
                  </a:lnTo>
                  <a:lnTo>
                    <a:pt x="0" y="45"/>
                  </a:lnTo>
                  <a:lnTo>
                    <a:pt x="20" y="71"/>
                  </a:lnTo>
                  <a:lnTo>
                    <a:pt x="49" y="48"/>
                  </a:lnTo>
                  <a:lnTo>
                    <a:pt x="77" y="25"/>
                  </a:lnTo>
                  <a:lnTo>
                    <a:pt x="5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15" name=""/>
            <p:cNvSpPr/>
            <p:nvPr/>
          </p:nvSpPr>
          <p:spPr>
            <a:xfrm rot="0">
              <a:off x="744" y="3390"/>
              <a:ext cx="26" cy="23"/>
            </a:xfrm>
            <a:custGeom>
              <a:avLst/>
              <a:ahLst/>
              <a:rect l="0" t="0" r="r" b="b"/>
              <a:pathLst>
                <a:path w="77" h="71">
                  <a:moveTo>
                    <a:pt x="57" y="0"/>
                  </a:moveTo>
                  <a:lnTo>
                    <a:pt x="29" y="22"/>
                  </a:lnTo>
                  <a:lnTo>
                    <a:pt x="0" y="45"/>
                  </a:lnTo>
                  <a:lnTo>
                    <a:pt x="20" y="71"/>
                  </a:lnTo>
                  <a:lnTo>
                    <a:pt x="49" y="48"/>
                  </a:lnTo>
                  <a:lnTo>
                    <a:pt x="77" y="25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16" name=""/>
            <p:cNvSpPr/>
            <p:nvPr/>
          </p:nvSpPr>
          <p:spPr>
            <a:xfrm rot="0">
              <a:off x="760" y="3398"/>
              <a:ext cx="10" cy="8"/>
            </a:xfrm>
            <a:custGeom>
              <a:avLst/>
              <a:ahLst/>
              <a:rect l="0" t="0" r="r" b="b"/>
              <a:pathLst>
                <a:path w="30" h="23">
                  <a:moveTo>
                    <a:pt x="0" y="23"/>
                  </a:moveTo>
                  <a:lnTo>
                    <a:pt x="28" y="0"/>
                  </a:lnTo>
                  <a:lnTo>
                    <a:pt x="30" y="2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17" name=""/>
            <p:cNvSpPr/>
            <p:nvPr/>
          </p:nvSpPr>
          <p:spPr>
            <a:xfrm rot="0">
              <a:off x="770" y="33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18" name=""/>
            <p:cNvSpPr/>
            <p:nvPr/>
          </p:nvSpPr>
          <p:spPr>
            <a:xfrm rot="0">
              <a:off x="750" y="3399"/>
              <a:ext cx="27" cy="23"/>
            </a:xfrm>
            <a:custGeom>
              <a:avLst/>
              <a:ahLst/>
              <a:rect l="0" t="0" r="r" b="b"/>
              <a:pathLst>
                <a:path w="79" h="69">
                  <a:moveTo>
                    <a:pt x="60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20" y="69"/>
                  </a:lnTo>
                  <a:lnTo>
                    <a:pt x="50" y="48"/>
                  </a:lnTo>
                  <a:lnTo>
                    <a:pt x="79" y="27"/>
                  </a:lnTo>
                  <a:lnTo>
                    <a:pt x="6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19" name=""/>
            <p:cNvSpPr/>
            <p:nvPr/>
          </p:nvSpPr>
          <p:spPr>
            <a:xfrm rot="0">
              <a:off x="750" y="3399"/>
              <a:ext cx="27" cy="23"/>
            </a:xfrm>
            <a:custGeom>
              <a:avLst/>
              <a:ahLst/>
              <a:rect l="0" t="0" r="r" b="b"/>
              <a:pathLst>
                <a:path w="79" h="69">
                  <a:moveTo>
                    <a:pt x="60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20" y="69"/>
                  </a:lnTo>
                  <a:lnTo>
                    <a:pt x="50" y="48"/>
                  </a:lnTo>
                  <a:lnTo>
                    <a:pt x="79" y="27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20" name=""/>
            <p:cNvSpPr/>
            <p:nvPr/>
          </p:nvSpPr>
          <p:spPr>
            <a:xfrm rot="0">
              <a:off x="767" y="3408"/>
              <a:ext cx="10" cy="7"/>
            </a:xfrm>
            <a:custGeom>
              <a:avLst/>
              <a:ahLst/>
              <a:rect l="0" t="0" r="r" b="b"/>
              <a:pathLst>
                <a:path w="29" h="21">
                  <a:moveTo>
                    <a:pt x="0" y="21"/>
                  </a:moveTo>
                  <a:lnTo>
                    <a:pt x="29" y="0"/>
                  </a:lnTo>
                  <a:lnTo>
                    <a:pt x="29" y="0"/>
                  </a:lnTo>
                  <a:lnTo>
                    <a:pt x="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21" name=""/>
            <p:cNvSpPr/>
            <p:nvPr/>
          </p:nvSpPr>
          <p:spPr>
            <a:xfrm rot="0">
              <a:off x="777" y="34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22" name=""/>
            <p:cNvSpPr/>
            <p:nvPr/>
          </p:nvSpPr>
          <p:spPr>
            <a:xfrm rot="0">
              <a:off x="757" y="3408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59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18" y="68"/>
                  </a:lnTo>
                  <a:lnTo>
                    <a:pt x="48" y="47"/>
                  </a:lnTo>
                  <a:lnTo>
                    <a:pt x="78" y="25"/>
                  </a:lnTo>
                  <a:lnTo>
                    <a:pt x="5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23" name=""/>
            <p:cNvSpPr/>
            <p:nvPr/>
          </p:nvSpPr>
          <p:spPr>
            <a:xfrm rot="0">
              <a:off x="757" y="3408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59" y="0"/>
                  </a:moveTo>
                  <a:lnTo>
                    <a:pt x="30" y="21"/>
                  </a:lnTo>
                  <a:lnTo>
                    <a:pt x="0" y="42"/>
                  </a:lnTo>
                  <a:lnTo>
                    <a:pt x="18" y="68"/>
                  </a:lnTo>
                  <a:lnTo>
                    <a:pt x="48" y="47"/>
                  </a:lnTo>
                  <a:lnTo>
                    <a:pt x="78" y="25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24" name=""/>
            <p:cNvSpPr/>
            <p:nvPr/>
          </p:nvSpPr>
          <p:spPr>
            <a:xfrm rot="0">
              <a:off x="773" y="3416"/>
              <a:ext cx="10" cy="7"/>
            </a:xfrm>
            <a:custGeom>
              <a:avLst/>
              <a:ahLst/>
              <a:rect l="0" t="0" r="r" b="b"/>
              <a:pathLst>
                <a:path w="31" h="22">
                  <a:moveTo>
                    <a:pt x="0" y="22"/>
                  </a:moveTo>
                  <a:lnTo>
                    <a:pt x="30" y="0"/>
                  </a:lnTo>
                  <a:lnTo>
                    <a:pt x="31" y="2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25" name=""/>
            <p:cNvSpPr/>
            <p:nvPr/>
          </p:nvSpPr>
          <p:spPr>
            <a:xfrm rot="0">
              <a:off x="783" y="34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26" name=""/>
            <p:cNvSpPr/>
            <p:nvPr/>
          </p:nvSpPr>
          <p:spPr>
            <a:xfrm rot="0">
              <a:off x="763" y="3417"/>
              <a:ext cx="26" cy="22"/>
            </a:xfrm>
            <a:custGeom>
              <a:avLst/>
              <a:ahLst/>
              <a:rect l="0" t="0" r="r" b="b"/>
              <a:pathLst>
                <a:path w="80" h="67">
                  <a:moveTo>
                    <a:pt x="62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17" y="67"/>
                  </a:lnTo>
                  <a:lnTo>
                    <a:pt x="48" y="47"/>
                  </a:lnTo>
                  <a:lnTo>
                    <a:pt x="80" y="27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27" name=""/>
            <p:cNvSpPr/>
            <p:nvPr/>
          </p:nvSpPr>
          <p:spPr>
            <a:xfrm rot="0">
              <a:off x="763" y="3417"/>
              <a:ext cx="26" cy="22"/>
            </a:xfrm>
            <a:custGeom>
              <a:avLst/>
              <a:ahLst/>
              <a:rect l="0" t="0" r="r" b="b"/>
              <a:pathLst>
                <a:path w="80" h="67">
                  <a:moveTo>
                    <a:pt x="62" y="0"/>
                  </a:moveTo>
                  <a:lnTo>
                    <a:pt x="31" y="20"/>
                  </a:lnTo>
                  <a:lnTo>
                    <a:pt x="0" y="40"/>
                  </a:lnTo>
                  <a:lnTo>
                    <a:pt x="17" y="67"/>
                  </a:lnTo>
                  <a:lnTo>
                    <a:pt x="48" y="47"/>
                  </a:lnTo>
                  <a:lnTo>
                    <a:pt x="80" y="27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28" name=""/>
            <p:cNvSpPr/>
            <p:nvPr/>
          </p:nvSpPr>
          <p:spPr>
            <a:xfrm rot="0">
              <a:off x="779" y="3426"/>
              <a:ext cx="10" cy="6"/>
            </a:xfrm>
            <a:custGeom>
              <a:avLst/>
              <a:ahLst/>
              <a:rect l="0" t="0" r="r" b="b"/>
              <a:pathLst>
                <a:path w="32" h="20">
                  <a:moveTo>
                    <a:pt x="0" y="20"/>
                  </a:moveTo>
                  <a:lnTo>
                    <a:pt x="32" y="0"/>
                  </a:lnTo>
                  <a:lnTo>
                    <a:pt x="32" y="1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29" name=""/>
            <p:cNvSpPr/>
            <p:nvPr/>
          </p:nvSpPr>
          <p:spPr>
            <a:xfrm rot="0">
              <a:off x="789" y="34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30" name=""/>
            <p:cNvSpPr/>
            <p:nvPr/>
          </p:nvSpPr>
          <p:spPr>
            <a:xfrm rot="0">
              <a:off x="768" y="3426"/>
              <a:ext cx="27" cy="22"/>
            </a:xfrm>
            <a:custGeom>
              <a:avLst/>
              <a:ahLst/>
              <a:rect l="0" t="0" r="r" b="b"/>
              <a:pathLst>
                <a:path w="80" h="66">
                  <a:moveTo>
                    <a:pt x="63" y="0"/>
                  </a:moveTo>
                  <a:lnTo>
                    <a:pt x="31" y="19"/>
                  </a:lnTo>
                  <a:lnTo>
                    <a:pt x="0" y="37"/>
                  </a:lnTo>
                  <a:lnTo>
                    <a:pt x="17" y="66"/>
                  </a:lnTo>
                  <a:lnTo>
                    <a:pt x="48" y="47"/>
                  </a:lnTo>
                  <a:lnTo>
                    <a:pt x="80" y="29"/>
                  </a:lnTo>
                  <a:lnTo>
                    <a:pt x="6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31" name=""/>
            <p:cNvSpPr/>
            <p:nvPr/>
          </p:nvSpPr>
          <p:spPr>
            <a:xfrm rot="0">
              <a:off x="768" y="3426"/>
              <a:ext cx="27" cy="22"/>
            </a:xfrm>
            <a:custGeom>
              <a:avLst/>
              <a:ahLst/>
              <a:rect l="0" t="0" r="r" b="b"/>
              <a:pathLst>
                <a:path w="80" h="66">
                  <a:moveTo>
                    <a:pt x="63" y="0"/>
                  </a:moveTo>
                  <a:lnTo>
                    <a:pt x="31" y="19"/>
                  </a:lnTo>
                  <a:lnTo>
                    <a:pt x="0" y="37"/>
                  </a:lnTo>
                  <a:lnTo>
                    <a:pt x="17" y="66"/>
                  </a:lnTo>
                  <a:lnTo>
                    <a:pt x="48" y="47"/>
                  </a:lnTo>
                  <a:lnTo>
                    <a:pt x="80" y="29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32" name=""/>
            <p:cNvSpPr/>
            <p:nvPr/>
          </p:nvSpPr>
          <p:spPr>
            <a:xfrm rot="0">
              <a:off x="784" y="3436"/>
              <a:ext cx="11" cy="6"/>
            </a:xfrm>
            <a:custGeom>
              <a:avLst/>
              <a:ahLst/>
              <a:rect l="0" t="0" r="r" b="b"/>
              <a:pathLst>
                <a:path w="32" h="18">
                  <a:moveTo>
                    <a:pt x="0" y="18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0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33" name=""/>
            <p:cNvSpPr/>
            <p:nvPr/>
          </p:nvSpPr>
          <p:spPr>
            <a:xfrm rot="0">
              <a:off x="795" y="3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34" name=""/>
            <p:cNvSpPr/>
            <p:nvPr/>
          </p:nvSpPr>
          <p:spPr>
            <a:xfrm rot="0">
              <a:off x="774" y="3436"/>
              <a:ext cx="26" cy="21"/>
            </a:xfrm>
            <a:custGeom>
              <a:avLst/>
              <a:ahLst/>
              <a:rect l="0" t="0" r="r" b="b"/>
              <a:pathLst>
                <a:path w="78" h="64">
                  <a:moveTo>
                    <a:pt x="63" y="0"/>
                  </a:moveTo>
                  <a:lnTo>
                    <a:pt x="31" y="18"/>
                  </a:lnTo>
                  <a:lnTo>
                    <a:pt x="0" y="37"/>
                  </a:lnTo>
                  <a:lnTo>
                    <a:pt x="16" y="64"/>
                  </a:lnTo>
                  <a:lnTo>
                    <a:pt x="47" y="45"/>
                  </a:lnTo>
                  <a:lnTo>
                    <a:pt x="78" y="27"/>
                  </a:lnTo>
                  <a:lnTo>
                    <a:pt x="6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35" name=""/>
            <p:cNvSpPr/>
            <p:nvPr/>
          </p:nvSpPr>
          <p:spPr>
            <a:xfrm rot="0">
              <a:off x="774" y="3436"/>
              <a:ext cx="26" cy="21"/>
            </a:xfrm>
            <a:custGeom>
              <a:avLst/>
              <a:ahLst/>
              <a:rect l="0" t="0" r="r" b="b"/>
              <a:pathLst>
                <a:path w="78" h="64">
                  <a:moveTo>
                    <a:pt x="63" y="0"/>
                  </a:moveTo>
                  <a:lnTo>
                    <a:pt x="31" y="18"/>
                  </a:lnTo>
                  <a:lnTo>
                    <a:pt x="0" y="37"/>
                  </a:lnTo>
                  <a:lnTo>
                    <a:pt x="16" y="64"/>
                  </a:lnTo>
                  <a:lnTo>
                    <a:pt x="47" y="45"/>
                  </a:lnTo>
                  <a:lnTo>
                    <a:pt x="78" y="27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36" name=""/>
            <p:cNvSpPr/>
            <p:nvPr/>
          </p:nvSpPr>
          <p:spPr>
            <a:xfrm rot="0">
              <a:off x="790" y="3445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0" y="18"/>
                  </a:moveTo>
                  <a:lnTo>
                    <a:pt x="31" y="0"/>
                  </a:lnTo>
                  <a:lnTo>
                    <a:pt x="33" y="3"/>
                  </a:lnTo>
                  <a:lnTo>
                    <a:pt x="0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37" name=""/>
            <p:cNvSpPr/>
            <p:nvPr/>
          </p:nvSpPr>
          <p:spPr>
            <a:xfrm rot="0">
              <a:off x="800" y="3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38" name=""/>
            <p:cNvSpPr/>
            <p:nvPr/>
          </p:nvSpPr>
          <p:spPr>
            <a:xfrm rot="0">
              <a:off x="779" y="3446"/>
              <a:ext cx="26" cy="19"/>
            </a:xfrm>
            <a:custGeom>
              <a:avLst/>
              <a:ahLst/>
              <a:rect l="0" t="0" r="r" b="b"/>
              <a:pathLst>
                <a:path w="80" h="59">
                  <a:moveTo>
                    <a:pt x="66" y="0"/>
                  </a:moveTo>
                  <a:lnTo>
                    <a:pt x="33" y="15"/>
                  </a:lnTo>
                  <a:lnTo>
                    <a:pt x="0" y="31"/>
                  </a:lnTo>
                  <a:lnTo>
                    <a:pt x="14" y="59"/>
                  </a:lnTo>
                  <a:lnTo>
                    <a:pt x="47" y="44"/>
                  </a:lnTo>
                  <a:lnTo>
                    <a:pt x="80" y="28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39" name=""/>
            <p:cNvSpPr/>
            <p:nvPr/>
          </p:nvSpPr>
          <p:spPr>
            <a:xfrm rot="0">
              <a:off x="779" y="3446"/>
              <a:ext cx="26" cy="19"/>
            </a:xfrm>
            <a:custGeom>
              <a:avLst/>
              <a:ahLst/>
              <a:rect l="0" t="0" r="r" b="b"/>
              <a:pathLst>
                <a:path w="80" h="59">
                  <a:moveTo>
                    <a:pt x="66" y="0"/>
                  </a:moveTo>
                  <a:lnTo>
                    <a:pt x="33" y="15"/>
                  </a:lnTo>
                  <a:lnTo>
                    <a:pt x="0" y="31"/>
                  </a:lnTo>
                  <a:lnTo>
                    <a:pt x="14" y="59"/>
                  </a:lnTo>
                  <a:lnTo>
                    <a:pt x="47" y="44"/>
                  </a:lnTo>
                  <a:lnTo>
                    <a:pt x="80" y="28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40" name=""/>
            <p:cNvSpPr/>
            <p:nvPr/>
          </p:nvSpPr>
          <p:spPr>
            <a:xfrm rot="0">
              <a:off x="794" y="3455"/>
              <a:ext cx="11" cy="5"/>
            </a:xfrm>
            <a:custGeom>
              <a:avLst/>
              <a:ahLst/>
              <a:rect l="0" t="0" r="r" b="b"/>
              <a:pathLst>
                <a:path w="33" h="16">
                  <a:moveTo>
                    <a:pt x="0" y="16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41" name=""/>
            <p:cNvSpPr/>
            <p:nvPr/>
          </p:nvSpPr>
          <p:spPr>
            <a:xfrm rot="0">
              <a:off x="805" y="34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42" name=""/>
            <p:cNvSpPr/>
            <p:nvPr/>
          </p:nvSpPr>
          <p:spPr>
            <a:xfrm rot="0">
              <a:off x="783" y="3455"/>
              <a:ext cx="27" cy="20"/>
            </a:xfrm>
            <a:custGeom>
              <a:avLst/>
              <a:ahLst/>
              <a:rect l="0" t="0" r="r" b="b"/>
              <a:pathLst>
                <a:path w="80" h="61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5" y="61"/>
                  </a:lnTo>
                  <a:lnTo>
                    <a:pt x="47" y="46"/>
                  </a:lnTo>
                  <a:lnTo>
                    <a:pt x="80" y="30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43" name=""/>
            <p:cNvSpPr/>
            <p:nvPr/>
          </p:nvSpPr>
          <p:spPr>
            <a:xfrm rot="0">
              <a:off x="783" y="3455"/>
              <a:ext cx="27" cy="20"/>
            </a:xfrm>
            <a:custGeom>
              <a:avLst/>
              <a:ahLst/>
              <a:rect l="0" t="0" r="r" b="b"/>
              <a:pathLst>
                <a:path w="80" h="61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5" y="61"/>
                  </a:lnTo>
                  <a:lnTo>
                    <a:pt x="47" y="46"/>
                  </a:lnTo>
                  <a:lnTo>
                    <a:pt x="80" y="30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44" name=""/>
            <p:cNvSpPr/>
            <p:nvPr/>
          </p:nvSpPr>
          <p:spPr>
            <a:xfrm rot="0">
              <a:off x="799" y="3465"/>
              <a:ext cx="12" cy="5"/>
            </a:xfrm>
            <a:custGeom>
              <a:avLst/>
              <a:ahLst/>
              <a:rect l="0" t="0" r="r" b="b"/>
              <a:pathLst>
                <a:path w="35" h="16">
                  <a:moveTo>
                    <a:pt x="0" y="16"/>
                  </a:moveTo>
                  <a:lnTo>
                    <a:pt x="33" y="0"/>
                  </a:lnTo>
                  <a:lnTo>
                    <a:pt x="35" y="3"/>
                  </a:lnTo>
                  <a:lnTo>
                    <a:pt x="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45" name=""/>
            <p:cNvSpPr/>
            <p:nvPr/>
          </p:nvSpPr>
          <p:spPr>
            <a:xfrm rot="0">
              <a:off x="810" y="34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46" name=""/>
            <p:cNvSpPr/>
            <p:nvPr/>
          </p:nvSpPr>
          <p:spPr>
            <a:xfrm rot="0">
              <a:off x="788" y="3466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69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2" y="54"/>
                  </a:lnTo>
                  <a:lnTo>
                    <a:pt x="46" y="41"/>
                  </a:lnTo>
                  <a:lnTo>
                    <a:pt x="80" y="28"/>
                  </a:lnTo>
                  <a:lnTo>
                    <a:pt x="6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47" name=""/>
            <p:cNvSpPr/>
            <p:nvPr/>
          </p:nvSpPr>
          <p:spPr>
            <a:xfrm rot="0">
              <a:off x="788" y="3466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69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2" y="54"/>
                  </a:lnTo>
                  <a:lnTo>
                    <a:pt x="46" y="41"/>
                  </a:lnTo>
                  <a:lnTo>
                    <a:pt x="80" y="28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48" name=""/>
            <p:cNvSpPr/>
            <p:nvPr/>
          </p:nvSpPr>
          <p:spPr>
            <a:xfrm rot="0">
              <a:off x="803" y="3475"/>
              <a:ext cx="11" cy="5"/>
            </a:xfrm>
            <a:custGeom>
              <a:avLst/>
              <a:ahLst/>
              <a:rect l="0" t="0" r="r" b="b"/>
              <a:pathLst>
                <a:path w="34" h="13">
                  <a:moveTo>
                    <a:pt x="0" y="13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49" name=""/>
            <p:cNvSpPr/>
            <p:nvPr/>
          </p:nvSpPr>
          <p:spPr>
            <a:xfrm rot="0">
              <a:off x="814" y="3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50" name=""/>
            <p:cNvSpPr/>
            <p:nvPr/>
          </p:nvSpPr>
          <p:spPr>
            <a:xfrm rot="0">
              <a:off x="792" y="3475"/>
              <a:ext cx="26" cy="19"/>
            </a:xfrm>
            <a:custGeom>
              <a:avLst/>
              <a:ahLst/>
              <a:rect l="0" t="0" r="r" b="b"/>
              <a:pathLst>
                <a:path w="79" h="56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1" y="56"/>
                  </a:lnTo>
                  <a:lnTo>
                    <a:pt x="45" y="43"/>
                  </a:lnTo>
                  <a:lnTo>
                    <a:pt x="79" y="30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51" name=""/>
            <p:cNvSpPr/>
            <p:nvPr/>
          </p:nvSpPr>
          <p:spPr>
            <a:xfrm rot="0">
              <a:off x="792" y="3475"/>
              <a:ext cx="26" cy="19"/>
            </a:xfrm>
            <a:custGeom>
              <a:avLst/>
              <a:ahLst/>
              <a:rect l="0" t="0" r="r" b="b"/>
              <a:pathLst>
                <a:path w="79" h="56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1" y="56"/>
                  </a:lnTo>
                  <a:lnTo>
                    <a:pt x="45" y="43"/>
                  </a:lnTo>
                  <a:lnTo>
                    <a:pt x="79" y="30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52" name=""/>
            <p:cNvSpPr/>
            <p:nvPr/>
          </p:nvSpPr>
          <p:spPr>
            <a:xfrm rot="0">
              <a:off x="795" y="3485"/>
              <a:ext cx="27" cy="19"/>
            </a:xfrm>
            <a:custGeom>
              <a:avLst/>
              <a:ahLst/>
              <a:rect l="0" t="0" r="r" b="b"/>
              <a:pathLst>
                <a:path w="80" h="56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1" y="56"/>
                  </a:lnTo>
                  <a:lnTo>
                    <a:pt x="46" y="43"/>
                  </a:lnTo>
                  <a:lnTo>
                    <a:pt x="80" y="30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53" name=""/>
            <p:cNvSpPr/>
            <p:nvPr/>
          </p:nvSpPr>
          <p:spPr>
            <a:xfrm rot="0">
              <a:off x="795" y="3485"/>
              <a:ext cx="27" cy="19"/>
            </a:xfrm>
            <a:custGeom>
              <a:avLst/>
              <a:ahLst/>
              <a:rect l="0" t="0" r="r" b="b"/>
              <a:pathLst>
                <a:path w="80" h="56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1" y="56"/>
                  </a:lnTo>
                  <a:lnTo>
                    <a:pt x="46" y="43"/>
                  </a:lnTo>
                  <a:lnTo>
                    <a:pt x="80" y="30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54" name=""/>
            <p:cNvSpPr/>
            <p:nvPr/>
          </p:nvSpPr>
          <p:spPr>
            <a:xfrm rot="0">
              <a:off x="811" y="3495"/>
              <a:ext cx="11" cy="5"/>
            </a:xfrm>
            <a:custGeom>
              <a:avLst/>
              <a:ahLst/>
              <a:rect l="0" t="0" r="r" b="b"/>
              <a:pathLst>
                <a:path w="35" h="13">
                  <a:moveTo>
                    <a:pt x="0" y="13"/>
                  </a:moveTo>
                  <a:lnTo>
                    <a:pt x="34" y="0"/>
                  </a:lnTo>
                  <a:lnTo>
                    <a:pt x="35" y="3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55" name=""/>
            <p:cNvSpPr/>
            <p:nvPr/>
          </p:nvSpPr>
          <p:spPr>
            <a:xfrm rot="0">
              <a:off x="822" y="3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56" name=""/>
            <p:cNvSpPr/>
            <p:nvPr/>
          </p:nvSpPr>
          <p:spPr>
            <a:xfrm rot="0">
              <a:off x="799" y="3496"/>
              <a:ext cx="26" cy="17"/>
            </a:xfrm>
            <a:custGeom>
              <a:avLst/>
              <a:ahLst/>
              <a:rect l="0" t="0" r="r" b="b"/>
              <a:pathLst>
                <a:path w="80" h="50">
                  <a:moveTo>
                    <a:pt x="71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9" y="50"/>
                  </a:lnTo>
                  <a:lnTo>
                    <a:pt x="44" y="40"/>
                  </a:lnTo>
                  <a:lnTo>
                    <a:pt x="80" y="30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57" name=""/>
            <p:cNvSpPr/>
            <p:nvPr/>
          </p:nvSpPr>
          <p:spPr>
            <a:xfrm rot="0">
              <a:off x="799" y="3496"/>
              <a:ext cx="26" cy="17"/>
            </a:xfrm>
            <a:custGeom>
              <a:avLst/>
              <a:ahLst/>
              <a:rect l="0" t="0" r="r" b="b"/>
              <a:pathLst>
                <a:path w="80" h="50">
                  <a:moveTo>
                    <a:pt x="71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9" y="50"/>
                  </a:lnTo>
                  <a:lnTo>
                    <a:pt x="44" y="40"/>
                  </a:lnTo>
                  <a:lnTo>
                    <a:pt x="80" y="3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58" name=""/>
            <p:cNvSpPr/>
            <p:nvPr/>
          </p:nvSpPr>
          <p:spPr>
            <a:xfrm rot="0">
              <a:off x="802" y="3506"/>
              <a:ext cx="26" cy="17"/>
            </a:xfrm>
            <a:custGeom>
              <a:avLst/>
              <a:ahLst/>
              <a:rect l="0" t="0" r="r" b="b"/>
              <a:pathLst>
                <a:path w="79" h="50">
                  <a:moveTo>
                    <a:pt x="71" y="0"/>
                  </a:moveTo>
                  <a:lnTo>
                    <a:pt x="35" y="10"/>
                  </a:lnTo>
                  <a:lnTo>
                    <a:pt x="0" y="20"/>
                  </a:lnTo>
                  <a:lnTo>
                    <a:pt x="8" y="50"/>
                  </a:lnTo>
                  <a:lnTo>
                    <a:pt x="44" y="40"/>
                  </a:lnTo>
                  <a:lnTo>
                    <a:pt x="79" y="30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59" name=""/>
            <p:cNvSpPr/>
            <p:nvPr/>
          </p:nvSpPr>
          <p:spPr>
            <a:xfrm rot="0">
              <a:off x="802" y="3506"/>
              <a:ext cx="26" cy="17"/>
            </a:xfrm>
            <a:custGeom>
              <a:avLst/>
              <a:ahLst/>
              <a:rect l="0" t="0" r="r" b="b"/>
              <a:pathLst>
                <a:path w="79" h="50">
                  <a:moveTo>
                    <a:pt x="71" y="0"/>
                  </a:moveTo>
                  <a:lnTo>
                    <a:pt x="35" y="10"/>
                  </a:lnTo>
                  <a:lnTo>
                    <a:pt x="0" y="20"/>
                  </a:lnTo>
                  <a:lnTo>
                    <a:pt x="8" y="50"/>
                  </a:lnTo>
                  <a:lnTo>
                    <a:pt x="44" y="40"/>
                  </a:lnTo>
                  <a:lnTo>
                    <a:pt x="79" y="3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60" name=""/>
            <p:cNvSpPr/>
            <p:nvPr/>
          </p:nvSpPr>
          <p:spPr>
            <a:xfrm rot="0">
              <a:off x="816" y="3516"/>
              <a:ext cx="12" cy="4"/>
            </a:xfrm>
            <a:custGeom>
              <a:avLst/>
              <a:ahLst/>
              <a:rect l="0" t="0" r="r" b="b"/>
              <a:pathLst>
                <a:path w="35" h="10">
                  <a:moveTo>
                    <a:pt x="0" y="10"/>
                  </a:moveTo>
                  <a:lnTo>
                    <a:pt x="35" y="0"/>
                  </a:lnTo>
                  <a:lnTo>
                    <a:pt x="35" y="3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61" name=""/>
            <p:cNvSpPr/>
            <p:nvPr/>
          </p:nvSpPr>
          <p:spPr>
            <a:xfrm rot="0">
              <a:off x="828" y="35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62" name=""/>
            <p:cNvSpPr/>
            <p:nvPr/>
          </p:nvSpPr>
          <p:spPr>
            <a:xfrm rot="0">
              <a:off x="804" y="3517"/>
              <a:ext cx="26" cy="15"/>
            </a:xfrm>
            <a:custGeom>
              <a:avLst/>
              <a:ahLst/>
              <a:rect l="0" t="0" r="r" b="b"/>
              <a:pathLst>
                <a:path w="77" h="45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6" y="45"/>
                  </a:lnTo>
                  <a:lnTo>
                    <a:pt x="41" y="38"/>
                  </a:lnTo>
                  <a:lnTo>
                    <a:pt x="77" y="31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63" name=""/>
            <p:cNvSpPr/>
            <p:nvPr/>
          </p:nvSpPr>
          <p:spPr>
            <a:xfrm rot="0">
              <a:off x="804" y="3517"/>
              <a:ext cx="26" cy="15"/>
            </a:xfrm>
            <a:custGeom>
              <a:avLst/>
              <a:ahLst/>
              <a:rect l="0" t="0" r="r" b="b"/>
              <a:pathLst>
                <a:path w="77" h="45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6" y="45"/>
                  </a:lnTo>
                  <a:lnTo>
                    <a:pt x="41" y="38"/>
                  </a:lnTo>
                  <a:lnTo>
                    <a:pt x="77" y="31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64" name=""/>
            <p:cNvSpPr/>
            <p:nvPr/>
          </p:nvSpPr>
          <p:spPr>
            <a:xfrm rot="0">
              <a:off x="806" y="3530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35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65" name=""/>
            <p:cNvSpPr/>
            <p:nvPr/>
          </p:nvSpPr>
          <p:spPr>
            <a:xfrm rot="0">
              <a:off x="806" y="35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66" name=""/>
            <p:cNvSpPr/>
            <p:nvPr/>
          </p:nvSpPr>
          <p:spPr>
            <a:xfrm rot="0">
              <a:off x="806" y="3528"/>
              <a:ext cx="26" cy="14"/>
            </a:xfrm>
            <a:custGeom>
              <a:avLst/>
              <a:ahLst/>
              <a:rect l="0" t="0" r="r" b="b"/>
              <a:pathLst>
                <a:path w="77" h="44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5" y="44"/>
                  </a:lnTo>
                  <a:lnTo>
                    <a:pt x="41" y="37"/>
                  </a:lnTo>
                  <a:lnTo>
                    <a:pt x="77" y="30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67" name=""/>
            <p:cNvSpPr/>
            <p:nvPr/>
          </p:nvSpPr>
          <p:spPr>
            <a:xfrm rot="0">
              <a:off x="806" y="3528"/>
              <a:ext cx="26" cy="14"/>
            </a:xfrm>
            <a:custGeom>
              <a:avLst/>
              <a:ahLst/>
              <a:rect l="0" t="0" r="r" b="b"/>
              <a:pathLst>
                <a:path w="77" h="44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5" y="44"/>
                  </a:lnTo>
                  <a:lnTo>
                    <a:pt x="41" y="37"/>
                  </a:lnTo>
                  <a:lnTo>
                    <a:pt x="77" y="3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68" name=""/>
            <p:cNvSpPr/>
            <p:nvPr/>
          </p:nvSpPr>
          <p:spPr>
            <a:xfrm rot="0">
              <a:off x="820" y="3538"/>
              <a:ext cx="12" cy="2"/>
            </a:xfrm>
            <a:custGeom>
              <a:avLst/>
              <a:ahLst/>
              <a:rect l="0" t="0" r="r" b="b"/>
              <a:pathLst>
                <a:path w="36" h="7">
                  <a:moveTo>
                    <a:pt x="0" y="7"/>
                  </a:moveTo>
                  <a:lnTo>
                    <a:pt x="36" y="0"/>
                  </a:lnTo>
                  <a:lnTo>
                    <a:pt x="36" y="1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69" name=""/>
            <p:cNvSpPr/>
            <p:nvPr/>
          </p:nvSpPr>
          <p:spPr>
            <a:xfrm rot="0">
              <a:off x="832" y="35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70" name=""/>
            <p:cNvSpPr/>
            <p:nvPr/>
          </p:nvSpPr>
          <p:spPr>
            <a:xfrm rot="0">
              <a:off x="808" y="3538"/>
              <a:ext cx="25" cy="14"/>
            </a:xfrm>
            <a:custGeom>
              <a:avLst/>
              <a:ahLst/>
              <a:rect l="0" t="0" r="r" b="b"/>
              <a:pathLst>
                <a:path w="76" h="42">
                  <a:moveTo>
                    <a:pt x="72" y="0"/>
                  </a:moveTo>
                  <a:lnTo>
                    <a:pt x="36" y="6"/>
                  </a:lnTo>
                  <a:lnTo>
                    <a:pt x="0" y="12"/>
                  </a:lnTo>
                  <a:lnTo>
                    <a:pt x="5" y="42"/>
                  </a:lnTo>
                  <a:lnTo>
                    <a:pt x="40" y="36"/>
                  </a:lnTo>
                  <a:lnTo>
                    <a:pt x="76" y="30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71" name=""/>
            <p:cNvSpPr/>
            <p:nvPr/>
          </p:nvSpPr>
          <p:spPr>
            <a:xfrm rot="0">
              <a:off x="808" y="3538"/>
              <a:ext cx="25" cy="14"/>
            </a:xfrm>
            <a:custGeom>
              <a:avLst/>
              <a:ahLst/>
              <a:rect l="0" t="0" r="r" b="b"/>
              <a:pathLst>
                <a:path w="76" h="42">
                  <a:moveTo>
                    <a:pt x="72" y="0"/>
                  </a:moveTo>
                  <a:lnTo>
                    <a:pt x="36" y="6"/>
                  </a:lnTo>
                  <a:lnTo>
                    <a:pt x="0" y="12"/>
                  </a:lnTo>
                  <a:lnTo>
                    <a:pt x="5" y="42"/>
                  </a:lnTo>
                  <a:lnTo>
                    <a:pt x="40" y="36"/>
                  </a:lnTo>
                  <a:lnTo>
                    <a:pt x="76" y="30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72" name=""/>
            <p:cNvSpPr/>
            <p:nvPr/>
          </p:nvSpPr>
          <p:spPr>
            <a:xfrm rot="0">
              <a:off x="821" y="3548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0" y="6"/>
                  </a:moveTo>
                  <a:lnTo>
                    <a:pt x="36" y="0"/>
                  </a:lnTo>
                  <a:lnTo>
                    <a:pt x="36" y="3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73" name=""/>
            <p:cNvSpPr/>
            <p:nvPr/>
          </p:nvSpPr>
          <p:spPr>
            <a:xfrm rot="0">
              <a:off x="833" y="35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74" name=""/>
            <p:cNvSpPr/>
            <p:nvPr/>
          </p:nvSpPr>
          <p:spPr>
            <a:xfrm rot="0">
              <a:off x="810" y="3549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71" y="0"/>
                  </a:moveTo>
                  <a:lnTo>
                    <a:pt x="35" y="3"/>
                  </a:lnTo>
                  <a:lnTo>
                    <a:pt x="0" y="6"/>
                  </a:lnTo>
                  <a:lnTo>
                    <a:pt x="3" y="37"/>
                  </a:lnTo>
                  <a:lnTo>
                    <a:pt x="38" y="34"/>
                  </a:lnTo>
                  <a:lnTo>
                    <a:pt x="74" y="31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75" name=""/>
            <p:cNvSpPr/>
            <p:nvPr/>
          </p:nvSpPr>
          <p:spPr>
            <a:xfrm rot="0">
              <a:off x="810" y="3549"/>
              <a:ext cx="24" cy="12"/>
            </a:xfrm>
            <a:custGeom>
              <a:avLst/>
              <a:ahLst/>
              <a:rect l="0" t="0" r="r" b="b"/>
              <a:pathLst>
                <a:path w="74" h="37">
                  <a:moveTo>
                    <a:pt x="71" y="0"/>
                  </a:moveTo>
                  <a:lnTo>
                    <a:pt x="35" y="3"/>
                  </a:lnTo>
                  <a:lnTo>
                    <a:pt x="0" y="6"/>
                  </a:lnTo>
                  <a:lnTo>
                    <a:pt x="3" y="37"/>
                  </a:lnTo>
                  <a:lnTo>
                    <a:pt x="38" y="34"/>
                  </a:lnTo>
                  <a:lnTo>
                    <a:pt x="74" y="31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76" name=""/>
            <p:cNvSpPr/>
            <p:nvPr/>
          </p:nvSpPr>
          <p:spPr>
            <a:xfrm rot="0">
              <a:off x="822" y="3559"/>
              <a:ext cx="12" cy="1"/>
            </a:xfrm>
            <a:custGeom>
              <a:avLst/>
              <a:ahLst/>
              <a:rect l="0" t="0" r="r" b="b"/>
              <a:pathLst>
                <a:path w="36" h="3">
                  <a:moveTo>
                    <a:pt x="0" y="3"/>
                  </a:moveTo>
                  <a:lnTo>
                    <a:pt x="36" y="0"/>
                  </a:lnTo>
                  <a:lnTo>
                    <a:pt x="36" y="2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77" name=""/>
            <p:cNvSpPr/>
            <p:nvPr/>
          </p:nvSpPr>
          <p:spPr>
            <a:xfrm rot="0">
              <a:off x="834" y="35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78" name=""/>
            <p:cNvSpPr/>
            <p:nvPr/>
          </p:nvSpPr>
          <p:spPr>
            <a:xfrm rot="0">
              <a:off x="811" y="3560"/>
              <a:ext cx="24" cy="11"/>
            </a:xfrm>
            <a:custGeom>
              <a:avLst/>
              <a:ahLst/>
              <a:rect l="0" t="0" r="r" b="b"/>
              <a:pathLst>
                <a:path w="72" h="34">
                  <a:moveTo>
                    <a:pt x="71" y="0"/>
                  </a:moveTo>
                  <a:lnTo>
                    <a:pt x="35" y="1"/>
                  </a:lnTo>
                  <a:lnTo>
                    <a:pt x="0" y="3"/>
                  </a:lnTo>
                  <a:lnTo>
                    <a:pt x="1" y="34"/>
                  </a:lnTo>
                  <a:lnTo>
                    <a:pt x="37" y="33"/>
                  </a:lnTo>
                  <a:lnTo>
                    <a:pt x="72" y="31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79" name=""/>
            <p:cNvSpPr/>
            <p:nvPr/>
          </p:nvSpPr>
          <p:spPr>
            <a:xfrm rot="0">
              <a:off x="811" y="3560"/>
              <a:ext cx="24" cy="11"/>
            </a:xfrm>
            <a:custGeom>
              <a:avLst/>
              <a:ahLst/>
              <a:rect l="0" t="0" r="r" b="b"/>
              <a:pathLst>
                <a:path w="72" h="34">
                  <a:moveTo>
                    <a:pt x="71" y="0"/>
                  </a:moveTo>
                  <a:lnTo>
                    <a:pt x="35" y="1"/>
                  </a:lnTo>
                  <a:lnTo>
                    <a:pt x="0" y="3"/>
                  </a:lnTo>
                  <a:lnTo>
                    <a:pt x="1" y="34"/>
                  </a:lnTo>
                  <a:lnTo>
                    <a:pt x="37" y="33"/>
                  </a:lnTo>
                  <a:lnTo>
                    <a:pt x="72" y="31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80" name=""/>
            <p:cNvSpPr/>
            <p:nvPr/>
          </p:nvSpPr>
          <p:spPr>
            <a:xfrm rot="0">
              <a:off x="811" y="3571"/>
              <a:ext cx="12" cy="1"/>
            </a:xfrm>
            <a:custGeom>
              <a:avLst/>
              <a:ahLst/>
              <a:rect l="0" t="0" r="r" b="b"/>
              <a:pathLst>
                <a:path w="36" h="1">
                  <a:moveTo>
                    <a:pt x="36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81" name=""/>
            <p:cNvSpPr/>
            <p:nvPr/>
          </p:nvSpPr>
          <p:spPr>
            <a:xfrm rot="0">
              <a:off x="811" y="35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82" name=""/>
            <p:cNvSpPr/>
            <p:nvPr/>
          </p:nvSpPr>
          <p:spPr>
            <a:xfrm rot="0">
              <a:off x="811" y="3570"/>
              <a:ext cx="24" cy="11"/>
            </a:xfrm>
            <a:custGeom>
              <a:avLst/>
              <a:ahLst/>
              <a:rect l="0" t="0" r="r" b="b"/>
              <a:pathLst>
                <a:path w="73" h="33">
                  <a:moveTo>
                    <a:pt x="71" y="0"/>
                  </a:moveTo>
                  <a:lnTo>
                    <a:pt x="36" y="2"/>
                  </a:lnTo>
                  <a:lnTo>
                    <a:pt x="0" y="3"/>
                  </a:lnTo>
                  <a:lnTo>
                    <a:pt x="1" y="33"/>
                  </a:lnTo>
                  <a:lnTo>
                    <a:pt x="37" y="32"/>
                  </a:lnTo>
                  <a:lnTo>
                    <a:pt x="73" y="30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83" name=""/>
            <p:cNvSpPr/>
            <p:nvPr/>
          </p:nvSpPr>
          <p:spPr>
            <a:xfrm rot="0">
              <a:off x="811" y="3570"/>
              <a:ext cx="24" cy="11"/>
            </a:xfrm>
            <a:custGeom>
              <a:avLst/>
              <a:ahLst/>
              <a:rect l="0" t="0" r="r" b="b"/>
              <a:pathLst>
                <a:path w="73" h="33">
                  <a:moveTo>
                    <a:pt x="71" y="0"/>
                  </a:moveTo>
                  <a:lnTo>
                    <a:pt x="36" y="2"/>
                  </a:lnTo>
                  <a:lnTo>
                    <a:pt x="0" y="3"/>
                  </a:lnTo>
                  <a:lnTo>
                    <a:pt x="1" y="33"/>
                  </a:lnTo>
                  <a:lnTo>
                    <a:pt x="37" y="32"/>
                  </a:lnTo>
                  <a:lnTo>
                    <a:pt x="73" y="30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84" name=""/>
            <p:cNvSpPr/>
            <p:nvPr/>
          </p:nvSpPr>
          <p:spPr>
            <a:xfrm rot="0">
              <a:off x="811" y="3580"/>
              <a:ext cx="25" cy="11"/>
            </a:xfrm>
            <a:custGeom>
              <a:avLst/>
              <a:ahLst/>
              <a:rect l="0" t="0" r="r" b="b"/>
              <a:pathLst>
                <a:path w="73" h="33">
                  <a:moveTo>
                    <a:pt x="72" y="0"/>
                  </a:moveTo>
                  <a:lnTo>
                    <a:pt x="36" y="2"/>
                  </a:lnTo>
                  <a:lnTo>
                    <a:pt x="0" y="3"/>
                  </a:lnTo>
                  <a:lnTo>
                    <a:pt x="2" y="33"/>
                  </a:lnTo>
                  <a:lnTo>
                    <a:pt x="37" y="31"/>
                  </a:lnTo>
                  <a:lnTo>
                    <a:pt x="73" y="30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85" name=""/>
            <p:cNvSpPr/>
            <p:nvPr/>
          </p:nvSpPr>
          <p:spPr>
            <a:xfrm rot="0">
              <a:off x="811" y="3580"/>
              <a:ext cx="25" cy="11"/>
            </a:xfrm>
            <a:custGeom>
              <a:avLst/>
              <a:ahLst/>
              <a:rect l="0" t="0" r="r" b="b"/>
              <a:pathLst>
                <a:path w="73" h="33">
                  <a:moveTo>
                    <a:pt x="72" y="0"/>
                  </a:moveTo>
                  <a:lnTo>
                    <a:pt x="36" y="2"/>
                  </a:lnTo>
                  <a:lnTo>
                    <a:pt x="0" y="3"/>
                  </a:lnTo>
                  <a:lnTo>
                    <a:pt x="2" y="33"/>
                  </a:lnTo>
                  <a:lnTo>
                    <a:pt x="37" y="31"/>
                  </a:lnTo>
                  <a:lnTo>
                    <a:pt x="73" y="30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86" name=""/>
            <p:cNvSpPr/>
            <p:nvPr/>
          </p:nvSpPr>
          <p:spPr>
            <a:xfrm rot="0">
              <a:off x="824" y="3590"/>
              <a:ext cx="12" cy="1"/>
            </a:xfrm>
            <a:custGeom>
              <a:avLst/>
              <a:ahLst/>
              <a:rect l="0" t="0" r="r" b="b"/>
              <a:pathLst>
                <a:path w="36" h="1">
                  <a:moveTo>
                    <a:pt x="0" y="1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87" name=""/>
            <p:cNvSpPr/>
            <p:nvPr/>
          </p:nvSpPr>
          <p:spPr>
            <a:xfrm rot="0">
              <a:off x="836" y="35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88" name=""/>
            <p:cNvSpPr/>
            <p:nvPr/>
          </p:nvSpPr>
          <p:spPr>
            <a:xfrm rot="0">
              <a:off x="812" y="3590"/>
              <a:ext cx="24" cy="12"/>
            </a:xfrm>
            <a:custGeom>
              <a:avLst/>
              <a:ahLst/>
              <a:rect l="0" t="0" r="r" b="b"/>
              <a:pathLst>
                <a:path w="72" h="34">
                  <a:moveTo>
                    <a:pt x="71" y="0"/>
                  </a:moveTo>
                  <a:lnTo>
                    <a:pt x="35" y="1"/>
                  </a:lnTo>
                  <a:lnTo>
                    <a:pt x="0" y="3"/>
                  </a:lnTo>
                  <a:lnTo>
                    <a:pt x="1" y="34"/>
                  </a:lnTo>
                  <a:lnTo>
                    <a:pt x="37" y="33"/>
                  </a:lnTo>
                  <a:lnTo>
                    <a:pt x="72" y="31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89" name=""/>
            <p:cNvSpPr/>
            <p:nvPr/>
          </p:nvSpPr>
          <p:spPr>
            <a:xfrm rot="0">
              <a:off x="812" y="3590"/>
              <a:ext cx="24" cy="12"/>
            </a:xfrm>
            <a:custGeom>
              <a:avLst/>
              <a:ahLst/>
              <a:rect l="0" t="0" r="r" b="b"/>
              <a:pathLst>
                <a:path w="72" h="34">
                  <a:moveTo>
                    <a:pt x="71" y="0"/>
                  </a:moveTo>
                  <a:lnTo>
                    <a:pt x="35" y="1"/>
                  </a:lnTo>
                  <a:lnTo>
                    <a:pt x="0" y="3"/>
                  </a:lnTo>
                  <a:lnTo>
                    <a:pt x="1" y="34"/>
                  </a:lnTo>
                  <a:lnTo>
                    <a:pt x="37" y="33"/>
                  </a:lnTo>
                  <a:lnTo>
                    <a:pt x="72" y="31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90" name=""/>
            <p:cNvSpPr/>
            <p:nvPr/>
          </p:nvSpPr>
          <p:spPr>
            <a:xfrm rot="0">
              <a:off x="812" y="3601"/>
              <a:ext cx="12" cy="2"/>
            </a:xfrm>
            <a:custGeom>
              <a:avLst/>
              <a:ahLst/>
              <a:rect l="0" t="0" r="r" b="b"/>
              <a:pathLst>
                <a:path w="36" h="4">
                  <a:moveTo>
                    <a:pt x="36" y="0"/>
                  </a:moveTo>
                  <a:lnTo>
                    <a:pt x="0" y="1"/>
                  </a:lnTo>
                  <a:lnTo>
                    <a:pt x="0" y="4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91" name=""/>
            <p:cNvSpPr/>
            <p:nvPr/>
          </p:nvSpPr>
          <p:spPr>
            <a:xfrm rot="0">
              <a:off x="812" y="36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92" name=""/>
            <p:cNvSpPr/>
            <p:nvPr/>
          </p:nvSpPr>
          <p:spPr>
            <a:xfrm rot="0">
              <a:off x="812" y="3600"/>
              <a:ext cx="25" cy="7"/>
            </a:xfrm>
            <a:custGeom>
              <a:avLst/>
              <a:ahLst/>
              <a:rect l="0" t="0" r="r" b="b"/>
              <a:pathLst>
                <a:path w="73" h="23">
                  <a:moveTo>
                    <a:pt x="71" y="0"/>
                  </a:moveTo>
                  <a:lnTo>
                    <a:pt x="36" y="5"/>
                  </a:lnTo>
                  <a:lnTo>
                    <a:pt x="0" y="9"/>
                  </a:lnTo>
                  <a:lnTo>
                    <a:pt x="2" y="23"/>
                  </a:lnTo>
                  <a:lnTo>
                    <a:pt x="37" y="19"/>
                  </a:lnTo>
                  <a:lnTo>
                    <a:pt x="73" y="15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93" name=""/>
            <p:cNvSpPr/>
            <p:nvPr/>
          </p:nvSpPr>
          <p:spPr>
            <a:xfrm rot="0">
              <a:off x="812" y="3600"/>
              <a:ext cx="25" cy="7"/>
            </a:xfrm>
            <a:custGeom>
              <a:avLst/>
              <a:ahLst/>
              <a:rect l="0" t="0" r="r" b="b"/>
              <a:pathLst>
                <a:path w="73" h="23">
                  <a:moveTo>
                    <a:pt x="71" y="0"/>
                  </a:moveTo>
                  <a:lnTo>
                    <a:pt x="36" y="5"/>
                  </a:lnTo>
                  <a:lnTo>
                    <a:pt x="0" y="9"/>
                  </a:lnTo>
                  <a:lnTo>
                    <a:pt x="2" y="23"/>
                  </a:lnTo>
                  <a:lnTo>
                    <a:pt x="37" y="19"/>
                  </a:lnTo>
                  <a:lnTo>
                    <a:pt x="73" y="15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94" name=""/>
            <p:cNvSpPr/>
            <p:nvPr/>
          </p:nvSpPr>
          <p:spPr>
            <a:xfrm rot="0">
              <a:off x="813" y="3606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35" y="0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95" name=""/>
            <p:cNvSpPr/>
            <p:nvPr/>
          </p:nvSpPr>
          <p:spPr>
            <a:xfrm rot="0">
              <a:off x="813" y="3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96" name=""/>
            <p:cNvSpPr/>
            <p:nvPr/>
          </p:nvSpPr>
          <p:spPr>
            <a:xfrm rot="0">
              <a:off x="813" y="3604"/>
              <a:ext cx="25" cy="10"/>
            </a:xfrm>
            <a:custGeom>
              <a:avLst/>
              <a:ahLst/>
              <a:rect l="0" t="0" r="r" b="b"/>
              <a:pathLst>
                <a:path w="74" h="30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3" y="30"/>
                  </a:lnTo>
                  <a:lnTo>
                    <a:pt x="38" y="23"/>
                  </a:lnTo>
                  <a:lnTo>
                    <a:pt x="74" y="16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97" name=""/>
            <p:cNvSpPr/>
            <p:nvPr/>
          </p:nvSpPr>
          <p:spPr>
            <a:xfrm rot="0">
              <a:off x="813" y="3604"/>
              <a:ext cx="25" cy="10"/>
            </a:xfrm>
            <a:custGeom>
              <a:avLst/>
              <a:ahLst/>
              <a:rect l="0" t="0" r="r" b="b"/>
              <a:pathLst>
                <a:path w="74" h="30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3" y="30"/>
                  </a:lnTo>
                  <a:lnTo>
                    <a:pt x="38" y="23"/>
                  </a:lnTo>
                  <a:lnTo>
                    <a:pt x="74" y="16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898" name=""/>
            <p:cNvSpPr/>
            <p:nvPr/>
          </p:nvSpPr>
          <p:spPr>
            <a:xfrm rot="0">
              <a:off x="814" y="3611"/>
              <a:ext cx="12" cy="3"/>
            </a:xfrm>
            <a:custGeom>
              <a:avLst/>
              <a:ahLst/>
              <a:rect l="0" t="0" r="r" b="b"/>
              <a:pathLst>
                <a:path w="35" h="7">
                  <a:moveTo>
                    <a:pt x="35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899" name=""/>
            <p:cNvSpPr/>
            <p:nvPr/>
          </p:nvSpPr>
          <p:spPr>
            <a:xfrm rot="0">
              <a:off x="814" y="3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00" name=""/>
            <p:cNvSpPr/>
            <p:nvPr/>
          </p:nvSpPr>
          <p:spPr>
            <a:xfrm rot="0">
              <a:off x="814" y="3609"/>
              <a:ext cx="25" cy="9"/>
            </a:xfrm>
            <a:custGeom>
              <a:avLst/>
              <a:ahLst/>
              <a:rect l="0" t="0" r="r" b="b"/>
              <a:pathLst>
                <a:path w="74" h="28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2" y="28"/>
                  </a:lnTo>
                  <a:lnTo>
                    <a:pt x="38" y="21"/>
                  </a:lnTo>
                  <a:lnTo>
                    <a:pt x="74" y="14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01" name=""/>
            <p:cNvSpPr/>
            <p:nvPr/>
          </p:nvSpPr>
          <p:spPr>
            <a:xfrm rot="0">
              <a:off x="814" y="3609"/>
              <a:ext cx="25" cy="9"/>
            </a:xfrm>
            <a:custGeom>
              <a:avLst/>
              <a:ahLst/>
              <a:rect l="0" t="0" r="r" b="b"/>
              <a:pathLst>
                <a:path w="74" h="28">
                  <a:moveTo>
                    <a:pt x="71" y="0"/>
                  </a:moveTo>
                  <a:lnTo>
                    <a:pt x="35" y="7"/>
                  </a:lnTo>
                  <a:lnTo>
                    <a:pt x="0" y="14"/>
                  </a:lnTo>
                  <a:lnTo>
                    <a:pt x="2" y="28"/>
                  </a:lnTo>
                  <a:lnTo>
                    <a:pt x="38" y="21"/>
                  </a:lnTo>
                  <a:lnTo>
                    <a:pt x="74" y="14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02" name=""/>
            <p:cNvSpPr/>
            <p:nvPr/>
          </p:nvSpPr>
          <p:spPr>
            <a:xfrm rot="0">
              <a:off x="815" y="3614"/>
              <a:ext cx="24" cy="9"/>
            </a:xfrm>
            <a:custGeom>
              <a:avLst/>
              <a:ahLst/>
              <a:rect l="0" t="0" r="r" b="b"/>
              <a:pathLst>
                <a:path w="74" h="28">
                  <a:moveTo>
                    <a:pt x="72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3" y="28"/>
                  </a:lnTo>
                  <a:lnTo>
                    <a:pt x="39" y="21"/>
                  </a:lnTo>
                  <a:lnTo>
                    <a:pt x="74" y="14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03" name=""/>
            <p:cNvSpPr/>
            <p:nvPr/>
          </p:nvSpPr>
          <p:spPr>
            <a:xfrm rot="0">
              <a:off x="815" y="3614"/>
              <a:ext cx="24" cy="9"/>
            </a:xfrm>
            <a:custGeom>
              <a:avLst/>
              <a:ahLst/>
              <a:rect l="0" t="0" r="r" b="b"/>
              <a:pathLst>
                <a:path w="74" h="28">
                  <a:moveTo>
                    <a:pt x="72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3" y="28"/>
                  </a:lnTo>
                  <a:lnTo>
                    <a:pt x="39" y="21"/>
                  </a:lnTo>
                  <a:lnTo>
                    <a:pt x="74" y="14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04" name=""/>
            <p:cNvSpPr/>
            <p:nvPr/>
          </p:nvSpPr>
          <p:spPr>
            <a:xfrm rot="0">
              <a:off x="816" y="3618"/>
              <a:ext cx="23" cy="15"/>
            </a:xfrm>
            <a:custGeom>
              <a:avLst/>
              <a:ahLst/>
              <a:rect l="0" t="0" r="r" b="b"/>
              <a:pathLst>
                <a:path w="71" h="43">
                  <a:moveTo>
                    <a:pt x="36" y="7"/>
                  </a:moveTo>
                  <a:lnTo>
                    <a:pt x="71" y="0"/>
                  </a:lnTo>
                  <a:lnTo>
                    <a:pt x="71" y="11"/>
                  </a:lnTo>
                  <a:lnTo>
                    <a:pt x="69" y="23"/>
                  </a:lnTo>
                  <a:lnTo>
                    <a:pt x="63" y="31"/>
                  </a:lnTo>
                  <a:lnTo>
                    <a:pt x="53" y="38"/>
                  </a:lnTo>
                  <a:lnTo>
                    <a:pt x="43" y="43"/>
                  </a:lnTo>
                  <a:lnTo>
                    <a:pt x="32" y="43"/>
                  </a:lnTo>
                  <a:lnTo>
                    <a:pt x="20" y="40"/>
                  </a:lnTo>
                  <a:lnTo>
                    <a:pt x="12" y="34"/>
                  </a:lnTo>
                  <a:lnTo>
                    <a:pt x="5" y="24"/>
                  </a:lnTo>
                  <a:lnTo>
                    <a:pt x="0" y="14"/>
                  </a:lnTo>
                  <a:lnTo>
                    <a:pt x="36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05" name=""/>
            <p:cNvSpPr/>
            <p:nvPr/>
          </p:nvSpPr>
          <p:spPr>
            <a:xfrm rot="0">
              <a:off x="816" y="3618"/>
              <a:ext cx="23" cy="15"/>
            </a:xfrm>
            <a:custGeom>
              <a:avLst/>
              <a:ahLst/>
              <a:rect l="0" t="0" r="r" b="b"/>
              <a:pathLst>
                <a:path w="71" h="43">
                  <a:moveTo>
                    <a:pt x="71" y="0"/>
                  </a:moveTo>
                  <a:lnTo>
                    <a:pt x="71" y="11"/>
                  </a:lnTo>
                  <a:lnTo>
                    <a:pt x="69" y="23"/>
                  </a:lnTo>
                  <a:lnTo>
                    <a:pt x="63" y="31"/>
                  </a:lnTo>
                  <a:lnTo>
                    <a:pt x="53" y="38"/>
                  </a:lnTo>
                  <a:lnTo>
                    <a:pt x="43" y="43"/>
                  </a:lnTo>
                  <a:lnTo>
                    <a:pt x="32" y="43"/>
                  </a:lnTo>
                  <a:lnTo>
                    <a:pt x="20" y="40"/>
                  </a:lnTo>
                  <a:lnTo>
                    <a:pt x="12" y="34"/>
                  </a:lnTo>
                  <a:lnTo>
                    <a:pt x="5" y="24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06" name=""/>
            <p:cNvSpPr/>
            <p:nvPr/>
          </p:nvSpPr>
          <p:spPr>
            <a:xfrm rot="0">
              <a:off x="359" y="3450"/>
              <a:ext cx="19" cy="21"/>
            </a:xfrm>
            <a:custGeom>
              <a:avLst/>
              <a:ahLst/>
              <a:rect l="0" t="0" r="r" b="b"/>
              <a:pathLst>
                <a:path w="57" h="64">
                  <a:moveTo>
                    <a:pt x="36" y="28"/>
                  </a:moveTo>
                  <a:lnTo>
                    <a:pt x="57" y="56"/>
                  </a:lnTo>
                  <a:lnTo>
                    <a:pt x="47" y="62"/>
                  </a:lnTo>
                  <a:lnTo>
                    <a:pt x="36" y="64"/>
                  </a:lnTo>
                  <a:lnTo>
                    <a:pt x="24" y="62"/>
                  </a:lnTo>
                  <a:lnTo>
                    <a:pt x="14" y="58"/>
                  </a:lnTo>
                  <a:lnTo>
                    <a:pt x="7" y="49"/>
                  </a:lnTo>
                  <a:lnTo>
                    <a:pt x="2" y="39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6" y="7"/>
                  </a:lnTo>
                  <a:lnTo>
                    <a:pt x="14" y="0"/>
                  </a:lnTo>
                  <a:lnTo>
                    <a:pt x="3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07" name=""/>
            <p:cNvSpPr/>
            <p:nvPr/>
          </p:nvSpPr>
          <p:spPr>
            <a:xfrm rot="0">
              <a:off x="359" y="3450"/>
              <a:ext cx="19" cy="21"/>
            </a:xfrm>
            <a:custGeom>
              <a:avLst/>
              <a:ahLst/>
              <a:rect l="0" t="0" r="r" b="b"/>
              <a:pathLst>
                <a:path w="57" h="64">
                  <a:moveTo>
                    <a:pt x="57" y="56"/>
                  </a:moveTo>
                  <a:lnTo>
                    <a:pt x="47" y="62"/>
                  </a:lnTo>
                  <a:lnTo>
                    <a:pt x="36" y="64"/>
                  </a:lnTo>
                  <a:lnTo>
                    <a:pt x="24" y="62"/>
                  </a:lnTo>
                  <a:lnTo>
                    <a:pt x="14" y="58"/>
                  </a:lnTo>
                  <a:lnTo>
                    <a:pt x="7" y="49"/>
                  </a:lnTo>
                  <a:lnTo>
                    <a:pt x="2" y="39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6" y="7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08" name=""/>
            <p:cNvSpPr/>
            <p:nvPr/>
          </p:nvSpPr>
          <p:spPr>
            <a:xfrm rot="0">
              <a:off x="363" y="3440"/>
              <a:ext cx="27" cy="29"/>
            </a:xfrm>
            <a:custGeom>
              <a:avLst/>
              <a:ahLst/>
              <a:rect l="0" t="0" r="r" b="b"/>
              <a:pathLst>
                <a:path w="81" h="85">
                  <a:moveTo>
                    <a:pt x="0" y="29"/>
                  </a:moveTo>
                  <a:lnTo>
                    <a:pt x="22" y="57"/>
                  </a:lnTo>
                  <a:lnTo>
                    <a:pt x="43" y="85"/>
                  </a:lnTo>
                  <a:lnTo>
                    <a:pt x="81" y="57"/>
                  </a:lnTo>
                  <a:lnTo>
                    <a:pt x="60" y="29"/>
                  </a:lnTo>
                  <a:lnTo>
                    <a:pt x="39" y="0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09" name=""/>
            <p:cNvSpPr/>
            <p:nvPr/>
          </p:nvSpPr>
          <p:spPr>
            <a:xfrm rot="0">
              <a:off x="363" y="3440"/>
              <a:ext cx="27" cy="29"/>
            </a:xfrm>
            <a:custGeom>
              <a:avLst/>
              <a:ahLst/>
              <a:rect l="0" t="0" r="r" b="b"/>
              <a:pathLst>
                <a:path w="81" h="85">
                  <a:moveTo>
                    <a:pt x="0" y="29"/>
                  </a:moveTo>
                  <a:lnTo>
                    <a:pt x="22" y="57"/>
                  </a:lnTo>
                  <a:lnTo>
                    <a:pt x="43" y="85"/>
                  </a:lnTo>
                  <a:lnTo>
                    <a:pt x="81" y="57"/>
                  </a:lnTo>
                  <a:lnTo>
                    <a:pt x="60" y="29"/>
                  </a:lnTo>
                  <a:lnTo>
                    <a:pt x="39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10" name=""/>
            <p:cNvSpPr/>
            <p:nvPr/>
          </p:nvSpPr>
          <p:spPr>
            <a:xfrm rot="0">
              <a:off x="376" y="3440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30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1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11" name=""/>
            <p:cNvSpPr/>
            <p:nvPr/>
          </p:nvSpPr>
          <p:spPr>
            <a:xfrm rot="0" flipV="1">
              <a:off x="376" y="34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12" name=""/>
            <p:cNvSpPr/>
            <p:nvPr/>
          </p:nvSpPr>
          <p:spPr>
            <a:xfrm rot="0">
              <a:off x="376" y="3430"/>
              <a:ext cx="28" cy="30"/>
            </a:xfrm>
            <a:custGeom>
              <a:avLst/>
              <a:ahLst/>
              <a:rect l="0" t="0" r="r" b="b"/>
              <a:pathLst>
                <a:path w="82" h="88">
                  <a:moveTo>
                    <a:pt x="0" y="29"/>
                  </a:moveTo>
                  <a:lnTo>
                    <a:pt x="21" y="59"/>
                  </a:lnTo>
                  <a:lnTo>
                    <a:pt x="42" y="88"/>
                  </a:lnTo>
                  <a:lnTo>
                    <a:pt x="82" y="60"/>
                  </a:lnTo>
                  <a:lnTo>
                    <a:pt x="61" y="30"/>
                  </a:lnTo>
                  <a:lnTo>
                    <a:pt x="40" y="0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13" name=""/>
            <p:cNvSpPr/>
            <p:nvPr/>
          </p:nvSpPr>
          <p:spPr>
            <a:xfrm rot="0">
              <a:off x="376" y="3430"/>
              <a:ext cx="28" cy="30"/>
            </a:xfrm>
            <a:custGeom>
              <a:avLst/>
              <a:ahLst/>
              <a:rect l="0" t="0" r="r" b="b"/>
              <a:pathLst>
                <a:path w="82" h="88">
                  <a:moveTo>
                    <a:pt x="0" y="29"/>
                  </a:moveTo>
                  <a:lnTo>
                    <a:pt x="21" y="59"/>
                  </a:lnTo>
                  <a:lnTo>
                    <a:pt x="42" y="88"/>
                  </a:lnTo>
                  <a:lnTo>
                    <a:pt x="82" y="60"/>
                  </a:lnTo>
                  <a:lnTo>
                    <a:pt x="61" y="30"/>
                  </a:lnTo>
                  <a:lnTo>
                    <a:pt x="40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14" name=""/>
            <p:cNvSpPr/>
            <p:nvPr/>
          </p:nvSpPr>
          <p:spPr>
            <a:xfrm rot="0">
              <a:off x="390" y="3430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3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1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15" name=""/>
            <p:cNvSpPr/>
            <p:nvPr/>
          </p:nvSpPr>
          <p:spPr>
            <a:xfrm rot="0">
              <a:off x="390" y="34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17" name=""/>
          <p:cNvGrpSpPr/>
          <p:nvPr/>
        </p:nvGrpSpPr>
        <p:grpSpPr>
          <a:xfrm rot="0">
            <a:off x="392112" y="5267325"/>
            <a:ext cx="792162" cy="500062"/>
            <a:chOff x="247" y="3318"/>
            <a:chExt cx="499" cy="315"/>
          </a:xfrm>
        </p:grpSpPr>
        <p:sp>
          <p:nvSpPr>
            <p:cNvPr id="1073916" name=""/>
            <p:cNvSpPr/>
            <p:nvPr/>
          </p:nvSpPr>
          <p:spPr>
            <a:xfrm rot="0">
              <a:off x="390" y="3421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0" y="27"/>
                  </a:moveTo>
                  <a:lnTo>
                    <a:pt x="20" y="57"/>
                  </a:lnTo>
                  <a:lnTo>
                    <a:pt x="40" y="87"/>
                  </a:lnTo>
                  <a:lnTo>
                    <a:pt x="80" y="60"/>
                  </a:lnTo>
                  <a:lnTo>
                    <a:pt x="60" y="30"/>
                  </a:lnTo>
                  <a:lnTo>
                    <a:pt x="40" y="0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17" name=""/>
            <p:cNvSpPr/>
            <p:nvPr/>
          </p:nvSpPr>
          <p:spPr>
            <a:xfrm rot="0">
              <a:off x="390" y="3421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0" y="27"/>
                  </a:moveTo>
                  <a:lnTo>
                    <a:pt x="20" y="57"/>
                  </a:lnTo>
                  <a:lnTo>
                    <a:pt x="40" y="87"/>
                  </a:lnTo>
                  <a:lnTo>
                    <a:pt x="80" y="60"/>
                  </a:lnTo>
                  <a:lnTo>
                    <a:pt x="60" y="30"/>
                  </a:lnTo>
                  <a:lnTo>
                    <a:pt x="40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18" name=""/>
            <p:cNvSpPr/>
            <p:nvPr/>
          </p:nvSpPr>
          <p:spPr>
            <a:xfrm rot="0">
              <a:off x="403" y="3421"/>
              <a:ext cx="7" cy="10"/>
            </a:xfrm>
            <a:custGeom>
              <a:avLst/>
              <a:ahLst/>
              <a:rect l="0" t="0" r="r" b="b"/>
              <a:pathLst>
                <a:path w="20" h="30">
                  <a:moveTo>
                    <a:pt x="20" y="3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19" name=""/>
            <p:cNvSpPr/>
            <p:nvPr/>
          </p:nvSpPr>
          <p:spPr>
            <a:xfrm rot="0">
              <a:off x="403" y="34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20" name=""/>
            <p:cNvSpPr/>
            <p:nvPr/>
          </p:nvSpPr>
          <p:spPr>
            <a:xfrm rot="0">
              <a:off x="403" y="3417"/>
              <a:ext cx="21" cy="24"/>
            </a:xfrm>
            <a:custGeom>
              <a:avLst/>
              <a:ahLst/>
              <a:rect l="0" t="0" r="r" b="b"/>
              <a:pathLst>
                <a:path w="61" h="74">
                  <a:moveTo>
                    <a:pt x="0" y="14"/>
                  </a:moveTo>
                  <a:lnTo>
                    <a:pt x="20" y="44"/>
                  </a:lnTo>
                  <a:lnTo>
                    <a:pt x="40" y="74"/>
                  </a:lnTo>
                  <a:lnTo>
                    <a:pt x="61" y="60"/>
                  </a:lnTo>
                  <a:lnTo>
                    <a:pt x="41" y="30"/>
                  </a:lnTo>
                  <a:lnTo>
                    <a:pt x="21" y="0"/>
                  </a:lnTo>
                  <a:lnTo>
                    <a:pt x="0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21" name=""/>
            <p:cNvSpPr/>
            <p:nvPr/>
          </p:nvSpPr>
          <p:spPr>
            <a:xfrm rot="0">
              <a:off x="403" y="3417"/>
              <a:ext cx="21" cy="24"/>
            </a:xfrm>
            <a:custGeom>
              <a:avLst/>
              <a:ahLst/>
              <a:rect l="0" t="0" r="r" b="b"/>
              <a:pathLst>
                <a:path w="61" h="74">
                  <a:moveTo>
                    <a:pt x="0" y="14"/>
                  </a:moveTo>
                  <a:lnTo>
                    <a:pt x="20" y="44"/>
                  </a:lnTo>
                  <a:lnTo>
                    <a:pt x="40" y="74"/>
                  </a:lnTo>
                  <a:lnTo>
                    <a:pt x="61" y="60"/>
                  </a:lnTo>
                  <a:lnTo>
                    <a:pt x="41" y="30"/>
                  </a:lnTo>
                  <a:lnTo>
                    <a:pt x="21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22" name=""/>
            <p:cNvSpPr/>
            <p:nvPr/>
          </p:nvSpPr>
          <p:spPr>
            <a:xfrm rot="0">
              <a:off x="410" y="3416"/>
              <a:ext cx="7" cy="11"/>
            </a:xfrm>
            <a:custGeom>
              <a:avLst/>
              <a:ahLst/>
              <a:rect l="0" t="0" r="r" b="b"/>
              <a:pathLst>
                <a:path w="20" h="33">
                  <a:moveTo>
                    <a:pt x="20" y="33"/>
                  </a:moveTo>
                  <a:lnTo>
                    <a:pt x="0" y="3"/>
                  </a:lnTo>
                  <a:lnTo>
                    <a:pt x="3" y="0"/>
                  </a:lnTo>
                  <a:lnTo>
                    <a:pt x="2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23" name=""/>
            <p:cNvSpPr/>
            <p:nvPr/>
          </p:nvSpPr>
          <p:spPr>
            <a:xfrm rot="0" flipV="1">
              <a:off x="410" y="34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24" name=""/>
            <p:cNvSpPr/>
            <p:nvPr/>
          </p:nvSpPr>
          <p:spPr>
            <a:xfrm rot="0">
              <a:off x="411" y="3412"/>
              <a:ext cx="19" cy="25"/>
            </a:xfrm>
            <a:custGeom>
              <a:avLst/>
              <a:ahLst/>
              <a:rect l="0" t="0" r="r" b="b"/>
              <a:pathLst>
                <a:path w="56" h="75">
                  <a:moveTo>
                    <a:pt x="0" y="11"/>
                  </a:moveTo>
                  <a:lnTo>
                    <a:pt x="17" y="44"/>
                  </a:lnTo>
                  <a:lnTo>
                    <a:pt x="34" y="75"/>
                  </a:lnTo>
                  <a:lnTo>
                    <a:pt x="56" y="64"/>
                  </a:lnTo>
                  <a:lnTo>
                    <a:pt x="39" y="32"/>
                  </a:lnTo>
                  <a:lnTo>
                    <a:pt x="21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25" name=""/>
            <p:cNvSpPr/>
            <p:nvPr/>
          </p:nvSpPr>
          <p:spPr>
            <a:xfrm rot="0">
              <a:off x="411" y="3412"/>
              <a:ext cx="19" cy="25"/>
            </a:xfrm>
            <a:custGeom>
              <a:avLst/>
              <a:ahLst/>
              <a:rect l="0" t="0" r="r" b="b"/>
              <a:pathLst>
                <a:path w="56" h="75">
                  <a:moveTo>
                    <a:pt x="0" y="11"/>
                  </a:moveTo>
                  <a:lnTo>
                    <a:pt x="17" y="44"/>
                  </a:lnTo>
                  <a:lnTo>
                    <a:pt x="34" y="75"/>
                  </a:lnTo>
                  <a:lnTo>
                    <a:pt x="56" y="64"/>
                  </a:lnTo>
                  <a:lnTo>
                    <a:pt x="39" y="32"/>
                  </a:lnTo>
                  <a:lnTo>
                    <a:pt x="21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26" name=""/>
            <p:cNvSpPr/>
            <p:nvPr/>
          </p:nvSpPr>
          <p:spPr>
            <a:xfrm rot="0">
              <a:off x="424" y="3423"/>
              <a:ext cx="6" cy="10"/>
            </a:xfrm>
            <a:custGeom>
              <a:avLst/>
              <a:ahLst/>
              <a:rect l="0" t="0" r="r" b="b"/>
              <a:pathLst>
                <a:path w="18" h="32">
                  <a:moveTo>
                    <a:pt x="0" y="0"/>
                  </a:moveTo>
                  <a:lnTo>
                    <a:pt x="17" y="32"/>
                  </a:lnTo>
                  <a:lnTo>
                    <a:pt x="18" y="3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27" name=""/>
            <p:cNvSpPr/>
            <p:nvPr/>
          </p:nvSpPr>
          <p:spPr>
            <a:xfrm rot="0">
              <a:off x="430" y="3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28" name=""/>
            <p:cNvSpPr/>
            <p:nvPr/>
          </p:nvSpPr>
          <p:spPr>
            <a:xfrm rot="0">
              <a:off x="418" y="3408"/>
              <a:ext cx="19" cy="25"/>
            </a:xfrm>
            <a:custGeom>
              <a:avLst/>
              <a:ahLst/>
              <a:rect l="0" t="0" r="r" b="b"/>
              <a:pathLst>
                <a:path w="58" h="76">
                  <a:moveTo>
                    <a:pt x="0" y="13"/>
                  </a:moveTo>
                  <a:lnTo>
                    <a:pt x="19" y="44"/>
                  </a:lnTo>
                  <a:lnTo>
                    <a:pt x="37" y="76"/>
                  </a:lnTo>
                  <a:lnTo>
                    <a:pt x="58" y="63"/>
                  </a:lnTo>
                  <a:lnTo>
                    <a:pt x="40" y="32"/>
                  </a:lnTo>
                  <a:lnTo>
                    <a:pt x="21" y="0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29" name=""/>
            <p:cNvSpPr/>
            <p:nvPr/>
          </p:nvSpPr>
          <p:spPr>
            <a:xfrm rot="0">
              <a:off x="418" y="3408"/>
              <a:ext cx="19" cy="25"/>
            </a:xfrm>
            <a:custGeom>
              <a:avLst/>
              <a:ahLst/>
              <a:rect l="0" t="0" r="r" b="b"/>
              <a:pathLst>
                <a:path w="58" h="76">
                  <a:moveTo>
                    <a:pt x="0" y="13"/>
                  </a:moveTo>
                  <a:lnTo>
                    <a:pt x="19" y="44"/>
                  </a:lnTo>
                  <a:lnTo>
                    <a:pt x="37" y="76"/>
                  </a:lnTo>
                  <a:lnTo>
                    <a:pt x="58" y="63"/>
                  </a:lnTo>
                  <a:lnTo>
                    <a:pt x="40" y="32"/>
                  </a:lnTo>
                  <a:lnTo>
                    <a:pt x="21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30" name=""/>
            <p:cNvSpPr/>
            <p:nvPr/>
          </p:nvSpPr>
          <p:spPr>
            <a:xfrm rot="0">
              <a:off x="425" y="3408"/>
              <a:ext cx="6" cy="11"/>
            </a:xfrm>
            <a:custGeom>
              <a:avLst/>
              <a:ahLst/>
              <a:rect l="0" t="0" r="r" b="b"/>
              <a:pathLst>
                <a:path w="19" h="33">
                  <a:moveTo>
                    <a:pt x="19" y="33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19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31" name=""/>
            <p:cNvSpPr/>
            <p:nvPr/>
          </p:nvSpPr>
          <p:spPr>
            <a:xfrm rot="0" flipV="1">
              <a:off x="425" y="34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32" name=""/>
            <p:cNvSpPr/>
            <p:nvPr/>
          </p:nvSpPr>
          <p:spPr>
            <a:xfrm rot="0">
              <a:off x="426" y="3404"/>
              <a:ext cx="18" cy="25"/>
            </a:xfrm>
            <a:custGeom>
              <a:avLst/>
              <a:ahLst/>
              <a:rect l="0" t="0" r="r" b="b"/>
              <a:pathLst>
                <a:path w="55" h="76">
                  <a:moveTo>
                    <a:pt x="0" y="12"/>
                  </a:moveTo>
                  <a:lnTo>
                    <a:pt x="17" y="45"/>
                  </a:lnTo>
                  <a:lnTo>
                    <a:pt x="34" y="76"/>
                  </a:lnTo>
                  <a:lnTo>
                    <a:pt x="55" y="64"/>
                  </a:lnTo>
                  <a:lnTo>
                    <a:pt x="38" y="33"/>
                  </a:lnTo>
                  <a:lnTo>
                    <a:pt x="21" y="0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33" name=""/>
            <p:cNvSpPr/>
            <p:nvPr/>
          </p:nvSpPr>
          <p:spPr>
            <a:xfrm rot="0">
              <a:off x="426" y="3404"/>
              <a:ext cx="18" cy="25"/>
            </a:xfrm>
            <a:custGeom>
              <a:avLst/>
              <a:ahLst/>
              <a:rect l="0" t="0" r="r" b="b"/>
              <a:pathLst>
                <a:path w="55" h="76">
                  <a:moveTo>
                    <a:pt x="0" y="12"/>
                  </a:moveTo>
                  <a:lnTo>
                    <a:pt x="17" y="45"/>
                  </a:lnTo>
                  <a:lnTo>
                    <a:pt x="34" y="76"/>
                  </a:lnTo>
                  <a:lnTo>
                    <a:pt x="55" y="64"/>
                  </a:lnTo>
                  <a:lnTo>
                    <a:pt x="38" y="33"/>
                  </a:lnTo>
                  <a:lnTo>
                    <a:pt x="21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34" name=""/>
            <p:cNvSpPr/>
            <p:nvPr/>
          </p:nvSpPr>
          <p:spPr>
            <a:xfrm rot="0">
              <a:off x="433" y="3404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33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17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35" name=""/>
            <p:cNvSpPr/>
            <p:nvPr/>
          </p:nvSpPr>
          <p:spPr>
            <a:xfrm rot="0">
              <a:off x="433" y="34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36" name=""/>
            <p:cNvSpPr/>
            <p:nvPr/>
          </p:nvSpPr>
          <p:spPr>
            <a:xfrm rot="0">
              <a:off x="434" y="3400"/>
              <a:ext cx="17" cy="26"/>
            </a:xfrm>
            <a:custGeom>
              <a:avLst/>
              <a:ahLst/>
              <a:rect l="0" t="0" r="r" b="b"/>
              <a:pathLst>
                <a:path w="51" h="76">
                  <a:moveTo>
                    <a:pt x="0" y="10"/>
                  </a:moveTo>
                  <a:lnTo>
                    <a:pt x="14" y="43"/>
                  </a:lnTo>
                  <a:lnTo>
                    <a:pt x="29" y="76"/>
                  </a:lnTo>
                  <a:lnTo>
                    <a:pt x="51" y="66"/>
                  </a:lnTo>
                  <a:lnTo>
                    <a:pt x="37" y="33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37" name=""/>
            <p:cNvSpPr/>
            <p:nvPr/>
          </p:nvSpPr>
          <p:spPr>
            <a:xfrm rot="0">
              <a:off x="434" y="3400"/>
              <a:ext cx="17" cy="26"/>
            </a:xfrm>
            <a:custGeom>
              <a:avLst/>
              <a:ahLst/>
              <a:rect l="0" t="0" r="r" b="b"/>
              <a:pathLst>
                <a:path w="51" h="76">
                  <a:moveTo>
                    <a:pt x="0" y="10"/>
                  </a:moveTo>
                  <a:lnTo>
                    <a:pt x="14" y="43"/>
                  </a:lnTo>
                  <a:lnTo>
                    <a:pt x="29" y="76"/>
                  </a:lnTo>
                  <a:lnTo>
                    <a:pt x="51" y="66"/>
                  </a:lnTo>
                  <a:lnTo>
                    <a:pt x="37" y="33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38" name=""/>
            <p:cNvSpPr/>
            <p:nvPr/>
          </p:nvSpPr>
          <p:spPr>
            <a:xfrm rot="0">
              <a:off x="446" y="3411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0"/>
                  </a:moveTo>
                  <a:lnTo>
                    <a:pt x="14" y="33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39" name=""/>
            <p:cNvSpPr/>
            <p:nvPr/>
          </p:nvSpPr>
          <p:spPr>
            <a:xfrm rot="0">
              <a:off x="451" y="3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40" name=""/>
            <p:cNvSpPr/>
            <p:nvPr/>
          </p:nvSpPr>
          <p:spPr>
            <a:xfrm rot="0">
              <a:off x="441" y="3397"/>
              <a:ext cx="17" cy="25"/>
            </a:xfrm>
            <a:custGeom>
              <a:avLst/>
              <a:ahLst/>
              <a:rect l="0" t="0" r="r" b="b"/>
              <a:pathLst>
                <a:path w="53" h="76">
                  <a:moveTo>
                    <a:pt x="0" y="10"/>
                  </a:moveTo>
                  <a:lnTo>
                    <a:pt x="16" y="43"/>
                  </a:lnTo>
                  <a:lnTo>
                    <a:pt x="32" y="76"/>
                  </a:lnTo>
                  <a:lnTo>
                    <a:pt x="53" y="66"/>
                  </a:lnTo>
                  <a:lnTo>
                    <a:pt x="37" y="33"/>
                  </a:lnTo>
                  <a:lnTo>
                    <a:pt x="22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41" name=""/>
            <p:cNvSpPr/>
            <p:nvPr/>
          </p:nvSpPr>
          <p:spPr>
            <a:xfrm rot="0">
              <a:off x="441" y="3397"/>
              <a:ext cx="17" cy="25"/>
            </a:xfrm>
            <a:custGeom>
              <a:avLst/>
              <a:ahLst/>
              <a:rect l="0" t="0" r="r" b="b"/>
              <a:pathLst>
                <a:path w="53" h="76">
                  <a:moveTo>
                    <a:pt x="0" y="10"/>
                  </a:moveTo>
                  <a:lnTo>
                    <a:pt x="16" y="43"/>
                  </a:lnTo>
                  <a:lnTo>
                    <a:pt x="32" y="76"/>
                  </a:lnTo>
                  <a:lnTo>
                    <a:pt x="53" y="66"/>
                  </a:lnTo>
                  <a:lnTo>
                    <a:pt x="37" y="33"/>
                  </a:lnTo>
                  <a:lnTo>
                    <a:pt x="22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42" name=""/>
            <p:cNvSpPr/>
            <p:nvPr/>
          </p:nvSpPr>
          <p:spPr>
            <a:xfrm rot="0">
              <a:off x="448" y="3397"/>
              <a:ext cx="5" cy="11"/>
            </a:xfrm>
            <a:custGeom>
              <a:avLst/>
              <a:ahLst/>
              <a:rect l="0" t="0" r="r" b="b"/>
              <a:pathLst>
                <a:path w="15" h="33">
                  <a:moveTo>
                    <a:pt x="15" y="33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5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43" name=""/>
            <p:cNvSpPr/>
            <p:nvPr/>
          </p:nvSpPr>
          <p:spPr>
            <a:xfrm rot="0">
              <a:off x="448" y="33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44" name=""/>
            <p:cNvSpPr/>
            <p:nvPr/>
          </p:nvSpPr>
          <p:spPr>
            <a:xfrm rot="0">
              <a:off x="448" y="3394"/>
              <a:ext cx="17" cy="25"/>
            </a:xfrm>
            <a:custGeom>
              <a:avLst/>
              <a:ahLst/>
              <a:rect l="0" t="0" r="r" b="b"/>
              <a:pathLst>
                <a:path w="51" h="76">
                  <a:moveTo>
                    <a:pt x="0" y="10"/>
                  </a:moveTo>
                  <a:lnTo>
                    <a:pt x="14" y="43"/>
                  </a:lnTo>
                  <a:lnTo>
                    <a:pt x="29" y="76"/>
                  </a:lnTo>
                  <a:lnTo>
                    <a:pt x="51" y="66"/>
                  </a:lnTo>
                  <a:lnTo>
                    <a:pt x="37" y="33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45" name=""/>
            <p:cNvSpPr/>
            <p:nvPr/>
          </p:nvSpPr>
          <p:spPr>
            <a:xfrm rot="0">
              <a:off x="448" y="3394"/>
              <a:ext cx="17" cy="25"/>
            </a:xfrm>
            <a:custGeom>
              <a:avLst/>
              <a:ahLst/>
              <a:rect l="0" t="0" r="r" b="b"/>
              <a:pathLst>
                <a:path w="51" h="76">
                  <a:moveTo>
                    <a:pt x="0" y="10"/>
                  </a:moveTo>
                  <a:lnTo>
                    <a:pt x="14" y="43"/>
                  </a:lnTo>
                  <a:lnTo>
                    <a:pt x="29" y="76"/>
                  </a:lnTo>
                  <a:lnTo>
                    <a:pt x="51" y="66"/>
                  </a:lnTo>
                  <a:lnTo>
                    <a:pt x="37" y="33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46" name=""/>
            <p:cNvSpPr/>
            <p:nvPr/>
          </p:nvSpPr>
          <p:spPr>
            <a:xfrm rot="0">
              <a:off x="456" y="3393"/>
              <a:ext cx="5" cy="12"/>
            </a:xfrm>
            <a:custGeom>
              <a:avLst/>
              <a:ahLst/>
              <a:rect l="0" t="0" r="r" b="b"/>
              <a:pathLst>
                <a:path w="14" h="34">
                  <a:moveTo>
                    <a:pt x="14" y="34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4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47" name=""/>
            <p:cNvSpPr/>
            <p:nvPr/>
          </p:nvSpPr>
          <p:spPr>
            <a:xfrm rot="0" flipV="1">
              <a:off x="456" y="33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48" name=""/>
            <p:cNvSpPr/>
            <p:nvPr/>
          </p:nvSpPr>
          <p:spPr>
            <a:xfrm rot="0">
              <a:off x="456" y="3391"/>
              <a:ext cx="17" cy="25"/>
            </a:xfrm>
            <a:custGeom>
              <a:avLst/>
              <a:ahLst/>
              <a:rect l="0" t="0" r="r" b="b"/>
              <a:pathLst>
                <a:path w="49" h="76">
                  <a:moveTo>
                    <a:pt x="0" y="8"/>
                  </a:moveTo>
                  <a:lnTo>
                    <a:pt x="13" y="42"/>
                  </a:lnTo>
                  <a:lnTo>
                    <a:pt x="26" y="76"/>
                  </a:lnTo>
                  <a:lnTo>
                    <a:pt x="49" y="68"/>
                  </a:lnTo>
                  <a:lnTo>
                    <a:pt x="36" y="34"/>
                  </a:lnTo>
                  <a:lnTo>
                    <a:pt x="23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49" name=""/>
            <p:cNvSpPr/>
            <p:nvPr/>
          </p:nvSpPr>
          <p:spPr>
            <a:xfrm rot="0">
              <a:off x="456" y="3391"/>
              <a:ext cx="17" cy="25"/>
            </a:xfrm>
            <a:custGeom>
              <a:avLst/>
              <a:ahLst/>
              <a:rect l="0" t="0" r="r" b="b"/>
              <a:pathLst>
                <a:path w="49" h="76">
                  <a:moveTo>
                    <a:pt x="0" y="8"/>
                  </a:moveTo>
                  <a:lnTo>
                    <a:pt x="13" y="42"/>
                  </a:lnTo>
                  <a:lnTo>
                    <a:pt x="26" y="76"/>
                  </a:lnTo>
                  <a:lnTo>
                    <a:pt x="49" y="68"/>
                  </a:lnTo>
                  <a:lnTo>
                    <a:pt x="36" y="34"/>
                  </a:lnTo>
                  <a:lnTo>
                    <a:pt x="23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50" name=""/>
            <p:cNvSpPr/>
            <p:nvPr/>
          </p:nvSpPr>
          <p:spPr>
            <a:xfrm rot="0">
              <a:off x="464" y="3391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34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1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51" name=""/>
            <p:cNvSpPr/>
            <p:nvPr/>
          </p:nvSpPr>
          <p:spPr>
            <a:xfrm rot="0">
              <a:off x="464" y="33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52" name=""/>
            <p:cNvSpPr/>
            <p:nvPr/>
          </p:nvSpPr>
          <p:spPr>
            <a:xfrm rot="0">
              <a:off x="465" y="3388"/>
              <a:ext cx="15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0" y="9"/>
                  </a:moveTo>
                  <a:lnTo>
                    <a:pt x="11" y="43"/>
                  </a:lnTo>
                  <a:lnTo>
                    <a:pt x="22" y="77"/>
                  </a:lnTo>
                  <a:lnTo>
                    <a:pt x="47" y="68"/>
                  </a:lnTo>
                  <a:lnTo>
                    <a:pt x="35" y="34"/>
                  </a:lnTo>
                  <a:lnTo>
                    <a:pt x="24" y="0"/>
                  </a:lnTo>
                  <a:lnTo>
                    <a:pt x="0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53" name=""/>
            <p:cNvSpPr/>
            <p:nvPr/>
          </p:nvSpPr>
          <p:spPr>
            <a:xfrm rot="0">
              <a:off x="465" y="3388"/>
              <a:ext cx="15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0" y="9"/>
                  </a:moveTo>
                  <a:lnTo>
                    <a:pt x="11" y="43"/>
                  </a:lnTo>
                  <a:lnTo>
                    <a:pt x="22" y="77"/>
                  </a:lnTo>
                  <a:lnTo>
                    <a:pt x="47" y="68"/>
                  </a:lnTo>
                  <a:lnTo>
                    <a:pt x="35" y="34"/>
                  </a:lnTo>
                  <a:lnTo>
                    <a:pt x="24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54" name=""/>
            <p:cNvSpPr/>
            <p:nvPr/>
          </p:nvSpPr>
          <p:spPr>
            <a:xfrm rot="0">
              <a:off x="473" y="3388"/>
              <a:ext cx="3" cy="11"/>
            </a:xfrm>
            <a:custGeom>
              <a:avLst/>
              <a:ahLst/>
              <a:rect l="0" t="0" r="r" b="b"/>
              <a:pathLst>
                <a:path w="11" h="34">
                  <a:moveTo>
                    <a:pt x="11" y="3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55" name=""/>
            <p:cNvSpPr/>
            <p:nvPr/>
          </p:nvSpPr>
          <p:spPr>
            <a:xfrm rot="0">
              <a:off x="473" y="33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56" name=""/>
            <p:cNvSpPr/>
            <p:nvPr/>
          </p:nvSpPr>
          <p:spPr>
            <a:xfrm rot="0">
              <a:off x="473" y="3385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0" y="7"/>
                  </a:moveTo>
                  <a:lnTo>
                    <a:pt x="11" y="41"/>
                  </a:lnTo>
                  <a:lnTo>
                    <a:pt x="23" y="75"/>
                  </a:lnTo>
                  <a:lnTo>
                    <a:pt x="45" y="68"/>
                  </a:lnTo>
                  <a:lnTo>
                    <a:pt x="34" y="34"/>
                  </a:lnTo>
                  <a:lnTo>
                    <a:pt x="23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57" name=""/>
            <p:cNvSpPr/>
            <p:nvPr/>
          </p:nvSpPr>
          <p:spPr>
            <a:xfrm rot="0">
              <a:off x="473" y="3385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0" y="7"/>
                  </a:moveTo>
                  <a:lnTo>
                    <a:pt x="11" y="41"/>
                  </a:lnTo>
                  <a:lnTo>
                    <a:pt x="23" y="75"/>
                  </a:lnTo>
                  <a:lnTo>
                    <a:pt x="45" y="68"/>
                  </a:lnTo>
                  <a:lnTo>
                    <a:pt x="34" y="34"/>
                  </a:lnTo>
                  <a:lnTo>
                    <a:pt x="23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58" name=""/>
            <p:cNvSpPr/>
            <p:nvPr/>
          </p:nvSpPr>
          <p:spPr>
            <a:xfrm rot="0">
              <a:off x="480" y="3385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11" y="36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11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59" name=""/>
            <p:cNvSpPr/>
            <p:nvPr/>
          </p:nvSpPr>
          <p:spPr>
            <a:xfrm rot="0" flipV="1">
              <a:off x="480" y="3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60" name=""/>
            <p:cNvSpPr/>
            <p:nvPr/>
          </p:nvSpPr>
          <p:spPr>
            <a:xfrm rot="0">
              <a:off x="481" y="3383"/>
              <a:ext cx="14" cy="26"/>
            </a:xfrm>
            <a:custGeom>
              <a:avLst/>
              <a:ahLst/>
              <a:rect l="0" t="0" r="r" b="b"/>
              <a:pathLst>
                <a:path w="42" h="77">
                  <a:moveTo>
                    <a:pt x="0" y="5"/>
                  </a:moveTo>
                  <a:lnTo>
                    <a:pt x="9" y="41"/>
                  </a:lnTo>
                  <a:lnTo>
                    <a:pt x="18" y="77"/>
                  </a:lnTo>
                  <a:lnTo>
                    <a:pt x="42" y="71"/>
                  </a:lnTo>
                  <a:lnTo>
                    <a:pt x="33" y="35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61" name=""/>
            <p:cNvSpPr/>
            <p:nvPr/>
          </p:nvSpPr>
          <p:spPr>
            <a:xfrm rot="0">
              <a:off x="481" y="3383"/>
              <a:ext cx="14" cy="26"/>
            </a:xfrm>
            <a:custGeom>
              <a:avLst/>
              <a:ahLst/>
              <a:rect l="0" t="0" r="r" b="b"/>
              <a:pathLst>
                <a:path w="42" h="77">
                  <a:moveTo>
                    <a:pt x="0" y="5"/>
                  </a:moveTo>
                  <a:lnTo>
                    <a:pt x="9" y="41"/>
                  </a:lnTo>
                  <a:lnTo>
                    <a:pt x="18" y="77"/>
                  </a:lnTo>
                  <a:lnTo>
                    <a:pt x="42" y="71"/>
                  </a:lnTo>
                  <a:lnTo>
                    <a:pt x="33" y="35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62" name=""/>
            <p:cNvSpPr/>
            <p:nvPr/>
          </p:nvSpPr>
          <p:spPr>
            <a:xfrm rot="0">
              <a:off x="489" y="3381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0" y="6"/>
                  </a:moveTo>
                  <a:lnTo>
                    <a:pt x="8" y="41"/>
                  </a:lnTo>
                  <a:lnTo>
                    <a:pt x="17" y="77"/>
                  </a:lnTo>
                  <a:lnTo>
                    <a:pt x="41" y="71"/>
                  </a:lnTo>
                  <a:lnTo>
                    <a:pt x="32" y="36"/>
                  </a:lnTo>
                  <a:lnTo>
                    <a:pt x="24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63" name=""/>
            <p:cNvSpPr/>
            <p:nvPr/>
          </p:nvSpPr>
          <p:spPr>
            <a:xfrm rot="0">
              <a:off x="489" y="3381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0" y="6"/>
                  </a:moveTo>
                  <a:lnTo>
                    <a:pt x="8" y="41"/>
                  </a:lnTo>
                  <a:lnTo>
                    <a:pt x="17" y="77"/>
                  </a:lnTo>
                  <a:lnTo>
                    <a:pt x="41" y="71"/>
                  </a:lnTo>
                  <a:lnTo>
                    <a:pt x="32" y="36"/>
                  </a:lnTo>
                  <a:lnTo>
                    <a:pt x="24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64" name=""/>
            <p:cNvSpPr/>
            <p:nvPr/>
          </p:nvSpPr>
          <p:spPr>
            <a:xfrm rot="0">
              <a:off x="497" y="3379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0" y="6"/>
                  </a:moveTo>
                  <a:lnTo>
                    <a:pt x="8" y="42"/>
                  </a:lnTo>
                  <a:lnTo>
                    <a:pt x="17" y="77"/>
                  </a:lnTo>
                  <a:lnTo>
                    <a:pt x="41" y="72"/>
                  </a:lnTo>
                  <a:lnTo>
                    <a:pt x="33" y="36"/>
                  </a:lnTo>
                  <a:lnTo>
                    <a:pt x="24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65" name=""/>
            <p:cNvSpPr/>
            <p:nvPr/>
          </p:nvSpPr>
          <p:spPr>
            <a:xfrm rot="0">
              <a:off x="497" y="3379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0" y="6"/>
                  </a:moveTo>
                  <a:lnTo>
                    <a:pt x="8" y="42"/>
                  </a:lnTo>
                  <a:lnTo>
                    <a:pt x="17" y="77"/>
                  </a:lnTo>
                  <a:lnTo>
                    <a:pt x="41" y="72"/>
                  </a:lnTo>
                  <a:lnTo>
                    <a:pt x="33" y="36"/>
                  </a:lnTo>
                  <a:lnTo>
                    <a:pt x="24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66" name=""/>
            <p:cNvSpPr/>
            <p:nvPr/>
          </p:nvSpPr>
          <p:spPr>
            <a:xfrm rot="0">
              <a:off x="505" y="3379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9" y="36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9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67" name=""/>
            <p:cNvSpPr/>
            <p:nvPr/>
          </p:nvSpPr>
          <p:spPr>
            <a:xfrm rot="0">
              <a:off x="505" y="337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68" name=""/>
            <p:cNvSpPr/>
            <p:nvPr/>
          </p:nvSpPr>
          <p:spPr>
            <a:xfrm rot="0">
              <a:off x="507" y="3378"/>
              <a:ext cx="11" cy="25"/>
            </a:xfrm>
            <a:custGeom>
              <a:avLst/>
              <a:ahLst/>
              <a:rect l="0" t="0" r="r" b="b"/>
              <a:pathLst>
                <a:path w="34" h="75">
                  <a:moveTo>
                    <a:pt x="0" y="3"/>
                  </a:moveTo>
                  <a:lnTo>
                    <a:pt x="5" y="39"/>
                  </a:lnTo>
                  <a:lnTo>
                    <a:pt x="9" y="75"/>
                  </a:lnTo>
                  <a:lnTo>
                    <a:pt x="34" y="72"/>
                  </a:lnTo>
                  <a:lnTo>
                    <a:pt x="30" y="36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69" name=""/>
            <p:cNvSpPr/>
            <p:nvPr/>
          </p:nvSpPr>
          <p:spPr>
            <a:xfrm rot="0">
              <a:off x="507" y="3378"/>
              <a:ext cx="11" cy="25"/>
            </a:xfrm>
            <a:custGeom>
              <a:avLst/>
              <a:ahLst/>
              <a:rect l="0" t="0" r="r" b="b"/>
              <a:pathLst>
                <a:path w="34" h="75">
                  <a:moveTo>
                    <a:pt x="0" y="3"/>
                  </a:moveTo>
                  <a:lnTo>
                    <a:pt x="5" y="39"/>
                  </a:lnTo>
                  <a:lnTo>
                    <a:pt x="9" y="75"/>
                  </a:lnTo>
                  <a:lnTo>
                    <a:pt x="34" y="72"/>
                  </a:lnTo>
                  <a:lnTo>
                    <a:pt x="30" y="36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70" name=""/>
            <p:cNvSpPr/>
            <p:nvPr/>
          </p:nvSpPr>
          <p:spPr>
            <a:xfrm rot="0">
              <a:off x="517" y="3390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0"/>
                  </a:moveTo>
                  <a:lnTo>
                    <a:pt x="4" y="36"/>
                  </a:lnTo>
                  <a:lnTo>
                    <a:pt x="4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71" name=""/>
            <p:cNvSpPr/>
            <p:nvPr/>
          </p:nvSpPr>
          <p:spPr>
            <a:xfrm rot="0">
              <a:off x="518" y="34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72" name=""/>
            <p:cNvSpPr/>
            <p:nvPr/>
          </p:nvSpPr>
          <p:spPr>
            <a:xfrm rot="0">
              <a:off x="515" y="3377"/>
              <a:ext cx="11" cy="25"/>
            </a:xfrm>
            <a:custGeom>
              <a:avLst/>
              <a:ahLst/>
              <a:rect l="0" t="0" r="r" b="b"/>
              <a:pathLst>
                <a:path w="33" h="74">
                  <a:moveTo>
                    <a:pt x="0" y="2"/>
                  </a:moveTo>
                  <a:lnTo>
                    <a:pt x="4" y="38"/>
                  </a:lnTo>
                  <a:lnTo>
                    <a:pt x="8" y="74"/>
                  </a:lnTo>
                  <a:lnTo>
                    <a:pt x="33" y="71"/>
                  </a:lnTo>
                  <a:lnTo>
                    <a:pt x="28" y="35"/>
                  </a:lnTo>
                  <a:lnTo>
                    <a:pt x="24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73" name=""/>
            <p:cNvSpPr/>
            <p:nvPr/>
          </p:nvSpPr>
          <p:spPr>
            <a:xfrm rot="0">
              <a:off x="515" y="3377"/>
              <a:ext cx="11" cy="25"/>
            </a:xfrm>
            <a:custGeom>
              <a:avLst/>
              <a:ahLst/>
              <a:rect l="0" t="0" r="r" b="b"/>
              <a:pathLst>
                <a:path w="33" h="74">
                  <a:moveTo>
                    <a:pt x="0" y="2"/>
                  </a:moveTo>
                  <a:lnTo>
                    <a:pt x="4" y="38"/>
                  </a:lnTo>
                  <a:lnTo>
                    <a:pt x="8" y="74"/>
                  </a:lnTo>
                  <a:lnTo>
                    <a:pt x="33" y="71"/>
                  </a:lnTo>
                  <a:lnTo>
                    <a:pt x="28" y="35"/>
                  </a:lnTo>
                  <a:lnTo>
                    <a:pt x="24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74" name=""/>
            <p:cNvSpPr/>
            <p:nvPr/>
          </p:nvSpPr>
          <p:spPr>
            <a:xfrm rot="0">
              <a:off x="523" y="3377"/>
              <a:ext cx="2" cy="12"/>
            </a:xfrm>
            <a:custGeom>
              <a:avLst/>
              <a:ahLst/>
              <a:rect l="0" t="0" r="r" b="b"/>
              <a:pathLst>
                <a:path w="4" h="35">
                  <a:moveTo>
                    <a:pt x="4" y="35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4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75" name=""/>
            <p:cNvSpPr/>
            <p:nvPr/>
          </p:nvSpPr>
          <p:spPr>
            <a:xfrm rot="0">
              <a:off x="523" y="3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76" name=""/>
            <p:cNvSpPr/>
            <p:nvPr/>
          </p:nvSpPr>
          <p:spPr>
            <a:xfrm rot="0">
              <a:off x="524" y="3377"/>
              <a:ext cx="10" cy="24"/>
            </a:xfrm>
            <a:custGeom>
              <a:avLst/>
              <a:ahLst/>
              <a:rect l="0" t="0" r="r" b="b"/>
              <a:pathLst>
                <a:path w="28" h="73">
                  <a:moveTo>
                    <a:pt x="0" y="2"/>
                  </a:moveTo>
                  <a:lnTo>
                    <a:pt x="1" y="37"/>
                  </a:lnTo>
                  <a:lnTo>
                    <a:pt x="3" y="73"/>
                  </a:lnTo>
                  <a:lnTo>
                    <a:pt x="28" y="71"/>
                  </a:lnTo>
                  <a:lnTo>
                    <a:pt x="27" y="36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77" name=""/>
            <p:cNvSpPr/>
            <p:nvPr/>
          </p:nvSpPr>
          <p:spPr>
            <a:xfrm rot="0">
              <a:off x="524" y="3377"/>
              <a:ext cx="10" cy="24"/>
            </a:xfrm>
            <a:custGeom>
              <a:avLst/>
              <a:ahLst/>
              <a:rect l="0" t="0" r="r" b="b"/>
              <a:pathLst>
                <a:path w="28" h="73">
                  <a:moveTo>
                    <a:pt x="0" y="2"/>
                  </a:moveTo>
                  <a:lnTo>
                    <a:pt x="1" y="37"/>
                  </a:lnTo>
                  <a:lnTo>
                    <a:pt x="3" y="73"/>
                  </a:lnTo>
                  <a:lnTo>
                    <a:pt x="28" y="71"/>
                  </a:lnTo>
                  <a:lnTo>
                    <a:pt x="27" y="36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78" name=""/>
            <p:cNvSpPr/>
            <p:nvPr/>
          </p:nvSpPr>
          <p:spPr>
            <a:xfrm rot="0">
              <a:off x="533" y="3376"/>
              <a:ext cx="9" cy="24"/>
            </a:xfrm>
            <a:custGeom>
              <a:avLst/>
              <a:ahLst/>
              <a:rect l="0" t="0" r="r" b="b"/>
              <a:pathLst>
                <a:path w="28" h="72">
                  <a:moveTo>
                    <a:pt x="0" y="1"/>
                  </a:moveTo>
                  <a:lnTo>
                    <a:pt x="1" y="37"/>
                  </a:lnTo>
                  <a:lnTo>
                    <a:pt x="2" y="72"/>
                  </a:lnTo>
                  <a:lnTo>
                    <a:pt x="28" y="71"/>
                  </a:lnTo>
                  <a:lnTo>
                    <a:pt x="27" y="35"/>
                  </a:lnTo>
                  <a:lnTo>
                    <a:pt x="25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79" name=""/>
            <p:cNvSpPr/>
            <p:nvPr/>
          </p:nvSpPr>
          <p:spPr>
            <a:xfrm rot="0">
              <a:off x="533" y="3376"/>
              <a:ext cx="9" cy="24"/>
            </a:xfrm>
            <a:custGeom>
              <a:avLst/>
              <a:ahLst/>
              <a:rect l="0" t="0" r="r" b="b"/>
              <a:pathLst>
                <a:path w="28" h="72">
                  <a:moveTo>
                    <a:pt x="0" y="1"/>
                  </a:moveTo>
                  <a:lnTo>
                    <a:pt x="1" y="37"/>
                  </a:lnTo>
                  <a:lnTo>
                    <a:pt x="2" y="72"/>
                  </a:lnTo>
                  <a:lnTo>
                    <a:pt x="28" y="71"/>
                  </a:lnTo>
                  <a:lnTo>
                    <a:pt x="27" y="35"/>
                  </a:lnTo>
                  <a:lnTo>
                    <a:pt x="25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80" name=""/>
            <p:cNvSpPr/>
            <p:nvPr/>
          </p:nvSpPr>
          <p:spPr>
            <a:xfrm rot="0">
              <a:off x="541" y="3376"/>
              <a:ext cx="1" cy="12"/>
            </a:xfrm>
            <a:custGeom>
              <a:avLst/>
              <a:ahLst/>
              <a:rect l="0" t="0" r="r" b="b"/>
              <a:pathLst>
                <a:path w="2" h="37">
                  <a:moveTo>
                    <a:pt x="2" y="37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81" name=""/>
            <p:cNvSpPr/>
            <p:nvPr/>
          </p:nvSpPr>
          <p:spPr>
            <a:xfrm rot="0" flipV="1">
              <a:off x="541" y="33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82" name=""/>
            <p:cNvSpPr/>
            <p:nvPr/>
          </p:nvSpPr>
          <p:spPr>
            <a:xfrm rot="0">
              <a:off x="542" y="3376"/>
              <a:ext cx="8" cy="24"/>
            </a:xfrm>
            <a:custGeom>
              <a:avLst/>
              <a:ahLst/>
              <a:rect l="0" t="0" r="r" b="b"/>
              <a:pathLst>
                <a:path w="25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25" y="73"/>
                  </a:lnTo>
                  <a:lnTo>
                    <a:pt x="25" y="37"/>
                  </a:lnTo>
                  <a:lnTo>
                    <a:pt x="2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83" name=""/>
            <p:cNvSpPr/>
            <p:nvPr/>
          </p:nvSpPr>
          <p:spPr>
            <a:xfrm rot="0">
              <a:off x="542" y="3376"/>
              <a:ext cx="8" cy="24"/>
            </a:xfrm>
            <a:custGeom>
              <a:avLst/>
              <a:ahLst/>
              <a:rect l="0" t="0" r="r" b="b"/>
              <a:pathLst>
                <a:path w="25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25" y="73"/>
                  </a:lnTo>
                  <a:lnTo>
                    <a:pt x="25" y="37"/>
                  </a:lnTo>
                  <a:lnTo>
                    <a:pt x="2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84" name=""/>
            <p:cNvSpPr/>
            <p:nvPr/>
          </p:nvSpPr>
          <p:spPr>
            <a:xfrm rot="0">
              <a:off x="550" y="3376"/>
              <a:ext cx="1" cy="12"/>
            </a:xfrm>
            <a:custGeom>
              <a:avLst/>
              <a:ahLst/>
              <a:rect l="0" t="0" r="r" b="b"/>
              <a:pathLst>
                <a:path w="2" h="37">
                  <a:moveTo>
                    <a:pt x="0" y="37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85" name=""/>
            <p:cNvSpPr/>
            <p:nvPr/>
          </p:nvSpPr>
          <p:spPr>
            <a:xfrm rot="0">
              <a:off x="550" y="33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86" name=""/>
            <p:cNvSpPr/>
            <p:nvPr/>
          </p:nvSpPr>
          <p:spPr>
            <a:xfrm rot="0">
              <a:off x="550" y="3376"/>
              <a:ext cx="9" cy="24"/>
            </a:xfrm>
            <a:custGeom>
              <a:avLst/>
              <a:ahLst/>
              <a:rect l="0" t="0" r="r" b="b"/>
              <a:pathLst>
                <a:path w="28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26" y="72"/>
                  </a:lnTo>
                  <a:lnTo>
                    <a:pt x="27" y="37"/>
                  </a:lnTo>
                  <a:lnTo>
                    <a:pt x="28" y="1"/>
                  </a:lnTo>
                  <a:lnTo>
                    <a:pt x="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87" name=""/>
            <p:cNvSpPr/>
            <p:nvPr/>
          </p:nvSpPr>
          <p:spPr>
            <a:xfrm rot="0">
              <a:off x="550" y="3376"/>
              <a:ext cx="9" cy="24"/>
            </a:xfrm>
            <a:custGeom>
              <a:avLst/>
              <a:ahLst/>
              <a:rect l="0" t="0" r="r" b="b"/>
              <a:pathLst>
                <a:path w="28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26" y="72"/>
                  </a:lnTo>
                  <a:lnTo>
                    <a:pt x="27" y="37"/>
                  </a:lnTo>
                  <a:lnTo>
                    <a:pt x="28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88" name=""/>
            <p:cNvSpPr/>
            <p:nvPr/>
          </p:nvSpPr>
          <p:spPr>
            <a:xfrm rot="0">
              <a:off x="559" y="3377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36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89" name=""/>
            <p:cNvSpPr/>
            <p:nvPr/>
          </p:nvSpPr>
          <p:spPr>
            <a:xfrm rot="0">
              <a:off x="559" y="3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90" name=""/>
            <p:cNvSpPr/>
            <p:nvPr/>
          </p:nvSpPr>
          <p:spPr>
            <a:xfrm rot="0">
              <a:off x="558" y="3377"/>
              <a:ext cx="11" cy="24"/>
            </a:xfrm>
            <a:custGeom>
              <a:avLst/>
              <a:ahLst/>
              <a:rect l="0" t="0" r="r" b="b"/>
              <a:pathLst>
                <a:path w="34" h="74">
                  <a:moveTo>
                    <a:pt x="8" y="0"/>
                  </a:moveTo>
                  <a:lnTo>
                    <a:pt x="4" y="36"/>
                  </a:lnTo>
                  <a:lnTo>
                    <a:pt x="0" y="71"/>
                  </a:lnTo>
                  <a:lnTo>
                    <a:pt x="25" y="74"/>
                  </a:lnTo>
                  <a:lnTo>
                    <a:pt x="30" y="39"/>
                  </a:lnTo>
                  <a:lnTo>
                    <a:pt x="34" y="3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91" name=""/>
            <p:cNvSpPr/>
            <p:nvPr/>
          </p:nvSpPr>
          <p:spPr>
            <a:xfrm rot="0">
              <a:off x="558" y="3377"/>
              <a:ext cx="11" cy="24"/>
            </a:xfrm>
            <a:custGeom>
              <a:avLst/>
              <a:ahLst/>
              <a:rect l="0" t="0" r="r" b="b"/>
              <a:pathLst>
                <a:path w="34" h="74">
                  <a:moveTo>
                    <a:pt x="8" y="0"/>
                  </a:moveTo>
                  <a:lnTo>
                    <a:pt x="4" y="36"/>
                  </a:lnTo>
                  <a:lnTo>
                    <a:pt x="0" y="71"/>
                  </a:lnTo>
                  <a:lnTo>
                    <a:pt x="25" y="74"/>
                  </a:lnTo>
                  <a:lnTo>
                    <a:pt x="30" y="39"/>
                  </a:lnTo>
                  <a:lnTo>
                    <a:pt x="34" y="3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92" name=""/>
            <p:cNvSpPr/>
            <p:nvPr/>
          </p:nvSpPr>
          <p:spPr>
            <a:xfrm rot="0">
              <a:off x="566" y="3378"/>
              <a:ext cx="11" cy="24"/>
            </a:xfrm>
            <a:custGeom>
              <a:avLst/>
              <a:ahLst/>
              <a:rect l="0" t="0" r="r" b="b"/>
              <a:pathLst>
                <a:path w="34" h="74">
                  <a:moveTo>
                    <a:pt x="9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26" y="74"/>
                  </a:lnTo>
                  <a:lnTo>
                    <a:pt x="30" y="39"/>
                  </a:lnTo>
                  <a:lnTo>
                    <a:pt x="34" y="3"/>
                  </a:lnTo>
                  <a:lnTo>
                    <a:pt x="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93" name=""/>
            <p:cNvSpPr/>
            <p:nvPr/>
          </p:nvSpPr>
          <p:spPr>
            <a:xfrm rot="0">
              <a:off x="566" y="3378"/>
              <a:ext cx="11" cy="24"/>
            </a:xfrm>
            <a:custGeom>
              <a:avLst/>
              <a:ahLst/>
              <a:rect l="0" t="0" r="r" b="b"/>
              <a:pathLst>
                <a:path w="34" h="74">
                  <a:moveTo>
                    <a:pt x="9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26" y="74"/>
                  </a:lnTo>
                  <a:lnTo>
                    <a:pt x="30" y="39"/>
                  </a:lnTo>
                  <a:lnTo>
                    <a:pt x="34" y="3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94" name=""/>
            <p:cNvSpPr/>
            <p:nvPr/>
          </p:nvSpPr>
          <p:spPr>
            <a:xfrm rot="0">
              <a:off x="576" y="3379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0" y="36"/>
                  </a:moveTo>
                  <a:lnTo>
                    <a:pt x="4" y="0"/>
                  </a:lnTo>
                  <a:lnTo>
                    <a:pt x="6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95" name=""/>
            <p:cNvSpPr/>
            <p:nvPr/>
          </p:nvSpPr>
          <p:spPr>
            <a:xfrm rot="0">
              <a:off x="577" y="33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96" name=""/>
            <p:cNvSpPr/>
            <p:nvPr/>
          </p:nvSpPr>
          <p:spPr>
            <a:xfrm rot="0">
              <a:off x="574" y="3379"/>
              <a:ext cx="13" cy="25"/>
            </a:xfrm>
            <a:custGeom>
              <a:avLst/>
              <a:ahLst/>
              <a:rect l="0" t="0" r="r" b="b"/>
              <a:pathLst>
                <a:path w="37" h="75">
                  <a:moveTo>
                    <a:pt x="11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25" y="75"/>
                  </a:lnTo>
                  <a:lnTo>
                    <a:pt x="31" y="40"/>
                  </a:lnTo>
                  <a:lnTo>
                    <a:pt x="37" y="4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97" name=""/>
            <p:cNvSpPr/>
            <p:nvPr/>
          </p:nvSpPr>
          <p:spPr>
            <a:xfrm rot="0">
              <a:off x="574" y="3379"/>
              <a:ext cx="13" cy="25"/>
            </a:xfrm>
            <a:custGeom>
              <a:avLst/>
              <a:ahLst/>
              <a:rect l="0" t="0" r="r" b="b"/>
              <a:pathLst>
                <a:path w="37" h="75">
                  <a:moveTo>
                    <a:pt x="11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25" y="75"/>
                  </a:lnTo>
                  <a:lnTo>
                    <a:pt x="31" y="40"/>
                  </a:lnTo>
                  <a:lnTo>
                    <a:pt x="37" y="4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3998" name=""/>
            <p:cNvSpPr/>
            <p:nvPr/>
          </p:nvSpPr>
          <p:spPr>
            <a:xfrm rot="0">
              <a:off x="585" y="3380"/>
              <a:ext cx="2" cy="12"/>
            </a:xfrm>
            <a:custGeom>
              <a:avLst/>
              <a:ahLst/>
              <a:rect l="0" t="0" r="r" b="b"/>
              <a:pathLst>
                <a:path w="8" h="36">
                  <a:moveTo>
                    <a:pt x="0" y="36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3999" name=""/>
            <p:cNvSpPr/>
            <p:nvPr/>
          </p:nvSpPr>
          <p:spPr>
            <a:xfrm rot="0">
              <a:off x="587" y="33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00" name=""/>
            <p:cNvSpPr/>
            <p:nvPr/>
          </p:nvSpPr>
          <p:spPr>
            <a:xfrm rot="0">
              <a:off x="582" y="3380"/>
              <a:ext cx="14" cy="26"/>
            </a:xfrm>
            <a:custGeom>
              <a:avLst/>
              <a:ahLst/>
              <a:rect l="0" t="0" r="r" b="b"/>
              <a:pathLst>
                <a:path w="43" h="77">
                  <a:moveTo>
                    <a:pt x="17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26" y="77"/>
                  </a:lnTo>
                  <a:lnTo>
                    <a:pt x="34" y="41"/>
                  </a:lnTo>
                  <a:lnTo>
                    <a:pt x="43" y="6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01" name=""/>
            <p:cNvSpPr/>
            <p:nvPr/>
          </p:nvSpPr>
          <p:spPr>
            <a:xfrm rot="0">
              <a:off x="582" y="3380"/>
              <a:ext cx="14" cy="26"/>
            </a:xfrm>
            <a:custGeom>
              <a:avLst/>
              <a:ahLst/>
              <a:rect l="0" t="0" r="r" b="b"/>
              <a:pathLst>
                <a:path w="43" h="77">
                  <a:moveTo>
                    <a:pt x="17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26" y="77"/>
                  </a:lnTo>
                  <a:lnTo>
                    <a:pt x="34" y="41"/>
                  </a:lnTo>
                  <a:lnTo>
                    <a:pt x="43" y="6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02" name=""/>
            <p:cNvSpPr/>
            <p:nvPr/>
          </p:nvSpPr>
          <p:spPr>
            <a:xfrm rot="0">
              <a:off x="593" y="3382"/>
              <a:ext cx="3" cy="12"/>
            </a:xfrm>
            <a:custGeom>
              <a:avLst/>
              <a:ahLst/>
              <a:rect l="0" t="0" r="r" b="b"/>
              <a:pathLst>
                <a:path w="10" h="35">
                  <a:moveTo>
                    <a:pt x="0" y="35"/>
                  </a:moveTo>
                  <a:lnTo>
                    <a:pt x="9" y="0"/>
                  </a:lnTo>
                  <a:lnTo>
                    <a:pt x="10" y="1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03" name=""/>
            <p:cNvSpPr/>
            <p:nvPr/>
          </p:nvSpPr>
          <p:spPr>
            <a:xfrm rot="0">
              <a:off x="596" y="33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04" name=""/>
            <p:cNvSpPr/>
            <p:nvPr/>
          </p:nvSpPr>
          <p:spPr>
            <a:xfrm rot="0">
              <a:off x="590" y="3382"/>
              <a:ext cx="15" cy="26"/>
            </a:xfrm>
            <a:custGeom>
              <a:avLst/>
              <a:ahLst/>
              <a:rect l="0" t="0" r="r" b="b"/>
              <a:pathLst>
                <a:path w="45" h="76">
                  <a:moveTo>
                    <a:pt x="20" y="0"/>
                  </a:moveTo>
                  <a:lnTo>
                    <a:pt x="10" y="34"/>
                  </a:lnTo>
                  <a:lnTo>
                    <a:pt x="0" y="69"/>
                  </a:lnTo>
                  <a:lnTo>
                    <a:pt x="25" y="76"/>
                  </a:lnTo>
                  <a:lnTo>
                    <a:pt x="35" y="42"/>
                  </a:lnTo>
                  <a:lnTo>
                    <a:pt x="45" y="7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05" name=""/>
            <p:cNvSpPr/>
            <p:nvPr/>
          </p:nvSpPr>
          <p:spPr>
            <a:xfrm rot="0">
              <a:off x="590" y="3382"/>
              <a:ext cx="15" cy="26"/>
            </a:xfrm>
            <a:custGeom>
              <a:avLst/>
              <a:ahLst/>
              <a:rect l="0" t="0" r="r" b="b"/>
              <a:pathLst>
                <a:path w="45" h="76">
                  <a:moveTo>
                    <a:pt x="20" y="0"/>
                  </a:moveTo>
                  <a:lnTo>
                    <a:pt x="10" y="34"/>
                  </a:lnTo>
                  <a:lnTo>
                    <a:pt x="0" y="69"/>
                  </a:lnTo>
                  <a:lnTo>
                    <a:pt x="25" y="76"/>
                  </a:lnTo>
                  <a:lnTo>
                    <a:pt x="35" y="42"/>
                  </a:lnTo>
                  <a:lnTo>
                    <a:pt x="45" y="7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06" name=""/>
            <p:cNvSpPr/>
            <p:nvPr/>
          </p:nvSpPr>
          <p:spPr>
            <a:xfrm rot="0">
              <a:off x="598" y="3385"/>
              <a:ext cx="15" cy="25"/>
            </a:xfrm>
            <a:custGeom>
              <a:avLst/>
              <a:ahLst/>
              <a:rect l="0" t="0" r="r" b="b"/>
              <a:pathLst>
                <a:path w="44" h="76">
                  <a:moveTo>
                    <a:pt x="20" y="0"/>
                  </a:moveTo>
                  <a:lnTo>
                    <a:pt x="10" y="35"/>
                  </a:lnTo>
                  <a:lnTo>
                    <a:pt x="0" y="69"/>
                  </a:lnTo>
                  <a:lnTo>
                    <a:pt x="24" y="76"/>
                  </a:lnTo>
                  <a:lnTo>
                    <a:pt x="34" y="42"/>
                  </a:lnTo>
                  <a:lnTo>
                    <a:pt x="44" y="8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07" name=""/>
            <p:cNvSpPr/>
            <p:nvPr/>
          </p:nvSpPr>
          <p:spPr>
            <a:xfrm rot="0">
              <a:off x="598" y="3385"/>
              <a:ext cx="15" cy="25"/>
            </a:xfrm>
            <a:custGeom>
              <a:avLst/>
              <a:ahLst/>
              <a:rect l="0" t="0" r="r" b="b"/>
              <a:pathLst>
                <a:path w="44" h="76">
                  <a:moveTo>
                    <a:pt x="20" y="0"/>
                  </a:moveTo>
                  <a:lnTo>
                    <a:pt x="10" y="35"/>
                  </a:lnTo>
                  <a:lnTo>
                    <a:pt x="0" y="69"/>
                  </a:lnTo>
                  <a:lnTo>
                    <a:pt x="24" y="76"/>
                  </a:lnTo>
                  <a:lnTo>
                    <a:pt x="34" y="42"/>
                  </a:lnTo>
                  <a:lnTo>
                    <a:pt x="44" y="8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08" name=""/>
            <p:cNvSpPr/>
            <p:nvPr/>
          </p:nvSpPr>
          <p:spPr>
            <a:xfrm rot="0">
              <a:off x="609" y="3387"/>
              <a:ext cx="4" cy="12"/>
            </a:xfrm>
            <a:custGeom>
              <a:avLst/>
              <a:ahLst/>
              <a:rect l="0" t="0" r="r" b="b"/>
              <a:pathLst>
                <a:path w="11" h="34">
                  <a:moveTo>
                    <a:pt x="0" y="34"/>
                  </a:moveTo>
                  <a:lnTo>
                    <a:pt x="10" y="0"/>
                  </a:lnTo>
                  <a:lnTo>
                    <a:pt x="11" y="0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09" name=""/>
            <p:cNvSpPr/>
            <p:nvPr/>
          </p:nvSpPr>
          <p:spPr>
            <a:xfrm rot="0">
              <a:off x="613" y="33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10" name=""/>
            <p:cNvSpPr/>
            <p:nvPr/>
          </p:nvSpPr>
          <p:spPr>
            <a:xfrm rot="0">
              <a:off x="605" y="3387"/>
              <a:ext cx="16" cy="26"/>
            </a:xfrm>
            <a:custGeom>
              <a:avLst/>
              <a:ahLst/>
              <a:rect l="0" t="0" r="r" b="b"/>
              <a:pathLst>
                <a:path w="47" h="76">
                  <a:moveTo>
                    <a:pt x="23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25" y="76"/>
                  </a:lnTo>
                  <a:lnTo>
                    <a:pt x="36" y="42"/>
                  </a:lnTo>
                  <a:lnTo>
                    <a:pt x="47" y="8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11" name=""/>
            <p:cNvSpPr/>
            <p:nvPr/>
          </p:nvSpPr>
          <p:spPr>
            <a:xfrm rot="0">
              <a:off x="605" y="3387"/>
              <a:ext cx="16" cy="26"/>
            </a:xfrm>
            <a:custGeom>
              <a:avLst/>
              <a:ahLst/>
              <a:rect l="0" t="0" r="r" b="b"/>
              <a:pathLst>
                <a:path w="47" h="76">
                  <a:moveTo>
                    <a:pt x="23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25" y="76"/>
                  </a:lnTo>
                  <a:lnTo>
                    <a:pt x="36" y="42"/>
                  </a:lnTo>
                  <a:lnTo>
                    <a:pt x="47" y="8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12" name=""/>
            <p:cNvSpPr/>
            <p:nvPr/>
          </p:nvSpPr>
          <p:spPr>
            <a:xfrm rot="0">
              <a:off x="617" y="3390"/>
              <a:ext cx="5" cy="11"/>
            </a:xfrm>
            <a:custGeom>
              <a:avLst/>
              <a:ahLst/>
              <a:rect l="0" t="0" r="r" b="b"/>
              <a:pathLst>
                <a:path w="14" h="34">
                  <a:moveTo>
                    <a:pt x="0" y="34"/>
                  </a:moveTo>
                  <a:lnTo>
                    <a:pt x="11" y="0"/>
                  </a:lnTo>
                  <a:lnTo>
                    <a:pt x="14" y="2"/>
                  </a:lnTo>
                  <a:lnTo>
                    <a:pt x="0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13" name=""/>
            <p:cNvSpPr/>
            <p:nvPr/>
          </p:nvSpPr>
          <p:spPr>
            <a:xfrm rot="0">
              <a:off x="621" y="33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14" name=""/>
            <p:cNvSpPr/>
            <p:nvPr/>
          </p:nvSpPr>
          <p:spPr>
            <a:xfrm rot="0">
              <a:off x="613" y="3391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28" y="0"/>
                  </a:moveTo>
                  <a:lnTo>
                    <a:pt x="14" y="32"/>
                  </a:lnTo>
                  <a:lnTo>
                    <a:pt x="0" y="65"/>
                  </a:lnTo>
                  <a:lnTo>
                    <a:pt x="23" y="75"/>
                  </a:lnTo>
                  <a:lnTo>
                    <a:pt x="37" y="42"/>
                  </a:lnTo>
                  <a:lnTo>
                    <a:pt x="51" y="9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15" name=""/>
            <p:cNvSpPr/>
            <p:nvPr/>
          </p:nvSpPr>
          <p:spPr>
            <a:xfrm rot="0">
              <a:off x="613" y="3391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28" y="0"/>
                  </a:moveTo>
                  <a:lnTo>
                    <a:pt x="14" y="32"/>
                  </a:lnTo>
                  <a:lnTo>
                    <a:pt x="0" y="65"/>
                  </a:lnTo>
                  <a:lnTo>
                    <a:pt x="23" y="75"/>
                  </a:lnTo>
                  <a:lnTo>
                    <a:pt x="37" y="42"/>
                  </a:lnTo>
                  <a:lnTo>
                    <a:pt x="51" y="9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16" name=""/>
            <p:cNvSpPr/>
            <p:nvPr/>
          </p:nvSpPr>
          <p:spPr>
            <a:xfrm rot="0">
              <a:off x="625" y="3394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33"/>
                  </a:moveTo>
                  <a:lnTo>
                    <a:pt x="14" y="0"/>
                  </a:lnTo>
                  <a:lnTo>
                    <a:pt x="16" y="0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17" name=""/>
            <p:cNvSpPr/>
            <p:nvPr/>
          </p:nvSpPr>
          <p:spPr>
            <a:xfrm rot="0">
              <a:off x="630" y="33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18" name=""/>
            <p:cNvSpPr/>
            <p:nvPr/>
          </p:nvSpPr>
          <p:spPr>
            <a:xfrm rot="0">
              <a:off x="620" y="3394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32" y="0"/>
                  </a:moveTo>
                  <a:lnTo>
                    <a:pt x="16" y="33"/>
                  </a:lnTo>
                  <a:lnTo>
                    <a:pt x="0" y="66"/>
                  </a:lnTo>
                  <a:lnTo>
                    <a:pt x="23" y="77"/>
                  </a:lnTo>
                  <a:lnTo>
                    <a:pt x="39" y="45"/>
                  </a:lnTo>
                  <a:lnTo>
                    <a:pt x="54" y="12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19" name=""/>
            <p:cNvSpPr/>
            <p:nvPr/>
          </p:nvSpPr>
          <p:spPr>
            <a:xfrm rot="0">
              <a:off x="620" y="3394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32" y="0"/>
                  </a:moveTo>
                  <a:lnTo>
                    <a:pt x="16" y="33"/>
                  </a:lnTo>
                  <a:lnTo>
                    <a:pt x="0" y="66"/>
                  </a:lnTo>
                  <a:lnTo>
                    <a:pt x="23" y="77"/>
                  </a:lnTo>
                  <a:lnTo>
                    <a:pt x="39" y="45"/>
                  </a:lnTo>
                  <a:lnTo>
                    <a:pt x="54" y="12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20" name=""/>
            <p:cNvSpPr/>
            <p:nvPr/>
          </p:nvSpPr>
          <p:spPr>
            <a:xfrm rot="0">
              <a:off x="633" y="3398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33"/>
                  </a:moveTo>
                  <a:lnTo>
                    <a:pt x="15" y="0"/>
                  </a:lnTo>
                  <a:lnTo>
                    <a:pt x="17" y="0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21" name=""/>
            <p:cNvSpPr/>
            <p:nvPr/>
          </p:nvSpPr>
          <p:spPr>
            <a:xfrm rot="0">
              <a:off x="638" y="33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22" name=""/>
            <p:cNvSpPr/>
            <p:nvPr/>
          </p:nvSpPr>
          <p:spPr>
            <a:xfrm rot="0">
              <a:off x="627" y="3398"/>
              <a:ext cx="18" cy="25"/>
            </a:xfrm>
            <a:custGeom>
              <a:avLst/>
              <a:ahLst/>
              <a:rect l="0" t="0" r="r" b="b"/>
              <a:pathLst>
                <a:path w="55" h="75">
                  <a:moveTo>
                    <a:pt x="34" y="0"/>
                  </a:moveTo>
                  <a:lnTo>
                    <a:pt x="17" y="33"/>
                  </a:lnTo>
                  <a:lnTo>
                    <a:pt x="0" y="64"/>
                  </a:lnTo>
                  <a:lnTo>
                    <a:pt x="21" y="75"/>
                  </a:lnTo>
                  <a:lnTo>
                    <a:pt x="38" y="44"/>
                  </a:lnTo>
                  <a:lnTo>
                    <a:pt x="55" y="11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23" name=""/>
            <p:cNvSpPr/>
            <p:nvPr/>
          </p:nvSpPr>
          <p:spPr>
            <a:xfrm rot="0">
              <a:off x="627" y="3398"/>
              <a:ext cx="18" cy="25"/>
            </a:xfrm>
            <a:custGeom>
              <a:avLst/>
              <a:ahLst/>
              <a:rect l="0" t="0" r="r" b="b"/>
              <a:pathLst>
                <a:path w="55" h="75">
                  <a:moveTo>
                    <a:pt x="34" y="0"/>
                  </a:moveTo>
                  <a:lnTo>
                    <a:pt x="17" y="33"/>
                  </a:lnTo>
                  <a:lnTo>
                    <a:pt x="0" y="64"/>
                  </a:lnTo>
                  <a:lnTo>
                    <a:pt x="21" y="75"/>
                  </a:lnTo>
                  <a:lnTo>
                    <a:pt x="38" y="44"/>
                  </a:lnTo>
                  <a:lnTo>
                    <a:pt x="55" y="11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24" name=""/>
            <p:cNvSpPr/>
            <p:nvPr/>
          </p:nvSpPr>
          <p:spPr>
            <a:xfrm rot="0">
              <a:off x="640" y="3401"/>
              <a:ext cx="7" cy="11"/>
            </a:xfrm>
            <a:custGeom>
              <a:avLst/>
              <a:ahLst/>
              <a:rect l="0" t="0" r="r" b="b"/>
              <a:pathLst>
                <a:path w="21" h="33">
                  <a:moveTo>
                    <a:pt x="0" y="33"/>
                  </a:moveTo>
                  <a:lnTo>
                    <a:pt x="17" y="0"/>
                  </a:lnTo>
                  <a:lnTo>
                    <a:pt x="21" y="3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25" name=""/>
            <p:cNvSpPr/>
            <p:nvPr/>
          </p:nvSpPr>
          <p:spPr>
            <a:xfrm rot="0">
              <a:off x="645" y="3401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26" name=""/>
            <p:cNvSpPr/>
            <p:nvPr/>
          </p:nvSpPr>
          <p:spPr>
            <a:xfrm rot="0">
              <a:off x="633" y="3402"/>
              <a:ext cx="20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20" y="74"/>
                  </a:lnTo>
                  <a:lnTo>
                    <a:pt x="41" y="44"/>
                  </a:lnTo>
                  <a:lnTo>
                    <a:pt x="62" y="14"/>
                  </a:lnTo>
                  <a:lnTo>
                    <a:pt x="4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27" name=""/>
            <p:cNvSpPr/>
            <p:nvPr/>
          </p:nvSpPr>
          <p:spPr>
            <a:xfrm rot="0">
              <a:off x="633" y="3402"/>
              <a:ext cx="20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20" y="74"/>
                  </a:lnTo>
                  <a:lnTo>
                    <a:pt x="41" y="44"/>
                  </a:lnTo>
                  <a:lnTo>
                    <a:pt x="62" y="14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28" name=""/>
            <p:cNvSpPr/>
            <p:nvPr/>
          </p:nvSpPr>
          <p:spPr>
            <a:xfrm rot="0">
              <a:off x="639" y="3407"/>
              <a:ext cx="21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20" y="74"/>
                  </a:lnTo>
                  <a:lnTo>
                    <a:pt x="41" y="44"/>
                  </a:lnTo>
                  <a:lnTo>
                    <a:pt x="62" y="15"/>
                  </a:lnTo>
                  <a:lnTo>
                    <a:pt x="4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29" name=""/>
            <p:cNvSpPr/>
            <p:nvPr/>
          </p:nvSpPr>
          <p:spPr>
            <a:xfrm rot="0">
              <a:off x="639" y="3407"/>
              <a:ext cx="21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20" y="74"/>
                  </a:lnTo>
                  <a:lnTo>
                    <a:pt x="41" y="44"/>
                  </a:lnTo>
                  <a:lnTo>
                    <a:pt x="62" y="15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30" name=""/>
            <p:cNvSpPr/>
            <p:nvPr/>
          </p:nvSpPr>
          <p:spPr>
            <a:xfrm rot="0">
              <a:off x="653" y="3412"/>
              <a:ext cx="8" cy="10"/>
            </a:xfrm>
            <a:custGeom>
              <a:avLst/>
              <a:ahLst/>
              <a:rect l="0" t="0" r="r" b="b"/>
              <a:pathLst>
                <a:path w="24" h="29">
                  <a:moveTo>
                    <a:pt x="0" y="29"/>
                  </a:moveTo>
                  <a:lnTo>
                    <a:pt x="21" y="0"/>
                  </a:lnTo>
                  <a:lnTo>
                    <a:pt x="24" y="2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31" name=""/>
            <p:cNvSpPr/>
            <p:nvPr/>
          </p:nvSpPr>
          <p:spPr>
            <a:xfrm rot="0">
              <a:off x="660" y="3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32" name=""/>
            <p:cNvSpPr/>
            <p:nvPr/>
          </p:nvSpPr>
          <p:spPr>
            <a:xfrm rot="0">
              <a:off x="645" y="3413"/>
              <a:ext cx="22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48" y="0"/>
                  </a:moveTo>
                  <a:lnTo>
                    <a:pt x="24" y="27"/>
                  </a:lnTo>
                  <a:lnTo>
                    <a:pt x="0" y="55"/>
                  </a:lnTo>
                  <a:lnTo>
                    <a:pt x="17" y="70"/>
                  </a:lnTo>
                  <a:lnTo>
                    <a:pt x="41" y="43"/>
                  </a:lnTo>
                  <a:lnTo>
                    <a:pt x="65" y="16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33" name=""/>
            <p:cNvSpPr/>
            <p:nvPr/>
          </p:nvSpPr>
          <p:spPr>
            <a:xfrm rot="0">
              <a:off x="645" y="3413"/>
              <a:ext cx="22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48" y="0"/>
                  </a:moveTo>
                  <a:lnTo>
                    <a:pt x="24" y="27"/>
                  </a:lnTo>
                  <a:lnTo>
                    <a:pt x="0" y="55"/>
                  </a:lnTo>
                  <a:lnTo>
                    <a:pt x="17" y="70"/>
                  </a:lnTo>
                  <a:lnTo>
                    <a:pt x="41" y="43"/>
                  </a:lnTo>
                  <a:lnTo>
                    <a:pt x="65" y="16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34" name=""/>
            <p:cNvSpPr/>
            <p:nvPr/>
          </p:nvSpPr>
          <p:spPr>
            <a:xfrm rot="0">
              <a:off x="651" y="3418"/>
              <a:ext cx="21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17" y="70"/>
                  </a:lnTo>
                  <a:lnTo>
                    <a:pt x="41" y="43"/>
                  </a:lnTo>
                  <a:lnTo>
                    <a:pt x="65" y="16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35" name=""/>
            <p:cNvSpPr/>
            <p:nvPr/>
          </p:nvSpPr>
          <p:spPr>
            <a:xfrm rot="0">
              <a:off x="651" y="3418"/>
              <a:ext cx="21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48" y="0"/>
                  </a:moveTo>
                  <a:lnTo>
                    <a:pt x="24" y="27"/>
                  </a:lnTo>
                  <a:lnTo>
                    <a:pt x="0" y="54"/>
                  </a:lnTo>
                  <a:lnTo>
                    <a:pt x="17" y="70"/>
                  </a:lnTo>
                  <a:lnTo>
                    <a:pt x="41" y="43"/>
                  </a:lnTo>
                  <a:lnTo>
                    <a:pt x="65" y="16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36" name=""/>
            <p:cNvSpPr/>
            <p:nvPr/>
          </p:nvSpPr>
          <p:spPr>
            <a:xfrm rot="0">
              <a:off x="664" y="3423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0" y="27"/>
                  </a:moveTo>
                  <a:lnTo>
                    <a:pt x="24" y="0"/>
                  </a:lnTo>
                  <a:lnTo>
                    <a:pt x="27" y="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37" name=""/>
            <p:cNvSpPr/>
            <p:nvPr/>
          </p:nvSpPr>
          <p:spPr>
            <a:xfrm rot="0">
              <a:off x="672" y="34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38" name=""/>
            <p:cNvSpPr/>
            <p:nvPr/>
          </p:nvSpPr>
          <p:spPr>
            <a:xfrm rot="0">
              <a:off x="655" y="3424"/>
              <a:ext cx="24" cy="23"/>
            </a:xfrm>
            <a:custGeom>
              <a:avLst/>
              <a:ahLst/>
              <a:rect l="0" t="0" r="r" b="b"/>
              <a:pathLst>
                <a:path w="71" h="67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17" y="67"/>
                  </a:lnTo>
                  <a:lnTo>
                    <a:pt x="44" y="42"/>
                  </a:lnTo>
                  <a:lnTo>
                    <a:pt x="71" y="18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39" name=""/>
            <p:cNvSpPr/>
            <p:nvPr/>
          </p:nvSpPr>
          <p:spPr>
            <a:xfrm rot="0">
              <a:off x="655" y="3424"/>
              <a:ext cx="24" cy="23"/>
            </a:xfrm>
            <a:custGeom>
              <a:avLst/>
              <a:ahLst/>
              <a:rect l="0" t="0" r="r" b="b"/>
              <a:pathLst>
                <a:path w="71" h="67">
                  <a:moveTo>
                    <a:pt x="54" y="0"/>
                  </a:moveTo>
                  <a:lnTo>
                    <a:pt x="27" y="24"/>
                  </a:lnTo>
                  <a:lnTo>
                    <a:pt x="0" y="48"/>
                  </a:lnTo>
                  <a:lnTo>
                    <a:pt x="17" y="67"/>
                  </a:lnTo>
                  <a:lnTo>
                    <a:pt x="44" y="42"/>
                  </a:lnTo>
                  <a:lnTo>
                    <a:pt x="71" y="1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40" name=""/>
            <p:cNvSpPr/>
            <p:nvPr/>
          </p:nvSpPr>
          <p:spPr>
            <a:xfrm rot="0">
              <a:off x="670" y="3430"/>
              <a:ext cx="10" cy="8"/>
            </a:xfrm>
            <a:custGeom>
              <a:avLst/>
              <a:ahLst/>
              <a:rect l="0" t="0" r="r" b="b"/>
              <a:pathLst>
                <a:path w="29" h="24">
                  <a:moveTo>
                    <a:pt x="0" y="24"/>
                  </a:moveTo>
                  <a:lnTo>
                    <a:pt x="27" y="0"/>
                  </a:lnTo>
                  <a:lnTo>
                    <a:pt x="29" y="2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41" name=""/>
            <p:cNvSpPr/>
            <p:nvPr/>
          </p:nvSpPr>
          <p:spPr>
            <a:xfrm rot="0">
              <a:off x="679" y="34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42" name=""/>
            <p:cNvSpPr/>
            <p:nvPr/>
          </p:nvSpPr>
          <p:spPr>
            <a:xfrm rot="0">
              <a:off x="661" y="3431"/>
              <a:ext cx="23" cy="21"/>
            </a:xfrm>
            <a:custGeom>
              <a:avLst/>
              <a:ahLst/>
              <a:rect l="0" t="0" r="r" b="b"/>
              <a:pathLst>
                <a:path w="71" h="64">
                  <a:moveTo>
                    <a:pt x="57" y="0"/>
                  </a:moveTo>
                  <a:lnTo>
                    <a:pt x="28" y="22"/>
                  </a:lnTo>
                  <a:lnTo>
                    <a:pt x="0" y="45"/>
                  </a:lnTo>
                  <a:lnTo>
                    <a:pt x="14" y="64"/>
                  </a:lnTo>
                  <a:lnTo>
                    <a:pt x="42" y="41"/>
                  </a:lnTo>
                  <a:lnTo>
                    <a:pt x="71" y="18"/>
                  </a:lnTo>
                  <a:lnTo>
                    <a:pt x="5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43" name=""/>
            <p:cNvSpPr/>
            <p:nvPr/>
          </p:nvSpPr>
          <p:spPr>
            <a:xfrm rot="0">
              <a:off x="661" y="3431"/>
              <a:ext cx="23" cy="21"/>
            </a:xfrm>
            <a:custGeom>
              <a:avLst/>
              <a:ahLst/>
              <a:rect l="0" t="0" r="r" b="b"/>
              <a:pathLst>
                <a:path w="71" h="64">
                  <a:moveTo>
                    <a:pt x="57" y="0"/>
                  </a:moveTo>
                  <a:lnTo>
                    <a:pt x="28" y="22"/>
                  </a:lnTo>
                  <a:lnTo>
                    <a:pt x="0" y="45"/>
                  </a:lnTo>
                  <a:lnTo>
                    <a:pt x="14" y="64"/>
                  </a:lnTo>
                  <a:lnTo>
                    <a:pt x="42" y="41"/>
                  </a:lnTo>
                  <a:lnTo>
                    <a:pt x="71" y="1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44" name=""/>
            <p:cNvSpPr/>
            <p:nvPr/>
          </p:nvSpPr>
          <p:spPr>
            <a:xfrm rot="0">
              <a:off x="675" y="3437"/>
              <a:ext cx="10" cy="8"/>
            </a:xfrm>
            <a:custGeom>
              <a:avLst/>
              <a:ahLst/>
              <a:rect l="0" t="0" r="r" b="b"/>
              <a:pathLst>
                <a:path w="30" h="23">
                  <a:moveTo>
                    <a:pt x="0" y="23"/>
                  </a:moveTo>
                  <a:lnTo>
                    <a:pt x="29" y="0"/>
                  </a:lnTo>
                  <a:lnTo>
                    <a:pt x="30" y="3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45" name=""/>
            <p:cNvSpPr/>
            <p:nvPr/>
          </p:nvSpPr>
          <p:spPr>
            <a:xfrm rot="0">
              <a:off x="684" y="34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46" name=""/>
            <p:cNvSpPr/>
            <p:nvPr/>
          </p:nvSpPr>
          <p:spPr>
            <a:xfrm rot="0">
              <a:off x="665" y="3438"/>
              <a:ext cx="24" cy="20"/>
            </a:xfrm>
            <a:custGeom>
              <a:avLst/>
              <a:ahLst/>
              <a:rect l="0" t="0" r="r" b="b"/>
              <a:pathLst>
                <a:path w="73" h="60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13" y="60"/>
                  </a:lnTo>
                  <a:lnTo>
                    <a:pt x="43" y="40"/>
                  </a:lnTo>
                  <a:lnTo>
                    <a:pt x="73" y="20"/>
                  </a:lnTo>
                  <a:lnTo>
                    <a:pt x="6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47" name=""/>
            <p:cNvSpPr/>
            <p:nvPr/>
          </p:nvSpPr>
          <p:spPr>
            <a:xfrm rot="0">
              <a:off x="665" y="3438"/>
              <a:ext cx="24" cy="20"/>
            </a:xfrm>
            <a:custGeom>
              <a:avLst/>
              <a:ahLst/>
              <a:rect l="0" t="0" r="r" b="b"/>
              <a:pathLst>
                <a:path w="73" h="60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13" y="60"/>
                  </a:lnTo>
                  <a:lnTo>
                    <a:pt x="43" y="40"/>
                  </a:lnTo>
                  <a:lnTo>
                    <a:pt x="73" y="20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48" name=""/>
            <p:cNvSpPr/>
            <p:nvPr/>
          </p:nvSpPr>
          <p:spPr>
            <a:xfrm rot="0">
              <a:off x="669" y="3445"/>
              <a:ext cx="24" cy="20"/>
            </a:xfrm>
            <a:custGeom>
              <a:avLst/>
              <a:ahLst/>
              <a:rect l="0" t="0" r="r" b="b"/>
              <a:pathLst>
                <a:path w="73" h="60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13" y="60"/>
                  </a:lnTo>
                  <a:lnTo>
                    <a:pt x="43" y="40"/>
                  </a:lnTo>
                  <a:lnTo>
                    <a:pt x="73" y="20"/>
                  </a:lnTo>
                  <a:lnTo>
                    <a:pt x="6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49" name=""/>
            <p:cNvSpPr/>
            <p:nvPr/>
          </p:nvSpPr>
          <p:spPr>
            <a:xfrm rot="0">
              <a:off x="669" y="3445"/>
              <a:ext cx="24" cy="20"/>
            </a:xfrm>
            <a:custGeom>
              <a:avLst/>
              <a:ahLst/>
              <a:rect l="0" t="0" r="r" b="b"/>
              <a:pathLst>
                <a:path w="73" h="60">
                  <a:moveTo>
                    <a:pt x="60" y="0"/>
                  </a:moveTo>
                  <a:lnTo>
                    <a:pt x="30" y="20"/>
                  </a:lnTo>
                  <a:lnTo>
                    <a:pt x="0" y="40"/>
                  </a:lnTo>
                  <a:lnTo>
                    <a:pt x="13" y="60"/>
                  </a:lnTo>
                  <a:lnTo>
                    <a:pt x="43" y="40"/>
                  </a:lnTo>
                  <a:lnTo>
                    <a:pt x="73" y="20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50" name=""/>
            <p:cNvSpPr/>
            <p:nvPr/>
          </p:nvSpPr>
          <p:spPr>
            <a:xfrm rot="0">
              <a:off x="683" y="3451"/>
              <a:ext cx="11" cy="7"/>
            </a:xfrm>
            <a:custGeom>
              <a:avLst/>
              <a:ahLst/>
              <a:rect l="0" t="0" r="r" b="b"/>
              <a:pathLst>
                <a:path w="33" h="20">
                  <a:moveTo>
                    <a:pt x="0" y="20"/>
                  </a:moveTo>
                  <a:lnTo>
                    <a:pt x="30" y="0"/>
                  </a:lnTo>
                  <a:lnTo>
                    <a:pt x="33" y="4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51" name=""/>
            <p:cNvSpPr/>
            <p:nvPr/>
          </p:nvSpPr>
          <p:spPr>
            <a:xfrm rot="0">
              <a:off x="693" y="3451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52" name=""/>
            <p:cNvSpPr/>
            <p:nvPr/>
          </p:nvSpPr>
          <p:spPr>
            <a:xfrm rot="0">
              <a:off x="672" y="3453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2" y="54"/>
                  </a:lnTo>
                  <a:lnTo>
                    <a:pt x="44" y="38"/>
                  </a:lnTo>
                  <a:lnTo>
                    <a:pt x="77" y="23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53" name=""/>
            <p:cNvSpPr/>
            <p:nvPr/>
          </p:nvSpPr>
          <p:spPr>
            <a:xfrm rot="0">
              <a:off x="672" y="3453"/>
              <a:ext cx="26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66" y="0"/>
                  </a:moveTo>
                  <a:lnTo>
                    <a:pt x="33" y="16"/>
                  </a:lnTo>
                  <a:lnTo>
                    <a:pt x="0" y="31"/>
                  </a:lnTo>
                  <a:lnTo>
                    <a:pt x="12" y="54"/>
                  </a:lnTo>
                  <a:lnTo>
                    <a:pt x="44" y="38"/>
                  </a:lnTo>
                  <a:lnTo>
                    <a:pt x="77" y="23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54" name=""/>
            <p:cNvSpPr/>
            <p:nvPr/>
          </p:nvSpPr>
          <p:spPr>
            <a:xfrm rot="0">
              <a:off x="676" y="3465"/>
              <a:ext cx="11" cy="6"/>
            </a:xfrm>
            <a:custGeom>
              <a:avLst/>
              <a:ahLst/>
              <a:rect l="0" t="0" r="r" b="b"/>
              <a:pathLst>
                <a:path w="32" h="18">
                  <a:moveTo>
                    <a:pt x="32" y="0"/>
                  </a:moveTo>
                  <a:lnTo>
                    <a:pt x="0" y="16"/>
                  </a:lnTo>
                  <a:lnTo>
                    <a:pt x="1" y="18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55" name=""/>
            <p:cNvSpPr/>
            <p:nvPr/>
          </p:nvSpPr>
          <p:spPr>
            <a:xfrm rot="0">
              <a:off x="676" y="34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56" name=""/>
            <p:cNvSpPr/>
            <p:nvPr/>
          </p:nvSpPr>
          <p:spPr>
            <a:xfrm rot="0">
              <a:off x="677" y="3460"/>
              <a:ext cx="25" cy="18"/>
            </a:xfrm>
            <a:custGeom>
              <a:avLst/>
              <a:ahLst/>
              <a:rect l="0" t="0" r="r" b="b"/>
              <a:pathLst>
                <a:path w="76" h="56">
                  <a:moveTo>
                    <a:pt x="64" y="0"/>
                  </a:moveTo>
                  <a:lnTo>
                    <a:pt x="31" y="17"/>
                  </a:lnTo>
                  <a:lnTo>
                    <a:pt x="0" y="35"/>
                  </a:lnTo>
                  <a:lnTo>
                    <a:pt x="11" y="56"/>
                  </a:lnTo>
                  <a:lnTo>
                    <a:pt x="43" y="39"/>
                  </a:lnTo>
                  <a:lnTo>
                    <a:pt x="76" y="22"/>
                  </a:lnTo>
                  <a:lnTo>
                    <a:pt x="6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57" name=""/>
            <p:cNvSpPr/>
            <p:nvPr/>
          </p:nvSpPr>
          <p:spPr>
            <a:xfrm rot="0">
              <a:off x="677" y="3460"/>
              <a:ext cx="25" cy="18"/>
            </a:xfrm>
            <a:custGeom>
              <a:avLst/>
              <a:ahLst/>
              <a:rect l="0" t="0" r="r" b="b"/>
              <a:pathLst>
                <a:path w="76" h="56">
                  <a:moveTo>
                    <a:pt x="64" y="0"/>
                  </a:moveTo>
                  <a:lnTo>
                    <a:pt x="31" y="17"/>
                  </a:lnTo>
                  <a:lnTo>
                    <a:pt x="0" y="35"/>
                  </a:lnTo>
                  <a:lnTo>
                    <a:pt x="11" y="56"/>
                  </a:lnTo>
                  <a:lnTo>
                    <a:pt x="43" y="39"/>
                  </a:lnTo>
                  <a:lnTo>
                    <a:pt x="76" y="22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58" name=""/>
            <p:cNvSpPr/>
            <p:nvPr/>
          </p:nvSpPr>
          <p:spPr>
            <a:xfrm rot="0">
              <a:off x="691" y="3467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0" y="17"/>
                  </a:moveTo>
                  <a:lnTo>
                    <a:pt x="33" y="0"/>
                  </a:lnTo>
                  <a:lnTo>
                    <a:pt x="33" y="3"/>
                  </a:lnTo>
                  <a:lnTo>
                    <a:pt x="0" y="1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59" name=""/>
            <p:cNvSpPr/>
            <p:nvPr/>
          </p:nvSpPr>
          <p:spPr>
            <a:xfrm rot="0">
              <a:off x="702" y="34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60" name=""/>
            <p:cNvSpPr/>
            <p:nvPr/>
          </p:nvSpPr>
          <p:spPr>
            <a:xfrm rot="0">
              <a:off x="680" y="3468"/>
              <a:ext cx="25" cy="17"/>
            </a:xfrm>
            <a:custGeom>
              <a:avLst/>
              <a:ahLst/>
              <a:rect l="0" t="0" r="r" b="b"/>
              <a:pathLst>
                <a:path w="75" h="51">
                  <a:moveTo>
                    <a:pt x="66" y="0"/>
                  </a:moveTo>
                  <a:lnTo>
                    <a:pt x="33" y="14"/>
                  </a:lnTo>
                  <a:lnTo>
                    <a:pt x="0" y="28"/>
                  </a:lnTo>
                  <a:lnTo>
                    <a:pt x="10" y="51"/>
                  </a:lnTo>
                  <a:lnTo>
                    <a:pt x="43" y="37"/>
                  </a:lnTo>
                  <a:lnTo>
                    <a:pt x="75" y="22"/>
                  </a:lnTo>
                  <a:lnTo>
                    <a:pt x="6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61" name=""/>
            <p:cNvSpPr/>
            <p:nvPr/>
          </p:nvSpPr>
          <p:spPr>
            <a:xfrm rot="0">
              <a:off x="680" y="3468"/>
              <a:ext cx="25" cy="17"/>
            </a:xfrm>
            <a:custGeom>
              <a:avLst/>
              <a:ahLst/>
              <a:rect l="0" t="0" r="r" b="b"/>
              <a:pathLst>
                <a:path w="75" h="51">
                  <a:moveTo>
                    <a:pt x="66" y="0"/>
                  </a:moveTo>
                  <a:lnTo>
                    <a:pt x="33" y="14"/>
                  </a:lnTo>
                  <a:lnTo>
                    <a:pt x="0" y="28"/>
                  </a:lnTo>
                  <a:lnTo>
                    <a:pt x="10" y="51"/>
                  </a:lnTo>
                  <a:lnTo>
                    <a:pt x="43" y="37"/>
                  </a:lnTo>
                  <a:lnTo>
                    <a:pt x="75" y="22"/>
                  </a:lnTo>
                  <a:lnTo>
                    <a:pt x="6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62" name=""/>
            <p:cNvSpPr/>
            <p:nvPr/>
          </p:nvSpPr>
          <p:spPr>
            <a:xfrm rot="0">
              <a:off x="694" y="3475"/>
              <a:ext cx="12" cy="5"/>
            </a:xfrm>
            <a:custGeom>
              <a:avLst/>
              <a:ahLst/>
              <a:rect l="0" t="0" r="r" b="b"/>
              <a:pathLst>
                <a:path w="34" h="15">
                  <a:moveTo>
                    <a:pt x="0" y="15"/>
                  </a:moveTo>
                  <a:lnTo>
                    <a:pt x="32" y="0"/>
                  </a:lnTo>
                  <a:lnTo>
                    <a:pt x="34" y="0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63" name=""/>
            <p:cNvSpPr/>
            <p:nvPr/>
          </p:nvSpPr>
          <p:spPr>
            <a:xfrm rot="0">
              <a:off x="705" y="3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64" name=""/>
            <p:cNvSpPr/>
            <p:nvPr/>
          </p:nvSpPr>
          <p:spPr>
            <a:xfrm rot="0">
              <a:off x="683" y="3475"/>
              <a:ext cx="29" cy="25"/>
            </a:xfrm>
            <a:custGeom>
              <a:avLst/>
              <a:ahLst/>
              <a:rect l="0" t="0" r="r" b="b"/>
              <a:pathLst>
                <a:path w="86" h="74">
                  <a:moveTo>
                    <a:pt x="68" y="0"/>
                  </a:moveTo>
                  <a:lnTo>
                    <a:pt x="34" y="15"/>
                  </a:lnTo>
                  <a:lnTo>
                    <a:pt x="0" y="29"/>
                  </a:lnTo>
                  <a:lnTo>
                    <a:pt x="18" y="74"/>
                  </a:lnTo>
                  <a:lnTo>
                    <a:pt x="52" y="60"/>
                  </a:lnTo>
                  <a:lnTo>
                    <a:pt x="86" y="46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65" name=""/>
            <p:cNvSpPr/>
            <p:nvPr/>
          </p:nvSpPr>
          <p:spPr>
            <a:xfrm rot="0">
              <a:off x="683" y="3475"/>
              <a:ext cx="29" cy="25"/>
            </a:xfrm>
            <a:custGeom>
              <a:avLst/>
              <a:ahLst/>
              <a:rect l="0" t="0" r="r" b="b"/>
              <a:pathLst>
                <a:path w="86" h="74">
                  <a:moveTo>
                    <a:pt x="68" y="0"/>
                  </a:moveTo>
                  <a:lnTo>
                    <a:pt x="34" y="15"/>
                  </a:lnTo>
                  <a:lnTo>
                    <a:pt x="0" y="29"/>
                  </a:lnTo>
                  <a:lnTo>
                    <a:pt x="18" y="74"/>
                  </a:lnTo>
                  <a:lnTo>
                    <a:pt x="52" y="60"/>
                  </a:lnTo>
                  <a:lnTo>
                    <a:pt x="86" y="46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66" name=""/>
            <p:cNvSpPr/>
            <p:nvPr/>
          </p:nvSpPr>
          <p:spPr>
            <a:xfrm rot="0">
              <a:off x="700" y="3491"/>
              <a:ext cx="12" cy="4"/>
            </a:xfrm>
            <a:custGeom>
              <a:avLst/>
              <a:ahLst/>
              <a:rect l="0" t="0" r="r" b="b"/>
              <a:pathLst>
                <a:path w="34" h="14">
                  <a:moveTo>
                    <a:pt x="0" y="14"/>
                  </a:moveTo>
                  <a:lnTo>
                    <a:pt x="34" y="0"/>
                  </a:lnTo>
                  <a:lnTo>
                    <a:pt x="34" y="1"/>
                  </a:lnTo>
                  <a:lnTo>
                    <a:pt x="0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67" name=""/>
            <p:cNvSpPr/>
            <p:nvPr/>
          </p:nvSpPr>
          <p:spPr>
            <a:xfrm rot="0">
              <a:off x="712" y="34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68" name=""/>
            <p:cNvSpPr/>
            <p:nvPr/>
          </p:nvSpPr>
          <p:spPr>
            <a:xfrm rot="0">
              <a:off x="689" y="3491"/>
              <a:ext cx="29" cy="24"/>
            </a:xfrm>
            <a:custGeom>
              <a:avLst/>
              <a:ahLst/>
              <a:rect l="0" t="0" r="r" b="b"/>
              <a:pathLst>
                <a:path w="86" h="73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7" y="73"/>
                  </a:lnTo>
                  <a:lnTo>
                    <a:pt x="51" y="60"/>
                  </a:lnTo>
                  <a:lnTo>
                    <a:pt x="86" y="47"/>
                  </a:lnTo>
                  <a:lnTo>
                    <a:pt x="6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69" name=""/>
            <p:cNvSpPr/>
            <p:nvPr/>
          </p:nvSpPr>
          <p:spPr>
            <a:xfrm rot="0">
              <a:off x="689" y="3491"/>
              <a:ext cx="29" cy="24"/>
            </a:xfrm>
            <a:custGeom>
              <a:avLst/>
              <a:ahLst/>
              <a:rect l="0" t="0" r="r" b="b"/>
              <a:pathLst>
                <a:path w="86" h="73">
                  <a:moveTo>
                    <a:pt x="68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7" y="73"/>
                  </a:lnTo>
                  <a:lnTo>
                    <a:pt x="51" y="60"/>
                  </a:lnTo>
                  <a:lnTo>
                    <a:pt x="86" y="47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70" name=""/>
            <p:cNvSpPr/>
            <p:nvPr/>
          </p:nvSpPr>
          <p:spPr>
            <a:xfrm rot="0">
              <a:off x="695" y="3511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34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71" name=""/>
            <p:cNvSpPr/>
            <p:nvPr/>
          </p:nvSpPr>
          <p:spPr>
            <a:xfrm rot="0">
              <a:off x="695" y="35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72" name=""/>
            <p:cNvSpPr/>
            <p:nvPr/>
          </p:nvSpPr>
          <p:spPr>
            <a:xfrm rot="0">
              <a:off x="695" y="3507"/>
              <a:ext cx="28" cy="24"/>
            </a:xfrm>
            <a:custGeom>
              <a:avLst/>
              <a:ahLst/>
              <a:rect l="0" t="0" r="r" b="b"/>
              <a:pathLst>
                <a:path w="86" h="72">
                  <a:moveTo>
                    <a:pt x="69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7" y="72"/>
                  </a:lnTo>
                  <a:lnTo>
                    <a:pt x="51" y="59"/>
                  </a:lnTo>
                  <a:lnTo>
                    <a:pt x="86" y="46"/>
                  </a:lnTo>
                  <a:lnTo>
                    <a:pt x="6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73" name=""/>
            <p:cNvSpPr/>
            <p:nvPr/>
          </p:nvSpPr>
          <p:spPr>
            <a:xfrm rot="0">
              <a:off x="695" y="3507"/>
              <a:ext cx="28" cy="24"/>
            </a:xfrm>
            <a:custGeom>
              <a:avLst/>
              <a:ahLst/>
              <a:rect l="0" t="0" r="r" b="b"/>
              <a:pathLst>
                <a:path w="86" h="72">
                  <a:moveTo>
                    <a:pt x="69" y="0"/>
                  </a:moveTo>
                  <a:lnTo>
                    <a:pt x="34" y="13"/>
                  </a:lnTo>
                  <a:lnTo>
                    <a:pt x="0" y="26"/>
                  </a:lnTo>
                  <a:lnTo>
                    <a:pt x="17" y="72"/>
                  </a:lnTo>
                  <a:lnTo>
                    <a:pt x="51" y="59"/>
                  </a:lnTo>
                  <a:lnTo>
                    <a:pt x="86" y="46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74" name=""/>
            <p:cNvSpPr/>
            <p:nvPr/>
          </p:nvSpPr>
          <p:spPr>
            <a:xfrm rot="0">
              <a:off x="712" y="3522"/>
              <a:ext cx="11" cy="4"/>
            </a:xfrm>
            <a:custGeom>
              <a:avLst/>
              <a:ahLst/>
              <a:rect l="0" t="0" r="r" b="b"/>
              <a:pathLst>
                <a:path w="35" h="13">
                  <a:moveTo>
                    <a:pt x="0" y="13"/>
                  </a:moveTo>
                  <a:lnTo>
                    <a:pt x="35" y="0"/>
                  </a:lnTo>
                  <a:lnTo>
                    <a:pt x="35" y="1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75" name=""/>
            <p:cNvSpPr/>
            <p:nvPr/>
          </p:nvSpPr>
          <p:spPr>
            <a:xfrm rot="0">
              <a:off x="723" y="3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76" name=""/>
            <p:cNvSpPr/>
            <p:nvPr/>
          </p:nvSpPr>
          <p:spPr>
            <a:xfrm rot="0">
              <a:off x="700" y="3522"/>
              <a:ext cx="28" cy="24"/>
            </a:xfrm>
            <a:custGeom>
              <a:avLst/>
              <a:ahLst/>
              <a:rect l="0" t="0" r="r" b="b"/>
              <a:pathLst>
                <a:path w="84" h="70">
                  <a:moveTo>
                    <a:pt x="69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6" y="70"/>
                  </a:lnTo>
                  <a:lnTo>
                    <a:pt x="50" y="59"/>
                  </a:lnTo>
                  <a:lnTo>
                    <a:pt x="84" y="47"/>
                  </a:lnTo>
                  <a:lnTo>
                    <a:pt x="6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77" name=""/>
            <p:cNvSpPr/>
            <p:nvPr/>
          </p:nvSpPr>
          <p:spPr>
            <a:xfrm rot="0">
              <a:off x="700" y="3522"/>
              <a:ext cx="28" cy="24"/>
            </a:xfrm>
            <a:custGeom>
              <a:avLst/>
              <a:ahLst/>
              <a:rect l="0" t="0" r="r" b="b"/>
              <a:pathLst>
                <a:path w="84" h="70">
                  <a:moveTo>
                    <a:pt x="69" y="0"/>
                  </a:moveTo>
                  <a:lnTo>
                    <a:pt x="34" y="12"/>
                  </a:lnTo>
                  <a:lnTo>
                    <a:pt x="0" y="23"/>
                  </a:lnTo>
                  <a:lnTo>
                    <a:pt x="16" y="70"/>
                  </a:lnTo>
                  <a:lnTo>
                    <a:pt x="50" y="59"/>
                  </a:lnTo>
                  <a:lnTo>
                    <a:pt x="84" y="47"/>
                  </a:lnTo>
                  <a:lnTo>
                    <a:pt x="6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78" name=""/>
            <p:cNvSpPr/>
            <p:nvPr/>
          </p:nvSpPr>
          <p:spPr>
            <a:xfrm rot="0">
              <a:off x="717" y="3538"/>
              <a:ext cx="12" cy="4"/>
            </a:xfrm>
            <a:custGeom>
              <a:avLst/>
              <a:ahLst/>
              <a:rect l="0" t="0" r="r" b="b"/>
              <a:pathLst>
                <a:path w="36" h="12">
                  <a:moveTo>
                    <a:pt x="0" y="12"/>
                  </a:moveTo>
                  <a:lnTo>
                    <a:pt x="34" y="0"/>
                  </a:lnTo>
                  <a:lnTo>
                    <a:pt x="36" y="2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79" name=""/>
            <p:cNvSpPr/>
            <p:nvPr/>
          </p:nvSpPr>
          <p:spPr>
            <a:xfrm rot="0">
              <a:off x="728" y="35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80" name=""/>
            <p:cNvSpPr/>
            <p:nvPr/>
          </p:nvSpPr>
          <p:spPr>
            <a:xfrm rot="0">
              <a:off x="705" y="3539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72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13" y="67"/>
                  </a:lnTo>
                  <a:lnTo>
                    <a:pt x="49" y="57"/>
                  </a:lnTo>
                  <a:lnTo>
                    <a:pt x="84" y="47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81" name=""/>
            <p:cNvSpPr/>
            <p:nvPr/>
          </p:nvSpPr>
          <p:spPr>
            <a:xfrm rot="0">
              <a:off x="705" y="3539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72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13" y="67"/>
                  </a:lnTo>
                  <a:lnTo>
                    <a:pt x="49" y="57"/>
                  </a:lnTo>
                  <a:lnTo>
                    <a:pt x="84" y="47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82" name=""/>
            <p:cNvSpPr/>
            <p:nvPr/>
          </p:nvSpPr>
          <p:spPr>
            <a:xfrm rot="0">
              <a:off x="709" y="3554"/>
              <a:ext cx="28" cy="23"/>
            </a:xfrm>
            <a:custGeom>
              <a:avLst/>
              <a:ahLst/>
              <a:rect l="0" t="0" r="r" b="b"/>
              <a:pathLst>
                <a:path w="84" h="67">
                  <a:moveTo>
                    <a:pt x="71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13" y="67"/>
                  </a:lnTo>
                  <a:lnTo>
                    <a:pt x="49" y="57"/>
                  </a:lnTo>
                  <a:lnTo>
                    <a:pt x="84" y="47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83" name=""/>
            <p:cNvSpPr/>
            <p:nvPr/>
          </p:nvSpPr>
          <p:spPr>
            <a:xfrm rot="0">
              <a:off x="709" y="3554"/>
              <a:ext cx="28" cy="23"/>
            </a:xfrm>
            <a:custGeom>
              <a:avLst/>
              <a:ahLst/>
              <a:rect l="0" t="0" r="r" b="b"/>
              <a:pathLst>
                <a:path w="84" h="67">
                  <a:moveTo>
                    <a:pt x="71" y="0"/>
                  </a:moveTo>
                  <a:lnTo>
                    <a:pt x="36" y="10"/>
                  </a:lnTo>
                  <a:lnTo>
                    <a:pt x="0" y="20"/>
                  </a:lnTo>
                  <a:lnTo>
                    <a:pt x="13" y="67"/>
                  </a:lnTo>
                  <a:lnTo>
                    <a:pt x="49" y="57"/>
                  </a:lnTo>
                  <a:lnTo>
                    <a:pt x="84" y="4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84" name=""/>
            <p:cNvSpPr/>
            <p:nvPr/>
          </p:nvSpPr>
          <p:spPr>
            <a:xfrm rot="0">
              <a:off x="726" y="3570"/>
              <a:ext cx="11" cy="3"/>
            </a:xfrm>
            <a:custGeom>
              <a:avLst/>
              <a:ahLst/>
              <a:rect l="0" t="0" r="r" b="b"/>
              <a:pathLst>
                <a:path w="35" h="10">
                  <a:moveTo>
                    <a:pt x="0" y="10"/>
                  </a:moveTo>
                  <a:lnTo>
                    <a:pt x="35" y="0"/>
                  </a:lnTo>
                  <a:lnTo>
                    <a:pt x="35" y="3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85" name=""/>
            <p:cNvSpPr/>
            <p:nvPr/>
          </p:nvSpPr>
          <p:spPr>
            <a:xfrm rot="0">
              <a:off x="737" y="35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86" name=""/>
            <p:cNvSpPr/>
            <p:nvPr/>
          </p:nvSpPr>
          <p:spPr>
            <a:xfrm rot="0">
              <a:off x="714" y="3571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10" y="61"/>
                  </a:lnTo>
                  <a:lnTo>
                    <a:pt x="46" y="54"/>
                  </a:lnTo>
                  <a:lnTo>
                    <a:pt x="81" y="47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87" name=""/>
            <p:cNvSpPr/>
            <p:nvPr/>
          </p:nvSpPr>
          <p:spPr>
            <a:xfrm rot="0">
              <a:off x="714" y="3571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71" y="0"/>
                  </a:moveTo>
                  <a:lnTo>
                    <a:pt x="36" y="7"/>
                  </a:lnTo>
                  <a:lnTo>
                    <a:pt x="0" y="14"/>
                  </a:lnTo>
                  <a:lnTo>
                    <a:pt x="10" y="61"/>
                  </a:lnTo>
                  <a:lnTo>
                    <a:pt x="46" y="54"/>
                  </a:lnTo>
                  <a:lnTo>
                    <a:pt x="81" y="47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88" name=""/>
            <p:cNvSpPr/>
            <p:nvPr/>
          </p:nvSpPr>
          <p:spPr>
            <a:xfrm rot="0">
              <a:off x="729" y="3587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0" y="7"/>
                  </a:moveTo>
                  <a:lnTo>
                    <a:pt x="35" y="0"/>
                  </a:lnTo>
                  <a:lnTo>
                    <a:pt x="35" y="1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89" name=""/>
            <p:cNvSpPr/>
            <p:nvPr/>
          </p:nvSpPr>
          <p:spPr>
            <a:xfrm rot="0">
              <a:off x="741" y="35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90" name=""/>
            <p:cNvSpPr/>
            <p:nvPr/>
          </p:nvSpPr>
          <p:spPr>
            <a:xfrm rot="0">
              <a:off x="717" y="3587"/>
              <a:ext cx="25" cy="12"/>
            </a:xfrm>
            <a:custGeom>
              <a:avLst/>
              <a:ahLst/>
              <a:rect l="0" t="0" r="r" b="b"/>
              <a:pathLst>
                <a:path w="76" h="36">
                  <a:moveTo>
                    <a:pt x="71" y="0"/>
                  </a:moveTo>
                  <a:lnTo>
                    <a:pt x="36" y="6"/>
                  </a:lnTo>
                  <a:lnTo>
                    <a:pt x="0" y="11"/>
                  </a:lnTo>
                  <a:lnTo>
                    <a:pt x="4" y="36"/>
                  </a:lnTo>
                  <a:lnTo>
                    <a:pt x="40" y="30"/>
                  </a:lnTo>
                  <a:lnTo>
                    <a:pt x="76" y="24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91" name=""/>
            <p:cNvSpPr/>
            <p:nvPr/>
          </p:nvSpPr>
          <p:spPr>
            <a:xfrm rot="0">
              <a:off x="717" y="3587"/>
              <a:ext cx="25" cy="12"/>
            </a:xfrm>
            <a:custGeom>
              <a:avLst/>
              <a:ahLst/>
              <a:rect l="0" t="0" r="r" b="b"/>
              <a:pathLst>
                <a:path w="76" h="36">
                  <a:moveTo>
                    <a:pt x="71" y="0"/>
                  </a:moveTo>
                  <a:lnTo>
                    <a:pt x="36" y="6"/>
                  </a:lnTo>
                  <a:lnTo>
                    <a:pt x="0" y="11"/>
                  </a:lnTo>
                  <a:lnTo>
                    <a:pt x="4" y="36"/>
                  </a:lnTo>
                  <a:lnTo>
                    <a:pt x="40" y="30"/>
                  </a:lnTo>
                  <a:lnTo>
                    <a:pt x="76" y="24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92" name=""/>
            <p:cNvSpPr/>
            <p:nvPr/>
          </p:nvSpPr>
          <p:spPr>
            <a:xfrm rot="0">
              <a:off x="718" y="3595"/>
              <a:ext cx="26" cy="12"/>
            </a:xfrm>
            <a:custGeom>
              <a:avLst/>
              <a:ahLst/>
              <a:rect l="0" t="0" r="r" b="b"/>
              <a:pathLst>
                <a:path w="76" h="36">
                  <a:moveTo>
                    <a:pt x="72" y="0"/>
                  </a:moveTo>
                  <a:lnTo>
                    <a:pt x="36" y="6"/>
                  </a:lnTo>
                  <a:lnTo>
                    <a:pt x="0" y="12"/>
                  </a:lnTo>
                  <a:lnTo>
                    <a:pt x="5" y="36"/>
                  </a:lnTo>
                  <a:lnTo>
                    <a:pt x="40" y="30"/>
                  </a:lnTo>
                  <a:lnTo>
                    <a:pt x="76" y="24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93" name=""/>
            <p:cNvSpPr/>
            <p:nvPr/>
          </p:nvSpPr>
          <p:spPr>
            <a:xfrm rot="0">
              <a:off x="718" y="3595"/>
              <a:ext cx="26" cy="12"/>
            </a:xfrm>
            <a:custGeom>
              <a:avLst/>
              <a:ahLst/>
              <a:rect l="0" t="0" r="r" b="b"/>
              <a:pathLst>
                <a:path w="76" h="36">
                  <a:moveTo>
                    <a:pt x="72" y="0"/>
                  </a:moveTo>
                  <a:lnTo>
                    <a:pt x="36" y="6"/>
                  </a:lnTo>
                  <a:lnTo>
                    <a:pt x="0" y="12"/>
                  </a:lnTo>
                  <a:lnTo>
                    <a:pt x="5" y="36"/>
                  </a:lnTo>
                  <a:lnTo>
                    <a:pt x="40" y="30"/>
                  </a:lnTo>
                  <a:lnTo>
                    <a:pt x="76" y="24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94" name=""/>
            <p:cNvSpPr/>
            <p:nvPr/>
          </p:nvSpPr>
          <p:spPr>
            <a:xfrm rot="0">
              <a:off x="732" y="3603"/>
              <a:ext cx="12" cy="2"/>
            </a:xfrm>
            <a:custGeom>
              <a:avLst/>
              <a:ahLst/>
              <a:rect l="0" t="0" r="r" b="b"/>
              <a:pathLst>
                <a:path w="36" h="6">
                  <a:moveTo>
                    <a:pt x="0" y="6"/>
                  </a:moveTo>
                  <a:lnTo>
                    <a:pt x="36" y="0"/>
                  </a:lnTo>
                  <a:lnTo>
                    <a:pt x="36" y="2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95" name=""/>
            <p:cNvSpPr/>
            <p:nvPr/>
          </p:nvSpPr>
          <p:spPr>
            <a:xfrm rot="0">
              <a:off x="744" y="3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96" name=""/>
            <p:cNvSpPr/>
            <p:nvPr/>
          </p:nvSpPr>
          <p:spPr>
            <a:xfrm rot="0">
              <a:off x="720" y="3604"/>
              <a:ext cx="25" cy="10"/>
            </a:xfrm>
            <a:custGeom>
              <a:avLst/>
              <a:ahLst/>
              <a:rect l="0" t="0" r="r" b="b"/>
              <a:pathLst>
                <a:path w="74" h="31">
                  <a:moveTo>
                    <a:pt x="71" y="0"/>
                  </a:moveTo>
                  <a:lnTo>
                    <a:pt x="35" y="4"/>
                  </a:lnTo>
                  <a:lnTo>
                    <a:pt x="0" y="8"/>
                  </a:lnTo>
                  <a:lnTo>
                    <a:pt x="2" y="31"/>
                  </a:lnTo>
                  <a:lnTo>
                    <a:pt x="38" y="27"/>
                  </a:lnTo>
                  <a:lnTo>
                    <a:pt x="74" y="23"/>
                  </a:lnTo>
                  <a:lnTo>
                    <a:pt x="7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97" name=""/>
            <p:cNvSpPr/>
            <p:nvPr/>
          </p:nvSpPr>
          <p:spPr>
            <a:xfrm rot="0">
              <a:off x="720" y="3604"/>
              <a:ext cx="25" cy="10"/>
            </a:xfrm>
            <a:custGeom>
              <a:avLst/>
              <a:ahLst/>
              <a:rect l="0" t="0" r="r" b="b"/>
              <a:pathLst>
                <a:path w="74" h="31">
                  <a:moveTo>
                    <a:pt x="71" y="0"/>
                  </a:moveTo>
                  <a:lnTo>
                    <a:pt x="35" y="4"/>
                  </a:lnTo>
                  <a:lnTo>
                    <a:pt x="0" y="8"/>
                  </a:lnTo>
                  <a:lnTo>
                    <a:pt x="2" y="31"/>
                  </a:lnTo>
                  <a:lnTo>
                    <a:pt x="38" y="27"/>
                  </a:lnTo>
                  <a:lnTo>
                    <a:pt x="74" y="23"/>
                  </a:lnTo>
                  <a:lnTo>
                    <a:pt x="7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098" name=""/>
            <p:cNvSpPr/>
            <p:nvPr/>
          </p:nvSpPr>
          <p:spPr>
            <a:xfrm rot="0">
              <a:off x="733" y="3611"/>
              <a:ext cx="12" cy="2"/>
            </a:xfrm>
            <a:custGeom>
              <a:avLst/>
              <a:ahLst/>
              <a:rect l="0" t="0" r="r" b="b"/>
              <a:pathLst>
                <a:path w="36" h="4">
                  <a:moveTo>
                    <a:pt x="0" y="4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099" name=""/>
            <p:cNvSpPr/>
            <p:nvPr/>
          </p:nvSpPr>
          <p:spPr>
            <a:xfrm rot="0">
              <a:off x="745" y="36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00" name=""/>
            <p:cNvSpPr/>
            <p:nvPr/>
          </p:nvSpPr>
          <p:spPr>
            <a:xfrm rot="0">
              <a:off x="721" y="3611"/>
              <a:ext cx="25" cy="11"/>
            </a:xfrm>
            <a:custGeom>
              <a:avLst/>
              <a:ahLst/>
              <a:rect l="0" t="0" r="r" b="b"/>
              <a:pathLst>
                <a:path w="75" h="32">
                  <a:moveTo>
                    <a:pt x="72" y="0"/>
                  </a:moveTo>
                  <a:lnTo>
                    <a:pt x="36" y="4"/>
                  </a:lnTo>
                  <a:lnTo>
                    <a:pt x="0" y="8"/>
                  </a:lnTo>
                  <a:lnTo>
                    <a:pt x="3" y="32"/>
                  </a:lnTo>
                  <a:lnTo>
                    <a:pt x="39" y="28"/>
                  </a:lnTo>
                  <a:lnTo>
                    <a:pt x="75" y="24"/>
                  </a:lnTo>
                  <a:lnTo>
                    <a:pt x="7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01" name=""/>
            <p:cNvSpPr/>
            <p:nvPr/>
          </p:nvSpPr>
          <p:spPr>
            <a:xfrm rot="0">
              <a:off x="721" y="3611"/>
              <a:ext cx="25" cy="11"/>
            </a:xfrm>
            <a:custGeom>
              <a:avLst/>
              <a:ahLst/>
              <a:rect l="0" t="0" r="r" b="b"/>
              <a:pathLst>
                <a:path w="75" h="32">
                  <a:moveTo>
                    <a:pt x="72" y="0"/>
                  </a:moveTo>
                  <a:lnTo>
                    <a:pt x="36" y="4"/>
                  </a:lnTo>
                  <a:lnTo>
                    <a:pt x="0" y="8"/>
                  </a:lnTo>
                  <a:lnTo>
                    <a:pt x="3" y="32"/>
                  </a:lnTo>
                  <a:lnTo>
                    <a:pt x="39" y="28"/>
                  </a:lnTo>
                  <a:lnTo>
                    <a:pt x="75" y="24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02" name=""/>
            <p:cNvSpPr/>
            <p:nvPr/>
          </p:nvSpPr>
          <p:spPr>
            <a:xfrm rot="0">
              <a:off x="722" y="3619"/>
              <a:ext cx="24" cy="14"/>
            </a:xfrm>
            <a:custGeom>
              <a:avLst/>
              <a:ahLst/>
              <a:rect l="0" t="0" r="r" b="b"/>
              <a:pathLst>
                <a:path w="72" h="40">
                  <a:moveTo>
                    <a:pt x="36" y="4"/>
                  </a:moveTo>
                  <a:lnTo>
                    <a:pt x="72" y="0"/>
                  </a:lnTo>
                  <a:lnTo>
                    <a:pt x="72" y="11"/>
                  </a:lnTo>
                  <a:lnTo>
                    <a:pt x="67" y="21"/>
                  </a:lnTo>
                  <a:lnTo>
                    <a:pt x="60" y="31"/>
                  </a:lnTo>
                  <a:lnTo>
                    <a:pt x="52" y="37"/>
                  </a:lnTo>
                  <a:lnTo>
                    <a:pt x="40" y="40"/>
                  </a:lnTo>
                  <a:lnTo>
                    <a:pt x="29" y="40"/>
                  </a:lnTo>
                  <a:lnTo>
                    <a:pt x="19" y="35"/>
                  </a:lnTo>
                  <a:lnTo>
                    <a:pt x="9" y="28"/>
                  </a:lnTo>
                  <a:lnTo>
                    <a:pt x="3" y="20"/>
                  </a:lnTo>
                  <a:lnTo>
                    <a:pt x="0" y="8"/>
                  </a:lnTo>
                  <a:lnTo>
                    <a:pt x="36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03" name=""/>
            <p:cNvSpPr/>
            <p:nvPr/>
          </p:nvSpPr>
          <p:spPr>
            <a:xfrm rot="0">
              <a:off x="722" y="3619"/>
              <a:ext cx="24" cy="14"/>
            </a:xfrm>
            <a:custGeom>
              <a:avLst/>
              <a:ahLst/>
              <a:rect l="0" t="0" r="r" b="b"/>
              <a:pathLst>
                <a:path w="72" h="40">
                  <a:moveTo>
                    <a:pt x="72" y="0"/>
                  </a:moveTo>
                  <a:lnTo>
                    <a:pt x="72" y="11"/>
                  </a:lnTo>
                  <a:lnTo>
                    <a:pt x="67" y="21"/>
                  </a:lnTo>
                  <a:lnTo>
                    <a:pt x="60" y="31"/>
                  </a:lnTo>
                  <a:lnTo>
                    <a:pt x="52" y="37"/>
                  </a:lnTo>
                  <a:lnTo>
                    <a:pt x="40" y="40"/>
                  </a:lnTo>
                  <a:lnTo>
                    <a:pt x="29" y="40"/>
                  </a:lnTo>
                  <a:lnTo>
                    <a:pt x="19" y="35"/>
                  </a:lnTo>
                  <a:lnTo>
                    <a:pt x="9" y="28"/>
                  </a:lnTo>
                  <a:lnTo>
                    <a:pt x="3" y="2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04" name=""/>
            <p:cNvSpPr/>
            <p:nvPr/>
          </p:nvSpPr>
          <p:spPr>
            <a:xfrm rot="0">
              <a:off x="359" y="3318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05" name=""/>
            <p:cNvSpPr/>
            <p:nvPr/>
          </p:nvSpPr>
          <p:spPr>
            <a:xfrm rot="0">
              <a:off x="359" y="3318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5"/>
                  </a:lnTo>
                  <a:lnTo>
                    <a:pt x="6" y="15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5"/>
                  </a:lnTo>
                  <a:lnTo>
                    <a:pt x="70" y="25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06" name=""/>
            <p:cNvSpPr/>
            <p:nvPr/>
          </p:nvSpPr>
          <p:spPr>
            <a:xfrm rot="0">
              <a:off x="359" y="3330"/>
              <a:ext cx="24" cy="129"/>
            </a:xfrm>
            <a:custGeom>
              <a:avLst/>
              <a:ahLst/>
              <a:rect l="0" t="0" r="r" b="b"/>
              <a:pathLst>
                <a:path w="73" h="38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87"/>
                  </a:lnTo>
                  <a:lnTo>
                    <a:pt x="36" y="387"/>
                  </a:lnTo>
                  <a:lnTo>
                    <a:pt x="73" y="387"/>
                  </a:lnTo>
                  <a:lnTo>
                    <a:pt x="7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07" name=""/>
            <p:cNvSpPr/>
            <p:nvPr/>
          </p:nvSpPr>
          <p:spPr>
            <a:xfrm rot="0">
              <a:off x="359" y="3330"/>
              <a:ext cx="24" cy="129"/>
            </a:xfrm>
            <a:custGeom>
              <a:avLst/>
              <a:ahLst/>
              <a:rect l="0" t="0" r="r" b="b"/>
              <a:pathLst>
                <a:path w="73" h="387">
                  <a:moveTo>
                    <a:pt x="73" y="0"/>
                  </a:moveTo>
                  <a:lnTo>
                    <a:pt x="36" y="0"/>
                  </a:lnTo>
                  <a:lnTo>
                    <a:pt x="0" y="0"/>
                  </a:lnTo>
                  <a:lnTo>
                    <a:pt x="0" y="387"/>
                  </a:lnTo>
                  <a:lnTo>
                    <a:pt x="36" y="387"/>
                  </a:lnTo>
                  <a:lnTo>
                    <a:pt x="73" y="387"/>
                  </a:lnTo>
                  <a:lnTo>
                    <a:pt x="7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08" name=""/>
            <p:cNvSpPr/>
            <p:nvPr/>
          </p:nvSpPr>
          <p:spPr>
            <a:xfrm rot="0">
              <a:off x="359" y="3459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09" name=""/>
            <p:cNvSpPr/>
            <p:nvPr/>
          </p:nvSpPr>
          <p:spPr>
            <a:xfrm rot="0">
              <a:off x="359" y="3459"/>
              <a:ext cx="24" cy="12"/>
            </a:xfrm>
            <a:custGeom>
              <a:avLst/>
              <a:ahLst/>
              <a:rect l="0" t="0" r="r" b="b"/>
              <a:pathLst>
                <a:path w="73" h="36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30"/>
                  </a:lnTo>
                  <a:lnTo>
                    <a:pt x="47" y="34"/>
                  </a:lnTo>
                  <a:lnTo>
                    <a:pt x="36" y="36"/>
                  </a:lnTo>
                  <a:lnTo>
                    <a:pt x="24" y="34"/>
                  </a:lnTo>
                  <a:lnTo>
                    <a:pt x="14" y="30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10" name=""/>
            <p:cNvSpPr/>
            <p:nvPr/>
          </p:nvSpPr>
          <p:spPr>
            <a:xfrm rot="0">
              <a:off x="371" y="3318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11" name=""/>
            <p:cNvSpPr/>
            <p:nvPr/>
          </p:nvSpPr>
          <p:spPr>
            <a:xfrm rot="0">
              <a:off x="371" y="3318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12" name=""/>
            <p:cNvSpPr/>
            <p:nvPr/>
          </p:nvSpPr>
          <p:spPr>
            <a:xfrm rot="0">
              <a:off x="259" y="3318"/>
              <a:ext cx="112" cy="24"/>
            </a:xfrm>
            <a:custGeom>
              <a:avLst/>
              <a:ahLst/>
              <a:rect l="0" t="0" r="r" b="b"/>
              <a:pathLst>
                <a:path w="335" h="72">
                  <a:moveTo>
                    <a:pt x="335" y="72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335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13" name=""/>
            <p:cNvSpPr/>
            <p:nvPr/>
          </p:nvSpPr>
          <p:spPr>
            <a:xfrm rot="0">
              <a:off x="259" y="3318"/>
              <a:ext cx="112" cy="24"/>
            </a:xfrm>
            <a:custGeom>
              <a:avLst/>
              <a:ahLst/>
              <a:rect l="0" t="0" r="r" b="b"/>
              <a:pathLst>
                <a:path w="335" h="72">
                  <a:moveTo>
                    <a:pt x="335" y="72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335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14" name=""/>
            <p:cNvSpPr/>
            <p:nvPr/>
          </p:nvSpPr>
          <p:spPr>
            <a:xfrm rot="0">
              <a:off x="247" y="3318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15" name=""/>
            <p:cNvSpPr/>
            <p:nvPr/>
          </p:nvSpPr>
          <p:spPr>
            <a:xfrm rot="0">
              <a:off x="247" y="3318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18" name=""/>
          <p:cNvGrpSpPr/>
          <p:nvPr/>
        </p:nvGrpSpPr>
        <p:grpSpPr>
          <a:xfrm rot="0">
            <a:off x="392112" y="5472112"/>
            <a:ext cx="779462" cy="755650"/>
            <a:chOff x="247" y="3447"/>
            <a:chExt cx="491" cy="476"/>
          </a:xfrm>
        </p:grpSpPr>
        <p:sp>
          <p:nvSpPr>
            <p:cNvPr id="1074116" name=""/>
            <p:cNvSpPr/>
            <p:nvPr/>
          </p:nvSpPr>
          <p:spPr>
            <a:xfrm rot="0">
              <a:off x="371" y="344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17" name=""/>
            <p:cNvSpPr/>
            <p:nvPr/>
          </p:nvSpPr>
          <p:spPr>
            <a:xfrm rot="0">
              <a:off x="371" y="3447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18" name=""/>
            <p:cNvSpPr/>
            <p:nvPr/>
          </p:nvSpPr>
          <p:spPr>
            <a:xfrm rot="0">
              <a:off x="259" y="3447"/>
              <a:ext cx="112" cy="24"/>
            </a:xfrm>
            <a:custGeom>
              <a:avLst/>
              <a:ahLst/>
              <a:rect l="0" t="0" r="r" b="b"/>
              <a:pathLst>
                <a:path w="335" h="73">
                  <a:moveTo>
                    <a:pt x="335" y="73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335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19" name=""/>
            <p:cNvSpPr/>
            <p:nvPr/>
          </p:nvSpPr>
          <p:spPr>
            <a:xfrm rot="0">
              <a:off x="259" y="3447"/>
              <a:ext cx="112" cy="24"/>
            </a:xfrm>
            <a:custGeom>
              <a:avLst/>
              <a:ahLst/>
              <a:rect l="0" t="0" r="r" b="b"/>
              <a:pathLst>
                <a:path w="335" h="73">
                  <a:moveTo>
                    <a:pt x="335" y="73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335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20" name=""/>
            <p:cNvSpPr/>
            <p:nvPr/>
          </p:nvSpPr>
          <p:spPr>
            <a:xfrm rot="0">
              <a:off x="247" y="344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21" name=""/>
            <p:cNvSpPr/>
            <p:nvPr/>
          </p:nvSpPr>
          <p:spPr>
            <a:xfrm rot="0">
              <a:off x="247" y="3447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22" name=""/>
            <p:cNvSpPr/>
            <p:nvPr/>
          </p:nvSpPr>
          <p:spPr>
            <a:xfrm rot="0">
              <a:off x="371" y="3770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37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23" name=""/>
            <p:cNvSpPr/>
            <p:nvPr/>
          </p:nvSpPr>
          <p:spPr>
            <a:xfrm rot="0">
              <a:off x="371" y="3770"/>
              <a:ext cx="12" cy="24"/>
            </a:xfrm>
            <a:custGeom>
              <a:avLst/>
              <a:ahLst/>
              <a:rect l="0" t="0" r="r" b="b"/>
              <a:pathLst>
                <a:path w="37" h="73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0" y="16"/>
                  </a:lnTo>
                  <a:lnTo>
                    <a:pt x="34" y="26"/>
                  </a:lnTo>
                  <a:lnTo>
                    <a:pt x="37" y="37"/>
                  </a:lnTo>
                  <a:lnTo>
                    <a:pt x="34" y="49"/>
                  </a:lnTo>
                  <a:lnTo>
                    <a:pt x="30" y="59"/>
                  </a:lnTo>
                  <a:lnTo>
                    <a:pt x="21" y="67"/>
                  </a:lnTo>
                  <a:lnTo>
                    <a:pt x="11" y="71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24" name=""/>
            <p:cNvSpPr/>
            <p:nvPr/>
          </p:nvSpPr>
          <p:spPr>
            <a:xfrm rot="0">
              <a:off x="259" y="3770"/>
              <a:ext cx="112" cy="24"/>
            </a:xfrm>
            <a:custGeom>
              <a:avLst/>
              <a:ahLst/>
              <a:rect l="0" t="0" r="r" b="b"/>
              <a:pathLst>
                <a:path w="335" h="73">
                  <a:moveTo>
                    <a:pt x="335" y="73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335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25" name=""/>
            <p:cNvSpPr/>
            <p:nvPr/>
          </p:nvSpPr>
          <p:spPr>
            <a:xfrm rot="0">
              <a:off x="259" y="3770"/>
              <a:ext cx="112" cy="24"/>
            </a:xfrm>
            <a:custGeom>
              <a:avLst/>
              <a:ahLst/>
              <a:rect l="0" t="0" r="r" b="b"/>
              <a:pathLst>
                <a:path w="335" h="73">
                  <a:moveTo>
                    <a:pt x="335" y="73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3"/>
                  </a:lnTo>
                  <a:lnTo>
                    <a:pt x="335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26" name=""/>
            <p:cNvSpPr/>
            <p:nvPr/>
          </p:nvSpPr>
          <p:spPr>
            <a:xfrm rot="0">
              <a:off x="247" y="3770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37"/>
                  </a:moveTo>
                  <a:lnTo>
                    <a:pt x="36" y="73"/>
                  </a:ln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27" name=""/>
            <p:cNvSpPr/>
            <p:nvPr/>
          </p:nvSpPr>
          <p:spPr>
            <a:xfrm rot="0">
              <a:off x="247" y="3770"/>
              <a:ext cx="12" cy="24"/>
            </a:xfrm>
            <a:custGeom>
              <a:avLst/>
              <a:ahLst/>
              <a:rect l="0" t="0" r="r" b="b"/>
              <a:pathLst>
                <a:path w="36" h="73">
                  <a:moveTo>
                    <a:pt x="36" y="73"/>
                  </a:moveTo>
                  <a:lnTo>
                    <a:pt x="25" y="71"/>
                  </a:lnTo>
                  <a:lnTo>
                    <a:pt x="15" y="67"/>
                  </a:lnTo>
                  <a:lnTo>
                    <a:pt x="6" y="59"/>
                  </a:lnTo>
                  <a:lnTo>
                    <a:pt x="2" y="49"/>
                  </a:ln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5" y="7"/>
                  </a:lnTo>
                  <a:lnTo>
                    <a:pt x="25" y="3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28" name=""/>
            <p:cNvSpPr/>
            <p:nvPr/>
          </p:nvSpPr>
          <p:spPr>
            <a:xfrm rot="0">
              <a:off x="371" y="389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37"/>
                  </a:moveTo>
                  <a:lnTo>
                    <a:pt x="0" y="0"/>
                  </a:ln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  <a:lnTo>
                    <a:pt x="0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29" name=""/>
            <p:cNvSpPr/>
            <p:nvPr/>
          </p:nvSpPr>
          <p:spPr>
            <a:xfrm rot="0">
              <a:off x="371" y="3899"/>
              <a:ext cx="12" cy="24"/>
            </a:xfrm>
            <a:custGeom>
              <a:avLst/>
              <a:ahLst/>
              <a:rect l="0" t="0" r="r" b="b"/>
              <a:pathLst>
                <a:path w="37" h="72">
                  <a:moveTo>
                    <a:pt x="0" y="0"/>
                  </a:moveTo>
                  <a:lnTo>
                    <a:pt x="11" y="2"/>
                  </a:lnTo>
                  <a:lnTo>
                    <a:pt x="21" y="7"/>
                  </a:lnTo>
                  <a:lnTo>
                    <a:pt x="30" y="15"/>
                  </a:lnTo>
                  <a:lnTo>
                    <a:pt x="34" y="25"/>
                  </a:lnTo>
                  <a:lnTo>
                    <a:pt x="37" y="37"/>
                  </a:lnTo>
                  <a:lnTo>
                    <a:pt x="34" y="48"/>
                  </a:lnTo>
                  <a:lnTo>
                    <a:pt x="30" y="58"/>
                  </a:lnTo>
                  <a:lnTo>
                    <a:pt x="21" y="66"/>
                  </a:lnTo>
                  <a:lnTo>
                    <a:pt x="11" y="71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30" name=""/>
            <p:cNvSpPr/>
            <p:nvPr/>
          </p:nvSpPr>
          <p:spPr>
            <a:xfrm rot="0">
              <a:off x="259" y="3899"/>
              <a:ext cx="112" cy="24"/>
            </a:xfrm>
            <a:custGeom>
              <a:avLst/>
              <a:ahLst/>
              <a:rect l="0" t="0" r="r" b="b"/>
              <a:pathLst>
                <a:path w="335" h="72">
                  <a:moveTo>
                    <a:pt x="335" y="72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335" y="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31" name=""/>
            <p:cNvSpPr/>
            <p:nvPr/>
          </p:nvSpPr>
          <p:spPr>
            <a:xfrm rot="0">
              <a:off x="259" y="3899"/>
              <a:ext cx="112" cy="24"/>
            </a:xfrm>
            <a:custGeom>
              <a:avLst/>
              <a:ahLst/>
              <a:rect l="0" t="0" r="r" b="b"/>
              <a:pathLst>
                <a:path w="335" h="72">
                  <a:moveTo>
                    <a:pt x="335" y="72"/>
                  </a:moveTo>
                  <a:lnTo>
                    <a:pt x="335" y="37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37"/>
                  </a:lnTo>
                  <a:lnTo>
                    <a:pt x="0" y="72"/>
                  </a:lnTo>
                  <a:lnTo>
                    <a:pt x="335" y="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32" name=""/>
            <p:cNvSpPr/>
            <p:nvPr/>
          </p:nvSpPr>
          <p:spPr>
            <a:xfrm rot="0">
              <a:off x="247" y="389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37"/>
                  </a:moveTo>
                  <a:lnTo>
                    <a:pt x="36" y="72"/>
                  </a:lnTo>
                  <a:lnTo>
                    <a:pt x="25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33" name=""/>
            <p:cNvSpPr/>
            <p:nvPr/>
          </p:nvSpPr>
          <p:spPr>
            <a:xfrm rot="0">
              <a:off x="247" y="3899"/>
              <a:ext cx="12" cy="24"/>
            </a:xfrm>
            <a:custGeom>
              <a:avLst/>
              <a:ahLst/>
              <a:rect l="0" t="0" r="r" b="b"/>
              <a:pathLst>
                <a:path w="36" h="72">
                  <a:moveTo>
                    <a:pt x="36" y="72"/>
                  </a:moveTo>
                  <a:lnTo>
                    <a:pt x="25" y="71"/>
                  </a:lnTo>
                  <a:lnTo>
                    <a:pt x="15" y="66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37"/>
                  </a:lnTo>
                  <a:lnTo>
                    <a:pt x="2" y="25"/>
                  </a:lnTo>
                  <a:lnTo>
                    <a:pt x="6" y="15"/>
                  </a:lnTo>
                  <a:lnTo>
                    <a:pt x="15" y="7"/>
                  </a:lnTo>
                  <a:lnTo>
                    <a:pt x="25" y="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34" name=""/>
            <p:cNvSpPr/>
            <p:nvPr/>
          </p:nvSpPr>
          <p:spPr>
            <a:xfrm rot="0">
              <a:off x="359" y="391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36" y="0"/>
                  </a:moveTo>
                  <a:lnTo>
                    <a:pt x="73" y="0"/>
                  </a:ln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35" name=""/>
            <p:cNvSpPr/>
            <p:nvPr/>
          </p:nvSpPr>
          <p:spPr>
            <a:xfrm rot="0">
              <a:off x="359" y="3911"/>
              <a:ext cx="24" cy="12"/>
            </a:xfrm>
            <a:custGeom>
              <a:avLst/>
              <a:ahLst/>
              <a:rect l="0" t="0" r="r" b="b"/>
              <a:pathLst>
                <a:path w="73" h="35">
                  <a:moveTo>
                    <a:pt x="73" y="0"/>
                  </a:moveTo>
                  <a:lnTo>
                    <a:pt x="70" y="11"/>
                  </a:lnTo>
                  <a:lnTo>
                    <a:pt x="66" y="21"/>
                  </a:lnTo>
                  <a:lnTo>
                    <a:pt x="57" y="29"/>
                  </a:lnTo>
                  <a:lnTo>
                    <a:pt x="47" y="34"/>
                  </a:lnTo>
                  <a:lnTo>
                    <a:pt x="36" y="35"/>
                  </a:lnTo>
                  <a:lnTo>
                    <a:pt x="24" y="34"/>
                  </a:lnTo>
                  <a:lnTo>
                    <a:pt x="14" y="29"/>
                  </a:lnTo>
                  <a:lnTo>
                    <a:pt x="6" y="21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36" name=""/>
            <p:cNvSpPr/>
            <p:nvPr/>
          </p:nvSpPr>
          <p:spPr>
            <a:xfrm rot="0">
              <a:off x="359" y="3782"/>
              <a:ext cx="24" cy="129"/>
            </a:xfrm>
            <a:custGeom>
              <a:avLst/>
              <a:ahLst/>
              <a:rect l="0" t="0" r="r" b="b"/>
              <a:pathLst>
                <a:path w="73" h="388">
                  <a:moveTo>
                    <a:pt x="0" y="388"/>
                  </a:moveTo>
                  <a:lnTo>
                    <a:pt x="36" y="388"/>
                  </a:lnTo>
                  <a:lnTo>
                    <a:pt x="73" y="388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8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37" name=""/>
            <p:cNvSpPr/>
            <p:nvPr/>
          </p:nvSpPr>
          <p:spPr>
            <a:xfrm rot="0">
              <a:off x="359" y="3782"/>
              <a:ext cx="24" cy="129"/>
            </a:xfrm>
            <a:custGeom>
              <a:avLst/>
              <a:ahLst/>
              <a:rect l="0" t="0" r="r" b="b"/>
              <a:pathLst>
                <a:path w="73" h="388">
                  <a:moveTo>
                    <a:pt x="0" y="388"/>
                  </a:moveTo>
                  <a:lnTo>
                    <a:pt x="36" y="388"/>
                  </a:lnTo>
                  <a:lnTo>
                    <a:pt x="73" y="388"/>
                  </a:lnTo>
                  <a:lnTo>
                    <a:pt x="73" y="0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8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38" name=""/>
            <p:cNvSpPr/>
            <p:nvPr/>
          </p:nvSpPr>
          <p:spPr>
            <a:xfrm rot="0">
              <a:off x="359" y="3770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36" y="37"/>
                  </a:moveTo>
                  <a:lnTo>
                    <a:pt x="0" y="37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  <a:lnTo>
                    <a:pt x="36" y="3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39" name=""/>
            <p:cNvSpPr/>
            <p:nvPr/>
          </p:nvSpPr>
          <p:spPr>
            <a:xfrm rot="0">
              <a:off x="359" y="3770"/>
              <a:ext cx="24" cy="12"/>
            </a:xfrm>
            <a:custGeom>
              <a:avLst/>
              <a:ahLst/>
              <a:rect l="0" t="0" r="r" b="b"/>
              <a:pathLst>
                <a:path w="73" h="37">
                  <a:moveTo>
                    <a:pt x="0" y="37"/>
                  </a:moveTo>
                  <a:lnTo>
                    <a:pt x="2" y="26"/>
                  </a:lnTo>
                  <a:lnTo>
                    <a:pt x="6" y="16"/>
                  </a:lnTo>
                  <a:lnTo>
                    <a:pt x="14" y="7"/>
                  </a:lnTo>
                  <a:lnTo>
                    <a:pt x="24" y="3"/>
                  </a:lnTo>
                  <a:lnTo>
                    <a:pt x="36" y="0"/>
                  </a:lnTo>
                  <a:lnTo>
                    <a:pt x="47" y="3"/>
                  </a:lnTo>
                  <a:lnTo>
                    <a:pt x="57" y="7"/>
                  </a:lnTo>
                  <a:lnTo>
                    <a:pt x="66" y="16"/>
                  </a:lnTo>
                  <a:lnTo>
                    <a:pt x="70" y="26"/>
                  </a:lnTo>
                  <a:lnTo>
                    <a:pt x="73" y="3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40" name=""/>
            <p:cNvSpPr/>
            <p:nvPr/>
          </p:nvSpPr>
          <p:spPr>
            <a:xfrm rot="0">
              <a:off x="359" y="3770"/>
              <a:ext cx="19" cy="22"/>
            </a:xfrm>
            <a:custGeom>
              <a:avLst/>
              <a:ahLst/>
              <a:rect l="0" t="0" r="r" b="b"/>
              <a:pathLst>
                <a:path w="58" h="64">
                  <a:moveTo>
                    <a:pt x="36" y="35"/>
                  </a:moveTo>
                  <a:lnTo>
                    <a:pt x="13" y="64"/>
                  </a:lnTo>
                  <a:lnTo>
                    <a:pt x="6" y="55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2"/>
                  </a:lnTo>
                  <a:lnTo>
                    <a:pt x="7" y="12"/>
                  </a:lnTo>
                  <a:lnTo>
                    <a:pt x="16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8" y="1"/>
                  </a:lnTo>
                  <a:lnTo>
                    <a:pt x="58" y="7"/>
                  </a:lnTo>
                  <a:lnTo>
                    <a:pt x="36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41" name=""/>
            <p:cNvSpPr/>
            <p:nvPr/>
          </p:nvSpPr>
          <p:spPr>
            <a:xfrm rot="0">
              <a:off x="359" y="3770"/>
              <a:ext cx="19" cy="22"/>
            </a:xfrm>
            <a:custGeom>
              <a:avLst/>
              <a:ahLst/>
              <a:rect l="0" t="0" r="r" b="b"/>
              <a:pathLst>
                <a:path w="58" h="64">
                  <a:moveTo>
                    <a:pt x="13" y="64"/>
                  </a:moveTo>
                  <a:lnTo>
                    <a:pt x="6" y="55"/>
                  </a:lnTo>
                  <a:lnTo>
                    <a:pt x="2" y="45"/>
                  </a:lnTo>
                  <a:lnTo>
                    <a:pt x="0" y="34"/>
                  </a:lnTo>
                  <a:lnTo>
                    <a:pt x="2" y="22"/>
                  </a:lnTo>
                  <a:lnTo>
                    <a:pt x="7" y="12"/>
                  </a:lnTo>
                  <a:lnTo>
                    <a:pt x="16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8" y="1"/>
                  </a:lnTo>
                  <a:lnTo>
                    <a:pt x="58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42" name=""/>
            <p:cNvSpPr/>
            <p:nvPr/>
          </p:nvSpPr>
          <p:spPr>
            <a:xfrm rot="0">
              <a:off x="363" y="3773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45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38" y="87"/>
                  </a:lnTo>
                  <a:lnTo>
                    <a:pt x="61" y="58"/>
                  </a:lnTo>
                  <a:lnTo>
                    <a:pt x="84" y="30"/>
                  </a:lnTo>
                  <a:lnTo>
                    <a:pt x="4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43" name=""/>
            <p:cNvSpPr/>
            <p:nvPr/>
          </p:nvSpPr>
          <p:spPr>
            <a:xfrm rot="0">
              <a:off x="363" y="3773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45" y="0"/>
                  </a:moveTo>
                  <a:lnTo>
                    <a:pt x="23" y="28"/>
                  </a:lnTo>
                  <a:lnTo>
                    <a:pt x="0" y="57"/>
                  </a:lnTo>
                  <a:lnTo>
                    <a:pt x="38" y="87"/>
                  </a:lnTo>
                  <a:lnTo>
                    <a:pt x="61" y="58"/>
                  </a:lnTo>
                  <a:lnTo>
                    <a:pt x="84" y="3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44" name=""/>
            <p:cNvSpPr/>
            <p:nvPr/>
          </p:nvSpPr>
          <p:spPr>
            <a:xfrm rot="0">
              <a:off x="376" y="3792"/>
              <a:ext cx="7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23" y="0"/>
                  </a:moveTo>
                  <a:lnTo>
                    <a:pt x="0" y="29"/>
                  </a:lnTo>
                  <a:lnTo>
                    <a:pt x="2" y="30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45" name=""/>
            <p:cNvSpPr/>
            <p:nvPr/>
          </p:nvSpPr>
          <p:spPr>
            <a:xfrm rot="0">
              <a:off x="376" y="3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46" name=""/>
            <p:cNvSpPr/>
            <p:nvPr/>
          </p:nvSpPr>
          <p:spPr>
            <a:xfrm rot="0">
              <a:off x="376" y="3782"/>
              <a:ext cx="28" cy="30"/>
            </a:xfrm>
            <a:custGeom>
              <a:avLst/>
              <a:ahLst/>
              <a:rect l="0" t="0" r="r" b="b"/>
              <a:pathLst>
                <a:path w="82" h="89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40" y="89"/>
                  </a:lnTo>
                  <a:lnTo>
                    <a:pt x="61" y="59"/>
                  </a:lnTo>
                  <a:lnTo>
                    <a:pt x="82" y="29"/>
                  </a:lnTo>
                  <a:lnTo>
                    <a:pt x="4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47" name=""/>
            <p:cNvSpPr/>
            <p:nvPr/>
          </p:nvSpPr>
          <p:spPr>
            <a:xfrm rot="0">
              <a:off x="376" y="3782"/>
              <a:ext cx="28" cy="30"/>
            </a:xfrm>
            <a:custGeom>
              <a:avLst/>
              <a:ahLst/>
              <a:rect l="0" t="0" r="r" b="b"/>
              <a:pathLst>
                <a:path w="82" h="89">
                  <a:moveTo>
                    <a:pt x="42" y="0"/>
                  </a:moveTo>
                  <a:lnTo>
                    <a:pt x="21" y="30"/>
                  </a:lnTo>
                  <a:lnTo>
                    <a:pt x="0" y="60"/>
                  </a:lnTo>
                  <a:lnTo>
                    <a:pt x="40" y="89"/>
                  </a:lnTo>
                  <a:lnTo>
                    <a:pt x="61" y="59"/>
                  </a:lnTo>
                  <a:lnTo>
                    <a:pt x="82" y="29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48" name=""/>
            <p:cNvSpPr/>
            <p:nvPr/>
          </p:nvSpPr>
          <p:spPr>
            <a:xfrm rot="0">
              <a:off x="390" y="3802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21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49" name=""/>
            <p:cNvSpPr/>
            <p:nvPr/>
          </p:nvSpPr>
          <p:spPr>
            <a:xfrm rot="0">
              <a:off x="390" y="3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50" name=""/>
            <p:cNvSpPr/>
            <p:nvPr/>
          </p:nvSpPr>
          <p:spPr>
            <a:xfrm rot="0">
              <a:off x="390" y="3792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40" y="87"/>
                  </a:lnTo>
                  <a:lnTo>
                    <a:pt x="60" y="57"/>
                  </a:lnTo>
                  <a:lnTo>
                    <a:pt x="80" y="27"/>
                  </a:lnTo>
                  <a:lnTo>
                    <a:pt x="4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51" name=""/>
            <p:cNvSpPr/>
            <p:nvPr/>
          </p:nvSpPr>
          <p:spPr>
            <a:xfrm rot="0">
              <a:off x="390" y="3792"/>
              <a:ext cx="27" cy="29"/>
            </a:xfrm>
            <a:custGeom>
              <a:avLst/>
              <a:ahLst/>
              <a:rect l="0" t="0" r="r" b="b"/>
              <a:pathLst>
                <a:path w="80" h="87">
                  <a:moveTo>
                    <a:pt x="40" y="0"/>
                  </a:moveTo>
                  <a:lnTo>
                    <a:pt x="20" y="30"/>
                  </a:lnTo>
                  <a:lnTo>
                    <a:pt x="0" y="60"/>
                  </a:lnTo>
                  <a:lnTo>
                    <a:pt x="40" y="87"/>
                  </a:lnTo>
                  <a:lnTo>
                    <a:pt x="60" y="57"/>
                  </a:lnTo>
                  <a:lnTo>
                    <a:pt x="80" y="27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52" name=""/>
            <p:cNvSpPr/>
            <p:nvPr/>
          </p:nvSpPr>
          <p:spPr>
            <a:xfrm rot="0">
              <a:off x="403" y="3811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20" y="0"/>
                  </a:moveTo>
                  <a:lnTo>
                    <a:pt x="0" y="30"/>
                  </a:lnTo>
                  <a:lnTo>
                    <a:pt x="1" y="31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53" name=""/>
            <p:cNvSpPr/>
            <p:nvPr/>
          </p:nvSpPr>
          <p:spPr>
            <a:xfrm rot="0">
              <a:off x="403" y="38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54" name=""/>
            <p:cNvSpPr/>
            <p:nvPr/>
          </p:nvSpPr>
          <p:spPr>
            <a:xfrm rot="0">
              <a:off x="404" y="3800"/>
              <a:ext cx="19" cy="25"/>
            </a:xfrm>
            <a:custGeom>
              <a:avLst/>
              <a:ahLst/>
              <a:rect l="0" t="0" r="r" b="b"/>
              <a:pathLst>
                <a:path w="59" h="76">
                  <a:moveTo>
                    <a:pt x="37" y="0"/>
                  </a:moveTo>
                  <a:lnTo>
                    <a:pt x="19" y="32"/>
                  </a:lnTo>
                  <a:lnTo>
                    <a:pt x="0" y="63"/>
                  </a:lnTo>
                  <a:lnTo>
                    <a:pt x="22" y="76"/>
                  </a:lnTo>
                  <a:lnTo>
                    <a:pt x="40" y="45"/>
                  </a:lnTo>
                  <a:lnTo>
                    <a:pt x="59" y="13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55" name=""/>
            <p:cNvSpPr/>
            <p:nvPr/>
          </p:nvSpPr>
          <p:spPr>
            <a:xfrm rot="0">
              <a:off x="404" y="3800"/>
              <a:ext cx="19" cy="25"/>
            </a:xfrm>
            <a:custGeom>
              <a:avLst/>
              <a:ahLst/>
              <a:rect l="0" t="0" r="r" b="b"/>
              <a:pathLst>
                <a:path w="59" h="76">
                  <a:moveTo>
                    <a:pt x="37" y="0"/>
                  </a:moveTo>
                  <a:lnTo>
                    <a:pt x="19" y="32"/>
                  </a:lnTo>
                  <a:lnTo>
                    <a:pt x="0" y="63"/>
                  </a:lnTo>
                  <a:lnTo>
                    <a:pt x="22" y="76"/>
                  </a:lnTo>
                  <a:lnTo>
                    <a:pt x="40" y="45"/>
                  </a:lnTo>
                  <a:lnTo>
                    <a:pt x="59" y="1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56" name=""/>
            <p:cNvSpPr/>
            <p:nvPr/>
          </p:nvSpPr>
          <p:spPr>
            <a:xfrm rot="0">
              <a:off x="411" y="3804"/>
              <a:ext cx="19" cy="26"/>
            </a:xfrm>
            <a:custGeom>
              <a:avLst/>
              <a:ahLst/>
              <a:rect l="0" t="0" r="r" b="b"/>
              <a:pathLst>
                <a:path w="58" h="76">
                  <a:moveTo>
                    <a:pt x="37" y="0"/>
                  </a:moveTo>
                  <a:lnTo>
                    <a:pt x="18" y="32"/>
                  </a:lnTo>
                  <a:lnTo>
                    <a:pt x="0" y="63"/>
                  </a:lnTo>
                  <a:lnTo>
                    <a:pt x="21" y="76"/>
                  </a:lnTo>
                  <a:lnTo>
                    <a:pt x="40" y="44"/>
                  </a:lnTo>
                  <a:lnTo>
                    <a:pt x="58" y="13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57" name=""/>
            <p:cNvSpPr/>
            <p:nvPr/>
          </p:nvSpPr>
          <p:spPr>
            <a:xfrm rot="0">
              <a:off x="411" y="3804"/>
              <a:ext cx="19" cy="26"/>
            </a:xfrm>
            <a:custGeom>
              <a:avLst/>
              <a:ahLst/>
              <a:rect l="0" t="0" r="r" b="b"/>
              <a:pathLst>
                <a:path w="58" h="76">
                  <a:moveTo>
                    <a:pt x="37" y="0"/>
                  </a:moveTo>
                  <a:lnTo>
                    <a:pt x="18" y="32"/>
                  </a:lnTo>
                  <a:lnTo>
                    <a:pt x="0" y="63"/>
                  </a:lnTo>
                  <a:lnTo>
                    <a:pt x="21" y="76"/>
                  </a:lnTo>
                  <a:lnTo>
                    <a:pt x="40" y="44"/>
                  </a:lnTo>
                  <a:lnTo>
                    <a:pt x="58" y="1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58" name=""/>
            <p:cNvSpPr/>
            <p:nvPr/>
          </p:nvSpPr>
          <p:spPr>
            <a:xfrm rot="0">
              <a:off x="418" y="3819"/>
              <a:ext cx="6" cy="11"/>
            </a:xfrm>
            <a:custGeom>
              <a:avLst/>
              <a:ahLst/>
              <a:rect l="0" t="0" r="r" b="b"/>
              <a:pathLst>
                <a:path w="19" h="32">
                  <a:moveTo>
                    <a:pt x="19" y="0"/>
                  </a:moveTo>
                  <a:lnTo>
                    <a:pt x="0" y="32"/>
                  </a:lnTo>
                  <a:lnTo>
                    <a:pt x="1" y="32"/>
                  </a:lnTo>
                  <a:lnTo>
                    <a:pt x="1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59" name=""/>
            <p:cNvSpPr/>
            <p:nvPr/>
          </p:nvSpPr>
          <p:spPr>
            <a:xfrm rot="0">
              <a:off x="418" y="3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60" name=""/>
            <p:cNvSpPr/>
            <p:nvPr/>
          </p:nvSpPr>
          <p:spPr>
            <a:xfrm rot="0">
              <a:off x="418" y="3808"/>
              <a:ext cx="19" cy="25"/>
            </a:xfrm>
            <a:custGeom>
              <a:avLst/>
              <a:ahLst/>
              <a:rect l="0" t="0" r="r" b="b"/>
              <a:pathLst>
                <a:path w="56" h="75">
                  <a:moveTo>
                    <a:pt x="35" y="0"/>
                  </a:moveTo>
                  <a:lnTo>
                    <a:pt x="18" y="32"/>
                  </a:lnTo>
                  <a:lnTo>
                    <a:pt x="0" y="64"/>
                  </a:lnTo>
                  <a:lnTo>
                    <a:pt x="22" y="75"/>
                  </a:lnTo>
                  <a:lnTo>
                    <a:pt x="39" y="44"/>
                  </a:lnTo>
                  <a:lnTo>
                    <a:pt x="56" y="11"/>
                  </a:lnTo>
                  <a:lnTo>
                    <a:pt x="3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61" name=""/>
            <p:cNvSpPr/>
            <p:nvPr/>
          </p:nvSpPr>
          <p:spPr>
            <a:xfrm rot="0">
              <a:off x="418" y="3808"/>
              <a:ext cx="19" cy="25"/>
            </a:xfrm>
            <a:custGeom>
              <a:avLst/>
              <a:ahLst/>
              <a:rect l="0" t="0" r="r" b="b"/>
              <a:pathLst>
                <a:path w="56" h="75">
                  <a:moveTo>
                    <a:pt x="35" y="0"/>
                  </a:moveTo>
                  <a:lnTo>
                    <a:pt x="18" y="32"/>
                  </a:lnTo>
                  <a:lnTo>
                    <a:pt x="0" y="64"/>
                  </a:lnTo>
                  <a:lnTo>
                    <a:pt x="22" y="75"/>
                  </a:lnTo>
                  <a:lnTo>
                    <a:pt x="39" y="44"/>
                  </a:lnTo>
                  <a:lnTo>
                    <a:pt x="56" y="11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62" name=""/>
            <p:cNvSpPr/>
            <p:nvPr/>
          </p:nvSpPr>
          <p:spPr>
            <a:xfrm rot="0">
              <a:off x="426" y="3812"/>
              <a:ext cx="18" cy="25"/>
            </a:xfrm>
            <a:custGeom>
              <a:avLst/>
              <a:ahLst/>
              <a:rect l="0" t="0" r="r" b="b"/>
              <a:pathLst>
                <a:path w="55" h="75">
                  <a:moveTo>
                    <a:pt x="34" y="0"/>
                  </a:moveTo>
                  <a:lnTo>
                    <a:pt x="17" y="33"/>
                  </a:lnTo>
                  <a:lnTo>
                    <a:pt x="0" y="64"/>
                  </a:lnTo>
                  <a:lnTo>
                    <a:pt x="21" y="75"/>
                  </a:lnTo>
                  <a:lnTo>
                    <a:pt x="38" y="44"/>
                  </a:lnTo>
                  <a:lnTo>
                    <a:pt x="55" y="11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63" name=""/>
            <p:cNvSpPr/>
            <p:nvPr/>
          </p:nvSpPr>
          <p:spPr>
            <a:xfrm rot="0">
              <a:off x="426" y="3812"/>
              <a:ext cx="18" cy="25"/>
            </a:xfrm>
            <a:custGeom>
              <a:avLst/>
              <a:ahLst/>
              <a:rect l="0" t="0" r="r" b="b"/>
              <a:pathLst>
                <a:path w="55" h="75">
                  <a:moveTo>
                    <a:pt x="34" y="0"/>
                  </a:moveTo>
                  <a:lnTo>
                    <a:pt x="17" y="33"/>
                  </a:lnTo>
                  <a:lnTo>
                    <a:pt x="0" y="64"/>
                  </a:lnTo>
                  <a:lnTo>
                    <a:pt x="21" y="75"/>
                  </a:lnTo>
                  <a:lnTo>
                    <a:pt x="38" y="44"/>
                  </a:lnTo>
                  <a:lnTo>
                    <a:pt x="55" y="11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64" name=""/>
            <p:cNvSpPr/>
            <p:nvPr/>
          </p:nvSpPr>
          <p:spPr>
            <a:xfrm rot="0">
              <a:off x="433" y="3827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17" y="0"/>
                  </a:moveTo>
                  <a:lnTo>
                    <a:pt x="0" y="31"/>
                  </a:lnTo>
                  <a:lnTo>
                    <a:pt x="2" y="33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65" name=""/>
            <p:cNvSpPr/>
            <p:nvPr/>
          </p:nvSpPr>
          <p:spPr>
            <a:xfrm rot="0">
              <a:off x="433" y="38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66" name=""/>
            <p:cNvSpPr/>
            <p:nvPr/>
          </p:nvSpPr>
          <p:spPr>
            <a:xfrm rot="0">
              <a:off x="433" y="3816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31" y="0"/>
                  </a:moveTo>
                  <a:lnTo>
                    <a:pt x="15" y="33"/>
                  </a:lnTo>
                  <a:lnTo>
                    <a:pt x="0" y="66"/>
                  </a:lnTo>
                  <a:lnTo>
                    <a:pt x="22" y="77"/>
                  </a:lnTo>
                  <a:lnTo>
                    <a:pt x="38" y="45"/>
                  </a:lnTo>
                  <a:lnTo>
                    <a:pt x="54" y="12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67" name=""/>
            <p:cNvSpPr/>
            <p:nvPr/>
          </p:nvSpPr>
          <p:spPr>
            <a:xfrm rot="0">
              <a:off x="433" y="3816"/>
              <a:ext cx="18" cy="25"/>
            </a:xfrm>
            <a:custGeom>
              <a:avLst/>
              <a:ahLst/>
              <a:rect l="0" t="0" r="r" b="b"/>
              <a:pathLst>
                <a:path w="54" h="77">
                  <a:moveTo>
                    <a:pt x="31" y="0"/>
                  </a:moveTo>
                  <a:lnTo>
                    <a:pt x="15" y="33"/>
                  </a:lnTo>
                  <a:lnTo>
                    <a:pt x="0" y="66"/>
                  </a:lnTo>
                  <a:lnTo>
                    <a:pt x="22" y="77"/>
                  </a:lnTo>
                  <a:lnTo>
                    <a:pt x="38" y="45"/>
                  </a:lnTo>
                  <a:lnTo>
                    <a:pt x="54" y="1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68" name=""/>
            <p:cNvSpPr/>
            <p:nvPr/>
          </p:nvSpPr>
          <p:spPr>
            <a:xfrm rot="0">
              <a:off x="441" y="3831"/>
              <a:ext cx="5" cy="10"/>
            </a:xfrm>
            <a:custGeom>
              <a:avLst/>
              <a:ahLst/>
              <a:rect l="0" t="0" r="r" b="b"/>
              <a:pathLst>
                <a:path w="16" h="32">
                  <a:moveTo>
                    <a:pt x="1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1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69" name=""/>
            <p:cNvSpPr/>
            <p:nvPr/>
          </p:nvSpPr>
          <p:spPr>
            <a:xfrm rot="0">
              <a:off x="441" y="38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70" name=""/>
            <p:cNvSpPr/>
            <p:nvPr/>
          </p:nvSpPr>
          <p:spPr>
            <a:xfrm rot="0">
              <a:off x="441" y="3820"/>
              <a:ext cx="17" cy="25"/>
            </a:xfrm>
            <a:custGeom>
              <a:avLst/>
              <a:ahLst/>
              <a:rect l="0" t="0" r="r" b="b"/>
              <a:pathLst>
                <a:path w="53" h="75">
                  <a:moveTo>
                    <a:pt x="32" y="0"/>
                  </a:moveTo>
                  <a:lnTo>
                    <a:pt x="16" y="33"/>
                  </a:lnTo>
                  <a:lnTo>
                    <a:pt x="0" y="65"/>
                  </a:lnTo>
                  <a:lnTo>
                    <a:pt x="22" y="75"/>
                  </a:lnTo>
                  <a:lnTo>
                    <a:pt x="37" y="42"/>
                  </a:lnTo>
                  <a:lnTo>
                    <a:pt x="53" y="10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71" name=""/>
            <p:cNvSpPr/>
            <p:nvPr/>
          </p:nvSpPr>
          <p:spPr>
            <a:xfrm rot="0">
              <a:off x="441" y="3820"/>
              <a:ext cx="17" cy="25"/>
            </a:xfrm>
            <a:custGeom>
              <a:avLst/>
              <a:ahLst/>
              <a:rect l="0" t="0" r="r" b="b"/>
              <a:pathLst>
                <a:path w="53" h="75">
                  <a:moveTo>
                    <a:pt x="32" y="0"/>
                  </a:moveTo>
                  <a:lnTo>
                    <a:pt x="16" y="33"/>
                  </a:lnTo>
                  <a:lnTo>
                    <a:pt x="0" y="65"/>
                  </a:lnTo>
                  <a:lnTo>
                    <a:pt x="22" y="75"/>
                  </a:lnTo>
                  <a:lnTo>
                    <a:pt x="37" y="42"/>
                  </a:lnTo>
                  <a:lnTo>
                    <a:pt x="53" y="10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72" name=""/>
            <p:cNvSpPr/>
            <p:nvPr/>
          </p:nvSpPr>
          <p:spPr>
            <a:xfrm rot="0">
              <a:off x="448" y="3834"/>
              <a:ext cx="5" cy="11"/>
            </a:xfrm>
            <a:custGeom>
              <a:avLst/>
              <a:ahLst/>
              <a:rect l="0" t="0" r="r" b="b"/>
              <a:pathLst>
                <a:path w="15" h="33">
                  <a:moveTo>
                    <a:pt x="15" y="0"/>
                  </a:moveTo>
                  <a:lnTo>
                    <a:pt x="0" y="33"/>
                  </a:lnTo>
                  <a:lnTo>
                    <a:pt x="1" y="33"/>
                  </a:lnTo>
                  <a:lnTo>
                    <a:pt x="1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73" name=""/>
            <p:cNvSpPr/>
            <p:nvPr/>
          </p:nvSpPr>
          <p:spPr>
            <a:xfrm rot="0">
              <a:off x="448" y="3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74" name=""/>
            <p:cNvSpPr/>
            <p:nvPr/>
          </p:nvSpPr>
          <p:spPr>
            <a:xfrm rot="0">
              <a:off x="448" y="3823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29" y="0"/>
                  </a:moveTo>
                  <a:lnTo>
                    <a:pt x="14" y="32"/>
                  </a:lnTo>
                  <a:lnTo>
                    <a:pt x="0" y="65"/>
                  </a:lnTo>
                  <a:lnTo>
                    <a:pt x="23" y="75"/>
                  </a:lnTo>
                  <a:lnTo>
                    <a:pt x="37" y="42"/>
                  </a:lnTo>
                  <a:lnTo>
                    <a:pt x="51" y="10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75" name=""/>
            <p:cNvSpPr/>
            <p:nvPr/>
          </p:nvSpPr>
          <p:spPr>
            <a:xfrm rot="0">
              <a:off x="448" y="3823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29" y="0"/>
                  </a:moveTo>
                  <a:lnTo>
                    <a:pt x="14" y="32"/>
                  </a:lnTo>
                  <a:lnTo>
                    <a:pt x="0" y="65"/>
                  </a:lnTo>
                  <a:lnTo>
                    <a:pt x="23" y="75"/>
                  </a:lnTo>
                  <a:lnTo>
                    <a:pt x="37" y="42"/>
                  </a:lnTo>
                  <a:lnTo>
                    <a:pt x="51" y="10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76" name=""/>
            <p:cNvSpPr/>
            <p:nvPr/>
          </p:nvSpPr>
          <p:spPr>
            <a:xfrm rot="0">
              <a:off x="456" y="3837"/>
              <a:ext cx="5" cy="12"/>
            </a:xfrm>
            <a:custGeom>
              <a:avLst/>
              <a:ahLst/>
              <a:rect l="0" t="0" r="r" b="b"/>
              <a:pathLst>
                <a:path w="14" h="35">
                  <a:moveTo>
                    <a:pt x="14" y="0"/>
                  </a:moveTo>
                  <a:lnTo>
                    <a:pt x="0" y="33"/>
                  </a:lnTo>
                  <a:lnTo>
                    <a:pt x="1" y="35"/>
                  </a:lnTo>
                  <a:lnTo>
                    <a:pt x="1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77" name=""/>
            <p:cNvSpPr/>
            <p:nvPr/>
          </p:nvSpPr>
          <p:spPr>
            <a:xfrm rot="0">
              <a:off x="456" y="3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78" name=""/>
            <p:cNvSpPr/>
            <p:nvPr/>
          </p:nvSpPr>
          <p:spPr>
            <a:xfrm rot="0">
              <a:off x="456" y="3826"/>
              <a:ext cx="17" cy="25"/>
            </a:xfrm>
            <a:custGeom>
              <a:avLst/>
              <a:ahLst/>
              <a:rect l="0" t="0" r="r" b="b"/>
              <a:pathLst>
                <a:path w="49" h="77">
                  <a:moveTo>
                    <a:pt x="26" y="0"/>
                  </a:moveTo>
                  <a:lnTo>
                    <a:pt x="13" y="34"/>
                  </a:lnTo>
                  <a:lnTo>
                    <a:pt x="0" y="69"/>
                  </a:lnTo>
                  <a:lnTo>
                    <a:pt x="23" y="77"/>
                  </a:lnTo>
                  <a:lnTo>
                    <a:pt x="36" y="43"/>
                  </a:lnTo>
                  <a:lnTo>
                    <a:pt x="49" y="9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79" name=""/>
            <p:cNvSpPr/>
            <p:nvPr/>
          </p:nvSpPr>
          <p:spPr>
            <a:xfrm rot="0">
              <a:off x="456" y="3826"/>
              <a:ext cx="17" cy="25"/>
            </a:xfrm>
            <a:custGeom>
              <a:avLst/>
              <a:ahLst/>
              <a:rect l="0" t="0" r="r" b="b"/>
              <a:pathLst>
                <a:path w="49" h="77">
                  <a:moveTo>
                    <a:pt x="26" y="0"/>
                  </a:moveTo>
                  <a:lnTo>
                    <a:pt x="13" y="34"/>
                  </a:lnTo>
                  <a:lnTo>
                    <a:pt x="0" y="69"/>
                  </a:lnTo>
                  <a:lnTo>
                    <a:pt x="23" y="77"/>
                  </a:lnTo>
                  <a:lnTo>
                    <a:pt x="36" y="43"/>
                  </a:lnTo>
                  <a:lnTo>
                    <a:pt x="49" y="9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80" name=""/>
            <p:cNvSpPr/>
            <p:nvPr/>
          </p:nvSpPr>
          <p:spPr>
            <a:xfrm rot="0">
              <a:off x="464" y="3840"/>
              <a:ext cx="4" cy="11"/>
            </a:xfrm>
            <a:custGeom>
              <a:avLst/>
              <a:ahLst/>
              <a:rect l="0" t="0" r="r" b="b"/>
              <a:pathLst>
                <a:path w="13" h="34">
                  <a:moveTo>
                    <a:pt x="13" y="0"/>
                  </a:moveTo>
                  <a:lnTo>
                    <a:pt x="0" y="34"/>
                  </a:lnTo>
                  <a:lnTo>
                    <a:pt x="2" y="34"/>
                  </a:lnTo>
                  <a:lnTo>
                    <a:pt x="1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81" name=""/>
            <p:cNvSpPr/>
            <p:nvPr/>
          </p:nvSpPr>
          <p:spPr>
            <a:xfrm rot="0">
              <a:off x="464" y="38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82" name=""/>
            <p:cNvSpPr/>
            <p:nvPr/>
          </p:nvSpPr>
          <p:spPr>
            <a:xfrm rot="0">
              <a:off x="465" y="3829"/>
              <a:ext cx="15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24" y="77"/>
                  </a:lnTo>
                  <a:lnTo>
                    <a:pt x="35" y="43"/>
                  </a:lnTo>
                  <a:lnTo>
                    <a:pt x="47" y="8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83" name=""/>
            <p:cNvSpPr/>
            <p:nvPr/>
          </p:nvSpPr>
          <p:spPr>
            <a:xfrm rot="0">
              <a:off x="465" y="3829"/>
              <a:ext cx="15" cy="25"/>
            </a:xfrm>
            <a:custGeom>
              <a:avLst/>
              <a:ahLst/>
              <a:rect l="0" t="0" r="r" b="b"/>
              <a:pathLst>
                <a:path w="47" h="77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24" y="77"/>
                  </a:lnTo>
                  <a:lnTo>
                    <a:pt x="35" y="43"/>
                  </a:lnTo>
                  <a:lnTo>
                    <a:pt x="47" y="8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84" name=""/>
            <p:cNvSpPr/>
            <p:nvPr/>
          </p:nvSpPr>
          <p:spPr>
            <a:xfrm rot="0">
              <a:off x="473" y="3843"/>
              <a:ext cx="3" cy="11"/>
            </a:xfrm>
            <a:custGeom>
              <a:avLst/>
              <a:ahLst/>
              <a:rect l="0" t="0" r="r" b="b"/>
              <a:pathLst>
                <a:path w="11" h="34">
                  <a:moveTo>
                    <a:pt x="11" y="0"/>
                  </a:moveTo>
                  <a:lnTo>
                    <a:pt x="0" y="34"/>
                  </a:lnTo>
                  <a:lnTo>
                    <a:pt x="0" y="34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85" name=""/>
            <p:cNvSpPr/>
            <p:nvPr/>
          </p:nvSpPr>
          <p:spPr>
            <a:xfrm rot="0">
              <a:off x="473" y="3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86" name=""/>
            <p:cNvSpPr/>
            <p:nvPr/>
          </p:nvSpPr>
          <p:spPr>
            <a:xfrm rot="0">
              <a:off x="473" y="3831"/>
              <a:ext cx="15" cy="26"/>
            </a:xfrm>
            <a:custGeom>
              <a:avLst/>
              <a:ahLst/>
              <a:rect l="0" t="0" r="r" b="b"/>
              <a:pathLst>
                <a:path w="45" h="76">
                  <a:moveTo>
                    <a:pt x="23" y="0"/>
                  </a:moveTo>
                  <a:lnTo>
                    <a:pt x="11" y="35"/>
                  </a:lnTo>
                  <a:lnTo>
                    <a:pt x="0" y="69"/>
                  </a:lnTo>
                  <a:lnTo>
                    <a:pt x="23" y="76"/>
                  </a:lnTo>
                  <a:lnTo>
                    <a:pt x="34" y="42"/>
                  </a:lnTo>
                  <a:lnTo>
                    <a:pt x="45" y="7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87" name=""/>
            <p:cNvSpPr/>
            <p:nvPr/>
          </p:nvSpPr>
          <p:spPr>
            <a:xfrm rot="0">
              <a:off x="473" y="3831"/>
              <a:ext cx="15" cy="26"/>
            </a:xfrm>
            <a:custGeom>
              <a:avLst/>
              <a:ahLst/>
              <a:rect l="0" t="0" r="r" b="b"/>
              <a:pathLst>
                <a:path w="45" h="76">
                  <a:moveTo>
                    <a:pt x="23" y="0"/>
                  </a:moveTo>
                  <a:lnTo>
                    <a:pt x="11" y="35"/>
                  </a:lnTo>
                  <a:lnTo>
                    <a:pt x="0" y="69"/>
                  </a:lnTo>
                  <a:lnTo>
                    <a:pt x="23" y="76"/>
                  </a:lnTo>
                  <a:lnTo>
                    <a:pt x="34" y="42"/>
                  </a:lnTo>
                  <a:lnTo>
                    <a:pt x="45" y="7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88" name=""/>
            <p:cNvSpPr/>
            <p:nvPr/>
          </p:nvSpPr>
          <p:spPr>
            <a:xfrm rot="0">
              <a:off x="480" y="3845"/>
              <a:ext cx="4" cy="12"/>
            </a:xfrm>
            <a:custGeom>
              <a:avLst/>
              <a:ahLst/>
              <a:rect l="0" t="0" r="r" b="b"/>
              <a:pathLst>
                <a:path w="11" h="35">
                  <a:moveTo>
                    <a:pt x="11" y="0"/>
                  </a:moveTo>
                  <a:lnTo>
                    <a:pt x="0" y="34"/>
                  </a:lnTo>
                  <a:lnTo>
                    <a:pt x="2" y="35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89" name=""/>
            <p:cNvSpPr/>
            <p:nvPr/>
          </p:nvSpPr>
          <p:spPr>
            <a:xfrm rot="0">
              <a:off x="480" y="3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90" name=""/>
            <p:cNvSpPr/>
            <p:nvPr/>
          </p:nvSpPr>
          <p:spPr>
            <a:xfrm rot="0">
              <a:off x="481" y="3833"/>
              <a:ext cx="14" cy="26"/>
            </a:xfrm>
            <a:custGeom>
              <a:avLst/>
              <a:ahLst/>
              <a:rect l="0" t="0" r="r" b="b"/>
              <a:pathLst>
                <a:path w="42" h="77">
                  <a:moveTo>
                    <a:pt x="18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25" y="77"/>
                  </a:lnTo>
                  <a:lnTo>
                    <a:pt x="33" y="41"/>
                  </a:lnTo>
                  <a:lnTo>
                    <a:pt x="42" y="6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91" name=""/>
            <p:cNvSpPr/>
            <p:nvPr/>
          </p:nvSpPr>
          <p:spPr>
            <a:xfrm rot="0">
              <a:off x="481" y="3833"/>
              <a:ext cx="14" cy="26"/>
            </a:xfrm>
            <a:custGeom>
              <a:avLst/>
              <a:ahLst/>
              <a:rect l="0" t="0" r="r" b="b"/>
              <a:pathLst>
                <a:path w="42" h="77">
                  <a:moveTo>
                    <a:pt x="18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25" y="77"/>
                  </a:lnTo>
                  <a:lnTo>
                    <a:pt x="33" y="41"/>
                  </a:lnTo>
                  <a:lnTo>
                    <a:pt x="42" y="6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92" name=""/>
            <p:cNvSpPr/>
            <p:nvPr/>
          </p:nvSpPr>
          <p:spPr>
            <a:xfrm rot="0">
              <a:off x="489" y="3835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17" y="0"/>
                  </a:moveTo>
                  <a:lnTo>
                    <a:pt x="8" y="35"/>
                  </a:lnTo>
                  <a:lnTo>
                    <a:pt x="0" y="71"/>
                  </a:lnTo>
                  <a:lnTo>
                    <a:pt x="24" y="77"/>
                  </a:lnTo>
                  <a:lnTo>
                    <a:pt x="32" y="41"/>
                  </a:lnTo>
                  <a:lnTo>
                    <a:pt x="41" y="5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93" name=""/>
            <p:cNvSpPr/>
            <p:nvPr/>
          </p:nvSpPr>
          <p:spPr>
            <a:xfrm rot="0">
              <a:off x="489" y="3835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17" y="0"/>
                  </a:moveTo>
                  <a:lnTo>
                    <a:pt x="8" y="35"/>
                  </a:lnTo>
                  <a:lnTo>
                    <a:pt x="0" y="71"/>
                  </a:lnTo>
                  <a:lnTo>
                    <a:pt x="24" y="77"/>
                  </a:lnTo>
                  <a:lnTo>
                    <a:pt x="32" y="41"/>
                  </a:lnTo>
                  <a:lnTo>
                    <a:pt x="41" y="5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94" name=""/>
            <p:cNvSpPr/>
            <p:nvPr/>
          </p:nvSpPr>
          <p:spPr>
            <a:xfrm rot="0">
              <a:off x="497" y="3837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17" y="0"/>
                  </a:moveTo>
                  <a:lnTo>
                    <a:pt x="8" y="36"/>
                  </a:lnTo>
                  <a:lnTo>
                    <a:pt x="0" y="72"/>
                  </a:lnTo>
                  <a:lnTo>
                    <a:pt x="24" y="77"/>
                  </a:lnTo>
                  <a:lnTo>
                    <a:pt x="33" y="42"/>
                  </a:lnTo>
                  <a:lnTo>
                    <a:pt x="41" y="6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95" name=""/>
            <p:cNvSpPr/>
            <p:nvPr/>
          </p:nvSpPr>
          <p:spPr>
            <a:xfrm rot="0">
              <a:off x="497" y="3837"/>
              <a:ext cx="14" cy="26"/>
            </a:xfrm>
            <a:custGeom>
              <a:avLst/>
              <a:ahLst/>
              <a:rect l="0" t="0" r="r" b="b"/>
              <a:pathLst>
                <a:path w="41" h="77">
                  <a:moveTo>
                    <a:pt x="17" y="0"/>
                  </a:moveTo>
                  <a:lnTo>
                    <a:pt x="8" y="36"/>
                  </a:lnTo>
                  <a:lnTo>
                    <a:pt x="0" y="72"/>
                  </a:lnTo>
                  <a:lnTo>
                    <a:pt x="24" y="77"/>
                  </a:lnTo>
                  <a:lnTo>
                    <a:pt x="33" y="42"/>
                  </a:lnTo>
                  <a:lnTo>
                    <a:pt x="41" y="6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96" name=""/>
            <p:cNvSpPr/>
            <p:nvPr/>
          </p:nvSpPr>
          <p:spPr>
            <a:xfrm rot="0">
              <a:off x="505" y="3851"/>
              <a:ext cx="3" cy="12"/>
            </a:xfrm>
            <a:custGeom>
              <a:avLst/>
              <a:ahLst/>
              <a:rect l="0" t="0" r="r" b="b"/>
              <a:pathLst>
                <a:path w="9" h="35">
                  <a:moveTo>
                    <a:pt x="9" y="0"/>
                  </a:moveTo>
                  <a:lnTo>
                    <a:pt x="0" y="35"/>
                  </a:lnTo>
                  <a:lnTo>
                    <a:pt x="4" y="35"/>
                  </a:lnTo>
                  <a:lnTo>
                    <a:pt x="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97" name=""/>
            <p:cNvSpPr/>
            <p:nvPr/>
          </p:nvSpPr>
          <p:spPr>
            <a:xfrm rot="0">
              <a:off x="505" y="3863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198" name=""/>
            <p:cNvSpPr/>
            <p:nvPr/>
          </p:nvSpPr>
          <p:spPr>
            <a:xfrm rot="0">
              <a:off x="507" y="3839"/>
              <a:ext cx="11" cy="25"/>
            </a:xfrm>
            <a:custGeom>
              <a:avLst/>
              <a:ahLst/>
              <a:rect l="0" t="0" r="r" b="b"/>
              <a:pathLst>
                <a:path w="34" h="74">
                  <a:moveTo>
                    <a:pt x="9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26" y="74"/>
                  </a:lnTo>
                  <a:lnTo>
                    <a:pt x="30" y="39"/>
                  </a:lnTo>
                  <a:lnTo>
                    <a:pt x="34" y="3"/>
                  </a:lnTo>
                  <a:lnTo>
                    <a:pt x="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199" name=""/>
            <p:cNvSpPr/>
            <p:nvPr/>
          </p:nvSpPr>
          <p:spPr>
            <a:xfrm rot="0">
              <a:off x="507" y="3839"/>
              <a:ext cx="11" cy="25"/>
            </a:xfrm>
            <a:custGeom>
              <a:avLst/>
              <a:ahLst/>
              <a:rect l="0" t="0" r="r" b="b"/>
              <a:pathLst>
                <a:path w="34" h="74">
                  <a:moveTo>
                    <a:pt x="9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26" y="74"/>
                  </a:lnTo>
                  <a:lnTo>
                    <a:pt x="30" y="39"/>
                  </a:lnTo>
                  <a:lnTo>
                    <a:pt x="34" y="3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00" name=""/>
            <p:cNvSpPr/>
            <p:nvPr/>
          </p:nvSpPr>
          <p:spPr>
            <a:xfrm rot="0">
              <a:off x="517" y="3840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36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01" name=""/>
            <p:cNvSpPr/>
            <p:nvPr/>
          </p:nvSpPr>
          <p:spPr>
            <a:xfrm rot="0">
              <a:off x="518" y="3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02" name=""/>
            <p:cNvSpPr/>
            <p:nvPr/>
          </p:nvSpPr>
          <p:spPr>
            <a:xfrm rot="0">
              <a:off x="515" y="3840"/>
              <a:ext cx="11" cy="25"/>
            </a:xfrm>
            <a:custGeom>
              <a:avLst/>
              <a:ahLst/>
              <a:rect l="0" t="0" r="r" b="b"/>
              <a:pathLst>
                <a:path w="33" h="74">
                  <a:moveTo>
                    <a:pt x="8" y="0"/>
                  </a:moveTo>
                  <a:lnTo>
                    <a:pt x="4" y="36"/>
                  </a:lnTo>
                  <a:lnTo>
                    <a:pt x="0" y="71"/>
                  </a:lnTo>
                  <a:lnTo>
                    <a:pt x="24" y="74"/>
                  </a:lnTo>
                  <a:lnTo>
                    <a:pt x="28" y="38"/>
                  </a:lnTo>
                  <a:lnTo>
                    <a:pt x="33" y="3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03" name=""/>
            <p:cNvSpPr/>
            <p:nvPr/>
          </p:nvSpPr>
          <p:spPr>
            <a:xfrm rot="0">
              <a:off x="515" y="3840"/>
              <a:ext cx="11" cy="25"/>
            </a:xfrm>
            <a:custGeom>
              <a:avLst/>
              <a:ahLst/>
              <a:rect l="0" t="0" r="r" b="b"/>
              <a:pathLst>
                <a:path w="33" h="74">
                  <a:moveTo>
                    <a:pt x="8" y="0"/>
                  </a:moveTo>
                  <a:lnTo>
                    <a:pt x="4" y="36"/>
                  </a:lnTo>
                  <a:lnTo>
                    <a:pt x="0" y="71"/>
                  </a:lnTo>
                  <a:lnTo>
                    <a:pt x="24" y="74"/>
                  </a:lnTo>
                  <a:lnTo>
                    <a:pt x="28" y="38"/>
                  </a:lnTo>
                  <a:lnTo>
                    <a:pt x="33" y="3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04" name=""/>
            <p:cNvSpPr/>
            <p:nvPr/>
          </p:nvSpPr>
          <p:spPr>
            <a:xfrm rot="0">
              <a:off x="523" y="3853"/>
              <a:ext cx="2" cy="12"/>
            </a:xfrm>
            <a:custGeom>
              <a:avLst/>
              <a:ahLst/>
              <a:rect l="0" t="0" r="r" b="b"/>
              <a:pathLst>
                <a:path w="4" h="36">
                  <a:moveTo>
                    <a:pt x="4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05" name=""/>
            <p:cNvSpPr/>
            <p:nvPr/>
          </p:nvSpPr>
          <p:spPr>
            <a:xfrm rot="0">
              <a:off x="523" y="3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06" name=""/>
            <p:cNvSpPr/>
            <p:nvPr/>
          </p:nvSpPr>
          <p:spPr>
            <a:xfrm rot="0">
              <a:off x="524" y="3841"/>
              <a:ext cx="10" cy="24"/>
            </a:xfrm>
            <a:custGeom>
              <a:avLst/>
              <a:ahLst/>
              <a:rect l="0" t="0" r="r" b="b"/>
              <a:pathLst>
                <a:path w="28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26" y="72"/>
                  </a:lnTo>
                  <a:lnTo>
                    <a:pt x="27" y="37"/>
                  </a:lnTo>
                  <a:lnTo>
                    <a:pt x="28" y="1"/>
                  </a:lnTo>
                  <a:lnTo>
                    <a:pt x="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07" name=""/>
            <p:cNvSpPr/>
            <p:nvPr/>
          </p:nvSpPr>
          <p:spPr>
            <a:xfrm rot="0">
              <a:off x="524" y="3841"/>
              <a:ext cx="10" cy="24"/>
            </a:xfrm>
            <a:custGeom>
              <a:avLst/>
              <a:ahLst/>
              <a:rect l="0" t="0" r="r" b="b"/>
              <a:pathLst>
                <a:path w="28" h="72">
                  <a:moveTo>
                    <a:pt x="3" y="0"/>
                  </a:moveTo>
                  <a:lnTo>
                    <a:pt x="1" y="35"/>
                  </a:lnTo>
                  <a:lnTo>
                    <a:pt x="0" y="71"/>
                  </a:lnTo>
                  <a:lnTo>
                    <a:pt x="26" y="72"/>
                  </a:lnTo>
                  <a:lnTo>
                    <a:pt x="27" y="37"/>
                  </a:lnTo>
                  <a:lnTo>
                    <a:pt x="28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08" name=""/>
            <p:cNvSpPr/>
            <p:nvPr/>
          </p:nvSpPr>
          <p:spPr>
            <a:xfrm rot="0">
              <a:off x="533" y="3841"/>
              <a:ext cx="9" cy="25"/>
            </a:xfrm>
            <a:custGeom>
              <a:avLst/>
              <a:ahLst/>
              <a:rect l="0" t="0" r="r" b="b"/>
              <a:pathLst>
                <a:path w="28" h="73">
                  <a:moveTo>
                    <a:pt x="2" y="0"/>
                  </a:moveTo>
                  <a:lnTo>
                    <a:pt x="1" y="36"/>
                  </a:lnTo>
                  <a:lnTo>
                    <a:pt x="0" y="71"/>
                  </a:lnTo>
                  <a:lnTo>
                    <a:pt x="25" y="73"/>
                  </a:lnTo>
                  <a:lnTo>
                    <a:pt x="27" y="37"/>
                  </a:lnTo>
                  <a:lnTo>
                    <a:pt x="28" y="2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09" name=""/>
            <p:cNvSpPr/>
            <p:nvPr/>
          </p:nvSpPr>
          <p:spPr>
            <a:xfrm rot="0">
              <a:off x="533" y="3841"/>
              <a:ext cx="9" cy="25"/>
            </a:xfrm>
            <a:custGeom>
              <a:avLst/>
              <a:ahLst/>
              <a:rect l="0" t="0" r="r" b="b"/>
              <a:pathLst>
                <a:path w="28" h="73">
                  <a:moveTo>
                    <a:pt x="2" y="0"/>
                  </a:moveTo>
                  <a:lnTo>
                    <a:pt x="1" y="36"/>
                  </a:lnTo>
                  <a:lnTo>
                    <a:pt x="0" y="71"/>
                  </a:lnTo>
                  <a:lnTo>
                    <a:pt x="25" y="73"/>
                  </a:lnTo>
                  <a:lnTo>
                    <a:pt x="27" y="37"/>
                  </a:lnTo>
                  <a:lnTo>
                    <a:pt x="28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10" name=""/>
            <p:cNvSpPr/>
            <p:nvPr/>
          </p:nvSpPr>
          <p:spPr>
            <a:xfrm rot="0">
              <a:off x="541" y="3854"/>
              <a:ext cx="1" cy="12"/>
            </a:xfrm>
            <a:custGeom>
              <a:avLst/>
              <a:ahLst/>
              <a:rect l="0" t="0" r="r" b="b"/>
              <a:pathLst>
                <a:path w="2" h="36">
                  <a:moveTo>
                    <a:pt x="2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11" name=""/>
            <p:cNvSpPr/>
            <p:nvPr/>
          </p:nvSpPr>
          <p:spPr>
            <a:xfrm rot="0">
              <a:off x="541" y="38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12" name=""/>
            <p:cNvSpPr/>
            <p:nvPr/>
          </p:nvSpPr>
          <p:spPr>
            <a:xfrm rot="0">
              <a:off x="542" y="3841"/>
              <a:ext cx="8" cy="25"/>
            </a:xfrm>
            <a:custGeom>
              <a:avLst/>
              <a:ahLst/>
              <a:rect l="0" t="0" r="r" b="b"/>
              <a:pathLst>
                <a:path w="25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25" y="73"/>
                  </a:lnTo>
                  <a:lnTo>
                    <a:pt x="25" y="37"/>
                  </a:lnTo>
                  <a:lnTo>
                    <a:pt x="25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13" name=""/>
            <p:cNvSpPr/>
            <p:nvPr/>
          </p:nvSpPr>
          <p:spPr>
            <a:xfrm rot="0">
              <a:off x="542" y="3841"/>
              <a:ext cx="8" cy="25"/>
            </a:xfrm>
            <a:custGeom>
              <a:avLst/>
              <a:ahLst/>
              <a:rect l="0" t="0" r="r" b="b"/>
              <a:pathLst>
                <a:path w="25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25" y="73"/>
                  </a:lnTo>
                  <a:lnTo>
                    <a:pt x="25" y="37"/>
                  </a:lnTo>
                  <a:lnTo>
                    <a:pt x="2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14" name=""/>
            <p:cNvSpPr/>
            <p:nvPr/>
          </p:nvSpPr>
          <p:spPr>
            <a:xfrm rot="0">
              <a:off x="550" y="3854"/>
              <a:ext cx="1" cy="12"/>
            </a:xfrm>
            <a:custGeom>
              <a:avLst/>
              <a:ahLst/>
              <a:rect l="0" t="0" r="r" b="b"/>
              <a:pathLst>
                <a:path w="2" h="36">
                  <a:moveTo>
                    <a:pt x="0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15" name=""/>
            <p:cNvSpPr/>
            <p:nvPr/>
          </p:nvSpPr>
          <p:spPr>
            <a:xfrm rot="0">
              <a:off x="550" y="38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16" name=""/>
            <p:cNvSpPr/>
            <p:nvPr/>
          </p:nvSpPr>
          <p:spPr>
            <a:xfrm rot="0">
              <a:off x="550" y="3841"/>
              <a:ext cx="9" cy="25"/>
            </a:xfrm>
            <a:custGeom>
              <a:avLst/>
              <a:ahLst/>
              <a:rect l="0" t="0" r="r" b="b"/>
              <a:pathLst>
                <a:path w="28" h="73">
                  <a:moveTo>
                    <a:pt x="0" y="2"/>
                  </a:moveTo>
                  <a:lnTo>
                    <a:pt x="1" y="37"/>
                  </a:lnTo>
                  <a:lnTo>
                    <a:pt x="3" y="73"/>
                  </a:lnTo>
                  <a:lnTo>
                    <a:pt x="28" y="71"/>
                  </a:lnTo>
                  <a:lnTo>
                    <a:pt x="27" y="36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17" name=""/>
            <p:cNvSpPr/>
            <p:nvPr/>
          </p:nvSpPr>
          <p:spPr>
            <a:xfrm rot="0">
              <a:off x="550" y="3841"/>
              <a:ext cx="9" cy="25"/>
            </a:xfrm>
            <a:custGeom>
              <a:avLst/>
              <a:ahLst/>
              <a:rect l="0" t="0" r="r" b="b"/>
              <a:pathLst>
                <a:path w="28" h="73">
                  <a:moveTo>
                    <a:pt x="0" y="2"/>
                  </a:moveTo>
                  <a:lnTo>
                    <a:pt x="1" y="37"/>
                  </a:lnTo>
                  <a:lnTo>
                    <a:pt x="3" y="73"/>
                  </a:lnTo>
                  <a:lnTo>
                    <a:pt x="28" y="71"/>
                  </a:lnTo>
                  <a:lnTo>
                    <a:pt x="27" y="36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18" name=""/>
            <p:cNvSpPr/>
            <p:nvPr/>
          </p:nvSpPr>
          <p:spPr>
            <a:xfrm rot="0">
              <a:off x="559" y="3853"/>
              <a:ext cx="1" cy="12"/>
            </a:xfrm>
            <a:custGeom>
              <a:avLst/>
              <a:ahLst/>
              <a:rect l="0" t="0" r="r" b="b"/>
              <a:pathLst>
                <a:path w="4" h="35">
                  <a:moveTo>
                    <a:pt x="0" y="0"/>
                  </a:moveTo>
                  <a:lnTo>
                    <a:pt x="1" y="35"/>
                  </a:lnTo>
                  <a:lnTo>
                    <a:pt x="4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19" name=""/>
            <p:cNvSpPr/>
            <p:nvPr/>
          </p:nvSpPr>
          <p:spPr>
            <a:xfrm rot="0">
              <a:off x="559" y="38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20" name=""/>
            <p:cNvSpPr/>
            <p:nvPr/>
          </p:nvSpPr>
          <p:spPr>
            <a:xfrm rot="0">
              <a:off x="558" y="3840"/>
              <a:ext cx="11" cy="25"/>
            </a:xfrm>
            <a:custGeom>
              <a:avLst/>
              <a:ahLst/>
              <a:rect l="0" t="0" r="r" b="b"/>
              <a:pathLst>
                <a:path w="34" h="74">
                  <a:moveTo>
                    <a:pt x="0" y="3"/>
                  </a:moveTo>
                  <a:lnTo>
                    <a:pt x="4" y="39"/>
                  </a:lnTo>
                  <a:lnTo>
                    <a:pt x="8" y="74"/>
                  </a:lnTo>
                  <a:lnTo>
                    <a:pt x="34" y="72"/>
                  </a:lnTo>
                  <a:lnTo>
                    <a:pt x="30" y="36"/>
                  </a:lnTo>
                  <a:lnTo>
                    <a:pt x="25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21" name=""/>
            <p:cNvSpPr/>
            <p:nvPr/>
          </p:nvSpPr>
          <p:spPr>
            <a:xfrm rot="0">
              <a:off x="558" y="3840"/>
              <a:ext cx="11" cy="25"/>
            </a:xfrm>
            <a:custGeom>
              <a:avLst/>
              <a:ahLst/>
              <a:rect l="0" t="0" r="r" b="b"/>
              <a:pathLst>
                <a:path w="34" h="74">
                  <a:moveTo>
                    <a:pt x="0" y="3"/>
                  </a:moveTo>
                  <a:lnTo>
                    <a:pt x="4" y="39"/>
                  </a:lnTo>
                  <a:lnTo>
                    <a:pt x="8" y="74"/>
                  </a:lnTo>
                  <a:lnTo>
                    <a:pt x="34" y="72"/>
                  </a:lnTo>
                  <a:lnTo>
                    <a:pt x="30" y="36"/>
                  </a:lnTo>
                  <a:lnTo>
                    <a:pt x="25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22" name=""/>
            <p:cNvSpPr/>
            <p:nvPr/>
          </p:nvSpPr>
          <p:spPr>
            <a:xfrm rot="0">
              <a:off x="566" y="3840"/>
              <a:ext cx="11" cy="24"/>
            </a:xfrm>
            <a:custGeom>
              <a:avLst/>
              <a:ahLst/>
              <a:rect l="0" t="0" r="r" b="b"/>
              <a:pathLst>
                <a:path w="34" h="74">
                  <a:moveTo>
                    <a:pt x="0" y="2"/>
                  </a:moveTo>
                  <a:lnTo>
                    <a:pt x="5" y="38"/>
                  </a:lnTo>
                  <a:lnTo>
                    <a:pt x="9" y="74"/>
                  </a:lnTo>
                  <a:lnTo>
                    <a:pt x="34" y="71"/>
                  </a:lnTo>
                  <a:lnTo>
                    <a:pt x="30" y="35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23" name=""/>
            <p:cNvSpPr/>
            <p:nvPr/>
          </p:nvSpPr>
          <p:spPr>
            <a:xfrm rot="0">
              <a:off x="566" y="3840"/>
              <a:ext cx="11" cy="24"/>
            </a:xfrm>
            <a:custGeom>
              <a:avLst/>
              <a:ahLst/>
              <a:rect l="0" t="0" r="r" b="b"/>
              <a:pathLst>
                <a:path w="34" h="74">
                  <a:moveTo>
                    <a:pt x="0" y="2"/>
                  </a:moveTo>
                  <a:lnTo>
                    <a:pt x="5" y="38"/>
                  </a:lnTo>
                  <a:lnTo>
                    <a:pt x="9" y="74"/>
                  </a:lnTo>
                  <a:lnTo>
                    <a:pt x="34" y="71"/>
                  </a:lnTo>
                  <a:lnTo>
                    <a:pt x="30" y="35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24" name=""/>
            <p:cNvSpPr/>
            <p:nvPr/>
          </p:nvSpPr>
          <p:spPr>
            <a:xfrm rot="0">
              <a:off x="576" y="3851"/>
              <a:ext cx="2" cy="12"/>
            </a:xfrm>
            <a:custGeom>
              <a:avLst/>
              <a:ahLst/>
              <a:rect l="0" t="0" r="r" b="b"/>
              <a:pathLst>
                <a:path w="6" h="36">
                  <a:moveTo>
                    <a:pt x="0" y="0"/>
                  </a:moveTo>
                  <a:lnTo>
                    <a:pt x="4" y="36"/>
                  </a:lnTo>
                  <a:lnTo>
                    <a:pt x="6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25" name=""/>
            <p:cNvSpPr/>
            <p:nvPr/>
          </p:nvSpPr>
          <p:spPr>
            <a:xfrm rot="0">
              <a:off x="577" y="38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26" name=""/>
            <p:cNvSpPr/>
            <p:nvPr/>
          </p:nvSpPr>
          <p:spPr>
            <a:xfrm rot="0">
              <a:off x="574" y="3838"/>
              <a:ext cx="13" cy="25"/>
            </a:xfrm>
            <a:custGeom>
              <a:avLst/>
              <a:ahLst/>
              <a:rect l="0" t="0" r="r" b="b"/>
              <a:pathLst>
                <a:path w="37" h="76">
                  <a:moveTo>
                    <a:pt x="0" y="5"/>
                  </a:moveTo>
                  <a:lnTo>
                    <a:pt x="5" y="40"/>
                  </a:lnTo>
                  <a:lnTo>
                    <a:pt x="11" y="76"/>
                  </a:lnTo>
                  <a:lnTo>
                    <a:pt x="37" y="71"/>
                  </a:lnTo>
                  <a:lnTo>
                    <a:pt x="31" y="36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27" name=""/>
            <p:cNvSpPr/>
            <p:nvPr/>
          </p:nvSpPr>
          <p:spPr>
            <a:xfrm rot="0">
              <a:off x="574" y="3838"/>
              <a:ext cx="13" cy="25"/>
            </a:xfrm>
            <a:custGeom>
              <a:avLst/>
              <a:ahLst/>
              <a:rect l="0" t="0" r="r" b="b"/>
              <a:pathLst>
                <a:path w="37" h="76">
                  <a:moveTo>
                    <a:pt x="0" y="5"/>
                  </a:moveTo>
                  <a:lnTo>
                    <a:pt x="5" y="40"/>
                  </a:lnTo>
                  <a:lnTo>
                    <a:pt x="11" y="76"/>
                  </a:lnTo>
                  <a:lnTo>
                    <a:pt x="37" y="71"/>
                  </a:lnTo>
                  <a:lnTo>
                    <a:pt x="31" y="36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28" name=""/>
            <p:cNvSpPr/>
            <p:nvPr/>
          </p:nvSpPr>
          <p:spPr>
            <a:xfrm rot="0">
              <a:off x="585" y="3850"/>
              <a:ext cx="2" cy="12"/>
            </a:xfrm>
            <a:custGeom>
              <a:avLst/>
              <a:ahLst/>
              <a:rect l="0" t="0" r="r" b="b"/>
              <a:pathLst>
                <a:path w="8" h="35">
                  <a:moveTo>
                    <a:pt x="0" y="0"/>
                  </a:moveTo>
                  <a:lnTo>
                    <a:pt x="6" y="35"/>
                  </a:lnTo>
                  <a:lnTo>
                    <a:pt x="8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29" name=""/>
            <p:cNvSpPr/>
            <p:nvPr/>
          </p:nvSpPr>
          <p:spPr>
            <a:xfrm rot="0">
              <a:off x="587" y="38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30" name=""/>
            <p:cNvSpPr/>
            <p:nvPr/>
          </p:nvSpPr>
          <p:spPr>
            <a:xfrm rot="0">
              <a:off x="582" y="3836"/>
              <a:ext cx="14" cy="26"/>
            </a:xfrm>
            <a:custGeom>
              <a:avLst/>
              <a:ahLst/>
              <a:rect l="0" t="0" r="r" b="b"/>
              <a:pathLst>
                <a:path w="43" h="76">
                  <a:moveTo>
                    <a:pt x="0" y="5"/>
                  </a:moveTo>
                  <a:lnTo>
                    <a:pt x="9" y="41"/>
                  </a:lnTo>
                  <a:lnTo>
                    <a:pt x="17" y="76"/>
                  </a:lnTo>
                  <a:lnTo>
                    <a:pt x="43" y="71"/>
                  </a:lnTo>
                  <a:lnTo>
                    <a:pt x="34" y="35"/>
                  </a:lnTo>
                  <a:lnTo>
                    <a:pt x="26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31" name=""/>
            <p:cNvSpPr/>
            <p:nvPr/>
          </p:nvSpPr>
          <p:spPr>
            <a:xfrm rot="0">
              <a:off x="582" y="3836"/>
              <a:ext cx="14" cy="26"/>
            </a:xfrm>
            <a:custGeom>
              <a:avLst/>
              <a:ahLst/>
              <a:rect l="0" t="0" r="r" b="b"/>
              <a:pathLst>
                <a:path w="43" h="76">
                  <a:moveTo>
                    <a:pt x="0" y="5"/>
                  </a:moveTo>
                  <a:lnTo>
                    <a:pt x="9" y="41"/>
                  </a:lnTo>
                  <a:lnTo>
                    <a:pt x="17" y="76"/>
                  </a:lnTo>
                  <a:lnTo>
                    <a:pt x="43" y="71"/>
                  </a:lnTo>
                  <a:lnTo>
                    <a:pt x="34" y="35"/>
                  </a:lnTo>
                  <a:lnTo>
                    <a:pt x="26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32" name=""/>
            <p:cNvSpPr/>
            <p:nvPr/>
          </p:nvSpPr>
          <p:spPr>
            <a:xfrm rot="0">
              <a:off x="593" y="3848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9" y="36"/>
                  </a:lnTo>
                  <a:lnTo>
                    <a:pt x="10" y="3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33" name=""/>
            <p:cNvSpPr/>
            <p:nvPr/>
          </p:nvSpPr>
          <p:spPr>
            <a:xfrm rot="0" flipV="1">
              <a:off x="596" y="3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34" name=""/>
            <p:cNvSpPr/>
            <p:nvPr/>
          </p:nvSpPr>
          <p:spPr>
            <a:xfrm rot="0">
              <a:off x="590" y="3834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0" y="7"/>
                  </a:moveTo>
                  <a:lnTo>
                    <a:pt x="10" y="41"/>
                  </a:lnTo>
                  <a:lnTo>
                    <a:pt x="20" y="75"/>
                  </a:lnTo>
                  <a:lnTo>
                    <a:pt x="45" y="68"/>
                  </a:lnTo>
                  <a:lnTo>
                    <a:pt x="35" y="34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35" name=""/>
            <p:cNvSpPr/>
            <p:nvPr/>
          </p:nvSpPr>
          <p:spPr>
            <a:xfrm rot="0">
              <a:off x="590" y="3834"/>
              <a:ext cx="15" cy="25"/>
            </a:xfrm>
            <a:custGeom>
              <a:avLst/>
              <a:ahLst/>
              <a:rect l="0" t="0" r="r" b="b"/>
              <a:pathLst>
                <a:path w="45" h="75">
                  <a:moveTo>
                    <a:pt x="0" y="7"/>
                  </a:moveTo>
                  <a:lnTo>
                    <a:pt x="10" y="41"/>
                  </a:lnTo>
                  <a:lnTo>
                    <a:pt x="20" y="75"/>
                  </a:lnTo>
                  <a:lnTo>
                    <a:pt x="45" y="68"/>
                  </a:lnTo>
                  <a:lnTo>
                    <a:pt x="35" y="34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36" name=""/>
            <p:cNvSpPr/>
            <p:nvPr/>
          </p:nvSpPr>
          <p:spPr>
            <a:xfrm rot="0">
              <a:off x="598" y="3832"/>
              <a:ext cx="15" cy="25"/>
            </a:xfrm>
            <a:custGeom>
              <a:avLst/>
              <a:ahLst/>
              <a:rect l="0" t="0" r="r" b="b"/>
              <a:pathLst>
                <a:path w="44" h="75">
                  <a:moveTo>
                    <a:pt x="0" y="7"/>
                  </a:moveTo>
                  <a:lnTo>
                    <a:pt x="10" y="41"/>
                  </a:lnTo>
                  <a:lnTo>
                    <a:pt x="20" y="75"/>
                  </a:lnTo>
                  <a:lnTo>
                    <a:pt x="44" y="68"/>
                  </a:lnTo>
                  <a:lnTo>
                    <a:pt x="34" y="34"/>
                  </a:lnTo>
                  <a:lnTo>
                    <a:pt x="24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37" name=""/>
            <p:cNvSpPr/>
            <p:nvPr/>
          </p:nvSpPr>
          <p:spPr>
            <a:xfrm rot="0">
              <a:off x="598" y="3832"/>
              <a:ext cx="15" cy="25"/>
            </a:xfrm>
            <a:custGeom>
              <a:avLst/>
              <a:ahLst/>
              <a:rect l="0" t="0" r="r" b="b"/>
              <a:pathLst>
                <a:path w="44" h="75">
                  <a:moveTo>
                    <a:pt x="0" y="7"/>
                  </a:moveTo>
                  <a:lnTo>
                    <a:pt x="10" y="41"/>
                  </a:lnTo>
                  <a:lnTo>
                    <a:pt x="20" y="75"/>
                  </a:lnTo>
                  <a:lnTo>
                    <a:pt x="44" y="68"/>
                  </a:lnTo>
                  <a:lnTo>
                    <a:pt x="34" y="34"/>
                  </a:lnTo>
                  <a:lnTo>
                    <a:pt x="24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38" name=""/>
            <p:cNvSpPr/>
            <p:nvPr/>
          </p:nvSpPr>
          <p:spPr>
            <a:xfrm rot="0">
              <a:off x="609" y="3843"/>
              <a:ext cx="4" cy="12"/>
            </a:xfrm>
            <a:custGeom>
              <a:avLst/>
              <a:ahLst/>
              <a:rect l="0" t="0" r="r" b="b"/>
              <a:pathLst>
                <a:path w="11" h="34">
                  <a:moveTo>
                    <a:pt x="0" y="0"/>
                  </a:moveTo>
                  <a:lnTo>
                    <a:pt x="10" y="34"/>
                  </a:lnTo>
                  <a:lnTo>
                    <a:pt x="11" y="3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39" name=""/>
            <p:cNvSpPr/>
            <p:nvPr/>
          </p:nvSpPr>
          <p:spPr>
            <a:xfrm rot="0">
              <a:off x="613" y="38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40" name=""/>
            <p:cNvSpPr/>
            <p:nvPr/>
          </p:nvSpPr>
          <p:spPr>
            <a:xfrm rot="0">
              <a:off x="605" y="3829"/>
              <a:ext cx="16" cy="26"/>
            </a:xfrm>
            <a:custGeom>
              <a:avLst/>
              <a:ahLst/>
              <a:rect l="0" t="0" r="r" b="b"/>
              <a:pathLst>
                <a:path w="47" h="77">
                  <a:moveTo>
                    <a:pt x="0" y="9"/>
                  </a:moveTo>
                  <a:lnTo>
                    <a:pt x="12" y="43"/>
                  </a:lnTo>
                  <a:lnTo>
                    <a:pt x="23" y="77"/>
                  </a:lnTo>
                  <a:lnTo>
                    <a:pt x="47" y="69"/>
                  </a:lnTo>
                  <a:lnTo>
                    <a:pt x="36" y="34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41" name=""/>
            <p:cNvSpPr/>
            <p:nvPr/>
          </p:nvSpPr>
          <p:spPr>
            <a:xfrm rot="0">
              <a:off x="605" y="3829"/>
              <a:ext cx="16" cy="26"/>
            </a:xfrm>
            <a:custGeom>
              <a:avLst/>
              <a:ahLst/>
              <a:rect l="0" t="0" r="r" b="b"/>
              <a:pathLst>
                <a:path w="47" h="77">
                  <a:moveTo>
                    <a:pt x="0" y="9"/>
                  </a:moveTo>
                  <a:lnTo>
                    <a:pt x="12" y="43"/>
                  </a:lnTo>
                  <a:lnTo>
                    <a:pt x="23" y="77"/>
                  </a:lnTo>
                  <a:lnTo>
                    <a:pt x="47" y="69"/>
                  </a:lnTo>
                  <a:lnTo>
                    <a:pt x="36" y="34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42" name=""/>
            <p:cNvSpPr/>
            <p:nvPr/>
          </p:nvSpPr>
          <p:spPr>
            <a:xfrm rot="0">
              <a:off x="617" y="3840"/>
              <a:ext cx="5" cy="12"/>
            </a:xfrm>
            <a:custGeom>
              <a:avLst/>
              <a:ahLst/>
              <a:rect l="0" t="0" r="r" b="b"/>
              <a:pathLst>
                <a:path w="14" h="35">
                  <a:moveTo>
                    <a:pt x="0" y="0"/>
                  </a:moveTo>
                  <a:lnTo>
                    <a:pt x="11" y="35"/>
                  </a:lnTo>
                  <a:lnTo>
                    <a:pt x="14" y="3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43" name=""/>
            <p:cNvSpPr/>
            <p:nvPr/>
          </p:nvSpPr>
          <p:spPr>
            <a:xfrm rot="0" flipV="1">
              <a:off x="621" y="38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44" name=""/>
            <p:cNvSpPr/>
            <p:nvPr/>
          </p:nvSpPr>
          <p:spPr>
            <a:xfrm rot="0">
              <a:off x="613" y="3826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0" y="10"/>
                  </a:moveTo>
                  <a:lnTo>
                    <a:pt x="14" y="42"/>
                  </a:lnTo>
                  <a:lnTo>
                    <a:pt x="28" y="75"/>
                  </a:lnTo>
                  <a:lnTo>
                    <a:pt x="51" y="65"/>
                  </a:lnTo>
                  <a:lnTo>
                    <a:pt x="37" y="32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45" name=""/>
            <p:cNvSpPr/>
            <p:nvPr/>
          </p:nvSpPr>
          <p:spPr>
            <a:xfrm rot="0">
              <a:off x="613" y="3826"/>
              <a:ext cx="17" cy="25"/>
            </a:xfrm>
            <a:custGeom>
              <a:avLst/>
              <a:ahLst/>
              <a:rect l="0" t="0" r="r" b="b"/>
              <a:pathLst>
                <a:path w="51" h="75">
                  <a:moveTo>
                    <a:pt x="0" y="10"/>
                  </a:moveTo>
                  <a:lnTo>
                    <a:pt x="14" y="42"/>
                  </a:lnTo>
                  <a:lnTo>
                    <a:pt x="28" y="75"/>
                  </a:lnTo>
                  <a:lnTo>
                    <a:pt x="51" y="65"/>
                  </a:lnTo>
                  <a:lnTo>
                    <a:pt x="37" y="32"/>
                  </a:lnTo>
                  <a:lnTo>
                    <a:pt x="23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46" name=""/>
            <p:cNvSpPr/>
            <p:nvPr/>
          </p:nvSpPr>
          <p:spPr>
            <a:xfrm rot="0">
              <a:off x="625" y="3837"/>
              <a:ext cx="5" cy="11"/>
            </a:xfrm>
            <a:custGeom>
              <a:avLst/>
              <a:ahLst/>
              <a:rect l="0" t="0" r="r" b="b"/>
              <a:pathLst>
                <a:path w="16" h="33">
                  <a:moveTo>
                    <a:pt x="0" y="0"/>
                  </a:moveTo>
                  <a:lnTo>
                    <a:pt x="14" y="33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47" name=""/>
            <p:cNvSpPr/>
            <p:nvPr/>
          </p:nvSpPr>
          <p:spPr>
            <a:xfrm rot="0">
              <a:off x="630" y="3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48" name=""/>
            <p:cNvSpPr/>
            <p:nvPr/>
          </p:nvSpPr>
          <p:spPr>
            <a:xfrm rot="0">
              <a:off x="620" y="3822"/>
              <a:ext cx="18" cy="26"/>
            </a:xfrm>
            <a:custGeom>
              <a:avLst/>
              <a:ahLst/>
              <a:rect l="0" t="0" r="r" b="b"/>
              <a:pathLst>
                <a:path w="54" h="77">
                  <a:moveTo>
                    <a:pt x="0" y="12"/>
                  </a:moveTo>
                  <a:lnTo>
                    <a:pt x="16" y="44"/>
                  </a:lnTo>
                  <a:lnTo>
                    <a:pt x="32" y="77"/>
                  </a:lnTo>
                  <a:lnTo>
                    <a:pt x="54" y="66"/>
                  </a:lnTo>
                  <a:lnTo>
                    <a:pt x="39" y="33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49" name=""/>
            <p:cNvSpPr/>
            <p:nvPr/>
          </p:nvSpPr>
          <p:spPr>
            <a:xfrm rot="0">
              <a:off x="620" y="3822"/>
              <a:ext cx="18" cy="26"/>
            </a:xfrm>
            <a:custGeom>
              <a:avLst/>
              <a:ahLst/>
              <a:rect l="0" t="0" r="r" b="b"/>
              <a:pathLst>
                <a:path w="54" h="77">
                  <a:moveTo>
                    <a:pt x="0" y="12"/>
                  </a:moveTo>
                  <a:lnTo>
                    <a:pt x="16" y="44"/>
                  </a:lnTo>
                  <a:lnTo>
                    <a:pt x="32" y="77"/>
                  </a:lnTo>
                  <a:lnTo>
                    <a:pt x="54" y="66"/>
                  </a:lnTo>
                  <a:lnTo>
                    <a:pt x="39" y="33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50" name=""/>
            <p:cNvSpPr/>
            <p:nvPr/>
          </p:nvSpPr>
          <p:spPr>
            <a:xfrm rot="0">
              <a:off x="633" y="3833"/>
              <a:ext cx="5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0"/>
                  </a:moveTo>
                  <a:lnTo>
                    <a:pt x="15" y="33"/>
                  </a:lnTo>
                  <a:lnTo>
                    <a:pt x="17" y="3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51" name=""/>
            <p:cNvSpPr/>
            <p:nvPr/>
          </p:nvSpPr>
          <p:spPr>
            <a:xfrm rot="0" flipV="1">
              <a:off x="638" y="3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52" name=""/>
            <p:cNvSpPr/>
            <p:nvPr/>
          </p:nvSpPr>
          <p:spPr>
            <a:xfrm rot="0">
              <a:off x="627" y="3819"/>
              <a:ext cx="18" cy="25"/>
            </a:xfrm>
            <a:custGeom>
              <a:avLst/>
              <a:ahLst/>
              <a:rect l="0" t="0" r="r" b="b"/>
              <a:pathLst>
                <a:path w="55" h="75">
                  <a:moveTo>
                    <a:pt x="0" y="11"/>
                  </a:moveTo>
                  <a:lnTo>
                    <a:pt x="17" y="44"/>
                  </a:lnTo>
                  <a:lnTo>
                    <a:pt x="34" y="75"/>
                  </a:lnTo>
                  <a:lnTo>
                    <a:pt x="55" y="64"/>
                  </a:lnTo>
                  <a:lnTo>
                    <a:pt x="38" y="33"/>
                  </a:lnTo>
                  <a:lnTo>
                    <a:pt x="21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53" name=""/>
            <p:cNvSpPr/>
            <p:nvPr/>
          </p:nvSpPr>
          <p:spPr>
            <a:xfrm rot="0">
              <a:off x="627" y="3819"/>
              <a:ext cx="18" cy="25"/>
            </a:xfrm>
            <a:custGeom>
              <a:avLst/>
              <a:ahLst/>
              <a:rect l="0" t="0" r="r" b="b"/>
              <a:pathLst>
                <a:path w="55" h="75">
                  <a:moveTo>
                    <a:pt x="0" y="11"/>
                  </a:moveTo>
                  <a:lnTo>
                    <a:pt x="17" y="44"/>
                  </a:lnTo>
                  <a:lnTo>
                    <a:pt x="34" y="75"/>
                  </a:lnTo>
                  <a:lnTo>
                    <a:pt x="55" y="64"/>
                  </a:lnTo>
                  <a:lnTo>
                    <a:pt x="38" y="33"/>
                  </a:lnTo>
                  <a:lnTo>
                    <a:pt x="21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54" name=""/>
            <p:cNvSpPr/>
            <p:nvPr/>
          </p:nvSpPr>
          <p:spPr>
            <a:xfrm rot="0">
              <a:off x="640" y="3830"/>
              <a:ext cx="7" cy="10"/>
            </a:xfrm>
            <a:custGeom>
              <a:avLst/>
              <a:ahLst/>
              <a:rect l="0" t="0" r="r" b="b"/>
              <a:pathLst>
                <a:path w="21" h="31">
                  <a:moveTo>
                    <a:pt x="0" y="0"/>
                  </a:moveTo>
                  <a:lnTo>
                    <a:pt x="17" y="31"/>
                  </a:lnTo>
                  <a:lnTo>
                    <a:pt x="21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55" name=""/>
            <p:cNvSpPr/>
            <p:nvPr/>
          </p:nvSpPr>
          <p:spPr>
            <a:xfrm rot="0" flipV="1">
              <a:off x="645" y="3840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56" name=""/>
            <p:cNvSpPr/>
            <p:nvPr/>
          </p:nvSpPr>
          <p:spPr>
            <a:xfrm rot="0">
              <a:off x="633" y="3815"/>
              <a:ext cx="20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0" y="14"/>
                  </a:moveTo>
                  <a:lnTo>
                    <a:pt x="21" y="44"/>
                  </a:lnTo>
                  <a:lnTo>
                    <a:pt x="42" y="74"/>
                  </a:lnTo>
                  <a:lnTo>
                    <a:pt x="62" y="59"/>
                  </a:lnTo>
                  <a:lnTo>
                    <a:pt x="41" y="29"/>
                  </a:lnTo>
                  <a:lnTo>
                    <a:pt x="20" y="0"/>
                  </a:lnTo>
                  <a:lnTo>
                    <a:pt x="0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57" name=""/>
            <p:cNvSpPr/>
            <p:nvPr/>
          </p:nvSpPr>
          <p:spPr>
            <a:xfrm rot="0">
              <a:off x="633" y="3815"/>
              <a:ext cx="20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0" y="14"/>
                  </a:moveTo>
                  <a:lnTo>
                    <a:pt x="21" y="44"/>
                  </a:lnTo>
                  <a:lnTo>
                    <a:pt x="42" y="74"/>
                  </a:lnTo>
                  <a:lnTo>
                    <a:pt x="62" y="59"/>
                  </a:lnTo>
                  <a:lnTo>
                    <a:pt x="41" y="29"/>
                  </a:lnTo>
                  <a:lnTo>
                    <a:pt x="20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58" name=""/>
            <p:cNvSpPr/>
            <p:nvPr/>
          </p:nvSpPr>
          <p:spPr>
            <a:xfrm rot="0">
              <a:off x="639" y="3810"/>
              <a:ext cx="21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0" y="15"/>
                  </a:moveTo>
                  <a:lnTo>
                    <a:pt x="21" y="44"/>
                  </a:lnTo>
                  <a:lnTo>
                    <a:pt x="42" y="74"/>
                  </a:lnTo>
                  <a:lnTo>
                    <a:pt x="62" y="60"/>
                  </a:lnTo>
                  <a:lnTo>
                    <a:pt x="41" y="30"/>
                  </a:lnTo>
                  <a:lnTo>
                    <a:pt x="20" y="0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59" name=""/>
            <p:cNvSpPr/>
            <p:nvPr/>
          </p:nvSpPr>
          <p:spPr>
            <a:xfrm rot="0">
              <a:off x="639" y="3810"/>
              <a:ext cx="21" cy="25"/>
            </a:xfrm>
            <a:custGeom>
              <a:avLst/>
              <a:ahLst/>
              <a:rect l="0" t="0" r="r" b="b"/>
              <a:pathLst>
                <a:path w="62" h="74">
                  <a:moveTo>
                    <a:pt x="0" y="15"/>
                  </a:moveTo>
                  <a:lnTo>
                    <a:pt x="21" y="44"/>
                  </a:lnTo>
                  <a:lnTo>
                    <a:pt x="42" y="74"/>
                  </a:lnTo>
                  <a:lnTo>
                    <a:pt x="62" y="60"/>
                  </a:lnTo>
                  <a:lnTo>
                    <a:pt x="41" y="30"/>
                  </a:lnTo>
                  <a:lnTo>
                    <a:pt x="20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60" name=""/>
            <p:cNvSpPr/>
            <p:nvPr/>
          </p:nvSpPr>
          <p:spPr>
            <a:xfrm rot="0">
              <a:off x="653" y="3820"/>
              <a:ext cx="8" cy="10"/>
            </a:xfrm>
            <a:custGeom>
              <a:avLst/>
              <a:ahLst/>
              <a:rect l="0" t="0" r="r" b="b"/>
              <a:pathLst>
                <a:path w="24" h="30">
                  <a:moveTo>
                    <a:pt x="0" y="0"/>
                  </a:moveTo>
                  <a:lnTo>
                    <a:pt x="21" y="30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61" name=""/>
            <p:cNvSpPr/>
            <p:nvPr/>
          </p:nvSpPr>
          <p:spPr>
            <a:xfrm rot="0" flipV="1">
              <a:off x="660" y="3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62" name=""/>
            <p:cNvSpPr/>
            <p:nvPr/>
          </p:nvSpPr>
          <p:spPr>
            <a:xfrm rot="0">
              <a:off x="645" y="3806"/>
              <a:ext cx="22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0" y="16"/>
                  </a:moveTo>
                  <a:lnTo>
                    <a:pt x="24" y="43"/>
                  </a:lnTo>
                  <a:lnTo>
                    <a:pt x="48" y="70"/>
                  </a:lnTo>
                  <a:lnTo>
                    <a:pt x="65" y="55"/>
                  </a:lnTo>
                  <a:lnTo>
                    <a:pt x="41" y="28"/>
                  </a:lnTo>
                  <a:lnTo>
                    <a:pt x="17" y="0"/>
                  </a:lnTo>
                  <a:lnTo>
                    <a:pt x="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63" name=""/>
            <p:cNvSpPr/>
            <p:nvPr/>
          </p:nvSpPr>
          <p:spPr>
            <a:xfrm rot="0">
              <a:off x="645" y="3806"/>
              <a:ext cx="22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0" y="16"/>
                  </a:moveTo>
                  <a:lnTo>
                    <a:pt x="24" y="43"/>
                  </a:lnTo>
                  <a:lnTo>
                    <a:pt x="48" y="70"/>
                  </a:lnTo>
                  <a:lnTo>
                    <a:pt x="65" y="55"/>
                  </a:lnTo>
                  <a:lnTo>
                    <a:pt x="41" y="28"/>
                  </a:lnTo>
                  <a:lnTo>
                    <a:pt x="17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64" name=""/>
            <p:cNvSpPr/>
            <p:nvPr/>
          </p:nvSpPr>
          <p:spPr>
            <a:xfrm rot="0">
              <a:off x="651" y="3801"/>
              <a:ext cx="21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0" y="15"/>
                  </a:moveTo>
                  <a:lnTo>
                    <a:pt x="24" y="43"/>
                  </a:lnTo>
                  <a:lnTo>
                    <a:pt x="48" y="70"/>
                  </a:lnTo>
                  <a:lnTo>
                    <a:pt x="65" y="54"/>
                  </a:lnTo>
                  <a:lnTo>
                    <a:pt x="41" y="27"/>
                  </a:lnTo>
                  <a:lnTo>
                    <a:pt x="17" y="0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65" name=""/>
            <p:cNvSpPr/>
            <p:nvPr/>
          </p:nvSpPr>
          <p:spPr>
            <a:xfrm rot="0">
              <a:off x="651" y="3801"/>
              <a:ext cx="21" cy="23"/>
            </a:xfrm>
            <a:custGeom>
              <a:avLst/>
              <a:ahLst/>
              <a:rect l="0" t="0" r="r" b="b"/>
              <a:pathLst>
                <a:path w="65" h="70">
                  <a:moveTo>
                    <a:pt x="0" y="15"/>
                  </a:moveTo>
                  <a:lnTo>
                    <a:pt x="24" y="43"/>
                  </a:lnTo>
                  <a:lnTo>
                    <a:pt x="48" y="70"/>
                  </a:lnTo>
                  <a:lnTo>
                    <a:pt x="65" y="54"/>
                  </a:lnTo>
                  <a:lnTo>
                    <a:pt x="41" y="27"/>
                  </a:lnTo>
                  <a:lnTo>
                    <a:pt x="17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66" name=""/>
            <p:cNvSpPr/>
            <p:nvPr/>
          </p:nvSpPr>
          <p:spPr>
            <a:xfrm rot="0">
              <a:off x="664" y="3810"/>
              <a:ext cx="9" cy="9"/>
            </a:xfrm>
            <a:custGeom>
              <a:avLst/>
              <a:ahLst/>
              <a:rect l="0" t="0" r="r" b="b"/>
              <a:pathLst>
                <a:path w="27" h="27">
                  <a:moveTo>
                    <a:pt x="0" y="0"/>
                  </a:moveTo>
                  <a:lnTo>
                    <a:pt x="24" y="27"/>
                  </a:lnTo>
                  <a:lnTo>
                    <a:pt x="27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67" name=""/>
            <p:cNvSpPr/>
            <p:nvPr/>
          </p:nvSpPr>
          <p:spPr>
            <a:xfrm rot="0" flipV="1">
              <a:off x="672" y="3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68" name=""/>
            <p:cNvSpPr/>
            <p:nvPr/>
          </p:nvSpPr>
          <p:spPr>
            <a:xfrm rot="0">
              <a:off x="655" y="3795"/>
              <a:ext cx="24" cy="23"/>
            </a:xfrm>
            <a:custGeom>
              <a:avLst/>
              <a:ahLst/>
              <a:rect l="0" t="0" r="r" b="b"/>
              <a:pathLst>
                <a:path w="71" h="67">
                  <a:moveTo>
                    <a:pt x="0" y="19"/>
                  </a:moveTo>
                  <a:lnTo>
                    <a:pt x="27" y="43"/>
                  </a:lnTo>
                  <a:lnTo>
                    <a:pt x="54" y="67"/>
                  </a:lnTo>
                  <a:lnTo>
                    <a:pt x="71" y="49"/>
                  </a:lnTo>
                  <a:lnTo>
                    <a:pt x="44" y="24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69" name=""/>
            <p:cNvSpPr/>
            <p:nvPr/>
          </p:nvSpPr>
          <p:spPr>
            <a:xfrm rot="0">
              <a:off x="655" y="3795"/>
              <a:ext cx="24" cy="23"/>
            </a:xfrm>
            <a:custGeom>
              <a:avLst/>
              <a:ahLst/>
              <a:rect l="0" t="0" r="r" b="b"/>
              <a:pathLst>
                <a:path w="71" h="67">
                  <a:moveTo>
                    <a:pt x="0" y="19"/>
                  </a:moveTo>
                  <a:lnTo>
                    <a:pt x="27" y="43"/>
                  </a:lnTo>
                  <a:lnTo>
                    <a:pt x="54" y="67"/>
                  </a:lnTo>
                  <a:lnTo>
                    <a:pt x="71" y="49"/>
                  </a:lnTo>
                  <a:lnTo>
                    <a:pt x="44" y="24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70" name=""/>
            <p:cNvSpPr/>
            <p:nvPr/>
          </p:nvSpPr>
          <p:spPr>
            <a:xfrm rot="0">
              <a:off x="670" y="3803"/>
              <a:ext cx="10" cy="9"/>
            </a:xfrm>
            <a:custGeom>
              <a:avLst/>
              <a:ahLst/>
              <a:rect l="0" t="0" r="r" b="b"/>
              <a:pathLst>
                <a:path w="29" h="25">
                  <a:moveTo>
                    <a:pt x="0" y="0"/>
                  </a:moveTo>
                  <a:lnTo>
                    <a:pt x="27" y="25"/>
                  </a:lnTo>
                  <a:lnTo>
                    <a:pt x="29" y="2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71" name=""/>
            <p:cNvSpPr/>
            <p:nvPr/>
          </p:nvSpPr>
          <p:spPr>
            <a:xfrm rot="0" flipV="1">
              <a:off x="679" y="38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72" name=""/>
            <p:cNvSpPr/>
            <p:nvPr/>
          </p:nvSpPr>
          <p:spPr>
            <a:xfrm rot="0">
              <a:off x="661" y="3790"/>
              <a:ext cx="23" cy="21"/>
            </a:xfrm>
            <a:custGeom>
              <a:avLst/>
              <a:ahLst/>
              <a:rect l="0" t="0" r="r" b="b"/>
              <a:pathLst>
                <a:path w="71" h="64">
                  <a:moveTo>
                    <a:pt x="0" y="19"/>
                  </a:moveTo>
                  <a:lnTo>
                    <a:pt x="28" y="41"/>
                  </a:lnTo>
                  <a:lnTo>
                    <a:pt x="57" y="64"/>
                  </a:lnTo>
                  <a:lnTo>
                    <a:pt x="71" y="46"/>
                  </a:lnTo>
                  <a:lnTo>
                    <a:pt x="42" y="23"/>
                  </a:lnTo>
                  <a:lnTo>
                    <a:pt x="14" y="0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73" name=""/>
            <p:cNvSpPr/>
            <p:nvPr/>
          </p:nvSpPr>
          <p:spPr>
            <a:xfrm rot="0">
              <a:off x="661" y="3790"/>
              <a:ext cx="23" cy="21"/>
            </a:xfrm>
            <a:custGeom>
              <a:avLst/>
              <a:ahLst/>
              <a:rect l="0" t="0" r="r" b="b"/>
              <a:pathLst>
                <a:path w="71" h="64">
                  <a:moveTo>
                    <a:pt x="0" y="19"/>
                  </a:moveTo>
                  <a:lnTo>
                    <a:pt x="28" y="41"/>
                  </a:lnTo>
                  <a:lnTo>
                    <a:pt x="57" y="64"/>
                  </a:lnTo>
                  <a:lnTo>
                    <a:pt x="71" y="46"/>
                  </a:lnTo>
                  <a:lnTo>
                    <a:pt x="42" y="23"/>
                  </a:lnTo>
                  <a:lnTo>
                    <a:pt x="14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74" name=""/>
            <p:cNvSpPr/>
            <p:nvPr/>
          </p:nvSpPr>
          <p:spPr>
            <a:xfrm rot="0">
              <a:off x="675" y="3797"/>
              <a:ext cx="10" cy="8"/>
            </a:xfrm>
            <a:custGeom>
              <a:avLst/>
              <a:ahLst/>
              <a:rect l="0" t="0" r="r" b="b"/>
              <a:pathLst>
                <a:path w="30" h="23">
                  <a:moveTo>
                    <a:pt x="0" y="0"/>
                  </a:moveTo>
                  <a:lnTo>
                    <a:pt x="29" y="23"/>
                  </a:lnTo>
                  <a:lnTo>
                    <a:pt x="30" y="2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75" name=""/>
            <p:cNvSpPr/>
            <p:nvPr/>
          </p:nvSpPr>
          <p:spPr>
            <a:xfrm rot="0" flipV="1">
              <a:off x="684" y="38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76" name=""/>
            <p:cNvSpPr/>
            <p:nvPr/>
          </p:nvSpPr>
          <p:spPr>
            <a:xfrm rot="0">
              <a:off x="665" y="3784"/>
              <a:ext cx="24" cy="20"/>
            </a:xfrm>
            <a:custGeom>
              <a:avLst/>
              <a:ahLst/>
              <a:rect l="0" t="0" r="r" b="b"/>
              <a:pathLst>
                <a:path w="73" h="60">
                  <a:moveTo>
                    <a:pt x="0" y="20"/>
                  </a:moveTo>
                  <a:lnTo>
                    <a:pt x="30" y="40"/>
                  </a:lnTo>
                  <a:lnTo>
                    <a:pt x="60" y="60"/>
                  </a:lnTo>
                  <a:lnTo>
                    <a:pt x="73" y="40"/>
                  </a:lnTo>
                  <a:lnTo>
                    <a:pt x="43" y="20"/>
                  </a:lnTo>
                  <a:lnTo>
                    <a:pt x="13" y="0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77" name=""/>
            <p:cNvSpPr/>
            <p:nvPr/>
          </p:nvSpPr>
          <p:spPr>
            <a:xfrm rot="0">
              <a:off x="665" y="3784"/>
              <a:ext cx="24" cy="20"/>
            </a:xfrm>
            <a:custGeom>
              <a:avLst/>
              <a:ahLst/>
              <a:rect l="0" t="0" r="r" b="b"/>
              <a:pathLst>
                <a:path w="73" h="60">
                  <a:moveTo>
                    <a:pt x="0" y="20"/>
                  </a:moveTo>
                  <a:lnTo>
                    <a:pt x="30" y="40"/>
                  </a:lnTo>
                  <a:lnTo>
                    <a:pt x="60" y="60"/>
                  </a:lnTo>
                  <a:lnTo>
                    <a:pt x="73" y="40"/>
                  </a:lnTo>
                  <a:lnTo>
                    <a:pt x="43" y="20"/>
                  </a:lnTo>
                  <a:lnTo>
                    <a:pt x="13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78" name=""/>
            <p:cNvSpPr/>
            <p:nvPr/>
          </p:nvSpPr>
          <p:spPr>
            <a:xfrm rot="0">
              <a:off x="679" y="3791"/>
              <a:ext cx="10" cy="6"/>
            </a:xfrm>
            <a:custGeom>
              <a:avLst/>
              <a:ahLst/>
              <a:rect l="0" t="0" r="r" b="b"/>
              <a:pathLst>
                <a:path w="31" h="20">
                  <a:moveTo>
                    <a:pt x="0" y="0"/>
                  </a:moveTo>
                  <a:lnTo>
                    <a:pt x="30" y="20"/>
                  </a:lnTo>
                  <a:lnTo>
                    <a:pt x="31" y="1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79" name=""/>
            <p:cNvSpPr/>
            <p:nvPr/>
          </p:nvSpPr>
          <p:spPr>
            <a:xfrm rot="0" flipV="1">
              <a:off x="689" y="37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80" name=""/>
            <p:cNvSpPr/>
            <p:nvPr/>
          </p:nvSpPr>
          <p:spPr>
            <a:xfrm rot="0">
              <a:off x="669" y="3777"/>
              <a:ext cx="25" cy="20"/>
            </a:xfrm>
            <a:custGeom>
              <a:avLst/>
              <a:ahLst/>
              <a:rect l="0" t="0" r="r" b="b"/>
              <a:pathLst>
                <a:path w="75" h="58">
                  <a:moveTo>
                    <a:pt x="0" y="21"/>
                  </a:moveTo>
                  <a:lnTo>
                    <a:pt x="31" y="40"/>
                  </a:lnTo>
                  <a:lnTo>
                    <a:pt x="62" y="58"/>
                  </a:lnTo>
                  <a:lnTo>
                    <a:pt x="75" y="37"/>
                  </a:lnTo>
                  <a:lnTo>
                    <a:pt x="44" y="19"/>
                  </a:lnTo>
                  <a:lnTo>
                    <a:pt x="13" y="0"/>
                  </a:lnTo>
                  <a:lnTo>
                    <a:pt x="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81" name=""/>
            <p:cNvSpPr/>
            <p:nvPr/>
          </p:nvSpPr>
          <p:spPr>
            <a:xfrm rot="0">
              <a:off x="669" y="3777"/>
              <a:ext cx="25" cy="20"/>
            </a:xfrm>
            <a:custGeom>
              <a:avLst/>
              <a:ahLst/>
              <a:rect l="0" t="0" r="r" b="b"/>
              <a:pathLst>
                <a:path w="75" h="58">
                  <a:moveTo>
                    <a:pt x="0" y="21"/>
                  </a:moveTo>
                  <a:lnTo>
                    <a:pt x="31" y="40"/>
                  </a:lnTo>
                  <a:lnTo>
                    <a:pt x="62" y="58"/>
                  </a:lnTo>
                  <a:lnTo>
                    <a:pt x="75" y="37"/>
                  </a:lnTo>
                  <a:lnTo>
                    <a:pt x="44" y="19"/>
                  </a:lnTo>
                  <a:lnTo>
                    <a:pt x="13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82" name=""/>
            <p:cNvSpPr/>
            <p:nvPr/>
          </p:nvSpPr>
          <p:spPr>
            <a:xfrm rot="0">
              <a:off x="683" y="3784"/>
              <a:ext cx="11" cy="6"/>
            </a:xfrm>
            <a:custGeom>
              <a:avLst/>
              <a:ahLst/>
              <a:rect l="0" t="0" r="r" b="b"/>
              <a:pathLst>
                <a:path w="33" h="18">
                  <a:moveTo>
                    <a:pt x="0" y="0"/>
                  </a:moveTo>
                  <a:lnTo>
                    <a:pt x="31" y="18"/>
                  </a:lnTo>
                  <a:lnTo>
                    <a:pt x="33" y="1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83" name=""/>
            <p:cNvSpPr/>
            <p:nvPr/>
          </p:nvSpPr>
          <p:spPr>
            <a:xfrm rot="0" flipV="1">
              <a:off x="694" y="3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84" name=""/>
            <p:cNvSpPr/>
            <p:nvPr/>
          </p:nvSpPr>
          <p:spPr>
            <a:xfrm rot="0">
              <a:off x="673" y="3771"/>
              <a:ext cx="25" cy="18"/>
            </a:xfrm>
            <a:custGeom>
              <a:avLst/>
              <a:ahLst/>
              <a:rect l="0" t="0" r="r" b="b"/>
              <a:pathLst>
                <a:path w="75" h="56">
                  <a:moveTo>
                    <a:pt x="0" y="21"/>
                  </a:moveTo>
                  <a:lnTo>
                    <a:pt x="31" y="39"/>
                  </a:lnTo>
                  <a:lnTo>
                    <a:pt x="64" y="56"/>
                  </a:lnTo>
                  <a:lnTo>
                    <a:pt x="75" y="34"/>
                  </a:lnTo>
                  <a:lnTo>
                    <a:pt x="42" y="17"/>
                  </a:lnTo>
                  <a:lnTo>
                    <a:pt x="11" y="0"/>
                  </a:lnTo>
                  <a:lnTo>
                    <a:pt x="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85" name=""/>
            <p:cNvSpPr/>
            <p:nvPr/>
          </p:nvSpPr>
          <p:spPr>
            <a:xfrm rot="0">
              <a:off x="673" y="3771"/>
              <a:ext cx="25" cy="18"/>
            </a:xfrm>
            <a:custGeom>
              <a:avLst/>
              <a:ahLst/>
              <a:rect l="0" t="0" r="r" b="b"/>
              <a:pathLst>
                <a:path w="75" h="56">
                  <a:moveTo>
                    <a:pt x="0" y="21"/>
                  </a:moveTo>
                  <a:lnTo>
                    <a:pt x="31" y="39"/>
                  </a:lnTo>
                  <a:lnTo>
                    <a:pt x="64" y="56"/>
                  </a:lnTo>
                  <a:lnTo>
                    <a:pt x="75" y="34"/>
                  </a:lnTo>
                  <a:lnTo>
                    <a:pt x="42" y="17"/>
                  </a:lnTo>
                  <a:lnTo>
                    <a:pt x="11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86" name=""/>
            <p:cNvSpPr/>
            <p:nvPr/>
          </p:nvSpPr>
          <p:spPr>
            <a:xfrm rot="0">
              <a:off x="677" y="3764"/>
              <a:ext cx="25" cy="18"/>
            </a:xfrm>
            <a:custGeom>
              <a:avLst/>
              <a:ahLst/>
              <a:rect l="0" t="0" r="r" b="b"/>
              <a:pathLst>
                <a:path w="76" h="55">
                  <a:moveTo>
                    <a:pt x="0" y="21"/>
                  </a:moveTo>
                  <a:lnTo>
                    <a:pt x="31" y="38"/>
                  </a:lnTo>
                  <a:lnTo>
                    <a:pt x="64" y="55"/>
                  </a:lnTo>
                  <a:lnTo>
                    <a:pt x="76" y="34"/>
                  </a:lnTo>
                  <a:lnTo>
                    <a:pt x="43" y="17"/>
                  </a:lnTo>
                  <a:lnTo>
                    <a:pt x="11" y="0"/>
                  </a:lnTo>
                  <a:lnTo>
                    <a:pt x="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87" name=""/>
            <p:cNvSpPr/>
            <p:nvPr/>
          </p:nvSpPr>
          <p:spPr>
            <a:xfrm rot="0">
              <a:off x="677" y="3764"/>
              <a:ext cx="25" cy="18"/>
            </a:xfrm>
            <a:custGeom>
              <a:avLst/>
              <a:ahLst/>
              <a:rect l="0" t="0" r="r" b="b"/>
              <a:pathLst>
                <a:path w="76" h="55">
                  <a:moveTo>
                    <a:pt x="0" y="21"/>
                  </a:moveTo>
                  <a:lnTo>
                    <a:pt x="31" y="38"/>
                  </a:lnTo>
                  <a:lnTo>
                    <a:pt x="64" y="55"/>
                  </a:lnTo>
                  <a:lnTo>
                    <a:pt x="76" y="34"/>
                  </a:lnTo>
                  <a:lnTo>
                    <a:pt x="43" y="17"/>
                  </a:lnTo>
                  <a:lnTo>
                    <a:pt x="11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88" name=""/>
            <p:cNvSpPr/>
            <p:nvPr/>
          </p:nvSpPr>
          <p:spPr>
            <a:xfrm rot="0">
              <a:off x="691" y="3769"/>
              <a:ext cx="11" cy="6"/>
            </a:xfrm>
            <a:custGeom>
              <a:avLst/>
              <a:ahLst/>
              <a:rect l="0" t="0" r="r" b="b"/>
              <a:pathLst>
                <a:path w="33" h="17">
                  <a:moveTo>
                    <a:pt x="0" y="0"/>
                  </a:moveTo>
                  <a:lnTo>
                    <a:pt x="33" y="17"/>
                  </a:lnTo>
                  <a:lnTo>
                    <a:pt x="33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89" name=""/>
            <p:cNvSpPr/>
            <p:nvPr/>
          </p:nvSpPr>
          <p:spPr>
            <a:xfrm rot="0" flipV="1">
              <a:off x="702" y="37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90" name=""/>
            <p:cNvSpPr/>
            <p:nvPr/>
          </p:nvSpPr>
          <p:spPr>
            <a:xfrm rot="0">
              <a:off x="680" y="3757"/>
              <a:ext cx="25" cy="17"/>
            </a:xfrm>
            <a:custGeom>
              <a:avLst/>
              <a:ahLst/>
              <a:rect l="0" t="0" r="r" b="b"/>
              <a:pathLst>
                <a:path w="75" h="51">
                  <a:moveTo>
                    <a:pt x="0" y="23"/>
                  </a:moveTo>
                  <a:lnTo>
                    <a:pt x="33" y="37"/>
                  </a:lnTo>
                  <a:lnTo>
                    <a:pt x="66" y="51"/>
                  </a:lnTo>
                  <a:lnTo>
                    <a:pt x="75" y="28"/>
                  </a:lnTo>
                  <a:lnTo>
                    <a:pt x="43" y="14"/>
                  </a:lnTo>
                  <a:lnTo>
                    <a:pt x="10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91" name=""/>
            <p:cNvSpPr/>
            <p:nvPr/>
          </p:nvSpPr>
          <p:spPr>
            <a:xfrm rot="0">
              <a:off x="680" y="3757"/>
              <a:ext cx="25" cy="17"/>
            </a:xfrm>
            <a:custGeom>
              <a:avLst/>
              <a:ahLst/>
              <a:rect l="0" t="0" r="r" b="b"/>
              <a:pathLst>
                <a:path w="75" h="51">
                  <a:moveTo>
                    <a:pt x="0" y="23"/>
                  </a:moveTo>
                  <a:lnTo>
                    <a:pt x="33" y="37"/>
                  </a:lnTo>
                  <a:lnTo>
                    <a:pt x="66" y="51"/>
                  </a:lnTo>
                  <a:lnTo>
                    <a:pt x="75" y="28"/>
                  </a:lnTo>
                  <a:lnTo>
                    <a:pt x="43" y="14"/>
                  </a:lnTo>
                  <a:lnTo>
                    <a:pt x="10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92" name=""/>
            <p:cNvSpPr/>
            <p:nvPr/>
          </p:nvSpPr>
          <p:spPr>
            <a:xfrm rot="0">
              <a:off x="694" y="3762"/>
              <a:ext cx="12" cy="4"/>
            </a:xfrm>
            <a:custGeom>
              <a:avLst/>
              <a:ahLst/>
              <a:rect l="0" t="0" r="r" b="b"/>
              <a:pathLst>
                <a:path w="34" h="14">
                  <a:moveTo>
                    <a:pt x="0" y="0"/>
                  </a:moveTo>
                  <a:lnTo>
                    <a:pt x="32" y="14"/>
                  </a:lnTo>
                  <a:lnTo>
                    <a:pt x="34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93" name=""/>
            <p:cNvSpPr/>
            <p:nvPr/>
          </p:nvSpPr>
          <p:spPr>
            <a:xfrm rot="0">
              <a:off x="705" y="37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94" name=""/>
            <p:cNvSpPr/>
            <p:nvPr/>
          </p:nvSpPr>
          <p:spPr>
            <a:xfrm rot="0">
              <a:off x="683" y="3742"/>
              <a:ext cx="29" cy="24"/>
            </a:xfrm>
            <a:custGeom>
              <a:avLst/>
              <a:ahLst/>
              <a:rect l="0" t="0" r="r" b="b"/>
              <a:pathLst>
                <a:path w="86" h="74">
                  <a:moveTo>
                    <a:pt x="0" y="46"/>
                  </a:moveTo>
                  <a:lnTo>
                    <a:pt x="34" y="60"/>
                  </a:lnTo>
                  <a:lnTo>
                    <a:pt x="68" y="74"/>
                  </a:lnTo>
                  <a:lnTo>
                    <a:pt x="86" y="29"/>
                  </a:lnTo>
                  <a:lnTo>
                    <a:pt x="52" y="14"/>
                  </a:lnTo>
                  <a:lnTo>
                    <a:pt x="18" y="0"/>
                  </a:lnTo>
                  <a:lnTo>
                    <a:pt x="0" y="4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95" name=""/>
            <p:cNvSpPr/>
            <p:nvPr/>
          </p:nvSpPr>
          <p:spPr>
            <a:xfrm rot="0">
              <a:off x="683" y="3742"/>
              <a:ext cx="29" cy="24"/>
            </a:xfrm>
            <a:custGeom>
              <a:avLst/>
              <a:ahLst/>
              <a:rect l="0" t="0" r="r" b="b"/>
              <a:pathLst>
                <a:path w="86" h="74">
                  <a:moveTo>
                    <a:pt x="0" y="46"/>
                  </a:moveTo>
                  <a:lnTo>
                    <a:pt x="34" y="60"/>
                  </a:lnTo>
                  <a:lnTo>
                    <a:pt x="68" y="74"/>
                  </a:lnTo>
                  <a:lnTo>
                    <a:pt x="86" y="29"/>
                  </a:lnTo>
                  <a:lnTo>
                    <a:pt x="52" y="14"/>
                  </a:lnTo>
                  <a:lnTo>
                    <a:pt x="18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96" name=""/>
            <p:cNvSpPr/>
            <p:nvPr/>
          </p:nvSpPr>
          <p:spPr>
            <a:xfrm rot="0">
              <a:off x="700" y="3746"/>
              <a:ext cx="12" cy="5"/>
            </a:xfrm>
            <a:custGeom>
              <a:avLst/>
              <a:ahLst/>
              <a:rect l="0" t="0" r="r" b="b"/>
              <a:pathLst>
                <a:path w="34" h="15">
                  <a:moveTo>
                    <a:pt x="0" y="0"/>
                  </a:moveTo>
                  <a:lnTo>
                    <a:pt x="34" y="15"/>
                  </a:lnTo>
                  <a:lnTo>
                    <a:pt x="34" y="1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97" name=""/>
            <p:cNvSpPr/>
            <p:nvPr/>
          </p:nvSpPr>
          <p:spPr>
            <a:xfrm rot="0" flipV="1">
              <a:off x="712" y="3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298" name=""/>
            <p:cNvSpPr/>
            <p:nvPr/>
          </p:nvSpPr>
          <p:spPr>
            <a:xfrm rot="0">
              <a:off x="689" y="3727"/>
              <a:ext cx="29" cy="24"/>
            </a:xfrm>
            <a:custGeom>
              <a:avLst/>
              <a:ahLst/>
              <a:rect l="0" t="0" r="r" b="b"/>
              <a:pathLst>
                <a:path w="86" h="72">
                  <a:moveTo>
                    <a:pt x="0" y="47"/>
                  </a:moveTo>
                  <a:lnTo>
                    <a:pt x="34" y="59"/>
                  </a:lnTo>
                  <a:lnTo>
                    <a:pt x="68" y="72"/>
                  </a:lnTo>
                  <a:lnTo>
                    <a:pt x="86" y="25"/>
                  </a:lnTo>
                  <a:lnTo>
                    <a:pt x="51" y="12"/>
                  </a:lnTo>
                  <a:lnTo>
                    <a:pt x="17" y="0"/>
                  </a:lnTo>
                  <a:lnTo>
                    <a:pt x="0" y="4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299" name=""/>
            <p:cNvSpPr/>
            <p:nvPr/>
          </p:nvSpPr>
          <p:spPr>
            <a:xfrm rot="0">
              <a:off x="689" y="3727"/>
              <a:ext cx="29" cy="24"/>
            </a:xfrm>
            <a:custGeom>
              <a:avLst/>
              <a:ahLst/>
              <a:rect l="0" t="0" r="r" b="b"/>
              <a:pathLst>
                <a:path w="86" h="72">
                  <a:moveTo>
                    <a:pt x="0" y="47"/>
                  </a:moveTo>
                  <a:lnTo>
                    <a:pt x="34" y="59"/>
                  </a:lnTo>
                  <a:lnTo>
                    <a:pt x="68" y="72"/>
                  </a:lnTo>
                  <a:lnTo>
                    <a:pt x="86" y="25"/>
                  </a:lnTo>
                  <a:lnTo>
                    <a:pt x="51" y="12"/>
                  </a:lnTo>
                  <a:lnTo>
                    <a:pt x="17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00" name=""/>
            <p:cNvSpPr/>
            <p:nvPr/>
          </p:nvSpPr>
          <p:spPr>
            <a:xfrm rot="0">
              <a:off x="706" y="3731"/>
              <a:ext cx="12" cy="4"/>
            </a:xfrm>
            <a:custGeom>
              <a:avLst/>
              <a:ahLst/>
              <a:rect l="0" t="0" r="r" b="b"/>
              <a:pathLst>
                <a:path w="35" h="13">
                  <a:moveTo>
                    <a:pt x="0" y="0"/>
                  </a:moveTo>
                  <a:lnTo>
                    <a:pt x="35" y="13"/>
                  </a:lnTo>
                  <a:lnTo>
                    <a:pt x="35" y="1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01" name=""/>
            <p:cNvSpPr/>
            <p:nvPr/>
          </p:nvSpPr>
          <p:spPr>
            <a:xfrm rot="0">
              <a:off x="718" y="3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02" name=""/>
            <p:cNvSpPr/>
            <p:nvPr/>
          </p:nvSpPr>
          <p:spPr>
            <a:xfrm rot="0">
              <a:off x="695" y="3711"/>
              <a:ext cx="28" cy="24"/>
            </a:xfrm>
            <a:custGeom>
              <a:avLst/>
              <a:ahLst/>
              <a:rect l="0" t="0" r="r" b="b"/>
              <a:pathLst>
                <a:path w="86" h="72">
                  <a:moveTo>
                    <a:pt x="0" y="47"/>
                  </a:moveTo>
                  <a:lnTo>
                    <a:pt x="34" y="59"/>
                  </a:lnTo>
                  <a:lnTo>
                    <a:pt x="69" y="72"/>
                  </a:lnTo>
                  <a:lnTo>
                    <a:pt x="86" y="25"/>
                  </a:lnTo>
                  <a:lnTo>
                    <a:pt x="51" y="12"/>
                  </a:lnTo>
                  <a:lnTo>
                    <a:pt x="17" y="0"/>
                  </a:lnTo>
                  <a:lnTo>
                    <a:pt x="0" y="4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03" name=""/>
            <p:cNvSpPr/>
            <p:nvPr/>
          </p:nvSpPr>
          <p:spPr>
            <a:xfrm rot="0">
              <a:off x="695" y="3711"/>
              <a:ext cx="28" cy="24"/>
            </a:xfrm>
            <a:custGeom>
              <a:avLst/>
              <a:ahLst/>
              <a:rect l="0" t="0" r="r" b="b"/>
              <a:pathLst>
                <a:path w="86" h="72">
                  <a:moveTo>
                    <a:pt x="0" y="47"/>
                  </a:moveTo>
                  <a:lnTo>
                    <a:pt x="34" y="59"/>
                  </a:lnTo>
                  <a:lnTo>
                    <a:pt x="69" y="72"/>
                  </a:lnTo>
                  <a:lnTo>
                    <a:pt x="86" y="25"/>
                  </a:lnTo>
                  <a:lnTo>
                    <a:pt x="51" y="12"/>
                  </a:lnTo>
                  <a:lnTo>
                    <a:pt x="17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04" name=""/>
            <p:cNvSpPr/>
            <p:nvPr/>
          </p:nvSpPr>
          <p:spPr>
            <a:xfrm rot="0">
              <a:off x="712" y="3715"/>
              <a:ext cx="11" cy="4"/>
            </a:xfrm>
            <a:custGeom>
              <a:avLst/>
              <a:ahLst/>
              <a:rect l="0" t="0" r="r" b="b"/>
              <a:pathLst>
                <a:path w="35" h="13">
                  <a:moveTo>
                    <a:pt x="0" y="0"/>
                  </a:moveTo>
                  <a:lnTo>
                    <a:pt x="35" y="13"/>
                  </a:lnTo>
                  <a:lnTo>
                    <a:pt x="35" y="1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05" name=""/>
            <p:cNvSpPr/>
            <p:nvPr/>
          </p:nvSpPr>
          <p:spPr>
            <a:xfrm rot="0" flipV="1">
              <a:off x="723" y="3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06" name=""/>
            <p:cNvSpPr/>
            <p:nvPr/>
          </p:nvSpPr>
          <p:spPr>
            <a:xfrm rot="0">
              <a:off x="700" y="3696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0" y="45"/>
                  </a:moveTo>
                  <a:lnTo>
                    <a:pt x="34" y="56"/>
                  </a:lnTo>
                  <a:lnTo>
                    <a:pt x="69" y="68"/>
                  </a:lnTo>
                  <a:lnTo>
                    <a:pt x="84" y="22"/>
                  </a:lnTo>
                  <a:lnTo>
                    <a:pt x="50" y="11"/>
                  </a:lnTo>
                  <a:lnTo>
                    <a:pt x="16" y="0"/>
                  </a:lnTo>
                  <a:lnTo>
                    <a:pt x="0" y="4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07" name=""/>
            <p:cNvSpPr/>
            <p:nvPr/>
          </p:nvSpPr>
          <p:spPr>
            <a:xfrm rot="0">
              <a:off x="700" y="3696"/>
              <a:ext cx="28" cy="23"/>
            </a:xfrm>
            <a:custGeom>
              <a:avLst/>
              <a:ahLst/>
              <a:rect l="0" t="0" r="r" b="b"/>
              <a:pathLst>
                <a:path w="84" h="68">
                  <a:moveTo>
                    <a:pt x="0" y="45"/>
                  </a:moveTo>
                  <a:lnTo>
                    <a:pt x="34" y="56"/>
                  </a:lnTo>
                  <a:lnTo>
                    <a:pt x="69" y="68"/>
                  </a:lnTo>
                  <a:lnTo>
                    <a:pt x="84" y="22"/>
                  </a:lnTo>
                  <a:lnTo>
                    <a:pt x="50" y="11"/>
                  </a:lnTo>
                  <a:lnTo>
                    <a:pt x="16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08" name=""/>
            <p:cNvSpPr/>
            <p:nvPr/>
          </p:nvSpPr>
          <p:spPr>
            <a:xfrm rot="0">
              <a:off x="717" y="3700"/>
              <a:ext cx="12" cy="4"/>
            </a:xfrm>
            <a:custGeom>
              <a:avLst/>
              <a:ahLst/>
              <a:rect l="0" t="0" r="r" b="b"/>
              <a:pathLst>
                <a:path w="36" h="11">
                  <a:moveTo>
                    <a:pt x="0" y="0"/>
                  </a:moveTo>
                  <a:lnTo>
                    <a:pt x="34" y="11"/>
                  </a:lnTo>
                  <a:lnTo>
                    <a:pt x="36" y="1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09" name=""/>
            <p:cNvSpPr/>
            <p:nvPr/>
          </p:nvSpPr>
          <p:spPr>
            <a:xfrm rot="0" flipV="1">
              <a:off x="728" y="37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10" name=""/>
            <p:cNvSpPr/>
            <p:nvPr/>
          </p:nvSpPr>
          <p:spPr>
            <a:xfrm rot="0">
              <a:off x="705" y="3681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0" y="47"/>
                  </a:moveTo>
                  <a:lnTo>
                    <a:pt x="36" y="57"/>
                  </a:lnTo>
                  <a:lnTo>
                    <a:pt x="72" y="67"/>
                  </a:lnTo>
                  <a:lnTo>
                    <a:pt x="84" y="20"/>
                  </a:lnTo>
                  <a:lnTo>
                    <a:pt x="49" y="10"/>
                  </a:lnTo>
                  <a:lnTo>
                    <a:pt x="13" y="0"/>
                  </a:lnTo>
                  <a:lnTo>
                    <a:pt x="0" y="4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11" name=""/>
            <p:cNvSpPr/>
            <p:nvPr/>
          </p:nvSpPr>
          <p:spPr>
            <a:xfrm rot="0">
              <a:off x="705" y="3681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0" y="47"/>
                  </a:moveTo>
                  <a:lnTo>
                    <a:pt x="36" y="57"/>
                  </a:lnTo>
                  <a:lnTo>
                    <a:pt x="72" y="67"/>
                  </a:lnTo>
                  <a:lnTo>
                    <a:pt x="84" y="20"/>
                  </a:lnTo>
                  <a:lnTo>
                    <a:pt x="49" y="10"/>
                  </a:lnTo>
                  <a:lnTo>
                    <a:pt x="13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12" name=""/>
            <p:cNvSpPr/>
            <p:nvPr/>
          </p:nvSpPr>
          <p:spPr>
            <a:xfrm rot="0">
              <a:off x="709" y="3665"/>
              <a:ext cx="28" cy="23"/>
            </a:xfrm>
            <a:custGeom>
              <a:avLst/>
              <a:ahLst/>
              <a:rect l="0" t="0" r="r" b="b"/>
              <a:pathLst>
                <a:path w="84" h="67">
                  <a:moveTo>
                    <a:pt x="0" y="47"/>
                  </a:moveTo>
                  <a:lnTo>
                    <a:pt x="36" y="57"/>
                  </a:lnTo>
                  <a:lnTo>
                    <a:pt x="71" y="67"/>
                  </a:lnTo>
                  <a:lnTo>
                    <a:pt x="84" y="20"/>
                  </a:lnTo>
                  <a:lnTo>
                    <a:pt x="49" y="10"/>
                  </a:lnTo>
                  <a:lnTo>
                    <a:pt x="13" y="0"/>
                  </a:lnTo>
                  <a:lnTo>
                    <a:pt x="0" y="4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13" name=""/>
            <p:cNvSpPr/>
            <p:nvPr/>
          </p:nvSpPr>
          <p:spPr>
            <a:xfrm rot="0">
              <a:off x="709" y="3665"/>
              <a:ext cx="28" cy="23"/>
            </a:xfrm>
            <a:custGeom>
              <a:avLst/>
              <a:ahLst/>
              <a:rect l="0" t="0" r="r" b="b"/>
              <a:pathLst>
                <a:path w="84" h="67">
                  <a:moveTo>
                    <a:pt x="0" y="47"/>
                  </a:moveTo>
                  <a:lnTo>
                    <a:pt x="36" y="57"/>
                  </a:lnTo>
                  <a:lnTo>
                    <a:pt x="71" y="67"/>
                  </a:lnTo>
                  <a:lnTo>
                    <a:pt x="84" y="20"/>
                  </a:lnTo>
                  <a:lnTo>
                    <a:pt x="49" y="10"/>
                  </a:lnTo>
                  <a:lnTo>
                    <a:pt x="13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14" name=""/>
            <p:cNvSpPr/>
            <p:nvPr/>
          </p:nvSpPr>
          <p:spPr>
            <a:xfrm rot="0">
              <a:off x="726" y="3669"/>
              <a:ext cx="11" cy="3"/>
            </a:xfrm>
            <a:custGeom>
              <a:avLst/>
              <a:ahLst/>
              <a:rect l="0" t="0" r="r" b="b"/>
              <a:pathLst>
                <a:path w="35" h="10">
                  <a:moveTo>
                    <a:pt x="0" y="0"/>
                  </a:moveTo>
                  <a:lnTo>
                    <a:pt x="35" y="10"/>
                  </a:lnTo>
                  <a:lnTo>
                    <a:pt x="35" y="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15" name=""/>
            <p:cNvSpPr/>
            <p:nvPr/>
          </p:nvSpPr>
          <p:spPr>
            <a:xfrm rot="0" flipV="1">
              <a:off x="737" y="36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19" name=""/>
          <p:cNvGrpSpPr/>
          <p:nvPr/>
        </p:nvGrpSpPr>
        <p:grpSpPr>
          <a:xfrm rot="0">
            <a:off x="569912" y="5729287"/>
            <a:ext cx="728662" cy="573087"/>
            <a:chOff x="359" y="3609"/>
            <a:chExt cx="459" cy="361"/>
          </a:xfrm>
        </p:grpSpPr>
        <p:sp>
          <p:nvSpPr>
            <p:cNvPr id="1074316" name=""/>
            <p:cNvSpPr/>
            <p:nvPr/>
          </p:nvSpPr>
          <p:spPr>
            <a:xfrm rot="0">
              <a:off x="714" y="3651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0" y="47"/>
                  </a:moveTo>
                  <a:lnTo>
                    <a:pt x="36" y="54"/>
                  </a:lnTo>
                  <a:lnTo>
                    <a:pt x="71" y="61"/>
                  </a:lnTo>
                  <a:lnTo>
                    <a:pt x="81" y="14"/>
                  </a:lnTo>
                  <a:lnTo>
                    <a:pt x="46" y="7"/>
                  </a:lnTo>
                  <a:lnTo>
                    <a:pt x="10" y="0"/>
                  </a:lnTo>
                  <a:lnTo>
                    <a:pt x="0" y="4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17" name=""/>
            <p:cNvSpPr/>
            <p:nvPr/>
          </p:nvSpPr>
          <p:spPr>
            <a:xfrm rot="0">
              <a:off x="714" y="3651"/>
              <a:ext cx="27" cy="20"/>
            </a:xfrm>
            <a:custGeom>
              <a:avLst/>
              <a:ahLst/>
              <a:rect l="0" t="0" r="r" b="b"/>
              <a:pathLst>
                <a:path w="81" h="61">
                  <a:moveTo>
                    <a:pt x="0" y="47"/>
                  </a:moveTo>
                  <a:lnTo>
                    <a:pt x="36" y="54"/>
                  </a:lnTo>
                  <a:lnTo>
                    <a:pt x="71" y="61"/>
                  </a:lnTo>
                  <a:lnTo>
                    <a:pt x="81" y="14"/>
                  </a:lnTo>
                  <a:lnTo>
                    <a:pt x="46" y="7"/>
                  </a:lnTo>
                  <a:lnTo>
                    <a:pt x="10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18" name=""/>
            <p:cNvSpPr/>
            <p:nvPr/>
          </p:nvSpPr>
          <p:spPr>
            <a:xfrm rot="0">
              <a:off x="729" y="3653"/>
              <a:ext cx="12" cy="2"/>
            </a:xfrm>
            <a:custGeom>
              <a:avLst/>
              <a:ahLst/>
              <a:rect l="0" t="0" r="r" b="b"/>
              <a:pathLst>
                <a:path w="35" h="7">
                  <a:moveTo>
                    <a:pt x="0" y="0"/>
                  </a:moveTo>
                  <a:lnTo>
                    <a:pt x="35" y="7"/>
                  </a:lnTo>
                  <a:lnTo>
                    <a:pt x="35" y="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19" name=""/>
            <p:cNvSpPr/>
            <p:nvPr/>
          </p:nvSpPr>
          <p:spPr>
            <a:xfrm rot="0" flipV="1">
              <a:off x="741" y="36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20" name=""/>
            <p:cNvSpPr/>
            <p:nvPr/>
          </p:nvSpPr>
          <p:spPr>
            <a:xfrm rot="0">
              <a:off x="717" y="3643"/>
              <a:ext cx="25" cy="12"/>
            </a:xfrm>
            <a:custGeom>
              <a:avLst/>
              <a:ahLst/>
              <a:rect l="0" t="0" r="r" b="b"/>
              <a:pathLst>
                <a:path w="76" h="36">
                  <a:moveTo>
                    <a:pt x="0" y="24"/>
                  </a:moveTo>
                  <a:lnTo>
                    <a:pt x="36" y="30"/>
                  </a:lnTo>
                  <a:lnTo>
                    <a:pt x="71" y="36"/>
                  </a:lnTo>
                  <a:lnTo>
                    <a:pt x="76" y="11"/>
                  </a:lnTo>
                  <a:lnTo>
                    <a:pt x="40" y="6"/>
                  </a:lnTo>
                  <a:lnTo>
                    <a:pt x="4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21" name=""/>
            <p:cNvSpPr/>
            <p:nvPr/>
          </p:nvSpPr>
          <p:spPr>
            <a:xfrm rot="0">
              <a:off x="717" y="3643"/>
              <a:ext cx="25" cy="12"/>
            </a:xfrm>
            <a:custGeom>
              <a:avLst/>
              <a:ahLst/>
              <a:rect l="0" t="0" r="r" b="b"/>
              <a:pathLst>
                <a:path w="76" h="36">
                  <a:moveTo>
                    <a:pt x="0" y="24"/>
                  </a:moveTo>
                  <a:lnTo>
                    <a:pt x="36" y="30"/>
                  </a:lnTo>
                  <a:lnTo>
                    <a:pt x="71" y="36"/>
                  </a:lnTo>
                  <a:lnTo>
                    <a:pt x="76" y="11"/>
                  </a:lnTo>
                  <a:lnTo>
                    <a:pt x="40" y="6"/>
                  </a:lnTo>
                  <a:lnTo>
                    <a:pt x="4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22" name=""/>
            <p:cNvSpPr/>
            <p:nvPr/>
          </p:nvSpPr>
          <p:spPr>
            <a:xfrm rot="0">
              <a:off x="718" y="3635"/>
              <a:ext cx="26" cy="12"/>
            </a:xfrm>
            <a:custGeom>
              <a:avLst/>
              <a:ahLst/>
              <a:rect l="0" t="0" r="r" b="b"/>
              <a:pathLst>
                <a:path w="76" h="35">
                  <a:moveTo>
                    <a:pt x="0" y="24"/>
                  </a:moveTo>
                  <a:lnTo>
                    <a:pt x="36" y="30"/>
                  </a:lnTo>
                  <a:lnTo>
                    <a:pt x="72" y="35"/>
                  </a:lnTo>
                  <a:lnTo>
                    <a:pt x="76" y="11"/>
                  </a:lnTo>
                  <a:lnTo>
                    <a:pt x="40" y="6"/>
                  </a:lnTo>
                  <a:lnTo>
                    <a:pt x="5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23" name=""/>
            <p:cNvSpPr/>
            <p:nvPr/>
          </p:nvSpPr>
          <p:spPr>
            <a:xfrm rot="0">
              <a:off x="718" y="3635"/>
              <a:ext cx="26" cy="12"/>
            </a:xfrm>
            <a:custGeom>
              <a:avLst/>
              <a:ahLst/>
              <a:rect l="0" t="0" r="r" b="b"/>
              <a:pathLst>
                <a:path w="76" h="35">
                  <a:moveTo>
                    <a:pt x="0" y="24"/>
                  </a:moveTo>
                  <a:lnTo>
                    <a:pt x="36" y="30"/>
                  </a:lnTo>
                  <a:lnTo>
                    <a:pt x="72" y="35"/>
                  </a:lnTo>
                  <a:lnTo>
                    <a:pt x="76" y="11"/>
                  </a:lnTo>
                  <a:lnTo>
                    <a:pt x="40" y="6"/>
                  </a:lnTo>
                  <a:lnTo>
                    <a:pt x="5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24" name=""/>
            <p:cNvSpPr/>
            <p:nvPr/>
          </p:nvSpPr>
          <p:spPr>
            <a:xfrm rot="0">
              <a:off x="732" y="3637"/>
              <a:ext cx="12" cy="2"/>
            </a:xfrm>
            <a:custGeom>
              <a:avLst/>
              <a:ahLst/>
              <a:rect l="0" t="0" r="r" b="b"/>
              <a:pathLst>
                <a:path w="36" h="5">
                  <a:moveTo>
                    <a:pt x="0" y="0"/>
                  </a:moveTo>
                  <a:lnTo>
                    <a:pt x="36" y="5"/>
                  </a:lnTo>
                  <a:lnTo>
                    <a:pt x="36" y="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25" name=""/>
            <p:cNvSpPr/>
            <p:nvPr/>
          </p:nvSpPr>
          <p:spPr>
            <a:xfrm rot="0" flipV="1">
              <a:off x="744" y="36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26" name=""/>
            <p:cNvSpPr/>
            <p:nvPr/>
          </p:nvSpPr>
          <p:spPr>
            <a:xfrm rot="0">
              <a:off x="720" y="3627"/>
              <a:ext cx="25" cy="11"/>
            </a:xfrm>
            <a:custGeom>
              <a:avLst/>
              <a:ahLst/>
              <a:rect l="0" t="0" r="r" b="b"/>
              <a:pathLst>
                <a:path w="74" h="33">
                  <a:moveTo>
                    <a:pt x="0" y="24"/>
                  </a:moveTo>
                  <a:lnTo>
                    <a:pt x="35" y="29"/>
                  </a:lnTo>
                  <a:lnTo>
                    <a:pt x="71" y="33"/>
                  </a:lnTo>
                  <a:lnTo>
                    <a:pt x="74" y="9"/>
                  </a:lnTo>
                  <a:lnTo>
                    <a:pt x="38" y="4"/>
                  </a:lnTo>
                  <a:lnTo>
                    <a:pt x="2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27" name=""/>
            <p:cNvSpPr/>
            <p:nvPr/>
          </p:nvSpPr>
          <p:spPr>
            <a:xfrm rot="0">
              <a:off x="720" y="3627"/>
              <a:ext cx="25" cy="11"/>
            </a:xfrm>
            <a:custGeom>
              <a:avLst/>
              <a:ahLst/>
              <a:rect l="0" t="0" r="r" b="b"/>
              <a:pathLst>
                <a:path w="74" h="33">
                  <a:moveTo>
                    <a:pt x="0" y="24"/>
                  </a:moveTo>
                  <a:lnTo>
                    <a:pt x="35" y="29"/>
                  </a:lnTo>
                  <a:lnTo>
                    <a:pt x="71" y="33"/>
                  </a:lnTo>
                  <a:lnTo>
                    <a:pt x="74" y="9"/>
                  </a:lnTo>
                  <a:lnTo>
                    <a:pt x="38" y="4"/>
                  </a:lnTo>
                  <a:lnTo>
                    <a:pt x="2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28" name=""/>
            <p:cNvSpPr/>
            <p:nvPr/>
          </p:nvSpPr>
          <p:spPr>
            <a:xfrm rot="0">
              <a:off x="721" y="3619"/>
              <a:ext cx="25" cy="11"/>
            </a:xfrm>
            <a:custGeom>
              <a:avLst/>
              <a:ahLst/>
              <a:rect l="0" t="0" r="r" b="b"/>
              <a:pathLst>
                <a:path w="75" h="33">
                  <a:moveTo>
                    <a:pt x="0" y="24"/>
                  </a:moveTo>
                  <a:lnTo>
                    <a:pt x="36" y="28"/>
                  </a:lnTo>
                  <a:lnTo>
                    <a:pt x="72" y="33"/>
                  </a:lnTo>
                  <a:lnTo>
                    <a:pt x="75" y="8"/>
                  </a:lnTo>
                  <a:lnTo>
                    <a:pt x="39" y="4"/>
                  </a:lnTo>
                  <a:lnTo>
                    <a:pt x="3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29" name=""/>
            <p:cNvSpPr/>
            <p:nvPr/>
          </p:nvSpPr>
          <p:spPr>
            <a:xfrm rot="0">
              <a:off x="721" y="3619"/>
              <a:ext cx="25" cy="11"/>
            </a:xfrm>
            <a:custGeom>
              <a:avLst/>
              <a:ahLst/>
              <a:rect l="0" t="0" r="r" b="b"/>
              <a:pathLst>
                <a:path w="75" h="33">
                  <a:moveTo>
                    <a:pt x="0" y="24"/>
                  </a:moveTo>
                  <a:lnTo>
                    <a:pt x="36" y="28"/>
                  </a:lnTo>
                  <a:lnTo>
                    <a:pt x="72" y="33"/>
                  </a:lnTo>
                  <a:lnTo>
                    <a:pt x="75" y="8"/>
                  </a:lnTo>
                  <a:lnTo>
                    <a:pt x="39" y="4"/>
                  </a:lnTo>
                  <a:lnTo>
                    <a:pt x="3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30" name=""/>
            <p:cNvSpPr/>
            <p:nvPr/>
          </p:nvSpPr>
          <p:spPr>
            <a:xfrm rot="0">
              <a:off x="722" y="3609"/>
              <a:ext cx="24" cy="13"/>
            </a:xfrm>
            <a:custGeom>
              <a:avLst/>
              <a:ahLst/>
              <a:rect l="0" t="0" r="r" b="b"/>
              <a:pathLst>
                <a:path w="72" h="39">
                  <a:moveTo>
                    <a:pt x="36" y="35"/>
                  </a:moveTo>
                  <a:lnTo>
                    <a:pt x="0" y="31"/>
                  </a:lnTo>
                  <a:lnTo>
                    <a:pt x="3" y="19"/>
                  </a:lnTo>
                  <a:lnTo>
                    <a:pt x="9" y="11"/>
                  </a:lnTo>
                  <a:lnTo>
                    <a:pt x="19" y="4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2" y="2"/>
                  </a:lnTo>
                  <a:lnTo>
                    <a:pt x="60" y="8"/>
                  </a:lnTo>
                  <a:lnTo>
                    <a:pt x="67" y="18"/>
                  </a:lnTo>
                  <a:lnTo>
                    <a:pt x="72" y="28"/>
                  </a:lnTo>
                  <a:lnTo>
                    <a:pt x="72" y="39"/>
                  </a:lnTo>
                  <a:lnTo>
                    <a:pt x="36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31" name=""/>
            <p:cNvSpPr/>
            <p:nvPr/>
          </p:nvSpPr>
          <p:spPr>
            <a:xfrm rot="0">
              <a:off x="722" y="3609"/>
              <a:ext cx="24" cy="13"/>
            </a:xfrm>
            <a:custGeom>
              <a:avLst/>
              <a:ahLst/>
              <a:rect l="0" t="0" r="r" b="b"/>
              <a:pathLst>
                <a:path w="72" h="39">
                  <a:moveTo>
                    <a:pt x="0" y="31"/>
                  </a:moveTo>
                  <a:lnTo>
                    <a:pt x="3" y="19"/>
                  </a:lnTo>
                  <a:lnTo>
                    <a:pt x="9" y="11"/>
                  </a:lnTo>
                  <a:lnTo>
                    <a:pt x="19" y="4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2" y="2"/>
                  </a:lnTo>
                  <a:lnTo>
                    <a:pt x="60" y="8"/>
                  </a:lnTo>
                  <a:lnTo>
                    <a:pt x="67" y="18"/>
                  </a:lnTo>
                  <a:lnTo>
                    <a:pt x="72" y="28"/>
                  </a:lnTo>
                  <a:lnTo>
                    <a:pt x="72" y="3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32" name=""/>
            <p:cNvSpPr/>
            <p:nvPr/>
          </p:nvSpPr>
          <p:spPr>
            <a:xfrm rot="0">
              <a:off x="359" y="3899"/>
              <a:ext cx="14" cy="24"/>
            </a:xfrm>
            <a:custGeom>
              <a:avLst/>
              <a:ahLst/>
              <a:rect l="0" t="0" r="r" b="b"/>
              <a:pathLst>
                <a:path w="44" h="71">
                  <a:moveTo>
                    <a:pt x="36" y="36"/>
                  </a:moveTo>
                  <a:lnTo>
                    <a:pt x="27" y="71"/>
                  </a:lnTo>
                  <a:lnTo>
                    <a:pt x="16" y="67"/>
                  </a:lnTo>
                  <a:lnTo>
                    <a:pt x="7" y="58"/>
                  </a:lnTo>
                  <a:lnTo>
                    <a:pt x="2" y="50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3" y="7"/>
                  </a:lnTo>
                  <a:lnTo>
                    <a:pt x="21" y="1"/>
                  </a:lnTo>
                  <a:lnTo>
                    <a:pt x="33" y="0"/>
                  </a:lnTo>
                  <a:lnTo>
                    <a:pt x="44" y="0"/>
                  </a:lnTo>
                  <a:lnTo>
                    <a:pt x="36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33" name=""/>
            <p:cNvSpPr/>
            <p:nvPr/>
          </p:nvSpPr>
          <p:spPr>
            <a:xfrm rot="0">
              <a:off x="359" y="3899"/>
              <a:ext cx="14" cy="24"/>
            </a:xfrm>
            <a:custGeom>
              <a:avLst/>
              <a:ahLst/>
              <a:rect l="0" t="0" r="r" b="b"/>
              <a:pathLst>
                <a:path w="44" h="71">
                  <a:moveTo>
                    <a:pt x="27" y="71"/>
                  </a:moveTo>
                  <a:lnTo>
                    <a:pt x="16" y="67"/>
                  </a:lnTo>
                  <a:lnTo>
                    <a:pt x="7" y="58"/>
                  </a:lnTo>
                  <a:lnTo>
                    <a:pt x="2" y="50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4" y="16"/>
                  </a:lnTo>
                  <a:lnTo>
                    <a:pt x="13" y="7"/>
                  </a:lnTo>
                  <a:lnTo>
                    <a:pt x="21" y="1"/>
                  </a:lnTo>
                  <a:lnTo>
                    <a:pt x="33" y="0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34" name=""/>
            <p:cNvSpPr/>
            <p:nvPr/>
          </p:nvSpPr>
          <p:spPr>
            <a:xfrm rot="0">
              <a:off x="368" y="3899"/>
              <a:ext cx="15" cy="26"/>
            </a:xfrm>
            <a:custGeom>
              <a:avLst/>
              <a:ahLst/>
              <a:rect l="0" t="0" r="r" b="b"/>
              <a:pathLst>
                <a:path w="46" h="78">
                  <a:moveTo>
                    <a:pt x="17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29" y="78"/>
                  </a:lnTo>
                  <a:lnTo>
                    <a:pt x="37" y="43"/>
                  </a:lnTo>
                  <a:lnTo>
                    <a:pt x="46" y="7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35" name=""/>
            <p:cNvSpPr/>
            <p:nvPr/>
          </p:nvSpPr>
          <p:spPr>
            <a:xfrm rot="0">
              <a:off x="368" y="3899"/>
              <a:ext cx="15" cy="26"/>
            </a:xfrm>
            <a:custGeom>
              <a:avLst/>
              <a:ahLst/>
              <a:rect l="0" t="0" r="r" b="b"/>
              <a:pathLst>
                <a:path w="46" h="78">
                  <a:moveTo>
                    <a:pt x="17" y="0"/>
                  </a:moveTo>
                  <a:lnTo>
                    <a:pt x="9" y="36"/>
                  </a:lnTo>
                  <a:lnTo>
                    <a:pt x="0" y="71"/>
                  </a:lnTo>
                  <a:lnTo>
                    <a:pt x="29" y="78"/>
                  </a:lnTo>
                  <a:lnTo>
                    <a:pt x="37" y="43"/>
                  </a:lnTo>
                  <a:lnTo>
                    <a:pt x="46" y="7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36" name=""/>
            <p:cNvSpPr/>
            <p:nvPr/>
          </p:nvSpPr>
          <p:spPr>
            <a:xfrm rot="0">
              <a:off x="377" y="3914"/>
              <a:ext cx="3" cy="11"/>
            </a:xfrm>
            <a:custGeom>
              <a:avLst/>
              <a:ahLst/>
              <a:rect l="0" t="0" r="r" b="b"/>
              <a:pathLst>
                <a:path w="8" h="35">
                  <a:moveTo>
                    <a:pt x="8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37" name=""/>
            <p:cNvSpPr/>
            <p:nvPr/>
          </p:nvSpPr>
          <p:spPr>
            <a:xfrm rot="0">
              <a:off x="377" y="39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38" name=""/>
            <p:cNvSpPr/>
            <p:nvPr/>
          </p:nvSpPr>
          <p:spPr>
            <a:xfrm rot="0">
              <a:off x="377" y="3902"/>
              <a:ext cx="16" cy="26"/>
            </a:xfrm>
            <a:custGeom>
              <a:avLst/>
              <a:ahLst/>
              <a:rect l="0" t="0" r="r" b="b"/>
              <a:pathLst>
                <a:path w="47" h="78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30" y="78"/>
                  </a:lnTo>
                  <a:lnTo>
                    <a:pt x="38" y="43"/>
                  </a:lnTo>
                  <a:lnTo>
                    <a:pt x="47" y="7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39" name=""/>
            <p:cNvSpPr/>
            <p:nvPr/>
          </p:nvSpPr>
          <p:spPr>
            <a:xfrm rot="0">
              <a:off x="377" y="3902"/>
              <a:ext cx="16" cy="26"/>
            </a:xfrm>
            <a:custGeom>
              <a:avLst/>
              <a:ahLst/>
              <a:rect l="0" t="0" r="r" b="b"/>
              <a:pathLst>
                <a:path w="47" h="78">
                  <a:moveTo>
                    <a:pt x="17" y="0"/>
                  </a:moveTo>
                  <a:lnTo>
                    <a:pt x="8" y="36"/>
                  </a:lnTo>
                  <a:lnTo>
                    <a:pt x="0" y="71"/>
                  </a:lnTo>
                  <a:lnTo>
                    <a:pt x="30" y="78"/>
                  </a:lnTo>
                  <a:lnTo>
                    <a:pt x="38" y="43"/>
                  </a:lnTo>
                  <a:lnTo>
                    <a:pt x="47" y="7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40" name=""/>
            <p:cNvSpPr/>
            <p:nvPr/>
          </p:nvSpPr>
          <p:spPr>
            <a:xfrm rot="0">
              <a:off x="390" y="3904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36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41" name=""/>
            <p:cNvSpPr/>
            <p:nvPr/>
          </p:nvSpPr>
          <p:spPr>
            <a:xfrm rot="0">
              <a:off x="393" y="39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42" name=""/>
            <p:cNvSpPr/>
            <p:nvPr/>
          </p:nvSpPr>
          <p:spPr>
            <a:xfrm rot="0">
              <a:off x="386" y="3905"/>
              <a:ext cx="17" cy="26"/>
            </a:xfrm>
            <a:custGeom>
              <a:avLst/>
              <a:ahLst/>
              <a:rect l="0" t="0" r="r" b="b"/>
              <a:pathLst>
                <a:path w="51" h="78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28" y="78"/>
                  </a:lnTo>
                  <a:lnTo>
                    <a:pt x="40" y="44"/>
                  </a:lnTo>
                  <a:lnTo>
                    <a:pt x="51" y="10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43" name=""/>
            <p:cNvSpPr/>
            <p:nvPr/>
          </p:nvSpPr>
          <p:spPr>
            <a:xfrm rot="0">
              <a:off x="386" y="3905"/>
              <a:ext cx="17" cy="26"/>
            </a:xfrm>
            <a:custGeom>
              <a:avLst/>
              <a:ahLst/>
              <a:rect l="0" t="0" r="r" b="b"/>
              <a:pathLst>
                <a:path w="51" h="78">
                  <a:moveTo>
                    <a:pt x="22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28" y="78"/>
                  </a:lnTo>
                  <a:lnTo>
                    <a:pt x="40" y="44"/>
                  </a:lnTo>
                  <a:lnTo>
                    <a:pt x="51" y="10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44" name=""/>
            <p:cNvSpPr/>
            <p:nvPr/>
          </p:nvSpPr>
          <p:spPr>
            <a:xfrm rot="0">
              <a:off x="396" y="3919"/>
              <a:ext cx="4" cy="12"/>
            </a:xfrm>
            <a:custGeom>
              <a:avLst/>
              <a:ahLst/>
              <a:rect l="0" t="0" r="r" b="b"/>
              <a:pathLst>
                <a:path w="12" h="35">
                  <a:moveTo>
                    <a:pt x="12" y="0"/>
                  </a:moveTo>
                  <a:lnTo>
                    <a:pt x="0" y="34"/>
                  </a:lnTo>
                  <a:lnTo>
                    <a:pt x="2" y="35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45" name=""/>
            <p:cNvSpPr/>
            <p:nvPr/>
          </p:nvSpPr>
          <p:spPr>
            <a:xfrm rot="0">
              <a:off x="396" y="3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46" name=""/>
            <p:cNvSpPr/>
            <p:nvPr/>
          </p:nvSpPr>
          <p:spPr>
            <a:xfrm rot="0">
              <a:off x="396" y="3907"/>
              <a:ext cx="17" cy="27"/>
            </a:xfrm>
            <a:custGeom>
              <a:avLst/>
              <a:ahLst/>
              <a:rect l="0" t="0" r="r" b="b"/>
              <a:pathLst>
                <a:path w="49" h="80">
                  <a:moveTo>
                    <a:pt x="20" y="0"/>
                  </a:moveTo>
                  <a:lnTo>
                    <a:pt x="10" y="36"/>
                  </a:lnTo>
                  <a:lnTo>
                    <a:pt x="0" y="71"/>
                  </a:lnTo>
                  <a:lnTo>
                    <a:pt x="29" y="80"/>
                  </a:lnTo>
                  <a:lnTo>
                    <a:pt x="39" y="44"/>
                  </a:lnTo>
                  <a:lnTo>
                    <a:pt x="49" y="9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47" name=""/>
            <p:cNvSpPr/>
            <p:nvPr/>
          </p:nvSpPr>
          <p:spPr>
            <a:xfrm rot="0">
              <a:off x="396" y="3907"/>
              <a:ext cx="17" cy="27"/>
            </a:xfrm>
            <a:custGeom>
              <a:avLst/>
              <a:ahLst/>
              <a:rect l="0" t="0" r="r" b="b"/>
              <a:pathLst>
                <a:path w="49" h="80">
                  <a:moveTo>
                    <a:pt x="20" y="0"/>
                  </a:moveTo>
                  <a:lnTo>
                    <a:pt x="10" y="36"/>
                  </a:lnTo>
                  <a:lnTo>
                    <a:pt x="0" y="71"/>
                  </a:lnTo>
                  <a:lnTo>
                    <a:pt x="29" y="80"/>
                  </a:lnTo>
                  <a:lnTo>
                    <a:pt x="39" y="44"/>
                  </a:lnTo>
                  <a:lnTo>
                    <a:pt x="49" y="9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48" name=""/>
            <p:cNvSpPr/>
            <p:nvPr/>
          </p:nvSpPr>
          <p:spPr>
            <a:xfrm rot="0">
              <a:off x="409" y="3910"/>
              <a:ext cx="5" cy="12"/>
            </a:xfrm>
            <a:custGeom>
              <a:avLst/>
              <a:ahLst/>
              <a:rect l="0" t="0" r="r" b="b"/>
              <a:pathLst>
                <a:path w="13" h="35">
                  <a:moveTo>
                    <a:pt x="0" y="35"/>
                  </a:moveTo>
                  <a:lnTo>
                    <a:pt x="10" y="0"/>
                  </a:lnTo>
                  <a:lnTo>
                    <a:pt x="13" y="1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49" name=""/>
            <p:cNvSpPr/>
            <p:nvPr/>
          </p:nvSpPr>
          <p:spPr>
            <a:xfrm rot="0">
              <a:off x="413" y="39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50" name=""/>
            <p:cNvSpPr/>
            <p:nvPr/>
          </p:nvSpPr>
          <p:spPr>
            <a:xfrm rot="0">
              <a:off x="405" y="3911"/>
              <a:ext cx="28" cy="30"/>
            </a:xfrm>
            <a:custGeom>
              <a:avLst/>
              <a:ahLst/>
              <a:rect l="0" t="0" r="r" b="b"/>
              <a:pathLst>
                <a:path w="82" h="90">
                  <a:moveTo>
                    <a:pt x="25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57" y="90"/>
                  </a:lnTo>
                  <a:lnTo>
                    <a:pt x="69" y="56"/>
                  </a:lnTo>
                  <a:lnTo>
                    <a:pt x="82" y="22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51" name=""/>
            <p:cNvSpPr/>
            <p:nvPr/>
          </p:nvSpPr>
          <p:spPr>
            <a:xfrm rot="0">
              <a:off x="405" y="3911"/>
              <a:ext cx="28" cy="30"/>
            </a:xfrm>
            <a:custGeom>
              <a:avLst/>
              <a:ahLst/>
              <a:rect l="0" t="0" r="r" b="b"/>
              <a:pathLst>
                <a:path w="82" h="90">
                  <a:moveTo>
                    <a:pt x="25" y="0"/>
                  </a:moveTo>
                  <a:lnTo>
                    <a:pt x="12" y="34"/>
                  </a:lnTo>
                  <a:lnTo>
                    <a:pt x="0" y="68"/>
                  </a:lnTo>
                  <a:lnTo>
                    <a:pt x="57" y="90"/>
                  </a:lnTo>
                  <a:lnTo>
                    <a:pt x="69" y="56"/>
                  </a:lnTo>
                  <a:lnTo>
                    <a:pt x="82" y="2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52" name=""/>
            <p:cNvSpPr/>
            <p:nvPr/>
          </p:nvSpPr>
          <p:spPr>
            <a:xfrm rot="0">
              <a:off x="424" y="3929"/>
              <a:ext cx="4" cy="12"/>
            </a:xfrm>
            <a:custGeom>
              <a:avLst/>
              <a:ahLst/>
              <a:rect l="0" t="0" r="r" b="b"/>
              <a:pathLst>
                <a:path w="12" h="34">
                  <a:moveTo>
                    <a:pt x="12" y="0"/>
                  </a:moveTo>
                  <a:lnTo>
                    <a:pt x="0" y="34"/>
                  </a:lnTo>
                  <a:lnTo>
                    <a:pt x="1" y="34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53" name=""/>
            <p:cNvSpPr/>
            <p:nvPr/>
          </p:nvSpPr>
          <p:spPr>
            <a:xfrm rot="0">
              <a:off x="424" y="39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54" name=""/>
            <p:cNvSpPr/>
            <p:nvPr/>
          </p:nvSpPr>
          <p:spPr>
            <a:xfrm rot="0">
              <a:off x="425" y="3918"/>
              <a:ext cx="27" cy="29"/>
            </a:xfrm>
            <a:custGeom>
              <a:avLst/>
              <a:ahLst/>
              <a:rect l="0" t="0" r="r" b="b"/>
              <a:pathLst>
                <a:path w="81" h="88">
                  <a:moveTo>
                    <a:pt x="23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58" y="88"/>
                  </a:lnTo>
                  <a:lnTo>
                    <a:pt x="70" y="54"/>
                  </a:lnTo>
                  <a:lnTo>
                    <a:pt x="81" y="19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55" name=""/>
            <p:cNvSpPr/>
            <p:nvPr/>
          </p:nvSpPr>
          <p:spPr>
            <a:xfrm rot="0">
              <a:off x="425" y="3918"/>
              <a:ext cx="27" cy="29"/>
            </a:xfrm>
            <a:custGeom>
              <a:avLst/>
              <a:ahLst/>
              <a:rect l="0" t="0" r="r" b="b"/>
              <a:pathLst>
                <a:path w="81" h="88">
                  <a:moveTo>
                    <a:pt x="23" y="0"/>
                  </a:moveTo>
                  <a:lnTo>
                    <a:pt x="11" y="34"/>
                  </a:lnTo>
                  <a:lnTo>
                    <a:pt x="0" y="68"/>
                  </a:lnTo>
                  <a:lnTo>
                    <a:pt x="58" y="88"/>
                  </a:lnTo>
                  <a:lnTo>
                    <a:pt x="70" y="54"/>
                  </a:lnTo>
                  <a:lnTo>
                    <a:pt x="81" y="19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56" name=""/>
            <p:cNvSpPr/>
            <p:nvPr/>
          </p:nvSpPr>
          <p:spPr>
            <a:xfrm rot="0">
              <a:off x="448" y="3924"/>
              <a:ext cx="4" cy="12"/>
            </a:xfrm>
            <a:custGeom>
              <a:avLst/>
              <a:ahLst/>
              <a:rect l="0" t="0" r="r" b="b"/>
              <a:pathLst>
                <a:path w="13" h="35">
                  <a:moveTo>
                    <a:pt x="0" y="35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57" name=""/>
            <p:cNvSpPr/>
            <p:nvPr/>
          </p:nvSpPr>
          <p:spPr>
            <a:xfrm rot="0">
              <a:off x="452" y="39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58" name=""/>
            <p:cNvSpPr/>
            <p:nvPr/>
          </p:nvSpPr>
          <p:spPr>
            <a:xfrm rot="0">
              <a:off x="444" y="3924"/>
              <a:ext cx="27" cy="30"/>
            </a:xfrm>
            <a:custGeom>
              <a:avLst/>
              <a:ahLst/>
              <a:rect l="0" t="0" r="r" b="b"/>
              <a:pathLst>
                <a:path w="83" h="90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57" y="90"/>
                  </a:lnTo>
                  <a:lnTo>
                    <a:pt x="70" y="56"/>
                  </a:lnTo>
                  <a:lnTo>
                    <a:pt x="83" y="22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59" name=""/>
            <p:cNvSpPr/>
            <p:nvPr/>
          </p:nvSpPr>
          <p:spPr>
            <a:xfrm rot="0">
              <a:off x="444" y="3924"/>
              <a:ext cx="27" cy="30"/>
            </a:xfrm>
            <a:custGeom>
              <a:avLst/>
              <a:ahLst/>
              <a:rect l="0" t="0" r="r" b="b"/>
              <a:pathLst>
                <a:path w="83" h="90">
                  <a:moveTo>
                    <a:pt x="26" y="0"/>
                  </a:moveTo>
                  <a:lnTo>
                    <a:pt x="13" y="35"/>
                  </a:lnTo>
                  <a:lnTo>
                    <a:pt x="0" y="69"/>
                  </a:lnTo>
                  <a:lnTo>
                    <a:pt x="57" y="90"/>
                  </a:lnTo>
                  <a:lnTo>
                    <a:pt x="70" y="56"/>
                  </a:lnTo>
                  <a:lnTo>
                    <a:pt x="83" y="2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60" name=""/>
            <p:cNvSpPr/>
            <p:nvPr/>
          </p:nvSpPr>
          <p:spPr>
            <a:xfrm rot="0">
              <a:off x="463" y="3943"/>
              <a:ext cx="4" cy="12"/>
            </a:xfrm>
            <a:custGeom>
              <a:avLst/>
              <a:ahLst/>
              <a:rect l="0" t="0" r="r" b="b"/>
              <a:pathLst>
                <a:path w="13" h="36">
                  <a:moveTo>
                    <a:pt x="13" y="0"/>
                  </a:moveTo>
                  <a:lnTo>
                    <a:pt x="0" y="34"/>
                  </a:lnTo>
                  <a:lnTo>
                    <a:pt x="3" y="36"/>
                  </a:lnTo>
                  <a:lnTo>
                    <a:pt x="1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61" name=""/>
            <p:cNvSpPr/>
            <p:nvPr/>
          </p:nvSpPr>
          <p:spPr>
            <a:xfrm rot="0">
              <a:off x="463" y="3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62" name=""/>
            <p:cNvSpPr/>
            <p:nvPr/>
          </p:nvSpPr>
          <p:spPr>
            <a:xfrm rot="0">
              <a:off x="464" y="3931"/>
              <a:ext cx="16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20" y="0"/>
                  </a:moveTo>
                  <a:lnTo>
                    <a:pt x="10" y="36"/>
                  </a:lnTo>
                  <a:lnTo>
                    <a:pt x="0" y="72"/>
                  </a:lnTo>
                  <a:lnTo>
                    <a:pt x="30" y="80"/>
                  </a:lnTo>
                  <a:lnTo>
                    <a:pt x="40" y="45"/>
                  </a:lnTo>
                  <a:lnTo>
                    <a:pt x="50" y="9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63" name=""/>
            <p:cNvSpPr/>
            <p:nvPr/>
          </p:nvSpPr>
          <p:spPr>
            <a:xfrm rot="0">
              <a:off x="464" y="3931"/>
              <a:ext cx="16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20" y="0"/>
                  </a:moveTo>
                  <a:lnTo>
                    <a:pt x="10" y="36"/>
                  </a:lnTo>
                  <a:lnTo>
                    <a:pt x="0" y="72"/>
                  </a:lnTo>
                  <a:lnTo>
                    <a:pt x="30" y="80"/>
                  </a:lnTo>
                  <a:lnTo>
                    <a:pt x="40" y="45"/>
                  </a:lnTo>
                  <a:lnTo>
                    <a:pt x="50" y="9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64" name=""/>
            <p:cNvSpPr/>
            <p:nvPr/>
          </p:nvSpPr>
          <p:spPr>
            <a:xfrm rot="0">
              <a:off x="477" y="3934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36"/>
                  </a:moveTo>
                  <a:lnTo>
                    <a:pt x="10" y="0"/>
                  </a:lnTo>
                  <a:lnTo>
                    <a:pt x="10" y="1"/>
                  </a:lnTo>
                  <a:lnTo>
                    <a:pt x="0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65" name=""/>
            <p:cNvSpPr/>
            <p:nvPr/>
          </p:nvSpPr>
          <p:spPr>
            <a:xfrm rot="0">
              <a:off x="480" y="39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66" name=""/>
            <p:cNvSpPr/>
            <p:nvPr/>
          </p:nvSpPr>
          <p:spPr>
            <a:xfrm rot="0">
              <a:off x="474" y="3934"/>
              <a:ext cx="16" cy="26"/>
            </a:xfrm>
            <a:custGeom>
              <a:avLst/>
              <a:ahLst/>
              <a:rect l="0" t="0" r="r" b="b"/>
              <a:pathLst>
                <a:path w="48" h="77">
                  <a:moveTo>
                    <a:pt x="20" y="0"/>
                  </a:moveTo>
                  <a:lnTo>
                    <a:pt x="10" y="35"/>
                  </a:lnTo>
                  <a:lnTo>
                    <a:pt x="0" y="69"/>
                  </a:lnTo>
                  <a:lnTo>
                    <a:pt x="28" y="77"/>
                  </a:lnTo>
                  <a:lnTo>
                    <a:pt x="38" y="43"/>
                  </a:lnTo>
                  <a:lnTo>
                    <a:pt x="48" y="9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67" name=""/>
            <p:cNvSpPr/>
            <p:nvPr/>
          </p:nvSpPr>
          <p:spPr>
            <a:xfrm rot="0">
              <a:off x="474" y="3934"/>
              <a:ext cx="16" cy="26"/>
            </a:xfrm>
            <a:custGeom>
              <a:avLst/>
              <a:ahLst/>
              <a:rect l="0" t="0" r="r" b="b"/>
              <a:pathLst>
                <a:path w="48" h="77">
                  <a:moveTo>
                    <a:pt x="20" y="0"/>
                  </a:moveTo>
                  <a:lnTo>
                    <a:pt x="10" y="35"/>
                  </a:lnTo>
                  <a:lnTo>
                    <a:pt x="0" y="69"/>
                  </a:lnTo>
                  <a:lnTo>
                    <a:pt x="28" y="77"/>
                  </a:lnTo>
                  <a:lnTo>
                    <a:pt x="38" y="43"/>
                  </a:lnTo>
                  <a:lnTo>
                    <a:pt x="48" y="9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68" name=""/>
            <p:cNvSpPr/>
            <p:nvPr/>
          </p:nvSpPr>
          <p:spPr>
            <a:xfrm rot="0">
              <a:off x="483" y="3949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10" y="0"/>
                  </a:moveTo>
                  <a:lnTo>
                    <a:pt x="0" y="34"/>
                  </a:lnTo>
                  <a:lnTo>
                    <a:pt x="2" y="36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69" name=""/>
            <p:cNvSpPr/>
            <p:nvPr/>
          </p:nvSpPr>
          <p:spPr>
            <a:xfrm rot="0">
              <a:off x="483" y="39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70" name=""/>
            <p:cNvSpPr/>
            <p:nvPr/>
          </p:nvSpPr>
          <p:spPr>
            <a:xfrm rot="0">
              <a:off x="484" y="3937"/>
              <a:ext cx="15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17" y="0"/>
                  </a:moveTo>
                  <a:lnTo>
                    <a:pt x="8" y="36"/>
                  </a:lnTo>
                  <a:lnTo>
                    <a:pt x="0" y="72"/>
                  </a:lnTo>
                  <a:lnTo>
                    <a:pt x="29" y="79"/>
                  </a:lnTo>
                  <a:lnTo>
                    <a:pt x="38" y="43"/>
                  </a:lnTo>
                  <a:lnTo>
                    <a:pt x="47" y="8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71" name=""/>
            <p:cNvSpPr/>
            <p:nvPr/>
          </p:nvSpPr>
          <p:spPr>
            <a:xfrm rot="0">
              <a:off x="484" y="3937"/>
              <a:ext cx="15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17" y="0"/>
                  </a:moveTo>
                  <a:lnTo>
                    <a:pt x="8" y="36"/>
                  </a:lnTo>
                  <a:lnTo>
                    <a:pt x="0" y="72"/>
                  </a:lnTo>
                  <a:lnTo>
                    <a:pt x="29" y="79"/>
                  </a:lnTo>
                  <a:lnTo>
                    <a:pt x="38" y="43"/>
                  </a:lnTo>
                  <a:lnTo>
                    <a:pt x="47" y="8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72" name=""/>
            <p:cNvSpPr/>
            <p:nvPr/>
          </p:nvSpPr>
          <p:spPr>
            <a:xfrm rot="0">
              <a:off x="496" y="3939"/>
              <a:ext cx="3" cy="12"/>
            </a:xfrm>
            <a:custGeom>
              <a:avLst/>
              <a:ahLst/>
              <a:rect l="0" t="0" r="r" b="b"/>
              <a:pathLst>
                <a:path w="9" h="35">
                  <a:moveTo>
                    <a:pt x="0" y="35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73" name=""/>
            <p:cNvSpPr/>
            <p:nvPr/>
          </p:nvSpPr>
          <p:spPr>
            <a:xfrm rot="0">
              <a:off x="499" y="3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74" name=""/>
            <p:cNvSpPr/>
            <p:nvPr/>
          </p:nvSpPr>
          <p:spPr>
            <a:xfrm rot="0">
              <a:off x="493" y="3939"/>
              <a:ext cx="16" cy="26"/>
            </a:xfrm>
            <a:custGeom>
              <a:avLst/>
              <a:ahLst/>
              <a:rect l="0" t="0" r="r" b="b"/>
              <a:pathLst>
                <a:path w="46" h="78">
                  <a:moveTo>
                    <a:pt x="18" y="0"/>
                  </a:moveTo>
                  <a:lnTo>
                    <a:pt x="9" y="35"/>
                  </a:lnTo>
                  <a:lnTo>
                    <a:pt x="0" y="71"/>
                  </a:lnTo>
                  <a:lnTo>
                    <a:pt x="29" y="78"/>
                  </a:lnTo>
                  <a:lnTo>
                    <a:pt x="37" y="42"/>
                  </a:lnTo>
                  <a:lnTo>
                    <a:pt x="46" y="7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75" name=""/>
            <p:cNvSpPr/>
            <p:nvPr/>
          </p:nvSpPr>
          <p:spPr>
            <a:xfrm rot="0">
              <a:off x="493" y="3939"/>
              <a:ext cx="16" cy="26"/>
            </a:xfrm>
            <a:custGeom>
              <a:avLst/>
              <a:ahLst/>
              <a:rect l="0" t="0" r="r" b="b"/>
              <a:pathLst>
                <a:path w="46" h="78">
                  <a:moveTo>
                    <a:pt x="18" y="0"/>
                  </a:moveTo>
                  <a:lnTo>
                    <a:pt x="9" y="35"/>
                  </a:lnTo>
                  <a:lnTo>
                    <a:pt x="0" y="71"/>
                  </a:lnTo>
                  <a:lnTo>
                    <a:pt x="29" y="78"/>
                  </a:lnTo>
                  <a:lnTo>
                    <a:pt x="37" y="42"/>
                  </a:lnTo>
                  <a:lnTo>
                    <a:pt x="46" y="7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76" name=""/>
            <p:cNvSpPr/>
            <p:nvPr/>
          </p:nvSpPr>
          <p:spPr>
            <a:xfrm rot="0">
              <a:off x="503" y="3953"/>
              <a:ext cx="3" cy="12"/>
            </a:xfrm>
            <a:custGeom>
              <a:avLst/>
              <a:ahLst/>
              <a:rect l="0" t="0" r="r" b="b"/>
              <a:pathLst>
                <a:path w="8" h="36">
                  <a:moveTo>
                    <a:pt x="8" y="0"/>
                  </a:moveTo>
                  <a:lnTo>
                    <a:pt x="0" y="36"/>
                  </a:lnTo>
                  <a:lnTo>
                    <a:pt x="3" y="36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77" name=""/>
            <p:cNvSpPr/>
            <p:nvPr/>
          </p:nvSpPr>
          <p:spPr>
            <a:xfrm rot="0">
              <a:off x="503" y="3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78" name=""/>
            <p:cNvSpPr/>
            <p:nvPr/>
          </p:nvSpPr>
          <p:spPr>
            <a:xfrm rot="0">
              <a:off x="504" y="3942"/>
              <a:ext cx="14" cy="25"/>
            </a:xfrm>
            <a:custGeom>
              <a:avLst/>
              <a:ahLst/>
              <a:rect l="0" t="0" r="r" b="b"/>
              <a:pathLst>
                <a:path w="41" h="75">
                  <a:moveTo>
                    <a:pt x="11" y="0"/>
                  </a:moveTo>
                  <a:lnTo>
                    <a:pt x="5" y="35"/>
                  </a:lnTo>
                  <a:lnTo>
                    <a:pt x="0" y="71"/>
                  </a:lnTo>
                  <a:lnTo>
                    <a:pt x="30" y="75"/>
                  </a:lnTo>
                  <a:lnTo>
                    <a:pt x="35" y="40"/>
                  </a:lnTo>
                  <a:lnTo>
                    <a:pt x="41" y="4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79" name=""/>
            <p:cNvSpPr/>
            <p:nvPr/>
          </p:nvSpPr>
          <p:spPr>
            <a:xfrm rot="0">
              <a:off x="504" y="3942"/>
              <a:ext cx="14" cy="25"/>
            </a:xfrm>
            <a:custGeom>
              <a:avLst/>
              <a:ahLst/>
              <a:rect l="0" t="0" r="r" b="b"/>
              <a:pathLst>
                <a:path w="41" h="75">
                  <a:moveTo>
                    <a:pt x="11" y="0"/>
                  </a:moveTo>
                  <a:lnTo>
                    <a:pt x="5" y="35"/>
                  </a:lnTo>
                  <a:lnTo>
                    <a:pt x="0" y="71"/>
                  </a:lnTo>
                  <a:lnTo>
                    <a:pt x="30" y="75"/>
                  </a:lnTo>
                  <a:lnTo>
                    <a:pt x="35" y="40"/>
                  </a:lnTo>
                  <a:lnTo>
                    <a:pt x="41" y="4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80" name=""/>
            <p:cNvSpPr/>
            <p:nvPr/>
          </p:nvSpPr>
          <p:spPr>
            <a:xfrm rot="0">
              <a:off x="514" y="3943"/>
              <a:ext cx="14" cy="25"/>
            </a:xfrm>
            <a:custGeom>
              <a:avLst/>
              <a:ahLst/>
              <a:rect l="0" t="0" r="r" b="b"/>
              <a:pathLst>
                <a:path w="41" h="75">
                  <a:moveTo>
                    <a:pt x="11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30" y="75"/>
                  </a:lnTo>
                  <a:lnTo>
                    <a:pt x="35" y="40"/>
                  </a:lnTo>
                  <a:lnTo>
                    <a:pt x="41" y="4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81" name=""/>
            <p:cNvSpPr/>
            <p:nvPr/>
          </p:nvSpPr>
          <p:spPr>
            <a:xfrm rot="0">
              <a:off x="514" y="3943"/>
              <a:ext cx="14" cy="25"/>
            </a:xfrm>
            <a:custGeom>
              <a:avLst/>
              <a:ahLst/>
              <a:rect l="0" t="0" r="r" b="b"/>
              <a:pathLst>
                <a:path w="41" h="75">
                  <a:moveTo>
                    <a:pt x="11" y="0"/>
                  </a:moveTo>
                  <a:lnTo>
                    <a:pt x="5" y="36"/>
                  </a:lnTo>
                  <a:lnTo>
                    <a:pt x="0" y="71"/>
                  </a:lnTo>
                  <a:lnTo>
                    <a:pt x="30" y="75"/>
                  </a:lnTo>
                  <a:lnTo>
                    <a:pt x="35" y="40"/>
                  </a:lnTo>
                  <a:lnTo>
                    <a:pt x="41" y="4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82" name=""/>
            <p:cNvSpPr/>
            <p:nvPr/>
          </p:nvSpPr>
          <p:spPr>
            <a:xfrm rot="0">
              <a:off x="524" y="3956"/>
              <a:ext cx="2" cy="12"/>
            </a:xfrm>
            <a:custGeom>
              <a:avLst/>
              <a:ahLst/>
              <a:rect l="0" t="0" r="r" b="b"/>
              <a:pathLst>
                <a:path w="5" h="35">
                  <a:moveTo>
                    <a:pt x="5" y="0"/>
                  </a:moveTo>
                  <a:lnTo>
                    <a:pt x="0" y="35"/>
                  </a:lnTo>
                  <a:lnTo>
                    <a:pt x="4" y="35"/>
                  </a:lnTo>
                  <a:lnTo>
                    <a:pt x="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83" name=""/>
            <p:cNvSpPr/>
            <p:nvPr/>
          </p:nvSpPr>
          <p:spPr>
            <a:xfrm rot="0">
              <a:off x="524" y="39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84" name=""/>
            <p:cNvSpPr/>
            <p:nvPr/>
          </p:nvSpPr>
          <p:spPr>
            <a:xfrm rot="0">
              <a:off x="525" y="3944"/>
              <a:ext cx="11" cy="25"/>
            </a:xfrm>
            <a:custGeom>
              <a:avLst/>
              <a:ahLst/>
              <a:rect l="0" t="0" r="r" b="b"/>
              <a:pathLst>
                <a:path w="33" h="73">
                  <a:moveTo>
                    <a:pt x="3" y="0"/>
                  </a:moveTo>
                  <a:lnTo>
                    <a:pt x="1" y="36"/>
                  </a:lnTo>
                  <a:lnTo>
                    <a:pt x="0" y="71"/>
                  </a:lnTo>
                  <a:lnTo>
                    <a:pt x="30" y="73"/>
                  </a:lnTo>
                  <a:lnTo>
                    <a:pt x="31" y="37"/>
                  </a:lnTo>
                  <a:lnTo>
                    <a:pt x="33" y="2"/>
                  </a:lnTo>
                  <a:lnTo>
                    <a:pt x="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85" name=""/>
            <p:cNvSpPr/>
            <p:nvPr/>
          </p:nvSpPr>
          <p:spPr>
            <a:xfrm rot="0">
              <a:off x="525" y="3944"/>
              <a:ext cx="11" cy="25"/>
            </a:xfrm>
            <a:custGeom>
              <a:avLst/>
              <a:ahLst/>
              <a:rect l="0" t="0" r="r" b="b"/>
              <a:pathLst>
                <a:path w="33" h="73">
                  <a:moveTo>
                    <a:pt x="3" y="0"/>
                  </a:moveTo>
                  <a:lnTo>
                    <a:pt x="1" y="36"/>
                  </a:lnTo>
                  <a:lnTo>
                    <a:pt x="0" y="71"/>
                  </a:lnTo>
                  <a:lnTo>
                    <a:pt x="30" y="73"/>
                  </a:lnTo>
                  <a:lnTo>
                    <a:pt x="31" y="37"/>
                  </a:lnTo>
                  <a:lnTo>
                    <a:pt x="33" y="2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86" name=""/>
            <p:cNvSpPr/>
            <p:nvPr/>
          </p:nvSpPr>
          <p:spPr>
            <a:xfrm rot="0">
              <a:off x="535" y="3957"/>
              <a:ext cx="1" cy="12"/>
            </a:xfrm>
            <a:custGeom>
              <a:avLst/>
              <a:ahLst/>
              <a:rect l="0" t="0" r="r" b="b"/>
              <a:pathLst>
                <a:path w="1" h="36">
                  <a:moveTo>
                    <a:pt x="1" y="0"/>
                  </a:moveTo>
                  <a:lnTo>
                    <a:pt x="0" y="36"/>
                  </a:lnTo>
                  <a:lnTo>
                    <a:pt x="1" y="36"/>
                  </a:lnTo>
                  <a:lnTo>
                    <a:pt x="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87" name=""/>
            <p:cNvSpPr/>
            <p:nvPr/>
          </p:nvSpPr>
          <p:spPr>
            <a:xfrm rot="0">
              <a:off x="535" y="3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88" name=""/>
            <p:cNvSpPr/>
            <p:nvPr/>
          </p:nvSpPr>
          <p:spPr>
            <a:xfrm rot="0">
              <a:off x="536" y="3944"/>
              <a:ext cx="10" cy="25"/>
            </a:xfrm>
            <a:custGeom>
              <a:avLst/>
              <a:ahLst/>
              <a:rect l="0" t="0" r="r" b="b"/>
              <a:pathLst>
                <a:path w="30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0" y="73"/>
                  </a:lnTo>
                  <a:lnTo>
                    <a:pt x="30" y="37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89" name=""/>
            <p:cNvSpPr/>
            <p:nvPr/>
          </p:nvSpPr>
          <p:spPr>
            <a:xfrm rot="0">
              <a:off x="536" y="3944"/>
              <a:ext cx="10" cy="25"/>
            </a:xfrm>
            <a:custGeom>
              <a:avLst/>
              <a:ahLst/>
              <a:rect l="0" t="0" r="r" b="b"/>
              <a:pathLst>
                <a:path w="30" h="73">
                  <a:moveTo>
                    <a:pt x="0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30" y="73"/>
                  </a:lnTo>
                  <a:lnTo>
                    <a:pt x="30" y="37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90" name=""/>
            <p:cNvSpPr/>
            <p:nvPr/>
          </p:nvSpPr>
          <p:spPr>
            <a:xfrm rot="0">
              <a:off x="546" y="3957"/>
              <a:ext cx="1" cy="12"/>
            </a:xfrm>
            <a:custGeom>
              <a:avLst/>
              <a:ahLst/>
              <a:rect l="0" t="0" r="r" b="b"/>
              <a:pathLst>
                <a:path w="2" h="36">
                  <a:moveTo>
                    <a:pt x="0" y="0"/>
                  </a:moveTo>
                  <a:lnTo>
                    <a:pt x="0" y="36"/>
                  </a:lnTo>
                  <a:lnTo>
                    <a:pt x="2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91" name=""/>
            <p:cNvSpPr/>
            <p:nvPr/>
          </p:nvSpPr>
          <p:spPr>
            <a:xfrm rot="0">
              <a:off x="546" y="39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92" name=""/>
            <p:cNvSpPr/>
            <p:nvPr/>
          </p:nvSpPr>
          <p:spPr>
            <a:xfrm rot="0">
              <a:off x="545" y="3944"/>
              <a:ext cx="11" cy="25"/>
            </a:xfrm>
            <a:custGeom>
              <a:avLst/>
              <a:ahLst/>
              <a:rect l="0" t="0" r="r" b="b"/>
              <a:pathLst>
                <a:path w="32" h="73">
                  <a:moveTo>
                    <a:pt x="0" y="2"/>
                  </a:moveTo>
                  <a:lnTo>
                    <a:pt x="1" y="37"/>
                  </a:lnTo>
                  <a:lnTo>
                    <a:pt x="3" y="73"/>
                  </a:lnTo>
                  <a:lnTo>
                    <a:pt x="32" y="71"/>
                  </a:lnTo>
                  <a:lnTo>
                    <a:pt x="31" y="36"/>
                  </a:lnTo>
                  <a:lnTo>
                    <a:pt x="30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93" name=""/>
            <p:cNvSpPr/>
            <p:nvPr/>
          </p:nvSpPr>
          <p:spPr>
            <a:xfrm rot="0">
              <a:off x="545" y="3944"/>
              <a:ext cx="11" cy="25"/>
            </a:xfrm>
            <a:custGeom>
              <a:avLst/>
              <a:ahLst/>
              <a:rect l="0" t="0" r="r" b="b"/>
              <a:pathLst>
                <a:path w="32" h="73">
                  <a:moveTo>
                    <a:pt x="0" y="2"/>
                  </a:moveTo>
                  <a:lnTo>
                    <a:pt x="1" y="37"/>
                  </a:lnTo>
                  <a:lnTo>
                    <a:pt x="3" y="73"/>
                  </a:lnTo>
                  <a:lnTo>
                    <a:pt x="32" y="71"/>
                  </a:lnTo>
                  <a:lnTo>
                    <a:pt x="31" y="36"/>
                  </a:lnTo>
                  <a:lnTo>
                    <a:pt x="30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94" name=""/>
            <p:cNvSpPr/>
            <p:nvPr/>
          </p:nvSpPr>
          <p:spPr>
            <a:xfrm rot="0">
              <a:off x="556" y="3956"/>
              <a:ext cx="1" cy="12"/>
            </a:xfrm>
            <a:custGeom>
              <a:avLst/>
              <a:ahLst/>
              <a:rect l="0" t="0" r="r" b="b"/>
              <a:pathLst>
                <a:path w="3" h="35">
                  <a:moveTo>
                    <a:pt x="0" y="0"/>
                  </a:moveTo>
                  <a:lnTo>
                    <a:pt x="1" y="35"/>
                  </a:lnTo>
                  <a:lnTo>
                    <a:pt x="3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95" name=""/>
            <p:cNvSpPr/>
            <p:nvPr/>
          </p:nvSpPr>
          <p:spPr>
            <a:xfrm rot="0">
              <a:off x="556" y="39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96" name=""/>
            <p:cNvSpPr/>
            <p:nvPr/>
          </p:nvSpPr>
          <p:spPr>
            <a:xfrm rot="0">
              <a:off x="555" y="3943"/>
              <a:ext cx="12" cy="25"/>
            </a:xfrm>
            <a:custGeom>
              <a:avLst/>
              <a:ahLst/>
              <a:rect l="0" t="0" r="r" b="b"/>
              <a:pathLst>
                <a:path w="36" h="74">
                  <a:moveTo>
                    <a:pt x="0" y="3"/>
                  </a:moveTo>
                  <a:lnTo>
                    <a:pt x="3" y="39"/>
                  </a:lnTo>
                  <a:lnTo>
                    <a:pt x="6" y="74"/>
                  </a:lnTo>
                  <a:lnTo>
                    <a:pt x="36" y="72"/>
                  </a:lnTo>
                  <a:lnTo>
                    <a:pt x="33" y="36"/>
                  </a:lnTo>
                  <a:lnTo>
                    <a:pt x="30" y="0"/>
                  </a:lnTo>
                  <a:lnTo>
                    <a:pt x="0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97" name=""/>
            <p:cNvSpPr/>
            <p:nvPr/>
          </p:nvSpPr>
          <p:spPr>
            <a:xfrm rot="0">
              <a:off x="555" y="3943"/>
              <a:ext cx="12" cy="25"/>
            </a:xfrm>
            <a:custGeom>
              <a:avLst/>
              <a:ahLst/>
              <a:rect l="0" t="0" r="r" b="b"/>
              <a:pathLst>
                <a:path w="36" h="74">
                  <a:moveTo>
                    <a:pt x="0" y="3"/>
                  </a:moveTo>
                  <a:lnTo>
                    <a:pt x="3" y="39"/>
                  </a:lnTo>
                  <a:lnTo>
                    <a:pt x="6" y="74"/>
                  </a:lnTo>
                  <a:lnTo>
                    <a:pt x="36" y="72"/>
                  </a:lnTo>
                  <a:lnTo>
                    <a:pt x="33" y="36"/>
                  </a:lnTo>
                  <a:lnTo>
                    <a:pt x="30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398" name=""/>
            <p:cNvSpPr/>
            <p:nvPr/>
          </p:nvSpPr>
          <p:spPr>
            <a:xfrm rot="0">
              <a:off x="566" y="3955"/>
              <a:ext cx="1" cy="12"/>
            </a:xfrm>
            <a:custGeom>
              <a:avLst/>
              <a:ahLst/>
              <a:rect l="0" t="0" r="r" b="b"/>
              <a:pathLst>
                <a:path w="4" h="36">
                  <a:moveTo>
                    <a:pt x="0" y="0"/>
                  </a:moveTo>
                  <a:lnTo>
                    <a:pt x="3" y="36"/>
                  </a:lnTo>
                  <a:lnTo>
                    <a:pt x="4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399" name=""/>
            <p:cNvSpPr/>
            <p:nvPr/>
          </p:nvSpPr>
          <p:spPr>
            <a:xfrm rot="0">
              <a:off x="567" y="3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00" name=""/>
            <p:cNvSpPr/>
            <p:nvPr/>
          </p:nvSpPr>
          <p:spPr>
            <a:xfrm rot="0">
              <a:off x="564" y="3942"/>
              <a:ext cx="13" cy="25"/>
            </a:xfrm>
            <a:custGeom>
              <a:avLst/>
              <a:ahLst/>
              <a:rect l="0" t="0" r="r" b="b"/>
              <a:pathLst>
                <a:path w="39" h="76">
                  <a:moveTo>
                    <a:pt x="0" y="4"/>
                  </a:moveTo>
                  <a:lnTo>
                    <a:pt x="4" y="40"/>
                  </a:lnTo>
                  <a:lnTo>
                    <a:pt x="8" y="76"/>
                  </a:lnTo>
                  <a:lnTo>
                    <a:pt x="39" y="71"/>
                  </a:lnTo>
                  <a:lnTo>
                    <a:pt x="35" y="36"/>
                  </a:lnTo>
                  <a:lnTo>
                    <a:pt x="31" y="0"/>
                  </a:lnTo>
                  <a:lnTo>
                    <a:pt x="0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01" name=""/>
            <p:cNvSpPr/>
            <p:nvPr/>
          </p:nvSpPr>
          <p:spPr>
            <a:xfrm rot="0">
              <a:off x="564" y="3942"/>
              <a:ext cx="13" cy="25"/>
            </a:xfrm>
            <a:custGeom>
              <a:avLst/>
              <a:ahLst/>
              <a:rect l="0" t="0" r="r" b="b"/>
              <a:pathLst>
                <a:path w="39" h="76">
                  <a:moveTo>
                    <a:pt x="0" y="4"/>
                  </a:moveTo>
                  <a:lnTo>
                    <a:pt x="4" y="40"/>
                  </a:lnTo>
                  <a:lnTo>
                    <a:pt x="8" y="76"/>
                  </a:lnTo>
                  <a:lnTo>
                    <a:pt x="39" y="71"/>
                  </a:lnTo>
                  <a:lnTo>
                    <a:pt x="35" y="36"/>
                  </a:lnTo>
                  <a:lnTo>
                    <a:pt x="31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02" name=""/>
            <p:cNvSpPr/>
            <p:nvPr/>
          </p:nvSpPr>
          <p:spPr>
            <a:xfrm rot="0">
              <a:off x="576" y="3954"/>
              <a:ext cx="2" cy="12"/>
            </a:xfrm>
            <a:custGeom>
              <a:avLst/>
              <a:ahLst/>
              <a:rect l="0" t="0" r="r" b="b"/>
              <a:pathLst>
                <a:path w="7" h="35">
                  <a:moveTo>
                    <a:pt x="0" y="0"/>
                  </a:moveTo>
                  <a:lnTo>
                    <a:pt x="4" y="35"/>
                  </a:lnTo>
                  <a:lnTo>
                    <a:pt x="7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03" name=""/>
            <p:cNvSpPr/>
            <p:nvPr/>
          </p:nvSpPr>
          <p:spPr>
            <a:xfrm rot="0">
              <a:off x="577" y="39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04" name=""/>
            <p:cNvSpPr/>
            <p:nvPr/>
          </p:nvSpPr>
          <p:spPr>
            <a:xfrm rot="0">
              <a:off x="574" y="3940"/>
              <a:ext cx="14" cy="26"/>
            </a:xfrm>
            <a:custGeom>
              <a:avLst/>
              <a:ahLst/>
              <a:rect l="0" t="0" r="r" b="b"/>
              <a:pathLst>
                <a:path w="44" h="77">
                  <a:moveTo>
                    <a:pt x="0" y="6"/>
                  </a:moveTo>
                  <a:lnTo>
                    <a:pt x="7" y="42"/>
                  </a:lnTo>
                  <a:lnTo>
                    <a:pt x="14" y="77"/>
                  </a:lnTo>
                  <a:lnTo>
                    <a:pt x="44" y="72"/>
                  </a:lnTo>
                  <a:lnTo>
                    <a:pt x="37" y="36"/>
                  </a:lnTo>
                  <a:lnTo>
                    <a:pt x="30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05" name=""/>
            <p:cNvSpPr/>
            <p:nvPr/>
          </p:nvSpPr>
          <p:spPr>
            <a:xfrm rot="0">
              <a:off x="574" y="3940"/>
              <a:ext cx="14" cy="26"/>
            </a:xfrm>
            <a:custGeom>
              <a:avLst/>
              <a:ahLst/>
              <a:rect l="0" t="0" r="r" b="b"/>
              <a:pathLst>
                <a:path w="44" h="77">
                  <a:moveTo>
                    <a:pt x="0" y="6"/>
                  </a:moveTo>
                  <a:lnTo>
                    <a:pt x="7" y="42"/>
                  </a:lnTo>
                  <a:lnTo>
                    <a:pt x="14" y="77"/>
                  </a:lnTo>
                  <a:lnTo>
                    <a:pt x="44" y="72"/>
                  </a:lnTo>
                  <a:lnTo>
                    <a:pt x="37" y="36"/>
                  </a:lnTo>
                  <a:lnTo>
                    <a:pt x="30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06" name=""/>
            <p:cNvSpPr/>
            <p:nvPr/>
          </p:nvSpPr>
          <p:spPr>
            <a:xfrm rot="0">
              <a:off x="586" y="3952"/>
              <a:ext cx="3" cy="12"/>
            </a:xfrm>
            <a:custGeom>
              <a:avLst/>
              <a:ahLst/>
              <a:rect l="0" t="0" r="r" b="b"/>
              <a:pathLst>
                <a:path w="9" h="36">
                  <a:moveTo>
                    <a:pt x="0" y="0"/>
                  </a:moveTo>
                  <a:lnTo>
                    <a:pt x="7" y="36"/>
                  </a:lnTo>
                  <a:lnTo>
                    <a:pt x="9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07" name=""/>
            <p:cNvSpPr/>
            <p:nvPr/>
          </p:nvSpPr>
          <p:spPr>
            <a:xfrm rot="0">
              <a:off x="588" y="39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08" name=""/>
            <p:cNvSpPr/>
            <p:nvPr/>
          </p:nvSpPr>
          <p:spPr>
            <a:xfrm rot="0">
              <a:off x="583" y="3938"/>
              <a:ext cx="16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0" y="7"/>
                  </a:moveTo>
                  <a:lnTo>
                    <a:pt x="8" y="43"/>
                  </a:lnTo>
                  <a:lnTo>
                    <a:pt x="17" y="79"/>
                  </a:lnTo>
                  <a:lnTo>
                    <a:pt x="47" y="72"/>
                  </a:lnTo>
                  <a:lnTo>
                    <a:pt x="38" y="36"/>
                  </a:lnTo>
                  <a:lnTo>
                    <a:pt x="29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09" name=""/>
            <p:cNvSpPr/>
            <p:nvPr/>
          </p:nvSpPr>
          <p:spPr>
            <a:xfrm rot="0">
              <a:off x="583" y="3938"/>
              <a:ext cx="16" cy="26"/>
            </a:xfrm>
            <a:custGeom>
              <a:avLst/>
              <a:ahLst/>
              <a:rect l="0" t="0" r="r" b="b"/>
              <a:pathLst>
                <a:path w="47" h="79">
                  <a:moveTo>
                    <a:pt x="0" y="7"/>
                  </a:moveTo>
                  <a:lnTo>
                    <a:pt x="8" y="43"/>
                  </a:lnTo>
                  <a:lnTo>
                    <a:pt x="17" y="79"/>
                  </a:lnTo>
                  <a:lnTo>
                    <a:pt x="47" y="72"/>
                  </a:lnTo>
                  <a:lnTo>
                    <a:pt x="38" y="36"/>
                  </a:lnTo>
                  <a:lnTo>
                    <a:pt x="29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10" name=""/>
            <p:cNvSpPr/>
            <p:nvPr/>
          </p:nvSpPr>
          <p:spPr>
            <a:xfrm rot="0">
              <a:off x="596" y="3950"/>
              <a:ext cx="3" cy="12"/>
            </a:xfrm>
            <a:custGeom>
              <a:avLst/>
              <a:ahLst/>
              <a:rect l="0" t="0" r="r" b="b"/>
              <a:pathLst>
                <a:path w="10" h="36">
                  <a:moveTo>
                    <a:pt x="0" y="0"/>
                  </a:moveTo>
                  <a:lnTo>
                    <a:pt x="9" y="36"/>
                  </a:lnTo>
                  <a:lnTo>
                    <a:pt x="10" y="3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11" name=""/>
            <p:cNvSpPr/>
            <p:nvPr/>
          </p:nvSpPr>
          <p:spPr>
            <a:xfrm rot="0">
              <a:off x="599" y="39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12" name=""/>
            <p:cNvSpPr/>
            <p:nvPr/>
          </p:nvSpPr>
          <p:spPr>
            <a:xfrm rot="0">
              <a:off x="593" y="3935"/>
              <a:ext cx="16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0" y="8"/>
                  </a:moveTo>
                  <a:lnTo>
                    <a:pt x="10" y="44"/>
                  </a:lnTo>
                  <a:lnTo>
                    <a:pt x="20" y="80"/>
                  </a:lnTo>
                  <a:lnTo>
                    <a:pt x="50" y="71"/>
                  </a:lnTo>
                  <a:lnTo>
                    <a:pt x="40" y="35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13" name=""/>
            <p:cNvSpPr/>
            <p:nvPr/>
          </p:nvSpPr>
          <p:spPr>
            <a:xfrm rot="0">
              <a:off x="593" y="3935"/>
              <a:ext cx="16" cy="27"/>
            </a:xfrm>
            <a:custGeom>
              <a:avLst/>
              <a:ahLst/>
              <a:rect l="0" t="0" r="r" b="b"/>
              <a:pathLst>
                <a:path w="50" h="80">
                  <a:moveTo>
                    <a:pt x="0" y="8"/>
                  </a:moveTo>
                  <a:lnTo>
                    <a:pt x="10" y="44"/>
                  </a:lnTo>
                  <a:lnTo>
                    <a:pt x="20" y="80"/>
                  </a:lnTo>
                  <a:lnTo>
                    <a:pt x="50" y="71"/>
                  </a:lnTo>
                  <a:lnTo>
                    <a:pt x="40" y="35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14" name=""/>
            <p:cNvSpPr/>
            <p:nvPr/>
          </p:nvSpPr>
          <p:spPr>
            <a:xfrm rot="0">
              <a:off x="606" y="3947"/>
              <a:ext cx="4" cy="12"/>
            </a:xfrm>
            <a:custGeom>
              <a:avLst/>
              <a:ahLst/>
              <a:rect l="0" t="0" r="r" b="b"/>
              <a:pathLst>
                <a:path w="11" h="36">
                  <a:moveTo>
                    <a:pt x="0" y="0"/>
                  </a:moveTo>
                  <a:lnTo>
                    <a:pt x="10" y="36"/>
                  </a:lnTo>
                  <a:lnTo>
                    <a:pt x="11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15" name=""/>
            <p:cNvSpPr/>
            <p:nvPr/>
          </p:nvSpPr>
          <p:spPr>
            <a:xfrm rot="0" flipV="1">
              <a:off x="609" y="39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16" name=""/>
            <p:cNvSpPr/>
            <p:nvPr/>
          </p:nvSpPr>
          <p:spPr>
            <a:xfrm rot="0">
              <a:off x="602" y="3932"/>
              <a:ext cx="18" cy="26"/>
            </a:xfrm>
            <a:custGeom>
              <a:avLst/>
              <a:ahLst/>
              <a:rect l="0" t="0" r="r" b="b"/>
              <a:pathLst>
                <a:path w="52" h="79">
                  <a:moveTo>
                    <a:pt x="0" y="10"/>
                  </a:moveTo>
                  <a:lnTo>
                    <a:pt x="11" y="44"/>
                  </a:lnTo>
                  <a:lnTo>
                    <a:pt x="22" y="79"/>
                  </a:lnTo>
                  <a:lnTo>
                    <a:pt x="52" y="69"/>
                  </a:lnTo>
                  <a:lnTo>
                    <a:pt x="41" y="34"/>
                  </a:lnTo>
                  <a:lnTo>
                    <a:pt x="29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17" name=""/>
            <p:cNvSpPr/>
            <p:nvPr/>
          </p:nvSpPr>
          <p:spPr>
            <a:xfrm rot="0">
              <a:off x="602" y="3932"/>
              <a:ext cx="18" cy="26"/>
            </a:xfrm>
            <a:custGeom>
              <a:avLst/>
              <a:ahLst/>
              <a:rect l="0" t="0" r="r" b="b"/>
              <a:pathLst>
                <a:path w="52" h="79">
                  <a:moveTo>
                    <a:pt x="0" y="10"/>
                  </a:moveTo>
                  <a:lnTo>
                    <a:pt x="11" y="44"/>
                  </a:lnTo>
                  <a:lnTo>
                    <a:pt x="22" y="79"/>
                  </a:lnTo>
                  <a:lnTo>
                    <a:pt x="52" y="69"/>
                  </a:lnTo>
                  <a:lnTo>
                    <a:pt x="41" y="34"/>
                  </a:lnTo>
                  <a:lnTo>
                    <a:pt x="29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18" name=""/>
            <p:cNvSpPr/>
            <p:nvPr/>
          </p:nvSpPr>
          <p:spPr>
            <a:xfrm rot="0">
              <a:off x="616" y="3943"/>
              <a:ext cx="4" cy="12"/>
            </a:xfrm>
            <a:custGeom>
              <a:avLst/>
              <a:ahLst/>
              <a:rect l="0" t="0" r="r" b="b"/>
              <a:pathLst>
                <a:path w="13" h="35">
                  <a:moveTo>
                    <a:pt x="0" y="0"/>
                  </a:moveTo>
                  <a:lnTo>
                    <a:pt x="11" y="35"/>
                  </a:lnTo>
                  <a:lnTo>
                    <a:pt x="13" y="3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19" name=""/>
            <p:cNvSpPr/>
            <p:nvPr/>
          </p:nvSpPr>
          <p:spPr>
            <a:xfrm rot="0">
              <a:off x="620" y="39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20" name=""/>
            <p:cNvSpPr/>
            <p:nvPr/>
          </p:nvSpPr>
          <p:spPr>
            <a:xfrm rot="0">
              <a:off x="612" y="3928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0" y="11"/>
                  </a:moveTo>
                  <a:lnTo>
                    <a:pt x="13" y="45"/>
                  </a:lnTo>
                  <a:lnTo>
                    <a:pt x="26" y="80"/>
                  </a:lnTo>
                  <a:lnTo>
                    <a:pt x="54" y="68"/>
                  </a:lnTo>
                  <a:lnTo>
                    <a:pt x="41" y="34"/>
                  </a:lnTo>
                  <a:lnTo>
                    <a:pt x="28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21" name=""/>
            <p:cNvSpPr/>
            <p:nvPr/>
          </p:nvSpPr>
          <p:spPr>
            <a:xfrm rot="0">
              <a:off x="612" y="3928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0" y="11"/>
                  </a:moveTo>
                  <a:lnTo>
                    <a:pt x="13" y="45"/>
                  </a:lnTo>
                  <a:lnTo>
                    <a:pt x="26" y="80"/>
                  </a:lnTo>
                  <a:lnTo>
                    <a:pt x="54" y="68"/>
                  </a:lnTo>
                  <a:lnTo>
                    <a:pt x="41" y="34"/>
                  </a:lnTo>
                  <a:lnTo>
                    <a:pt x="28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22" name=""/>
            <p:cNvSpPr/>
            <p:nvPr/>
          </p:nvSpPr>
          <p:spPr>
            <a:xfrm rot="0">
              <a:off x="621" y="3928"/>
              <a:ext cx="4" cy="12"/>
            </a:xfrm>
            <a:custGeom>
              <a:avLst/>
              <a:ahLst/>
              <a:rect l="0" t="0" r="r" b="b"/>
              <a:pathLst>
                <a:path w="13" h="34">
                  <a:moveTo>
                    <a:pt x="13" y="3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23" name=""/>
            <p:cNvSpPr/>
            <p:nvPr/>
          </p:nvSpPr>
          <p:spPr>
            <a:xfrm rot="0">
              <a:off x="621" y="3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24" name=""/>
            <p:cNvSpPr/>
            <p:nvPr/>
          </p:nvSpPr>
          <p:spPr>
            <a:xfrm rot="0">
              <a:off x="621" y="3924"/>
              <a:ext cx="19" cy="27"/>
            </a:xfrm>
            <a:custGeom>
              <a:avLst/>
              <a:ahLst/>
              <a:rect l="0" t="0" r="r" b="b"/>
              <a:pathLst>
                <a:path w="56" h="80">
                  <a:moveTo>
                    <a:pt x="0" y="12"/>
                  </a:moveTo>
                  <a:lnTo>
                    <a:pt x="13" y="46"/>
                  </a:lnTo>
                  <a:lnTo>
                    <a:pt x="26" y="80"/>
                  </a:lnTo>
                  <a:lnTo>
                    <a:pt x="56" y="69"/>
                  </a:lnTo>
                  <a:lnTo>
                    <a:pt x="43" y="35"/>
                  </a:lnTo>
                  <a:lnTo>
                    <a:pt x="30" y="0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25" name=""/>
            <p:cNvSpPr/>
            <p:nvPr/>
          </p:nvSpPr>
          <p:spPr>
            <a:xfrm rot="0">
              <a:off x="621" y="3924"/>
              <a:ext cx="19" cy="27"/>
            </a:xfrm>
            <a:custGeom>
              <a:avLst/>
              <a:ahLst/>
              <a:rect l="0" t="0" r="r" b="b"/>
              <a:pathLst>
                <a:path w="56" h="80">
                  <a:moveTo>
                    <a:pt x="0" y="12"/>
                  </a:moveTo>
                  <a:lnTo>
                    <a:pt x="13" y="46"/>
                  </a:lnTo>
                  <a:lnTo>
                    <a:pt x="26" y="80"/>
                  </a:lnTo>
                  <a:lnTo>
                    <a:pt x="56" y="69"/>
                  </a:lnTo>
                  <a:lnTo>
                    <a:pt x="43" y="35"/>
                  </a:lnTo>
                  <a:lnTo>
                    <a:pt x="30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26" name=""/>
            <p:cNvSpPr/>
            <p:nvPr/>
          </p:nvSpPr>
          <p:spPr>
            <a:xfrm rot="0">
              <a:off x="635" y="3936"/>
              <a:ext cx="6" cy="11"/>
            </a:xfrm>
            <a:custGeom>
              <a:avLst/>
              <a:ahLst/>
              <a:rect l="0" t="0" r="r" b="b"/>
              <a:pathLst>
                <a:path w="16" h="34">
                  <a:moveTo>
                    <a:pt x="0" y="0"/>
                  </a:moveTo>
                  <a:lnTo>
                    <a:pt x="13" y="34"/>
                  </a:lnTo>
                  <a:lnTo>
                    <a:pt x="16" y="3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27" name=""/>
            <p:cNvSpPr/>
            <p:nvPr/>
          </p:nvSpPr>
          <p:spPr>
            <a:xfrm rot="0" flipV="1">
              <a:off x="640" y="3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28" name=""/>
            <p:cNvSpPr/>
            <p:nvPr/>
          </p:nvSpPr>
          <p:spPr>
            <a:xfrm rot="0">
              <a:off x="630" y="3920"/>
              <a:ext cx="20" cy="27"/>
            </a:xfrm>
            <a:custGeom>
              <a:avLst/>
              <a:ahLst/>
              <a:rect l="0" t="0" r="r" b="b"/>
              <a:pathLst>
                <a:path w="59" h="79">
                  <a:moveTo>
                    <a:pt x="0" y="14"/>
                  </a:moveTo>
                  <a:lnTo>
                    <a:pt x="15" y="47"/>
                  </a:lnTo>
                  <a:lnTo>
                    <a:pt x="31" y="79"/>
                  </a:lnTo>
                  <a:lnTo>
                    <a:pt x="59" y="65"/>
                  </a:lnTo>
                  <a:lnTo>
                    <a:pt x="44" y="32"/>
                  </a:lnTo>
                  <a:lnTo>
                    <a:pt x="28" y="0"/>
                  </a:lnTo>
                  <a:lnTo>
                    <a:pt x="0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29" name=""/>
            <p:cNvSpPr/>
            <p:nvPr/>
          </p:nvSpPr>
          <p:spPr>
            <a:xfrm rot="0">
              <a:off x="630" y="3920"/>
              <a:ext cx="20" cy="27"/>
            </a:xfrm>
            <a:custGeom>
              <a:avLst/>
              <a:ahLst/>
              <a:rect l="0" t="0" r="r" b="b"/>
              <a:pathLst>
                <a:path w="59" h="79">
                  <a:moveTo>
                    <a:pt x="0" y="14"/>
                  </a:moveTo>
                  <a:lnTo>
                    <a:pt x="15" y="47"/>
                  </a:lnTo>
                  <a:lnTo>
                    <a:pt x="31" y="79"/>
                  </a:lnTo>
                  <a:lnTo>
                    <a:pt x="59" y="65"/>
                  </a:lnTo>
                  <a:lnTo>
                    <a:pt x="44" y="32"/>
                  </a:lnTo>
                  <a:lnTo>
                    <a:pt x="28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30" name=""/>
            <p:cNvSpPr/>
            <p:nvPr/>
          </p:nvSpPr>
          <p:spPr>
            <a:xfrm rot="0">
              <a:off x="640" y="3915"/>
              <a:ext cx="20" cy="27"/>
            </a:xfrm>
            <a:custGeom>
              <a:avLst/>
              <a:ahLst/>
              <a:rect l="0" t="0" r="r" b="b"/>
              <a:pathLst>
                <a:path w="60" h="80">
                  <a:moveTo>
                    <a:pt x="0" y="15"/>
                  </a:moveTo>
                  <a:lnTo>
                    <a:pt x="16" y="47"/>
                  </a:lnTo>
                  <a:lnTo>
                    <a:pt x="31" y="80"/>
                  </a:lnTo>
                  <a:lnTo>
                    <a:pt x="60" y="66"/>
                  </a:lnTo>
                  <a:lnTo>
                    <a:pt x="44" y="33"/>
                  </a:lnTo>
                  <a:lnTo>
                    <a:pt x="28" y="0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31" name=""/>
            <p:cNvSpPr/>
            <p:nvPr/>
          </p:nvSpPr>
          <p:spPr>
            <a:xfrm rot="0">
              <a:off x="640" y="3915"/>
              <a:ext cx="20" cy="27"/>
            </a:xfrm>
            <a:custGeom>
              <a:avLst/>
              <a:ahLst/>
              <a:rect l="0" t="0" r="r" b="b"/>
              <a:pathLst>
                <a:path w="60" h="80">
                  <a:moveTo>
                    <a:pt x="0" y="15"/>
                  </a:moveTo>
                  <a:lnTo>
                    <a:pt x="16" y="47"/>
                  </a:lnTo>
                  <a:lnTo>
                    <a:pt x="31" y="80"/>
                  </a:lnTo>
                  <a:lnTo>
                    <a:pt x="60" y="66"/>
                  </a:lnTo>
                  <a:lnTo>
                    <a:pt x="44" y="33"/>
                  </a:lnTo>
                  <a:lnTo>
                    <a:pt x="28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32" name=""/>
            <p:cNvSpPr/>
            <p:nvPr/>
          </p:nvSpPr>
          <p:spPr>
            <a:xfrm rot="0">
              <a:off x="654" y="3926"/>
              <a:ext cx="6" cy="11"/>
            </a:xfrm>
            <a:custGeom>
              <a:avLst/>
              <a:ahLst/>
              <a:rect l="0" t="0" r="r" b="b"/>
              <a:pathLst>
                <a:path w="17" h="33">
                  <a:moveTo>
                    <a:pt x="0" y="0"/>
                  </a:moveTo>
                  <a:lnTo>
                    <a:pt x="16" y="33"/>
                  </a:lnTo>
                  <a:lnTo>
                    <a:pt x="17" y="3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33" name=""/>
            <p:cNvSpPr/>
            <p:nvPr/>
          </p:nvSpPr>
          <p:spPr>
            <a:xfrm rot="0" flipV="1">
              <a:off x="660" y="39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34" name=""/>
            <p:cNvSpPr/>
            <p:nvPr/>
          </p:nvSpPr>
          <p:spPr>
            <a:xfrm rot="0">
              <a:off x="649" y="3911"/>
              <a:ext cx="21" cy="26"/>
            </a:xfrm>
            <a:custGeom>
              <a:avLst/>
              <a:ahLst/>
              <a:rect l="0" t="0" r="r" b="b"/>
              <a:pathLst>
                <a:path w="63" h="78">
                  <a:moveTo>
                    <a:pt x="0" y="16"/>
                  </a:moveTo>
                  <a:lnTo>
                    <a:pt x="17" y="47"/>
                  </a:lnTo>
                  <a:lnTo>
                    <a:pt x="34" y="78"/>
                  </a:lnTo>
                  <a:lnTo>
                    <a:pt x="63" y="63"/>
                  </a:lnTo>
                  <a:lnTo>
                    <a:pt x="46" y="31"/>
                  </a:lnTo>
                  <a:lnTo>
                    <a:pt x="29" y="0"/>
                  </a:lnTo>
                  <a:lnTo>
                    <a:pt x="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35" name=""/>
            <p:cNvSpPr/>
            <p:nvPr/>
          </p:nvSpPr>
          <p:spPr>
            <a:xfrm rot="0">
              <a:off x="649" y="3911"/>
              <a:ext cx="21" cy="26"/>
            </a:xfrm>
            <a:custGeom>
              <a:avLst/>
              <a:ahLst/>
              <a:rect l="0" t="0" r="r" b="b"/>
              <a:pathLst>
                <a:path w="63" h="78">
                  <a:moveTo>
                    <a:pt x="0" y="16"/>
                  </a:moveTo>
                  <a:lnTo>
                    <a:pt x="17" y="47"/>
                  </a:lnTo>
                  <a:lnTo>
                    <a:pt x="34" y="78"/>
                  </a:lnTo>
                  <a:lnTo>
                    <a:pt x="63" y="63"/>
                  </a:lnTo>
                  <a:lnTo>
                    <a:pt x="46" y="31"/>
                  </a:lnTo>
                  <a:lnTo>
                    <a:pt x="29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36" name=""/>
            <p:cNvSpPr/>
            <p:nvPr/>
          </p:nvSpPr>
          <p:spPr>
            <a:xfrm rot="0">
              <a:off x="664" y="3921"/>
              <a:ext cx="6" cy="11"/>
            </a:xfrm>
            <a:custGeom>
              <a:avLst/>
              <a:ahLst/>
              <a:rect l="0" t="0" r="r" b="b"/>
              <a:pathLst>
                <a:path w="18" h="32">
                  <a:moveTo>
                    <a:pt x="0" y="0"/>
                  </a:moveTo>
                  <a:lnTo>
                    <a:pt x="17" y="32"/>
                  </a:lnTo>
                  <a:lnTo>
                    <a:pt x="18" y="3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37" name=""/>
            <p:cNvSpPr/>
            <p:nvPr/>
          </p:nvSpPr>
          <p:spPr>
            <a:xfrm rot="0">
              <a:off x="670" y="3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38" name=""/>
            <p:cNvSpPr/>
            <p:nvPr/>
          </p:nvSpPr>
          <p:spPr>
            <a:xfrm rot="0">
              <a:off x="658" y="3905"/>
              <a:ext cx="21" cy="27"/>
            </a:xfrm>
            <a:custGeom>
              <a:avLst/>
              <a:ahLst/>
              <a:rect l="0" t="0" r="r" b="b"/>
              <a:pathLst>
                <a:path w="64" h="79">
                  <a:moveTo>
                    <a:pt x="0" y="16"/>
                  </a:moveTo>
                  <a:lnTo>
                    <a:pt x="19" y="47"/>
                  </a:lnTo>
                  <a:lnTo>
                    <a:pt x="37" y="79"/>
                  </a:lnTo>
                  <a:lnTo>
                    <a:pt x="64" y="63"/>
                  </a:lnTo>
                  <a:lnTo>
                    <a:pt x="46" y="32"/>
                  </a:lnTo>
                  <a:lnTo>
                    <a:pt x="27" y="0"/>
                  </a:lnTo>
                  <a:lnTo>
                    <a:pt x="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39" name=""/>
            <p:cNvSpPr/>
            <p:nvPr/>
          </p:nvSpPr>
          <p:spPr>
            <a:xfrm rot="0">
              <a:off x="658" y="3905"/>
              <a:ext cx="21" cy="27"/>
            </a:xfrm>
            <a:custGeom>
              <a:avLst/>
              <a:ahLst/>
              <a:rect l="0" t="0" r="r" b="b"/>
              <a:pathLst>
                <a:path w="64" h="79">
                  <a:moveTo>
                    <a:pt x="0" y="16"/>
                  </a:moveTo>
                  <a:lnTo>
                    <a:pt x="19" y="47"/>
                  </a:lnTo>
                  <a:lnTo>
                    <a:pt x="37" y="79"/>
                  </a:lnTo>
                  <a:lnTo>
                    <a:pt x="64" y="63"/>
                  </a:lnTo>
                  <a:lnTo>
                    <a:pt x="46" y="32"/>
                  </a:lnTo>
                  <a:lnTo>
                    <a:pt x="27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40" name=""/>
            <p:cNvSpPr/>
            <p:nvPr/>
          </p:nvSpPr>
          <p:spPr>
            <a:xfrm rot="0">
              <a:off x="673" y="3916"/>
              <a:ext cx="7" cy="10"/>
            </a:xfrm>
            <a:custGeom>
              <a:avLst/>
              <a:ahLst/>
              <a:rect l="0" t="0" r="r" b="b"/>
              <a:pathLst>
                <a:path w="20" h="31">
                  <a:moveTo>
                    <a:pt x="0" y="0"/>
                  </a:moveTo>
                  <a:lnTo>
                    <a:pt x="18" y="31"/>
                  </a:lnTo>
                  <a:lnTo>
                    <a:pt x="20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41" name=""/>
            <p:cNvSpPr/>
            <p:nvPr/>
          </p:nvSpPr>
          <p:spPr>
            <a:xfrm rot="0" flipV="1">
              <a:off x="679" y="39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42" name=""/>
            <p:cNvSpPr/>
            <p:nvPr/>
          </p:nvSpPr>
          <p:spPr>
            <a:xfrm rot="0">
              <a:off x="666" y="3900"/>
              <a:ext cx="23" cy="26"/>
            </a:xfrm>
            <a:custGeom>
              <a:avLst/>
              <a:ahLst/>
              <a:rect l="0" t="0" r="r" b="b"/>
              <a:pathLst>
                <a:path w="67" h="79">
                  <a:moveTo>
                    <a:pt x="0" y="19"/>
                  </a:moveTo>
                  <a:lnTo>
                    <a:pt x="20" y="49"/>
                  </a:lnTo>
                  <a:lnTo>
                    <a:pt x="40" y="79"/>
                  </a:lnTo>
                  <a:lnTo>
                    <a:pt x="67" y="60"/>
                  </a:lnTo>
                  <a:lnTo>
                    <a:pt x="47" y="30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43" name=""/>
            <p:cNvSpPr/>
            <p:nvPr/>
          </p:nvSpPr>
          <p:spPr>
            <a:xfrm rot="0">
              <a:off x="666" y="3900"/>
              <a:ext cx="23" cy="26"/>
            </a:xfrm>
            <a:custGeom>
              <a:avLst/>
              <a:ahLst/>
              <a:rect l="0" t="0" r="r" b="b"/>
              <a:pathLst>
                <a:path w="67" h="79">
                  <a:moveTo>
                    <a:pt x="0" y="19"/>
                  </a:moveTo>
                  <a:lnTo>
                    <a:pt x="20" y="49"/>
                  </a:lnTo>
                  <a:lnTo>
                    <a:pt x="40" y="79"/>
                  </a:lnTo>
                  <a:lnTo>
                    <a:pt x="67" y="60"/>
                  </a:lnTo>
                  <a:lnTo>
                    <a:pt x="47" y="30"/>
                  </a:lnTo>
                  <a:lnTo>
                    <a:pt x="27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44" name=""/>
            <p:cNvSpPr/>
            <p:nvPr/>
          </p:nvSpPr>
          <p:spPr>
            <a:xfrm rot="0">
              <a:off x="682" y="3910"/>
              <a:ext cx="7" cy="10"/>
            </a:xfrm>
            <a:custGeom>
              <a:avLst/>
              <a:ahLst/>
              <a:rect l="0" t="0" r="r" b="b"/>
              <a:pathLst>
                <a:path w="21" h="30">
                  <a:moveTo>
                    <a:pt x="0" y="0"/>
                  </a:moveTo>
                  <a:lnTo>
                    <a:pt x="20" y="30"/>
                  </a:lnTo>
                  <a:lnTo>
                    <a:pt x="21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45" name=""/>
            <p:cNvSpPr/>
            <p:nvPr/>
          </p:nvSpPr>
          <p:spPr>
            <a:xfrm rot="0">
              <a:off x="689" y="39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46" name=""/>
            <p:cNvSpPr/>
            <p:nvPr/>
          </p:nvSpPr>
          <p:spPr>
            <a:xfrm rot="0">
              <a:off x="675" y="3894"/>
              <a:ext cx="23" cy="26"/>
            </a:xfrm>
            <a:custGeom>
              <a:avLst/>
              <a:ahLst/>
              <a:rect l="0" t="0" r="r" b="b"/>
              <a:pathLst>
                <a:path w="69" h="78">
                  <a:moveTo>
                    <a:pt x="0" y="18"/>
                  </a:moveTo>
                  <a:lnTo>
                    <a:pt x="22" y="48"/>
                  </a:lnTo>
                  <a:lnTo>
                    <a:pt x="43" y="78"/>
                  </a:lnTo>
                  <a:lnTo>
                    <a:pt x="69" y="60"/>
                  </a:lnTo>
                  <a:lnTo>
                    <a:pt x="47" y="30"/>
                  </a:lnTo>
                  <a:lnTo>
                    <a:pt x="26" y="0"/>
                  </a:lnTo>
                  <a:lnTo>
                    <a:pt x="0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47" name=""/>
            <p:cNvSpPr/>
            <p:nvPr/>
          </p:nvSpPr>
          <p:spPr>
            <a:xfrm rot="0">
              <a:off x="675" y="3894"/>
              <a:ext cx="23" cy="26"/>
            </a:xfrm>
            <a:custGeom>
              <a:avLst/>
              <a:ahLst/>
              <a:rect l="0" t="0" r="r" b="b"/>
              <a:pathLst>
                <a:path w="69" h="78">
                  <a:moveTo>
                    <a:pt x="0" y="18"/>
                  </a:moveTo>
                  <a:lnTo>
                    <a:pt x="22" y="48"/>
                  </a:lnTo>
                  <a:lnTo>
                    <a:pt x="43" y="78"/>
                  </a:lnTo>
                  <a:lnTo>
                    <a:pt x="69" y="60"/>
                  </a:lnTo>
                  <a:lnTo>
                    <a:pt x="47" y="30"/>
                  </a:lnTo>
                  <a:lnTo>
                    <a:pt x="26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48" name=""/>
            <p:cNvSpPr/>
            <p:nvPr/>
          </p:nvSpPr>
          <p:spPr>
            <a:xfrm rot="0">
              <a:off x="683" y="3887"/>
              <a:ext cx="23" cy="27"/>
            </a:xfrm>
            <a:custGeom>
              <a:avLst/>
              <a:ahLst/>
              <a:rect l="0" t="0" r="r" b="b"/>
              <a:pathLst>
                <a:path w="68" h="79">
                  <a:moveTo>
                    <a:pt x="0" y="19"/>
                  </a:moveTo>
                  <a:lnTo>
                    <a:pt x="21" y="49"/>
                  </a:lnTo>
                  <a:lnTo>
                    <a:pt x="43" y="79"/>
                  </a:lnTo>
                  <a:lnTo>
                    <a:pt x="68" y="60"/>
                  </a:lnTo>
                  <a:lnTo>
                    <a:pt x="47" y="30"/>
                  </a:lnTo>
                  <a:lnTo>
                    <a:pt x="26" y="0"/>
                  </a:lnTo>
                  <a:lnTo>
                    <a:pt x="0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49" name=""/>
            <p:cNvSpPr/>
            <p:nvPr/>
          </p:nvSpPr>
          <p:spPr>
            <a:xfrm rot="0">
              <a:off x="683" y="3887"/>
              <a:ext cx="23" cy="27"/>
            </a:xfrm>
            <a:custGeom>
              <a:avLst/>
              <a:ahLst/>
              <a:rect l="0" t="0" r="r" b="b"/>
              <a:pathLst>
                <a:path w="68" h="79">
                  <a:moveTo>
                    <a:pt x="0" y="19"/>
                  </a:moveTo>
                  <a:lnTo>
                    <a:pt x="21" y="49"/>
                  </a:lnTo>
                  <a:lnTo>
                    <a:pt x="43" y="79"/>
                  </a:lnTo>
                  <a:lnTo>
                    <a:pt x="68" y="60"/>
                  </a:lnTo>
                  <a:lnTo>
                    <a:pt x="47" y="30"/>
                  </a:lnTo>
                  <a:lnTo>
                    <a:pt x="26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50" name=""/>
            <p:cNvSpPr/>
            <p:nvPr/>
          </p:nvSpPr>
          <p:spPr>
            <a:xfrm rot="0">
              <a:off x="699" y="3897"/>
              <a:ext cx="8" cy="10"/>
            </a:xfrm>
            <a:custGeom>
              <a:avLst/>
              <a:ahLst/>
              <a:rect l="0" t="0" r="r" b="b"/>
              <a:pathLst>
                <a:path w="23" h="30">
                  <a:moveTo>
                    <a:pt x="0" y="0"/>
                  </a:moveTo>
                  <a:lnTo>
                    <a:pt x="21" y="30"/>
                  </a:lnTo>
                  <a:lnTo>
                    <a:pt x="23" y="2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51" name=""/>
            <p:cNvSpPr/>
            <p:nvPr/>
          </p:nvSpPr>
          <p:spPr>
            <a:xfrm rot="0" flipV="1">
              <a:off x="706" y="39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52" name=""/>
            <p:cNvSpPr/>
            <p:nvPr/>
          </p:nvSpPr>
          <p:spPr>
            <a:xfrm rot="0">
              <a:off x="691" y="3881"/>
              <a:ext cx="24" cy="26"/>
            </a:xfrm>
            <a:custGeom>
              <a:avLst/>
              <a:ahLst/>
              <a:rect l="0" t="0" r="r" b="b"/>
              <a:pathLst>
                <a:path w="71" h="77">
                  <a:moveTo>
                    <a:pt x="0" y="20"/>
                  </a:moveTo>
                  <a:lnTo>
                    <a:pt x="23" y="48"/>
                  </a:lnTo>
                  <a:lnTo>
                    <a:pt x="46" y="77"/>
                  </a:lnTo>
                  <a:lnTo>
                    <a:pt x="71" y="57"/>
                  </a:lnTo>
                  <a:lnTo>
                    <a:pt x="49" y="28"/>
                  </a:lnTo>
                  <a:lnTo>
                    <a:pt x="26" y="0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53" name=""/>
            <p:cNvSpPr/>
            <p:nvPr/>
          </p:nvSpPr>
          <p:spPr>
            <a:xfrm rot="0">
              <a:off x="691" y="3881"/>
              <a:ext cx="24" cy="26"/>
            </a:xfrm>
            <a:custGeom>
              <a:avLst/>
              <a:ahLst/>
              <a:rect l="0" t="0" r="r" b="b"/>
              <a:pathLst>
                <a:path w="71" h="77">
                  <a:moveTo>
                    <a:pt x="0" y="20"/>
                  </a:moveTo>
                  <a:lnTo>
                    <a:pt x="23" y="48"/>
                  </a:lnTo>
                  <a:lnTo>
                    <a:pt x="46" y="77"/>
                  </a:lnTo>
                  <a:lnTo>
                    <a:pt x="71" y="57"/>
                  </a:lnTo>
                  <a:lnTo>
                    <a:pt x="49" y="28"/>
                  </a:lnTo>
                  <a:lnTo>
                    <a:pt x="26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54" name=""/>
            <p:cNvSpPr/>
            <p:nvPr/>
          </p:nvSpPr>
          <p:spPr>
            <a:xfrm rot="0">
              <a:off x="708" y="3891"/>
              <a:ext cx="8" cy="9"/>
            </a:xfrm>
            <a:custGeom>
              <a:avLst/>
              <a:ahLst/>
              <a:rect l="0" t="0" r="r" b="b"/>
              <a:pathLst>
                <a:path w="24" h="29">
                  <a:moveTo>
                    <a:pt x="0" y="0"/>
                  </a:moveTo>
                  <a:lnTo>
                    <a:pt x="22" y="29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55" name=""/>
            <p:cNvSpPr/>
            <p:nvPr/>
          </p:nvSpPr>
          <p:spPr>
            <a:xfrm rot="0" flipV="1">
              <a:off x="715" y="39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56" name=""/>
            <p:cNvSpPr/>
            <p:nvPr/>
          </p:nvSpPr>
          <p:spPr>
            <a:xfrm rot="0">
              <a:off x="699" y="3875"/>
              <a:ext cx="25" cy="25"/>
            </a:xfrm>
            <a:custGeom>
              <a:avLst/>
              <a:ahLst/>
              <a:rect l="0" t="0" r="r" b="b"/>
              <a:pathLst>
                <a:path w="73" h="75">
                  <a:moveTo>
                    <a:pt x="0" y="21"/>
                  </a:moveTo>
                  <a:lnTo>
                    <a:pt x="25" y="48"/>
                  </a:lnTo>
                  <a:lnTo>
                    <a:pt x="49" y="75"/>
                  </a:lnTo>
                  <a:lnTo>
                    <a:pt x="73" y="54"/>
                  </a:lnTo>
                  <a:lnTo>
                    <a:pt x="49" y="27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57" name=""/>
            <p:cNvSpPr/>
            <p:nvPr/>
          </p:nvSpPr>
          <p:spPr>
            <a:xfrm rot="0">
              <a:off x="699" y="3875"/>
              <a:ext cx="25" cy="25"/>
            </a:xfrm>
            <a:custGeom>
              <a:avLst/>
              <a:ahLst/>
              <a:rect l="0" t="0" r="r" b="b"/>
              <a:pathLst>
                <a:path w="73" h="75">
                  <a:moveTo>
                    <a:pt x="0" y="21"/>
                  </a:moveTo>
                  <a:lnTo>
                    <a:pt x="25" y="48"/>
                  </a:lnTo>
                  <a:lnTo>
                    <a:pt x="49" y="75"/>
                  </a:lnTo>
                  <a:lnTo>
                    <a:pt x="73" y="54"/>
                  </a:lnTo>
                  <a:lnTo>
                    <a:pt x="49" y="27"/>
                  </a:lnTo>
                  <a:lnTo>
                    <a:pt x="25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58" name=""/>
            <p:cNvSpPr/>
            <p:nvPr/>
          </p:nvSpPr>
          <p:spPr>
            <a:xfrm rot="0">
              <a:off x="716" y="3884"/>
              <a:ext cx="8" cy="9"/>
            </a:xfrm>
            <a:custGeom>
              <a:avLst/>
              <a:ahLst/>
              <a:rect l="0" t="0" r="r" b="b"/>
              <a:pathLst>
                <a:path w="24" h="27">
                  <a:moveTo>
                    <a:pt x="0" y="0"/>
                  </a:moveTo>
                  <a:lnTo>
                    <a:pt x="24" y="27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59" name=""/>
            <p:cNvSpPr/>
            <p:nvPr/>
          </p:nvSpPr>
          <p:spPr>
            <a:xfrm rot="0">
              <a:off x="724" y="38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60" name=""/>
            <p:cNvSpPr/>
            <p:nvPr/>
          </p:nvSpPr>
          <p:spPr>
            <a:xfrm rot="0">
              <a:off x="708" y="3867"/>
              <a:ext cx="24" cy="26"/>
            </a:xfrm>
            <a:custGeom>
              <a:avLst/>
              <a:ahLst/>
              <a:rect l="0" t="0" r="r" b="b"/>
              <a:pathLst>
                <a:path w="72" h="77">
                  <a:moveTo>
                    <a:pt x="0" y="23"/>
                  </a:moveTo>
                  <a:lnTo>
                    <a:pt x="24" y="50"/>
                  </a:lnTo>
                  <a:lnTo>
                    <a:pt x="48" y="77"/>
                  </a:lnTo>
                  <a:lnTo>
                    <a:pt x="72" y="54"/>
                  </a:lnTo>
                  <a:lnTo>
                    <a:pt x="48" y="27"/>
                  </a:lnTo>
                  <a:lnTo>
                    <a:pt x="24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61" name=""/>
            <p:cNvSpPr/>
            <p:nvPr/>
          </p:nvSpPr>
          <p:spPr>
            <a:xfrm rot="0">
              <a:off x="708" y="3867"/>
              <a:ext cx="24" cy="26"/>
            </a:xfrm>
            <a:custGeom>
              <a:avLst/>
              <a:ahLst/>
              <a:rect l="0" t="0" r="r" b="b"/>
              <a:pathLst>
                <a:path w="72" h="77">
                  <a:moveTo>
                    <a:pt x="0" y="23"/>
                  </a:moveTo>
                  <a:lnTo>
                    <a:pt x="24" y="50"/>
                  </a:lnTo>
                  <a:lnTo>
                    <a:pt x="48" y="77"/>
                  </a:lnTo>
                  <a:lnTo>
                    <a:pt x="72" y="54"/>
                  </a:lnTo>
                  <a:lnTo>
                    <a:pt x="48" y="27"/>
                  </a:lnTo>
                  <a:lnTo>
                    <a:pt x="24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62" name=""/>
            <p:cNvSpPr/>
            <p:nvPr/>
          </p:nvSpPr>
          <p:spPr>
            <a:xfrm rot="0">
              <a:off x="724" y="3876"/>
              <a:ext cx="8" cy="9"/>
            </a:xfrm>
            <a:custGeom>
              <a:avLst/>
              <a:ahLst/>
              <a:rect l="0" t="0" r="r" b="b"/>
              <a:pathLst>
                <a:path w="24" h="27">
                  <a:moveTo>
                    <a:pt x="0" y="0"/>
                  </a:moveTo>
                  <a:lnTo>
                    <a:pt x="24" y="27"/>
                  </a:lnTo>
                  <a:lnTo>
                    <a:pt x="24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63" name=""/>
            <p:cNvSpPr/>
            <p:nvPr/>
          </p:nvSpPr>
          <p:spPr>
            <a:xfrm rot="0">
              <a:off x="732" y="38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64" name=""/>
            <p:cNvSpPr/>
            <p:nvPr/>
          </p:nvSpPr>
          <p:spPr>
            <a:xfrm rot="0">
              <a:off x="716" y="3859"/>
              <a:ext cx="24" cy="26"/>
            </a:xfrm>
            <a:custGeom>
              <a:avLst/>
              <a:ahLst/>
              <a:rect l="0" t="0" r="r" b="b"/>
              <a:pathLst>
                <a:path w="72" h="77">
                  <a:moveTo>
                    <a:pt x="0" y="23"/>
                  </a:moveTo>
                  <a:lnTo>
                    <a:pt x="24" y="50"/>
                  </a:lnTo>
                  <a:lnTo>
                    <a:pt x="48" y="77"/>
                  </a:lnTo>
                  <a:lnTo>
                    <a:pt x="72" y="54"/>
                  </a:lnTo>
                  <a:lnTo>
                    <a:pt x="48" y="27"/>
                  </a:lnTo>
                  <a:lnTo>
                    <a:pt x="24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65" name=""/>
            <p:cNvSpPr/>
            <p:nvPr/>
          </p:nvSpPr>
          <p:spPr>
            <a:xfrm rot="0">
              <a:off x="716" y="3859"/>
              <a:ext cx="24" cy="26"/>
            </a:xfrm>
            <a:custGeom>
              <a:avLst/>
              <a:ahLst/>
              <a:rect l="0" t="0" r="r" b="b"/>
              <a:pathLst>
                <a:path w="72" h="77">
                  <a:moveTo>
                    <a:pt x="0" y="23"/>
                  </a:moveTo>
                  <a:lnTo>
                    <a:pt x="24" y="50"/>
                  </a:lnTo>
                  <a:lnTo>
                    <a:pt x="48" y="77"/>
                  </a:lnTo>
                  <a:lnTo>
                    <a:pt x="72" y="54"/>
                  </a:lnTo>
                  <a:lnTo>
                    <a:pt x="48" y="27"/>
                  </a:lnTo>
                  <a:lnTo>
                    <a:pt x="24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66" name=""/>
            <p:cNvSpPr/>
            <p:nvPr/>
          </p:nvSpPr>
          <p:spPr>
            <a:xfrm rot="0">
              <a:off x="732" y="3868"/>
              <a:ext cx="8" cy="9"/>
            </a:xfrm>
            <a:custGeom>
              <a:avLst/>
              <a:ahLst/>
              <a:rect l="0" t="0" r="r" b="b"/>
              <a:pathLst>
                <a:path w="26" h="27">
                  <a:moveTo>
                    <a:pt x="0" y="0"/>
                  </a:moveTo>
                  <a:lnTo>
                    <a:pt x="24" y="27"/>
                  </a:lnTo>
                  <a:lnTo>
                    <a:pt x="26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67" name=""/>
            <p:cNvSpPr/>
            <p:nvPr/>
          </p:nvSpPr>
          <p:spPr>
            <a:xfrm rot="0" flipV="1">
              <a:off x="740" y="38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68" name=""/>
            <p:cNvSpPr/>
            <p:nvPr/>
          </p:nvSpPr>
          <p:spPr>
            <a:xfrm rot="0">
              <a:off x="723" y="3852"/>
              <a:ext cx="25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0" y="23"/>
                  </a:moveTo>
                  <a:lnTo>
                    <a:pt x="25" y="48"/>
                  </a:lnTo>
                  <a:lnTo>
                    <a:pt x="51" y="74"/>
                  </a:lnTo>
                  <a:lnTo>
                    <a:pt x="74" y="51"/>
                  </a:lnTo>
                  <a:lnTo>
                    <a:pt x="48" y="26"/>
                  </a:lnTo>
                  <a:lnTo>
                    <a:pt x="22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69" name=""/>
            <p:cNvSpPr/>
            <p:nvPr/>
          </p:nvSpPr>
          <p:spPr>
            <a:xfrm rot="0">
              <a:off x="723" y="3852"/>
              <a:ext cx="25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0" y="23"/>
                  </a:moveTo>
                  <a:lnTo>
                    <a:pt x="25" y="48"/>
                  </a:lnTo>
                  <a:lnTo>
                    <a:pt x="51" y="74"/>
                  </a:lnTo>
                  <a:lnTo>
                    <a:pt x="74" y="51"/>
                  </a:lnTo>
                  <a:lnTo>
                    <a:pt x="48" y="26"/>
                  </a:lnTo>
                  <a:lnTo>
                    <a:pt x="22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70" name=""/>
            <p:cNvSpPr/>
            <p:nvPr/>
          </p:nvSpPr>
          <p:spPr>
            <a:xfrm rot="0">
              <a:off x="739" y="3861"/>
              <a:ext cx="9" cy="8"/>
            </a:xfrm>
            <a:custGeom>
              <a:avLst/>
              <a:ahLst/>
              <a:rect l="0" t="0" r="r" b="b"/>
              <a:pathLst>
                <a:path w="27" h="25">
                  <a:moveTo>
                    <a:pt x="0" y="0"/>
                  </a:moveTo>
                  <a:lnTo>
                    <a:pt x="26" y="25"/>
                  </a:lnTo>
                  <a:lnTo>
                    <a:pt x="27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71" name=""/>
            <p:cNvSpPr/>
            <p:nvPr/>
          </p:nvSpPr>
          <p:spPr>
            <a:xfrm rot="0" flipV="1">
              <a:off x="748" y="38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72" name=""/>
            <p:cNvSpPr/>
            <p:nvPr/>
          </p:nvSpPr>
          <p:spPr>
            <a:xfrm rot="0">
              <a:off x="730" y="3845"/>
              <a:ext cx="25" cy="24"/>
            </a:xfrm>
            <a:custGeom>
              <a:avLst/>
              <a:ahLst/>
              <a:rect l="0" t="0" r="r" b="b"/>
              <a:pathLst>
                <a:path w="75" h="73">
                  <a:moveTo>
                    <a:pt x="0" y="24"/>
                  </a:moveTo>
                  <a:lnTo>
                    <a:pt x="27" y="49"/>
                  </a:lnTo>
                  <a:lnTo>
                    <a:pt x="54" y="73"/>
                  </a:lnTo>
                  <a:lnTo>
                    <a:pt x="75" y="49"/>
                  </a:lnTo>
                  <a:lnTo>
                    <a:pt x="48" y="24"/>
                  </a:lnTo>
                  <a:lnTo>
                    <a:pt x="21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73" name=""/>
            <p:cNvSpPr/>
            <p:nvPr/>
          </p:nvSpPr>
          <p:spPr>
            <a:xfrm rot="0">
              <a:off x="730" y="3845"/>
              <a:ext cx="25" cy="24"/>
            </a:xfrm>
            <a:custGeom>
              <a:avLst/>
              <a:ahLst/>
              <a:rect l="0" t="0" r="r" b="b"/>
              <a:pathLst>
                <a:path w="75" h="73">
                  <a:moveTo>
                    <a:pt x="0" y="24"/>
                  </a:moveTo>
                  <a:lnTo>
                    <a:pt x="27" y="49"/>
                  </a:lnTo>
                  <a:lnTo>
                    <a:pt x="54" y="73"/>
                  </a:lnTo>
                  <a:lnTo>
                    <a:pt x="75" y="49"/>
                  </a:lnTo>
                  <a:lnTo>
                    <a:pt x="48" y="24"/>
                  </a:lnTo>
                  <a:lnTo>
                    <a:pt x="21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74" name=""/>
            <p:cNvSpPr/>
            <p:nvPr/>
          </p:nvSpPr>
          <p:spPr>
            <a:xfrm rot="0">
              <a:off x="746" y="3853"/>
              <a:ext cx="9" cy="8"/>
            </a:xfrm>
            <a:custGeom>
              <a:avLst/>
              <a:ahLst/>
              <a:rect l="0" t="0" r="r" b="b"/>
              <a:pathLst>
                <a:path w="27" h="25">
                  <a:moveTo>
                    <a:pt x="0" y="0"/>
                  </a:moveTo>
                  <a:lnTo>
                    <a:pt x="27" y="25"/>
                  </a:lnTo>
                  <a:lnTo>
                    <a:pt x="27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75" name=""/>
            <p:cNvSpPr/>
            <p:nvPr/>
          </p:nvSpPr>
          <p:spPr>
            <a:xfrm rot="0">
              <a:off x="755" y="38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76" name=""/>
            <p:cNvSpPr/>
            <p:nvPr/>
          </p:nvSpPr>
          <p:spPr>
            <a:xfrm rot="0">
              <a:off x="737" y="3837"/>
              <a:ext cx="26" cy="24"/>
            </a:xfrm>
            <a:custGeom>
              <a:avLst/>
              <a:ahLst/>
              <a:rect l="0" t="0" r="r" b="b"/>
              <a:pathLst>
                <a:path w="76" h="73">
                  <a:moveTo>
                    <a:pt x="0" y="24"/>
                  </a:moveTo>
                  <a:lnTo>
                    <a:pt x="27" y="48"/>
                  </a:lnTo>
                  <a:lnTo>
                    <a:pt x="54" y="73"/>
                  </a:lnTo>
                  <a:lnTo>
                    <a:pt x="76" y="48"/>
                  </a:lnTo>
                  <a:lnTo>
                    <a:pt x="49" y="24"/>
                  </a:lnTo>
                  <a:lnTo>
                    <a:pt x="22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77" name=""/>
            <p:cNvSpPr/>
            <p:nvPr/>
          </p:nvSpPr>
          <p:spPr>
            <a:xfrm rot="0">
              <a:off x="737" y="3837"/>
              <a:ext cx="26" cy="24"/>
            </a:xfrm>
            <a:custGeom>
              <a:avLst/>
              <a:ahLst/>
              <a:rect l="0" t="0" r="r" b="b"/>
              <a:pathLst>
                <a:path w="76" h="73">
                  <a:moveTo>
                    <a:pt x="0" y="24"/>
                  </a:moveTo>
                  <a:lnTo>
                    <a:pt x="27" y="48"/>
                  </a:lnTo>
                  <a:lnTo>
                    <a:pt x="54" y="73"/>
                  </a:lnTo>
                  <a:lnTo>
                    <a:pt x="76" y="48"/>
                  </a:lnTo>
                  <a:lnTo>
                    <a:pt x="49" y="24"/>
                  </a:lnTo>
                  <a:lnTo>
                    <a:pt x="22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78" name=""/>
            <p:cNvSpPr/>
            <p:nvPr/>
          </p:nvSpPr>
          <p:spPr>
            <a:xfrm rot="0">
              <a:off x="754" y="3845"/>
              <a:ext cx="9" cy="8"/>
            </a:xfrm>
            <a:custGeom>
              <a:avLst/>
              <a:ahLst/>
              <a:rect l="0" t="0" r="r" b="b"/>
              <a:pathLst>
                <a:path w="28" h="24">
                  <a:moveTo>
                    <a:pt x="0" y="0"/>
                  </a:moveTo>
                  <a:lnTo>
                    <a:pt x="27" y="24"/>
                  </a:lnTo>
                  <a:lnTo>
                    <a:pt x="28" y="2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79" name=""/>
            <p:cNvSpPr/>
            <p:nvPr/>
          </p:nvSpPr>
          <p:spPr>
            <a:xfrm rot="0" flipV="1">
              <a:off x="763" y="38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80" name=""/>
            <p:cNvSpPr/>
            <p:nvPr/>
          </p:nvSpPr>
          <p:spPr>
            <a:xfrm rot="0">
              <a:off x="744" y="3829"/>
              <a:ext cx="26" cy="23"/>
            </a:xfrm>
            <a:custGeom>
              <a:avLst/>
              <a:ahLst/>
              <a:rect l="0" t="0" r="r" b="b"/>
              <a:pathLst>
                <a:path w="77" h="71">
                  <a:moveTo>
                    <a:pt x="0" y="25"/>
                  </a:moveTo>
                  <a:lnTo>
                    <a:pt x="29" y="48"/>
                  </a:lnTo>
                  <a:lnTo>
                    <a:pt x="57" y="71"/>
                  </a:lnTo>
                  <a:lnTo>
                    <a:pt x="77" y="45"/>
                  </a:lnTo>
                  <a:lnTo>
                    <a:pt x="49" y="23"/>
                  </a:lnTo>
                  <a:lnTo>
                    <a:pt x="20" y="0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81" name=""/>
            <p:cNvSpPr/>
            <p:nvPr/>
          </p:nvSpPr>
          <p:spPr>
            <a:xfrm rot="0">
              <a:off x="744" y="3829"/>
              <a:ext cx="26" cy="23"/>
            </a:xfrm>
            <a:custGeom>
              <a:avLst/>
              <a:ahLst/>
              <a:rect l="0" t="0" r="r" b="b"/>
              <a:pathLst>
                <a:path w="77" h="71">
                  <a:moveTo>
                    <a:pt x="0" y="25"/>
                  </a:moveTo>
                  <a:lnTo>
                    <a:pt x="29" y="48"/>
                  </a:lnTo>
                  <a:lnTo>
                    <a:pt x="57" y="71"/>
                  </a:lnTo>
                  <a:lnTo>
                    <a:pt x="77" y="45"/>
                  </a:lnTo>
                  <a:lnTo>
                    <a:pt x="49" y="23"/>
                  </a:lnTo>
                  <a:lnTo>
                    <a:pt x="20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82" name=""/>
            <p:cNvSpPr/>
            <p:nvPr/>
          </p:nvSpPr>
          <p:spPr>
            <a:xfrm rot="0">
              <a:off x="760" y="3836"/>
              <a:ext cx="10" cy="8"/>
            </a:xfrm>
            <a:custGeom>
              <a:avLst/>
              <a:ahLst/>
              <a:rect l="0" t="0" r="r" b="b"/>
              <a:pathLst>
                <a:path w="30" h="22">
                  <a:moveTo>
                    <a:pt x="0" y="0"/>
                  </a:moveTo>
                  <a:lnTo>
                    <a:pt x="28" y="22"/>
                  </a:lnTo>
                  <a:lnTo>
                    <a:pt x="30" y="2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83" name=""/>
            <p:cNvSpPr/>
            <p:nvPr/>
          </p:nvSpPr>
          <p:spPr>
            <a:xfrm rot="0" flipV="1">
              <a:off x="770" y="38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84" name=""/>
            <p:cNvSpPr/>
            <p:nvPr/>
          </p:nvSpPr>
          <p:spPr>
            <a:xfrm rot="0">
              <a:off x="750" y="3820"/>
              <a:ext cx="27" cy="23"/>
            </a:xfrm>
            <a:custGeom>
              <a:avLst/>
              <a:ahLst/>
              <a:rect l="0" t="0" r="r" b="b"/>
              <a:pathLst>
                <a:path w="79" h="70">
                  <a:moveTo>
                    <a:pt x="0" y="27"/>
                  </a:moveTo>
                  <a:lnTo>
                    <a:pt x="30" y="49"/>
                  </a:lnTo>
                  <a:lnTo>
                    <a:pt x="60" y="70"/>
                  </a:lnTo>
                  <a:lnTo>
                    <a:pt x="79" y="43"/>
                  </a:lnTo>
                  <a:lnTo>
                    <a:pt x="50" y="22"/>
                  </a:lnTo>
                  <a:lnTo>
                    <a:pt x="20" y="0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85" name=""/>
            <p:cNvSpPr/>
            <p:nvPr/>
          </p:nvSpPr>
          <p:spPr>
            <a:xfrm rot="0">
              <a:off x="750" y="3820"/>
              <a:ext cx="27" cy="23"/>
            </a:xfrm>
            <a:custGeom>
              <a:avLst/>
              <a:ahLst/>
              <a:rect l="0" t="0" r="r" b="b"/>
              <a:pathLst>
                <a:path w="79" h="70">
                  <a:moveTo>
                    <a:pt x="0" y="27"/>
                  </a:moveTo>
                  <a:lnTo>
                    <a:pt x="30" y="49"/>
                  </a:lnTo>
                  <a:lnTo>
                    <a:pt x="60" y="70"/>
                  </a:lnTo>
                  <a:lnTo>
                    <a:pt x="79" y="43"/>
                  </a:lnTo>
                  <a:lnTo>
                    <a:pt x="50" y="22"/>
                  </a:lnTo>
                  <a:lnTo>
                    <a:pt x="20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86" name=""/>
            <p:cNvSpPr/>
            <p:nvPr/>
          </p:nvSpPr>
          <p:spPr>
            <a:xfrm rot="0">
              <a:off x="767" y="3827"/>
              <a:ext cx="10" cy="7"/>
            </a:xfrm>
            <a:custGeom>
              <a:avLst/>
              <a:ahLst/>
              <a:rect l="0" t="0" r="r" b="b"/>
              <a:pathLst>
                <a:path w="29" h="21">
                  <a:moveTo>
                    <a:pt x="0" y="0"/>
                  </a:moveTo>
                  <a:lnTo>
                    <a:pt x="29" y="21"/>
                  </a:lnTo>
                  <a:lnTo>
                    <a:pt x="29" y="2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87" name=""/>
            <p:cNvSpPr/>
            <p:nvPr/>
          </p:nvSpPr>
          <p:spPr>
            <a:xfrm rot="0">
              <a:off x="777" y="3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88" name=""/>
            <p:cNvSpPr/>
            <p:nvPr/>
          </p:nvSpPr>
          <p:spPr>
            <a:xfrm rot="0">
              <a:off x="757" y="3812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0" y="25"/>
                  </a:moveTo>
                  <a:lnTo>
                    <a:pt x="30" y="47"/>
                  </a:lnTo>
                  <a:lnTo>
                    <a:pt x="59" y="68"/>
                  </a:lnTo>
                  <a:lnTo>
                    <a:pt x="78" y="42"/>
                  </a:lnTo>
                  <a:lnTo>
                    <a:pt x="48" y="2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89" name=""/>
            <p:cNvSpPr/>
            <p:nvPr/>
          </p:nvSpPr>
          <p:spPr>
            <a:xfrm rot="0">
              <a:off x="757" y="3812"/>
              <a:ext cx="26" cy="22"/>
            </a:xfrm>
            <a:custGeom>
              <a:avLst/>
              <a:ahLst/>
              <a:rect l="0" t="0" r="r" b="b"/>
              <a:pathLst>
                <a:path w="78" h="68">
                  <a:moveTo>
                    <a:pt x="0" y="25"/>
                  </a:moveTo>
                  <a:lnTo>
                    <a:pt x="30" y="47"/>
                  </a:lnTo>
                  <a:lnTo>
                    <a:pt x="59" y="68"/>
                  </a:lnTo>
                  <a:lnTo>
                    <a:pt x="78" y="42"/>
                  </a:lnTo>
                  <a:lnTo>
                    <a:pt x="48" y="2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90" name=""/>
            <p:cNvSpPr/>
            <p:nvPr/>
          </p:nvSpPr>
          <p:spPr>
            <a:xfrm rot="0">
              <a:off x="773" y="3819"/>
              <a:ext cx="10" cy="7"/>
            </a:xfrm>
            <a:custGeom>
              <a:avLst/>
              <a:ahLst/>
              <a:rect l="0" t="0" r="r" b="b"/>
              <a:pathLst>
                <a:path w="31" h="21">
                  <a:moveTo>
                    <a:pt x="0" y="0"/>
                  </a:moveTo>
                  <a:lnTo>
                    <a:pt x="30" y="21"/>
                  </a:lnTo>
                  <a:lnTo>
                    <a:pt x="31" y="2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91" name=""/>
            <p:cNvSpPr/>
            <p:nvPr/>
          </p:nvSpPr>
          <p:spPr>
            <a:xfrm rot="0" flipV="1">
              <a:off x="783" y="38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92" name=""/>
            <p:cNvSpPr/>
            <p:nvPr/>
          </p:nvSpPr>
          <p:spPr>
            <a:xfrm rot="0">
              <a:off x="763" y="3803"/>
              <a:ext cx="26" cy="22"/>
            </a:xfrm>
            <a:custGeom>
              <a:avLst/>
              <a:ahLst/>
              <a:rect l="0" t="0" r="r" b="b"/>
              <a:pathLst>
                <a:path w="80" h="67">
                  <a:moveTo>
                    <a:pt x="0" y="27"/>
                  </a:moveTo>
                  <a:lnTo>
                    <a:pt x="31" y="47"/>
                  </a:lnTo>
                  <a:lnTo>
                    <a:pt x="62" y="67"/>
                  </a:lnTo>
                  <a:lnTo>
                    <a:pt x="80" y="40"/>
                  </a:lnTo>
                  <a:lnTo>
                    <a:pt x="48" y="20"/>
                  </a:lnTo>
                  <a:lnTo>
                    <a:pt x="17" y="0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93" name=""/>
            <p:cNvSpPr/>
            <p:nvPr/>
          </p:nvSpPr>
          <p:spPr>
            <a:xfrm rot="0">
              <a:off x="763" y="3803"/>
              <a:ext cx="26" cy="22"/>
            </a:xfrm>
            <a:custGeom>
              <a:avLst/>
              <a:ahLst/>
              <a:rect l="0" t="0" r="r" b="b"/>
              <a:pathLst>
                <a:path w="80" h="67">
                  <a:moveTo>
                    <a:pt x="0" y="27"/>
                  </a:moveTo>
                  <a:lnTo>
                    <a:pt x="31" y="47"/>
                  </a:lnTo>
                  <a:lnTo>
                    <a:pt x="62" y="67"/>
                  </a:lnTo>
                  <a:lnTo>
                    <a:pt x="80" y="40"/>
                  </a:lnTo>
                  <a:lnTo>
                    <a:pt x="48" y="20"/>
                  </a:lnTo>
                  <a:lnTo>
                    <a:pt x="17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94" name=""/>
            <p:cNvSpPr/>
            <p:nvPr/>
          </p:nvSpPr>
          <p:spPr>
            <a:xfrm rot="0">
              <a:off x="779" y="3810"/>
              <a:ext cx="10" cy="6"/>
            </a:xfrm>
            <a:custGeom>
              <a:avLst/>
              <a:ahLst/>
              <a:rect l="0" t="0" r="r" b="b"/>
              <a:pathLst>
                <a:path w="32" h="20">
                  <a:moveTo>
                    <a:pt x="0" y="0"/>
                  </a:moveTo>
                  <a:lnTo>
                    <a:pt x="32" y="20"/>
                  </a:lnTo>
                  <a:lnTo>
                    <a:pt x="32" y="1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95" name=""/>
            <p:cNvSpPr/>
            <p:nvPr/>
          </p:nvSpPr>
          <p:spPr>
            <a:xfrm rot="0" flipV="1">
              <a:off x="789" y="38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96" name=""/>
            <p:cNvSpPr/>
            <p:nvPr/>
          </p:nvSpPr>
          <p:spPr>
            <a:xfrm rot="0">
              <a:off x="768" y="3794"/>
              <a:ext cx="27" cy="22"/>
            </a:xfrm>
            <a:custGeom>
              <a:avLst/>
              <a:ahLst/>
              <a:rect l="0" t="0" r="r" b="b"/>
              <a:pathLst>
                <a:path w="80" h="65">
                  <a:moveTo>
                    <a:pt x="0" y="28"/>
                  </a:moveTo>
                  <a:lnTo>
                    <a:pt x="31" y="47"/>
                  </a:lnTo>
                  <a:lnTo>
                    <a:pt x="63" y="65"/>
                  </a:lnTo>
                  <a:lnTo>
                    <a:pt x="80" y="37"/>
                  </a:lnTo>
                  <a:lnTo>
                    <a:pt x="48" y="18"/>
                  </a:lnTo>
                  <a:lnTo>
                    <a:pt x="17" y="0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97" name=""/>
            <p:cNvSpPr/>
            <p:nvPr/>
          </p:nvSpPr>
          <p:spPr>
            <a:xfrm rot="0">
              <a:off x="768" y="3794"/>
              <a:ext cx="27" cy="22"/>
            </a:xfrm>
            <a:custGeom>
              <a:avLst/>
              <a:ahLst/>
              <a:rect l="0" t="0" r="r" b="b"/>
              <a:pathLst>
                <a:path w="80" h="65">
                  <a:moveTo>
                    <a:pt x="0" y="28"/>
                  </a:moveTo>
                  <a:lnTo>
                    <a:pt x="31" y="47"/>
                  </a:lnTo>
                  <a:lnTo>
                    <a:pt x="63" y="65"/>
                  </a:lnTo>
                  <a:lnTo>
                    <a:pt x="80" y="37"/>
                  </a:lnTo>
                  <a:lnTo>
                    <a:pt x="48" y="18"/>
                  </a:lnTo>
                  <a:lnTo>
                    <a:pt x="17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498" name=""/>
            <p:cNvSpPr/>
            <p:nvPr/>
          </p:nvSpPr>
          <p:spPr>
            <a:xfrm rot="0">
              <a:off x="784" y="3800"/>
              <a:ext cx="11" cy="6"/>
            </a:xfrm>
            <a:custGeom>
              <a:avLst/>
              <a:ahLst/>
              <a:rect l="0" t="0" r="r" b="b"/>
              <a:pathLst>
                <a:path w="32" h="19">
                  <a:moveTo>
                    <a:pt x="0" y="0"/>
                  </a:moveTo>
                  <a:lnTo>
                    <a:pt x="32" y="19"/>
                  </a:lnTo>
                  <a:lnTo>
                    <a:pt x="32" y="1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499" name=""/>
            <p:cNvSpPr/>
            <p:nvPr/>
          </p:nvSpPr>
          <p:spPr>
            <a:xfrm rot="0" flipV="1">
              <a:off x="795" y="3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00" name=""/>
            <p:cNvSpPr/>
            <p:nvPr/>
          </p:nvSpPr>
          <p:spPr>
            <a:xfrm rot="0">
              <a:off x="774" y="3785"/>
              <a:ext cx="26" cy="21"/>
            </a:xfrm>
            <a:custGeom>
              <a:avLst/>
              <a:ahLst/>
              <a:rect l="0" t="0" r="r" b="b"/>
              <a:pathLst>
                <a:path w="78" h="62">
                  <a:moveTo>
                    <a:pt x="0" y="28"/>
                  </a:moveTo>
                  <a:lnTo>
                    <a:pt x="31" y="45"/>
                  </a:lnTo>
                  <a:lnTo>
                    <a:pt x="63" y="62"/>
                  </a:lnTo>
                  <a:lnTo>
                    <a:pt x="78" y="34"/>
                  </a:lnTo>
                  <a:lnTo>
                    <a:pt x="47" y="17"/>
                  </a:lnTo>
                  <a:lnTo>
                    <a:pt x="16" y="0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01" name=""/>
            <p:cNvSpPr/>
            <p:nvPr/>
          </p:nvSpPr>
          <p:spPr>
            <a:xfrm rot="0">
              <a:off x="774" y="3785"/>
              <a:ext cx="26" cy="21"/>
            </a:xfrm>
            <a:custGeom>
              <a:avLst/>
              <a:ahLst/>
              <a:rect l="0" t="0" r="r" b="b"/>
              <a:pathLst>
                <a:path w="78" h="62">
                  <a:moveTo>
                    <a:pt x="0" y="28"/>
                  </a:moveTo>
                  <a:lnTo>
                    <a:pt x="31" y="45"/>
                  </a:lnTo>
                  <a:lnTo>
                    <a:pt x="63" y="62"/>
                  </a:lnTo>
                  <a:lnTo>
                    <a:pt x="78" y="34"/>
                  </a:lnTo>
                  <a:lnTo>
                    <a:pt x="47" y="17"/>
                  </a:lnTo>
                  <a:lnTo>
                    <a:pt x="16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02" name=""/>
            <p:cNvSpPr/>
            <p:nvPr/>
          </p:nvSpPr>
          <p:spPr>
            <a:xfrm rot="0">
              <a:off x="790" y="3791"/>
              <a:ext cx="11" cy="5"/>
            </a:xfrm>
            <a:custGeom>
              <a:avLst/>
              <a:ahLst/>
              <a:rect l="0" t="0" r="r" b="b"/>
              <a:pathLst>
                <a:path w="33" h="17">
                  <a:moveTo>
                    <a:pt x="0" y="0"/>
                  </a:moveTo>
                  <a:lnTo>
                    <a:pt x="31" y="17"/>
                  </a:lnTo>
                  <a:lnTo>
                    <a:pt x="33" y="1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03" name=""/>
            <p:cNvSpPr/>
            <p:nvPr/>
          </p:nvSpPr>
          <p:spPr>
            <a:xfrm rot="0" flipV="1">
              <a:off x="800" y="37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04" name=""/>
            <p:cNvSpPr/>
            <p:nvPr/>
          </p:nvSpPr>
          <p:spPr>
            <a:xfrm rot="0">
              <a:off x="779" y="3776"/>
              <a:ext cx="26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28"/>
                  </a:moveTo>
                  <a:lnTo>
                    <a:pt x="33" y="44"/>
                  </a:lnTo>
                  <a:lnTo>
                    <a:pt x="66" y="60"/>
                  </a:lnTo>
                  <a:lnTo>
                    <a:pt x="80" y="31"/>
                  </a:lnTo>
                  <a:lnTo>
                    <a:pt x="47" y="15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05" name=""/>
            <p:cNvSpPr/>
            <p:nvPr/>
          </p:nvSpPr>
          <p:spPr>
            <a:xfrm rot="0">
              <a:off x="779" y="3776"/>
              <a:ext cx="26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28"/>
                  </a:moveTo>
                  <a:lnTo>
                    <a:pt x="33" y="44"/>
                  </a:lnTo>
                  <a:lnTo>
                    <a:pt x="66" y="60"/>
                  </a:lnTo>
                  <a:lnTo>
                    <a:pt x="80" y="31"/>
                  </a:lnTo>
                  <a:lnTo>
                    <a:pt x="47" y="15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06" name=""/>
            <p:cNvSpPr/>
            <p:nvPr/>
          </p:nvSpPr>
          <p:spPr>
            <a:xfrm rot="0">
              <a:off x="783" y="3766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29"/>
                  </a:moveTo>
                  <a:lnTo>
                    <a:pt x="33" y="44"/>
                  </a:lnTo>
                  <a:lnTo>
                    <a:pt x="66" y="60"/>
                  </a:lnTo>
                  <a:lnTo>
                    <a:pt x="80" y="32"/>
                  </a:lnTo>
                  <a:lnTo>
                    <a:pt x="47" y="16"/>
                  </a:lnTo>
                  <a:lnTo>
                    <a:pt x="15" y="0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07" name=""/>
            <p:cNvSpPr/>
            <p:nvPr/>
          </p:nvSpPr>
          <p:spPr>
            <a:xfrm rot="0">
              <a:off x="783" y="3766"/>
              <a:ext cx="27" cy="20"/>
            </a:xfrm>
            <a:custGeom>
              <a:avLst/>
              <a:ahLst/>
              <a:rect l="0" t="0" r="r" b="b"/>
              <a:pathLst>
                <a:path w="80" h="60">
                  <a:moveTo>
                    <a:pt x="0" y="29"/>
                  </a:moveTo>
                  <a:lnTo>
                    <a:pt x="33" y="44"/>
                  </a:lnTo>
                  <a:lnTo>
                    <a:pt x="66" y="60"/>
                  </a:lnTo>
                  <a:lnTo>
                    <a:pt x="80" y="32"/>
                  </a:lnTo>
                  <a:lnTo>
                    <a:pt x="47" y="16"/>
                  </a:lnTo>
                  <a:lnTo>
                    <a:pt x="15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08" name=""/>
            <p:cNvSpPr/>
            <p:nvPr/>
          </p:nvSpPr>
          <p:spPr>
            <a:xfrm rot="0">
              <a:off x="799" y="3772"/>
              <a:ext cx="12" cy="5"/>
            </a:xfrm>
            <a:custGeom>
              <a:avLst/>
              <a:ahLst/>
              <a:rect l="0" t="0" r="r" b="b"/>
              <a:pathLst>
                <a:path w="35" h="16">
                  <a:moveTo>
                    <a:pt x="0" y="0"/>
                  </a:moveTo>
                  <a:lnTo>
                    <a:pt x="33" y="16"/>
                  </a:lnTo>
                  <a:lnTo>
                    <a:pt x="35" y="1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09" name=""/>
            <p:cNvSpPr/>
            <p:nvPr/>
          </p:nvSpPr>
          <p:spPr>
            <a:xfrm rot="0" flipV="1">
              <a:off x="810" y="37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10" name=""/>
            <p:cNvSpPr/>
            <p:nvPr/>
          </p:nvSpPr>
          <p:spPr>
            <a:xfrm rot="0">
              <a:off x="788" y="3758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0" y="28"/>
                  </a:moveTo>
                  <a:lnTo>
                    <a:pt x="34" y="41"/>
                  </a:lnTo>
                  <a:lnTo>
                    <a:pt x="69" y="54"/>
                  </a:lnTo>
                  <a:lnTo>
                    <a:pt x="80" y="25"/>
                  </a:lnTo>
                  <a:lnTo>
                    <a:pt x="46" y="12"/>
                  </a:lnTo>
                  <a:lnTo>
                    <a:pt x="12" y="0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11" name=""/>
            <p:cNvSpPr/>
            <p:nvPr/>
          </p:nvSpPr>
          <p:spPr>
            <a:xfrm rot="0">
              <a:off x="788" y="3758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0" y="28"/>
                  </a:moveTo>
                  <a:lnTo>
                    <a:pt x="34" y="41"/>
                  </a:lnTo>
                  <a:lnTo>
                    <a:pt x="69" y="54"/>
                  </a:lnTo>
                  <a:lnTo>
                    <a:pt x="80" y="25"/>
                  </a:lnTo>
                  <a:lnTo>
                    <a:pt x="46" y="12"/>
                  </a:lnTo>
                  <a:lnTo>
                    <a:pt x="12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12" name=""/>
            <p:cNvSpPr/>
            <p:nvPr/>
          </p:nvSpPr>
          <p:spPr>
            <a:xfrm rot="0">
              <a:off x="803" y="3762"/>
              <a:ext cx="11" cy="4"/>
            </a:xfrm>
            <a:custGeom>
              <a:avLst/>
              <a:ahLst/>
              <a:rect l="0" t="0" r="r" b="b"/>
              <a:pathLst>
                <a:path w="34" h="13">
                  <a:moveTo>
                    <a:pt x="0" y="0"/>
                  </a:moveTo>
                  <a:lnTo>
                    <a:pt x="34" y="13"/>
                  </a:lnTo>
                  <a:lnTo>
                    <a:pt x="34" y="1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13" name=""/>
            <p:cNvSpPr/>
            <p:nvPr/>
          </p:nvSpPr>
          <p:spPr>
            <a:xfrm rot="0">
              <a:off x="814" y="37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514" name=""/>
            <p:cNvSpPr/>
            <p:nvPr/>
          </p:nvSpPr>
          <p:spPr>
            <a:xfrm rot="0">
              <a:off x="792" y="3748"/>
              <a:ext cx="26" cy="18"/>
            </a:xfrm>
            <a:custGeom>
              <a:avLst/>
              <a:ahLst/>
              <a:rect l="0" t="0" r="r" b="b"/>
              <a:pathLst>
                <a:path w="79" h="55">
                  <a:moveTo>
                    <a:pt x="0" y="30"/>
                  </a:moveTo>
                  <a:lnTo>
                    <a:pt x="34" y="42"/>
                  </a:lnTo>
                  <a:lnTo>
                    <a:pt x="68" y="55"/>
                  </a:lnTo>
                  <a:lnTo>
                    <a:pt x="79" y="25"/>
                  </a:lnTo>
                  <a:lnTo>
                    <a:pt x="45" y="13"/>
                  </a:lnTo>
                  <a:lnTo>
                    <a:pt x="11" y="0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4515" name=""/>
            <p:cNvSpPr/>
            <p:nvPr/>
          </p:nvSpPr>
          <p:spPr>
            <a:xfrm rot="0">
              <a:off x="792" y="3748"/>
              <a:ext cx="26" cy="18"/>
            </a:xfrm>
            <a:custGeom>
              <a:avLst/>
              <a:ahLst/>
              <a:rect l="0" t="0" r="r" b="b"/>
              <a:pathLst>
                <a:path w="79" h="55">
                  <a:moveTo>
                    <a:pt x="0" y="30"/>
                  </a:moveTo>
                  <a:lnTo>
                    <a:pt x="34" y="42"/>
                  </a:lnTo>
                  <a:lnTo>
                    <a:pt x="68" y="55"/>
                  </a:lnTo>
                  <a:lnTo>
                    <a:pt x="79" y="25"/>
                  </a:lnTo>
                  <a:lnTo>
                    <a:pt x="45" y="13"/>
                  </a:lnTo>
                  <a:lnTo>
                    <a:pt x="11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4516" name=""/>
          <p:cNvSpPr/>
          <p:nvPr/>
        </p:nvSpPr>
        <p:spPr>
          <a:xfrm rot="0">
            <a:off x="1262062" y="5934075"/>
            <a:ext cx="42862" cy="28575"/>
          </a:xfrm>
          <a:custGeom>
            <a:avLst/>
            <a:ahLst/>
            <a:rect l="0" t="0" r="r" b="b"/>
            <a:pathLst>
              <a:path w="80" h="55">
                <a:moveTo>
                  <a:pt x="0" y="30"/>
                </a:moveTo>
                <a:lnTo>
                  <a:pt x="34" y="43"/>
                </a:lnTo>
                <a:lnTo>
                  <a:pt x="68" y="55"/>
                </a:lnTo>
                <a:lnTo>
                  <a:pt x="80" y="25"/>
                </a:lnTo>
                <a:lnTo>
                  <a:pt x="46" y="13"/>
                </a:lnTo>
                <a:lnTo>
                  <a:pt x="11" y="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17" name=""/>
          <p:cNvSpPr/>
          <p:nvPr/>
        </p:nvSpPr>
        <p:spPr>
          <a:xfrm rot="0">
            <a:off x="1262062" y="5934075"/>
            <a:ext cx="42862" cy="28575"/>
          </a:xfrm>
          <a:custGeom>
            <a:avLst/>
            <a:ahLst/>
            <a:rect l="0" t="0" r="r" b="b"/>
            <a:pathLst>
              <a:path w="80" h="55">
                <a:moveTo>
                  <a:pt x="0" y="30"/>
                </a:moveTo>
                <a:lnTo>
                  <a:pt x="34" y="43"/>
                </a:lnTo>
                <a:lnTo>
                  <a:pt x="68" y="55"/>
                </a:lnTo>
                <a:lnTo>
                  <a:pt x="80" y="25"/>
                </a:lnTo>
                <a:lnTo>
                  <a:pt x="46" y="13"/>
                </a:lnTo>
                <a:lnTo>
                  <a:pt x="11" y="0"/>
                </a:lnTo>
                <a:lnTo>
                  <a:pt x="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18" name=""/>
          <p:cNvSpPr/>
          <p:nvPr/>
        </p:nvSpPr>
        <p:spPr>
          <a:xfrm rot="0">
            <a:off x="1287462" y="5940425"/>
            <a:ext cx="17462" cy="6350"/>
          </a:xfrm>
          <a:custGeom>
            <a:avLst/>
            <a:ahLst/>
            <a:rect l="0" t="0" r="r" b="b"/>
            <a:pathLst>
              <a:path w="35" h="12">
                <a:moveTo>
                  <a:pt x="0" y="0"/>
                </a:moveTo>
                <a:lnTo>
                  <a:pt x="34" y="12"/>
                </a:lnTo>
                <a:lnTo>
                  <a:pt x="35" y="1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19" name=""/>
          <p:cNvSpPr/>
          <p:nvPr/>
        </p:nvSpPr>
        <p:spPr>
          <a:xfrm rot="0" flipV="1">
            <a:off x="1304925" y="59467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20" name=""/>
          <p:cNvSpPr/>
          <p:nvPr/>
        </p:nvSpPr>
        <p:spPr>
          <a:xfrm rot="0">
            <a:off x="1268412" y="5919787"/>
            <a:ext cx="41275" cy="26987"/>
          </a:xfrm>
          <a:custGeom>
            <a:avLst/>
            <a:ahLst/>
            <a:rect l="0" t="0" r="r" b="b"/>
            <a:pathLst>
              <a:path w="80" h="50">
                <a:moveTo>
                  <a:pt x="0" y="30"/>
                </a:moveTo>
                <a:lnTo>
                  <a:pt x="36" y="40"/>
                </a:lnTo>
                <a:lnTo>
                  <a:pt x="71" y="50"/>
                </a:lnTo>
                <a:lnTo>
                  <a:pt x="80" y="20"/>
                </a:lnTo>
                <a:lnTo>
                  <a:pt x="44" y="10"/>
                </a:lnTo>
                <a:lnTo>
                  <a:pt x="9" y="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21" name=""/>
          <p:cNvSpPr/>
          <p:nvPr/>
        </p:nvSpPr>
        <p:spPr>
          <a:xfrm rot="0">
            <a:off x="1268412" y="5919787"/>
            <a:ext cx="41275" cy="26987"/>
          </a:xfrm>
          <a:custGeom>
            <a:avLst/>
            <a:ahLst/>
            <a:rect l="0" t="0" r="r" b="b"/>
            <a:pathLst>
              <a:path w="80" h="50">
                <a:moveTo>
                  <a:pt x="0" y="30"/>
                </a:moveTo>
                <a:lnTo>
                  <a:pt x="36" y="40"/>
                </a:lnTo>
                <a:lnTo>
                  <a:pt x="71" y="50"/>
                </a:lnTo>
                <a:lnTo>
                  <a:pt x="80" y="20"/>
                </a:lnTo>
                <a:lnTo>
                  <a:pt x="44" y="10"/>
                </a:lnTo>
                <a:lnTo>
                  <a:pt x="9" y="0"/>
                </a:lnTo>
                <a:lnTo>
                  <a:pt x="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22" name=""/>
          <p:cNvSpPr/>
          <p:nvPr/>
        </p:nvSpPr>
        <p:spPr>
          <a:xfrm rot="0">
            <a:off x="1273175" y="5903912"/>
            <a:ext cx="41275" cy="26987"/>
          </a:xfrm>
          <a:custGeom>
            <a:avLst/>
            <a:ahLst/>
            <a:rect l="0" t="0" r="r" b="b"/>
            <a:pathLst>
              <a:path w="79" h="50">
                <a:moveTo>
                  <a:pt x="0" y="30"/>
                </a:moveTo>
                <a:lnTo>
                  <a:pt x="35" y="40"/>
                </a:lnTo>
                <a:lnTo>
                  <a:pt x="71" y="50"/>
                </a:lnTo>
                <a:lnTo>
                  <a:pt x="79" y="20"/>
                </a:lnTo>
                <a:lnTo>
                  <a:pt x="44" y="10"/>
                </a:lnTo>
                <a:lnTo>
                  <a:pt x="8" y="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23" name=""/>
          <p:cNvSpPr/>
          <p:nvPr/>
        </p:nvSpPr>
        <p:spPr>
          <a:xfrm rot="0">
            <a:off x="1273175" y="5903912"/>
            <a:ext cx="41275" cy="26987"/>
          </a:xfrm>
          <a:custGeom>
            <a:avLst/>
            <a:ahLst/>
            <a:rect l="0" t="0" r="r" b="b"/>
            <a:pathLst>
              <a:path w="79" h="50">
                <a:moveTo>
                  <a:pt x="0" y="30"/>
                </a:moveTo>
                <a:lnTo>
                  <a:pt x="35" y="40"/>
                </a:lnTo>
                <a:lnTo>
                  <a:pt x="71" y="50"/>
                </a:lnTo>
                <a:lnTo>
                  <a:pt x="79" y="20"/>
                </a:lnTo>
                <a:lnTo>
                  <a:pt x="44" y="10"/>
                </a:lnTo>
                <a:lnTo>
                  <a:pt x="8" y="0"/>
                </a:lnTo>
                <a:lnTo>
                  <a:pt x="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24" name=""/>
          <p:cNvSpPr/>
          <p:nvPr/>
        </p:nvSpPr>
        <p:spPr>
          <a:xfrm rot="0">
            <a:off x="1295400" y="5908675"/>
            <a:ext cx="19050" cy="6350"/>
          </a:xfrm>
          <a:custGeom>
            <a:avLst/>
            <a:ahLst/>
            <a:rect l="0" t="0" r="r" b="b"/>
            <a:pathLst>
              <a:path w="35" h="10">
                <a:moveTo>
                  <a:pt x="0" y="0"/>
                </a:moveTo>
                <a:lnTo>
                  <a:pt x="35" y="10"/>
                </a:lnTo>
                <a:lnTo>
                  <a:pt x="35" y="7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25" name=""/>
          <p:cNvSpPr/>
          <p:nvPr/>
        </p:nvSpPr>
        <p:spPr>
          <a:xfrm rot="0" flipV="1">
            <a:off x="1314450" y="59134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26" name=""/>
          <p:cNvSpPr/>
          <p:nvPr/>
        </p:nvSpPr>
        <p:spPr>
          <a:xfrm rot="0">
            <a:off x="1276350" y="5888037"/>
            <a:ext cx="41275" cy="25400"/>
          </a:xfrm>
          <a:custGeom>
            <a:avLst/>
            <a:ahLst/>
            <a:rect l="0" t="0" r="r" b="b"/>
            <a:pathLst>
              <a:path w="77" h="46">
                <a:moveTo>
                  <a:pt x="0" y="32"/>
                </a:moveTo>
                <a:lnTo>
                  <a:pt x="36" y="39"/>
                </a:lnTo>
                <a:lnTo>
                  <a:pt x="71" y="46"/>
                </a:lnTo>
                <a:lnTo>
                  <a:pt x="77" y="15"/>
                </a:lnTo>
                <a:lnTo>
                  <a:pt x="41" y="8"/>
                </a:lnTo>
                <a:lnTo>
                  <a:pt x="6" y="0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27" name=""/>
          <p:cNvSpPr/>
          <p:nvPr/>
        </p:nvSpPr>
        <p:spPr>
          <a:xfrm rot="0">
            <a:off x="1276350" y="5888037"/>
            <a:ext cx="41275" cy="25400"/>
          </a:xfrm>
          <a:custGeom>
            <a:avLst/>
            <a:ahLst/>
            <a:rect l="0" t="0" r="r" b="b"/>
            <a:pathLst>
              <a:path w="77" h="46">
                <a:moveTo>
                  <a:pt x="0" y="32"/>
                </a:moveTo>
                <a:lnTo>
                  <a:pt x="36" y="39"/>
                </a:lnTo>
                <a:lnTo>
                  <a:pt x="71" y="46"/>
                </a:lnTo>
                <a:lnTo>
                  <a:pt x="77" y="15"/>
                </a:lnTo>
                <a:lnTo>
                  <a:pt x="41" y="8"/>
                </a:lnTo>
                <a:lnTo>
                  <a:pt x="6" y="0"/>
                </a:lnTo>
                <a:lnTo>
                  <a:pt x="0" y="3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28" name=""/>
          <p:cNvSpPr/>
          <p:nvPr/>
        </p:nvSpPr>
        <p:spPr>
          <a:xfrm rot="0">
            <a:off x="1279525" y="5888037"/>
            <a:ext cx="19050" cy="4762"/>
          </a:xfrm>
          <a:custGeom>
            <a:avLst/>
            <a:ahLst/>
            <a:rect l="0" t="0" r="r" b="b"/>
            <a:pathLst>
              <a:path w="35" h="8">
                <a:moveTo>
                  <a:pt x="35" y="8"/>
                </a:moveTo>
                <a:lnTo>
                  <a:pt x="0" y="0"/>
                </a:lnTo>
                <a:lnTo>
                  <a:pt x="0" y="0"/>
                </a:lnTo>
                <a:lnTo>
                  <a:pt x="35" y="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29" name=""/>
          <p:cNvSpPr/>
          <p:nvPr/>
        </p:nvSpPr>
        <p:spPr>
          <a:xfrm rot="0">
            <a:off x="1279525" y="58880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30" name=""/>
          <p:cNvSpPr/>
          <p:nvPr/>
        </p:nvSpPr>
        <p:spPr>
          <a:xfrm rot="0">
            <a:off x="1279525" y="5872162"/>
            <a:ext cx="41275" cy="23812"/>
          </a:xfrm>
          <a:custGeom>
            <a:avLst/>
            <a:ahLst/>
            <a:rect l="0" t="0" r="r" b="b"/>
            <a:pathLst>
              <a:path w="77" h="45">
                <a:moveTo>
                  <a:pt x="0" y="30"/>
                </a:moveTo>
                <a:lnTo>
                  <a:pt x="35" y="38"/>
                </a:lnTo>
                <a:lnTo>
                  <a:pt x="71" y="45"/>
                </a:lnTo>
                <a:lnTo>
                  <a:pt x="77" y="15"/>
                </a:lnTo>
                <a:lnTo>
                  <a:pt x="41" y="8"/>
                </a:lnTo>
                <a:lnTo>
                  <a:pt x="5" y="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31" name=""/>
          <p:cNvSpPr/>
          <p:nvPr/>
        </p:nvSpPr>
        <p:spPr>
          <a:xfrm rot="0">
            <a:off x="1279525" y="5872162"/>
            <a:ext cx="41275" cy="23812"/>
          </a:xfrm>
          <a:custGeom>
            <a:avLst/>
            <a:ahLst/>
            <a:rect l="0" t="0" r="r" b="b"/>
            <a:pathLst>
              <a:path w="77" h="45">
                <a:moveTo>
                  <a:pt x="0" y="30"/>
                </a:moveTo>
                <a:lnTo>
                  <a:pt x="35" y="38"/>
                </a:lnTo>
                <a:lnTo>
                  <a:pt x="71" y="45"/>
                </a:lnTo>
                <a:lnTo>
                  <a:pt x="77" y="15"/>
                </a:lnTo>
                <a:lnTo>
                  <a:pt x="41" y="8"/>
                </a:lnTo>
                <a:lnTo>
                  <a:pt x="5" y="0"/>
                </a:lnTo>
                <a:lnTo>
                  <a:pt x="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32" name=""/>
          <p:cNvSpPr/>
          <p:nvPr/>
        </p:nvSpPr>
        <p:spPr>
          <a:xfrm rot="0">
            <a:off x="1301750" y="5876925"/>
            <a:ext cx="19050" cy="3175"/>
          </a:xfrm>
          <a:custGeom>
            <a:avLst/>
            <a:ahLst/>
            <a:rect l="0" t="0" r="r" b="b"/>
            <a:pathLst>
              <a:path w="36" h="7">
                <a:moveTo>
                  <a:pt x="0" y="0"/>
                </a:moveTo>
                <a:lnTo>
                  <a:pt x="36" y="7"/>
                </a:lnTo>
                <a:lnTo>
                  <a:pt x="36" y="4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33" name=""/>
          <p:cNvSpPr/>
          <p:nvPr/>
        </p:nvSpPr>
        <p:spPr>
          <a:xfrm rot="0" flipV="1">
            <a:off x="1320800" y="587851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34" name=""/>
          <p:cNvSpPr/>
          <p:nvPr/>
        </p:nvSpPr>
        <p:spPr>
          <a:xfrm rot="0">
            <a:off x="1282700" y="5857875"/>
            <a:ext cx="39687" cy="20637"/>
          </a:xfrm>
          <a:custGeom>
            <a:avLst/>
            <a:ahLst/>
            <a:rect l="0" t="0" r="r" b="b"/>
            <a:pathLst>
              <a:path w="76" h="40">
                <a:moveTo>
                  <a:pt x="0" y="31"/>
                </a:moveTo>
                <a:lnTo>
                  <a:pt x="36" y="36"/>
                </a:lnTo>
                <a:lnTo>
                  <a:pt x="72" y="40"/>
                </a:lnTo>
                <a:lnTo>
                  <a:pt x="76" y="9"/>
                </a:lnTo>
                <a:lnTo>
                  <a:pt x="40" y="4"/>
                </a:lnTo>
                <a:lnTo>
                  <a:pt x="5" y="0"/>
                </a:lnTo>
                <a:lnTo>
                  <a:pt x="0" y="3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35" name=""/>
          <p:cNvSpPr/>
          <p:nvPr/>
        </p:nvSpPr>
        <p:spPr>
          <a:xfrm rot="0">
            <a:off x="1282700" y="5857875"/>
            <a:ext cx="39687" cy="20637"/>
          </a:xfrm>
          <a:custGeom>
            <a:avLst/>
            <a:ahLst/>
            <a:rect l="0" t="0" r="r" b="b"/>
            <a:pathLst>
              <a:path w="76" h="40">
                <a:moveTo>
                  <a:pt x="0" y="31"/>
                </a:moveTo>
                <a:lnTo>
                  <a:pt x="36" y="36"/>
                </a:lnTo>
                <a:lnTo>
                  <a:pt x="72" y="40"/>
                </a:lnTo>
                <a:lnTo>
                  <a:pt x="76" y="9"/>
                </a:lnTo>
                <a:lnTo>
                  <a:pt x="40" y="4"/>
                </a:lnTo>
                <a:lnTo>
                  <a:pt x="5" y="0"/>
                </a:lnTo>
                <a:lnTo>
                  <a:pt x="0" y="3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36" name=""/>
          <p:cNvSpPr/>
          <p:nvPr/>
        </p:nvSpPr>
        <p:spPr>
          <a:xfrm rot="0">
            <a:off x="1303337" y="5859462"/>
            <a:ext cx="19050" cy="3175"/>
          </a:xfrm>
          <a:custGeom>
            <a:avLst/>
            <a:ahLst/>
            <a:rect l="0" t="0" r="r" b="b"/>
            <a:pathLst>
              <a:path w="36" h="5">
                <a:moveTo>
                  <a:pt x="0" y="0"/>
                </a:moveTo>
                <a:lnTo>
                  <a:pt x="36" y="5"/>
                </a:lnTo>
                <a:lnTo>
                  <a:pt x="36" y="3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37" name=""/>
          <p:cNvSpPr/>
          <p:nvPr/>
        </p:nvSpPr>
        <p:spPr>
          <a:xfrm rot="0" flipV="1">
            <a:off x="1322387" y="586105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38" name=""/>
          <p:cNvSpPr/>
          <p:nvPr/>
        </p:nvSpPr>
        <p:spPr>
          <a:xfrm rot="0">
            <a:off x="1285875" y="5843587"/>
            <a:ext cx="38100" cy="17462"/>
          </a:xfrm>
          <a:custGeom>
            <a:avLst/>
            <a:ahLst/>
            <a:rect l="0" t="0" r="r" b="b"/>
            <a:pathLst>
              <a:path w="74" h="35">
                <a:moveTo>
                  <a:pt x="0" y="29"/>
                </a:moveTo>
                <a:lnTo>
                  <a:pt x="35" y="32"/>
                </a:lnTo>
                <a:lnTo>
                  <a:pt x="71" y="35"/>
                </a:lnTo>
                <a:lnTo>
                  <a:pt x="74" y="5"/>
                </a:lnTo>
                <a:lnTo>
                  <a:pt x="38" y="2"/>
                </a:lnTo>
                <a:lnTo>
                  <a:pt x="3" y="0"/>
                </a:lnTo>
                <a:lnTo>
                  <a:pt x="0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39" name=""/>
          <p:cNvSpPr/>
          <p:nvPr/>
        </p:nvSpPr>
        <p:spPr>
          <a:xfrm rot="0">
            <a:off x="1285875" y="5843587"/>
            <a:ext cx="38100" cy="17462"/>
          </a:xfrm>
          <a:custGeom>
            <a:avLst/>
            <a:ahLst/>
            <a:rect l="0" t="0" r="r" b="b"/>
            <a:pathLst>
              <a:path w="74" h="35">
                <a:moveTo>
                  <a:pt x="0" y="29"/>
                </a:moveTo>
                <a:lnTo>
                  <a:pt x="35" y="32"/>
                </a:lnTo>
                <a:lnTo>
                  <a:pt x="71" y="35"/>
                </a:lnTo>
                <a:lnTo>
                  <a:pt x="74" y="5"/>
                </a:lnTo>
                <a:lnTo>
                  <a:pt x="38" y="2"/>
                </a:lnTo>
                <a:lnTo>
                  <a:pt x="3" y="0"/>
                </a:lnTo>
                <a:lnTo>
                  <a:pt x="0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40" name=""/>
          <p:cNvSpPr/>
          <p:nvPr/>
        </p:nvSpPr>
        <p:spPr>
          <a:xfrm rot="0">
            <a:off x="1304925" y="5843587"/>
            <a:ext cx="19050" cy="1587"/>
          </a:xfrm>
          <a:custGeom>
            <a:avLst/>
            <a:ahLst/>
            <a:rect l="0" t="0" r="r" b="b"/>
            <a:pathLst>
              <a:path w="36" h="3">
                <a:moveTo>
                  <a:pt x="0" y="0"/>
                </a:moveTo>
                <a:lnTo>
                  <a:pt x="36" y="3"/>
                </a:lnTo>
                <a:lnTo>
                  <a:pt x="36" y="2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41" name=""/>
          <p:cNvSpPr/>
          <p:nvPr/>
        </p:nvSpPr>
        <p:spPr>
          <a:xfrm rot="0" flipV="1">
            <a:off x="1323975" y="58451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42" name=""/>
          <p:cNvSpPr/>
          <p:nvPr/>
        </p:nvSpPr>
        <p:spPr>
          <a:xfrm rot="0">
            <a:off x="1287462" y="5827712"/>
            <a:ext cx="38100" cy="17462"/>
          </a:xfrm>
          <a:custGeom>
            <a:avLst/>
            <a:ahLst/>
            <a:rect l="0" t="0" r="r" b="b"/>
            <a:pathLst>
              <a:path w="72" h="34">
                <a:moveTo>
                  <a:pt x="0" y="31"/>
                </a:moveTo>
                <a:lnTo>
                  <a:pt x="35" y="32"/>
                </a:lnTo>
                <a:lnTo>
                  <a:pt x="71" y="34"/>
                </a:lnTo>
                <a:lnTo>
                  <a:pt x="72" y="2"/>
                </a:lnTo>
                <a:lnTo>
                  <a:pt x="37" y="1"/>
                </a:lnTo>
                <a:lnTo>
                  <a:pt x="1" y="0"/>
                </a:lnTo>
                <a:lnTo>
                  <a:pt x="0" y="3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43" name=""/>
          <p:cNvSpPr/>
          <p:nvPr/>
        </p:nvSpPr>
        <p:spPr>
          <a:xfrm rot="0">
            <a:off x="1287462" y="5827712"/>
            <a:ext cx="38100" cy="17462"/>
          </a:xfrm>
          <a:custGeom>
            <a:avLst/>
            <a:ahLst/>
            <a:rect l="0" t="0" r="r" b="b"/>
            <a:pathLst>
              <a:path w="72" h="34">
                <a:moveTo>
                  <a:pt x="0" y="31"/>
                </a:moveTo>
                <a:lnTo>
                  <a:pt x="35" y="32"/>
                </a:lnTo>
                <a:lnTo>
                  <a:pt x="71" y="34"/>
                </a:lnTo>
                <a:lnTo>
                  <a:pt x="72" y="2"/>
                </a:lnTo>
                <a:lnTo>
                  <a:pt x="37" y="1"/>
                </a:lnTo>
                <a:lnTo>
                  <a:pt x="1" y="0"/>
                </a:lnTo>
                <a:lnTo>
                  <a:pt x="0" y="3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44" name=""/>
          <p:cNvSpPr/>
          <p:nvPr/>
        </p:nvSpPr>
        <p:spPr>
          <a:xfrm rot="0">
            <a:off x="1287462" y="5827712"/>
            <a:ext cx="19050" cy="1587"/>
          </a:xfrm>
          <a:custGeom>
            <a:avLst/>
            <a:ahLst/>
            <a:rect l="0" t="0" r="r" b="b"/>
            <a:pathLst>
              <a:path w="36" h="1">
                <a:moveTo>
                  <a:pt x="36" y="1"/>
                </a:moveTo>
                <a:lnTo>
                  <a:pt x="0" y="0"/>
                </a:lnTo>
                <a:lnTo>
                  <a:pt x="0" y="0"/>
                </a:lnTo>
                <a:lnTo>
                  <a:pt x="36" y="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45" name=""/>
          <p:cNvSpPr/>
          <p:nvPr/>
        </p:nvSpPr>
        <p:spPr>
          <a:xfrm rot="0">
            <a:off x="1287462" y="582771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46" name=""/>
          <p:cNvSpPr/>
          <p:nvPr/>
        </p:nvSpPr>
        <p:spPr>
          <a:xfrm rot="0">
            <a:off x="1287462" y="5811837"/>
            <a:ext cx="38100" cy="15875"/>
          </a:xfrm>
          <a:custGeom>
            <a:avLst/>
            <a:ahLst/>
            <a:rect l="0" t="0" r="r" b="b"/>
            <a:pathLst>
              <a:path w="73" h="32">
                <a:moveTo>
                  <a:pt x="0" y="30"/>
                </a:moveTo>
                <a:lnTo>
                  <a:pt x="36" y="31"/>
                </a:lnTo>
                <a:lnTo>
                  <a:pt x="71" y="32"/>
                </a:lnTo>
                <a:lnTo>
                  <a:pt x="73" y="3"/>
                </a:lnTo>
                <a:lnTo>
                  <a:pt x="37" y="1"/>
                </a:lnTo>
                <a:lnTo>
                  <a:pt x="1" y="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47" name=""/>
          <p:cNvSpPr/>
          <p:nvPr/>
        </p:nvSpPr>
        <p:spPr>
          <a:xfrm rot="0">
            <a:off x="1287462" y="5811837"/>
            <a:ext cx="38100" cy="15875"/>
          </a:xfrm>
          <a:custGeom>
            <a:avLst/>
            <a:ahLst/>
            <a:rect l="0" t="0" r="r" b="b"/>
            <a:pathLst>
              <a:path w="73" h="32">
                <a:moveTo>
                  <a:pt x="0" y="30"/>
                </a:moveTo>
                <a:lnTo>
                  <a:pt x="36" y="31"/>
                </a:lnTo>
                <a:lnTo>
                  <a:pt x="71" y="32"/>
                </a:lnTo>
                <a:lnTo>
                  <a:pt x="73" y="3"/>
                </a:lnTo>
                <a:lnTo>
                  <a:pt x="37" y="1"/>
                </a:lnTo>
                <a:lnTo>
                  <a:pt x="1" y="0"/>
                </a:lnTo>
                <a:lnTo>
                  <a:pt x="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48" name=""/>
          <p:cNvSpPr/>
          <p:nvPr/>
        </p:nvSpPr>
        <p:spPr>
          <a:xfrm rot="0">
            <a:off x="1306512" y="5811837"/>
            <a:ext cx="19050" cy="1587"/>
          </a:xfrm>
          <a:custGeom>
            <a:avLst/>
            <a:ahLst/>
            <a:rect l="0" t="0" r="r" b="b"/>
            <a:pathLst>
              <a:path w="36" h="2">
                <a:moveTo>
                  <a:pt x="0" y="0"/>
                </a:moveTo>
                <a:lnTo>
                  <a:pt x="36" y="2"/>
                </a:lnTo>
                <a:lnTo>
                  <a:pt x="36" y="2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49" name=""/>
          <p:cNvSpPr/>
          <p:nvPr/>
        </p:nvSpPr>
        <p:spPr>
          <a:xfrm rot="0">
            <a:off x="1325562" y="581342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50" name=""/>
          <p:cNvSpPr/>
          <p:nvPr/>
        </p:nvSpPr>
        <p:spPr>
          <a:xfrm rot="0">
            <a:off x="1287462" y="5794375"/>
            <a:ext cx="39687" cy="19050"/>
          </a:xfrm>
          <a:custGeom>
            <a:avLst/>
            <a:ahLst/>
            <a:rect l="0" t="0" r="r" b="b"/>
            <a:pathLst>
              <a:path w="73" h="35">
                <a:moveTo>
                  <a:pt x="0" y="32"/>
                </a:moveTo>
                <a:lnTo>
                  <a:pt x="36" y="33"/>
                </a:lnTo>
                <a:lnTo>
                  <a:pt x="72" y="35"/>
                </a:lnTo>
                <a:lnTo>
                  <a:pt x="73" y="3"/>
                </a:lnTo>
                <a:lnTo>
                  <a:pt x="37" y="2"/>
                </a:lnTo>
                <a:lnTo>
                  <a:pt x="2" y="0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51" name=""/>
          <p:cNvSpPr/>
          <p:nvPr/>
        </p:nvSpPr>
        <p:spPr>
          <a:xfrm rot="0">
            <a:off x="1287462" y="5794375"/>
            <a:ext cx="39687" cy="19050"/>
          </a:xfrm>
          <a:custGeom>
            <a:avLst/>
            <a:ahLst/>
            <a:rect l="0" t="0" r="r" b="b"/>
            <a:pathLst>
              <a:path w="73" h="35">
                <a:moveTo>
                  <a:pt x="0" y="32"/>
                </a:moveTo>
                <a:lnTo>
                  <a:pt x="36" y="33"/>
                </a:lnTo>
                <a:lnTo>
                  <a:pt x="72" y="35"/>
                </a:lnTo>
                <a:lnTo>
                  <a:pt x="73" y="3"/>
                </a:lnTo>
                <a:lnTo>
                  <a:pt x="37" y="2"/>
                </a:lnTo>
                <a:lnTo>
                  <a:pt x="2" y="0"/>
                </a:lnTo>
                <a:lnTo>
                  <a:pt x="0" y="3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52" name=""/>
          <p:cNvSpPr/>
          <p:nvPr/>
        </p:nvSpPr>
        <p:spPr>
          <a:xfrm rot="0">
            <a:off x="1289050" y="5794375"/>
            <a:ext cx="19050" cy="1587"/>
          </a:xfrm>
          <a:custGeom>
            <a:avLst/>
            <a:ahLst/>
            <a:rect l="0" t="0" r="r" b="b"/>
            <a:pathLst>
              <a:path w="35" h="2">
                <a:moveTo>
                  <a:pt x="35" y="2"/>
                </a:moveTo>
                <a:lnTo>
                  <a:pt x="0" y="0"/>
                </a:lnTo>
                <a:lnTo>
                  <a:pt x="0" y="0"/>
                </a:lnTo>
                <a:lnTo>
                  <a:pt x="35" y="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53" name=""/>
          <p:cNvSpPr/>
          <p:nvPr/>
        </p:nvSpPr>
        <p:spPr>
          <a:xfrm rot="0">
            <a:off x="1289050" y="57943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54" name=""/>
          <p:cNvSpPr/>
          <p:nvPr/>
        </p:nvSpPr>
        <p:spPr>
          <a:xfrm rot="0">
            <a:off x="1289050" y="5778500"/>
            <a:ext cx="38100" cy="17462"/>
          </a:xfrm>
          <a:custGeom>
            <a:avLst/>
            <a:ahLst/>
            <a:rect l="0" t="0" r="r" b="b"/>
            <a:pathLst>
              <a:path w="72" h="32">
                <a:moveTo>
                  <a:pt x="0" y="29"/>
                </a:moveTo>
                <a:lnTo>
                  <a:pt x="35" y="31"/>
                </a:lnTo>
                <a:lnTo>
                  <a:pt x="71" y="32"/>
                </a:lnTo>
                <a:lnTo>
                  <a:pt x="72" y="2"/>
                </a:lnTo>
                <a:lnTo>
                  <a:pt x="37" y="1"/>
                </a:lnTo>
                <a:lnTo>
                  <a:pt x="1" y="0"/>
                </a:lnTo>
                <a:lnTo>
                  <a:pt x="0" y="29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55" name=""/>
          <p:cNvSpPr/>
          <p:nvPr/>
        </p:nvSpPr>
        <p:spPr>
          <a:xfrm rot="0">
            <a:off x="1289050" y="5778500"/>
            <a:ext cx="38100" cy="17462"/>
          </a:xfrm>
          <a:custGeom>
            <a:avLst/>
            <a:ahLst/>
            <a:rect l="0" t="0" r="r" b="b"/>
            <a:pathLst>
              <a:path w="72" h="32">
                <a:moveTo>
                  <a:pt x="0" y="29"/>
                </a:moveTo>
                <a:lnTo>
                  <a:pt x="35" y="31"/>
                </a:lnTo>
                <a:lnTo>
                  <a:pt x="71" y="32"/>
                </a:lnTo>
                <a:lnTo>
                  <a:pt x="72" y="2"/>
                </a:lnTo>
                <a:lnTo>
                  <a:pt x="37" y="1"/>
                </a:lnTo>
                <a:lnTo>
                  <a:pt x="1" y="0"/>
                </a:lnTo>
                <a:lnTo>
                  <a:pt x="0" y="2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56" name=""/>
          <p:cNvSpPr/>
          <p:nvPr/>
        </p:nvSpPr>
        <p:spPr>
          <a:xfrm rot="0">
            <a:off x="1289050" y="5776912"/>
            <a:ext cx="19050" cy="3175"/>
          </a:xfrm>
          <a:custGeom>
            <a:avLst/>
            <a:ahLst/>
            <a:rect l="0" t="0" r="r" b="b"/>
            <a:pathLst>
              <a:path w="36" h="4">
                <a:moveTo>
                  <a:pt x="36" y="4"/>
                </a:moveTo>
                <a:lnTo>
                  <a:pt x="0" y="3"/>
                </a:lnTo>
                <a:lnTo>
                  <a:pt x="0" y="0"/>
                </a:lnTo>
                <a:lnTo>
                  <a:pt x="36" y="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57" name=""/>
          <p:cNvSpPr/>
          <p:nvPr/>
        </p:nvSpPr>
        <p:spPr>
          <a:xfrm rot="0" flipV="1">
            <a:off x="1289050" y="577691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58" name=""/>
          <p:cNvSpPr/>
          <p:nvPr/>
        </p:nvSpPr>
        <p:spPr>
          <a:xfrm rot="0">
            <a:off x="1289050" y="5768975"/>
            <a:ext cx="39687" cy="12700"/>
          </a:xfrm>
          <a:custGeom>
            <a:avLst/>
            <a:ahLst/>
            <a:rect l="0" t="0" r="r" b="b"/>
            <a:pathLst>
              <a:path w="73" h="23">
                <a:moveTo>
                  <a:pt x="0" y="15"/>
                </a:moveTo>
                <a:lnTo>
                  <a:pt x="36" y="19"/>
                </a:lnTo>
                <a:lnTo>
                  <a:pt x="71" y="23"/>
                </a:lnTo>
                <a:lnTo>
                  <a:pt x="73" y="9"/>
                </a:lnTo>
                <a:lnTo>
                  <a:pt x="37" y="5"/>
                </a:lnTo>
                <a:lnTo>
                  <a:pt x="2" y="0"/>
                </a:lnTo>
                <a:lnTo>
                  <a:pt x="0" y="1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59" name=""/>
          <p:cNvSpPr/>
          <p:nvPr/>
        </p:nvSpPr>
        <p:spPr>
          <a:xfrm rot="0">
            <a:off x="1289050" y="5768975"/>
            <a:ext cx="39687" cy="12700"/>
          </a:xfrm>
          <a:custGeom>
            <a:avLst/>
            <a:ahLst/>
            <a:rect l="0" t="0" r="r" b="b"/>
            <a:pathLst>
              <a:path w="73" h="23">
                <a:moveTo>
                  <a:pt x="0" y="15"/>
                </a:moveTo>
                <a:lnTo>
                  <a:pt x="36" y="19"/>
                </a:lnTo>
                <a:lnTo>
                  <a:pt x="71" y="23"/>
                </a:lnTo>
                <a:lnTo>
                  <a:pt x="73" y="9"/>
                </a:lnTo>
                <a:lnTo>
                  <a:pt x="37" y="5"/>
                </a:lnTo>
                <a:lnTo>
                  <a:pt x="2" y="0"/>
                </a:lnTo>
                <a:lnTo>
                  <a:pt x="0" y="1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60" name=""/>
          <p:cNvSpPr/>
          <p:nvPr/>
        </p:nvSpPr>
        <p:spPr>
          <a:xfrm rot="0">
            <a:off x="1290637" y="5768975"/>
            <a:ext cx="19050" cy="3175"/>
          </a:xfrm>
          <a:custGeom>
            <a:avLst/>
            <a:ahLst/>
            <a:rect l="0" t="0" r="r" b="b"/>
            <a:pathLst>
              <a:path w="35" h="7">
                <a:moveTo>
                  <a:pt x="35" y="7"/>
                </a:moveTo>
                <a:lnTo>
                  <a:pt x="0" y="2"/>
                </a:lnTo>
                <a:lnTo>
                  <a:pt x="0" y="0"/>
                </a:lnTo>
                <a:lnTo>
                  <a:pt x="35" y="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61" name=""/>
          <p:cNvSpPr/>
          <p:nvPr/>
        </p:nvSpPr>
        <p:spPr>
          <a:xfrm rot="0" flipV="1">
            <a:off x="1290637" y="57689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62" name=""/>
          <p:cNvSpPr/>
          <p:nvPr/>
        </p:nvSpPr>
        <p:spPr>
          <a:xfrm rot="0">
            <a:off x="1290637" y="5759450"/>
            <a:ext cx="39687" cy="15875"/>
          </a:xfrm>
          <a:custGeom>
            <a:avLst/>
            <a:ahLst/>
            <a:rect l="0" t="0" r="r" b="b"/>
            <a:pathLst>
              <a:path w="74" h="30">
                <a:moveTo>
                  <a:pt x="0" y="16"/>
                </a:moveTo>
                <a:lnTo>
                  <a:pt x="35" y="23"/>
                </a:lnTo>
                <a:lnTo>
                  <a:pt x="71" y="30"/>
                </a:lnTo>
                <a:lnTo>
                  <a:pt x="74" y="14"/>
                </a:lnTo>
                <a:lnTo>
                  <a:pt x="38" y="7"/>
                </a:lnTo>
                <a:lnTo>
                  <a:pt x="3" y="0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63" name=""/>
          <p:cNvSpPr/>
          <p:nvPr/>
        </p:nvSpPr>
        <p:spPr>
          <a:xfrm rot="0">
            <a:off x="1290637" y="5759450"/>
            <a:ext cx="39687" cy="15875"/>
          </a:xfrm>
          <a:custGeom>
            <a:avLst/>
            <a:ahLst/>
            <a:rect l="0" t="0" r="r" b="b"/>
            <a:pathLst>
              <a:path w="74" h="30">
                <a:moveTo>
                  <a:pt x="0" y="16"/>
                </a:moveTo>
                <a:lnTo>
                  <a:pt x="35" y="23"/>
                </a:lnTo>
                <a:lnTo>
                  <a:pt x="71" y="30"/>
                </a:lnTo>
                <a:lnTo>
                  <a:pt x="74" y="14"/>
                </a:lnTo>
                <a:lnTo>
                  <a:pt x="38" y="7"/>
                </a:lnTo>
                <a:lnTo>
                  <a:pt x="3" y="0"/>
                </a:lnTo>
                <a:lnTo>
                  <a:pt x="0" y="1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64" name=""/>
          <p:cNvSpPr/>
          <p:nvPr/>
        </p:nvSpPr>
        <p:spPr>
          <a:xfrm rot="0">
            <a:off x="1292225" y="5759450"/>
            <a:ext cx="19050" cy="4762"/>
          </a:xfrm>
          <a:custGeom>
            <a:avLst/>
            <a:ahLst/>
            <a:rect l="0" t="0" r="r" b="b"/>
            <a:pathLst>
              <a:path w="35" h="7">
                <a:moveTo>
                  <a:pt x="35" y="7"/>
                </a:moveTo>
                <a:lnTo>
                  <a:pt x="0" y="0"/>
                </a:lnTo>
                <a:lnTo>
                  <a:pt x="0" y="0"/>
                </a:lnTo>
                <a:lnTo>
                  <a:pt x="35" y="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65" name=""/>
          <p:cNvSpPr/>
          <p:nvPr/>
        </p:nvSpPr>
        <p:spPr>
          <a:xfrm rot="0">
            <a:off x="1292225" y="575945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66" name=""/>
          <p:cNvSpPr/>
          <p:nvPr/>
        </p:nvSpPr>
        <p:spPr>
          <a:xfrm rot="0">
            <a:off x="1292225" y="5753100"/>
            <a:ext cx="39687" cy="14287"/>
          </a:xfrm>
          <a:custGeom>
            <a:avLst/>
            <a:ahLst/>
            <a:rect l="0" t="0" r="r" b="b"/>
            <a:pathLst>
              <a:path w="74" h="28">
                <a:moveTo>
                  <a:pt x="0" y="14"/>
                </a:moveTo>
                <a:lnTo>
                  <a:pt x="35" y="21"/>
                </a:lnTo>
                <a:lnTo>
                  <a:pt x="71" y="28"/>
                </a:lnTo>
                <a:lnTo>
                  <a:pt x="74" y="14"/>
                </a:lnTo>
                <a:lnTo>
                  <a:pt x="38" y="7"/>
                </a:lnTo>
                <a:lnTo>
                  <a:pt x="2" y="0"/>
                </a:lnTo>
                <a:lnTo>
                  <a:pt x="0" y="1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67" name=""/>
          <p:cNvSpPr/>
          <p:nvPr/>
        </p:nvSpPr>
        <p:spPr>
          <a:xfrm rot="0">
            <a:off x="1292225" y="5753100"/>
            <a:ext cx="39687" cy="14287"/>
          </a:xfrm>
          <a:custGeom>
            <a:avLst/>
            <a:ahLst/>
            <a:rect l="0" t="0" r="r" b="b"/>
            <a:pathLst>
              <a:path w="74" h="28">
                <a:moveTo>
                  <a:pt x="0" y="14"/>
                </a:moveTo>
                <a:lnTo>
                  <a:pt x="35" y="21"/>
                </a:lnTo>
                <a:lnTo>
                  <a:pt x="71" y="28"/>
                </a:lnTo>
                <a:lnTo>
                  <a:pt x="74" y="14"/>
                </a:lnTo>
                <a:lnTo>
                  <a:pt x="38" y="7"/>
                </a:lnTo>
                <a:lnTo>
                  <a:pt x="2" y="0"/>
                </a:lnTo>
                <a:lnTo>
                  <a:pt x="0" y="1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68" name=""/>
          <p:cNvSpPr/>
          <p:nvPr/>
        </p:nvSpPr>
        <p:spPr>
          <a:xfrm rot="0">
            <a:off x="1312862" y="5756275"/>
            <a:ext cx="19050" cy="3175"/>
          </a:xfrm>
          <a:custGeom>
            <a:avLst/>
            <a:ahLst/>
            <a:rect l="0" t="0" r="r" b="b"/>
            <a:pathLst>
              <a:path w="36" h="7">
                <a:moveTo>
                  <a:pt x="0" y="0"/>
                </a:moveTo>
                <a:lnTo>
                  <a:pt x="36" y="7"/>
                </a:lnTo>
                <a:lnTo>
                  <a:pt x="36" y="7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69" name=""/>
          <p:cNvSpPr/>
          <p:nvPr/>
        </p:nvSpPr>
        <p:spPr>
          <a:xfrm rot="0">
            <a:off x="1331912" y="575945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70" name=""/>
          <p:cNvSpPr/>
          <p:nvPr/>
        </p:nvSpPr>
        <p:spPr>
          <a:xfrm rot="0">
            <a:off x="1293812" y="5743575"/>
            <a:ext cx="38100" cy="15875"/>
          </a:xfrm>
          <a:custGeom>
            <a:avLst/>
            <a:ahLst/>
            <a:rect l="0" t="0" r="r" b="b"/>
            <a:pathLst>
              <a:path w="74" h="30">
                <a:moveTo>
                  <a:pt x="0" y="16"/>
                </a:moveTo>
                <a:lnTo>
                  <a:pt x="36" y="23"/>
                </a:lnTo>
                <a:lnTo>
                  <a:pt x="72" y="30"/>
                </a:lnTo>
                <a:lnTo>
                  <a:pt x="74" y="14"/>
                </a:lnTo>
                <a:lnTo>
                  <a:pt x="39" y="7"/>
                </a:lnTo>
                <a:lnTo>
                  <a:pt x="3" y="0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71" name=""/>
          <p:cNvSpPr/>
          <p:nvPr/>
        </p:nvSpPr>
        <p:spPr>
          <a:xfrm rot="0">
            <a:off x="1293812" y="5743575"/>
            <a:ext cx="38100" cy="15875"/>
          </a:xfrm>
          <a:custGeom>
            <a:avLst/>
            <a:ahLst/>
            <a:rect l="0" t="0" r="r" b="b"/>
            <a:pathLst>
              <a:path w="74" h="30">
                <a:moveTo>
                  <a:pt x="0" y="16"/>
                </a:moveTo>
                <a:lnTo>
                  <a:pt x="36" y="23"/>
                </a:lnTo>
                <a:lnTo>
                  <a:pt x="72" y="30"/>
                </a:lnTo>
                <a:lnTo>
                  <a:pt x="74" y="14"/>
                </a:lnTo>
                <a:lnTo>
                  <a:pt x="39" y="7"/>
                </a:lnTo>
                <a:lnTo>
                  <a:pt x="3" y="0"/>
                </a:lnTo>
                <a:lnTo>
                  <a:pt x="0" y="1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72" name=""/>
          <p:cNvSpPr/>
          <p:nvPr/>
        </p:nvSpPr>
        <p:spPr>
          <a:xfrm rot="0">
            <a:off x="1295400" y="5729287"/>
            <a:ext cx="36512" cy="22225"/>
          </a:xfrm>
          <a:custGeom>
            <a:avLst/>
            <a:ahLst/>
            <a:rect l="0" t="0" r="r" b="b"/>
            <a:pathLst>
              <a:path w="71" h="42">
                <a:moveTo>
                  <a:pt x="36" y="35"/>
                </a:moveTo>
                <a:lnTo>
                  <a:pt x="0" y="28"/>
                </a:lnTo>
                <a:lnTo>
                  <a:pt x="5" y="18"/>
                </a:lnTo>
                <a:lnTo>
                  <a:pt x="10" y="9"/>
                </a:lnTo>
                <a:lnTo>
                  <a:pt x="20" y="2"/>
                </a:lnTo>
                <a:lnTo>
                  <a:pt x="32" y="0"/>
                </a:lnTo>
                <a:lnTo>
                  <a:pt x="43" y="0"/>
                </a:lnTo>
                <a:lnTo>
                  <a:pt x="53" y="4"/>
                </a:lnTo>
                <a:lnTo>
                  <a:pt x="61" y="9"/>
                </a:lnTo>
                <a:lnTo>
                  <a:pt x="69" y="19"/>
                </a:lnTo>
                <a:lnTo>
                  <a:pt x="71" y="31"/>
                </a:lnTo>
                <a:lnTo>
                  <a:pt x="71" y="42"/>
                </a:lnTo>
                <a:lnTo>
                  <a:pt x="36" y="3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73" name=""/>
          <p:cNvSpPr/>
          <p:nvPr/>
        </p:nvSpPr>
        <p:spPr>
          <a:xfrm rot="0">
            <a:off x="1295400" y="5729287"/>
            <a:ext cx="36512" cy="22225"/>
          </a:xfrm>
          <a:custGeom>
            <a:avLst/>
            <a:ahLst/>
            <a:rect l="0" t="0" r="r" b="b"/>
            <a:pathLst>
              <a:path w="71" h="42">
                <a:moveTo>
                  <a:pt x="0" y="28"/>
                </a:moveTo>
                <a:lnTo>
                  <a:pt x="5" y="18"/>
                </a:lnTo>
                <a:lnTo>
                  <a:pt x="10" y="9"/>
                </a:lnTo>
                <a:lnTo>
                  <a:pt x="20" y="2"/>
                </a:lnTo>
                <a:lnTo>
                  <a:pt x="32" y="0"/>
                </a:lnTo>
                <a:lnTo>
                  <a:pt x="43" y="0"/>
                </a:lnTo>
                <a:lnTo>
                  <a:pt x="53" y="4"/>
                </a:lnTo>
                <a:lnTo>
                  <a:pt x="61" y="9"/>
                </a:lnTo>
                <a:lnTo>
                  <a:pt x="69" y="19"/>
                </a:lnTo>
                <a:lnTo>
                  <a:pt x="71" y="31"/>
                </a:lnTo>
                <a:lnTo>
                  <a:pt x="71" y="4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74" name=""/>
          <p:cNvSpPr/>
          <p:nvPr/>
        </p:nvSpPr>
        <p:spPr>
          <a:xfrm rot="0">
            <a:off x="392112" y="6208712"/>
            <a:ext cx="38100" cy="19050"/>
          </a:xfrm>
          <a:custGeom>
            <a:avLst/>
            <a:ahLst/>
            <a:rect l="0" t="0" r="r" b="b"/>
            <a:pathLst>
              <a:path w="73" h="35">
                <a:moveTo>
                  <a:pt x="36" y="0"/>
                </a:moveTo>
                <a:lnTo>
                  <a:pt x="73" y="0"/>
                </a:lnTo>
                <a:lnTo>
                  <a:pt x="70" y="11"/>
                </a:lnTo>
                <a:lnTo>
                  <a:pt x="66" y="21"/>
                </a:lnTo>
                <a:lnTo>
                  <a:pt x="57" y="29"/>
                </a:lnTo>
                <a:lnTo>
                  <a:pt x="47" y="34"/>
                </a:lnTo>
                <a:lnTo>
                  <a:pt x="36" y="35"/>
                </a:lnTo>
                <a:lnTo>
                  <a:pt x="25" y="34"/>
                </a:lnTo>
                <a:lnTo>
                  <a:pt x="15" y="29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  <a:lnTo>
                  <a:pt x="36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75" name=""/>
          <p:cNvSpPr/>
          <p:nvPr/>
        </p:nvSpPr>
        <p:spPr>
          <a:xfrm rot="0">
            <a:off x="392112" y="6208712"/>
            <a:ext cx="38100" cy="19050"/>
          </a:xfrm>
          <a:custGeom>
            <a:avLst/>
            <a:ahLst/>
            <a:rect l="0" t="0" r="r" b="b"/>
            <a:pathLst>
              <a:path w="73" h="35">
                <a:moveTo>
                  <a:pt x="73" y="0"/>
                </a:moveTo>
                <a:lnTo>
                  <a:pt x="70" y="11"/>
                </a:lnTo>
                <a:lnTo>
                  <a:pt x="66" y="21"/>
                </a:lnTo>
                <a:lnTo>
                  <a:pt x="57" y="29"/>
                </a:lnTo>
                <a:lnTo>
                  <a:pt x="47" y="34"/>
                </a:lnTo>
                <a:lnTo>
                  <a:pt x="36" y="35"/>
                </a:lnTo>
                <a:lnTo>
                  <a:pt x="25" y="34"/>
                </a:lnTo>
                <a:lnTo>
                  <a:pt x="15" y="29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76" name=""/>
          <p:cNvSpPr/>
          <p:nvPr/>
        </p:nvSpPr>
        <p:spPr>
          <a:xfrm rot="0">
            <a:off x="392112" y="5748337"/>
            <a:ext cx="38100" cy="460375"/>
          </a:xfrm>
          <a:custGeom>
            <a:avLst/>
            <a:ahLst/>
            <a:rect l="0" t="0" r="r" b="b"/>
            <a:pathLst>
              <a:path w="73" h="872">
                <a:moveTo>
                  <a:pt x="0" y="872"/>
                </a:moveTo>
                <a:lnTo>
                  <a:pt x="36" y="872"/>
                </a:lnTo>
                <a:lnTo>
                  <a:pt x="73" y="872"/>
                </a:lnTo>
                <a:lnTo>
                  <a:pt x="73" y="0"/>
                </a:lnTo>
                <a:lnTo>
                  <a:pt x="36" y="0"/>
                </a:lnTo>
                <a:lnTo>
                  <a:pt x="0" y="0"/>
                </a:lnTo>
                <a:lnTo>
                  <a:pt x="0" y="87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77" name=""/>
          <p:cNvSpPr/>
          <p:nvPr/>
        </p:nvSpPr>
        <p:spPr>
          <a:xfrm rot="0">
            <a:off x="392112" y="5748337"/>
            <a:ext cx="38100" cy="460375"/>
          </a:xfrm>
          <a:custGeom>
            <a:avLst/>
            <a:ahLst/>
            <a:rect l="0" t="0" r="r" b="b"/>
            <a:pathLst>
              <a:path w="73" h="872">
                <a:moveTo>
                  <a:pt x="0" y="872"/>
                </a:moveTo>
                <a:lnTo>
                  <a:pt x="36" y="872"/>
                </a:lnTo>
                <a:lnTo>
                  <a:pt x="73" y="872"/>
                </a:lnTo>
                <a:lnTo>
                  <a:pt x="73" y="0"/>
                </a:lnTo>
                <a:lnTo>
                  <a:pt x="36" y="0"/>
                </a:lnTo>
                <a:lnTo>
                  <a:pt x="0" y="0"/>
                </a:lnTo>
                <a:lnTo>
                  <a:pt x="0" y="8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78" name=""/>
          <p:cNvSpPr/>
          <p:nvPr/>
        </p:nvSpPr>
        <p:spPr>
          <a:xfrm rot="0">
            <a:off x="392112" y="5727700"/>
            <a:ext cx="38100" cy="20637"/>
          </a:xfrm>
          <a:custGeom>
            <a:avLst/>
            <a:ahLst/>
            <a:rect l="0" t="0" r="r" b="b"/>
            <a:pathLst>
              <a:path w="73" h="37">
                <a:moveTo>
                  <a:pt x="36" y="37"/>
                </a:moveTo>
                <a:lnTo>
                  <a:pt x="0" y="37"/>
                </a:lnTo>
                <a:lnTo>
                  <a:pt x="2" y="26"/>
                </a:lnTo>
                <a:lnTo>
                  <a:pt x="6" y="16"/>
                </a:lnTo>
                <a:lnTo>
                  <a:pt x="15" y="7"/>
                </a:lnTo>
                <a:lnTo>
                  <a:pt x="25" y="3"/>
                </a:lnTo>
                <a:lnTo>
                  <a:pt x="36" y="0"/>
                </a:lnTo>
                <a:lnTo>
                  <a:pt x="47" y="3"/>
                </a:lnTo>
                <a:lnTo>
                  <a:pt x="57" y="7"/>
                </a:lnTo>
                <a:lnTo>
                  <a:pt x="66" y="16"/>
                </a:lnTo>
                <a:lnTo>
                  <a:pt x="70" y="26"/>
                </a:lnTo>
                <a:lnTo>
                  <a:pt x="73" y="37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79" name=""/>
          <p:cNvSpPr/>
          <p:nvPr/>
        </p:nvSpPr>
        <p:spPr>
          <a:xfrm rot="0">
            <a:off x="392112" y="5727700"/>
            <a:ext cx="38100" cy="20637"/>
          </a:xfrm>
          <a:custGeom>
            <a:avLst/>
            <a:ahLst/>
            <a:rect l="0" t="0" r="r" b="b"/>
            <a:pathLst>
              <a:path w="73" h="37">
                <a:moveTo>
                  <a:pt x="0" y="37"/>
                </a:moveTo>
                <a:lnTo>
                  <a:pt x="2" y="26"/>
                </a:lnTo>
                <a:lnTo>
                  <a:pt x="6" y="16"/>
                </a:lnTo>
                <a:lnTo>
                  <a:pt x="15" y="7"/>
                </a:lnTo>
                <a:lnTo>
                  <a:pt x="25" y="3"/>
                </a:lnTo>
                <a:lnTo>
                  <a:pt x="36" y="0"/>
                </a:lnTo>
                <a:lnTo>
                  <a:pt x="47" y="3"/>
                </a:lnTo>
                <a:lnTo>
                  <a:pt x="57" y="7"/>
                </a:lnTo>
                <a:lnTo>
                  <a:pt x="66" y="16"/>
                </a:lnTo>
                <a:lnTo>
                  <a:pt x="70" y="26"/>
                </a:lnTo>
                <a:lnTo>
                  <a:pt x="73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80" name=""/>
          <p:cNvSpPr/>
          <p:nvPr/>
        </p:nvSpPr>
        <p:spPr>
          <a:xfrm rot="0" flipH="1">
            <a:off x="1543050" y="6116637"/>
            <a:ext cx="9366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1" name=""/>
          <p:cNvSpPr/>
          <p:nvPr/>
        </p:nvSpPr>
        <p:spPr>
          <a:xfrm rot="0" flipH="1">
            <a:off x="1427162" y="6116637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2" name=""/>
          <p:cNvSpPr/>
          <p:nvPr/>
        </p:nvSpPr>
        <p:spPr>
          <a:xfrm rot="0" flipH="1">
            <a:off x="1309687" y="6116637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3" name=""/>
          <p:cNvSpPr/>
          <p:nvPr/>
        </p:nvSpPr>
        <p:spPr>
          <a:xfrm rot="0" flipH="1">
            <a:off x="1193800" y="6116637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4" name=""/>
          <p:cNvSpPr/>
          <p:nvPr/>
        </p:nvSpPr>
        <p:spPr>
          <a:xfrm rot="0" flipH="1">
            <a:off x="1077912" y="6116637"/>
            <a:ext cx="76200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5" name=""/>
          <p:cNvSpPr/>
          <p:nvPr/>
        </p:nvSpPr>
        <p:spPr>
          <a:xfrm rot="0" flipH="1">
            <a:off x="960437" y="6116637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6" name=""/>
          <p:cNvSpPr/>
          <p:nvPr/>
        </p:nvSpPr>
        <p:spPr>
          <a:xfrm rot="0" flipH="1">
            <a:off x="828675" y="6116637"/>
            <a:ext cx="9207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587" name=""/>
          <p:cNvSpPr/>
          <p:nvPr/>
        </p:nvSpPr>
        <p:spPr>
          <a:xfrm rot="0">
            <a:off x="1636712" y="6259512"/>
            <a:ext cx="19050" cy="38100"/>
          </a:xfrm>
          <a:custGeom>
            <a:avLst/>
            <a:ahLst/>
            <a:rect l="0" t="0" r="r" b="b"/>
            <a:pathLst>
              <a:path w="37" h="73">
                <a:moveTo>
                  <a:pt x="0" y="37"/>
                </a:moveTo>
                <a:lnTo>
                  <a:pt x="0" y="0"/>
                </a:lnTo>
                <a:lnTo>
                  <a:pt x="12" y="3"/>
                </a:lnTo>
                <a:lnTo>
                  <a:pt x="22" y="7"/>
                </a:lnTo>
                <a:lnTo>
                  <a:pt x="30" y="16"/>
                </a:lnTo>
                <a:lnTo>
                  <a:pt x="34" y="26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2" y="67"/>
                </a:lnTo>
                <a:lnTo>
                  <a:pt x="12" y="71"/>
                </a:lnTo>
                <a:lnTo>
                  <a:pt x="0" y="73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88" name=""/>
          <p:cNvSpPr/>
          <p:nvPr/>
        </p:nvSpPr>
        <p:spPr>
          <a:xfrm rot="0">
            <a:off x="1636712" y="6259512"/>
            <a:ext cx="19050" cy="38100"/>
          </a:xfrm>
          <a:custGeom>
            <a:avLst/>
            <a:ahLst/>
            <a:rect l="0" t="0" r="r" b="b"/>
            <a:pathLst>
              <a:path w="37" h="73">
                <a:moveTo>
                  <a:pt x="0" y="0"/>
                </a:moveTo>
                <a:lnTo>
                  <a:pt x="12" y="3"/>
                </a:lnTo>
                <a:lnTo>
                  <a:pt x="22" y="7"/>
                </a:lnTo>
                <a:lnTo>
                  <a:pt x="30" y="16"/>
                </a:lnTo>
                <a:lnTo>
                  <a:pt x="34" y="26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2" y="67"/>
                </a:lnTo>
                <a:lnTo>
                  <a:pt x="12" y="71"/>
                </a:lnTo>
                <a:lnTo>
                  <a:pt x="0" y="7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89" name=""/>
          <p:cNvSpPr/>
          <p:nvPr/>
        </p:nvSpPr>
        <p:spPr>
          <a:xfrm rot="0">
            <a:off x="828675" y="6259512"/>
            <a:ext cx="808037" cy="38100"/>
          </a:xfrm>
          <a:custGeom>
            <a:avLst/>
            <a:ahLst/>
            <a:rect l="0" t="0" r="r" b="b"/>
            <a:pathLst>
              <a:path w="1526" h="73">
                <a:moveTo>
                  <a:pt x="1526" y="73"/>
                </a:moveTo>
                <a:lnTo>
                  <a:pt x="1526" y="37"/>
                </a:lnTo>
                <a:lnTo>
                  <a:pt x="1526" y="0"/>
                </a:lnTo>
                <a:lnTo>
                  <a:pt x="0" y="0"/>
                </a:lnTo>
                <a:lnTo>
                  <a:pt x="0" y="37"/>
                </a:lnTo>
                <a:lnTo>
                  <a:pt x="0" y="73"/>
                </a:lnTo>
                <a:lnTo>
                  <a:pt x="1526" y="7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90" name=""/>
          <p:cNvSpPr/>
          <p:nvPr/>
        </p:nvSpPr>
        <p:spPr>
          <a:xfrm rot="0">
            <a:off x="828675" y="6259512"/>
            <a:ext cx="808037" cy="38100"/>
          </a:xfrm>
          <a:custGeom>
            <a:avLst/>
            <a:ahLst/>
            <a:rect l="0" t="0" r="r" b="b"/>
            <a:pathLst>
              <a:path w="1526" h="73">
                <a:moveTo>
                  <a:pt x="1526" y="73"/>
                </a:moveTo>
                <a:lnTo>
                  <a:pt x="1526" y="37"/>
                </a:lnTo>
                <a:lnTo>
                  <a:pt x="1526" y="0"/>
                </a:lnTo>
                <a:lnTo>
                  <a:pt x="0" y="0"/>
                </a:lnTo>
                <a:lnTo>
                  <a:pt x="0" y="37"/>
                </a:lnTo>
                <a:lnTo>
                  <a:pt x="0" y="73"/>
                </a:lnTo>
                <a:lnTo>
                  <a:pt x="1526" y="7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91" name=""/>
          <p:cNvSpPr/>
          <p:nvPr/>
        </p:nvSpPr>
        <p:spPr>
          <a:xfrm rot="0">
            <a:off x="809625" y="6259512"/>
            <a:ext cx="19050" cy="38100"/>
          </a:xfrm>
          <a:custGeom>
            <a:avLst/>
            <a:ahLst/>
            <a:rect l="0" t="0" r="r" b="b"/>
            <a:pathLst>
              <a:path w="36" h="73">
                <a:moveTo>
                  <a:pt x="36" y="37"/>
                </a:moveTo>
                <a:lnTo>
                  <a:pt x="36" y="73"/>
                </a:lnTo>
                <a:lnTo>
                  <a:pt x="24" y="71"/>
                </a:lnTo>
                <a:lnTo>
                  <a:pt x="15" y="67"/>
                </a:lnTo>
                <a:lnTo>
                  <a:pt x="6" y="58"/>
                </a:lnTo>
                <a:lnTo>
                  <a:pt x="2" y="48"/>
                </a:lnTo>
                <a:lnTo>
                  <a:pt x="0" y="37"/>
                </a:lnTo>
                <a:lnTo>
                  <a:pt x="2" y="26"/>
                </a:lnTo>
                <a:lnTo>
                  <a:pt x="6" y="16"/>
                </a:lnTo>
                <a:lnTo>
                  <a:pt x="15" y="7"/>
                </a:lnTo>
                <a:lnTo>
                  <a:pt x="24" y="3"/>
                </a:lnTo>
                <a:lnTo>
                  <a:pt x="36" y="0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92" name=""/>
          <p:cNvSpPr/>
          <p:nvPr/>
        </p:nvSpPr>
        <p:spPr>
          <a:xfrm rot="0">
            <a:off x="809625" y="6259512"/>
            <a:ext cx="19050" cy="38100"/>
          </a:xfrm>
          <a:custGeom>
            <a:avLst/>
            <a:ahLst/>
            <a:rect l="0" t="0" r="r" b="b"/>
            <a:pathLst>
              <a:path w="36" h="73">
                <a:moveTo>
                  <a:pt x="36" y="73"/>
                </a:moveTo>
                <a:lnTo>
                  <a:pt x="24" y="71"/>
                </a:lnTo>
                <a:lnTo>
                  <a:pt x="15" y="67"/>
                </a:lnTo>
                <a:lnTo>
                  <a:pt x="6" y="58"/>
                </a:lnTo>
                <a:lnTo>
                  <a:pt x="2" y="48"/>
                </a:lnTo>
                <a:lnTo>
                  <a:pt x="0" y="37"/>
                </a:lnTo>
                <a:lnTo>
                  <a:pt x="2" y="26"/>
                </a:lnTo>
                <a:lnTo>
                  <a:pt x="6" y="16"/>
                </a:lnTo>
                <a:lnTo>
                  <a:pt x="15" y="7"/>
                </a:lnTo>
                <a:lnTo>
                  <a:pt x="24" y="3"/>
                </a:lnTo>
                <a:lnTo>
                  <a:pt x="36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93" name=""/>
          <p:cNvSpPr/>
          <p:nvPr/>
        </p:nvSpPr>
        <p:spPr>
          <a:xfrm rot="0">
            <a:off x="1617662" y="6278562"/>
            <a:ext cx="38100" cy="19050"/>
          </a:xfrm>
          <a:custGeom>
            <a:avLst/>
            <a:ahLst/>
            <a:rect l="0" t="0" r="r" b="b"/>
            <a:pathLst>
              <a:path w="72" h="36">
                <a:moveTo>
                  <a:pt x="35" y="0"/>
                </a:moveTo>
                <a:lnTo>
                  <a:pt x="72" y="0"/>
                </a:lnTo>
                <a:lnTo>
                  <a:pt x="69" y="11"/>
                </a:lnTo>
                <a:lnTo>
                  <a:pt x="65" y="21"/>
                </a:lnTo>
                <a:lnTo>
                  <a:pt x="57" y="30"/>
                </a:lnTo>
                <a:lnTo>
                  <a:pt x="47" y="34"/>
                </a:lnTo>
                <a:lnTo>
                  <a:pt x="35" y="36"/>
                </a:lnTo>
                <a:lnTo>
                  <a:pt x="24" y="34"/>
                </a:lnTo>
                <a:lnTo>
                  <a:pt x="14" y="30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  <a:lnTo>
                  <a:pt x="3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94" name=""/>
          <p:cNvSpPr/>
          <p:nvPr/>
        </p:nvSpPr>
        <p:spPr>
          <a:xfrm rot="0">
            <a:off x="1617662" y="6278562"/>
            <a:ext cx="38100" cy="19050"/>
          </a:xfrm>
          <a:custGeom>
            <a:avLst/>
            <a:ahLst/>
            <a:rect l="0" t="0" r="r" b="b"/>
            <a:pathLst>
              <a:path w="72" h="36">
                <a:moveTo>
                  <a:pt x="72" y="0"/>
                </a:moveTo>
                <a:lnTo>
                  <a:pt x="69" y="11"/>
                </a:lnTo>
                <a:lnTo>
                  <a:pt x="65" y="21"/>
                </a:lnTo>
                <a:lnTo>
                  <a:pt x="57" y="30"/>
                </a:lnTo>
                <a:lnTo>
                  <a:pt x="47" y="34"/>
                </a:lnTo>
                <a:lnTo>
                  <a:pt x="35" y="36"/>
                </a:lnTo>
                <a:lnTo>
                  <a:pt x="24" y="34"/>
                </a:lnTo>
                <a:lnTo>
                  <a:pt x="14" y="30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95" name=""/>
          <p:cNvSpPr/>
          <p:nvPr/>
        </p:nvSpPr>
        <p:spPr>
          <a:xfrm rot="0">
            <a:off x="1617662" y="5216525"/>
            <a:ext cx="38100" cy="1062037"/>
          </a:xfrm>
          <a:custGeom>
            <a:avLst/>
            <a:ahLst/>
            <a:rect l="0" t="0" r="r" b="b"/>
            <a:pathLst>
              <a:path w="72" h="2008">
                <a:moveTo>
                  <a:pt x="0" y="2008"/>
                </a:moveTo>
                <a:lnTo>
                  <a:pt x="35" y="2008"/>
                </a:lnTo>
                <a:lnTo>
                  <a:pt x="72" y="2008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200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96" name=""/>
          <p:cNvSpPr/>
          <p:nvPr/>
        </p:nvSpPr>
        <p:spPr>
          <a:xfrm rot="0">
            <a:off x="1617662" y="5216525"/>
            <a:ext cx="38100" cy="1062037"/>
          </a:xfrm>
          <a:custGeom>
            <a:avLst/>
            <a:ahLst/>
            <a:rect l="0" t="0" r="r" b="b"/>
            <a:pathLst>
              <a:path w="72" h="2008">
                <a:moveTo>
                  <a:pt x="0" y="2008"/>
                </a:moveTo>
                <a:lnTo>
                  <a:pt x="35" y="2008"/>
                </a:lnTo>
                <a:lnTo>
                  <a:pt x="72" y="2008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200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97" name=""/>
          <p:cNvSpPr/>
          <p:nvPr/>
        </p:nvSpPr>
        <p:spPr>
          <a:xfrm rot="0">
            <a:off x="1617662" y="5197475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35" y="37"/>
                </a:moveTo>
                <a:lnTo>
                  <a:pt x="0" y="37"/>
                </a:lnTo>
                <a:lnTo>
                  <a:pt x="1" y="26"/>
                </a:lnTo>
                <a:lnTo>
                  <a:pt x="5" y="16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6"/>
                </a:lnTo>
                <a:lnTo>
                  <a:pt x="69" y="26"/>
                </a:lnTo>
                <a:lnTo>
                  <a:pt x="72" y="37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598" name=""/>
          <p:cNvSpPr/>
          <p:nvPr/>
        </p:nvSpPr>
        <p:spPr>
          <a:xfrm rot="0">
            <a:off x="1617662" y="5197475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0" y="37"/>
                </a:moveTo>
                <a:lnTo>
                  <a:pt x="1" y="26"/>
                </a:lnTo>
                <a:lnTo>
                  <a:pt x="5" y="16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6"/>
                </a:lnTo>
                <a:lnTo>
                  <a:pt x="69" y="26"/>
                </a:lnTo>
                <a:lnTo>
                  <a:pt x="72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599" name=""/>
          <p:cNvSpPr/>
          <p:nvPr/>
        </p:nvSpPr>
        <p:spPr>
          <a:xfrm rot="0">
            <a:off x="1636712" y="6259512"/>
            <a:ext cx="19050" cy="38100"/>
          </a:xfrm>
          <a:custGeom>
            <a:avLst/>
            <a:ahLst/>
            <a:rect l="0" t="0" r="r" b="b"/>
            <a:pathLst>
              <a:path w="37" h="73">
                <a:moveTo>
                  <a:pt x="0" y="37"/>
                </a:moveTo>
                <a:lnTo>
                  <a:pt x="0" y="0"/>
                </a:lnTo>
                <a:lnTo>
                  <a:pt x="12" y="3"/>
                </a:lnTo>
                <a:lnTo>
                  <a:pt x="22" y="7"/>
                </a:lnTo>
                <a:lnTo>
                  <a:pt x="30" y="16"/>
                </a:lnTo>
                <a:lnTo>
                  <a:pt x="34" y="26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2" y="67"/>
                </a:lnTo>
                <a:lnTo>
                  <a:pt x="12" y="71"/>
                </a:lnTo>
                <a:lnTo>
                  <a:pt x="0" y="73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00" name=""/>
          <p:cNvSpPr/>
          <p:nvPr/>
        </p:nvSpPr>
        <p:spPr>
          <a:xfrm rot="0">
            <a:off x="1636712" y="6259512"/>
            <a:ext cx="19050" cy="38100"/>
          </a:xfrm>
          <a:custGeom>
            <a:avLst/>
            <a:ahLst/>
            <a:rect l="0" t="0" r="r" b="b"/>
            <a:pathLst>
              <a:path w="37" h="73">
                <a:moveTo>
                  <a:pt x="0" y="0"/>
                </a:moveTo>
                <a:lnTo>
                  <a:pt x="12" y="3"/>
                </a:lnTo>
                <a:lnTo>
                  <a:pt x="22" y="7"/>
                </a:lnTo>
                <a:lnTo>
                  <a:pt x="30" y="16"/>
                </a:lnTo>
                <a:lnTo>
                  <a:pt x="34" y="26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2" y="67"/>
                </a:lnTo>
                <a:lnTo>
                  <a:pt x="12" y="71"/>
                </a:lnTo>
                <a:lnTo>
                  <a:pt x="0" y="7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01" name=""/>
          <p:cNvSpPr/>
          <p:nvPr/>
        </p:nvSpPr>
        <p:spPr>
          <a:xfrm rot="0">
            <a:off x="1270000" y="6259512"/>
            <a:ext cx="366712" cy="38100"/>
          </a:xfrm>
          <a:custGeom>
            <a:avLst/>
            <a:ahLst/>
            <a:rect l="0" t="0" r="r" b="b"/>
            <a:pathLst>
              <a:path w="692" h="73">
                <a:moveTo>
                  <a:pt x="692" y="73"/>
                </a:moveTo>
                <a:lnTo>
                  <a:pt x="692" y="37"/>
                </a:lnTo>
                <a:lnTo>
                  <a:pt x="692" y="0"/>
                </a:lnTo>
                <a:lnTo>
                  <a:pt x="0" y="0"/>
                </a:lnTo>
                <a:lnTo>
                  <a:pt x="0" y="37"/>
                </a:lnTo>
                <a:lnTo>
                  <a:pt x="0" y="73"/>
                </a:lnTo>
                <a:lnTo>
                  <a:pt x="692" y="7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02" name=""/>
          <p:cNvSpPr/>
          <p:nvPr/>
        </p:nvSpPr>
        <p:spPr>
          <a:xfrm rot="0">
            <a:off x="1270000" y="6259512"/>
            <a:ext cx="366712" cy="38100"/>
          </a:xfrm>
          <a:custGeom>
            <a:avLst/>
            <a:ahLst/>
            <a:rect l="0" t="0" r="r" b="b"/>
            <a:pathLst>
              <a:path w="692" h="73">
                <a:moveTo>
                  <a:pt x="692" y="73"/>
                </a:moveTo>
                <a:lnTo>
                  <a:pt x="692" y="37"/>
                </a:lnTo>
                <a:lnTo>
                  <a:pt x="692" y="0"/>
                </a:lnTo>
                <a:lnTo>
                  <a:pt x="0" y="0"/>
                </a:lnTo>
                <a:lnTo>
                  <a:pt x="0" y="37"/>
                </a:lnTo>
                <a:lnTo>
                  <a:pt x="0" y="73"/>
                </a:lnTo>
                <a:lnTo>
                  <a:pt x="692" y="7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03" name=""/>
          <p:cNvSpPr/>
          <p:nvPr/>
        </p:nvSpPr>
        <p:spPr>
          <a:xfrm rot="0">
            <a:off x="1250950" y="6259512"/>
            <a:ext cx="19050" cy="38100"/>
          </a:xfrm>
          <a:custGeom>
            <a:avLst/>
            <a:ahLst/>
            <a:rect l="0" t="0" r="r" b="b"/>
            <a:pathLst>
              <a:path w="35" h="73">
                <a:moveTo>
                  <a:pt x="35" y="37"/>
                </a:moveTo>
                <a:lnTo>
                  <a:pt x="35" y="73"/>
                </a:lnTo>
                <a:lnTo>
                  <a:pt x="24" y="71"/>
                </a:lnTo>
                <a:lnTo>
                  <a:pt x="14" y="67"/>
                </a:lnTo>
                <a:lnTo>
                  <a:pt x="5" y="58"/>
                </a:lnTo>
                <a:lnTo>
                  <a:pt x="1" y="48"/>
                </a:lnTo>
                <a:lnTo>
                  <a:pt x="0" y="37"/>
                </a:lnTo>
                <a:lnTo>
                  <a:pt x="1" y="26"/>
                </a:lnTo>
                <a:lnTo>
                  <a:pt x="5" y="16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04" name=""/>
          <p:cNvSpPr/>
          <p:nvPr/>
        </p:nvSpPr>
        <p:spPr>
          <a:xfrm rot="0">
            <a:off x="1250950" y="6259512"/>
            <a:ext cx="19050" cy="38100"/>
          </a:xfrm>
          <a:custGeom>
            <a:avLst/>
            <a:ahLst/>
            <a:rect l="0" t="0" r="r" b="b"/>
            <a:pathLst>
              <a:path w="35" h="73">
                <a:moveTo>
                  <a:pt x="35" y="73"/>
                </a:moveTo>
                <a:lnTo>
                  <a:pt x="24" y="71"/>
                </a:lnTo>
                <a:lnTo>
                  <a:pt x="14" y="67"/>
                </a:lnTo>
                <a:lnTo>
                  <a:pt x="5" y="58"/>
                </a:lnTo>
                <a:lnTo>
                  <a:pt x="1" y="48"/>
                </a:lnTo>
                <a:lnTo>
                  <a:pt x="0" y="37"/>
                </a:lnTo>
                <a:lnTo>
                  <a:pt x="1" y="26"/>
                </a:lnTo>
                <a:lnTo>
                  <a:pt x="5" y="16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05" name=""/>
          <p:cNvSpPr/>
          <p:nvPr/>
        </p:nvSpPr>
        <p:spPr>
          <a:xfrm rot="0">
            <a:off x="1617662" y="5197475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35" y="37"/>
                </a:moveTo>
                <a:lnTo>
                  <a:pt x="0" y="37"/>
                </a:lnTo>
                <a:lnTo>
                  <a:pt x="1" y="26"/>
                </a:lnTo>
                <a:lnTo>
                  <a:pt x="5" y="16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6"/>
                </a:lnTo>
                <a:lnTo>
                  <a:pt x="69" y="26"/>
                </a:lnTo>
                <a:lnTo>
                  <a:pt x="72" y="37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06" name=""/>
          <p:cNvSpPr/>
          <p:nvPr/>
        </p:nvSpPr>
        <p:spPr>
          <a:xfrm rot="0">
            <a:off x="1617662" y="5197475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0" y="37"/>
                </a:moveTo>
                <a:lnTo>
                  <a:pt x="1" y="26"/>
                </a:lnTo>
                <a:lnTo>
                  <a:pt x="5" y="16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6"/>
                </a:lnTo>
                <a:lnTo>
                  <a:pt x="69" y="26"/>
                </a:lnTo>
                <a:lnTo>
                  <a:pt x="72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07" name=""/>
          <p:cNvSpPr/>
          <p:nvPr/>
        </p:nvSpPr>
        <p:spPr>
          <a:xfrm rot="0">
            <a:off x="1617662" y="5216525"/>
            <a:ext cx="38100" cy="1062037"/>
          </a:xfrm>
          <a:custGeom>
            <a:avLst/>
            <a:ahLst/>
            <a:rect l="0" t="0" r="r" b="b"/>
            <a:pathLst>
              <a:path w="72" h="2008">
                <a:moveTo>
                  <a:pt x="72" y="0"/>
                </a:moveTo>
                <a:lnTo>
                  <a:pt x="35" y="0"/>
                </a:lnTo>
                <a:lnTo>
                  <a:pt x="0" y="0"/>
                </a:lnTo>
                <a:lnTo>
                  <a:pt x="0" y="2008"/>
                </a:lnTo>
                <a:lnTo>
                  <a:pt x="35" y="2008"/>
                </a:lnTo>
                <a:lnTo>
                  <a:pt x="72" y="2008"/>
                </a:lnTo>
                <a:lnTo>
                  <a:pt x="72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08" name=""/>
          <p:cNvSpPr/>
          <p:nvPr/>
        </p:nvSpPr>
        <p:spPr>
          <a:xfrm rot="0">
            <a:off x="1617662" y="5216525"/>
            <a:ext cx="38100" cy="1062037"/>
          </a:xfrm>
          <a:custGeom>
            <a:avLst/>
            <a:ahLst/>
            <a:rect l="0" t="0" r="r" b="b"/>
            <a:pathLst>
              <a:path w="72" h="2008">
                <a:moveTo>
                  <a:pt x="72" y="0"/>
                </a:moveTo>
                <a:lnTo>
                  <a:pt x="35" y="0"/>
                </a:lnTo>
                <a:lnTo>
                  <a:pt x="0" y="0"/>
                </a:lnTo>
                <a:lnTo>
                  <a:pt x="0" y="2008"/>
                </a:lnTo>
                <a:lnTo>
                  <a:pt x="35" y="2008"/>
                </a:lnTo>
                <a:lnTo>
                  <a:pt x="72" y="2008"/>
                </a:lnTo>
                <a:lnTo>
                  <a:pt x="72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09" name=""/>
          <p:cNvSpPr/>
          <p:nvPr/>
        </p:nvSpPr>
        <p:spPr>
          <a:xfrm rot="0">
            <a:off x="1617662" y="6278562"/>
            <a:ext cx="38100" cy="19050"/>
          </a:xfrm>
          <a:custGeom>
            <a:avLst/>
            <a:ahLst/>
            <a:rect l="0" t="0" r="r" b="b"/>
            <a:pathLst>
              <a:path w="72" h="36">
                <a:moveTo>
                  <a:pt x="35" y="0"/>
                </a:moveTo>
                <a:lnTo>
                  <a:pt x="72" y="0"/>
                </a:lnTo>
                <a:lnTo>
                  <a:pt x="69" y="11"/>
                </a:lnTo>
                <a:lnTo>
                  <a:pt x="65" y="21"/>
                </a:lnTo>
                <a:lnTo>
                  <a:pt x="57" y="30"/>
                </a:lnTo>
                <a:lnTo>
                  <a:pt x="47" y="34"/>
                </a:lnTo>
                <a:lnTo>
                  <a:pt x="35" y="36"/>
                </a:lnTo>
                <a:lnTo>
                  <a:pt x="24" y="34"/>
                </a:lnTo>
                <a:lnTo>
                  <a:pt x="14" y="30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  <a:lnTo>
                  <a:pt x="3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10" name=""/>
          <p:cNvSpPr/>
          <p:nvPr/>
        </p:nvSpPr>
        <p:spPr>
          <a:xfrm rot="0">
            <a:off x="1617662" y="6278562"/>
            <a:ext cx="38100" cy="19050"/>
          </a:xfrm>
          <a:custGeom>
            <a:avLst/>
            <a:ahLst/>
            <a:rect l="0" t="0" r="r" b="b"/>
            <a:pathLst>
              <a:path w="72" h="36">
                <a:moveTo>
                  <a:pt x="72" y="0"/>
                </a:moveTo>
                <a:lnTo>
                  <a:pt x="69" y="11"/>
                </a:lnTo>
                <a:lnTo>
                  <a:pt x="65" y="21"/>
                </a:lnTo>
                <a:lnTo>
                  <a:pt x="57" y="30"/>
                </a:lnTo>
                <a:lnTo>
                  <a:pt x="47" y="34"/>
                </a:lnTo>
                <a:lnTo>
                  <a:pt x="35" y="36"/>
                </a:lnTo>
                <a:lnTo>
                  <a:pt x="24" y="34"/>
                </a:lnTo>
                <a:lnTo>
                  <a:pt x="14" y="30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11" name=""/>
          <p:cNvSpPr/>
          <p:nvPr/>
        </p:nvSpPr>
        <p:spPr>
          <a:xfrm rot="0">
            <a:off x="6808787" y="4779962"/>
            <a:ext cx="38100" cy="19050"/>
          </a:xfrm>
          <a:custGeom>
            <a:avLst/>
            <a:ahLst/>
            <a:rect l="0" t="0" r="r" b="b"/>
            <a:pathLst>
              <a:path w="72" h="35">
                <a:moveTo>
                  <a:pt x="35" y="0"/>
                </a:moveTo>
                <a:lnTo>
                  <a:pt x="72" y="0"/>
                </a:lnTo>
                <a:lnTo>
                  <a:pt x="70" y="11"/>
                </a:lnTo>
                <a:lnTo>
                  <a:pt x="65" y="21"/>
                </a:lnTo>
                <a:lnTo>
                  <a:pt x="57" y="30"/>
                </a:lnTo>
                <a:lnTo>
                  <a:pt x="47" y="34"/>
                </a:lnTo>
                <a:lnTo>
                  <a:pt x="35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1" y="11"/>
                </a:lnTo>
                <a:lnTo>
                  <a:pt x="0" y="0"/>
                </a:lnTo>
                <a:lnTo>
                  <a:pt x="3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12" name=""/>
          <p:cNvSpPr/>
          <p:nvPr/>
        </p:nvSpPr>
        <p:spPr>
          <a:xfrm rot="0">
            <a:off x="6808787" y="4779962"/>
            <a:ext cx="38100" cy="19050"/>
          </a:xfrm>
          <a:custGeom>
            <a:avLst/>
            <a:ahLst/>
            <a:rect l="0" t="0" r="r" b="b"/>
            <a:pathLst>
              <a:path w="72" h="35">
                <a:moveTo>
                  <a:pt x="72" y="0"/>
                </a:moveTo>
                <a:lnTo>
                  <a:pt x="70" y="11"/>
                </a:lnTo>
                <a:lnTo>
                  <a:pt x="65" y="21"/>
                </a:lnTo>
                <a:lnTo>
                  <a:pt x="57" y="30"/>
                </a:lnTo>
                <a:lnTo>
                  <a:pt x="47" y="34"/>
                </a:lnTo>
                <a:lnTo>
                  <a:pt x="35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13" name=""/>
          <p:cNvSpPr/>
          <p:nvPr/>
        </p:nvSpPr>
        <p:spPr>
          <a:xfrm rot="0">
            <a:off x="6808787" y="4371975"/>
            <a:ext cx="38100" cy="407987"/>
          </a:xfrm>
          <a:custGeom>
            <a:avLst/>
            <a:ahLst/>
            <a:rect l="0" t="0" r="r" b="b"/>
            <a:pathLst>
              <a:path w="72" h="773">
                <a:moveTo>
                  <a:pt x="0" y="773"/>
                </a:moveTo>
                <a:lnTo>
                  <a:pt x="35" y="773"/>
                </a:lnTo>
                <a:lnTo>
                  <a:pt x="72" y="773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77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14" name=""/>
          <p:cNvSpPr/>
          <p:nvPr/>
        </p:nvSpPr>
        <p:spPr>
          <a:xfrm rot="0">
            <a:off x="6808787" y="4371975"/>
            <a:ext cx="38100" cy="407987"/>
          </a:xfrm>
          <a:custGeom>
            <a:avLst/>
            <a:ahLst/>
            <a:rect l="0" t="0" r="r" b="b"/>
            <a:pathLst>
              <a:path w="72" h="773">
                <a:moveTo>
                  <a:pt x="0" y="773"/>
                </a:moveTo>
                <a:lnTo>
                  <a:pt x="35" y="773"/>
                </a:lnTo>
                <a:lnTo>
                  <a:pt x="72" y="773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77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15" name=""/>
          <p:cNvSpPr/>
          <p:nvPr/>
        </p:nvSpPr>
        <p:spPr>
          <a:xfrm rot="0">
            <a:off x="6808787" y="4351337"/>
            <a:ext cx="38100" cy="20637"/>
          </a:xfrm>
          <a:custGeom>
            <a:avLst/>
            <a:ahLst/>
            <a:rect l="0" t="0" r="r" b="b"/>
            <a:pathLst>
              <a:path w="72" h="37">
                <a:moveTo>
                  <a:pt x="35" y="37"/>
                </a:move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2"/>
                </a:lnTo>
                <a:lnTo>
                  <a:pt x="35" y="0"/>
                </a:lnTo>
                <a:lnTo>
                  <a:pt x="47" y="2"/>
                </a:lnTo>
                <a:lnTo>
                  <a:pt x="57" y="7"/>
                </a:lnTo>
                <a:lnTo>
                  <a:pt x="65" y="15"/>
                </a:lnTo>
                <a:lnTo>
                  <a:pt x="70" y="25"/>
                </a:lnTo>
                <a:lnTo>
                  <a:pt x="72" y="37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16" name=""/>
          <p:cNvSpPr/>
          <p:nvPr/>
        </p:nvSpPr>
        <p:spPr>
          <a:xfrm rot="0">
            <a:off x="6808787" y="4351337"/>
            <a:ext cx="38100" cy="20637"/>
          </a:xfrm>
          <a:custGeom>
            <a:avLst/>
            <a:ahLst/>
            <a:rect l="0" t="0" r="r" b="b"/>
            <a:pathLst>
              <a:path w="72" h="37">
                <a:moveTo>
                  <a:pt x="0" y="37"/>
                </a:move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2"/>
                </a:lnTo>
                <a:lnTo>
                  <a:pt x="35" y="0"/>
                </a:lnTo>
                <a:lnTo>
                  <a:pt x="47" y="2"/>
                </a:lnTo>
                <a:lnTo>
                  <a:pt x="57" y="7"/>
                </a:lnTo>
                <a:lnTo>
                  <a:pt x="65" y="15"/>
                </a:lnTo>
                <a:lnTo>
                  <a:pt x="70" y="25"/>
                </a:lnTo>
                <a:lnTo>
                  <a:pt x="72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17" name=""/>
          <p:cNvSpPr/>
          <p:nvPr/>
        </p:nvSpPr>
        <p:spPr>
          <a:xfrm rot="0">
            <a:off x="6808787" y="4351337"/>
            <a:ext cx="19050" cy="38100"/>
          </a:xfrm>
          <a:custGeom>
            <a:avLst/>
            <a:ahLst/>
            <a:rect l="0" t="0" r="r" b="b"/>
            <a:pathLst>
              <a:path w="35" h="72">
                <a:moveTo>
                  <a:pt x="35" y="37"/>
                </a:moveTo>
                <a:lnTo>
                  <a:pt x="35" y="72"/>
                </a:lnTo>
                <a:lnTo>
                  <a:pt x="24" y="71"/>
                </a:lnTo>
                <a:lnTo>
                  <a:pt x="14" y="66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2"/>
                </a:lnTo>
                <a:lnTo>
                  <a:pt x="35" y="0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18" name=""/>
          <p:cNvSpPr/>
          <p:nvPr/>
        </p:nvSpPr>
        <p:spPr>
          <a:xfrm rot="0">
            <a:off x="6808787" y="4351337"/>
            <a:ext cx="19050" cy="38100"/>
          </a:xfrm>
          <a:custGeom>
            <a:avLst/>
            <a:ahLst/>
            <a:rect l="0" t="0" r="r" b="b"/>
            <a:pathLst>
              <a:path w="35" h="72">
                <a:moveTo>
                  <a:pt x="35" y="72"/>
                </a:moveTo>
                <a:lnTo>
                  <a:pt x="24" y="71"/>
                </a:lnTo>
                <a:lnTo>
                  <a:pt x="14" y="66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2"/>
                </a:lnTo>
                <a:lnTo>
                  <a:pt x="3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19" name=""/>
          <p:cNvSpPr/>
          <p:nvPr/>
        </p:nvSpPr>
        <p:spPr>
          <a:xfrm rot="0">
            <a:off x="6827837" y="4351337"/>
            <a:ext cx="225425" cy="38100"/>
          </a:xfrm>
          <a:custGeom>
            <a:avLst/>
            <a:ahLst/>
            <a:rect l="0" t="0" r="r" b="b"/>
            <a:pathLst>
              <a:path w="426" h="72">
                <a:moveTo>
                  <a:pt x="0" y="0"/>
                </a:moveTo>
                <a:lnTo>
                  <a:pt x="0" y="37"/>
                </a:lnTo>
                <a:lnTo>
                  <a:pt x="0" y="72"/>
                </a:lnTo>
                <a:lnTo>
                  <a:pt x="426" y="72"/>
                </a:lnTo>
                <a:lnTo>
                  <a:pt x="426" y="37"/>
                </a:lnTo>
                <a:lnTo>
                  <a:pt x="426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20" name=""/>
          <p:cNvSpPr/>
          <p:nvPr/>
        </p:nvSpPr>
        <p:spPr>
          <a:xfrm rot="0">
            <a:off x="6827837" y="4351337"/>
            <a:ext cx="225425" cy="38100"/>
          </a:xfrm>
          <a:custGeom>
            <a:avLst/>
            <a:ahLst/>
            <a:rect l="0" t="0" r="r" b="b"/>
            <a:pathLst>
              <a:path w="426" h="72">
                <a:moveTo>
                  <a:pt x="0" y="0"/>
                </a:moveTo>
                <a:lnTo>
                  <a:pt x="0" y="37"/>
                </a:lnTo>
                <a:lnTo>
                  <a:pt x="0" y="72"/>
                </a:lnTo>
                <a:lnTo>
                  <a:pt x="426" y="72"/>
                </a:lnTo>
                <a:lnTo>
                  <a:pt x="426" y="37"/>
                </a:lnTo>
                <a:lnTo>
                  <a:pt x="426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21" name=""/>
          <p:cNvSpPr/>
          <p:nvPr/>
        </p:nvSpPr>
        <p:spPr>
          <a:xfrm rot="0">
            <a:off x="7053262" y="4351337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37"/>
                </a:moveTo>
                <a:lnTo>
                  <a:pt x="0" y="0"/>
                </a:lnTo>
                <a:lnTo>
                  <a:pt x="12" y="2"/>
                </a:lnTo>
                <a:lnTo>
                  <a:pt x="22" y="7"/>
                </a:lnTo>
                <a:lnTo>
                  <a:pt x="30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2" y="66"/>
                </a:lnTo>
                <a:lnTo>
                  <a:pt x="12" y="71"/>
                </a:lnTo>
                <a:lnTo>
                  <a:pt x="0" y="72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22" name=""/>
          <p:cNvSpPr/>
          <p:nvPr/>
        </p:nvSpPr>
        <p:spPr>
          <a:xfrm rot="0">
            <a:off x="7053262" y="4351337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0"/>
                </a:moveTo>
                <a:lnTo>
                  <a:pt x="12" y="2"/>
                </a:lnTo>
                <a:lnTo>
                  <a:pt x="22" y="7"/>
                </a:lnTo>
                <a:lnTo>
                  <a:pt x="30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2" y="66"/>
                </a:lnTo>
                <a:lnTo>
                  <a:pt x="12" y="71"/>
                </a:lnTo>
                <a:lnTo>
                  <a:pt x="0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23" name=""/>
          <p:cNvSpPr/>
          <p:nvPr/>
        </p:nvSpPr>
        <p:spPr>
          <a:xfrm rot="0">
            <a:off x="6808787" y="4760912"/>
            <a:ext cx="19050" cy="38100"/>
          </a:xfrm>
          <a:custGeom>
            <a:avLst/>
            <a:ahLst/>
            <a:rect l="0" t="0" r="r" b="b"/>
            <a:pathLst>
              <a:path w="35" h="72">
                <a:moveTo>
                  <a:pt x="35" y="37"/>
                </a:moveTo>
                <a:lnTo>
                  <a:pt x="35" y="72"/>
                </a:lnTo>
                <a:lnTo>
                  <a:pt x="24" y="71"/>
                </a:lnTo>
                <a:lnTo>
                  <a:pt x="14" y="67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24" name=""/>
          <p:cNvSpPr/>
          <p:nvPr/>
        </p:nvSpPr>
        <p:spPr>
          <a:xfrm rot="0">
            <a:off x="6808787" y="4760912"/>
            <a:ext cx="19050" cy="38100"/>
          </a:xfrm>
          <a:custGeom>
            <a:avLst/>
            <a:ahLst/>
            <a:rect l="0" t="0" r="r" b="b"/>
            <a:pathLst>
              <a:path w="35" h="72">
                <a:moveTo>
                  <a:pt x="35" y="72"/>
                </a:moveTo>
                <a:lnTo>
                  <a:pt x="24" y="71"/>
                </a:lnTo>
                <a:lnTo>
                  <a:pt x="14" y="67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25" name=""/>
          <p:cNvSpPr/>
          <p:nvPr/>
        </p:nvSpPr>
        <p:spPr>
          <a:xfrm rot="0">
            <a:off x="6827837" y="4760912"/>
            <a:ext cx="592137" cy="38100"/>
          </a:xfrm>
          <a:custGeom>
            <a:avLst/>
            <a:ahLst/>
            <a:rect l="0" t="0" r="r" b="b"/>
            <a:pathLst>
              <a:path w="1120" h="72">
                <a:moveTo>
                  <a:pt x="0" y="0"/>
                </a:moveTo>
                <a:lnTo>
                  <a:pt x="0" y="37"/>
                </a:lnTo>
                <a:lnTo>
                  <a:pt x="0" y="72"/>
                </a:lnTo>
                <a:lnTo>
                  <a:pt x="1120" y="72"/>
                </a:lnTo>
                <a:lnTo>
                  <a:pt x="1120" y="37"/>
                </a:lnTo>
                <a:lnTo>
                  <a:pt x="112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26" name=""/>
          <p:cNvSpPr/>
          <p:nvPr/>
        </p:nvSpPr>
        <p:spPr>
          <a:xfrm rot="0">
            <a:off x="6827837" y="4760912"/>
            <a:ext cx="592137" cy="38100"/>
          </a:xfrm>
          <a:custGeom>
            <a:avLst/>
            <a:ahLst/>
            <a:rect l="0" t="0" r="r" b="b"/>
            <a:pathLst>
              <a:path w="1120" h="72">
                <a:moveTo>
                  <a:pt x="0" y="0"/>
                </a:moveTo>
                <a:lnTo>
                  <a:pt x="0" y="37"/>
                </a:lnTo>
                <a:lnTo>
                  <a:pt x="0" y="72"/>
                </a:lnTo>
                <a:lnTo>
                  <a:pt x="1120" y="72"/>
                </a:lnTo>
                <a:lnTo>
                  <a:pt x="1120" y="37"/>
                </a:lnTo>
                <a:lnTo>
                  <a:pt x="112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27" name=""/>
          <p:cNvSpPr/>
          <p:nvPr/>
        </p:nvSpPr>
        <p:spPr>
          <a:xfrm rot="0">
            <a:off x="7419975" y="4760912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37"/>
                </a:moveTo>
                <a:lnTo>
                  <a:pt x="0" y="0"/>
                </a:lnTo>
                <a:lnTo>
                  <a:pt x="11" y="3"/>
                </a:lnTo>
                <a:lnTo>
                  <a:pt x="21" y="7"/>
                </a:lnTo>
                <a:lnTo>
                  <a:pt x="29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29" y="58"/>
                </a:lnTo>
                <a:lnTo>
                  <a:pt x="21" y="67"/>
                </a:lnTo>
                <a:lnTo>
                  <a:pt x="11" y="71"/>
                </a:lnTo>
                <a:lnTo>
                  <a:pt x="0" y="72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28" name=""/>
          <p:cNvSpPr/>
          <p:nvPr/>
        </p:nvSpPr>
        <p:spPr>
          <a:xfrm rot="0">
            <a:off x="7419975" y="4760912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0"/>
                </a:moveTo>
                <a:lnTo>
                  <a:pt x="11" y="3"/>
                </a:lnTo>
                <a:lnTo>
                  <a:pt x="21" y="7"/>
                </a:lnTo>
                <a:lnTo>
                  <a:pt x="29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29" y="58"/>
                </a:lnTo>
                <a:lnTo>
                  <a:pt x="21" y="67"/>
                </a:lnTo>
                <a:lnTo>
                  <a:pt x="11" y="71"/>
                </a:lnTo>
                <a:lnTo>
                  <a:pt x="0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29" name=""/>
          <p:cNvSpPr/>
          <p:nvPr/>
        </p:nvSpPr>
        <p:spPr>
          <a:xfrm rot="0">
            <a:off x="7034212" y="4371975"/>
            <a:ext cx="38100" cy="17462"/>
          </a:xfrm>
          <a:custGeom>
            <a:avLst/>
            <a:ahLst/>
            <a:rect l="0" t="0" r="r" b="b"/>
            <a:pathLst>
              <a:path w="72" h="35">
                <a:moveTo>
                  <a:pt x="35" y="0"/>
                </a:moveTo>
                <a:lnTo>
                  <a:pt x="72" y="0"/>
                </a:lnTo>
                <a:lnTo>
                  <a:pt x="69" y="11"/>
                </a:lnTo>
                <a:lnTo>
                  <a:pt x="65" y="21"/>
                </a:lnTo>
                <a:lnTo>
                  <a:pt x="57" y="29"/>
                </a:lnTo>
                <a:lnTo>
                  <a:pt x="47" y="34"/>
                </a:lnTo>
                <a:lnTo>
                  <a:pt x="35" y="35"/>
                </a:lnTo>
                <a:lnTo>
                  <a:pt x="24" y="34"/>
                </a:lnTo>
                <a:lnTo>
                  <a:pt x="14" y="29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  <a:lnTo>
                  <a:pt x="3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30" name=""/>
          <p:cNvSpPr/>
          <p:nvPr/>
        </p:nvSpPr>
        <p:spPr>
          <a:xfrm rot="0">
            <a:off x="7034212" y="4371975"/>
            <a:ext cx="38100" cy="17462"/>
          </a:xfrm>
          <a:custGeom>
            <a:avLst/>
            <a:ahLst/>
            <a:rect l="0" t="0" r="r" b="b"/>
            <a:pathLst>
              <a:path w="72" h="35">
                <a:moveTo>
                  <a:pt x="72" y="0"/>
                </a:moveTo>
                <a:lnTo>
                  <a:pt x="69" y="11"/>
                </a:lnTo>
                <a:lnTo>
                  <a:pt x="65" y="21"/>
                </a:lnTo>
                <a:lnTo>
                  <a:pt x="57" y="29"/>
                </a:lnTo>
                <a:lnTo>
                  <a:pt x="47" y="34"/>
                </a:lnTo>
                <a:lnTo>
                  <a:pt x="35" y="35"/>
                </a:lnTo>
                <a:lnTo>
                  <a:pt x="24" y="34"/>
                </a:lnTo>
                <a:lnTo>
                  <a:pt x="14" y="29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31" name=""/>
          <p:cNvSpPr/>
          <p:nvPr/>
        </p:nvSpPr>
        <p:spPr>
          <a:xfrm rot="0">
            <a:off x="7034212" y="3962400"/>
            <a:ext cx="38100" cy="409575"/>
          </a:xfrm>
          <a:custGeom>
            <a:avLst/>
            <a:ahLst/>
            <a:rect l="0" t="0" r="r" b="b"/>
            <a:pathLst>
              <a:path w="72" h="772">
                <a:moveTo>
                  <a:pt x="0" y="772"/>
                </a:moveTo>
                <a:lnTo>
                  <a:pt x="35" y="772"/>
                </a:lnTo>
                <a:lnTo>
                  <a:pt x="72" y="772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77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32" name=""/>
          <p:cNvSpPr/>
          <p:nvPr/>
        </p:nvSpPr>
        <p:spPr>
          <a:xfrm rot="0">
            <a:off x="7034212" y="3962400"/>
            <a:ext cx="38100" cy="409575"/>
          </a:xfrm>
          <a:custGeom>
            <a:avLst/>
            <a:ahLst/>
            <a:rect l="0" t="0" r="r" b="b"/>
            <a:pathLst>
              <a:path w="72" h="772">
                <a:moveTo>
                  <a:pt x="0" y="772"/>
                </a:moveTo>
                <a:lnTo>
                  <a:pt x="35" y="772"/>
                </a:lnTo>
                <a:lnTo>
                  <a:pt x="72" y="772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7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33" name=""/>
          <p:cNvSpPr/>
          <p:nvPr/>
        </p:nvSpPr>
        <p:spPr>
          <a:xfrm rot="0">
            <a:off x="7034212" y="3943350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35" y="37"/>
                </a:moveTo>
                <a:lnTo>
                  <a:pt x="0" y="37"/>
                </a:ln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5"/>
                </a:lnTo>
                <a:lnTo>
                  <a:pt x="69" y="25"/>
                </a:lnTo>
                <a:lnTo>
                  <a:pt x="72" y="37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34" name=""/>
          <p:cNvSpPr/>
          <p:nvPr/>
        </p:nvSpPr>
        <p:spPr>
          <a:xfrm rot="0">
            <a:off x="7034212" y="3943350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0" y="37"/>
                </a:move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5"/>
                </a:lnTo>
                <a:lnTo>
                  <a:pt x="69" y="25"/>
                </a:lnTo>
                <a:lnTo>
                  <a:pt x="72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35" name=""/>
          <p:cNvSpPr/>
          <p:nvPr/>
        </p:nvSpPr>
        <p:spPr>
          <a:xfrm rot="0">
            <a:off x="7034212" y="3943350"/>
            <a:ext cx="19050" cy="38100"/>
          </a:xfrm>
          <a:custGeom>
            <a:avLst/>
            <a:ahLst/>
            <a:rect l="0" t="0" r="r" b="b"/>
            <a:pathLst>
              <a:path w="35" h="72">
                <a:moveTo>
                  <a:pt x="35" y="37"/>
                </a:moveTo>
                <a:lnTo>
                  <a:pt x="35" y="72"/>
                </a:lnTo>
                <a:lnTo>
                  <a:pt x="24" y="71"/>
                </a:lnTo>
                <a:lnTo>
                  <a:pt x="14" y="67"/>
                </a:lnTo>
                <a:lnTo>
                  <a:pt x="5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36" name=""/>
          <p:cNvSpPr/>
          <p:nvPr/>
        </p:nvSpPr>
        <p:spPr>
          <a:xfrm rot="0">
            <a:off x="7034212" y="3943350"/>
            <a:ext cx="19050" cy="38100"/>
          </a:xfrm>
          <a:custGeom>
            <a:avLst/>
            <a:ahLst/>
            <a:rect l="0" t="0" r="r" b="b"/>
            <a:pathLst>
              <a:path w="35" h="72">
                <a:moveTo>
                  <a:pt x="35" y="72"/>
                </a:moveTo>
                <a:lnTo>
                  <a:pt x="24" y="71"/>
                </a:lnTo>
                <a:lnTo>
                  <a:pt x="14" y="67"/>
                </a:lnTo>
                <a:lnTo>
                  <a:pt x="5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37" name=""/>
          <p:cNvSpPr/>
          <p:nvPr/>
        </p:nvSpPr>
        <p:spPr>
          <a:xfrm rot="0">
            <a:off x="7053262" y="3943350"/>
            <a:ext cx="366712" cy="38100"/>
          </a:xfrm>
          <a:custGeom>
            <a:avLst/>
            <a:ahLst/>
            <a:rect l="0" t="0" r="r" b="b"/>
            <a:pathLst>
              <a:path w="694" h="72">
                <a:moveTo>
                  <a:pt x="0" y="0"/>
                </a:moveTo>
                <a:lnTo>
                  <a:pt x="0" y="37"/>
                </a:lnTo>
                <a:lnTo>
                  <a:pt x="0" y="72"/>
                </a:lnTo>
                <a:lnTo>
                  <a:pt x="694" y="72"/>
                </a:lnTo>
                <a:lnTo>
                  <a:pt x="694" y="37"/>
                </a:lnTo>
                <a:lnTo>
                  <a:pt x="694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38" name=""/>
          <p:cNvSpPr/>
          <p:nvPr/>
        </p:nvSpPr>
        <p:spPr>
          <a:xfrm rot="0">
            <a:off x="7053262" y="3943350"/>
            <a:ext cx="366712" cy="38100"/>
          </a:xfrm>
          <a:custGeom>
            <a:avLst/>
            <a:ahLst/>
            <a:rect l="0" t="0" r="r" b="b"/>
            <a:pathLst>
              <a:path w="694" h="72">
                <a:moveTo>
                  <a:pt x="0" y="0"/>
                </a:moveTo>
                <a:lnTo>
                  <a:pt x="0" y="37"/>
                </a:lnTo>
                <a:lnTo>
                  <a:pt x="0" y="72"/>
                </a:lnTo>
                <a:lnTo>
                  <a:pt x="694" y="72"/>
                </a:lnTo>
                <a:lnTo>
                  <a:pt x="694" y="37"/>
                </a:lnTo>
                <a:lnTo>
                  <a:pt x="69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39" name=""/>
          <p:cNvSpPr/>
          <p:nvPr/>
        </p:nvSpPr>
        <p:spPr>
          <a:xfrm rot="0">
            <a:off x="7419975" y="3943350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37"/>
                </a:moveTo>
                <a:lnTo>
                  <a:pt x="0" y="0"/>
                </a:lnTo>
                <a:lnTo>
                  <a:pt x="11" y="3"/>
                </a:lnTo>
                <a:lnTo>
                  <a:pt x="21" y="7"/>
                </a:lnTo>
                <a:lnTo>
                  <a:pt x="29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29" y="58"/>
                </a:lnTo>
                <a:lnTo>
                  <a:pt x="21" y="67"/>
                </a:lnTo>
                <a:lnTo>
                  <a:pt x="11" y="71"/>
                </a:lnTo>
                <a:lnTo>
                  <a:pt x="0" y="72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40" name=""/>
          <p:cNvSpPr/>
          <p:nvPr/>
        </p:nvSpPr>
        <p:spPr>
          <a:xfrm rot="0">
            <a:off x="7419975" y="3943350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0"/>
                </a:moveTo>
                <a:lnTo>
                  <a:pt x="11" y="3"/>
                </a:lnTo>
                <a:lnTo>
                  <a:pt x="21" y="7"/>
                </a:lnTo>
                <a:lnTo>
                  <a:pt x="29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29" y="58"/>
                </a:lnTo>
                <a:lnTo>
                  <a:pt x="21" y="67"/>
                </a:lnTo>
                <a:lnTo>
                  <a:pt x="11" y="71"/>
                </a:lnTo>
                <a:lnTo>
                  <a:pt x="0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41" name=""/>
          <p:cNvSpPr/>
          <p:nvPr/>
        </p:nvSpPr>
        <p:spPr>
          <a:xfrm rot="0">
            <a:off x="7053262" y="4371975"/>
            <a:ext cx="476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2" name=""/>
          <p:cNvSpPr/>
          <p:nvPr/>
        </p:nvSpPr>
        <p:spPr>
          <a:xfrm rot="0">
            <a:off x="7138987" y="4371975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3" name=""/>
          <p:cNvSpPr/>
          <p:nvPr/>
        </p:nvSpPr>
        <p:spPr>
          <a:xfrm rot="0">
            <a:off x="7254875" y="4371975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4" name=""/>
          <p:cNvSpPr/>
          <p:nvPr/>
        </p:nvSpPr>
        <p:spPr>
          <a:xfrm rot="0">
            <a:off x="7372350" y="4371975"/>
            <a:ext cx="476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5" name=""/>
          <p:cNvSpPr/>
          <p:nvPr/>
        </p:nvSpPr>
        <p:spPr>
          <a:xfrm rot="0" flipH="1">
            <a:off x="7740650" y="4371975"/>
            <a:ext cx="4603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6" name=""/>
          <p:cNvSpPr/>
          <p:nvPr/>
        </p:nvSpPr>
        <p:spPr>
          <a:xfrm rot="0" flipH="1">
            <a:off x="7623175" y="4371975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7" name=""/>
          <p:cNvSpPr/>
          <p:nvPr/>
        </p:nvSpPr>
        <p:spPr>
          <a:xfrm rot="0" flipH="1">
            <a:off x="7505700" y="4371975"/>
            <a:ext cx="7778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8" name=""/>
          <p:cNvSpPr/>
          <p:nvPr/>
        </p:nvSpPr>
        <p:spPr>
          <a:xfrm rot="0" flipH="1">
            <a:off x="7419975" y="4371975"/>
            <a:ext cx="476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49" name=""/>
          <p:cNvSpPr/>
          <p:nvPr/>
        </p:nvSpPr>
        <p:spPr>
          <a:xfrm rot="0">
            <a:off x="7786687" y="3943350"/>
            <a:ext cx="20637" cy="38100"/>
          </a:xfrm>
          <a:custGeom>
            <a:avLst/>
            <a:ahLst/>
            <a:rect l="0" t="0" r="r" b="b"/>
            <a:pathLst>
              <a:path w="37" h="72">
                <a:moveTo>
                  <a:pt x="0" y="37"/>
                </a:moveTo>
                <a:lnTo>
                  <a:pt x="0" y="0"/>
                </a:lnTo>
                <a:lnTo>
                  <a:pt x="12" y="3"/>
                </a:lnTo>
                <a:lnTo>
                  <a:pt x="22" y="7"/>
                </a:lnTo>
                <a:lnTo>
                  <a:pt x="30" y="15"/>
                </a:lnTo>
                <a:lnTo>
                  <a:pt x="35" y="25"/>
                </a:lnTo>
                <a:lnTo>
                  <a:pt x="37" y="37"/>
                </a:lnTo>
                <a:lnTo>
                  <a:pt x="35" y="48"/>
                </a:lnTo>
                <a:lnTo>
                  <a:pt x="30" y="58"/>
                </a:lnTo>
                <a:lnTo>
                  <a:pt x="22" y="67"/>
                </a:lnTo>
                <a:lnTo>
                  <a:pt x="12" y="71"/>
                </a:lnTo>
                <a:lnTo>
                  <a:pt x="0" y="72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50" name=""/>
          <p:cNvSpPr/>
          <p:nvPr/>
        </p:nvSpPr>
        <p:spPr>
          <a:xfrm rot="0">
            <a:off x="7786687" y="3943350"/>
            <a:ext cx="20637" cy="38100"/>
          </a:xfrm>
          <a:custGeom>
            <a:avLst/>
            <a:ahLst/>
            <a:rect l="0" t="0" r="r" b="b"/>
            <a:pathLst>
              <a:path w="37" h="72">
                <a:moveTo>
                  <a:pt x="0" y="0"/>
                </a:moveTo>
                <a:lnTo>
                  <a:pt x="12" y="3"/>
                </a:lnTo>
                <a:lnTo>
                  <a:pt x="22" y="7"/>
                </a:lnTo>
                <a:lnTo>
                  <a:pt x="30" y="15"/>
                </a:lnTo>
                <a:lnTo>
                  <a:pt x="35" y="25"/>
                </a:lnTo>
                <a:lnTo>
                  <a:pt x="37" y="37"/>
                </a:lnTo>
                <a:lnTo>
                  <a:pt x="35" y="48"/>
                </a:lnTo>
                <a:lnTo>
                  <a:pt x="30" y="58"/>
                </a:lnTo>
                <a:lnTo>
                  <a:pt x="22" y="67"/>
                </a:lnTo>
                <a:lnTo>
                  <a:pt x="12" y="71"/>
                </a:lnTo>
                <a:lnTo>
                  <a:pt x="0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51" name=""/>
          <p:cNvSpPr/>
          <p:nvPr/>
        </p:nvSpPr>
        <p:spPr>
          <a:xfrm rot="0">
            <a:off x="7419975" y="3943350"/>
            <a:ext cx="366712" cy="38100"/>
          </a:xfrm>
          <a:custGeom>
            <a:avLst/>
            <a:ahLst/>
            <a:rect l="0" t="0" r="r" b="b"/>
            <a:pathLst>
              <a:path w="694" h="72">
                <a:moveTo>
                  <a:pt x="694" y="72"/>
                </a:moveTo>
                <a:lnTo>
                  <a:pt x="694" y="37"/>
                </a:lnTo>
                <a:lnTo>
                  <a:pt x="694" y="0"/>
                </a:lnTo>
                <a:lnTo>
                  <a:pt x="0" y="0"/>
                </a:lnTo>
                <a:lnTo>
                  <a:pt x="0" y="37"/>
                </a:lnTo>
                <a:lnTo>
                  <a:pt x="0" y="72"/>
                </a:lnTo>
                <a:lnTo>
                  <a:pt x="694" y="7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52" name=""/>
          <p:cNvSpPr/>
          <p:nvPr/>
        </p:nvSpPr>
        <p:spPr>
          <a:xfrm rot="0">
            <a:off x="7419975" y="3943350"/>
            <a:ext cx="366712" cy="38100"/>
          </a:xfrm>
          <a:custGeom>
            <a:avLst/>
            <a:ahLst/>
            <a:rect l="0" t="0" r="r" b="b"/>
            <a:pathLst>
              <a:path w="694" h="72">
                <a:moveTo>
                  <a:pt x="694" y="72"/>
                </a:moveTo>
                <a:lnTo>
                  <a:pt x="694" y="37"/>
                </a:lnTo>
                <a:lnTo>
                  <a:pt x="694" y="0"/>
                </a:lnTo>
                <a:lnTo>
                  <a:pt x="0" y="0"/>
                </a:lnTo>
                <a:lnTo>
                  <a:pt x="0" y="37"/>
                </a:lnTo>
                <a:lnTo>
                  <a:pt x="0" y="72"/>
                </a:lnTo>
                <a:lnTo>
                  <a:pt x="694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53" name=""/>
          <p:cNvSpPr/>
          <p:nvPr/>
        </p:nvSpPr>
        <p:spPr>
          <a:xfrm rot="0">
            <a:off x="7400925" y="3943350"/>
            <a:ext cx="19050" cy="38100"/>
          </a:xfrm>
          <a:custGeom>
            <a:avLst/>
            <a:ahLst/>
            <a:rect l="0" t="0" r="r" b="b"/>
            <a:pathLst>
              <a:path w="36" h="72">
                <a:moveTo>
                  <a:pt x="36" y="37"/>
                </a:moveTo>
                <a:lnTo>
                  <a:pt x="36" y="72"/>
                </a:lnTo>
                <a:lnTo>
                  <a:pt x="24" y="71"/>
                </a:lnTo>
                <a:lnTo>
                  <a:pt x="14" y="67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54" name=""/>
          <p:cNvSpPr/>
          <p:nvPr/>
        </p:nvSpPr>
        <p:spPr>
          <a:xfrm rot="0">
            <a:off x="7400925" y="3943350"/>
            <a:ext cx="19050" cy="38100"/>
          </a:xfrm>
          <a:custGeom>
            <a:avLst/>
            <a:ahLst/>
            <a:rect l="0" t="0" r="r" b="b"/>
            <a:pathLst>
              <a:path w="36" h="72">
                <a:moveTo>
                  <a:pt x="36" y="72"/>
                </a:moveTo>
                <a:lnTo>
                  <a:pt x="24" y="71"/>
                </a:lnTo>
                <a:lnTo>
                  <a:pt x="14" y="67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55" name=""/>
          <p:cNvSpPr/>
          <p:nvPr/>
        </p:nvSpPr>
        <p:spPr>
          <a:xfrm rot="0">
            <a:off x="7769225" y="4371975"/>
            <a:ext cx="38100" cy="17462"/>
          </a:xfrm>
          <a:custGeom>
            <a:avLst/>
            <a:ahLst/>
            <a:rect l="0" t="0" r="r" b="b"/>
            <a:pathLst>
              <a:path w="72" h="35">
                <a:moveTo>
                  <a:pt x="35" y="0"/>
                </a:moveTo>
                <a:lnTo>
                  <a:pt x="72" y="0"/>
                </a:lnTo>
                <a:lnTo>
                  <a:pt x="70" y="11"/>
                </a:lnTo>
                <a:lnTo>
                  <a:pt x="65" y="21"/>
                </a:lnTo>
                <a:lnTo>
                  <a:pt x="57" y="29"/>
                </a:lnTo>
                <a:lnTo>
                  <a:pt x="47" y="34"/>
                </a:lnTo>
                <a:lnTo>
                  <a:pt x="35" y="35"/>
                </a:lnTo>
                <a:lnTo>
                  <a:pt x="24" y="34"/>
                </a:lnTo>
                <a:lnTo>
                  <a:pt x="14" y="29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  <a:lnTo>
                  <a:pt x="35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56" name=""/>
          <p:cNvSpPr/>
          <p:nvPr/>
        </p:nvSpPr>
        <p:spPr>
          <a:xfrm rot="0">
            <a:off x="7769225" y="4371975"/>
            <a:ext cx="38100" cy="17462"/>
          </a:xfrm>
          <a:custGeom>
            <a:avLst/>
            <a:ahLst/>
            <a:rect l="0" t="0" r="r" b="b"/>
            <a:pathLst>
              <a:path w="72" h="35">
                <a:moveTo>
                  <a:pt x="72" y="0"/>
                </a:moveTo>
                <a:lnTo>
                  <a:pt x="70" y="11"/>
                </a:lnTo>
                <a:lnTo>
                  <a:pt x="65" y="21"/>
                </a:lnTo>
                <a:lnTo>
                  <a:pt x="57" y="29"/>
                </a:lnTo>
                <a:lnTo>
                  <a:pt x="47" y="34"/>
                </a:lnTo>
                <a:lnTo>
                  <a:pt x="35" y="35"/>
                </a:lnTo>
                <a:lnTo>
                  <a:pt x="24" y="34"/>
                </a:lnTo>
                <a:lnTo>
                  <a:pt x="14" y="29"/>
                </a:lnTo>
                <a:lnTo>
                  <a:pt x="5" y="21"/>
                </a:lnTo>
                <a:lnTo>
                  <a:pt x="1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57" name=""/>
          <p:cNvSpPr/>
          <p:nvPr/>
        </p:nvSpPr>
        <p:spPr>
          <a:xfrm rot="0">
            <a:off x="7769225" y="3962400"/>
            <a:ext cx="38100" cy="409575"/>
          </a:xfrm>
          <a:custGeom>
            <a:avLst/>
            <a:ahLst/>
            <a:rect l="0" t="0" r="r" b="b"/>
            <a:pathLst>
              <a:path w="72" h="772">
                <a:moveTo>
                  <a:pt x="0" y="772"/>
                </a:moveTo>
                <a:lnTo>
                  <a:pt x="35" y="772"/>
                </a:lnTo>
                <a:lnTo>
                  <a:pt x="72" y="772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77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58" name=""/>
          <p:cNvSpPr/>
          <p:nvPr/>
        </p:nvSpPr>
        <p:spPr>
          <a:xfrm rot="0">
            <a:off x="7769225" y="3962400"/>
            <a:ext cx="38100" cy="409575"/>
          </a:xfrm>
          <a:custGeom>
            <a:avLst/>
            <a:ahLst/>
            <a:rect l="0" t="0" r="r" b="b"/>
            <a:pathLst>
              <a:path w="72" h="772">
                <a:moveTo>
                  <a:pt x="0" y="772"/>
                </a:moveTo>
                <a:lnTo>
                  <a:pt x="35" y="772"/>
                </a:lnTo>
                <a:lnTo>
                  <a:pt x="72" y="772"/>
                </a:lnTo>
                <a:lnTo>
                  <a:pt x="72" y="0"/>
                </a:lnTo>
                <a:lnTo>
                  <a:pt x="35" y="0"/>
                </a:lnTo>
                <a:lnTo>
                  <a:pt x="0" y="0"/>
                </a:lnTo>
                <a:lnTo>
                  <a:pt x="0" y="7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59" name=""/>
          <p:cNvSpPr/>
          <p:nvPr/>
        </p:nvSpPr>
        <p:spPr>
          <a:xfrm rot="0">
            <a:off x="7769225" y="3943350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35" y="37"/>
                </a:moveTo>
                <a:lnTo>
                  <a:pt x="0" y="37"/>
                </a:ln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5"/>
                </a:lnTo>
                <a:lnTo>
                  <a:pt x="70" y="25"/>
                </a:lnTo>
                <a:lnTo>
                  <a:pt x="72" y="37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60" name=""/>
          <p:cNvSpPr/>
          <p:nvPr/>
        </p:nvSpPr>
        <p:spPr>
          <a:xfrm rot="0">
            <a:off x="7769225" y="3943350"/>
            <a:ext cx="38100" cy="19050"/>
          </a:xfrm>
          <a:custGeom>
            <a:avLst/>
            <a:ahLst/>
            <a:rect l="0" t="0" r="r" b="b"/>
            <a:pathLst>
              <a:path w="72" h="37">
                <a:moveTo>
                  <a:pt x="0" y="37"/>
                </a:move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3"/>
                </a:lnTo>
                <a:lnTo>
                  <a:pt x="35" y="0"/>
                </a:lnTo>
                <a:lnTo>
                  <a:pt x="47" y="3"/>
                </a:lnTo>
                <a:lnTo>
                  <a:pt x="57" y="7"/>
                </a:lnTo>
                <a:lnTo>
                  <a:pt x="65" y="15"/>
                </a:lnTo>
                <a:lnTo>
                  <a:pt x="70" y="25"/>
                </a:lnTo>
                <a:lnTo>
                  <a:pt x="72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61" name=""/>
          <p:cNvSpPr/>
          <p:nvPr/>
        </p:nvSpPr>
        <p:spPr>
          <a:xfrm rot="0">
            <a:off x="8012112" y="4760912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37"/>
                </a:moveTo>
                <a:lnTo>
                  <a:pt x="0" y="0"/>
                </a:lnTo>
                <a:lnTo>
                  <a:pt x="11" y="3"/>
                </a:lnTo>
                <a:lnTo>
                  <a:pt x="21" y="7"/>
                </a:lnTo>
                <a:lnTo>
                  <a:pt x="30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1" y="67"/>
                </a:lnTo>
                <a:lnTo>
                  <a:pt x="11" y="71"/>
                </a:lnTo>
                <a:lnTo>
                  <a:pt x="0" y="72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62" name=""/>
          <p:cNvSpPr/>
          <p:nvPr/>
        </p:nvSpPr>
        <p:spPr>
          <a:xfrm rot="0">
            <a:off x="8012112" y="4760912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0"/>
                </a:moveTo>
                <a:lnTo>
                  <a:pt x="11" y="3"/>
                </a:lnTo>
                <a:lnTo>
                  <a:pt x="21" y="7"/>
                </a:lnTo>
                <a:lnTo>
                  <a:pt x="30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1" y="67"/>
                </a:lnTo>
                <a:lnTo>
                  <a:pt x="11" y="71"/>
                </a:lnTo>
                <a:lnTo>
                  <a:pt x="0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63" name=""/>
          <p:cNvSpPr/>
          <p:nvPr/>
        </p:nvSpPr>
        <p:spPr>
          <a:xfrm rot="0">
            <a:off x="7419975" y="4760912"/>
            <a:ext cx="592137" cy="38100"/>
          </a:xfrm>
          <a:custGeom>
            <a:avLst/>
            <a:ahLst/>
            <a:rect l="0" t="0" r="r" b="b"/>
            <a:pathLst>
              <a:path w="1119" h="72">
                <a:moveTo>
                  <a:pt x="1119" y="72"/>
                </a:moveTo>
                <a:lnTo>
                  <a:pt x="1119" y="37"/>
                </a:lnTo>
                <a:lnTo>
                  <a:pt x="1119" y="0"/>
                </a:lnTo>
                <a:lnTo>
                  <a:pt x="0" y="0"/>
                </a:lnTo>
                <a:lnTo>
                  <a:pt x="0" y="37"/>
                </a:lnTo>
                <a:lnTo>
                  <a:pt x="0" y="72"/>
                </a:lnTo>
                <a:lnTo>
                  <a:pt x="1119" y="7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64" name=""/>
          <p:cNvSpPr/>
          <p:nvPr/>
        </p:nvSpPr>
        <p:spPr>
          <a:xfrm rot="0">
            <a:off x="7419975" y="4760912"/>
            <a:ext cx="592137" cy="38100"/>
          </a:xfrm>
          <a:custGeom>
            <a:avLst/>
            <a:ahLst/>
            <a:rect l="0" t="0" r="r" b="b"/>
            <a:pathLst>
              <a:path w="1119" h="72">
                <a:moveTo>
                  <a:pt x="1119" y="72"/>
                </a:moveTo>
                <a:lnTo>
                  <a:pt x="1119" y="37"/>
                </a:lnTo>
                <a:lnTo>
                  <a:pt x="1119" y="0"/>
                </a:lnTo>
                <a:lnTo>
                  <a:pt x="0" y="0"/>
                </a:lnTo>
                <a:lnTo>
                  <a:pt x="0" y="37"/>
                </a:lnTo>
                <a:lnTo>
                  <a:pt x="0" y="72"/>
                </a:lnTo>
                <a:lnTo>
                  <a:pt x="1119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65" name=""/>
          <p:cNvSpPr/>
          <p:nvPr/>
        </p:nvSpPr>
        <p:spPr>
          <a:xfrm rot="0">
            <a:off x="7400925" y="4760912"/>
            <a:ext cx="19050" cy="38100"/>
          </a:xfrm>
          <a:custGeom>
            <a:avLst/>
            <a:ahLst/>
            <a:rect l="0" t="0" r="r" b="b"/>
            <a:pathLst>
              <a:path w="36" h="72">
                <a:moveTo>
                  <a:pt x="36" y="37"/>
                </a:moveTo>
                <a:lnTo>
                  <a:pt x="36" y="72"/>
                </a:lnTo>
                <a:lnTo>
                  <a:pt x="24" y="71"/>
                </a:lnTo>
                <a:lnTo>
                  <a:pt x="14" y="67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66" name=""/>
          <p:cNvSpPr/>
          <p:nvPr/>
        </p:nvSpPr>
        <p:spPr>
          <a:xfrm rot="0">
            <a:off x="7400925" y="4760912"/>
            <a:ext cx="19050" cy="38100"/>
          </a:xfrm>
          <a:custGeom>
            <a:avLst/>
            <a:ahLst/>
            <a:rect l="0" t="0" r="r" b="b"/>
            <a:pathLst>
              <a:path w="36" h="72">
                <a:moveTo>
                  <a:pt x="36" y="72"/>
                </a:moveTo>
                <a:lnTo>
                  <a:pt x="24" y="71"/>
                </a:lnTo>
                <a:lnTo>
                  <a:pt x="14" y="67"/>
                </a:lnTo>
                <a:lnTo>
                  <a:pt x="6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67" name=""/>
          <p:cNvSpPr/>
          <p:nvPr/>
        </p:nvSpPr>
        <p:spPr>
          <a:xfrm rot="0">
            <a:off x="8012112" y="4351337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37"/>
                </a:moveTo>
                <a:lnTo>
                  <a:pt x="0" y="0"/>
                </a:lnTo>
                <a:lnTo>
                  <a:pt x="11" y="2"/>
                </a:lnTo>
                <a:lnTo>
                  <a:pt x="21" y="7"/>
                </a:lnTo>
                <a:lnTo>
                  <a:pt x="30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1" y="66"/>
                </a:lnTo>
                <a:lnTo>
                  <a:pt x="11" y="71"/>
                </a:lnTo>
                <a:lnTo>
                  <a:pt x="0" y="72"/>
                </a:lnTo>
                <a:lnTo>
                  <a:pt x="0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68" name=""/>
          <p:cNvSpPr/>
          <p:nvPr/>
        </p:nvSpPr>
        <p:spPr>
          <a:xfrm rot="0">
            <a:off x="8012112" y="4351337"/>
            <a:ext cx="19050" cy="38100"/>
          </a:xfrm>
          <a:custGeom>
            <a:avLst/>
            <a:ahLst/>
            <a:rect l="0" t="0" r="r" b="b"/>
            <a:pathLst>
              <a:path w="37" h="72">
                <a:moveTo>
                  <a:pt x="0" y="0"/>
                </a:moveTo>
                <a:lnTo>
                  <a:pt x="11" y="2"/>
                </a:lnTo>
                <a:lnTo>
                  <a:pt x="21" y="7"/>
                </a:lnTo>
                <a:lnTo>
                  <a:pt x="30" y="15"/>
                </a:lnTo>
                <a:lnTo>
                  <a:pt x="34" y="25"/>
                </a:lnTo>
                <a:lnTo>
                  <a:pt x="37" y="37"/>
                </a:lnTo>
                <a:lnTo>
                  <a:pt x="34" y="48"/>
                </a:lnTo>
                <a:lnTo>
                  <a:pt x="30" y="58"/>
                </a:lnTo>
                <a:lnTo>
                  <a:pt x="21" y="66"/>
                </a:lnTo>
                <a:lnTo>
                  <a:pt x="11" y="71"/>
                </a:lnTo>
                <a:lnTo>
                  <a:pt x="0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69" name=""/>
          <p:cNvSpPr/>
          <p:nvPr/>
        </p:nvSpPr>
        <p:spPr>
          <a:xfrm rot="0">
            <a:off x="7786687" y="4351337"/>
            <a:ext cx="225425" cy="38100"/>
          </a:xfrm>
          <a:custGeom>
            <a:avLst/>
            <a:ahLst/>
            <a:rect l="0" t="0" r="r" b="b"/>
            <a:pathLst>
              <a:path w="425" h="72">
                <a:moveTo>
                  <a:pt x="425" y="72"/>
                </a:moveTo>
                <a:lnTo>
                  <a:pt x="425" y="37"/>
                </a:lnTo>
                <a:lnTo>
                  <a:pt x="425" y="0"/>
                </a:lnTo>
                <a:lnTo>
                  <a:pt x="0" y="0"/>
                </a:lnTo>
                <a:lnTo>
                  <a:pt x="0" y="37"/>
                </a:lnTo>
                <a:lnTo>
                  <a:pt x="0" y="72"/>
                </a:lnTo>
                <a:lnTo>
                  <a:pt x="425" y="7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70" name=""/>
          <p:cNvSpPr/>
          <p:nvPr/>
        </p:nvSpPr>
        <p:spPr>
          <a:xfrm rot="0">
            <a:off x="7786687" y="4351337"/>
            <a:ext cx="225425" cy="38100"/>
          </a:xfrm>
          <a:custGeom>
            <a:avLst/>
            <a:ahLst/>
            <a:rect l="0" t="0" r="r" b="b"/>
            <a:pathLst>
              <a:path w="425" h="72">
                <a:moveTo>
                  <a:pt x="425" y="72"/>
                </a:moveTo>
                <a:lnTo>
                  <a:pt x="425" y="37"/>
                </a:lnTo>
                <a:lnTo>
                  <a:pt x="425" y="0"/>
                </a:lnTo>
                <a:lnTo>
                  <a:pt x="0" y="0"/>
                </a:lnTo>
                <a:lnTo>
                  <a:pt x="0" y="37"/>
                </a:lnTo>
                <a:lnTo>
                  <a:pt x="0" y="72"/>
                </a:lnTo>
                <a:lnTo>
                  <a:pt x="425" y="7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71" name=""/>
          <p:cNvSpPr/>
          <p:nvPr/>
        </p:nvSpPr>
        <p:spPr>
          <a:xfrm rot="0">
            <a:off x="7769225" y="4351337"/>
            <a:ext cx="17462" cy="38100"/>
          </a:xfrm>
          <a:custGeom>
            <a:avLst/>
            <a:ahLst/>
            <a:rect l="0" t="0" r="r" b="b"/>
            <a:pathLst>
              <a:path w="35" h="72">
                <a:moveTo>
                  <a:pt x="35" y="37"/>
                </a:moveTo>
                <a:lnTo>
                  <a:pt x="35" y="72"/>
                </a:lnTo>
                <a:lnTo>
                  <a:pt x="24" y="71"/>
                </a:lnTo>
                <a:lnTo>
                  <a:pt x="14" y="66"/>
                </a:lnTo>
                <a:lnTo>
                  <a:pt x="5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2"/>
                </a:lnTo>
                <a:lnTo>
                  <a:pt x="35" y="0"/>
                </a:lnTo>
                <a:lnTo>
                  <a:pt x="35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72" name=""/>
          <p:cNvSpPr/>
          <p:nvPr/>
        </p:nvSpPr>
        <p:spPr>
          <a:xfrm rot="0">
            <a:off x="7769225" y="4351337"/>
            <a:ext cx="17462" cy="38100"/>
          </a:xfrm>
          <a:custGeom>
            <a:avLst/>
            <a:ahLst/>
            <a:rect l="0" t="0" r="r" b="b"/>
            <a:pathLst>
              <a:path w="35" h="72">
                <a:moveTo>
                  <a:pt x="35" y="72"/>
                </a:moveTo>
                <a:lnTo>
                  <a:pt x="24" y="71"/>
                </a:lnTo>
                <a:lnTo>
                  <a:pt x="14" y="66"/>
                </a:lnTo>
                <a:lnTo>
                  <a:pt x="5" y="58"/>
                </a:lnTo>
                <a:lnTo>
                  <a:pt x="1" y="48"/>
                </a:lnTo>
                <a:lnTo>
                  <a:pt x="0" y="37"/>
                </a:lnTo>
                <a:lnTo>
                  <a:pt x="1" y="25"/>
                </a:lnTo>
                <a:lnTo>
                  <a:pt x="5" y="15"/>
                </a:lnTo>
                <a:lnTo>
                  <a:pt x="14" y="7"/>
                </a:lnTo>
                <a:lnTo>
                  <a:pt x="24" y="2"/>
                </a:lnTo>
                <a:lnTo>
                  <a:pt x="3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73" name=""/>
          <p:cNvSpPr/>
          <p:nvPr/>
        </p:nvSpPr>
        <p:spPr>
          <a:xfrm rot="0">
            <a:off x="7993062" y="4779962"/>
            <a:ext cx="38100" cy="19050"/>
          </a:xfrm>
          <a:custGeom>
            <a:avLst/>
            <a:ahLst/>
            <a:rect l="0" t="0" r="r" b="b"/>
            <a:pathLst>
              <a:path w="73" h="35">
                <a:moveTo>
                  <a:pt x="36" y="0"/>
                </a:moveTo>
                <a:lnTo>
                  <a:pt x="73" y="0"/>
                </a:lnTo>
                <a:lnTo>
                  <a:pt x="70" y="11"/>
                </a:lnTo>
                <a:lnTo>
                  <a:pt x="66" y="21"/>
                </a:lnTo>
                <a:lnTo>
                  <a:pt x="57" y="30"/>
                </a:lnTo>
                <a:lnTo>
                  <a:pt x="47" y="34"/>
                </a:lnTo>
                <a:lnTo>
                  <a:pt x="36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  <a:lnTo>
                  <a:pt x="36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74" name=""/>
          <p:cNvSpPr/>
          <p:nvPr/>
        </p:nvSpPr>
        <p:spPr>
          <a:xfrm rot="0">
            <a:off x="7993062" y="4779962"/>
            <a:ext cx="38100" cy="19050"/>
          </a:xfrm>
          <a:custGeom>
            <a:avLst/>
            <a:ahLst/>
            <a:rect l="0" t="0" r="r" b="b"/>
            <a:pathLst>
              <a:path w="73" h="35">
                <a:moveTo>
                  <a:pt x="73" y="0"/>
                </a:moveTo>
                <a:lnTo>
                  <a:pt x="70" y="11"/>
                </a:lnTo>
                <a:lnTo>
                  <a:pt x="66" y="21"/>
                </a:lnTo>
                <a:lnTo>
                  <a:pt x="57" y="30"/>
                </a:lnTo>
                <a:lnTo>
                  <a:pt x="47" y="34"/>
                </a:lnTo>
                <a:lnTo>
                  <a:pt x="36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75" name=""/>
          <p:cNvSpPr/>
          <p:nvPr/>
        </p:nvSpPr>
        <p:spPr>
          <a:xfrm rot="0">
            <a:off x="7993062" y="4371975"/>
            <a:ext cx="38100" cy="407987"/>
          </a:xfrm>
          <a:custGeom>
            <a:avLst/>
            <a:ahLst/>
            <a:rect l="0" t="0" r="r" b="b"/>
            <a:pathLst>
              <a:path w="73" h="773">
                <a:moveTo>
                  <a:pt x="0" y="773"/>
                </a:moveTo>
                <a:lnTo>
                  <a:pt x="36" y="773"/>
                </a:lnTo>
                <a:lnTo>
                  <a:pt x="73" y="773"/>
                </a:lnTo>
                <a:lnTo>
                  <a:pt x="73" y="0"/>
                </a:lnTo>
                <a:lnTo>
                  <a:pt x="36" y="0"/>
                </a:lnTo>
                <a:lnTo>
                  <a:pt x="0" y="0"/>
                </a:lnTo>
                <a:lnTo>
                  <a:pt x="0" y="77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76" name=""/>
          <p:cNvSpPr/>
          <p:nvPr/>
        </p:nvSpPr>
        <p:spPr>
          <a:xfrm rot="0">
            <a:off x="7993062" y="4371975"/>
            <a:ext cx="38100" cy="407987"/>
          </a:xfrm>
          <a:custGeom>
            <a:avLst/>
            <a:ahLst/>
            <a:rect l="0" t="0" r="r" b="b"/>
            <a:pathLst>
              <a:path w="73" h="773">
                <a:moveTo>
                  <a:pt x="0" y="773"/>
                </a:moveTo>
                <a:lnTo>
                  <a:pt x="36" y="773"/>
                </a:lnTo>
                <a:lnTo>
                  <a:pt x="73" y="773"/>
                </a:lnTo>
                <a:lnTo>
                  <a:pt x="73" y="0"/>
                </a:lnTo>
                <a:lnTo>
                  <a:pt x="36" y="0"/>
                </a:lnTo>
                <a:lnTo>
                  <a:pt x="0" y="0"/>
                </a:lnTo>
                <a:lnTo>
                  <a:pt x="0" y="77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77" name=""/>
          <p:cNvSpPr/>
          <p:nvPr/>
        </p:nvSpPr>
        <p:spPr>
          <a:xfrm rot="0">
            <a:off x="7993062" y="4351337"/>
            <a:ext cx="38100" cy="20637"/>
          </a:xfrm>
          <a:custGeom>
            <a:avLst/>
            <a:ahLst/>
            <a:rect l="0" t="0" r="r" b="b"/>
            <a:pathLst>
              <a:path w="73" h="37">
                <a:moveTo>
                  <a:pt x="36" y="37"/>
                </a:moveTo>
                <a:lnTo>
                  <a:pt x="0" y="37"/>
                </a:lnTo>
                <a:lnTo>
                  <a:pt x="2" y="25"/>
                </a:lnTo>
                <a:lnTo>
                  <a:pt x="6" y="15"/>
                </a:lnTo>
                <a:lnTo>
                  <a:pt x="14" y="7"/>
                </a:lnTo>
                <a:lnTo>
                  <a:pt x="24" y="2"/>
                </a:lnTo>
                <a:lnTo>
                  <a:pt x="36" y="0"/>
                </a:lnTo>
                <a:lnTo>
                  <a:pt x="47" y="2"/>
                </a:lnTo>
                <a:lnTo>
                  <a:pt x="57" y="7"/>
                </a:lnTo>
                <a:lnTo>
                  <a:pt x="66" y="15"/>
                </a:lnTo>
                <a:lnTo>
                  <a:pt x="70" y="25"/>
                </a:lnTo>
                <a:lnTo>
                  <a:pt x="73" y="37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78" name=""/>
          <p:cNvSpPr/>
          <p:nvPr/>
        </p:nvSpPr>
        <p:spPr>
          <a:xfrm rot="0">
            <a:off x="7993062" y="4351337"/>
            <a:ext cx="38100" cy="20637"/>
          </a:xfrm>
          <a:custGeom>
            <a:avLst/>
            <a:ahLst/>
            <a:rect l="0" t="0" r="r" b="b"/>
            <a:pathLst>
              <a:path w="73" h="37">
                <a:moveTo>
                  <a:pt x="0" y="37"/>
                </a:moveTo>
                <a:lnTo>
                  <a:pt x="2" y="25"/>
                </a:lnTo>
                <a:lnTo>
                  <a:pt x="6" y="15"/>
                </a:lnTo>
                <a:lnTo>
                  <a:pt x="14" y="7"/>
                </a:lnTo>
                <a:lnTo>
                  <a:pt x="24" y="2"/>
                </a:lnTo>
                <a:lnTo>
                  <a:pt x="36" y="0"/>
                </a:lnTo>
                <a:lnTo>
                  <a:pt x="47" y="2"/>
                </a:lnTo>
                <a:lnTo>
                  <a:pt x="57" y="7"/>
                </a:lnTo>
                <a:lnTo>
                  <a:pt x="66" y="15"/>
                </a:lnTo>
                <a:lnTo>
                  <a:pt x="70" y="25"/>
                </a:lnTo>
                <a:lnTo>
                  <a:pt x="73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79" name=""/>
          <p:cNvSpPr/>
          <p:nvPr/>
        </p:nvSpPr>
        <p:spPr>
          <a:xfrm rot="0">
            <a:off x="7419975" y="3862387"/>
            <a:ext cx="1587" cy="1984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0" name=""/>
          <p:cNvSpPr/>
          <p:nvPr/>
        </p:nvSpPr>
        <p:spPr>
          <a:xfrm rot="0">
            <a:off x="7419975" y="4113212"/>
            <a:ext cx="1587" cy="5080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1" name=""/>
          <p:cNvSpPr/>
          <p:nvPr/>
        </p:nvSpPr>
        <p:spPr>
          <a:xfrm rot="0">
            <a:off x="7419975" y="4216400"/>
            <a:ext cx="1587" cy="3111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2" name=""/>
          <p:cNvSpPr/>
          <p:nvPr/>
        </p:nvSpPr>
        <p:spPr>
          <a:xfrm rot="0">
            <a:off x="7419975" y="4579937"/>
            <a:ext cx="1587" cy="5080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3" name=""/>
          <p:cNvSpPr/>
          <p:nvPr/>
        </p:nvSpPr>
        <p:spPr>
          <a:xfrm rot="0">
            <a:off x="7419975" y="4683125"/>
            <a:ext cx="1587" cy="1984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4" name=""/>
          <p:cNvSpPr/>
          <p:nvPr/>
        </p:nvSpPr>
        <p:spPr>
          <a:xfrm rot="0">
            <a:off x="1166812" y="2338387"/>
            <a:ext cx="38100" cy="19050"/>
          </a:xfrm>
          <a:custGeom>
            <a:avLst/>
            <a:ahLst/>
            <a:rect l="0" t="0" r="r" b="b"/>
            <a:pathLst>
              <a:path w="73" h="37">
                <a:moveTo>
                  <a:pt x="36" y="37"/>
                </a:moveTo>
                <a:lnTo>
                  <a:pt x="0" y="37"/>
                </a:lnTo>
                <a:lnTo>
                  <a:pt x="2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  <a:lnTo>
                  <a:pt x="47" y="3"/>
                </a:lnTo>
                <a:lnTo>
                  <a:pt x="57" y="7"/>
                </a:lnTo>
                <a:lnTo>
                  <a:pt x="66" y="15"/>
                </a:lnTo>
                <a:lnTo>
                  <a:pt x="70" y="25"/>
                </a:lnTo>
                <a:lnTo>
                  <a:pt x="73" y="37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85" name=""/>
          <p:cNvSpPr/>
          <p:nvPr/>
        </p:nvSpPr>
        <p:spPr>
          <a:xfrm rot="0">
            <a:off x="1166812" y="2338387"/>
            <a:ext cx="38100" cy="19050"/>
          </a:xfrm>
          <a:custGeom>
            <a:avLst/>
            <a:ahLst/>
            <a:rect l="0" t="0" r="r" b="b"/>
            <a:pathLst>
              <a:path w="73" h="37">
                <a:moveTo>
                  <a:pt x="0" y="37"/>
                </a:moveTo>
                <a:lnTo>
                  <a:pt x="2" y="25"/>
                </a:lnTo>
                <a:lnTo>
                  <a:pt x="6" y="15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  <a:lnTo>
                  <a:pt x="47" y="3"/>
                </a:lnTo>
                <a:lnTo>
                  <a:pt x="57" y="7"/>
                </a:lnTo>
                <a:lnTo>
                  <a:pt x="66" y="15"/>
                </a:lnTo>
                <a:lnTo>
                  <a:pt x="70" y="25"/>
                </a:lnTo>
                <a:lnTo>
                  <a:pt x="73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6" name=""/>
          <p:cNvSpPr/>
          <p:nvPr/>
        </p:nvSpPr>
        <p:spPr>
          <a:xfrm rot="0">
            <a:off x="1166812" y="2357437"/>
            <a:ext cx="38100" cy="82550"/>
          </a:xfrm>
          <a:custGeom>
            <a:avLst/>
            <a:ahLst/>
            <a:rect l="0" t="0" r="r" b="b"/>
            <a:pathLst>
              <a:path w="73" h="154">
                <a:moveTo>
                  <a:pt x="73" y="0"/>
                </a:moveTo>
                <a:lnTo>
                  <a:pt x="36" y="0"/>
                </a:lnTo>
                <a:lnTo>
                  <a:pt x="0" y="0"/>
                </a:lnTo>
                <a:lnTo>
                  <a:pt x="0" y="154"/>
                </a:lnTo>
                <a:lnTo>
                  <a:pt x="36" y="154"/>
                </a:lnTo>
                <a:lnTo>
                  <a:pt x="73" y="154"/>
                </a:lnTo>
                <a:lnTo>
                  <a:pt x="73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87" name=""/>
          <p:cNvSpPr/>
          <p:nvPr/>
        </p:nvSpPr>
        <p:spPr>
          <a:xfrm rot="0">
            <a:off x="1166812" y="2357437"/>
            <a:ext cx="38100" cy="82550"/>
          </a:xfrm>
          <a:custGeom>
            <a:avLst/>
            <a:ahLst/>
            <a:rect l="0" t="0" r="r" b="b"/>
            <a:pathLst>
              <a:path w="73" h="154">
                <a:moveTo>
                  <a:pt x="73" y="0"/>
                </a:moveTo>
                <a:lnTo>
                  <a:pt x="36" y="0"/>
                </a:lnTo>
                <a:lnTo>
                  <a:pt x="0" y="0"/>
                </a:lnTo>
                <a:lnTo>
                  <a:pt x="0" y="154"/>
                </a:lnTo>
                <a:lnTo>
                  <a:pt x="36" y="154"/>
                </a:lnTo>
                <a:lnTo>
                  <a:pt x="73" y="154"/>
                </a:lnTo>
                <a:lnTo>
                  <a:pt x="7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88" name=""/>
          <p:cNvSpPr/>
          <p:nvPr/>
        </p:nvSpPr>
        <p:spPr>
          <a:xfrm rot="0">
            <a:off x="1166812" y="2439987"/>
            <a:ext cx="38100" cy="17462"/>
          </a:xfrm>
          <a:custGeom>
            <a:avLst/>
            <a:ahLst/>
            <a:rect l="0" t="0" r="r" b="b"/>
            <a:pathLst>
              <a:path w="73" h="35">
                <a:moveTo>
                  <a:pt x="36" y="0"/>
                </a:moveTo>
                <a:lnTo>
                  <a:pt x="73" y="0"/>
                </a:lnTo>
                <a:lnTo>
                  <a:pt x="70" y="11"/>
                </a:lnTo>
                <a:lnTo>
                  <a:pt x="66" y="21"/>
                </a:lnTo>
                <a:lnTo>
                  <a:pt x="57" y="30"/>
                </a:lnTo>
                <a:lnTo>
                  <a:pt x="47" y="34"/>
                </a:lnTo>
                <a:lnTo>
                  <a:pt x="36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  <a:lnTo>
                  <a:pt x="36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89" name=""/>
          <p:cNvSpPr/>
          <p:nvPr/>
        </p:nvSpPr>
        <p:spPr>
          <a:xfrm rot="0">
            <a:off x="1166812" y="2439987"/>
            <a:ext cx="38100" cy="17462"/>
          </a:xfrm>
          <a:custGeom>
            <a:avLst/>
            <a:ahLst/>
            <a:rect l="0" t="0" r="r" b="b"/>
            <a:pathLst>
              <a:path w="73" h="35">
                <a:moveTo>
                  <a:pt x="73" y="0"/>
                </a:moveTo>
                <a:lnTo>
                  <a:pt x="70" y="11"/>
                </a:lnTo>
                <a:lnTo>
                  <a:pt x="66" y="21"/>
                </a:lnTo>
                <a:lnTo>
                  <a:pt x="57" y="30"/>
                </a:lnTo>
                <a:lnTo>
                  <a:pt x="47" y="34"/>
                </a:lnTo>
                <a:lnTo>
                  <a:pt x="36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90" name=""/>
          <p:cNvSpPr/>
          <p:nvPr/>
        </p:nvSpPr>
        <p:spPr>
          <a:xfrm rot="0">
            <a:off x="1166812" y="2932112"/>
            <a:ext cx="38100" cy="19050"/>
          </a:xfrm>
          <a:custGeom>
            <a:avLst/>
            <a:ahLst/>
            <a:rect l="0" t="0" r="r" b="b"/>
            <a:pathLst>
              <a:path w="73" h="35">
                <a:moveTo>
                  <a:pt x="36" y="0"/>
                </a:moveTo>
                <a:lnTo>
                  <a:pt x="73" y="0"/>
                </a:lnTo>
                <a:lnTo>
                  <a:pt x="70" y="11"/>
                </a:lnTo>
                <a:lnTo>
                  <a:pt x="66" y="21"/>
                </a:lnTo>
                <a:lnTo>
                  <a:pt x="57" y="30"/>
                </a:lnTo>
                <a:lnTo>
                  <a:pt x="47" y="34"/>
                </a:lnTo>
                <a:lnTo>
                  <a:pt x="36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  <a:lnTo>
                  <a:pt x="36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91" name=""/>
          <p:cNvSpPr/>
          <p:nvPr/>
        </p:nvSpPr>
        <p:spPr>
          <a:xfrm rot="0">
            <a:off x="1166812" y="2932112"/>
            <a:ext cx="38100" cy="19050"/>
          </a:xfrm>
          <a:custGeom>
            <a:avLst/>
            <a:ahLst/>
            <a:rect l="0" t="0" r="r" b="b"/>
            <a:pathLst>
              <a:path w="73" h="35">
                <a:moveTo>
                  <a:pt x="73" y="0"/>
                </a:moveTo>
                <a:lnTo>
                  <a:pt x="70" y="11"/>
                </a:lnTo>
                <a:lnTo>
                  <a:pt x="66" y="21"/>
                </a:lnTo>
                <a:lnTo>
                  <a:pt x="57" y="30"/>
                </a:lnTo>
                <a:lnTo>
                  <a:pt x="47" y="34"/>
                </a:lnTo>
                <a:lnTo>
                  <a:pt x="36" y="35"/>
                </a:lnTo>
                <a:lnTo>
                  <a:pt x="24" y="34"/>
                </a:lnTo>
                <a:lnTo>
                  <a:pt x="14" y="30"/>
                </a:lnTo>
                <a:lnTo>
                  <a:pt x="6" y="21"/>
                </a:lnTo>
                <a:lnTo>
                  <a:pt x="2" y="11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92" name=""/>
          <p:cNvSpPr/>
          <p:nvPr/>
        </p:nvSpPr>
        <p:spPr>
          <a:xfrm rot="0">
            <a:off x="1166812" y="2851150"/>
            <a:ext cx="38100" cy="80962"/>
          </a:xfrm>
          <a:custGeom>
            <a:avLst/>
            <a:ahLst/>
            <a:rect l="0" t="0" r="r" b="b"/>
            <a:pathLst>
              <a:path w="73" h="154">
                <a:moveTo>
                  <a:pt x="0" y="154"/>
                </a:moveTo>
                <a:lnTo>
                  <a:pt x="36" y="154"/>
                </a:lnTo>
                <a:lnTo>
                  <a:pt x="73" y="154"/>
                </a:lnTo>
                <a:lnTo>
                  <a:pt x="73" y="0"/>
                </a:lnTo>
                <a:lnTo>
                  <a:pt x="36" y="0"/>
                </a:lnTo>
                <a:lnTo>
                  <a:pt x="0" y="0"/>
                </a:lnTo>
                <a:lnTo>
                  <a:pt x="0" y="154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93" name=""/>
          <p:cNvSpPr/>
          <p:nvPr/>
        </p:nvSpPr>
        <p:spPr>
          <a:xfrm rot="0">
            <a:off x="1166812" y="2851150"/>
            <a:ext cx="38100" cy="80962"/>
          </a:xfrm>
          <a:custGeom>
            <a:avLst/>
            <a:ahLst/>
            <a:rect l="0" t="0" r="r" b="b"/>
            <a:pathLst>
              <a:path w="73" h="154">
                <a:moveTo>
                  <a:pt x="0" y="154"/>
                </a:moveTo>
                <a:lnTo>
                  <a:pt x="36" y="154"/>
                </a:lnTo>
                <a:lnTo>
                  <a:pt x="73" y="154"/>
                </a:lnTo>
                <a:lnTo>
                  <a:pt x="73" y="0"/>
                </a:lnTo>
                <a:lnTo>
                  <a:pt x="36" y="0"/>
                </a:lnTo>
                <a:lnTo>
                  <a:pt x="0" y="0"/>
                </a:lnTo>
                <a:lnTo>
                  <a:pt x="0" y="15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94" name=""/>
          <p:cNvSpPr/>
          <p:nvPr/>
        </p:nvSpPr>
        <p:spPr>
          <a:xfrm rot="0">
            <a:off x="1166812" y="2830512"/>
            <a:ext cx="38100" cy="20637"/>
          </a:xfrm>
          <a:custGeom>
            <a:avLst/>
            <a:ahLst/>
            <a:rect l="0" t="0" r="r" b="b"/>
            <a:pathLst>
              <a:path w="73" h="37">
                <a:moveTo>
                  <a:pt x="36" y="37"/>
                </a:moveTo>
                <a:lnTo>
                  <a:pt x="0" y="37"/>
                </a:lnTo>
                <a:lnTo>
                  <a:pt x="2" y="26"/>
                </a:lnTo>
                <a:lnTo>
                  <a:pt x="6" y="16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  <a:lnTo>
                  <a:pt x="47" y="3"/>
                </a:lnTo>
                <a:lnTo>
                  <a:pt x="57" y="7"/>
                </a:lnTo>
                <a:lnTo>
                  <a:pt x="66" y="16"/>
                </a:lnTo>
                <a:lnTo>
                  <a:pt x="70" y="26"/>
                </a:lnTo>
                <a:lnTo>
                  <a:pt x="73" y="37"/>
                </a:lnTo>
                <a:lnTo>
                  <a:pt x="36" y="37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4695" name=""/>
          <p:cNvSpPr/>
          <p:nvPr/>
        </p:nvSpPr>
        <p:spPr>
          <a:xfrm rot="0">
            <a:off x="1166812" y="2830512"/>
            <a:ext cx="38100" cy="20637"/>
          </a:xfrm>
          <a:custGeom>
            <a:avLst/>
            <a:ahLst/>
            <a:rect l="0" t="0" r="r" b="b"/>
            <a:pathLst>
              <a:path w="73" h="37">
                <a:moveTo>
                  <a:pt x="0" y="37"/>
                </a:moveTo>
                <a:lnTo>
                  <a:pt x="2" y="26"/>
                </a:lnTo>
                <a:lnTo>
                  <a:pt x="6" y="16"/>
                </a:lnTo>
                <a:lnTo>
                  <a:pt x="14" y="7"/>
                </a:lnTo>
                <a:lnTo>
                  <a:pt x="24" y="3"/>
                </a:lnTo>
                <a:lnTo>
                  <a:pt x="36" y="0"/>
                </a:lnTo>
                <a:lnTo>
                  <a:pt x="47" y="3"/>
                </a:lnTo>
                <a:lnTo>
                  <a:pt x="57" y="7"/>
                </a:lnTo>
                <a:lnTo>
                  <a:pt x="66" y="16"/>
                </a:lnTo>
                <a:lnTo>
                  <a:pt x="70" y="26"/>
                </a:lnTo>
                <a:lnTo>
                  <a:pt x="73" y="3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4696" name=""/>
          <p:cNvSpPr/>
          <p:nvPr/>
        </p:nvSpPr>
        <p:spPr>
          <a:xfrm rot="0" flipV="1">
            <a:off x="7502525" y="1062037"/>
            <a:ext cx="1587" cy="777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97" name=""/>
          <p:cNvSpPr/>
          <p:nvPr/>
        </p:nvSpPr>
        <p:spPr>
          <a:xfrm rot="0" flipV="1">
            <a:off x="7502525" y="944562"/>
            <a:ext cx="1587" cy="793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4698" name=""/>
          <p:cNvSpPr/>
          <p:nvPr/>
        </p:nvSpPr>
        <p:spPr>
          <a:xfrm rot="0" flipV="1">
            <a:off x="7502525" y="828675"/>
            <a:ext cx="1587" cy="777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59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366712" y="-171450"/>
            <a:ext cx="9877425" cy="72009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0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443037" y="1157287"/>
            <a:ext cx="6257925" cy="45434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1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423987" y="1185862"/>
            <a:ext cx="6296025" cy="44862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2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80962" y="200025"/>
            <a:ext cx="8982075" cy="64579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38112" y="219075"/>
            <a:ext cx="8867775" cy="64198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4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76200" y="176212"/>
            <a:ext cx="8991600" cy="65055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5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23825" y="185737"/>
            <a:ext cx="8896350" cy="64865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6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61912" y="190500"/>
            <a:ext cx="9020175" cy="64770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7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23825" y="228600"/>
            <a:ext cx="8896350" cy="64008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2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8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09537" y="219075"/>
            <a:ext cx="8924925" cy="64198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69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033462" y="881062"/>
            <a:ext cx="7077075" cy="50958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0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095375" y="885825"/>
            <a:ext cx="6953250" cy="50863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1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295400" y="800100"/>
            <a:ext cx="6856412" cy="4948237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2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719137" y="1157287"/>
            <a:ext cx="7019925" cy="50355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447800" y="1166812"/>
            <a:ext cx="6248400" cy="45243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4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381125" y="1143000"/>
            <a:ext cx="6381750" cy="45720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5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414462" y="1157287"/>
            <a:ext cx="6315075" cy="45434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6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8100" y="180975"/>
            <a:ext cx="9067800" cy="64960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7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7150" y="147637"/>
            <a:ext cx="9029700" cy="65627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3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8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47687" y="547687"/>
            <a:ext cx="8048625" cy="57626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79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76262" y="561975"/>
            <a:ext cx="7991475" cy="57340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0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52450" y="519112"/>
            <a:ext cx="8039100" cy="58197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1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443037" y="1143000"/>
            <a:ext cx="6257925" cy="45720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2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966787" y="871537"/>
            <a:ext cx="7210425" cy="51149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962025" y="823912"/>
            <a:ext cx="7219950" cy="52101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4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990600" y="866775"/>
            <a:ext cx="7162800" cy="51244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5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990600" y="866775"/>
            <a:ext cx="7162800" cy="51244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6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985837" y="862012"/>
            <a:ext cx="7172325" cy="51339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7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947737" y="838200"/>
            <a:ext cx="7248525" cy="51816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4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8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76237" y="361950"/>
            <a:ext cx="8391525" cy="61341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89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04812" y="376237"/>
            <a:ext cx="8334375" cy="61055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0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09562" y="395287"/>
            <a:ext cx="8524875" cy="60674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1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04812" y="419100"/>
            <a:ext cx="8334375" cy="60198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2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33375" y="390525"/>
            <a:ext cx="8477250" cy="60769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23862" y="404812"/>
            <a:ext cx="8296275" cy="60483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4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00050" y="404812"/>
            <a:ext cx="8343900" cy="60483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5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66675" y="-23812"/>
            <a:ext cx="9277350" cy="69056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6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23850" y="144462"/>
            <a:ext cx="8208962" cy="63468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7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57187" y="385762"/>
            <a:ext cx="8429625" cy="60864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5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8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973137" y="-96837"/>
            <a:ext cx="10261600" cy="6954837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199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195262" y="-9525"/>
            <a:ext cx="9534525" cy="68770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0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895350" y="928687"/>
            <a:ext cx="7353300" cy="50006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1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1204912" y="952500"/>
            <a:ext cx="6734175" cy="49530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2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109537" y="-28575"/>
            <a:ext cx="9363075" cy="69151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7625" y="128587"/>
            <a:ext cx="9048750" cy="660082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4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95300" y="461962"/>
            <a:ext cx="8153400" cy="5934075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5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14350" y="495300"/>
            <a:ext cx="8115300" cy="58674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6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-71437" y="104775"/>
            <a:ext cx="9286875" cy="66484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6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7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81012" y="438150"/>
            <a:ext cx="8181975" cy="598170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7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08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09575" y="447675"/>
            <a:ext cx="8324850" cy="5962650"/>
          </a:xfrm>
          <a:prstGeom prst="rect"/>
          <a:noFill/>
          <a:ln>
            <a:noFill/>
          </a:ln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7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74699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43</a:t>
            </a:r>
          </a:p>
        </p:txBody>
      </p:sp>
      <p:sp>
        <p:nvSpPr>
          <p:cNvPr id="1074700" name=""/>
          <p:cNvSpPr txBox="1"/>
          <p:nvPr/>
        </p:nvSpPr>
        <p:spPr>
          <a:xfrm rot="0">
            <a:off x="22225" y="0"/>
            <a:ext cx="6278562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分析截切形体的表面交线，画全三视图</a:t>
            </a:r>
          </a:p>
        </p:txBody>
      </p:sp>
      <p:grpSp>
        <p:nvGrpSpPr>
          <p:cNvPr id="372" name=""/>
          <p:cNvGrpSpPr/>
          <p:nvPr/>
        </p:nvGrpSpPr>
        <p:grpSpPr>
          <a:xfrm rot="0">
            <a:off x="1708150" y="2119312"/>
            <a:ext cx="4095750" cy="2209800"/>
            <a:chOff x="1076" y="1335"/>
            <a:chExt cx="2580" cy="1392"/>
          </a:xfrm>
        </p:grpSpPr>
        <p:sp>
          <p:nvSpPr>
            <p:cNvPr id="1074701" name=""/>
            <p:cNvSpPr/>
            <p:nvPr/>
          </p:nvSpPr>
          <p:spPr>
            <a:xfrm rot="0">
              <a:off x="1076" y="2726"/>
              <a:ext cx="12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2" name=""/>
            <p:cNvSpPr/>
            <p:nvPr/>
          </p:nvSpPr>
          <p:spPr>
            <a:xfrm rot="0">
              <a:off x="1234" y="2726"/>
              <a:ext cx="3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3" name=""/>
            <p:cNvSpPr/>
            <p:nvPr/>
          </p:nvSpPr>
          <p:spPr>
            <a:xfrm rot="0">
              <a:off x="1307" y="2726"/>
              <a:ext cx="21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4" name=""/>
            <p:cNvSpPr/>
            <p:nvPr/>
          </p:nvSpPr>
          <p:spPr>
            <a:xfrm rot="0">
              <a:off x="1561" y="2726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5" name=""/>
            <p:cNvSpPr/>
            <p:nvPr/>
          </p:nvSpPr>
          <p:spPr>
            <a:xfrm rot="0">
              <a:off x="1634" y="2726"/>
              <a:ext cx="21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6" name=""/>
            <p:cNvSpPr/>
            <p:nvPr/>
          </p:nvSpPr>
          <p:spPr>
            <a:xfrm rot="0">
              <a:off x="1888" y="2726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7" name=""/>
            <p:cNvSpPr/>
            <p:nvPr/>
          </p:nvSpPr>
          <p:spPr>
            <a:xfrm rot="0">
              <a:off x="1960" y="2726"/>
              <a:ext cx="21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8" name=""/>
            <p:cNvSpPr/>
            <p:nvPr/>
          </p:nvSpPr>
          <p:spPr>
            <a:xfrm rot="0">
              <a:off x="2214" y="2726"/>
              <a:ext cx="3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09" name=""/>
            <p:cNvSpPr/>
            <p:nvPr/>
          </p:nvSpPr>
          <p:spPr>
            <a:xfrm rot="0">
              <a:off x="2287" y="2726"/>
              <a:ext cx="12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0" name=""/>
            <p:cNvSpPr/>
            <p:nvPr/>
          </p:nvSpPr>
          <p:spPr>
            <a:xfrm rot="0">
              <a:off x="2742" y="1793"/>
              <a:ext cx="23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1" name=""/>
            <p:cNvSpPr/>
            <p:nvPr/>
          </p:nvSpPr>
          <p:spPr>
            <a:xfrm rot="0">
              <a:off x="3018" y="1793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2" name=""/>
            <p:cNvSpPr/>
            <p:nvPr/>
          </p:nvSpPr>
          <p:spPr>
            <a:xfrm rot="0">
              <a:off x="3090" y="1793"/>
              <a:ext cx="21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3" name=""/>
            <p:cNvSpPr/>
            <p:nvPr/>
          </p:nvSpPr>
          <p:spPr>
            <a:xfrm rot="0">
              <a:off x="3344" y="1793"/>
              <a:ext cx="3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4" name=""/>
            <p:cNvSpPr/>
            <p:nvPr/>
          </p:nvSpPr>
          <p:spPr>
            <a:xfrm rot="0">
              <a:off x="3417" y="1793"/>
              <a:ext cx="23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5" name=""/>
            <p:cNvSpPr/>
            <p:nvPr/>
          </p:nvSpPr>
          <p:spPr>
            <a:xfrm rot="0">
              <a:off x="3199" y="1335"/>
              <a:ext cx="1" cy="24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6" name=""/>
            <p:cNvSpPr/>
            <p:nvPr/>
          </p:nvSpPr>
          <p:spPr>
            <a:xfrm rot="0">
              <a:off x="3199" y="1611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7" name=""/>
            <p:cNvSpPr/>
            <p:nvPr/>
          </p:nvSpPr>
          <p:spPr>
            <a:xfrm rot="0">
              <a:off x="3199" y="1684"/>
              <a:ext cx="1" cy="2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8" name=""/>
            <p:cNvSpPr/>
            <p:nvPr/>
          </p:nvSpPr>
          <p:spPr>
            <a:xfrm rot="0">
              <a:off x="3199" y="1938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19" name=""/>
            <p:cNvSpPr/>
            <p:nvPr/>
          </p:nvSpPr>
          <p:spPr>
            <a:xfrm rot="0">
              <a:off x="3199" y="2010"/>
              <a:ext cx="1" cy="24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0" name=""/>
            <p:cNvSpPr/>
            <p:nvPr/>
          </p:nvSpPr>
          <p:spPr>
            <a:xfrm rot="0">
              <a:off x="1104" y="1793"/>
              <a:ext cx="12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1" name=""/>
            <p:cNvSpPr/>
            <p:nvPr/>
          </p:nvSpPr>
          <p:spPr>
            <a:xfrm rot="0">
              <a:off x="1262" y="1793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2" name=""/>
            <p:cNvSpPr/>
            <p:nvPr/>
          </p:nvSpPr>
          <p:spPr>
            <a:xfrm rot="0">
              <a:off x="1335" y="1793"/>
              <a:ext cx="21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3" name=""/>
            <p:cNvSpPr/>
            <p:nvPr/>
          </p:nvSpPr>
          <p:spPr>
            <a:xfrm rot="0">
              <a:off x="1589" y="1793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4" name=""/>
            <p:cNvSpPr/>
            <p:nvPr/>
          </p:nvSpPr>
          <p:spPr>
            <a:xfrm rot="0">
              <a:off x="1661" y="1793"/>
              <a:ext cx="21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5" name=""/>
            <p:cNvSpPr/>
            <p:nvPr/>
          </p:nvSpPr>
          <p:spPr>
            <a:xfrm rot="0">
              <a:off x="1915" y="1793"/>
              <a:ext cx="3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6" name=""/>
            <p:cNvSpPr/>
            <p:nvPr/>
          </p:nvSpPr>
          <p:spPr>
            <a:xfrm rot="0">
              <a:off x="1988" y="1793"/>
              <a:ext cx="21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7" name=""/>
            <p:cNvSpPr/>
            <p:nvPr/>
          </p:nvSpPr>
          <p:spPr>
            <a:xfrm rot="0">
              <a:off x="2242" y="1793"/>
              <a:ext cx="3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8" name=""/>
            <p:cNvSpPr/>
            <p:nvPr/>
          </p:nvSpPr>
          <p:spPr>
            <a:xfrm rot="0">
              <a:off x="2314" y="1793"/>
              <a:ext cx="12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29" name=""/>
            <p:cNvSpPr/>
            <p:nvPr/>
          </p:nvSpPr>
          <p:spPr>
            <a:xfrm rot="0">
              <a:off x="1212" y="2158"/>
              <a:ext cx="6" cy="12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30" name=""/>
            <p:cNvSpPr/>
            <p:nvPr/>
          </p:nvSpPr>
          <p:spPr>
            <a:xfrm rot="0">
              <a:off x="1212" y="2158"/>
              <a:ext cx="6" cy="12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31" name=""/>
            <p:cNvSpPr/>
            <p:nvPr/>
          </p:nvSpPr>
          <p:spPr>
            <a:xfrm rot="0">
              <a:off x="1218" y="2158"/>
              <a:ext cx="1143" cy="12"/>
            </a:xfrm>
            <a:custGeom>
              <a:avLst/>
              <a:ahLst/>
              <a:rect l="0" t="0" r="r" b="b"/>
              <a:pathLst>
                <a:path w="5714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714" y="59"/>
                  </a:lnTo>
                  <a:lnTo>
                    <a:pt x="5714" y="30"/>
                  </a:lnTo>
                  <a:lnTo>
                    <a:pt x="571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32" name=""/>
            <p:cNvSpPr/>
            <p:nvPr/>
          </p:nvSpPr>
          <p:spPr>
            <a:xfrm rot="0">
              <a:off x="1218" y="2158"/>
              <a:ext cx="1143" cy="12"/>
            </a:xfrm>
            <a:custGeom>
              <a:avLst/>
              <a:ahLst/>
              <a:rect l="0" t="0" r="r" b="b"/>
              <a:pathLst>
                <a:path w="5714" h="59">
                  <a:moveTo>
                    <a:pt x="0" y="0"/>
                  </a:moveTo>
                  <a:lnTo>
                    <a:pt x="0" y="30"/>
                  </a:lnTo>
                  <a:lnTo>
                    <a:pt x="0" y="59"/>
                  </a:lnTo>
                  <a:lnTo>
                    <a:pt x="5714" y="59"/>
                  </a:lnTo>
                  <a:lnTo>
                    <a:pt x="5714" y="30"/>
                  </a:lnTo>
                  <a:lnTo>
                    <a:pt x="571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33" name=""/>
            <p:cNvSpPr/>
            <p:nvPr/>
          </p:nvSpPr>
          <p:spPr>
            <a:xfrm rot="0">
              <a:off x="2361" y="2158"/>
              <a:ext cx="6" cy="12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34" name=""/>
            <p:cNvSpPr/>
            <p:nvPr/>
          </p:nvSpPr>
          <p:spPr>
            <a:xfrm rot="0">
              <a:off x="2361" y="2158"/>
              <a:ext cx="6" cy="12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35" name=""/>
            <p:cNvSpPr/>
            <p:nvPr/>
          </p:nvSpPr>
          <p:spPr>
            <a:xfrm rot="0">
              <a:off x="2361" y="1415"/>
              <a:ext cx="6" cy="12"/>
            </a:xfrm>
            <a:custGeom>
              <a:avLst/>
              <a:ahLst/>
              <a:rect l="0" t="0" r="r" b="b"/>
              <a:pathLst>
                <a:path w="30" h="59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59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36" name=""/>
            <p:cNvSpPr/>
            <p:nvPr/>
          </p:nvSpPr>
          <p:spPr>
            <a:xfrm rot="0">
              <a:off x="2361" y="1415"/>
              <a:ext cx="6" cy="12"/>
            </a:xfrm>
            <a:custGeom>
              <a:avLst/>
              <a:ahLst/>
              <a:rect l="0" t="0" r="r" b="b"/>
              <a:pathLst>
                <a:path w="30" h="59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4" y="12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39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37" name=""/>
            <p:cNvSpPr/>
            <p:nvPr/>
          </p:nvSpPr>
          <p:spPr>
            <a:xfrm rot="0">
              <a:off x="1218" y="1415"/>
              <a:ext cx="1143" cy="12"/>
            </a:xfrm>
            <a:custGeom>
              <a:avLst/>
              <a:ahLst/>
              <a:rect l="0" t="0" r="r" b="b"/>
              <a:pathLst>
                <a:path w="5714" h="59">
                  <a:moveTo>
                    <a:pt x="5714" y="59"/>
                  </a:moveTo>
                  <a:lnTo>
                    <a:pt x="5714" y="30"/>
                  </a:lnTo>
                  <a:lnTo>
                    <a:pt x="5714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5714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38" name=""/>
            <p:cNvSpPr/>
            <p:nvPr/>
          </p:nvSpPr>
          <p:spPr>
            <a:xfrm rot="0">
              <a:off x="1218" y="1415"/>
              <a:ext cx="1143" cy="12"/>
            </a:xfrm>
            <a:custGeom>
              <a:avLst/>
              <a:ahLst/>
              <a:rect l="0" t="0" r="r" b="b"/>
              <a:pathLst>
                <a:path w="5714" h="59">
                  <a:moveTo>
                    <a:pt x="5714" y="59"/>
                  </a:moveTo>
                  <a:lnTo>
                    <a:pt x="5714" y="30"/>
                  </a:lnTo>
                  <a:lnTo>
                    <a:pt x="5714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59"/>
                  </a:lnTo>
                  <a:lnTo>
                    <a:pt x="571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39" name=""/>
            <p:cNvSpPr/>
            <p:nvPr/>
          </p:nvSpPr>
          <p:spPr>
            <a:xfrm rot="0">
              <a:off x="1212" y="1415"/>
              <a:ext cx="6" cy="12"/>
            </a:xfrm>
            <a:custGeom>
              <a:avLst/>
              <a:ahLst/>
              <a:rect l="0" t="0" r="r" b="b"/>
              <a:pathLst>
                <a:path w="29" h="59">
                  <a:moveTo>
                    <a:pt x="29" y="30"/>
                  </a:moveTo>
                  <a:lnTo>
                    <a:pt x="29" y="59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40" name=""/>
            <p:cNvSpPr/>
            <p:nvPr/>
          </p:nvSpPr>
          <p:spPr>
            <a:xfrm rot="0">
              <a:off x="1212" y="1415"/>
              <a:ext cx="6" cy="12"/>
            </a:xfrm>
            <a:custGeom>
              <a:avLst/>
              <a:ahLst/>
              <a:rect l="0" t="0" r="r" b="b"/>
              <a:pathLst>
                <a:path w="29" h="59">
                  <a:moveTo>
                    <a:pt x="29" y="59"/>
                  </a:move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41" name=""/>
            <p:cNvSpPr/>
            <p:nvPr/>
          </p:nvSpPr>
          <p:spPr>
            <a:xfrm rot="0">
              <a:off x="1212" y="1987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42" name=""/>
            <p:cNvSpPr/>
            <p:nvPr/>
          </p:nvSpPr>
          <p:spPr>
            <a:xfrm rot="0">
              <a:off x="1212" y="1987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0" y="30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43" name=""/>
            <p:cNvSpPr/>
            <p:nvPr/>
          </p:nvSpPr>
          <p:spPr>
            <a:xfrm rot="0">
              <a:off x="1212" y="1993"/>
              <a:ext cx="12" cy="171"/>
            </a:xfrm>
            <a:custGeom>
              <a:avLst/>
              <a:ahLst/>
              <a:rect l="0" t="0" r="r" b="b"/>
              <a:pathLst>
                <a:path w="60" h="859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59"/>
                  </a:lnTo>
                  <a:lnTo>
                    <a:pt x="29" y="859"/>
                  </a:lnTo>
                  <a:lnTo>
                    <a:pt x="60" y="859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44" name=""/>
            <p:cNvSpPr/>
            <p:nvPr/>
          </p:nvSpPr>
          <p:spPr>
            <a:xfrm rot="0">
              <a:off x="1212" y="1993"/>
              <a:ext cx="12" cy="171"/>
            </a:xfrm>
            <a:custGeom>
              <a:avLst/>
              <a:ahLst/>
              <a:rect l="0" t="0" r="r" b="b"/>
              <a:pathLst>
                <a:path w="60" h="859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59"/>
                  </a:lnTo>
                  <a:lnTo>
                    <a:pt x="29" y="859"/>
                  </a:lnTo>
                  <a:lnTo>
                    <a:pt x="60" y="859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45" name=""/>
            <p:cNvSpPr/>
            <p:nvPr/>
          </p:nvSpPr>
          <p:spPr>
            <a:xfrm rot="0">
              <a:off x="1212" y="2164"/>
              <a:ext cx="12" cy="6"/>
            </a:xfrm>
            <a:custGeom>
              <a:avLst/>
              <a:ahLst/>
              <a:rect l="0" t="0" r="r" b="b"/>
              <a:pathLst>
                <a:path w="60" h="29">
                  <a:moveTo>
                    <a:pt x="29" y="0"/>
                  </a:moveTo>
                  <a:lnTo>
                    <a:pt x="60" y="0"/>
                  </a:ln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46" name=""/>
            <p:cNvSpPr/>
            <p:nvPr/>
          </p:nvSpPr>
          <p:spPr>
            <a:xfrm rot="0">
              <a:off x="1212" y="2164"/>
              <a:ext cx="12" cy="6"/>
            </a:xfrm>
            <a:custGeom>
              <a:avLst/>
              <a:ahLst/>
              <a:rect l="0" t="0" r="r" b="b"/>
              <a:pathLst>
                <a:path w="60" h="29">
                  <a:moveTo>
                    <a:pt x="60" y="0"/>
                  </a:move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47" name=""/>
            <p:cNvSpPr/>
            <p:nvPr/>
          </p:nvSpPr>
          <p:spPr>
            <a:xfrm rot="0">
              <a:off x="1647" y="1987"/>
              <a:ext cx="6" cy="12"/>
            </a:xfrm>
            <a:custGeom>
              <a:avLst/>
              <a:ahLst/>
              <a:rect l="0" t="0" r="r" b="b"/>
              <a:pathLst>
                <a:path w="31" h="60">
                  <a:moveTo>
                    <a:pt x="0" y="30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8" y="21"/>
                  </a:lnTo>
                  <a:lnTo>
                    <a:pt x="31" y="30"/>
                  </a:lnTo>
                  <a:lnTo>
                    <a:pt x="28" y="40"/>
                  </a:lnTo>
                  <a:lnTo>
                    <a:pt x="25" y="48"/>
                  </a:lnTo>
                  <a:lnTo>
                    <a:pt x="18" y="55"/>
                  </a:lnTo>
                  <a:lnTo>
                    <a:pt x="10" y="58"/>
                  </a:lnTo>
                  <a:lnTo>
                    <a:pt x="0" y="6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48" name=""/>
            <p:cNvSpPr/>
            <p:nvPr/>
          </p:nvSpPr>
          <p:spPr>
            <a:xfrm rot="0">
              <a:off x="1647" y="1987"/>
              <a:ext cx="6" cy="12"/>
            </a:xfrm>
            <a:custGeom>
              <a:avLst/>
              <a:ahLst/>
              <a:rect l="0" t="0" r="r" b="b"/>
              <a:pathLst>
                <a:path w="31" h="60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8" y="21"/>
                  </a:lnTo>
                  <a:lnTo>
                    <a:pt x="31" y="30"/>
                  </a:lnTo>
                  <a:lnTo>
                    <a:pt x="28" y="40"/>
                  </a:lnTo>
                  <a:lnTo>
                    <a:pt x="25" y="48"/>
                  </a:lnTo>
                  <a:lnTo>
                    <a:pt x="18" y="55"/>
                  </a:lnTo>
                  <a:lnTo>
                    <a:pt x="10" y="58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49" name=""/>
            <p:cNvSpPr/>
            <p:nvPr/>
          </p:nvSpPr>
          <p:spPr>
            <a:xfrm rot="0">
              <a:off x="1218" y="1987"/>
              <a:ext cx="429" cy="12"/>
            </a:xfrm>
            <a:custGeom>
              <a:avLst/>
              <a:ahLst/>
              <a:rect l="0" t="0" r="r" b="b"/>
              <a:pathLst>
                <a:path w="2143" h="60">
                  <a:moveTo>
                    <a:pt x="2143" y="60"/>
                  </a:moveTo>
                  <a:lnTo>
                    <a:pt x="2143" y="30"/>
                  </a:lnTo>
                  <a:lnTo>
                    <a:pt x="2143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60"/>
                  </a:lnTo>
                  <a:lnTo>
                    <a:pt x="214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50" name=""/>
            <p:cNvSpPr/>
            <p:nvPr/>
          </p:nvSpPr>
          <p:spPr>
            <a:xfrm rot="0">
              <a:off x="1218" y="1987"/>
              <a:ext cx="429" cy="12"/>
            </a:xfrm>
            <a:custGeom>
              <a:avLst/>
              <a:ahLst/>
              <a:rect l="0" t="0" r="r" b="b"/>
              <a:pathLst>
                <a:path w="2143" h="60">
                  <a:moveTo>
                    <a:pt x="2143" y="60"/>
                  </a:moveTo>
                  <a:lnTo>
                    <a:pt x="2143" y="30"/>
                  </a:lnTo>
                  <a:lnTo>
                    <a:pt x="2143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60"/>
                  </a:lnTo>
                  <a:lnTo>
                    <a:pt x="2143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51" name=""/>
            <p:cNvSpPr/>
            <p:nvPr/>
          </p:nvSpPr>
          <p:spPr>
            <a:xfrm rot="0">
              <a:off x="1212" y="1987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30"/>
                  </a:moveTo>
                  <a:lnTo>
                    <a:pt x="29" y="60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52" name=""/>
            <p:cNvSpPr/>
            <p:nvPr/>
          </p:nvSpPr>
          <p:spPr>
            <a:xfrm rot="0">
              <a:off x="1212" y="1987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60"/>
                  </a:move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53" name=""/>
            <p:cNvSpPr/>
            <p:nvPr/>
          </p:nvSpPr>
          <p:spPr>
            <a:xfrm rot="0">
              <a:off x="1641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29" y="31"/>
                  </a:move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1"/>
                  </a:lnTo>
                  <a:lnTo>
                    <a:pt x="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54" name=""/>
            <p:cNvSpPr/>
            <p:nvPr/>
          </p:nvSpPr>
          <p:spPr>
            <a:xfrm rot="0">
              <a:off x="1641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0" y="31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55" name=""/>
            <p:cNvSpPr/>
            <p:nvPr/>
          </p:nvSpPr>
          <p:spPr>
            <a:xfrm rot="0">
              <a:off x="1641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29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56" name=""/>
            <p:cNvSpPr/>
            <p:nvPr/>
          </p:nvSpPr>
          <p:spPr>
            <a:xfrm rot="0">
              <a:off x="1641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29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57" name=""/>
            <p:cNvSpPr/>
            <p:nvPr/>
          </p:nvSpPr>
          <p:spPr>
            <a:xfrm rot="0">
              <a:off x="1641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29" y="0"/>
                  </a:moveTo>
                  <a:lnTo>
                    <a:pt x="60" y="0"/>
                  </a:ln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9" y="28"/>
                  </a:lnTo>
                  <a:lnTo>
                    <a:pt x="29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58" name=""/>
            <p:cNvSpPr/>
            <p:nvPr/>
          </p:nvSpPr>
          <p:spPr>
            <a:xfrm rot="0">
              <a:off x="1641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60" y="0"/>
                  </a:move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9" y="28"/>
                  </a:lnTo>
                  <a:lnTo>
                    <a:pt x="29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59" name=""/>
            <p:cNvSpPr/>
            <p:nvPr/>
          </p:nvSpPr>
          <p:spPr>
            <a:xfrm rot="0">
              <a:off x="1212" y="1586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31"/>
                  </a:moveTo>
                  <a:lnTo>
                    <a:pt x="29" y="60"/>
                  </a:lnTo>
                  <a:lnTo>
                    <a:pt x="20" y="59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60" name=""/>
            <p:cNvSpPr/>
            <p:nvPr/>
          </p:nvSpPr>
          <p:spPr>
            <a:xfrm rot="0">
              <a:off x="1212" y="1586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60"/>
                  </a:moveTo>
                  <a:lnTo>
                    <a:pt x="20" y="59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61" name=""/>
            <p:cNvSpPr/>
            <p:nvPr/>
          </p:nvSpPr>
          <p:spPr>
            <a:xfrm rot="0">
              <a:off x="1218" y="1586"/>
              <a:ext cx="429" cy="12"/>
            </a:xfrm>
            <a:custGeom>
              <a:avLst/>
              <a:ahLst/>
              <a:rect l="0" t="0" r="r" b="b"/>
              <a:pathLst>
                <a:path w="2143" h="60">
                  <a:moveTo>
                    <a:pt x="0" y="0"/>
                  </a:moveTo>
                  <a:lnTo>
                    <a:pt x="0" y="31"/>
                  </a:lnTo>
                  <a:lnTo>
                    <a:pt x="0" y="60"/>
                  </a:lnTo>
                  <a:lnTo>
                    <a:pt x="2143" y="60"/>
                  </a:lnTo>
                  <a:lnTo>
                    <a:pt x="2143" y="31"/>
                  </a:lnTo>
                  <a:lnTo>
                    <a:pt x="214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62" name=""/>
            <p:cNvSpPr/>
            <p:nvPr/>
          </p:nvSpPr>
          <p:spPr>
            <a:xfrm rot="0">
              <a:off x="1218" y="1586"/>
              <a:ext cx="429" cy="12"/>
            </a:xfrm>
            <a:custGeom>
              <a:avLst/>
              <a:ahLst/>
              <a:rect l="0" t="0" r="r" b="b"/>
              <a:pathLst>
                <a:path w="2143" h="60">
                  <a:moveTo>
                    <a:pt x="0" y="0"/>
                  </a:moveTo>
                  <a:lnTo>
                    <a:pt x="0" y="31"/>
                  </a:lnTo>
                  <a:lnTo>
                    <a:pt x="0" y="60"/>
                  </a:lnTo>
                  <a:lnTo>
                    <a:pt x="2143" y="60"/>
                  </a:lnTo>
                  <a:lnTo>
                    <a:pt x="2143" y="31"/>
                  </a:lnTo>
                  <a:lnTo>
                    <a:pt x="214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63" name=""/>
            <p:cNvSpPr/>
            <p:nvPr/>
          </p:nvSpPr>
          <p:spPr>
            <a:xfrm rot="0">
              <a:off x="1647" y="1586"/>
              <a:ext cx="6" cy="12"/>
            </a:xfrm>
            <a:custGeom>
              <a:avLst/>
              <a:ahLst/>
              <a:rect l="0" t="0" r="r" b="b"/>
              <a:pathLst>
                <a:path w="31" h="60">
                  <a:moveTo>
                    <a:pt x="0" y="31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8" y="21"/>
                  </a:lnTo>
                  <a:lnTo>
                    <a:pt x="31" y="31"/>
                  </a:lnTo>
                  <a:lnTo>
                    <a:pt x="28" y="40"/>
                  </a:lnTo>
                  <a:lnTo>
                    <a:pt x="25" y="48"/>
                  </a:lnTo>
                  <a:lnTo>
                    <a:pt x="18" y="55"/>
                  </a:lnTo>
                  <a:lnTo>
                    <a:pt x="10" y="59"/>
                  </a:lnTo>
                  <a:lnTo>
                    <a:pt x="0" y="6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64" name=""/>
            <p:cNvSpPr/>
            <p:nvPr/>
          </p:nvSpPr>
          <p:spPr>
            <a:xfrm rot="0">
              <a:off x="1647" y="1586"/>
              <a:ext cx="6" cy="12"/>
            </a:xfrm>
            <a:custGeom>
              <a:avLst/>
              <a:ahLst/>
              <a:rect l="0" t="0" r="r" b="b"/>
              <a:pathLst>
                <a:path w="31" h="60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8" y="21"/>
                  </a:lnTo>
                  <a:lnTo>
                    <a:pt x="31" y="31"/>
                  </a:lnTo>
                  <a:lnTo>
                    <a:pt x="28" y="40"/>
                  </a:lnTo>
                  <a:lnTo>
                    <a:pt x="25" y="48"/>
                  </a:lnTo>
                  <a:lnTo>
                    <a:pt x="18" y="55"/>
                  </a:lnTo>
                  <a:lnTo>
                    <a:pt x="10" y="59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65" name=""/>
            <p:cNvSpPr/>
            <p:nvPr/>
          </p:nvSpPr>
          <p:spPr>
            <a:xfrm rot="0">
              <a:off x="1212" y="1415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7" y="5"/>
                  </a:lnTo>
                  <a:lnTo>
                    <a:pt x="54" y="12"/>
                  </a:lnTo>
                  <a:lnTo>
                    <a:pt x="57" y="21"/>
                  </a:lnTo>
                  <a:lnTo>
                    <a:pt x="60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66" name=""/>
            <p:cNvSpPr/>
            <p:nvPr/>
          </p:nvSpPr>
          <p:spPr>
            <a:xfrm rot="0">
              <a:off x="1212" y="1415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0" y="30"/>
                  </a:move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7" y="5"/>
                  </a:lnTo>
                  <a:lnTo>
                    <a:pt x="54" y="12"/>
                  </a:lnTo>
                  <a:lnTo>
                    <a:pt x="57" y="21"/>
                  </a:lnTo>
                  <a:lnTo>
                    <a:pt x="6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67" name=""/>
            <p:cNvSpPr/>
            <p:nvPr/>
          </p:nvSpPr>
          <p:spPr>
            <a:xfrm rot="0">
              <a:off x="1212" y="1421"/>
              <a:ext cx="12" cy="171"/>
            </a:xfrm>
            <a:custGeom>
              <a:avLst/>
              <a:ahLst/>
              <a:rect l="0" t="0" r="r" b="b"/>
              <a:pathLst>
                <a:path w="60" h="858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58"/>
                  </a:lnTo>
                  <a:lnTo>
                    <a:pt x="29" y="858"/>
                  </a:lnTo>
                  <a:lnTo>
                    <a:pt x="60" y="858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68" name=""/>
            <p:cNvSpPr/>
            <p:nvPr/>
          </p:nvSpPr>
          <p:spPr>
            <a:xfrm rot="0">
              <a:off x="1212" y="1421"/>
              <a:ext cx="12" cy="171"/>
            </a:xfrm>
            <a:custGeom>
              <a:avLst/>
              <a:ahLst/>
              <a:rect l="0" t="0" r="r" b="b"/>
              <a:pathLst>
                <a:path w="60" h="858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858"/>
                  </a:lnTo>
                  <a:lnTo>
                    <a:pt x="29" y="858"/>
                  </a:lnTo>
                  <a:lnTo>
                    <a:pt x="60" y="858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69" name=""/>
            <p:cNvSpPr/>
            <p:nvPr/>
          </p:nvSpPr>
          <p:spPr>
            <a:xfrm rot="0">
              <a:off x="1212" y="1592"/>
              <a:ext cx="12" cy="6"/>
            </a:xfrm>
            <a:custGeom>
              <a:avLst/>
              <a:ahLst/>
              <a:rect l="0" t="0" r="r" b="b"/>
              <a:pathLst>
                <a:path w="60" h="29">
                  <a:moveTo>
                    <a:pt x="29" y="0"/>
                  </a:moveTo>
                  <a:lnTo>
                    <a:pt x="60" y="0"/>
                  </a:lnTo>
                  <a:lnTo>
                    <a:pt x="57" y="9"/>
                  </a:lnTo>
                  <a:lnTo>
                    <a:pt x="54" y="17"/>
                  </a:lnTo>
                  <a:lnTo>
                    <a:pt x="47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70" name=""/>
            <p:cNvSpPr/>
            <p:nvPr/>
          </p:nvSpPr>
          <p:spPr>
            <a:xfrm rot="0">
              <a:off x="1212" y="1592"/>
              <a:ext cx="12" cy="6"/>
            </a:xfrm>
            <a:custGeom>
              <a:avLst/>
              <a:ahLst/>
              <a:rect l="0" t="0" r="r" b="b"/>
              <a:pathLst>
                <a:path w="60" h="29">
                  <a:moveTo>
                    <a:pt x="60" y="0"/>
                  </a:moveTo>
                  <a:lnTo>
                    <a:pt x="57" y="9"/>
                  </a:lnTo>
                  <a:lnTo>
                    <a:pt x="54" y="17"/>
                  </a:lnTo>
                  <a:lnTo>
                    <a:pt x="47" y="24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20" y="28"/>
                  </a:lnTo>
                  <a:lnTo>
                    <a:pt x="12" y="24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71" name=""/>
            <p:cNvSpPr/>
            <p:nvPr/>
          </p:nvSpPr>
          <p:spPr>
            <a:xfrm rot="0">
              <a:off x="2355" y="1415"/>
              <a:ext cx="12" cy="6"/>
            </a:xfrm>
            <a:custGeom>
              <a:avLst/>
              <a:ahLst/>
              <a:rect l="0" t="0" r="r" b="b"/>
              <a:pathLst>
                <a:path w="59" h="30">
                  <a:moveTo>
                    <a:pt x="29" y="30"/>
                  </a:moveTo>
                  <a:lnTo>
                    <a:pt x="0" y="30"/>
                  </a:lnTo>
                  <a:lnTo>
                    <a:pt x="1" y="21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1"/>
                  </a:lnTo>
                  <a:lnTo>
                    <a:pt x="59" y="3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72" name=""/>
            <p:cNvSpPr/>
            <p:nvPr/>
          </p:nvSpPr>
          <p:spPr>
            <a:xfrm rot="0">
              <a:off x="2355" y="1415"/>
              <a:ext cx="12" cy="6"/>
            </a:xfrm>
            <a:custGeom>
              <a:avLst/>
              <a:ahLst/>
              <a:rect l="0" t="0" r="r" b="b"/>
              <a:pathLst>
                <a:path w="59" h="30">
                  <a:moveTo>
                    <a:pt x="0" y="30"/>
                  </a:moveTo>
                  <a:lnTo>
                    <a:pt x="1" y="21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9" y="0"/>
                  </a:lnTo>
                  <a:lnTo>
                    <a:pt x="38" y="2"/>
                  </a:lnTo>
                  <a:lnTo>
                    <a:pt x="46" y="5"/>
                  </a:lnTo>
                  <a:lnTo>
                    <a:pt x="53" y="12"/>
                  </a:lnTo>
                  <a:lnTo>
                    <a:pt x="57" y="21"/>
                  </a:lnTo>
                  <a:lnTo>
                    <a:pt x="5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73" name=""/>
            <p:cNvSpPr/>
            <p:nvPr/>
          </p:nvSpPr>
          <p:spPr>
            <a:xfrm rot="0">
              <a:off x="2355" y="1421"/>
              <a:ext cx="12" cy="743"/>
            </a:xfrm>
            <a:custGeom>
              <a:avLst/>
              <a:ahLst/>
              <a:rect l="0" t="0" r="r" b="b"/>
              <a:pathLst>
                <a:path w="59" h="371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3718"/>
                  </a:lnTo>
                  <a:lnTo>
                    <a:pt x="29" y="3718"/>
                  </a:lnTo>
                  <a:lnTo>
                    <a:pt x="59" y="3718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74" name=""/>
            <p:cNvSpPr/>
            <p:nvPr/>
          </p:nvSpPr>
          <p:spPr>
            <a:xfrm rot="0">
              <a:off x="2355" y="1421"/>
              <a:ext cx="12" cy="743"/>
            </a:xfrm>
            <a:custGeom>
              <a:avLst/>
              <a:ahLst/>
              <a:rect l="0" t="0" r="r" b="b"/>
              <a:pathLst>
                <a:path w="59" h="3718">
                  <a:moveTo>
                    <a:pt x="59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3718"/>
                  </a:lnTo>
                  <a:lnTo>
                    <a:pt x="29" y="3718"/>
                  </a:lnTo>
                  <a:lnTo>
                    <a:pt x="59" y="3718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75" name=""/>
            <p:cNvSpPr/>
            <p:nvPr/>
          </p:nvSpPr>
          <p:spPr>
            <a:xfrm rot="0">
              <a:off x="2355" y="2164"/>
              <a:ext cx="12" cy="6"/>
            </a:xfrm>
            <a:custGeom>
              <a:avLst/>
              <a:ahLst/>
              <a:rect l="0" t="0" r="r" b="b"/>
              <a:pathLst>
                <a:path w="59" h="29">
                  <a:moveTo>
                    <a:pt x="29" y="0"/>
                  </a:moveTo>
                  <a:lnTo>
                    <a:pt x="59" y="0"/>
                  </a:lnTo>
                  <a:lnTo>
                    <a:pt x="57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76" name=""/>
            <p:cNvSpPr/>
            <p:nvPr/>
          </p:nvSpPr>
          <p:spPr>
            <a:xfrm rot="0">
              <a:off x="2355" y="2164"/>
              <a:ext cx="12" cy="6"/>
            </a:xfrm>
            <a:custGeom>
              <a:avLst/>
              <a:ahLst/>
              <a:rect l="0" t="0" r="r" b="b"/>
              <a:pathLst>
                <a:path w="59" h="29">
                  <a:moveTo>
                    <a:pt x="59" y="0"/>
                  </a:moveTo>
                  <a:lnTo>
                    <a:pt x="57" y="10"/>
                  </a:lnTo>
                  <a:lnTo>
                    <a:pt x="53" y="18"/>
                  </a:lnTo>
                  <a:lnTo>
                    <a:pt x="46" y="25"/>
                  </a:lnTo>
                  <a:lnTo>
                    <a:pt x="38" y="28"/>
                  </a:lnTo>
                  <a:lnTo>
                    <a:pt x="29" y="29"/>
                  </a:lnTo>
                  <a:lnTo>
                    <a:pt x="19" y="28"/>
                  </a:lnTo>
                  <a:lnTo>
                    <a:pt x="11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77" name=""/>
            <p:cNvSpPr/>
            <p:nvPr/>
          </p:nvSpPr>
          <p:spPr>
            <a:xfrm rot="0">
              <a:off x="1212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29" y="31"/>
                  </a:move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1"/>
                  </a:lnTo>
                  <a:lnTo>
                    <a:pt x="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78" name=""/>
            <p:cNvSpPr/>
            <p:nvPr/>
          </p:nvSpPr>
          <p:spPr>
            <a:xfrm rot="0">
              <a:off x="1212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0" y="31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8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79" name=""/>
            <p:cNvSpPr/>
            <p:nvPr/>
          </p:nvSpPr>
          <p:spPr>
            <a:xfrm rot="0">
              <a:off x="1212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29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80" name=""/>
            <p:cNvSpPr/>
            <p:nvPr/>
          </p:nvSpPr>
          <p:spPr>
            <a:xfrm rot="0">
              <a:off x="1212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29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81" name=""/>
            <p:cNvSpPr/>
            <p:nvPr/>
          </p:nvSpPr>
          <p:spPr>
            <a:xfrm rot="0">
              <a:off x="1212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29" y="0"/>
                  </a:moveTo>
                  <a:lnTo>
                    <a:pt x="60" y="0"/>
                  </a:ln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8" y="28"/>
                  </a:lnTo>
                  <a:lnTo>
                    <a:pt x="29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82" name=""/>
            <p:cNvSpPr/>
            <p:nvPr/>
          </p:nvSpPr>
          <p:spPr>
            <a:xfrm rot="0">
              <a:off x="1212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60" y="0"/>
                  </a:move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8" y="28"/>
                  </a:lnTo>
                  <a:lnTo>
                    <a:pt x="29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83" name=""/>
            <p:cNvSpPr/>
            <p:nvPr/>
          </p:nvSpPr>
          <p:spPr>
            <a:xfrm rot="0">
              <a:off x="3008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30" y="31"/>
                  </a:move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9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8" y="21"/>
                  </a:lnTo>
                  <a:lnTo>
                    <a:pt x="60" y="31"/>
                  </a:lnTo>
                  <a:lnTo>
                    <a:pt x="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84" name=""/>
            <p:cNvSpPr/>
            <p:nvPr/>
          </p:nvSpPr>
          <p:spPr>
            <a:xfrm rot="0">
              <a:off x="3008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0" y="31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9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8" y="21"/>
                  </a:lnTo>
                  <a:lnTo>
                    <a:pt x="6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85" name=""/>
            <p:cNvSpPr/>
            <p:nvPr/>
          </p:nvSpPr>
          <p:spPr>
            <a:xfrm rot="0">
              <a:off x="3008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30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86" name=""/>
            <p:cNvSpPr/>
            <p:nvPr/>
          </p:nvSpPr>
          <p:spPr>
            <a:xfrm rot="0">
              <a:off x="3008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30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87" name=""/>
            <p:cNvSpPr/>
            <p:nvPr/>
          </p:nvSpPr>
          <p:spPr>
            <a:xfrm rot="0">
              <a:off x="3008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30" y="0"/>
                  </a:moveTo>
                  <a:lnTo>
                    <a:pt x="60" y="0"/>
                  </a:lnTo>
                  <a:lnTo>
                    <a:pt x="58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9" y="28"/>
                  </a:lnTo>
                  <a:lnTo>
                    <a:pt x="30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88" name=""/>
            <p:cNvSpPr/>
            <p:nvPr/>
          </p:nvSpPr>
          <p:spPr>
            <a:xfrm rot="0">
              <a:off x="3008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60" y="0"/>
                  </a:moveTo>
                  <a:lnTo>
                    <a:pt x="58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9" y="28"/>
                  </a:lnTo>
                  <a:lnTo>
                    <a:pt x="30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89" name=""/>
            <p:cNvSpPr/>
            <p:nvPr/>
          </p:nvSpPr>
          <p:spPr>
            <a:xfrm rot="0">
              <a:off x="3014" y="1586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31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9"/>
                  </a:lnTo>
                  <a:lnTo>
                    <a:pt x="0" y="6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90" name=""/>
            <p:cNvSpPr/>
            <p:nvPr/>
          </p:nvSpPr>
          <p:spPr>
            <a:xfrm rot="0">
              <a:off x="3014" y="1586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9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91" name=""/>
            <p:cNvSpPr/>
            <p:nvPr/>
          </p:nvSpPr>
          <p:spPr>
            <a:xfrm rot="0">
              <a:off x="2886" y="1586"/>
              <a:ext cx="128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637" y="60"/>
                  </a:moveTo>
                  <a:lnTo>
                    <a:pt x="637" y="31"/>
                  </a:lnTo>
                  <a:lnTo>
                    <a:pt x="637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0" y="60"/>
                  </a:lnTo>
                  <a:lnTo>
                    <a:pt x="63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92" name=""/>
            <p:cNvSpPr/>
            <p:nvPr/>
          </p:nvSpPr>
          <p:spPr>
            <a:xfrm rot="0">
              <a:off x="2886" y="1586"/>
              <a:ext cx="128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637" y="60"/>
                  </a:moveTo>
                  <a:lnTo>
                    <a:pt x="637" y="31"/>
                  </a:lnTo>
                  <a:lnTo>
                    <a:pt x="637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0" y="60"/>
                  </a:lnTo>
                  <a:lnTo>
                    <a:pt x="63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93" name=""/>
            <p:cNvSpPr/>
            <p:nvPr/>
          </p:nvSpPr>
          <p:spPr>
            <a:xfrm rot="0">
              <a:off x="2880" y="1586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31"/>
                  </a:moveTo>
                  <a:lnTo>
                    <a:pt x="29" y="60"/>
                  </a:lnTo>
                  <a:lnTo>
                    <a:pt x="20" y="59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94" name=""/>
            <p:cNvSpPr/>
            <p:nvPr/>
          </p:nvSpPr>
          <p:spPr>
            <a:xfrm rot="0">
              <a:off x="2880" y="1586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60"/>
                  </a:moveTo>
                  <a:lnTo>
                    <a:pt x="20" y="59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95" name=""/>
            <p:cNvSpPr/>
            <p:nvPr/>
          </p:nvSpPr>
          <p:spPr>
            <a:xfrm rot="0">
              <a:off x="3379" y="1586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31"/>
                  </a:moveTo>
                  <a:lnTo>
                    <a:pt x="29" y="60"/>
                  </a:lnTo>
                  <a:lnTo>
                    <a:pt x="20" y="59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96" name=""/>
            <p:cNvSpPr/>
            <p:nvPr/>
          </p:nvSpPr>
          <p:spPr>
            <a:xfrm rot="0">
              <a:off x="3379" y="1586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60"/>
                  </a:moveTo>
                  <a:lnTo>
                    <a:pt x="20" y="59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97" name=""/>
            <p:cNvSpPr/>
            <p:nvPr/>
          </p:nvSpPr>
          <p:spPr>
            <a:xfrm rot="0">
              <a:off x="3385" y="1586"/>
              <a:ext cx="127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0" y="0"/>
                  </a:moveTo>
                  <a:lnTo>
                    <a:pt x="0" y="31"/>
                  </a:lnTo>
                  <a:lnTo>
                    <a:pt x="0" y="60"/>
                  </a:lnTo>
                  <a:lnTo>
                    <a:pt x="637" y="60"/>
                  </a:lnTo>
                  <a:lnTo>
                    <a:pt x="637" y="31"/>
                  </a:lnTo>
                  <a:lnTo>
                    <a:pt x="6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798" name=""/>
            <p:cNvSpPr/>
            <p:nvPr/>
          </p:nvSpPr>
          <p:spPr>
            <a:xfrm rot="0">
              <a:off x="3385" y="1586"/>
              <a:ext cx="127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0" y="0"/>
                  </a:moveTo>
                  <a:lnTo>
                    <a:pt x="0" y="31"/>
                  </a:lnTo>
                  <a:lnTo>
                    <a:pt x="0" y="60"/>
                  </a:lnTo>
                  <a:lnTo>
                    <a:pt x="637" y="60"/>
                  </a:lnTo>
                  <a:lnTo>
                    <a:pt x="637" y="31"/>
                  </a:lnTo>
                  <a:lnTo>
                    <a:pt x="63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799" name=""/>
            <p:cNvSpPr/>
            <p:nvPr/>
          </p:nvSpPr>
          <p:spPr>
            <a:xfrm rot="0">
              <a:off x="3512" y="1586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31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9"/>
                  </a:lnTo>
                  <a:lnTo>
                    <a:pt x="0" y="6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00" name=""/>
            <p:cNvSpPr/>
            <p:nvPr/>
          </p:nvSpPr>
          <p:spPr>
            <a:xfrm rot="0">
              <a:off x="3512" y="1586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0"/>
                  </a:moveTo>
                  <a:lnTo>
                    <a:pt x="9" y="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1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9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01" name=""/>
            <p:cNvSpPr/>
            <p:nvPr/>
          </p:nvSpPr>
          <p:spPr>
            <a:xfrm rot="0">
              <a:off x="3379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29" y="31"/>
                  </a:moveTo>
                  <a:lnTo>
                    <a:pt x="0" y="31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1"/>
                  </a:lnTo>
                  <a:lnTo>
                    <a:pt x="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02" name=""/>
            <p:cNvSpPr/>
            <p:nvPr/>
          </p:nvSpPr>
          <p:spPr>
            <a:xfrm rot="0">
              <a:off x="3379" y="1586"/>
              <a:ext cx="12" cy="6"/>
            </a:xfrm>
            <a:custGeom>
              <a:avLst/>
              <a:ahLst/>
              <a:rect l="0" t="0" r="r" b="b"/>
              <a:pathLst>
                <a:path w="60" h="31">
                  <a:moveTo>
                    <a:pt x="0" y="31"/>
                  </a:move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29" y="0"/>
                  </a:lnTo>
                  <a:lnTo>
                    <a:pt x="39" y="3"/>
                  </a:lnTo>
                  <a:lnTo>
                    <a:pt x="47" y="6"/>
                  </a:lnTo>
                  <a:lnTo>
                    <a:pt x="54" y="13"/>
                  </a:lnTo>
                  <a:lnTo>
                    <a:pt x="57" y="21"/>
                  </a:lnTo>
                  <a:lnTo>
                    <a:pt x="6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03" name=""/>
            <p:cNvSpPr/>
            <p:nvPr/>
          </p:nvSpPr>
          <p:spPr>
            <a:xfrm rot="0">
              <a:off x="3379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29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04" name=""/>
            <p:cNvSpPr/>
            <p:nvPr/>
          </p:nvSpPr>
          <p:spPr>
            <a:xfrm rot="0">
              <a:off x="3379" y="1592"/>
              <a:ext cx="12" cy="401"/>
            </a:xfrm>
            <a:custGeom>
              <a:avLst/>
              <a:ahLst/>
              <a:rect l="0" t="0" r="r" b="b"/>
              <a:pathLst>
                <a:path w="60" h="2001">
                  <a:moveTo>
                    <a:pt x="60" y="0"/>
                  </a:moveTo>
                  <a:lnTo>
                    <a:pt x="29" y="0"/>
                  </a:lnTo>
                  <a:lnTo>
                    <a:pt x="0" y="0"/>
                  </a:lnTo>
                  <a:lnTo>
                    <a:pt x="0" y="2001"/>
                  </a:lnTo>
                  <a:lnTo>
                    <a:pt x="29" y="2001"/>
                  </a:lnTo>
                  <a:lnTo>
                    <a:pt x="60" y="200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05" name=""/>
            <p:cNvSpPr/>
            <p:nvPr/>
          </p:nvSpPr>
          <p:spPr>
            <a:xfrm rot="0">
              <a:off x="3379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29" y="0"/>
                  </a:moveTo>
                  <a:lnTo>
                    <a:pt x="60" y="0"/>
                  </a:ln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9" y="28"/>
                  </a:lnTo>
                  <a:lnTo>
                    <a:pt x="29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06" name=""/>
            <p:cNvSpPr/>
            <p:nvPr/>
          </p:nvSpPr>
          <p:spPr>
            <a:xfrm rot="0">
              <a:off x="3379" y="1993"/>
              <a:ext cx="12" cy="6"/>
            </a:xfrm>
            <a:custGeom>
              <a:avLst/>
              <a:ahLst/>
              <a:rect l="0" t="0" r="r" b="b"/>
              <a:pathLst>
                <a:path w="60" h="30">
                  <a:moveTo>
                    <a:pt x="60" y="0"/>
                  </a:moveTo>
                  <a:lnTo>
                    <a:pt x="57" y="10"/>
                  </a:lnTo>
                  <a:lnTo>
                    <a:pt x="54" y="18"/>
                  </a:lnTo>
                  <a:lnTo>
                    <a:pt x="47" y="25"/>
                  </a:lnTo>
                  <a:lnTo>
                    <a:pt x="39" y="28"/>
                  </a:lnTo>
                  <a:lnTo>
                    <a:pt x="29" y="30"/>
                  </a:lnTo>
                  <a:lnTo>
                    <a:pt x="20" y="28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07" name=""/>
            <p:cNvSpPr/>
            <p:nvPr/>
          </p:nvSpPr>
          <p:spPr>
            <a:xfrm rot="0">
              <a:off x="3379" y="1987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30"/>
                  </a:moveTo>
                  <a:lnTo>
                    <a:pt x="29" y="60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08" name=""/>
            <p:cNvSpPr/>
            <p:nvPr/>
          </p:nvSpPr>
          <p:spPr>
            <a:xfrm rot="0">
              <a:off x="3379" y="1987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60"/>
                  </a:move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09" name=""/>
            <p:cNvSpPr/>
            <p:nvPr/>
          </p:nvSpPr>
          <p:spPr>
            <a:xfrm rot="0">
              <a:off x="3385" y="1987"/>
              <a:ext cx="127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0" y="0"/>
                  </a:moveTo>
                  <a:lnTo>
                    <a:pt x="0" y="30"/>
                  </a:lnTo>
                  <a:lnTo>
                    <a:pt x="0" y="60"/>
                  </a:lnTo>
                  <a:lnTo>
                    <a:pt x="637" y="60"/>
                  </a:lnTo>
                  <a:lnTo>
                    <a:pt x="637" y="30"/>
                  </a:lnTo>
                  <a:lnTo>
                    <a:pt x="63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10" name=""/>
            <p:cNvSpPr/>
            <p:nvPr/>
          </p:nvSpPr>
          <p:spPr>
            <a:xfrm rot="0">
              <a:off x="3385" y="1987"/>
              <a:ext cx="127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0" y="0"/>
                  </a:moveTo>
                  <a:lnTo>
                    <a:pt x="0" y="30"/>
                  </a:lnTo>
                  <a:lnTo>
                    <a:pt x="0" y="60"/>
                  </a:lnTo>
                  <a:lnTo>
                    <a:pt x="637" y="60"/>
                  </a:lnTo>
                  <a:lnTo>
                    <a:pt x="637" y="30"/>
                  </a:lnTo>
                  <a:lnTo>
                    <a:pt x="63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11" name=""/>
            <p:cNvSpPr/>
            <p:nvPr/>
          </p:nvSpPr>
          <p:spPr>
            <a:xfrm rot="0">
              <a:off x="3512" y="1987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6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12" name=""/>
            <p:cNvSpPr/>
            <p:nvPr/>
          </p:nvSpPr>
          <p:spPr>
            <a:xfrm rot="0">
              <a:off x="3512" y="1987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13" name=""/>
            <p:cNvSpPr/>
            <p:nvPr/>
          </p:nvSpPr>
          <p:spPr>
            <a:xfrm rot="0">
              <a:off x="3014" y="1987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30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6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14" name=""/>
            <p:cNvSpPr/>
            <p:nvPr/>
          </p:nvSpPr>
          <p:spPr>
            <a:xfrm rot="0">
              <a:off x="3014" y="1987"/>
              <a:ext cx="6" cy="12"/>
            </a:xfrm>
            <a:custGeom>
              <a:avLst/>
              <a:ahLst/>
              <a:rect l="0" t="0" r="r" b="b"/>
              <a:pathLst>
                <a:path w="30" h="60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8" y="21"/>
                  </a:lnTo>
                  <a:lnTo>
                    <a:pt x="30" y="30"/>
                  </a:lnTo>
                  <a:lnTo>
                    <a:pt x="28" y="40"/>
                  </a:lnTo>
                  <a:lnTo>
                    <a:pt x="24" y="48"/>
                  </a:lnTo>
                  <a:lnTo>
                    <a:pt x="17" y="55"/>
                  </a:lnTo>
                  <a:lnTo>
                    <a:pt x="9" y="58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15" name=""/>
            <p:cNvSpPr/>
            <p:nvPr/>
          </p:nvSpPr>
          <p:spPr>
            <a:xfrm rot="0">
              <a:off x="2886" y="1987"/>
              <a:ext cx="128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637" y="60"/>
                  </a:moveTo>
                  <a:lnTo>
                    <a:pt x="637" y="30"/>
                  </a:lnTo>
                  <a:lnTo>
                    <a:pt x="637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60"/>
                  </a:lnTo>
                  <a:lnTo>
                    <a:pt x="637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16" name=""/>
            <p:cNvSpPr/>
            <p:nvPr/>
          </p:nvSpPr>
          <p:spPr>
            <a:xfrm rot="0">
              <a:off x="2886" y="1987"/>
              <a:ext cx="128" cy="12"/>
            </a:xfrm>
            <a:custGeom>
              <a:avLst/>
              <a:ahLst/>
              <a:rect l="0" t="0" r="r" b="b"/>
              <a:pathLst>
                <a:path w="637" h="60">
                  <a:moveTo>
                    <a:pt x="637" y="60"/>
                  </a:moveTo>
                  <a:lnTo>
                    <a:pt x="637" y="30"/>
                  </a:lnTo>
                  <a:lnTo>
                    <a:pt x="637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60"/>
                  </a:lnTo>
                  <a:lnTo>
                    <a:pt x="637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17" name=""/>
            <p:cNvSpPr/>
            <p:nvPr/>
          </p:nvSpPr>
          <p:spPr>
            <a:xfrm rot="0">
              <a:off x="2880" y="1987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30"/>
                  </a:moveTo>
                  <a:lnTo>
                    <a:pt x="29" y="60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2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18" name=""/>
            <p:cNvSpPr/>
            <p:nvPr/>
          </p:nvSpPr>
          <p:spPr>
            <a:xfrm rot="0">
              <a:off x="2880" y="1987"/>
              <a:ext cx="6" cy="12"/>
            </a:xfrm>
            <a:custGeom>
              <a:avLst/>
              <a:ahLst/>
              <a:rect l="0" t="0" r="r" b="b"/>
              <a:pathLst>
                <a:path w="29" h="60">
                  <a:moveTo>
                    <a:pt x="29" y="60"/>
                  </a:moveTo>
                  <a:lnTo>
                    <a:pt x="20" y="58"/>
                  </a:lnTo>
                  <a:lnTo>
                    <a:pt x="12" y="55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19" name=""/>
            <p:cNvSpPr/>
            <p:nvPr/>
          </p:nvSpPr>
          <p:spPr>
            <a:xfrm rot="0">
              <a:off x="2880" y="1987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29" y="29"/>
                  </a:moveTo>
                  <a:lnTo>
                    <a:pt x="5" y="46"/>
                  </a:lnTo>
                  <a:lnTo>
                    <a:pt x="1" y="38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40" y="1"/>
                  </a:lnTo>
                  <a:lnTo>
                    <a:pt x="48" y="6"/>
                  </a:lnTo>
                  <a:lnTo>
                    <a:pt x="54" y="13"/>
                  </a:lnTo>
                  <a:lnTo>
                    <a:pt x="2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20" name=""/>
            <p:cNvSpPr/>
            <p:nvPr/>
          </p:nvSpPr>
          <p:spPr>
            <a:xfrm rot="0">
              <a:off x="2880" y="1987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5" y="46"/>
                  </a:moveTo>
                  <a:lnTo>
                    <a:pt x="1" y="38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40" y="1"/>
                  </a:lnTo>
                  <a:lnTo>
                    <a:pt x="48" y="6"/>
                  </a:lnTo>
                  <a:lnTo>
                    <a:pt x="54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21" name=""/>
            <p:cNvSpPr/>
            <p:nvPr/>
          </p:nvSpPr>
          <p:spPr>
            <a:xfrm rot="0">
              <a:off x="2881" y="1989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49" y="0"/>
                  </a:moveTo>
                  <a:lnTo>
                    <a:pt x="24" y="16"/>
                  </a:lnTo>
                  <a:lnTo>
                    <a:pt x="0" y="33"/>
                  </a:lnTo>
                  <a:lnTo>
                    <a:pt x="50" y="106"/>
                  </a:lnTo>
                  <a:lnTo>
                    <a:pt x="74" y="90"/>
                  </a:lnTo>
                  <a:lnTo>
                    <a:pt x="99" y="74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22" name=""/>
            <p:cNvSpPr/>
            <p:nvPr/>
          </p:nvSpPr>
          <p:spPr>
            <a:xfrm rot="0">
              <a:off x="2881" y="1989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49" y="0"/>
                  </a:moveTo>
                  <a:lnTo>
                    <a:pt x="24" y="16"/>
                  </a:lnTo>
                  <a:lnTo>
                    <a:pt x="0" y="33"/>
                  </a:lnTo>
                  <a:lnTo>
                    <a:pt x="50" y="106"/>
                  </a:lnTo>
                  <a:lnTo>
                    <a:pt x="74" y="90"/>
                  </a:lnTo>
                  <a:lnTo>
                    <a:pt x="99" y="74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23" name=""/>
            <p:cNvSpPr/>
            <p:nvPr/>
          </p:nvSpPr>
          <p:spPr>
            <a:xfrm rot="0">
              <a:off x="2891" y="2007"/>
              <a:ext cx="5" cy="4"/>
            </a:xfrm>
            <a:custGeom>
              <a:avLst/>
              <a:ahLst/>
              <a:rect l="0" t="0" r="r" b="b"/>
              <a:pathLst>
                <a:path w="24" h="18">
                  <a:moveTo>
                    <a:pt x="24" y="0"/>
                  </a:moveTo>
                  <a:lnTo>
                    <a:pt x="0" y="16"/>
                  </a:lnTo>
                  <a:lnTo>
                    <a:pt x="0" y="18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24" name=""/>
            <p:cNvSpPr/>
            <p:nvPr/>
          </p:nvSpPr>
          <p:spPr>
            <a:xfrm rot="0">
              <a:off x="2891" y="2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25" name=""/>
            <p:cNvSpPr/>
            <p:nvPr/>
          </p:nvSpPr>
          <p:spPr>
            <a:xfrm rot="0">
              <a:off x="2891" y="2004"/>
              <a:ext cx="21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49" y="0"/>
                  </a:moveTo>
                  <a:lnTo>
                    <a:pt x="24" y="17"/>
                  </a:lnTo>
                  <a:lnTo>
                    <a:pt x="0" y="35"/>
                  </a:lnTo>
                  <a:lnTo>
                    <a:pt x="53" y="106"/>
                  </a:lnTo>
                  <a:lnTo>
                    <a:pt x="77" y="88"/>
                  </a:lnTo>
                  <a:lnTo>
                    <a:pt x="102" y="7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26" name=""/>
            <p:cNvSpPr/>
            <p:nvPr/>
          </p:nvSpPr>
          <p:spPr>
            <a:xfrm rot="0">
              <a:off x="2891" y="2004"/>
              <a:ext cx="21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49" y="0"/>
                  </a:moveTo>
                  <a:lnTo>
                    <a:pt x="24" y="17"/>
                  </a:lnTo>
                  <a:lnTo>
                    <a:pt x="0" y="35"/>
                  </a:lnTo>
                  <a:lnTo>
                    <a:pt x="53" y="106"/>
                  </a:lnTo>
                  <a:lnTo>
                    <a:pt x="77" y="88"/>
                  </a:lnTo>
                  <a:lnTo>
                    <a:pt x="102" y="7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27" name=""/>
            <p:cNvSpPr/>
            <p:nvPr/>
          </p:nvSpPr>
          <p:spPr>
            <a:xfrm rot="0">
              <a:off x="2902" y="2022"/>
              <a:ext cx="5" cy="3"/>
            </a:xfrm>
            <a:custGeom>
              <a:avLst/>
              <a:ahLst/>
              <a:rect l="0" t="0" r="r" b="b"/>
              <a:pathLst>
                <a:path w="24" h="19">
                  <a:moveTo>
                    <a:pt x="24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28" name=""/>
            <p:cNvSpPr/>
            <p:nvPr/>
          </p:nvSpPr>
          <p:spPr>
            <a:xfrm rot="0">
              <a:off x="2902" y="2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29" name=""/>
            <p:cNvSpPr/>
            <p:nvPr/>
          </p:nvSpPr>
          <p:spPr>
            <a:xfrm rot="0">
              <a:off x="2902" y="2018"/>
              <a:ext cx="21" cy="21"/>
            </a:xfrm>
            <a:custGeom>
              <a:avLst/>
              <a:ahLst/>
              <a:rect l="0" t="0" r="r" b="b"/>
              <a:pathLst>
                <a:path w="103" h="106">
                  <a:moveTo>
                    <a:pt x="47" y="0"/>
                  </a:moveTo>
                  <a:lnTo>
                    <a:pt x="23" y="18"/>
                  </a:lnTo>
                  <a:lnTo>
                    <a:pt x="0" y="37"/>
                  </a:lnTo>
                  <a:lnTo>
                    <a:pt x="56" y="106"/>
                  </a:lnTo>
                  <a:lnTo>
                    <a:pt x="79" y="88"/>
                  </a:lnTo>
                  <a:lnTo>
                    <a:pt x="103" y="69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30" name=""/>
            <p:cNvSpPr/>
            <p:nvPr/>
          </p:nvSpPr>
          <p:spPr>
            <a:xfrm rot="0">
              <a:off x="2902" y="2018"/>
              <a:ext cx="21" cy="21"/>
            </a:xfrm>
            <a:custGeom>
              <a:avLst/>
              <a:ahLst/>
              <a:rect l="0" t="0" r="r" b="b"/>
              <a:pathLst>
                <a:path w="103" h="106">
                  <a:moveTo>
                    <a:pt x="47" y="0"/>
                  </a:moveTo>
                  <a:lnTo>
                    <a:pt x="23" y="18"/>
                  </a:lnTo>
                  <a:lnTo>
                    <a:pt x="0" y="37"/>
                  </a:lnTo>
                  <a:lnTo>
                    <a:pt x="56" y="106"/>
                  </a:lnTo>
                  <a:lnTo>
                    <a:pt x="79" y="88"/>
                  </a:lnTo>
                  <a:lnTo>
                    <a:pt x="103" y="69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31" name=""/>
            <p:cNvSpPr/>
            <p:nvPr/>
          </p:nvSpPr>
          <p:spPr>
            <a:xfrm rot="0">
              <a:off x="2913" y="2036"/>
              <a:ext cx="5" cy="3"/>
            </a:xfrm>
            <a:custGeom>
              <a:avLst/>
              <a:ahLst/>
              <a:rect l="0" t="0" r="r" b="b"/>
              <a:pathLst>
                <a:path w="23" h="19">
                  <a:moveTo>
                    <a:pt x="23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32" name=""/>
            <p:cNvSpPr/>
            <p:nvPr/>
          </p:nvSpPr>
          <p:spPr>
            <a:xfrm rot="0">
              <a:off x="2913" y="20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33" name=""/>
            <p:cNvSpPr/>
            <p:nvPr/>
          </p:nvSpPr>
          <p:spPr>
            <a:xfrm rot="0">
              <a:off x="2914" y="2032"/>
              <a:ext cx="20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44" y="0"/>
                  </a:moveTo>
                  <a:lnTo>
                    <a:pt x="22" y="20"/>
                  </a:lnTo>
                  <a:lnTo>
                    <a:pt x="0" y="39"/>
                  </a:lnTo>
                  <a:lnTo>
                    <a:pt x="60" y="105"/>
                  </a:lnTo>
                  <a:lnTo>
                    <a:pt x="82" y="85"/>
                  </a:lnTo>
                  <a:lnTo>
                    <a:pt x="104" y="65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34" name=""/>
            <p:cNvSpPr/>
            <p:nvPr/>
          </p:nvSpPr>
          <p:spPr>
            <a:xfrm rot="0">
              <a:off x="2914" y="2032"/>
              <a:ext cx="20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44" y="0"/>
                  </a:moveTo>
                  <a:lnTo>
                    <a:pt x="22" y="20"/>
                  </a:lnTo>
                  <a:lnTo>
                    <a:pt x="0" y="39"/>
                  </a:lnTo>
                  <a:lnTo>
                    <a:pt x="60" y="105"/>
                  </a:lnTo>
                  <a:lnTo>
                    <a:pt x="82" y="85"/>
                  </a:lnTo>
                  <a:lnTo>
                    <a:pt x="104" y="65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35" name=""/>
            <p:cNvSpPr/>
            <p:nvPr/>
          </p:nvSpPr>
          <p:spPr>
            <a:xfrm rot="0">
              <a:off x="2926" y="2049"/>
              <a:ext cx="4" cy="4"/>
            </a:xfrm>
            <a:custGeom>
              <a:avLst/>
              <a:ahLst/>
              <a:rect l="0" t="0" r="r" b="b"/>
              <a:pathLst>
                <a:path w="22" h="21">
                  <a:moveTo>
                    <a:pt x="22" y="0"/>
                  </a:moveTo>
                  <a:lnTo>
                    <a:pt x="0" y="20"/>
                  </a:lnTo>
                  <a:lnTo>
                    <a:pt x="1" y="21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36" name=""/>
            <p:cNvSpPr/>
            <p:nvPr/>
          </p:nvSpPr>
          <p:spPr>
            <a:xfrm rot="0">
              <a:off x="2926" y="20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37" name=""/>
            <p:cNvSpPr/>
            <p:nvPr/>
          </p:nvSpPr>
          <p:spPr>
            <a:xfrm rot="0">
              <a:off x="2926" y="2044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42" y="0"/>
                  </a:moveTo>
                  <a:lnTo>
                    <a:pt x="21" y="21"/>
                  </a:lnTo>
                  <a:lnTo>
                    <a:pt x="0" y="42"/>
                  </a:lnTo>
                  <a:lnTo>
                    <a:pt x="62" y="105"/>
                  </a:lnTo>
                  <a:lnTo>
                    <a:pt x="83" y="84"/>
                  </a:lnTo>
                  <a:lnTo>
                    <a:pt x="104" y="63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38" name=""/>
            <p:cNvSpPr/>
            <p:nvPr/>
          </p:nvSpPr>
          <p:spPr>
            <a:xfrm rot="0">
              <a:off x="2926" y="2044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42" y="0"/>
                  </a:moveTo>
                  <a:lnTo>
                    <a:pt x="21" y="21"/>
                  </a:lnTo>
                  <a:lnTo>
                    <a:pt x="0" y="42"/>
                  </a:lnTo>
                  <a:lnTo>
                    <a:pt x="62" y="105"/>
                  </a:lnTo>
                  <a:lnTo>
                    <a:pt x="83" y="84"/>
                  </a:lnTo>
                  <a:lnTo>
                    <a:pt x="104" y="63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39" name=""/>
            <p:cNvSpPr/>
            <p:nvPr/>
          </p:nvSpPr>
          <p:spPr>
            <a:xfrm rot="0">
              <a:off x="2938" y="2061"/>
              <a:ext cx="4" cy="5"/>
            </a:xfrm>
            <a:custGeom>
              <a:avLst/>
              <a:ahLst/>
              <a:rect l="0" t="0" r="r" b="b"/>
              <a:pathLst>
                <a:path w="21" h="22">
                  <a:moveTo>
                    <a:pt x="21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40" name=""/>
            <p:cNvSpPr/>
            <p:nvPr/>
          </p:nvSpPr>
          <p:spPr>
            <a:xfrm rot="0">
              <a:off x="2938" y="20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41" name=""/>
            <p:cNvSpPr/>
            <p:nvPr/>
          </p:nvSpPr>
          <p:spPr>
            <a:xfrm rot="0">
              <a:off x="2938" y="2057"/>
              <a:ext cx="21" cy="21"/>
            </a:xfrm>
            <a:custGeom>
              <a:avLst/>
              <a:ahLst/>
              <a:rect l="0" t="0" r="r" b="b"/>
              <a:pathLst>
                <a:path w="105" h="104">
                  <a:moveTo>
                    <a:pt x="40" y="0"/>
                  </a:moveTo>
                  <a:lnTo>
                    <a:pt x="20" y="22"/>
                  </a:lnTo>
                  <a:lnTo>
                    <a:pt x="0" y="44"/>
                  </a:lnTo>
                  <a:lnTo>
                    <a:pt x="66" y="104"/>
                  </a:lnTo>
                  <a:lnTo>
                    <a:pt x="85" y="82"/>
                  </a:lnTo>
                  <a:lnTo>
                    <a:pt x="105" y="60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42" name=""/>
            <p:cNvSpPr/>
            <p:nvPr/>
          </p:nvSpPr>
          <p:spPr>
            <a:xfrm rot="0">
              <a:off x="2938" y="2057"/>
              <a:ext cx="21" cy="21"/>
            </a:xfrm>
            <a:custGeom>
              <a:avLst/>
              <a:ahLst/>
              <a:rect l="0" t="0" r="r" b="b"/>
              <a:pathLst>
                <a:path w="105" h="104">
                  <a:moveTo>
                    <a:pt x="40" y="0"/>
                  </a:moveTo>
                  <a:lnTo>
                    <a:pt x="20" y="22"/>
                  </a:lnTo>
                  <a:lnTo>
                    <a:pt x="0" y="44"/>
                  </a:lnTo>
                  <a:lnTo>
                    <a:pt x="66" y="104"/>
                  </a:lnTo>
                  <a:lnTo>
                    <a:pt x="85" y="82"/>
                  </a:lnTo>
                  <a:lnTo>
                    <a:pt x="105" y="60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43" name=""/>
            <p:cNvSpPr/>
            <p:nvPr/>
          </p:nvSpPr>
          <p:spPr>
            <a:xfrm rot="0">
              <a:off x="2952" y="2073"/>
              <a:ext cx="3" cy="5"/>
            </a:xfrm>
            <a:custGeom>
              <a:avLst/>
              <a:ahLst/>
              <a:rect l="0" t="0" r="r" b="b"/>
              <a:pathLst>
                <a:path w="19" h="23">
                  <a:moveTo>
                    <a:pt x="19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44" name=""/>
            <p:cNvSpPr/>
            <p:nvPr/>
          </p:nvSpPr>
          <p:spPr>
            <a:xfrm rot="0">
              <a:off x="2952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45" name=""/>
            <p:cNvSpPr/>
            <p:nvPr/>
          </p:nvSpPr>
          <p:spPr>
            <a:xfrm rot="0">
              <a:off x="2952" y="2068"/>
              <a:ext cx="21" cy="21"/>
            </a:xfrm>
            <a:custGeom>
              <a:avLst/>
              <a:ahLst/>
              <a:rect l="0" t="0" r="r" b="b"/>
              <a:pathLst>
                <a:path w="105" h="103">
                  <a:moveTo>
                    <a:pt x="37" y="0"/>
                  </a:moveTo>
                  <a:lnTo>
                    <a:pt x="18" y="24"/>
                  </a:lnTo>
                  <a:lnTo>
                    <a:pt x="0" y="47"/>
                  </a:lnTo>
                  <a:lnTo>
                    <a:pt x="68" y="103"/>
                  </a:lnTo>
                  <a:lnTo>
                    <a:pt x="86" y="80"/>
                  </a:lnTo>
                  <a:lnTo>
                    <a:pt x="105" y="57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46" name=""/>
            <p:cNvSpPr/>
            <p:nvPr/>
          </p:nvSpPr>
          <p:spPr>
            <a:xfrm rot="0">
              <a:off x="2952" y="2068"/>
              <a:ext cx="21" cy="21"/>
            </a:xfrm>
            <a:custGeom>
              <a:avLst/>
              <a:ahLst/>
              <a:rect l="0" t="0" r="r" b="b"/>
              <a:pathLst>
                <a:path w="105" h="103">
                  <a:moveTo>
                    <a:pt x="37" y="0"/>
                  </a:moveTo>
                  <a:lnTo>
                    <a:pt x="18" y="24"/>
                  </a:lnTo>
                  <a:lnTo>
                    <a:pt x="0" y="47"/>
                  </a:lnTo>
                  <a:lnTo>
                    <a:pt x="68" y="103"/>
                  </a:lnTo>
                  <a:lnTo>
                    <a:pt x="86" y="80"/>
                  </a:lnTo>
                  <a:lnTo>
                    <a:pt x="105" y="57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47" name=""/>
            <p:cNvSpPr/>
            <p:nvPr/>
          </p:nvSpPr>
          <p:spPr>
            <a:xfrm rot="0">
              <a:off x="2965" y="2084"/>
              <a:ext cx="4" cy="5"/>
            </a:xfrm>
            <a:custGeom>
              <a:avLst/>
              <a:ahLst/>
              <a:rect l="0" t="0" r="r" b="b"/>
              <a:pathLst>
                <a:path w="18" h="23">
                  <a:moveTo>
                    <a:pt x="18" y="0"/>
                  </a:moveTo>
                  <a:lnTo>
                    <a:pt x="0" y="23"/>
                  </a:lnTo>
                  <a:lnTo>
                    <a:pt x="1" y="2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48" name=""/>
            <p:cNvSpPr/>
            <p:nvPr/>
          </p:nvSpPr>
          <p:spPr>
            <a:xfrm rot="0">
              <a:off x="2965" y="2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49" name=""/>
            <p:cNvSpPr/>
            <p:nvPr/>
          </p:nvSpPr>
          <p:spPr>
            <a:xfrm rot="0">
              <a:off x="2966" y="2080"/>
              <a:ext cx="21" cy="20"/>
            </a:xfrm>
            <a:custGeom>
              <a:avLst/>
              <a:ahLst/>
              <a:rect l="0" t="0" r="r" b="b"/>
              <a:pathLst>
                <a:path w="106" h="100">
                  <a:moveTo>
                    <a:pt x="35" y="0"/>
                  </a:moveTo>
                  <a:lnTo>
                    <a:pt x="17" y="23"/>
                  </a:lnTo>
                  <a:lnTo>
                    <a:pt x="0" y="46"/>
                  </a:lnTo>
                  <a:lnTo>
                    <a:pt x="71" y="100"/>
                  </a:lnTo>
                  <a:lnTo>
                    <a:pt x="89" y="77"/>
                  </a:lnTo>
                  <a:lnTo>
                    <a:pt x="106" y="53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50" name=""/>
            <p:cNvSpPr/>
            <p:nvPr/>
          </p:nvSpPr>
          <p:spPr>
            <a:xfrm rot="0">
              <a:off x="2966" y="2080"/>
              <a:ext cx="21" cy="20"/>
            </a:xfrm>
            <a:custGeom>
              <a:avLst/>
              <a:ahLst/>
              <a:rect l="0" t="0" r="r" b="b"/>
              <a:pathLst>
                <a:path w="106" h="100">
                  <a:moveTo>
                    <a:pt x="35" y="0"/>
                  </a:moveTo>
                  <a:lnTo>
                    <a:pt x="17" y="23"/>
                  </a:lnTo>
                  <a:lnTo>
                    <a:pt x="0" y="46"/>
                  </a:lnTo>
                  <a:lnTo>
                    <a:pt x="71" y="100"/>
                  </a:lnTo>
                  <a:lnTo>
                    <a:pt x="89" y="77"/>
                  </a:lnTo>
                  <a:lnTo>
                    <a:pt x="106" y="53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51" name=""/>
            <p:cNvSpPr/>
            <p:nvPr/>
          </p:nvSpPr>
          <p:spPr>
            <a:xfrm rot="0">
              <a:off x="2980" y="2095"/>
              <a:ext cx="3" cy="5"/>
            </a:xfrm>
            <a:custGeom>
              <a:avLst/>
              <a:ahLst/>
              <a:rect l="0" t="0" r="r" b="b"/>
              <a:pathLst>
                <a:path w="18" h="24">
                  <a:moveTo>
                    <a:pt x="18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52" name=""/>
            <p:cNvSpPr/>
            <p:nvPr/>
          </p:nvSpPr>
          <p:spPr>
            <a:xfrm rot="0">
              <a:off x="2980" y="2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53" name=""/>
            <p:cNvSpPr/>
            <p:nvPr/>
          </p:nvSpPr>
          <p:spPr>
            <a:xfrm rot="0">
              <a:off x="2980" y="2090"/>
              <a:ext cx="21" cy="20"/>
            </a:xfrm>
            <a:custGeom>
              <a:avLst/>
              <a:ahLst/>
              <a:rect l="0" t="0" r="r" b="b"/>
              <a:pathLst>
                <a:path w="107" h="99">
                  <a:moveTo>
                    <a:pt x="33" y="0"/>
                  </a:moveTo>
                  <a:lnTo>
                    <a:pt x="17" y="25"/>
                  </a:lnTo>
                  <a:lnTo>
                    <a:pt x="0" y="49"/>
                  </a:lnTo>
                  <a:lnTo>
                    <a:pt x="74" y="99"/>
                  </a:lnTo>
                  <a:lnTo>
                    <a:pt x="90" y="74"/>
                  </a:lnTo>
                  <a:lnTo>
                    <a:pt x="107" y="49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54" name=""/>
            <p:cNvSpPr/>
            <p:nvPr/>
          </p:nvSpPr>
          <p:spPr>
            <a:xfrm rot="0">
              <a:off x="2980" y="2090"/>
              <a:ext cx="21" cy="20"/>
            </a:xfrm>
            <a:custGeom>
              <a:avLst/>
              <a:ahLst/>
              <a:rect l="0" t="0" r="r" b="b"/>
              <a:pathLst>
                <a:path w="107" h="99">
                  <a:moveTo>
                    <a:pt x="33" y="0"/>
                  </a:moveTo>
                  <a:lnTo>
                    <a:pt x="17" y="25"/>
                  </a:lnTo>
                  <a:lnTo>
                    <a:pt x="0" y="49"/>
                  </a:lnTo>
                  <a:lnTo>
                    <a:pt x="74" y="99"/>
                  </a:lnTo>
                  <a:lnTo>
                    <a:pt x="90" y="74"/>
                  </a:lnTo>
                  <a:lnTo>
                    <a:pt x="107" y="49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55" name=""/>
            <p:cNvSpPr/>
            <p:nvPr/>
          </p:nvSpPr>
          <p:spPr>
            <a:xfrm rot="0">
              <a:off x="2995" y="2105"/>
              <a:ext cx="3" cy="5"/>
            </a:xfrm>
            <a:custGeom>
              <a:avLst/>
              <a:ahLst/>
              <a:rect l="0" t="0" r="r" b="b"/>
              <a:pathLst>
                <a:path w="16" h="26">
                  <a:moveTo>
                    <a:pt x="16" y="0"/>
                  </a:moveTo>
                  <a:lnTo>
                    <a:pt x="0" y="25"/>
                  </a:lnTo>
                  <a:lnTo>
                    <a:pt x="0" y="26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56" name=""/>
            <p:cNvSpPr/>
            <p:nvPr/>
          </p:nvSpPr>
          <p:spPr>
            <a:xfrm rot="0">
              <a:off x="2995" y="21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57" name=""/>
            <p:cNvSpPr/>
            <p:nvPr/>
          </p:nvSpPr>
          <p:spPr>
            <a:xfrm rot="0">
              <a:off x="2995" y="2100"/>
              <a:ext cx="21" cy="20"/>
            </a:xfrm>
            <a:custGeom>
              <a:avLst/>
              <a:ahLst/>
              <a:rect l="0" t="0" r="r" b="b"/>
              <a:pathLst>
                <a:path w="108" h="99">
                  <a:moveTo>
                    <a:pt x="33" y="0"/>
                  </a:moveTo>
                  <a:lnTo>
                    <a:pt x="16" y="26"/>
                  </a:lnTo>
                  <a:lnTo>
                    <a:pt x="0" y="52"/>
                  </a:lnTo>
                  <a:lnTo>
                    <a:pt x="75" y="99"/>
                  </a:lnTo>
                  <a:lnTo>
                    <a:pt x="91" y="73"/>
                  </a:lnTo>
                  <a:lnTo>
                    <a:pt x="108" y="4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58" name=""/>
            <p:cNvSpPr/>
            <p:nvPr/>
          </p:nvSpPr>
          <p:spPr>
            <a:xfrm rot="0">
              <a:off x="2995" y="2100"/>
              <a:ext cx="21" cy="20"/>
            </a:xfrm>
            <a:custGeom>
              <a:avLst/>
              <a:ahLst/>
              <a:rect l="0" t="0" r="r" b="b"/>
              <a:pathLst>
                <a:path w="108" h="99">
                  <a:moveTo>
                    <a:pt x="33" y="0"/>
                  </a:moveTo>
                  <a:lnTo>
                    <a:pt x="16" y="26"/>
                  </a:lnTo>
                  <a:lnTo>
                    <a:pt x="0" y="52"/>
                  </a:lnTo>
                  <a:lnTo>
                    <a:pt x="75" y="99"/>
                  </a:lnTo>
                  <a:lnTo>
                    <a:pt x="91" y="73"/>
                  </a:lnTo>
                  <a:lnTo>
                    <a:pt x="108" y="47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59" name=""/>
            <p:cNvSpPr/>
            <p:nvPr/>
          </p:nvSpPr>
          <p:spPr>
            <a:xfrm rot="0">
              <a:off x="3010" y="2114"/>
              <a:ext cx="3" cy="6"/>
            </a:xfrm>
            <a:custGeom>
              <a:avLst/>
              <a:ahLst/>
              <a:rect l="0" t="0" r="r" b="b"/>
              <a:pathLst>
                <a:path w="16" h="26">
                  <a:moveTo>
                    <a:pt x="16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60" name=""/>
            <p:cNvSpPr/>
            <p:nvPr/>
          </p:nvSpPr>
          <p:spPr>
            <a:xfrm rot="0">
              <a:off x="3010" y="2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61" name=""/>
            <p:cNvSpPr/>
            <p:nvPr/>
          </p:nvSpPr>
          <p:spPr>
            <a:xfrm rot="0">
              <a:off x="3010" y="2109"/>
              <a:ext cx="22" cy="19"/>
            </a:xfrm>
            <a:custGeom>
              <a:avLst/>
              <a:ahLst/>
              <a:rect l="0" t="0" r="r" b="b"/>
              <a:pathLst>
                <a:path w="107" h="94">
                  <a:moveTo>
                    <a:pt x="28" y="0"/>
                  </a:moveTo>
                  <a:lnTo>
                    <a:pt x="14" y="26"/>
                  </a:lnTo>
                  <a:lnTo>
                    <a:pt x="0" y="52"/>
                  </a:lnTo>
                  <a:lnTo>
                    <a:pt x="79" y="94"/>
                  </a:lnTo>
                  <a:lnTo>
                    <a:pt x="93" y="68"/>
                  </a:lnTo>
                  <a:lnTo>
                    <a:pt x="107" y="42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62" name=""/>
            <p:cNvSpPr/>
            <p:nvPr/>
          </p:nvSpPr>
          <p:spPr>
            <a:xfrm rot="0">
              <a:off x="3010" y="2109"/>
              <a:ext cx="22" cy="19"/>
            </a:xfrm>
            <a:custGeom>
              <a:avLst/>
              <a:ahLst/>
              <a:rect l="0" t="0" r="r" b="b"/>
              <a:pathLst>
                <a:path w="107" h="94">
                  <a:moveTo>
                    <a:pt x="28" y="0"/>
                  </a:moveTo>
                  <a:lnTo>
                    <a:pt x="14" y="26"/>
                  </a:lnTo>
                  <a:lnTo>
                    <a:pt x="0" y="52"/>
                  </a:lnTo>
                  <a:lnTo>
                    <a:pt x="79" y="94"/>
                  </a:lnTo>
                  <a:lnTo>
                    <a:pt x="93" y="68"/>
                  </a:lnTo>
                  <a:lnTo>
                    <a:pt x="107" y="4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63" name=""/>
            <p:cNvSpPr/>
            <p:nvPr/>
          </p:nvSpPr>
          <p:spPr>
            <a:xfrm rot="0">
              <a:off x="3026" y="2123"/>
              <a:ext cx="3" cy="5"/>
            </a:xfrm>
            <a:custGeom>
              <a:avLst/>
              <a:ahLst/>
              <a:rect l="0" t="0" r="r" b="b"/>
              <a:pathLst>
                <a:path w="14" h="27">
                  <a:moveTo>
                    <a:pt x="14" y="0"/>
                  </a:moveTo>
                  <a:lnTo>
                    <a:pt x="0" y="26"/>
                  </a:lnTo>
                  <a:lnTo>
                    <a:pt x="1" y="27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64" name=""/>
            <p:cNvSpPr/>
            <p:nvPr/>
          </p:nvSpPr>
          <p:spPr>
            <a:xfrm rot="0">
              <a:off x="3026" y="21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65" name=""/>
            <p:cNvSpPr/>
            <p:nvPr/>
          </p:nvSpPr>
          <p:spPr>
            <a:xfrm rot="0">
              <a:off x="3026" y="2117"/>
              <a:ext cx="21" cy="19"/>
            </a:xfrm>
            <a:custGeom>
              <a:avLst/>
              <a:ahLst/>
              <a:rect l="0" t="0" r="r" b="b"/>
              <a:pathLst>
                <a:path w="105" h="94">
                  <a:moveTo>
                    <a:pt x="25" y="0"/>
                  </a:moveTo>
                  <a:lnTo>
                    <a:pt x="13" y="27"/>
                  </a:lnTo>
                  <a:lnTo>
                    <a:pt x="0" y="54"/>
                  </a:lnTo>
                  <a:lnTo>
                    <a:pt x="79" y="94"/>
                  </a:lnTo>
                  <a:lnTo>
                    <a:pt x="92" y="67"/>
                  </a:lnTo>
                  <a:lnTo>
                    <a:pt x="105" y="4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66" name=""/>
            <p:cNvSpPr/>
            <p:nvPr/>
          </p:nvSpPr>
          <p:spPr>
            <a:xfrm rot="0">
              <a:off x="3026" y="2117"/>
              <a:ext cx="21" cy="19"/>
            </a:xfrm>
            <a:custGeom>
              <a:avLst/>
              <a:ahLst/>
              <a:rect l="0" t="0" r="r" b="b"/>
              <a:pathLst>
                <a:path w="105" h="94">
                  <a:moveTo>
                    <a:pt x="25" y="0"/>
                  </a:moveTo>
                  <a:lnTo>
                    <a:pt x="13" y="27"/>
                  </a:lnTo>
                  <a:lnTo>
                    <a:pt x="0" y="54"/>
                  </a:lnTo>
                  <a:lnTo>
                    <a:pt x="79" y="94"/>
                  </a:lnTo>
                  <a:lnTo>
                    <a:pt x="92" y="67"/>
                  </a:lnTo>
                  <a:lnTo>
                    <a:pt x="105" y="40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67" name=""/>
            <p:cNvSpPr/>
            <p:nvPr/>
          </p:nvSpPr>
          <p:spPr>
            <a:xfrm rot="0">
              <a:off x="3042" y="2131"/>
              <a:ext cx="3" cy="5"/>
            </a:xfrm>
            <a:custGeom>
              <a:avLst/>
              <a:ahLst/>
              <a:rect l="0" t="0" r="r" b="b"/>
              <a:pathLst>
                <a:path w="13" h="28">
                  <a:moveTo>
                    <a:pt x="13" y="0"/>
                  </a:moveTo>
                  <a:lnTo>
                    <a:pt x="0" y="27"/>
                  </a:lnTo>
                  <a:lnTo>
                    <a:pt x="1" y="28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68" name=""/>
            <p:cNvSpPr/>
            <p:nvPr/>
          </p:nvSpPr>
          <p:spPr>
            <a:xfrm rot="0">
              <a:off x="3042" y="21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69" name=""/>
            <p:cNvSpPr/>
            <p:nvPr/>
          </p:nvSpPr>
          <p:spPr>
            <a:xfrm rot="0">
              <a:off x="3042" y="2125"/>
              <a:ext cx="21" cy="18"/>
            </a:xfrm>
            <a:custGeom>
              <a:avLst/>
              <a:ahLst/>
              <a:rect l="0" t="0" r="r" b="b"/>
              <a:pathLst>
                <a:path w="105" h="90">
                  <a:moveTo>
                    <a:pt x="24" y="0"/>
                  </a:moveTo>
                  <a:lnTo>
                    <a:pt x="12" y="28"/>
                  </a:lnTo>
                  <a:lnTo>
                    <a:pt x="0" y="56"/>
                  </a:lnTo>
                  <a:lnTo>
                    <a:pt x="81" y="90"/>
                  </a:lnTo>
                  <a:lnTo>
                    <a:pt x="93" y="62"/>
                  </a:lnTo>
                  <a:lnTo>
                    <a:pt x="105" y="34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70" name=""/>
            <p:cNvSpPr/>
            <p:nvPr/>
          </p:nvSpPr>
          <p:spPr>
            <a:xfrm rot="0">
              <a:off x="3042" y="2125"/>
              <a:ext cx="21" cy="18"/>
            </a:xfrm>
            <a:custGeom>
              <a:avLst/>
              <a:ahLst/>
              <a:rect l="0" t="0" r="r" b="b"/>
              <a:pathLst>
                <a:path w="105" h="90">
                  <a:moveTo>
                    <a:pt x="24" y="0"/>
                  </a:moveTo>
                  <a:lnTo>
                    <a:pt x="12" y="28"/>
                  </a:lnTo>
                  <a:lnTo>
                    <a:pt x="0" y="56"/>
                  </a:lnTo>
                  <a:lnTo>
                    <a:pt x="81" y="90"/>
                  </a:lnTo>
                  <a:lnTo>
                    <a:pt x="93" y="62"/>
                  </a:lnTo>
                  <a:lnTo>
                    <a:pt x="105" y="34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71" name=""/>
            <p:cNvSpPr/>
            <p:nvPr/>
          </p:nvSpPr>
          <p:spPr>
            <a:xfrm rot="0">
              <a:off x="3058" y="2138"/>
              <a:ext cx="3" cy="5"/>
            </a:xfrm>
            <a:custGeom>
              <a:avLst/>
              <a:ahLst/>
              <a:rect l="0" t="0" r="r" b="b"/>
              <a:pathLst>
                <a:path w="12" h="28">
                  <a:moveTo>
                    <a:pt x="12" y="0"/>
                  </a:moveTo>
                  <a:lnTo>
                    <a:pt x="0" y="28"/>
                  </a:lnTo>
                  <a:lnTo>
                    <a:pt x="1" y="28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72" name=""/>
            <p:cNvSpPr/>
            <p:nvPr/>
          </p:nvSpPr>
          <p:spPr>
            <a:xfrm rot="0">
              <a:off x="3058" y="21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73" name=""/>
            <p:cNvSpPr/>
            <p:nvPr/>
          </p:nvSpPr>
          <p:spPr>
            <a:xfrm rot="0">
              <a:off x="3059" y="2132"/>
              <a:ext cx="20" cy="17"/>
            </a:xfrm>
            <a:custGeom>
              <a:avLst/>
              <a:ahLst/>
              <a:rect l="0" t="0" r="r" b="b"/>
              <a:pathLst>
                <a:path w="104" h="87">
                  <a:moveTo>
                    <a:pt x="21" y="0"/>
                  </a:moveTo>
                  <a:lnTo>
                    <a:pt x="11" y="28"/>
                  </a:lnTo>
                  <a:lnTo>
                    <a:pt x="0" y="56"/>
                  </a:lnTo>
                  <a:lnTo>
                    <a:pt x="83" y="87"/>
                  </a:lnTo>
                  <a:lnTo>
                    <a:pt x="94" y="59"/>
                  </a:lnTo>
                  <a:lnTo>
                    <a:pt x="104" y="31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74" name=""/>
            <p:cNvSpPr/>
            <p:nvPr/>
          </p:nvSpPr>
          <p:spPr>
            <a:xfrm rot="0">
              <a:off x="3059" y="2132"/>
              <a:ext cx="20" cy="17"/>
            </a:xfrm>
            <a:custGeom>
              <a:avLst/>
              <a:ahLst/>
              <a:rect l="0" t="0" r="r" b="b"/>
              <a:pathLst>
                <a:path w="104" h="87">
                  <a:moveTo>
                    <a:pt x="21" y="0"/>
                  </a:moveTo>
                  <a:lnTo>
                    <a:pt x="11" y="28"/>
                  </a:lnTo>
                  <a:lnTo>
                    <a:pt x="0" y="56"/>
                  </a:lnTo>
                  <a:lnTo>
                    <a:pt x="83" y="87"/>
                  </a:lnTo>
                  <a:lnTo>
                    <a:pt x="94" y="59"/>
                  </a:lnTo>
                  <a:lnTo>
                    <a:pt x="104" y="31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75" name=""/>
            <p:cNvSpPr/>
            <p:nvPr/>
          </p:nvSpPr>
          <p:spPr>
            <a:xfrm rot="0">
              <a:off x="3075" y="2144"/>
              <a:ext cx="2" cy="5"/>
            </a:xfrm>
            <a:custGeom>
              <a:avLst/>
              <a:ahLst/>
              <a:rect l="0" t="0" r="r" b="b"/>
              <a:pathLst>
                <a:path w="11" h="28">
                  <a:moveTo>
                    <a:pt x="11" y="0"/>
                  </a:moveTo>
                  <a:lnTo>
                    <a:pt x="0" y="28"/>
                  </a:lnTo>
                  <a:lnTo>
                    <a:pt x="2" y="28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76" name=""/>
            <p:cNvSpPr/>
            <p:nvPr/>
          </p:nvSpPr>
          <p:spPr>
            <a:xfrm rot="0">
              <a:off x="3075" y="21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77" name=""/>
            <p:cNvSpPr/>
            <p:nvPr/>
          </p:nvSpPr>
          <p:spPr>
            <a:xfrm rot="0">
              <a:off x="3076" y="2138"/>
              <a:ext cx="20" cy="17"/>
            </a:xfrm>
            <a:custGeom>
              <a:avLst/>
              <a:ahLst/>
              <a:rect l="0" t="0" r="r" b="b"/>
              <a:pathLst>
                <a:path w="104" h="83">
                  <a:moveTo>
                    <a:pt x="18" y="0"/>
                  </a:moveTo>
                  <a:lnTo>
                    <a:pt x="9" y="28"/>
                  </a:lnTo>
                  <a:lnTo>
                    <a:pt x="0" y="56"/>
                  </a:lnTo>
                  <a:lnTo>
                    <a:pt x="85" y="83"/>
                  </a:lnTo>
                  <a:lnTo>
                    <a:pt x="94" y="55"/>
                  </a:lnTo>
                  <a:lnTo>
                    <a:pt x="104" y="27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78" name=""/>
            <p:cNvSpPr/>
            <p:nvPr/>
          </p:nvSpPr>
          <p:spPr>
            <a:xfrm rot="0">
              <a:off x="3076" y="2138"/>
              <a:ext cx="20" cy="17"/>
            </a:xfrm>
            <a:custGeom>
              <a:avLst/>
              <a:ahLst/>
              <a:rect l="0" t="0" r="r" b="b"/>
              <a:pathLst>
                <a:path w="104" h="83">
                  <a:moveTo>
                    <a:pt x="18" y="0"/>
                  </a:moveTo>
                  <a:lnTo>
                    <a:pt x="9" y="28"/>
                  </a:lnTo>
                  <a:lnTo>
                    <a:pt x="0" y="56"/>
                  </a:lnTo>
                  <a:lnTo>
                    <a:pt x="85" y="83"/>
                  </a:lnTo>
                  <a:lnTo>
                    <a:pt x="94" y="55"/>
                  </a:lnTo>
                  <a:lnTo>
                    <a:pt x="104" y="27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79" name=""/>
            <p:cNvSpPr/>
            <p:nvPr/>
          </p:nvSpPr>
          <p:spPr>
            <a:xfrm rot="0">
              <a:off x="3093" y="2149"/>
              <a:ext cx="1" cy="6"/>
            </a:xfrm>
            <a:custGeom>
              <a:avLst/>
              <a:ahLst/>
              <a:rect l="0" t="0" r="r" b="b"/>
              <a:pathLst>
                <a:path w="9" h="29">
                  <a:moveTo>
                    <a:pt x="9" y="0"/>
                  </a:moveTo>
                  <a:lnTo>
                    <a:pt x="0" y="28"/>
                  </a:lnTo>
                  <a:lnTo>
                    <a:pt x="1" y="29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80" name=""/>
            <p:cNvSpPr/>
            <p:nvPr/>
          </p:nvSpPr>
          <p:spPr>
            <a:xfrm rot="0">
              <a:off x="3093" y="2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81" name=""/>
            <p:cNvSpPr/>
            <p:nvPr/>
          </p:nvSpPr>
          <p:spPr>
            <a:xfrm rot="0">
              <a:off x="3093" y="2143"/>
              <a:ext cx="20" cy="17"/>
            </a:xfrm>
            <a:custGeom>
              <a:avLst/>
              <a:ahLst/>
              <a:rect l="0" t="0" r="r" b="b"/>
              <a:pathLst>
                <a:path w="102" h="82">
                  <a:moveTo>
                    <a:pt x="17" y="0"/>
                  </a:moveTo>
                  <a:lnTo>
                    <a:pt x="8" y="29"/>
                  </a:lnTo>
                  <a:lnTo>
                    <a:pt x="0" y="58"/>
                  </a:lnTo>
                  <a:lnTo>
                    <a:pt x="86" y="82"/>
                  </a:lnTo>
                  <a:lnTo>
                    <a:pt x="94" y="53"/>
                  </a:lnTo>
                  <a:lnTo>
                    <a:pt x="102" y="23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82" name=""/>
            <p:cNvSpPr/>
            <p:nvPr/>
          </p:nvSpPr>
          <p:spPr>
            <a:xfrm rot="0">
              <a:off x="3093" y="2143"/>
              <a:ext cx="20" cy="17"/>
            </a:xfrm>
            <a:custGeom>
              <a:avLst/>
              <a:ahLst/>
              <a:rect l="0" t="0" r="r" b="b"/>
              <a:pathLst>
                <a:path w="102" h="82">
                  <a:moveTo>
                    <a:pt x="17" y="0"/>
                  </a:moveTo>
                  <a:lnTo>
                    <a:pt x="8" y="29"/>
                  </a:lnTo>
                  <a:lnTo>
                    <a:pt x="0" y="58"/>
                  </a:lnTo>
                  <a:lnTo>
                    <a:pt x="86" y="82"/>
                  </a:lnTo>
                  <a:lnTo>
                    <a:pt x="94" y="53"/>
                  </a:lnTo>
                  <a:lnTo>
                    <a:pt x="102" y="23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83" name=""/>
            <p:cNvSpPr/>
            <p:nvPr/>
          </p:nvSpPr>
          <p:spPr>
            <a:xfrm rot="0">
              <a:off x="3110" y="2154"/>
              <a:ext cx="2" cy="6"/>
            </a:xfrm>
            <a:custGeom>
              <a:avLst/>
              <a:ahLst/>
              <a:rect l="0" t="0" r="r" b="b"/>
              <a:pathLst>
                <a:path w="8" h="29">
                  <a:moveTo>
                    <a:pt x="8" y="0"/>
                  </a:moveTo>
                  <a:lnTo>
                    <a:pt x="0" y="29"/>
                  </a:lnTo>
                  <a:lnTo>
                    <a:pt x="2" y="29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84" name=""/>
            <p:cNvSpPr/>
            <p:nvPr/>
          </p:nvSpPr>
          <p:spPr>
            <a:xfrm rot="0">
              <a:off x="3110" y="21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85" name=""/>
            <p:cNvSpPr/>
            <p:nvPr/>
          </p:nvSpPr>
          <p:spPr>
            <a:xfrm rot="0">
              <a:off x="3110" y="2148"/>
              <a:ext cx="20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12" y="0"/>
                  </a:moveTo>
                  <a:lnTo>
                    <a:pt x="6" y="30"/>
                  </a:lnTo>
                  <a:lnTo>
                    <a:pt x="0" y="59"/>
                  </a:lnTo>
                  <a:lnTo>
                    <a:pt x="86" y="77"/>
                  </a:lnTo>
                  <a:lnTo>
                    <a:pt x="92" y="48"/>
                  </a:lnTo>
                  <a:lnTo>
                    <a:pt x="98" y="19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86" name=""/>
            <p:cNvSpPr/>
            <p:nvPr/>
          </p:nvSpPr>
          <p:spPr>
            <a:xfrm rot="0">
              <a:off x="3110" y="2148"/>
              <a:ext cx="20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12" y="0"/>
                  </a:moveTo>
                  <a:lnTo>
                    <a:pt x="6" y="30"/>
                  </a:lnTo>
                  <a:lnTo>
                    <a:pt x="0" y="59"/>
                  </a:lnTo>
                  <a:lnTo>
                    <a:pt x="86" y="77"/>
                  </a:lnTo>
                  <a:lnTo>
                    <a:pt x="92" y="48"/>
                  </a:lnTo>
                  <a:lnTo>
                    <a:pt x="98" y="19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87" name=""/>
            <p:cNvSpPr/>
            <p:nvPr/>
          </p:nvSpPr>
          <p:spPr>
            <a:xfrm rot="0">
              <a:off x="3128" y="2158"/>
              <a:ext cx="1" cy="5"/>
            </a:xfrm>
            <a:custGeom>
              <a:avLst/>
              <a:ahLst/>
              <a:rect l="0" t="0" r="r" b="b"/>
              <a:pathLst>
                <a:path w="6" h="29">
                  <a:moveTo>
                    <a:pt x="6" y="0"/>
                  </a:moveTo>
                  <a:lnTo>
                    <a:pt x="0" y="29"/>
                  </a:lnTo>
                  <a:lnTo>
                    <a:pt x="2" y="29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88" name=""/>
            <p:cNvSpPr/>
            <p:nvPr/>
          </p:nvSpPr>
          <p:spPr>
            <a:xfrm rot="0">
              <a:off x="3128" y="21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89" name=""/>
            <p:cNvSpPr/>
            <p:nvPr/>
          </p:nvSpPr>
          <p:spPr>
            <a:xfrm rot="0">
              <a:off x="3128" y="2152"/>
              <a:ext cx="19" cy="15"/>
            </a:xfrm>
            <a:custGeom>
              <a:avLst/>
              <a:ahLst/>
              <a:rect l="0" t="0" r="r" b="b"/>
              <a:pathLst>
                <a:path w="96" h="74">
                  <a:moveTo>
                    <a:pt x="9" y="0"/>
                  </a:moveTo>
                  <a:lnTo>
                    <a:pt x="4" y="29"/>
                  </a:lnTo>
                  <a:lnTo>
                    <a:pt x="0" y="58"/>
                  </a:lnTo>
                  <a:lnTo>
                    <a:pt x="86" y="74"/>
                  </a:lnTo>
                  <a:lnTo>
                    <a:pt x="91" y="44"/>
                  </a:lnTo>
                  <a:lnTo>
                    <a:pt x="96" y="1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90" name=""/>
            <p:cNvSpPr/>
            <p:nvPr/>
          </p:nvSpPr>
          <p:spPr>
            <a:xfrm rot="0">
              <a:off x="3128" y="2152"/>
              <a:ext cx="19" cy="15"/>
            </a:xfrm>
            <a:custGeom>
              <a:avLst/>
              <a:ahLst/>
              <a:rect l="0" t="0" r="r" b="b"/>
              <a:pathLst>
                <a:path w="96" h="74">
                  <a:moveTo>
                    <a:pt x="9" y="0"/>
                  </a:moveTo>
                  <a:lnTo>
                    <a:pt x="4" y="29"/>
                  </a:lnTo>
                  <a:lnTo>
                    <a:pt x="0" y="58"/>
                  </a:lnTo>
                  <a:lnTo>
                    <a:pt x="86" y="74"/>
                  </a:lnTo>
                  <a:lnTo>
                    <a:pt x="91" y="44"/>
                  </a:lnTo>
                  <a:lnTo>
                    <a:pt x="96" y="15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91" name=""/>
            <p:cNvSpPr/>
            <p:nvPr/>
          </p:nvSpPr>
          <p:spPr>
            <a:xfrm rot="0">
              <a:off x="3145" y="2161"/>
              <a:ext cx="1" cy="6"/>
            </a:xfrm>
            <a:custGeom>
              <a:avLst/>
              <a:ahLst/>
              <a:rect l="0" t="0" r="r" b="b"/>
              <a:pathLst>
                <a:path w="5" h="30">
                  <a:moveTo>
                    <a:pt x="5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92" name=""/>
            <p:cNvSpPr/>
            <p:nvPr/>
          </p:nvSpPr>
          <p:spPr>
            <a:xfrm rot="0">
              <a:off x="3145" y="2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93" name=""/>
            <p:cNvSpPr/>
            <p:nvPr/>
          </p:nvSpPr>
          <p:spPr>
            <a:xfrm rot="0">
              <a:off x="3145" y="2155"/>
              <a:ext cx="20" cy="14"/>
            </a:xfrm>
            <a:custGeom>
              <a:avLst/>
              <a:ahLst/>
              <a:rect l="0" t="0" r="r" b="b"/>
              <a:pathLst>
                <a:path w="96" h="69">
                  <a:moveTo>
                    <a:pt x="7" y="0"/>
                  </a:moveTo>
                  <a:lnTo>
                    <a:pt x="4" y="29"/>
                  </a:lnTo>
                  <a:lnTo>
                    <a:pt x="0" y="59"/>
                  </a:lnTo>
                  <a:lnTo>
                    <a:pt x="89" y="69"/>
                  </a:lnTo>
                  <a:lnTo>
                    <a:pt x="93" y="40"/>
                  </a:lnTo>
                  <a:lnTo>
                    <a:pt x="96" y="11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94" name=""/>
            <p:cNvSpPr/>
            <p:nvPr/>
          </p:nvSpPr>
          <p:spPr>
            <a:xfrm rot="0">
              <a:off x="3145" y="2155"/>
              <a:ext cx="20" cy="14"/>
            </a:xfrm>
            <a:custGeom>
              <a:avLst/>
              <a:ahLst/>
              <a:rect l="0" t="0" r="r" b="b"/>
              <a:pathLst>
                <a:path w="96" h="69">
                  <a:moveTo>
                    <a:pt x="7" y="0"/>
                  </a:moveTo>
                  <a:lnTo>
                    <a:pt x="4" y="29"/>
                  </a:lnTo>
                  <a:lnTo>
                    <a:pt x="0" y="59"/>
                  </a:lnTo>
                  <a:lnTo>
                    <a:pt x="89" y="69"/>
                  </a:lnTo>
                  <a:lnTo>
                    <a:pt x="93" y="40"/>
                  </a:lnTo>
                  <a:lnTo>
                    <a:pt x="96" y="11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95" name=""/>
            <p:cNvSpPr/>
            <p:nvPr/>
          </p:nvSpPr>
          <p:spPr>
            <a:xfrm rot="0">
              <a:off x="3163" y="2163"/>
              <a:ext cx="1" cy="6"/>
            </a:xfrm>
            <a:custGeom>
              <a:avLst/>
              <a:ahLst/>
              <a:rect l="0" t="0" r="r" b="b"/>
              <a:pathLst>
                <a:path w="4" h="29">
                  <a:moveTo>
                    <a:pt x="4" y="0"/>
                  </a:moveTo>
                  <a:lnTo>
                    <a:pt x="0" y="29"/>
                  </a:lnTo>
                  <a:lnTo>
                    <a:pt x="1" y="29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96" name=""/>
            <p:cNvSpPr/>
            <p:nvPr/>
          </p:nvSpPr>
          <p:spPr>
            <a:xfrm rot="0">
              <a:off x="3163" y="21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97" name=""/>
            <p:cNvSpPr/>
            <p:nvPr/>
          </p:nvSpPr>
          <p:spPr>
            <a:xfrm rot="0">
              <a:off x="3163" y="2157"/>
              <a:ext cx="19" cy="13"/>
            </a:xfrm>
            <a:custGeom>
              <a:avLst/>
              <a:ahLst/>
              <a:rect l="0" t="0" r="r" b="b"/>
              <a:pathLst>
                <a:path w="93" h="64">
                  <a:moveTo>
                    <a:pt x="5" y="0"/>
                  </a:moveTo>
                  <a:lnTo>
                    <a:pt x="3" y="29"/>
                  </a:lnTo>
                  <a:lnTo>
                    <a:pt x="0" y="58"/>
                  </a:lnTo>
                  <a:lnTo>
                    <a:pt x="88" y="64"/>
                  </a:lnTo>
                  <a:lnTo>
                    <a:pt x="91" y="35"/>
                  </a:lnTo>
                  <a:lnTo>
                    <a:pt x="93" y="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898" name=""/>
            <p:cNvSpPr/>
            <p:nvPr/>
          </p:nvSpPr>
          <p:spPr>
            <a:xfrm rot="0">
              <a:off x="3163" y="2157"/>
              <a:ext cx="19" cy="13"/>
            </a:xfrm>
            <a:custGeom>
              <a:avLst/>
              <a:ahLst/>
              <a:rect l="0" t="0" r="r" b="b"/>
              <a:pathLst>
                <a:path w="93" h="64">
                  <a:moveTo>
                    <a:pt x="5" y="0"/>
                  </a:moveTo>
                  <a:lnTo>
                    <a:pt x="3" y="29"/>
                  </a:lnTo>
                  <a:lnTo>
                    <a:pt x="0" y="58"/>
                  </a:lnTo>
                  <a:lnTo>
                    <a:pt x="88" y="64"/>
                  </a:lnTo>
                  <a:lnTo>
                    <a:pt x="91" y="35"/>
                  </a:lnTo>
                  <a:lnTo>
                    <a:pt x="93" y="6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899" name=""/>
            <p:cNvSpPr/>
            <p:nvPr/>
          </p:nvSpPr>
          <p:spPr>
            <a:xfrm rot="0">
              <a:off x="3181" y="2164"/>
              <a:ext cx="1" cy="6"/>
            </a:xfrm>
            <a:custGeom>
              <a:avLst/>
              <a:ahLst/>
              <a:rect l="0" t="0" r="r" b="b"/>
              <a:pathLst>
                <a:path w="3" h="29">
                  <a:moveTo>
                    <a:pt x="3" y="0"/>
                  </a:moveTo>
                  <a:lnTo>
                    <a:pt x="0" y="29"/>
                  </a:lnTo>
                  <a:lnTo>
                    <a:pt x="1" y="29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00" name=""/>
            <p:cNvSpPr/>
            <p:nvPr/>
          </p:nvSpPr>
          <p:spPr>
            <a:xfrm rot="0">
              <a:off x="3181" y="21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73" name=""/>
          <p:cNvGrpSpPr/>
          <p:nvPr/>
        </p:nvGrpSpPr>
        <p:grpSpPr>
          <a:xfrm rot="0">
            <a:off x="4883150" y="2246312"/>
            <a:ext cx="701675" cy="1200150"/>
            <a:chOff x="3076" y="1415"/>
            <a:chExt cx="442" cy="756"/>
          </a:xfrm>
        </p:grpSpPr>
        <p:sp>
          <p:nvSpPr>
            <p:cNvPr id="1074901" name=""/>
            <p:cNvSpPr/>
            <p:nvPr/>
          </p:nvSpPr>
          <p:spPr>
            <a:xfrm rot="0">
              <a:off x="3181" y="2158"/>
              <a:ext cx="19" cy="12"/>
            </a:xfrm>
            <a:custGeom>
              <a:avLst/>
              <a:ahLst/>
              <a:rect l="0" t="0" r="r" b="b"/>
              <a:pathLst>
                <a:path w="92" h="60">
                  <a:moveTo>
                    <a:pt x="3" y="0"/>
                  </a:moveTo>
                  <a:lnTo>
                    <a:pt x="2" y="29"/>
                  </a:lnTo>
                  <a:lnTo>
                    <a:pt x="0" y="58"/>
                  </a:lnTo>
                  <a:lnTo>
                    <a:pt x="89" y="60"/>
                  </a:lnTo>
                  <a:lnTo>
                    <a:pt x="90" y="31"/>
                  </a:lnTo>
                  <a:lnTo>
                    <a:pt x="92" y="2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02" name=""/>
            <p:cNvSpPr/>
            <p:nvPr/>
          </p:nvSpPr>
          <p:spPr>
            <a:xfrm rot="0">
              <a:off x="3181" y="2158"/>
              <a:ext cx="19" cy="12"/>
            </a:xfrm>
            <a:custGeom>
              <a:avLst/>
              <a:ahLst/>
              <a:rect l="0" t="0" r="r" b="b"/>
              <a:pathLst>
                <a:path w="92" h="60">
                  <a:moveTo>
                    <a:pt x="3" y="0"/>
                  </a:moveTo>
                  <a:lnTo>
                    <a:pt x="2" y="29"/>
                  </a:lnTo>
                  <a:lnTo>
                    <a:pt x="0" y="58"/>
                  </a:lnTo>
                  <a:lnTo>
                    <a:pt x="89" y="60"/>
                  </a:lnTo>
                  <a:lnTo>
                    <a:pt x="90" y="31"/>
                  </a:lnTo>
                  <a:lnTo>
                    <a:pt x="92" y="2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03" name=""/>
            <p:cNvSpPr/>
            <p:nvPr/>
          </p:nvSpPr>
          <p:spPr>
            <a:xfrm rot="0">
              <a:off x="3199" y="2164"/>
              <a:ext cx="1" cy="6"/>
            </a:xfrm>
            <a:custGeom>
              <a:avLst/>
              <a:ahLst/>
              <a:rect l="0" t="0" r="r" b="b"/>
              <a:pathLst>
                <a:path w="3" h="29">
                  <a:moveTo>
                    <a:pt x="1" y="0"/>
                  </a:moveTo>
                  <a:lnTo>
                    <a:pt x="0" y="29"/>
                  </a:lnTo>
                  <a:lnTo>
                    <a:pt x="3" y="29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04" name=""/>
            <p:cNvSpPr/>
            <p:nvPr/>
          </p:nvSpPr>
          <p:spPr>
            <a:xfrm rot="0">
              <a:off x="3199" y="21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05" name=""/>
            <p:cNvSpPr/>
            <p:nvPr/>
          </p:nvSpPr>
          <p:spPr>
            <a:xfrm rot="0">
              <a:off x="3199" y="2158"/>
              <a:ext cx="18" cy="12"/>
            </a:xfrm>
            <a:custGeom>
              <a:avLst/>
              <a:ahLst/>
              <a:rect l="0" t="0" r="r" b="b"/>
              <a:pathLst>
                <a:path w="92" h="60">
                  <a:moveTo>
                    <a:pt x="0" y="2"/>
                  </a:moveTo>
                  <a:lnTo>
                    <a:pt x="1" y="31"/>
                  </a:lnTo>
                  <a:lnTo>
                    <a:pt x="3" y="60"/>
                  </a:lnTo>
                  <a:lnTo>
                    <a:pt x="92" y="58"/>
                  </a:lnTo>
                  <a:lnTo>
                    <a:pt x="90" y="29"/>
                  </a:lnTo>
                  <a:lnTo>
                    <a:pt x="89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06" name=""/>
            <p:cNvSpPr/>
            <p:nvPr/>
          </p:nvSpPr>
          <p:spPr>
            <a:xfrm rot="0">
              <a:off x="3199" y="2158"/>
              <a:ext cx="18" cy="12"/>
            </a:xfrm>
            <a:custGeom>
              <a:avLst/>
              <a:ahLst/>
              <a:rect l="0" t="0" r="r" b="b"/>
              <a:pathLst>
                <a:path w="92" h="60">
                  <a:moveTo>
                    <a:pt x="0" y="2"/>
                  </a:moveTo>
                  <a:lnTo>
                    <a:pt x="1" y="31"/>
                  </a:lnTo>
                  <a:lnTo>
                    <a:pt x="3" y="60"/>
                  </a:lnTo>
                  <a:lnTo>
                    <a:pt x="92" y="58"/>
                  </a:lnTo>
                  <a:lnTo>
                    <a:pt x="90" y="29"/>
                  </a:lnTo>
                  <a:lnTo>
                    <a:pt x="89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07" name=""/>
            <p:cNvSpPr/>
            <p:nvPr/>
          </p:nvSpPr>
          <p:spPr>
            <a:xfrm rot="0">
              <a:off x="3217" y="2164"/>
              <a:ext cx="1" cy="6"/>
            </a:xfrm>
            <a:custGeom>
              <a:avLst/>
              <a:ahLst/>
              <a:rect l="0" t="0" r="r" b="b"/>
              <a:pathLst>
                <a:path w="3" h="29">
                  <a:moveTo>
                    <a:pt x="0" y="0"/>
                  </a:moveTo>
                  <a:lnTo>
                    <a:pt x="2" y="29"/>
                  </a:lnTo>
                  <a:lnTo>
                    <a:pt x="3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08" name=""/>
            <p:cNvSpPr/>
            <p:nvPr/>
          </p:nvSpPr>
          <p:spPr>
            <a:xfrm rot="0">
              <a:off x="3217" y="21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09" name=""/>
            <p:cNvSpPr/>
            <p:nvPr/>
          </p:nvSpPr>
          <p:spPr>
            <a:xfrm rot="0">
              <a:off x="3217" y="2157"/>
              <a:ext cx="18" cy="13"/>
            </a:xfrm>
            <a:custGeom>
              <a:avLst/>
              <a:ahLst/>
              <a:rect l="0" t="0" r="r" b="b"/>
              <a:pathLst>
                <a:path w="92" h="64">
                  <a:moveTo>
                    <a:pt x="0" y="6"/>
                  </a:moveTo>
                  <a:lnTo>
                    <a:pt x="2" y="35"/>
                  </a:lnTo>
                  <a:lnTo>
                    <a:pt x="5" y="64"/>
                  </a:lnTo>
                  <a:lnTo>
                    <a:pt x="92" y="58"/>
                  </a:lnTo>
                  <a:lnTo>
                    <a:pt x="90" y="29"/>
                  </a:lnTo>
                  <a:lnTo>
                    <a:pt x="88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10" name=""/>
            <p:cNvSpPr/>
            <p:nvPr/>
          </p:nvSpPr>
          <p:spPr>
            <a:xfrm rot="0">
              <a:off x="3217" y="2157"/>
              <a:ext cx="18" cy="13"/>
            </a:xfrm>
            <a:custGeom>
              <a:avLst/>
              <a:ahLst/>
              <a:rect l="0" t="0" r="r" b="b"/>
              <a:pathLst>
                <a:path w="92" h="64">
                  <a:moveTo>
                    <a:pt x="0" y="6"/>
                  </a:moveTo>
                  <a:lnTo>
                    <a:pt x="2" y="35"/>
                  </a:lnTo>
                  <a:lnTo>
                    <a:pt x="5" y="64"/>
                  </a:lnTo>
                  <a:lnTo>
                    <a:pt x="92" y="58"/>
                  </a:lnTo>
                  <a:lnTo>
                    <a:pt x="90" y="29"/>
                  </a:lnTo>
                  <a:lnTo>
                    <a:pt x="88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11" name=""/>
            <p:cNvSpPr/>
            <p:nvPr/>
          </p:nvSpPr>
          <p:spPr>
            <a:xfrm rot="0">
              <a:off x="3235" y="2163"/>
              <a:ext cx="1" cy="6"/>
            </a:xfrm>
            <a:custGeom>
              <a:avLst/>
              <a:ahLst/>
              <a:rect l="0" t="0" r="r" b="b"/>
              <a:pathLst>
                <a:path w="4" h="29">
                  <a:moveTo>
                    <a:pt x="0" y="0"/>
                  </a:moveTo>
                  <a:lnTo>
                    <a:pt x="2" y="29"/>
                  </a:lnTo>
                  <a:lnTo>
                    <a:pt x="4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12" name=""/>
            <p:cNvSpPr/>
            <p:nvPr/>
          </p:nvSpPr>
          <p:spPr>
            <a:xfrm rot="0">
              <a:off x="3235" y="21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13" name=""/>
            <p:cNvSpPr/>
            <p:nvPr/>
          </p:nvSpPr>
          <p:spPr>
            <a:xfrm rot="0">
              <a:off x="3234" y="2155"/>
              <a:ext cx="19" cy="14"/>
            </a:xfrm>
            <a:custGeom>
              <a:avLst/>
              <a:ahLst/>
              <a:rect l="0" t="0" r="r" b="b"/>
              <a:pathLst>
                <a:path w="94" h="69">
                  <a:moveTo>
                    <a:pt x="0" y="11"/>
                  </a:moveTo>
                  <a:lnTo>
                    <a:pt x="3" y="40"/>
                  </a:lnTo>
                  <a:lnTo>
                    <a:pt x="7" y="69"/>
                  </a:lnTo>
                  <a:lnTo>
                    <a:pt x="94" y="59"/>
                  </a:lnTo>
                  <a:lnTo>
                    <a:pt x="91" y="29"/>
                  </a:lnTo>
                  <a:lnTo>
                    <a:pt x="87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14" name=""/>
            <p:cNvSpPr/>
            <p:nvPr/>
          </p:nvSpPr>
          <p:spPr>
            <a:xfrm rot="0">
              <a:off x="3234" y="2155"/>
              <a:ext cx="19" cy="14"/>
            </a:xfrm>
            <a:custGeom>
              <a:avLst/>
              <a:ahLst/>
              <a:rect l="0" t="0" r="r" b="b"/>
              <a:pathLst>
                <a:path w="94" h="69">
                  <a:moveTo>
                    <a:pt x="0" y="11"/>
                  </a:moveTo>
                  <a:lnTo>
                    <a:pt x="3" y="40"/>
                  </a:lnTo>
                  <a:lnTo>
                    <a:pt x="7" y="69"/>
                  </a:lnTo>
                  <a:lnTo>
                    <a:pt x="94" y="59"/>
                  </a:lnTo>
                  <a:lnTo>
                    <a:pt x="91" y="29"/>
                  </a:lnTo>
                  <a:lnTo>
                    <a:pt x="87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15" name=""/>
            <p:cNvSpPr/>
            <p:nvPr/>
          </p:nvSpPr>
          <p:spPr>
            <a:xfrm rot="0">
              <a:off x="3252" y="2161"/>
              <a:ext cx="1" cy="6"/>
            </a:xfrm>
            <a:custGeom>
              <a:avLst/>
              <a:ahLst/>
              <a:rect l="0" t="0" r="r" b="b"/>
              <a:pathLst>
                <a:path w="5" h="30">
                  <a:moveTo>
                    <a:pt x="0" y="0"/>
                  </a:moveTo>
                  <a:lnTo>
                    <a:pt x="3" y="30"/>
                  </a:lnTo>
                  <a:lnTo>
                    <a:pt x="5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16" name=""/>
            <p:cNvSpPr/>
            <p:nvPr/>
          </p:nvSpPr>
          <p:spPr>
            <a:xfrm rot="0">
              <a:off x="3253" y="2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17" name=""/>
            <p:cNvSpPr/>
            <p:nvPr/>
          </p:nvSpPr>
          <p:spPr>
            <a:xfrm rot="0">
              <a:off x="3251" y="2152"/>
              <a:ext cx="20" cy="15"/>
            </a:xfrm>
            <a:custGeom>
              <a:avLst/>
              <a:ahLst/>
              <a:rect l="0" t="0" r="r" b="b"/>
              <a:pathLst>
                <a:path w="97" h="74">
                  <a:moveTo>
                    <a:pt x="0" y="15"/>
                  </a:moveTo>
                  <a:lnTo>
                    <a:pt x="5" y="44"/>
                  </a:lnTo>
                  <a:lnTo>
                    <a:pt x="10" y="74"/>
                  </a:lnTo>
                  <a:lnTo>
                    <a:pt x="97" y="58"/>
                  </a:lnTo>
                  <a:lnTo>
                    <a:pt x="93" y="29"/>
                  </a:lnTo>
                  <a:lnTo>
                    <a:pt x="88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18" name=""/>
            <p:cNvSpPr/>
            <p:nvPr/>
          </p:nvSpPr>
          <p:spPr>
            <a:xfrm rot="0">
              <a:off x="3251" y="2152"/>
              <a:ext cx="20" cy="15"/>
            </a:xfrm>
            <a:custGeom>
              <a:avLst/>
              <a:ahLst/>
              <a:rect l="0" t="0" r="r" b="b"/>
              <a:pathLst>
                <a:path w="97" h="74">
                  <a:moveTo>
                    <a:pt x="0" y="15"/>
                  </a:moveTo>
                  <a:lnTo>
                    <a:pt x="5" y="44"/>
                  </a:lnTo>
                  <a:lnTo>
                    <a:pt x="10" y="74"/>
                  </a:lnTo>
                  <a:lnTo>
                    <a:pt x="97" y="58"/>
                  </a:lnTo>
                  <a:lnTo>
                    <a:pt x="93" y="29"/>
                  </a:lnTo>
                  <a:lnTo>
                    <a:pt x="88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19" name=""/>
            <p:cNvSpPr/>
            <p:nvPr/>
          </p:nvSpPr>
          <p:spPr>
            <a:xfrm rot="0">
              <a:off x="3270" y="2158"/>
              <a:ext cx="1" cy="5"/>
            </a:xfrm>
            <a:custGeom>
              <a:avLst/>
              <a:ahLst/>
              <a:rect l="0" t="0" r="r" b="b"/>
              <a:pathLst>
                <a:path w="5" h="29">
                  <a:moveTo>
                    <a:pt x="0" y="0"/>
                  </a:moveTo>
                  <a:lnTo>
                    <a:pt x="4" y="29"/>
                  </a:lnTo>
                  <a:lnTo>
                    <a:pt x="5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20" name=""/>
            <p:cNvSpPr/>
            <p:nvPr/>
          </p:nvSpPr>
          <p:spPr>
            <a:xfrm rot="0">
              <a:off x="3271" y="21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21" name=""/>
            <p:cNvSpPr/>
            <p:nvPr/>
          </p:nvSpPr>
          <p:spPr>
            <a:xfrm rot="0">
              <a:off x="3269" y="2148"/>
              <a:ext cx="19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0" y="19"/>
                  </a:moveTo>
                  <a:lnTo>
                    <a:pt x="6" y="48"/>
                  </a:lnTo>
                  <a:lnTo>
                    <a:pt x="11" y="77"/>
                  </a:lnTo>
                  <a:lnTo>
                    <a:pt x="98" y="59"/>
                  </a:lnTo>
                  <a:lnTo>
                    <a:pt x="92" y="30"/>
                  </a:lnTo>
                  <a:lnTo>
                    <a:pt x="86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22" name=""/>
            <p:cNvSpPr/>
            <p:nvPr/>
          </p:nvSpPr>
          <p:spPr>
            <a:xfrm rot="0">
              <a:off x="3269" y="2148"/>
              <a:ext cx="19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0" y="19"/>
                  </a:moveTo>
                  <a:lnTo>
                    <a:pt x="6" y="48"/>
                  </a:lnTo>
                  <a:lnTo>
                    <a:pt x="11" y="77"/>
                  </a:lnTo>
                  <a:lnTo>
                    <a:pt x="98" y="59"/>
                  </a:lnTo>
                  <a:lnTo>
                    <a:pt x="92" y="30"/>
                  </a:lnTo>
                  <a:lnTo>
                    <a:pt x="86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23" name=""/>
            <p:cNvSpPr/>
            <p:nvPr/>
          </p:nvSpPr>
          <p:spPr>
            <a:xfrm rot="0">
              <a:off x="3287" y="2154"/>
              <a:ext cx="2" cy="6"/>
            </a:xfrm>
            <a:custGeom>
              <a:avLst/>
              <a:ahLst/>
              <a:rect l="0" t="0" r="r" b="b"/>
              <a:pathLst>
                <a:path w="8" h="29">
                  <a:moveTo>
                    <a:pt x="0" y="0"/>
                  </a:moveTo>
                  <a:lnTo>
                    <a:pt x="6" y="29"/>
                  </a:lnTo>
                  <a:lnTo>
                    <a:pt x="8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24" name=""/>
            <p:cNvSpPr/>
            <p:nvPr/>
          </p:nvSpPr>
          <p:spPr>
            <a:xfrm rot="0">
              <a:off x="3288" y="21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25" name=""/>
            <p:cNvSpPr/>
            <p:nvPr/>
          </p:nvSpPr>
          <p:spPr>
            <a:xfrm rot="0">
              <a:off x="3285" y="2143"/>
              <a:ext cx="21" cy="17"/>
            </a:xfrm>
            <a:custGeom>
              <a:avLst/>
              <a:ahLst/>
              <a:rect l="0" t="0" r="r" b="b"/>
              <a:pathLst>
                <a:path w="102" h="82">
                  <a:moveTo>
                    <a:pt x="0" y="23"/>
                  </a:moveTo>
                  <a:lnTo>
                    <a:pt x="8" y="53"/>
                  </a:lnTo>
                  <a:lnTo>
                    <a:pt x="16" y="82"/>
                  </a:lnTo>
                  <a:lnTo>
                    <a:pt x="102" y="58"/>
                  </a:lnTo>
                  <a:lnTo>
                    <a:pt x="94" y="29"/>
                  </a:lnTo>
                  <a:lnTo>
                    <a:pt x="85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26" name=""/>
            <p:cNvSpPr/>
            <p:nvPr/>
          </p:nvSpPr>
          <p:spPr>
            <a:xfrm rot="0">
              <a:off x="3285" y="2143"/>
              <a:ext cx="21" cy="17"/>
            </a:xfrm>
            <a:custGeom>
              <a:avLst/>
              <a:ahLst/>
              <a:rect l="0" t="0" r="r" b="b"/>
              <a:pathLst>
                <a:path w="102" h="82">
                  <a:moveTo>
                    <a:pt x="0" y="23"/>
                  </a:moveTo>
                  <a:lnTo>
                    <a:pt x="8" y="53"/>
                  </a:lnTo>
                  <a:lnTo>
                    <a:pt x="16" y="82"/>
                  </a:lnTo>
                  <a:lnTo>
                    <a:pt x="102" y="58"/>
                  </a:lnTo>
                  <a:lnTo>
                    <a:pt x="94" y="29"/>
                  </a:lnTo>
                  <a:lnTo>
                    <a:pt x="85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27" name=""/>
            <p:cNvSpPr/>
            <p:nvPr/>
          </p:nvSpPr>
          <p:spPr>
            <a:xfrm rot="0">
              <a:off x="3304" y="2149"/>
              <a:ext cx="2" cy="6"/>
            </a:xfrm>
            <a:custGeom>
              <a:avLst/>
              <a:ahLst/>
              <a:rect l="0" t="0" r="r" b="b"/>
              <a:pathLst>
                <a:path w="9" h="29">
                  <a:moveTo>
                    <a:pt x="0" y="0"/>
                  </a:moveTo>
                  <a:lnTo>
                    <a:pt x="8" y="29"/>
                  </a:lnTo>
                  <a:lnTo>
                    <a:pt x="9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28" name=""/>
            <p:cNvSpPr/>
            <p:nvPr/>
          </p:nvSpPr>
          <p:spPr>
            <a:xfrm rot="0" flipV="1">
              <a:off x="3306" y="2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29" name=""/>
            <p:cNvSpPr/>
            <p:nvPr/>
          </p:nvSpPr>
          <p:spPr>
            <a:xfrm rot="0">
              <a:off x="3302" y="2138"/>
              <a:ext cx="21" cy="17"/>
            </a:xfrm>
            <a:custGeom>
              <a:avLst/>
              <a:ahLst/>
              <a:rect l="0" t="0" r="r" b="b"/>
              <a:pathLst>
                <a:path w="103" h="83">
                  <a:moveTo>
                    <a:pt x="0" y="27"/>
                  </a:moveTo>
                  <a:lnTo>
                    <a:pt x="10" y="55"/>
                  </a:lnTo>
                  <a:lnTo>
                    <a:pt x="19" y="83"/>
                  </a:lnTo>
                  <a:lnTo>
                    <a:pt x="103" y="56"/>
                  </a:lnTo>
                  <a:lnTo>
                    <a:pt x="94" y="28"/>
                  </a:lnTo>
                  <a:lnTo>
                    <a:pt x="8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30" name=""/>
            <p:cNvSpPr/>
            <p:nvPr/>
          </p:nvSpPr>
          <p:spPr>
            <a:xfrm rot="0">
              <a:off x="3302" y="2138"/>
              <a:ext cx="21" cy="17"/>
            </a:xfrm>
            <a:custGeom>
              <a:avLst/>
              <a:ahLst/>
              <a:rect l="0" t="0" r="r" b="b"/>
              <a:pathLst>
                <a:path w="103" h="83">
                  <a:moveTo>
                    <a:pt x="0" y="27"/>
                  </a:moveTo>
                  <a:lnTo>
                    <a:pt x="10" y="55"/>
                  </a:lnTo>
                  <a:lnTo>
                    <a:pt x="19" y="83"/>
                  </a:lnTo>
                  <a:lnTo>
                    <a:pt x="103" y="56"/>
                  </a:lnTo>
                  <a:lnTo>
                    <a:pt x="94" y="28"/>
                  </a:lnTo>
                  <a:lnTo>
                    <a:pt x="84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31" name=""/>
            <p:cNvSpPr/>
            <p:nvPr/>
          </p:nvSpPr>
          <p:spPr>
            <a:xfrm rot="0">
              <a:off x="3321" y="2144"/>
              <a:ext cx="2" cy="5"/>
            </a:xfrm>
            <a:custGeom>
              <a:avLst/>
              <a:ahLst/>
              <a:rect l="0" t="0" r="r" b="b"/>
              <a:pathLst>
                <a:path w="10" h="28">
                  <a:moveTo>
                    <a:pt x="0" y="0"/>
                  </a:moveTo>
                  <a:lnTo>
                    <a:pt x="9" y="28"/>
                  </a:lnTo>
                  <a:lnTo>
                    <a:pt x="10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32" name=""/>
            <p:cNvSpPr/>
            <p:nvPr/>
          </p:nvSpPr>
          <p:spPr>
            <a:xfrm rot="0">
              <a:off x="3323" y="21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33" name=""/>
            <p:cNvSpPr/>
            <p:nvPr/>
          </p:nvSpPr>
          <p:spPr>
            <a:xfrm rot="0">
              <a:off x="3319" y="2132"/>
              <a:ext cx="21" cy="17"/>
            </a:xfrm>
            <a:custGeom>
              <a:avLst/>
              <a:ahLst/>
              <a:rect l="0" t="0" r="r" b="b"/>
              <a:pathLst>
                <a:path w="104" h="87">
                  <a:moveTo>
                    <a:pt x="0" y="31"/>
                  </a:moveTo>
                  <a:lnTo>
                    <a:pt x="11" y="59"/>
                  </a:lnTo>
                  <a:lnTo>
                    <a:pt x="21" y="87"/>
                  </a:lnTo>
                  <a:lnTo>
                    <a:pt x="104" y="56"/>
                  </a:lnTo>
                  <a:lnTo>
                    <a:pt x="94" y="28"/>
                  </a:lnTo>
                  <a:lnTo>
                    <a:pt x="83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34" name=""/>
            <p:cNvSpPr/>
            <p:nvPr/>
          </p:nvSpPr>
          <p:spPr>
            <a:xfrm rot="0">
              <a:off x="3319" y="2132"/>
              <a:ext cx="21" cy="17"/>
            </a:xfrm>
            <a:custGeom>
              <a:avLst/>
              <a:ahLst/>
              <a:rect l="0" t="0" r="r" b="b"/>
              <a:pathLst>
                <a:path w="104" h="87">
                  <a:moveTo>
                    <a:pt x="0" y="31"/>
                  </a:moveTo>
                  <a:lnTo>
                    <a:pt x="11" y="59"/>
                  </a:lnTo>
                  <a:lnTo>
                    <a:pt x="21" y="87"/>
                  </a:lnTo>
                  <a:lnTo>
                    <a:pt x="104" y="56"/>
                  </a:lnTo>
                  <a:lnTo>
                    <a:pt x="94" y="28"/>
                  </a:lnTo>
                  <a:lnTo>
                    <a:pt x="8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35" name=""/>
            <p:cNvSpPr/>
            <p:nvPr/>
          </p:nvSpPr>
          <p:spPr>
            <a:xfrm rot="0">
              <a:off x="3338" y="2138"/>
              <a:ext cx="2" cy="5"/>
            </a:xfrm>
            <a:custGeom>
              <a:avLst/>
              <a:ahLst/>
              <a:rect l="0" t="0" r="r" b="b"/>
              <a:pathLst>
                <a:path w="12" h="28">
                  <a:moveTo>
                    <a:pt x="0" y="0"/>
                  </a:moveTo>
                  <a:lnTo>
                    <a:pt x="10" y="28"/>
                  </a:lnTo>
                  <a:lnTo>
                    <a:pt x="12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36" name=""/>
            <p:cNvSpPr/>
            <p:nvPr/>
          </p:nvSpPr>
          <p:spPr>
            <a:xfrm rot="0">
              <a:off x="3340" y="21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37" name=""/>
            <p:cNvSpPr/>
            <p:nvPr/>
          </p:nvSpPr>
          <p:spPr>
            <a:xfrm rot="0">
              <a:off x="3335" y="2125"/>
              <a:ext cx="21" cy="18"/>
            </a:xfrm>
            <a:custGeom>
              <a:avLst/>
              <a:ahLst/>
              <a:rect l="0" t="0" r="r" b="b"/>
              <a:pathLst>
                <a:path w="105" h="90">
                  <a:moveTo>
                    <a:pt x="0" y="34"/>
                  </a:moveTo>
                  <a:lnTo>
                    <a:pt x="12" y="62"/>
                  </a:lnTo>
                  <a:lnTo>
                    <a:pt x="24" y="90"/>
                  </a:lnTo>
                  <a:lnTo>
                    <a:pt x="105" y="56"/>
                  </a:lnTo>
                  <a:lnTo>
                    <a:pt x="94" y="28"/>
                  </a:lnTo>
                  <a:lnTo>
                    <a:pt x="82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38" name=""/>
            <p:cNvSpPr/>
            <p:nvPr/>
          </p:nvSpPr>
          <p:spPr>
            <a:xfrm rot="0">
              <a:off x="3335" y="2125"/>
              <a:ext cx="21" cy="18"/>
            </a:xfrm>
            <a:custGeom>
              <a:avLst/>
              <a:ahLst/>
              <a:rect l="0" t="0" r="r" b="b"/>
              <a:pathLst>
                <a:path w="105" h="90">
                  <a:moveTo>
                    <a:pt x="0" y="34"/>
                  </a:moveTo>
                  <a:lnTo>
                    <a:pt x="12" y="62"/>
                  </a:lnTo>
                  <a:lnTo>
                    <a:pt x="24" y="90"/>
                  </a:lnTo>
                  <a:lnTo>
                    <a:pt x="105" y="56"/>
                  </a:lnTo>
                  <a:lnTo>
                    <a:pt x="94" y="28"/>
                  </a:lnTo>
                  <a:lnTo>
                    <a:pt x="82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39" name=""/>
            <p:cNvSpPr/>
            <p:nvPr/>
          </p:nvSpPr>
          <p:spPr>
            <a:xfrm rot="0">
              <a:off x="3354" y="2131"/>
              <a:ext cx="3" cy="5"/>
            </a:xfrm>
            <a:custGeom>
              <a:avLst/>
              <a:ahLst/>
              <a:rect l="0" t="0" r="r" b="b"/>
              <a:pathLst>
                <a:path w="13" h="28">
                  <a:moveTo>
                    <a:pt x="0" y="0"/>
                  </a:moveTo>
                  <a:lnTo>
                    <a:pt x="11" y="28"/>
                  </a:lnTo>
                  <a:lnTo>
                    <a:pt x="1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40" name=""/>
            <p:cNvSpPr/>
            <p:nvPr/>
          </p:nvSpPr>
          <p:spPr>
            <a:xfrm rot="0" flipV="1">
              <a:off x="3356" y="21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41" name=""/>
            <p:cNvSpPr/>
            <p:nvPr/>
          </p:nvSpPr>
          <p:spPr>
            <a:xfrm rot="0">
              <a:off x="3351" y="2117"/>
              <a:ext cx="21" cy="19"/>
            </a:xfrm>
            <a:custGeom>
              <a:avLst/>
              <a:ahLst/>
              <a:rect l="0" t="0" r="r" b="b"/>
              <a:pathLst>
                <a:path w="105" h="94">
                  <a:moveTo>
                    <a:pt x="0" y="40"/>
                  </a:moveTo>
                  <a:lnTo>
                    <a:pt x="13" y="67"/>
                  </a:lnTo>
                  <a:lnTo>
                    <a:pt x="26" y="94"/>
                  </a:lnTo>
                  <a:lnTo>
                    <a:pt x="105" y="54"/>
                  </a:lnTo>
                  <a:lnTo>
                    <a:pt x="92" y="27"/>
                  </a:lnTo>
                  <a:lnTo>
                    <a:pt x="79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42" name=""/>
            <p:cNvSpPr/>
            <p:nvPr/>
          </p:nvSpPr>
          <p:spPr>
            <a:xfrm rot="0">
              <a:off x="3351" y="2117"/>
              <a:ext cx="21" cy="19"/>
            </a:xfrm>
            <a:custGeom>
              <a:avLst/>
              <a:ahLst/>
              <a:rect l="0" t="0" r="r" b="b"/>
              <a:pathLst>
                <a:path w="105" h="94">
                  <a:moveTo>
                    <a:pt x="0" y="40"/>
                  </a:moveTo>
                  <a:lnTo>
                    <a:pt x="13" y="67"/>
                  </a:lnTo>
                  <a:lnTo>
                    <a:pt x="26" y="94"/>
                  </a:lnTo>
                  <a:lnTo>
                    <a:pt x="105" y="54"/>
                  </a:lnTo>
                  <a:lnTo>
                    <a:pt x="92" y="27"/>
                  </a:lnTo>
                  <a:lnTo>
                    <a:pt x="79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43" name=""/>
            <p:cNvSpPr/>
            <p:nvPr/>
          </p:nvSpPr>
          <p:spPr>
            <a:xfrm rot="0">
              <a:off x="3370" y="2123"/>
              <a:ext cx="3" cy="5"/>
            </a:xfrm>
            <a:custGeom>
              <a:avLst/>
              <a:ahLst/>
              <a:rect l="0" t="0" r="r" b="b"/>
              <a:pathLst>
                <a:path w="14" h="27">
                  <a:moveTo>
                    <a:pt x="0" y="0"/>
                  </a:moveTo>
                  <a:lnTo>
                    <a:pt x="13" y="27"/>
                  </a:lnTo>
                  <a:lnTo>
                    <a:pt x="14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44" name=""/>
            <p:cNvSpPr/>
            <p:nvPr/>
          </p:nvSpPr>
          <p:spPr>
            <a:xfrm rot="0" flipV="1">
              <a:off x="3372" y="21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45" name=""/>
            <p:cNvSpPr/>
            <p:nvPr/>
          </p:nvSpPr>
          <p:spPr>
            <a:xfrm rot="0">
              <a:off x="3367" y="2109"/>
              <a:ext cx="21" cy="19"/>
            </a:xfrm>
            <a:custGeom>
              <a:avLst/>
              <a:ahLst/>
              <a:rect l="0" t="0" r="r" b="b"/>
              <a:pathLst>
                <a:path w="106" h="94">
                  <a:moveTo>
                    <a:pt x="0" y="42"/>
                  </a:moveTo>
                  <a:lnTo>
                    <a:pt x="14" y="68"/>
                  </a:lnTo>
                  <a:lnTo>
                    <a:pt x="28" y="94"/>
                  </a:lnTo>
                  <a:lnTo>
                    <a:pt x="106" y="52"/>
                  </a:lnTo>
                  <a:lnTo>
                    <a:pt x="91" y="26"/>
                  </a:lnTo>
                  <a:lnTo>
                    <a:pt x="77" y="0"/>
                  </a:lnTo>
                  <a:lnTo>
                    <a:pt x="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46" name=""/>
            <p:cNvSpPr/>
            <p:nvPr/>
          </p:nvSpPr>
          <p:spPr>
            <a:xfrm rot="0">
              <a:off x="3367" y="2109"/>
              <a:ext cx="21" cy="19"/>
            </a:xfrm>
            <a:custGeom>
              <a:avLst/>
              <a:ahLst/>
              <a:rect l="0" t="0" r="r" b="b"/>
              <a:pathLst>
                <a:path w="106" h="94">
                  <a:moveTo>
                    <a:pt x="0" y="42"/>
                  </a:moveTo>
                  <a:lnTo>
                    <a:pt x="14" y="68"/>
                  </a:lnTo>
                  <a:lnTo>
                    <a:pt x="28" y="94"/>
                  </a:lnTo>
                  <a:lnTo>
                    <a:pt x="106" y="52"/>
                  </a:lnTo>
                  <a:lnTo>
                    <a:pt x="91" y="26"/>
                  </a:lnTo>
                  <a:lnTo>
                    <a:pt x="77" y="0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47" name=""/>
            <p:cNvSpPr/>
            <p:nvPr/>
          </p:nvSpPr>
          <p:spPr>
            <a:xfrm rot="0">
              <a:off x="3385" y="2114"/>
              <a:ext cx="3" cy="6"/>
            </a:xfrm>
            <a:custGeom>
              <a:avLst/>
              <a:ahLst/>
              <a:rect l="0" t="0" r="r" b="b"/>
              <a:pathLst>
                <a:path w="16" h="26">
                  <a:moveTo>
                    <a:pt x="0" y="0"/>
                  </a:moveTo>
                  <a:lnTo>
                    <a:pt x="15" y="26"/>
                  </a:lnTo>
                  <a:lnTo>
                    <a:pt x="1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48" name=""/>
            <p:cNvSpPr/>
            <p:nvPr/>
          </p:nvSpPr>
          <p:spPr>
            <a:xfrm rot="0">
              <a:off x="3388" y="2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49" name=""/>
            <p:cNvSpPr/>
            <p:nvPr/>
          </p:nvSpPr>
          <p:spPr>
            <a:xfrm rot="0">
              <a:off x="3382" y="2100"/>
              <a:ext cx="22" cy="20"/>
            </a:xfrm>
            <a:custGeom>
              <a:avLst/>
              <a:ahLst/>
              <a:rect l="0" t="0" r="r" b="b"/>
              <a:pathLst>
                <a:path w="107" h="99">
                  <a:moveTo>
                    <a:pt x="0" y="47"/>
                  </a:moveTo>
                  <a:lnTo>
                    <a:pt x="15" y="73"/>
                  </a:lnTo>
                  <a:lnTo>
                    <a:pt x="31" y="99"/>
                  </a:lnTo>
                  <a:lnTo>
                    <a:pt x="107" y="52"/>
                  </a:lnTo>
                  <a:lnTo>
                    <a:pt x="92" y="26"/>
                  </a:lnTo>
                  <a:lnTo>
                    <a:pt x="76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50" name=""/>
            <p:cNvSpPr/>
            <p:nvPr/>
          </p:nvSpPr>
          <p:spPr>
            <a:xfrm rot="0">
              <a:off x="3382" y="2100"/>
              <a:ext cx="22" cy="20"/>
            </a:xfrm>
            <a:custGeom>
              <a:avLst/>
              <a:ahLst/>
              <a:rect l="0" t="0" r="r" b="b"/>
              <a:pathLst>
                <a:path w="107" h="99">
                  <a:moveTo>
                    <a:pt x="0" y="47"/>
                  </a:moveTo>
                  <a:lnTo>
                    <a:pt x="15" y="73"/>
                  </a:lnTo>
                  <a:lnTo>
                    <a:pt x="31" y="99"/>
                  </a:lnTo>
                  <a:lnTo>
                    <a:pt x="107" y="52"/>
                  </a:lnTo>
                  <a:lnTo>
                    <a:pt x="92" y="26"/>
                  </a:lnTo>
                  <a:lnTo>
                    <a:pt x="76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51" name=""/>
            <p:cNvSpPr/>
            <p:nvPr/>
          </p:nvSpPr>
          <p:spPr>
            <a:xfrm rot="0">
              <a:off x="3401" y="2105"/>
              <a:ext cx="3" cy="5"/>
            </a:xfrm>
            <a:custGeom>
              <a:avLst/>
              <a:ahLst/>
              <a:rect l="0" t="0" r="r" b="b"/>
              <a:pathLst>
                <a:path w="16" h="26">
                  <a:moveTo>
                    <a:pt x="0" y="0"/>
                  </a:moveTo>
                  <a:lnTo>
                    <a:pt x="15" y="26"/>
                  </a:lnTo>
                  <a:lnTo>
                    <a:pt x="16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52" name=""/>
            <p:cNvSpPr/>
            <p:nvPr/>
          </p:nvSpPr>
          <p:spPr>
            <a:xfrm rot="0" flipV="1">
              <a:off x="3404" y="21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53" name=""/>
            <p:cNvSpPr/>
            <p:nvPr/>
          </p:nvSpPr>
          <p:spPr>
            <a:xfrm rot="0">
              <a:off x="3397" y="2090"/>
              <a:ext cx="22" cy="20"/>
            </a:xfrm>
            <a:custGeom>
              <a:avLst/>
              <a:ahLst/>
              <a:rect l="0" t="0" r="r" b="b"/>
              <a:pathLst>
                <a:path w="107" h="99">
                  <a:moveTo>
                    <a:pt x="0" y="49"/>
                  </a:moveTo>
                  <a:lnTo>
                    <a:pt x="17" y="74"/>
                  </a:lnTo>
                  <a:lnTo>
                    <a:pt x="33" y="99"/>
                  </a:lnTo>
                  <a:lnTo>
                    <a:pt x="107" y="49"/>
                  </a:lnTo>
                  <a:lnTo>
                    <a:pt x="90" y="25"/>
                  </a:lnTo>
                  <a:lnTo>
                    <a:pt x="74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54" name=""/>
            <p:cNvSpPr/>
            <p:nvPr/>
          </p:nvSpPr>
          <p:spPr>
            <a:xfrm rot="0">
              <a:off x="3397" y="2090"/>
              <a:ext cx="22" cy="20"/>
            </a:xfrm>
            <a:custGeom>
              <a:avLst/>
              <a:ahLst/>
              <a:rect l="0" t="0" r="r" b="b"/>
              <a:pathLst>
                <a:path w="107" h="99">
                  <a:moveTo>
                    <a:pt x="0" y="49"/>
                  </a:moveTo>
                  <a:lnTo>
                    <a:pt x="17" y="74"/>
                  </a:lnTo>
                  <a:lnTo>
                    <a:pt x="33" y="99"/>
                  </a:lnTo>
                  <a:lnTo>
                    <a:pt x="107" y="49"/>
                  </a:lnTo>
                  <a:lnTo>
                    <a:pt x="90" y="25"/>
                  </a:lnTo>
                  <a:lnTo>
                    <a:pt x="74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55" name=""/>
            <p:cNvSpPr/>
            <p:nvPr/>
          </p:nvSpPr>
          <p:spPr>
            <a:xfrm rot="0">
              <a:off x="3415" y="2095"/>
              <a:ext cx="4" cy="5"/>
            </a:xfrm>
            <a:custGeom>
              <a:avLst/>
              <a:ahLst/>
              <a:rect l="0" t="0" r="r" b="b"/>
              <a:pathLst>
                <a:path w="19" h="24">
                  <a:moveTo>
                    <a:pt x="0" y="0"/>
                  </a:moveTo>
                  <a:lnTo>
                    <a:pt x="17" y="24"/>
                  </a:lnTo>
                  <a:lnTo>
                    <a:pt x="19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56" name=""/>
            <p:cNvSpPr/>
            <p:nvPr/>
          </p:nvSpPr>
          <p:spPr>
            <a:xfrm rot="0" flipV="1">
              <a:off x="3419" y="2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57" name=""/>
            <p:cNvSpPr/>
            <p:nvPr/>
          </p:nvSpPr>
          <p:spPr>
            <a:xfrm rot="0">
              <a:off x="3412" y="2080"/>
              <a:ext cx="21" cy="20"/>
            </a:xfrm>
            <a:custGeom>
              <a:avLst/>
              <a:ahLst/>
              <a:rect l="0" t="0" r="r" b="b"/>
              <a:pathLst>
                <a:path w="107" h="100">
                  <a:moveTo>
                    <a:pt x="0" y="53"/>
                  </a:moveTo>
                  <a:lnTo>
                    <a:pt x="18" y="77"/>
                  </a:lnTo>
                  <a:lnTo>
                    <a:pt x="37" y="100"/>
                  </a:lnTo>
                  <a:lnTo>
                    <a:pt x="107" y="46"/>
                  </a:lnTo>
                  <a:lnTo>
                    <a:pt x="88" y="23"/>
                  </a:lnTo>
                  <a:lnTo>
                    <a:pt x="70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58" name=""/>
            <p:cNvSpPr/>
            <p:nvPr/>
          </p:nvSpPr>
          <p:spPr>
            <a:xfrm rot="0">
              <a:off x="3412" y="2080"/>
              <a:ext cx="21" cy="20"/>
            </a:xfrm>
            <a:custGeom>
              <a:avLst/>
              <a:ahLst/>
              <a:rect l="0" t="0" r="r" b="b"/>
              <a:pathLst>
                <a:path w="107" h="100">
                  <a:moveTo>
                    <a:pt x="0" y="53"/>
                  </a:moveTo>
                  <a:lnTo>
                    <a:pt x="18" y="77"/>
                  </a:lnTo>
                  <a:lnTo>
                    <a:pt x="37" y="100"/>
                  </a:lnTo>
                  <a:lnTo>
                    <a:pt x="107" y="46"/>
                  </a:lnTo>
                  <a:lnTo>
                    <a:pt x="88" y="23"/>
                  </a:lnTo>
                  <a:lnTo>
                    <a:pt x="70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59" name=""/>
            <p:cNvSpPr/>
            <p:nvPr/>
          </p:nvSpPr>
          <p:spPr>
            <a:xfrm rot="0">
              <a:off x="3429" y="2084"/>
              <a:ext cx="4" cy="5"/>
            </a:xfrm>
            <a:custGeom>
              <a:avLst/>
              <a:ahLst/>
              <a:rect l="0" t="0" r="r" b="b"/>
              <a:pathLst>
                <a:path w="19" h="23">
                  <a:moveTo>
                    <a:pt x="0" y="0"/>
                  </a:moveTo>
                  <a:lnTo>
                    <a:pt x="19" y="23"/>
                  </a:lnTo>
                  <a:lnTo>
                    <a:pt x="19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60" name=""/>
            <p:cNvSpPr/>
            <p:nvPr/>
          </p:nvSpPr>
          <p:spPr>
            <a:xfrm rot="0">
              <a:off x="3433" y="2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61" name=""/>
            <p:cNvSpPr/>
            <p:nvPr/>
          </p:nvSpPr>
          <p:spPr>
            <a:xfrm rot="0">
              <a:off x="3426" y="2068"/>
              <a:ext cx="21" cy="21"/>
            </a:xfrm>
            <a:custGeom>
              <a:avLst/>
              <a:ahLst/>
              <a:rect l="0" t="0" r="r" b="b"/>
              <a:pathLst>
                <a:path w="106" h="103">
                  <a:moveTo>
                    <a:pt x="0" y="57"/>
                  </a:moveTo>
                  <a:lnTo>
                    <a:pt x="18" y="80"/>
                  </a:lnTo>
                  <a:lnTo>
                    <a:pt x="37" y="103"/>
                  </a:lnTo>
                  <a:lnTo>
                    <a:pt x="106" y="47"/>
                  </a:lnTo>
                  <a:lnTo>
                    <a:pt x="87" y="24"/>
                  </a:lnTo>
                  <a:lnTo>
                    <a:pt x="69" y="0"/>
                  </a:lnTo>
                  <a:lnTo>
                    <a:pt x="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62" name=""/>
            <p:cNvSpPr/>
            <p:nvPr/>
          </p:nvSpPr>
          <p:spPr>
            <a:xfrm rot="0">
              <a:off x="3426" y="2068"/>
              <a:ext cx="21" cy="21"/>
            </a:xfrm>
            <a:custGeom>
              <a:avLst/>
              <a:ahLst/>
              <a:rect l="0" t="0" r="r" b="b"/>
              <a:pathLst>
                <a:path w="106" h="103">
                  <a:moveTo>
                    <a:pt x="0" y="57"/>
                  </a:moveTo>
                  <a:lnTo>
                    <a:pt x="18" y="80"/>
                  </a:lnTo>
                  <a:lnTo>
                    <a:pt x="37" y="103"/>
                  </a:lnTo>
                  <a:lnTo>
                    <a:pt x="106" y="47"/>
                  </a:lnTo>
                  <a:lnTo>
                    <a:pt x="87" y="24"/>
                  </a:lnTo>
                  <a:lnTo>
                    <a:pt x="69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63" name=""/>
            <p:cNvSpPr/>
            <p:nvPr/>
          </p:nvSpPr>
          <p:spPr>
            <a:xfrm rot="0">
              <a:off x="3443" y="2073"/>
              <a:ext cx="4" cy="5"/>
            </a:xfrm>
            <a:custGeom>
              <a:avLst/>
              <a:ahLst/>
              <a:rect l="0" t="0" r="r" b="b"/>
              <a:pathLst>
                <a:path w="20" h="23">
                  <a:moveTo>
                    <a:pt x="0" y="0"/>
                  </a:moveTo>
                  <a:lnTo>
                    <a:pt x="19" y="23"/>
                  </a:lnTo>
                  <a:lnTo>
                    <a:pt x="20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64" name=""/>
            <p:cNvSpPr/>
            <p:nvPr/>
          </p:nvSpPr>
          <p:spPr>
            <a:xfrm rot="0" flipV="1">
              <a:off x="3447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65" name=""/>
            <p:cNvSpPr/>
            <p:nvPr/>
          </p:nvSpPr>
          <p:spPr>
            <a:xfrm rot="0">
              <a:off x="3439" y="2057"/>
              <a:ext cx="21" cy="21"/>
            </a:xfrm>
            <a:custGeom>
              <a:avLst/>
              <a:ahLst/>
              <a:rect l="0" t="0" r="r" b="b"/>
              <a:pathLst>
                <a:path w="105" h="104">
                  <a:moveTo>
                    <a:pt x="0" y="60"/>
                  </a:moveTo>
                  <a:lnTo>
                    <a:pt x="19" y="82"/>
                  </a:lnTo>
                  <a:lnTo>
                    <a:pt x="39" y="104"/>
                  </a:lnTo>
                  <a:lnTo>
                    <a:pt x="105" y="44"/>
                  </a:lnTo>
                  <a:lnTo>
                    <a:pt x="85" y="22"/>
                  </a:lnTo>
                  <a:lnTo>
                    <a:pt x="65" y="0"/>
                  </a:lnTo>
                  <a:lnTo>
                    <a:pt x="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66" name=""/>
            <p:cNvSpPr/>
            <p:nvPr/>
          </p:nvSpPr>
          <p:spPr>
            <a:xfrm rot="0">
              <a:off x="3439" y="2057"/>
              <a:ext cx="21" cy="21"/>
            </a:xfrm>
            <a:custGeom>
              <a:avLst/>
              <a:ahLst/>
              <a:rect l="0" t="0" r="r" b="b"/>
              <a:pathLst>
                <a:path w="105" h="104">
                  <a:moveTo>
                    <a:pt x="0" y="60"/>
                  </a:moveTo>
                  <a:lnTo>
                    <a:pt x="19" y="82"/>
                  </a:lnTo>
                  <a:lnTo>
                    <a:pt x="39" y="104"/>
                  </a:lnTo>
                  <a:lnTo>
                    <a:pt x="105" y="44"/>
                  </a:lnTo>
                  <a:lnTo>
                    <a:pt x="85" y="22"/>
                  </a:lnTo>
                  <a:lnTo>
                    <a:pt x="65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67" name=""/>
            <p:cNvSpPr/>
            <p:nvPr/>
          </p:nvSpPr>
          <p:spPr>
            <a:xfrm rot="0">
              <a:off x="3456" y="2061"/>
              <a:ext cx="4" cy="5"/>
            </a:xfrm>
            <a:custGeom>
              <a:avLst/>
              <a:ahLst/>
              <a:rect l="0" t="0" r="r" b="b"/>
              <a:pathLst>
                <a:path w="21" h="22">
                  <a:moveTo>
                    <a:pt x="0" y="0"/>
                  </a:moveTo>
                  <a:lnTo>
                    <a:pt x="20" y="22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68" name=""/>
            <p:cNvSpPr/>
            <p:nvPr/>
          </p:nvSpPr>
          <p:spPr>
            <a:xfrm rot="0" flipV="1">
              <a:off x="3460" y="20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69" name=""/>
            <p:cNvSpPr/>
            <p:nvPr/>
          </p:nvSpPr>
          <p:spPr>
            <a:xfrm rot="0">
              <a:off x="3452" y="2044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0" y="63"/>
                  </a:moveTo>
                  <a:lnTo>
                    <a:pt x="21" y="84"/>
                  </a:lnTo>
                  <a:lnTo>
                    <a:pt x="42" y="105"/>
                  </a:lnTo>
                  <a:lnTo>
                    <a:pt x="104" y="42"/>
                  </a:lnTo>
                  <a:lnTo>
                    <a:pt x="83" y="21"/>
                  </a:lnTo>
                  <a:lnTo>
                    <a:pt x="62" y="0"/>
                  </a:lnTo>
                  <a:lnTo>
                    <a:pt x="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70" name=""/>
            <p:cNvSpPr/>
            <p:nvPr/>
          </p:nvSpPr>
          <p:spPr>
            <a:xfrm rot="0">
              <a:off x="3452" y="2044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0" y="63"/>
                  </a:moveTo>
                  <a:lnTo>
                    <a:pt x="21" y="84"/>
                  </a:lnTo>
                  <a:lnTo>
                    <a:pt x="42" y="105"/>
                  </a:lnTo>
                  <a:lnTo>
                    <a:pt x="104" y="42"/>
                  </a:lnTo>
                  <a:lnTo>
                    <a:pt x="83" y="21"/>
                  </a:lnTo>
                  <a:lnTo>
                    <a:pt x="62" y="0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71" name=""/>
            <p:cNvSpPr/>
            <p:nvPr/>
          </p:nvSpPr>
          <p:spPr>
            <a:xfrm rot="0">
              <a:off x="3469" y="2049"/>
              <a:ext cx="4" cy="4"/>
            </a:xfrm>
            <a:custGeom>
              <a:avLst/>
              <a:ahLst/>
              <a:rect l="0" t="0" r="r" b="b"/>
              <a:pathLst>
                <a:path w="22" h="21">
                  <a:moveTo>
                    <a:pt x="0" y="0"/>
                  </a:moveTo>
                  <a:lnTo>
                    <a:pt x="21" y="21"/>
                  </a:lnTo>
                  <a:lnTo>
                    <a:pt x="22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72" name=""/>
            <p:cNvSpPr/>
            <p:nvPr/>
          </p:nvSpPr>
          <p:spPr>
            <a:xfrm rot="0" flipV="1">
              <a:off x="3473" y="20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73" name=""/>
            <p:cNvSpPr/>
            <p:nvPr/>
          </p:nvSpPr>
          <p:spPr>
            <a:xfrm rot="0">
              <a:off x="3464" y="2032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0" y="65"/>
                  </a:moveTo>
                  <a:lnTo>
                    <a:pt x="22" y="85"/>
                  </a:lnTo>
                  <a:lnTo>
                    <a:pt x="44" y="105"/>
                  </a:lnTo>
                  <a:lnTo>
                    <a:pt x="104" y="39"/>
                  </a:lnTo>
                  <a:lnTo>
                    <a:pt x="82" y="20"/>
                  </a:lnTo>
                  <a:lnTo>
                    <a:pt x="59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74" name=""/>
            <p:cNvSpPr/>
            <p:nvPr/>
          </p:nvSpPr>
          <p:spPr>
            <a:xfrm rot="0">
              <a:off x="3464" y="2032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0" y="65"/>
                  </a:moveTo>
                  <a:lnTo>
                    <a:pt x="22" y="85"/>
                  </a:lnTo>
                  <a:lnTo>
                    <a:pt x="44" y="105"/>
                  </a:lnTo>
                  <a:lnTo>
                    <a:pt x="104" y="39"/>
                  </a:lnTo>
                  <a:lnTo>
                    <a:pt x="82" y="20"/>
                  </a:lnTo>
                  <a:lnTo>
                    <a:pt x="59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75" name=""/>
            <p:cNvSpPr/>
            <p:nvPr/>
          </p:nvSpPr>
          <p:spPr>
            <a:xfrm rot="0">
              <a:off x="3481" y="2036"/>
              <a:ext cx="4" cy="3"/>
            </a:xfrm>
            <a:custGeom>
              <a:avLst/>
              <a:ahLst/>
              <a:rect l="0" t="0" r="r" b="b"/>
              <a:pathLst>
                <a:path w="23" h="19">
                  <a:moveTo>
                    <a:pt x="0" y="0"/>
                  </a:moveTo>
                  <a:lnTo>
                    <a:pt x="22" y="19"/>
                  </a:lnTo>
                  <a:lnTo>
                    <a:pt x="23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76" name=""/>
            <p:cNvSpPr/>
            <p:nvPr/>
          </p:nvSpPr>
          <p:spPr>
            <a:xfrm rot="0" flipV="1">
              <a:off x="3485" y="20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77" name=""/>
            <p:cNvSpPr/>
            <p:nvPr/>
          </p:nvSpPr>
          <p:spPr>
            <a:xfrm rot="0">
              <a:off x="3476" y="2018"/>
              <a:ext cx="20" cy="21"/>
            </a:xfrm>
            <a:custGeom>
              <a:avLst/>
              <a:ahLst/>
              <a:rect l="0" t="0" r="r" b="b"/>
              <a:pathLst>
                <a:path w="103" h="106">
                  <a:moveTo>
                    <a:pt x="0" y="69"/>
                  </a:moveTo>
                  <a:lnTo>
                    <a:pt x="24" y="88"/>
                  </a:lnTo>
                  <a:lnTo>
                    <a:pt x="47" y="106"/>
                  </a:lnTo>
                  <a:lnTo>
                    <a:pt x="103" y="37"/>
                  </a:lnTo>
                  <a:lnTo>
                    <a:pt x="80" y="18"/>
                  </a:lnTo>
                  <a:lnTo>
                    <a:pt x="56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78" name=""/>
            <p:cNvSpPr/>
            <p:nvPr/>
          </p:nvSpPr>
          <p:spPr>
            <a:xfrm rot="0">
              <a:off x="3476" y="2018"/>
              <a:ext cx="20" cy="21"/>
            </a:xfrm>
            <a:custGeom>
              <a:avLst/>
              <a:ahLst/>
              <a:rect l="0" t="0" r="r" b="b"/>
              <a:pathLst>
                <a:path w="103" h="106">
                  <a:moveTo>
                    <a:pt x="0" y="69"/>
                  </a:moveTo>
                  <a:lnTo>
                    <a:pt x="24" y="88"/>
                  </a:lnTo>
                  <a:lnTo>
                    <a:pt x="47" y="106"/>
                  </a:lnTo>
                  <a:lnTo>
                    <a:pt x="103" y="37"/>
                  </a:lnTo>
                  <a:lnTo>
                    <a:pt x="80" y="18"/>
                  </a:lnTo>
                  <a:lnTo>
                    <a:pt x="56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79" name=""/>
            <p:cNvSpPr/>
            <p:nvPr/>
          </p:nvSpPr>
          <p:spPr>
            <a:xfrm rot="0">
              <a:off x="3492" y="2022"/>
              <a:ext cx="5" cy="3"/>
            </a:xfrm>
            <a:custGeom>
              <a:avLst/>
              <a:ahLst/>
              <a:rect l="0" t="0" r="r" b="b"/>
              <a:pathLst>
                <a:path w="24" h="19">
                  <a:moveTo>
                    <a:pt x="0" y="0"/>
                  </a:moveTo>
                  <a:lnTo>
                    <a:pt x="23" y="19"/>
                  </a:lnTo>
                  <a:lnTo>
                    <a:pt x="24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80" name=""/>
            <p:cNvSpPr/>
            <p:nvPr/>
          </p:nvSpPr>
          <p:spPr>
            <a:xfrm rot="0" flipV="1">
              <a:off x="3496" y="2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81" name=""/>
            <p:cNvSpPr/>
            <p:nvPr/>
          </p:nvSpPr>
          <p:spPr>
            <a:xfrm rot="0">
              <a:off x="3487" y="2004"/>
              <a:ext cx="20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0" y="71"/>
                  </a:moveTo>
                  <a:lnTo>
                    <a:pt x="25" y="88"/>
                  </a:lnTo>
                  <a:lnTo>
                    <a:pt x="49" y="106"/>
                  </a:lnTo>
                  <a:lnTo>
                    <a:pt x="102" y="35"/>
                  </a:lnTo>
                  <a:lnTo>
                    <a:pt x="77" y="17"/>
                  </a:lnTo>
                  <a:lnTo>
                    <a:pt x="53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82" name=""/>
            <p:cNvSpPr/>
            <p:nvPr/>
          </p:nvSpPr>
          <p:spPr>
            <a:xfrm rot="0">
              <a:off x="3487" y="2004"/>
              <a:ext cx="20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0" y="71"/>
                  </a:moveTo>
                  <a:lnTo>
                    <a:pt x="25" y="88"/>
                  </a:lnTo>
                  <a:lnTo>
                    <a:pt x="49" y="106"/>
                  </a:lnTo>
                  <a:lnTo>
                    <a:pt x="102" y="35"/>
                  </a:lnTo>
                  <a:lnTo>
                    <a:pt x="77" y="17"/>
                  </a:lnTo>
                  <a:lnTo>
                    <a:pt x="53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83" name=""/>
            <p:cNvSpPr/>
            <p:nvPr/>
          </p:nvSpPr>
          <p:spPr>
            <a:xfrm rot="0">
              <a:off x="3502" y="2007"/>
              <a:ext cx="5" cy="4"/>
            </a:xfrm>
            <a:custGeom>
              <a:avLst/>
              <a:ahLst/>
              <a:rect l="0" t="0" r="r" b="b"/>
              <a:pathLst>
                <a:path w="25" h="18">
                  <a:moveTo>
                    <a:pt x="0" y="0"/>
                  </a:moveTo>
                  <a:lnTo>
                    <a:pt x="25" y="18"/>
                  </a:lnTo>
                  <a:lnTo>
                    <a:pt x="25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84" name=""/>
            <p:cNvSpPr/>
            <p:nvPr/>
          </p:nvSpPr>
          <p:spPr>
            <a:xfrm rot="0" flipV="1">
              <a:off x="3507" y="2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85" name=""/>
            <p:cNvSpPr/>
            <p:nvPr/>
          </p:nvSpPr>
          <p:spPr>
            <a:xfrm rot="0">
              <a:off x="3497" y="1989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0" y="74"/>
                  </a:moveTo>
                  <a:lnTo>
                    <a:pt x="24" y="90"/>
                  </a:lnTo>
                  <a:lnTo>
                    <a:pt x="49" y="106"/>
                  </a:lnTo>
                  <a:lnTo>
                    <a:pt x="99" y="33"/>
                  </a:lnTo>
                  <a:lnTo>
                    <a:pt x="75" y="16"/>
                  </a:lnTo>
                  <a:lnTo>
                    <a:pt x="50" y="0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86" name=""/>
            <p:cNvSpPr/>
            <p:nvPr/>
          </p:nvSpPr>
          <p:spPr>
            <a:xfrm rot="0">
              <a:off x="3497" y="1989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0" y="74"/>
                  </a:moveTo>
                  <a:lnTo>
                    <a:pt x="24" y="90"/>
                  </a:lnTo>
                  <a:lnTo>
                    <a:pt x="49" y="106"/>
                  </a:lnTo>
                  <a:lnTo>
                    <a:pt x="99" y="33"/>
                  </a:lnTo>
                  <a:lnTo>
                    <a:pt x="75" y="16"/>
                  </a:lnTo>
                  <a:lnTo>
                    <a:pt x="50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87" name=""/>
            <p:cNvSpPr/>
            <p:nvPr/>
          </p:nvSpPr>
          <p:spPr>
            <a:xfrm rot="0">
              <a:off x="3507" y="1987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25" y="29"/>
                  </a:moveTo>
                  <a:lnTo>
                    <a:pt x="0" y="13"/>
                  </a:lnTo>
                  <a:lnTo>
                    <a:pt x="6" y="6"/>
                  </a:lnTo>
                  <a:lnTo>
                    <a:pt x="14" y="1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41" y="5"/>
                  </a:lnTo>
                  <a:lnTo>
                    <a:pt x="48" y="11"/>
                  </a:lnTo>
                  <a:lnTo>
                    <a:pt x="53" y="19"/>
                  </a:lnTo>
                  <a:lnTo>
                    <a:pt x="54" y="28"/>
                  </a:lnTo>
                  <a:lnTo>
                    <a:pt x="53" y="38"/>
                  </a:lnTo>
                  <a:lnTo>
                    <a:pt x="49" y="46"/>
                  </a:lnTo>
                  <a:lnTo>
                    <a:pt x="25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88" name=""/>
            <p:cNvSpPr/>
            <p:nvPr/>
          </p:nvSpPr>
          <p:spPr>
            <a:xfrm rot="0">
              <a:off x="3507" y="1987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0" y="13"/>
                  </a:moveTo>
                  <a:lnTo>
                    <a:pt x="6" y="6"/>
                  </a:lnTo>
                  <a:lnTo>
                    <a:pt x="14" y="1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41" y="5"/>
                  </a:lnTo>
                  <a:lnTo>
                    <a:pt x="48" y="11"/>
                  </a:lnTo>
                  <a:lnTo>
                    <a:pt x="53" y="19"/>
                  </a:lnTo>
                  <a:lnTo>
                    <a:pt x="54" y="28"/>
                  </a:lnTo>
                  <a:lnTo>
                    <a:pt x="53" y="38"/>
                  </a:lnTo>
                  <a:lnTo>
                    <a:pt x="49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89" name=""/>
            <p:cNvSpPr/>
            <p:nvPr/>
          </p:nvSpPr>
          <p:spPr>
            <a:xfrm rot="0">
              <a:off x="3507" y="1589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25" y="17"/>
                  </a:moveTo>
                  <a:lnTo>
                    <a:pt x="49" y="0"/>
                  </a:lnTo>
                  <a:lnTo>
                    <a:pt x="53" y="8"/>
                  </a:lnTo>
                  <a:lnTo>
                    <a:pt x="54" y="18"/>
                  </a:lnTo>
                  <a:lnTo>
                    <a:pt x="53" y="27"/>
                  </a:lnTo>
                  <a:lnTo>
                    <a:pt x="48" y="35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4" y="45"/>
                  </a:lnTo>
                  <a:lnTo>
                    <a:pt x="6" y="40"/>
                  </a:lnTo>
                  <a:lnTo>
                    <a:pt x="0" y="33"/>
                  </a:lnTo>
                  <a:lnTo>
                    <a:pt x="25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90" name=""/>
            <p:cNvSpPr/>
            <p:nvPr/>
          </p:nvSpPr>
          <p:spPr>
            <a:xfrm rot="0">
              <a:off x="3507" y="1589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49" y="0"/>
                  </a:moveTo>
                  <a:lnTo>
                    <a:pt x="53" y="8"/>
                  </a:lnTo>
                  <a:lnTo>
                    <a:pt x="54" y="18"/>
                  </a:lnTo>
                  <a:lnTo>
                    <a:pt x="53" y="27"/>
                  </a:lnTo>
                  <a:lnTo>
                    <a:pt x="48" y="35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6"/>
                  </a:lnTo>
                  <a:lnTo>
                    <a:pt x="14" y="45"/>
                  </a:lnTo>
                  <a:lnTo>
                    <a:pt x="6" y="4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91" name=""/>
            <p:cNvSpPr/>
            <p:nvPr/>
          </p:nvSpPr>
          <p:spPr>
            <a:xfrm rot="0">
              <a:off x="3497" y="1574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50" y="106"/>
                  </a:moveTo>
                  <a:lnTo>
                    <a:pt x="75" y="90"/>
                  </a:lnTo>
                  <a:lnTo>
                    <a:pt x="99" y="73"/>
                  </a:lnTo>
                  <a:lnTo>
                    <a:pt x="49" y="0"/>
                  </a:lnTo>
                  <a:lnTo>
                    <a:pt x="24" y="16"/>
                  </a:lnTo>
                  <a:lnTo>
                    <a:pt x="0" y="32"/>
                  </a:lnTo>
                  <a:lnTo>
                    <a:pt x="50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92" name=""/>
            <p:cNvSpPr/>
            <p:nvPr/>
          </p:nvSpPr>
          <p:spPr>
            <a:xfrm rot="0">
              <a:off x="3497" y="1574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50" y="106"/>
                  </a:moveTo>
                  <a:lnTo>
                    <a:pt x="75" y="90"/>
                  </a:lnTo>
                  <a:lnTo>
                    <a:pt x="99" y="73"/>
                  </a:lnTo>
                  <a:lnTo>
                    <a:pt x="49" y="0"/>
                  </a:lnTo>
                  <a:lnTo>
                    <a:pt x="24" y="16"/>
                  </a:lnTo>
                  <a:lnTo>
                    <a:pt x="0" y="32"/>
                  </a:lnTo>
                  <a:lnTo>
                    <a:pt x="50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93" name=""/>
            <p:cNvSpPr/>
            <p:nvPr/>
          </p:nvSpPr>
          <p:spPr>
            <a:xfrm rot="0">
              <a:off x="3502" y="1574"/>
              <a:ext cx="5" cy="4"/>
            </a:xfrm>
            <a:custGeom>
              <a:avLst/>
              <a:ahLst/>
              <a:rect l="0" t="0" r="r" b="b"/>
              <a:pathLst>
                <a:path w="25" h="18">
                  <a:moveTo>
                    <a:pt x="0" y="18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94" name=""/>
            <p:cNvSpPr/>
            <p:nvPr/>
          </p:nvSpPr>
          <p:spPr>
            <a:xfrm rot="0" flipV="1">
              <a:off x="3507" y="15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95" name=""/>
            <p:cNvSpPr/>
            <p:nvPr/>
          </p:nvSpPr>
          <p:spPr>
            <a:xfrm rot="0">
              <a:off x="3487" y="1560"/>
              <a:ext cx="20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53" y="106"/>
                  </a:moveTo>
                  <a:lnTo>
                    <a:pt x="77" y="89"/>
                  </a:lnTo>
                  <a:lnTo>
                    <a:pt x="102" y="71"/>
                  </a:lnTo>
                  <a:lnTo>
                    <a:pt x="49" y="0"/>
                  </a:lnTo>
                  <a:lnTo>
                    <a:pt x="25" y="18"/>
                  </a:lnTo>
                  <a:lnTo>
                    <a:pt x="0" y="35"/>
                  </a:lnTo>
                  <a:lnTo>
                    <a:pt x="53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96" name=""/>
            <p:cNvSpPr/>
            <p:nvPr/>
          </p:nvSpPr>
          <p:spPr>
            <a:xfrm rot="0">
              <a:off x="3487" y="1560"/>
              <a:ext cx="20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53" y="106"/>
                  </a:moveTo>
                  <a:lnTo>
                    <a:pt x="77" y="89"/>
                  </a:lnTo>
                  <a:lnTo>
                    <a:pt x="102" y="71"/>
                  </a:lnTo>
                  <a:lnTo>
                    <a:pt x="49" y="0"/>
                  </a:lnTo>
                  <a:lnTo>
                    <a:pt x="25" y="18"/>
                  </a:lnTo>
                  <a:lnTo>
                    <a:pt x="0" y="35"/>
                  </a:lnTo>
                  <a:lnTo>
                    <a:pt x="53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97" name=""/>
            <p:cNvSpPr/>
            <p:nvPr/>
          </p:nvSpPr>
          <p:spPr>
            <a:xfrm rot="0">
              <a:off x="3492" y="1560"/>
              <a:ext cx="5" cy="3"/>
            </a:xfrm>
            <a:custGeom>
              <a:avLst/>
              <a:ahLst/>
              <a:rect l="0" t="0" r="r" b="b"/>
              <a:pathLst>
                <a:path w="24" h="19">
                  <a:moveTo>
                    <a:pt x="0" y="19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4998" name=""/>
            <p:cNvSpPr/>
            <p:nvPr/>
          </p:nvSpPr>
          <p:spPr>
            <a:xfrm rot="0" flipH="1" flipV="1">
              <a:off x="3496" y="1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4999" name=""/>
            <p:cNvSpPr/>
            <p:nvPr/>
          </p:nvSpPr>
          <p:spPr>
            <a:xfrm rot="0">
              <a:off x="3476" y="1546"/>
              <a:ext cx="20" cy="21"/>
            </a:xfrm>
            <a:custGeom>
              <a:avLst/>
              <a:ahLst/>
              <a:rect l="0" t="0" r="r" b="b"/>
              <a:pathLst>
                <a:path w="103" h="105">
                  <a:moveTo>
                    <a:pt x="56" y="105"/>
                  </a:moveTo>
                  <a:lnTo>
                    <a:pt x="80" y="87"/>
                  </a:lnTo>
                  <a:lnTo>
                    <a:pt x="103" y="68"/>
                  </a:lnTo>
                  <a:lnTo>
                    <a:pt x="47" y="0"/>
                  </a:lnTo>
                  <a:lnTo>
                    <a:pt x="24" y="19"/>
                  </a:lnTo>
                  <a:lnTo>
                    <a:pt x="0" y="37"/>
                  </a:lnTo>
                  <a:lnTo>
                    <a:pt x="56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00" name=""/>
            <p:cNvSpPr/>
            <p:nvPr/>
          </p:nvSpPr>
          <p:spPr>
            <a:xfrm rot="0">
              <a:off x="3476" y="1546"/>
              <a:ext cx="20" cy="21"/>
            </a:xfrm>
            <a:custGeom>
              <a:avLst/>
              <a:ahLst/>
              <a:rect l="0" t="0" r="r" b="b"/>
              <a:pathLst>
                <a:path w="103" h="105">
                  <a:moveTo>
                    <a:pt x="56" y="105"/>
                  </a:moveTo>
                  <a:lnTo>
                    <a:pt x="80" y="87"/>
                  </a:lnTo>
                  <a:lnTo>
                    <a:pt x="103" y="68"/>
                  </a:lnTo>
                  <a:lnTo>
                    <a:pt x="47" y="0"/>
                  </a:lnTo>
                  <a:lnTo>
                    <a:pt x="24" y="19"/>
                  </a:lnTo>
                  <a:lnTo>
                    <a:pt x="0" y="37"/>
                  </a:lnTo>
                  <a:lnTo>
                    <a:pt x="56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01" name=""/>
            <p:cNvSpPr/>
            <p:nvPr/>
          </p:nvSpPr>
          <p:spPr>
            <a:xfrm rot="0">
              <a:off x="3481" y="1546"/>
              <a:ext cx="4" cy="4"/>
            </a:xfrm>
            <a:custGeom>
              <a:avLst/>
              <a:ahLst/>
              <a:rect l="0" t="0" r="r" b="b"/>
              <a:pathLst>
                <a:path w="23" h="20">
                  <a:moveTo>
                    <a:pt x="0" y="20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02" name=""/>
            <p:cNvSpPr/>
            <p:nvPr/>
          </p:nvSpPr>
          <p:spPr>
            <a:xfrm rot="0" flipH="1" flipV="1">
              <a:off x="3485" y="1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03" name=""/>
            <p:cNvSpPr/>
            <p:nvPr/>
          </p:nvSpPr>
          <p:spPr>
            <a:xfrm rot="0">
              <a:off x="3464" y="1533"/>
              <a:ext cx="21" cy="21"/>
            </a:xfrm>
            <a:custGeom>
              <a:avLst/>
              <a:ahLst/>
              <a:rect l="0" t="0" r="r" b="b"/>
              <a:pathLst>
                <a:path w="104" h="106">
                  <a:moveTo>
                    <a:pt x="59" y="106"/>
                  </a:moveTo>
                  <a:lnTo>
                    <a:pt x="82" y="86"/>
                  </a:lnTo>
                  <a:lnTo>
                    <a:pt x="104" y="66"/>
                  </a:lnTo>
                  <a:lnTo>
                    <a:pt x="44" y="0"/>
                  </a:lnTo>
                  <a:lnTo>
                    <a:pt x="22" y="20"/>
                  </a:lnTo>
                  <a:lnTo>
                    <a:pt x="0" y="40"/>
                  </a:lnTo>
                  <a:lnTo>
                    <a:pt x="59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04" name=""/>
            <p:cNvSpPr/>
            <p:nvPr/>
          </p:nvSpPr>
          <p:spPr>
            <a:xfrm rot="0">
              <a:off x="3464" y="1533"/>
              <a:ext cx="21" cy="21"/>
            </a:xfrm>
            <a:custGeom>
              <a:avLst/>
              <a:ahLst/>
              <a:rect l="0" t="0" r="r" b="b"/>
              <a:pathLst>
                <a:path w="104" h="106">
                  <a:moveTo>
                    <a:pt x="59" y="106"/>
                  </a:moveTo>
                  <a:lnTo>
                    <a:pt x="82" y="86"/>
                  </a:lnTo>
                  <a:lnTo>
                    <a:pt x="104" y="66"/>
                  </a:lnTo>
                  <a:lnTo>
                    <a:pt x="44" y="0"/>
                  </a:lnTo>
                  <a:lnTo>
                    <a:pt x="22" y="20"/>
                  </a:lnTo>
                  <a:lnTo>
                    <a:pt x="0" y="40"/>
                  </a:lnTo>
                  <a:lnTo>
                    <a:pt x="59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05" name=""/>
            <p:cNvSpPr/>
            <p:nvPr/>
          </p:nvSpPr>
          <p:spPr>
            <a:xfrm rot="0">
              <a:off x="3469" y="1532"/>
              <a:ext cx="4" cy="5"/>
            </a:xfrm>
            <a:custGeom>
              <a:avLst/>
              <a:ahLst/>
              <a:rect l="0" t="0" r="r" b="b"/>
              <a:pathLst>
                <a:path w="22" h="21">
                  <a:moveTo>
                    <a:pt x="0" y="21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06" name=""/>
            <p:cNvSpPr/>
            <p:nvPr/>
          </p:nvSpPr>
          <p:spPr>
            <a:xfrm rot="0" flipH="1" flipV="1">
              <a:off x="3473" y="15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07" name=""/>
            <p:cNvSpPr/>
            <p:nvPr/>
          </p:nvSpPr>
          <p:spPr>
            <a:xfrm rot="0">
              <a:off x="3452" y="1520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62" y="105"/>
                  </a:moveTo>
                  <a:lnTo>
                    <a:pt x="83" y="84"/>
                  </a:lnTo>
                  <a:lnTo>
                    <a:pt x="104" y="63"/>
                  </a:lnTo>
                  <a:lnTo>
                    <a:pt x="42" y="0"/>
                  </a:lnTo>
                  <a:lnTo>
                    <a:pt x="21" y="21"/>
                  </a:lnTo>
                  <a:lnTo>
                    <a:pt x="0" y="42"/>
                  </a:lnTo>
                  <a:lnTo>
                    <a:pt x="62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08" name=""/>
            <p:cNvSpPr/>
            <p:nvPr/>
          </p:nvSpPr>
          <p:spPr>
            <a:xfrm rot="0">
              <a:off x="3452" y="1520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62" y="105"/>
                  </a:moveTo>
                  <a:lnTo>
                    <a:pt x="83" y="84"/>
                  </a:lnTo>
                  <a:lnTo>
                    <a:pt x="104" y="63"/>
                  </a:lnTo>
                  <a:lnTo>
                    <a:pt x="42" y="0"/>
                  </a:lnTo>
                  <a:lnTo>
                    <a:pt x="21" y="21"/>
                  </a:lnTo>
                  <a:lnTo>
                    <a:pt x="0" y="42"/>
                  </a:lnTo>
                  <a:lnTo>
                    <a:pt x="62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09" name=""/>
            <p:cNvSpPr/>
            <p:nvPr/>
          </p:nvSpPr>
          <p:spPr>
            <a:xfrm rot="0">
              <a:off x="3456" y="1520"/>
              <a:ext cx="4" cy="4"/>
            </a:xfrm>
            <a:custGeom>
              <a:avLst/>
              <a:ahLst/>
              <a:rect l="0" t="0" r="r" b="b"/>
              <a:pathLst>
                <a:path w="21" h="22">
                  <a:moveTo>
                    <a:pt x="0" y="22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10" name=""/>
            <p:cNvSpPr/>
            <p:nvPr/>
          </p:nvSpPr>
          <p:spPr>
            <a:xfrm rot="0" flipH="1" flipV="1">
              <a:off x="3460" y="15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11" name=""/>
            <p:cNvSpPr/>
            <p:nvPr/>
          </p:nvSpPr>
          <p:spPr>
            <a:xfrm rot="0">
              <a:off x="3439" y="1508"/>
              <a:ext cx="21" cy="20"/>
            </a:xfrm>
            <a:custGeom>
              <a:avLst/>
              <a:ahLst/>
              <a:rect l="0" t="0" r="r" b="b"/>
              <a:pathLst>
                <a:path w="105" h="104">
                  <a:moveTo>
                    <a:pt x="65" y="104"/>
                  </a:moveTo>
                  <a:lnTo>
                    <a:pt x="85" y="82"/>
                  </a:lnTo>
                  <a:lnTo>
                    <a:pt x="105" y="60"/>
                  </a:lnTo>
                  <a:lnTo>
                    <a:pt x="39" y="0"/>
                  </a:lnTo>
                  <a:lnTo>
                    <a:pt x="19" y="22"/>
                  </a:lnTo>
                  <a:lnTo>
                    <a:pt x="0" y="45"/>
                  </a:lnTo>
                  <a:lnTo>
                    <a:pt x="65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12" name=""/>
            <p:cNvSpPr/>
            <p:nvPr/>
          </p:nvSpPr>
          <p:spPr>
            <a:xfrm rot="0">
              <a:off x="3439" y="1508"/>
              <a:ext cx="21" cy="20"/>
            </a:xfrm>
            <a:custGeom>
              <a:avLst/>
              <a:ahLst/>
              <a:rect l="0" t="0" r="r" b="b"/>
              <a:pathLst>
                <a:path w="105" h="104">
                  <a:moveTo>
                    <a:pt x="65" y="104"/>
                  </a:moveTo>
                  <a:lnTo>
                    <a:pt x="85" y="82"/>
                  </a:lnTo>
                  <a:lnTo>
                    <a:pt x="105" y="60"/>
                  </a:lnTo>
                  <a:lnTo>
                    <a:pt x="39" y="0"/>
                  </a:lnTo>
                  <a:lnTo>
                    <a:pt x="19" y="22"/>
                  </a:lnTo>
                  <a:lnTo>
                    <a:pt x="0" y="45"/>
                  </a:lnTo>
                  <a:lnTo>
                    <a:pt x="65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13" name=""/>
            <p:cNvSpPr/>
            <p:nvPr/>
          </p:nvSpPr>
          <p:spPr>
            <a:xfrm rot="0">
              <a:off x="3443" y="1507"/>
              <a:ext cx="4" cy="5"/>
            </a:xfrm>
            <a:custGeom>
              <a:avLst/>
              <a:ahLst/>
              <a:rect l="0" t="0" r="r" b="b"/>
              <a:pathLst>
                <a:path w="20" h="23">
                  <a:moveTo>
                    <a:pt x="0" y="23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14" name=""/>
            <p:cNvSpPr/>
            <p:nvPr/>
          </p:nvSpPr>
          <p:spPr>
            <a:xfrm rot="0" flipH="1" flipV="1">
              <a:off x="3447" y="15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15" name=""/>
            <p:cNvSpPr/>
            <p:nvPr/>
          </p:nvSpPr>
          <p:spPr>
            <a:xfrm rot="0">
              <a:off x="3426" y="1496"/>
              <a:ext cx="21" cy="21"/>
            </a:xfrm>
            <a:custGeom>
              <a:avLst/>
              <a:ahLst/>
              <a:rect l="0" t="0" r="r" b="b"/>
              <a:pathLst>
                <a:path w="106" h="104">
                  <a:moveTo>
                    <a:pt x="69" y="104"/>
                  </a:moveTo>
                  <a:lnTo>
                    <a:pt x="87" y="80"/>
                  </a:lnTo>
                  <a:lnTo>
                    <a:pt x="106" y="57"/>
                  </a:lnTo>
                  <a:lnTo>
                    <a:pt x="37" y="0"/>
                  </a:lnTo>
                  <a:lnTo>
                    <a:pt x="18" y="23"/>
                  </a:lnTo>
                  <a:lnTo>
                    <a:pt x="0" y="46"/>
                  </a:lnTo>
                  <a:lnTo>
                    <a:pt x="69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16" name=""/>
            <p:cNvSpPr/>
            <p:nvPr/>
          </p:nvSpPr>
          <p:spPr>
            <a:xfrm rot="0">
              <a:off x="3426" y="1496"/>
              <a:ext cx="21" cy="21"/>
            </a:xfrm>
            <a:custGeom>
              <a:avLst/>
              <a:ahLst/>
              <a:rect l="0" t="0" r="r" b="b"/>
              <a:pathLst>
                <a:path w="106" h="104">
                  <a:moveTo>
                    <a:pt x="69" y="104"/>
                  </a:moveTo>
                  <a:lnTo>
                    <a:pt x="87" y="80"/>
                  </a:lnTo>
                  <a:lnTo>
                    <a:pt x="106" y="57"/>
                  </a:lnTo>
                  <a:lnTo>
                    <a:pt x="37" y="0"/>
                  </a:lnTo>
                  <a:lnTo>
                    <a:pt x="18" y="23"/>
                  </a:lnTo>
                  <a:lnTo>
                    <a:pt x="0" y="46"/>
                  </a:lnTo>
                  <a:lnTo>
                    <a:pt x="69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17" name=""/>
            <p:cNvSpPr/>
            <p:nvPr/>
          </p:nvSpPr>
          <p:spPr>
            <a:xfrm rot="0">
              <a:off x="3429" y="1496"/>
              <a:ext cx="4" cy="5"/>
            </a:xfrm>
            <a:custGeom>
              <a:avLst/>
              <a:ahLst/>
              <a:rect l="0" t="0" r="r" b="b"/>
              <a:pathLst>
                <a:path w="19" h="23">
                  <a:moveTo>
                    <a:pt x="0" y="23"/>
                  </a:moveTo>
                  <a:lnTo>
                    <a:pt x="19" y="0"/>
                  </a:lnTo>
                  <a:lnTo>
                    <a:pt x="18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18" name=""/>
            <p:cNvSpPr/>
            <p:nvPr/>
          </p:nvSpPr>
          <p:spPr>
            <a:xfrm rot="0" flipH="1">
              <a:off x="3433" y="14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19" name=""/>
            <p:cNvSpPr/>
            <p:nvPr/>
          </p:nvSpPr>
          <p:spPr>
            <a:xfrm rot="0">
              <a:off x="3412" y="1485"/>
              <a:ext cx="21" cy="20"/>
            </a:xfrm>
            <a:custGeom>
              <a:avLst/>
              <a:ahLst/>
              <a:rect l="0" t="0" r="r" b="b"/>
              <a:pathLst>
                <a:path w="105" h="99">
                  <a:moveTo>
                    <a:pt x="70" y="99"/>
                  </a:moveTo>
                  <a:lnTo>
                    <a:pt x="87" y="76"/>
                  </a:lnTo>
                  <a:lnTo>
                    <a:pt x="105" y="53"/>
                  </a:lnTo>
                  <a:lnTo>
                    <a:pt x="35" y="0"/>
                  </a:lnTo>
                  <a:lnTo>
                    <a:pt x="17" y="23"/>
                  </a:lnTo>
                  <a:lnTo>
                    <a:pt x="0" y="47"/>
                  </a:lnTo>
                  <a:lnTo>
                    <a:pt x="70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20" name=""/>
            <p:cNvSpPr/>
            <p:nvPr/>
          </p:nvSpPr>
          <p:spPr>
            <a:xfrm rot="0">
              <a:off x="3412" y="1485"/>
              <a:ext cx="21" cy="20"/>
            </a:xfrm>
            <a:custGeom>
              <a:avLst/>
              <a:ahLst/>
              <a:rect l="0" t="0" r="r" b="b"/>
              <a:pathLst>
                <a:path w="105" h="99">
                  <a:moveTo>
                    <a:pt x="70" y="99"/>
                  </a:moveTo>
                  <a:lnTo>
                    <a:pt x="87" y="76"/>
                  </a:lnTo>
                  <a:lnTo>
                    <a:pt x="105" y="53"/>
                  </a:lnTo>
                  <a:lnTo>
                    <a:pt x="35" y="0"/>
                  </a:lnTo>
                  <a:lnTo>
                    <a:pt x="17" y="23"/>
                  </a:lnTo>
                  <a:lnTo>
                    <a:pt x="0" y="47"/>
                  </a:lnTo>
                  <a:lnTo>
                    <a:pt x="7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21" name=""/>
            <p:cNvSpPr/>
            <p:nvPr/>
          </p:nvSpPr>
          <p:spPr>
            <a:xfrm rot="0">
              <a:off x="3415" y="1485"/>
              <a:ext cx="4" cy="5"/>
            </a:xfrm>
            <a:custGeom>
              <a:avLst/>
              <a:ahLst/>
              <a:rect l="0" t="0" r="r" b="b"/>
              <a:pathLst>
                <a:path w="18" h="24">
                  <a:moveTo>
                    <a:pt x="0" y="24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22" name=""/>
            <p:cNvSpPr/>
            <p:nvPr/>
          </p:nvSpPr>
          <p:spPr>
            <a:xfrm rot="0" flipH="1" flipV="1">
              <a:off x="3419" y="14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23" name=""/>
            <p:cNvSpPr/>
            <p:nvPr/>
          </p:nvSpPr>
          <p:spPr>
            <a:xfrm rot="0">
              <a:off x="3397" y="1475"/>
              <a:ext cx="22" cy="20"/>
            </a:xfrm>
            <a:custGeom>
              <a:avLst/>
              <a:ahLst/>
              <a:rect l="0" t="0" r="r" b="b"/>
              <a:pathLst>
                <a:path w="107" h="100">
                  <a:moveTo>
                    <a:pt x="74" y="100"/>
                  </a:moveTo>
                  <a:lnTo>
                    <a:pt x="90" y="75"/>
                  </a:lnTo>
                  <a:lnTo>
                    <a:pt x="107" y="51"/>
                  </a:lnTo>
                  <a:lnTo>
                    <a:pt x="33" y="0"/>
                  </a:lnTo>
                  <a:lnTo>
                    <a:pt x="17" y="25"/>
                  </a:lnTo>
                  <a:lnTo>
                    <a:pt x="0" y="50"/>
                  </a:lnTo>
                  <a:lnTo>
                    <a:pt x="74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24" name=""/>
            <p:cNvSpPr/>
            <p:nvPr/>
          </p:nvSpPr>
          <p:spPr>
            <a:xfrm rot="0">
              <a:off x="3397" y="1475"/>
              <a:ext cx="22" cy="20"/>
            </a:xfrm>
            <a:custGeom>
              <a:avLst/>
              <a:ahLst/>
              <a:rect l="0" t="0" r="r" b="b"/>
              <a:pathLst>
                <a:path w="107" h="100">
                  <a:moveTo>
                    <a:pt x="74" y="100"/>
                  </a:moveTo>
                  <a:lnTo>
                    <a:pt x="90" y="75"/>
                  </a:lnTo>
                  <a:lnTo>
                    <a:pt x="107" y="51"/>
                  </a:lnTo>
                  <a:lnTo>
                    <a:pt x="33" y="0"/>
                  </a:lnTo>
                  <a:lnTo>
                    <a:pt x="17" y="25"/>
                  </a:lnTo>
                  <a:lnTo>
                    <a:pt x="0" y="50"/>
                  </a:lnTo>
                  <a:lnTo>
                    <a:pt x="74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25" name=""/>
            <p:cNvSpPr/>
            <p:nvPr/>
          </p:nvSpPr>
          <p:spPr>
            <a:xfrm rot="0">
              <a:off x="3401" y="1475"/>
              <a:ext cx="3" cy="5"/>
            </a:xfrm>
            <a:custGeom>
              <a:avLst/>
              <a:ahLst/>
              <a:rect l="0" t="0" r="r" b="b"/>
              <a:pathLst>
                <a:path w="16" h="26">
                  <a:moveTo>
                    <a:pt x="0" y="26"/>
                  </a:moveTo>
                  <a:lnTo>
                    <a:pt x="16" y="1"/>
                  </a:lnTo>
                  <a:lnTo>
                    <a:pt x="1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26" name=""/>
            <p:cNvSpPr/>
            <p:nvPr/>
          </p:nvSpPr>
          <p:spPr>
            <a:xfrm rot="0" flipH="1" flipV="1">
              <a:off x="3404" y="1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27" name=""/>
            <p:cNvSpPr/>
            <p:nvPr/>
          </p:nvSpPr>
          <p:spPr>
            <a:xfrm rot="0">
              <a:off x="3382" y="1466"/>
              <a:ext cx="22" cy="19"/>
            </a:xfrm>
            <a:custGeom>
              <a:avLst/>
              <a:ahLst/>
              <a:rect l="0" t="0" r="r" b="b"/>
              <a:pathLst>
                <a:path w="107" h="97">
                  <a:moveTo>
                    <a:pt x="76" y="97"/>
                  </a:moveTo>
                  <a:lnTo>
                    <a:pt x="92" y="71"/>
                  </a:lnTo>
                  <a:lnTo>
                    <a:pt x="107" y="45"/>
                  </a:lnTo>
                  <a:lnTo>
                    <a:pt x="31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76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28" name=""/>
            <p:cNvSpPr/>
            <p:nvPr/>
          </p:nvSpPr>
          <p:spPr>
            <a:xfrm rot="0">
              <a:off x="3382" y="1466"/>
              <a:ext cx="22" cy="19"/>
            </a:xfrm>
            <a:custGeom>
              <a:avLst/>
              <a:ahLst/>
              <a:rect l="0" t="0" r="r" b="b"/>
              <a:pathLst>
                <a:path w="107" h="97">
                  <a:moveTo>
                    <a:pt x="76" y="97"/>
                  </a:moveTo>
                  <a:lnTo>
                    <a:pt x="92" y="71"/>
                  </a:lnTo>
                  <a:lnTo>
                    <a:pt x="107" y="45"/>
                  </a:lnTo>
                  <a:lnTo>
                    <a:pt x="31" y="0"/>
                  </a:lnTo>
                  <a:lnTo>
                    <a:pt x="15" y="25"/>
                  </a:lnTo>
                  <a:lnTo>
                    <a:pt x="0" y="51"/>
                  </a:lnTo>
                  <a:lnTo>
                    <a:pt x="76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29" name=""/>
            <p:cNvSpPr/>
            <p:nvPr/>
          </p:nvSpPr>
          <p:spPr>
            <a:xfrm rot="0">
              <a:off x="3385" y="1466"/>
              <a:ext cx="3" cy="5"/>
            </a:xfrm>
            <a:custGeom>
              <a:avLst/>
              <a:ahLst/>
              <a:rect l="0" t="0" r="r" b="b"/>
              <a:pathLst>
                <a:path w="16" h="25">
                  <a:moveTo>
                    <a:pt x="0" y="25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30" name=""/>
            <p:cNvSpPr/>
            <p:nvPr/>
          </p:nvSpPr>
          <p:spPr>
            <a:xfrm rot="0" flipH="1">
              <a:off x="3388" y="14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31" name=""/>
            <p:cNvSpPr/>
            <p:nvPr/>
          </p:nvSpPr>
          <p:spPr>
            <a:xfrm rot="0">
              <a:off x="3367" y="1457"/>
              <a:ext cx="21" cy="19"/>
            </a:xfrm>
            <a:custGeom>
              <a:avLst/>
              <a:ahLst/>
              <a:rect l="0" t="0" r="r" b="b"/>
              <a:pathLst>
                <a:path w="106" h="95">
                  <a:moveTo>
                    <a:pt x="77" y="95"/>
                  </a:moveTo>
                  <a:lnTo>
                    <a:pt x="91" y="69"/>
                  </a:lnTo>
                  <a:lnTo>
                    <a:pt x="106" y="44"/>
                  </a:lnTo>
                  <a:lnTo>
                    <a:pt x="28" y="0"/>
                  </a:lnTo>
                  <a:lnTo>
                    <a:pt x="14" y="26"/>
                  </a:lnTo>
                  <a:lnTo>
                    <a:pt x="0" y="52"/>
                  </a:lnTo>
                  <a:lnTo>
                    <a:pt x="77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32" name=""/>
            <p:cNvSpPr/>
            <p:nvPr/>
          </p:nvSpPr>
          <p:spPr>
            <a:xfrm rot="0">
              <a:off x="3367" y="1457"/>
              <a:ext cx="21" cy="19"/>
            </a:xfrm>
            <a:custGeom>
              <a:avLst/>
              <a:ahLst/>
              <a:rect l="0" t="0" r="r" b="b"/>
              <a:pathLst>
                <a:path w="106" h="95">
                  <a:moveTo>
                    <a:pt x="77" y="95"/>
                  </a:moveTo>
                  <a:lnTo>
                    <a:pt x="91" y="69"/>
                  </a:lnTo>
                  <a:lnTo>
                    <a:pt x="106" y="44"/>
                  </a:lnTo>
                  <a:lnTo>
                    <a:pt x="28" y="0"/>
                  </a:lnTo>
                  <a:lnTo>
                    <a:pt x="14" y="26"/>
                  </a:lnTo>
                  <a:lnTo>
                    <a:pt x="0" y="52"/>
                  </a:lnTo>
                  <a:lnTo>
                    <a:pt x="77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33" name=""/>
            <p:cNvSpPr/>
            <p:nvPr/>
          </p:nvSpPr>
          <p:spPr>
            <a:xfrm rot="0">
              <a:off x="3370" y="1457"/>
              <a:ext cx="3" cy="5"/>
            </a:xfrm>
            <a:custGeom>
              <a:avLst/>
              <a:ahLst/>
              <a:rect l="0" t="0" r="r" b="b"/>
              <a:pathLst>
                <a:path w="14" h="27">
                  <a:moveTo>
                    <a:pt x="0" y="27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34" name=""/>
            <p:cNvSpPr/>
            <p:nvPr/>
          </p:nvSpPr>
          <p:spPr>
            <a:xfrm rot="0" flipH="1" flipV="1">
              <a:off x="3372" y="1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35" name=""/>
            <p:cNvSpPr/>
            <p:nvPr/>
          </p:nvSpPr>
          <p:spPr>
            <a:xfrm rot="0">
              <a:off x="3351" y="1449"/>
              <a:ext cx="21" cy="19"/>
            </a:xfrm>
            <a:custGeom>
              <a:avLst/>
              <a:ahLst/>
              <a:rect l="0" t="0" r="r" b="b"/>
              <a:pathLst>
                <a:path w="105" h="92">
                  <a:moveTo>
                    <a:pt x="79" y="92"/>
                  </a:moveTo>
                  <a:lnTo>
                    <a:pt x="92" y="65"/>
                  </a:lnTo>
                  <a:lnTo>
                    <a:pt x="105" y="38"/>
                  </a:lnTo>
                  <a:lnTo>
                    <a:pt x="26" y="0"/>
                  </a:lnTo>
                  <a:lnTo>
                    <a:pt x="13" y="27"/>
                  </a:lnTo>
                  <a:lnTo>
                    <a:pt x="0" y="53"/>
                  </a:lnTo>
                  <a:lnTo>
                    <a:pt x="79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36" name=""/>
            <p:cNvSpPr/>
            <p:nvPr/>
          </p:nvSpPr>
          <p:spPr>
            <a:xfrm rot="0">
              <a:off x="3351" y="1449"/>
              <a:ext cx="21" cy="19"/>
            </a:xfrm>
            <a:custGeom>
              <a:avLst/>
              <a:ahLst/>
              <a:rect l="0" t="0" r="r" b="b"/>
              <a:pathLst>
                <a:path w="105" h="92">
                  <a:moveTo>
                    <a:pt x="79" y="92"/>
                  </a:moveTo>
                  <a:lnTo>
                    <a:pt x="92" y="65"/>
                  </a:lnTo>
                  <a:lnTo>
                    <a:pt x="105" y="38"/>
                  </a:lnTo>
                  <a:lnTo>
                    <a:pt x="26" y="0"/>
                  </a:lnTo>
                  <a:lnTo>
                    <a:pt x="13" y="27"/>
                  </a:lnTo>
                  <a:lnTo>
                    <a:pt x="0" y="53"/>
                  </a:lnTo>
                  <a:lnTo>
                    <a:pt x="79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37" name=""/>
            <p:cNvSpPr/>
            <p:nvPr/>
          </p:nvSpPr>
          <p:spPr>
            <a:xfrm rot="0">
              <a:off x="3354" y="1449"/>
              <a:ext cx="3" cy="6"/>
            </a:xfrm>
            <a:custGeom>
              <a:avLst/>
              <a:ahLst/>
              <a:rect l="0" t="0" r="r" b="b"/>
              <a:pathLst>
                <a:path w="13" h="27">
                  <a:moveTo>
                    <a:pt x="0" y="27"/>
                  </a:moveTo>
                  <a:lnTo>
                    <a:pt x="13" y="0"/>
                  </a:lnTo>
                  <a:lnTo>
                    <a:pt x="1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38" name=""/>
            <p:cNvSpPr/>
            <p:nvPr/>
          </p:nvSpPr>
          <p:spPr>
            <a:xfrm rot="0" flipH="1">
              <a:off x="3356" y="1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39" name=""/>
            <p:cNvSpPr/>
            <p:nvPr/>
          </p:nvSpPr>
          <p:spPr>
            <a:xfrm rot="0">
              <a:off x="3335" y="1442"/>
              <a:ext cx="21" cy="18"/>
            </a:xfrm>
            <a:custGeom>
              <a:avLst/>
              <a:ahLst/>
              <a:rect l="0" t="0" r="r" b="b"/>
              <a:pathLst>
                <a:path w="105" h="89">
                  <a:moveTo>
                    <a:pt x="82" y="89"/>
                  </a:moveTo>
                  <a:lnTo>
                    <a:pt x="94" y="63"/>
                  </a:lnTo>
                  <a:lnTo>
                    <a:pt x="105" y="36"/>
                  </a:lnTo>
                  <a:lnTo>
                    <a:pt x="24" y="0"/>
                  </a:lnTo>
                  <a:lnTo>
                    <a:pt x="12" y="27"/>
                  </a:lnTo>
                  <a:lnTo>
                    <a:pt x="0" y="54"/>
                  </a:lnTo>
                  <a:lnTo>
                    <a:pt x="82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40" name=""/>
            <p:cNvSpPr/>
            <p:nvPr/>
          </p:nvSpPr>
          <p:spPr>
            <a:xfrm rot="0">
              <a:off x="3335" y="1442"/>
              <a:ext cx="21" cy="18"/>
            </a:xfrm>
            <a:custGeom>
              <a:avLst/>
              <a:ahLst/>
              <a:rect l="0" t="0" r="r" b="b"/>
              <a:pathLst>
                <a:path w="105" h="89">
                  <a:moveTo>
                    <a:pt x="82" y="89"/>
                  </a:moveTo>
                  <a:lnTo>
                    <a:pt x="94" y="63"/>
                  </a:lnTo>
                  <a:lnTo>
                    <a:pt x="105" y="36"/>
                  </a:lnTo>
                  <a:lnTo>
                    <a:pt x="24" y="0"/>
                  </a:lnTo>
                  <a:lnTo>
                    <a:pt x="12" y="27"/>
                  </a:lnTo>
                  <a:lnTo>
                    <a:pt x="0" y="54"/>
                  </a:lnTo>
                  <a:lnTo>
                    <a:pt x="82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41" name=""/>
            <p:cNvSpPr/>
            <p:nvPr/>
          </p:nvSpPr>
          <p:spPr>
            <a:xfrm rot="0">
              <a:off x="3338" y="1442"/>
              <a:ext cx="2" cy="5"/>
            </a:xfrm>
            <a:custGeom>
              <a:avLst/>
              <a:ahLst/>
              <a:rect l="0" t="0" r="r" b="b"/>
              <a:pathLst>
                <a:path w="12" h="28">
                  <a:moveTo>
                    <a:pt x="0" y="28"/>
                  </a:moveTo>
                  <a:lnTo>
                    <a:pt x="12" y="1"/>
                  </a:lnTo>
                  <a:lnTo>
                    <a:pt x="10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42" name=""/>
            <p:cNvSpPr/>
            <p:nvPr/>
          </p:nvSpPr>
          <p:spPr>
            <a:xfrm rot="0" flipH="1" flipV="1">
              <a:off x="3340" y="14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43" name=""/>
            <p:cNvSpPr/>
            <p:nvPr/>
          </p:nvSpPr>
          <p:spPr>
            <a:xfrm rot="0">
              <a:off x="3319" y="1436"/>
              <a:ext cx="21" cy="17"/>
            </a:xfrm>
            <a:custGeom>
              <a:avLst/>
              <a:ahLst/>
              <a:rect l="0" t="0" r="r" b="b"/>
              <a:pathLst>
                <a:path w="104" h="86">
                  <a:moveTo>
                    <a:pt x="83" y="86"/>
                  </a:moveTo>
                  <a:lnTo>
                    <a:pt x="94" y="58"/>
                  </a:lnTo>
                  <a:lnTo>
                    <a:pt x="104" y="30"/>
                  </a:lnTo>
                  <a:lnTo>
                    <a:pt x="21" y="0"/>
                  </a:lnTo>
                  <a:lnTo>
                    <a:pt x="11" y="28"/>
                  </a:lnTo>
                  <a:lnTo>
                    <a:pt x="0" y="56"/>
                  </a:lnTo>
                  <a:lnTo>
                    <a:pt x="83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44" name=""/>
            <p:cNvSpPr/>
            <p:nvPr/>
          </p:nvSpPr>
          <p:spPr>
            <a:xfrm rot="0">
              <a:off x="3319" y="1436"/>
              <a:ext cx="21" cy="17"/>
            </a:xfrm>
            <a:custGeom>
              <a:avLst/>
              <a:ahLst/>
              <a:rect l="0" t="0" r="r" b="b"/>
              <a:pathLst>
                <a:path w="104" h="86">
                  <a:moveTo>
                    <a:pt x="83" y="86"/>
                  </a:moveTo>
                  <a:lnTo>
                    <a:pt x="94" y="58"/>
                  </a:lnTo>
                  <a:lnTo>
                    <a:pt x="104" y="30"/>
                  </a:lnTo>
                  <a:lnTo>
                    <a:pt x="21" y="0"/>
                  </a:lnTo>
                  <a:lnTo>
                    <a:pt x="11" y="28"/>
                  </a:lnTo>
                  <a:lnTo>
                    <a:pt x="0" y="56"/>
                  </a:lnTo>
                  <a:lnTo>
                    <a:pt x="83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45" name=""/>
            <p:cNvSpPr/>
            <p:nvPr/>
          </p:nvSpPr>
          <p:spPr>
            <a:xfrm rot="0">
              <a:off x="3321" y="1436"/>
              <a:ext cx="2" cy="5"/>
            </a:xfrm>
            <a:custGeom>
              <a:avLst/>
              <a:ahLst/>
              <a:rect l="0" t="0" r="r" b="b"/>
              <a:pathLst>
                <a:path w="10" h="28">
                  <a:moveTo>
                    <a:pt x="0" y="28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46" name=""/>
            <p:cNvSpPr/>
            <p:nvPr/>
          </p:nvSpPr>
          <p:spPr>
            <a:xfrm rot="0" flipH="1">
              <a:off x="3323" y="1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47" name=""/>
            <p:cNvSpPr/>
            <p:nvPr/>
          </p:nvSpPr>
          <p:spPr>
            <a:xfrm rot="0">
              <a:off x="3302" y="1430"/>
              <a:ext cx="21" cy="17"/>
            </a:xfrm>
            <a:custGeom>
              <a:avLst/>
              <a:ahLst/>
              <a:rect l="0" t="0" r="r" b="b"/>
              <a:pathLst>
                <a:path w="103" h="84">
                  <a:moveTo>
                    <a:pt x="84" y="84"/>
                  </a:moveTo>
                  <a:lnTo>
                    <a:pt x="94" y="56"/>
                  </a:lnTo>
                  <a:lnTo>
                    <a:pt x="103" y="28"/>
                  </a:lnTo>
                  <a:lnTo>
                    <a:pt x="19" y="0"/>
                  </a:lnTo>
                  <a:lnTo>
                    <a:pt x="10" y="28"/>
                  </a:lnTo>
                  <a:lnTo>
                    <a:pt x="0" y="56"/>
                  </a:lnTo>
                  <a:lnTo>
                    <a:pt x="84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48" name=""/>
            <p:cNvSpPr/>
            <p:nvPr/>
          </p:nvSpPr>
          <p:spPr>
            <a:xfrm rot="0">
              <a:off x="3302" y="1430"/>
              <a:ext cx="21" cy="17"/>
            </a:xfrm>
            <a:custGeom>
              <a:avLst/>
              <a:ahLst/>
              <a:rect l="0" t="0" r="r" b="b"/>
              <a:pathLst>
                <a:path w="103" h="84">
                  <a:moveTo>
                    <a:pt x="84" y="84"/>
                  </a:moveTo>
                  <a:lnTo>
                    <a:pt x="94" y="56"/>
                  </a:lnTo>
                  <a:lnTo>
                    <a:pt x="103" y="28"/>
                  </a:lnTo>
                  <a:lnTo>
                    <a:pt x="19" y="0"/>
                  </a:lnTo>
                  <a:lnTo>
                    <a:pt x="10" y="28"/>
                  </a:lnTo>
                  <a:lnTo>
                    <a:pt x="0" y="56"/>
                  </a:lnTo>
                  <a:lnTo>
                    <a:pt x="84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49" name=""/>
            <p:cNvSpPr/>
            <p:nvPr/>
          </p:nvSpPr>
          <p:spPr>
            <a:xfrm rot="0">
              <a:off x="3304" y="1430"/>
              <a:ext cx="2" cy="6"/>
            </a:xfrm>
            <a:custGeom>
              <a:avLst/>
              <a:ahLst/>
              <a:rect l="0" t="0" r="r" b="b"/>
              <a:pathLst>
                <a:path w="9" h="29">
                  <a:moveTo>
                    <a:pt x="0" y="29"/>
                  </a:moveTo>
                  <a:lnTo>
                    <a:pt x="9" y="1"/>
                  </a:lnTo>
                  <a:lnTo>
                    <a:pt x="7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50" name=""/>
            <p:cNvSpPr/>
            <p:nvPr/>
          </p:nvSpPr>
          <p:spPr>
            <a:xfrm rot="0" flipH="1" flipV="1">
              <a:off x="3306" y="14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51" name=""/>
            <p:cNvSpPr/>
            <p:nvPr/>
          </p:nvSpPr>
          <p:spPr>
            <a:xfrm rot="0">
              <a:off x="3286" y="1425"/>
              <a:ext cx="20" cy="17"/>
            </a:xfrm>
            <a:custGeom>
              <a:avLst/>
              <a:ahLst/>
              <a:rect l="0" t="0" r="r" b="b"/>
              <a:pathLst>
                <a:path w="100" h="81">
                  <a:moveTo>
                    <a:pt x="86" y="81"/>
                  </a:moveTo>
                  <a:lnTo>
                    <a:pt x="93" y="52"/>
                  </a:lnTo>
                  <a:lnTo>
                    <a:pt x="100" y="23"/>
                  </a:lnTo>
                  <a:lnTo>
                    <a:pt x="14" y="0"/>
                  </a:lnTo>
                  <a:lnTo>
                    <a:pt x="7" y="30"/>
                  </a:lnTo>
                  <a:lnTo>
                    <a:pt x="0" y="59"/>
                  </a:lnTo>
                  <a:lnTo>
                    <a:pt x="86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52" name=""/>
            <p:cNvSpPr/>
            <p:nvPr/>
          </p:nvSpPr>
          <p:spPr>
            <a:xfrm rot="0">
              <a:off x="3286" y="1425"/>
              <a:ext cx="20" cy="17"/>
            </a:xfrm>
            <a:custGeom>
              <a:avLst/>
              <a:ahLst/>
              <a:rect l="0" t="0" r="r" b="b"/>
              <a:pathLst>
                <a:path w="100" h="81">
                  <a:moveTo>
                    <a:pt x="86" y="81"/>
                  </a:moveTo>
                  <a:lnTo>
                    <a:pt x="93" y="52"/>
                  </a:lnTo>
                  <a:lnTo>
                    <a:pt x="100" y="23"/>
                  </a:lnTo>
                  <a:lnTo>
                    <a:pt x="14" y="0"/>
                  </a:lnTo>
                  <a:lnTo>
                    <a:pt x="7" y="30"/>
                  </a:lnTo>
                  <a:lnTo>
                    <a:pt x="0" y="59"/>
                  </a:lnTo>
                  <a:lnTo>
                    <a:pt x="86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53" name=""/>
            <p:cNvSpPr/>
            <p:nvPr/>
          </p:nvSpPr>
          <p:spPr>
            <a:xfrm rot="0">
              <a:off x="3287" y="1425"/>
              <a:ext cx="1" cy="6"/>
            </a:xfrm>
            <a:custGeom>
              <a:avLst/>
              <a:ahLst/>
              <a:rect l="0" t="0" r="r" b="b"/>
              <a:pathLst>
                <a:path w="7" h="30">
                  <a:moveTo>
                    <a:pt x="0" y="3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54" name=""/>
            <p:cNvSpPr/>
            <p:nvPr/>
          </p:nvSpPr>
          <p:spPr>
            <a:xfrm rot="0" flipH="1">
              <a:off x="3288" y="14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55" name=""/>
            <p:cNvSpPr/>
            <p:nvPr/>
          </p:nvSpPr>
          <p:spPr>
            <a:xfrm rot="0">
              <a:off x="3269" y="1422"/>
              <a:ext cx="19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86" y="77"/>
                  </a:moveTo>
                  <a:lnTo>
                    <a:pt x="92" y="48"/>
                  </a:lnTo>
                  <a:lnTo>
                    <a:pt x="98" y="18"/>
                  </a:lnTo>
                  <a:lnTo>
                    <a:pt x="11" y="0"/>
                  </a:lnTo>
                  <a:lnTo>
                    <a:pt x="6" y="29"/>
                  </a:lnTo>
                  <a:lnTo>
                    <a:pt x="0" y="58"/>
                  </a:lnTo>
                  <a:lnTo>
                    <a:pt x="86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56" name=""/>
            <p:cNvSpPr/>
            <p:nvPr/>
          </p:nvSpPr>
          <p:spPr>
            <a:xfrm rot="0">
              <a:off x="3269" y="1422"/>
              <a:ext cx="19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86" y="77"/>
                  </a:moveTo>
                  <a:lnTo>
                    <a:pt x="92" y="48"/>
                  </a:lnTo>
                  <a:lnTo>
                    <a:pt x="98" y="18"/>
                  </a:lnTo>
                  <a:lnTo>
                    <a:pt x="11" y="0"/>
                  </a:lnTo>
                  <a:lnTo>
                    <a:pt x="6" y="29"/>
                  </a:lnTo>
                  <a:lnTo>
                    <a:pt x="0" y="58"/>
                  </a:lnTo>
                  <a:lnTo>
                    <a:pt x="86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57" name=""/>
            <p:cNvSpPr/>
            <p:nvPr/>
          </p:nvSpPr>
          <p:spPr>
            <a:xfrm rot="0">
              <a:off x="3270" y="1422"/>
              <a:ext cx="1" cy="6"/>
            </a:xfrm>
            <a:custGeom>
              <a:avLst/>
              <a:ahLst/>
              <a:rect l="0" t="0" r="r" b="b"/>
              <a:pathLst>
                <a:path w="5" h="29">
                  <a:moveTo>
                    <a:pt x="0" y="29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58" name=""/>
            <p:cNvSpPr/>
            <p:nvPr/>
          </p:nvSpPr>
          <p:spPr>
            <a:xfrm rot="0" flipH="1">
              <a:off x="3271" y="1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59" name=""/>
            <p:cNvSpPr/>
            <p:nvPr/>
          </p:nvSpPr>
          <p:spPr>
            <a:xfrm rot="0">
              <a:off x="3251" y="1419"/>
              <a:ext cx="20" cy="14"/>
            </a:xfrm>
            <a:custGeom>
              <a:avLst/>
              <a:ahLst/>
              <a:rect l="0" t="0" r="r" b="b"/>
              <a:pathLst>
                <a:path w="97" h="74">
                  <a:moveTo>
                    <a:pt x="88" y="74"/>
                  </a:moveTo>
                  <a:lnTo>
                    <a:pt x="93" y="45"/>
                  </a:lnTo>
                  <a:lnTo>
                    <a:pt x="97" y="16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59"/>
                  </a:lnTo>
                  <a:lnTo>
                    <a:pt x="88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60" name=""/>
            <p:cNvSpPr/>
            <p:nvPr/>
          </p:nvSpPr>
          <p:spPr>
            <a:xfrm rot="0">
              <a:off x="3251" y="1419"/>
              <a:ext cx="20" cy="14"/>
            </a:xfrm>
            <a:custGeom>
              <a:avLst/>
              <a:ahLst/>
              <a:rect l="0" t="0" r="r" b="b"/>
              <a:pathLst>
                <a:path w="97" h="74">
                  <a:moveTo>
                    <a:pt x="88" y="74"/>
                  </a:moveTo>
                  <a:lnTo>
                    <a:pt x="93" y="45"/>
                  </a:lnTo>
                  <a:lnTo>
                    <a:pt x="97" y="16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59"/>
                  </a:lnTo>
                  <a:lnTo>
                    <a:pt x="88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61" name=""/>
            <p:cNvSpPr/>
            <p:nvPr/>
          </p:nvSpPr>
          <p:spPr>
            <a:xfrm rot="0">
              <a:off x="3252" y="1419"/>
              <a:ext cx="1" cy="6"/>
            </a:xfrm>
            <a:custGeom>
              <a:avLst/>
              <a:ahLst/>
              <a:rect l="0" t="0" r="r" b="b"/>
              <a:pathLst>
                <a:path w="5" h="30">
                  <a:moveTo>
                    <a:pt x="0" y="3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62" name=""/>
            <p:cNvSpPr/>
            <p:nvPr/>
          </p:nvSpPr>
          <p:spPr>
            <a:xfrm rot="0" flipH="1">
              <a:off x="3253" y="14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63" name=""/>
            <p:cNvSpPr/>
            <p:nvPr/>
          </p:nvSpPr>
          <p:spPr>
            <a:xfrm rot="0">
              <a:off x="3234" y="1417"/>
              <a:ext cx="19" cy="13"/>
            </a:xfrm>
            <a:custGeom>
              <a:avLst/>
              <a:ahLst/>
              <a:rect l="0" t="0" r="r" b="b"/>
              <a:pathLst>
                <a:path w="94" h="69">
                  <a:moveTo>
                    <a:pt x="87" y="69"/>
                  </a:moveTo>
                  <a:lnTo>
                    <a:pt x="91" y="40"/>
                  </a:lnTo>
                  <a:lnTo>
                    <a:pt x="94" y="10"/>
                  </a:lnTo>
                  <a:lnTo>
                    <a:pt x="7" y="0"/>
                  </a:lnTo>
                  <a:lnTo>
                    <a:pt x="3" y="29"/>
                  </a:lnTo>
                  <a:lnTo>
                    <a:pt x="0" y="58"/>
                  </a:lnTo>
                  <a:lnTo>
                    <a:pt x="87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64" name=""/>
            <p:cNvSpPr/>
            <p:nvPr/>
          </p:nvSpPr>
          <p:spPr>
            <a:xfrm rot="0">
              <a:off x="3234" y="1417"/>
              <a:ext cx="19" cy="13"/>
            </a:xfrm>
            <a:custGeom>
              <a:avLst/>
              <a:ahLst/>
              <a:rect l="0" t="0" r="r" b="b"/>
              <a:pathLst>
                <a:path w="94" h="69">
                  <a:moveTo>
                    <a:pt x="87" y="69"/>
                  </a:moveTo>
                  <a:lnTo>
                    <a:pt x="91" y="40"/>
                  </a:lnTo>
                  <a:lnTo>
                    <a:pt x="94" y="10"/>
                  </a:lnTo>
                  <a:lnTo>
                    <a:pt x="7" y="0"/>
                  </a:lnTo>
                  <a:lnTo>
                    <a:pt x="3" y="29"/>
                  </a:lnTo>
                  <a:lnTo>
                    <a:pt x="0" y="58"/>
                  </a:lnTo>
                  <a:lnTo>
                    <a:pt x="87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65" name=""/>
            <p:cNvSpPr/>
            <p:nvPr/>
          </p:nvSpPr>
          <p:spPr>
            <a:xfrm rot="0">
              <a:off x="3235" y="1417"/>
              <a:ext cx="1" cy="5"/>
            </a:xfrm>
            <a:custGeom>
              <a:avLst/>
              <a:ahLst/>
              <a:rect l="0" t="0" r="r" b="b"/>
              <a:pathLst>
                <a:path w="4" h="29">
                  <a:moveTo>
                    <a:pt x="0" y="29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66" name=""/>
            <p:cNvSpPr/>
            <p:nvPr/>
          </p:nvSpPr>
          <p:spPr>
            <a:xfrm rot="0" flipH="1">
              <a:off x="3235" y="14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67" name=""/>
            <p:cNvSpPr/>
            <p:nvPr/>
          </p:nvSpPr>
          <p:spPr>
            <a:xfrm rot="0">
              <a:off x="3217" y="1415"/>
              <a:ext cx="18" cy="13"/>
            </a:xfrm>
            <a:custGeom>
              <a:avLst/>
              <a:ahLst/>
              <a:rect l="0" t="0" r="r" b="b"/>
              <a:pathLst>
                <a:path w="92" h="64">
                  <a:moveTo>
                    <a:pt x="88" y="64"/>
                  </a:moveTo>
                  <a:lnTo>
                    <a:pt x="90" y="35"/>
                  </a:lnTo>
                  <a:lnTo>
                    <a:pt x="92" y="6"/>
                  </a:lnTo>
                  <a:lnTo>
                    <a:pt x="5" y="0"/>
                  </a:lnTo>
                  <a:lnTo>
                    <a:pt x="2" y="29"/>
                  </a:lnTo>
                  <a:lnTo>
                    <a:pt x="0" y="59"/>
                  </a:lnTo>
                  <a:lnTo>
                    <a:pt x="88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68" name=""/>
            <p:cNvSpPr/>
            <p:nvPr/>
          </p:nvSpPr>
          <p:spPr>
            <a:xfrm rot="0">
              <a:off x="3217" y="1415"/>
              <a:ext cx="18" cy="13"/>
            </a:xfrm>
            <a:custGeom>
              <a:avLst/>
              <a:ahLst/>
              <a:rect l="0" t="0" r="r" b="b"/>
              <a:pathLst>
                <a:path w="92" h="64">
                  <a:moveTo>
                    <a:pt x="88" y="64"/>
                  </a:moveTo>
                  <a:lnTo>
                    <a:pt x="90" y="35"/>
                  </a:lnTo>
                  <a:lnTo>
                    <a:pt x="92" y="6"/>
                  </a:lnTo>
                  <a:lnTo>
                    <a:pt x="5" y="0"/>
                  </a:lnTo>
                  <a:lnTo>
                    <a:pt x="2" y="29"/>
                  </a:lnTo>
                  <a:lnTo>
                    <a:pt x="0" y="59"/>
                  </a:lnTo>
                  <a:lnTo>
                    <a:pt x="88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69" name=""/>
            <p:cNvSpPr/>
            <p:nvPr/>
          </p:nvSpPr>
          <p:spPr>
            <a:xfrm rot="0">
              <a:off x="3217" y="1415"/>
              <a:ext cx="1" cy="6"/>
            </a:xfrm>
            <a:custGeom>
              <a:avLst/>
              <a:ahLst/>
              <a:rect l="0" t="0" r="r" b="b"/>
              <a:pathLst>
                <a:path w="3" h="29">
                  <a:moveTo>
                    <a:pt x="0" y="29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70" name=""/>
            <p:cNvSpPr/>
            <p:nvPr/>
          </p:nvSpPr>
          <p:spPr>
            <a:xfrm rot="0" flipH="1">
              <a:off x="3217" y="14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71" name=""/>
            <p:cNvSpPr/>
            <p:nvPr/>
          </p:nvSpPr>
          <p:spPr>
            <a:xfrm rot="0">
              <a:off x="3199" y="1415"/>
              <a:ext cx="18" cy="12"/>
            </a:xfrm>
            <a:custGeom>
              <a:avLst/>
              <a:ahLst/>
              <a:rect l="0" t="0" r="r" b="b"/>
              <a:pathLst>
                <a:path w="92" h="61">
                  <a:moveTo>
                    <a:pt x="89" y="61"/>
                  </a:moveTo>
                  <a:lnTo>
                    <a:pt x="90" y="31"/>
                  </a:lnTo>
                  <a:lnTo>
                    <a:pt x="92" y="2"/>
                  </a:lnTo>
                  <a:lnTo>
                    <a:pt x="3" y="0"/>
                  </a:lnTo>
                  <a:lnTo>
                    <a:pt x="1" y="29"/>
                  </a:lnTo>
                  <a:lnTo>
                    <a:pt x="0" y="58"/>
                  </a:lnTo>
                  <a:lnTo>
                    <a:pt x="89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72" name=""/>
            <p:cNvSpPr/>
            <p:nvPr/>
          </p:nvSpPr>
          <p:spPr>
            <a:xfrm rot="0">
              <a:off x="3199" y="1415"/>
              <a:ext cx="18" cy="12"/>
            </a:xfrm>
            <a:custGeom>
              <a:avLst/>
              <a:ahLst/>
              <a:rect l="0" t="0" r="r" b="b"/>
              <a:pathLst>
                <a:path w="92" h="61">
                  <a:moveTo>
                    <a:pt x="89" y="61"/>
                  </a:moveTo>
                  <a:lnTo>
                    <a:pt x="90" y="31"/>
                  </a:lnTo>
                  <a:lnTo>
                    <a:pt x="92" y="2"/>
                  </a:lnTo>
                  <a:lnTo>
                    <a:pt x="3" y="0"/>
                  </a:lnTo>
                  <a:lnTo>
                    <a:pt x="1" y="29"/>
                  </a:lnTo>
                  <a:lnTo>
                    <a:pt x="0" y="58"/>
                  </a:lnTo>
                  <a:lnTo>
                    <a:pt x="89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73" name=""/>
            <p:cNvSpPr/>
            <p:nvPr/>
          </p:nvSpPr>
          <p:spPr>
            <a:xfrm rot="0">
              <a:off x="3199" y="1415"/>
              <a:ext cx="1" cy="6"/>
            </a:xfrm>
            <a:custGeom>
              <a:avLst/>
              <a:ahLst/>
              <a:rect l="0" t="0" r="r" b="b"/>
              <a:pathLst>
                <a:path w="3" h="29">
                  <a:moveTo>
                    <a:pt x="1" y="29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74" name=""/>
            <p:cNvSpPr/>
            <p:nvPr/>
          </p:nvSpPr>
          <p:spPr>
            <a:xfrm rot="0" flipH="1">
              <a:off x="3199" y="14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75" name=""/>
            <p:cNvSpPr/>
            <p:nvPr/>
          </p:nvSpPr>
          <p:spPr>
            <a:xfrm rot="0">
              <a:off x="3181" y="1415"/>
              <a:ext cx="19" cy="12"/>
            </a:xfrm>
            <a:custGeom>
              <a:avLst/>
              <a:ahLst/>
              <a:rect l="0" t="0" r="r" b="b"/>
              <a:pathLst>
                <a:path w="92" h="61">
                  <a:moveTo>
                    <a:pt x="92" y="58"/>
                  </a:moveTo>
                  <a:lnTo>
                    <a:pt x="90" y="29"/>
                  </a:lnTo>
                  <a:lnTo>
                    <a:pt x="89" y="0"/>
                  </a:lnTo>
                  <a:lnTo>
                    <a:pt x="0" y="2"/>
                  </a:lnTo>
                  <a:lnTo>
                    <a:pt x="2" y="31"/>
                  </a:lnTo>
                  <a:lnTo>
                    <a:pt x="3" y="61"/>
                  </a:lnTo>
                  <a:lnTo>
                    <a:pt x="92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76" name=""/>
            <p:cNvSpPr/>
            <p:nvPr/>
          </p:nvSpPr>
          <p:spPr>
            <a:xfrm rot="0">
              <a:off x="3181" y="1415"/>
              <a:ext cx="19" cy="12"/>
            </a:xfrm>
            <a:custGeom>
              <a:avLst/>
              <a:ahLst/>
              <a:rect l="0" t="0" r="r" b="b"/>
              <a:pathLst>
                <a:path w="92" h="61">
                  <a:moveTo>
                    <a:pt x="92" y="58"/>
                  </a:moveTo>
                  <a:lnTo>
                    <a:pt x="90" y="29"/>
                  </a:lnTo>
                  <a:lnTo>
                    <a:pt x="89" y="0"/>
                  </a:lnTo>
                  <a:lnTo>
                    <a:pt x="0" y="2"/>
                  </a:lnTo>
                  <a:lnTo>
                    <a:pt x="2" y="31"/>
                  </a:lnTo>
                  <a:lnTo>
                    <a:pt x="3" y="61"/>
                  </a:lnTo>
                  <a:lnTo>
                    <a:pt x="92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77" name=""/>
            <p:cNvSpPr/>
            <p:nvPr/>
          </p:nvSpPr>
          <p:spPr>
            <a:xfrm rot="0">
              <a:off x="3181" y="1415"/>
              <a:ext cx="1" cy="6"/>
            </a:xfrm>
            <a:custGeom>
              <a:avLst/>
              <a:ahLst/>
              <a:rect l="0" t="0" r="r" b="b"/>
              <a:pathLst>
                <a:path w="3" h="29">
                  <a:moveTo>
                    <a:pt x="3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78" name=""/>
            <p:cNvSpPr/>
            <p:nvPr/>
          </p:nvSpPr>
          <p:spPr>
            <a:xfrm rot="0" flipH="1">
              <a:off x="3181" y="14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79" name=""/>
            <p:cNvSpPr/>
            <p:nvPr/>
          </p:nvSpPr>
          <p:spPr>
            <a:xfrm rot="0">
              <a:off x="3163" y="1415"/>
              <a:ext cx="19" cy="13"/>
            </a:xfrm>
            <a:custGeom>
              <a:avLst/>
              <a:ahLst/>
              <a:rect l="0" t="0" r="r" b="b"/>
              <a:pathLst>
                <a:path w="93" h="64">
                  <a:moveTo>
                    <a:pt x="93" y="59"/>
                  </a:moveTo>
                  <a:lnTo>
                    <a:pt x="91" y="29"/>
                  </a:lnTo>
                  <a:lnTo>
                    <a:pt x="88" y="0"/>
                  </a:lnTo>
                  <a:lnTo>
                    <a:pt x="0" y="6"/>
                  </a:lnTo>
                  <a:lnTo>
                    <a:pt x="3" y="35"/>
                  </a:lnTo>
                  <a:lnTo>
                    <a:pt x="5" y="64"/>
                  </a:lnTo>
                  <a:lnTo>
                    <a:pt x="9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80" name=""/>
            <p:cNvSpPr/>
            <p:nvPr/>
          </p:nvSpPr>
          <p:spPr>
            <a:xfrm rot="0">
              <a:off x="3163" y="1415"/>
              <a:ext cx="19" cy="13"/>
            </a:xfrm>
            <a:custGeom>
              <a:avLst/>
              <a:ahLst/>
              <a:rect l="0" t="0" r="r" b="b"/>
              <a:pathLst>
                <a:path w="93" h="64">
                  <a:moveTo>
                    <a:pt x="93" y="59"/>
                  </a:moveTo>
                  <a:lnTo>
                    <a:pt x="91" y="29"/>
                  </a:lnTo>
                  <a:lnTo>
                    <a:pt x="88" y="0"/>
                  </a:lnTo>
                  <a:lnTo>
                    <a:pt x="0" y="6"/>
                  </a:lnTo>
                  <a:lnTo>
                    <a:pt x="3" y="35"/>
                  </a:lnTo>
                  <a:lnTo>
                    <a:pt x="5" y="64"/>
                  </a:lnTo>
                  <a:lnTo>
                    <a:pt x="9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81" name=""/>
            <p:cNvSpPr/>
            <p:nvPr/>
          </p:nvSpPr>
          <p:spPr>
            <a:xfrm rot="0">
              <a:off x="3163" y="1417"/>
              <a:ext cx="1" cy="5"/>
            </a:xfrm>
            <a:custGeom>
              <a:avLst/>
              <a:ahLst/>
              <a:rect l="0" t="0" r="r" b="b"/>
              <a:pathLst>
                <a:path w="4" h="29">
                  <a:moveTo>
                    <a:pt x="4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82" name=""/>
            <p:cNvSpPr/>
            <p:nvPr/>
          </p:nvSpPr>
          <p:spPr>
            <a:xfrm rot="0" flipH="1">
              <a:off x="3163" y="14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83" name=""/>
            <p:cNvSpPr/>
            <p:nvPr/>
          </p:nvSpPr>
          <p:spPr>
            <a:xfrm rot="0">
              <a:off x="3145" y="1417"/>
              <a:ext cx="20" cy="13"/>
            </a:xfrm>
            <a:custGeom>
              <a:avLst/>
              <a:ahLst/>
              <a:rect l="0" t="0" r="r" b="b"/>
              <a:pathLst>
                <a:path w="96" h="69">
                  <a:moveTo>
                    <a:pt x="96" y="58"/>
                  </a:moveTo>
                  <a:lnTo>
                    <a:pt x="93" y="29"/>
                  </a:lnTo>
                  <a:lnTo>
                    <a:pt x="89" y="0"/>
                  </a:lnTo>
                  <a:lnTo>
                    <a:pt x="0" y="10"/>
                  </a:lnTo>
                  <a:lnTo>
                    <a:pt x="4" y="40"/>
                  </a:lnTo>
                  <a:lnTo>
                    <a:pt x="7" y="69"/>
                  </a:lnTo>
                  <a:lnTo>
                    <a:pt x="96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84" name=""/>
            <p:cNvSpPr/>
            <p:nvPr/>
          </p:nvSpPr>
          <p:spPr>
            <a:xfrm rot="0">
              <a:off x="3145" y="1417"/>
              <a:ext cx="20" cy="13"/>
            </a:xfrm>
            <a:custGeom>
              <a:avLst/>
              <a:ahLst/>
              <a:rect l="0" t="0" r="r" b="b"/>
              <a:pathLst>
                <a:path w="96" h="69">
                  <a:moveTo>
                    <a:pt x="96" y="58"/>
                  </a:moveTo>
                  <a:lnTo>
                    <a:pt x="93" y="29"/>
                  </a:lnTo>
                  <a:lnTo>
                    <a:pt x="89" y="0"/>
                  </a:lnTo>
                  <a:lnTo>
                    <a:pt x="0" y="10"/>
                  </a:lnTo>
                  <a:lnTo>
                    <a:pt x="4" y="40"/>
                  </a:lnTo>
                  <a:lnTo>
                    <a:pt x="7" y="69"/>
                  </a:lnTo>
                  <a:lnTo>
                    <a:pt x="96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85" name=""/>
            <p:cNvSpPr/>
            <p:nvPr/>
          </p:nvSpPr>
          <p:spPr>
            <a:xfrm rot="0">
              <a:off x="3145" y="1419"/>
              <a:ext cx="1" cy="6"/>
            </a:xfrm>
            <a:custGeom>
              <a:avLst/>
              <a:ahLst/>
              <a:rect l="0" t="0" r="r" b="b"/>
              <a:pathLst>
                <a:path w="5" h="30">
                  <a:moveTo>
                    <a:pt x="5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86" name=""/>
            <p:cNvSpPr/>
            <p:nvPr/>
          </p:nvSpPr>
          <p:spPr>
            <a:xfrm rot="0" flipH="1">
              <a:off x="3145" y="14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87" name=""/>
            <p:cNvSpPr/>
            <p:nvPr/>
          </p:nvSpPr>
          <p:spPr>
            <a:xfrm rot="0">
              <a:off x="3128" y="1419"/>
              <a:ext cx="19" cy="14"/>
            </a:xfrm>
            <a:custGeom>
              <a:avLst/>
              <a:ahLst/>
              <a:rect l="0" t="0" r="r" b="b"/>
              <a:pathLst>
                <a:path w="96" h="74">
                  <a:moveTo>
                    <a:pt x="96" y="59"/>
                  </a:moveTo>
                  <a:lnTo>
                    <a:pt x="91" y="30"/>
                  </a:lnTo>
                  <a:lnTo>
                    <a:pt x="86" y="0"/>
                  </a:lnTo>
                  <a:lnTo>
                    <a:pt x="0" y="16"/>
                  </a:lnTo>
                  <a:lnTo>
                    <a:pt x="4" y="45"/>
                  </a:lnTo>
                  <a:lnTo>
                    <a:pt x="9" y="74"/>
                  </a:lnTo>
                  <a:lnTo>
                    <a:pt x="96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88" name=""/>
            <p:cNvSpPr/>
            <p:nvPr/>
          </p:nvSpPr>
          <p:spPr>
            <a:xfrm rot="0">
              <a:off x="3128" y="1419"/>
              <a:ext cx="19" cy="14"/>
            </a:xfrm>
            <a:custGeom>
              <a:avLst/>
              <a:ahLst/>
              <a:rect l="0" t="0" r="r" b="b"/>
              <a:pathLst>
                <a:path w="96" h="74">
                  <a:moveTo>
                    <a:pt x="96" y="59"/>
                  </a:moveTo>
                  <a:lnTo>
                    <a:pt x="91" y="30"/>
                  </a:lnTo>
                  <a:lnTo>
                    <a:pt x="86" y="0"/>
                  </a:lnTo>
                  <a:lnTo>
                    <a:pt x="0" y="16"/>
                  </a:lnTo>
                  <a:lnTo>
                    <a:pt x="4" y="45"/>
                  </a:lnTo>
                  <a:lnTo>
                    <a:pt x="9" y="74"/>
                  </a:lnTo>
                  <a:lnTo>
                    <a:pt x="96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89" name=""/>
            <p:cNvSpPr/>
            <p:nvPr/>
          </p:nvSpPr>
          <p:spPr>
            <a:xfrm rot="0">
              <a:off x="3128" y="1422"/>
              <a:ext cx="1" cy="6"/>
            </a:xfrm>
            <a:custGeom>
              <a:avLst/>
              <a:ahLst/>
              <a:rect l="0" t="0" r="r" b="b"/>
              <a:pathLst>
                <a:path w="6" h="29">
                  <a:moveTo>
                    <a:pt x="6" y="2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90" name=""/>
            <p:cNvSpPr/>
            <p:nvPr/>
          </p:nvSpPr>
          <p:spPr>
            <a:xfrm rot="0" flipH="1">
              <a:off x="3128" y="1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91" name=""/>
            <p:cNvSpPr/>
            <p:nvPr/>
          </p:nvSpPr>
          <p:spPr>
            <a:xfrm rot="0">
              <a:off x="3110" y="1422"/>
              <a:ext cx="20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98" y="58"/>
                  </a:moveTo>
                  <a:lnTo>
                    <a:pt x="92" y="29"/>
                  </a:lnTo>
                  <a:lnTo>
                    <a:pt x="86" y="0"/>
                  </a:lnTo>
                  <a:lnTo>
                    <a:pt x="0" y="18"/>
                  </a:lnTo>
                  <a:lnTo>
                    <a:pt x="6" y="48"/>
                  </a:lnTo>
                  <a:lnTo>
                    <a:pt x="12" y="77"/>
                  </a:lnTo>
                  <a:lnTo>
                    <a:pt x="9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92" name=""/>
            <p:cNvSpPr/>
            <p:nvPr/>
          </p:nvSpPr>
          <p:spPr>
            <a:xfrm rot="0">
              <a:off x="3110" y="1422"/>
              <a:ext cx="20" cy="15"/>
            </a:xfrm>
            <a:custGeom>
              <a:avLst/>
              <a:ahLst/>
              <a:rect l="0" t="0" r="r" b="b"/>
              <a:pathLst>
                <a:path w="98" h="77">
                  <a:moveTo>
                    <a:pt x="98" y="58"/>
                  </a:moveTo>
                  <a:lnTo>
                    <a:pt x="92" y="29"/>
                  </a:lnTo>
                  <a:lnTo>
                    <a:pt x="86" y="0"/>
                  </a:lnTo>
                  <a:lnTo>
                    <a:pt x="0" y="18"/>
                  </a:lnTo>
                  <a:lnTo>
                    <a:pt x="6" y="48"/>
                  </a:lnTo>
                  <a:lnTo>
                    <a:pt x="12" y="77"/>
                  </a:lnTo>
                  <a:lnTo>
                    <a:pt x="9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93" name=""/>
            <p:cNvSpPr/>
            <p:nvPr/>
          </p:nvSpPr>
          <p:spPr>
            <a:xfrm rot="0">
              <a:off x="3110" y="1425"/>
              <a:ext cx="2" cy="6"/>
            </a:xfrm>
            <a:custGeom>
              <a:avLst/>
              <a:ahLst/>
              <a:rect l="0" t="0" r="r" b="b"/>
              <a:pathLst>
                <a:path w="7" h="30">
                  <a:moveTo>
                    <a:pt x="7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94" name=""/>
            <p:cNvSpPr/>
            <p:nvPr/>
          </p:nvSpPr>
          <p:spPr>
            <a:xfrm rot="0" flipH="1">
              <a:off x="3110" y="14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95" name=""/>
            <p:cNvSpPr/>
            <p:nvPr/>
          </p:nvSpPr>
          <p:spPr>
            <a:xfrm rot="0">
              <a:off x="3093" y="1425"/>
              <a:ext cx="20" cy="17"/>
            </a:xfrm>
            <a:custGeom>
              <a:avLst/>
              <a:ahLst/>
              <a:rect l="0" t="0" r="r" b="b"/>
              <a:pathLst>
                <a:path w="100" h="81">
                  <a:moveTo>
                    <a:pt x="100" y="59"/>
                  </a:moveTo>
                  <a:lnTo>
                    <a:pt x="93" y="30"/>
                  </a:lnTo>
                  <a:lnTo>
                    <a:pt x="86" y="0"/>
                  </a:lnTo>
                  <a:lnTo>
                    <a:pt x="0" y="23"/>
                  </a:lnTo>
                  <a:lnTo>
                    <a:pt x="7" y="52"/>
                  </a:lnTo>
                  <a:lnTo>
                    <a:pt x="14" y="81"/>
                  </a:lnTo>
                  <a:lnTo>
                    <a:pt x="10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96" name=""/>
            <p:cNvSpPr/>
            <p:nvPr/>
          </p:nvSpPr>
          <p:spPr>
            <a:xfrm rot="0">
              <a:off x="3093" y="1425"/>
              <a:ext cx="20" cy="17"/>
            </a:xfrm>
            <a:custGeom>
              <a:avLst/>
              <a:ahLst/>
              <a:rect l="0" t="0" r="r" b="b"/>
              <a:pathLst>
                <a:path w="100" h="81">
                  <a:moveTo>
                    <a:pt x="100" y="59"/>
                  </a:moveTo>
                  <a:lnTo>
                    <a:pt x="93" y="30"/>
                  </a:lnTo>
                  <a:lnTo>
                    <a:pt x="86" y="0"/>
                  </a:lnTo>
                  <a:lnTo>
                    <a:pt x="0" y="23"/>
                  </a:lnTo>
                  <a:lnTo>
                    <a:pt x="7" y="52"/>
                  </a:lnTo>
                  <a:lnTo>
                    <a:pt x="14" y="81"/>
                  </a:lnTo>
                  <a:lnTo>
                    <a:pt x="10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97" name=""/>
            <p:cNvSpPr/>
            <p:nvPr/>
          </p:nvSpPr>
          <p:spPr>
            <a:xfrm rot="0">
              <a:off x="3093" y="1430"/>
              <a:ext cx="1" cy="6"/>
            </a:xfrm>
            <a:custGeom>
              <a:avLst/>
              <a:ahLst/>
              <a:rect l="0" t="0" r="r" b="b"/>
              <a:pathLst>
                <a:path w="9" h="29">
                  <a:moveTo>
                    <a:pt x="9" y="2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098" name=""/>
            <p:cNvSpPr/>
            <p:nvPr/>
          </p:nvSpPr>
          <p:spPr>
            <a:xfrm rot="0" flipH="1">
              <a:off x="3093" y="14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099" name=""/>
            <p:cNvSpPr/>
            <p:nvPr/>
          </p:nvSpPr>
          <p:spPr>
            <a:xfrm rot="0">
              <a:off x="3076" y="1430"/>
              <a:ext cx="20" cy="17"/>
            </a:xfrm>
            <a:custGeom>
              <a:avLst/>
              <a:ahLst/>
              <a:rect l="0" t="0" r="r" b="b"/>
              <a:pathLst>
                <a:path w="104" h="84">
                  <a:moveTo>
                    <a:pt x="104" y="56"/>
                  </a:moveTo>
                  <a:lnTo>
                    <a:pt x="94" y="28"/>
                  </a:lnTo>
                  <a:lnTo>
                    <a:pt x="85" y="0"/>
                  </a:lnTo>
                  <a:lnTo>
                    <a:pt x="0" y="28"/>
                  </a:lnTo>
                  <a:lnTo>
                    <a:pt x="9" y="56"/>
                  </a:lnTo>
                  <a:lnTo>
                    <a:pt x="18" y="84"/>
                  </a:lnTo>
                  <a:lnTo>
                    <a:pt x="104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00" name=""/>
            <p:cNvSpPr/>
            <p:nvPr/>
          </p:nvSpPr>
          <p:spPr>
            <a:xfrm rot="0">
              <a:off x="3076" y="1430"/>
              <a:ext cx="20" cy="17"/>
            </a:xfrm>
            <a:custGeom>
              <a:avLst/>
              <a:ahLst/>
              <a:rect l="0" t="0" r="r" b="b"/>
              <a:pathLst>
                <a:path w="104" h="84">
                  <a:moveTo>
                    <a:pt x="104" y="56"/>
                  </a:moveTo>
                  <a:lnTo>
                    <a:pt x="94" y="28"/>
                  </a:lnTo>
                  <a:lnTo>
                    <a:pt x="85" y="0"/>
                  </a:lnTo>
                  <a:lnTo>
                    <a:pt x="0" y="28"/>
                  </a:lnTo>
                  <a:lnTo>
                    <a:pt x="9" y="56"/>
                  </a:lnTo>
                  <a:lnTo>
                    <a:pt x="18" y="84"/>
                  </a:lnTo>
                  <a:lnTo>
                    <a:pt x="104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74" name=""/>
          <p:cNvGrpSpPr/>
          <p:nvPr/>
        </p:nvGrpSpPr>
        <p:grpSpPr>
          <a:xfrm rot="0">
            <a:off x="4479925" y="2279650"/>
            <a:ext cx="1196975" cy="893762"/>
            <a:chOff x="2822" y="1436"/>
            <a:chExt cx="754" cy="563"/>
          </a:xfrm>
        </p:grpSpPr>
        <p:sp>
          <p:nvSpPr>
            <p:cNvPr id="1075101" name=""/>
            <p:cNvSpPr/>
            <p:nvPr/>
          </p:nvSpPr>
          <p:spPr>
            <a:xfrm rot="0">
              <a:off x="3075" y="1436"/>
              <a:ext cx="2" cy="5"/>
            </a:xfrm>
            <a:custGeom>
              <a:avLst/>
              <a:ahLst/>
              <a:rect l="0" t="0" r="r" b="b"/>
              <a:pathLst>
                <a:path w="11" h="28">
                  <a:moveTo>
                    <a:pt x="11" y="28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02" name=""/>
            <p:cNvSpPr/>
            <p:nvPr/>
          </p:nvSpPr>
          <p:spPr>
            <a:xfrm rot="0" flipH="1">
              <a:off x="3075" y="1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03" name=""/>
            <p:cNvSpPr/>
            <p:nvPr/>
          </p:nvSpPr>
          <p:spPr>
            <a:xfrm rot="0">
              <a:off x="3059" y="1436"/>
              <a:ext cx="20" cy="17"/>
            </a:xfrm>
            <a:custGeom>
              <a:avLst/>
              <a:ahLst/>
              <a:rect l="0" t="0" r="r" b="b"/>
              <a:pathLst>
                <a:path w="104" h="86">
                  <a:moveTo>
                    <a:pt x="104" y="56"/>
                  </a:moveTo>
                  <a:lnTo>
                    <a:pt x="94" y="28"/>
                  </a:lnTo>
                  <a:lnTo>
                    <a:pt x="83" y="0"/>
                  </a:lnTo>
                  <a:lnTo>
                    <a:pt x="0" y="30"/>
                  </a:lnTo>
                  <a:lnTo>
                    <a:pt x="11" y="58"/>
                  </a:lnTo>
                  <a:lnTo>
                    <a:pt x="21" y="86"/>
                  </a:lnTo>
                  <a:lnTo>
                    <a:pt x="104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04" name=""/>
            <p:cNvSpPr/>
            <p:nvPr/>
          </p:nvSpPr>
          <p:spPr>
            <a:xfrm rot="0">
              <a:off x="3059" y="1436"/>
              <a:ext cx="20" cy="17"/>
            </a:xfrm>
            <a:custGeom>
              <a:avLst/>
              <a:ahLst/>
              <a:rect l="0" t="0" r="r" b="b"/>
              <a:pathLst>
                <a:path w="104" h="86">
                  <a:moveTo>
                    <a:pt x="104" y="56"/>
                  </a:moveTo>
                  <a:lnTo>
                    <a:pt x="94" y="28"/>
                  </a:lnTo>
                  <a:lnTo>
                    <a:pt x="83" y="0"/>
                  </a:lnTo>
                  <a:lnTo>
                    <a:pt x="0" y="30"/>
                  </a:lnTo>
                  <a:lnTo>
                    <a:pt x="11" y="58"/>
                  </a:lnTo>
                  <a:lnTo>
                    <a:pt x="21" y="86"/>
                  </a:lnTo>
                  <a:lnTo>
                    <a:pt x="104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05" name=""/>
            <p:cNvSpPr/>
            <p:nvPr/>
          </p:nvSpPr>
          <p:spPr>
            <a:xfrm rot="0">
              <a:off x="3058" y="1442"/>
              <a:ext cx="3" cy="5"/>
            </a:xfrm>
            <a:custGeom>
              <a:avLst/>
              <a:ahLst/>
              <a:rect l="0" t="0" r="r" b="b"/>
              <a:pathLst>
                <a:path w="12" h="28">
                  <a:moveTo>
                    <a:pt x="12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2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06" name=""/>
            <p:cNvSpPr/>
            <p:nvPr/>
          </p:nvSpPr>
          <p:spPr>
            <a:xfrm rot="0" flipH="1">
              <a:off x="3058" y="14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07" name=""/>
            <p:cNvSpPr/>
            <p:nvPr/>
          </p:nvSpPr>
          <p:spPr>
            <a:xfrm rot="0">
              <a:off x="3042" y="1442"/>
              <a:ext cx="21" cy="18"/>
            </a:xfrm>
            <a:custGeom>
              <a:avLst/>
              <a:ahLst/>
              <a:rect l="0" t="0" r="r" b="b"/>
              <a:pathLst>
                <a:path w="105" h="89">
                  <a:moveTo>
                    <a:pt x="105" y="54"/>
                  </a:moveTo>
                  <a:lnTo>
                    <a:pt x="93" y="27"/>
                  </a:lnTo>
                  <a:lnTo>
                    <a:pt x="81" y="0"/>
                  </a:lnTo>
                  <a:lnTo>
                    <a:pt x="0" y="36"/>
                  </a:lnTo>
                  <a:lnTo>
                    <a:pt x="12" y="63"/>
                  </a:lnTo>
                  <a:lnTo>
                    <a:pt x="24" y="89"/>
                  </a:lnTo>
                  <a:lnTo>
                    <a:pt x="10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08" name=""/>
            <p:cNvSpPr/>
            <p:nvPr/>
          </p:nvSpPr>
          <p:spPr>
            <a:xfrm rot="0">
              <a:off x="3042" y="1442"/>
              <a:ext cx="21" cy="18"/>
            </a:xfrm>
            <a:custGeom>
              <a:avLst/>
              <a:ahLst/>
              <a:rect l="0" t="0" r="r" b="b"/>
              <a:pathLst>
                <a:path w="105" h="89">
                  <a:moveTo>
                    <a:pt x="105" y="54"/>
                  </a:moveTo>
                  <a:lnTo>
                    <a:pt x="93" y="27"/>
                  </a:lnTo>
                  <a:lnTo>
                    <a:pt x="81" y="0"/>
                  </a:lnTo>
                  <a:lnTo>
                    <a:pt x="0" y="36"/>
                  </a:lnTo>
                  <a:lnTo>
                    <a:pt x="12" y="63"/>
                  </a:lnTo>
                  <a:lnTo>
                    <a:pt x="24" y="89"/>
                  </a:lnTo>
                  <a:lnTo>
                    <a:pt x="10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09" name=""/>
            <p:cNvSpPr/>
            <p:nvPr/>
          </p:nvSpPr>
          <p:spPr>
            <a:xfrm rot="0">
              <a:off x="3042" y="1449"/>
              <a:ext cx="3" cy="6"/>
            </a:xfrm>
            <a:custGeom>
              <a:avLst/>
              <a:ahLst/>
              <a:rect l="0" t="0" r="r" b="b"/>
              <a:pathLst>
                <a:path w="13" h="27">
                  <a:moveTo>
                    <a:pt x="13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10" name=""/>
            <p:cNvSpPr/>
            <p:nvPr/>
          </p:nvSpPr>
          <p:spPr>
            <a:xfrm rot="0" flipH="1">
              <a:off x="3042" y="1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11" name=""/>
            <p:cNvSpPr/>
            <p:nvPr/>
          </p:nvSpPr>
          <p:spPr>
            <a:xfrm rot="0">
              <a:off x="3026" y="1449"/>
              <a:ext cx="21" cy="19"/>
            </a:xfrm>
            <a:custGeom>
              <a:avLst/>
              <a:ahLst/>
              <a:rect l="0" t="0" r="r" b="b"/>
              <a:pathLst>
                <a:path w="105" h="92">
                  <a:moveTo>
                    <a:pt x="105" y="53"/>
                  </a:moveTo>
                  <a:lnTo>
                    <a:pt x="92" y="27"/>
                  </a:lnTo>
                  <a:lnTo>
                    <a:pt x="79" y="0"/>
                  </a:lnTo>
                  <a:lnTo>
                    <a:pt x="0" y="38"/>
                  </a:lnTo>
                  <a:lnTo>
                    <a:pt x="13" y="65"/>
                  </a:lnTo>
                  <a:lnTo>
                    <a:pt x="25" y="92"/>
                  </a:lnTo>
                  <a:lnTo>
                    <a:pt x="105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12" name=""/>
            <p:cNvSpPr/>
            <p:nvPr/>
          </p:nvSpPr>
          <p:spPr>
            <a:xfrm rot="0">
              <a:off x="3026" y="1449"/>
              <a:ext cx="21" cy="19"/>
            </a:xfrm>
            <a:custGeom>
              <a:avLst/>
              <a:ahLst/>
              <a:rect l="0" t="0" r="r" b="b"/>
              <a:pathLst>
                <a:path w="105" h="92">
                  <a:moveTo>
                    <a:pt x="105" y="53"/>
                  </a:moveTo>
                  <a:lnTo>
                    <a:pt x="92" y="27"/>
                  </a:lnTo>
                  <a:lnTo>
                    <a:pt x="79" y="0"/>
                  </a:lnTo>
                  <a:lnTo>
                    <a:pt x="0" y="38"/>
                  </a:lnTo>
                  <a:lnTo>
                    <a:pt x="13" y="65"/>
                  </a:lnTo>
                  <a:lnTo>
                    <a:pt x="25" y="92"/>
                  </a:lnTo>
                  <a:lnTo>
                    <a:pt x="105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13" name=""/>
            <p:cNvSpPr/>
            <p:nvPr/>
          </p:nvSpPr>
          <p:spPr>
            <a:xfrm rot="0">
              <a:off x="3026" y="1457"/>
              <a:ext cx="3" cy="5"/>
            </a:xfrm>
            <a:custGeom>
              <a:avLst/>
              <a:ahLst/>
              <a:rect l="0" t="0" r="r" b="b"/>
              <a:pathLst>
                <a:path w="14" h="27">
                  <a:moveTo>
                    <a:pt x="14" y="2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14" name=""/>
            <p:cNvSpPr/>
            <p:nvPr/>
          </p:nvSpPr>
          <p:spPr>
            <a:xfrm rot="0" flipH="1">
              <a:off x="3026" y="1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15" name=""/>
            <p:cNvSpPr/>
            <p:nvPr/>
          </p:nvSpPr>
          <p:spPr>
            <a:xfrm rot="0">
              <a:off x="3010" y="1457"/>
              <a:ext cx="22" cy="19"/>
            </a:xfrm>
            <a:custGeom>
              <a:avLst/>
              <a:ahLst/>
              <a:rect l="0" t="0" r="r" b="b"/>
              <a:pathLst>
                <a:path w="107" h="95">
                  <a:moveTo>
                    <a:pt x="107" y="52"/>
                  </a:moveTo>
                  <a:lnTo>
                    <a:pt x="93" y="26"/>
                  </a:lnTo>
                  <a:lnTo>
                    <a:pt x="79" y="0"/>
                  </a:lnTo>
                  <a:lnTo>
                    <a:pt x="0" y="44"/>
                  </a:lnTo>
                  <a:lnTo>
                    <a:pt x="14" y="69"/>
                  </a:lnTo>
                  <a:lnTo>
                    <a:pt x="28" y="95"/>
                  </a:lnTo>
                  <a:lnTo>
                    <a:pt x="107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16" name=""/>
            <p:cNvSpPr/>
            <p:nvPr/>
          </p:nvSpPr>
          <p:spPr>
            <a:xfrm rot="0">
              <a:off x="3010" y="1457"/>
              <a:ext cx="22" cy="19"/>
            </a:xfrm>
            <a:custGeom>
              <a:avLst/>
              <a:ahLst/>
              <a:rect l="0" t="0" r="r" b="b"/>
              <a:pathLst>
                <a:path w="107" h="95">
                  <a:moveTo>
                    <a:pt x="107" y="52"/>
                  </a:moveTo>
                  <a:lnTo>
                    <a:pt x="93" y="26"/>
                  </a:lnTo>
                  <a:lnTo>
                    <a:pt x="79" y="0"/>
                  </a:lnTo>
                  <a:lnTo>
                    <a:pt x="0" y="44"/>
                  </a:lnTo>
                  <a:lnTo>
                    <a:pt x="14" y="69"/>
                  </a:lnTo>
                  <a:lnTo>
                    <a:pt x="28" y="95"/>
                  </a:lnTo>
                  <a:lnTo>
                    <a:pt x="107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17" name=""/>
            <p:cNvSpPr/>
            <p:nvPr/>
          </p:nvSpPr>
          <p:spPr>
            <a:xfrm rot="0">
              <a:off x="3010" y="1466"/>
              <a:ext cx="3" cy="5"/>
            </a:xfrm>
            <a:custGeom>
              <a:avLst/>
              <a:ahLst/>
              <a:rect l="0" t="0" r="r" b="b"/>
              <a:pathLst>
                <a:path w="15" h="25">
                  <a:moveTo>
                    <a:pt x="15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18" name=""/>
            <p:cNvSpPr/>
            <p:nvPr/>
          </p:nvSpPr>
          <p:spPr>
            <a:xfrm rot="0" flipH="1">
              <a:off x="3010" y="14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19" name=""/>
            <p:cNvSpPr/>
            <p:nvPr/>
          </p:nvSpPr>
          <p:spPr>
            <a:xfrm rot="0">
              <a:off x="2995" y="1466"/>
              <a:ext cx="21" cy="19"/>
            </a:xfrm>
            <a:custGeom>
              <a:avLst/>
              <a:ahLst/>
              <a:rect l="0" t="0" r="r" b="b"/>
              <a:pathLst>
                <a:path w="105" h="97">
                  <a:moveTo>
                    <a:pt x="105" y="51"/>
                  </a:moveTo>
                  <a:lnTo>
                    <a:pt x="90" y="25"/>
                  </a:lnTo>
                  <a:lnTo>
                    <a:pt x="75" y="0"/>
                  </a:lnTo>
                  <a:lnTo>
                    <a:pt x="0" y="45"/>
                  </a:lnTo>
                  <a:lnTo>
                    <a:pt x="15" y="71"/>
                  </a:lnTo>
                  <a:lnTo>
                    <a:pt x="31" y="97"/>
                  </a:lnTo>
                  <a:lnTo>
                    <a:pt x="10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20" name=""/>
            <p:cNvSpPr/>
            <p:nvPr/>
          </p:nvSpPr>
          <p:spPr>
            <a:xfrm rot="0">
              <a:off x="2995" y="1466"/>
              <a:ext cx="21" cy="19"/>
            </a:xfrm>
            <a:custGeom>
              <a:avLst/>
              <a:ahLst/>
              <a:rect l="0" t="0" r="r" b="b"/>
              <a:pathLst>
                <a:path w="105" h="97">
                  <a:moveTo>
                    <a:pt x="105" y="51"/>
                  </a:moveTo>
                  <a:lnTo>
                    <a:pt x="90" y="25"/>
                  </a:lnTo>
                  <a:lnTo>
                    <a:pt x="75" y="0"/>
                  </a:lnTo>
                  <a:lnTo>
                    <a:pt x="0" y="45"/>
                  </a:lnTo>
                  <a:lnTo>
                    <a:pt x="15" y="71"/>
                  </a:lnTo>
                  <a:lnTo>
                    <a:pt x="31" y="97"/>
                  </a:lnTo>
                  <a:lnTo>
                    <a:pt x="10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21" name=""/>
            <p:cNvSpPr/>
            <p:nvPr/>
          </p:nvSpPr>
          <p:spPr>
            <a:xfrm rot="0">
              <a:off x="2995" y="1475"/>
              <a:ext cx="3" cy="5"/>
            </a:xfrm>
            <a:custGeom>
              <a:avLst/>
              <a:ahLst/>
              <a:rect l="0" t="0" r="r" b="b"/>
              <a:pathLst>
                <a:path w="16" h="26">
                  <a:moveTo>
                    <a:pt x="16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22" name=""/>
            <p:cNvSpPr/>
            <p:nvPr/>
          </p:nvSpPr>
          <p:spPr>
            <a:xfrm rot="0" flipH="1">
              <a:off x="2995" y="1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23" name=""/>
            <p:cNvSpPr/>
            <p:nvPr/>
          </p:nvSpPr>
          <p:spPr>
            <a:xfrm rot="0">
              <a:off x="2980" y="1475"/>
              <a:ext cx="21" cy="20"/>
            </a:xfrm>
            <a:custGeom>
              <a:avLst/>
              <a:ahLst/>
              <a:rect l="0" t="0" r="r" b="b"/>
              <a:pathLst>
                <a:path w="107" h="100">
                  <a:moveTo>
                    <a:pt x="107" y="50"/>
                  </a:moveTo>
                  <a:lnTo>
                    <a:pt x="90" y="25"/>
                  </a:lnTo>
                  <a:lnTo>
                    <a:pt x="74" y="0"/>
                  </a:lnTo>
                  <a:lnTo>
                    <a:pt x="0" y="51"/>
                  </a:lnTo>
                  <a:lnTo>
                    <a:pt x="17" y="75"/>
                  </a:lnTo>
                  <a:lnTo>
                    <a:pt x="33" y="100"/>
                  </a:lnTo>
                  <a:lnTo>
                    <a:pt x="107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24" name=""/>
            <p:cNvSpPr/>
            <p:nvPr/>
          </p:nvSpPr>
          <p:spPr>
            <a:xfrm rot="0">
              <a:off x="2980" y="1475"/>
              <a:ext cx="21" cy="20"/>
            </a:xfrm>
            <a:custGeom>
              <a:avLst/>
              <a:ahLst/>
              <a:rect l="0" t="0" r="r" b="b"/>
              <a:pathLst>
                <a:path w="107" h="100">
                  <a:moveTo>
                    <a:pt x="107" y="50"/>
                  </a:moveTo>
                  <a:lnTo>
                    <a:pt x="90" y="25"/>
                  </a:lnTo>
                  <a:lnTo>
                    <a:pt x="74" y="0"/>
                  </a:lnTo>
                  <a:lnTo>
                    <a:pt x="0" y="51"/>
                  </a:lnTo>
                  <a:lnTo>
                    <a:pt x="17" y="75"/>
                  </a:lnTo>
                  <a:lnTo>
                    <a:pt x="33" y="100"/>
                  </a:lnTo>
                  <a:lnTo>
                    <a:pt x="107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25" name=""/>
            <p:cNvSpPr/>
            <p:nvPr/>
          </p:nvSpPr>
          <p:spPr>
            <a:xfrm rot="0">
              <a:off x="2980" y="1485"/>
              <a:ext cx="3" cy="5"/>
            </a:xfrm>
            <a:custGeom>
              <a:avLst/>
              <a:ahLst/>
              <a:rect l="0" t="0" r="r" b="b"/>
              <a:pathLst>
                <a:path w="18" h="24">
                  <a:moveTo>
                    <a:pt x="18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26" name=""/>
            <p:cNvSpPr/>
            <p:nvPr/>
          </p:nvSpPr>
          <p:spPr>
            <a:xfrm rot="0" flipH="1">
              <a:off x="2980" y="14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27" name=""/>
            <p:cNvSpPr/>
            <p:nvPr/>
          </p:nvSpPr>
          <p:spPr>
            <a:xfrm rot="0">
              <a:off x="2966" y="1485"/>
              <a:ext cx="21" cy="21"/>
            </a:xfrm>
            <a:custGeom>
              <a:avLst/>
              <a:ahLst/>
              <a:rect l="0" t="0" r="r" b="b"/>
              <a:pathLst>
                <a:path w="106" h="102">
                  <a:moveTo>
                    <a:pt x="106" y="49"/>
                  </a:moveTo>
                  <a:lnTo>
                    <a:pt x="89" y="24"/>
                  </a:lnTo>
                  <a:lnTo>
                    <a:pt x="71" y="0"/>
                  </a:lnTo>
                  <a:lnTo>
                    <a:pt x="0" y="52"/>
                  </a:lnTo>
                  <a:lnTo>
                    <a:pt x="17" y="77"/>
                  </a:lnTo>
                  <a:lnTo>
                    <a:pt x="35" y="102"/>
                  </a:lnTo>
                  <a:lnTo>
                    <a:pt x="10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28" name=""/>
            <p:cNvSpPr/>
            <p:nvPr/>
          </p:nvSpPr>
          <p:spPr>
            <a:xfrm rot="0">
              <a:off x="2966" y="1485"/>
              <a:ext cx="21" cy="21"/>
            </a:xfrm>
            <a:custGeom>
              <a:avLst/>
              <a:ahLst/>
              <a:rect l="0" t="0" r="r" b="b"/>
              <a:pathLst>
                <a:path w="106" h="102">
                  <a:moveTo>
                    <a:pt x="106" y="49"/>
                  </a:moveTo>
                  <a:lnTo>
                    <a:pt x="89" y="24"/>
                  </a:lnTo>
                  <a:lnTo>
                    <a:pt x="71" y="0"/>
                  </a:lnTo>
                  <a:lnTo>
                    <a:pt x="0" y="52"/>
                  </a:lnTo>
                  <a:lnTo>
                    <a:pt x="17" y="77"/>
                  </a:lnTo>
                  <a:lnTo>
                    <a:pt x="35" y="102"/>
                  </a:lnTo>
                  <a:lnTo>
                    <a:pt x="106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29" name=""/>
            <p:cNvSpPr/>
            <p:nvPr/>
          </p:nvSpPr>
          <p:spPr>
            <a:xfrm rot="0">
              <a:off x="2965" y="1496"/>
              <a:ext cx="4" cy="5"/>
            </a:xfrm>
            <a:custGeom>
              <a:avLst/>
              <a:ahLst/>
              <a:rect l="0" t="0" r="r" b="b"/>
              <a:pathLst>
                <a:path w="18" h="25">
                  <a:moveTo>
                    <a:pt x="18" y="25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1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30" name=""/>
            <p:cNvSpPr/>
            <p:nvPr/>
          </p:nvSpPr>
          <p:spPr>
            <a:xfrm rot="0" flipH="1">
              <a:off x="2965" y="14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31" name=""/>
            <p:cNvSpPr/>
            <p:nvPr/>
          </p:nvSpPr>
          <p:spPr>
            <a:xfrm rot="0">
              <a:off x="2952" y="1496"/>
              <a:ext cx="21" cy="21"/>
            </a:xfrm>
            <a:custGeom>
              <a:avLst/>
              <a:ahLst/>
              <a:rect l="0" t="0" r="r" b="b"/>
              <a:pathLst>
                <a:path w="105" h="102">
                  <a:moveTo>
                    <a:pt x="105" y="44"/>
                  </a:moveTo>
                  <a:lnTo>
                    <a:pt x="86" y="22"/>
                  </a:lnTo>
                  <a:lnTo>
                    <a:pt x="68" y="0"/>
                  </a:lnTo>
                  <a:lnTo>
                    <a:pt x="0" y="57"/>
                  </a:lnTo>
                  <a:lnTo>
                    <a:pt x="18" y="79"/>
                  </a:lnTo>
                  <a:lnTo>
                    <a:pt x="37" y="102"/>
                  </a:lnTo>
                  <a:lnTo>
                    <a:pt x="105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32" name=""/>
            <p:cNvSpPr/>
            <p:nvPr/>
          </p:nvSpPr>
          <p:spPr>
            <a:xfrm rot="0">
              <a:off x="2952" y="1496"/>
              <a:ext cx="21" cy="21"/>
            </a:xfrm>
            <a:custGeom>
              <a:avLst/>
              <a:ahLst/>
              <a:rect l="0" t="0" r="r" b="b"/>
              <a:pathLst>
                <a:path w="105" h="102">
                  <a:moveTo>
                    <a:pt x="105" y="44"/>
                  </a:moveTo>
                  <a:lnTo>
                    <a:pt x="86" y="22"/>
                  </a:lnTo>
                  <a:lnTo>
                    <a:pt x="68" y="0"/>
                  </a:lnTo>
                  <a:lnTo>
                    <a:pt x="0" y="57"/>
                  </a:lnTo>
                  <a:lnTo>
                    <a:pt x="18" y="79"/>
                  </a:lnTo>
                  <a:lnTo>
                    <a:pt x="37" y="102"/>
                  </a:lnTo>
                  <a:lnTo>
                    <a:pt x="105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33" name=""/>
            <p:cNvSpPr/>
            <p:nvPr/>
          </p:nvSpPr>
          <p:spPr>
            <a:xfrm rot="0">
              <a:off x="2952" y="1508"/>
              <a:ext cx="3" cy="4"/>
            </a:xfrm>
            <a:custGeom>
              <a:avLst/>
              <a:ahLst/>
              <a:rect l="0" t="0" r="r" b="b"/>
              <a:pathLst>
                <a:path w="19" h="22">
                  <a:moveTo>
                    <a:pt x="19" y="2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9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34" name=""/>
            <p:cNvSpPr/>
            <p:nvPr/>
          </p:nvSpPr>
          <p:spPr>
            <a:xfrm rot="0" flipH="1">
              <a:off x="2952" y="15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35" name=""/>
            <p:cNvSpPr/>
            <p:nvPr/>
          </p:nvSpPr>
          <p:spPr>
            <a:xfrm rot="0">
              <a:off x="2938" y="1508"/>
              <a:ext cx="21" cy="20"/>
            </a:xfrm>
            <a:custGeom>
              <a:avLst/>
              <a:ahLst/>
              <a:rect l="0" t="0" r="r" b="b"/>
              <a:pathLst>
                <a:path w="105" h="104">
                  <a:moveTo>
                    <a:pt x="105" y="45"/>
                  </a:moveTo>
                  <a:lnTo>
                    <a:pt x="85" y="22"/>
                  </a:lnTo>
                  <a:lnTo>
                    <a:pt x="66" y="0"/>
                  </a:lnTo>
                  <a:lnTo>
                    <a:pt x="0" y="60"/>
                  </a:lnTo>
                  <a:lnTo>
                    <a:pt x="20" y="82"/>
                  </a:lnTo>
                  <a:lnTo>
                    <a:pt x="40" y="104"/>
                  </a:lnTo>
                  <a:lnTo>
                    <a:pt x="10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36" name=""/>
            <p:cNvSpPr/>
            <p:nvPr/>
          </p:nvSpPr>
          <p:spPr>
            <a:xfrm rot="0">
              <a:off x="2938" y="1508"/>
              <a:ext cx="21" cy="20"/>
            </a:xfrm>
            <a:custGeom>
              <a:avLst/>
              <a:ahLst/>
              <a:rect l="0" t="0" r="r" b="b"/>
              <a:pathLst>
                <a:path w="105" h="104">
                  <a:moveTo>
                    <a:pt x="105" y="45"/>
                  </a:moveTo>
                  <a:lnTo>
                    <a:pt x="85" y="22"/>
                  </a:lnTo>
                  <a:lnTo>
                    <a:pt x="66" y="0"/>
                  </a:lnTo>
                  <a:lnTo>
                    <a:pt x="0" y="60"/>
                  </a:lnTo>
                  <a:lnTo>
                    <a:pt x="20" y="82"/>
                  </a:lnTo>
                  <a:lnTo>
                    <a:pt x="40" y="104"/>
                  </a:lnTo>
                  <a:lnTo>
                    <a:pt x="10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37" name=""/>
            <p:cNvSpPr/>
            <p:nvPr/>
          </p:nvSpPr>
          <p:spPr>
            <a:xfrm rot="0">
              <a:off x="2938" y="1520"/>
              <a:ext cx="4" cy="4"/>
            </a:xfrm>
            <a:custGeom>
              <a:avLst/>
              <a:ahLst/>
              <a:rect l="0" t="0" r="r" b="b"/>
              <a:pathLst>
                <a:path w="21" h="22">
                  <a:moveTo>
                    <a:pt x="21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38" name=""/>
            <p:cNvSpPr/>
            <p:nvPr/>
          </p:nvSpPr>
          <p:spPr>
            <a:xfrm rot="0" flipH="1">
              <a:off x="2938" y="15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39" name=""/>
            <p:cNvSpPr/>
            <p:nvPr/>
          </p:nvSpPr>
          <p:spPr>
            <a:xfrm rot="0">
              <a:off x="2926" y="1520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104" y="42"/>
                  </a:moveTo>
                  <a:lnTo>
                    <a:pt x="83" y="21"/>
                  </a:lnTo>
                  <a:lnTo>
                    <a:pt x="62" y="0"/>
                  </a:lnTo>
                  <a:lnTo>
                    <a:pt x="0" y="63"/>
                  </a:lnTo>
                  <a:lnTo>
                    <a:pt x="21" y="84"/>
                  </a:lnTo>
                  <a:lnTo>
                    <a:pt x="42" y="105"/>
                  </a:lnTo>
                  <a:lnTo>
                    <a:pt x="104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40" name=""/>
            <p:cNvSpPr/>
            <p:nvPr/>
          </p:nvSpPr>
          <p:spPr>
            <a:xfrm rot="0">
              <a:off x="2926" y="1520"/>
              <a:ext cx="21" cy="21"/>
            </a:xfrm>
            <a:custGeom>
              <a:avLst/>
              <a:ahLst/>
              <a:rect l="0" t="0" r="r" b="b"/>
              <a:pathLst>
                <a:path w="104" h="105">
                  <a:moveTo>
                    <a:pt x="104" y="42"/>
                  </a:moveTo>
                  <a:lnTo>
                    <a:pt x="83" y="21"/>
                  </a:lnTo>
                  <a:lnTo>
                    <a:pt x="62" y="0"/>
                  </a:lnTo>
                  <a:lnTo>
                    <a:pt x="0" y="63"/>
                  </a:lnTo>
                  <a:lnTo>
                    <a:pt x="21" y="84"/>
                  </a:lnTo>
                  <a:lnTo>
                    <a:pt x="42" y="105"/>
                  </a:lnTo>
                  <a:lnTo>
                    <a:pt x="104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41" name=""/>
            <p:cNvSpPr/>
            <p:nvPr/>
          </p:nvSpPr>
          <p:spPr>
            <a:xfrm rot="0">
              <a:off x="2926" y="1532"/>
              <a:ext cx="4" cy="5"/>
            </a:xfrm>
            <a:custGeom>
              <a:avLst/>
              <a:ahLst/>
              <a:rect l="0" t="0" r="r" b="b"/>
              <a:pathLst>
                <a:path w="22" h="21">
                  <a:moveTo>
                    <a:pt x="22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42" name=""/>
            <p:cNvSpPr/>
            <p:nvPr/>
          </p:nvSpPr>
          <p:spPr>
            <a:xfrm rot="0" flipH="1">
              <a:off x="2926" y="15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43" name=""/>
            <p:cNvSpPr/>
            <p:nvPr/>
          </p:nvSpPr>
          <p:spPr>
            <a:xfrm rot="0">
              <a:off x="2914" y="1533"/>
              <a:ext cx="20" cy="21"/>
            </a:xfrm>
            <a:custGeom>
              <a:avLst/>
              <a:ahLst/>
              <a:rect l="0" t="0" r="r" b="b"/>
              <a:pathLst>
                <a:path w="104" h="106">
                  <a:moveTo>
                    <a:pt x="104" y="40"/>
                  </a:moveTo>
                  <a:lnTo>
                    <a:pt x="82" y="20"/>
                  </a:lnTo>
                  <a:lnTo>
                    <a:pt x="60" y="0"/>
                  </a:lnTo>
                  <a:lnTo>
                    <a:pt x="0" y="66"/>
                  </a:lnTo>
                  <a:lnTo>
                    <a:pt x="22" y="86"/>
                  </a:lnTo>
                  <a:lnTo>
                    <a:pt x="44" y="106"/>
                  </a:lnTo>
                  <a:lnTo>
                    <a:pt x="10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44" name=""/>
            <p:cNvSpPr/>
            <p:nvPr/>
          </p:nvSpPr>
          <p:spPr>
            <a:xfrm rot="0">
              <a:off x="2914" y="1533"/>
              <a:ext cx="20" cy="21"/>
            </a:xfrm>
            <a:custGeom>
              <a:avLst/>
              <a:ahLst/>
              <a:rect l="0" t="0" r="r" b="b"/>
              <a:pathLst>
                <a:path w="104" h="106">
                  <a:moveTo>
                    <a:pt x="104" y="40"/>
                  </a:moveTo>
                  <a:lnTo>
                    <a:pt x="82" y="20"/>
                  </a:lnTo>
                  <a:lnTo>
                    <a:pt x="60" y="0"/>
                  </a:lnTo>
                  <a:lnTo>
                    <a:pt x="0" y="66"/>
                  </a:lnTo>
                  <a:lnTo>
                    <a:pt x="22" y="86"/>
                  </a:lnTo>
                  <a:lnTo>
                    <a:pt x="44" y="106"/>
                  </a:lnTo>
                  <a:lnTo>
                    <a:pt x="104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45" name=""/>
            <p:cNvSpPr/>
            <p:nvPr/>
          </p:nvSpPr>
          <p:spPr>
            <a:xfrm rot="0">
              <a:off x="2913" y="1546"/>
              <a:ext cx="5" cy="4"/>
            </a:xfrm>
            <a:custGeom>
              <a:avLst/>
              <a:ahLst/>
              <a:rect l="0" t="0" r="r" b="b"/>
              <a:pathLst>
                <a:path w="23" h="20">
                  <a:moveTo>
                    <a:pt x="23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46" name=""/>
            <p:cNvSpPr/>
            <p:nvPr/>
          </p:nvSpPr>
          <p:spPr>
            <a:xfrm rot="0" flipH="1">
              <a:off x="2913" y="15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47" name=""/>
            <p:cNvSpPr/>
            <p:nvPr/>
          </p:nvSpPr>
          <p:spPr>
            <a:xfrm rot="0">
              <a:off x="2902" y="1546"/>
              <a:ext cx="21" cy="21"/>
            </a:xfrm>
            <a:custGeom>
              <a:avLst/>
              <a:ahLst/>
              <a:rect l="0" t="0" r="r" b="b"/>
              <a:pathLst>
                <a:path w="103" h="105">
                  <a:moveTo>
                    <a:pt x="103" y="37"/>
                  </a:moveTo>
                  <a:lnTo>
                    <a:pt x="79" y="19"/>
                  </a:lnTo>
                  <a:lnTo>
                    <a:pt x="56" y="0"/>
                  </a:lnTo>
                  <a:lnTo>
                    <a:pt x="0" y="68"/>
                  </a:lnTo>
                  <a:lnTo>
                    <a:pt x="23" y="87"/>
                  </a:lnTo>
                  <a:lnTo>
                    <a:pt x="47" y="105"/>
                  </a:lnTo>
                  <a:lnTo>
                    <a:pt x="103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48" name=""/>
            <p:cNvSpPr/>
            <p:nvPr/>
          </p:nvSpPr>
          <p:spPr>
            <a:xfrm rot="0">
              <a:off x="2902" y="1546"/>
              <a:ext cx="21" cy="21"/>
            </a:xfrm>
            <a:custGeom>
              <a:avLst/>
              <a:ahLst/>
              <a:rect l="0" t="0" r="r" b="b"/>
              <a:pathLst>
                <a:path w="103" h="105">
                  <a:moveTo>
                    <a:pt x="103" y="37"/>
                  </a:moveTo>
                  <a:lnTo>
                    <a:pt x="79" y="19"/>
                  </a:lnTo>
                  <a:lnTo>
                    <a:pt x="56" y="0"/>
                  </a:lnTo>
                  <a:lnTo>
                    <a:pt x="0" y="68"/>
                  </a:lnTo>
                  <a:lnTo>
                    <a:pt x="23" y="87"/>
                  </a:lnTo>
                  <a:lnTo>
                    <a:pt x="47" y="105"/>
                  </a:lnTo>
                  <a:lnTo>
                    <a:pt x="103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49" name=""/>
            <p:cNvSpPr/>
            <p:nvPr/>
          </p:nvSpPr>
          <p:spPr>
            <a:xfrm rot="0">
              <a:off x="2902" y="1560"/>
              <a:ext cx="5" cy="3"/>
            </a:xfrm>
            <a:custGeom>
              <a:avLst/>
              <a:ahLst/>
              <a:rect l="0" t="0" r="r" b="b"/>
              <a:pathLst>
                <a:path w="24" h="19">
                  <a:moveTo>
                    <a:pt x="24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50" name=""/>
            <p:cNvSpPr/>
            <p:nvPr/>
          </p:nvSpPr>
          <p:spPr>
            <a:xfrm rot="0" flipH="1">
              <a:off x="2902" y="1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51" name=""/>
            <p:cNvSpPr/>
            <p:nvPr/>
          </p:nvSpPr>
          <p:spPr>
            <a:xfrm rot="0">
              <a:off x="2891" y="1560"/>
              <a:ext cx="21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102" y="35"/>
                  </a:moveTo>
                  <a:lnTo>
                    <a:pt x="77" y="18"/>
                  </a:lnTo>
                  <a:lnTo>
                    <a:pt x="53" y="0"/>
                  </a:lnTo>
                  <a:lnTo>
                    <a:pt x="0" y="71"/>
                  </a:lnTo>
                  <a:lnTo>
                    <a:pt x="24" y="89"/>
                  </a:lnTo>
                  <a:lnTo>
                    <a:pt x="49" y="106"/>
                  </a:lnTo>
                  <a:lnTo>
                    <a:pt x="102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52" name=""/>
            <p:cNvSpPr/>
            <p:nvPr/>
          </p:nvSpPr>
          <p:spPr>
            <a:xfrm rot="0">
              <a:off x="2891" y="1560"/>
              <a:ext cx="21" cy="21"/>
            </a:xfrm>
            <a:custGeom>
              <a:avLst/>
              <a:ahLst/>
              <a:rect l="0" t="0" r="r" b="b"/>
              <a:pathLst>
                <a:path w="102" h="106">
                  <a:moveTo>
                    <a:pt x="102" y="35"/>
                  </a:moveTo>
                  <a:lnTo>
                    <a:pt x="77" y="18"/>
                  </a:lnTo>
                  <a:lnTo>
                    <a:pt x="53" y="0"/>
                  </a:lnTo>
                  <a:lnTo>
                    <a:pt x="0" y="71"/>
                  </a:lnTo>
                  <a:lnTo>
                    <a:pt x="24" y="89"/>
                  </a:lnTo>
                  <a:lnTo>
                    <a:pt x="49" y="106"/>
                  </a:lnTo>
                  <a:lnTo>
                    <a:pt x="102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53" name=""/>
            <p:cNvSpPr/>
            <p:nvPr/>
          </p:nvSpPr>
          <p:spPr>
            <a:xfrm rot="0">
              <a:off x="2891" y="1574"/>
              <a:ext cx="5" cy="4"/>
            </a:xfrm>
            <a:custGeom>
              <a:avLst/>
              <a:ahLst/>
              <a:rect l="0" t="0" r="r" b="b"/>
              <a:pathLst>
                <a:path w="24" h="18">
                  <a:moveTo>
                    <a:pt x="24" y="1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4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54" name=""/>
            <p:cNvSpPr/>
            <p:nvPr/>
          </p:nvSpPr>
          <p:spPr>
            <a:xfrm rot="0">
              <a:off x="2891" y="15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55" name=""/>
            <p:cNvSpPr/>
            <p:nvPr/>
          </p:nvSpPr>
          <p:spPr>
            <a:xfrm rot="0">
              <a:off x="2881" y="1574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99" y="32"/>
                  </a:moveTo>
                  <a:lnTo>
                    <a:pt x="74" y="16"/>
                  </a:lnTo>
                  <a:lnTo>
                    <a:pt x="50" y="0"/>
                  </a:lnTo>
                  <a:lnTo>
                    <a:pt x="0" y="73"/>
                  </a:lnTo>
                  <a:lnTo>
                    <a:pt x="24" y="90"/>
                  </a:lnTo>
                  <a:lnTo>
                    <a:pt x="49" y="106"/>
                  </a:lnTo>
                  <a:lnTo>
                    <a:pt x="99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56" name=""/>
            <p:cNvSpPr/>
            <p:nvPr/>
          </p:nvSpPr>
          <p:spPr>
            <a:xfrm rot="0">
              <a:off x="2881" y="1574"/>
              <a:ext cx="20" cy="22"/>
            </a:xfrm>
            <a:custGeom>
              <a:avLst/>
              <a:ahLst/>
              <a:rect l="0" t="0" r="r" b="b"/>
              <a:pathLst>
                <a:path w="99" h="106">
                  <a:moveTo>
                    <a:pt x="99" y="32"/>
                  </a:moveTo>
                  <a:lnTo>
                    <a:pt x="74" y="16"/>
                  </a:lnTo>
                  <a:lnTo>
                    <a:pt x="50" y="0"/>
                  </a:lnTo>
                  <a:lnTo>
                    <a:pt x="0" y="73"/>
                  </a:lnTo>
                  <a:lnTo>
                    <a:pt x="24" y="90"/>
                  </a:lnTo>
                  <a:lnTo>
                    <a:pt x="49" y="106"/>
                  </a:lnTo>
                  <a:lnTo>
                    <a:pt x="99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57" name=""/>
            <p:cNvSpPr/>
            <p:nvPr/>
          </p:nvSpPr>
          <p:spPr>
            <a:xfrm rot="0">
              <a:off x="2880" y="1589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29" y="17"/>
                  </a:moveTo>
                  <a:lnTo>
                    <a:pt x="54" y="33"/>
                  </a:lnTo>
                  <a:lnTo>
                    <a:pt x="48" y="40"/>
                  </a:lnTo>
                  <a:lnTo>
                    <a:pt x="40" y="45"/>
                  </a:lnTo>
                  <a:lnTo>
                    <a:pt x="30" y="46"/>
                  </a:lnTo>
                  <a:lnTo>
                    <a:pt x="21" y="45"/>
                  </a:lnTo>
                  <a:lnTo>
                    <a:pt x="13" y="41"/>
                  </a:lnTo>
                  <a:lnTo>
                    <a:pt x="6" y="35"/>
                  </a:lnTo>
                  <a:lnTo>
                    <a:pt x="1" y="27"/>
                  </a:lnTo>
                  <a:lnTo>
                    <a:pt x="0" y="18"/>
                  </a:lnTo>
                  <a:lnTo>
                    <a:pt x="1" y="8"/>
                  </a:lnTo>
                  <a:lnTo>
                    <a:pt x="5" y="0"/>
                  </a:lnTo>
                  <a:lnTo>
                    <a:pt x="29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58" name=""/>
            <p:cNvSpPr/>
            <p:nvPr/>
          </p:nvSpPr>
          <p:spPr>
            <a:xfrm rot="0">
              <a:off x="2880" y="1589"/>
              <a:ext cx="11" cy="9"/>
            </a:xfrm>
            <a:custGeom>
              <a:avLst/>
              <a:ahLst/>
              <a:rect l="0" t="0" r="r" b="b"/>
              <a:pathLst>
                <a:path w="54" h="46">
                  <a:moveTo>
                    <a:pt x="54" y="33"/>
                  </a:moveTo>
                  <a:lnTo>
                    <a:pt x="48" y="40"/>
                  </a:lnTo>
                  <a:lnTo>
                    <a:pt x="40" y="45"/>
                  </a:lnTo>
                  <a:lnTo>
                    <a:pt x="30" y="46"/>
                  </a:lnTo>
                  <a:lnTo>
                    <a:pt x="21" y="45"/>
                  </a:lnTo>
                  <a:lnTo>
                    <a:pt x="13" y="41"/>
                  </a:lnTo>
                  <a:lnTo>
                    <a:pt x="6" y="35"/>
                  </a:lnTo>
                  <a:lnTo>
                    <a:pt x="1" y="27"/>
                  </a:lnTo>
                  <a:lnTo>
                    <a:pt x="0" y="18"/>
                  </a:lnTo>
                  <a:lnTo>
                    <a:pt x="1" y="8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59" name=""/>
            <p:cNvSpPr/>
            <p:nvPr/>
          </p:nvSpPr>
          <p:spPr>
            <a:xfrm rot="0">
              <a:off x="2881" y="1586"/>
              <a:ext cx="11" cy="9"/>
            </a:xfrm>
            <a:custGeom>
              <a:avLst/>
              <a:ahLst/>
              <a:rect l="0" t="0" r="r" b="b"/>
              <a:pathLst>
                <a:path w="55" h="45">
                  <a:moveTo>
                    <a:pt x="26" y="30"/>
                  </a:moveTo>
                  <a:lnTo>
                    <a:pt x="0" y="14"/>
                  </a:lnTo>
                  <a:lnTo>
                    <a:pt x="6" y="7"/>
                  </a:lnTo>
                  <a:lnTo>
                    <a:pt x="14" y="3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4"/>
                  </a:lnTo>
                  <a:lnTo>
                    <a:pt x="48" y="10"/>
                  </a:lnTo>
                  <a:lnTo>
                    <a:pt x="53" y="18"/>
                  </a:lnTo>
                  <a:lnTo>
                    <a:pt x="55" y="27"/>
                  </a:lnTo>
                  <a:lnTo>
                    <a:pt x="55" y="37"/>
                  </a:lnTo>
                  <a:lnTo>
                    <a:pt x="52" y="45"/>
                  </a:lnTo>
                  <a:lnTo>
                    <a:pt x="2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60" name=""/>
            <p:cNvSpPr/>
            <p:nvPr/>
          </p:nvSpPr>
          <p:spPr>
            <a:xfrm rot="0">
              <a:off x="2881" y="1586"/>
              <a:ext cx="11" cy="9"/>
            </a:xfrm>
            <a:custGeom>
              <a:avLst/>
              <a:ahLst/>
              <a:rect l="0" t="0" r="r" b="b"/>
              <a:pathLst>
                <a:path w="55" h="45">
                  <a:moveTo>
                    <a:pt x="0" y="14"/>
                  </a:moveTo>
                  <a:lnTo>
                    <a:pt x="6" y="7"/>
                  </a:lnTo>
                  <a:lnTo>
                    <a:pt x="14" y="3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4"/>
                  </a:lnTo>
                  <a:lnTo>
                    <a:pt x="48" y="10"/>
                  </a:lnTo>
                  <a:lnTo>
                    <a:pt x="53" y="18"/>
                  </a:lnTo>
                  <a:lnTo>
                    <a:pt x="55" y="27"/>
                  </a:lnTo>
                  <a:lnTo>
                    <a:pt x="55" y="37"/>
                  </a:lnTo>
                  <a:lnTo>
                    <a:pt x="52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61" name=""/>
            <p:cNvSpPr/>
            <p:nvPr/>
          </p:nvSpPr>
          <p:spPr>
            <a:xfrm rot="0">
              <a:off x="2872" y="1589"/>
              <a:ext cx="19" cy="22"/>
            </a:xfrm>
            <a:custGeom>
              <a:avLst/>
              <a:ahLst/>
              <a:rect l="0" t="0" r="r" b="b"/>
              <a:pathLst>
                <a:path w="97" h="107">
                  <a:moveTo>
                    <a:pt x="97" y="31"/>
                  </a:moveTo>
                  <a:lnTo>
                    <a:pt x="71" y="16"/>
                  </a:lnTo>
                  <a:lnTo>
                    <a:pt x="45" y="0"/>
                  </a:lnTo>
                  <a:lnTo>
                    <a:pt x="0" y="76"/>
                  </a:lnTo>
                  <a:lnTo>
                    <a:pt x="26" y="92"/>
                  </a:lnTo>
                  <a:lnTo>
                    <a:pt x="51" y="107"/>
                  </a:lnTo>
                  <a:lnTo>
                    <a:pt x="97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62" name=""/>
            <p:cNvSpPr/>
            <p:nvPr/>
          </p:nvSpPr>
          <p:spPr>
            <a:xfrm rot="0">
              <a:off x="2872" y="1589"/>
              <a:ext cx="19" cy="22"/>
            </a:xfrm>
            <a:custGeom>
              <a:avLst/>
              <a:ahLst/>
              <a:rect l="0" t="0" r="r" b="b"/>
              <a:pathLst>
                <a:path w="97" h="107">
                  <a:moveTo>
                    <a:pt x="97" y="31"/>
                  </a:moveTo>
                  <a:lnTo>
                    <a:pt x="71" y="16"/>
                  </a:lnTo>
                  <a:lnTo>
                    <a:pt x="45" y="0"/>
                  </a:lnTo>
                  <a:lnTo>
                    <a:pt x="0" y="76"/>
                  </a:lnTo>
                  <a:lnTo>
                    <a:pt x="26" y="92"/>
                  </a:lnTo>
                  <a:lnTo>
                    <a:pt x="51" y="107"/>
                  </a:lnTo>
                  <a:lnTo>
                    <a:pt x="97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63" name=""/>
            <p:cNvSpPr/>
            <p:nvPr/>
          </p:nvSpPr>
          <p:spPr>
            <a:xfrm rot="0">
              <a:off x="2872" y="1604"/>
              <a:ext cx="5" cy="4"/>
            </a:xfrm>
            <a:custGeom>
              <a:avLst/>
              <a:ahLst/>
              <a:rect l="0" t="0" r="r" b="b"/>
              <a:pathLst>
                <a:path w="26" h="16">
                  <a:moveTo>
                    <a:pt x="26" y="1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64" name=""/>
            <p:cNvSpPr/>
            <p:nvPr/>
          </p:nvSpPr>
          <p:spPr>
            <a:xfrm rot="0">
              <a:off x="2872" y="1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65" name=""/>
            <p:cNvSpPr/>
            <p:nvPr/>
          </p:nvSpPr>
          <p:spPr>
            <a:xfrm rot="0">
              <a:off x="2864" y="1605"/>
              <a:ext cx="18" cy="21"/>
            </a:xfrm>
            <a:custGeom>
              <a:avLst/>
              <a:ahLst/>
              <a:rect l="0" t="0" r="r" b="b"/>
              <a:pathLst>
                <a:path w="93" h="105">
                  <a:moveTo>
                    <a:pt x="93" y="28"/>
                  </a:moveTo>
                  <a:lnTo>
                    <a:pt x="68" y="14"/>
                  </a:lnTo>
                  <a:lnTo>
                    <a:pt x="42" y="0"/>
                  </a:lnTo>
                  <a:lnTo>
                    <a:pt x="0" y="77"/>
                  </a:lnTo>
                  <a:lnTo>
                    <a:pt x="25" y="91"/>
                  </a:lnTo>
                  <a:lnTo>
                    <a:pt x="51" y="105"/>
                  </a:lnTo>
                  <a:lnTo>
                    <a:pt x="9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66" name=""/>
            <p:cNvSpPr/>
            <p:nvPr/>
          </p:nvSpPr>
          <p:spPr>
            <a:xfrm rot="0">
              <a:off x="2864" y="1605"/>
              <a:ext cx="18" cy="21"/>
            </a:xfrm>
            <a:custGeom>
              <a:avLst/>
              <a:ahLst/>
              <a:rect l="0" t="0" r="r" b="b"/>
              <a:pathLst>
                <a:path w="93" h="105">
                  <a:moveTo>
                    <a:pt x="93" y="28"/>
                  </a:moveTo>
                  <a:lnTo>
                    <a:pt x="68" y="14"/>
                  </a:lnTo>
                  <a:lnTo>
                    <a:pt x="42" y="0"/>
                  </a:lnTo>
                  <a:lnTo>
                    <a:pt x="0" y="77"/>
                  </a:lnTo>
                  <a:lnTo>
                    <a:pt x="25" y="91"/>
                  </a:lnTo>
                  <a:lnTo>
                    <a:pt x="51" y="105"/>
                  </a:lnTo>
                  <a:lnTo>
                    <a:pt x="93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67" name=""/>
            <p:cNvSpPr/>
            <p:nvPr/>
          </p:nvSpPr>
          <p:spPr>
            <a:xfrm rot="0">
              <a:off x="2863" y="1620"/>
              <a:ext cx="6" cy="3"/>
            </a:xfrm>
            <a:custGeom>
              <a:avLst/>
              <a:ahLst/>
              <a:rect l="0" t="0" r="r" b="b"/>
              <a:pathLst>
                <a:path w="26" h="14">
                  <a:moveTo>
                    <a:pt x="26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68" name=""/>
            <p:cNvSpPr/>
            <p:nvPr/>
          </p:nvSpPr>
          <p:spPr>
            <a:xfrm rot="0" flipH="1">
              <a:off x="2863" y="16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69" name=""/>
            <p:cNvSpPr/>
            <p:nvPr/>
          </p:nvSpPr>
          <p:spPr>
            <a:xfrm rot="0">
              <a:off x="2856" y="1620"/>
              <a:ext cx="18" cy="21"/>
            </a:xfrm>
            <a:custGeom>
              <a:avLst/>
              <a:ahLst/>
              <a:rect l="0" t="0" r="r" b="b"/>
              <a:pathLst>
                <a:path w="91" h="104">
                  <a:moveTo>
                    <a:pt x="91" y="26"/>
                  </a:moveTo>
                  <a:lnTo>
                    <a:pt x="64" y="13"/>
                  </a:lnTo>
                  <a:lnTo>
                    <a:pt x="38" y="0"/>
                  </a:lnTo>
                  <a:lnTo>
                    <a:pt x="0" y="78"/>
                  </a:lnTo>
                  <a:lnTo>
                    <a:pt x="27" y="91"/>
                  </a:lnTo>
                  <a:lnTo>
                    <a:pt x="54" y="104"/>
                  </a:lnTo>
                  <a:lnTo>
                    <a:pt x="9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70" name=""/>
            <p:cNvSpPr/>
            <p:nvPr/>
          </p:nvSpPr>
          <p:spPr>
            <a:xfrm rot="0">
              <a:off x="2856" y="1620"/>
              <a:ext cx="18" cy="21"/>
            </a:xfrm>
            <a:custGeom>
              <a:avLst/>
              <a:ahLst/>
              <a:rect l="0" t="0" r="r" b="b"/>
              <a:pathLst>
                <a:path w="91" h="104">
                  <a:moveTo>
                    <a:pt x="91" y="26"/>
                  </a:moveTo>
                  <a:lnTo>
                    <a:pt x="64" y="13"/>
                  </a:lnTo>
                  <a:lnTo>
                    <a:pt x="38" y="0"/>
                  </a:lnTo>
                  <a:lnTo>
                    <a:pt x="0" y="78"/>
                  </a:lnTo>
                  <a:lnTo>
                    <a:pt x="27" y="91"/>
                  </a:lnTo>
                  <a:lnTo>
                    <a:pt x="54" y="104"/>
                  </a:lnTo>
                  <a:lnTo>
                    <a:pt x="91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71" name=""/>
            <p:cNvSpPr/>
            <p:nvPr/>
          </p:nvSpPr>
          <p:spPr>
            <a:xfrm rot="0">
              <a:off x="2856" y="1636"/>
              <a:ext cx="5" cy="3"/>
            </a:xfrm>
            <a:custGeom>
              <a:avLst/>
              <a:ahLst/>
              <a:rect l="0" t="0" r="r" b="b"/>
              <a:pathLst>
                <a:path w="27" h="13">
                  <a:moveTo>
                    <a:pt x="27" y="1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72" name=""/>
            <p:cNvSpPr/>
            <p:nvPr/>
          </p:nvSpPr>
          <p:spPr>
            <a:xfrm rot="0">
              <a:off x="2856" y="1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73" name=""/>
            <p:cNvSpPr/>
            <p:nvPr/>
          </p:nvSpPr>
          <p:spPr>
            <a:xfrm rot="0">
              <a:off x="2849" y="1636"/>
              <a:ext cx="18" cy="21"/>
            </a:xfrm>
            <a:custGeom>
              <a:avLst/>
              <a:ahLst/>
              <a:rect l="0" t="0" r="r" b="b"/>
              <a:pathLst>
                <a:path w="89" h="105">
                  <a:moveTo>
                    <a:pt x="89" y="23"/>
                  </a:moveTo>
                  <a:lnTo>
                    <a:pt x="62" y="11"/>
                  </a:lnTo>
                  <a:lnTo>
                    <a:pt x="35" y="0"/>
                  </a:lnTo>
                  <a:lnTo>
                    <a:pt x="0" y="81"/>
                  </a:lnTo>
                  <a:lnTo>
                    <a:pt x="27" y="93"/>
                  </a:lnTo>
                  <a:lnTo>
                    <a:pt x="54" y="105"/>
                  </a:lnTo>
                  <a:lnTo>
                    <a:pt x="89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74" name=""/>
            <p:cNvSpPr/>
            <p:nvPr/>
          </p:nvSpPr>
          <p:spPr>
            <a:xfrm rot="0">
              <a:off x="2849" y="1636"/>
              <a:ext cx="18" cy="21"/>
            </a:xfrm>
            <a:custGeom>
              <a:avLst/>
              <a:ahLst/>
              <a:rect l="0" t="0" r="r" b="b"/>
              <a:pathLst>
                <a:path w="89" h="105">
                  <a:moveTo>
                    <a:pt x="89" y="23"/>
                  </a:moveTo>
                  <a:lnTo>
                    <a:pt x="62" y="11"/>
                  </a:lnTo>
                  <a:lnTo>
                    <a:pt x="35" y="0"/>
                  </a:lnTo>
                  <a:lnTo>
                    <a:pt x="0" y="81"/>
                  </a:lnTo>
                  <a:lnTo>
                    <a:pt x="27" y="93"/>
                  </a:lnTo>
                  <a:lnTo>
                    <a:pt x="54" y="105"/>
                  </a:lnTo>
                  <a:lnTo>
                    <a:pt x="89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75" name=""/>
            <p:cNvSpPr/>
            <p:nvPr/>
          </p:nvSpPr>
          <p:spPr>
            <a:xfrm rot="0">
              <a:off x="2849" y="1653"/>
              <a:ext cx="5" cy="2"/>
            </a:xfrm>
            <a:custGeom>
              <a:avLst/>
              <a:ahLst/>
              <a:rect l="0" t="0" r="r" b="b"/>
              <a:pathLst>
                <a:path w="28" h="12">
                  <a:moveTo>
                    <a:pt x="28" y="1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8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76" name=""/>
            <p:cNvSpPr/>
            <p:nvPr/>
          </p:nvSpPr>
          <p:spPr>
            <a:xfrm rot="0" flipH="1">
              <a:off x="2849" y="16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77" name=""/>
            <p:cNvSpPr/>
            <p:nvPr/>
          </p:nvSpPr>
          <p:spPr>
            <a:xfrm rot="0">
              <a:off x="2842" y="1653"/>
              <a:ext cx="18" cy="21"/>
            </a:xfrm>
            <a:custGeom>
              <a:avLst/>
              <a:ahLst/>
              <a:rect l="0" t="0" r="r" b="b"/>
              <a:pathLst>
                <a:path w="87" h="103">
                  <a:moveTo>
                    <a:pt x="87" y="21"/>
                  </a:moveTo>
                  <a:lnTo>
                    <a:pt x="59" y="10"/>
                  </a:lnTo>
                  <a:lnTo>
                    <a:pt x="31" y="0"/>
                  </a:lnTo>
                  <a:lnTo>
                    <a:pt x="0" y="82"/>
                  </a:lnTo>
                  <a:lnTo>
                    <a:pt x="28" y="92"/>
                  </a:lnTo>
                  <a:lnTo>
                    <a:pt x="57" y="103"/>
                  </a:lnTo>
                  <a:lnTo>
                    <a:pt x="8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78" name=""/>
            <p:cNvSpPr/>
            <p:nvPr/>
          </p:nvSpPr>
          <p:spPr>
            <a:xfrm rot="0">
              <a:off x="2842" y="1653"/>
              <a:ext cx="18" cy="21"/>
            </a:xfrm>
            <a:custGeom>
              <a:avLst/>
              <a:ahLst/>
              <a:rect l="0" t="0" r="r" b="b"/>
              <a:pathLst>
                <a:path w="87" h="103">
                  <a:moveTo>
                    <a:pt x="87" y="21"/>
                  </a:moveTo>
                  <a:lnTo>
                    <a:pt x="59" y="10"/>
                  </a:lnTo>
                  <a:lnTo>
                    <a:pt x="31" y="0"/>
                  </a:lnTo>
                  <a:lnTo>
                    <a:pt x="0" y="82"/>
                  </a:lnTo>
                  <a:lnTo>
                    <a:pt x="28" y="92"/>
                  </a:lnTo>
                  <a:lnTo>
                    <a:pt x="57" y="103"/>
                  </a:lnTo>
                  <a:lnTo>
                    <a:pt x="87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79" name=""/>
            <p:cNvSpPr/>
            <p:nvPr/>
          </p:nvSpPr>
          <p:spPr>
            <a:xfrm rot="0">
              <a:off x="2842" y="1669"/>
              <a:ext cx="6" cy="2"/>
            </a:xfrm>
            <a:custGeom>
              <a:avLst/>
              <a:ahLst/>
              <a:rect l="0" t="0" r="r" b="b"/>
              <a:pathLst>
                <a:path w="28" h="10">
                  <a:moveTo>
                    <a:pt x="28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80" name=""/>
            <p:cNvSpPr/>
            <p:nvPr/>
          </p:nvSpPr>
          <p:spPr>
            <a:xfrm rot="0">
              <a:off x="2842" y="1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81" name=""/>
            <p:cNvSpPr/>
            <p:nvPr/>
          </p:nvSpPr>
          <p:spPr>
            <a:xfrm rot="0">
              <a:off x="2837" y="1670"/>
              <a:ext cx="17" cy="20"/>
            </a:xfrm>
            <a:custGeom>
              <a:avLst/>
              <a:ahLst/>
              <a:rect l="0" t="0" r="r" b="b"/>
              <a:pathLst>
                <a:path w="84" h="103">
                  <a:moveTo>
                    <a:pt x="84" y="18"/>
                  </a:moveTo>
                  <a:lnTo>
                    <a:pt x="55" y="9"/>
                  </a:lnTo>
                  <a:lnTo>
                    <a:pt x="27" y="0"/>
                  </a:lnTo>
                  <a:lnTo>
                    <a:pt x="0" y="84"/>
                  </a:lnTo>
                  <a:lnTo>
                    <a:pt x="29" y="93"/>
                  </a:lnTo>
                  <a:lnTo>
                    <a:pt x="57" y="103"/>
                  </a:lnTo>
                  <a:lnTo>
                    <a:pt x="84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82" name=""/>
            <p:cNvSpPr/>
            <p:nvPr/>
          </p:nvSpPr>
          <p:spPr>
            <a:xfrm rot="0">
              <a:off x="2837" y="1670"/>
              <a:ext cx="17" cy="20"/>
            </a:xfrm>
            <a:custGeom>
              <a:avLst/>
              <a:ahLst/>
              <a:rect l="0" t="0" r="r" b="b"/>
              <a:pathLst>
                <a:path w="84" h="103">
                  <a:moveTo>
                    <a:pt x="84" y="18"/>
                  </a:moveTo>
                  <a:lnTo>
                    <a:pt x="55" y="9"/>
                  </a:lnTo>
                  <a:lnTo>
                    <a:pt x="27" y="0"/>
                  </a:lnTo>
                  <a:lnTo>
                    <a:pt x="0" y="84"/>
                  </a:lnTo>
                  <a:lnTo>
                    <a:pt x="29" y="93"/>
                  </a:lnTo>
                  <a:lnTo>
                    <a:pt x="57" y="103"/>
                  </a:lnTo>
                  <a:lnTo>
                    <a:pt x="84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83" name=""/>
            <p:cNvSpPr/>
            <p:nvPr/>
          </p:nvSpPr>
          <p:spPr>
            <a:xfrm rot="0">
              <a:off x="2837" y="1686"/>
              <a:ext cx="6" cy="2"/>
            </a:xfrm>
            <a:custGeom>
              <a:avLst/>
              <a:ahLst/>
              <a:rect l="0" t="0" r="r" b="b"/>
              <a:pathLst>
                <a:path w="30" h="9">
                  <a:moveTo>
                    <a:pt x="30" y="9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84" name=""/>
            <p:cNvSpPr/>
            <p:nvPr/>
          </p:nvSpPr>
          <p:spPr>
            <a:xfrm rot="0" flipH="1">
              <a:off x="2837" y="16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85" name=""/>
            <p:cNvSpPr/>
            <p:nvPr/>
          </p:nvSpPr>
          <p:spPr>
            <a:xfrm rot="0">
              <a:off x="2832" y="1687"/>
              <a:ext cx="17" cy="20"/>
            </a:xfrm>
            <a:custGeom>
              <a:avLst/>
              <a:ahLst/>
              <a:rect l="0" t="0" r="r" b="b"/>
              <a:pathLst>
                <a:path w="81" h="100">
                  <a:moveTo>
                    <a:pt x="81" y="14"/>
                  </a:moveTo>
                  <a:lnTo>
                    <a:pt x="52" y="7"/>
                  </a:lnTo>
                  <a:lnTo>
                    <a:pt x="22" y="0"/>
                  </a:lnTo>
                  <a:lnTo>
                    <a:pt x="0" y="86"/>
                  </a:lnTo>
                  <a:lnTo>
                    <a:pt x="29" y="93"/>
                  </a:lnTo>
                  <a:lnTo>
                    <a:pt x="59" y="100"/>
                  </a:lnTo>
                  <a:lnTo>
                    <a:pt x="8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86" name=""/>
            <p:cNvSpPr/>
            <p:nvPr/>
          </p:nvSpPr>
          <p:spPr>
            <a:xfrm rot="0">
              <a:off x="2832" y="1687"/>
              <a:ext cx="17" cy="20"/>
            </a:xfrm>
            <a:custGeom>
              <a:avLst/>
              <a:ahLst/>
              <a:rect l="0" t="0" r="r" b="b"/>
              <a:pathLst>
                <a:path w="81" h="100">
                  <a:moveTo>
                    <a:pt x="81" y="14"/>
                  </a:moveTo>
                  <a:lnTo>
                    <a:pt x="52" y="7"/>
                  </a:lnTo>
                  <a:lnTo>
                    <a:pt x="22" y="0"/>
                  </a:lnTo>
                  <a:lnTo>
                    <a:pt x="0" y="86"/>
                  </a:lnTo>
                  <a:lnTo>
                    <a:pt x="29" y="93"/>
                  </a:lnTo>
                  <a:lnTo>
                    <a:pt x="59" y="100"/>
                  </a:lnTo>
                  <a:lnTo>
                    <a:pt x="81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87" name=""/>
            <p:cNvSpPr/>
            <p:nvPr/>
          </p:nvSpPr>
          <p:spPr>
            <a:xfrm rot="0">
              <a:off x="2832" y="1704"/>
              <a:ext cx="6" cy="1"/>
            </a:xfrm>
            <a:custGeom>
              <a:avLst/>
              <a:ahLst/>
              <a:rect l="0" t="0" r="r" b="b"/>
              <a:pathLst>
                <a:path w="29" h="7">
                  <a:moveTo>
                    <a:pt x="29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88" name=""/>
            <p:cNvSpPr/>
            <p:nvPr/>
          </p:nvSpPr>
          <p:spPr>
            <a:xfrm rot="0">
              <a:off x="2832" y="1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89" name=""/>
            <p:cNvSpPr/>
            <p:nvPr/>
          </p:nvSpPr>
          <p:spPr>
            <a:xfrm rot="0">
              <a:off x="2829" y="1704"/>
              <a:ext cx="15" cy="20"/>
            </a:xfrm>
            <a:custGeom>
              <a:avLst/>
              <a:ahLst/>
              <a:rect l="0" t="0" r="r" b="b"/>
              <a:pathLst>
                <a:path w="78" h="97">
                  <a:moveTo>
                    <a:pt x="78" y="12"/>
                  </a:moveTo>
                  <a:lnTo>
                    <a:pt x="48" y="6"/>
                  </a:lnTo>
                  <a:lnTo>
                    <a:pt x="19" y="0"/>
                  </a:lnTo>
                  <a:lnTo>
                    <a:pt x="0" y="85"/>
                  </a:lnTo>
                  <a:lnTo>
                    <a:pt x="30" y="91"/>
                  </a:lnTo>
                  <a:lnTo>
                    <a:pt x="59" y="97"/>
                  </a:lnTo>
                  <a:lnTo>
                    <a:pt x="78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90" name=""/>
            <p:cNvSpPr/>
            <p:nvPr/>
          </p:nvSpPr>
          <p:spPr>
            <a:xfrm rot="0">
              <a:off x="2829" y="1704"/>
              <a:ext cx="15" cy="20"/>
            </a:xfrm>
            <a:custGeom>
              <a:avLst/>
              <a:ahLst/>
              <a:rect l="0" t="0" r="r" b="b"/>
              <a:pathLst>
                <a:path w="78" h="97">
                  <a:moveTo>
                    <a:pt x="78" y="12"/>
                  </a:moveTo>
                  <a:lnTo>
                    <a:pt x="48" y="6"/>
                  </a:lnTo>
                  <a:lnTo>
                    <a:pt x="19" y="0"/>
                  </a:lnTo>
                  <a:lnTo>
                    <a:pt x="0" y="85"/>
                  </a:lnTo>
                  <a:lnTo>
                    <a:pt x="30" y="91"/>
                  </a:lnTo>
                  <a:lnTo>
                    <a:pt x="59" y="97"/>
                  </a:lnTo>
                  <a:lnTo>
                    <a:pt x="78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91" name=""/>
            <p:cNvSpPr/>
            <p:nvPr/>
          </p:nvSpPr>
          <p:spPr>
            <a:xfrm rot="0">
              <a:off x="2829" y="1721"/>
              <a:ext cx="6" cy="1"/>
            </a:xfrm>
            <a:custGeom>
              <a:avLst/>
              <a:ahLst/>
              <a:rect l="0" t="0" r="r" b="b"/>
              <a:pathLst>
                <a:path w="30" h="6">
                  <a:moveTo>
                    <a:pt x="30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92" name=""/>
            <p:cNvSpPr/>
            <p:nvPr/>
          </p:nvSpPr>
          <p:spPr>
            <a:xfrm rot="0">
              <a:off x="2829" y="17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93" name=""/>
            <p:cNvSpPr/>
            <p:nvPr/>
          </p:nvSpPr>
          <p:spPr>
            <a:xfrm rot="0">
              <a:off x="2826" y="1721"/>
              <a:ext cx="14" cy="20"/>
            </a:xfrm>
            <a:custGeom>
              <a:avLst/>
              <a:ahLst/>
              <a:rect l="0" t="0" r="r" b="b"/>
              <a:pathLst>
                <a:path w="74" h="98">
                  <a:moveTo>
                    <a:pt x="74" y="10"/>
                  </a:moveTo>
                  <a:lnTo>
                    <a:pt x="45" y="5"/>
                  </a:lnTo>
                  <a:lnTo>
                    <a:pt x="15" y="0"/>
                  </a:lnTo>
                  <a:lnTo>
                    <a:pt x="0" y="88"/>
                  </a:lnTo>
                  <a:lnTo>
                    <a:pt x="29" y="93"/>
                  </a:lnTo>
                  <a:lnTo>
                    <a:pt x="59" y="98"/>
                  </a:lnTo>
                  <a:lnTo>
                    <a:pt x="7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94" name=""/>
            <p:cNvSpPr/>
            <p:nvPr/>
          </p:nvSpPr>
          <p:spPr>
            <a:xfrm rot="0">
              <a:off x="2826" y="1721"/>
              <a:ext cx="14" cy="20"/>
            </a:xfrm>
            <a:custGeom>
              <a:avLst/>
              <a:ahLst/>
              <a:rect l="0" t="0" r="r" b="b"/>
              <a:pathLst>
                <a:path w="74" h="98">
                  <a:moveTo>
                    <a:pt x="74" y="10"/>
                  </a:moveTo>
                  <a:lnTo>
                    <a:pt x="45" y="5"/>
                  </a:lnTo>
                  <a:lnTo>
                    <a:pt x="15" y="0"/>
                  </a:lnTo>
                  <a:lnTo>
                    <a:pt x="0" y="88"/>
                  </a:lnTo>
                  <a:lnTo>
                    <a:pt x="29" y="93"/>
                  </a:lnTo>
                  <a:lnTo>
                    <a:pt x="59" y="98"/>
                  </a:lnTo>
                  <a:lnTo>
                    <a:pt x="74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95" name=""/>
            <p:cNvSpPr/>
            <p:nvPr/>
          </p:nvSpPr>
          <p:spPr>
            <a:xfrm rot="0">
              <a:off x="2826" y="1739"/>
              <a:ext cx="5" cy="1"/>
            </a:xfrm>
            <a:custGeom>
              <a:avLst/>
              <a:ahLst/>
              <a:rect l="0" t="0" r="r" b="b"/>
              <a:pathLst>
                <a:path w="29" h="5">
                  <a:moveTo>
                    <a:pt x="29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96" name=""/>
            <p:cNvSpPr/>
            <p:nvPr/>
          </p:nvSpPr>
          <p:spPr>
            <a:xfrm rot="0">
              <a:off x="2826" y="17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97" name=""/>
            <p:cNvSpPr/>
            <p:nvPr/>
          </p:nvSpPr>
          <p:spPr>
            <a:xfrm rot="0">
              <a:off x="2824" y="1739"/>
              <a:ext cx="13" cy="19"/>
            </a:xfrm>
            <a:custGeom>
              <a:avLst/>
              <a:ahLst/>
              <a:rect l="0" t="0" r="r" b="b"/>
              <a:pathLst>
                <a:path w="68" h="94">
                  <a:moveTo>
                    <a:pt x="68" y="7"/>
                  </a:moveTo>
                  <a:lnTo>
                    <a:pt x="38" y="4"/>
                  </a:lnTo>
                  <a:lnTo>
                    <a:pt x="9" y="0"/>
                  </a:lnTo>
                  <a:lnTo>
                    <a:pt x="0" y="87"/>
                  </a:lnTo>
                  <a:lnTo>
                    <a:pt x="29" y="90"/>
                  </a:lnTo>
                  <a:lnTo>
                    <a:pt x="58" y="94"/>
                  </a:lnTo>
                  <a:lnTo>
                    <a:pt x="68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198" name=""/>
            <p:cNvSpPr/>
            <p:nvPr/>
          </p:nvSpPr>
          <p:spPr>
            <a:xfrm rot="0">
              <a:off x="2824" y="1739"/>
              <a:ext cx="13" cy="19"/>
            </a:xfrm>
            <a:custGeom>
              <a:avLst/>
              <a:ahLst/>
              <a:rect l="0" t="0" r="r" b="b"/>
              <a:pathLst>
                <a:path w="68" h="94">
                  <a:moveTo>
                    <a:pt x="68" y="7"/>
                  </a:moveTo>
                  <a:lnTo>
                    <a:pt x="38" y="4"/>
                  </a:lnTo>
                  <a:lnTo>
                    <a:pt x="9" y="0"/>
                  </a:lnTo>
                  <a:lnTo>
                    <a:pt x="0" y="87"/>
                  </a:lnTo>
                  <a:lnTo>
                    <a:pt x="29" y="90"/>
                  </a:lnTo>
                  <a:lnTo>
                    <a:pt x="58" y="94"/>
                  </a:lnTo>
                  <a:lnTo>
                    <a:pt x="68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199" name=""/>
            <p:cNvSpPr/>
            <p:nvPr/>
          </p:nvSpPr>
          <p:spPr>
            <a:xfrm rot="0">
              <a:off x="2824" y="1757"/>
              <a:ext cx="6" cy="1"/>
            </a:xfrm>
            <a:custGeom>
              <a:avLst/>
              <a:ahLst/>
              <a:rect l="0" t="0" r="r" b="b"/>
              <a:pathLst>
                <a:path w="29" h="3">
                  <a:moveTo>
                    <a:pt x="29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00" name=""/>
            <p:cNvSpPr/>
            <p:nvPr/>
          </p:nvSpPr>
          <p:spPr>
            <a:xfrm rot="0">
              <a:off x="2824" y="1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01" name=""/>
            <p:cNvSpPr/>
            <p:nvPr/>
          </p:nvSpPr>
          <p:spPr>
            <a:xfrm rot="0">
              <a:off x="2822" y="1757"/>
              <a:ext cx="13" cy="19"/>
            </a:xfrm>
            <a:custGeom>
              <a:avLst/>
              <a:ahLst/>
              <a:rect l="0" t="0" r="r" b="b"/>
              <a:pathLst>
                <a:path w="65" h="94">
                  <a:moveTo>
                    <a:pt x="65" y="5"/>
                  </a:moveTo>
                  <a:lnTo>
                    <a:pt x="36" y="2"/>
                  </a:lnTo>
                  <a:lnTo>
                    <a:pt x="7" y="0"/>
                  </a:lnTo>
                  <a:lnTo>
                    <a:pt x="0" y="89"/>
                  </a:lnTo>
                  <a:lnTo>
                    <a:pt x="29" y="91"/>
                  </a:lnTo>
                  <a:lnTo>
                    <a:pt x="58" y="94"/>
                  </a:lnTo>
                  <a:lnTo>
                    <a:pt x="6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02" name=""/>
            <p:cNvSpPr/>
            <p:nvPr/>
          </p:nvSpPr>
          <p:spPr>
            <a:xfrm rot="0">
              <a:off x="2822" y="1757"/>
              <a:ext cx="13" cy="19"/>
            </a:xfrm>
            <a:custGeom>
              <a:avLst/>
              <a:ahLst/>
              <a:rect l="0" t="0" r="r" b="b"/>
              <a:pathLst>
                <a:path w="65" h="94">
                  <a:moveTo>
                    <a:pt x="65" y="5"/>
                  </a:moveTo>
                  <a:lnTo>
                    <a:pt x="36" y="2"/>
                  </a:lnTo>
                  <a:lnTo>
                    <a:pt x="7" y="0"/>
                  </a:lnTo>
                  <a:lnTo>
                    <a:pt x="0" y="89"/>
                  </a:lnTo>
                  <a:lnTo>
                    <a:pt x="29" y="91"/>
                  </a:lnTo>
                  <a:lnTo>
                    <a:pt x="58" y="94"/>
                  </a:lnTo>
                  <a:lnTo>
                    <a:pt x="65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03" name=""/>
            <p:cNvSpPr/>
            <p:nvPr/>
          </p:nvSpPr>
          <p:spPr>
            <a:xfrm rot="0">
              <a:off x="2822" y="1775"/>
              <a:ext cx="6" cy="1"/>
            </a:xfrm>
            <a:custGeom>
              <a:avLst/>
              <a:ahLst/>
              <a:rect l="0" t="0" r="r" b="b"/>
              <a:pathLst>
                <a:path w="29" h="2">
                  <a:moveTo>
                    <a:pt x="29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04" name=""/>
            <p:cNvSpPr/>
            <p:nvPr/>
          </p:nvSpPr>
          <p:spPr>
            <a:xfrm rot="0">
              <a:off x="2822" y="17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05" name=""/>
            <p:cNvSpPr/>
            <p:nvPr/>
          </p:nvSpPr>
          <p:spPr>
            <a:xfrm rot="0">
              <a:off x="2822" y="1775"/>
              <a:ext cx="12" cy="18"/>
            </a:xfrm>
            <a:custGeom>
              <a:avLst/>
              <a:ahLst/>
              <a:rect l="0" t="0" r="r" b="b"/>
              <a:pathLst>
                <a:path w="61" h="90">
                  <a:moveTo>
                    <a:pt x="61" y="3"/>
                  </a:moveTo>
                  <a:lnTo>
                    <a:pt x="32" y="1"/>
                  </a:lnTo>
                  <a:lnTo>
                    <a:pt x="3" y="0"/>
                  </a:lnTo>
                  <a:lnTo>
                    <a:pt x="0" y="88"/>
                  </a:lnTo>
                  <a:lnTo>
                    <a:pt x="30" y="89"/>
                  </a:lnTo>
                  <a:lnTo>
                    <a:pt x="59" y="90"/>
                  </a:lnTo>
                  <a:lnTo>
                    <a:pt x="6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06" name=""/>
            <p:cNvSpPr/>
            <p:nvPr/>
          </p:nvSpPr>
          <p:spPr>
            <a:xfrm rot="0">
              <a:off x="2822" y="1775"/>
              <a:ext cx="12" cy="18"/>
            </a:xfrm>
            <a:custGeom>
              <a:avLst/>
              <a:ahLst/>
              <a:rect l="0" t="0" r="r" b="b"/>
              <a:pathLst>
                <a:path w="61" h="90">
                  <a:moveTo>
                    <a:pt x="61" y="3"/>
                  </a:moveTo>
                  <a:lnTo>
                    <a:pt x="32" y="1"/>
                  </a:lnTo>
                  <a:lnTo>
                    <a:pt x="3" y="0"/>
                  </a:lnTo>
                  <a:lnTo>
                    <a:pt x="0" y="88"/>
                  </a:lnTo>
                  <a:lnTo>
                    <a:pt x="30" y="89"/>
                  </a:lnTo>
                  <a:lnTo>
                    <a:pt x="59" y="90"/>
                  </a:lnTo>
                  <a:lnTo>
                    <a:pt x="61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07" name=""/>
            <p:cNvSpPr/>
            <p:nvPr/>
          </p:nvSpPr>
          <p:spPr>
            <a:xfrm rot="0">
              <a:off x="2822" y="1792"/>
              <a:ext cx="6" cy="1"/>
            </a:xfrm>
            <a:custGeom>
              <a:avLst/>
              <a:ahLst/>
              <a:rect l="0" t="0" r="r" b="b"/>
              <a:pathLst>
                <a:path w="30" h="2">
                  <a:moveTo>
                    <a:pt x="3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08" name=""/>
            <p:cNvSpPr/>
            <p:nvPr/>
          </p:nvSpPr>
          <p:spPr>
            <a:xfrm rot="0">
              <a:off x="2822" y="17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09" name=""/>
            <p:cNvSpPr/>
            <p:nvPr/>
          </p:nvSpPr>
          <p:spPr>
            <a:xfrm rot="0">
              <a:off x="2822" y="1792"/>
              <a:ext cx="12" cy="18"/>
            </a:xfrm>
            <a:custGeom>
              <a:avLst/>
              <a:ahLst/>
              <a:rect l="0" t="0" r="r" b="b"/>
              <a:pathLst>
                <a:path w="61" h="90">
                  <a:moveTo>
                    <a:pt x="59" y="0"/>
                  </a:moveTo>
                  <a:lnTo>
                    <a:pt x="30" y="1"/>
                  </a:lnTo>
                  <a:lnTo>
                    <a:pt x="0" y="2"/>
                  </a:lnTo>
                  <a:lnTo>
                    <a:pt x="3" y="90"/>
                  </a:lnTo>
                  <a:lnTo>
                    <a:pt x="32" y="89"/>
                  </a:lnTo>
                  <a:lnTo>
                    <a:pt x="61" y="88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10" name=""/>
            <p:cNvSpPr/>
            <p:nvPr/>
          </p:nvSpPr>
          <p:spPr>
            <a:xfrm rot="0">
              <a:off x="2822" y="1792"/>
              <a:ext cx="12" cy="18"/>
            </a:xfrm>
            <a:custGeom>
              <a:avLst/>
              <a:ahLst/>
              <a:rect l="0" t="0" r="r" b="b"/>
              <a:pathLst>
                <a:path w="61" h="90">
                  <a:moveTo>
                    <a:pt x="59" y="0"/>
                  </a:moveTo>
                  <a:lnTo>
                    <a:pt x="30" y="1"/>
                  </a:lnTo>
                  <a:lnTo>
                    <a:pt x="0" y="2"/>
                  </a:lnTo>
                  <a:lnTo>
                    <a:pt x="3" y="90"/>
                  </a:lnTo>
                  <a:lnTo>
                    <a:pt x="32" y="89"/>
                  </a:lnTo>
                  <a:lnTo>
                    <a:pt x="61" y="88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11" name=""/>
            <p:cNvSpPr/>
            <p:nvPr/>
          </p:nvSpPr>
          <p:spPr>
            <a:xfrm rot="0">
              <a:off x="2822" y="1810"/>
              <a:ext cx="6" cy="1"/>
            </a:xfrm>
            <a:custGeom>
              <a:avLst/>
              <a:ahLst/>
              <a:rect l="0" t="0" r="r" b="b"/>
              <a:pathLst>
                <a:path w="29" h="2">
                  <a:moveTo>
                    <a:pt x="29" y="0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12" name=""/>
            <p:cNvSpPr/>
            <p:nvPr/>
          </p:nvSpPr>
          <p:spPr>
            <a:xfrm rot="0">
              <a:off x="2822" y="1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13" name=""/>
            <p:cNvSpPr/>
            <p:nvPr/>
          </p:nvSpPr>
          <p:spPr>
            <a:xfrm rot="0">
              <a:off x="2822" y="1810"/>
              <a:ext cx="13" cy="18"/>
            </a:xfrm>
            <a:custGeom>
              <a:avLst/>
              <a:ahLst/>
              <a:rect l="0" t="0" r="r" b="b"/>
              <a:pathLst>
                <a:path w="65" h="92">
                  <a:moveTo>
                    <a:pt x="58" y="0"/>
                  </a:moveTo>
                  <a:lnTo>
                    <a:pt x="29" y="2"/>
                  </a:lnTo>
                  <a:lnTo>
                    <a:pt x="0" y="4"/>
                  </a:lnTo>
                  <a:lnTo>
                    <a:pt x="7" y="92"/>
                  </a:lnTo>
                  <a:lnTo>
                    <a:pt x="36" y="90"/>
                  </a:lnTo>
                  <a:lnTo>
                    <a:pt x="65" y="87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14" name=""/>
            <p:cNvSpPr/>
            <p:nvPr/>
          </p:nvSpPr>
          <p:spPr>
            <a:xfrm rot="0">
              <a:off x="2822" y="1810"/>
              <a:ext cx="13" cy="18"/>
            </a:xfrm>
            <a:custGeom>
              <a:avLst/>
              <a:ahLst/>
              <a:rect l="0" t="0" r="r" b="b"/>
              <a:pathLst>
                <a:path w="65" h="92">
                  <a:moveTo>
                    <a:pt x="58" y="0"/>
                  </a:moveTo>
                  <a:lnTo>
                    <a:pt x="29" y="2"/>
                  </a:lnTo>
                  <a:lnTo>
                    <a:pt x="0" y="4"/>
                  </a:lnTo>
                  <a:lnTo>
                    <a:pt x="7" y="92"/>
                  </a:lnTo>
                  <a:lnTo>
                    <a:pt x="36" y="90"/>
                  </a:lnTo>
                  <a:lnTo>
                    <a:pt x="65" y="87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15" name=""/>
            <p:cNvSpPr/>
            <p:nvPr/>
          </p:nvSpPr>
          <p:spPr>
            <a:xfrm rot="0">
              <a:off x="2824" y="1828"/>
              <a:ext cx="6" cy="1"/>
            </a:xfrm>
            <a:custGeom>
              <a:avLst/>
              <a:ahLst/>
              <a:rect l="0" t="0" r="r" b="b"/>
              <a:pathLst>
                <a:path w="29" h="3">
                  <a:moveTo>
                    <a:pt x="29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16" name=""/>
            <p:cNvSpPr/>
            <p:nvPr/>
          </p:nvSpPr>
          <p:spPr>
            <a:xfrm rot="0">
              <a:off x="2824" y="1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17" name=""/>
            <p:cNvSpPr/>
            <p:nvPr/>
          </p:nvSpPr>
          <p:spPr>
            <a:xfrm rot="0">
              <a:off x="2824" y="1827"/>
              <a:ext cx="13" cy="19"/>
            </a:xfrm>
            <a:custGeom>
              <a:avLst/>
              <a:ahLst/>
              <a:rect l="0" t="0" r="r" b="b"/>
              <a:pathLst>
                <a:path w="68" h="95">
                  <a:moveTo>
                    <a:pt x="58" y="0"/>
                  </a:moveTo>
                  <a:lnTo>
                    <a:pt x="29" y="4"/>
                  </a:lnTo>
                  <a:lnTo>
                    <a:pt x="0" y="7"/>
                  </a:lnTo>
                  <a:lnTo>
                    <a:pt x="9" y="95"/>
                  </a:lnTo>
                  <a:lnTo>
                    <a:pt x="38" y="91"/>
                  </a:lnTo>
                  <a:lnTo>
                    <a:pt x="68" y="88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18" name=""/>
            <p:cNvSpPr/>
            <p:nvPr/>
          </p:nvSpPr>
          <p:spPr>
            <a:xfrm rot="0">
              <a:off x="2824" y="1827"/>
              <a:ext cx="13" cy="19"/>
            </a:xfrm>
            <a:custGeom>
              <a:avLst/>
              <a:ahLst/>
              <a:rect l="0" t="0" r="r" b="b"/>
              <a:pathLst>
                <a:path w="68" h="95">
                  <a:moveTo>
                    <a:pt x="58" y="0"/>
                  </a:moveTo>
                  <a:lnTo>
                    <a:pt x="29" y="4"/>
                  </a:lnTo>
                  <a:lnTo>
                    <a:pt x="0" y="7"/>
                  </a:lnTo>
                  <a:lnTo>
                    <a:pt x="9" y="95"/>
                  </a:lnTo>
                  <a:lnTo>
                    <a:pt x="38" y="91"/>
                  </a:lnTo>
                  <a:lnTo>
                    <a:pt x="68" y="88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19" name=""/>
            <p:cNvSpPr/>
            <p:nvPr/>
          </p:nvSpPr>
          <p:spPr>
            <a:xfrm rot="0">
              <a:off x="2826" y="1845"/>
              <a:ext cx="5" cy="1"/>
            </a:xfrm>
            <a:custGeom>
              <a:avLst/>
              <a:ahLst/>
              <a:rect l="0" t="0" r="r" b="b"/>
              <a:pathLst>
                <a:path w="29" h="5">
                  <a:moveTo>
                    <a:pt x="29" y="0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20" name=""/>
            <p:cNvSpPr/>
            <p:nvPr/>
          </p:nvSpPr>
          <p:spPr>
            <a:xfrm rot="0">
              <a:off x="2826" y="18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21" name=""/>
            <p:cNvSpPr/>
            <p:nvPr/>
          </p:nvSpPr>
          <p:spPr>
            <a:xfrm rot="0">
              <a:off x="2826" y="1844"/>
              <a:ext cx="14" cy="20"/>
            </a:xfrm>
            <a:custGeom>
              <a:avLst/>
              <a:ahLst/>
              <a:rect l="0" t="0" r="r" b="b"/>
              <a:pathLst>
                <a:path w="74" h="96">
                  <a:moveTo>
                    <a:pt x="59" y="0"/>
                  </a:moveTo>
                  <a:lnTo>
                    <a:pt x="29" y="4"/>
                  </a:lnTo>
                  <a:lnTo>
                    <a:pt x="0" y="9"/>
                  </a:lnTo>
                  <a:lnTo>
                    <a:pt x="15" y="96"/>
                  </a:lnTo>
                  <a:lnTo>
                    <a:pt x="45" y="91"/>
                  </a:lnTo>
                  <a:lnTo>
                    <a:pt x="74" y="86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22" name=""/>
            <p:cNvSpPr/>
            <p:nvPr/>
          </p:nvSpPr>
          <p:spPr>
            <a:xfrm rot="0">
              <a:off x="2826" y="1844"/>
              <a:ext cx="14" cy="20"/>
            </a:xfrm>
            <a:custGeom>
              <a:avLst/>
              <a:ahLst/>
              <a:rect l="0" t="0" r="r" b="b"/>
              <a:pathLst>
                <a:path w="74" h="96">
                  <a:moveTo>
                    <a:pt x="59" y="0"/>
                  </a:moveTo>
                  <a:lnTo>
                    <a:pt x="29" y="4"/>
                  </a:lnTo>
                  <a:lnTo>
                    <a:pt x="0" y="9"/>
                  </a:lnTo>
                  <a:lnTo>
                    <a:pt x="15" y="96"/>
                  </a:lnTo>
                  <a:lnTo>
                    <a:pt x="45" y="91"/>
                  </a:lnTo>
                  <a:lnTo>
                    <a:pt x="74" y="86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23" name=""/>
            <p:cNvSpPr/>
            <p:nvPr/>
          </p:nvSpPr>
          <p:spPr>
            <a:xfrm rot="0">
              <a:off x="2829" y="1863"/>
              <a:ext cx="6" cy="1"/>
            </a:xfrm>
            <a:custGeom>
              <a:avLst/>
              <a:ahLst/>
              <a:rect l="0" t="0" r="r" b="b"/>
              <a:pathLst>
                <a:path w="30" h="6">
                  <a:moveTo>
                    <a:pt x="30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24" name=""/>
            <p:cNvSpPr/>
            <p:nvPr/>
          </p:nvSpPr>
          <p:spPr>
            <a:xfrm rot="0">
              <a:off x="2829" y="1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25" name=""/>
            <p:cNvSpPr/>
            <p:nvPr/>
          </p:nvSpPr>
          <p:spPr>
            <a:xfrm rot="0">
              <a:off x="2829" y="1861"/>
              <a:ext cx="15" cy="20"/>
            </a:xfrm>
            <a:custGeom>
              <a:avLst/>
              <a:ahLst/>
              <a:rect l="0" t="0" r="r" b="b"/>
              <a:pathLst>
                <a:path w="78" h="98">
                  <a:moveTo>
                    <a:pt x="59" y="0"/>
                  </a:moveTo>
                  <a:lnTo>
                    <a:pt x="30" y="6"/>
                  </a:lnTo>
                  <a:lnTo>
                    <a:pt x="0" y="12"/>
                  </a:lnTo>
                  <a:lnTo>
                    <a:pt x="19" y="98"/>
                  </a:lnTo>
                  <a:lnTo>
                    <a:pt x="48" y="92"/>
                  </a:lnTo>
                  <a:lnTo>
                    <a:pt x="78" y="87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26" name=""/>
            <p:cNvSpPr/>
            <p:nvPr/>
          </p:nvSpPr>
          <p:spPr>
            <a:xfrm rot="0">
              <a:off x="2829" y="1861"/>
              <a:ext cx="15" cy="20"/>
            </a:xfrm>
            <a:custGeom>
              <a:avLst/>
              <a:ahLst/>
              <a:rect l="0" t="0" r="r" b="b"/>
              <a:pathLst>
                <a:path w="78" h="98">
                  <a:moveTo>
                    <a:pt x="59" y="0"/>
                  </a:moveTo>
                  <a:lnTo>
                    <a:pt x="30" y="6"/>
                  </a:lnTo>
                  <a:lnTo>
                    <a:pt x="0" y="12"/>
                  </a:lnTo>
                  <a:lnTo>
                    <a:pt x="19" y="98"/>
                  </a:lnTo>
                  <a:lnTo>
                    <a:pt x="48" y="92"/>
                  </a:lnTo>
                  <a:lnTo>
                    <a:pt x="78" y="87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27" name=""/>
            <p:cNvSpPr/>
            <p:nvPr/>
          </p:nvSpPr>
          <p:spPr>
            <a:xfrm rot="0">
              <a:off x="2832" y="1880"/>
              <a:ext cx="6" cy="1"/>
            </a:xfrm>
            <a:custGeom>
              <a:avLst/>
              <a:ahLst/>
              <a:rect l="0" t="0" r="r" b="b"/>
              <a:pathLst>
                <a:path w="29" h="8">
                  <a:moveTo>
                    <a:pt x="29" y="0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28" name=""/>
            <p:cNvSpPr/>
            <p:nvPr/>
          </p:nvSpPr>
          <p:spPr>
            <a:xfrm rot="0">
              <a:off x="2832" y="18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29" name=""/>
            <p:cNvSpPr/>
            <p:nvPr/>
          </p:nvSpPr>
          <p:spPr>
            <a:xfrm rot="0">
              <a:off x="2832" y="1878"/>
              <a:ext cx="17" cy="20"/>
            </a:xfrm>
            <a:custGeom>
              <a:avLst/>
              <a:ahLst/>
              <a:rect l="0" t="0" r="r" b="b"/>
              <a:pathLst>
                <a:path w="81" h="100">
                  <a:moveTo>
                    <a:pt x="59" y="0"/>
                  </a:moveTo>
                  <a:lnTo>
                    <a:pt x="29" y="7"/>
                  </a:lnTo>
                  <a:lnTo>
                    <a:pt x="0" y="15"/>
                  </a:lnTo>
                  <a:lnTo>
                    <a:pt x="22" y="100"/>
                  </a:lnTo>
                  <a:lnTo>
                    <a:pt x="52" y="93"/>
                  </a:lnTo>
                  <a:lnTo>
                    <a:pt x="81" y="86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30" name=""/>
            <p:cNvSpPr/>
            <p:nvPr/>
          </p:nvSpPr>
          <p:spPr>
            <a:xfrm rot="0">
              <a:off x="2832" y="1878"/>
              <a:ext cx="17" cy="20"/>
            </a:xfrm>
            <a:custGeom>
              <a:avLst/>
              <a:ahLst/>
              <a:rect l="0" t="0" r="r" b="b"/>
              <a:pathLst>
                <a:path w="81" h="100">
                  <a:moveTo>
                    <a:pt x="59" y="0"/>
                  </a:moveTo>
                  <a:lnTo>
                    <a:pt x="29" y="7"/>
                  </a:lnTo>
                  <a:lnTo>
                    <a:pt x="0" y="15"/>
                  </a:lnTo>
                  <a:lnTo>
                    <a:pt x="22" y="100"/>
                  </a:lnTo>
                  <a:lnTo>
                    <a:pt x="52" y="93"/>
                  </a:lnTo>
                  <a:lnTo>
                    <a:pt x="81" y="86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31" name=""/>
            <p:cNvSpPr/>
            <p:nvPr/>
          </p:nvSpPr>
          <p:spPr>
            <a:xfrm rot="0">
              <a:off x="2837" y="1897"/>
              <a:ext cx="6" cy="2"/>
            </a:xfrm>
            <a:custGeom>
              <a:avLst/>
              <a:ahLst/>
              <a:rect l="0" t="0" r="r" b="b"/>
              <a:pathLst>
                <a:path w="30" h="9">
                  <a:moveTo>
                    <a:pt x="30" y="0"/>
                  </a:moveTo>
                  <a:lnTo>
                    <a:pt x="0" y="7"/>
                  </a:lnTo>
                  <a:lnTo>
                    <a:pt x="1" y="9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32" name=""/>
            <p:cNvSpPr/>
            <p:nvPr/>
          </p:nvSpPr>
          <p:spPr>
            <a:xfrm rot="0">
              <a:off x="2837" y="1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33" name=""/>
            <p:cNvSpPr/>
            <p:nvPr/>
          </p:nvSpPr>
          <p:spPr>
            <a:xfrm rot="0">
              <a:off x="2837" y="1895"/>
              <a:ext cx="17" cy="20"/>
            </a:xfrm>
            <a:custGeom>
              <a:avLst/>
              <a:ahLst/>
              <a:rect l="0" t="0" r="r" b="b"/>
              <a:pathLst>
                <a:path w="84" h="101">
                  <a:moveTo>
                    <a:pt x="57" y="0"/>
                  </a:moveTo>
                  <a:lnTo>
                    <a:pt x="29" y="9"/>
                  </a:lnTo>
                  <a:lnTo>
                    <a:pt x="0" y="18"/>
                  </a:lnTo>
                  <a:lnTo>
                    <a:pt x="27" y="101"/>
                  </a:lnTo>
                  <a:lnTo>
                    <a:pt x="55" y="92"/>
                  </a:lnTo>
                  <a:lnTo>
                    <a:pt x="84" y="83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34" name=""/>
            <p:cNvSpPr/>
            <p:nvPr/>
          </p:nvSpPr>
          <p:spPr>
            <a:xfrm rot="0">
              <a:off x="2837" y="1895"/>
              <a:ext cx="17" cy="20"/>
            </a:xfrm>
            <a:custGeom>
              <a:avLst/>
              <a:ahLst/>
              <a:rect l="0" t="0" r="r" b="b"/>
              <a:pathLst>
                <a:path w="84" h="101">
                  <a:moveTo>
                    <a:pt x="57" y="0"/>
                  </a:moveTo>
                  <a:lnTo>
                    <a:pt x="29" y="9"/>
                  </a:lnTo>
                  <a:lnTo>
                    <a:pt x="0" y="18"/>
                  </a:lnTo>
                  <a:lnTo>
                    <a:pt x="27" y="101"/>
                  </a:lnTo>
                  <a:lnTo>
                    <a:pt x="55" y="92"/>
                  </a:lnTo>
                  <a:lnTo>
                    <a:pt x="84" y="83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35" name=""/>
            <p:cNvSpPr/>
            <p:nvPr/>
          </p:nvSpPr>
          <p:spPr>
            <a:xfrm rot="0">
              <a:off x="2842" y="1914"/>
              <a:ext cx="6" cy="2"/>
            </a:xfrm>
            <a:custGeom>
              <a:avLst/>
              <a:ahLst/>
              <a:rect l="0" t="0" r="r" b="b"/>
              <a:pathLst>
                <a:path w="28" h="10">
                  <a:moveTo>
                    <a:pt x="28" y="0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36" name=""/>
            <p:cNvSpPr/>
            <p:nvPr/>
          </p:nvSpPr>
          <p:spPr>
            <a:xfrm rot="0">
              <a:off x="2842" y="19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37" name=""/>
            <p:cNvSpPr/>
            <p:nvPr/>
          </p:nvSpPr>
          <p:spPr>
            <a:xfrm rot="0">
              <a:off x="2842" y="1911"/>
              <a:ext cx="18" cy="21"/>
            </a:xfrm>
            <a:custGeom>
              <a:avLst/>
              <a:ahLst/>
              <a:rect l="0" t="0" r="r" b="b"/>
              <a:pathLst>
                <a:path w="87" h="105">
                  <a:moveTo>
                    <a:pt x="57" y="0"/>
                  </a:moveTo>
                  <a:lnTo>
                    <a:pt x="28" y="11"/>
                  </a:lnTo>
                  <a:lnTo>
                    <a:pt x="0" y="21"/>
                  </a:lnTo>
                  <a:lnTo>
                    <a:pt x="31" y="105"/>
                  </a:lnTo>
                  <a:lnTo>
                    <a:pt x="59" y="94"/>
                  </a:lnTo>
                  <a:lnTo>
                    <a:pt x="87" y="84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38" name=""/>
            <p:cNvSpPr/>
            <p:nvPr/>
          </p:nvSpPr>
          <p:spPr>
            <a:xfrm rot="0">
              <a:off x="2842" y="1911"/>
              <a:ext cx="18" cy="21"/>
            </a:xfrm>
            <a:custGeom>
              <a:avLst/>
              <a:ahLst/>
              <a:rect l="0" t="0" r="r" b="b"/>
              <a:pathLst>
                <a:path w="87" h="105">
                  <a:moveTo>
                    <a:pt x="57" y="0"/>
                  </a:moveTo>
                  <a:lnTo>
                    <a:pt x="28" y="11"/>
                  </a:lnTo>
                  <a:lnTo>
                    <a:pt x="0" y="21"/>
                  </a:lnTo>
                  <a:lnTo>
                    <a:pt x="31" y="105"/>
                  </a:lnTo>
                  <a:lnTo>
                    <a:pt x="59" y="94"/>
                  </a:lnTo>
                  <a:lnTo>
                    <a:pt x="87" y="84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39" name=""/>
            <p:cNvSpPr/>
            <p:nvPr/>
          </p:nvSpPr>
          <p:spPr>
            <a:xfrm rot="0">
              <a:off x="2849" y="1930"/>
              <a:ext cx="5" cy="3"/>
            </a:xfrm>
            <a:custGeom>
              <a:avLst/>
              <a:ahLst/>
              <a:rect l="0" t="0" r="r" b="b"/>
              <a:pathLst>
                <a:path w="28" h="12">
                  <a:moveTo>
                    <a:pt x="28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40" name=""/>
            <p:cNvSpPr/>
            <p:nvPr/>
          </p:nvSpPr>
          <p:spPr>
            <a:xfrm rot="0">
              <a:off x="2849" y="1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41" name=""/>
            <p:cNvSpPr/>
            <p:nvPr/>
          </p:nvSpPr>
          <p:spPr>
            <a:xfrm rot="0">
              <a:off x="2849" y="1928"/>
              <a:ext cx="18" cy="21"/>
            </a:xfrm>
            <a:custGeom>
              <a:avLst/>
              <a:ahLst/>
              <a:rect l="0" t="0" r="r" b="b"/>
              <a:pathLst>
                <a:path w="89" h="104">
                  <a:moveTo>
                    <a:pt x="54" y="0"/>
                  </a:moveTo>
                  <a:lnTo>
                    <a:pt x="27" y="12"/>
                  </a:lnTo>
                  <a:lnTo>
                    <a:pt x="0" y="24"/>
                  </a:lnTo>
                  <a:lnTo>
                    <a:pt x="35" y="104"/>
                  </a:lnTo>
                  <a:lnTo>
                    <a:pt x="62" y="93"/>
                  </a:lnTo>
                  <a:lnTo>
                    <a:pt x="89" y="8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42" name=""/>
            <p:cNvSpPr/>
            <p:nvPr/>
          </p:nvSpPr>
          <p:spPr>
            <a:xfrm rot="0">
              <a:off x="2849" y="1928"/>
              <a:ext cx="18" cy="21"/>
            </a:xfrm>
            <a:custGeom>
              <a:avLst/>
              <a:ahLst/>
              <a:rect l="0" t="0" r="r" b="b"/>
              <a:pathLst>
                <a:path w="89" h="104">
                  <a:moveTo>
                    <a:pt x="54" y="0"/>
                  </a:moveTo>
                  <a:lnTo>
                    <a:pt x="27" y="12"/>
                  </a:lnTo>
                  <a:lnTo>
                    <a:pt x="0" y="24"/>
                  </a:lnTo>
                  <a:lnTo>
                    <a:pt x="35" y="104"/>
                  </a:lnTo>
                  <a:lnTo>
                    <a:pt x="62" y="93"/>
                  </a:lnTo>
                  <a:lnTo>
                    <a:pt x="89" y="8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43" name=""/>
            <p:cNvSpPr/>
            <p:nvPr/>
          </p:nvSpPr>
          <p:spPr>
            <a:xfrm rot="0">
              <a:off x="2856" y="1946"/>
              <a:ext cx="5" cy="3"/>
            </a:xfrm>
            <a:custGeom>
              <a:avLst/>
              <a:ahLst/>
              <a:rect l="0" t="0" r="r" b="b"/>
              <a:pathLst>
                <a:path w="27" h="13">
                  <a:moveTo>
                    <a:pt x="27" y="0"/>
                  </a:moveTo>
                  <a:lnTo>
                    <a:pt x="0" y="11"/>
                  </a:lnTo>
                  <a:lnTo>
                    <a:pt x="0" y="13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44" name=""/>
            <p:cNvSpPr/>
            <p:nvPr/>
          </p:nvSpPr>
          <p:spPr>
            <a:xfrm rot="0">
              <a:off x="2856" y="19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45" name=""/>
            <p:cNvSpPr/>
            <p:nvPr/>
          </p:nvSpPr>
          <p:spPr>
            <a:xfrm rot="0">
              <a:off x="2856" y="1944"/>
              <a:ext cx="18" cy="21"/>
            </a:xfrm>
            <a:custGeom>
              <a:avLst/>
              <a:ahLst/>
              <a:rect l="0" t="0" r="r" b="b"/>
              <a:pathLst>
                <a:path w="91" h="105">
                  <a:moveTo>
                    <a:pt x="54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38" y="105"/>
                  </a:lnTo>
                  <a:lnTo>
                    <a:pt x="64" y="92"/>
                  </a:lnTo>
                  <a:lnTo>
                    <a:pt x="91" y="79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46" name=""/>
            <p:cNvSpPr/>
            <p:nvPr/>
          </p:nvSpPr>
          <p:spPr>
            <a:xfrm rot="0">
              <a:off x="2856" y="1944"/>
              <a:ext cx="18" cy="21"/>
            </a:xfrm>
            <a:custGeom>
              <a:avLst/>
              <a:ahLst/>
              <a:rect l="0" t="0" r="r" b="b"/>
              <a:pathLst>
                <a:path w="91" h="105">
                  <a:moveTo>
                    <a:pt x="54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38" y="105"/>
                  </a:lnTo>
                  <a:lnTo>
                    <a:pt x="64" y="92"/>
                  </a:lnTo>
                  <a:lnTo>
                    <a:pt x="91" y="79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47" name=""/>
            <p:cNvSpPr/>
            <p:nvPr/>
          </p:nvSpPr>
          <p:spPr>
            <a:xfrm rot="0">
              <a:off x="2863" y="1962"/>
              <a:ext cx="6" cy="3"/>
            </a:xfrm>
            <a:custGeom>
              <a:avLst/>
              <a:ahLst/>
              <a:rect l="0" t="0" r="r" b="b"/>
              <a:pathLst>
                <a:path w="26" h="14">
                  <a:moveTo>
                    <a:pt x="26" y="0"/>
                  </a:moveTo>
                  <a:lnTo>
                    <a:pt x="0" y="13"/>
                  </a:lnTo>
                  <a:lnTo>
                    <a:pt x="1" y="1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48" name=""/>
            <p:cNvSpPr/>
            <p:nvPr/>
          </p:nvSpPr>
          <p:spPr>
            <a:xfrm rot="0">
              <a:off x="2863" y="1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49" name=""/>
            <p:cNvSpPr/>
            <p:nvPr/>
          </p:nvSpPr>
          <p:spPr>
            <a:xfrm rot="0">
              <a:off x="2864" y="1959"/>
              <a:ext cx="18" cy="22"/>
            </a:xfrm>
            <a:custGeom>
              <a:avLst/>
              <a:ahLst/>
              <a:rect l="0" t="0" r="r" b="b"/>
              <a:pathLst>
                <a:path w="93" h="106">
                  <a:moveTo>
                    <a:pt x="51" y="0"/>
                  </a:moveTo>
                  <a:lnTo>
                    <a:pt x="25" y="14"/>
                  </a:lnTo>
                  <a:lnTo>
                    <a:pt x="0" y="28"/>
                  </a:lnTo>
                  <a:lnTo>
                    <a:pt x="42" y="106"/>
                  </a:lnTo>
                  <a:lnTo>
                    <a:pt x="68" y="92"/>
                  </a:lnTo>
                  <a:lnTo>
                    <a:pt x="93" y="77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50" name=""/>
            <p:cNvSpPr/>
            <p:nvPr/>
          </p:nvSpPr>
          <p:spPr>
            <a:xfrm rot="0">
              <a:off x="2864" y="1959"/>
              <a:ext cx="18" cy="22"/>
            </a:xfrm>
            <a:custGeom>
              <a:avLst/>
              <a:ahLst/>
              <a:rect l="0" t="0" r="r" b="b"/>
              <a:pathLst>
                <a:path w="93" h="106">
                  <a:moveTo>
                    <a:pt x="51" y="0"/>
                  </a:moveTo>
                  <a:lnTo>
                    <a:pt x="25" y="14"/>
                  </a:lnTo>
                  <a:lnTo>
                    <a:pt x="0" y="28"/>
                  </a:lnTo>
                  <a:lnTo>
                    <a:pt x="42" y="106"/>
                  </a:lnTo>
                  <a:lnTo>
                    <a:pt x="68" y="92"/>
                  </a:lnTo>
                  <a:lnTo>
                    <a:pt x="93" y="77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51" name=""/>
            <p:cNvSpPr/>
            <p:nvPr/>
          </p:nvSpPr>
          <p:spPr>
            <a:xfrm rot="0">
              <a:off x="2872" y="1978"/>
              <a:ext cx="5" cy="3"/>
            </a:xfrm>
            <a:custGeom>
              <a:avLst/>
              <a:ahLst/>
              <a:rect l="0" t="0" r="r" b="b"/>
              <a:pathLst>
                <a:path w="26" h="15">
                  <a:moveTo>
                    <a:pt x="26" y="0"/>
                  </a:moveTo>
                  <a:lnTo>
                    <a:pt x="0" y="14"/>
                  </a:lnTo>
                  <a:lnTo>
                    <a:pt x="0" y="15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52" name=""/>
            <p:cNvSpPr/>
            <p:nvPr/>
          </p:nvSpPr>
          <p:spPr>
            <a:xfrm rot="0">
              <a:off x="2872" y="1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53" name=""/>
            <p:cNvSpPr/>
            <p:nvPr/>
          </p:nvSpPr>
          <p:spPr>
            <a:xfrm rot="0">
              <a:off x="2872" y="1975"/>
              <a:ext cx="19" cy="21"/>
            </a:xfrm>
            <a:custGeom>
              <a:avLst/>
              <a:ahLst/>
              <a:rect l="0" t="0" r="r" b="b"/>
              <a:pathLst>
                <a:path w="97" h="106">
                  <a:moveTo>
                    <a:pt x="51" y="0"/>
                  </a:moveTo>
                  <a:lnTo>
                    <a:pt x="26" y="16"/>
                  </a:lnTo>
                  <a:lnTo>
                    <a:pt x="0" y="31"/>
                  </a:lnTo>
                  <a:lnTo>
                    <a:pt x="45" y="106"/>
                  </a:lnTo>
                  <a:lnTo>
                    <a:pt x="71" y="90"/>
                  </a:lnTo>
                  <a:lnTo>
                    <a:pt x="97" y="75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54" name=""/>
            <p:cNvSpPr/>
            <p:nvPr/>
          </p:nvSpPr>
          <p:spPr>
            <a:xfrm rot="0">
              <a:off x="2872" y="1975"/>
              <a:ext cx="19" cy="21"/>
            </a:xfrm>
            <a:custGeom>
              <a:avLst/>
              <a:ahLst/>
              <a:rect l="0" t="0" r="r" b="b"/>
              <a:pathLst>
                <a:path w="97" h="106">
                  <a:moveTo>
                    <a:pt x="51" y="0"/>
                  </a:moveTo>
                  <a:lnTo>
                    <a:pt x="26" y="16"/>
                  </a:lnTo>
                  <a:lnTo>
                    <a:pt x="0" y="31"/>
                  </a:lnTo>
                  <a:lnTo>
                    <a:pt x="45" y="106"/>
                  </a:lnTo>
                  <a:lnTo>
                    <a:pt x="71" y="90"/>
                  </a:lnTo>
                  <a:lnTo>
                    <a:pt x="97" y="75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55" name=""/>
            <p:cNvSpPr/>
            <p:nvPr/>
          </p:nvSpPr>
          <p:spPr>
            <a:xfrm rot="0">
              <a:off x="2881" y="1990"/>
              <a:ext cx="11" cy="9"/>
            </a:xfrm>
            <a:custGeom>
              <a:avLst/>
              <a:ahLst/>
              <a:rect l="0" t="0" r="r" b="b"/>
              <a:pathLst>
                <a:path w="55" h="45">
                  <a:moveTo>
                    <a:pt x="26" y="15"/>
                  </a:moveTo>
                  <a:lnTo>
                    <a:pt x="52" y="0"/>
                  </a:lnTo>
                  <a:lnTo>
                    <a:pt x="55" y="8"/>
                  </a:lnTo>
                  <a:lnTo>
                    <a:pt x="55" y="18"/>
                  </a:lnTo>
                  <a:lnTo>
                    <a:pt x="54" y="27"/>
                  </a:lnTo>
                  <a:lnTo>
                    <a:pt x="48" y="35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5"/>
                  </a:lnTo>
                  <a:lnTo>
                    <a:pt x="14" y="43"/>
                  </a:lnTo>
                  <a:lnTo>
                    <a:pt x="6" y="38"/>
                  </a:lnTo>
                  <a:lnTo>
                    <a:pt x="0" y="31"/>
                  </a:lnTo>
                  <a:lnTo>
                    <a:pt x="2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56" name=""/>
            <p:cNvSpPr/>
            <p:nvPr/>
          </p:nvSpPr>
          <p:spPr>
            <a:xfrm rot="0">
              <a:off x="2881" y="1990"/>
              <a:ext cx="11" cy="9"/>
            </a:xfrm>
            <a:custGeom>
              <a:avLst/>
              <a:ahLst/>
              <a:rect l="0" t="0" r="r" b="b"/>
              <a:pathLst>
                <a:path w="55" h="45">
                  <a:moveTo>
                    <a:pt x="52" y="0"/>
                  </a:moveTo>
                  <a:lnTo>
                    <a:pt x="55" y="8"/>
                  </a:lnTo>
                  <a:lnTo>
                    <a:pt x="55" y="18"/>
                  </a:lnTo>
                  <a:lnTo>
                    <a:pt x="54" y="27"/>
                  </a:lnTo>
                  <a:lnTo>
                    <a:pt x="48" y="35"/>
                  </a:lnTo>
                  <a:lnTo>
                    <a:pt x="41" y="41"/>
                  </a:lnTo>
                  <a:lnTo>
                    <a:pt x="33" y="45"/>
                  </a:lnTo>
                  <a:lnTo>
                    <a:pt x="24" y="45"/>
                  </a:lnTo>
                  <a:lnTo>
                    <a:pt x="14" y="43"/>
                  </a:lnTo>
                  <a:lnTo>
                    <a:pt x="6" y="38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57" name=""/>
            <p:cNvSpPr/>
            <p:nvPr/>
          </p:nvSpPr>
          <p:spPr>
            <a:xfrm rot="0">
              <a:off x="3506" y="1990"/>
              <a:ext cx="11" cy="9"/>
            </a:xfrm>
            <a:custGeom>
              <a:avLst/>
              <a:ahLst/>
              <a:rect l="0" t="0" r="r" b="b"/>
              <a:pathLst>
                <a:path w="55" h="45">
                  <a:moveTo>
                    <a:pt x="30" y="15"/>
                  </a:moveTo>
                  <a:lnTo>
                    <a:pt x="55" y="31"/>
                  </a:lnTo>
                  <a:lnTo>
                    <a:pt x="50" y="38"/>
                  </a:lnTo>
                  <a:lnTo>
                    <a:pt x="41" y="43"/>
                  </a:lnTo>
                  <a:lnTo>
                    <a:pt x="32" y="45"/>
                  </a:lnTo>
                  <a:lnTo>
                    <a:pt x="23" y="45"/>
                  </a:lnTo>
                  <a:lnTo>
                    <a:pt x="15" y="41"/>
                  </a:lnTo>
                  <a:lnTo>
                    <a:pt x="8" y="35"/>
                  </a:lnTo>
                  <a:lnTo>
                    <a:pt x="2" y="27"/>
                  </a:lnTo>
                  <a:lnTo>
                    <a:pt x="0" y="18"/>
                  </a:lnTo>
                  <a:lnTo>
                    <a:pt x="0" y="8"/>
                  </a:lnTo>
                  <a:lnTo>
                    <a:pt x="4" y="0"/>
                  </a:lnTo>
                  <a:lnTo>
                    <a:pt x="3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58" name=""/>
            <p:cNvSpPr/>
            <p:nvPr/>
          </p:nvSpPr>
          <p:spPr>
            <a:xfrm rot="0">
              <a:off x="3506" y="1990"/>
              <a:ext cx="11" cy="9"/>
            </a:xfrm>
            <a:custGeom>
              <a:avLst/>
              <a:ahLst/>
              <a:rect l="0" t="0" r="r" b="b"/>
              <a:pathLst>
                <a:path w="55" h="45">
                  <a:moveTo>
                    <a:pt x="55" y="31"/>
                  </a:moveTo>
                  <a:lnTo>
                    <a:pt x="50" y="38"/>
                  </a:lnTo>
                  <a:lnTo>
                    <a:pt x="41" y="43"/>
                  </a:lnTo>
                  <a:lnTo>
                    <a:pt x="32" y="45"/>
                  </a:lnTo>
                  <a:lnTo>
                    <a:pt x="23" y="45"/>
                  </a:lnTo>
                  <a:lnTo>
                    <a:pt x="15" y="41"/>
                  </a:lnTo>
                  <a:lnTo>
                    <a:pt x="8" y="35"/>
                  </a:lnTo>
                  <a:lnTo>
                    <a:pt x="2" y="27"/>
                  </a:lnTo>
                  <a:lnTo>
                    <a:pt x="0" y="18"/>
                  </a:lnTo>
                  <a:lnTo>
                    <a:pt x="0" y="8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59" name=""/>
            <p:cNvSpPr/>
            <p:nvPr/>
          </p:nvSpPr>
          <p:spPr>
            <a:xfrm rot="0">
              <a:off x="3507" y="1975"/>
              <a:ext cx="20" cy="21"/>
            </a:xfrm>
            <a:custGeom>
              <a:avLst/>
              <a:ahLst/>
              <a:rect l="0" t="0" r="r" b="b"/>
              <a:pathLst>
                <a:path w="97" h="106">
                  <a:moveTo>
                    <a:pt x="0" y="75"/>
                  </a:moveTo>
                  <a:lnTo>
                    <a:pt x="26" y="90"/>
                  </a:lnTo>
                  <a:lnTo>
                    <a:pt x="51" y="106"/>
                  </a:lnTo>
                  <a:lnTo>
                    <a:pt x="97" y="31"/>
                  </a:lnTo>
                  <a:lnTo>
                    <a:pt x="71" y="16"/>
                  </a:lnTo>
                  <a:lnTo>
                    <a:pt x="46" y="0"/>
                  </a:lnTo>
                  <a:lnTo>
                    <a:pt x="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60" name=""/>
            <p:cNvSpPr/>
            <p:nvPr/>
          </p:nvSpPr>
          <p:spPr>
            <a:xfrm rot="0">
              <a:off x="3507" y="1975"/>
              <a:ext cx="20" cy="21"/>
            </a:xfrm>
            <a:custGeom>
              <a:avLst/>
              <a:ahLst/>
              <a:rect l="0" t="0" r="r" b="b"/>
              <a:pathLst>
                <a:path w="97" h="106">
                  <a:moveTo>
                    <a:pt x="0" y="75"/>
                  </a:moveTo>
                  <a:lnTo>
                    <a:pt x="26" y="90"/>
                  </a:lnTo>
                  <a:lnTo>
                    <a:pt x="51" y="106"/>
                  </a:lnTo>
                  <a:lnTo>
                    <a:pt x="97" y="31"/>
                  </a:lnTo>
                  <a:lnTo>
                    <a:pt x="71" y="16"/>
                  </a:lnTo>
                  <a:lnTo>
                    <a:pt x="46" y="0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61" name=""/>
            <p:cNvSpPr/>
            <p:nvPr/>
          </p:nvSpPr>
          <p:spPr>
            <a:xfrm rot="0">
              <a:off x="3521" y="1978"/>
              <a:ext cx="6" cy="3"/>
            </a:xfrm>
            <a:custGeom>
              <a:avLst/>
              <a:ahLst/>
              <a:rect l="0" t="0" r="r" b="b"/>
              <a:pathLst>
                <a:path w="27" h="15">
                  <a:moveTo>
                    <a:pt x="0" y="0"/>
                  </a:moveTo>
                  <a:lnTo>
                    <a:pt x="26" y="15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62" name=""/>
            <p:cNvSpPr/>
            <p:nvPr/>
          </p:nvSpPr>
          <p:spPr>
            <a:xfrm rot="0" flipV="1">
              <a:off x="3527" y="1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63" name=""/>
            <p:cNvSpPr/>
            <p:nvPr/>
          </p:nvSpPr>
          <p:spPr>
            <a:xfrm rot="0">
              <a:off x="3516" y="1959"/>
              <a:ext cx="19" cy="22"/>
            </a:xfrm>
            <a:custGeom>
              <a:avLst/>
              <a:ahLst/>
              <a:rect l="0" t="0" r="r" b="b"/>
              <a:pathLst>
                <a:path w="95" h="106">
                  <a:moveTo>
                    <a:pt x="0" y="77"/>
                  </a:moveTo>
                  <a:lnTo>
                    <a:pt x="27" y="92"/>
                  </a:lnTo>
                  <a:lnTo>
                    <a:pt x="54" y="106"/>
                  </a:lnTo>
                  <a:lnTo>
                    <a:pt x="95" y="28"/>
                  </a:lnTo>
                  <a:lnTo>
                    <a:pt x="68" y="14"/>
                  </a:lnTo>
                  <a:lnTo>
                    <a:pt x="41" y="0"/>
                  </a:lnTo>
                  <a:lnTo>
                    <a:pt x="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64" name=""/>
            <p:cNvSpPr/>
            <p:nvPr/>
          </p:nvSpPr>
          <p:spPr>
            <a:xfrm rot="0">
              <a:off x="3516" y="1959"/>
              <a:ext cx="19" cy="22"/>
            </a:xfrm>
            <a:custGeom>
              <a:avLst/>
              <a:ahLst/>
              <a:rect l="0" t="0" r="r" b="b"/>
              <a:pathLst>
                <a:path w="95" h="106">
                  <a:moveTo>
                    <a:pt x="0" y="77"/>
                  </a:moveTo>
                  <a:lnTo>
                    <a:pt x="27" y="92"/>
                  </a:lnTo>
                  <a:lnTo>
                    <a:pt x="54" y="106"/>
                  </a:lnTo>
                  <a:lnTo>
                    <a:pt x="95" y="28"/>
                  </a:lnTo>
                  <a:lnTo>
                    <a:pt x="68" y="14"/>
                  </a:lnTo>
                  <a:lnTo>
                    <a:pt x="41" y="0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65" name=""/>
            <p:cNvSpPr/>
            <p:nvPr/>
          </p:nvSpPr>
          <p:spPr>
            <a:xfrm rot="0">
              <a:off x="3530" y="1962"/>
              <a:ext cx="5" cy="3"/>
            </a:xfrm>
            <a:custGeom>
              <a:avLst/>
              <a:ahLst/>
              <a:rect l="0" t="0" r="r" b="b"/>
              <a:pathLst>
                <a:path w="27" h="14">
                  <a:moveTo>
                    <a:pt x="0" y="0"/>
                  </a:moveTo>
                  <a:lnTo>
                    <a:pt x="27" y="14"/>
                  </a:lnTo>
                  <a:lnTo>
                    <a:pt x="27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66" name=""/>
            <p:cNvSpPr/>
            <p:nvPr/>
          </p:nvSpPr>
          <p:spPr>
            <a:xfrm rot="0" flipV="1">
              <a:off x="3535" y="1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67" name=""/>
            <p:cNvSpPr/>
            <p:nvPr/>
          </p:nvSpPr>
          <p:spPr>
            <a:xfrm rot="0">
              <a:off x="3524" y="1944"/>
              <a:ext cx="19" cy="21"/>
            </a:xfrm>
            <a:custGeom>
              <a:avLst/>
              <a:ahLst/>
              <a:rect l="0" t="0" r="r" b="b"/>
              <a:pathLst>
                <a:path w="93" h="105">
                  <a:moveTo>
                    <a:pt x="0" y="79"/>
                  </a:moveTo>
                  <a:lnTo>
                    <a:pt x="27" y="92"/>
                  </a:lnTo>
                  <a:lnTo>
                    <a:pt x="54" y="105"/>
                  </a:lnTo>
                  <a:lnTo>
                    <a:pt x="93" y="26"/>
                  </a:lnTo>
                  <a:lnTo>
                    <a:pt x="66" y="13"/>
                  </a:lnTo>
                  <a:lnTo>
                    <a:pt x="39" y="0"/>
                  </a:lnTo>
                  <a:lnTo>
                    <a:pt x="0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68" name=""/>
            <p:cNvSpPr/>
            <p:nvPr/>
          </p:nvSpPr>
          <p:spPr>
            <a:xfrm rot="0">
              <a:off x="3524" y="1944"/>
              <a:ext cx="19" cy="21"/>
            </a:xfrm>
            <a:custGeom>
              <a:avLst/>
              <a:ahLst/>
              <a:rect l="0" t="0" r="r" b="b"/>
              <a:pathLst>
                <a:path w="93" h="105">
                  <a:moveTo>
                    <a:pt x="0" y="79"/>
                  </a:moveTo>
                  <a:lnTo>
                    <a:pt x="27" y="92"/>
                  </a:lnTo>
                  <a:lnTo>
                    <a:pt x="54" y="105"/>
                  </a:lnTo>
                  <a:lnTo>
                    <a:pt x="93" y="26"/>
                  </a:lnTo>
                  <a:lnTo>
                    <a:pt x="66" y="13"/>
                  </a:lnTo>
                  <a:lnTo>
                    <a:pt x="39" y="0"/>
                  </a:lnTo>
                  <a:lnTo>
                    <a:pt x="0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69" name=""/>
            <p:cNvSpPr/>
            <p:nvPr/>
          </p:nvSpPr>
          <p:spPr>
            <a:xfrm rot="0">
              <a:off x="3537" y="1946"/>
              <a:ext cx="6" cy="3"/>
            </a:xfrm>
            <a:custGeom>
              <a:avLst/>
              <a:ahLst/>
              <a:rect l="0" t="0" r="r" b="b"/>
              <a:pathLst>
                <a:path w="27" h="13">
                  <a:moveTo>
                    <a:pt x="0" y="0"/>
                  </a:moveTo>
                  <a:lnTo>
                    <a:pt x="27" y="13"/>
                  </a:lnTo>
                  <a:lnTo>
                    <a:pt x="27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70" name=""/>
            <p:cNvSpPr/>
            <p:nvPr/>
          </p:nvSpPr>
          <p:spPr>
            <a:xfrm rot="0" flipV="1">
              <a:off x="3543" y="19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71" name=""/>
            <p:cNvSpPr/>
            <p:nvPr/>
          </p:nvSpPr>
          <p:spPr>
            <a:xfrm rot="0">
              <a:off x="3532" y="1928"/>
              <a:ext cx="18" cy="21"/>
            </a:xfrm>
            <a:custGeom>
              <a:avLst/>
              <a:ahLst/>
              <a:rect l="0" t="0" r="r" b="b"/>
              <a:pathLst>
                <a:path w="89" h="104">
                  <a:moveTo>
                    <a:pt x="0" y="81"/>
                  </a:moveTo>
                  <a:lnTo>
                    <a:pt x="27" y="93"/>
                  </a:lnTo>
                  <a:lnTo>
                    <a:pt x="54" y="104"/>
                  </a:lnTo>
                  <a:lnTo>
                    <a:pt x="89" y="24"/>
                  </a:lnTo>
                  <a:lnTo>
                    <a:pt x="62" y="12"/>
                  </a:lnTo>
                  <a:lnTo>
                    <a:pt x="35" y="0"/>
                  </a:lnTo>
                  <a:lnTo>
                    <a:pt x="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72" name=""/>
            <p:cNvSpPr/>
            <p:nvPr/>
          </p:nvSpPr>
          <p:spPr>
            <a:xfrm rot="0">
              <a:off x="3532" y="1928"/>
              <a:ext cx="18" cy="21"/>
            </a:xfrm>
            <a:custGeom>
              <a:avLst/>
              <a:ahLst/>
              <a:rect l="0" t="0" r="r" b="b"/>
              <a:pathLst>
                <a:path w="89" h="104">
                  <a:moveTo>
                    <a:pt x="0" y="81"/>
                  </a:moveTo>
                  <a:lnTo>
                    <a:pt x="27" y="93"/>
                  </a:lnTo>
                  <a:lnTo>
                    <a:pt x="54" y="104"/>
                  </a:lnTo>
                  <a:lnTo>
                    <a:pt x="89" y="24"/>
                  </a:lnTo>
                  <a:lnTo>
                    <a:pt x="62" y="12"/>
                  </a:lnTo>
                  <a:lnTo>
                    <a:pt x="35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73" name=""/>
            <p:cNvSpPr/>
            <p:nvPr/>
          </p:nvSpPr>
          <p:spPr>
            <a:xfrm rot="0">
              <a:off x="3544" y="1930"/>
              <a:ext cx="6" cy="3"/>
            </a:xfrm>
            <a:custGeom>
              <a:avLst/>
              <a:ahLst/>
              <a:rect l="0" t="0" r="r" b="b"/>
              <a:pathLst>
                <a:path w="28" h="12">
                  <a:moveTo>
                    <a:pt x="0" y="0"/>
                  </a:moveTo>
                  <a:lnTo>
                    <a:pt x="27" y="12"/>
                  </a:lnTo>
                  <a:lnTo>
                    <a:pt x="28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74" name=""/>
            <p:cNvSpPr/>
            <p:nvPr/>
          </p:nvSpPr>
          <p:spPr>
            <a:xfrm rot="0" flipV="1">
              <a:off x="3550" y="1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75" name=""/>
            <p:cNvSpPr/>
            <p:nvPr/>
          </p:nvSpPr>
          <p:spPr>
            <a:xfrm rot="0">
              <a:off x="3539" y="1911"/>
              <a:ext cx="17" cy="21"/>
            </a:xfrm>
            <a:custGeom>
              <a:avLst/>
              <a:ahLst/>
              <a:rect l="0" t="0" r="r" b="b"/>
              <a:pathLst>
                <a:path w="86" h="105">
                  <a:moveTo>
                    <a:pt x="0" y="84"/>
                  </a:moveTo>
                  <a:lnTo>
                    <a:pt x="28" y="94"/>
                  </a:lnTo>
                  <a:lnTo>
                    <a:pt x="56" y="105"/>
                  </a:lnTo>
                  <a:lnTo>
                    <a:pt x="86" y="21"/>
                  </a:lnTo>
                  <a:lnTo>
                    <a:pt x="58" y="11"/>
                  </a:lnTo>
                  <a:lnTo>
                    <a:pt x="30" y="0"/>
                  </a:lnTo>
                  <a:lnTo>
                    <a:pt x="0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76" name=""/>
            <p:cNvSpPr/>
            <p:nvPr/>
          </p:nvSpPr>
          <p:spPr>
            <a:xfrm rot="0">
              <a:off x="3539" y="1911"/>
              <a:ext cx="17" cy="21"/>
            </a:xfrm>
            <a:custGeom>
              <a:avLst/>
              <a:ahLst/>
              <a:rect l="0" t="0" r="r" b="b"/>
              <a:pathLst>
                <a:path w="86" h="105">
                  <a:moveTo>
                    <a:pt x="0" y="84"/>
                  </a:moveTo>
                  <a:lnTo>
                    <a:pt x="28" y="94"/>
                  </a:lnTo>
                  <a:lnTo>
                    <a:pt x="56" y="105"/>
                  </a:lnTo>
                  <a:lnTo>
                    <a:pt x="86" y="21"/>
                  </a:lnTo>
                  <a:lnTo>
                    <a:pt x="58" y="11"/>
                  </a:lnTo>
                  <a:lnTo>
                    <a:pt x="30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77" name=""/>
            <p:cNvSpPr/>
            <p:nvPr/>
          </p:nvSpPr>
          <p:spPr>
            <a:xfrm rot="0">
              <a:off x="3550" y="1914"/>
              <a:ext cx="6" cy="2"/>
            </a:xfrm>
            <a:custGeom>
              <a:avLst/>
              <a:ahLst/>
              <a:rect l="0" t="0" r="r" b="b"/>
              <a:pathLst>
                <a:path w="28" h="10">
                  <a:moveTo>
                    <a:pt x="0" y="0"/>
                  </a:moveTo>
                  <a:lnTo>
                    <a:pt x="28" y="10"/>
                  </a:lnTo>
                  <a:lnTo>
                    <a:pt x="28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78" name=""/>
            <p:cNvSpPr/>
            <p:nvPr/>
          </p:nvSpPr>
          <p:spPr>
            <a:xfrm rot="0" flipV="1">
              <a:off x="3556" y="19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79" name=""/>
            <p:cNvSpPr/>
            <p:nvPr/>
          </p:nvSpPr>
          <p:spPr>
            <a:xfrm rot="0">
              <a:off x="3545" y="1895"/>
              <a:ext cx="16" cy="20"/>
            </a:xfrm>
            <a:custGeom>
              <a:avLst/>
              <a:ahLst/>
              <a:rect l="0" t="0" r="r" b="b"/>
              <a:pathLst>
                <a:path w="83" h="101">
                  <a:moveTo>
                    <a:pt x="0" y="83"/>
                  </a:moveTo>
                  <a:lnTo>
                    <a:pt x="28" y="92"/>
                  </a:lnTo>
                  <a:lnTo>
                    <a:pt x="56" y="101"/>
                  </a:lnTo>
                  <a:lnTo>
                    <a:pt x="83" y="18"/>
                  </a:lnTo>
                  <a:lnTo>
                    <a:pt x="55" y="9"/>
                  </a:lnTo>
                  <a:lnTo>
                    <a:pt x="27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80" name=""/>
            <p:cNvSpPr/>
            <p:nvPr/>
          </p:nvSpPr>
          <p:spPr>
            <a:xfrm rot="0">
              <a:off x="3545" y="1895"/>
              <a:ext cx="16" cy="20"/>
            </a:xfrm>
            <a:custGeom>
              <a:avLst/>
              <a:ahLst/>
              <a:rect l="0" t="0" r="r" b="b"/>
              <a:pathLst>
                <a:path w="83" h="101">
                  <a:moveTo>
                    <a:pt x="0" y="83"/>
                  </a:moveTo>
                  <a:lnTo>
                    <a:pt x="28" y="92"/>
                  </a:lnTo>
                  <a:lnTo>
                    <a:pt x="56" y="101"/>
                  </a:lnTo>
                  <a:lnTo>
                    <a:pt x="83" y="18"/>
                  </a:lnTo>
                  <a:lnTo>
                    <a:pt x="55" y="9"/>
                  </a:lnTo>
                  <a:lnTo>
                    <a:pt x="27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81" name=""/>
            <p:cNvSpPr/>
            <p:nvPr/>
          </p:nvSpPr>
          <p:spPr>
            <a:xfrm rot="0">
              <a:off x="3556" y="1897"/>
              <a:ext cx="6" cy="2"/>
            </a:xfrm>
            <a:custGeom>
              <a:avLst/>
              <a:ahLst/>
              <a:rect l="0" t="0" r="r" b="b"/>
              <a:pathLst>
                <a:path w="30" h="9">
                  <a:moveTo>
                    <a:pt x="0" y="0"/>
                  </a:moveTo>
                  <a:lnTo>
                    <a:pt x="28" y="9"/>
                  </a:lnTo>
                  <a:lnTo>
                    <a:pt x="30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82" name=""/>
            <p:cNvSpPr/>
            <p:nvPr/>
          </p:nvSpPr>
          <p:spPr>
            <a:xfrm rot="0" flipV="1">
              <a:off x="3561" y="18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83" name=""/>
            <p:cNvSpPr/>
            <p:nvPr/>
          </p:nvSpPr>
          <p:spPr>
            <a:xfrm rot="0">
              <a:off x="3550" y="1878"/>
              <a:ext cx="16" cy="20"/>
            </a:xfrm>
            <a:custGeom>
              <a:avLst/>
              <a:ahLst/>
              <a:rect l="0" t="0" r="r" b="b"/>
              <a:pathLst>
                <a:path w="81" h="100">
                  <a:moveTo>
                    <a:pt x="0" y="86"/>
                  </a:moveTo>
                  <a:lnTo>
                    <a:pt x="29" y="93"/>
                  </a:lnTo>
                  <a:lnTo>
                    <a:pt x="59" y="100"/>
                  </a:lnTo>
                  <a:lnTo>
                    <a:pt x="81" y="15"/>
                  </a:lnTo>
                  <a:lnTo>
                    <a:pt x="52" y="7"/>
                  </a:lnTo>
                  <a:lnTo>
                    <a:pt x="22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84" name=""/>
            <p:cNvSpPr/>
            <p:nvPr/>
          </p:nvSpPr>
          <p:spPr>
            <a:xfrm rot="0">
              <a:off x="3550" y="1878"/>
              <a:ext cx="16" cy="20"/>
            </a:xfrm>
            <a:custGeom>
              <a:avLst/>
              <a:ahLst/>
              <a:rect l="0" t="0" r="r" b="b"/>
              <a:pathLst>
                <a:path w="81" h="100">
                  <a:moveTo>
                    <a:pt x="0" y="86"/>
                  </a:moveTo>
                  <a:lnTo>
                    <a:pt x="29" y="93"/>
                  </a:lnTo>
                  <a:lnTo>
                    <a:pt x="59" y="100"/>
                  </a:lnTo>
                  <a:lnTo>
                    <a:pt x="81" y="15"/>
                  </a:lnTo>
                  <a:lnTo>
                    <a:pt x="52" y="7"/>
                  </a:lnTo>
                  <a:lnTo>
                    <a:pt x="22" y="0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85" name=""/>
            <p:cNvSpPr/>
            <p:nvPr/>
          </p:nvSpPr>
          <p:spPr>
            <a:xfrm rot="0">
              <a:off x="3560" y="1880"/>
              <a:ext cx="6" cy="1"/>
            </a:xfrm>
            <a:custGeom>
              <a:avLst/>
              <a:ahLst/>
              <a:rect l="0" t="0" r="r" b="b"/>
              <a:pathLst>
                <a:path w="29" h="8">
                  <a:moveTo>
                    <a:pt x="0" y="0"/>
                  </a:moveTo>
                  <a:lnTo>
                    <a:pt x="29" y="8"/>
                  </a:lnTo>
                  <a:lnTo>
                    <a:pt x="29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86" name=""/>
            <p:cNvSpPr/>
            <p:nvPr/>
          </p:nvSpPr>
          <p:spPr>
            <a:xfrm rot="0" flipV="1">
              <a:off x="3566" y="18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87" name=""/>
            <p:cNvSpPr/>
            <p:nvPr/>
          </p:nvSpPr>
          <p:spPr>
            <a:xfrm rot="0">
              <a:off x="3554" y="1861"/>
              <a:ext cx="16" cy="20"/>
            </a:xfrm>
            <a:custGeom>
              <a:avLst/>
              <a:ahLst/>
              <a:rect l="0" t="0" r="r" b="b"/>
              <a:pathLst>
                <a:path w="78" h="98">
                  <a:moveTo>
                    <a:pt x="0" y="87"/>
                  </a:moveTo>
                  <a:lnTo>
                    <a:pt x="30" y="92"/>
                  </a:lnTo>
                  <a:lnTo>
                    <a:pt x="59" y="98"/>
                  </a:lnTo>
                  <a:lnTo>
                    <a:pt x="78" y="12"/>
                  </a:lnTo>
                  <a:lnTo>
                    <a:pt x="48" y="6"/>
                  </a:lnTo>
                  <a:lnTo>
                    <a:pt x="19" y="0"/>
                  </a:lnTo>
                  <a:lnTo>
                    <a:pt x="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88" name=""/>
            <p:cNvSpPr/>
            <p:nvPr/>
          </p:nvSpPr>
          <p:spPr>
            <a:xfrm rot="0">
              <a:off x="3554" y="1861"/>
              <a:ext cx="16" cy="20"/>
            </a:xfrm>
            <a:custGeom>
              <a:avLst/>
              <a:ahLst/>
              <a:rect l="0" t="0" r="r" b="b"/>
              <a:pathLst>
                <a:path w="78" h="98">
                  <a:moveTo>
                    <a:pt x="0" y="87"/>
                  </a:moveTo>
                  <a:lnTo>
                    <a:pt x="30" y="92"/>
                  </a:lnTo>
                  <a:lnTo>
                    <a:pt x="59" y="98"/>
                  </a:lnTo>
                  <a:lnTo>
                    <a:pt x="78" y="12"/>
                  </a:lnTo>
                  <a:lnTo>
                    <a:pt x="48" y="6"/>
                  </a:lnTo>
                  <a:lnTo>
                    <a:pt x="19" y="0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89" name=""/>
            <p:cNvSpPr/>
            <p:nvPr/>
          </p:nvSpPr>
          <p:spPr>
            <a:xfrm rot="0">
              <a:off x="3564" y="1863"/>
              <a:ext cx="6" cy="1"/>
            </a:xfrm>
            <a:custGeom>
              <a:avLst/>
              <a:ahLst/>
              <a:rect l="0" t="0" r="r" b="b"/>
              <a:pathLst>
                <a:path w="30" h="6">
                  <a:moveTo>
                    <a:pt x="0" y="0"/>
                  </a:moveTo>
                  <a:lnTo>
                    <a:pt x="30" y="6"/>
                  </a:lnTo>
                  <a:lnTo>
                    <a:pt x="30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90" name=""/>
            <p:cNvSpPr/>
            <p:nvPr/>
          </p:nvSpPr>
          <p:spPr>
            <a:xfrm rot="0" flipV="1">
              <a:off x="3570" y="1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91" name=""/>
            <p:cNvSpPr/>
            <p:nvPr/>
          </p:nvSpPr>
          <p:spPr>
            <a:xfrm rot="0">
              <a:off x="3558" y="1844"/>
              <a:ext cx="15" cy="20"/>
            </a:xfrm>
            <a:custGeom>
              <a:avLst/>
              <a:ahLst/>
              <a:rect l="0" t="0" r="r" b="b"/>
              <a:pathLst>
                <a:path w="73" h="96">
                  <a:moveTo>
                    <a:pt x="0" y="86"/>
                  </a:moveTo>
                  <a:lnTo>
                    <a:pt x="29" y="91"/>
                  </a:lnTo>
                  <a:lnTo>
                    <a:pt x="59" y="96"/>
                  </a:lnTo>
                  <a:lnTo>
                    <a:pt x="73" y="9"/>
                  </a:lnTo>
                  <a:lnTo>
                    <a:pt x="43" y="4"/>
                  </a:lnTo>
                  <a:lnTo>
                    <a:pt x="14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92" name=""/>
            <p:cNvSpPr/>
            <p:nvPr/>
          </p:nvSpPr>
          <p:spPr>
            <a:xfrm rot="0">
              <a:off x="3558" y="1844"/>
              <a:ext cx="15" cy="20"/>
            </a:xfrm>
            <a:custGeom>
              <a:avLst/>
              <a:ahLst/>
              <a:rect l="0" t="0" r="r" b="b"/>
              <a:pathLst>
                <a:path w="73" h="96">
                  <a:moveTo>
                    <a:pt x="0" y="86"/>
                  </a:moveTo>
                  <a:lnTo>
                    <a:pt x="29" y="91"/>
                  </a:lnTo>
                  <a:lnTo>
                    <a:pt x="59" y="96"/>
                  </a:lnTo>
                  <a:lnTo>
                    <a:pt x="73" y="9"/>
                  </a:lnTo>
                  <a:lnTo>
                    <a:pt x="43" y="4"/>
                  </a:lnTo>
                  <a:lnTo>
                    <a:pt x="14" y="0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93" name=""/>
            <p:cNvSpPr/>
            <p:nvPr/>
          </p:nvSpPr>
          <p:spPr>
            <a:xfrm rot="0">
              <a:off x="3567" y="1845"/>
              <a:ext cx="6" cy="1"/>
            </a:xfrm>
            <a:custGeom>
              <a:avLst/>
              <a:ahLst/>
              <a:rect l="0" t="0" r="r" b="b"/>
              <a:pathLst>
                <a:path w="30" h="5">
                  <a:moveTo>
                    <a:pt x="0" y="0"/>
                  </a:moveTo>
                  <a:lnTo>
                    <a:pt x="30" y="5"/>
                  </a:lnTo>
                  <a:lnTo>
                    <a:pt x="30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94" name=""/>
            <p:cNvSpPr/>
            <p:nvPr/>
          </p:nvSpPr>
          <p:spPr>
            <a:xfrm rot="0" flipV="1">
              <a:off x="3573" y="18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95" name=""/>
            <p:cNvSpPr/>
            <p:nvPr/>
          </p:nvSpPr>
          <p:spPr>
            <a:xfrm rot="0">
              <a:off x="3561" y="1827"/>
              <a:ext cx="14" cy="19"/>
            </a:xfrm>
            <a:custGeom>
              <a:avLst/>
              <a:ahLst/>
              <a:rect l="0" t="0" r="r" b="b"/>
              <a:pathLst>
                <a:path w="69" h="95">
                  <a:moveTo>
                    <a:pt x="0" y="88"/>
                  </a:moveTo>
                  <a:lnTo>
                    <a:pt x="29" y="91"/>
                  </a:lnTo>
                  <a:lnTo>
                    <a:pt x="59" y="95"/>
                  </a:lnTo>
                  <a:lnTo>
                    <a:pt x="69" y="7"/>
                  </a:lnTo>
                  <a:lnTo>
                    <a:pt x="40" y="4"/>
                  </a:lnTo>
                  <a:lnTo>
                    <a:pt x="11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96" name=""/>
            <p:cNvSpPr/>
            <p:nvPr/>
          </p:nvSpPr>
          <p:spPr>
            <a:xfrm rot="0">
              <a:off x="3561" y="1827"/>
              <a:ext cx="14" cy="19"/>
            </a:xfrm>
            <a:custGeom>
              <a:avLst/>
              <a:ahLst/>
              <a:rect l="0" t="0" r="r" b="b"/>
              <a:pathLst>
                <a:path w="69" h="95">
                  <a:moveTo>
                    <a:pt x="0" y="88"/>
                  </a:moveTo>
                  <a:lnTo>
                    <a:pt x="29" y="91"/>
                  </a:lnTo>
                  <a:lnTo>
                    <a:pt x="59" y="95"/>
                  </a:lnTo>
                  <a:lnTo>
                    <a:pt x="69" y="7"/>
                  </a:lnTo>
                  <a:lnTo>
                    <a:pt x="40" y="4"/>
                  </a:lnTo>
                  <a:lnTo>
                    <a:pt x="11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97" name=""/>
            <p:cNvSpPr/>
            <p:nvPr/>
          </p:nvSpPr>
          <p:spPr>
            <a:xfrm rot="0">
              <a:off x="3569" y="1828"/>
              <a:ext cx="6" cy="1"/>
            </a:xfrm>
            <a:custGeom>
              <a:avLst/>
              <a:ahLst/>
              <a:rect l="0" t="0" r="r" b="b"/>
              <a:pathLst>
                <a:path w="29" h="3">
                  <a:moveTo>
                    <a:pt x="0" y="0"/>
                  </a:moveTo>
                  <a:lnTo>
                    <a:pt x="29" y="3"/>
                  </a:lnTo>
                  <a:lnTo>
                    <a:pt x="29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298" name=""/>
            <p:cNvSpPr/>
            <p:nvPr/>
          </p:nvSpPr>
          <p:spPr>
            <a:xfrm rot="0" flipV="1">
              <a:off x="3575" y="1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5299" name=""/>
            <p:cNvSpPr/>
            <p:nvPr/>
          </p:nvSpPr>
          <p:spPr>
            <a:xfrm rot="0">
              <a:off x="3563" y="1810"/>
              <a:ext cx="13" cy="18"/>
            </a:xfrm>
            <a:custGeom>
              <a:avLst/>
              <a:ahLst/>
              <a:rect l="0" t="0" r="r" b="b"/>
              <a:pathLst>
                <a:path w="65" h="92">
                  <a:moveTo>
                    <a:pt x="0" y="87"/>
                  </a:moveTo>
                  <a:lnTo>
                    <a:pt x="29" y="90"/>
                  </a:lnTo>
                  <a:lnTo>
                    <a:pt x="58" y="92"/>
                  </a:lnTo>
                  <a:lnTo>
                    <a:pt x="65" y="4"/>
                  </a:lnTo>
                  <a:lnTo>
                    <a:pt x="36" y="2"/>
                  </a:lnTo>
                  <a:lnTo>
                    <a:pt x="7" y="0"/>
                  </a:lnTo>
                  <a:lnTo>
                    <a:pt x="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5300" name=""/>
            <p:cNvSpPr/>
            <p:nvPr/>
          </p:nvSpPr>
          <p:spPr>
            <a:xfrm rot="0">
              <a:off x="3563" y="1810"/>
              <a:ext cx="13" cy="18"/>
            </a:xfrm>
            <a:custGeom>
              <a:avLst/>
              <a:ahLst/>
              <a:rect l="0" t="0" r="r" b="b"/>
              <a:pathLst>
                <a:path w="65" h="92">
                  <a:moveTo>
                    <a:pt x="0" y="87"/>
                  </a:moveTo>
                  <a:lnTo>
                    <a:pt x="29" y="90"/>
                  </a:lnTo>
                  <a:lnTo>
                    <a:pt x="58" y="92"/>
                  </a:lnTo>
                  <a:lnTo>
                    <a:pt x="65" y="4"/>
                  </a:lnTo>
                  <a:lnTo>
                    <a:pt x="36" y="2"/>
                  </a:lnTo>
                  <a:lnTo>
                    <a:pt x="7" y="0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5301" name=""/>
          <p:cNvSpPr/>
          <p:nvPr/>
        </p:nvSpPr>
        <p:spPr>
          <a:xfrm rot="0">
            <a:off x="5667375" y="2873375"/>
            <a:ext cx="9525" cy="1587"/>
          </a:xfrm>
          <a:custGeom>
            <a:avLst/>
            <a:ahLst/>
            <a:rect l="0" t="0" r="r" b="b"/>
            <a:pathLst>
              <a:path w="29" h="2">
                <a:moveTo>
                  <a:pt x="0" y="0"/>
                </a:moveTo>
                <a:lnTo>
                  <a:pt x="29" y="2"/>
                </a:lnTo>
                <a:lnTo>
                  <a:pt x="29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02" name=""/>
          <p:cNvSpPr/>
          <p:nvPr/>
        </p:nvSpPr>
        <p:spPr>
          <a:xfrm rot="0" flipV="1">
            <a:off x="5676900" y="28733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03" name=""/>
          <p:cNvSpPr/>
          <p:nvPr/>
        </p:nvSpPr>
        <p:spPr>
          <a:xfrm rot="0">
            <a:off x="5659437" y="2846387"/>
            <a:ext cx="17462" cy="26987"/>
          </a:xfrm>
          <a:custGeom>
            <a:avLst/>
            <a:ahLst/>
            <a:rect l="0" t="0" r="r" b="b"/>
            <a:pathLst>
              <a:path w="59" h="88">
                <a:moveTo>
                  <a:pt x="0" y="88"/>
                </a:moveTo>
                <a:lnTo>
                  <a:pt x="29" y="88"/>
                </a:lnTo>
                <a:lnTo>
                  <a:pt x="58" y="88"/>
                </a:lnTo>
                <a:lnTo>
                  <a:pt x="59" y="0"/>
                </a:lnTo>
                <a:lnTo>
                  <a:pt x="30" y="0"/>
                </a:lnTo>
                <a:lnTo>
                  <a:pt x="1" y="0"/>
                </a:lnTo>
                <a:lnTo>
                  <a:pt x="0" y="8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04" name=""/>
          <p:cNvSpPr/>
          <p:nvPr/>
        </p:nvSpPr>
        <p:spPr>
          <a:xfrm rot="0">
            <a:off x="5659437" y="2846387"/>
            <a:ext cx="17462" cy="26987"/>
          </a:xfrm>
          <a:custGeom>
            <a:avLst/>
            <a:ahLst/>
            <a:rect l="0" t="0" r="r" b="b"/>
            <a:pathLst>
              <a:path w="59" h="88">
                <a:moveTo>
                  <a:pt x="0" y="88"/>
                </a:moveTo>
                <a:lnTo>
                  <a:pt x="29" y="88"/>
                </a:lnTo>
                <a:lnTo>
                  <a:pt x="58" y="88"/>
                </a:lnTo>
                <a:lnTo>
                  <a:pt x="59" y="0"/>
                </a:lnTo>
                <a:lnTo>
                  <a:pt x="30" y="0"/>
                </a:lnTo>
                <a:lnTo>
                  <a:pt x="1" y="0"/>
                </a:lnTo>
                <a:lnTo>
                  <a:pt x="0" y="8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05" name=""/>
          <p:cNvSpPr/>
          <p:nvPr/>
        </p:nvSpPr>
        <p:spPr>
          <a:xfrm rot="0">
            <a:off x="5668962" y="2846387"/>
            <a:ext cx="7937" cy="1587"/>
          </a:xfrm>
          <a:prstGeom prst="rect"/>
          <a:solidFill>
            <a:srgbClr val="000000"/>
          </a:solidFill>
          <a:ln>
            <a:noFill/>
          </a:ln>
        </p:spPr>
      </p:sp>
      <p:sp>
        <p:nvSpPr>
          <p:cNvPr id="1075306" name=""/>
          <p:cNvSpPr/>
          <p:nvPr/>
        </p:nvSpPr>
        <p:spPr>
          <a:xfrm rot="0">
            <a:off x="5676900" y="284638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07" name=""/>
          <p:cNvSpPr/>
          <p:nvPr/>
        </p:nvSpPr>
        <p:spPr>
          <a:xfrm rot="0">
            <a:off x="5659437" y="2817812"/>
            <a:ext cx="17462" cy="28575"/>
          </a:xfrm>
          <a:custGeom>
            <a:avLst/>
            <a:ahLst/>
            <a:rect l="0" t="0" r="r" b="b"/>
            <a:pathLst>
              <a:path w="59" h="88">
                <a:moveTo>
                  <a:pt x="1" y="88"/>
                </a:moveTo>
                <a:lnTo>
                  <a:pt x="30" y="88"/>
                </a:lnTo>
                <a:lnTo>
                  <a:pt x="59" y="88"/>
                </a:lnTo>
                <a:lnTo>
                  <a:pt x="58" y="0"/>
                </a:lnTo>
                <a:lnTo>
                  <a:pt x="29" y="0"/>
                </a:lnTo>
                <a:lnTo>
                  <a:pt x="0" y="0"/>
                </a:lnTo>
                <a:lnTo>
                  <a:pt x="1" y="8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08" name=""/>
          <p:cNvSpPr/>
          <p:nvPr/>
        </p:nvSpPr>
        <p:spPr>
          <a:xfrm rot="0">
            <a:off x="5659437" y="2817812"/>
            <a:ext cx="17462" cy="28575"/>
          </a:xfrm>
          <a:custGeom>
            <a:avLst/>
            <a:ahLst/>
            <a:rect l="0" t="0" r="r" b="b"/>
            <a:pathLst>
              <a:path w="59" h="88">
                <a:moveTo>
                  <a:pt x="1" y="88"/>
                </a:moveTo>
                <a:lnTo>
                  <a:pt x="30" y="88"/>
                </a:lnTo>
                <a:lnTo>
                  <a:pt x="59" y="88"/>
                </a:lnTo>
                <a:lnTo>
                  <a:pt x="58" y="0"/>
                </a:lnTo>
                <a:lnTo>
                  <a:pt x="29" y="0"/>
                </a:lnTo>
                <a:lnTo>
                  <a:pt x="0" y="0"/>
                </a:lnTo>
                <a:lnTo>
                  <a:pt x="1" y="8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09" name=""/>
          <p:cNvSpPr/>
          <p:nvPr/>
        </p:nvSpPr>
        <p:spPr>
          <a:xfrm rot="0">
            <a:off x="5667375" y="2817812"/>
            <a:ext cx="9525" cy="1587"/>
          </a:xfrm>
          <a:custGeom>
            <a:avLst/>
            <a:ahLst/>
            <a:rect l="0" t="0" r="r" b="b"/>
            <a:pathLst>
              <a:path w="29" h="2">
                <a:moveTo>
                  <a:pt x="0" y="2"/>
                </a:moveTo>
                <a:lnTo>
                  <a:pt x="29" y="2"/>
                </a:lnTo>
                <a:lnTo>
                  <a:pt x="29" y="0"/>
                </a:lnTo>
                <a:lnTo>
                  <a:pt x="0" y="2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10" name=""/>
          <p:cNvSpPr/>
          <p:nvPr/>
        </p:nvSpPr>
        <p:spPr>
          <a:xfrm rot="0" flipV="1">
            <a:off x="5676900" y="281781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11" name=""/>
          <p:cNvSpPr/>
          <p:nvPr/>
        </p:nvSpPr>
        <p:spPr>
          <a:xfrm rot="0">
            <a:off x="5656262" y="2789237"/>
            <a:ext cx="20637" cy="30162"/>
          </a:xfrm>
          <a:custGeom>
            <a:avLst/>
            <a:ahLst/>
            <a:rect l="0" t="0" r="r" b="b"/>
            <a:pathLst>
              <a:path w="65" h="94">
                <a:moveTo>
                  <a:pt x="7" y="94"/>
                </a:moveTo>
                <a:lnTo>
                  <a:pt x="36" y="91"/>
                </a:lnTo>
                <a:lnTo>
                  <a:pt x="65" y="89"/>
                </a:lnTo>
                <a:lnTo>
                  <a:pt x="58" y="0"/>
                </a:lnTo>
                <a:lnTo>
                  <a:pt x="29" y="2"/>
                </a:lnTo>
                <a:lnTo>
                  <a:pt x="0" y="5"/>
                </a:lnTo>
                <a:lnTo>
                  <a:pt x="7" y="9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12" name=""/>
          <p:cNvSpPr/>
          <p:nvPr/>
        </p:nvSpPr>
        <p:spPr>
          <a:xfrm rot="0">
            <a:off x="5656262" y="2789237"/>
            <a:ext cx="20637" cy="30162"/>
          </a:xfrm>
          <a:custGeom>
            <a:avLst/>
            <a:ahLst/>
            <a:rect l="0" t="0" r="r" b="b"/>
            <a:pathLst>
              <a:path w="65" h="94">
                <a:moveTo>
                  <a:pt x="7" y="94"/>
                </a:moveTo>
                <a:lnTo>
                  <a:pt x="36" y="91"/>
                </a:lnTo>
                <a:lnTo>
                  <a:pt x="65" y="89"/>
                </a:lnTo>
                <a:lnTo>
                  <a:pt x="58" y="0"/>
                </a:lnTo>
                <a:lnTo>
                  <a:pt x="29" y="2"/>
                </a:lnTo>
                <a:lnTo>
                  <a:pt x="0" y="5"/>
                </a:lnTo>
                <a:lnTo>
                  <a:pt x="7" y="9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13" name=""/>
          <p:cNvSpPr/>
          <p:nvPr/>
        </p:nvSpPr>
        <p:spPr>
          <a:xfrm rot="0">
            <a:off x="5665787" y="2789237"/>
            <a:ext cx="9525" cy="1587"/>
          </a:xfrm>
          <a:custGeom>
            <a:avLst/>
            <a:ahLst/>
            <a:rect l="0" t="0" r="r" b="b"/>
            <a:pathLst>
              <a:path w="29" h="3">
                <a:moveTo>
                  <a:pt x="0" y="3"/>
                </a:moveTo>
                <a:lnTo>
                  <a:pt x="29" y="1"/>
                </a:lnTo>
                <a:lnTo>
                  <a:pt x="29" y="0"/>
                </a:lnTo>
                <a:lnTo>
                  <a:pt x="0" y="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14" name=""/>
          <p:cNvSpPr/>
          <p:nvPr/>
        </p:nvSpPr>
        <p:spPr>
          <a:xfrm rot="0" flipV="1">
            <a:off x="5675312" y="27892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15" name=""/>
          <p:cNvSpPr/>
          <p:nvPr/>
        </p:nvSpPr>
        <p:spPr>
          <a:xfrm rot="0">
            <a:off x="5653087" y="2760662"/>
            <a:ext cx="22225" cy="30162"/>
          </a:xfrm>
          <a:custGeom>
            <a:avLst/>
            <a:ahLst/>
            <a:rect l="0" t="0" r="r" b="b"/>
            <a:pathLst>
              <a:path w="69" h="94">
                <a:moveTo>
                  <a:pt x="11" y="94"/>
                </a:moveTo>
                <a:lnTo>
                  <a:pt x="40" y="90"/>
                </a:lnTo>
                <a:lnTo>
                  <a:pt x="69" y="87"/>
                </a:lnTo>
                <a:lnTo>
                  <a:pt x="59" y="0"/>
                </a:lnTo>
                <a:lnTo>
                  <a:pt x="29" y="4"/>
                </a:lnTo>
                <a:lnTo>
                  <a:pt x="0" y="7"/>
                </a:lnTo>
                <a:lnTo>
                  <a:pt x="11" y="9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16" name=""/>
          <p:cNvSpPr/>
          <p:nvPr/>
        </p:nvSpPr>
        <p:spPr>
          <a:xfrm rot="0">
            <a:off x="5653087" y="2760662"/>
            <a:ext cx="22225" cy="30162"/>
          </a:xfrm>
          <a:custGeom>
            <a:avLst/>
            <a:ahLst/>
            <a:rect l="0" t="0" r="r" b="b"/>
            <a:pathLst>
              <a:path w="69" h="94">
                <a:moveTo>
                  <a:pt x="11" y="94"/>
                </a:moveTo>
                <a:lnTo>
                  <a:pt x="40" y="90"/>
                </a:lnTo>
                <a:lnTo>
                  <a:pt x="69" y="87"/>
                </a:lnTo>
                <a:lnTo>
                  <a:pt x="59" y="0"/>
                </a:lnTo>
                <a:lnTo>
                  <a:pt x="29" y="4"/>
                </a:lnTo>
                <a:lnTo>
                  <a:pt x="0" y="7"/>
                </a:lnTo>
                <a:lnTo>
                  <a:pt x="11" y="9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17" name=""/>
          <p:cNvSpPr/>
          <p:nvPr/>
        </p:nvSpPr>
        <p:spPr>
          <a:xfrm rot="0">
            <a:off x="5662612" y="2760662"/>
            <a:ext cx="9525" cy="1587"/>
          </a:xfrm>
          <a:custGeom>
            <a:avLst/>
            <a:ahLst/>
            <a:rect l="0" t="0" r="r" b="b"/>
            <a:pathLst>
              <a:path w="30" h="5">
                <a:moveTo>
                  <a:pt x="0" y="5"/>
                </a:moveTo>
                <a:lnTo>
                  <a:pt x="30" y="1"/>
                </a:lnTo>
                <a:lnTo>
                  <a:pt x="30" y="0"/>
                </a:lnTo>
                <a:lnTo>
                  <a:pt x="0" y="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18" name=""/>
          <p:cNvSpPr/>
          <p:nvPr/>
        </p:nvSpPr>
        <p:spPr>
          <a:xfrm rot="0" flipV="1">
            <a:off x="5672137" y="2760662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19" name=""/>
          <p:cNvSpPr/>
          <p:nvPr/>
        </p:nvSpPr>
        <p:spPr>
          <a:xfrm rot="0">
            <a:off x="5648325" y="2732087"/>
            <a:ext cx="23812" cy="31750"/>
          </a:xfrm>
          <a:custGeom>
            <a:avLst/>
            <a:ahLst/>
            <a:rect l="0" t="0" r="r" b="b"/>
            <a:pathLst>
              <a:path w="73" h="98">
                <a:moveTo>
                  <a:pt x="14" y="98"/>
                </a:moveTo>
                <a:lnTo>
                  <a:pt x="43" y="93"/>
                </a:lnTo>
                <a:lnTo>
                  <a:pt x="73" y="88"/>
                </a:lnTo>
                <a:lnTo>
                  <a:pt x="59" y="0"/>
                </a:lnTo>
                <a:lnTo>
                  <a:pt x="29" y="5"/>
                </a:lnTo>
                <a:lnTo>
                  <a:pt x="0" y="10"/>
                </a:lnTo>
                <a:lnTo>
                  <a:pt x="14" y="9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20" name=""/>
          <p:cNvSpPr/>
          <p:nvPr/>
        </p:nvSpPr>
        <p:spPr>
          <a:xfrm rot="0">
            <a:off x="5648325" y="2732087"/>
            <a:ext cx="23812" cy="31750"/>
          </a:xfrm>
          <a:custGeom>
            <a:avLst/>
            <a:ahLst/>
            <a:rect l="0" t="0" r="r" b="b"/>
            <a:pathLst>
              <a:path w="73" h="98">
                <a:moveTo>
                  <a:pt x="14" y="98"/>
                </a:moveTo>
                <a:lnTo>
                  <a:pt x="43" y="93"/>
                </a:lnTo>
                <a:lnTo>
                  <a:pt x="73" y="88"/>
                </a:lnTo>
                <a:lnTo>
                  <a:pt x="59" y="0"/>
                </a:lnTo>
                <a:lnTo>
                  <a:pt x="29" y="5"/>
                </a:lnTo>
                <a:lnTo>
                  <a:pt x="0" y="10"/>
                </a:lnTo>
                <a:lnTo>
                  <a:pt x="14" y="9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21" name=""/>
          <p:cNvSpPr/>
          <p:nvPr/>
        </p:nvSpPr>
        <p:spPr>
          <a:xfrm rot="0">
            <a:off x="5657850" y="2732087"/>
            <a:ext cx="9525" cy="1587"/>
          </a:xfrm>
          <a:custGeom>
            <a:avLst/>
            <a:ahLst/>
            <a:rect l="0" t="0" r="r" b="b"/>
            <a:pathLst>
              <a:path w="30" h="6">
                <a:moveTo>
                  <a:pt x="0" y="6"/>
                </a:moveTo>
                <a:lnTo>
                  <a:pt x="30" y="1"/>
                </a:lnTo>
                <a:lnTo>
                  <a:pt x="30" y="0"/>
                </a:lnTo>
                <a:lnTo>
                  <a:pt x="0" y="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22" name=""/>
          <p:cNvSpPr/>
          <p:nvPr/>
        </p:nvSpPr>
        <p:spPr>
          <a:xfrm rot="0" flipV="1">
            <a:off x="5667375" y="273208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23" name=""/>
          <p:cNvSpPr/>
          <p:nvPr/>
        </p:nvSpPr>
        <p:spPr>
          <a:xfrm rot="0">
            <a:off x="5641975" y="2705100"/>
            <a:ext cx="25400" cy="31750"/>
          </a:xfrm>
          <a:custGeom>
            <a:avLst/>
            <a:ahLst/>
            <a:rect l="0" t="0" r="r" b="b"/>
            <a:pathLst>
              <a:path w="78" h="97">
                <a:moveTo>
                  <a:pt x="19" y="97"/>
                </a:moveTo>
                <a:lnTo>
                  <a:pt x="48" y="91"/>
                </a:lnTo>
                <a:lnTo>
                  <a:pt x="78" y="85"/>
                </a:lnTo>
                <a:lnTo>
                  <a:pt x="59" y="0"/>
                </a:lnTo>
                <a:lnTo>
                  <a:pt x="30" y="6"/>
                </a:lnTo>
                <a:lnTo>
                  <a:pt x="0" y="12"/>
                </a:lnTo>
                <a:lnTo>
                  <a:pt x="19" y="9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24" name=""/>
          <p:cNvSpPr/>
          <p:nvPr/>
        </p:nvSpPr>
        <p:spPr>
          <a:xfrm rot="0">
            <a:off x="5641975" y="2705100"/>
            <a:ext cx="25400" cy="31750"/>
          </a:xfrm>
          <a:custGeom>
            <a:avLst/>
            <a:ahLst/>
            <a:rect l="0" t="0" r="r" b="b"/>
            <a:pathLst>
              <a:path w="78" h="97">
                <a:moveTo>
                  <a:pt x="19" y="97"/>
                </a:moveTo>
                <a:lnTo>
                  <a:pt x="48" y="91"/>
                </a:lnTo>
                <a:lnTo>
                  <a:pt x="78" y="85"/>
                </a:lnTo>
                <a:lnTo>
                  <a:pt x="59" y="0"/>
                </a:lnTo>
                <a:lnTo>
                  <a:pt x="30" y="6"/>
                </a:lnTo>
                <a:lnTo>
                  <a:pt x="0" y="12"/>
                </a:lnTo>
                <a:lnTo>
                  <a:pt x="19" y="9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25" name=""/>
          <p:cNvSpPr/>
          <p:nvPr/>
        </p:nvSpPr>
        <p:spPr>
          <a:xfrm rot="0">
            <a:off x="5651500" y="2705100"/>
            <a:ext cx="9525" cy="1587"/>
          </a:xfrm>
          <a:custGeom>
            <a:avLst/>
            <a:ahLst/>
            <a:rect l="0" t="0" r="r" b="b"/>
            <a:pathLst>
              <a:path w="29" h="7">
                <a:moveTo>
                  <a:pt x="0" y="7"/>
                </a:moveTo>
                <a:lnTo>
                  <a:pt x="29" y="1"/>
                </a:lnTo>
                <a:lnTo>
                  <a:pt x="29" y="0"/>
                </a:lnTo>
                <a:lnTo>
                  <a:pt x="0" y="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26" name=""/>
          <p:cNvSpPr/>
          <p:nvPr/>
        </p:nvSpPr>
        <p:spPr>
          <a:xfrm rot="0" flipV="1">
            <a:off x="5661025" y="270510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27" name=""/>
          <p:cNvSpPr/>
          <p:nvPr/>
        </p:nvSpPr>
        <p:spPr>
          <a:xfrm rot="0">
            <a:off x="5635625" y="2678112"/>
            <a:ext cx="25400" cy="31750"/>
          </a:xfrm>
          <a:custGeom>
            <a:avLst/>
            <a:ahLst/>
            <a:rect l="0" t="0" r="r" b="b"/>
            <a:pathLst>
              <a:path w="81" h="100">
                <a:moveTo>
                  <a:pt x="22" y="100"/>
                </a:moveTo>
                <a:lnTo>
                  <a:pt x="52" y="93"/>
                </a:lnTo>
                <a:lnTo>
                  <a:pt x="81" y="86"/>
                </a:lnTo>
                <a:lnTo>
                  <a:pt x="59" y="0"/>
                </a:lnTo>
                <a:lnTo>
                  <a:pt x="29" y="7"/>
                </a:lnTo>
                <a:lnTo>
                  <a:pt x="0" y="14"/>
                </a:lnTo>
                <a:lnTo>
                  <a:pt x="22" y="10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28" name=""/>
          <p:cNvSpPr/>
          <p:nvPr/>
        </p:nvSpPr>
        <p:spPr>
          <a:xfrm rot="0">
            <a:off x="5635625" y="2678112"/>
            <a:ext cx="25400" cy="31750"/>
          </a:xfrm>
          <a:custGeom>
            <a:avLst/>
            <a:ahLst/>
            <a:rect l="0" t="0" r="r" b="b"/>
            <a:pathLst>
              <a:path w="81" h="100">
                <a:moveTo>
                  <a:pt x="22" y="100"/>
                </a:moveTo>
                <a:lnTo>
                  <a:pt x="52" y="93"/>
                </a:lnTo>
                <a:lnTo>
                  <a:pt x="81" y="86"/>
                </a:lnTo>
                <a:lnTo>
                  <a:pt x="59" y="0"/>
                </a:lnTo>
                <a:lnTo>
                  <a:pt x="29" y="7"/>
                </a:lnTo>
                <a:lnTo>
                  <a:pt x="0" y="14"/>
                </a:lnTo>
                <a:lnTo>
                  <a:pt x="22" y="10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29" name=""/>
          <p:cNvSpPr/>
          <p:nvPr/>
        </p:nvSpPr>
        <p:spPr>
          <a:xfrm rot="0">
            <a:off x="5645150" y="2676525"/>
            <a:ext cx="9525" cy="3175"/>
          </a:xfrm>
          <a:custGeom>
            <a:avLst/>
            <a:ahLst/>
            <a:rect l="0" t="0" r="r" b="b"/>
            <a:pathLst>
              <a:path w="30" h="9">
                <a:moveTo>
                  <a:pt x="0" y="9"/>
                </a:moveTo>
                <a:lnTo>
                  <a:pt x="30" y="2"/>
                </a:lnTo>
                <a:lnTo>
                  <a:pt x="28" y="0"/>
                </a:lnTo>
                <a:lnTo>
                  <a:pt x="0" y="9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30" name=""/>
          <p:cNvSpPr/>
          <p:nvPr/>
        </p:nvSpPr>
        <p:spPr>
          <a:xfrm rot="0" flipH="1" flipV="1">
            <a:off x="5653087" y="267652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31" name=""/>
          <p:cNvSpPr/>
          <p:nvPr/>
        </p:nvSpPr>
        <p:spPr>
          <a:xfrm rot="0">
            <a:off x="5627687" y="2651125"/>
            <a:ext cx="25400" cy="31750"/>
          </a:xfrm>
          <a:custGeom>
            <a:avLst/>
            <a:ahLst/>
            <a:rect l="0" t="0" r="r" b="b"/>
            <a:pathLst>
              <a:path w="83" h="103">
                <a:moveTo>
                  <a:pt x="27" y="103"/>
                </a:moveTo>
                <a:lnTo>
                  <a:pt x="55" y="93"/>
                </a:lnTo>
                <a:lnTo>
                  <a:pt x="83" y="84"/>
                </a:lnTo>
                <a:lnTo>
                  <a:pt x="56" y="0"/>
                </a:lnTo>
                <a:lnTo>
                  <a:pt x="28" y="9"/>
                </a:lnTo>
                <a:lnTo>
                  <a:pt x="0" y="18"/>
                </a:lnTo>
                <a:lnTo>
                  <a:pt x="27" y="10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32" name=""/>
          <p:cNvSpPr/>
          <p:nvPr/>
        </p:nvSpPr>
        <p:spPr>
          <a:xfrm rot="0">
            <a:off x="5627687" y="2651125"/>
            <a:ext cx="25400" cy="31750"/>
          </a:xfrm>
          <a:custGeom>
            <a:avLst/>
            <a:ahLst/>
            <a:rect l="0" t="0" r="r" b="b"/>
            <a:pathLst>
              <a:path w="83" h="103">
                <a:moveTo>
                  <a:pt x="27" y="103"/>
                </a:moveTo>
                <a:lnTo>
                  <a:pt x="55" y="93"/>
                </a:lnTo>
                <a:lnTo>
                  <a:pt x="83" y="84"/>
                </a:lnTo>
                <a:lnTo>
                  <a:pt x="56" y="0"/>
                </a:lnTo>
                <a:lnTo>
                  <a:pt x="28" y="9"/>
                </a:lnTo>
                <a:lnTo>
                  <a:pt x="0" y="18"/>
                </a:lnTo>
                <a:lnTo>
                  <a:pt x="27" y="10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33" name=""/>
          <p:cNvSpPr/>
          <p:nvPr/>
        </p:nvSpPr>
        <p:spPr>
          <a:xfrm rot="0">
            <a:off x="5635625" y="2649537"/>
            <a:ext cx="9525" cy="3175"/>
          </a:xfrm>
          <a:custGeom>
            <a:avLst/>
            <a:ahLst/>
            <a:rect l="0" t="0" r="r" b="b"/>
            <a:pathLst>
              <a:path w="28" h="10">
                <a:moveTo>
                  <a:pt x="0" y="10"/>
                </a:moveTo>
                <a:lnTo>
                  <a:pt x="28" y="1"/>
                </a:lnTo>
                <a:lnTo>
                  <a:pt x="28" y="0"/>
                </a:lnTo>
                <a:lnTo>
                  <a:pt x="0" y="1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34" name=""/>
          <p:cNvSpPr/>
          <p:nvPr/>
        </p:nvSpPr>
        <p:spPr>
          <a:xfrm rot="0" flipV="1">
            <a:off x="5645150" y="26495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35" name=""/>
          <p:cNvSpPr/>
          <p:nvPr/>
        </p:nvSpPr>
        <p:spPr>
          <a:xfrm rot="0">
            <a:off x="5618162" y="2624137"/>
            <a:ext cx="26987" cy="33337"/>
          </a:xfrm>
          <a:custGeom>
            <a:avLst/>
            <a:ahLst/>
            <a:rect l="0" t="0" r="r" b="b"/>
            <a:pathLst>
              <a:path w="86" h="103">
                <a:moveTo>
                  <a:pt x="30" y="103"/>
                </a:moveTo>
                <a:lnTo>
                  <a:pt x="58" y="92"/>
                </a:lnTo>
                <a:lnTo>
                  <a:pt x="86" y="82"/>
                </a:lnTo>
                <a:lnTo>
                  <a:pt x="56" y="0"/>
                </a:lnTo>
                <a:lnTo>
                  <a:pt x="28" y="10"/>
                </a:lnTo>
                <a:lnTo>
                  <a:pt x="0" y="21"/>
                </a:lnTo>
                <a:lnTo>
                  <a:pt x="30" y="10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36" name=""/>
          <p:cNvSpPr/>
          <p:nvPr/>
        </p:nvSpPr>
        <p:spPr>
          <a:xfrm rot="0">
            <a:off x="5618162" y="2624137"/>
            <a:ext cx="26987" cy="33337"/>
          </a:xfrm>
          <a:custGeom>
            <a:avLst/>
            <a:ahLst/>
            <a:rect l="0" t="0" r="r" b="b"/>
            <a:pathLst>
              <a:path w="86" h="103">
                <a:moveTo>
                  <a:pt x="30" y="103"/>
                </a:moveTo>
                <a:lnTo>
                  <a:pt x="58" y="92"/>
                </a:lnTo>
                <a:lnTo>
                  <a:pt x="86" y="82"/>
                </a:lnTo>
                <a:lnTo>
                  <a:pt x="56" y="0"/>
                </a:lnTo>
                <a:lnTo>
                  <a:pt x="28" y="10"/>
                </a:lnTo>
                <a:lnTo>
                  <a:pt x="0" y="21"/>
                </a:lnTo>
                <a:lnTo>
                  <a:pt x="30" y="10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37" name=""/>
          <p:cNvSpPr/>
          <p:nvPr/>
        </p:nvSpPr>
        <p:spPr>
          <a:xfrm rot="0">
            <a:off x="5626100" y="2624137"/>
            <a:ext cx="9525" cy="3175"/>
          </a:xfrm>
          <a:custGeom>
            <a:avLst/>
            <a:ahLst/>
            <a:rect l="0" t="0" r="r" b="b"/>
            <a:pathLst>
              <a:path w="28" h="12">
                <a:moveTo>
                  <a:pt x="0" y="12"/>
                </a:moveTo>
                <a:lnTo>
                  <a:pt x="28" y="2"/>
                </a:lnTo>
                <a:lnTo>
                  <a:pt x="27" y="0"/>
                </a:lnTo>
                <a:lnTo>
                  <a:pt x="0" y="12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38" name=""/>
          <p:cNvSpPr/>
          <p:nvPr/>
        </p:nvSpPr>
        <p:spPr>
          <a:xfrm rot="0" flipH="1" flipV="1">
            <a:off x="5635625" y="26241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39" name=""/>
          <p:cNvSpPr/>
          <p:nvPr/>
        </p:nvSpPr>
        <p:spPr>
          <a:xfrm rot="0">
            <a:off x="5607050" y="2597150"/>
            <a:ext cx="28575" cy="33337"/>
          </a:xfrm>
          <a:custGeom>
            <a:avLst/>
            <a:ahLst/>
            <a:rect l="0" t="0" r="r" b="b"/>
            <a:pathLst>
              <a:path w="89" h="105">
                <a:moveTo>
                  <a:pt x="35" y="105"/>
                </a:moveTo>
                <a:lnTo>
                  <a:pt x="62" y="93"/>
                </a:lnTo>
                <a:lnTo>
                  <a:pt x="89" y="81"/>
                </a:lnTo>
                <a:lnTo>
                  <a:pt x="54" y="0"/>
                </a:lnTo>
                <a:lnTo>
                  <a:pt x="27" y="11"/>
                </a:lnTo>
                <a:lnTo>
                  <a:pt x="0" y="23"/>
                </a:lnTo>
                <a:lnTo>
                  <a:pt x="35" y="10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40" name=""/>
          <p:cNvSpPr/>
          <p:nvPr/>
        </p:nvSpPr>
        <p:spPr>
          <a:xfrm rot="0">
            <a:off x="5607050" y="2597150"/>
            <a:ext cx="28575" cy="33337"/>
          </a:xfrm>
          <a:custGeom>
            <a:avLst/>
            <a:ahLst/>
            <a:rect l="0" t="0" r="r" b="b"/>
            <a:pathLst>
              <a:path w="89" h="105">
                <a:moveTo>
                  <a:pt x="35" y="105"/>
                </a:moveTo>
                <a:lnTo>
                  <a:pt x="62" y="93"/>
                </a:lnTo>
                <a:lnTo>
                  <a:pt x="89" y="81"/>
                </a:lnTo>
                <a:lnTo>
                  <a:pt x="54" y="0"/>
                </a:lnTo>
                <a:lnTo>
                  <a:pt x="27" y="11"/>
                </a:lnTo>
                <a:lnTo>
                  <a:pt x="0" y="23"/>
                </a:lnTo>
                <a:lnTo>
                  <a:pt x="35" y="10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41" name=""/>
          <p:cNvSpPr/>
          <p:nvPr/>
        </p:nvSpPr>
        <p:spPr>
          <a:xfrm rot="0">
            <a:off x="5614987" y="2597150"/>
            <a:ext cx="9525" cy="4762"/>
          </a:xfrm>
          <a:custGeom>
            <a:avLst/>
            <a:ahLst/>
            <a:rect l="0" t="0" r="r" b="b"/>
            <a:pathLst>
              <a:path w="27" h="13">
                <a:moveTo>
                  <a:pt x="0" y="13"/>
                </a:moveTo>
                <a:lnTo>
                  <a:pt x="27" y="2"/>
                </a:lnTo>
                <a:lnTo>
                  <a:pt x="27" y="0"/>
                </a:lnTo>
                <a:lnTo>
                  <a:pt x="0" y="1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42" name=""/>
          <p:cNvSpPr/>
          <p:nvPr/>
        </p:nvSpPr>
        <p:spPr>
          <a:xfrm rot="0" flipV="1">
            <a:off x="5624512" y="259715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43" name=""/>
          <p:cNvSpPr/>
          <p:nvPr/>
        </p:nvSpPr>
        <p:spPr>
          <a:xfrm rot="0">
            <a:off x="5594350" y="2571750"/>
            <a:ext cx="30162" cy="33337"/>
          </a:xfrm>
          <a:custGeom>
            <a:avLst/>
            <a:ahLst/>
            <a:rect l="0" t="0" r="r" b="b"/>
            <a:pathLst>
              <a:path w="93" h="104">
                <a:moveTo>
                  <a:pt x="39" y="104"/>
                </a:moveTo>
                <a:lnTo>
                  <a:pt x="66" y="91"/>
                </a:lnTo>
                <a:lnTo>
                  <a:pt x="93" y="78"/>
                </a:lnTo>
                <a:lnTo>
                  <a:pt x="54" y="0"/>
                </a:lnTo>
                <a:lnTo>
                  <a:pt x="27" y="13"/>
                </a:lnTo>
                <a:lnTo>
                  <a:pt x="0" y="26"/>
                </a:lnTo>
                <a:lnTo>
                  <a:pt x="39" y="10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44" name=""/>
          <p:cNvSpPr/>
          <p:nvPr/>
        </p:nvSpPr>
        <p:spPr>
          <a:xfrm rot="0">
            <a:off x="5594350" y="2571750"/>
            <a:ext cx="30162" cy="33337"/>
          </a:xfrm>
          <a:custGeom>
            <a:avLst/>
            <a:ahLst/>
            <a:rect l="0" t="0" r="r" b="b"/>
            <a:pathLst>
              <a:path w="93" h="104">
                <a:moveTo>
                  <a:pt x="39" y="104"/>
                </a:moveTo>
                <a:lnTo>
                  <a:pt x="66" y="91"/>
                </a:lnTo>
                <a:lnTo>
                  <a:pt x="93" y="78"/>
                </a:lnTo>
                <a:lnTo>
                  <a:pt x="54" y="0"/>
                </a:lnTo>
                <a:lnTo>
                  <a:pt x="27" y="13"/>
                </a:lnTo>
                <a:lnTo>
                  <a:pt x="0" y="26"/>
                </a:lnTo>
                <a:lnTo>
                  <a:pt x="39" y="10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45" name=""/>
          <p:cNvSpPr/>
          <p:nvPr/>
        </p:nvSpPr>
        <p:spPr>
          <a:xfrm rot="0">
            <a:off x="5603875" y="2571750"/>
            <a:ext cx="7937" cy="4762"/>
          </a:xfrm>
          <a:custGeom>
            <a:avLst/>
            <a:ahLst/>
            <a:rect l="0" t="0" r="r" b="b"/>
            <a:pathLst>
              <a:path w="27" h="14">
                <a:moveTo>
                  <a:pt x="0" y="14"/>
                </a:moveTo>
                <a:lnTo>
                  <a:pt x="27" y="1"/>
                </a:lnTo>
                <a:lnTo>
                  <a:pt x="27" y="0"/>
                </a:lnTo>
                <a:lnTo>
                  <a:pt x="0" y="1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46" name=""/>
          <p:cNvSpPr/>
          <p:nvPr/>
        </p:nvSpPr>
        <p:spPr>
          <a:xfrm rot="0" flipV="1">
            <a:off x="5611812" y="257175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47" name=""/>
          <p:cNvSpPr/>
          <p:nvPr/>
        </p:nvSpPr>
        <p:spPr>
          <a:xfrm rot="0">
            <a:off x="5581650" y="2547937"/>
            <a:ext cx="30162" cy="33337"/>
          </a:xfrm>
          <a:custGeom>
            <a:avLst/>
            <a:ahLst/>
            <a:rect l="0" t="0" r="r" b="b"/>
            <a:pathLst>
              <a:path w="95" h="105">
                <a:moveTo>
                  <a:pt x="41" y="105"/>
                </a:moveTo>
                <a:lnTo>
                  <a:pt x="68" y="91"/>
                </a:lnTo>
                <a:lnTo>
                  <a:pt x="95" y="77"/>
                </a:lnTo>
                <a:lnTo>
                  <a:pt x="54" y="0"/>
                </a:lnTo>
                <a:lnTo>
                  <a:pt x="27" y="14"/>
                </a:lnTo>
                <a:lnTo>
                  <a:pt x="0" y="28"/>
                </a:lnTo>
                <a:lnTo>
                  <a:pt x="41" y="10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48" name=""/>
          <p:cNvSpPr/>
          <p:nvPr/>
        </p:nvSpPr>
        <p:spPr>
          <a:xfrm rot="0">
            <a:off x="5581650" y="2547937"/>
            <a:ext cx="30162" cy="33337"/>
          </a:xfrm>
          <a:custGeom>
            <a:avLst/>
            <a:ahLst/>
            <a:rect l="0" t="0" r="r" b="b"/>
            <a:pathLst>
              <a:path w="95" h="105">
                <a:moveTo>
                  <a:pt x="41" y="105"/>
                </a:moveTo>
                <a:lnTo>
                  <a:pt x="68" y="91"/>
                </a:lnTo>
                <a:lnTo>
                  <a:pt x="95" y="77"/>
                </a:lnTo>
                <a:lnTo>
                  <a:pt x="54" y="0"/>
                </a:lnTo>
                <a:lnTo>
                  <a:pt x="27" y="14"/>
                </a:lnTo>
                <a:lnTo>
                  <a:pt x="0" y="28"/>
                </a:lnTo>
                <a:lnTo>
                  <a:pt x="41" y="10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49" name=""/>
          <p:cNvSpPr/>
          <p:nvPr/>
        </p:nvSpPr>
        <p:spPr>
          <a:xfrm rot="0">
            <a:off x="5589587" y="2546350"/>
            <a:ext cx="9525" cy="6350"/>
          </a:xfrm>
          <a:custGeom>
            <a:avLst/>
            <a:ahLst/>
            <a:rect l="0" t="0" r="r" b="b"/>
            <a:pathLst>
              <a:path w="27" h="16">
                <a:moveTo>
                  <a:pt x="0" y="16"/>
                </a:moveTo>
                <a:lnTo>
                  <a:pt x="27" y="2"/>
                </a:lnTo>
                <a:lnTo>
                  <a:pt x="26" y="0"/>
                </a:lnTo>
                <a:lnTo>
                  <a:pt x="0" y="1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50" name=""/>
          <p:cNvSpPr/>
          <p:nvPr/>
        </p:nvSpPr>
        <p:spPr>
          <a:xfrm rot="0" flipH="1" flipV="1">
            <a:off x="5599112" y="254635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51" name=""/>
          <p:cNvSpPr/>
          <p:nvPr/>
        </p:nvSpPr>
        <p:spPr>
          <a:xfrm rot="0">
            <a:off x="5567362" y="2522537"/>
            <a:ext cx="31750" cy="34925"/>
          </a:xfrm>
          <a:custGeom>
            <a:avLst/>
            <a:ahLst/>
            <a:rect l="0" t="0" r="r" b="b"/>
            <a:pathLst>
              <a:path w="97" h="107">
                <a:moveTo>
                  <a:pt x="46" y="107"/>
                </a:moveTo>
                <a:lnTo>
                  <a:pt x="71" y="92"/>
                </a:lnTo>
                <a:lnTo>
                  <a:pt x="97" y="76"/>
                </a:lnTo>
                <a:lnTo>
                  <a:pt x="51" y="0"/>
                </a:lnTo>
                <a:lnTo>
                  <a:pt x="26" y="16"/>
                </a:lnTo>
                <a:lnTo>
                  <a:pt x="0" y="31"/>
                </a:lnTo>
                <a:lnTo>
                  <a:pt x="46" y="10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52" name=""/>
          <p:cNvSpPr/>
          <p:nvPr/>
        </p:nvSpPr>
        <p:spPr>
          <a:xfrm rot="0">
            <a:off x="5567362" y="2522537"/>
            <a:ext cx="31750" cy="34925"/>
          </a:xfrm>
          <a:custGeom>
            <a:avLst/>
            <a:ahLst/>
            <a:rect l="0" t="0" r="r" b="b"/>
            <a:pathLst>
              <a:path w="97" h="107">
                <a:moveTo>
                  <a:pt x="46" y="107"/>
                </a:moveTo>
                <a:lnTo>
                  <a:pt x="71" y="92"/>
                </a:lnTo>
                <a:lnTo>
                  <a:pt x="97" y="76"/>
                </a:lnTo>
                <a:lnTo>
                  <a:pt x="51" y="0"/>
                </a:lnTo>
                <a:lnTo>
                  <a:pt x="26" y="16"/>
                </a:lnTo>
                <a:lnTo>
                  <a:pt x="0" y="31"/>
                </a:lnTo>
                <a:lnTo>
                  <a:pt x="46" y="10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53" name=""/>
          <p:cNvSpPr/>
          <p:nvPr/>
        </p:nvSpPr>
        <p:spPr>
          <a:xfrm rot="0">
            <a:off x="5565775" y="2517775"/>
            <a:ext cx="17462" cy="14287"/>
          </a:xfrm>
          <a:custGeom>
            <a:avLst/>
            <a:ahLst/>
            <a:rect l="0" t="0" r="r" b="b"/>
            <a:pathLst>
              <a:path w="55" h="45">
                <a:moveTo>
                  <a:pt x="30" y="30"/>
                </a:moveTo>
                <a:lnTo>
                  <a:pt x="4" y="45"/>
                </a:lnTo>
                <a:lnTo>
                  <a:pt x="0" y="37"/>
                </a:lnTo>
                <a:lnTo>
                  <a:pt x="0" y="27"/>
                </a:lnTo>
                <a:lnTo>
                  <a:pt x="3" y="18"/>
                </a:lnTo>
                <a:lnTo>
                  <a:pt x="8" y="10"/>
                </a:lnTo>
                <a:lnTo>
                  <a:pt x="15" y="4"/>
                </a:lnTo>
                <a:lnTo>
                  <a:pt x="23" y="0"/>
                </a:lnTo>
                <a:lnTo>
                  <a:pt x="32" y="0"/>
                </a:lnTo>
                <a:lnTo>
                  <a:pt x="41" y="3"/>
                </a:lnTo>
                <a:lnTo>
                  <a:pt x="50" y="7"/>
                </a:lnTo>
                <a:lnTo>
                  <a:pt x="55" y="14"/>
                </a:lnTo>
                <a:lnTo>
                  <a:pt x="30" y="3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54" name=""/>
          <p:cNvSpPr/>
          <p:nvPr/>
        </p:nvSpPr>
        <p:spPr>
          <a:xfrm rot="0">
            <a:off x="5565775" y="2517775"/>
            <a:ext cx="17462" cy="14287"/>
          </a:xfrm>
          <a:custGeom>
            <a:avLst/>
            <a:ahLst/>
            <a:rect l="0" t="0" r="r" b="b"/>
            <a:pathLst>
              <a:path w="55" h="45">
                <a:moveTo>
                  <a:pt x="4" y="45"/>
                </a:moveTo>
                <a:lnTo>
                  <a:pt x="0" y="37"/>
                </a:lnTo>
                <a:lnTo>
                  <a:pt x="0" y="27"/>
                </a:lnTo>
                <a:lnTo>
                  <a:pt x="3" y="18"/>
                </a:lnTo>
                <a:lnTo>
                  <a:pt x="8" y="10"/>
                </a:lnTo>
                <a:lnTo>
                  <a:pt x="15" y="4"/>
                </a:lnTo>
                <a:lnTo>
                  <a:pt x="23" y="0"/>
                </a:lnTo>
                <a:lnTo>
                  <a:pt x="32" y="0"/>
                </a:lnTo>
                <a:lnTo>
                  <a:pt x="41" y="3"/>
                </a:lnTo>
                <a:lnTo>
                  <a:pt x="50" y="7"/>
                </a:lnTo>
                <a:lnTo>
                  <a:pt x="55" y="1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55" name=""/>
          <p:cNvSpPr/>
          <p:nvPr/>
        </p:nvSpPr>
        <p:spPr>
          <a:xfrm rot="0">
            <a:off x="3271837" y="4908550"/>
            <a:ext cx="9525" cy="17462"/>
          </a:xfrm>
          <a:custGeom>
            <a:avLst/>
            <a:ahLst/>
            <a:rect l="0" t="0" r="r" b="b"/>
            <a:pathLst>
              <a:path w="29" h="59">
                <a:moveTo>
                  <a:pt x="29" y="30"/>
                </a:moveTo>
                <a:lnTo>
                  <a:pt x="29" y="59"/>
                </a:lnTo>
                <a:lnTo>
                  <a:pt x="20" y="58"/>
                </a:lnTo>
                <a:lnTo>
                  <a:pt x="12" y="55"/>
                </a:lnTo>
                <a:lnTo>
                  <a:pt x="5" y="48"/>
                </a:lnTo>
                <a:lnTo>
                  <a:pt x="1" y="39"/>
                </a:lnTo>
                <a:lnTo>
                  <a:pt x="0" y="30"/>
                </a:ln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29" y="3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56" name=""/>
          <p:cNvSpPr/>
          <p:nvPr/>
        </p:nvSpPr>
        <p:spPr>
          <a:xfrm rot="0">
            <a:off x="3271837" y="4908550"/>
            <a:ext cx="9525" cy="17462"/>
          </a:xfrm>
          <a:custGeom>
            <a:avLst/>
            <a:ahLst/>
            <a:rect l="0" t="0" r="r" b="b"/>
            <a:pathLst>
              <a:path w="29" h="59">
                <a:moveTo>
                  <a:pt x="29" y="59"/>
                </a:moveTo>
                <a:lnTo>
                  <a:pt x="20" y="58"/>
                </a:lnTo>
                <a:lnTo>
                  <a:pt x="12" y="55"/>
                </a:lnTo>
                <a:lnTo>
                  <a:pt x="5" y="48"/>
                </a:lnTo>
                <a:lnTo>
                  <a:pt x="1" y="39"/>
                </a:lnTo>
                <a:lnTo>
                  <a:pt x="0" y="30"/>
                </a:ln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57" name=""/>
          <p:cNvSpPr/>
          <p:nvPr/>
        </p:nvSpPr>
        <p:spPr>
          <a:xfrm rot="0">
            <a:off x="3281362" y="4908550"/>
            <a:ext cx="422275" cy="17462"/>
          </a:xfrm>
          <a:custGeom>
            <a:avLst/>
            <a:ahLst/>
            <a:rect l="0" t="0" r="r" b="b"/>
            <a:pathLst>
              <a:path w="1334" h="59">
                <a:moveTo>
                  <a:pt x="0" y="0"/>
                </a:moveTo>
                <a:lnTo>
                  <a:pt x="0" y="30"/>
                </a:lnTo>
                <a:lnTo>
                  <a:pt x="0" y="59"/>
                </a:lnTo>
                <a:lnTo>
                  <a:pt x="1334" y="59"/>
                </a:lnTo>
                <a:lnTo>
                  <a:pt x="1334" y="30"/>
                </a:lnTo>
                <a:lnTo>
                  <a:pt x="1334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58" name=""/>
          <p:cNvSpPr/>
          <p:nvPr/>
        </p:nvSpPr>
        <p:spPr>
          <a:xfrm rot="0">
            <a:off x="3281362" y="4908550"/>
            <a:ext cx="422275" cy="17462"/>
          </a:xfrm>
          <a:custGeom>
            <a:avLst/>
            <a:ahLst/>
            <a:rect l="0" t="0" r="r" b="b"/>
            <a:pathLst>
              <a:path w="1334" h="59">
                <a:moveTo>
                  <a:pt x="0" y="0"/>
                </a:moveTo>
                <a:lnTo>
                  <a:pt x="0" y="30"/>
                </a:lnTo>
                <a:lnTo>
                  <a:pt x="0" y="59"/>
                </a:lnTo>
                <a:lnTo>
                  <a:pt x="1334" y="59"/>
                </a:lnTo>
                <a:lnTo>
                  <a:pt x="1334" y="30"/>
                </a:lnTo>
                <a:lnTo>
                  <a:pt x="133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59" name=""/>
          <p:cNvSpPr/>
          <p:nvPr/>
        </p:nvSpPr>
        <p:spPr>
          <a:xfrm rot="0">
            <a:off x="3703637" y="4908550"/>
            <a:ext cx="9525" cy="17462"/>
          </a:xfrm>
          <a:custGeom>
            <a:avLst/>
            <a:ahLst/>
            <a:rect l="0" t="0" r="r" b="b"/>
            <a:pathLst>
              <a:path w="30" h="59">
                <a:moveTo>
                  <a:pt x="0" y="30"/>
                </a:moveTo>
                <a:lnTo>
                  <a:pt x="0" y="0"/>
                </a:lnTo>
                <a:lnTo>
                  <a:pt x="9" y="2"/>
                </a:lnTo>
                <a:lnTo>
                  <a:pt x="17" y="5"/>
                </a:lnTo>
                <a:lnTo>
                  <a:pt x="24" y="12"/>
                </a:lnTo>
                <a:lnTo>
                  <a:pt x="28" y="21"/>
                </a:lnTo>
                <a:lnTo>
                  <a:pt x="30" y="30"/>
                </a:lnTo>
                <a:lnTo>
                  <a:pt x="28" y="39"/>
                </a:lnTo>
                <a:lnTo>
                  <a:pt x="24" y="48"/>
                </a:lnTo>
                <a:lnTo>
                  <a:pt x="17" y="55"/>
                </a:lnTo>
                <a:lnTo>
                  <a:pt x="9" y="58"/>
                </a:lnTo>
                <a:lnTo>
                  <a:pt x="0" y="59"/>
                </a:lnTo>
                <a:lnTo>
                  <a:pt x="0" y="3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60" name=""/>
          <p:cNvSpPr/>
          <p:nvPr/>
        </p:nvSpPr>
        <p:spPr>
          <a:xfrm rot="0">
            <a:off x="3703637" y="4908550"/>
            <a:ext cx="9525" cy="17462"/>
          </a:xfrm>
          <a:custGeom>
            <a:avLst/>
            <a:ahLst/>
            <a:rect l="0" t="0" r="r" b="b"/>
            <a:pathLst>
              <a:path w="30" h="59">
                <a:moveTo>
                  <a:pt x="0" y="0"/>
                </a:moveTo>
                <a:lnTo>
                  <a:pt x="9" y="2"/>
                </a:lnTo>
                <a:lnTo>
                  <a:pt x="17" y="5"/>
                </a:lnTo>
                <a:lnTo>
                  <a:pt x="24" y="12"/>
                </a:lnTo>
                <a:lnTo>
                  <a:pt x="28" y="21"/>
                </a:lnTo>
                <a:lnTo>
                  <a:pt x="30" y="30"/>
                </a:lnTo>
                <a:lnTo>
                  <a:pt x="28" y="39"/>
                </a:lnTo>
                <a:lnTo>
                  <a:pt x="24" y="48"/>
                </a:lnTo>
                <a:lnTo>
                  <a:pt x="17" y="55"/>
                </a:lnTo>
                <a:lnTo>
                  <a:pt x="9" y="58"/>
                </a:lnTo>
                <a:lnTo>
                  <a:pt x="0" y="5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61" name=""/>
          <p:cNvSpPr/>
          <p:nvPr/>
        </p:nvSpPr>
        <p:spPr>
          <a:xfrm rot="0">
            <a:off x="3695700" y="3727450"/>
            <a:ext cx="17462" cy="9525"/>
          </a:xfrm>
          <a:custGeom>
            <a:avLst/>
            <a:ahLst/>
            <a:rect l="0" t="0" r="r" b="b"/>
            <a:pathLst>
              <a:path w="59" h="31">
                <a:moveTo>
                  <a:pt x="29" y="31"/>
                </a:moveTo>
                <a:lnTo>
                  <a:pt x="0" y="31"/>
                </a:ln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3"/>
                </a:lnTo>
                <a:lnTo>
                  <a:pt x="29" y="0"/>
                </a:lnTo>
                <a:lnTo>
                  <a:pt x="38" y="3"/>
                </a:lnTo>
                <a:lnTo>
                  <a:pt x="46" y="6"/>
                </a:lnTo>
                <a:lnTo>
                  <a:pt x="53" y="13"/>
                </a:lnTo>
                <a:lnTo>
                  <a:pt x="57" y="21"/>
                </a:lnTo>
                <a:lnTo>
                  <a:pt x="59" y="31"/>
                </a:lnTo>
                <a:lnTo>
                  <a:pt x="29" y="31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62" name=""/>
          <p:cNvSpPr/>
          <p:nvPr/>
        </p:nvSpPr>
        <p:spPr>
          <a:xfrm rot="0">
            <a:off x="3695700" y="3727450"/>
            <a:ext cx="17462" cy="9525"/>
          </a:xfrm>
          <a:custGeom>
            <a:avLst/>
            <a:ahLst/>
            <a:rect l="0" t="0" r="r" b="b"/>
            <a:pathLst>
              <a:path w="59" h="31">
                <a:moveTo>
                  <a:pt x="0" y="31"/>
                </a:moveTo>
                <a:lnTo>
                  <a:pt x="1" y="21"/>
                </a:lnTo>
                <a:lnTo>
                  <a:pt x="4" y="13"/>
                </a:lnTo>
                <a:lnTo>
                  <a:pt x="11" y="6"/>
                </a:lnTo>
                <a:lnTo>
                  <a:pt x="19" y="3"/>
                </a:lnTo>
                <a:lnTo>
                  <a:pt x="29" y="0"/>
                </a:lnTo>
                <a:lnTo>
                  <a:pt x="38" y="3"/>
                </a:lnTo>
                <a:lnTo>
                  <a:pt x="46" y="6"/>
                </a:lnTo>
                <a:lnTo>
                  <a:pt x="53" y="13"/>
                </a:lnTo>
                <a:lnTo>
                  <a:pt x="57" y="21"/>
                </a:lnTo>
                <a:lnTo>
                  <a:pt x="59" y="31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63" name=""/>
          <p:cNvSpPr/>
          <p:nvPr/>
        </p:nvSpPr>
        <p:spPr>
          <a:xfrm rot="0">
            <a:off x="3695700" y="3736975"/>
            <a:ext cx="17462" cy="1181100"/>
          </a:xfrm>
          <a:custGeom>
            <a:avLst/>
            <a:ahLst/>
            <a:rect l="0" t="0" r="r" b="b"/>
            <a:pathLst>
              <a:path w="59" h="3718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3718"/>
                </a:lnTo>
                <a:lnTo>
                  <a:pt x="29" y="3718"/>
                </a:lnTo>
                <a:lnTo>
                  <a:pt x="59" y="3718"/>
                </a:lnTo>
                <a:lnTo>
                  <a:pt x="59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64" name=""/>
          <p:cNvSpPr/>
          <p:nvPr/>
        </p:nvSpPr>
        <p:spPr>
          <a:xfrm rot="0">
            <a:off x="3695700" y="3736975"/>
            <a:ext cx="17462" cy="1181100"/>
          </a:xfrm>
          <a:custGeom>
            <a:avLst/>
            <a:ahLst/>
            <a:rect l="0" t="0" r="r" b="b"/>
            <a:pathLst>
              <a:path w="59" h="3718">
                <a:moveTo>
                  <a:pt x="59" y="0"/>
                </a:moveTo>
                <a:lnTo>
                  <a:pt x="29" y="0"/>
                </a:lnTo>
                <a:lnTo>
                  <a:pt x="0" y="0"/>
                </a:lnTo>
                <a:lnTo>
                  <a:pt x="0" y="3718"/>
                </a:lnTo>
                <a:lnTo>
                  <a:pt x="29" y="3718"/>
                </a:lnTo>
                <a:lnTo>
                  <a:pt x="59" y="3718"/>
                </a:lnTo>
                <a:lnTo>
                  <a:pt x="5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65" name=""/>
          <p:cNvSpPr/>
          <p:nvPr/>
        </p:nvSpPr>
        <p:spPr>
          <a:xfrm rot="0">
            <a:off x="3695700" y="4918075"/>
            <a:ext cx="17462" cy="7937"/>
          </a:xfrm>
          <a:custGeom>
            <a:avLst/>
            <a:ahLst/>
            <a:rect l="0" t="0" r="r" b="b"/>
            <a:pathLst>
              <a:path w="59" h="29">
                <a:moveTo>
                  <a:pt x="29" y="0"/>
                </a:moveTo>
                <a:lnTo>
                  <a:pt x="59" y="0"/>
                </a:lnTo>
                <a:lnTo>
                  <a:pt x="57" y="9"/>
                </a:lnTo>
                <a:lnTo>
                  <a:pt x="53" y="18"/>
                </a:lnTo>
                <a:lnTo>
                  <a:pt x="46" y="25"/>
                </a:lnTo>
                <a:lnTo>
                  <a:pt x="38" y="28"/>
                </a:lnTo>
                <a:lnTo>
                  <a:pt x="29" y="29"/>
                </a:lnTo>
                <a:lnTo>
                  <a:pt x="19" y="28"/>
                </a:lnTo>
                <a:lnTo>
                  <a:pt x="11" y="25"/>
                </a:lnTo>
                <a:lnTo>
                  <a:pt x="4" y="18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66" name=""/>
          <p:cNvSpPr/>
          <p:nvPr/>
        </p:nvSpPr>
        <p:spPr>
          <a:xfrm rot="0">
            <a:off x="3695700" y="4918075"/>
            <a:ext cx="17462" cy="7937"/>
          </a:xfrm>
          <a:custGeom>
            <a:avLst/>
            <a:ahLst/>
            <a:rect l="0" t="0" r="r" b="b"/>
            <a:pathLst>
              <a:path w="59" h="29">
                <a:moveTo>
                  <a:pt x="59" y="0"/>
                </a:moveTo>
                <a:lnTo>
                  <a:pt x="57" y="9"/>
                </a:lnTo>
                <a:lnTo>
                  <a:pt x="53" y="18"/>
                </a:lnTo>
                <a:lnTo>
                  <a:pt x="46" y="25"/>
                </a:lnTo>
                <a:lnTo>
                  <a:pt x="38" y="28"/>
                </a:lnTo>
                <a:lnTo>
                  <a:pt x="29" y="29"/>
                </a:lnTo>
                <a:lnTo>
                  <a:pt x="19" y="28"/>
                </a:lnTo>
                <a:lnTo>
                  <a:pt x="11" y="25"/>
                </a:lnTo>
                <a:lnTo>
                  <a:pt x="4" y="18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67" name=""/>
          <p:cNvSpPr/>
          <p:nvPr/>
        </p:nvSpPr>
        <p:spPr>
          <a:xfrm rot="0">
            <a:off x="3271837" y="3727450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31"/>
                </a:moveTo>
                <a:lnTo>
                  <a:pt x="29" y="60"/>
                </a:lnTo>
                <a:lnTo>
                  <a:pt x="20" y="59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1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29" y="31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68" name=""/>
          <p:cNvSpPr/>
          <p:nvPr/>
        </p:nvSpPr>
        <p:spPr>
          <a:xfrm rot="0">
            <a:off x="3271837" y="3727450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60"/>
                </a:moveTo>
                <a:lnTo>
                  <a:pt x="20" y="59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1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69" name=""/>
          <p:cNvSpPr/>
          <p:nvPr/>
        </p:nvSpPr>
        <p:spPr>
          <a:xfrm rot="0">
            <a:off x="3281362" y="3727450"/>
            <a:ext cx="422275" cy="19050"/>
          </a:xfrm>
          <a:custGeom>
            <a:avLst/>
            <a:ahLst/>
            <a:rect l="0" t="0" r="r" b="b"/>
            <a:pathLst>
              <a:path w="1334" h="60">
                <a:moveTo>
                  <a:pt x="0" y="0"/>
                </a:moveTo>
                <a:lnTo>
                  <a:pt x="0" y="31"/>
                </a:lnTo>
                <a:lnTo>
                  <a:pt x="0" y="60"/>
                </a:lnTo>
                <a:lnTo>
                  <a:pt x="1334" y="60"/>
                </a:lnTo>
                <a:lnTo>
                  <a:pt x="1334" y="31"/>
                </a:lnTo>
                <a:lnTo>
                  <a:pt x="1334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70" name=""/>
          <p:cNvSpPr/>
          <p:nvPr/>
        </p:nvSpPr>
        <p:spPr>
          <a:xfrm rot="0">
            <a:off x="3281362" y="3727450"/>
            <a:ext cx="422275" cy="19050"/>
          </a:xfrm>
          <a:custGeom>
            <a:avLst/>
            <a:ahLst/>
            <a:rect l="0" t="0" r="r" b="b"/>
            <a:pathLst>
              <a:path w="1334" h="60">
                <a:moveTo>
                  <a:pt x="0" y="0"/>
                </a:moveTo>
                <a:lnTo>
                  <a:pt x="0" y="31"/>
                </a:lnTo>
                <a:lnTo>
                  <a:pt x="0" y="60"/>
                </a:lnTo>
                <a:lnTo>
                  <a:pt x="1334" y="60"/>
                </a:lnTo>
                <a:lnTo>
                  <a:pt x="1334" y="31"/>
                </a:lnTo>
                <a:lnTo>
                  <a:pt x="133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71" name=""/>
          <p:cNvSpPr/>
          <p:nvPr/>
        </p:nvSpPr>
        <p:spPr>
          <a:xfrm rot="0">
            <a:off x="3703637" y="3727450"/>
            <a:ext cx="9525" cy="19050"/>
          </a:xfrm>
          <a:custGeom>
            <a:avLst/>
            <a:ahLst/>
            <a:rect l="0" t="0" r="r" b="b"/>
            <a:pathLst>
              <a:path w="30" h="60">
                <a:moveTo>
                  <a:pt x="0" y="31"/>
                </a:moveTo>
                <a:lnTo>
                  <a:pt x="0" y="0"/>
                </a:lnTo>
                <a:lnTo>
                  <a:pt x="9" y="3"/>
                </a:lnTo>
                <a:lnTo>
                  <a:pt x="17" y="6"/>
                </a:lnTo>
                <a:lnTo>
                  <a:pt x="24" y="13"/>
                </a:lnTo>
                <a:lnTo>
                  <a:pt x="28" y="21"/>
                </a:lnTo>
                <a:lnTo>
                  <a:pt x="30" y="31"/>
                </a:lnTo>
                <a:lnTo>
                  <a:pt x="28" y="40"/>
                </a:lnTo>
                <a:lnTo>
                  <a:pt x="24" y="48"/>
                </a:lnTo>
                <a:lnTo>
                  <a:pt x="17" y="55"/>
                </a:lnTo>
                <a:lnTo>
                  <a:pt x="9" y="59"/>
                </a:lnTo>
                <a:lnTo>
                  <a:pt x="0" y="60"/>
                </a:lnTo>
                <a:lnTo>
                  <a:pt x="0" y="31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5372" name=""/>
          <p:cNvSpPr/>
          <p:nvPr/>
        </p:nvSpPr>
        <p:spPr>
          <a:xfrm rot="0">
            <a:off x="3703637" y="3727450"/>
            <a:ext cx="9525" cy="19050"/>
          </a:xfrm>
          <a:custGeom>
            <a:avLst/>
            <a:ahLst/>
            <a:rect l="0" t="0" r="r" b="b"/>
            <a:pathLst>
              <a:path w="30" h="60">
                <a:moveTo>
                  <a:pt x="0" y="0"/>
                </a:moveTo>
                <a:lnTo>
                  <a:pt x="9" y="3"/>
                </a:lnTo>
                <a:lnTo>
                  <a:pt x="17" y="6"/>
                </a:lnTo>
                <a:lnTo>
                  <a:pt x="24" y="13"/>
                </a:lnTo>
                <a:lnTo>
                  <a:pt x="28" y="21"/>
                </a:lnTo>
                <a:lnTo>
                  <a:pt x="30" y="31"/>
                </a:lnTo>
                <a:lnTo>
                  <a:pt x="28" y="40"/>
                </a:lnTo>
                <a:lnTo>
                  <a:pt x="24" y="48"/>
                </a:lnTo>
                <a:lnTo>
                  <a:pt x="17" y="55"/>
                </a:lnTo>
                <a:lnTo>
                  <a:pt x="9" y="59"/>
                </a:lnTo>
                <a:lnTo>
                  <a:pt x="0" y="6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5373" name=""/>
          <p:cNvSpPr/>
          <p:nvPr/>
        </p:nvSpPr>
        <p:spPr>
          <a:xfrm rot="0">
            <a:off x="2605087" y="3829050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29" y="0"/>
                </a:moveTo>
                <a:lnTo>
                  <a:pt x="60" y="0"/>
                </a:lnTo>
                <a:lnTo>
                  <a:pt x="57" y="10"/>
                </a:lnTo>
                <a:lnTo>
                  <a:pt x="54" y="18"/>
                </a:lnTo>
                <a:lnTo>
                  <a:pt x="47" y="25"/>
                </a:lnTo>
                <a:lnTo>
                  <a:pt x="39" y="28"/>
                </a:lnTo>
                <a:lnTo>
                  <a:pt x="29" y="30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74" name=""/>
          <p:cNvSpPr/>
          <p:nvPr/>
        </p:nvSpPr>
        <p:spPr>
          <a:xfrm rot="0">
            <a:off x="2605087" y="3829050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60" y="0"/>
                </a:moveTo>
                <a:lnTo>
                  <a:pt x="57" y="10"/>
                </a:lnTo>
                <a:lnTo>
                  <a:pt x="54" y="18"/>
                </a:lnTo>
                <a:lnTo>
                  <a:pt x="47" y="25"/>
                </a:lnTo>
                <a:lnTo>
                  <a:pt x="39" y="28"/>
                </a:lnTo>
                <a:lnTo>
                  <a:pt x="29" y="30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75" name=""/>
          <p:cNvSpPr/>
          <p:nvPr/>
        </p:nvSpPr>
        <p:spPr>
          <a:xfrm rot="0">
            <a:off x="2605087" y="3736975"/>
            <a:ext cx="19050" cy="92075"/>
          </a:xfrm>
          <a:custGeom>
            <a:avLst/>
            <a:ahLst/>
            <a:rect l="0" t="0" r="r" b="b"/>
            <a:pathLst>
              <a:path w="60" h="292">
                <a:moveTo>
                  <a:pt x="0" y="292"/>
                </a:moveTo>
                <a:lnTo>
                  <a:pt x="29" y="292"/>
                </a:lnTo>
                <a:lnTo>
                  <a:pt x="60" y="292"/>
                </a:lnTo>
                <a:lnTo>
                  <a:pt x="60" y="0"/>
                </a:lnTo>
                <a:lnTo>
                  <a:pt x="29" y="0"/>
                </a:lnTo>
                <a:lnTo>
                  <a:pt x="0" y="0"/>
                </a:lnTo>
                <a:lnTo>
                  <a:pt x="0" y="292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76" name=""/>
          <p:cNvSpPr/>
          <p:nvPr/>
        </p:nvSpPr>
        <p:spPr>
          <a:xfrm rot="0">
            <a:off x="2605087" y="3736975"/>
            <a:ext cx="19050" cy="92075"/>
          </a:xfrm>
          <a:custGeom>
            <a:avLst/>
            <a:ahLst/>
            <a:rect l="0" t="0" r="r" b="b"/>
            <a:pathLst>
              <a:path w="60" h="292">
                <a:moveTo>
                  <a:pt x="0" y="292"/>
                </a:moveTo>
                <a:lnTo>
                  <a:pt x="29" y="292"/>
                </a:lnTo>
                <a:lnTo>
                  <a:pt x="60" y="292"/>
                </a:lnTo>
                <a:lnTo>
                  <a:pt x="60" y="0"/>
                </a:lnTo>
                <a:lnTo>
                  <a:pt x="29" y="0"/>
                </a:lnTo>
                <a:lnTo>
                  <a:pt x="0" y="0"/>
                </a:lnTo>
                <a:lnTo>
                  <a:pt x="0" y="29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77" name=""/>
          <p:cNvSpPr/>
          <p:nvPr/>
        </p:nvSpPr>
        <p:spPr>
          <a:xfrm rot="0">
            <a:off x="2605087" y="3727450"/>
            <a:ext cx="19050" cy="9525"/>
          </a:xfrm>
          <a:custGeom>
            <a:avLst/>
            <a:ahLst/>
            <a:rect l="0" t="0" r="r" b="b"/>
            <a:pathLst>
              <a:path w="60" h="31">
                <a:moveTo>
                  <a:pt x="29" y="31"/>
                </a:moveTo>
                <a:lnTo>
                  <a:pt x="0" y="31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9" y="3"/>
                </a:lnTo>
                <a:lnTo>
                  <a:pt x="47" y="6"/>
                </a:lnTo>
                <a:lnTo>
                  <a:pt x="54" y="13"/>
                </a:lnTo>
                <a:lnTo>
                  <a:pt x="57" y="21"/>
                </a:lnTo>
                <a:lnTo>
                  <a:pt x="60" y="31"/>
                </a:lnTo>
                <a:lnTo>
                  <a:pt x="29" y="3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78" name=""/>
          <p:cNvSpPr/>
          <p:nvPr/>
        </p:nvSpPr>
        <p:spPr>
          <a:xfrm rot="0">
            <a:off x="2605087" y="3727450"/>
            <a:ext cx="19050" cy="9525"/>
          </a:xfrm>
          <a:custGeom>
            <a:avLst/>
            <a:ahLst/>
            <a:rect l="0" t="0" r="r" b="b"/>
            <a:pathLst>
              <a:path w="60" h="31">
                <a:moveTo>
                  <a:pt x="0" y="31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9" y="3"/>
                </a:lnTo>
                <a:lnTo>
                  <a:pt x="47" y="6"/>
                </a:lnTo>
                <a:lnTo>
                  <a:pt x="54" y="13"/>
                </a:lnTo>
                <a:lnTo>
                  <a:pt x="57" y="21"/>
                </a:lnTo>
                <a:lnTo>
                  <a:pt x="60" y="3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79" name=""/>
          <p:cNvSpPr/>
          <p:nvPr/>
        </p:nvSpPr>
        <p:spPr>
          <a:xfrm rot="0">
            <a:off x="2605087" y="3727450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31"/>
                </a:moveTo>
                <a:lnTo>
                  <a:pt x="29" y="60"/>
                </a:lnTo>
                <a:lnTo>
                  <a:pt x="20" y="59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1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29" y="3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80" name=""/>
          <p:cNvSpPr/>
          <p:nvPr/>
        </p:nvSpPr>
        <p:spPr>
          <a:xfrm rot="0">
            <a:off x="2605087" y="3727450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60"/>
                </a:moveTo>
                <a:lnTo>
                  <a:pt x="20" y="59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1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81" name=""/>
          <p:cNvSpPr/>
          <p:nvPr/>
        </p:nvSpPr>
        <p:spPr>
          <a:xfrm rot="0">
            <a:off x="2614612" y="3727450"/>
            <a:ext cx="666750" cy="19050"/>
          </a:xfrm>
          <a:custGeom>
            <a:avLst/>
            <a:ahLst/>
            <a:rect l="0" t="0" r="r" b="b"/>
            <a:pathLst>
              <a:path w="2099" h="60">
                <a:moveTo>
                  <a:pt x="0" y="0"/>
                </a:moveTo>
                <a:lnTo>
                  <a:pt x="0" y="31"/>
                </a:lnTo>
                <a:lnTo>
                  <a:pt x="0" y="60"/>
                </a:lnTo>
                <a:lnTo>
                  <a:pt x="2099" y="60"/>
                </a:lnTo>
                <a:lnTo>
                  <a:pt x="2099" y="31"/>
                </a:lnTo>
                <a:lnTo>
                  <a:pt x="2099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82" name=""/>
          <p:cNvSpPr/>
          <p:nvPr/>
        </p:nvSpPr>
        <p:spPr>
          <a:xfrm rot="0">
            <a:off x="2614612" y="3727450"/>
            <a:ext cx="666750" cy="19050"/>
          </a:xfrm>
          <a:custGeom>
            <a:avLst/>
            <a:ahLst/>
            <a:rect l="0" t="0" r="r" b="b"/>
            <a:pathLst>
              <a:path w="2099" h="60">
                <a:moveTo>
                  <a:pt x="0" y="0"/>
                </a:moveTo>
                <a:lnTo>
                  <a:pt x="0" y="31"/>
                </a:lnTo>
                <a:lnTo>
                  <a:pt x="0" y="60"/>
                </a:lnTo>
                <a:lnTo>
                  <a:pt x="2099" y="60"/>
                </a:lnTo>
                <a:lnTo>
                  <a:pt x="2099" y="31"/>
                </a:lnTo>
                <a:lnTo>
                  <a:pt x="2099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83" name=""/>
          <p:cNvSpPr/>
          <p:nvPr/>
        </p:nvSpPr>
        <p:spPr>
          <a:xfrm rot="0">
            <a:off x="3281362" y="3727450"/>
            <a:ext cx="9525" cy="19050"/>
          </a:xfrm>
          <a:custGeom>
            <a:avLst/>
            <a:ahLst/>
            <a:rect l="0" t="0" r="r" b="b"/>
            <a:pathLst>
              <a:path w="31" h="60">
                <a:moveTo>
                  <a:pt x="0" y="31"/>
                </a:moveTo>
                <a:lnTo>
                  <a:pt x="0" y="0"/>
                </a:lnTo>
                <a:lnTo>
                  <a:pt x="9" y="3"/>
                </a:lnTo>
                <a:lnTo>
                  <a:pt x="18" y="6"/>
                </a:lnTo>
                <a:lnTo>
                  <a:pt x="25" y="13"/>
                </a:lnTo>
                <a:lnTo>
                  <a:pt x="28" y="21"/>
                </a:lnTo>
                <a:lnTo>
                  <a:pt x="31" y="31"/>
                </a:lnTo>
                <a:lnTo>
                  <a:pt x="28" y="40"/>
                </a:lnTo>
                <a:lnTo>
                  <a:pt x="25" y="48"/>
                </a:lnTo>
                <a:lnTo>
                  <a:pt x="18" y="55"/>
                </a:lnTo>
                <a:lnTo>
                  <a:pt x="9" y="59"/>
                </a:lnTo>
                <a:lnTo>
                  <a:pt x="0" y="60"/>
                </a:lnTo>
                <a:lnTo>
                  <a:pt x="0" y="3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84" name=""/>
          <p:cNvSpPr/>
          <p:nvPr/>
        </p:nvSpPr>
        <p:spPr>
          <a:xfrm rot="0">
            <a:off x="3281362" y="3727450"/>
            <a:ext cx="9525" cy="19050"/>
          </a:xfrm>
          <a:custGeom>
            <a:avLst/>
            <a:ahLst/>
            <a:rect l="0" t="0" r="r" b="b"/>
            <a:pathLst>
              <a:path w="31" h="60">
                <a:moveTo>
                  <a:pt x="0" y="0"/>
                </a:moveTo>
                <a:lnTo>
                  <a:pt x="9" y="3"/>
                </a:lnTo>
                <a:lnTo>
                  <a:pt x="18" y="6"/>
                </a:lnTo>
                <a:lnTo>
                  <a:pt x="25" y="13"/>
                </a:lnTo>
                <a:lnTo>
                  <a:pt x="28" y="21"/>
                </a:lnTo>
                <a:lnTo>
                  <a:pt x="31" y="31"/>
                </a:lnTo>
                <a:lnTo>
                  <a:pt x="28" y="40"/>
                </a:lnTo>
                <a:lnTo>
                  <a:pt x="25" y="48"/>
                </a:lnTo>
                <a:lnTo>
                  <a:pt x="18" y="55"/>
                </a:lnTo>
                <a:lnTo>
                  <a:pt x="9" y="59"/>
                </a:lnTo>
                <a:lnTo>
                  <a:pt x="0" y="6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85" name=""/>
          <p:cNvSpPr/>
          <p:nvPr/>
        </p:nvSpPr>
        <p:spPr>
          <a:xfrm rot="0" flipH="1">
            <a:off x="2554287" y="4032250"/>
            <a:ext cx="603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386" name=""/>
          <p:cNvSpPr/>
          <p:nvPr/>
        </p:nvSpPr>
        <p:spPr>
          <a:xfrm rot="0" flipH="1">
            <a:off x="2425700" y="4032250"/>
            <a:ext cx="857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387" name=""/>
          <p:cNvSpPr/>
          <p:nvPr/>
        </p:nvSpPr>
        <p:spPr>
          <a:xfrm rot="0" flipH="1">
            <a:off x="2295525" y="4032250"/>
            <a:ext cx="857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388" name=""/>
          <p:cNvSpPr/>
          <p:nvPr/>
        </p:nvSpPr>
        <p:spPr>
          <a:xfrm rot="0" flipH="1">
            <a:off x="2165350" y="4032250"/>
            <a:ext cx="8731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389" name=""/>
          <p:cNvSpPr/>
          <p:nvPr/>
        </p:nvSpPr>
        <p:spPr>
          <a:xfrm rot="0" flipH="1">
            <a:off x="2036762" y="4032250"/>
            <a:ext cx="857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390" name=""/>
          <p:cNvSpPr/>
          <p:nvPr/>
        </p:nvSpPr>
        <p:spPr>
          <a:xfrm rot="0" flipH="1">
            <a:off x="1933575" y="4032250"/>
            <a:ext cx="603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391" name=""/>
          <p:cNvSpPr/>
          <p:nvPr/>
        </p:nvSpPr>
        <p:spPr>
          <a:xfrm rot="0">
            <a:off x="1924050" y="4022725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7" y="5"/>
                </a:lnTo>
                <a:lnTo>
                  <a:pt x="54" y="12"/>
                </a:lnTo>
                <a:lnTo>
                  <a:pt x="57" y="21"/>
                </a:lnTo>
                <a:lnTo>
                  <a:pt x="60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92" name=""/>
          <p:cNvSpPr/>
          <p:nvPr/>
        </p:nvSpPr>
        <p:spPr>
          <a:xfrm rot="0">
            <a:off x="1924050" y="4022725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0" y="30"/>
                </a:move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7" y="5"/>
                </a:lnTo>
                <a:lnTo>
                  <a:pt x="54" y="12"/>
                </a:lnTo>
                <a:lnTo>
                  <a:pt x="57" y="21"/>
                </a:lnTo>
                <a:lnTo>
                  <a:pt x="6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93" name=""/>
          <p:cNvSpPr/>
          <p:nvPr/>
        </p:nvSpPr>
        <p:spPr>
          <a:xfrm rot="0">
            <a:off x="1924050" y="4032250"/>
            <a:ext cx="19050" cy="295275"/>
          </a:xfrm>
          <a:custGeom>
            <a:avLst/>
            <a:ahLst/>
            <a:rect l="0" t="0" r="r" b="b"/>
            <a:pathLst>
              <a:path w="60" h="929">
                <a:moveTo>
                  <a:pt x="60" y="0"/>
                </a:moveTo>
                <a:lnTo>
                  <a:pt x="29" y="0"/>
                </a:lnTo>
                <a:lnTo>
                  <a:pt x="0" y="0"/>
                </a:lnTo>
                <a:lnTo>
                  <a:pt x="0" y="929"/>
                </a:lnTo>
                <a:lnTo>
                  <a:pt x="29" y="929"/>
                </a:lnTo>
                <a:lnTo>
                  <a:pt x="60" y="929"/>
                </a:lnTo>
                <a:lnTo>
                  <a:pt x="6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94" name=""/>
          <p:cNvSpPr/>
          <p:nvPr/>
        </p:nvSpPr>
        <p:spPr>
          <a:xfrm rot="0">
            <a:off x="1924050" y="4032250"/>
            <a:ext cx="19050" cy="295275"/>
          </a:xfrm>
          <a:custGeom>
            <a:avLst/>
            <a:ahLst/>
            <a:rect l="0" t="0" r="r" b="b"/>
            <a:pathLst>
              <a:path w="60" h="929">
                <a:moveTo>
                  <a:pt x="60" y="0"/>
                </a:moveTo>
                <a:lnTo>
                  <a:pt x="29" y="0"/>
                </a:lnTo>
                <a:lnTo>
                  <a:pt x="0" y="0"/>
                </a:lnTo>
                <a:lnTo>
                  <a:pt x="0" y="929"/>
                </a:lnTo>
                <a:lnTo>
                  <a:pt x="29" y="929"/>
                </a:lnTo>
                <a:lnTo>
                  <a:pt x="60" y="929"/>
                </a:lnTo>
                <a:lnTo>
                  <a:pt x="6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95" name=""/>
          <p:cNvSpPr/>
          <p:nvPr/>
        </p:nvSpPr>
        <p:spPr>
          <a:xfrm rot="0">
            <a:off x="1924050" y="4327525"/>
            <a:ext cx="19050" cy="9525"/>
          </a:xfrm>
          <a:custGeom>
            <a:avLst/>
            <a:ahLst/>
            <a:rect l="0" t="0" r="r" b="b"/>
            <a:pathLst>
              <a:path w="60" h="29">
                <a:moveTo>
                  <a:pt x="29" y="0"/>
                </a:moveTo>
                <a:lnTo>
                  <a:pt x="60" y="0"/>
                </a:lnTo>
                <a:lnTo>
                  <a:pt x="57" y="9"/>
                </a:lnTo>
                <a:lnTo>
                  <a:pt x="54" y="17"/>
                </a:lnTo>
                <a:lnTo>
                  <a:pt x="47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96" name=""/>
          <p:cNvSpPr/>
          <p:nvPr/>
        </p:nvSpPr>
        <p:spPr>
          <a:xfrm rot="0">
            <a:off x="1924050" y="4327525"/>
            <a:ext cx="19050" cy="9525"/>
          </a:xfrm>
          <a:custGeom>
            <a:avLst/>
            <a:ahLst/>
            <a:rect l="0" t="0" r="r" b="b"/>
            <a:pathLst>
              <a:path w="60" h="29">
                <a:moveTo>
                  <a:pt x="60" y="0"/>
                </a:moveTo>
                <a:lnTo>
                  <a:pt x="57" y="9"/>
                </a:lnTo>
                <a:lnTo>
                  <a:pt x="54" y="17"/>
                </a:lnTo>
                <a:lnTo>
                  <a:pt x="47" y="24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4"/>
                </a:lnTo>
                <a:lnTo>
                  <a:pt x="5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97" name=""/>
          <p:cNvSpPr/>
          <p:nvPr/>
        </p:nvSpPr>
        <p:spPr>
          <a:xfrm rot="0">
            <a:off x="2614612" y="3819525"/>
            <a:ext cx="9525" cy="19050"/>
          </a:xfrm>
          <a:custGeom>
            <a:avLst/>
            <a:ahLst/>
            <a:rect l="0" t="0" r="r" b="b"/>
            <a:pathLst>
              <a:path w="31" h="60">
                <a:moveTo>
                  <a:pt x="0" y="30"/>
                </a:moveTo>
                <a:lnTo>
                  <a:pt x="0" y="0"/>
                </a:lnTo>
                <a:lnTo>
                  <a:pt x="10" y="2"/>
                </a:lnTo>
                <a:lnTo>
                  <a:pt x="18" y="6"/>
                </a:lnTo>
                <a:lnTo>
                  <a:pt x="25" y="13"/>
                </a:lnTo>
                <a:lnTo>
                  <a:pt x="28" y="21"/>
                </a:lnTo>
                <a:lnTo>
                  <a:pt x="31" y="30"/>
                </a:lnTo>
                <a:lnTo>
                  <a:pt x="28" y="40"/>
                </a:lnTo>
                <a:lnTo>
                  <a:pt x="25" y="48"/>
                </a:lnTo>
                <a:lnTo>
                  <a:pt x="18" y="55"/>
                </a:lnTo>
                <a:lnTo>
                  <a:pt x="10" y="58"/>
                </a:lnTo>
                <a:lnTo>
                  <a:pt x="0" y="6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398" name=""/>
          <p:cNvSpPr/>
          <p:nvPr/>
        </p:nvSpPr>
        <p:spPr>
          <a:xfrm rot="0">
            <a:off x="2614612" y="3819525"/>
            <a:ext cx="9525" cy="19050"/>
          </a:xfrm>
          <a:custGeom>
            <a:avLst/>
            <a:ahLst/>
            <a:rect l="0" t="0" r="r" b="b"/>
            <a:pathLst>
              <a:path w="31" h="60">
                <a:moveTo>
                  <a:pt x="0" y="0"/>
                </a:moveTo>
                <a:lnTo>
                  <a:pt x="10" y="2"/>
                </a:lnTo>
                <a:lnTo>
                  <a:pt x="18" y="6"/>
                </a:lnTo>
                <a:lnTo>
                  <a:pt x="25" y="13"/>
                </a:lnTo>
                <a:lnTo>
                  <a:pt x="28" y="21"/>
                </a:lnTo>
                <a:lnTo>
                  <a:pt x="31" y="30"/>
                </a:lnTo>
                <a:lnTo>
                  <a:pt x="28" y="40"/>
                </a:lnTo>
                <a:lnTo>
                  <a:pt x="25" y="48"/>
                </a:lnTo>
                <a:lnTo>
                  <a:pt x="18" y="55"/>
                </a:lnTo>
                <a:lnTo>
                  <a:pt x="10" y="58"/>
                </a:lnTo>
                <a:lnTo>
                  <a:pt x="0" y="6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399" name=""/>
          <p:cNvSpPr/>
          <p:nvPr/>
        </p:nvSpPr>
        <p:spPr>
          <a:xfrm rot="0">
            <a:off x="1933575" y="3819525"/>
            <a:ext cx="681037" cy="19050"/>
          </a:xfrm>
          <a:custGeom>
            <a:avLst/>
            <a:ahLst/>
            <a:rect l="0" t="0" r="r" b="b"/>
            <a:pathLst>
              <a:path w="2143" h="60">
                <a:moveTo>
                  <a:pt x="2143" y="60"/>
                </a:moveTo>
                <a:lnTo>
                  <a:pt x="2143" y="30"/>
                </a:lnTo>
                <a:lnTo>
                  <a:pt x="2143" y="0"/>
                </a:lnTo>
                <a:lnTo>
                  <a:pt x="0" y="0"/>
                </a:lnTo>
                <a:lnTo>
                  <a:pt x="0" y="30"/>
                </a:lnTo>
                <a:lnTo>
                  <a:pt x="0" y="60"/>
                </a:lnTo>
                <a:lnTo>
                  <a:pt x="2143" y="6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00" name=""/>
          <p:cNvSpPr/>
          <p:nvPr/>
        </p:nvSpPr>
        <p:spPr>
          <a:xfrm rot="0">
            <a:off x="1933575" y="3819525"/>
            <a:ext cx="681037" cy="19050"/>
          </a:xfrm>
          <a:custGeom>
            <a:avLst/>
            <a:ahLst/>
            <a:rect l="0" t="0" r="r" b="b"/>
            <a:pathLst>
              <a:path w="2143" h="60">
                <a:moveTo>
                  <a:pt x="2143" y="60"/>
                </a:moveTo>
                <a:lnTo>
                  <a:pt x="2143" y="30"/>
                </a:lnTo>
                <a:lnTo>
                  <a:pt x="2143" y="0"/>
                </a:lnTo>
                <a:lnTo>
                  <a:pt x="0" y="0"/>
                </a:lnTo>
                <a:lnTo>
                  <a:pt x="0" y="30"/>
                </a:lnTo>
                <a:lnTo>
                  <a:pt x="0" y="60"/>
                </a:lnTo>
                <a:lnTo>
                  <a:pt x="2143" y="6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01" name=""/>
          <p:cNvSpPr/>
          <p:nvPr/>
        </p:nvSpPr>
        <p:spPr>
          <a:xfrm rot="0">
            <a:off x="1924050" y="3819525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30"/>
                </a:moveTo>
                <a:lnTo>
                  <a:pt x="29" y="60"/>
                </a:lnTo>
                <a:lnTo>
                  <a:pt x="20" y="58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02" name=""/>
          <p:cNvSpPr/>
          <p:nvPr/>
        </p:nvSpPr>
        <p:spPr>
          <a:xfrm rot="0">
            <a:off x="1924050" y="3819525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60"/>
                </a:moveTo>
                <a:lnTo>
                  <a:pt x="20" y="58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03" name=""/>
          <p:cNvSpPr/>
          <p:nvPr/>
        </p:nvSpPr>
        <p:spPr>
          <a:xfrm rot="0">
            <a:off x="1924050" y="3819525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7" y="6"/>
                </a:lnTo>
                <a:lnTo>
                  <a:pt x="54" y="13"/>
                </a:lnTo>
                <a:lnTo>
                  <a:pt x="57" y="21"/>
                </a:lnTo>
                <a:lnTo>
                  <a:pt x="60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04" name=""/>
          <p:cNvSpPr/>
          <p:nvPr/>
        </p:nvSpPr>
        <p:spPr>
          <a:xfrm rot="0">
            <a:off x="1924050" y="3819525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7" y="6"/>
                </a:lnTo>
                <a:lnTo>
                  <a:pt x="54" y="13"/>
                </a:lnTo>
                <a:lnTo>
                  <a:pt x="57" y="21"/>
                </a:lnTo>
                <a:lnTo>
                  <a:pt x="6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05" name=""/>
          <p:cNvSpPr/>
          <p:nvPr/>
        </p:nvSpPr>
        <p:spPr>
          <a:xfrm rot="0">
            <a:off x="1924050" y="3829050"/>
            <a:ext cx="19050" cy="203200"/>
          </a:xfrm>
          <a:custGeom>
            <a:avLst/>
            <a:ahLst/>
            <a:rect l="0" t="0" r="r" b="b"/>
            <a:pathLst>
              <a:path w="60" h="638">
                <a:moveTo>
                  <a:pt x="60" y="0"/>
                </a:moveTo>
                <a:lnTo>
                  <a:pt x="29" y="0"/>
                </a:lnTo>
                <a:lnTo>
                  <a:pt x="0" y="0"/>
                </a:lnTo>
                <a:lnTo>
                  <a:pt x="0" y="638"/>
                </a:lnTo>
                <a:lnTo>
                  <a:pt x="29" y="638"/>
                </a:lnTo>
                <a:lnTo>
                  <a:pt x="60" y="638"/>
                </a:lnTo>
                <a:lnTo>
                  <a:pt x="6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06" name=""/>
          <p:cNvSpPr/>
          <p:nvPr/>
        </p:nvSpPr>
        <p:spPr>
          <a:xfrm rot="0">
            <a:off x="1924050" y="3829050"/>
            <a:ext cx="19050" cy="203200"/>
          </a:xfrm>
          <a:custGeom>
            <a:avLst/>
            <a:ahLst/>
            <a:rect l="0" t="0" r="r" b="b"/>
            <a:pathLst>
              <a:path w="60" h="638">
                <a:moveTo>
                  <a:pt x="60" y="0"/>
                </a:moveTo>
                <a:lnTo>
                  <a:pt x="29" y="0"/>
                </a:lnTo>
                <a:lnTo>
                  <a:pt x="0" y="0"/>
                </a:lnTo>
                <a:lnTo>
                  <a:pt x="0" y="638"/>
                </a:lnTo>
                <a:lnTo>
                  <a:pt x="29" y="638"/>
                </a:lnTo>
                <a:lnTo>
                  <a:pt x="60" y="638"/>
                </a:lnTo>
                <a:lnTo>
                  <a:pt x="6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07" name=""/>
          <p:cNvSpPr/>
          <p:nvPr/>
        </p:nvSpPr>
        <p:spPr>
          <a:xfrm rot="0">
            <a:off x="1924050" y="4032250"/>
            <a:ext cx="19050" cy="9525"/>
          </a:xfrm>
          <a:custGeom>
            <a:avLst/>
            <a:ahLst/>
            <a:rect l="0" t="0" r="r" b="b"/>
            <a:pathLst>
              <a:path w="60" h="29">
                <a:moveTo>
                  <a:pt x="29" y="0"/>
                </a:moveTo>
                <a:lnTo>
                  <a:pt x="60" y="0"/>
                </a:lnTo>
                <a:lnTo>
                  <a:pt x="57" y="9"/>
                </a:lnTo>
                <a:lnTo>
                  <a:pt x="54" y="18"/>
                </a:lnTo>
                <a:lnTo>
                  <a:pt x="47" y="25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08" name=""/>
          <p:cNvSpPr/>
          <p:nvPr/>
        </p:nvSpPr>
        <p:spPr>
          <a:xfrm rot="0">
            <a:off x="1924050" y="4032250"/>
            <a:ext cx="19050" cy="9525"/>
          </a:xfrm>
          <a:custGeom>
            <a:avLst/>
            <a:ahLst/>
            <a:rect l="0" t="0" r="r" b="b"/>
            <a:pathLst>
              <a:path w="60" h="29">
                <a:moveTo>
                  <a:pt x="60" y="0"/>
                </a:moveTo>
                <a:lnTo>
                  <a:pt x="57" y="9"/>
                </a:lnTo>
                <a:lnTo>
                  <a:pt x="54" y="18"/>
                </a:lnTo>
                <a:lnTo>
                  <a:pt x="47" y="25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09" name=""/>
          <p:cNvSpPr/>
          <p:nvPr/>
        </p:nvSpPr>
        <p:spPr>
          <a:xfrm rot="0">
            <a:off x="2614612" y="3829050"/>
            <a:ext cx="1587" cy="80962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10" name=""/>
          <p:cNvSpPr/>
          <p:nvPr/>
        </p:nvSpPr>
        <p:spPr>
          <a:xfrm rot="0">
            <a:off x="2614612" y="3952875"/>
            <a:ext cx="1587" cy="793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11" name=""/>
          <p:cNvSpPr/>
          <p:nvPr/>
        </p:nvSpPr>
        <p:spPr>
          <a:xfrm rot="0" flipV="1">
            <a:off x="2614612" y="4745037"/>
            <a:ext cx="1587" cy="793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12" name=""/>
          <p:cNvSpPr/>
          <p:nvPr/>
        </p:nvSpPr>
        <p:spPr>
          <a:xfrm rot="0" flipV="1">
            <a:off x="2614612" y="4622800"/>
            <a:ext cx="1587" cy="793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13" name=""/>
          <p:cNvSpPr/>
          <p:nvPr/>
        </p:nvSpPr>
        <p:spPr>
          <a:xfrm rot="0">
            <a:off x="1924050" y="4824412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29" y="0"/>
                </a:moveTo>
                <a:lnTo>
                  <a:pt x="60" y="0"/>
                </a:lnTo>
                <a:lnTo>
                  <a:pt x="57" y="10"/>
                </a:lnTo>
                <a:lnTo>
                  <a:pt x="54" y="18"/>
                </a:lnTo>
                <a:lnTo>
                  <a:pt x="47" y="25"/>
                </a:lnTo>
                <a:lnTo>
                  <a:pt x="38" y="29"/>
                </a:lnTo>
                <a:lnTo>
                  <a:pt x="29" y="30"/>
                </a:lnTo>
                <a:lnTo>
                  <a:pt x="20" y="29"/>
                </a:lnTo>
                <a:lnTo>
                  <a:pt x="12" y="25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14" name=""/>
          <p:cNvSpPr/>
          <p:nvPr/>
        </p:nvSpPr>
        <p:spPr>
          <a:xfrm rot="0">
            <a:off x="1924050" y="4824412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60" y="0"/>
                </a:moveTo>
                <a:lnTo>
                  <a:pt x="57" y="10"/>
                </a:lnTo>
                <a:lnTo>
                  <a:pt x="54" y="18"/>
                </a:lnTo>
                <a:lnTo>
                  <a:pt x="47" y="25"/>
                </a:lnTo>
                <a:lnTo>
                  <a:pt x="38" y="29"/>
                </a:lnTo>
                <a:lnTo>
                  <a:pt x="29" y="30"/>
                </a:lnTo>
                <a:lnTo>
                  <a:pt x="20" y="29"/>
                </a:lnTo>
                <a:lnTo>
                  <a:pt x="12" y="25"/>
                </a:lnTo>
                <a:lnTo>
                  <a:pt x="5" y="18"/>
                </a:lnTo>
                <a:lnTo>
                  <a:pt x="1" y="1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15" name=""/>
          <p:cNvSpPr/>
          <p:nvPr/>
        </p:nvSpPr>
        <p:spPr>
          <a:xfrm rot="0">
            <a:off x="1924050" y="4622800"/>
            <a:ext cx="19050" cy="201612"/>
          </a:xfrm>
          <a:custGeom>
            <a:avLst/>
            <a:ahLst/>
            <a:rect l="0" t="0" r="r" b="b"/>
            <a:pathLst>
              <a:path w="60" h="636">
                <a:moveTo>
                  <a:pt x="0" y="636"/>
                </a:moveTo>
                <a:lnTo>
                  <a:pt x="29" y="636"/>
                </a:lnTo>
                <a:lnTo>
                  <a:pt x="60" y="636"/>
                </a:lnTo>
                <a:lnTo>
                  <a:pt x="60" y="0"/>
                </a:lnTo>
                <a:lnTo>
                  <a:pt x="29" y="0"/>
                </a:lnTo>
                <a:lnTo>
                  <a:pt x="0" y="0"/>
                </a:lnTo>
                <a:lnTo>
                  <a:pt x="0" y="636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16" name=""/>
          <p:cNvSpPr/>
          <p:nvPr/>
        </p:nvSpPr>
        <p:spPr>
          <a:xfrm rot="0">
            <a:off x="1924050" y="4622800"/>
            <a:ext cx="19050" cy="201612"/>
          </a:xfrm>
          <a:custGeom>
            <a:avLst/>
            <a:ahLst/>
            <a:rect l="0" t="0" r="r" b="b"/>
            <a:pathLst>
              <a:path w="60" h="636">
                <a:moveTo>
                  <a:pt x="0" y="636"/>
                </a:moveTo>
                <a:lnTo>
                  <a:pt x="29" y="636"/>
                </a:lnTo>
                <a:lnTo>
                  <a:pt x="60" y="636"/>
                </a:lnTo>
                <a:lnTo>
                  <a:pt x="60" y="0"/>
                </a:lnTo>
                <a:lnTo>
                  <a:pt x="29" y="0"/>
                </a:lnTo>
                <a:lnTo>
                  <a:pt x="0" y="0"/>
                </a:lnTo>
                <a:lnTo>
                  <a:pt x="0" y="636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17" name=""/>
          <p:cNvSpPr/>
          <p:nvPr/>
        </p:nvSpPr>
        <p:spPr>
          <a:xfrm rot="0">
            <a:off x="1924050" y="4613275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7" y="5"/>
                </a:lnTo>
                <a:lnTo>
                  <a:pt x="54" y="12"/>
                </a:lnTo>
                <a:lnTo>
                  <a:pt x="57" y="21"/>
                </a:lnTo>
                <a:lnTo>
                  <a:pt x="60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18" name=""/>
          <p:cNvSpPr/>
          <p:nvPr/>
        </p:nvSpPr>
        <p:spPr>
          <a:xfrm rot="0">
            <a:off x="1924050" y="4613275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0" y="30"/>
                </a:move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38" y="2"/>
                </a:lnTo>
                <a:lnTo>
                  <a:pt x="47" y="5"/>
                </a:lnTo>
                <a:lnTo>
                  <a:pt x="54" y="12"/>
                </a:lnTo>
                <a:lnTo>
                  <a:pt x="57" y="21"/>
                </a:lnTo>
                <a:lnTo>
                  <a:pt x="6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19" name=""/>
          <p:cNvSpPr/>
          <p:nvPr/>
        </p:nvSpPr>
        <p:spPr>
          <a:xfrm rot="0">
            <a:off x="2614612" y="4814887"/>
            <a:ext cx="9525" cy="19050"/>
          </a:xfrm>
          <a:custGeom>
            <a:avLst/>
            <a:ahLst/>
            <a:rect l="0" t="0" r="r" b="b"/>
            <a:pathLst>
              <a:path w="31" h="60">
                <a:moveTo>
                  <a:pt x="0" y="30"/>
                </a:moveTo>
                <a:lnTo>
                  <a:pt x="0" y="0"/>
                </a:lnTo>
                <a:lnTo>
                  <a:pt x="10" y="2"/>
                </a:lnTo>
                <a:lnTo>
                  <a:pt x="18" y="6"/>
                </a:lnTo>
                <a:lnTo>
                  <a:pt x="25" y="13"/>
                </a:lnTo>
                <a:lnTo>
                  <a:pt x="28" y="21"/>
                </a:lnTo>
                <a:lnTo>
                  <a:pt x="31" y="30"/>
                </a:lnTo>
                <a:lnTo>
                  <a:pt x="28" y="40"/>
                </a:lnTo>
                <a:lnTo>
                  <a:pt x="25" y="48"/>
                </a:lnTo>
                <a:lnTo>
                  <a:pt x="18" y="55"/>
                </a:lnTo>
                <a:lnTo>
                  <a:pt x="10" y="59"/>
                </a:lnTo>
                <a:lnTo>
                  <a:pt x="0" y="6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20" name=""/>
          <p:cNvSpPr/>
          <p:nvPr/>
        </p:nvSpPr>
        <p:spPr>
          <a:xfrm rot="0">
            <a:off x="2614612" y="4814887"/>
            <a:ext cx="9525" cy="19050"/>
          </a:xfrm>
          <a:custGeom>
            <a:avLst/>
            <a:ahLst/>
            <a:rect l="0" t="0" r="r" b="b"/>
            <a:pathLst>
              <a:path w="31" h="60">
                <a:moveTo>
                  <a:pt x="0" y="0"/>
                </a:moveTo>
                <a:lnTo>
                  <a:pt x="10" y="2"/>
                </a:lnTo>
                <a:lnTo>
                  <a:pt x="18" y="6"/>
                </a:lnTo>
                <a:lnTo>
                  <a:pt x="25" y="13"/>
                </a:lnTo>
                <a:lnTo>
                  <a:pt x="28" y="21"/>
                </a:lnTo>
                <a:lnTo>
                  <a:pt x="31" y="30"/>
                </a:lnTo>
                <a:lnTo>
                  <a:pt x="28" y="40"/>
                </a:lnTo>
                <a:lnTo>
                  <a:pt x="25" y="48"/>
                </a:lnTo>
                <a:lnTo>
                  <a:pt x="18" y="55"/>
                </a:lnTo>
                <a:lnTo>
                  <a:pt x="10" y="59"/>
                </a:lnTo>
                <a:lnTo>
                  <a:pt x="0" y="6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21" name=""/>
          <p:cNvSpPr/>
          <p:nvPr/>
        </p:nvSpPr>
        <p:spPr>
          <a:xfrm rot="0">
            <a:off x="1933575" y="4814887"/>
            <a:ext cx="681037" cy="19050"/>
          </a:xfrm>
          <a:custGeom>
            <a:avLst/>
            <a:ahLst/>
            <a:rect l="0" t="0" r="r" b="b"/>
            <a:pathLst>
              <a:path w="2143" h="60">
                <a:moveTo>
                  <a:pt x="2143" y="60"/>
                </a:moveTo>
                <a:lnTo>
                  <a:pt x="2143" y="30"/>
                </a:lnTo>
                <a:lnTo>
                  <a:pt x="2143" y="0"/>
                </a:lnTo>
                <a:lnTo>
                  <a:pt x="0" y="0"/>
                </a:lnTo>
                <a:lnTo>
                  <a:pt x="0" y="30"/>
                </a:lnTo>
                <a:lnTo>
                  <a:pt x="0" y="60"/>
                </a:lnTo>
                <a:lnTo>
                  <a:pt x="2143" y="6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22" name=""/>
          <p:cNvSpPr/>
          <p:nvPr/>
        </p:nvSpPr>
        <p:spPr>
          <a:xfrm rot="0">
            <a:off x="1933575" y="4814887"/>
            <a:ext cx="681037" cy="19050"/>
          </a:xfrm>
          <a:custGeom>
            <a:avLst/>
            <a:ahLst/>
            <a:rect l="0" t="0" r="r" b="b"/>
            <a:pathLst>
              <a:path w="2143" h="60">
                <a:moveTo>
                  <a:pt x="2143" y="60"/>
                </a:moveTo>
                <a:lnTo>
                  <a:pt x="2143" y="30"/>
                </a:lnTo>
                <a:lnTo>
                  <a:pt x="2143" y="0"/>
                </a:lnTo>
                <a:lnTo>
                  <a:pt x="0" y="0"/>
                </a:lnTo>
                <a:lnTo>
                  <a:pt x="0" y="30"/>
                </a:lnTo>
                <a:lnTo>
                  <a:pt x="0" y="60"/>
                </a:lnTo>
                <a:lnTo>
                  <a:pt x="2143" y="6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23" name=""/>
          <p:cNvSpPr/>
          <p:nvPr/>
        </p:nvSpPr>
        <p:spPr>
          <a:xfrm rot="0">
            <a:off x="1924050" y="4814887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30"/>
                </a:moveTo>
                <a:lnTo>
                  <a:pt x="29" y="60"/>
                </a:lnTo>
                <a:lnTo>
                  <a:pt x="20" y="59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24" name=""/>
          <p:cNvSpPr/>
          <p:nvPr/>
        </p:nvSpPr>
        <p:spPr>
          <a:xfrm rot="0">
            <a:off x="1924050" y="4814887"/>
            <a:ext cx="9525" cy="19050"/>
          </a:xfrm>
          <a:custGeom>
            <a:avLst/>
            <a:ahLst/>
            <a:rect l="0" t="0" r="r" b="b"/>
            <a:pathLst>
              <a:path w="29" h="60">
                <a:moveTo>
                  <a:pt x="29" y="60"/>
                </a:moveTo>
                <a:lnTo>
                  <a:pt x="20" y="59"/>
                </a:lnTo>
                <a:lnTo>
                  <a:pt x="12" y="55"/>
                </a:lnTo>
                <a:lnTo>
                  <a:pt x="5" y="48"/>
                </a:lnTo>
                <a:lnTo>
                  <a:pt x="1" y="40"/>
                </a:ln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25" name=""/>
          <p:cNvSpPr/>
          <p:nvPr/>
        </p:nvSpPr>
        <p:spPr>
          <a:xfrm rot="0">
            <a:off x="1924050" y="4622800"/>
            <a:ext cx="19050" cy="9525"/>
          </a:xfrm>
          <a:custGeom>
            <a:avLst/>
            <a:ahLst/>
            <a:rect l="0" t="0" r="r" b="b"/>
            <a:pathLst>
              <a:path w="60" h="29">
                <a:moveTo>
                  <a:pt x="29" y="0"/>
                </a:moveTo>
                <a:lnTo>
                  <a:pt x="60" y="0"/>
                </a:lnTo>
                <a:lnTo>
                  <a:pt x="57" y="9"/>
                </a:lnTo>
                <a:lnTo>
                  <a:pt x="54" y="18"/>
                </a:lnTo>
                <a:lnTo>
                  <a:pt x="47" y="25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26" name=""/>
          <p:cNvSpPr/>
          <p:nvPr/>
        </p:nvSpPr>
        <p:spPr>
          <a:xfrm rot="0">
            <a:off x="1924050" y="4622800"/>
            <a:ext cx="19050" cy="9525"/>
          </a:xfrm>
          <a:custGeom>
            <a:avLst/>
            <a:ahLst/>
            <a:rect l="0" t="0" r="r" b="b"/>
            <a:pathLst>
              <a:path w="60" h="29">
                <a:moveTo>
                  <a:pt x="60" y="0"/>
                </a:moveTo>
                <a:lnTo>
                  <a:pt x="57" y="9"/>
                </a:lnTo>
                <a:lnTo>
                  <a:pt x="54" y="18"/>
                </a:lnTo>
                <a:lnTo>
                  <a:pt x="47" y="25"/>
                </a:lnTo>
                <a:lnTo>
                  <a:pt x="38" y="28"/>
                </a:lnTo>
                <a:lnTo>
                  <a:pt x="29" y="29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27" name=""/>
          <p:cNvSpPr/>
          <p:nvPr/>
        </p:nvSpPr>
        <p:spPr>
          <a:xfrm rot="0">
            <a:off x="1924050" y="4327525"/>
            <a:ext cx="19050" cy="295275"/>
          </a:xfrm>
          <a:custGeom>
            <a:avLst/>
            <a:ahLst/>
            <a:rect l="0" t="0" r="r" b="b"/>
            <a:pathLst>
              <a:path w="60" h="930">
                <a:moveTo>
                  <a:pt x="0" y="930"/>
                </a:moveTo>
                <a:lnTo>
                  <a:pt x="29" y="930"/>
                </a:lnTo>
                <a:lnTo>
                  <a:pt x="60" y="930"/>
                </a:lnTo>
                <a:lnTo>
                  <a:pt x="60" y="0"/>
                </a:lnTo>
                <a:lnTo>
                  <a:pt x="29" y="0"/>
                </a:lnTo>
                <a:lnTo>
                  <a:pt x="0" y="0"/>
                </a:lnTo>
                <a:lnTo>
                  <a:pt x="0" y="9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28" name=""/>
          <p:cNvSpPr/>
          <p:nvPr/>
        </p:nvSpPr>
        <p:spPr>
          <a:xfrm rot="0">
            <a:off x="1924050" y="4327525"/>
            <a:ext cx="19050" cy="295275"/>
          </a:xfrm>
          <a:custGeom>
            <a:avLst/>
            <a:ahLst/>
            <a:rect l="0" t="0" r="r" b="b"/>
            <a:pathLst>
              <a:path w="60" h="930">
                <a:moveTo>
                  <a:pt x="0" y="930"/>
                </a:moveTo>
                <a:lnTo>
                  <a:pt x="29" y="930"/>
                </a:lnTo>
                <a:lnTo>
                  <a:pt x="60" y="930"/>
                </a:lnTo>
                <a:lnTo>
                  <a:pt x="60" y="0"/>
                </a:lnTo>
                <a:lnTo>
                  <a:pt x="29" y="0"/>
                </a:lnTo>
                <a:lnTo>
                  <a:pt x="0" y="0"/>
                </a:lnTo>
                <a:lnTo>
                  <a:pt x="0" y="9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29" name=""/>
          <p:cNvSpPr/>
          <p:nvPr/>
        </p:nvSpPr>
        <p:spPr>
          <a:xfrm rot="0">
            <a:off x="1924050" y="4318000"/>
            <a:ext cx="19050" cy="9525"/>
          </a:xfrm>
          <a:custGeom>
            <a:avLst/>
            <a:ahLst/>
            <a:rect l="0" t="0" r="r" b="b"/>
            <a:pathLst>
              <a:path w="60" h="31">
                <a:moveTo>
                  <a:pt x="29" y="31"/>
                </a:moveTo>
                <a:lnTo>
                  <a:pt x="0" y="31"/>
                </a:lnTo>
                <a:lnTo>
                  <a:pt x="1" y="22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8" y="3"/>
                </a:lnTo>
                <a:lnTo>
                  <a:pt x="47" y="6"/>
                </a:lnTo>
                <a:lnTo>
                  <a:pt x="54" y="13"/>
                </a:lnTo>
                <a:lnTo>
                  <a:pt x="57" y="22"/>
                </a:lnTo>
                <a:lnTo>
                  <a:pt x="60" y="31"/>
                </a:lnTo>
                <a:lnTo>
                  <a:pt x="29" y="31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30" name=""/>
          <p:cNvSpPr/>
          <p:nvPr/>
        </p:nvSpPr>
        <p:spPr>
          <a:xfrm rot="0">
            <a:off x="1924050" y="4318000"/>
            <a:ext cx="19050" cy="9525"/>
          </a:xfrm>
          <a:custGeom>
            <a:avLst/>
            <a:ahLst/>
            <a:rect l="0" t="0" r="r" b="b"/>
            <a:pathLst>
              <a:path w="60" h="31">
                <a:moveTo>
                  <a:pt x="0" y="31"/>
                </a:moveTo>
                <a:lnTo>
                  <a:pt x="1" y="22"/>
                </a:lnTo>
                <a:lnTo>
                  <a:pt x="5" y="13"/>
                </a:lnTo>
                <a:lnTo>
                  <a:pt x="12" y="6"/>
                </a:lnTo>
                <a:lnTo>
                  <a:pt x="20" y="3"/>
                </a:lnTo>
                <a:lnTo>
                  <a:pt x="29" y="0"/>
                </a:lnTo>
                <a:lnTo>
                  <a:pt x="38" y="3"/>
                </a:lnTo>
                <a:lnTo>
                  <a:pt x="47" y="6"/>
                </a:lnTo>
                <a:lnTo>
                  <a:pt x="54" y="13"/>
                </a:lnTo>
                <a:lnTo>
                  <a:pt x="57" y="22"/>
                </a:lnTo>
                <a:lnTo>
                  <a:pt x="60" y="3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31" name=""/>
          <p:cNvSpPr/>
          <p:nvPr/>
        </p:nvSpPr>
        <p:spPr>
          <a:xfrm rot="0" flipH="1">
            <a:off x="2554287" y="4622800"/>
            <a:ext cx="603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32" name=""/>
          <p:cNvSpPr/>
          <p:nvPr/>
        </p:nvSpPr>
        <p:spPr>
          <a:xfrm rot="0" flipH="1">
            <a:off x="2425700" y="4622800"/>
            <a:ext cx="857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33" name=""/>
          <p:cNvSpPr/>
          <p:nvPr/>
        </p:nvSpPr>
        <p:spPr>
          <a:xfrm rot="0" flipH="1">
            <a:off x="2295525" y="4622800"/>
            <a:ext cx="857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34" name=""/>
          <p:cNvSpPr/>
          <p:nvPr/>
        </p:nvSpPr>
        <p:spPr>
          <a:xfrm rot="0" flipH="1">
            <a:off x="2165350" y="4622800"/>
            <a:ext cx="8731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35" name=""/>
          <p:cNvSpPr/>
          <p:nvPr/>
        </p:nvSpPr>
        <p:spPr>
          <a:xfrm rot="0" flipH="1">
            <a:off x="2036762" y="4622800"/>
            <a:ext cx="857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36" name=""/>
          <p:cNvSpPr/>
          <p:nvPr/>
        </p:nvSpPr>
        <p:spPr>
          <a:xfrm rot="0" flipH="1">
            <a:off x="1933575" y="4622800"/>
            <a:ext cx="6032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75437" name=""/>
          <p:cNvSpPr/>
          <p:nvPr/>
        </p:nvSpPr>
        <p:spPr>
          <a:xfrm rot="0">
            <a:off x="2605087" y="4908550"/>
            <a:ext cx="9525" cy="17462"/>
          </a:xfrm>
          <a:custGeom>
            <a:avLst/>
            <a:ahLst/>
            <a:rect l="0" t="0" r="r" b="b"/>
            <a:pathLst>
              <a:path w="29" h="59">
                <a:moveTo>
                  <a:pt x="29" y="30"/>
                </a:moveTo>
                <a:lnTo>
                  <a:pt x="29" y="59"/>
                </a:lnTo>
                <a:lnTo>
                  <a:pt x="20" y="58"/>
                </a:lnTo>
                <a:lnTo>
                  <a:pt x="12" y="55"/>
                </a:lnTo>
                <a:lnTo>
                  <a:pt x="5" y="48"/>
                </a:lnTo>
                <a:lnTo>
                  <a:pt x="1" y="39"/>
                </a:lnTo>
                <a:lnTo>
                  <a:pt x="0" y="30"/>
                </a:ln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38" name=""/>
          <p:cNvSpPr/>
          <p:nvPr/>
        </p:nvSpPr>
        <p:spPr>
          <a:xfrm rot="0">
            <a:off x="2605087" y="4908550"/>
            <a:ext cx="9525" cy="17462"/>
          </a:xfrm>
          <a:custGeom>
            <a:avLst/>
            <a:ahLst/>
            <a:rect l="0" t="0" r="r" b="b"/>
            <a:pathLst>
              <a:path w="29" h="59">
                <a:moveTo>
                  <a:pt x="29" y="59"/>
                </a:moveTo>
                <a:lnTo>
                  <a:pt x="20" y="58"/>
                </a:lnTo>
                <a:lnTo>
                  <a:pt x="12" y="55"/>
                </a:lnTo>
                <a:lnTo>
                  <a:pt x="5" y="48"/>
                </a:lnTo>
                <a:lnTo>
                  <a:pt x="1" y="39"/>
                </a:lnTo>
                <a:lnTo>
                  <a:pt x="0" y="30"/>
                </a:lnTo>
                <a:lnTo>
                  <a:pt x="1" y="21"/>
                </a:lnTo>
                <a:lnTo>
                  <a:pt x="5" y="12"/>
                </a:lnTo>
                <a:lnTo>
                  <a:pt x="12" y="5"/>
                </a:lnTo>
                <a:lnTo>
                  <a:pt x="20" y="2"/>
                </a:lnTo>
                <a:lnTo>
                  <a:pt x="2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39" name=""/>
          <p:cNvSpPr/>
          <p:nvPr/>
        </p:nvSpPr>
        <p:spPr>
          <a:xfrm rot="0">
            <a:off x="2614612" y="4908550"/>
            <a:ext cx="666750" cy="17462"/>
          </a:xfrm>
          <a:custGeom>
            <a:avLst/>
            <a:ahLst/>
            <a:rect l="0" t="0" r="r" b="b"/>
            <a:pathLst>
              <a:path w="2099" h="59">
                <a:moveTo>
                  <a:pt x="0" y="0"/>
                </a:moveTo>
                <a:lnTo>
                  <a:pt x="0" y="30"/>
                </a:lnTo>
                <a:lnTo>
                  <a:pt x="0" y="59"/>
                </a:lnTo>
                <a:lnTo>
                  <a:pt x="2099" y="59"/>
                </a:lnTo>
                <a:lnTo>
                  <a:pt x="2099" y="30"/>
                </a:lnTo>
                <a:lnTo>
                  <a:pt x="2099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40" name=""/>
          <p:cNvSpPr/>
          <p:nvPr/>
        </p:nvSpPr>
        <p:spPr>
          <a:xfrm rot="0">
            <a:off x="2614612" y="4908550"/>
            <a:ext cx="666750" cy="17462"/>
          </a:xfrm>
          <a:custGeom>
            <a:avLst/>
            <a:ahLst/>
            <a:rect l="0" t="0" r="r" b="b"/>
            <a:pathLst>
              <a:path w="2099" h="59">
                <a:moveTo>
                  <a:pt x="0" y="0"/>
                </a:moveTo>
                <a:lnTo>
                  <a:pt x="0" y="30"/>
                </a:lnTo>
                <a:lnTo>
                  <a:pt x="0" y="59"/>
                </a:lnTo>
                <a:lnTo>
                  <a:pt x="2099" y="59"/>
                </a:lnTo>
                <a:lnTo>
                  <a:pt x="2099" y="30"/>
                </a:lnTo>
                <a:lnTo>
                  <a:pt x="2099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41" name=""/>
          <p:cNvSpPr/>
          <p:nvPr/>
        </p:nvSpPr>
        <p:spPr>
          <a:xfrm rot="0">
            <a:off x="3281362" y="4908550"/>
            <a:ext cx="9525" cy="17462"/>
          </a:xfrm>
          <a:custGeom>
            <a:avLst/>
            <a:ahLst/>
            <a:rect l="0" t="0" r="r" b="b"/>
            <a:pathLst>
              <a:path w="31" h="59">
                <a:moveTo>
                  <a:pt x="0" y="30"/>
                </a:moveTo>
                <a:lnTo>
                  <a:pt x="0" y="0"/>
                </a:lnTo>
                <a:lnTo>
                  <a:pt x="9" y="2"/>
                </a:lnTo>
                <a:lnTo>
                  <a:pt x="18" y="5"/>
                </a:lnTo>
                <a:lnTo>
                  <a:pt x="25" y="12"/>
                </a:lnTo>
                <a:lnTo>
                  <a:pt x="28" y="21"/>
                </a:lnTo>
                <a:lnTo>
                  <a:pt x="31" y="30"/>
                </a:lnTo>
                <a:lnTo>
                  <a:pt x="28" y="39"/>
                </a:lnTo>
                <a:lnTo>
                  <a:pt x="25" y="48"/>
                </a:lnTo>
                <a:lnTo>
                  <a:pt x="18" y="55"/>
                </a:lnTo>
                <a:lnTo>
                  <a:pt x="9" y="58"/>
                </a:lnTo>
                <a:lnTo>
                  <a:pt x="0" y="59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42" name=""/>
          <p:cNvSpPr/>
          <p:nvPr/>
        </p:nvSpPr>
        <p:spPr>
          <a:xfrm rot="0">
            <a:off x="3281362" y="4908550"/>
            <a:ext cx="9525" cy="17462"/>
          </a:xfrm>
          <a:custGeom>
            <a:avLst/>
            <a:ahLst/>
            <a:rect l="0" t="0" r="r" b="b"/>
            <a:pathLst>
              <a:path w="31" h="59">
                <a:moveTo>
                  <a:pt x="0" y="0"/>
                </a:moveTo>
                <a:lnTo>
                  <a:pt x="9" y="2"/>
                </a:lnTo>
                <a:lnTo>
                  <a:pt x="18" y="5"/>
                </a:lnTo>
                <a:lnTo>
                  <a:pt x="25" y="12"/>
                </a:lnTo>
                <a:lnTo>
                  <a:pt x="28" y="21"/>
                </a:lnTo>
                <a:lnTo>
                  <a:pt x="31" y="30"/>
                </a:lnTo>
                <a:lnTo>
                  <a:pt x="28" y="39"/>
                </a:lnTo>
                <a:lnTo>
                  <a:pt x="25" y="48"/>
                </a:lnTo>
                <a:lnTo>
                  <a:pt x="18" y="55"/>
                </a:lnTo>
                <a:lnTo>
                  <a:pt x="9" y="58"/>
                </a:lnTo>
                <a:lnTo>
                  <a:pt x="0" y="59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43" name=""/>
          <p:cNvSpPr/>
          <p:nvPr/>
        </p:nvSpPr>
        <p:spPr>
          <a:xfrm rot="0">
            <a:off x="2605087" y="4814887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29" y="30"/>
                </a:moveTo>
                <a:lnTo>
                  <a:pt x="0" y="30"/>
                </a:ln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9" y="2"/>
                </a:lnTo>
                <a:lnTo>
                  <a:pt x="47" y="6"/>
                </a:lnTo>
                <a:lnTo>
                  <a:pt x="54" y="13"/>
                </a:lnTo>
                <a:lnTo>
                  <a:pt x="57" y="21"/>
                </a:lnTo>
                <a:lnTo>
                  <a:pt x="60" y="30"/>
                </a:lnTo>
                <a:lnTo>
                  <a:pt x="29" y="3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44" name=""/>
          <p:cNvSpPr/>
          <p:nvPr/>
        </p:nvSpPr>
        <p:spPr>
          <a:xfrm rot="0">
            <a:off x="2605087" y="4814887"/>
            <a:ext cx="19050" cy="9525"/>
          </a:xfrm>
          <a:custGeom>
            <a:avLst/>
            <a:ahLst/>
            <a:rect l="0" t="0" r="r" b="b"/>
            <a:pathLst>
              <a:path w="60" h="30">
                <a:moveTo>
                  <a:pt x="0" y="30"/>
                </a:moveTo>
                <a:lnTo>
                  <a:pt x="1" y="21"/>
                </a:lnTo>
                <a:lnTo>
                  <a:pt x="5" y="13"/>
                </a:lnTo>
                <a:lnTo>
                  <a:pt x="12" y="6"/>
                </a:lnTo>
                <a:lnTo>
                  <a:pt x="20" y="2"/>
                </a:lnTo>
                <a:lnTo>
                  <a:pt x="29" y="0"/>
                </a:lnTo>
                <a:lnTo>
                  <a:pt x="39" y="2"/>
                </a:lnTo>
                <a:lnTo>
                  <a:pt x="47" y="6"/>
                </a:lnTo>
                <a:lnTo>
                  <a:pt x="54" y="13"/>
                </a:lnTo>
                <a:lnTo>
                  <a:pt x="57" y="21"/>
                </a:lnTo>
                <a:lnTo>
                  <a:pt x="60" y="3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45" name=""/>
          <p:cNvSpPr/>
          <p:nvPr/>
        </p:nvSpPr>
        <p:spPr>
          <a:xfrm rot="0">
            <a:off x="2605087" y="4824412"/>
            <a:ext cx="19050" cy="93662"/>
          </a:xfrm>
          <a:custGeom>
            <a:avLst/>
            <a:ahLst/>
            <a:rect l="0" t="0" r="r" b="b"/>
            <a:pathLst>
              <a:path w="60" h="293">
                <a:moveTo>
                  <a:pt x="60" y="0"/>
                </a:moveTo>
                <a:lnTo>
                  <a:pt x="29" y="0"/>
                </a:lnTo>
                <a:lnTo>
                  <a:pt x="0" y="0"/>
                </a:lnTo>
                <a:lnTo>
                  <a:pt x="0" y="293"/>
                </a:lnTo>
                <a:lnTo>
                  <a:pt x="29" y="293"/>
                </a:lnTo>
                <a:lnTo>
                  <a:pt x="60" y="293"/>
                </a:lnTo>
                <a:lnTo>
                  <a:pt x="6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46" name=""/>
          <p:cNvSpPr/>
          <p:nvPr/>
        </p:nvSpPr>
        <p:spPr>
          <a:xfrm rot="0">
            <a:off x="2605087" y="4824412"/>
            <a:ext cx="19050" cy="93662"/>
          </a:xfrm>
          <a:custGeom>
            <a:avLst/>
            <a:ahLst/>
            <a:rect l="0" t="0" r="r" b="b"/>
            <a:pathLst>
              <a:path w="60" h="293">
                <a:moveTo>
                  <a:pt x="60" y="0"/>
                </a:moveTo>
                <a:lnTo>
                  <a:pt x="29" y="0"/>
                </a:lnTo>
                <a:lnTo>
                  <a:pt x="0" y="0"/>
                </a:lnTo>
                <a:lnTo>
                  <a:pt x="0" y="293"/>
                </a:lnTo>
                <a:lnTo>
                  <a:pt x="29" y="293"/>
                </a:lnTo>
                <a:lnTo>
                  <a:pt x="60" y="293"/>
                </a:lnTo>
                <a:lnTo>
                  <a:pt x="6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5447" name=""/>
          <p:cNvSpPr/>
          <p:nvPr/>
        </p:nvSpPr>
        <p:spPr>
          <a:xfrm rot="0">
            <a:off x="2605087" y="4918075"/>
            <a:ext cx="19050" cy="7937"/>
          </a:xfrm>
          <a:custGeom>
            <a:avLst/>
            <a:ahLst/>
            <a:rect l="0" t="0" r="r" b="b"/>
            <a:pathLst>
              <a:path w="60" h="29">
                <a:moveTo>
                  <a:pt x="29" y="0"/>
                </a:moveTo>
                <a:lnTo>
                  <a:pt x="60" y="0"/>
                </a:lnTo>
                <a:lnTo>
                  <a:pt x="57" y="9"/>
                </a:lnTo>
                <a:lnTo>
                  <a:pt x="54" y="18"/>
                </a:lnTo>
                <a:lnTo>
                  <a:pt x="47" y="25"/>
                </a:lnTo>
                <a:lnTo>
                  <a:pt x="39" y="28"/>
                </a:lnTo>
                <a:lnTo>
                  <a:pt x="29" y="29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9"/>
                </a:lnTo>
                <a:lnTo>
                  <a:pt x="0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5448" name=""/>
          <p:cNvSpPr/>
          <p:nvPr/>
        </p:nvSpPr>
        <p:spPr>
          <a:xfrm rot="0">
            <a:off x="2605087" y="4918075"/>
            <a:ext cx="19050" cy="7937"/>
          </a:xfrm>
          <a:custGeom>
            <a:avLst/>
            <a:ahLst/>
            <a:rect l="0" t="0" r="r" b="b"/>
            <a:pathLst>
              <a:path w="60" h="29">
                <a:moveTo>
                  <a:pt x="60" y="0"/>
                </a:moveTo>
                <a:lnTo>
                  <a:pt x="57" y="9"/>
                </a:lnTo>
                <a:lnTo>
                  <a:pt x="54" y="18"/>
                </a:lnTo>
                <a:lnTo>
                  <a:pt x="47" y="25"/>
                </a:lnTo>
                <a:lnTo>
                  <a:pt x="39" y="28"/>
                </a:lnTo>
                <a:lnTo>
                  <a:pt x="29" y="29"/>
                </a:lnTo>
                <a:lnTo>
                  <a:pt x="20" y="28"/>
                </a:lnTo>
                <a:lnTo>
                  <a:pt x="12" y="25"/>
                </a:lnTo>
                <a:lnTo>
                  <a:pt x="5" y="18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7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376" name=""/>
          <p:cNvGrpSpPr/>
          <p:nvPr/>
        </p:nvGrpSpPr>
        <p:grpSpPr>
          <a:xfrm rot="0">
            <a:off x="2232025" y="1806575"/>
            <a:ext cx="4462462" cy="3275012"/>
            <a:chOff x="717" y="860"/>
            <a:chExt cx="2811" cy="2063"/>
          </a:xfrm>
        </p:grpSpPr>
        <p:grpSp>
          <p:nvGrpSpPr>
            <p:cNvPr id="377" name=""/>
            <p:cNvGrpSpPr/>
            <p:nvPr/>
          </p:nvGrpSpPr>
          <p:grpSpPr>
            <a:xfrm rot="0">
              <a:off x="717" y="860"/>
              <a:ext cx="2811" cy="1634"/>
              <a:chOff x="717" y="860"/>
              <a:chExt cx="2811" cy="1634"/>
            </a:xfrm>
          </p:grpSpPr>
          <p:sp>
            <p:nvSpPr>
              <p:cNvPr id="1075449" name=""/>
              <p:cNvSpPr/>
              <p:nvPr/>
            </p:nvSpPr>
            <p:spPr>
              <a:xfrm rot="0">
                <a:off x="717" y="2493"/>
                <a:ext cx="13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0" name=""/>
              <p:cNvSpPr/>
              <p:nvPr/>
            </p:nvSpPr>
            <p:spPr>
              <a:xfrm rot="0">
                <a:off x="898" y="2493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1" name=""/>
              <p:cNvSpPr/>
              <p:nvPr/>
            </p:nvSpPr>
            <p:spPr>
              <a:xfrm rot="0">
                <a:off x="980" y="2493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2" name=""/>
              <p:cNvSpPr/>
              <p:nvPr/>
            </p:nvSpPr>
            <p:spPr>
              <a:xfrm rot="0">
                <a:off x="1270" y="2493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3" name=""/>
              <p:cNvSpPr/>
              <p:nvPr/>
            </p:nvSpPr>
            <p:spPr>
              <a:xfrm rot="0">
                <a:off x="1352" y="2493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4" name=""/>
              <p:cNvSpPr/>
              <p:nvPr/>
            </p:nvSpPr>
            <p:spPr>
              <a:xfrm rot="0">
                <a:off x="1642" y="2493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5" name=""/>
              <p:cNvSpPr/>
              <p:nvPr/>
            </p:nvSpPr>
            <p:spPr>
              <a:xfrm rot="0">
                <a:off x="1724" y="2493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6" name=""/>
              <p:cNvSpPr/>
              <p:nvPr/>
            </p:nvSpPr>
            <p:spPr>
              <a:xfrm rot="0">
                <a:off x="2014" y="2493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7" name=""/>
              <p:cNvSpPr/>
              <p:nvPr/>
            </p:nvSpPr>
            <p:spPr>
              <a:xfrm rot="0">
                <a:off x="2097" y="2493"/>
                <a:ext cx="13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8" name=""/>
              <p:cNvSpPr/>
              <p:nvPr/>
            </p:nvSpPr>
            <p:spPr>
              <a:xfrm rot="0">
                <a:off x="717" y="1381"/>
                <a:ext cx="13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59" name=""/>
              <p:cNvSpPr/>
              <p:nvPr/>
            </p:nvSpPr>
            <p:spPr>
              <a:xfrm rot="0">
                <a:off x="898" y="1381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0" name=""/>
              <p:cNvSpPr/>
              <p:nvPr/>
            </p:nvSpPr>
            <p:spPr>
              <a:xfrm rot="0">
                <a:off x="980" y="1381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1" name=""/>
              <p:cNvSpPr/>
              <p:nvPr/>
            </p:nvSpPr>
            <p:spPr>
              <a:xfrm rot="0">
                <a:off x="1270" y="1381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2" name=""/>
              <p:cNvSpPr/>
              <p:nvPr/>
            </p:nvSpPr>
            <p:spPr>
              <a:xfrm rot="0">
                <a:off x="1352" y="1381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3" name=""/>
              <p:cNvSpPr/>
              <p:nvPr/>
            </p:nvSpPr>
            <p:spPr>
              <a:xfrm rot="0">
                <a:off x="1642" y="1381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4" name=""/>
              <p:cNvSpPr/>
              <p:nvPr/>
            </p:nvSpPr>
            <p:spPr>
              <a:xfrm rot="0">
                <a:off x="1724" y="1381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5" name=""/>
              <p:cNvSpPr/>
              <p:nvPr/>
            </p:nvSpPr>
            <p:spPr>
              <a:xfrm rot="0">
                <a:off x="2014" y="1381"/>
                <a:ext cx="4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6" name=""/>
              <p:cNvSpPr/>
              <p:nvPr/>
            </p:nvSpPr>
            <p:spPr>
              <a:xfrm rot="0">
                <a:off x="2097" y="1381"/>
                <a:ext cx="13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7" name=""/>
              <p:cNvSpPr/>
              <p:nvPr/>
            </p:nvSpPr>
            <p:spPr>
              <a:xfrm rot="0">
                <a:off x="3007" y="860"/>
                <a:ext cx="1" cy="27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8" name=""/>
              <p:cNvSpPr/>
              <p:nvPr/>
            </p:nvSpPr>
            <p:spPr>
              <a:xfrm rot="0">
                <a:off x="3007" y="1174"/>
                <a:ext cx="1" cy="4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69" name=""/>
              <p:cNvSpPr/>
              <p:nvPr/>
            </p:nvSpPr>
            <p:spPr>
              <a:xfrm rot="0">
                <a:off x="3007" y="1257"/>
                <a:ext cx="1" cy="24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0" name=""/>
              <p:cNvSpPr/>
              <p:nvPr/>
            </p:nvSpPr>
            <p:spPr>
              <a:xfrm rot="0">
                <a:off x="3007" y="1547"/>
                <a:ext cx="1" cy="4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1" name=""/>
              <p:cNvSpPr/>
              <p:nvPr/>
            </p:nvSpPr>
            <p:spPr>
              <a:xfrm rot="0">
                <a:off x="3007" y="1630"/>
                <a:ext cx="1" cy="27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2" name=""/>
              <p:cNvSpPr/>
              <p:nvPr/>
            </p:nvSpPr>
            <p:spPr>
              <a:xfrm rot="0">
                <a:off x="2486" y="1381"/>
                <a:ext cx="27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3" name=""/>
              <p:cNvSpPr/>
              <p:nvPr/>
            </p:nvSpPr>
            <p:spPr>
              <a:xfrm rot="0">
                <a:off x="2800" y="1381"/>
                <a:ext cx="4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4" name=""/>
              <p:cNvSpPr/>
              <p:nvPr/>
            </p:nvSpPr>
            <p:spPr>
              <a:xfrm rot="0">
                <a:off x="2883" y="1381"/>
                <a:ext cx="2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5" name=""/>
              <p:cNvSpPr/>
              <p:nvPr/>
            </p:nvSpPr>
            <p:spPr>
              <a:xfrm rot="0">
                <a:off x="3172" y="1381"/>
                <a:ext cx="4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6" name=""/>
              <p:cNvSpPr/>
              <p:nvPr/>
            </p:nvSpPr>
            <p:spPr>
              <a:xfrm rot="0">
                <a:off x="3255" y="1381"/>
                <a:ext cx="27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7" name=""/>
              <p:cNvSpPr/>
              <p:nvPr/>
            </p:nvSpPr>
            <p:spPr>
              <a:xfrm rot="0">
                <a:off x="1308" y="1798"/>
                <a:ext cx="7" cy="13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27"/>
                    </a:moveTo>
                    <a:lnTo>
                      <a:pt x="26" y="54"/>
                    </a:ln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78" name=""/>
              <p:cNvSpPr/>
              <p:nvPr/>
            </p:nvSpPr>
            <p:spPr>
              <a:xfrm rot="0">
                <a:off x="1308" y="1798"/>
                <a:ext cx="7" cy="13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54"/>
                    </a:move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79" name=""/>
              <p:cNvSpPr/>
              <p:nvPr/>
            </p:nvSpPr>
            <p:spPr>
              <a:xfrm rot="0">
                <a:off x="1315" y="1798"/>
                <a:ext cx="813" cy="13"/>
              </a:xfrm>
              <a:custGeom>
                <a:avLst/>
                <a:ahLst/>
                <a:rect l="0" t="0" r="r" b="b"/>
                <a:pathLst>
                  <a:path w="3255" h="54">
                    <a:moveTo>
                      <a:pt x="0" y="0"/>
                    </a:moveTo>
                    <a:lnTo>
                      <a:pt x="0" y="27"/>
                    </a:lnTo>
                    <a:lnTo>
                      <a:pt x="0" y="54"/>
                    </a:lnTo>
                    <a:lnTo>
                      <a:pt x="3255" y="54"/>
                    </a:lnTo>
                    <a:lnTo>
                      <a:pt x="3255" y="27"/>
                    </a:lnTo>
                    <a:lnTo>
                      <a:pt x="325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80" name=""/>
              <p:cNvSpPr/>
              <p:nvPr/>
            </p:nvSpPr>
            <p:spPr>
              <a:xfrm rot="0">
                <a:off x="1315" y="1798"/>
                <a:ext cx="813" cy="13"/>
              </a:xfrm>
              <a:custGeom>
                <a:avLst/>
                <a:ahLst/>
                <a:rect l="0" t="0" r="r" b="b"/>
                <a:pathLst>
                  <a:path w="3255" h="54">
                    <a:moveTo>
                      <a:pt x="0" y="0"/>
                    </a:moveTo>
                    <a:lnTo>
                      <a:pt x="0" y="27"/>
                    </a:lnTo>
                    <a:lnTo>
                      <a:pt x="0" y="54"/>
                    </a:lnTo>
                    <a:lnTo>
                      <a:pt x="3255" y="54"/>
                    </a:lnTo>
                    <a:lnTo>
                      <a:pt x="3255" y="27"/>
                    </a:lnTo>
                    <a:lnTo>
                      <a:pt x="325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81" name=""/>
              <p:cNvSpPr/>
              <p:nvPr/>
            </p:nvSpPr>
            <p:spPr>
              <a:xfrm rot="0">
                <a:off x="2128" y="1798"/>
                <a:ext cx="7" cy="13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0" y="27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5" y="19"/>
                    </a:lnTo>
                    <a:lnTo>
                      <a:pt x="27" y="27"/>
                    </a:lnTo>
                    <a:lnTo>
                      <a:pt x="25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8" y="53"/>
                    </a:lnTo>
                    <a:lnTo>
                      <a:pt x="0" y="54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82" name=""/>
              <p:cNvSpPr/>
              <p:nvPr/>
            </p:nvSpPr>
            <p:spPr>
              <a:xfrm rot="0">
                <a:off x="2128" y="1798"/>
                <a:ext cx="7" cy="13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5" y="19"/>
                    </a:lnTo>
                    <a:lnTo>
                      <a:pt x="27" y="27"/>
                    </a:lnTo>
                    <a:lnTo>
                      <a:pt x="25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8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83" name=""/>
              <p:cNvSpPr/>
              <p:nvPr/>
            </p:nvSpPr>
            <p:spPr>
              <a:xfrm rot="0">
                <a:off x="2128" y="951"/>
                <a:ext cx="7" cy="13"/>
              </a:xfrm>
              <a:custGeom>
                <a:avLst/>
                <a:ahLst/>
                <a:rect l="0" t="0" r="r" b="b"/>
                <a:pathLst>
                  <a:path w="27" h="53">
                    <a:moveTo>
                      <a:pt x="0" y="27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5" y="19"/>
                    </a:lnTo>
                    <a:lnTo>
                      <a:pt x="27" y="27"/>
                    </a:lnTo>
                    <a:lnTo>
                      <a:pt x="25" y="36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8" y="52"/>
                    </a:lnTo>
                    <a:lnTo>
                      <a:pt x="0" y="53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84" name=""/>
              <p:cNvSpPr/>
              <p:nvPr/>
            </p:nvSpPr>
            <p:spPr>
              <a:xfrm rot="0">
                <a:off x="2128" y="951"/>
                <a:ext cx="7" cy="13"/>
              </a:xfrm>
              <a:custGeom>
                <a:avLst/>
                <a:ahLst/>
                <a:rect l="0" t="0" r="r" b="b"/>
                <a:pathLst>
                  <a:path w="27" h="53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5" y="19"/>
                    </a:lnTo>
                    <a:lnTo>
                      <a:pt x="27" y="27"/>
                    </a:lnTo>
                    <a:lnTo>
                      <a:pt x="25" y="36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8" y="52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85" name=""/>
              <p:cNvSpPr/>
              <p:nvPr/>
            </p:nvSpPr>
            <p:spPr>
              <a:xfrm rot="0">
                <a:off x="1315" y="951"/>
                <a:ext cx="813" cy="13"/>
              </a:xfrm>
              <a:custGeom>
                <a:avLst/>
                <a:ahLst/>
                <a:rect l="0" t="0" r="r" b="b"/>
                <a:pathLst>
                  <a:path w="3255" h="53">
                    <a:moveTo>
                      <a:pt x="3255" y="53"/>
                    </a:moveTo>
                    <a:lnTo>
                      <a:pt x="3255" y="27"/>
                    </a:lnTo>
                    <a:lnTo>
                      <a:pt x="3255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3255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86" name=""/>
              <p:cNvSpPr/>
              <p:nvPr/>
            </p:nvSpPr>
            <p:spPr>
              <a:xfrm rot="0">
                <a:off x="1315" y="951"/>
                <a:ext cx="813" cy="13"/>
              </a:xfrm>
              <a:custGeom>
                <a:avLst/>
                <a:ahLst/>
                <a:rect l="0" t="0" r="r" b="b"/>
                <a:pathLst>
                  <a:path w="3255" h="53">
                    <a:moveTo>
                      <a:pt x="3255" y="53"/>
                    </a:moveTo>
                    <a:lnTo>
                      <a:pt x="3255" y="27"/>
                    </a:lnTo>
                    <a:lnTo>
                      <a:pt x="3255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3255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87" name=""/>
              <p:cNvSpPr/>
              <p:nvPr/>
            </p:nvSpPr>
            <p:spPr>
              <a:xfrm rot="0">
                <a:off x="1308" y="951"/>
                <a:ext cx="7" cy="13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27"/>
                    </a:moveTo>
                    <a:lnTo>
                      <a:pt x="26" y="53"/>
                    </a:ln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88" name=""/>
              <p:cNvSpPr/>
              <p:nvPr/>
            </p:nvSpPr>
            <p:spPr>
              <a:xfrm rot="0">
                <a:off x="1308" y="951"/>
                <a:ext cx="7" cy="13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53"/>
                    </a:move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89" name=""/>
              <p:cNvSpPr/>
              <p:nvPr/>
            </p:nvSpPr>
            <p:spPr>
              <a:xfrm rot="0">
                <a:off x="2122" y="951"/>
                <a:ext cx="13" cy="7"/>
              </a:xfrm>
              <a:custGeom>
                <a:avLst/>
                <a:ahLst/>
                <a:rect l="0" t="0" r="r" b="b"/>
                <a:pathLst>
                  <a:path w="53" h="27">
                    <a:moveTo>
                      <a:pt x="26" y="27"/>
                    </a:moveTo>
                    <a:lnTo>
                      <a:pt x="0" y="27"/>
                    </a:lnTo>
                    <a:lnTo>
                      <a:pt x="1" y="19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11"/>
                    </a:lnTo>
                    <a:lnTo>
                      <a:pt x="51" y="19"/>
                    </a:lnTo>
                    <a:lnTo>
                      <a:pt x="53" y="27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90" name=""/>
              <p:cNvSpPr/>
              <p:nvPr/>
            </p:nvSpPr>
            <p:spPr>
              <a:xfrm rot="0">
                <a:off x="2122" y="951"/>
                <a:ext cx="13" cy="7"/>
              </a:xfrm>
              <a:custGeom>
                <a:avLst/>
                <a:ahLst/>
                <a:rect l="0" t="0" r="r" b="b"/>
                <a:pathLst>
                  <a:path w="53" h="27">
                    <a:moveTo>
                      <a:pt x="0" y="27"/>
                    </a:moveTo>
                    <a:lnTo>
                      <a:pt x="1" y="19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11"/>
                    </a:lnTo>
                    <a:lnTo>
                      <a:pt x="51" y="19"/>
                    </a:lnTo>
                    <a:lnTo>
                      <a:pt x="53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91" name=""/>
              <p:cNvSpPr/>
              <p:nvPr/>
            </p:nvSpPr>
            <p:spPr>
              <a:xfrm rot="0">
                <a:off x="2122" y="958"/>
                <a:ext cx="13" cy="847"/>
              </a:xfrm>
              <a:custGeom>
                <a:avLst/>
                <a:ahLst/>
                <a:rect l="0" t="0" r="r" b="b"/>
                <a:pathLst>
                  <a:path w="53" h="3388">
                    <a:moveTo>
                      <a:pt x="53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3388"/>
                    </a:lnTo>
                    <a:lnTo>
                      <a:pt x="26" y="3388"/>
                    </a:lnTo>
                    <a:lnTo>
                      <a:pt x="53" y="3388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92" name=""/>
              <p:cNvSpPr/>
              <p:nvPr/>
            </p:nvSpPr>
            <p:spPr>
              <a:xfrm rot="0">
                <a:off x="2122" y="958"/>
                <a:ext cx="13" cy="847"/>
              </a:xfrm>
              <a:custGeom>
                <a:avLst/>
                <a:ahLst/>
                <a:rect l="0" t="0" r="r" b="b"/>
                <a:pathLst>
                  <a:path w="53" h="3388">
                    <a:moveTo>
                      <a:pt x="53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3388"/>
                    </a:lnTo>
                    <a:lnTo>
                      <a:pt x="26" y="3388"/>
                    </a:lnTo>
                    <a:lnTo>
                      <a:pt x="53" y="3388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93" name=""/>
              <p:cNvSpPr/>
              <p:nvPr/>
            </p:nvSpPr>
            <p:spPr>
              <a:xfrm rot="0">
                <a:off x="2122" y="1805"/>
                <a:ext cx="13" cy="6"/>
              </a:xfrm>
              <a:custGeom>
                <a:avLst/>
                <a:ahLst/>
                <a:rect l="0" t="0" r="r" b="b"/>
                <a:pathLst>
                  <a:path w="53" h="27">
                    <a:moveTo>
                      <a:pt x="26" y="0"/>
                    </a:moveTo>
                    <a:lnTo>
                      <a:pt x="53" y="0"/>
                    </a:lnTo>
                    <a:lnTo>
                      <a:pt x="51" y="9"/>
                    </a:lnTo>
                    <a:lnTo>
                      <a:pt x="48" y="16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6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94" name=""/>
              <p:cNvSpPr/>
              <p:nvPr/>
            </p:nvSpPr>
            <p:spPr>
              <a:xfrm rot="0">
                <a:off x="2122" y="1805"/>
                <a:ext cx="13" cy="6"/>
              </a:xfrm>
              <a:custGeom>
                <a:avLst/>
                <a:ahLst/>
                <a:rect l="0" t="0" r="r" b="b"/>
                <a:pathLst>
                  <a:path w="53" h="27">
                    <a:moveTo>
                      <a:pt x="53" y="0"/>
                    </a:moveTo>
                    <a:lnTo>
                      <a:pt x="51" y="9"/>
                    </a:lnTo>
                    <a:lnTo>
                      <a:pt x="48" y="16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6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95" name=""/>
              <p:cNvSpPr/>
              <p:nvPr/>
            </p:nvSpPr>
            <p:spPr>
              <a:xfrm rot="0">
                <a:off x="1308" y="1805"/>
                <a:ext cx="14" cy="6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26" y="0"/>
                    </a:moveTo>
                    <a:lnTo>
                      <a:pt x="54" y="0"/>
                    </a:lnTo>
                    <a:lnTo>
                      <a:pt x="52" y="9"/>
                    </a:lnTo>
                    <a:lnTo>
                      <a:pt x="48" y="16"/>
                    </a:lnTo>
                    <a:lnTo>
                      <a:pt x="42" y="23"/>
                    </a:lnTo>
                    <a:lnTo>
                      <a:pt x="35" y="26"/>
                    </a:lnTo>
                    <a:lnTo>
                      <a:pt x="26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96" name=""/>
              <p:cNvSpPr/>
              <p:nvPr/>
            </p:nvSpPr>
            <p:spPr>
              <a:xfrm rot="0">
                <a:off x="1308" y="1805"/>
                <a:ext cx="14" cy="6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54" y="0"/>
                    </a:moveTo>
                    <a:lnTo>
                      <a:pt x="52" y="9"/>
                    </a:lnTo>
                    <a:lnTo>
                      <a:pt x="48" y="16"/>
                    </a:lnTo>
                    <a:lnTo>
                      <a:pt x="42" y="23"/>
                    </a:lnTo>
                    <a:lnTo>
                      <a:pt x="35" y="26"/>
                    </a:lnTo>
                    <a:lnTo>
                      <a:pt x="26" y="27"/>
                    </a:lnTo>
                    <a:lnTo>
                      <a:pt x="18" y="26"/>
                    </a:lnTo>
                    <a:lnTo>
                      <a:pt x="10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97" name=""/>
              <p:cNvSpPr/>
              <p:nvPr/>
            </p:nvSpPr>
            <p:spPr>
              <a:xfrm rot="0">
                <a:off x="1308" y="1609"/>
                <a:ext cx="14" cy="196"/>
              </a:xfrm>
              <a:custGeom>
                <a:avLst/>
                <a:ahLst/>
                <a:rect l="0" t="0" r="r" b="b"/>
                <a:pathLst>
                  <a:path w="54" h="782">
                    <a:moveTo>
                      <a:pt x="0" y="782"/>
                    </a:moveTo>
                    <a:lnTo>
                      <a:pt x="26" y="782"/>
                    </a:lnTo>
                    <a:lnTo>
                      <a:pt x="54" y="782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7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498" name=""/>
              <p:cNvSpPr/>
              <p:nvPr/>
            </p:nvSpPr>
            <p:spPr>
              <a:xfrm rot="0">
                <a:off x="1308" y="1609"/>
                <a:ext cx="14" cy="196"/>
              </a:xfrm>
              <a:custGeom>
                <a:avLst/>
                <a:ahLst/>
                <a:rect l="0" t="0" r="r" b="b"/>
                <a:pathLst>
                  <a:path w="54" h="782">
                    <a:moveTo>
                      <a:pt x="0" y="782"/>
                    </a:moveTo>
                    <a:lnTo>
                      <a:pt x="26" y="782"/>
                    </a:lnTo>
                    <a:lnTo>
                      <a:pt x="54" y="782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7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499" name=""/>
              <p:cNvSpPr/>
              <p:nvPr/>
            </p:nvSpPr>
            <p:spPr>
              <a:xfrm rot="0">
                <a:off x="1308" y="1602"/>
                <a:ext cx="14" cy="7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26" y="27"/>
                    </a:move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48" y="11"/>
                    </a:lnTo>
                    <a:lnTo>
                      <a:pt x="52" y="18"/>
                    </a:lnTo>
                    <a:lnTo>
                      <a:pt x="54" y="27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00" name=""/>
              <p:cNvSpPr/>
              <p:nvPr/>
            </p:nvSpPr>
            <p:spPr>
              <a:xfrm rot="0">
                <a:off x="1308" y="1602"/>
                <a:ext cx="14" cy="7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0" y="27"/>
                    </a:move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48" y="11"/>
                    </a:lnTo>
                    <a:lnTo>
                      <a:pt x="52" y="18"/>
                    </a:lnTo>
                    <a:lnTo>
                      <a:pt x="54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01" name=""/>
              <p:cNvSpPr/>
              <p:nvPr/>
            </p:nvSpPr>
            <p:spPr>
              <a:xfrm rot="0">
                <a:off x="1315" y="1602"/>
                <a:ext cx="7" cy="14"/>
              </a:xfrm>
              <a:custGeom>
                <a:avLst/>
                <a:ahLst/>
                <a:rect l="0" t="0" r="r" b="b"/>
                <a:pathLst>
                  <a:path w="28" h="53">
                    <a:moveTo>
                      <a:pt x="0" y="27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6" y="18"/>
                    </a:lnTo>
                    <a:lnTo>
                      <a:pt x="28" y="27"/>
                    </a:lnTo>
                    <a:lnTo>
                      <a:pt x="26" y="35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9" y="52"/>
                    </a:lnTo>
                    <a:lnTo>
                      <a:pt x="0" y="53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02" name=""/>
              <p:cNvSpPr/>
              <p:nvPr/>
            </p:nvSpPr>
            <p:spPr>
              <a:xfrm rot="0">
                <a:off x="1315" y="1602"/>
                <a:ext cx="7" cy="14"/>
              </a:xfrm>
              <a:custGeom>
                <a:avLst/>
                <a:ahLst/>
                <a:rect l="0" t="0" r="r" b="b"/>
                <a:pathLst>
                  <a:path w="28" h="53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6" y="18"/>
                    </a:lnTo>
                    <a:lnTo>
                      <a:pt x="28" y="27"/>
                    </a:lnTo>
                    <a:lnTo>
                      <a:pt x="26" y="35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9" y="52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03" name=""/>
              <p:cNvSpPr/>
              <p:nvPr/>
            </p:nvSpPr>
            <p:spPr>
              <a:xfrm rot="0">
                <a:off x="826" y="1602"/>
                <a:ext cx="489" cy="14"/>
              </a:xfrm>
              <a:custGeom>
                <a:avLst/>
                <a:ahLst/>
                <a:rect l="0" t="0" r="r" b="b"/>
                <a:pathLst>
                  <a:path w="1953" h="53">
                    <a:moveTo>
                      <a:pt x="1953" y="53"/>
                    </a:moveTo>
                    <a:lnTo>
                      <a:pt x="1953" y="27"/>
                    </a:lnTo>
                    <a:lnTo>
                      <a:pt x="1953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1953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04" name=""/>
              <p:cNvSpPr/>
              <p:nvPr/>
            </p:nvSpPr>
            <p:spPr>
              <a:xfrm rot="0">
                <a:off x="826" y="1602"/>
                <a:ext cx="489" cy="14"/>
              </a:xfrm>
              <a:custGeom>
                <a:avLst/>
                <a:ahLst/>
                <a:rect l="0" t="0" r="r" b="b"/>
                <a:pathLst>
                  <a:path w="1953" h="53">
                    <a:moveTo>
                      <a:pt x="1953" y="53"/>
                    </a:moveTo>
                    <a:lnTo>
                      <a:pt x="1953" y="27"/>
                    </a:lnTo>
                    <a:lnTo>
                      <a:pt x="1953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1953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05" name=""/>
              <p:cNvSpPr/>
              <p:nvPr/>
            </p:nvSpPr>
            <p:spPr>
              <a:xfrm rot="0">
                <a:off x="820" y="1602"/>
                <a:ext cx="6" cy="14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27"/>
                    </a:moveTo>
                    <a:lnTo>
                      <a:pt x="26" y="53"/>
                    </a:ln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5"/>
                    </a:ln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06" name=""/>
              <p:cNvSpPr/>
              <p:nvPr/>
            </p:nvSpPr>
            <p:spPr>
              <a:xfrm rot="0">
                <a:off x="820" y="1602"/>
                <a:ext cx="6" cy="14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53"/>
                    </a:move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5"/>
                    </a:ln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07" name=""/>
              <p:cNvSpPr/>
              <p:nvPr/>
            </p:nvSpPr>
            <p:spPr>
              <a:xfrm rot="0">
                <a:off x="1315" y="1146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08" name=""/>
              <p:cNvSpPr/>
              <p:nvPr/>
            </p:nvSpPr>
            <p:spPr>
              <a:xfrm rot="0">
                <a:off x="1315" y="1146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09" name=""/>
              <p:cNvSpPr/>
              <p:nvPr/>
            </p:nvSpPr>
            <p:spPr>
              <a:xfrm rot="0">
                <a:off x="826" y="1146"/>
                <a:ext cx="489" cy="14"/>
              </a:xfrm>
              <a:custGeom>
                <a:avLst/>
                <a:ahLst/>
                <a:rect l="0" t="0" r="r" b="b"/>
                <a:pathLst>
                  <a:path w="1953" h="54">
                    <a:moveTo>
                      <a:pt x="1953" y="54"/>
                    </a:moveTo>
                    <a:lnTo>
                      <a:pt x="1953" y="28"/>
                    </a:lnTo>
                    <a:lnTo>
                      <a:pt x="1953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4"/>
                    </a:lnTo>
                    <a:lnTo>
                      <a:pt x="1953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10" name=""/>
              <p:cNvSpPr/>
              <p:nvPr/>
            </p:nvSpPr>
            <p:spPr>
              <a:xfrm rot="0">
                <a:off x="826" y="1146"/>
                <a:ext cx="489" cy="14"/>
              </a:xfrm>
              <a:custGeom>
                <a:avLst/>
                <a:ahLst/>
                <a:rect l="0" t="0" r="r" b="b"/>
                <a:pathLst>
                  <a:path w="1953" h="54">
                    <a:moveTo>
                      <a:pt x="1953" y="54"/>
                    </a:moveTo>
                    <a:lnTo>
                      <a:pt x="1953" y="28"/>
                    </a:lnTo>
                    <a:lnTo>
                      <a:pt x="1953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4"/>
                    </a:lnTo>
                    <a:lnTo>
                      <a:pt x="1953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11" name=""/>
              <p:cNvSpPr/>
              <p:nvPr/>
            </p:nvSpPr>
            <p:spPr>
              <a:xfrm rot="0">
                <a:off x="820" y="1146"/>
                <a:ext cx="6" cy="14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28"/>
                    </a:moveTo>
                    <a:lnTo>
                      <a:pt x="26" y="54"/>
                    </a:ln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12" name=""/>
              <p:cNvSpPr/>
              <p:nvPr/>
            </p:nvSpPr>
            <p:spPr>
              <a:xfrm rot="0">
                <a:off x="820" y="1146"/>
                <a:ext cx="6" cy="14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54"/>
                    </a:move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13" name=""/>
              <p:cNvSpPr/>
              <p:nvPr/>
            </p:nvSpPr>
            <p:spPr>
              <a:xfrm rot="0">
                <a:off x="1308" y="1153"/>
                <a:ext cx="14" cy="7"/>
              </a:xfrm>
              <a:custGeom>
                <a:avLst/>
                <a:ahLst/>
                <a:rect l="0" t="0" r="r" b="b"/>
                <a:pathLst>
                  <a:path w="54" h="26">
                    <a:moveTo>
                      <a:pt x="26" y="0"/>
                    </a:moveTo>
                    <a:lnTo>
                      <a:pt x="54" y="0"/>
                    </a:lnTo>
                    <a:lnTo>
                      <a:pt x="52" y="8"/>
                    </a:lnTo>
                    <a:lnTo>
                      <a:pt x="48" y="15"/>
                    </a:lnTo>
                    <a:lnTo>
                      <a:pt x="42" y="22"/>
                    </a:lnTo>
                    <a:lnTo>
                      <a:pt x="35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5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14" name=""/>
              <p:cNvSpPr/>
              <p:nvPr/>
            </p:nvSpPr>
            <p:spPr>
              <a:xfrm rot="0">
                <a:off x="1308" y="1153"/>
                <a:ext cx="14" cy="7"/>
              </a:xfrm>
              <a:custGeom>
                <a:avLst/>
                <a:ahLst/>
                <a:rect l="0" t="0" r="r" b="b"/>
                <a:pathLst>
                  <a:path w="54" h="26">
                    <a:moveTo>
                      <a:pt x="54" y="0"/>
                    </a:moveTo>
                    <a:lnTo>
                      <a:pt x="52" y="8"/>
                    </a:lnTo>
                    <a:lnTo>
                      <a:pt x="48" y="15"/>
                    </a:lnTo>
                    <a:lnTo>
                      <a:pt x="42" y="22"/>
                    </a:lnTo>
                    <a:lnTo>
                      <a:pt x="35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5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15" name=""/>
              <p:cNvSpPr/>
              <p:nvPr/>
            </p:nvSpPr>
            <p:spPr>
              <a:xfrm rot="0">
                <a:off x="1308" y="958"/>
                <a:ext cx="14" cy="195"/>
              </a:xfrm>
              <a:custGeom>
                <a:avLst/>
                <a:ahLst/>
                <a:rect l="0" t="0" r="r" b="b"/>
                <a:pathLst>
                  <a:path w="54" h="782">
                    <a:moveTo>
                      <a:pt x="0" y="782"/>
                    </a:moveTo>
                    <a:lnTo>
                      <a:pt x="26" y="782"/>
                    </a:lnTo>
                    <a:lnTo>
                      <a:pt x="54" y="782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7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16" name=""/>
              <p:cNvSpPr/>
              <p:nvPr/>
            </p:nvSpPr>
            <p:spPr>
              <a:xfrm rot="0">
                <a:off x="1308" y="958"/>
                <a:ext cx="14" cy="195"/>
              </a:xfrm>
              <a:custGeom>
                <a:avLst/>
                <a:ahLst/>
                <a:rect l="0" t="0" r="r" b="b"/>
                <a:pathLst>
                  <a:path w="54" h="782">
                    <a:moveTo>
                      <a:pt x="0" y="782"/>
                    </a:moveTo>
                    <a:lnTo>
                      <a:pt x="26" y="782"/>
                    </a:lnTo>
                    <a:lnTo>
                      <a:pt x="54" y="782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7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17" name=""/>
              <p:cNvSpPr/>
              <p:nvPr/>
            </p:nvSpPr>
            <p:spPr>
              <a:xfrm rot="0">
                <a:off x="1308" y="951"/>
                <a:ext cx="14" cy="7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26" y="27"/>
                    </a:moveTo>
                    <a:lnTo>
                      <a:pt x="0" y="27"/>
                    </a:lnTo>
                    <a:lnTo>
                      <a:pt x="1" y="19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48" y="11"/>
                    </a:lnTo>
                    <a:lnTo>
                      <a:pt x="52" y="19"/>
                    </a:lnTo>
                    <a:lnTo>
                      <a:pt x="54" y="27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18" name=""/>
              <p:cNvSpPr/>
              <p:nvPr/>
            </p:nvSpPr>
            <p:spPr>
              <a:xfrm rot="0">
                <a:off x="1308" y="951"/>
                <a:ext cx="14" cy="7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0" y="27"/>
                    </a:moveTo>
                    <a:lnTo>
                      <a:pt x="1" y="19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48" y="11"/>
                    </a:lnTo>
                    <a:lnTo>
                      <a:pt x="52" y="19"/>
                    </a:lnTo>
                    <a:lnTo>
                      <a:pt x="54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19" name=""/>
              <p:cNvSpPr/>
              <p:nvPr/>
            </p:nvSpPr>
            <p:spPr>
              <a:xfrm rot="0">
                <a:off x="820" y="1146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26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12"/>
                    </a:lnTo>
                    <a:lnTo>
                      <a:pt x="51" y="19"/>
                    </a:lnTo>
                    <a:lnTo>
                      <a:pt x="53" y="28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20" name=""/>
              <p:cNvSpPr/>
              <p:nvPr/>
            </p:nvSpPr>
            <p:spPr>
              <a:xfrm rot="0">
                <a:off x="820" y="1146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12"/>
                    </a:lnTo>
                    <a:lnTo>
                      <a:pt x="51" y="19"/>
                    </a:lnTo>
                    <a:lnTo>
                      <a:pt x="53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1" name=""/>
              <p:cNvSpPr/>
              <p:nvPr/>
            </p:nvSpPr>
            <p:spPr>
              <a:xfrm rot="0">
                <a:off x="820" y="1153"/>
                <a:ext cx="13" cy="456"/>
              </a:xfrm>
              <a:custGeom>
                <a:avLst/>
                <a:ahLst/>
                <a:rect l="0" t="0" r="r" b="b"/>
                <a:pathLst>
                  <a:path w="53" h="1824">
                    <a:moveTo>
                      <a:pt x="53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1824"/>
                    </a:lnTo>
                    <a:lnTo>
                      <a:pt x="26" y="1824"/>
                    </a:lnTo>
                    <a:lnTo>
                      <a:pt x="53" y="1824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22" name=""/>
              <p:cNvSpPr/>
              <p:nvPr/>
            </p:nvSpPr>
            <p:spPr>
              <a:xfrm rot="0">
                <a:off x="820" y="1153"/>
                <a:ext cx="13" cy="456"/>
              </a:xfrm>
              <a:custGeom>
                <a:avLst/>
                <a:ahLst/>
                <a:rect l="0" t="0" r="r" b="b"/>
                <a:pathLst>
                  <a:path w="53" h="1824">
                    <a:moveTo>
                      <a:pt x="53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1824"/>
                    </a:lnTo>
                    <a:lnTo>
                      <a:pt x="26" y="1824"/>
                    </a:lnTo>
                    <a:lnTo>
                      <a:pt x="53" y="1824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3" name=""/>
              <p:cNvSpPr/>
              <p:nvPr/>
            </p:nvSpPr>
            <p:spPr>
              <a:xfrm rot="0">
                <a:off x="820" y="1609"/>
                <a:ext cx="13" cy="7"/>
              </a:xfrm>
              <a:custGeom>
                <a:avLst/>
                <a:ahLst/>
                <a:rect l="0" t="0" r="r" b="b"/>
                <a:pathLst>
                  <a:path w="53" h="26">
                    <a:moveTo>
                      <a:pt x="26" y="0"/>
                    </a:moveTo>
                    <a:lnTo>
                      <a:pt x="53" y="0"/>
                    </a:lnTo>
                    <a:lnTo>
                      <a:pt x="51" y="8"/>
                    </a:lnTo>
                    <a:lnTo>
                      <a:pt x="48" y="16"/>
                    </a:lnTo>
                    <a:lnTo>
                      <a:pt x="42" y="22"/>
                    </a:lnTo>
                    <a:lnTo>
                      <a:pt x="34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24" name=""/>
              <p:cNvSpPr/>
              <p:nvPr/>
            </p:nvSpPr>
            <p:spPr>
              <a:xfrm rot="0">
                <a:off x="820" y="1609"/>
                <a:ext cx="13" cy="7"/>
              </a:xfrm>
              <a:custGeom>
                <a:avLst/>
                <a:ahLst/>
                <a:rect l="0" t="0" r="r" b="b"/>
                <a:pathLst>
                  <a:path w="53" h="26">
                    <a:moveTo>
                      <a:pt x="53" y="0"/>
                    </a:moveTo>
                    <a:lnTo>
                      <a:pt x="51" y="8"/>
                    </a:lnTo>
                    <a:lnTo>
                      <a:pt x="48" y="16"/>
                    </a:lnTo>
                    <a:lnTo>
                      <a:pt x="42" y="22"/>
                    </a:lnTo>
                    <a:lnTo>
                      <a:pt x="34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5" name=""/>
              <p:cNvSpPr/>
              <p:nvPr/>
            </p:nvSpPr>
            <p:spPr>
              <a:xfrm rot="0" flipV="1">
                <a:off x="1315" y="1536"/>
                <a:ext cx="1" cy="7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6" name=""/>
              <p:cNvSpPr/>
              <p:nvPr/>
            </p:nvSpPr>
            <p:spPr>
              <a:xfrm rot="0" flipV="1">
                <a:off x="1315" y="1443"/>
                <a:ext cx="1" cy="6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7" name=""/>
              <p:cNvSpPr/>
              <p:nvPr/>
            </p:nvSpPr>
            <p:spPr>
              <a:xfrm rot="0" flipV="1">
                <a:off x="1315" y="1350"/>
                <a:ext cx="1" cy="6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8" name=""/>
              <p:cNvSpPr/>
              <p:nvPr/>
            </p:nvSpPr>
            <p:spPr>
              <a:xfrm rot="0" flipV="1">
                <a:off x="1315" y="1257"/>
                <a:ext cx="1" cy="6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29" name=""/>
              <p:cNvSpPr/>
              <p:nvPr/>
            </p:nvSpPr>
            <p:spPr>
              <a:xfrm rot="0" flipV="1">
                <a:off x="1315" y="1153"/>
                <a:ext cx="1" cy="7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30" name=""/>
              <p:cNvSpPr/>
              <p:nvPr/>
            </p:nvSpPr>
            <p:spPr>
              <a:xfrm rot="0">
                <a:off x="2644" y="1146"/>
                <a:ext cx="7" cy="14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28"/>
                    </a:moveTo>
                    <a:lnTo>
                      <a:pt x="26" y="54"/>
                    </a:ln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31" name=""/>
              <p:cNvSpPr/>
              <p:nvPr/>
            </p:nvSpPr>
            <p:spPr>
              <a:xfrm rot="0">
                <a:off x="2644" y="1146"/>
                <a:ext cx="7" cy="14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54"/>
                    </a:move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32" name=""/>
              <p:cNvSpPr/>
              <p:nvPr/>
            </p:nvSpPr>
            <p:spPr>
              <a:xfrm rot="0">
                <a:off x="2651" y="1146"/>
                <a:ext cx="145" cy="14"/>
              </a:xfrm>
              <a:custGeom>
                <a:avLst/>
                <a:ahLst/>
                <a:rect l="0" t="0" r="r" b="b"/>
                <a:pathLst>
                  <a:path w="580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580" y="54"/>
                    </a:lnTo>
                    <a:lnTo>
                      <a:pt x="580" y="28"/>
                    </a:lnTo>
                    <a:lnTo>
                      <a:pt x="58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33" name=""/>
              <p:cNvSpPr/>
              <p:nvPr/>
            </p:nvSpPr>
            <p:spPr>
              <a:xfrm rot="0">
                <a:off x="2651" y="1146"/>
                <a:ext cx="145" cy="14"/>
              </a:xfrm>
              <a:custGeom>
                <a:avLst/>
                <a:ahLst/>
                <a:rect l="0" t="0" r="r" b="b"/>
                <a:pathLst>
                  <a:path w="580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580" y="54"/>
                    </a:lnTo>
                    <a:lnTo>
                      <a:pt x="580" y="28"/>
                    </a:lnTo>
                    <a:lnTo>
                      <a:pt x="580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34" name=""/>
              <p:cNvSpPr/>
              <p:nvPr/>
            </p:nvSpPr>
            <p:spPr>
              <a:xfrm rot="0">
                <a:off x="2796" y="1146"/>
                <a:ext cx="6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35" name=""/>
              <p:cNvSpPr/>
              <p:nvPr/>
            </p:nvSpPr>
            <p:spPr>
              <a:xfrm rot="0">
                <a:off x="2796" y="1146"/>
                <a:ext cx="6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36" name=""/>
              <p:cNvSpPr/>
              <p:nvPr/>
            </p:nvSpPr>
            <p:spPr>
              <a:xfrm rot="0">
                <a:off x="2789" y="1146"/>
                <a:ext cx="13" cy="7"/>
              </a:xfrm>
              <a:custGeom>
                <a:avLst/>
                <a:ahLst/>
                <a:rect l="0" t="0" r="r" b="b"/>
                <a:pathLst>
                  <a:path w="54" h="28">
                    <a:moveTo>
                      <a:pt x="26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48" y="12"/>
                    </a:lnTo>
                    <a:lnTo>
                      <a:pt x="52" y="19"/>
                    </a:lnTo>
                    <a:lnTo>
                      <a:pt x="54" y="28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37" name=""/>
              <p:cNvSpPr/>
              <p:nvPr/>
            </p:nvSpPr>
            <p:spPr>
              <a:xfrm rot="0">
                <a:off x="2789" y="1146"/>
                <a:ext cx="13" cy="7"/>
              </a:xfrm>
              <a:custGeom>
                <a:avLst/>
                <a:ahLst/>
                <a:rect l="0" t="0" r="r" b="b"/>
                <a:pathLst>
                  <a:path w="54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48" y="12"/>
                    </a:lnTo>
                    <a:lnTo>
                      <a:pt x="52" y="19"/>
                    </a:lnTo>
                    <a:lnTo>
                      <a:pt x="54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38" name=""/>
              <p:cNvSpPr/>
              <p:nvPr/>
            </p:nvSpPr>
            <p:spPr>
              <a:xfrm rot="0">
                <a:off x="2789" y="1153"/>
                <a:ext cx="13" cy="456"/>
              </a:xfrm>
              <a:custGeom>
                <a:avLst/>
                <a:ahLst/>
                <a:rect l="0" t="0" r="r" b="b"/>
                <a:pathLst>
                  <a:path w="54" h="1824">
                    <a:moveTo>
                      <a:pt x="54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1824"/>
                    </a:lnTo>
                    <a:lnTo>
                      <a:pt x="26" y="1824"/>
                    </a:lnTo>
                    <a:lnTo>
                      <a:pt x="54" y="1824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39" name=""/>
              <p:cNvSpPr/>
              <p:nvPr/>
            </p:nvSpPr>
            <p:spPr>
              <a:xfrm rot="0">
                <a:off x="2789" y="1153"/>
                <a:ext cx="13" cy="456"/>
              </a:xfrm>
              <a:custGeom>
                <a:avLst/>
                <a:ahLst/>
                <a:rect l="0" t="0" r="r" b="b"/>
                <a:pathLst>
                  <a:path w="54" h="1824">
                    <a:moveTo>
                      <a:pt x="54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1824"/>
                    </a:lnTo>
                    <a:lnTo>
                      <a:pt x="26" y="1824"/>
                    </a:lnTo>
                    <a:lnTo>
                      <a:pt x="54" y="1824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40" name=""/>
              <p:cNvSpPr/>
              <p:nvPr/>
            </p:nvSpPr>
            <p:spPr>
              <a:xfrm rot="0">
                <a:off x="2789" y="1609"/>
                <a:ext cx="13" cy="7"/>
              </a:xfrm>
              <a:custGeom>
                <a:avLst/>
                <a:ahLst/>
                <a:rect l="0" t="0" r="r" b="b"/>
                <a:pathLst>
                  <a:path w="54" h="26">
                    <a:moveTo>
                      <a:pt x="26" y="0"/>
                    </a:moveTo>
                    <a:lnTo>
                      <a:pt x="54" y="0"/>
                    </a:lnTo>
                    <a:lnTo>
                      <a:pt x="52" y="8"/>
                    </a:lnTo>
                    <a:lnTo>
                      <a:pt x="48" y="16"/>
                    </a:lnTo>
                    <a:lnTo>
                      <a:pt x="42" y="22"/>
                    </a:lnTo>
                    <a:lnTo>
                      <a:pt x="35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41" name=""/>
              <p:cNvSpPr/>
              <p:nvPr/>
            </p:nvSpPr>
            <p:spPr>
              <a:xfrm rot="0">
                <a:off x="2789" y="1609"/>
                <a:ext cx="13" cy="7"/>
              </a:xfrm>
              <a:custGeom>
                <a:avLst/>
                <a:ahLst/>
                <a:rect l="0" t="0" r="r" b="b"/>
                <a:pathLst>
                  <a:path w="54" h="26">
                    <a:moveTo>
                      <a:pt x="54" y="0"/>
                    </a:moveTo>
                    <a:lnTo>
                      <a:pt x="52" y="8"/>
                    </a:lnTo>
                    <a:lnTo>
                      <a:pt x="48" y="16"/>
                    </a:lnTo>
                    <a:lnTo>
                      <a:pt x="42" y="22"/>
                    </a:lnTo>
                    <a:lnTo>
                      <a:pt x="35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42" name=""/>
              <p:cNvSpPr/>
              <p:nvPr/>
            </p:nvSpPr>
            <p:spPr>
              <a:xfrm rot="0">
                <a:off x="2796" y="1602"/>
                <a:ext cx="6" cy="14"/>
              </a:xfrm>
              <a:custGeom>
                <a:avLst/>
                <a:ahLst/>
                <a:rect l="0" t="0" r="r" b="b"/>
                <a:pathLst>
                  <a:path w="28" h="53">
                    <a:moveTo>
                      <a:pt x="0" y="27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6" y="18"/>
                    </a:lnTo>
                    <a:lnTo>
                      <a:pt x="28" y="27"/>
                    </a:lnTo>
                    <a:lnTo>
                      <a:pt x="26" y="35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9" y="52"/>
                    </a:lnTo>
                    <a:lnTo>
                      <a:pt x="0" y="53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43" name=""/>
              <p:cNvSpPr/>
              <p:nvPr/>
            </p:nvSpPr>
            <p:spPr>
              <a:xfrm rot="0">
                <a:off x="2796" y="1602"/>
                <a:ext cx="6" cy="14"/>
              </a:xfrm>
              <a:custGeom>
                <a:avLst/>
                <a:ahLst/>
                <a:rect l="0" t="0" r="r" b="b"/>
                <a:pathLst>
                  <a:path w="28" h="53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6" y="18"/>
                    </a:lnTo>
                    <a:lnTo>
                      <a:pt x="28" y="27"/>
                    </a:lnTo>
                    <a:lnTo>
                      <a:pt x="26" y="35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9" y="52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44" name=""/>
              <p:cNvSpPr/>
              <p:nvPr/>
            </p:nvSpPr>
            <p:spPr>
              <a:xfrm rot="0">
                <a:off x="2651" y="1602"/>
                <a:ext cx="145" cy="14"/>
              </a:xfrm>
              <a:custGeom>
                <a:avLst/>
                <a:ahLst/>
                <a:rect l="0" t="0" r="r" b="b"/>
                <a:pathLst>
                  <a:path w="580" h="53">
                    <a:moveTo>
                      <a:pt x="580" y="53"/>
                    </a:moveTo>
                    <a:lnTo>
                      <a:pt x="580" y="27"/>
                    </a:lnTo>
                    <a:lnTo>
                      <a:pt x="580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580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45" name=""/>
              <p:cNvSpPr/>
              <p:nvPr/>
            </p:nvSpPr>
            <p:spPr>
              <a:xfrm rot="0">
                <a:off x="2651" y="1602"/>
                <a:ext cx="145" cy="14"/>
              </a:xfrm>
              <a:custGeom>
                <a:avLst/>
                <a:ahLst/>
                <a:rect l="0" t="0" r="r" b="b"/>
                <a:pathLst>
                  <a:path w="580" h="53">
                    <a:moveTo>
                      <a:pt x="580" y="53"/>
                    </a:moveTo>
                    <a:lnTo>
                      <a:pt x="580" y="27"/>
                    </a:lnTo>
                    <a:lnTo>
                      <a:pt x="580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58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46" name=""/>
              <p:cNvSpPr/>
              <p:nvPr/>
            </p:nvSpPr>
            <p:spPr>
              <a:xfrm rot="0">
                <a:off x="2644" y="1602"/>
                <a:ext cx="7" cy="14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27"/>
                    </a:moveTo>
                    <a:lnTo>
                      <a:pt x="26" y="53"/>
                    </a:ln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5"/>
                    </a:ln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47" name=""/>
              <p:cNvSpPr/>
              <p:nvPr/>
            </p:nvSpPr>
            <p:spPr>
              <a:xfrm rot="0">
                <a:off x="2644" y="1602"/>
                <a:ext cx="7" cy="14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53"/>
                    </a:move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5"/>
                    </a:ln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48" name=""/>
              <p:cNvSpPr/>
              <p:nvPr/>
            </p:nvSpPr>
            <p:spPr>
              <a:xfrm rot="0">
                <a:off x="2645" y="1147"/>
                <a:ext cx="12" cy="10"/>
              </a:xfrm>
              <a:custGeom>
                <a:avLst/>
                <a:ahLst/>
                <a:rect l="0" t="0" r="r" b="b"/>
                <a:pathLst>
                  <a:path w="50" h="40">
                    <a:moveTo>
                      <a:pt x="23" y="27"/>
                    </a:moveTo>
                    <a:lnTo>
                      <a:pt x="0" y="13"/>
                    </a:lnTo>
                    <a:lnTo>
                      <a:pt x="5" y="6"/>
                    </a:lnTo>
                    <a:lnTo>
                      <a:pt x="13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7" y="3"/>
                    </a:lnTo>
                    <a:lnTo>
                      <a:pt x="43" y="9"/>
                    </a:lnTo>
                    <a:lnTo>
                      <a:pt x="49" y="16"/>
                    </a:lnTo>
                    <a:lnTo>
                      <a:pt x="50" y="24"/>
                    </a:lnTo>
                    <a:lnTo>
                      <a:pt x="50" y="33"/>
                    </a:lnTo>
                    <a:lnTo>
                      <a:pt x="46" y="40"/>
                    </a:lnTo>
                    <a:lnTo>
                      <a:pt x="23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49" name=""/>
              <p:cNvSpPr/>
              <p:nvPr/>
            </p:nvSpPr>
            <p:spPr>
              <a:xfrm rot="0">
                <a:off x="2645" y="1147"/>
                <a:ext cx="12" cy="10"/>
              </a:xfrm>
              <a:custGeom>
                <a:avLst/>
                <a:ahLst/>
                <a:rect l="0" t="0" r="r" b="b"/>
                <a:pathLst>
                  <a:path w="50" h="40">
                    <a:moveTo>
                      <a:pt x="0" y="13"/>
                    </a:moveTo>
                    <a:lnTo>
                      <a:pt x="5" y="6"/>
                    </a:lnTo>
                    <a:lnTo>
                      <a:pt x="13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7" y="3"/>
                    </a:lnTo>
                    <a:lnTo>
                      <a:pt x="43" y="9"/>
                    </a:lnTo>
                    <a:lnTo>
                      <a:pt x="49" y="16"/>
                    </a:lnTo>
                    <a:lnTo>
                      <a:pt x="50" y="24"/>
                    </a:lnTo>
                    <a:lnTo>
                      <a:pt x="50" y="33"/>
                    </a:lnTo>
                    <a:lnTo>
                      <a:pt x="46" y="4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50" name=""/>
              <p:cNvSpPr/>
              <p:nvPr/>
            </p:nvSpPr>
            <p:spPr>
              <a:xfrm rot="0">
                <a:off x="2634" y="1150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88" y="27"/>
                    </a:moveTo>
                    <a:lnTo>
                      <a:pt x="65" y="14"/>
                    </a:lnTo>
                    <a:lnTo>
                      <a:pt x="42" y="0"/>
                    </a:lnTo>
                    <a:lnTo>
                      <a:pt x="0" y="68"/>
                    </a:lnTo>
                    <a:lnTo>
                      <a:pt x="23" y="82"/>
                    </a:lnTo>
                    <a:lnTo>
                      <a:pt x="46" y="96"/>
                    </a:lnTo>
                    <a:lnTo>
                      <a:pt x="88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51" name=""/>
              <p:cNvSpPr/>
              <p:nvPr/>
            </p:nvSpPr>
            <p:spPr>
              <a:xfrm rot="0">
                <a:off x="2634" y="1150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88" y="27"/>
                    </a:moveTo>
                    <a:lnTo>
                      <a:pt x="65" y="14"/>
                    </a:lnTo>
                    <a:lnTo>
                      <a:pt x="42" y="0"/>
                    </a:lnTo>
                    <a:lnTo>
                      <a:pt x="0" y="68"/>
                    </a:lnTo>
                    <a:lnTo>
                      <a:pt x="23" y="82"/>
                    </a:lnTo>
                    <a:lnTo>
                      <a:pt x="46" y="96"/>
                    </a:lnTo>
                    <a:lnTo>
                      <a:pt x="88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52" name=""/>
              <p:cNvSpPr/>
              <p:nvPr/>
            </p:nvSpPr>
            <p:spPr>
              <a:xfrm rot="0">
                <a:off x="2634" y="1167"/>
                <a:ext cx="6" cy="3"/>
              </a:xfrm>
              <a:custGeom>
                <a:avLst/>
                <a:ahLst/>
                <a:rect l="0" t="0" r="r" b="b"/>
                <a:pathLst>
                  <a:path w="23" h="14">
                    <a:moveTo>
                      <a:pt x="23" y="1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3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53" name=""/>
              <p:cNvSpPr/>
              <p:nvPr/>
            </p:nvSpPr>
            <p:spPr>
              <a:xfrm rot="0">
                <a:off x="2634" y="11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54" name=""/>
              <p:cNvSpPr/>
              <p:nvPr/>
            </p:nvSpPr>
            <p:spPr>
              <a:xfrm rot="0">
                <a:off x="2625" y="1167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84" y="26"/>
                    </a:moveTo>
                    <a:lnTo>
                      <a:pt x="61" y="13"/>
                    </a:lnTo>
                    <a:lnTo>
                      <a:pt x="38" y="0"/>
                    </a:lnTo>
                    <a:lnTo>
                      <a:pt x="0" y="71"/>
                    </a:lnTo>
                    <a:lnTo>
                      <a:pt x="23" y="84"/>
                    </a:lnTo>
                    <a:lnTo>
                      <a:pt x="46" y="96"/>
                    </a:lnTo>
                    <a:lnTo>
                      <a:pt x="84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55" name=""/>
              <p:cNvSpPr/>
              <p:nvPr/>
            </p:nvSpPr>
            <p:spPr>
              <a:xfrm rot="0">
                <a:off x="2625" y="1167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84" y="26"/>
                    </a:moveTo>
                    <a:lnTo>
                      <a:pt x="61" y="13"/>
                    </a:lnTo>
                    <a:lnTo>
                      <a:pt x="38" y="0"/>
                    </a:lnTo>
                    <a:lnTo>
                      <a:pt x="0" y="71"/>
                    </a:lnTo>
                    <a:lnTo>
                      <a:pt x="23" y="84"/>
                    </a:lnTo>
                    <a:lnTo>
                      <a:pt x="46" y="96"/>
                    </a:lnTo>
                    <a:lnTo>
                      <a:pt x="84" y="2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56" name=""/>
              <p:cNvSpPr/>
              <p:nvPr/>
            </p:nvSpPr>
            <p:spPr>
              <a:xfrm rot="0">
                <a:off x="2624" y="1185"/>
                <a:ext cx="7" cy="3"/>
              </a:xfrm>
              <a:custGeom>
                <a:avLst/>
                <a:ahLst/>
                <a:rect l="0" t="0" r="r" b="b"/>
                <a:pathLst>
                  <a:path w="24" h="13">
                    <a:moveTo>
                      <a:pt x="24" y="1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4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57" name=""/>
              <p:cNvSpPr/>
              <p:nvPr/>
            </p:nvSpPr>
            <p:spPr>
              <a:xfrm rot="0" flipH="1">
                <a:off x="2624" y="11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58" name=""/>
              <p:cNvSpPr/>
              <p:nvPr/>
            </p:nvSpPr>
            <p:spPr>
              <a:xfrm rot="0">
                <a:off x="2616" y="1185"/>
                <a:ext cx="21" cy="24"/>
              </a:xfrm>
              <a:custGeom>
                <a:avLst/>
                <a:ahLst/>
                <a:rect l="0" t="0" r="r" b="b"/>
                <a:pathLst>
                  <a:path w="83" h="96">
                    <a:moveTo>
                      <a:pt x="83" y="23"/>
                    </a:moveTo>
                    <a:lnTo>
                      <a:pt x="59" y="12"/>
                    </a:lnTo>
                    <a:lnTo>
                      <a:pt x="35" y="0"/>
                    </a:lnTo>
                    <a:lnTo>
                      <a:pt x="0" y="73"/>
                    </a:lnTo>
                    <a:lnTo>
                      <a:pt x="24" y="84"/>
                    </a:lnTo>
                    <a:lnTo>
                      <a:pt x="49" y="96"/>
                    </a:lnTo>
                    <a:lnTo>
                      <a:pt x="83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59" name=""/>
              <p:cNvSpPr/>
              <p:nvPr/>
            </p:nvSpPr>
            <p:spPr>
              <a:xfrm rot="0">
                <a:off x="2616" y="1185"/>
                <a:ext cx="21" cy="24"/>
              </a:xfrm>
              <a:custGeom>
                <a:avLst/>
                <a:ahLst/>
                <a:rect l="0" t="0" r="r" b="b"/>
                <a:pathLst>
                  <a:path w="83" h="96">
                    <a:moveTo>
                      <a:pt x="83" y="23"/>
                    </a:moveTo>
                    <a:lnTo>
                      <a:pt x="59" y="12"/>
                    </a:lnTo>
                    <a:lnTo>
                      <a:pt x="35" y="0"/>
                    </a:lnTo>
                    <a:lnTo>
                      <a:pt x="0" y="73"/>
                    </a:lnTo>
                    <a:lnTo>
                      <a:pt x="24" y="84"/>
                    </a:lnTo>
                    <a:lnTo>
                      <a:pt x="49" y="96"/>
                    </a:lnTo>
                    <a:lnTo>
                      <a:pt x="83" y="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60" name=""/>
              <p:cNvSpPr/>
              <p:nvPr/>
            </p:nvSpPr>
            <p:spPr>
              <a:xfrm rot="0">
                <a:off x="2616" y="1203"/>
                <a:ext cx="6" cy="3"/>
              </a:xfrm>
              <a:custGeom>
                <a:avLst/>
                <a:ahLst/>
                <a:rect l="0" t="0" r="r" b="b"/>
                <a:pathLst>
                  <a:path w="24" h="11">
                    <a:moveTo>
                      <a:pt x="24" y="1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4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61" name=""/>
              <p:cNvSpPr/>
              <p:nvPr/>
            </p:nvSpPr>
            <p:spPr>
              <a:xfrm rot="0">
                <a:off x="2616" y="120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62" name=""/>
              <p:cNvSpPr/>
              <p:nvPr/>
            </p:nvSpPr>
            <p:spPr>
              <a:xfrm rot="0">
                <a:off x="2608" y="1203"/>
                <a:ext cx="20" cy="24"/>
              </a:xfrm>
              <a:custGeom>
                <a:avLst/>
                <a:ahLst/>
                <a:rect l="0" t="0" r="r" b="b"/>
                <a:pathLst>
                  <a:path w="81" h="95">
                    <a:moveTo>
                      <a:pt x="81" y="21"/>
                    </a:moveTo>
                    <a:lnTo>
                      <a:pt x="56" y="10"/>
                    </a:lnTo>
                    <a:lnTo>
                      <a:pt x="32" y="0"/>
                    </a:lnTo>
                    <a:lnTo>
                      <a:pt x="0" y="74"/>
                    </a:lnTo>
                    <a:lnTo>
                      <a:pt x="25" y="84"/>
                    </a:lnTo>
                    <a:lnTo>
                      <a:pt x="49" y="95"/>
                    </a:lnTo>
                    <a:lnTo>
                      <a:pt x="81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63" name=""/>
              <p:cNvSpPr/>
              <p:nvPr/>
            </p:nvSpPr>
            <p:spPr>
              <a:xfrm rot="0">
                <a:off x="2608" y="1203"/>
                <a:ext cx="20" cy="24"/>
              </a:xfrm>
              <a:custGeom>
                <a:avLst/>
                <a:ahLst/>
                <a:rect l="0" t="0" r="r" b="b"/>
                <a:pathLst>
                  <a:path w="81" h="95">
                    <a:moveTo>
                      <a:pt x="81" y="21"/>
                    </a:moveTo>
                    <a:lnTo>
                      <a:pt x="56" y="10"/>
                    </a:lnTo>
                    <a:lnTo>
                      <a:pt x="32" y="0"/>
                    </a:lnTo>
                    <a:lnTo>
                      <a:pt x="0" y="74"/>
                    </a:lnTo>
                    <a:lnTo>
                      <a:pt x="25" y="84"/>
                    </a:lnTo>
                    <a:lnTo>
                      <a:pt x="49" y="95"/>
                    </a:lnTo>
                    <a:lnTo>
                      <a:pt x="81" y="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64" name=""/>
              <p:cNvSpPr/>
              <p:nvPr/>
            </p:nvSpPr>
            <p:spPr>
              <a:xfrm rot="0">
                <a:off x="2608" y="1222"/>
                <a:ext cx="6" cy="3"/>
              </a:xfrm>
              <a:custGeom>
                <a:avLst/>
                <a:ahLst/>
                <a:rect l="0" t="0" r="r" b="b"/>
                <a:pathLst>
                  <a:path w="26" h="10">
                    <a:moveTo>
                      <a:pt x="26" y="1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6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65" name=""/>
              <p:cNvSpPr/>
              <p:nvPr/>
            </p:nvSpPr>
            <p:spPr>
              <a:xfrm rot="0" flipH="1">
                <a:off x="2608" y="12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66" name=""/>
              <p:cNvSpPr/>
              <p:nvPr/>
            </p:nvSpPr>
            <p:spPr>
              <a:xfrm rot="0">
                <a:off x="2601" y="1222"/>
                <a:ext cx="19" cy="24"/>
              </a:xfrm>
              <a:custGeom>
                <a:avLst/>
                <a:ahLst/>
                <a:rect l="0" t="0" r="r" b="b"/>
                <a:pathLst>
                  <a:path w="78" h="94">
                    <a:moveTo>
                      <a:pt x="78" y="19"/>
                    </a:moveTo>
                    <a:lnTo>
                      <a:pt x="53" y="9"/>
                    </a:lnTo>
                    <a:lnTo>
                      <a:pt x="27" y="0"/>
                    </a:lnTo>
                    <a:lnTo>
                      <a:pt x="0" y="75"/>
                    </a:lnTo>
                    <a:lnTo>
                      <a:pt x="25" y="84"/>
                    </a:lnTo>
                    <a:lnTo>
                      <a:pt x="51" y="94"/>
                    </a:lnTo>
                    <a:lnTo>
                      <a:pt x="78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67" name=""/>
              <p:cNvSpPr/>
              <p:nvPr/>
            </p:nvSpPr>
            <p:spPr>
              <a:xfrm rot="0">
                <a:off x="2601" y="1222"/>
                <a:ext cx="19" cy="24"/>
              </a:xfrm>
              <a:custGeom>
                <a:avLst/>
                <a:ahLst/>
                <a:rect l="0" t="0" r="r" b="b"/>
                <a:pathLst>
                  <a:path w="78" h="94">
                    <a:moveTo>
                      <a:pt x="78" y="19"/>
                    </a:moveTo>
                    <a:lnTo>
                      <a:pt x="53" y="9"/>
                    </a:lnTo>
                    <a:lnTo>
                      <a:pt x="27" y="0"/>
                    </a:lnTo>
                    <a:lnTo>
                      <a:pt x="0" y="75"/>
                    </a:lnTo>
                    <a:lnTo>
                      <a:pt x="25" y="84"/>
                    </a:lnTo>
                    <a:lnTo>
                      <a:pt x="51" y="94"/>
                    </a:lnTo>
                    <a:lnTo>
                      <a:pt x="78" y="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68" name=""/>
              <p:cNvSpPr/>
              <p:nvPr/>
            </p:nvSpPr>
            <p:spPr>
              <a:xfrm rot="0">
                <a:off x="2601" y="1241"/>
                <a:ext cx="6" cy="2"/>
              </a:xfrm>
              <a:custGeom>
                <a:avLst/>
                <a:ahLst/>
                <a:rect l="0" t="0" r="r" b="b"/>
                <a:pathLst>
                  <a:path w="25" h="9">
                    <a:moveTo>
                      <a:pt x="25" y="9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5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69" name=""/>
              <p:cNvSpPr/>
              <p:nvPr/>
            </p:nvSpPr>
            <p:spPr>
              <a:xfrm rot="0">
                <a:off x="2601" y="12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70" name=""/>
              <p:cNvSpPr/>
              <p:nvPr/>
            </p:nvSpPr>
            <p:spPr>
              <a:xfrm rot="0">
                <a:off x="2594" y="1241"/>
                <a:ext cx="19" cy="24"/>
              </a:xfrm>
              <a:custGeom>
                <a:avLst/>
                <a:ahLst/>
                <a:rect l="0" t="0" r="r" b="b"/>
                <a:pathLst>
                  <a:path w="76" h="94">
                    <a:moveTo>
                      <a:pt x="76" y="17"/>
                    </a:moveTo>
                    <a:lnTo>
                      <a:pt x="50" y="8"/>
                    </a:lnTo>
                    <a:lnTo>
                      <a:pt x="25" y="0"/>
                    </a:lnTo>
                    <a:lnTo>
                      <a:pt x="0" y="77"/>
                    </a:lnTo>
                    <a:lnTo>
                      <a:pt x="25" y="85"/>
                    </a:lnTo>
                    <a:lnTo>
                      <a:pt x="50" y="94"/>
                    </a:lnTo>
                    <a:lnTo>
                      <a:pt x="76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71" name=""/>
              <p:cNvSpPr/>
              <p:nvPr/>
            </p:nvSpPr>
            <p:spPr>
              <a:xfrm rot="0">
                <a:off x="2594" y="1241"/>
                <a:ext cx="19" cy="24"/>
              </a:xfrm>
              <a:custGeom>
                <a:avLst/>
                <a:ahLst/>
                <a:rect l="0" t="0" r="r" b="b"/>
                <a:pathLst>
                  <a:path w="76" h="94">
                    <a:moveTo>
                      <a:pt x="76" y="17"/>
                    </a:moveTo>
                    <a:lnTo>
                      <a:pt x="50" y="8"/>
                    </a:lnTo>
                    <a:lnTo>
                      <a:pt x="25" y="0"/>
                    </a:lnTo>
                    <a:lnTo>
                      <a:pt x="0" y="77"/>
                    </a:lnTo>
                    <a:lnTo>
                      <a:pt x="25" y="85"/>
                    </a:lnTo>
                    <a:lnTo>
                      <a:pt x="50" y="94"/>
                    </a:lnTo>
                    <a:lnTo>
                      <a:pt x="76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72" name=""/>
              <p:cNvSpPr/>
              <p:nvPr/>
            </p:nvSpPr>
            <p:spPr>
              <a:xfrm rot="0">
                <a:off x="2594" y="1260"/>
                <a:ext cx="7" cy="3"/>
              </a:xfrm>
              <a:custGeom>
                <a:avLst/>
                <a:ahLst/>
                <a:rect l="0" t="0" r="r" b="b"/>
                <a:pathLst>
                  <a:path w="26" h="8">
                    <a:moveTo>
                      <a:pt x="26" y="8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6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73" name=""/>
              <p:cNvSpPr/>
              <p:nvPr/>
            </p:nvSpPr>
            <p:spPr>
              <a:xfrm rot="0" flipH="1">
                <a:off x="2594" y="126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74" name=""/>
              <p:cNvSpPr/>
              <p:nvPr/>
            </p:nvSpPr>
            <p:spPr>
              <a:xfrm rot="0">
                <a:off x="2589" y="1261"/>
                <a:ext cx="18" cy="22"/>
              </a:xfrm>
              <a:custGeom>
                <a:avLst/>
                <a:ahLst/>
                <a:rect l="0" t="0" r="r" b="b"/>
                <a:pathLst>
                  <a:path w="73" h="89">
                    <a:moveTo>
                      <a:pt x="73" y="12"/>
                    </a:moveTo>
                    <a:lnTo>
                      <a:pt x="47" y="6"/>
                    </a:lnTo>
                    <a:lnTo>
                      <a:pt x="21" y="0"/>
                    </a:lnTo>
                    <a:lnTo>
                      <a:pt x="0" y="77"/>
                    </a:lnTo>
                    <a:lnTo>
                      <a:pt x="27" y="83"/>
                    </a:lnTo>
                    <a:lnTo>
                      <a:pt x="53" y="89"/>
                    </a:lnTo>
                    <a:lnTo>
                      <a:pt x="73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75" name=""/>
              <p:cNvSpPr/>
              <p:nvPr/>
            </p:nvSpPr>
            <p:spPr>
              <a:xfrm rot="0">
                <a:off x="2589" y="1261"/>
                <a:ext cx="18" cy="22"/>
              </a:xfrm>
              <a:custGeom>
                <a:avLst/>
                <a:ahLst/>
                <a:rect l="0" t="0" r="r" b="b"/>
                <a:pathLst>
                  <a:path w="73" h="89">
                    <a:moveTo>
                      <a:pt x="73" y="12"/>
                    </a:moveTo>
                    <a:lnTo>
                      <a:pt x="47" y="6"/>
                    </a:lnTo>
                    <a:lnTo>
                      <a:pt x="21" y="0"/>
                    </a:lnTo>
                    <a:lnTo>
                      <a:pt x="0" y="77"/>
                    </a:lnTo>
                    <a:lnTo>
                      <a:pt x="27" y="83"/>
                    </a:lnTo>
                    <a:lnTo>
                      <a:pt x="53" y="89"/>
                    </a:lnTo>
                    <a:lnTo>
                      <a:pt x="73" y="1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76" name=""/>
              <p:cNvSpPr/>
              <p:nvPr/>
            </p:nvSpPr>
            <p:spPr>
              <a:xfrm rot="0">
                <a:off x="2589" y="1280"/>
                <a:ext cx="7" cy="2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27" y="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77" name=""/>
              <p:cNvSpPr/>
              <p:nvPr/>
            </p:nvSpPr>
            <p:spPr>
              <a:xfrm rot="0">
                <a:off x="2589" y="12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78" name=""/>
              <p:cNvSpPr/>
              <p:nvPr/>
            </p:nvSpPr>
            <p:spPr>
              <a:xfrm rot="0">
                <a:off x="2585" y="1280"/>
                <a:ext cx="17" cy="23"/>
              </a:xfrm>
              <a:custGeom>
                <a:avLst/>
                <a:ahLst/>
                <a:rect l="0" t="0" r="r" b="b"/>
                <a:pathLst>
                  <a:path w="69" h="90">
                    <a:moveTo>
                      <a:pt x="69" y="10"/>
                    </a:moveTo>
                    <a:lnTo>
                      <a:pt x="43" y="5"/>
                    </a:lnTo>
                    <a:lnTo>
                      <a:pt x="16" y="0"/>
                    </a:lnTo>
                    <a:lnTo>
                      <a:pt x="0" y="79"/>
                    </a:lnTo>
                    <a:lnTo>
                      <a:pt x="26" y="84"/>
                    </a:lnTo>
                    <a:lnTo>
                      <a:pt x="52" y="90"/>
                    </a:lnTo>
                    <a:lnTo>
                      <a:pt x="69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79" name=""/>
              <p:cNvSpPr/>
              <p:nvPr/>
            </p:nvSpPr>
            <p:spPr>
              <a:xfrm rot="0">
                <a:off x="2585" y="1280"/>
                <a:ext cx="17" cy="23"/>
              </a:xfrm>
              <a:custGeom>
                <a:avLst/>
                <a:ahLst/>
                <a:rect l="0" t="0" r="r" b="b"/>
                <a:pathLst>
                  <a:path w="69" h="90">
                    <a:moveTo>
                      <a:pt x="69" y="10"/>
                    </a:moveTo>
                    <a:lnTo>
                      <a:pt x="43" y="5"/>
                    </a:lnTo>
                    <a:lnTo>
                      <a:pt x="16" y="0"/>
                    </a:lnTo>
                    <a:lnTo>
                      <a:pt x="0" y="79"/>
                    </a:lnTo>
                    <a:lnTo>
                      <a:pt x="26" y="84"/>
                    </a:lnTo>
                    <a:lnTo>
                      <a:pt x="52" y="90"/>
                    </a:lnTo>
                    <a:lnTo>
                      <a:pt x="69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80" name=""/>
              <p:cNvSpPr/>
              <p:nvPr/>
            </p:nvSpPr>
            <p:spPr>
              <a:xfrm rot="0">
                <a:off x="2585" y="1300"/>
                <a:ext cx="6" cy="2"/>
              </a:xfrm>
              <a:custGeom>
                <a:avLst/>
                <a:ahLst/>
                <a:rect l="0" t="0" r="r" b="b"/>
                <a:pathLst>
                  <a:path w="26" h="5">
                    <a:moveTo>
                      <a:pt x="26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6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81" name=""/>
              <p:cNvSpPr/>
              <p:nvPr/>
            </p:nvSpPr>
            <p:spPr>
              <a:xfrm rot="0">
                <a:off x="2585" y="13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82" name=""/>
              <p:cNvSpPr/>
              <p:nvPr/>
            </p:nvSpPr>
            <p:spPr>
              <a:xfrm rot="0">
                <a:off x="2581" y="1301"/>
                <a:ext cx="17" cy="21"/>
              </a:xfrm>
              <a:custGeom>
                <a:avLst/>
                <a:ahLst/>
                <a:rect l="0" t="0" r="r" b="b"/>
                <a:pathLst>
                  <a:path w="66" h="88">
                    <a:moveTo>
                      <a:pt x="66" y="8"/>
                    </a:moveTo>
                    <a:lnTo>
                      <a:pt x="40" y="4"/>
                    </a:lnTo>
                    <a:lnTo>
                      <a:pt x="14" y="0"/>
                    </a:lnTo>
                    <a:lnTo>
                      <a:pt x="0" y="79"/>
                    </a:lnTo>
                    <a:lnTo>
                      <a:pt x="26" y="83"/>
                    </a:lnTo>
                    <a:lnTo>
                      <a:pt x="53" y="88"/>
                    </a:lnTo>
                    <a:lnTo>
                      <a:pt x="66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83" name=""/>
              <p:cNvSpPr/>
              <p:nvPr/>
            </p:nvSpPr>
            <p:spPr>
              <a:xfrm rot="0">
                <a:off x="2581" y="1301"/>
                <a:ext cx="17" cy="21"/>
              </a:xfrm>
              <a:custGeom>
                <a:avLst/>
                <a:ahLst/>
                <a:rect l="0" t="0" r="r" b="b"/>
                <a:pathLst>
                  <a:path w="66" h="88">
                    <a:moveTo>
                      <a:pt x="66" y="8"/>
                    </a:moveTo>
                    <a:lnTo>
                      <a:pt x="40" y="4"/>
                    </a:lnTo>
                    <a:lnTo>
                      <a:pt x="14" y="0"/>
                    </a:lnTo>
                    <a:lnTo>
                      <a:pt x="0" y="79"/>
                    </a:lnTo>
                    <a:lnTo>
                      <a:pt x="26" y="83"/>
                    </a:lnTo>
                    <a:lnTo>
                      <a:pt x="53" y="88"/>
                    </a:lnTo>
                    <a:lnTo>
                      <a:pt x="66" y="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84" name=""/>
              <p:cNvSpPr/>
              <p:nvPr/>
            </p:nvSpPr>
            <p:spPr>
              <a:xfrm rot="0">
                <a:off x="2581" y="1320"/>
                <a:ext cx="7" cy="1"/>
              </a:xfrm>
              <a:custGeom>
                <a:avLst/>
                <a:ahLst/>
                <a:rect l="0" t="0" r="r" b="b"/>
                <a:pathLst>
                  <a:path w="26" h="4">
                    <a:moveTo>
                      <a:pt x="26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6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85" name=""/>
              <p:cNvSpPr/>
              <p:nvPr/>
            </p:nvSpPr>
            <p:spPr>
              <a:xfrm rot="0">
                <a:off x="2581" y="132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86" name=""/>
              <p:cNvSpPr/>
              <p:nvPr/>
            </p:nvSpPr>
            <p:spPr>
              <a:xfrm rot="0">
                <a:off x="2579" y="1321"/>
                <a:ext cx="16" cy="21"/>
              </a:xfrm>
              <a:custGeom>
                <a:avLst/>
                <a:ahLst/>
                <a:rect l="0" t="0" r="r" b="b"/>
                <a:pathLst>
                  <a:path w="63" h="86">
                    <a:moveTo>
                      <a:pt x="63" y="6"/>
                    </a:moveTo>
                    <a:lnTo>
                      <a:pt x="36" y="3"/>
                    </a:lnTo>
                    <a:lnTo>
                      <a:pt x="10" y="0"/>
                    </a:lnTo>
                    <a:lnTo>
                      <a:pt x="0" y="79"/>
                    </a:lnTo>
                    <a:lnTo>
                      <a:pt x="27" y="82"/>
                    </a:lnTo>
                    <a:lnTo>
                      <a:pt x="53" y="86"/>
                    </a:lnTo>
                    <a:lnTo>
                      <a:pt x="63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87" name=""/>
              <p:cNvSpPr/>
              <p:nvPr/>
            </p:nvSpPr>
            <p:spPr>
              <a:xfrm rot="0">
                <a:off x="2579" y="1321"/>
                <a:ext cx="16" cy="21"/>
              </a:xfrm>
              <a:custGeom>
                <a:avLst/>
                <a:ahLst/>
                <a:rect l="0" t="0" r="r" b="b"/>
                <a:pathLst>
                  <a:path w="63" h="86">
                    <a:moveTo>
                      <a:pt x="63" y="6"/>
                    </a:moveTo>
                    <a:lnTo>
                      <a:pt x="36" y="3"/>
                    </a:lnTo>
                    <a:lnTo>
                      <a:pt x="10" y="0"/>
                    </a:lnTo>
                    <a:lnTo>
                      <a:pt x="0" y="79"/>
                    </a:lnTo>
                    <a:lnTo>
                      <a:pt x="27" y="82"/>
                    </a:lnTo>
                    <a:lnTo>
                      <a:pt x="53" y="86"/>
                    </a:lnTo>
                    <a:lnTo>
                      <a:pt x="63" y="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88" name=""/>
              <p:cNvSpPr/>
              <p:nvPr/>
            </p:nvSpPr>
            <p:spPr>
              <a:xfrm rot="0">
                <a:off x="2579" y="1340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89" name=""/>
              <p:cNvSpPr/>
              <p:nvPr/>
            </p:nvSpPr>
            <p:spPr>
              <a:xfrm rot="0">
                <a:off x="2579" y="13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90" name=""/>
              <p:cNvSpPr/>
              <p:nvPr/>
            </p:nvSpPr>
            <p:spPr>
              <a:xfrm rot="0">
                <a:off x="2578" y="1341"/>
                <a:ext cx="14" cy="21"/>
              </a:xfrm>
              <a:custGeom>
                <a:avLst/>
                <a:ahLst/>
                <a:rect l="0" t="0" r="r" b="b"/>
                <a:pathLst>
                  <a:path w="58" h="85">
                    <a:moveTo>
                      <a:pt x="58" y="5"/>
                    </a:moveTo>
                    <a:lnTo>
                      <a:pt x="32" y="2"/>
                    </a:lnTo>
                    <a:lnTo>
                      <a:pt x="5" y="0"/>
                    </a:lnTo>
                    <a:lnTo>
                      <a:pt x="0" y="80"/>
                    </a:lnTo>
                    <a:lnTo>
                      <a:pt x="26" y="83"/>
                    </a:lnTo>
                    <a:lnTo>
                      <a:pt x="53" y="85"/>
                    </a:lnTo>
                    <a:lnTo>
                      <a:pt x="58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91" name=""/>
              <p:cNvSpPr/>
              <p:nvPr/>
            </p:nvSpPr>
            <p:spPr>
              <a:xfrm rot="0">
                <a:off x="2578" y="1341"/>
                <a:ext cx="14" cy="21"/>
              </a:xfrm>
              <a:custGeom>
                <a:avLst/>
                <a:ahLst/>
                <a:rect l="0" t="0" r="r" b="b"/>
                <a:pathLst>
                  <a:path w="58" h="85">
                    <a:moveTo>
                      <a:pt x="58" y="5"/>
                    </a:moveTo>
                    <a:lnTo>
                      <a:pt x="32" y="2"/>
                    </a:lnTo>
                    <a:lnTo>
                      <a:pt x="5" y="0"/>
                    </a:lnTo>
                    <a:lnTo>
                      <a:pt x="0" y="80"/>
                    </a:lnTo>
                    <a:lnTo>
                      <a:pt x="26" y="83"/>
                    </a:lnTo>
                    <a:lnTo>
                      <a:pt x="53" y="85"/>
                    </a:lnTo>
                    <a:lnTo>
                      <a:pt x="58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92" name=""/>
              <p:cNvSpPr/>
              <p:nvPr/>
            </p:nvSpPr>
            <p:spPr>
              <a:xfrm rot="0">
                <a:off x="2578" y="1361"/>
                <a:ext cx="6" cy="1"/>
              </a:xfrm>
              <a:custGeom>
                <a:avLst/>
                <a:ahLst/>
                <a:rect l="0" t="0" r="r" b="b"/>
                <a:pathLst>
                  <a:path w="26" h="3">
                    <a:moveTo>
                      <a:pt x="26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93" name=""/>
              <p:cNvSpPr/>
              <p:nvPr/>
            </p:nvSpPr>
            <p:spPr>
              <a:xfrm rot="0">
                <a:off x="2578" y="13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94" name=""/>
              <p:cNvSpPr/>
              <p:nvPr/>
            </p:nvSpPr>
            <p:spPr>
              <a:xfrm rot="0">
                <a:off x="2577" y="136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55" y="2"/>
                    </a:moveTo>
                    <a:lnTo>
                      <a:pt x="28" y="1"/>
                    </a:lnTo>
                    <a:lnTo>
                      <a:pt x="2" y="0"/>
                    </a:lnTo>
                    <a:lnTo>
                      <a:pt x="0" y="80"/>
                    </a:lnTo>
                    <a:lnTo>
                      <a:pt x="26" y="81"/>
                    </a:lnTo>
                    <a:lnTo>
                      <a:pt x="53" y="82"/>
                    </a:lnTo>
                    <a:lnTo>
                      <a:pt x="55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95" name=""/>
              <p:cNvSpPr/>
              <p:nvPr/>
            </p:nvSpPr>
            <p:spPr>
              <a:xfrm rot="0">
                <a:off x="2577" y="136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55" y="2"/>
                    </a:moveTo>
                    <a:lnTo>
                      <a:pt x="28" y="1"/>
                    </a:lnTo>
                    <a:lnTo>
                      <a:pt x="2" y="0"/>
                    </a:lnTo>
                    <a:lnTo>
                      <a:pt x="0" y="80"/>
                    </a:lnTo>
                    <a:lnTo>
                      <a:pt x="26" y="81"/>
                    </a:lnTo>
                    <a:lnTo>
                      <a:pt x="53" y="82"/>
                    </a:lnTo>
                    <a:lnTo>
                      <a:pt x="55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96" name=""/>
              <p:cNvSpPr/>
              <p:nvPr/>
            </p:nvSpPr>
            <p:spPr>
              <a:xfrm rot="0">
                <a:off x="2577" y="1381"/>
                <a:ext cx="7" cy="1"/>
              </a:xfrm>
              <a:custGeom>
                <a:avLst/>
                <a:ahLst/>
                <a:rect l="0" t="0" r="r" b="b"/>
                <a:pathLst>
                  <a:path w="26" h="2">
                    <a:moveTo>
                      <a:pt x="26" y="1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97" name=""/>
              <p:cNvSpPr/>
              <p:nvPr/>
            </p:nvSpPr>
            <p:spPr>
              <a:xfrm rot="0">
                <a:off x="2577" y="13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598" name=""/>
              <p:cNvSpPr/>
              <p:nvPr/>
            </p:nvSpPr>
            <p:spPr>
              <a:xfrm rot="0">
                <a:off x="2577" y="138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53" y="0"/>
                    </a:moveTo>
                    <a:lnTo>
                      <a:pt x="26" y="1"/>
                    </a:lnTo>
                    <a:lnTo>
                      <a:pt x="0" y="2"/>
                    </a:lnTo>
                    <a:lnTo>
                      <a:pt x="2" y="82"/>
                    </a:lnTo>
                    <a:lnTo>
                      <a:pt x="28" y="81"/>
                    </a:lnTo>
                    <a:lnTo>
                      <a:pt x="55" y="80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599" name=""/>
              <p:cNvSpPr/>
              <p:nvPr/>
            </p:nvSpPr>
            <p:spPr>
              <a:xfrm rot="0">
                <a:off x="2577" y="138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53" y="0"/>
                    </a:moveTo>
                    <a:lnTo>
                      <a:pt x="26" y="1"/>
                    </a:lnTo>
                    <a:lnTo>
                      <a:pt x="0" y="2"/>
                    </a:lnTo>
                    <a:lnTo>
                      <a:pt x="2" y="82"/>
                    </a:lnTo>
                    <a:lnTo>
                      <a:pt x="28" y="81"/>
                    </a:lnTo>
                    <a:lnTo>
                      <a:pt x="55" y="80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00" name=""/>
              <p:cNvSpPr/>
              <p:nvPr/>
            </p:nvSpPr>
            <p:spPr>
              <a:xfrm rot="0">
                <a:off x="2578" y="1401"/>
                <a:ext cx="6" cy="1"/>
              </a:xfrm>
              <a:custGeom>
                <a:avLst/>
                <a:ahLst/>
                <a:rect l="0" t="0" r="r" b="b"/>
                <a:pathLst>
                  <a:path w="26" h="2">
                    <a:moveTo>
                      <a:pt x="26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01" name=""/>
              <p:cNvSpPr/>
              <p:nvPr/>
            </p:nvSpPr>
            <p:spPr>
              <a:xfrm rot="0">
                <a:off x="2578" y="14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02" name=""/>
              <p:cNvSpPr/>
              <p:nvPr/>
            </p:nvSpPr>
            <p:spPr>
              <a:xfrm rot="0">
                <a:off x="2578" y="1401"/>
                <a:ext cx="14" cy="21"/>
              </a:xfrm>
              <a:custGeom>
                <a:avLst/>
                <a:ahLst/>
                <a:rect l="0" t="0" r="r" b="b"/>
                <a:pathLst>
                  <a:path w="58" h="84">
                    <a:moveTo>
                      <a:pt x="53" y="0"/>
                    </a:moveTo>
                    <a:lnTo>
                      <a:pt x="26" y="2"/>
                    </a:lnTo>
                    <a:lnTo>
                      <a:pt x="0" y="4"/>
                    </a:lnTo>
                    <a:lnTo>
                      <a:pt x="5" y="84"/>
                    </a:lnTo>
                    <a:lnTo>
                      <a:pt x="32" y="82"/>
                    </a:lnTo>
                    <a:lnTo>
                      <a:pt x="58" y="80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03" name=""/>
              <p:cNvSpPr/>
              <p:nvPr/>
            </p:nvSpPr>
            <p:spPr>
              <a:xfrm rot="0">
                <a:off x="2578" y="1401"/>
                <a:ext cx="14" cy="21"/>
              </a:xfrm>
              <a:custGeom>
                <a:avLst/>
                <a:ahLst/>
                <a:rect l="0" t="0" r="r" b="b"/>
                <a:pathLst>
                  <a:path w="58" h="84">
                    <a:moveTo>
                      <a:pt x="53" y="0"/>
                    </a:moveTo>
                    <a:lnTo>
                      <a:pt x="26" y="2"/>
                    </a:lnTo>
                    <a:lnTo>
                      <a:pt x="0" y="4"/>
                    </a:lnTo>
                    <a:lnTo>
                      <a:pt x="5" y="84"/>
                    </a:lnTo>
                    <a:lnTo>
                      <a:pt x="32" y="82"/>
                    </a:lnTo>
                    <a:lnTo>
                      <a:pt x="58" y="80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04" name=""/>
              <p:cNvSpPr/>
              <p:nvPr/>
            </p:nvSpPr>
            <p:spPr>
              <a:xfrm rot="0">
                <a:off x="2579" y="1421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05" name=""/>
              <p:cNvSpPr/>
              <p:nvPr/>
            </p:nvSpPr>
            <p:spPr>
              <a:xfrm rot="0">
                <a:off x="2579" y="14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06" name=""/>
              <p:cNvSpPr/>
              <p:nvPr/>
            </p:nvSpPr>
            <p:spPr>
              <a:xfrm rot="0">
                <a:off x="2579" y="1420"/>
                <a:ext cx="16" cy="22"/>
              </a:xfrm>
              <a:custGeom>
                <a:avLst/>
                <a:ahLst/>
                <a:rect l="0" t="0" r="r" b="b"/>
                <a:pathLst>
                  <a:path w="63" h="86">
                    <a:moveTo>
                      <a:pt x="53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10" y="86"/>
                    </a:lnTo>
                    <a:lnTo>
                      <a:pt x="36" y="83"/>
                    </a:lnTo>
                    <a:lnTo>
                      <a:pt x="63" y="80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07" name=""/>
              <p:cNvSpPr/>
              <p:nvPr/>
            </p:nvSpPr>
            <p:spPr>
              <a:xfrm rot="0">
                <a:off x="2579" y="1420"/>
                <a:ext cx="16" cy="22"/>
              </a:xfrm>
              <a:custGeom>
                <a:avLst/>
                <a:ahLst/>
                <a:rect l="0" t="0" r="r" b="b"/>
                <a:pathLst>
                  <a:path w="63" h="86">
                    <a:moveTo>
                      <a:pt x="53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10" y="86"/>
                    </a:lnTo>
                    <a:lnTo>
                      <a:pt x="36" y="83"/>
                    </a:lnTo>
                    <a:lnTo>
                      <a:pt x="63" y="80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08" name=""/>
              <p:cNvSpPr/>
              <p:nvPr/>
            </p:nvSpPr>
            <p:spPr>
              <a:xfrm rot="0">
                <a:off x="2581" y="1441"/>
                <a:ext cx="7" cy="1"/>
              </a:xfrm>
              <a:custGeom>
                <a:avLst/>
                <a:ahLst/>
                <a:rect l="0" t="0" r="r" b="b"/>
                <a:pathLst>
                  <a:path w="26" h="4">
                    <a:moveTo>
                      <a:pt x="26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09" name=""/>
              <p:cNvSpPr/>
              <p:nvPr/>
            </p:nvSpPr>
            <p:spPr>
              <a:xfrm rot="0">
                <a:off x="2581" y="14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10" name=""/>
              <p:cNvSpPr/>
              <p:nvPr/>
            </p:nvSpPr>
            <p:spPr>
              <a:xfrm rot="0">
                <a:off x="2581" y="1440"/>
                <a:ext cx="17" cy="22"/>
              </a:xfrm>
              <a:custGeom>
                <a:avLst/>
                <a:ahLst/>
                <a:rect l="0" t="0" r="r" b="b"/>
                <a:pathLst>
                  <a:path w="66" h="87">
                    <a:moveTo>
                      <a:pt x="53" y="0"/>
                    </a:moveTo>
                    <a:lnTo>
                      <a:pt x="26" y="4"/>
                    </a:lnTo>
                    <a:lnTo>
                      <a:pt x="0" y="8"/>
                    </a:lnTo>
                    <a:lnTo>
                      <a:pt x="14" y="87"/>
                    </a:lnTo>
                    <a:lnTo>
                      <a:pt x="40" y="83"/>
                    </a:lnTo>
                    <a:lnTo>
                      <a:pt x="66" y="79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11" name=""/>
              <p:cNvSpPr/>
              <p:nvPr/>
            </p:nvSpPr>
            <p:spPr>
              <a:xfrm rot="0">
                <a:off x="2581" y="1440"/>
                <a:ext cx="17" cy="22"/>
              </a:xfrm>
              <a:custGeom>
                <a:avLst/>
                <a:ahLst/>
                <a:rect l="0" t="0" r="r" b="b"/>
                <a:pathLst>
                  <a:path w="66" h="87">
                    <a:moveTo>
                      <a:pt x="53" y="0"/>
                    </a:moveTo>
                    <a:lnTo>
                      <a:pt x="26" y="4"/>
                    </a:lnTo>
                    <a:lnTo>
                      <a:pt x="0" y="8"/>
                    </a:lnTo>
                    <a:lnTo>
                      <a:pt x="14" y="87"/>
                    </a:lnTo>
                    <a:lnTo>
                      <a:pt x="40" y="83"/>
                    </a:lnTo>
                    <a:lnTo>
                      <a:pt x="66" y="79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12" name=""/>
              <p:cNvSpPr/>
              <p:nvPr/>
            </p:nvSpPr>
            <p:spPr>
              <a:xfrm rot="0">
                <a:off x="2585" y="1461"/>
                <a:ext cx="6" cy="1"/>
              </a:xfrm>
              <a:custGeom>
                <a:avLst/>
                <a:ahLst/>
                <a:rect l="0" t="0" r="r" b="b"/>
                <a:pathLst>
                  <a:path w="26" h="6">
                    <a:moveTo>
                      <a:pt x="26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13" name=""/>
              <p:cNvSpPr/>
              <p:nvPr/>
            </p:nvSpPr>
            <p:spPr>
              <a:xfrm rot="0">
                <a:off x="2585" y="14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14" name=""/>
              <p:cNvSpPr/>
              <p:nvPr/>
            </p:nvSpPr>
            <p:spPr>
              <a:xfrm rot="0">
                <a:off x="2585" y="1460"/>
                <a:ext cx="17" cy="22"/>
              </a:xfrm>
              <a:custGeom>
                <a:avLst/>
                <a:ahLst/>
                <a:rect l="0" t="0" r="r" b="b"/>
                <a:pathLst>
                  <a:path w="69" h="89">
                    <a:moveTo>
                      <a:pt x="52" y="0"/>
                    </a:moveTo>
                    <a:lnTo>
                      <a:pt x="26" y="5"/>
                    </a:lnTo>
                    <a:lnTo>
                      <a:pt x="0" y="11"/>
                    </a:lnTo>
                    <a:lnTo>
                      <a:pt x="16" y="89"/>
                    </a:lnTo>
                    <a:lnTo>
                      <a:pt x="43" y="83"/>
                    </a:lnTo>
                    <a:lnTo>
                      <a:pt x="69" y="78"/>
                    </a:lnTo>
                    <a:lnTo>
                      <a:pt x="5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15" name=""/>
              <p:cNvSpPr/>
              <p:nvPr/>
            </p:nvSpPr>
            <p:spPr>
              <a:xfrm rot="0">
                <a:off x="2585" y="1460"/>
                <a:ext cx="17" cy="22"/>
              </a:xfrm>
              <a:custGeom>
                <a:avLst/>
                <a:ahLst/>
                <a:rect l="0" t="0" r="r" b="b"/>
                <a:pathLst>
                  <a:path w="69" h="89">
                    <a:moveTo>
                      <a:pt x="52" y="0"/>
                    </a:moveTo>
                    <a:lnTo>
                      <a:pt x="26" y="5"/>
                    </a:lnTo>
                    <a:lnTo>
                      <a:pt x="0" y="11"/>
                    </a:lnTo>
                    <a:lnTo>
                      <a:pt x="16" y="89"/>
                    </a:lnTo>
                    <a:lnTo>
                      <a:pt x="43" y="83"/>
                    </a:lnTo>
                    <a:lnTo>
                      <a:pt x="69" y="78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16" name=""/>
              <p:cNvSpPr/>
              <p:nvPr/>
            </p:nvSpPr>
            <p:spPr>
              <a:xfrm rot="0">
                <a:off x="2589" y="1481"/>
                <a:ext cx="7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27" y="0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17" name=""/>
              <p:cNvSpPr/>
              <p:nvPr/>
            </p:nvSpPr>
            <p:spPr>
              <a:xfrm rot="0">
                <a:off x="2589" y="14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18" name=""/>
              <p:cNvSpPr/>
              <p:nvPr/>
            </p:nvSpPr>
            <p:spPr>
              <a:xfrm rot="0">
                <a:off x="2589" y="1479"/>
                <a:ext cx="18" cy="23"/>
              </a:xfrm>
              <a:custGeom>
                <a:avLst/>
                <a:ahLst/>
                <a:rect l="0" t="0" r="r" b="b"/>
                <a:pathLst>
                  <a:path w="73" h="91">
                    <a:moveTo>
                      <a:pt x="53" y="0"/>
                    </a:moveTo>
                    <a:lnTo>
                      <a:pt x="27" y="6"/>
                    </a:lnTo>
                    <a:lnTo>
                      <a:pt x="0" y="13"/>
                    </a:lnTo>
                    <a:lnTo>
                      <a:pt x="21" y="91"/>
                    </a:lnTo>
                    <a:lnTo>
                      <a:pt x="47" y="84"/>
                    </a:lnTo>
                    <a:lnTo>
                      <a:pt x="73" y="78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19" name=""/>
              <p:cNvSpPr/>
              <p:nvPr/>
            </p:nvSpPr>
            <p:spPr>
              <a:xfrm rot="0">
                <a:off x="2589" y="1479"/>
                <a:ext cx="18" cy="23"/>
              </a:xfrm>
              <a:custGeom>
                <a:avLst/>
                <a:ahLst/>
                <a:rect l="0" t="0" r="r" b="b"/>
                <a:pathLst>
                  <a:path w="73" h="91">
                    <a:moveTo>
                      <a:pt x="53" y="0"/>
                    </a:moveTo>
                    <a:lnTo>
                      <a:pt x="27" y="6"/>
                    </a:lnTo>
                    <a:lnTo>
                      <a:pt x="0" y="13"/>
                    </a:lnTo>
                    <a:lnTo>
                      <a:pt x="21" y="91"/>
                    </a:lnTo>
                    <a:lnTo>
                      <a:pt x="47" y="84"/>
                    </a:lnTo>
                    <a:lnTo>
                      <a:pt x="73" y="78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20" name=""/>
              <p:cNvSpPr/>
              <p:nvPr/>
            </p:nvSpPr>
            <p:spPr>
              <a:xfrm rot="0">
                <a:off x="2594" y="1500"/>
                <a:ext cx="7" cy="2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26" y="0"/>
                    </a:moveTo>
                    <a:lnTo>
                      <a:pt x="0" y="7"/>
                    </a:lnTo>
                    <a:lnTo>
                      <a:pt x="1" y="9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21" name=""/>
              <p:cNvSpPr/>
              <p:nvPr/>
            </p:nvSpPr>
            <p:spPr>
              <a:xfrm rot="0">
                <a:off x="2594" y="15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22" name=""/>
              <p:cNvSpPr/>
              <p:nvPr/>
            </p:nvSpPr>
            <p:spPr>
              <a:xfrm rot="0">
                <a:off x="2594" y="1498"/>
                <a:ext cx="19" cy="23"/>
              </a:xfrm>
              <a:custGeom>
                <a:avLst/>
                <a:ahLst/>
                <a:rect l="0" t="0" r="r" b="b"/>
                <a:pathLst>
                  <a:path w="76" h="93">
                    <a:moveTo>
                      <a:pt x="50" y="0"/>
                    </a:moveTo>
                    <a:lnTo>
                      <a:pt x="25" y="8"/>
                    </a:lnTo>
                    <a:lnTo>
                      <a:pt x="0" y="17"/>
                    </a:lnTo>
                    <a:lnTo>
                      <a:pt x="25" y="93"/>
                    </a:lnTo>
                    <a:lnTo>
                      <a:pt x="50" y="84"/>
                    </a:lnTo>
                    <a:lnTo>
                      <a:pt x="76" y="76"/>
                    </a:lnTo>
                    <a:lnTo>
                      <a:pt x="5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23" name=""/>
              <p:cNvSpPr/>
              <p:nvPr/>
            </p:nvSpPr>
            <p:spPr>
              <a:xfrm rot="0">
                <a:off x="2594" y="1498"/>
                <a:ext cx="19" cy="23"/>
              </a:xfrm>
              <a:custGeom>
                <a:avLst/>
                <a:ahLst/>
                <a:rect l="0" t="0" r="r" b="b"/>
                <a:pathLst>
                  <a:path w="76" h="93">
                    <a:moveTo>
                      <a:pt x="50" y="0"/>
                    </a:moveTo>
                    <a:lnTo>
                      <a:pt x="25" y="8"/>
                    </a:lnTo>
                    <a:lnTo>
                      <a:pt x="0" y="17"/>
                    </a:lnTo>
                    <a:lnTo>
                      <a:pt x="25" y="93"/>
                    </a:lnTo>
                    <a:lnTo>
                      <a:pt x="50" y="84"/>
                    </a:lnTo>
                    <a:lnTo>
                      <a:pt x="76" y="76"/>
                    </a:lnTo>
                    <a:lnTo>
                      <a:pt x="5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24" name=""/>
              <p:cNvSpPr/>
              <p:nvPr/>
            </p:nvSpPr>
            <p:spPr>
              <a:xfrm rot="0">
                <a:off x="2601" y="1519"/>
                <a:ext cx="6" cy="2"/>
              </a:xfrm>
              <a:custGeom>
                <a:avLst/>
                <a:ahLst/>
                <a:rect l="0" t="0" r="r" b="b"/>
                <a:pathLst>
                  <a:path w="25" h="10">
                    <a:moveTo>
                      <a:pt x="25" y="0"/>
                    </a:moveTo>
                    <a:lnTo>
                      <a:pt x="0" y="9"/>
                    </a:lnTo>
                    <a:lnTo>
                      <a:pt x="0" y="10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25" name=""/>
              <p:cNvSpPr/>
              <p:nvPr/>
            </p:nvSpPr>
            <p:spPr>
              <a:xfrm rot="0">
                <a:off x="2601" y="152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26" name=""/>
              <p:cNvSpPr/>
              <p:nvPr/>
            </p:nvSpPr>
            <p:spPr>
              <a:xfrm rot="0">
                <a:off x="2601" y="1517"/>
                <a:ext cx="19" cy="23"/>
              </a:xfrm>
              <a:custGeom>
                <a:avLst/>
                <a:ahLst/>
                <a:rect l="0" t="0" r="r" b="b"/>
                <a:pathLst>
                  <a:path w="78" h="95">
                    <a:moveTo>
                      <a:pt x="51" y="0"/>
                    </a:moveTo>
                    <a:lnTo>
                      <a:pt x="25" y="9"/>
                    </a:lnTo>
                    <a:lnTo>
                      <a:pt x="0" y="19"/>
                    </a:lnTo>
                    <a:lnTo>
                      <a:pt x="27" y="95"/>
                    </a:lnTo>
                    <a:lnTo>
                      <a:pt x="53" y="85"/>
                    </a:lnTo>
                    <a:lnTo>
                      <a:pt x="78" y="76"/>
                    </a:lnTo>
                    <a:lnTo>
                      <a:pt x="5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27" name=""/>
              <p:cNvSpPr/>
              <p:nvPr/>
            </p:nvSpPr>
            <p:spPr>
              <a:xfrm rot="0">
                <a:off x="2601" y="1517"/>
                <a:ext cx="19" cy="23"/>
              </a:xfrm>
              <a:custGeom>
                <a:avLst/>
                <a:ahLst/>
                <a:rect l="0" t="0" r="r" b="b"/>
                <a:pathLst>
                  <a:path w="78" h="95">
                    <a:moveTo>
                      <a:pt x="51" y="0"/>
                    </a:moveTo>
                    <a:lnTo>
                      <a:pt x="25" y="9"/>
                    </a:lnTo>
                    <a:lnTo>
                      <a:pt x="0" y="19"/>
                    </a:lnTo>
                    <a:lnTo>
                      <a:pt x="27" y="95"/>
                    </a:lnTo>
                    <a:lnTo>
                      <a:pt x="53" y="85"/>
                    </a:lnTo>
                    <a:lnTo>
                      <a:pt x="78" y="76"/>
                    </a:lnTo>
                    <a:lnTo>
                      <a:pt x="5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28" name=""/>
              <p:cNvSpPr/>
              <p:nvPr/>
            </p:nvSpPr>
            <p:spPr>
              <a:xfrm rot="0">
                <a:off x="2608" y="1538"/>
                <a:ext cx="6" cy="3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26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29" name=""/>
              <p:cNvSpPr/>
              <p:nvPr/>
            </p:nvSpPr>
            <p:spPr>
              <a:xfrm rot="0">
                <a:off x="2608" y="15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30" name=""/>
              <p:cNvSpPr/>
              <p:nvPr/>
            </p:nvSpPr>
            <p:spPr>
              <a:xfrm rot="0">
                <a:off x="2608" y="1535"/>
                <a:ext cx="20" cy="24"/>
              </a:xfrm>
              <a:custGeom>
                <a:avLst/>
                <a:ahLst/>
                <a:rect l="0" t="0" r="r" b="b"/>
                <a:pathLst>
                  <a:path w="81" h="95">
                    <a:moveTo>
                      <a:pt x="49" y="0"/>
                    </a:moveTo>
                    <a:lnTo>
                      <a:pt x="25" y="10"/>
                    </a:lnTo>
                    <a:lnTo>
                      <a:pt x="0" y="21"/>
                    </a:lnTo>
                    <a:lnTo>
                      <a:pt x="32" y="95"/>
                    </a:lnTo>
                    <a:lnTo>
                      <a:pt x="56" y="84"/>
                    </a:lnTo>
                    <a:lnTo>
                      <a:pt x="81" y="73"/>
                    </a:lnTo>
                    <a:lnTo>
                      <a:pt x="4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31" name=""/>
              <p:cNvSpPr/>
              <p:nvPr/>
            </p:nvSpPr>
            <p:spPr>
              <a:xfrm rot="0">
                <a:off x="2608" y="1535"/>
                <a:ext cx="20" cy="24"/>
              </a:xfrm>
              <a:custGeom>
                <a:avLst/>
                <a:ahLst/>
                <a:rect l="0" t="0" r="r" b="b"/>
                <a:pathLst>
                  <a:path w="81" h="95">
                    <a:moveTo>
                      <a:pt x="49" y="0"/>
                    </a:moveTo>
                    <a:lnTo>
                      <a:pt x="25" y="10"/>
                    </a:lnTo>
                    <a:lnTo>
                      <a:pt x="0" y="21"/>
                    </a:lnTo>
                    <a:lnTo>
                      <a:pt x="32" y="95"/>
                    </a:lnTo>
                    <a:lnTo>
                      <a:pt x="56" y="84"/>
                    </a:lnTo>
                    <a:lnTo>
                      <a:pt x="81" y="73"/>
                    </a:lnTo>
                    <a:lnTo>
                      <a:pt x="4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32" name=""/>
              <p:cNvSpPr/>
              <p:nvPr/>
            </p:nvSpPr>
            <p:spPr>
              <a:xfrm rot="0">
                <a:off x="2616" y="1557"/>
                <a:ext cx="6" cy="2"/>
              </a:xfrm>
              <a:custGeom>
                <a:avLst/>
                <a:ahLst/>
                <a:rect l="0" t="0" r="r" b="b"/>
                <a:pathLst>
                  <a:path w="24" h="12">
                    <a:moveTo>
                      <a:pt x="24" y="0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33" name=""/>
              <p:cNvSpPr/>
              <p:nvPr/>
            </p:nvSpPr>
            <p:spPr>
              <a:xfrm rot="0">
                <a:off x="2616" y="15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34" name=""/>
              <p:cNvSpPr/>
              <p:nvPr/>
            </p:nvSpPr>
            <p:spPr>
              <a:xfrm rot="0">
                <a:off x="2616" y="1554"/>
                <a:ext cx="21" cy="23"/>
              </a:xfrm>
              <a:custGeom>
                <a:avLst/>
                <a:ahLst/>
                <a:rect l="0" t="0" r="r" b="b"/>
                <a:pathLst>
                  <a:path w="83" h="95">
                    <a:moveTo>
                      <a:pt x="49" y="0"/>
                    </a:moveTo>
                    <a:lnTo>
                      <a:pt x="24" y="12"/>
                    </a:lnTo>
                    <a:lnTo>
                      <a:pt x="0" y="24"/>
                    </a:lnTo>
                    <a:lnTo>
                      <a:pt x="35" y="95"/>
                    </a:lnTo>
                    <a:lnTo>
                      <a:pt x="59" y="84"/>
                    </a:lnTo>
                    <a:lnTo>
                      <a:pt x="83" y="72"/>
                    </a:lnTo>
                    <a:lnTo>
                      <a:pt x="4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35" name=""/>
              <p:cNvSpPr/>
              <p:nvPr/>
            </p:nvSpPr>
            <p:spPr>
              <a:xfrm rot="0">
                <a:off x="2616" y="1554"/>
                <a:ext cx="21" cy="23"/>
              </a:xfrm>
              <a:custGeom>
                <a:avLst/>
                <a:ahLst/>
                <a:rect l="0" t="0" r="r" b="b"/>
                <a:pathLst>
                  <a:path w="83" h="95">
                    <a:moveTo>
                      <a:pt x="49" y="0"/>
                    </a:moveTo>
                    <a:lnTo>
                      <a:pt x="24" y="12"/>
                    </a:lnTo>
                    <a:lnTo>
                      <a:pt x="0" y="24"/>
                    </a:lnTo>
                    <a:lnTo>
                      <a:pt x="35" y="95"/>
                    </a:lnTo>
                    <a:lnTo>
                      <a:pt x="59" y="84"/>
                    </a:lnTo>
                    <a:lnTo>
                      <a:pt x="83" y="72"/>
                    </a:lnTo>
                    <a:lnTo>
                      <a:pt x="4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36" name=""/>
              <p:cNvSpPr/>
              <p:nvPr/>
            </p:nvSpPr>
            <p:spPr>
              <a:xfrm rot="0">
                <a:off x="2624" y="1574"/>
                <a:ext cx="7" cy="4"/>
              </a:xfrm>
              <a:custGeom>
                <a:avLst/>
                <a:ahLst/>
                <a:rect l="0" t="0" r="r" b="b"/>
                <a:pathLst>
                  <a:path w="24" h="12">
                    <a:moveTo>
                      <a:pt x="24" y="0"/>
                    </a:moveTo>
                    <a:lnTo>
                      <a:pt x="0" y="11"/>
                    </a:lnTo>
                    <a:lnTo>
                      <a:pt x="1" y="12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37" name=""/>
              <p:cNvSpPr/>
              <p:nvPr/>
            </p:nvSpPr>
            <p:spPr>
              <a:xfrm rot="0">
                <a:off x="2624" y="15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38" name=""/>
              <p:cNvSpPr/>
              <p:nvPr/>
            </p:nvSpPr>
            <p:spPr>
              <a:xfrm rot="0">
                <a:off x="2625" y="1571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46" y="0"/>
                    </a:moveTo>
                    <a:lnTo>
                      <a:pt x="23" y="13"/>
                    </a:lnTo>
                    <a:lnTo>
                      <a:pt x="0" y="25"/>
                    </a:lnTo>
                    <a:lnTo>
                      <a:pt x="38" y="96"/>
                    </a:lnTo>
                    <a:lnTo>
                      <a:pt x="61" y="83"/>
                    </a:lnTo>
                    <a:lnTo>
                      <a:pt x="84" y="71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39" name=""/>
              <p:cNvSpPr/>
              <p:nvPr/>
            </p:nvSpPr>
            <p:spPr>
              <a:xfrm rot="0">
                <a:off x="2625" y="1571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46" y="0"/>
                    </a:moveTo>
                    <a:lnTo>
                      <a:pt x="23" y="13"/>
                    </a:lnTo>
                    <a:lnTo>
                      <a:pt x="0" y="25"/>
                    </a:lnTo>
                    <a:lnTo>
                      <a:pt x="38" y="96"/>
                    </a:lnTo>
                    <a:lnTo>
                      <a:pt x="61" y="83"/>
                    </a:lnTo>
                    <a:lnTo>
                      <a:pt x="84" y="71"/>
                    </a:lnTo>
                    <a:lnTo>
                      <a:pt x="4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40" name=""/>
              <p:cNvSpPr/>
              <p:nvPr/>
            </p:nvSpPr>
            <p:spPr>
              <a:xfrm rot="0">
                <a:off x="2634" y="1592"/>
                <a:ext cx="6" cy="4"/>
              </a:xfrm>
              <a:custGeom>
                <a:avLst/>
                <a:ahLst/>
                <a:rect l="0" t="0" r="r" b="b"/>
                <a:pathLst>
                  <a:path w="23" h="14">
                    <a:moveTo>
                      <a:pt x="23" y="0"/>
                    </a:moveTo>
                    <a:lnTo>
                      <a:pt x="0" y="13"/>
                    </a:lnTo>
                    <a:lnTo>
                      <a:pt x="0" y="14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41" name=""/>
              <p:cNvSpPr/>
              <p:nvPr/>
            </p:nvSpPr>
            <p:spPr>
              <a:xfrm rot="0">
                <a:off x="2634" y="159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42" name=""/>
              <p:cNvSpPr/>
              <p:nvPr/>
            </p:nvSpPr>
            <p:spPr>
              <a:xfrm rot="0">
                <a:off x="2634" y="1589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46" y="0"/>
                    </a:moveTo>
                    <a:lnTo>
                      <a:pt x="23" y="13"/>
                    </a:lnTo>
                    <a:lnTo>
                      <a:pt x="0" y="27"/>
                    </a:lnTo>
                    <a:lnTo>
                      <a:pt x="42" y="96"/>
                    </a:lnTo>
                    <a:lnTo>
                      <a:pt x="65" y="82"/>
                    </a:lnTo>
                    <a:lnTo>
                      <a:pt x="88" y="68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43" name=""/>
              <p:cNvSpPr/>
              <p:nvPr/>
            </p:nvSpPr>
            <p:spPr>
              <a:xfrm rot="0">
                <a:off x="2634" y="1589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46" y="0"/>
                    </a:moveTo>
                    <a:lnTo>
                      <a:pt x="23" y="13"/>
                    </a:lnTo>
                    <a:lnTo>
                      <a:pt x="0" y="27"/>
                    </a:lnTo>
                    <a:lnTo>
                      <a:pt x="42" y="96"/>
                    </a:lnTo>
                    <a:lnTo>
                      <a:pt x="65" y="82"/>
                    </a:lnTo>
                    <a:lnTo>
                      <a:pt x="88" y="68"/>
                    </a:lnTo>
                    <a:lnTo>
                      <a:pt x="4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44" name=""/>
              <p:cNvSpPr/>
              <p:nvPr/>
            </p:nvSpPr>
            <p:spPr>
              <a:xfrm rot="0">
                <a:off x="2645" y="1606"/>
                <a:ext cx="12" cy="10"/>
              </a:xfrm>
              <a:custGeom>
                <a:avLst/>
                <a:ahLst/>
                <a:rect l="0" t="0" r="r" b="b"/>
                <a:pathLst>
                  <a:path w="50" h="40">
                    <a:moveTo>
                      <a:pt x="23" y="14"/>
                    </a:moveTo>
                    <a:lnTo>
                      <a:pt x="46" y="0"/>
                    </a:lnTo>
                    <a:lnTo>
                      <a:pt x="50" y="8"/>
                    </a:lnTo>
                    <a:lnTo>
                      <a:pt x="50" y="16"/>
                    </a:lnTo>
                    <a:lnTo>
                      <a:pt x="49" y="24"/>
                    </a:lnTo>
                    <a:lnTo>
                      <a:pt x="43" y="32"/>
                    </a:lnTo>
                    <a:lnTo>
                      <a:pt x="37" y="37"/>
                    </a:lnTo>
                    <a:lnTo>
                      <a:pt x="30" y="40"/>
                    </a:lnTo>
                    <a:lnTo>
                      <a:pt x="21" y="40"/>
                    </a:lnTo>
                    <a:lnTo>
                      <a:pt x="13" y="39"/>
                    </a:lnTo>
                    <a:lnTo>
                      <a:pt x="5" y="34"/>
                    </a:lnTo>
                    <a:lnTo>
                      <a:pt x="0" y="28"/>
                    </a:lnTo>
                    <a:lnTo>
                      <a:pt x="23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45" name=""/>
              <p:cNvSpPr/>
              <p:nvPr/>
            </p:nvSpPr>
            <p:spPr>
              <a:xfrm rot="0">
                <a:off x="2645" y="1606"/>
                <a:ext cx="12" cy="10"/>
              </a:xfrm>
              <a:custGeom>
                <a:avLst/>
                <a:ahLst/>
                <a:rect l="0" t="0" r="r" b="b"/>
                <a:pathLst>
                  <a:path w="50" h="40">
                    <a:moveTo>
                      <a:pt x="46" y="0"/>
                    </a:moveTo>
                    <a:lnTo>
                      <a:pt x="50" y="8"/>
                    </a:lnTo>
                    <a:lnTo>
                      <a:pt x="50" y="16"/>
                    </a:lnTo>
                    <a:lnTo>
                      <a:pt x="49" y="24"/>
                    </a:lnTo>
                    <a:lnTo>
                      <a:pt x="43" y="32"/>
                    </a:lnTo>
                    <a:lnTo>
                      <a:pt x="37" y="37"/>
                    </a:lnTo>
                    <a:lnTo>
                      <a:pt x="30" y="40"/>
                    </a:lnTo>
                    <a:lnTo>
                      <a:pt x="21" y="40"/>
                    </a:lnTo>
                    <a:lnTo>
                      <a:pt x="13" y="39"/>
                    </a:lnTo>
                    <a:lnTo>
                      <a:pt x="5" y="34"/>
                    </a:lnTo>
                    <a:lnTo>
                      <a:pt x="0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46" name=""/>
              <p:cNvSpPr/>
              <p:nvPr/>
            </p:nvSpPr>
            <p:spPr>
              <a:xfrm rot="0">
                <a:off x="3364" y="1602"/>
                <a:ext cx="6" cy="14"/>
              </a:xfrm>
              <a:custGeom>
                <a:avLst/>
                <a:ahLst/>
                <a:rect l="0" t="0" r="r" b="b"/>
                <a:pathLst>
                  <a:path w="27" h="53">
                    <a:moveTo>
                      <a:pt x="0" y="27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5" y="18"/>
                    </a:lnTo>
                    <a:lnTo>
                      <a:pt x="27" y="27"/>
                    </a:lnTo>
                    <a:lnTo>
                      <a:pt x="25" y="35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8" y="52"/>
                    </a:lnTo>
                    <a:lnTo>
                      <a:pt x="0" y="53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47" name=""/>
              <p:cNvSpPr/>
              <p:nvPr/>
            </p:nvSpPr>
            <p:spPr>
              <a:xfrm rot="0">
                <a:off x="3364" y="1602"/>
                <a:ext cx="6" cy="14"/>
              </a:xfrm>
              <a:custGeom>
                <a:avLst/>
                <a:ahLst/>
                <a:rect l="0" t="0" r="r" b="b"/>
                <a:pathLst>
                  <a:path w="27" h="53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2" y="11"/>
                    </a:lnTo>
                    <a:lnTo>
                      <a:pt x="25" y="18"/>
                    </a:lnTo>
                    <a:lnTo>
                      <a:pt x="27" y="27"/>
                    </a:lnTo>
                    <a:lnTo>
                      <a:pt x="25" y="35"/>
                    </a:lnTo>
                    <a:lnTo>
                      <a:pt x="22" y="43"/>
                    </a:lnTo>
                    <a:lnTo>
                      <a:pt x="16" y="49"/>
                    </a:lnTo>
                    <a:lnTo>
                      <a:pt x="8" y="52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48" name=""/>
              <p:cNvSpPr/>
              <p:nvPr/>
            </p:nvSpPr>
            <p:spPr>
              <a:xfrm rot="0">
                <a:off x="3218" y="1602"/>
                <a:ext cx="146" cy="14"/>
              </a:xfrm>
              <a:custGeom>
                <a:avLst/>
                <a:ahLst/>
                <a:rect l="0" t="0" r="r" b="b"/>
                <a:pathLst>
                  <a:path w="580" h="53">
                    <a:moveTo>
                      <a:pt x="580" y="53"/>
                    </a:moveTo>
                    <a:lnTo>
                      <a:pt x="580" y="27"/>
                    </a:lnTo>
                    <a:lnTo>
                      <a:pt x="580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580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</p:grpSp>
        <p:grpSp>
          <p:nvGrpSpPr>
            <p:cNvPr id="378" name=""/>
            <p:cNvGrpSpPr/>
            <p:nvPr/>
          </p:nvGrpSpPr>
          <p:grpSpPr>
            <a:xfrm rot="0">
              <a:off x="2644" y="1146"/>
              <a:ext cx="794" cy="666"/>
              <a:chOff x="2644" y="1146"/>
              <a:chExt cx="794" cy="666"/>
            </a:xfrm>
          </p:grpSpPr>
          <p:sp>
            <p:nvSpPr>
              <p:cNvPr id="1075649" name=""/>
              <p:cNvSpPr/>
              <p:nvPr/>
            </p:nvSpPr>
            <p:spPr>
              <a:xfrm rot="0">
                <a:off x="3218" y="1602"/>
                <a:ext cx="146" cy="14"/>
              </a:xfrm>
              <a:custGeom>
                <a:avLst/>
                <a:ahLst/>
                <a:rect l="0" t="0" r="r" b="b"/>
                <a:pathLst>
                  <a:path w="580" h="53">
                    <a:moveTo>
                      <a:pt x="580" y="53"/>
                    </a:moveTo>
                    <a:lnTo>
                      <a:pt x="580" y="27"/>
                    </a:lnTo>
                    <a:lnTo>
                      <a:pt x="580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3"/>
                    </a:lnTo>
                    <a:lnTo>
                      <a:pt x="58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50" name=""/>
              <p:cNvSpPr/>
              <p:nvPr/>
            </p:nvSpPr>
            <p:spPr>
              <a:xfrm rot="0">
                <a:off x="3212" y="1602"/>
                <a:ext cx="6" cy="14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27"/>
                    </a:moveTo>
                    <a:lnTo>
                      <a:pt x="26" y="53"/>
                    </a:ln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5"/>
                    </a:ln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51" name=""/>
              <p:cNvSpPr/>
              <p:nvPr/>
            </p:nvSpPr>
            <p:spPr>
              <a:xfrm rot="0">
                <a:off x="3212" y="1602"/>
                <a:ext cx="6" cy="14"/>
              </a:xfrm>
              <a:custGeom>
                <a:avLst/>
                <a:ahLst/>
                <a:rect l="0" t="0" r="r" b="b"/>
                <a:pathLst>
                  <a:path w="26" h="53">
                    <a:moveTo>
                      <a:pt x="26" y="53"/>
                    </a:moveTo>
                    <a:lnTo>
                      <a:pt x="18" y="52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5"/>
                    </a:lnTo>
                    <a:lnTo>
                      <a:pt x="0" y="27"/>
                    </a:lnTo>
                    <a:lnTo>
                      <a:pt x="1" y="18"/>
                    </a:lnTo>
                    <a:lnTo>
                      <a:pt x="4" y="11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52" name=""/>
              <p:cNvSpPr/>
              <p:nvPr/>
            </p:nvSpPr>
            <p:spPr>
              <a:xfrm rot="0">
                <a:off x="3212" y="1146"/>
                <a:ext cx="6" cy="14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28"/>
                    </a:moveTo>
                    <a:lnTo>
                      <a:pt x="26" y="54"/>
                    </a:ln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53" name=""/>
              <p:cNvSpPr/>
              <p:nvPr/>
            </p:nvSpPr>
            <p:spPr>
              <a:xfrm rot="0">
                <a:off x="3212" y="1146"/>
                <a:ext cx="6" cy="14"/>
              </a:xfrm>
              <a:custGeom>
                <a:avLst/>
                <a:ahLst/>
                <a:rect l="0" t="0" r="r" b="b"/>
                <a:pathLst>
                  <a:path w="26" h="54">
                    <a:moveTo>
                      <a:pt x="26" y="54"/>
                    </a:moveTo>
                    <a:lnTo>
                      <a:pt x="18" y="53"/>
                    </a:lnTo>
                    <a:lnTo>
                      <a:pt x="10" y="50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54" name=""/>
              <p:cNvSpPr/>
              <p:nvPr/>
            </p:nvSpPr>
            <p:spPr>
              <a:xfrm rot="0">
                <a:off x="3218" y="1146"/>
                <a:ext cx="146" cy="14"/>
              </a:xfrm>
              <a:custGeom>
                <a:avLst/>
                <a:ahLst/>
                <a:rect l="0" t="0" r="r" b="b"/>
                <a:pathLst>
                  <a:path w="580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580" y="54"/>
                    </a:lnTo>
                    <a:lnTo>
                      <a:pt x="580" y="28"/>
                    </a:lnTo>
                    <a:lnTo>
                      <a:pt x="58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55" name=""/>
              <p:cNvSpPr/>
              <p:nvPr/>
            </p:nvSpPr>
            <p:spPr>
              <a:xfrm rot="0">
                <a:off x="3218" y="1146"/>
                <a:ext cx="146" cy="14"/>
              </a:xfrm>
              <a:custGeom>
                <a:avLst/>
                <a:ahLst/>
                <a:rect l="0" t="0" r="r" b="b"/>
                <a:pathLst>
                  <a:path w="580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580" y="54"/>
                    </a:lnTo>
                    <a:lnTo>
                      <a:pt x="580" y="28"/>
                    </a:lnTo>
                    <a:lnTo>
                      <a:pt x="580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56" name=""/>
              <p:cNvSpPr/>
              <p:nvPr/>
            </p:nvSpPr>
            <p:spPr>
              <a:xfrm rot="0">
                <a:off x="3364" y="1146"/>
                <a:ext cx="6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0" y="28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5" y="19"/>
                    </a:lnTo>
                    <a:lnTo>
                      <a:pt x="27" y="28"/>
                    </a:lnTo>
                    <a:lnTo>
                      <a:pt x="25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8" y="53"/>
                    </a:lnTo>
                    <a:lnTo>
                      <a:pt x="0" y="54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57" name=""/>
              <p:cNvSpPr/>
              <p:nvPr/>
            </p:nvSpPr>
            <p:spPr>
              <a:xfrm rot="0">
                <a:off x="3364" y="1146"/>
                <a:ext cx="6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0" y="0"/>
                    </a:moveTo>
                    <a:lnTo>
                      <a:pt x="8" y="2"/>
                    </a:lnTo>
                    <a:lnTo>
                      <a:pt x="16" y="5"/>
                    </a:lnTo>
                    <a:lnTo>
                      <a:pt x="22" y="12"/>
                    </a:lnTo>
                    <a:lnTo>
                      <a:pt x="25" y="19"/>
                    </a:lnTo>
                    <a:lnTo>
                      <a:pt x="27" y="28"/>
                    </a:lnTo>
                    <a:lnTo>
                      <a:pt x="25" y="36"/>
                    </a:lnTo>
                    <a:lnTo>
                      <a:pt x="22" y="43"/>
                    </a:lnTo>
                    <a:lnTo>
                      <a:pt x="16" y="50"/>
                    </a:lnTo>
                    <a:lnTo>
                      <a:pt x="8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58" name=""/>
              <p:cNvSpPr/>
              <p:nvPr/>
            </p:nvSpPr>
            <p:spPr>
              <a:xfrm rot="0">
                <a:off x="3212" y="1609"/>
                <a:ext cx="13" cy="7"/>
              </a:xfrm>
              <a:custGeom>
                <a:avLst/>
                <a:ahLst/>
                <a:rect l="0" t="0" r="r" b="b"/>
                <a:pathLst>
                  <a:path w="53" h="26">
                    <a:moveTo>
                      <a:pt x="26" y="0"/>
                    </a:moveTo>
                    <a:lnTo>
                      <a:pt x="53" y="0"/>
                    </a:lnTo>
                    <a:lnTo>
                      <a:pt x="51" y="8"/>
                    </a:lnTo>
                    <a:lnTo>
                      <a:pt x="48" y="16"/>
                    </a:lnTo>
                    <a:lnTo>
                      <a:pt x="42" y="22"/>
                    </a:lnTo>
                    <a:lnTo>
                      <a:pt x="34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59" name=""/>
              <p:cNvSpPr/>
              <p:nvPr/>
            </p:nvSpPr>
            <p:spPr>
              <a:xfrm rot="0">
                <a:off x="3212" y="1609"/>
                <a:ext cx="13" cy="7"/>
              </a:xfrm>
              <a:custGeom>
                <a:avLst/>
                <a:ahLst/>
                <a:rect l="0" t="0" r="r" b="b"/>
                <a:pathLst>
                  <a:path w="53" h="26">
                    <a:moveTo>
                      <a:pt x="53" y="0"/>
                    </a:moveTo>
                    <a:lnTo>
                      <a:pt x="51" y="8"/>
                    </a:lnTo>
                    <a:lnTo>
                      <a:pt x="48" y="16"/>
                    </a:lnTo>
                    <a:lnTo>
                      <a:pt x="42" y="22"/>
                    </a:lnTo>
                    <a:lnTo>
                      <a:pt x="34" y="25"/>
                    </a:lnTo>
                    <a:lnTo>
                      <a:pt x="26" y="26"/>
                    </a:lnTo>
                    <a:lnTo>
                      <a:pt x="18" y="25"/>
                    </a:lnTo>
                    <a:lnTo>
                      <a:pt x="10" y="22"/>
                    </a:lnTo>
                    <a:lnTo>
                      <a:pt x="4" y="16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60" name=""/>
              <p:cNvSpPr/>
              <p:nvPr/>
            </p:nvSpPr>
            <p:spPr>
              <a:xfrm rot="0">
                <a:off x="3212" y="1153"/>
                <a:ext cx="13" cy="456"/>
              </a:xfrm>
              <a:custGeom>
                <a:avLst/>
                <a:ahLst/>
                <a:rect l="0" t="0" r="r" b="b"/>
                <a:pathLst>
                  <a:path w="53" h="1824">
                    <a:moveTo>
                      <a:pt x="0" y="1824"/>
                    </a:moveTo>
                    <a:lnTo>
                      <a:pt x="26" y="1824"/>
                    </a:lnTo>
                    <a:lnTo>
                      <a:pt x="53" y="1824"/>
                    </a:lnTo>
                    <a:lnTo>
                      <a:pt x="53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18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61" name=""/>
              <p:cNvSpPr/>
              <p:nvPr/>
            </p:nvSpPr>
            <p:spPr>
              <a:xfrm rot="0">
                <a:off x="3212" y="1153"/>
                <a:ext cx="13" cy="456"/>
              </a:xfrm>
              <a:custGeom>
                <a:avLst/>
                <a:ahLst/>
                <a:rect l="0" t="0" r="r" b="b"/>
                <a:pathLst>
                  <a:path w="53" h="1824">
                    <a:moveTo>
                      <a:pt x="0" y="1824"/>
                    </a:moveTo>
                    <a:lnTo>
                      <a:pt x="26" y="1824"/>
                    </a:lnTo>
                    <a:lnTo>
                      <a:pt x="53" y="1824"/>
                    </a:lnTo>
                    <a:lnTo>
                      <a:pt x="53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18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62" name=""/>
              <p:cNvSpPr/>
              <p:nvPr/>
            </p:nvSpPr>
            <p:spPr>
              <a:xfrm rot="0">
                <a:off x="3212" y="1146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26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12"/>
                    </a:lnTo>
                    <a:lnTo>
                      <a:pt x="51" y="19"/>
                    </a:lnTo>
                    <a:lnTo>
                      <a:pt x="53" y="28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63" name=""/>
              <p:cNvSpPr/>
              <p:nvPr/>
            </p:nvSpPr>
            <p:spPr>
              <a:xfrm rot="0">
                <a:off x="3212" y="1146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12"/>
                    </a:lnTo>
                    <a:lnTo>
                      <a:pt x="51" y="19"/>
                    </a:lnTo>
                    <a:lnTo>
                      <a:pt x="53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64" name=""/>
              <p:cNvSpPr/>
              <p:nvPr/>
            </p:nvSpPr>
            <p:spPr>
              <a:xfrm rot="0">
                <a:off x="3357" y="1606"/>
                <a:ext cx="12" cy="10"/>
              </a:xfrm>
              <a:custGeom>
                <a:avLst/>
                <a:ahLst/>
                <a:rect l="0" t="0" r="r" b="b"/>
                <a:pathLst>
                  <a:path w="49" h="40">
                    <a:moveTo>
                      <a:pt x="26" y="14"/>
                    </a:moveTo>
                    <a:lnTo>
                      <a:pt x="49" y="28"/>
                    </a:lnTo>
                    <a:lnTo>
                      <a:pt x="44" y="34"/>
                    </a:lnTo>
                    <a:lnTo>
                      <a:pt x="37" y="39"/>
                    </a:lnTo>
                    <a:lnTo>
                      <a:pt x="28" y="40"/>
                    </a:lnTo>
                    <a:lnTo>
                      <a:pt x="20" y="40"/>
                    </a:lnTo>
                    <a:lnTo>
                      <a:pt x="12" y="37"/>
                    </a:lnTo>
                    <a:lnTo>
                      <a:pt x="6" y="32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26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65" name=""/>
              <p:cNvSpPr/>
              <p:nvPr/>
            </p:nvSpPr>
            <p:spPr>
              <a:xfrm rot="0">
                <a:off x="3357" y="1606"/>
                <a:ext cx="12" cy="10"/>
              </a:xfrm>
              <a:custGeom>
                <a:avLst/>
                <a:ahLst/>
                <a:rect l="0" t="0" r="r" b="b"/>
                <a:pathLst>
                  <a:path w="49" h="40">
                    <a:moveTo>
                      <a:pt x="49" y="28"/>
                    </a:moveTo>
                    <a:lnTo>
                      <a:pt x="44" y="34"/>
                    </a:lnTo>
                    <a:lnTo>
                      <a:pt x="37" y="39"/>
                    </a:lnTo>
                    <a:lnTo>
                      <a:pt x="28" y="40"/>
                    </a:lnTo>
                    <a:lnTo>
                      <a:pt x="20" y="40"/>
                    </a:lnTo>
                    <a:lnTo>
                      <a:pt x="12" y="37"/>
                    </a:lnTo>
                    <a:lnTo>
                      <a:pt x="6" y="32"/>
                    </a:lnTo>
                    <a:lnTo>
                      <a:pt x="1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66" name=""/>
              <p:cNvSpPr/>
              <p:nvPr/>
            </p:nvSpPr>
            <p:spPr>
              <a:xfrm rot="0">
                <a:off x="3358" y="1589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0" y="68"/>
                    </a:moveTo>
                    <a:lnTo>
                      <a:pt x="23" y="82"/>
                    </a:lnTo>
                    <a:lnTo>
                      <a:pt x="46" y="96"/>
                    </a:lnTo>
                    <a:lnTo>
                      <a:pt x="88" y="27"/>
                    </a:lnTo>
                    <a:lnTo>
                      <a:pt x="65" y="13"/>
                    </a:lnTo>
                    <a:lnTo>
                      <a:pt x="42" y="0"/>
                    </a:lnTo>
                    <a:lnTo>
                      <a:pt x="0" y="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67" name=""/>
              <p:cNvSpPr/>
              <p:nvPr/>
            </p:nvSpPr>
            <p:spPr>
              <a:xfrm rot="0">
                <a:off x="3358" y="1589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0" y="68"/>
                    </a:moveTo>
                    <a:lnTo>
                      <a:pt x="23" y="82"/>
                    </a:lnTo>
                    <a:lnTo>
                      <a:pt x="46" y="96"/>
                    </a:lnTo>
                    <a:lnTo>
                      <a:pt x="88" y="27"/>
                    </a:lnTo>
                    <a:lnTo>
                      <a:pt x="65" y="13"/>
                    </a:lnTo>
                    <a:lnTo>
                      <a:pt x="42" y="0"/>
                    </a:lnTo>
                    <a:lnTo>
                      <a:pt x="0" y="6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68" name=""/>
              <p:cNvSpPr/>
              <p:nvPr/>
            </p:nvSpPr>
            <p:spPr>
              <a:xfrm rot="0">
                <a:off x="3374" y="1592"/>
                <a:ext cx="6" cy="4"/>
              </a:xfrm>
              <a:custGeom>
                <a:avLst/>
                <a:ahLst/>
                <a:rect l="0" t="0" r="r" b="b"/>
                <a:pathLst>
                  <a:path w="23" h="14">
                    <a:moveTo>
                      <a:pt x="0" y="0"/>
                    </a:moveTo>
                    <a:lnTo>
                      <a:pt x="23" y="14"/>
                    </a:lnTo>
                    <a:lnTo>
                      <a:pt x="23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69" name=""/>
              <p:cNvSpPr/>
              <p:nvPr/>
            </p:nvSpPr>
            <p:spPr>
              <a:xfrm rot="0" flipV="1">
                <a:off x="3380" y="159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70" name=""/>
              <p:cNvSpPr/>
              <p:nvPr/>
            </p:nvSpPr>
            <p:spPr>
              <a:xfrm rot="0">
                <a:off x="3368" y="1571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0" y="71"/>
                    </a:moveTo>
                    <a:lnTo>
                      <a:pt x="23" y="83"/>
                    </a:lnTo>
                    <a:lnTo>
                      <a:pt x="46" y="96"/>
                    </a:lnTo>
                    <a:lnTo>
                      <a:pt x="84" y="25"/>
                    </a:lnTo>
                    <a:lnTo>
                      <a:pt x="61" y="13"/>
                    </a:lnTo>
                    <a:lnTo>
                      <a:pt x="38" y="0"/>
                    </a:lnTo>
                    <a:lnTo>
                      <a:pt x="0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71" name=""/>
              <p:cNvSpPr/>
              <p:nvPr/>
            </p:nvSpPr>
            <p:spPr>
              <a:xfrm rot="0">
                <a:off x="3368" y="1571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0" y="71"/>
                    </a:moveTo>
                    <a:lnTo>
                      <a:pt x="23" y="83"/>
                    </a:lnTo>
                    <a:lnTo>
                      <a:pt x="46" y="96"/>
                    </a:lnTo>
                    <a:lnTo>
                      <a:pt x="84" y="25"/>
                    </a:lnTo>
                    <a:lnTo>
                      <a:pt x="61" y="13"/>
                    </a:lnTo>
                    <a:lnTo>
                      <a:pt x="38" y="0"/>
                    </a:lnTo>
                    <a:lnTo>
                      <a:pt x="0" y="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72" name=""/>
              <p:cNvSpPr/>
              <p:nvPr/>
            </p:nvSpPr>
            <p:spPr>
              <a:xfrm rot="0">
                <a:off x="3384" y="1574"/>
                <a:ext cx="6" cy="4"/>
              </a:xfrm>
              <a:custGeom>
                <a:avLst/>
                <a:ahLst/>
                <a:rect l="0" t="0" r="r" b="b"/>
                <a:pathLst>
                  <a:path w="24" h="12">
                    <a:moveTo>
                      <a:pt x="0" y="0"/>
                    </a:moveTo>
                    <a:lnTo>
                      <a:pt x="23" y="12"/>
                    </a:lnTo>
                    <a:lnTo>
                      <a:pt x="24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73" name=""/>
              <p:cNvSpPr/>
              <p:nvPr/>
            </p:nvSpPr>
            <p:spPr>
              <a:xfrm rot="0" flipV="1">
                <a:off x="3389" y="15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74" name=""/>
              <p:cNvSpPr/>
              <p:nvPr/>
            </p:nvSpPr>
            <p:spPr>
              <a:xfrm rot="0">
                <a:off x="3377" y="1554"/>
                <a:ext cx="21" cy="23"/>
              </a:xfrm>
              <a:custGeom>
                <a:avLst/>
                <a:ahLst/>
                <a:rect l="0" t="0" r="r" b="b"/>
                <a:pathLst>
                  <a:path w="83" h="95">
                    <a:moveTo>
                      <a:pt x="0" y="72"/>
                    </a:moveTo>
                    <a:lnTo>
                      <a:pt x="24" y="84"/>
                    </a:lnTo>
                    <a:lnTo>
                      <a:pt x="48" y="95"/>
                    </a:lnTo>
                    <a:lnTo>
                      <a:pt x="83" y="24"/>
                    </a:lnTo>
                    <a:lnTo>
                      <a:pt x="59" y="12"/>
                    </a:lnTo>
                    <a:lnTo>
                      <a:pt x="35" y="0"/>
                    </a:lnTo>
                    <a:lnTo>
                      <a:pt x="0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75" name=""/>
              <p:cNvSpPr/>
              <p:nvPr/>
            </p:nvSpPr>
            <p:spPr>
              <a:xfrm rot="0">
                <a:off x="3377" y="1554"/>
                <a:ext cx="21" cy="23"/>
              </a:xfrm>
              <a:custGeom>
                <a:avLst/>
                <a:ahLst/>
                <a:rect l="0" t="0" r="r" b="b"/>
                <a:pathLst>
                  <a:path w="83" h="95">
                    <a:moveTo>
                      <a:pt x="0" y="72"/>
                    </a:moveTo>
                    <a:lnTo>
                      <a:pt x="24" y="84"/>
                    </a:lnTo>
                    <a:lnTo>
                      <a:pt x="48" y="95"/>
                    </a:lnTo>
                    <a:lnTo>
                      <a:pt x="83" y="24"/>
                    </a:lnTo>
                    <a:lnTo>
                      <a:pt x="59" y="12"/>
                    </a:lnTo>
                    <a:lnTo>
                      <a:pt x="35" y="0"/>
                    </a:lnTo>
                    <a:lnTo>
                      <a:pt x="0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76" name=""/>
              <p:cNvSpPr/>
              <p:nvPr/>
            </p:nvSpPr>
            <p:spPr>
              <a:xfrm rot="0">
                <a:off x="3392" y="1557"/>
                <a:ext cx="6" cy="2"/>
              </a:xfrm>
              <a:custGeom>
                <a:avLst/>
                <a:ahLst/>
                <a:rect l="0" t="0" r="r" b="b"/>
                <a:pathLst>
                  <a:path w="24" h="12">
                    <a:moveTo>
                      <a:pt x="0" y="0"/>
                    </a:moveTo>
                    <a:lnTo>
                      <a:pt x="24" y="12"/>
                    </a:lnTo>
                    <a:lnTo>
                      <a:pt x="24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77" name=""/>
              <p:cNvSpPr/>
              <p:nvPr/>
            </p:nvSpPr>
            <p:spPr>
              <a:xfrm rot="0" flipV="1">
                <a:off x="3398" y="15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78" name=""/>
              <p:cNvSpPr/>
              <p:nvPr/>
            </p:nvSpPr>
            <p:spPr>
              <a:xfrm rot="0">
                <a:off x="3386" y="1535"/>
                <a:ext cx="20" cy="24"/>
              </a:xfrm>
              <a:custGeom>
                <a:avLst/>
                <a:ahLst/>
                <a:rect l="0" t="0" r="r" b="b"/>
                <a:pathLst>
                  <a:path w="80" h="95">
                    <a:moveTo>
                      <a:pt x="0" y="73"/>
                    </a:moveTo>
                    <a:lnTo>
                      <a:pt x="24" y="84"/>
                    </a:lnTo>
                    <a:lnTo>
                      <a:pt x="48" y="95"/>
                    </a:lnTo>
                    <a:lnTo>
                      <a:pt x="80" y="21"/>
                    </a:lnTo>
                    <a:lnTo>
                      <a:pt x="56" y="10"/>
                    </a:lnTo>
                    <a:lnTo>
                      <a:pt x="31" y="0"/>
                    </a:lnTo>
                    <a:lnTo>
                      <a:pt x="0" y="7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79" name=""/>
              <p:cNvSpPr/>
              <p:nvPr/>
            </p:nvSpPr>
            <p:spPr>
              <a:xfrm rot="0">
                <a:off x="3386" y="1535"/>
                <a:ext cx="20" cy="24"/>
              </a:xfrm>
              <a:custGeom>
                <a:avLst/>
                <a:ahLst/>
                <a:rect l="0" t="0" r="r" b="b"/>
                <a:pathLst>
                  <a:path w="80" h="95">
                    <a:moveTo>
                      <a:pt x="0" y="73"/>
                    </a:moveTo>
                    <a:lnTo>
                      <a:pt x="24" y="84"/>
                    </a:lnTo>
                    <a:lnTo>
                      <a:pt x="48" y="95"/>
                    </a:lnTo>
                    <a:lnTo>
                      <a:pt x="80" y="21"/>
                    </a:lnTo>
                    <a:lnTo>
                      <a:pt x="56" y="10"/>
                    </a:lnTo>
                    <a:lnTo>
                      <a:pt x="31" y="0"/>
                    </a:lnTo>
                    <a:lnTo>
                      <a:pt x="0" y="7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80" name=""/>
              <p:cNvSpPr/>
              <p:nvPr/>
            </p:nvSpPr>
            <p:spPr>
              <a:xfrm rot="0">
                <a:off x="3400" y="1538"/>
                <a:ext cx="6" cy="3"/>
              </a:xfrm>
              <a:custGeom>
                <a:avLst/>
                <a:ahLst/>
                <a:rect l="0" t="0" r="r" b="b"/>
                <a:pathLst>
                  <a:path w="25" h="11">
                    <a:moveTo>
                      <a:pt x="0" y="0"/>
                    </a:moveTo>
                    <a:lnTo>
                      <a:pt x="24" y="11"/>
                    </a:lnTo>
                    <a:lnTo>
                      <a:pt x="25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81" name=""/>
              <p:cNvSpPr/>
              <p:nvPr/>
            </p:nvSpPr>
            <p:spPr>
              <a:xfrm rot="0" flipV="1">
                <a:off x="3406" y="15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82" name=""/>
              <p:cNvSpPr/>
              <p:nvPr/>
            </p:nvSpPr>
            <p:spPr>
              <a:xfrm rot="0">
                <a:off x="3394" y="1517"/>
                <a:ext cx="19" cy="23"/>
              </a:xfrm>
              <a:custGeom>
                <a:avLst/>
                <a:ahLst/>
                <a:rect l="0" t="0" r="r" b="b"/>
                <a:pathLst>
                  <a:path w="78" h="95">
                    <a:moveTo>
                      <a:pt x="0" y="76"/>
                    </a:moveTo>
                    <a:lnTo>
                      <a:pt x="26" y="85"/>
                    </a:lnTo>
                    <a:lnTo>
                      <a:pt x="51" y="95"/>
                    </a:lnTo>
                    <a:lnTo>
                      <a:pt x="78" y="19"/>
                    </a:lnTo>
                    <a:lnTo>
                      <a:pt x="53" y="9"/>
                    </a:lnTo>
                    <a:lnTo>
                      <a:pt x="28" y="0"/>
                    </a:lnTo>
                    <a:lnTo>
                      <a:pt x="0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83" name=""/>
              <p:cNvSpPr/>
              <p:nvPr/>
            </p:nvSpPr>
            <p:spPr>
              <a:xfrm rot="0">
                <a:off x="3394" y="1517"/>
                <a:ext cx="19" cy="23"/>
              </a:xfrm>
              <a:custGeom>
                <a:avLst/>
                <a:ahLst/>
                <a:rect l="0" t="0" r="r" b="b"/>
                <a:pathLst>
                  <a:path w="78" h="95">
                    <a:moveTo>
                      <a:pt x="0" y="76"/>
                    </a:moveTo>
                    <a:lnTo>
                      <a:pt x="26" y="85"/>
                    </a:lnTo>
                    <a:lnTo>
                      <a:pt x="51" y="95"/>
                    </a:lnTo>
                    <a:lnTo>
                      <a:pt x="78" y="19"/>
                    </a:lnTo>
                    <a:lnTo>
                      <a:pt x="53" y="9"/>
                    </a:lnTo>
                    <a:lnTo>
                      <a:pt x="28" y="0"/>
                    </a:lnTo>
                    <a:lnTo>
                      <a:pt x="0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84" name=""/>
              <p:cNvSpPr/>
              <p:nvPr/>
            </p:nvSpPr>
            <p:spPr>
              <a:xfrm rot="0">
                <a:off x="3407" y="1519"/>
                <a:ext cx="6" cy="2"/>
              </a:xfrm>
              <a:custGeom>
                <a:avLst/>
                <a:ahLst/>
                <a:rect l="0" t="0" r="r" b="b"/>
                <a:pathLst>
                  <a:path w="25" h="10">
                    <a:moveTo>
                      <a:pt x="0" y="0"/>
                    </a:moveTo>
                    <a:lnTo>
                      <a:pt x="25" y="10"/>
                    </a:lnTo>
                    <a:lnTo>
                      <a:pt x="25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85" name=""/>
              <p:cNvSpPr/>
              <p:nvPr/>
            </p:nvSpPr>
            <p:spPr>
              <a:xfrm rot="0" flipV="1">
                <a:off x="3413" y="152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86" name=""/>
              <p:cNvSpPr/>
              <p:nvPr/>
            </p:nvSpPr>
            <p:spPr>
              <a:xfrm rot="0">
                <a:off x="3401" y="1498"/>
                <a:ext cx="18" cy="23"/>
              </a:xfrm>
              <a:custGeom>
                <a:avLst/>
                <a:ahLst/>
                <a:rect l="0" t="0" r="r" b="b"/>
                <a:pathLst>
                  <a:path w="75" h="93">
                    <a:moveTo>
                      <a:pt x="0" y="76"/>
                    </a:moveTo>
                    <a:lnTo>
                      <a:pt x="25" y="84"/>
                    </a:lnTo>
                    <a:lnTo>
                      <a:pt x="50" y="93"/>
                    </a:lnTo>
                    <a:lnTo>
                      <a:pt x="75" y="17"/>
                    </a:lnTo>
                    <a:lnTo>
                      <a:pt x="49" y="8"/>
                    </a:lnTo>
                    <a:lnTo>
                      <a:pt x="24" y="0"/>
                    </a:lnTo>
                    <a:lnTo>
                      <a:pt x="0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87" name=""/>
              <p:cNvSpPr/>
              <p:nvPr/>
            </p:nvSpPr>
            <p:spPr>
              <a:xfrm rot="0">
                <a:off x="3401" y="1498"/>
                <a:ext cx="18" cy="23"/>
              </a:xfrm>
              <a:custGeom>
                <a:avLst/>
                <a:ahLst/>
                <a:rect l="0" t="0" r="r" b="b"/>
                <a:pathLst>
                  <a:path w="75" h="93">
                    <a:moveTo>
                      <a:pt x="0" y="76"/>
                    </a:moveTo>
                    <a:lnTo>
                      <a:pt x="25" y="84"/>
                    </a:lnTo>
                    <a:lnTo>
                      <a:pt x="50" y="93"/>
                    </a:lnTo>
                    <a:lnTo>
                      <a:pt x="75" y="17"/>
                    </a:lnTo>
                    <a:lnTo>
                      <a:pt x="49" y="8"/>
                    </a:lnTo>
                    <a:lnTo>
                      <a:pt x="24" y="0"/>
                    </a:lnTo>
                    <a:lnTo>
                      <a:pt x="0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88" name=""/>
              <p:cNvSpPr/>
              <p:nvPr/>
            </p:nvSpPr>
            <p:spPr>
              <a:xfrm rot="0">
                <a:off x="3413" y="1500"/>
                <a:ext cx="7" cy="2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0" y="0"/>
                    </a:moveTo>
                    <a:lnTo>
                      <a:pt x="26" y="9"/>
                    </a:lnTo>
                    <a:lnTo>
                      <a:pt x="27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89" name=""/>
              <p:cNvSpPr/>
              <p:nvPr/>
            </p:nvSpPr>
            <p:spPr>
              <a:xfrm rot="0" flipV="1">
                <a:off x="3419" y="15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90" name=""/>
              <p:cNvSpPr/>
              <p:nvPr/>
            </p:nvSpPr>
            <p:spPr>
              <a:xfrm rot="0">
                <a:off x="3406" y="1479"/>
                <a:ext cx="19" cy="23"/>
              </a:xfrm>
              <a:custGeom>
                <a:avLst/>
                <a:ahLst/>
                <a:rect l="0" t="0" r="r" b="b"/>
                <a:pathLst>
                  <a:path w="74" h="93">
                    <a:moveTo>
                      <a:pt x="0" y="78"/>
                    </a:moveTo>
                    <a:lnTo>
                      <a:pt x="26" y="85"/>
                    </a:lnTo>
                    <a:lnTo>
                      <a:pt x="53" y="93"/>
                    </a:lnTo>
                    <a:lnTo>
                      <a:pt x="74" y="15"/>
                    </a:lnTo>
                    <a:lnTo>
                      <a:pt x="47" y="7"/>
                    </a:lnTo>
                    <a:lnTo>
                      <a:pt x="21" y="0"/>
                    </a:lnTo>
                    <a:lnTo>
                      <a:pt x="0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91" name=""/>
              <p:cNvSpPr/>
              <p:nvPr/>
            </p:nvSpPr>
            <p:spPr>
              <a:xfrm rot="0">
                <a:off x="3406" y="1479"/>
                <a:ext cx="19" cy="23"/>
              </a:xfrm>
              <a:custGeom>
                <a:avLst/>
                <a:ahLst/>
                <a:rect l="0" t="0" r="r" b="b"/>
                <a:pathLst>
                  <a:path w="74" h="93">
                    <a:moveTo>
                      <a:pt x="0" y="78"/>
                    </a:moveTo>
                    <a:lnTo>
                      <a:pt x="26" y="85"/>
                    </a:lnTo>
                    <a:lnTo>
                      <a:pt x="53" y="93"/>
                    </a:lnTo>
                    <a:lnTo>
                      <a:pt x="74" y="15"/>
                    </a:lnTo>
                    <a:lnTo>
                      <a:pt x="47" y="7"/>
                    </a:lnTo>
                    <a:lnTo>
                      <a:pt x="21" y="0"/>
                    </a:lnTo>
                    <a:lnTo>
                      <a:pt x="0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92" name=""/>
              <p:cNvSpPr/>
              <p:nvPr/>
            </p:nvSpPr>
            <p:spPr>
              <a:xfrm rot="0">
                <a:off x="3418" y="1481"/>
                <a:ext cx="7" cy="1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0"/>
                    </a:moveTo>
                    <a:lnTo>
                      <a:pt x="27" y="8"/>
                    </a:lnTo>
                    <a:lnTo>
                      <a:pt x="27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93" name=""/>
              <p:cNvSpPr/>
              <p:nvPr/>
            </p:nvSpPr>
            <p:spPr>
              <a:xfrm rot="0" flipV="1">
                <a:off x="3425" y="14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94" name=""/>
              <p:cNvSpPr/>
              <p:nvPr/>
            </p:nvSpPr>
            <p:spPr>
              <a:xfrm rot="0">
                <a:off x="3412" y="1460"/>
                <a:ext cx="17" cy="22"/>
              </a:xfrm>
              <a:custGeom>
                <a:avLst/>
                <a:ahLst/>
                <a:rect l="0" t="0" r="r" b="b"/>
                <a:pathLst>
                  <a:path w="70" h="89">
                    <a:moveTo>
                      <a:pt x="0" y="78"/>
                    </a:moveTo>
                    <a:lnTo>
                      <a:pt x="26" y="83"/>
                    </a:lnTo>
                    <a:lnTo>
                      <a:pt x="53" y="89"/>
                    </a:lnTo>
                    <a:lnTo>
                      <a:pt x="70" y="11"/>
                    </a:lnTo>
                    <a:lnTo>
                      <a:pt x="43" y="5"/>
                    </a:lnTo>
                    <a:lnTo>
                      <a:pt x="17" y="0"/>
                    </a:lnTo>
                    <a:lnTo>
                      <a:pt x="0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95" name=""/>
              <p:cNvSpPr/>
              <p:nvPr/>
            </p:nvSpPr>
            <p:spPr>
              <a:xfrm rot="0">
                <a:off x="3412" y="1460"/>
                <a:ext cx="17" cy="22"/>
              </a:xfrm>
              <a:custGeom>
                <a:avLst/>
                <a:ahLst/>
                <a:rect l="0" t="0" r="r" b="b"/>
                <a:pathLst>
                  <a:path w="70" h="89">
                    <a:moveTo>
                      <a:pt x="0" y="78"/>
                    </a:moveTo>
                    <a:lnTo>
                      <a:pt x="26" y="83"/>
                    </a:lnTo>
                    <a:lnTo>
                      <a:pt x="53" y="89"/>
                    </a:lnTo>
                    <a:lnTo>
                      <a:pt x="70" y="11"/>
                    </a:lnTo>
                    <a:lnTo>
                      <a:pt x="43" y="5"/>
                    </a:lnTo>
                    <a:lnTo>
                      <a:pt x="17" y="0"/>
                    </a:lnTo>
                    <a:lnTo>
                      <a:pt x="0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96" name=""/>
              <p:cNvSpPr/>
              <p:nvPr/>
            </p:nvSpPr>
            <p:spPr>
              <a:xfrm rot="0">
                <a:off x="3423" y="1461"/>
                <a:ext cx="6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0"/>
                    </a:moveTo>
                    <a:lnTo>
                      <a:pt x="27" y="6"/>
                    </a:lnTo>
                    <a:lnTo>
                      <a:pt x="27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97" name=""/>
              <p:cNvSpPr/>
              <p:nvPr/>
            </p:nvSpPr>
            <p:spPr>
              <a:xfrm rot="0" flipV="1">
                <a:off x="3429" y="14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698" name=""/>
              <p:cNvSpPr/>
              <p:nvPr/>
            </p:nvSpPr>
            <p:spPr>
              <a:xfrm rot="0">
                <a:off x="3416" y="1440"/>
                <a:ext cx="17" cy="22"/>
              </a:xfrm>
              <a:custGeom>
                <a:avLst/>
                <a:ahLst/>
                <a:rect l="0" t="0" r="r" b="b"/>
                <a:pathLst>
                  <a:path w="66" h="87">
                    <a:moveTo>
                      <a:pt x="0" y="79"/>
                    </a:moveTo>
                    <a:lnTo>
                      <a:pt x="26" y="83"/>
                    </a:lnTo>
                    <a:lnTo>
                      <a:pt x="53" y="87"/>
                    </a:lnTo>
                    <a:lnTo>
                      <a:pt x="66" y="8"/>
                    </a:lnTo>
                    <a:lnTo>
                      <a:pt x="40" y="4"/>
                    </a:lnTo>
                    <a:lnTo>
                      <a:pt x="14" y="0"/>
                    </a:lnTo>
                    <a:lnTo>
                      <a:pt x="0" y="7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699" name=""/>
              <p:cNvSpPr/>
              <p:nvPr/>
            </p:nvSpPr>
            <p:spPr>
              <a:xfrm rot="0">
                <a:off x="3416" y="1440"/>
                <a:ext cx="17" cy="22"/>
              </a:xfrm>
              <a:custGeom>
                <a:avLst/>
                <a:ahLst/>
                <a:rect l="0" t="0" r="r" b="b"/>
                <a:pathLst>
                  <a:path w="66" h="87">
                    <a:moveTo>
                      <a:pt x="0" y="79"/>
                    </a:moveTo>
                    <a:lnTo>
                      <a:pt x="26" y="83"/>
                    </a:lnTo>
                    <a:lnTo>
                      <a:pt x="53" y="87"/>
                    </a:lnTo>
                    <a:lnTo>
                      <a:pt x="66" y="8"/>
                    </a:lnTo>
                    <a:lnTo>
                      <a:pt x="40" y="4"/>
                    </a:lnTo>
                    <a:lnTo>
                      <a:pt x="14" y="0"/>
                    </a:lnTo>
                    <a:lnTo>
                      <a:pt x="0" y="7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00" name=""/>
              <p:cNvSpPr/>
              <p:nvPr/>
            </p:nvSpPr>
            <p:spPr>
              <a:xfrm rot="0">
                <a:off x="3426" y="1441"/>
                <a:ext cx="7" cy="1"/>
              </a:xfrm>
              <a:custGeom>
                <a:avLst/>
                <a:ahLst/>
                <a:rect l="0" t="0" r="r" b="b"/>
                <a:pathLst>
                  <a:path w="26" h="4">
                    <a:moveTo>
                      <a:pt x="0" y="0"/>
                    </a:moveTo>
                    <a:lnTo>
                      <a:pt x="26" y="4"/>
                    </a:lnTo>
                    <a:lnTo>
                      <a:pt x="26" y="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01" name=""/>
              <p:cNvSpPr/>
              <p:nvPr/>
            </p:nvSpPr>
            <p:spPr>
              <a:xfrm rot="0" flipV="1">
                <a:off x="3433" y="14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02" name=""/>
              <p:cNvSpPr/>
              <p:nvPr/>
            </p:nvSpPr>
            <p:spPr>
              <a:xfrm rot="0">
                <a:off x="3419" y="1420"/>
                <a:ext cx="16" cy="22"/>
              </a:xfrm>
              <a:custGeom>
                <a:avLst/>
                <a:ahLst/>
                <a:rect l="0" t="0" r="r" b="b"/>
                <a:pathLst>
                  <a:path w="62" h="86">
                    <a:moveTo>
                      <a:pt x="0" y="80"/>
                    </a:moveTo>
                    <a:lnTo>
                      <a:pt x="26" y="83"/>
                    </a:lnTo>
                    <a:lnTo>
                      <a:pt x="52" y="86"/>
                    </a:lnTo>
                    <a:lnTo>
                      <a:pt x="62" y="6"/>
                    </a:lnTo>
                    <a:lnTo>
                      <a:pt x="36" y="3"/>
                    </a:lnTo>
                    <a:lnTo>
                      <a:pt x="9" y="0"/>
                    </a:lnTo>
                    <a:lnTo>
                      <a:pt x="0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03" name=""/>
              <p:cNvSpPr/>
              <p:nvPr/>
            </p:nvSpPr>
            <p:spPr>
              <a:xfrm rot="0">
                <a:off x="3419" y="1420"/>
                <a:ext cx="16" cy="22"/>
              </a:xfrm>
              <a:custGeom>
                <a:avLst/>
                <a:ahLst/>
                <a:rect l="0" t="0" r="r" b="b"/>
                <a:pathLst>
                  <a:path w="62" h="86">
                    <a:moveTo>
                      <a:pt x="0" y="80"/>
                    </a:moveTo>
                    <a:lnTo>
                      <a:pt x="26" y="83"/>
                    </a:lnTo>
                    <a:lnTo>
                      <a:pt x="52" y="86"/>
                    </a:lnTo>
                    <a:lnTo>
                      <a:pt x="62" y="6"/>
                    </a:lnTo>
                    <a:lnTo>
                      <a:pt x="36" y="3"/>
                    </a:lnTo>
                    <a:lnTo>
                      <a:pt x="9" y="0"/>
                    </a:lnTo>
                    <a:lnTo>
                      <a:pt x="0" y="8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04" name=""/>
              <p:cNvSpPr/>
              <p:nvPr/>
            </p:nvSpPr>
            <p:spPr>
              <a:xfrm rot="0">
                <a:off x="3428" y="1421"/>
                <a:ext cx="7" cy="1"/>
              </a:xfrm>
              <a:custGeom>
                <a:avLst/>
                <a:ahLst/>
                <a:rect l="0" t="0" r="r" b="b"/>
                <a:pathLst>
                  <a:path w="26" h="3">
                    <a:moveTo>
                      <a:pt x="0" y="0"/>
                    </a:moveTo>
                    <a:lnTo>
                      <a:pt x="26" y="3"/>
                    </a:lnTo>
                    <a:lnTo>
                      <a:pt x="26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05" name=""/>
              <p:cNvSpPr/>
              <p:nvPr/>
            </p:nvSpPr>
            <p:spPr>
              <a:xfrm rot="0" flipV="1">
                <a:off x="3435" y="14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06" name=""/>
              <p:cNvSpPr/>
              <p:nvPr/>
            </p:nvSpPr>
            <p:spPr>
              <a:xfrm rot="0">
                <a:off x="3422" y="1401"/>
                <a:ext cx="14" cy="21"/>
              </a:xfrm>
              <a:custGeom>
                <a:avLst/>
                <a:ahLst/>
                <a:rect l="0" t="0" r="r" b="b"/>
                <a:pathLst>
                  <a:path w="58" h="84">
                    <a:moveTo>
                      <a:pt x="0" y="80"/>
                    </a:moveTo>
                    <a:lnTo>
                      <a:pt x="27" y="82"/>
                    </a:lnTo>
                    <a:lnTo>
                      <a:pt x="53" y="84"/>
                    </a:lnTo>
                    <a:lnTo>
                      <a:pt x="58" y="4"/>
                    </a:lnTo>
                    <a:lnTo>
                      <a:pt x="32" y="2"/>
                    </a:lnTo>
                    <a:lnTo>
                      <a:pt x="5" y="0"/>
                    </a:lnTo>
                    <a:lnTo>
                      <a:pt x="0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07" name=""/>
              <p:cNvSpPr/>
              <p:nvPr/>
            </p:nvSpPr>
            <p:spPr>
              <a:xfrm rot="0">
                <a:off x="3422" y="1401"/>
                <a:ext cx="14" cy="21"/>
              </a:xfrm>
              <a:custGeom>
                <a:avLst/>
                <a:ahLst/>
                <a:rect l="0" t="0" r="r" b="b"/>
                <a:pathLst>
                  <a:path w="58" h="84">
                    <a:moveTo>
                      <a:pt x="0" y="80"/>
                    </a:moveTo>
                    <a:lnTo>
                      <a:pt x="27" y="82"/>
                    </a:lnTo>
                    <a:lnTo>
                      <a:pt x="53" y="84"/>
                    </a:lnTo>
                    <a:lnTo>
                      <a:pt x="58" y="4"/>
                    </a:lnTo>
                    <a:lnTo>
                      <a:pt x="32" y="2"/>
                    </a:lnTo>
                    <a:lnTo>
                      <a:pt x="5" y="0"/>
                    </a:lnTo>
                    <a:lnTo>
                      <a:pt x="0" y="8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08" name=""/>
              <p:cNvSpPr/>
              <p:nvPr/>
            </p:nvSpPr>
            <p:spPr>
              <a:xfrm rot="0">
                <a:off x="3430" y="1401"/>
                <a:ext cx="6" cy="1"/>
              </a:xfrm>
              <a:custGeom>
                <a:avLst/>
                <a:ahLst/>
                <a:rect l="0" t="0" r="r" b="b"/>
                <a:pathLst>
                  <a:path w="26" h="2">
                    <a:moveTo>
                      <a:pt x="0" y="0"/>
                    </a:moveTo>
                    <a:lnTo>
                      <a:pt x="26" y="2"/>
                    </a:lnTo>
                    <a:lnTo>
                      <a:pt x="26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09" name=""/>
              <p:cNvSpPr/>
              <p:nvPr/>
            </p:nvSpPr>
            <p:spPr>
              <a:xfrm rot="0" flipV="1">
                <a:off x="3436" y="14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10" name=""/>
              <p:cNvSpPr/>
              <p:nvPr/>
            </p:nvSpPr>
            <p:spPr>
              <a:xfrm rot="0">
                <a:off x="3423" y="138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0" y="80"/>
                    </a:moveTo>
                    <a:lnTo>
                      <a:pt x="27" y="81"/>
                    </a:lnTo>
                    <a:lnTo>
                      <a:pt x="53" y="82"/>
                    </a:lnTo>
                    <a:lnTo>
                      <a:pt x="55" y="2"/>
                    </a:lnTo>
                    <a:lnTo>
                      <a:pt x="29" y="1"/>
                    </a:lnTo>
                    <a:lnTo>
                      <a:pt x="3" y="0"/>
                    </a:lnTo>
                    <a:lnTo>
                      <a:pt x="0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11" name=""/>
              <p:cNvSpPr/>
              <p:nvPr/>
            </p:nvSpPr>
            <p:spPr>
              <a:xfrm rot="0">
                <a:off x="3423" y="138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0" y="80"/>
                    </a:moveTo>
                    <a:lnTo>
                      <a:pt x="27" y="81"/>
                    </a:lnTo>
                    <a:lnTo>
                      <a:pt x="53" y="82"/>
                    </a:lnTo>
                    <a:lnTo>
                      <a:pt x="55" y="2"/>
                    </a:lnTo>
                    <a:lnTo>
                      <a:pt x="29" y="1"/>
                    </a:lnTo>
                    <a:lnTo>
                      <a:pt x="3" y="0"/>
                    </a:lnTo>
                    <a:lnTo>
                      <a:pt x="0" y="8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12" name=""/>
              <p:cNvSpPr/>
              <p:nvPr/>
            </p:nvSpPr>
            <p:spPr>
              <a:xfrm rot="0">
                <a:off x="3430" y="1381"/>
                <a:ext cx="7" cy="1"/>
              </a:xfrm>
              <a:custGeom>
                <a:avLst/>
                <a:ahLst/>
                <a:rect l="0" t="0" r="r" b="b"/>
                <a:pathLst>
                  <a:path w="26" h="2">
                    <a:moveTo>
                      <a:pt x="0" y="1"/>
                    </a:moveTo>
                    <a:lnTo>
                      <a:pt x="26" y="2"/>
                    </a:lnTo>
                    <a:lnTo>
                      <a:pt x="26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13" name=""/>
              <p:cNvSpPr/>
              <p:nvPr/>
            </p:nvSpPr>
            <p:spPr>
              <a:xfrm rot="0" flipV="1">
                <a:off x="3437" y="13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14" name=""/>
              <p:cNvSpPr/>
              <p:nvPr/>
            </p:nvSpPr>
            <p:spPr>
              <a:xfrm rot="0">
                <a:off x="3423" y="136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3" y="82"/>
                    </a:moveTo>
                    <a:lnTo>
                      <a:pt x="29" y="81"/>
                    </a:lnTo>
                    <a:lnTo>
                      <a:pt x="55" y="80"/>
                    </a:lnTo>
                    <a:lnTo>
                      <a:pt x="53" y="0"/>
                    </a:lnTo>
                    <a:lnTo>
                      <a:pt x="27" y="1"/>
                    </a:lnTo>
                    <a:lnTo>
                      <a:pt x="0" y="2"/>
                    </a:lnTo>
                    <a:lnTo>
                      <a:pt x="3" y="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15" name=""/>
              <p:cNvSpPr/>
              <p:nvPr/>
            </p:nvSpPr>
            <p:spPr>
              <a:xfrm rot="0">
                <a:off x="3423" y="1361"/>
                <a:ext cx="14" cy="20"/>
              </a:xfrm>
              <a:custGeom>
                <a:avLst/>
                <a:ahLst/>
                <a:rect l="0" t="0" r="r" b="b"/>
                <a:pathLst>
                  <a:path w="55" h="82">
                    <a:moveTo>
                      <a:pt x="3" y="82"/>
                    </a:moveTo>
                    <a:lnTo>
                      <a:pt x="29" y="81"/>
                    </a:lnTo>
                    <a:lnTo>
                      <a:pt x="55" y="80"/>
                    </a:lnTo>
                    <a:lnTo>
                      <a:pt x="53" y="0"/>
                    </a:lnTo>
                    <a:lnTo>
                      <a:pt x="27" y="1"/>
                    </a:lnTo>
                    <a:lnTo>
                      <a:pt x="0" y="2"/>
                    </a:lnTo>
                    <a:lnTo>
                      <a:pt x="3" y="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16" name=""/>
              <p:cNvSpPr/>
              <p:nvPr/>
            </p:nvSpPr>
            <p:spPr>
              <a:xfrm rot="0">
                <a:off x="3430" y="1361"/>
                <a:ext cx="6" cy="1"/>
              </a:xfrm>
              <a:custGeom>
                <a:avLst/>
                <a:ahLst/>
                <a:rect l="0" t="0" r="r" b="b"/>
                <a:pathLst>
                  <a:path w="26" h="3">
                    <a:moveTo>
                      <a:pt x="0" y="3"/>
                    </a:moveTo>
                    <a:lnTo>
                      <a:pt x="26" y="2"/>
                    </a:lnTo>
                    <a:lnTo>
                      <a:pt x="26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17" name=""/>
              <p:cNvSpPr/>
              <p:nvPr/>
            </p:nvSpPr>
            <p:spPr>
              <a:xfrm rot="0" flipV="1">
                <a:off x="3436" y="13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18" name=""/>
              <p:cNvSpPr/>
              <p:nvPr/>
            </p:nvSpPr>
            <p:spPr>
              <a:xfrm rot="0">
                <a:off x="3422" y="1341"/>
                <a:ext cx="14" cy="21"/>
              </a:xfrm>
              <a:custGeom>
                <a:avLst/>
                <a:ahLst/>
                <a:rect l="0" t="0" r="r" b="b"/>
                <a:pathLst>
                  <a:path w="58" h="85">
                    <a:moveTo>
                      <a:pt x="5" y="85"/>
                    </a:moveTo>
                    <a:lnTo>
                      <a:pt x="32" y="83"/>
                    </a:lnTo>
                    <a:lnTo>
                      <a:pt x="58" y="80"/>
                    </a:lnTo>
                    <a:lnTo>
                      <a:pt x="53" y="0"/>
                    </a:lnTo>
                    <a:lnTo>
                      <a:pt x="27" y="2"/>
                    </a:lnTo>
                    <a:lnTo>
                      <a:pt x="0" y="5"/>
                    </a:lnTo>
                    <a:lnTo>
                      <a:pt x="5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19" name=""/>
              <p:cNvSpPr/>
              <p:nvPr/>
            </p:nvSpPr>
            <p:spPr>
              <a:xfrm rot="0">
                <a:off x="3422" y="1341"/>
                <a:ext cx="14" cy="21"/>
              </a:xfrm>
              <a:custGeom>
                <a:avLst/>
                <a:ahLst/>
                <a:rect l="0" t="0" r="r" b="b"/>
                <a:pathLst>
                  <a:path w="58" h="85">
                    <a:moveTo>
                      <a:pt x="5" y="85"/>
                    </a:moveTo>
                    <a:lnTo>
                      <a:pt x="32" y="83"/>
                    </a:lnTo>
                    <a:lnTo>
                      <a:pt x="58" y="80"/>
                    </a:lnTo>
                    <a:lnTo>
                      <a:pt x="53" y="0"/>
                    </a:lnTo>
                    <a:lnTo>
                      <a:pt x="27" y="2"/>
                    </a:lnTo>
                    <a:lnTo>
                      <a:pt x="0" y="5"/>
                    </a:lnTo>
                    <a:lnTo>
                      <a:pt x="5" y="8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20" name=""/>
              <p:cNvSpPr/>
              <p:nvPr/>
            </p:nvSpPr>
            <p:spPr>
              <a:xfrm rot="0">
                <a:off x="3428" y="1340"/>
                <a:ext cx="7" cy="1"/>
              </a:xfrm>
              <a:custGeom>
                <a:avLst/>
                <a:ahLst/>
                <a:rect l="0" t="0" r="r" b="b"/>
                <a:pathLst>
                  <a:path w="26" h="3">
                    <a:moveTo>
                      <a:pt x="0" y="3"/>
                    </a:moveTo>
                    <a:lnTo>
                      <a:pt x="26" y="1"/>
                    </a:lnTo>
                    <a:lnTo>
                      <a:pt x="26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21" name=""/>
              <p:cNvSpPr/>
              <p:nvPr/>
            </p:nvSpPr>
            <p:spPr>
              <a:xfrm rot="0" flipV="1">
                <a:off x="3435" y="13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22" name=""/>
              <p:cNvSpPr/>
              <p:nvPr/>
            </p:nvSpPr>
            <p:spPr>
              <a:xfrm rot="0">
                <a:off x="3419" y="1321"/>
                <a:ext cx="16" cy="21"/>
              </a:xfrm>
              <a:custGeom>
                <a:avLst/>
                <a:ahLst/>
                <a:rect l="0" t="0" r="r" b="b"/>
                <a:pathLst>
                  <a:path w="62" h="86">
                    <a:moveTo>
                      <a:pt x="9" y="86"/>
                    </a:moveTo>
                    <a:lnTo>
                      <a:pt x="36" y="82"/>
                    </a:lnTo>
                    <a:lnTo>
                      <a:pt x="62" y="79"/>
                    </a:lnTo>
                    <a:lnTo>
                      <a:pt x="52" y="0"/>
                    </a:lnTo>
                    <a:lnTo>
                      <a:pt x="26" y="3"/>
                    </a:lnTo>
                    <a:lnTo>
                      <a:pt x="0" y="6"/>
                    </a:lnTo>
                    <a:lnTo>
                      <a:pt x="9" y="8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23" name=""/>
              <p:cNvSpPr/>
              <p:nvPr/>
            </p:nvSpPr>
            <p:spPr>
              <a:xfrm rot="0">
                <a:off x="3419" y="1321"/>
                <a:ext cx="16" cy="21"/>
              </a:xfrm>
              <a:custGeom>
                <a:avLst/>
                <a:ahLst/>
                <a:rect l="0" t="0" r="r" b="b"/>
                <a:pathLst>
                  <a:path w="62" h="86">
                    <a:moveTo>
                      <a:pt x="9" y="86"/>
                    </a:moveTo>
                    <a:lnTo>
                      <a:pt x="36" y="82"/>
                    </a:lnTo>
                    <a:lnTo>
                      <a:pt x="62" y="79"/>
                    </a:lnTo>
                    <a:lnTo>
                      <a:pt x="52" y="0"/>
                    </a:lnTo>
                    <a:lnTo>
                      <a:pt x="26" y="3"/>
                    </a:lnTo>
                    <a:lnTo>
                      <a:pt x="0" y="6"/>
                    </a:lnTo>
                    <a:lnTo>
                      <a:pt x="9" y="8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24" name=""/>
              <p:cNvSpPr/>
              <p:nvPr/>
            </p:nvSpPr>
            <p:spPr>
              <a:xfrm rot="0">
                <a:off x="3426" y="1320"/>
                <a:ext cx="7" cy="1"/>
              </a:xfrm>
              <a:custGeom>
                <a:avLst/>
                <a:ahLst/>
                <a:rect l="0" t="0" r="r" b="b"/>
                <a:pathLst>
                  <a:path w="26" h="4">
                    <a:moveTo>
                      <a:pt x="0" y="4"/>
                    </a:moveTo>
                    <a:lnTo>
                      <a:pt x="26" y="1"/>
                    </a:lnTo>
                    <a:lnTo>
                      <a:pt x="26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25" name=""/>
              <p:cNvSpPr/>
              <p:nvPr/>
            </p:nvSpPr>
            <p:spPr>
              <a:xfrm rot="0" flipV="1">
                <a:off x="3433" y="132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26" name=""/>
              <p:cNvSpPr/>
              <p:nvPr/>
            </p:nvSpPr>
            <p:spPr>
              <a:xfrm rot="0">
                <a:off x="3416" y="1301"/>
                <a:ext cx="17" cy="21"/>
              </a:xfrm>
              <a:custGeom>
                <a:avLst/>
                <a:ahLst/>
                <a:rect l="0" t="0" r="r" b="b"/>
                <a:pathLst>
                  <a:path w="66" h="88">
                    <a:moveTo>
                      <a:pt x="14" y="88"/>
                    </a:moveTo>
                    <a:lnTo>
                      <a:pt x="40" y="83"/>
                    </a:lnTo>
                    <a:lnTo>
                      <a:pt x="66" y="79"/>
                    </a:lnTo>
                    <a:lnTo>
                      <a:pt x="53" y="0"/>
                    </a:lnTo>
                    <a:lnTo>
                      <a:pt x="26" y="4"/>
                    </a:lnTo>
                    <a:lnTo>
                      <a:pt x="0" y="8"/>
                    </a:lnTo>
                    <a:lnTo>
                      <a:pt x="14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27" name=""/>
              <p:cNvSpPr/>
              <p:nvPr/>
            </p:nvSpPr>
            <p:spPr>
              <a:xfrm rot="0">
                <a:off x="3416" y="1301"/>
                <a:ext cx="17" cy="21"/>
              </a:xfrm>
              <a:custGeom>
                <a:avLst/>
                <a:ahLst/>
                <a:rect l="0" t="0" r="r" b="b"/>
                <a:pathLst>
                  <a:path w="66" h="88">
                    <a:moveTo>
                      <a:pt x="14" y="88"/>
                    </a:moveTo>
                    <a:lnTo>
                      <a:pt x="40" y="83"/>
                    </a:lnTo>
                    <a:lnTo>
                      <a:pt x="66" y="79"/>
                    </a:lnTo>
                    <a:lnTo>
                      <a:pt x="53" y="0"/>
                    </a:lnTo>
                    <a:lnTo>
                      <a:pt x="26" y="4"/>
                    </a:lnTo>
                    <a:lnTo>
                      <a:pt x="0" y="8"/>
                    </a:lnTo>
                    <a:lnTo>
                      <a:pt x="14" y="8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28" name=""/>
              <p:cNvSpPr/>
              <p:nvPr/>
            </p:nvSpPr>
            <p:spPr>
              <a:xfrm rot="0">
                <a:off x="3423" y="1300"/>
                <a:ext cx="6" cy="2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0" y="5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29" name=""/>
              <p:cNvSpPr/>
              <p:nvPr/>
            </p:nvSpPr>
            <p:spPr>
              <a:xfrm rot="0" flipV="1">
                <a:off x="3429" y="13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30" name=""/>
              <p:cNvSpPr/>
              <p:nvPr/>
            </p:nvSpPr>
            <p:spPr>
              <a:xfrm rot="0">
                <a:off x="3412" y="1280"/>
                <a:ext cx="17" cy="23"/>
              </a:xfrm>
              <a:custGeom>
                <a:avLst/>
                <a:ahLst/>
                <a:rect l="0" t="0" r="r" b="b"/>
                <a:pathLst>
                  <a:path w="70" h="90">
                    <a:moveTo>
                      <a:pt x="17" y="90"/>
                    </a:moveTo>
                    <a:lnTo>
                      <a:pt x="43" y="84"/>
                    </a:lnTo>
                    <a:lnTo>
                      <a:pt x="70" y="79"/>
                    </a:lnTo>
                    <a:lnTo>
                      <a:pt x="53" y="0"/>
                    </a:lnTo>
                    <a:lnTo>
                      <a:pt x="26" y="5"/>
                    </a:lnTo>
                    <a:lnTo>
                      <a:pt x="0" y="10"/>
                    </a:lnTo>
                    <a:lnTo>
                      <a:pt x="17" y="9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31" name=""/>
              <p:cNvSpPr/>
              <p:nvPr/>
            </p:nvSpPr>
            <p:spPr>
              <a:xfrm rot="0">
                <a:off x="3412" y="1280"/>
                <a:ext cx="17" cy="23"/>
              </a:xfrm>
              <a:custGeom>
                <a:avLst/>
                <a:ahLst/>
                <a:rect l="0" t="0" r="r" b="b"/>
                <a:pathLst>
                  <a:path w="70" h="90">
                    <a:moveTo>
                      <a:pt x="17" y="90"/>
                    </a:moveTo>
                    <a:lnTo>
                      <a:pt x="43" y="84"/>
                    </a:lnTo>
                    <a:lnTo>
                      <a:pt x="70" y="79"/>
                    </a:lnTo>
                    <a:lnTo>
                      <a:pt x="53" y="0"/>
                    </a:lnTo>
                    <a:lnTo>
                      <a:pt x="26" y="5"/>
                    </a:lnTo>
                    <a:lnTo>
                      <a:pt x="0" y="10"/>
                    </a:lnTo>
                    <a:lnTo>
                      <a:pt x="17" y="9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32" name=""/>
              <p:cNvSpPr/>
              <p:nvPr/>
            </p:nvSpPr>
            <p:spPr>
              <a:xfrm rot="0">
                <a:off x="3418" y="1280"/>
                <a:ext cx="7" cy="2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0" y="7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33" name=""/>
              <p:cNvSpPr/>
              <p:nvPr/>
            </p:nvSpPr>
            <p:spPr>
              <a:xfrm rot="0" flipV="1">
                <a:off x="3425" y="12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34" name=""/>
              <p:cNvSpPr/>
              <p:nvPr/>
            </p:nvSpPr>
            <p:spPr>
              <a:xfrm rot="0">
                <a:off x="3406" y="1261"/>
                <a:ext cx="19" cy="23"/>
              </a:xfrm>
              <a:custGeom>
                <a:avLst/>
                <a:ahLst/>
                <a:rect l="0" t="0" r="r" b="b"/>
                <a:pathLst>
                  <a:path w="74" h="92">
                    <a:moveTo>
                      <a:pt x="21" y="92"/>
                    </a:moveTo>
                    <a:lnTo>
                      <a:pt x="47" y="84"/>
                    </a:lnTo>
                    <a:lnTo>
                      <a:pt x="74" y="77"/>
                    </a:lnTo>
                    <a:lnTo>
                      <a:pt x="53" y="0"/>
                    </a:lnTo>
                    <a:lnTo>
                      <a:pt x="26" y="7"/>
                    </a:lnTo>
                    <a:lnTo>
                      <a:pt x="0" y="15"/>
                    </a:lnTo>
                    <a:lnTo>
                      <a:pt x="21" y="9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35" name=""/>
              <p:cNvSpPr/>
              <p:nvPr/>
            </p:nvSpPr>
            <p:spPr>
              <a:xfrm rot="0">
                <a:off x="3406" y="1261"/>
                <a:ext cx="19" cy="23"/>
              </a:xfrm>
              <a:custGeom>
                <a:avLst/>
                <a:ahLst/>
                <a:rect l="0" t="0" r="r" b="b"/>
                <a:pathLst>
                  <a:path w="74" h="92">
                    <a:moveTo>
                      <a:pt x="21" y="92"/>
                    </a:moveTo>
                    <a:lnTo>
                      <a:pt x="47" y="84"/>
                    </a:lnTo>
                    <a:lnTo>
                      <a:pt x="74" y="77"/>
                    </a:lnTo>
                    <a:lnTo>
                      <a:pt x="53" y="0"/>
                    </a:lnTo>
                    <a:lnTo>
                      <a:pt x="26" y="7"/>
                    </a:lnTo>
                    <a:lnTo>
                      <a:pt x="0" y="15"/>
                    </a:lnTo>
                    <a:lnTo>
                      <a:pt x="21" y="9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36" name=""/>
              <p:cNvSpPr/>
              <p:nvPr/>
            </p:nvSpPr>
            <p:spPr>
              <a:xfrm rot="0">
                <a:off x="3413" y="1260"/>
                <a:ext cx="7" cy="3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8"/>
                    </a:moveTo>
                    <a:lnTo>
                      <a:pt x="27" y="1"/>
                    </a:lnTo>
                    <a:lnTo>
                      <a:pt x="26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37" name=""/>
              <p:cNvSpPr/>
              <p:nvPr/>
            </p:nvSpPr>
            <p:spPr>
              <a:xfrm rot="0" flipH="1" flipV="1">
                <a:off x="3419" y="126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38" name=""/>
              <p:cNvSpPr/>
              <p:nvPr/>
            </p:nvSpPr>
            <p:spPr>
              <a:xfrm rot="0">
                <a:off x="3401" y="1241"/>
                <a:ext cx="18" cy="24"/>
              </a:xfrm>
              <a:custGeom>
                <a:avLst/>
                <a:ahLst/>
                <a:rect l="0" t="0" r="r" b="b"/>
                <a:pathLst>
                  <a:path w="75" h="94">
                    <a:moveTo>
                      <a:pt x="24" y="94"/>
                    </a:moveTo>
                    <a:lnTo>
                      <a:pt x="49" y="85"/>
                    </a:lnTo>
                    <a:lnTo>
                      <a:pt x="75" y="77"/>
                    </a:lnTo>
                    <a:lnTo>
                      <a:pt x="50" y="0"/>
                    </a:lnTo>
                    <a:lnTo>
                      <a:pt x="25" y="8"/>
                    </a:lnTo>
                    <a:lnTo>
                      <a:pt x="0" y="17"/>
                    </a:lnTo>
                    <a:lnTo>
                      <a:pt x="24" y="9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39" name=""/>
              <p:cNvSpPr/>
              <p:nvPr/>
            </p:nvSpPr>
            <p:spPr>
              <a:xfrm rot="0">
                <a:off x="3401" y="1241"/>
                <a:ext cx="18" cy="24"/>
              </a:xfrm>
              <a:custGeom>
                <a:avLst/>
                <a:ahLst/>
                <a:rect l="0" t="0" r="r" b="b"/>
                <a:pathLst>
                  <a:path w="75" h="94">
                    <a:moveTo>
                      <a:pt x="24" y="94"/>
                    </a:moveTo>
                    <a:lnTo>
                      <a:pt x="49" y="85"/>
                    </a:lnTo>
                    <a:lnTo>
                      <a:pt x="75" y="77"/>
                    </a:lnTo>
                    <a:lnTo>
                      <a:pt x="50" y="0"/>
                    </a:lnTo>
                    <a:lnTo>
                      <a:pt x="25" y="8"/>
                    </a:lnTo>
                    <a:lnTo>
                      <a:pt x="0" y="17"/>
                    </a:lnTo>
                    <a:lnTo>
                      <a:pt x="24" y="9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40" name=""/>
              <p:cNvSpPr/>
              <p:nvPr/>
            </p:nvSpPr>
            <p:spPr>
              <a:xfrm rot="0">
                <a:off x="3407" y="1241"/>
                <a:ext cx="6" cy="2"/>
              </a:xfrm>
              <a:custGeom>
                <a:avLst/>
                <a:ahLst/>
                <a:rect l="0" t="0" r="r" b="b"/>
                <a:pathLst>
                  <a:path w="25" h="9">
                    <a:moveTo>
                      <a:pt x="0" y="9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41" name=""/>
              <p:cNvSpPr/>
              <p:nvPr/>
            </p:nvSpPr>
            <p:spPr>
              <a:xfrm rot="0" flipV="1">
                <a:off x="3413" y="12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42" name=""/>
              <p:cNvSpPr/>
              <p:nvPr/>
            </p:nvSpPr>
            <p:spPr>
              <a:xfrm rot="0">
                <a:off x="3394" y="1222"/>
                <a:ext cx="19" cy="24"/>
              </a:xfrm>
              <a:custGeom>
                <a:avLst/>
                <a:ahLst/>
                <a:rect l="0" t="0" r="r" b="b"/>
                <a:pathLst>
                  <a:path w="78" h="94">
                    <a:moveTo>
                      <a:pt x="28" y="94"/>
                    </a:moveTo>
                    <a:lnTo>
                      <a:pt x="53" y="84"/>
                    </a:lnTo>
                    <a:lnTo>
                      <a:pt x="78" y="75"/>
                    </a:lnTo>
                    <a:lnTo>
                      <a:pt x="51" y="0"/>
                    </a:lnTo>
                    <a:lnTo>
                      <a:pt x="26" y="9"/>
                    </a:lnTo>
                    <a:lnTo>
                      <a:pt x="0" y="19"/>
                    </a:lnTo>
                    <a:lnTo>
                      <a:pt x="28" y="9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43" name=""/>
              <p:cNvSpPr/>
              <p:nvPr/>
            </p:nvSpPr>
            <p:spPr>
              <a:xfrm rot="0">
                <a:off x="3394" y="1222"/>
                <a:ext cx="19" cy="24"/>
              </a:xfrm>
              <a:custGeom>
                <a:avLst/>
                <a:ahLst/>
                <a:rect l="0" t="0" r="r" b="b"/>
                <a:pathLst>
                  <a:path w="78" h="94">
                    <a:moveTo>
                      <a:pt x="28" y="94"/>
                    </a:moveTo>
                    <a:lnTo>
                      <a:pt x="53" y="84"/>
                    </a:lnTo>
                    <a:lnTo>
                      <a:pt x="78" y="75"/>
                    </a:lnTo>
                    <a:lnTo>
                      <a:pt x="51" y="0"/>
                    </a:lnTo>
                    <a:lnTo>
                      <a:pt x="26" y="9"/>
                    </a:lnTo>
                    <a:lnTo>
                      <a:pt x="0" y="19"/>
                    </a:lnTo>
                    <a:lnTo>
                      <a:pt x="28" y="9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44" name=""/>
              <p:cNvSpPr/>
              <p:nvPr/>
            </p:nvSpPr>
            <p:spPr>
              <a:xfrm rot="0">
                <a:off x="3400" y="1222"/>
                <a:ext cx="6" cy="3"/>
              </a:xfrm>
              <a:custGeom>
                <a:avLst/>
                <a:ahLst/>
                <a:rect l="0" t="0" r="r" b="b"/>
                <a:pathLst>
                  <a:path w="25" h="10">
                    <a:moveTo>
                      <a:pt x="0" y="10"/>
                    </a:moveTo>
                    <a:lnTo>
                      <a:pt x="25" y="1"/>
                    </a:lnTo>
                    <a:lnTo>
                      <a:pt x="24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45" name=""/>
              <p:cNvSpPr/>
              <p:nvPr/>
            </p:nvSpPr>
            <p:spPr>
              <a:xfrm rot="0" flipH="1" flipV="1">
                <a:off x="3406" y="12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46" name=""/>
              <p:cNvSpPr/>
              <p:nvPr/>
            </p:nvSpPr>
            <p:spPr>
              <a:xfrm rot="0">
                <a:off x="3386" y="1203"/>
                <a:ext cx="20" cy="24"/>
              </a:xfrm>
              <a:custGeom>
                <a:avLst/>
                <a:ahLst/>
                <a:rect l="0" t="0" r="r" b="b"/>
                <a:pathLst>
                  <a:path w="80" h="95">
                    <a:moveTo>
                      <a:pt x="31" y="95"/>
                    </a:moveTo>
                    <a:lnTo>
                      <a:pt x="56" y="84"/>
                    </a:lnTo>
                    <a:lnTo>
                      <a:pt x="80" y="74"/>
                    </a:lnTo>
                    <a:lnTo>
                      <a:pt x="48" y="0"/>
                    </a:lnTo>
                    <a:lnTo>
                      <a:pt x="24" y="10"/>
                    </a:lnTo>
                    <a:lnTo>
                      <a:pt x="0" y="21"/>
                    </a:lnTo>
                    <a:lnTo>
                      <a:pt x="31" y="9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47" name=""/>
              <p:cNvSpPr/>
              <p:nvPr/>
            </p:nvSpPr>
            <p:spPr>
              <a:xfrm rot="0">
                <a:off x="3386" y="1203"/>
                <a:ext cx="20" cy="24"/>
              </a:xfrm>
              <a:custGeom>
                <a:avLst/>
                <a:ahLst/>
                <a:rect l="0" t="0" r="r" b="b"/>
                <a:pathLst>
                  <a:path w="80" h="95">
                    <a:moveTo>
                      <a:pt x="31" y="95"/>
                    </a:moveTo>
                    <a:lnTo>
                      <a:pt x="56" y="84"/>
                    </a:lnTo>
                    <a:lnTo>
                      <a:pt x="80" y="74"/>
                    </a:lnTo>
                    <a:lnTo>
                      <a:pt x="48" y="0"/>
                    </a:lnTo>
                    <a:lnTo>
                      <a:pt x="24" y="10"/>
                    </a:lnTo>
                    <a:lnTo>
                      <a:pt x="0" y="21"/>
                    </a:lnTo>
                    <a:lnTo>
                      <a:pt x="31" y="9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48" name=""/>
              <p:cNvSpPr/>
              <p:nvPr/>
            </p:nvSpPr>
            <p:spPr>
              <a:xfrm rot="0">
                <a:off x="3392" y="1203"/>
                <a:ext cx="6" cy="3"/>
              </a:xfrm>
              <a:custGeom>
                <a:avLst/>
                <a:ahLst/>
                <a:rect l="0" t="0" r="r" b="b"/>
                <a:pathLst>
                  <a:path w="24" h="11">
                    <a:moveTo>
                      <a:pt x="0" y="11"/>
                    </a:moveTo>
                    <a:lnTo>
                      <a:pt x="24" y="1"/>
                    </a:lnTo>
                    <a:lnTo>
                      <a:pt x="24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49" name=""/>
              <p:cNvSpPr/>
              <p:nvPr/>
            </p:nvSpPr>
            <p:spPr>
              <a:xfrm rot="0" flipV="1">
                <a:off x="3398" y="120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50" name=""/>
              <p:cNvSpPr/>
              <p:nvPr/>
            </p:nvSpPr>
            <p:spPr>
              <a:xfrm rot="0">
                <a:off x="3377" y="1185"/>
                <a:ext cx="21" cy="24"/>
              </a:xfrm>
              <a:custGeom>
                <a:avLst/>
                <a:ahLst/>
                <a:rect l="0" t="0" r="r" b="b"/>
                <a:pathLst>
                  <a:path w="83" h="96">
                    <a:moveTo>
                      <a:pt x="35" y="96"/>
                    </a:moveTo>
                    <a:lnTo>
                      <a:pt x="59" y="84"/>
                    </a:lnTo>
                    <a:lnTo>
                      <a:pt x="83" y="73"/>
                    </a:lnTo>
                    <a:lnTo>
                      <a:pt x="48" y="0"/>
                    </a:lnTo>
                    <a:lnTo>
                      <a:pt x="24" y="12"/>
                    </a:lnTo>
                    <a:lnTo>
                      <a:pt x="0" y="23"/>
                    </a:lnTo>
                    <a:lnTo>
                      <a:pt x="35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51" name=""/>
              <p:cNvSpPr/>
              <p:nvPr/>
            </p:nvSpPr>
            <p:spPr>
              <a:xfrm rot="0">
                <a:off x="3377" y="1185"/>
                <a:ext cx="21" cy="24"/>
              </a:xfrm>
              <a:custGeom>
                <a:avLst/>
                <a:ahLst/>
                <a:rect l="0" t="0" r="r" b="b"/>
                <a:pathLst>
                  <a:path w="83" h="96">
                    <a:moveTo>
                      <a:pt x="35" y="96"/>
                    </a:moveTo>
                    <a:lnTo>
                      <a:pt x="59" y="84"/>
                    </a:lnTo>
                    <a:lnTo>
                      <a:pt x="83" y="73"/>
                    </a:lnTo>
                    <a:lnTo>
                      <a:pt x="48" y="0"/>
                    </a:lnTo>
                    <a:lnTo>
                      <a:pt x="24" y="12"/>
                    </a:lnTo>
                    <a:lnTo>
                      <a:pt x="0" y="23"/>
                    </a:lnTo>
                    <a:lnTo>
                      <a:pt x="35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52" name=""/>
              <p:cNvSpPr/>
              <p:nvPr/>
            </p:nvSpPr>
            <p:spPr>
              <a:xfrm rot="0">
                <a:off x="3384" y="1185"/>
                <a:ext cx="6" cy="3"/>
              </a:xfrm>
              <a:custGeom>
                <a:avLst/>
                <a:ahLst/>
                <a:rect l="0" t="0" r="r" b="b"/>
                <a:pathLst>
                  <a:path w="24" h="13">
                    <a:moveTo>
                      <a:pt x="0" y="13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53" name=""/>
              <p:cNvSpPr/>
              <p:nvPr/>
            </p:nvSpPr>
            <p:spPr>
              <a:xfrm rot="0" flipH="1" flipV="1">
                <a:off x="3389" y="11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54" name=""/>
              <p:cNvSpPr/>
              <p:nvPr/>
            </p:nvSpPr>
            <p:spPr>
              <a:xfrm rot="0">
                <a:off x="3368" y="1167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38" y="96"/>
                    </a:moveTo>
                    <a:lnTo>
                      <a:pt x="61" y="84"/>
                    </a:lnTo>
                    <a:lnTo>
                      <a:pt x="84" y="71"/>
                    </a:lnTo>
                    <a:lnTo>
                      <a:pt x="46" y="0"/>
                    </a:lnTo>
                    <a:lnTo>
                      <a:pt x="23" y="13"/>
                    </a:lnTo>
                    <a:lnTo>
                      <a:pt x="0" y="26"/>
                    </a:lnTo>
                    <a:lnTo>
                      <a:pt x="38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55" name=""/>
              <p:cNvSpPr/>
              <p:nvPr/>
            </p:nvSpPr>
            <p:spPr>
              <a:xfrm rot="0">
                <a:off x="3368" y="1167"/>
                <a:ext cx="21" cy="24"/>
              </a:xfrm>
              <a:custGeom>
                <a:avLst/>
                <a:ahLst/>
                <a:rect l="0" t="0" r="r" b="b"/>
                <a:pathLst>
                  <a:path w="84" h="96">
                    <a:moveTo>
                      <a:pt x="38" y="96"/>
                    </a:moveTo>
                    <a:lnTo>
                      <a:pt x="61" y="84"/>
                    </a:lnTo>
                    <a:lnTo>
                      <a:pt x="84" y="71"/>
                    </a:lnTo>
                    <a:lnTo>
                      <a:pt x="46" y="0"/>
                    </a:lnTo>
                    <a:lnTo>
                      <a:pt x="23" y="13"/>
                    </a:lnTo>
                    <a:lnTo>
                      <a:pt x="0" y="26"/>
                    </a:lnTo>
                    <a:lnTo>
                      <a:pt x="38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56" name=""/>
              <p:cNvSpPr/>
              <p:nvPr/>
            </p:nvSpPr>
            <p:spPr>
              <a:xfrm rot="0">
                <a:off x="3374" y="1167"/>
                <a:ext cx="6" cy="3"/>
              </a:xfrm>
              <a:custGeom>
                <a:avLst/>
                <a:ahLst/>
                <a:rect l="0" t="0" r="r" b="b"/>
                <a:pathLst>
                  <a:path w="23" h="14">
                    <a:moveTo>
                      <a:pt x="0" y="14"/>
                    </a:moveTo>
                    <a:lnTo>
                      <a:pt x="23" y="1"/>
                    </a:lnTo>
                    <a:lnTo>
                      <a:pt x="23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57" name=""/>
              <p:cNvSpPr/>
              <p:nvPr/>
            </p:nvSpPr>
            <p:spPr>
              <a:xfrm rot="0" flipV="1">
                <a:off x="3380" y="11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58" name=""/>
              <p:cNvSpPr/>
              <p:nvPr/>
            </p:nvSpPr>
            <p:spPr>
              <a:xfrm rot="0">
                <a:off x="3358" y="1150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42" y="96"/>
                    </a:moveTo>
                    <a:lnTo>
                      <a:pt x="65" y="82"/>
                    </a:lnTo>
                    <a:lnTo>
                      <a:pt x="88" y="68"/>
                    </a:lnTo>
                    <a:lnTo>
                      <a:pt x="46" y="0"/>
                    </a:lnTo>
                    <a:lnTo>
                      <a:pt x="23" y="14"/>
                    </a:lnTo>
                    <a:lnTo>
                      <a:pt x="0" y="27"/>
                    </a:lnTo>
                    <a:lnTo>
                      <a:pt x="42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59" name=""/>
              <p:cNvSpPr/>
              <p:nvPr/>
            </p:nvSpPr>
            <p:spPr>
              <a:xfrm rot="0">
                <a:off x="3358" y="1150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42" y="96"/>
                    </a:moveTo>
                    <a:lnTo>
                      <a:pt x="65" y="82"/>
                    </a:lnTo>
                    <a:lnTo>
                      <a:pt x="88" y="68"/>
                    </a:lnTo>
                    <a:lnTo>
                      <a:pt x="46" y="0"/>
                    </a:lnTo>
                    <a:lnTo>
                      <a:pt x="23" y="14"/>
                    </a:lnTo>
                    <a:lnTo>
                      <a:pt x="0" y="27"/>
                    </a:lnTo>
                    <a:lnTo>
                      <a:pt x="42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60" name=""/>
              <p:cNvSpPr/>
              <p:nvPr/>
            </p:nvSpPr>
            <p:spPr>
              <a:xfrm rot="0">
                <a:off x="3357" y="1147"/>
                <a:ext cx="12" cy="10"/>
              </a:xfrm>
              <a:custGeom>
                <a:avLst/>
                <a:ahLst/>
                <a:rect l="0" t="0" r="r" b="b"/>
                <a:pathLst>
                  <a:path w="49" h="40">
                    <a:moveTo>
                      <a:pt x="26" y="27"/>
                    </a:moveTo>
                    <a:lnTo>
                      <a:pt x="3" y="40"/>
                    </a:lnTo>
                    <a:lnTo>
                      <a:pt x="0" y="33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6" y="9"/>
                    </a:lnTo>
                    <a:lnTo>
                      <a:pt x="12" y="3"/>
                    </a:lnTo>
                    <a:lnTo>
                      <a:pt x="20" y="0"/>
                    </a:lnTo>
                    <a:lnTo>
                      <a:pt x="28" y="0"/>
                    </a:lnTo>
                    <a:lnTo>
                      <a:pt x="37" y="1"/>
                    </a:lnTo>
                    <a:lnTo>
                      <a:pt x="44" y="6"/>
                    </a:lnTo>
                    <a:lnTo>
                      <a:pt x="49" y="13"/>
                    </a:lnTo>
                    <a:lnTo>
                      <a:pt x="2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61" name=""/>
              <p:cNvSpPr/>
              <p:nvPr/>
            </p:nvSpPr>
            <p:spPr>
              <a:xfrm rot="0">
                <a:off x="3357" y="1147"/>
                <a:ext cx="12" cy="10"/>
              </a:xfrm>
              <a:custGeom>
                <a:avLst/>
                <a:ahLst/>
                <a:rect l="0" t="0" r="r" b="b"/>
                <a:pathLst>
                  <a:path w="49" h="40">
                    <a:moveTo>
                      <a:pt x="3" y="40"/>
                    </a:moveTo>
                    <a:lnTo>
                      <a:pt x="0" y="33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6" y="9"/>
                    </a:lnTo>
                    <a:lnTo>
                      <a:pt x="12" y="3"/>
                    </a:lnTo>
                    <a:lnTo>
                      <a:pt x="20" y="0"/>
                    </a:lnTo>
                    <a:lnTo>
                      <a:pt x="28" y="0"/>
                    </a:lnTo>
                    <a:lnTo>
                      <a:pt x="37" y="1"/>
                    </a:lnTo>
                    <a:lnTo>
                      <a:pt x="44" y="6"/>
                    </a:lnTo>
                    <a:lnTo>
                      <a:pt x="49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62" name=""/>
              <p:cNvSpPr/>
              <p:nvPr/>
            </p:nvSpPr>
            <p:spPr>
              <a:xfrm rot="0">
                <a:off x="2644" y="1603"/>
                <a:ext cx="12" cy="10"/>
              </a:xfrm>
              <a:custGeom>
                <a:avLst/>
                <a:ahLst/>
                <a:rect l="0" t="0" r="r" b="b"/>
                <a:pathLst>
                  <a:path w="48" h="41">
                    <a:moveTo>
                      <a:pt x="26" y="26"/>
                    </a:moveTo>
                    <a:lnTo>
                      <a:pt x="4" y="41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9"/>
                    </a:lnTo>
                    <a:lnTo>
                      <a:pt x="11" y="4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6" y="1"/>
                    </a:lnTo>
                    <a:lnTo>
                      <a:pt x="43" y="5"/>
                    </a:lnTo>
                    <a:lnTo>
                      <a:pt x="48" y="11"/>
                    </a:lnTo>
                    <a:lnTo>
                      <a:pt x="26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63" name=""/>
              <p:cNvSpPr/>
              <p:nvPr/>
            </p:nvSpPr>
            <p:spPr>
              <a:xfrm rot="0">
                <a:off x="2644" y="1603"/>
                <a:ext cx="12" cy="10"/>
              </a:xfrm>
              <a:custGeom>
                <a:avLst/>
                <a:ahLst/>
                <a:rect l="0" t="0" r="r" b="b"/>
                <a:pathLst>
                  <a:path w="48" h="41">
                    <a:moveTo>
                      <a:pt x="4" y="41"/>
                    </a:moveTo>
                    <a:lnTo>
                      <a:pt x="0" y="33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9"/>
                    </a:lnTo>
                    <a:lnTo>
                      <a:pt x="11" y="4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6" y="1"/>
                    </a:lnTo>
                    <a:lnTo>
                      <a:pt x="43" y="5"/>
                    </a:lnTo>
                    <a:lnTo>
                      <a:pt x="48" y="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64" name=""/>
              <p:cNvSpPr/>
              <p:nvPr/>
            </p:nvSpPr>
            <p:spPr>
              <a:xfrm rot="0">
                <a:off x="2645" y="1606"/>
                <a:ext cx="22" cy="24"/>
              </a:xfrm>
              <a:custGeom>
                <a:avLst/>
                <a:ahLst/>
                <a:rect l="0" t="0" r="r" b="b"/>
                <a:pathLst>
                  <a:path w="89" h="97">
                    <a:moveTo>
                      <a:pt x="44" y="0"/>
                    </a:moveTo>
                    <a:lnTo>
                      <a:pt x="22" y="15"/>
                    </a:lnTo>
                    <a:lnTo>
                      <a:pt x="0" y="30"/>
                    </a:lnTo>
                    <a:lnTo>
                      <a:pt x="44" y="97"/>
                    </a:lnTo>
                    <a:lnTo>
                      <a:pt x="67" y="82"/>
                    </a:lnTo>
                    <a:lnTo>
                      <a:pt x="89" y="68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65" name=""/>
              <p:cNvSpPr/>
              <p:nvPr/>
            </p:nvSpPr>
            <p:spPr>
              <a:xfrm rot="0">
                <a:off x="2645" y="1606"/>
                <a:ext cx="22" cy="24"/>
              </a:xfrm>
              <a:custGeom>
                <a:avLst/>
                <a:ahLst/>
                <a:rect l="0" t="0" r="r" b="b"/>
                <a:pathLst>
                  <a:path w="89" h="97">
                    <a:moveTo>
                      <a:pt x="44" y="0"/>
                    </a:moveTo>
                    <a:lnTo>
                      <a:pt x="22" y="15"/>
                    </a:lnTo>
                    <a:lnTo>
                      <a:pt x="0" y="30"/>
                    </a:lnTo>
                    <a:lnTo>
                      <a:pt x="44" y="97"/>
                    </a:lnTo>
                    <a:lnTo>
                      <a:pt x="67" y="82"/>
                    </a:lnTo>
                    <a:lnTo>
                      <a:pt x="89" y="68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66" name=""/>
              <p:cNvSpPr/>
              <p:nvPr/>
            </p:nvSpPr>
            <p:spPr>
              <a:xfrm rot="0">
                <a:off x="2656" y="1626"/>
                <a:ext cx="6" cy="4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23" y="0"/>
                    </a:moveTo>
                    <a:lnTo>
                      <a:pt x="0" y="15"/>
                    </a:lnTo>
                    <a:lnTo>
                      <a:pt x="1" y="16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67" name=""/>
              <p:cNvSpPr/>
              <p:nvPr/>
            </p:nvSpPr>
            <p:spPr>
              <a:xfrm rot="0">
                <a:off x="2656" y="163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68" name=""/>
              <p:cNvSpPr/>
              <p:nvPr/>
            </p:nvSpPr>
            <p:spPr>
              <a:xfrm rot="0">
                <a:off x="2656" y="1622"/>
                <a:ext cx="23" cy="24"/>
              </a:xfrm>
              <a:custGeom>
                <a:avLst/>
                <a:ahLst/>
                <a:rect l="0" t="0" r="r" b="b"/>
                <a:pathLst>
                  <a:path w="91" h="96">
                    <a:moveTo>
                      <a:pt x="43" y="0"/>
                    </a:moveTo>
                    <a:lnTo>
                      <a:pt x="22" y="15"/>
                    </a:lnTo>
                    <a:lnTo>
                      <a:pt x="0" y="31"/>
                    </a:lnTo>
                    <a:lnTo>
                      <a:pt x="49" y="96"/>
                    </a:lnTo>
                    <a:lnTo>
                      <a:pt x="70" y="80"/>
                    </a:lnTo>
                    <a:lnTo>
                      <a:pt x="91" y="64"/>
                    </a:lnTo>
                    <a:lnTo>
                      <a:pt x="4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69" name=""/>
              <p:cNvSpPr/>
              <p:nvPr/>
            </p:nvSpPr>
            <p:spPr>
              <a:xfrm rot="0">
                <a:off x="2656" y="1622"/>
                <a:ext cx="23" cy="24"/>
              </a:xfrm>
              <a:custGeom>
                <a:avLst/>
                <a:ahLst/>
                <a:rect l="0" t="0" r="r" b="b"/>
                <a:pathLst>
                  <a:path w="91" h="96">
                    <a:moveTo>
                      <a:pt x="43" y="0"/>
                    </a:moveTo>
                    <a:lnTo>
                      <a:pt x="22" y="15"/>
                    </a:lnTo>
                    <a:lnTo>
                      <a:pt x="0" y="31"/>
                    </a:lnTo>
                    <a:lnTo>
                      <a:pt x="49" y="96"/>
                    </a:lnTo>
                    <a:lnTo>
                      <a:pt x="70" y="80"/>
                    </a:lnTo>
                    <a:lnTo>
                      <a:pt x="91" y="64"/>
                    </a:lnTo>
                    <a:lnTo>
                      <a:pt x="4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70" name=""/>
              <p:cNvSpPr/>
              <p:nvPr/>
            </p:nvSpPr>
            <p:spPr>
              <a:xfrm rot="0">
                <a:off x="2668" y="1642"/>
                <a:ext cx="6" cy="4"/>
              </a:xfrm>
              <a:custGeom>
                <a:avLst/>
                <a:ahLst/>
                <a:rect l="0" t="0" r="r" b="b"/>
                <a:pathLst>
                  <a:path w="21" h="17">
                    <a:moveTo>
                      <a:pt x="21" y="0"/>
                    </a:moveTo>
                    <a:lnTo>
                      <a:pt x="0" y="16"/>
                    </a:lnTo>
                    <a:lnTo>
                      <a:pt x="0" y="17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71" name=""/>
              <p:cNvSpPr/>
              <p:nvPr/>
            </p:nvSpPr>
            <p:spPr>
              <a:xfrm rot="0">
                <a:off x="2668" y="16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72" name=""/>
              <p:cNvSpPr/>
              <p:nvPr/>
            </p:nvSpPr>
            <p:spPr>
              <a:xfrm rot="0">
                <a:off x="2668" y="1638"/>
                <a:ext cx="24" cy="24"/>
              </a:xfrm>
              <a:custGeom>
                <a:avLst/>
                <a:ahLst/>
                <a:rect l="0" t="0" r="r" b="b"/>
                <a:pathLst>
                  <a:path w="94" h="97">
                    <a:moveTo>
                      <a:pt x="42" y="0"/>
                    </a:moveTo>
                    <a:lnTo>
                      <a:pt x="21" y="17"/>
                    </a:lnTo>
                    <a:lnTo>
                      <a:pt x="0" y="34"/>
                    </a:lnTo>
                    <a:lnTo>
                      <a:pt x="52" y="97"/>
                    </a:lnTo>
                    <a:lnTo>
                      <a:pt x="73" y="80"/>
                    </a:lnTo>
                    <a:lnTo>
                      <a:pt x="94" y="63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73" name=""/>
              <p:cNvSpPr/>
              <p:nvPr/>
            </p:nvSpPr>
            <p:spPr>
              <a:xfrm rot="0">
                <a:off x="2668" y="1638"/>
                <a:ext cx="24" cy="24"/>
              </a:xfrm>
              <a:custGeom>
                <a:avLst/>
                <a:ahLst/>
                <a:rect l="0" t="0" r="r" b="b"/>
                <a:pathLst>
                  <a:path w="94" h="97">
                    <a:moveTo>
                      <a:pt x="42" y="0"/>
                    </a:moveTo>
                    <a:lnTo>
                      <a:pt x="21" y="17"/>
                    </a:lnTo>
                    <a:lnTo>
                      <a:pt x="0" y="34"/>
                    </a:lnTo>
                    <a:lnTo>
                      <a:pt x="52" y="97"/>
                    </a:lnTo>
                    <a:lnTo>
                      <a:pt x="73" y="80"/>
                    </a:lnTo>
                    <a:lnTo>
                      <a:pt x="94" y="63"/>
                    </a:lnTo>
                    <a:lnTo>
                      <a:pt x="4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74" name=""/>
              <p:cNvSpPr/>
              <p:nvPr/>
            </p:nvSpPr>
            <p:spPr>
              <a:xfrm rot="0">
                <a:off x="2681" y="1658"/>
                <a:ext cx="6" cy="4"/>
              </a:xfrm>
              <a:custGeom>
                <a:avLst/>
                <a:ahLst/>
                <a:rect l="0" t="0" r="r" b="b"/>
                <a:pathLst>
                  <a:path w="21" h="18">
                    <a:moveTo>
                      <a:pt x="21" y="0"/>
                    </a:moveTo>
                    <a:lnTo>
                      <a:pt x="0" y="17"/>
                    </a:lnTo>
                    <a:lnTo>
                      <a:pt x="1" y="18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75" name=""/>
              <p:cNvSpPr/>
              <p:nvPr/>
            </p:nvSpPr>
            <p:spPr>
              <a:xfrm rot="0">
                <a:off x="2681" y="16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76" name=""/>
              <p:cNvSpPr/>
              <p:nvPr/>
            </p:nvSpPr>
            <p:spPr>
              <a:xfrm rot="0">
                <a:off x="2682" y="1654"/>
                <a:ext cx="23" cy="23"/>
              </a:xfrm>
              <a:custGeom>
                <a:avLst/>
                <a:ahLst/>
                <a:rect l="0" t="0" r="r" b="b"/>
                <a:pathLst>
                  <a:path w="94" h="95">
                    <a:moveTo>
                      <a:pt x="40" y="0"/>
                    </a:moveTo>
                    <a:lnTo>
                      <a:pt x="20" y="18"/>
                    </a:lnTo>
                    <a:lnTo>
                      <a:pt x="0" y="36"/>
                    </a:lnTo>
                    <a:lnTo>
                      <a:pt x="53" y="95"/>
                    </a:lnTo>
                    <a:lnTo>
                      <a:pt x="73" y="77"/>
                    </a:lnTo>
                    <a:lnTo>
                      <a:pt x="94" y="59"/>
                    </a:lnTo>
                    <a:lnTo>
                      <a:pt x="4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77" name=""/>
              <p:cNvSpPr/>
              <p:nvPr/>
            </p:nvSpPr>
            <p:spPr>
              <a:xfrm rot="0">
                <a:off x="2682" y="1654"/>
                <a:ext cx="23" cy="23"/>
              </a:xfrm>
              <a:custGeom>
                <a:avLst/>
                <a:ahLst/>
                <a:rect l="0" t="0" r="r" b="b"/>
                <a:pathLst>
                  <a:path w="94" h="95">
                    <a:moveTo>
                      <a:pt x="40" y="0"/>
                    </a:moveTo>
                    <a:lnTo>
                      <a:pt x="20" y="18"/>
                    </a:lnTo>
                    <a:lnTo>
                      <a:pt x="0" y="36"/>
                    </a:lnTo>
                    <a:lnTo>
                      <a:pt x="53" y="95"/>
                    </a:lnTo>
                    <a:lnTo>
                      <a:pt x="73" y="77"/>
                    </a:lnTo>
                    <a:lnTo>
                      <a:pt x="94" y="59"/>
                    </a:lnTo>
                    <a:lnTo>
                      <a:pt x="4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78" name=""/>
              <p:cNvSpPr/>
              <p:nvPr/>
            </p:nvSpPr>
            <p:spPr>
              <a:xfrm rot="0">
                <a:off x="2695" y="1673"/>
                <a:ext cx="5" cy="5"/>
              </a:xfrm>
              <a:custGeom>
                <a:avLst/>
                <a:ahLst/>
                <a:rect l="0" t="0" r="r" b="b"/>
                <a:pathLst>
                  <a:path w="20" h="19">
                    <a:moveTo>
                      <a:pt x="20" y="0"/>
                    </a:moveTo>
                    <a:lnTo>
                      <a:pt x="0" y="18"/>
                    </a:lnTo>
                    <a:lnTo>
                      <a:pt x="2" y="19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79" name=""/>
              <p:cNvSpPr/>
              <p:nvPr/>
            </p:nvSpPr>
            <p:spPr>
              <a:xfrm rot="0">
                <a:off x="2695" y="16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80" name=""/>
              <p:cNvSpPr/>
              <p:nvPr/>
            </p:nvSpPr>
            <p:spPr>
              <a:xfrm rot="0">
                <a:off x="2695" y="1668"/>
                <a:ext cx="24" cy="24"/>
              </a:xfrm>
              <a:custGeom>
                <a:avLst/>
                <a:ahLst/>
                <a:rect l="0" t="0" r="r" b="b"/>
                <a:pathLst>
                  <a:path w="94" h="96">
                    <a:moveTo>
                      <a:pt x="37" y="0"/>
                    </a:moveTo>
                    <a:lnTo>
                      <a:pt x="18" y="19"/>
                    </a:lnTo>
                    <a:lnTo>
                      <a:pt x="0" y="38"/>
                    </a:lnTo>
                    <a:lnTo>
                      <a:pt x="56" y="96"/>
                    </a:lnTo>
                    <a:lnTo>
                      <a:pt x="75" y="77"/>
                    </a:lnTo>
                    <a:lnTo>
                      <a:pt x="94" y="58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81" name=""/>
              <p:cNvSpPr/>
              <p:nvPr/>
            </p:nvSpPr>
            <p:spPr>
              <a:xfrm rot="0">
                <a:off x="2695" y="1668"/>
                <a:ext cx="24" cy="24"/>
              </a:xfrm>
              <a:custGeom>
                <a:avLst/>
                <a:ahLst/>
                <a:rect l="0" t="0" r="r" b="b"/>
                <a:pathLst>
                  <a:path w="94" h="96">
                    <a:moveTo>
                      <a:pt x="37" y="0"/>
                    </a:moveTo>
                    <a:lnTo>
                      <a:pt x="18" y="19"/>
                    </a:lnTo>
                    <a:lnTo>
                      <a:pt x="0" y="38"/>
                    </a:lnTo>
                    <a:lnTo>
                      <a:pt x="56" y="96"/>
                    </a:lnTo>
                    <a:lnTo>
                      <a:pt x="75" y="77"/>
                    </a:lnTo>
                    <a:lnTo>
                      <a:pt x="94" y="58"/>
                    </a:lnTo>
                    <a:lnTo>
                      <a:pt x="3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82" name=""/>
              <p:cNvSpPr/>
              <p:nvPr/>
            </p:nvSpPr>
            <p:spPr>
              <a:xfrm rot="0">
                <a:off x="2710" y="1687"/>
                <a:ext cx="4" cy="5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19" y="0"/>
                    </a:moveTo>
                    <a:lnTo>
                      <a:pt x="0" y="19"/>
                    </a:lnTo>
                    <a:lnTo>
                      <a:pt x="2" y="20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83" name=""/>
              <p:cNvSpPr/>
              <p:nvPr/>
            </p:nvSpPr>
            <p:spPr>
              <a:xfrm rot="0">
                <a:off x="2710" y="16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84" name=""/>
              <p:cNvSpPr/>
              <p:nvPr/>
            </p:nvSpPr>
            <p:spPr>
              <a:xfrm rot="0">
                <a:off x="2710" y="1682"/>
                <a:ext cx="24" cy="24"/>
              </a:xfrm>
              <a:custGeom>
                <a:avLst/>
                <a:ahLst/>
                <a:rect l="0" t="0" r="r" b="b"/>
                <a:pathLst>
                  <a:path w="95" h="94">
                    <a:moveTo>
                      <a:pt x="35" y="0"/>
                    </a:moveTo>
                    <a:lnTo>
                      <a:pt x="17" y="20"/>
                    </a:lnTo>
                    <a:lnTo>
                      <a:pt x="0" y="40"/>
                    </a:lnTo>
                    <a:lnTo>
                      <a:pt x="60" y="94"/>
                    </a:lnTo>
                    <a:lnTo>
                      <a:pt x="78" y="74"/>
                    </a:lnTo>
                    <a:lnTo>
                      <a:pt x="95" y="54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85" name=""/>
              <p:cNvSpPr/>
              <p:nvPr/>
            </p:nvSpPr>
            <p:spPr>
              <a:xfrm rot="0">
                <a:off x="2710" y="1682"/>
                <a:ext cx="24" cy="24"/>
              </a:xfrm>
              <a:custGeom>
                <a:avLst/>
                <a:ahLst/>
                <a:rect l="0" t="0" r="r" b="b"/>
                <a:pathLst>
                  <a:path w="95" h="94">
                    <a:moveTo>
                      <a:pt x="35" y="0"/>
                    </a:moveTo>
                    <a:lnTo>
                      <a:pt x="17" y="20"/>
                    </a:lnTo>
                    <a:lnTo>
                      <a:pt x="0" y="40"/>
                    </a:lnTo>
                    <a:lnTo>
                      <a:pt x="60" y="94"/>
                    </a:lnTo>
                    <a:lnTo>
                      <a:pt x="78" y="74"/>
                    </a:lnTo>
                    <a:lnTo>
                      <a:pt x="95" y="54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86" name=""/>
              <p:cNvSpPr/>
              <p:nvPr/>
            </p:nvSpPr>
            <p:spPr>
              <a:xfrm rot="0">
                <a:off x="2725" y="1701"/>
                <a:ext cx="4" cy="5"/>
              </a:xfrm>
              <a:custGeom>
                <a:avLst/>
                <a:ahLst/>
                <a:rect l="0" t="0" r="r" b="b"/>
                <a:pathLst>
                  <a:path w="18" h="21">
                    <a:moveTo>
                      <a:pt x="18" y="0"/>
                    </a:moveTo>
                    <a:lnTo>
                      <a:pt x="0" y="20"/>
                    </a:lnTo>
                    <a:lnTo>
                      <a:pt x="1" y="21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87" name=""/>
              <p:cNvSpPr/>
              <p:nvPr/>
            </p:nvSpPr>
            <p:spPr>
              <a:xfrm rot="0">
                <a:off x="2725" y="17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88" name=""/>
              <p:cNvSpPr/>
              <p:nvPr/>
            </p:nvSpPr>
            <p:spPr>
              <a:xfrm rot="0">
                <a:off x="2725" y="1695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33" y="0"/>
                    </a:moveTo>
                    <a:lnTo>
                      <a:pt x="17" y="21"/>
                    </a:lnTo>
                    <a:lnTo>
                      <a:pt x="0" y="42"/>
                    </a:lnTo>
                    <a:lnTo>
                      <a:pt x="62" y="94"/>
                    </a:lnTo>
                    <a:lnTo>
                      <a:pt x="79" y="73"/>
                    </a:lnTo>
                    <a:lnTo>
                      <a:pt x="96" y="51"/>
                    </a:lnTo>
                    <a:lnTo>
                      <a:pt x="3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89" name=""/>
              <p:cNvSpPr/>
              <p:nvPr/>
            </p:nvSpPr>
            <p:spPr>
              <a:xfrm rot="0">
                <a:off x="2725" y="1695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33" y="0"/>
                    </a:moveTo>
                    <a:lnTo>
                      <a:pt x="17" y="21"/>
                    </a:lnTo>
                    <a:lnTo>
                      <a:pt x="0" y="42"/>
                    </a:lnTo>
                    <a:lnTo>
                      <a:pt x="62" y="94"/>
                    </a:lnTo>
                    <a:lnTo>
                      <a:pt x="79" y="73"/>
                    </a:lnTo>
                    <a:lnTo>
                      <a:pt x="96" y="51"/>
                    </a:lnTo>
                    <a:lnTo>
                      <a:pt x="3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90" name=""/>
              <p:cNvSpPr/>
              <p:nvPr/>
            </p:nvSpPr>
            <p:spPr>
              <a:xfrm rot="0">
                <a:off x="2741" y="1714"/>
                <a:ext cx="4" cy="5"/>
              </a:xfrm>
              <a:custGeom>
                <a:avLst/>
                <a:ahLst/>
                <a:rect l="0" t="0" r="r" b="b"/>
                <a:pathLst>
                  <a:path w="17" h="21">
                    <a:moveTo>
                      <a:pt x="17" y="0"/>
                    </a:moveTo>
                    <a:lnTo>
                      <a:pt x="0" y="21"/>
                    </a:lnTo>
                    <a:lnTo>
                      <a:pt x="1" y="21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91" name=""/>
              <p:cNvSpPr/>
              <p:nvPr/>
            </p:nvSpPr>
            <p:spPr>
              <a:xfrm rot="0">
                <a:off x="2741" y="17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92" name=""/>
              <p:cNvSpPr/>
              <p:nvPr/>
            </p:nvSpPr>
            <p:spPr>
              <a:xfrm rot="0">
                <a:off x="2741" y="1708"/>
                <a:ext cx="24" cy="23"/>
              </a:xfrm>
              <a:custGeom>
                <a:avLst/>
                <a:ahLst/>
                <a:rect l="0" t="0" r="r" b="b"/>
                <a:pathLst>
                  <a:path w="96" h="91">
                    <a:moveTo>
                      <a:pt x="32" y="0"/>
                    </a:moveTo>
                    <a:lnTo>
                      <a:pt x="16" y="22"/>
                    </a:lnTo>
                    <a:lnTo>
                      <a:pt x="0" y="43"/>
                    </a:lnTo>
                    <a:lnTo>
                      <a:pt x="64" y="91"/>
                    </a:lnTo>
                    <a:lnTo>
                      <a:pt x="80" y="70"/>
                    </a:lnTo>
                    <a:lnTo>
                      <a:pt x="96" y="49"/>
                    </a:lnTo>
                    <a:lnTo>
                      <a:pt x="3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93" name=""/>
              <p:cNvSpPr/>
              <p:nvPr/>
            </p:nvSpPr>
            <p:spPr>
              <a:xfrm rot="0">
                <a:off x="2741" y="1708"/>
                <a:ext cx="24" cy="23"/>
              </a:xfrm>
              <a:custGeom>
                <a:avLst/>
                <a:ahLst/>
                <a:rect l="0" t="0" r="r" b="b"/>
                <a:pathLst>
                  <a:path w="96" h="91">
                    <a:moveTo>
                      <a:pt x="32" y="0"/>
                    </a:moveTo>
                    <a:lnTo>
                      <a:pt x="16" y="22"/>
                    </a:lnTo>
                    <a:lnTo>
                      <a:pt x="0" y="43"/>
                    </a:lnTo>
                    <a:lnTo>
                      <a:pt x="64" y="91"/>
                    </a:lnTo>
                    <a:lnTo>
                      <a:pt x="80" y="70"/>
                    </a:lnTo>
                    <a:lnTo>
                      <a:pt x="96" y="49"/>
                    </a:lnTo>
                    <a:lnTo>
                      <a:pt x="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94" name=""/>
              <p:cNvSpPr/>
              <p:nvPr/>
            </p:nvSpPr>
            <p:spPr>
              <a:xfrm rot="0">
                <a:off x="2757" y="1726"/>
                <a:ext cx="4" cy="5"/>
              </a:xfrm>
              <a:custGeom>
                <a:avLst/>
                <a:ahLst/>
                <a:rect l="0" t="0" r="r" b="b"/>
                <a:pathLst>
                  <a:path w="16" h="22">
                    <a:moveTo>
                      <a:pt x="16" y="0"/>
                    </a:moveTo>
                    <a:lnTo>
                      <a:pt x="0" y="21"/>
                    </a:lnTo>
                    <a:lnTo>
                      <a:pt x="0" y="22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95" name=""/>
              <p:cNvSpPr/>
              <p:nvPr/>
            </p:nvSpPr>
            <p:spPr>
              <a:xfrm rot="0">
                <a:off x="2757" y="17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96" name=""/>
              <p:cNvSpPr/>
              <p:nvPr/>
            </p:nvSpPr>
            <p:spPr>
              <a:xfrm rot="0">
                <a:off x="2757" y="1720"/>
                <a:ext cx="25" cy="23"/>
              </a:xfrm>
              <a:custGeom>
                <a:avLst/>
                <a:ahLst/>
                <a:rect l="0" t="0" r="r" b="b"/>
                <a:pathLst>
                  <a:path w="98" h="91">
                    <a:moveTo>
                      <a:pt x="32" y="0"/>
                    </a:moveTo>
                    <a:lnTo>
                      <a:pt x="16" y="22"/>
                    </a:lnTo>
                    <a:lnTo>
                      <a:pt x="0" y="44"/>
                    </a:lnTo>
                    <a:lnTo>
                      <a:pt x="67" y="91"/>
                    </a:lnTo>
                    <a:lnTo>
                      <a:pt x="83" y="68"/>
                    </a:lnTo>
                    <a:lnTo>
                      <a:pt x="98" y="46"/>
                    </a:lnTo>
                    <a:lnTo>
                      <a:pt x="3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97" name=""/>
              <p:cNvSpPr/>
              <p:nvPr/>
            </p:nvSpPr>
            <p:spPr>
              <a:xfrm rot="0">
                <a:off x="2757" y="1720"/>
                <a:ext cx="25" cy="23"/>
              </a:xfrm>
              <a:custGeom>
                <a:avLst/>
                <a:ahLst/>
                <a:rect l="0" t="0" r="r" b="b"/>
                <a:pathLst>
                  <a:path w="98" h="91">
                    <a:moveTo>
                      <a:pt x="32" y="0"/>
                    </a:moveTo>
                    <a:lnTo>
                      <a:pt x="16" y="22"/>
                    </a:lnTo>
                    <a:lnTo>
                      <a:pt x="0" y="44"/>
                    </a:lnTo>
                    <a:lnTo>
                      <a:pt x="67" y="91"/>
                    </a:lnTo>
                    <a:lnTo>
                      <a:pt x="83" y="68"/>
                    </a:lnTo>
                    <a:lnTo>
                      <a:pt x="98" y="46"/>
                    </a:lnTo>
                    <a:lnTo>
                      <a:pt x="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798" name=""/>
              <p:cNvSpPr/>
              <p:nvPr/>
            </p:nvSpPr>
            <p:spPr>
              <a:xfrm rot="0">
                <a:off x="2774" y="1737"/>
                <a:ext cx="4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0" y="23"/>
                    </a:lnTo>
                    <a:lnTo>
                      <a:pt x="2" y="24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799" name=""/>
              <p:cNvSpPr/>
              <p:nvPr/>
            </p:nvSpPr>
            <p:spPr>
              <a:xfrm rot="0">
                <a:off x="2774" y="174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00" name=""/>
              <p:cNvSpPr/>
              <p:nvPr/>
            </p:nvSpPr>
            <p:spPr>
              <a:xfrm rot="0">
                <a:off x="2774" y="1732"/>
                <a:ext cx="24" cy="21"/>
              </a:xfrm>
              <a:custGeom>
                <a:avLst/>
                <a:ahLst/>
                <a:rect l="0" t="0" r="r" b="b"/>
                <a:pathLst>
                  <a:path w="97" h="88">
                    <a:moveTo>
                      <a:pt x="27" y="0"/>
                    </a:moveTo>
                    <a:lnTo>
                      <a:pt x="14" y="23"/>
                    </a:lnTo>
                    <a:lnTo>
                      <a:pt x="0" y="47"/>
                    </a:lnTo>
                    <a:lnTo>
                      <a:pt x="69" y="88"/>
                    </a:lnTo>
                    <a:lnTo>
                      <a:pt x="83" y="65"/>
                    </a:lnTo>
                    <a:lnTo>
                      <a:pt x="97" y="41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01" name=""/>
              <p:cNvSpPr/>
              <p:nvPr/>
            </p:nvSpPr>
            <p:spPr>
              <a:xfrm rot="0">
                <a:off x="2774" y="1732"/>
                <a:ext cx="24" cy="21"/>
              </a:xfrm>
              <a:custGeom>
                <a:avLst/>
                <a:ahLst/>
                <a:rect l="0" t="0" r="r" b="b"/>
                <a:pathLst>
                  <a:path w="97" h="88">
                    <a:moveTo>
                      <a:pt x="27" y="0"/>
                    </a:moveTo>
                    <a:lnTo>
                      <a:pt x="14" y="23"/>
                    </a:lnTo>
                    <a:lnTo>
                      <a:pt x="0" y="47"/>
                    </a:lnTo>
                    <a:lnTo>
                      <a:pt x="69" y="88"/>
                    </a:lnTo>
                    <a:lnTo>
                      <a:pt x="83" y="65"/>
                    </a:lnTo>
                    <a:lnTo>
                      <a:pt x="97" y="41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02" name=""/>
              <p:cNvSpPr/>
              <p:nvPr/>
            </p:nvSpPr>
            <p:spPr>
              <a:xfrm rot="0">
                <a:off x="2792" y="1748"/>
                <a:ext cx="3" cy="5"/>
              </a:xfrm>
              <a:custGeom>
                <a:avLst/>
                <a:ahLst/>
                <a:rect l="0" t="0" r="r" b="b"/>
                <a:pathLst>
                  <a:path w="14" h="23">
                    <a:moveTo>
                      <a:pt x="14" y="0"/>
                    </a:moveTo>
                    <a:lnTo>
                      <a:pt x="0" y="23"/>
                    </a:lnTo>
                    <a:lnTo>
                      <a:pt x="2" y="23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03" name=""/>
              <p:cNvSpPr/>
              <p:nvPr/>
            </p:nvSpPr>
            <p:spPr>
              <a:xfrm rot="0">
                <a:off x="2792" y="17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04" name=""/>
              <p:cNvSpPr/>
              <p:nvPr/>
            </p:nvSpPr>
            <p:spPr>
              <a:xfrm rot="0">
                <a:off x="2792" y="1742"/>
                <a:ext cx="24" cy="21"/>
              </a:xfrm>
              <a:custGeom>
                <a:avLst/>
                <a:ahLst/>
                <a:rect l="0" t="0" r="r" b="b"/>
                <a:pathLst>
                  <a:path w="95" h="86">
                    <a:moveTo>
                      <a:pt x="25" y="0"/>
                    </a:moveTo>
                    <a:lnTo>
                      <a:pt x="12" y="24"/>
                    </a:lnTo>
                    <a:lnTo>
                      <a:pt x="0" y="47"/>
                    </a:lnTo>
                    <a:lnTo>
                      <a:pt x="70" y="86"/>
                    </a:lnTo>
                    <a:lnTo>
                      <a:pt x="83" y="63"/>
                    </a:lnTo>
                    <a:lnTo>
                      <a:pt x="95" y="39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05" name=""/>
              <p:cNvSpPr/>
              <p:nvPr/>
            </p:nvSpPr>
            <p:spPr>
              <a:xfrm rot="0">
                <a:off x="2792" y="1742"/>
                <a:ext cx="24" cy="21"/>
              </a:xfrm>
              <a:custGeom>
                <a:avLst/>
                <a:ahLst/>
                <a:rect l="0" t="0" r="r" b="b"/>
                <a:pathLst>
                  <a:path w="95" h="86">
                    <a:moveTo>
                      <a:pt x="25" y="0"/>
                    </a:moveTo>
                    <a:lnTo>
                      <a:pt x="12" y="24"/>
                    </a:lnTo>
                    <a:lnTo>
                      <a:pt x="0" y="47"/>
                    </a:lnTo>
                    <a:lnTo>
                      <a:pt x="70" y="86"/>
                    </a:lnTo>
                    <a:lnTo>
                      <a:pt x="83" y="63"/>
                    </a:lnTo>
                    <a:lnTo>
                      <a:pt x="95" y="39"/>
                    </a:lnTo>
                    <a:lnTo>
                      <a:pt x="2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06" name=""/>
              <p:cNvSpPr/>
              <p:nvPr/>
            </p:nvSpPr>
            <p:spPr>
              <a:xfrm rot="0">
                <a:off x="2810" y="1757"/>
                <a:ext cx="3" cy="6"/>
              </a:xfrm>
              <a:custGeom>
                <a:avLst/>
                <a:ahLst/>
                <a:rect l="0" t="0" r="r" b="b"/>
                <a:pathLst>
                  <a:path w="13" h="24">
                    <a:moveTo>
                      <a:pt x="13" y="0"/>
                    </a:moveTo>
                    <a:lnTo>
                      <a:pt x="0" y="23"/>
                    </a:lnTo>
                    <a:lnTo>
                      <a:pt x="1" y="24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07" name=""/>
              <p:cNvSpPr/>
              <p:nvPr/>
            </p:nvSpPr>
            <p:spPr>
              <a:xfrm rot="0">
                <a:off x="2810" y="17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08" name=""/>
              <p:cNvSpPr/>
              <p:nvPr/>
            </p:nvSpPr>
            <p:spPr>
              <a:xfrm rot="0">
                <a:off x="2810" y="1751"/>
                <a:ext cx="24" cy="21"/>
              </a:xfrm>
              <a:custGeom>
                <a:avLst/>
                <a:ahLst/>
                <a:rect l="0" t="0" r="r" b="b"/>
                <a:pathLst>
                  <a:path w="96" h="85">
                    <a:moveTo>
                      <a:pt x="23" y="0"/>
                    </a:moveTo>
                    <a:lnTo>
                      <a:pt x="12" y="25"/>
                    </a:lnTo>
                    <a:lnTo>
                      <a:pt x="0" y="49"/>
                    </a:lnTo>
                    <a:lnTo>
                      <a:pt x="73" y="85"/>
                    </a:lnTo>
                    <a:lnTo>
                      <a:pt x="85" y="60"/>
                    </a:lnTo>
                    <a:lnTo>
                      <a:pt x="96" y="36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09" name=""/>
              <p:cNvSpPr/>
              <p:nvPr/>
            </p:nvSpPr>
            <p:spPr>
              <a:xfrm rot="0">
                <a:off x="2810" y="1751"/>
                <a:ext cx="24" cy="21"/>
              </a:xfrm>
              <a:custGeom>
                <a:avLst/>
                <a:ahLst/>
                <a:rect l="0" t="0" r="r" b="b"/>
                <a:pathLst>
                  <a:path w="96" h="85">
                    <a:moveTo>
                      <a:pt x="23" y="0"/>
                    </a:moveTo>
                    <a:lnTo>
                      <a:pt x="12" y="25"/>
                    </a:lnTo>
                    <a:lnTo>
                      <a:pt x="0" y="49"/>
                    </a:lnTo>
                    <a:lnTo>
                      <a:pt x="73" y="85"/>
                    </a:lnTo>
                    <a:lnTo>
                      <a:pt x="85" y="60"/>
                    </a:lnTo>
                    <a:lnTo>
                      <a:pt x="96" y="36"/>
                    </a:lnTo>
                    <a:lnTo>
                      <a:pt x="2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10" name=""/>
              <p:cNvSpPr/>
              <p:nvPr/>
            </p:nvSpPr>
            <p:spPr>
              <a:xfrm rot="0">
                <a:off x="2828" y="1766"/>
                <a:ext cx="3" cy="6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12" y="0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11" name=""/>
              <p:cNvSpPr/>
              <p:nvPr/>
            </p:nvSpPr>
            <p:spPr>
              <a:xfrm rot="0">
                <a:off x="2828" y="17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12" name=""/>
              <p:cNvSpPr/>
              <p:nvPr/>
            </p:nvSpPr>
            <p:spPr>
              <a:xfrm rot="0">
                <a:off x="2828" y="1760"/>
                <a:ext cx="24" cy="20"/>
              </a:xfrm>
              <a:custGeom>
                <a:avLst/>
                <a:ahLst/>
                <a:rect l="0" t="0" r="r" b="b"/>
                <a:pathLst>
                  <a:path w="95" h="80">
                    <a:moveTo>
                      <a:pt x="21" y="0"/>
                    </a:moveTo>
                    <a:lnTo>
                      <a:pt x="11" y="24"/>
                    </a:lnTo>
                    <a:lnTo>
                      <a:pt x="0" y="49"/>
                    </a:lnTo>
                    <a:lnTo>
                      <a:pt x="74" y="80"/>
                    </a:lnTo>
                    <a:lnTo>
                      <a:pt x="84" y="56"/>
                    </a:lnTo>
                    <a:lnTo>
                      <a:pt x="95" y="32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13" name=""/>
              <p:cNvSpPr/>
              <p:nvPr/>
            </p:nvSpPr>
            <p:spPr>
              <a:xfrm rot="0">
                <a:off x="2828" y="1760"/>
                <a:ext cx="24" cy="20"/>
              </a:xfrm>
              <a:custGeom>
                <a:avLst/>
                <a:ahLst/>
                <a:rect l="0" t="0" r="r" b="b"/>
                <a:pathLst>
                  <a:path w="95" h="80">
                    <a:moveTo>
                      <a:pt x="21" y="0"/>
                    </a:moveTo>
                    <a:lnTo>
                      <a:pt x="11" y="24"/>
                    </a:lnTo>
                    <a:lnTo>
                      <a:pt x="0" y="49"/>
                    </a:lnTo>
                    <a:lnTo>
                      <a:pt x="74" y="80"/>
                    </a:lnTo>
                    <a:lnTo>
                      <a:pt x="84" y="56"/>
                    </a:lnTo>
                    <a:lnTo>
                      <a:pt x="95" y="32"/>
                    </a:lnTo>
                    <a:lnTo>
                      <a:pt x="2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14" name=""/>
              <p:cNvSpPr/>
              <p:nvPr/>
            </p:nvSpPr>
            <p:spPr>
              <a:xfrm rot="0">
                <a:off x="2847" y="1774"/>
                <a:ext cx="2" cy="7"/>
              </a:xfrm>
              <a:custGeom>
                <a:avLst/>
                <a:ahLst/>
                <a:rect l="0" t="0" r="r" b="b"/>
                <a:pathLst>
                  <a:path w="10" h="25">
                    <a:moveTo>
                      <a:pt x="10" y="0"/>
                    </a:moveTo>
                    <a:lnTo>
                      <a:pt x="0" y="24"/>
                    </a:lnTo>
                    <a:lnTo>
                      <a:pt x="1" y="25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15" name=""/>
              <p:cNvSpPr/>
              <p:nvPr/>
            </p:nvSpPr>
            <p:spPr>
              <a:xfrm rot="0">
                <a:off x="2847" y="17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16" name=""/>
              <p:cNvSpPr/>
              <p:nvPr/>
            </p:nvSpPr>
            <p:spPr>
              <a:xfrm rot="0">
                <a:off x="2847" y="1768"/>
                <a:ext cx="24" cy="20"/>
              </a:xfrm>
              <a:custGeom>
                <a:avLst/>
                <a:ahLst/>
                <a:rect l="0" t="0" r="r" b="b"/>
                <a:pathLst>
                  <a:path w="95" h="79">
                    <a:moveTo>
                      <a:pt x="19" y="0"/>
                    </a:moveTo>
                    <a:lnTo>
                      <a:pt x="9" y="25"/>
                    </a:lnTo>
                    <a:lnTo>
                      <a:pt x="0" y="50"/>
                    </a:lnTo>
                    <a:lnTo>
                      <a:pt x="76" y="79"/>
                    </a:lnTo>
                    <a:lnTo>
                      <a:pt x="85" y="54"/>
                    </a:lnTo>
                    <a:lnTo>
                      <a:pt x="95" y="28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17" name=""/>
              <p:cNvSpPr/>
              <p:nvPr/>
            </p:nvSpPr>
            <p:spPr>
              <a:xfrm rot="0">
                <a:off x="2847" y="1768"/>
                <a:ext cx="24" cy="20"/>
              </a:xfrm>
              <a:custGeom>
                <a:avLst/>
                <a:ahLst/>
                <a:rect l="0" t="0" r="r" b="b"/>
                <a:pathLst>
                  <a:path w="95" h="79">
                    <a:moveTo>
                      <a:pt x="19" y="0"/>
                    </a:moveTo>
                    <a:lnTo>
                      <a:pt x="9" y="25"/>
                    </a:lnTo>
                    <a:lnTo>
                      <a:pt x="0" y="50"/>
                    </a:lnTo>
                    <a:lnTo>
                      <a:pt x="76" y="79"/>
                    </a:lnTo>
                    <a:lnTo>
                      <a:pt x="85" y="54"/>
                    </a:lnTo>
                    <a:lnTo>
                      <a:pt x="95" y="28"/>
                    </a:lnTo>
                    <a:lnTo>
                      <a:pt x="1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18" name=""/>
              <p:cNvSpPr/>
              <p:nvPr/>
            </p:nvSpPr>
            <p:spPr>
              <a:xfrm rot="0">
                <a:off x="2866" y="1781"/>
                <a:ext cx="2" cy="7"/>
              </a:xfrm>
              <a:custGeom>
                <a:avLst/>
                <a:ahLst/>
                <a:rect l="0" t="0" r="r" b="b"/>
                <a:pathLst>
                  <a:path w="9" h="25">
                    <a:moveTo>
                      <a:pt x="9" y="0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19" name=""/>
              <p:cNvSpPr/>
              <p:nvPr/>
            </p:nvSpPr>
            <p:spPr>
              <a:xfrm rot="0">
                <a:off x="2866" y="17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20" name=""/>
              <p:cNvSpPr/>
              <p:nvPr/>
            </p:nvSpPr>
            <p:spPr>
              <a:xfrm rot="0">
                <a:off x="2866" y="1775"/>
                <a:ext cx="24" cy="19"/>
              </a:xfrm>
              <a:custGeom>
                <a:avLst/>
                <a:ahLst/>
                <a:rect l="0" t="0" r="r" b="b"/>
                <a:pathLst>
                  <a:path w="94" h="75">
                    <a:moveTo>
                      <a:pt x="17" y="0"/>
                    </a:moveTo>
                    <a:lnTo>
                      <a:pt x="8" y="26"/>
                    </a:lnTo>
                    <a:lnTo>
                      <a:pt x="0" y="51"/>
                    </a:lnTo>
                    <a:lnTo>
                      <a:pt x="77" y="75"/>
                    </a:lnTo>
                    <a:lnTo>
                      <a:pt x="85" y="50"/>
                    </a:lnTo>
                    <a:lnTo>
                      <a:pt x="94" y="25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21" name=""/>
              <p:cNvSpPr/>
              <p:nvPr/>
            </p:nvSpPr>
            <p:spPr>
              <a:xfrm rot="0">
                <a:off x="2866" y="1775"/>
                <a:ext cx="24" cy="19"/>
              </a:xfrm>
              <a:custGeom>
                <a:avLst/>
                <a:ahLst/>
                <a:rect l="0" t="0" r="r" b="b"/>
                <a:pathLst>
                  <a:path w="94" h="75">
                    <a:moveTo>
                      <a:pt x="17" y="0"/>
                    </a:moveTo>
                    <a:lnTo>
                      <a:pt x="8" y="26"/>
                    </a:lnTo>
                    <a:lnTo>
                      <a:pt x="0" y="51"/>
                    </a:lnTo>
                    <a:lnTo>
                      <a:pt x="77" y="75"/>
                    </a:lnTo>
                    <a:lnTo>
                      <a:pt x="85" y="50"/>
                    </a:lnTo>
                    <a:lnTo>
                      <a:pt x="94" y="25"/>
                    </a:lnTo>
                    <a:lnTo>
                      <a:pt x="1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22" name=""/>
              <p:cNvSpPr/>
              <p:nvPr/>
            </p:nvSpPr>
            <p:spPr>
              <a:xfrm rot="0">
                <a:off x="2885" y="1787"/>
                <a:ext cx="3" cy="7"/>
              </a:xfrm>
              <a:custGeom>
                <a:avLst/>
                <a:ahLst/>
                <a:rect l="0" t="0" r="r" b="b"/>
                <a:pathLst>
                  <a:path w="8" h="26">
                    <a:moveTo>
                      <a:pt x="8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23" name=""/>
              <p:cNvSpPr/>
              <p:nvPr/>
            </p:nvSpPr>
            <p:spPr>
              <a:xfrm rot="0">
                <a:off x="2885" y="17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24" name=""/>
              <p:cNvSpPr/>
              <p:nvPr/>
            </p:nvSpPr>
            <p:spPr>
              <a:xfrm rot="0">
                <a:off x="2886" y="1781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15" y="0"/>
                    </a:moveTo>
                    <a:lnTo>
                      <a:pt x="7" y="27"/>
                    </a:lnTo>
                    <a:lnTo>
                      <a:pt x="0" y="53"/>
                    </a:lnTo>
                    <a:lnTo>
                      <a:pt x="78" y="74"/>
                    </a:lnTo>
                    <a:lnTo>
                      <a:pt x="85" y="48"/>
                    </a:lnTo>
                    <a:lnTo>
                      <a:pt x="93" y="22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25" name=""/>
              <p:cNvSpPr/>
              <p:nvPr/>
            </p:nvSpPr>
            <p:spPr>
              <a:xfrm rot="0">
                <a:off x="2886" y="1781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15" y="0"/>
                    </a:moveTo>
                    <a:lnTo>
                      <a:pt x="7" y="27"/>
                    </a:lnTo>
                    <a:lnTo>
                      <a:pt x="0" y="53"/>
                    </a:lnTo>
                    <a:lnTo>
                      <a:pt x="78" y="74"/>
                    </a:lnTo>
                    <a:lnTo>
                      <a:pt x="85" y="48"/>
                    </a:lnTo>
                    <a:lnTo>
                      <a:pt x="93" y="22"/>
                    </a:lnTo>
                    <a:lnTo>
                      <a:pt x="1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26" name=""/>
              <p:cNvSpPr/>
              <p:nvPr/>
            </p:nvSpPr>
            <p:spPr>
              <a:xfrm rot="0">
                <a:off x="2905" y="1793"/>
                <a:ext cx="2" cy="6"/>
              </a:xfrm>
              <a:custGeom>
                <a:avLst/>
                <a:ahLst/>
                <a:rect l="0" t="0" r="r" b="b"/>
                <a:pathLst>
                  <a:path w="7" h="26">
                    <a:moveTo>
                      <a:pt x="7" y="0"/>
                    </a:moveTo>
                    <a:lnTo>
                      <a:pt x="0" y="26"/>
                    </a:lnTo>
                    <a:lnTo>
                      <a:pt x="1" y="26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27" name=""/>
              <p:cNvSpPr/>
              <p:nvPr/>
            </p:nvSpPr>
            <p:spPr>
              <a:xfrm rot="0">
                <a:off x="2905" y="17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28" name=""/>
              <p:cNvSpPr/>
              <p:nvPr/>
            </p:nvSpPr>
            <p:spPr>
              <a:xfrm rot="0">
                <a:off x="2906" y="1786"/>
                <a:ext cx="22" cy="18"/>
              </a:xfrm>
              <a:custGeom>
                <a:avLst/>
                <a:ahLst/>
                <a:rect l="0" t="0" r="r" b="b"/>
                <a:pathLst>
                  <a:path w="91" h="70">
                    <a:moveTo>
                      <a:pt x="13" y="0"/>
                    </a:moveTo>
                    <a:lnTo>
                      <a:pt x="6" y="26"/>
                    </a:lnTo>
                    <a:lnTo>
                      <a:pt x="0" y="52"/>
                    </a:lnTo>
                    <a:lnTo>
                      <a:pt x="78" y="70"/>
                    </a:lnTo>
                    <a:lnTo>
                      <a:pt x="84" y="44"/>
                    </a:lnTo>
                    <a:lnTo>
                      <a:pt x="91" y="17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29" name=""/>
              <p:cNvSpPr/>
              <p:nvPr/>
            </p:nvSpPr>
            <p:spPr>
              <a:xfrm rot="0">
                <a:off x="2906" y="1786"/>
                <a:ext cx="22" cy="18"/>
              </a:xfrm>
              <a:custGeom>
                <a:avLst/>
                <a:ahLst/>
                <a:rect l="0" t="0" r="r" b="b"/>
                <a:pathLst>
                  <a:path w="91" h="70">
                    <a:moveTo>
                      <a:pt x="13" y="0"/>
                    </a:moveTo>
                    <a:lnTo>
                      <a:pt x="6" y="26"/>
                    </a:lnTo>
                    <a:lnTo>
                      <a:pt x="0" y="52"/>
                    </a:lnTo>
                    <a:lnTo>
                      <a:pt x="78" y="70"/>
                    </a:lnTo>
                    <a:lnTo>
                      <a:pt x="84" y="44"/>
                    </a:lnTo>
                    <a:lnTo>
                      <a:pt x="91" y="17"/>
                    </a:lnTo>
                    <a:lnTo>
                      <a:pt x="1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30" name=""/>
              <p:cNvSpPr/>
              <p:nvPr/>
            </p:nvSpPr>
            <p:spPr>
              <a:xfrm rot="0">
                <a:off x="2925" y="1797"/>
                <a:ext cx="2" cy="7"/>
              </a:xfrm>
              <a:custGeom>
                <a:avLst/>
                <a:ahLst/>
                <a:rect l="0" t="0" r="r" b="b"/>
                <a:pathLst>
                  <a:path w="6" h="26">
                    <a:moveTo>
                      <a:pt x="6" y="0"/>
                    </a:moveTo>
                    <a:lnTo>
                      <a:pt x="0" y="26"/>
                    </a:lnTo>
                    <a:lnTo>
                      <a:pt x="2" y="26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31" name=""/>
              <p:cNvSpPr/>
              <p:nvPr/>
            </p:nvSpPr>
            <p:spPr>
              <a:xfrm rot="0">
                <a:off x="2925" y="180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32" name=""/>
              <p:cNvSpPr/>
              <p:nvPr/>
            </p:nvSpPr>
            <p:spPr>
              <a:xfrm rot="0">
                <a:off x="2926" y="1791"/>
                <a:ext cx="22" cy="16"/>
              </a:xfrm>
              <a:custGeom>
                <a:avLst/>
                <a:ahLst/>
                <a:rect l="0" t="0" r="r" b="b"/>
                <a:pathLst>
                  <a:path w="89" h="66">
                    <a:moveTo>
                      <a:pt x="9" y="0"/>
                    </a:moveTo>
                    <a:lnTo>
                      <a:pt x="4" y="27"/>
                    </a:lnTo>
                    <a:lnTo>
                      <a:pt x="0" y="53"/>
                    </a:lnTo>
                    <a:lnTo>
                      <a:pt x="80" y="66"/>
                    </a:lnTo>
                    <a:lnTo>
                      <a:pt x="85" y="39"/>
                    </a:lnTo>
                    <a:lnTo>
                      <a:pt x="89" y="13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33" name=""/>
              <p:cNvSpPr/>
              <p:nvPr/>
            </p:nvSpPr>
            <p:spPr>
              <a:xfrm rot="0">
                <a:off x="2926" y="1791"/>
                <a:ext cx="22" cy="16"/>
              </a:xfrm>
              <a:custGeom>
                <a:avLst/>
                <a:ahLst/>
                <a:rect l="0" t="0" r="r" b="b"/>
                <a:pathLst>
                  <a:path w="89" h="66">
                    <a:moveTo>
                      <a:pt x="9" y="0"/>
                    </a:moveTo>
                    <a:lnTo>
                      <a:pt x="4" y="27"/>
                    </a:lnTo>
                    <a:lnTo>
                      <a:pt x="0" y="53"/>
                    </a:lnTo>
                    <a:lnTo>
                      <a:pt x="80" y="66"/>
                    </a:lnTo>
                    <a:lnTo>
                      <a:pt x="85" y="39"/>
                    </a:lnTo>
                    <a:lnTo>
                      <a:pt x="89" y="13"/>
                    </a:lnTo>
                    <a:lnTo>
                      <a:pt x="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34" name=""/>
              <p:cNvSpPr/>
              <p:nvPr/>
            </p:nvSpPr>
            <p:spPr>
              <a:xfrm rot="0">
                <a:off x="2946" y="1800"/>
                <a:ext cx="1" cy="7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35" name=""/>
              <p:cNvSpPr/>
              <p:nvPr/>
            </p:nvSpPr>
            <p:spPr>
              <a:xfrm rot="0">
                <a:off x="2946" y="18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36" name=""/>
              <p:cNvSpPr/>
              <p:nvPr/>
            </p:nvSpPr>
            <p:spPr>
              <a:xfrm rot="0">
                <a:off x="2946" y="1794"/>
                <a:ext cx="21" cy="16"/>
              </a:xfrm>
              <a:custGeom>
                <a:avLst/>
                <a:ahLst/>
                <a:rect l="0" t="0" r="r" b="b"/>
                <a:pathLst>
                  <a:path w="87" h="63">
                    <a:moveTo>
                      <a:pt x="7" y="0"/>
                    </a:moveTo>
                    <a:lnTo>
                      <a:pt x="4" y="26"/>
                    </a:lnTo>
                    <a:lnTo>
                      <a:pt x="0" y="53"/>
                    </a:lnTo>
                    <a:lnTo>
                      <a:pt x="81" y="63"/>
                    </a:lnTo>
                    <a:lnTo>
                      <a:pt x="84" y="37"/>
                    </a:lnTo>
                    <a:lnTo>
                      <a:pt x="87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37" name=""/>
              <p:cNvSpPr/>
              <p:nvPr/>
            </p:nvSpPr>
            <p:spPr>
              <a:xfrm rot="0">
                <a:off x="2946" y="1794"/>
                <a:ext cx="21" cy="16"/>
              </a:xfrm>
              <a:custGeom>
                <a:avLst/>
                <a:ahLst/>
                <a:rect l="0" t="0" r="r" b="b"/>
                <a:pathLst>
                  <a:path w="87" h="63">
                    <a:moveTo>
                      <a:pt x="7" y="0"/>
                    </a:moveTo>
                    <a:lnTo>
                      <a:pt x="4" y="26"/>
                    </a:lnTo>
                    <a:lnTo>
                      <a:pt x="0" y="53"/>
                    </a:lnTo>
                    <a:lnTo>
                      <a:pt x="81" y="63"/>
                    </a:lnTo>
                    <a:lnTo>
                      <a:pt x="84" y="37"/>
                    </a:lnTo>
                    <a:lnTo>
                      <a:pt x="87" y="11"/>
                    </a:lnTo>
                    <a:lnTo>
                      <a:pt x="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38" name=""/>
              <p:cNvSpPr/>
              <p:nvPr/>
            </p:nvSpPr>
            <p:spPr>
              <a:xfrm rot="0">
                <a:off x="2966" y="1803"/>
                <a:ext cx="1" cy="7"/>
              </a:xfrm>
              <a:custGeom>
                <a:avLst/>
                <a:ahLst/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0" y="26"/>
                    </a:lnTo>
                    <a:lnTo>
                      <a:pt x="1" y="2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39" name=""/>
              <p:cNvSpPr/>
              <p:nvPr/>
            </p:nvSpPr>
            <p:spPr>
              <a:xfrm rot="0">
                <a:off x="2966" y="1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40" name=""/>
              <p:cNvSpPr/>
              <p:nvPr/>
            </p:nvSpPr>
            <p:spPr>
              <a:xfrm rot="0">
                <a:off x="2966" y="1796"/>
                <a:ext cx="21" cy="15"/>
              </a:xfrm>
              <a:custGeom>
                <a:avLst/>
                <a:ahLst/>
                <a:rect l="0" t="0" r="r" b="b"/>
                <a:pathLst>
                  <a:path w="84" h="58">
                    <a:moveTo>
                      <a:pt x="4" y="0"/>
                    </a:moveTo>
                    <a:lnTo>
                      <a:pt x="2" y="26"/>
                    </a:lnTo>
                    <a:lnTo>
                      <a:pt x="0" y="52"/>
                    </a:lnTo>
                    <a:lnTo>
                      <a:pt x="80" y="58"/>
                    </a:lnTo>
                    <a:lnTo>
                      <a:pt x="82" y="31"/>
                    </a:lnTo>
                    <a:lnTo>
                      <a:pt x="84" y="5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41" name=""/>
              <p:cNvSpPr/>
              <p:nvPr/>
            </p:nvSpPr>
            <p:spPr>
              <a:xfrm rot="0">
                <a:off x="2966" y="1796"/>
                <a:ext cx="21" cy="15"/>
              </a:xfrm>
              <a:custGeom>
                <a:avLst/>
                <a:ahLst/>
                <a:rect l="0" t="0" r="r" b="b"/>
                <a:pathLst>
                  <a:path w="84" h="58">
                    <a:moveTo>
                      <a:pt x="4" y="0"/>
                    </a:moveTo>
                    <a:lnTo>
                      <a:pt x="2" y="26"/>
                    </a:lnTo>
                    <a:lnTo>
                      <a:pt x="0" y="52"/>
                    </a:lnTo>
                    <a:lnTo>
                      <a:pt x="80" y="58"/>
                    </a:lnTo>
                    <a:lnTo>
                      <a:pt x="82" y="31"/>
                    </a:lnTo>
                    <a:lnTo>
                      <a:pt x="84" y="5"/>
                    </a:lnTo>
                    <a:lnTo>
                      <a:pt x="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42" name=""/>
              <p:cNvSpPr/>
              <p:nvPr/>
            </p:nvSpPr>
            <p:spPr>
              <a:xfrm rot="0">
                <a:off x="2986" y="1804"/>
                <a:ext cx="1" cy="7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43" name=""/>
              <p:cNvSpPr/>
              <p:nvPr/>
            </p:nvSpPr>
            <p:spPr>
              <a:xfrm rot="0">
                <a:off x="2986" y="18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44" name=""/>
              <p:cNvSpPr/>
              <p:nvPr/>
            </p:nvSpPr>
            <p:spPr>
              <a:xfrm rot="0">
                <a:off x="2986" y="1798"/>
                <a:ext cx="21" cy="13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2" y="0"/>
                    </a:moveTo>
                    <a:lnTo>
                      <a:pt x="1" y="26"/>
                    </a:lnTo>
                    <a:lnTo>
                      <a:pt x="0" y="53"/>
                    </a:lnTo>
                    <a:lnTo>
                      <a:pt x="81" y="55"/>
                    </a:lnTo>
                    <a:lnTo>
                      <a:pt x="82" y="28"/>
                    </a:lnTo>
                    <a:lnTo>
                      <a:pt x="83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45" name=""/>
              <p:cNvSpPr/>
              <p:nvPr/>
            </p:nvSpPr>
            <p:spPr>
              <a:xfrm rot="0">
                <a:off x="2986" y="1798"/>
                <a:ext cx="21" cy="13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2" y="0"/>
                    </a:moveTo>
                    <a:lnTo>
                      <a:pt x="1" y="26"/>
                    </a:lnTo>
                    <a:lnTo>
                      <a:pt x="0" y="53"/>
                    </a:lnTo>
                    <a:lnTo>
                      <a:pt x="81" y="55"/>
                    </a:lnTo>
                    <a:lnTo>
                      <a:pt x="82" y="28"/>
                    </a:lnTo>
                    <a:lnTo>
                      <a:pt x="83" y="2"/>
                    </a:lnTo>
                    <a:lnTo>
                      <a:pt x="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46" name=""/>
              <p:cNvSpPr/>
              <p:nvPr/>
            </p:nvSpPr>
            <p:spPr>
              <a:xfrm rot="0">
                <a:off x="3007" y="1805"/>
                <a:ext cx="1" cy="6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1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47" name=""/>
              <p:cNvSpPr/>
              <p:nvPr/>
            </p:nvSpPr>
            <p:spPr>
              <a:xfrm rot="0">
                <a:off x="3007" y="18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48" name=""/>
              <p:cNvSpPr/>
              <p:nvPr/>
            </p:nvSpPr>
            <p:spPr>
              <a:xfrm rot="0">
                <a:off x="3007" y="1798"/>
                <a:ext cx="21" cy="13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0" y="2"/>
                    </a:moveTo>
                    <a:lnTo>
                      <a:pt x="1" y="28"/>
                    </a:lnTo>
                    <a:lnTo>
                      <a:pt x="2" y="55"/>
                    </a:lnTo>
                    <a:lnTo>
                      <a:pt x="83" y="53"/>
                    </a:lnTo>
                    <a:lnTo>
                      <a:pt x="82" y="26"/>
                    </a:lnTo>
                    <a:lnTo>
                      <a:pt x="8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</p:grpSp>
        <p:grpSp>
          <p:nvGrpSpPr>
            <p:cNvPr id="379" name=""/>
            <p:cNvGrpSpPr/>
            <p:nvPr/>
          </p:nvGrpSpPr>
          <p:grpSpPr>
            <a:xfrm rot="0">
              <a:off x="2847" y="951"/>
              <a:ext cx="523" cy="861"/>
              <a:chOff x="2847" y="951"/>
              <a:chExt cx="523" cy="861"/>
            </a:xfrm>
          </p:grpSpPr>
          <p:sp>
            <p:nvSpPr>
              <p:cNvPr id="1075849" name=""/>
              <p:cNvSpPr/>
              <p:nvPr/>
            </p:nvSpPr>
            <p:spPr>
              <a:xfrm rot="0">
                <a:off x="3007" y="1798"/>
                <a:ext cx="21" cy="13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0" y="2"/>
                    </a:moveTo>
                    <a:lnTo>
                      <a:pt x="1" y="28"/>
                    </a:lnTo>
                    <a:lnTo>
                      <a:pt x="2" y="55"/>
                    </a:lnTo>
                    <a:lnTo>
                      <a:pt x="83" y="53"/>
                    </a:lnTo>
                    <a:lnTo>
                      <a:pt x="82" y="26"/>
                    </a:lnTo>
                    <a:lnTo>
                      <a:pt x="81" y="0"/>
                    </a:lnTo>
                    <a:lnTo>
                      <a:pt x="0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50" name=""/>
              <p:cNvSpPr/>
              <p:nvPr/>
            </p:nvSpPr>
            <p:spPr>
              <a:xfrm rot="0">
                <a:off x="3027" y="1804"/>
                <a:ext cx="1" cy="7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0" y="0"/>
                    </a:moveTo>
                    <a:lnTo>
                      <a:pt x="1" y="27"/>
                    </a:lnTo>
                    <a:lnTo>
                      <a:pt x="2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51" name=""/>
              <p:cNvSpPr/>
              <p:nvPr/>
            </p:nvSpPr>
            <p:spPr>
              <a:xfrm rot="0">
                <a:off x="3028" y="18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52" name=""/>
              <p:cNvSpPr/>
              <p:nvPr/>
            </p:nvSpPr>
            <p:spPr>
              <a:xfrm rot="0">
                <a:off x="3027" y="1796"/>
                <a:ext cx="21" cy="15"/>
              </a:xfrm>
              <a:custGeom>
                <a:avLst/>
                <a:ahLst/>
                <a:rect l="0" t="0" r="r" b="b"/>
                <a:pathLst>
                  <a:path w="85" h="58">
                    <a:moveTo>
                      <a:pt x="0" y="5"/>
                    </a:moveTo>
                    <a:lnTo>
                      <a:pt x="2" y="31"/>
                    </a:lnTo>
                    <a:lnTo>
                      <a:pt x="4" y="58"/>
                    </a:lnTo>
                    <a:lnTo>
                      <a:pt x="85" y="52"/>
                    </a:lnTo>
                    <a:lnTo>
                      <a:pt x="82" y="26"/>
                    </a:lnTo>
                    <a:lnTo>
                      <a:pt x="80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53" name=""/>
              <p:cNvSpPr/>
              <p:nvPr/>
            </p:nvSpPr>
            <p:spPr>
              <a:xfrm rot="0">
                <a:off x="3027" y="1796"/>
                <a:ext cx="21" cy="15"/>
              </a:xfrm>
              <a:custGeom>
                <a:avLst/>
                <a:ahLst/>
                <a:rect l="0" t="0" r="r" b="b"/>
                <a:pathLst>
                  <a:path w="85" h="58">
                    <a:moveTo>
                      <a:pt x="0" y="5"/>
                    </a:moveTo>
                    <a:lnTo>
                      <a:pt x="2" y="31"/>
                    </a:lnTo>
                    <a:lnTo>
                      <a:pt x="4" y="58"/>
                    </a:lnTo>
                    <a:lnTo>
                      <a:pt x="85" y="52"/>
                    </a:lnTo>
                    <a:lnTo>
                      <a:pt x="82" y="26"/>
                    </a:lnTo>
                    <a:lnTo>
                      <a:pt x="80" y="0"/>
                    </a:lnTo>
                    <a:lnTo>
                      <a:pt x="0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54" name=""/>
              <p:cNvSpPr/>
              <p:nvPr/>
            </p:nvSpPr>
            <p:spPr>
              <a:xfrm rot="0">
                <a:off x="3047" y="1803"/>
                <a:ext cx="1" cy="7"/>
              </a:xfrm>
              <a:custGeom>
                <a:avLst/>
                <a:ahLst/>
                <a:rect l="0" t="0" r="r" b="b"/>
                <a:pathLst>
                  <a:path w="4" h="26">
                    <a:moveTo>
                      <a:pt x="0" y="0"/>
                    </a:moveTo>
                    <a:lnTo>
                      <a:pt x="3" y="26"/>
                    </a:lnTo>
                    <a:lnTo>
                      <a:pt x="4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55" name=""/>
              <p:cNvSpPr/>
              <p:nvPr/>
            </p:nvSpPr>
            <p:spPr>
              <a:xfrm rot="0">
                <a:off x="3048" y="1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56" name=""/>
              <p:cNvSpPr/>
              <p:nvPr/>
            </p:nvSpPr>
            <p:spPr>
              <a:xfrm rot="0">
                <a:off x="3047" y="1794"/>
                <a:ext cx="21" cy="16"/>
              </a:xfrm>
              <a:custGeom>
                <a:avLst/>
                <a:ahLst/>
                <a:rect l="0" t="0" r="r" b="b"/>
                <a:pathLst>
                  <a:path w="87" h="63">
                    <a:moveTo>
                      <a:pt x="0" y="11"/>
                    </a:moveTo>
                    <a:lnTo>
                      <a:pt x="3" y="37"/>
                    </a:lnTo>
                    <a:lnTo>
                      <a:pt x="7" y="63"/>
                    </a:lnTo>
                    <a:lnTo>
                      <a:pt x="87" y="53"/>
                    </a:lnTo>
                    <a:lnTo>
                      <a:pt x="84" y="26"/>
                    </a:lnTo>
                    <a:lnTo>
                      <a:pt x="80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57" name=""/>
              <p:cNvSpPr/>
              <p:nvPr/>
            </p:nvSpPr>
            <p:spPr>
              <a:xfrm rot="0">
                <a:off x="3047" y="1794"/>
                <a:ext cx="21" cy="16"/>
              </a:xfrm>
              <a:custGeom>
                <a:avLst/>
                <a:ahLst/>
                <a:rect l="0" t="0" r="r" b="b"/>
                <a:pathLst>
                  <a:path w="87" h="63">
                    <a:moveTo>
                      <a:pt x="0" y="11"/>
                    </a:moveTo>
                    <a:lnTo>
                      <a:pt x="3" y="37"/>
                    </a:lnTo>
                    <a:lnTo>
                      <a:pt x="7" y="63"/>
                    </a:lnTo>
                    <a:lnTo>
                      <a:pt x="87" y="53"/>
                    </a:lnTo>
                    <a:lnTo>
                      <a:pt x="84" y="26"/>
                    </a:lnTo>
                    <a:lnTo>
                      <a:pt x="80" y="0"/>
                    </a:lnTo>
                    <a:lnTo>
                      <a:pt x="0" y="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58" name=""/>
              <p:cNvSpPr/>
              <p:nvPr/>
            </p:nvSpPr>
            <p:spPr>
              <a:xfrm rot="0">
                <a:off x="3067" y="1800"/>
                <a:ext cx="1" cy="7"/>
              </a:xfrm>
              <a:custGeom>
                <a:avLst/>
                <a:ahLst/>
                <a:rect l="0" t="0" r="r" b="b"/>
                <a:pathLst>
                  <a:path w="4" h="27">
                    <a:moveTo>
                      <a:pt x="0" y="0"/>
                    </a:moveTo>
                    <a:lnTo>
                      <a:pt x="3" y="27"/>
                    </a:lnTo>
                    <a:lnTo>
                      <a:pt x="4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59" name=""/>
              <p:cNvSpPr/>
              <p:nvPr/>
            </p:nvSpPr>
            <p:spPr>
              <a:xfrm rot="0">
                <a:off x="3068" y="18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60" name=""/>
              <p:cNvSpPr/>
              <p:nvPr/>
            </p:nvSpPr>
            <p:spPr>
              <a:xfrm rot="0">
                <a:off x="3066" y="1791"/>
                <a:ext cx="22" cy="16"/>
              </a:xfrm>
              <a:custGeom>
                <a:avLst/>
                <a:ahLst/>
                <a:rect l="0" t="0" r="r" b="b"/>
                <a:pathLst>
                  <a:path w="88" h="66">
                    <a:moveTo>
                      <a:pt x="0" y="13"/>
                    </a:moveTo>
                    <a:lnTo>
                      <a:pt x="5" y="39"/>
                    </a:lnTo>
                    <a:lnTo>
                      <a:pt x="9" y="66"/>
                    </a:lnTo>
                    <a:lnTo>
                      <a:pt x="88" y="53"/>
                    </a:lnTo>
                    <a:lnTo>
                      <a:pt x="84" y="27"/>
                    </a:lnTo>
                    <a:lnTo>
                      <a:pt x="80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61" name=""/>
              <p:cNvSpPr/>
              <p:nvPr/>
            </p:nvSpPr>
            <p:spPr>
              <a:xfrm rot="0">
                <a:off x="3066" y="1791"/>
                <a:ext cx="22" cy="16"/>
              </a:xfrm>
              <a:custGeom>
                <a:avLst/>
                <a:ahLst/>
                <a:rect l="0" t="0" r="r" b="b"/>
                <a:pathLst>
                  <a:path w="88" h="66">
                    <a:moveTo>
                      <a:pt x="0" y="13"/>
                    </a:moveTo>
                    <a:lnTo>
                      <a:pt x="5" y="39"/>
                    </a:lnTo>
                    <a:lnTo>
                      <a:pt x="9" y="66"/>
                    </a:lnTo>
                    <a:lnTo>
                      <a:pt x="88" y="53"/>
                    </a:lnTo>
                    <a:lnTo>
                      <a:pt x="84" y="27"/>
                    </a:lnTo>
                    <a:lnTo>
                      <a:pt x="80" y="0"/>
                    </a:lnTo>
                    <a:lnTo>
                      <a:pt x="0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62" name=""/>
              <p:cNvSpPr/>
              <p:nvPr/>
            </p:nvSpPr>
            <p:spPr>
              <a:xfrm rot="0">
                <a:off x="3087" y="1797"/>
                <a:ext cx="2" cy="7"/>
              </a:xfrm>
              <a:custGeom>
                <a:avLst/>
                <a:ahLst/>
                <a:rect l="0" t="0" r="r" b="b"/>
                <a:pathLst>
                  <a:path w="6" h="26">
                    <a:moveTo>
                      <a:pt x="0" y="0"/>
                    </a:moveTo>
                    <a:lnTo>
                      <a:pt x="4" y="26"/>
                    </a:lnTo>
                    <a:lnTo>
                      <a:pt x="6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63" name=""/>
              <p:cNvSpPr/>
              <p:nvPr/>
            </p:nvSpPr>
            <p:spPr>
              <a:xfrm rot="0">
                <a:off x="3088" y="180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64" name=""/>
              <p:cNvSpPr/>
              <p:nvPr/>
            </p:nvSpPr>
            <p:spPr>
              <a:xfrm rot="0">
                <a:off x="3086" y="1786"/>
                <a:ext cx="23" cy="18"/>
              </a:xfrm>
              <a:custGeom>
                <a:avLst/>
                <a:ahLst/>
                <a:rect l="0" t="0" r="r" b="b"/>
                <a:pathLst>
                  <a:path w="92" h="70">
                    <a:moveTo>
                      <a:pt x="0" y="17"/>
                    </a:moveTo>
                    <a:lnTo>
                      <a:pt x="7" y="44"/>
                    </a:lnTo>
                    <a:lnTo>
                      <a:pt x="13" y="70"/>
                    </a:lnTo>
                    <a:lnTo>
                      <a:pt x="92" y="52"/>
                    </a:lnTo>
                    <a:lnTo>
                      <a:pt x="86" y="26"/>
                    </a:lnTo>
                    <a:lnTo>
                      <a:pt x="80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65" name=""/>
              <p:cNvSpPr/>
              <p:nvPr/>
            </p:nvSpPr>
            <p:spPr>
              <a:xfrm rot="0">
                <a:off x="3086" y="1786"/>
                <a:ext cx="23" cy="18"/>
              </a:xfrm>
              <a:custGeom>
                <a:avLst/>
                <a:ahLst/>
                <a:rect l="0" t="0" r="r" b="b"/>
                <a:pathLst>
                  <a:path w="92" h="70">
                    <a:moveTo>
                      <a:pt x="0" y="17"/>
                    </a:moveTo>
                    <a:lnTo>
                      <a:pt x="7" y="44"/>
                    </a:lnTo>
                    <a:lnTo>
                      <a:pt x="13" y="70"/>
                    </a:lnTo>
                    <a:lnTo>
                      <a:pt x="92" y="52"/>
                    </a:lnTo>
                    <a:lnTo>
                      <a:pt x="86" y="26"/>
                    </a:lnTo>
                    <a:lnTo>
                      <a:pt x="80" y="0"/>
                    </a:lnTo>
                    <a:lnTo>
                      <a:pt x="0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66" name=""/>
              <p:cNvSpPr/>
              <p:nvPr/>
            </p:nvSpPr>
            <p:spPr>
              <a:xfrm rot="0">
                <a:off x="3107" y="1793"/>
                <a:ext cx="2" cy="6"/>
              </a:xfrm>
              <a:custGeom>
                <a:avLst/>
                <a:ahLst/>
                <a:rect l="0" t="0" r="r" b="b"/>
                <a:pathLst>
                  <a:path w="7" h="26">
                    <a:moveTo>
                      <a:pt x="0" y="0"/>
                    </a:moveTo>
                    <a:lnTo>
                      <a:pt x="6" y="26"/>
                    </a:lnTo>
                    <a:lnTo>
                      <a:pt x="7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67" name=""/>
              <p:cNvSpPr/>
              <p:nvPr/>
            </p:nvSpPr>
            <p:spPr>
              <a:xfrm rot="0">
                <a:off x="3109" y="17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68" name=""/>
              <p:cNvSpPr/>
              <p:nvPr/>
            </p:nvSpPr>
            <p:spPr>
              <a:xfrm rot="0">
                <a:off x="3105" y="1781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0" y="22"/>
                    </a:moveTo>
                    <a:lnTo>
                      <a:pt x="8" y="48"/>
                    </a:lnTo>
                    <a:lnTo>
                      <a:pt x="15" y="74"/>
                    </a:lnTo>
                    <a:lnTo>
                      <a:pt x="93" y="53"/>
                    </a:lnTo>
                    <a:lnTo>
                      <a:pt x="86" y="27"/>
                    </a:lnTo>
                    <a:lnTo>
                      <a:pt x="79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69" name=""/>
              <p:cNvSpPr/>
              <p:nvPr/>
            </p:nvSpPr>
            <p:spPr>
              <a:xfrm rot="0">
                <a:off x="3105" y="1781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0" y="22"/>
                    </a:moveTo>
                    <a:lnTo>
                      <a:pt x="8" y="48"/>
                    </a:lnTo>
                    <a:lnTo>
                      <a:pt x="15" y="74"/>
                    </a:lnTo>
                    <a:lnTo>
                      <a:pt x="93" y="53"/>
                    </a:lnTo>
                    <a:lnTo>
                      <a:pt x="86" y="27"/>
                    </a:lnTo>
                    <a:lnTo>
                      <a:pt x="79" y="0"/>
                    </a:lnTo>
                    <a:lnTo>
                      <a:pt x="0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70" name=""/>
              <p:cNvSpPr/>
              <p:nvPr/>
            </p:nvSpPr>
            <p:spPr>
              <a:xfrm rot="0">
                <a:off x="3126" y="1787"/>
                <a:ext cx="3" cy="7"/>
              </a:xfrm>
              <a:custGeom>
                <a:avLst/>
                <a:ahLst/>
                <a:rect l="0" t="0" r="r" b="b"/>
                <a:pathLst>
                  <a:path w="8" h="26">
                    <a:moveTo>
                      <a:pt x="0" y="0"/>
                    </a:moveTo>
                    <a:lnTo>
                      <a:pt x="7" y="26"/>
                    </a:lnTo>
                    <a:lnTo>
                      <a:pt x="8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71" name=""/>
              <p:cNvSpPr/>
              <p:nvPr/>
            </p:nvSpPr>
            <p:spPr>
              <a:xfrm rot="0" flipV="1">
                <a:off x="3128" y="17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72" name=""/>
              <p:cNvSpPr/>
              <p:nvPr/>
            </p:nvSpPr>
            <p:spPr>
              <a:xfrm rot="0">
                <a:off x="3124" y="1775"/>
                <a:ext cx="24" cy="19"/>
              </a:xfrm>
              <a:custGeom>
                <a:avLst/>
                <a:ahLst/>
                <a:rect l="0" t="0" r="r" b="b"/>
                <a:pathLst>
                  <a:path w="94" h="75">
                    <a:moveTo>
                      <a:pt x="0" y="25"/>
                    </a:moveTo>
                    <a:lnTo>
                      <a:pt x="9" y="50"/>
                    </a:lnTo>
                    <a:lnTo>
                      <a:pt x="17" y="75"/>
                    </a:lnTo>
                    <a:lnTo>
                      <a:pt x="94" y="51"/>
                    </a:lnTo>
                    <a:lnTo>
                      <a:pt x="86" y="26"/>
                    </a:lnTo>
                    <a:lnTo>
                      <a:pt x="77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73" name=""/>
              <p:cNvSpPr/>
              <p:nvPr/>
            </p:nvSpPr>
            <p:spPr>
              <a:xfrm rot="0">
                <a:off x="3124" y="1775"/>
                <a:ext cx="24" cy="19"/>
              </a:xfrm>
              <a:custGeom>
                <a:avLst/>
                <a:ahLst/>
                <a:rect l="0" t="0" r="r" b="b"/>
                <a:pathLst>
                  <a:path w="94" h="75">
                    <a:moveTo>
                      <a:pt x="0" y="25"/>
                    </a:moveTo>
                    <a:lnTo>
                      <a:pt x="9" y="50"/>
                    </a:lnTo>
                    <a:lnTo>
                      <a:pt x="17" y="75"/>
                    </a:lnTo>
                    <a:lnTo>
                      <a:pt x="94" y="51"/>
                    </a:lnTo>
                    <a:lnTo>
                      <a:pt x="86" y="26"/>
                    </a:lnTo>
                    <a:lnTo>
                      <a:pt x="77" y="0"/>
                    </a:lnTo>
                    <a:lnTo>
                      <a:pt x="0" y="2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74" name=""/>
              <p:cNvSpPr/>
              <p:nvPr/>
            </p:nvSpPr>
            <p:spPr>
              <a:xfrm rot="0">
                <a:off x="3146" y="1781"/>
                <a:ext cx="2" cy="7"/>
              </a:xfrm>
              <a:custGeom>
                <a:avLst/>
                <a:ahLst/>
                <a:rect l="0" t="0" r="r" b="b"/>
                <a:pathLst>
                  <a:path w="9" h="25">
                    <a:moveTo>
                      <a:pt x="0" y="0"/>
                    </a:moveTo>
                    <a:lnTo>
                      <a:pt x="8" y="25"/>
                    </a:lnTo>
                    <a:lnTo>
                      <a:pt x="9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75" name=""/>
              <p:cNvSpPr/>
              <p:nvPr/>
            </p:nvSpPr>
            <p:spPr>
              <a:xfrm rot="0">
                <a:off x="3148" y="17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76" name=""/>
              <p:cNvSpPr/>
              <p:nvPr/>
            </p:nvSpPr>
            <p:spPr>
              <a:xfrm rot="0">
                <a:off x="3143" y="1768"/>
                <a:ext cx="24" cy="20"/>
              </a:xfrm>
              <a:custGeom>
                <a:avLst/>
                <a:ahLst/>
                <a:rect l="0" t="0" r="r" b="b"/>
                <a:pathLst>
                  <a:path w="95" h="79">
                    <a:moveTo>
                      <a:pt x="0" y="28"/>
                    </a:moveTo>
                    <a:lnTo>
                      <a:pt x="10" y="54"/>
                    </a:lnTo>
                    <a:lnTo>
                      <a:pt x="19" y="79"/>
                    </a:lnTo>
                    <a:lnTo>
                      <a:pt x="95" y="50"/>
                    </a:lnTo>
                    <a:lnTo>
                      <a:pt x="86" y="25"/>
                    </a:lnTo>
                    <a:lnTo>
                      <a:pt x="76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77" name=""/>
              <p:cNvSpPr/>
              <p:nvPr/>
            </p:nvSpPr>
            <p:spPr>
              <a:xfrm rot="0">
                <a:off x="3143" y="1768"/>
                <a:ext cx="24" cy="20"/>
              </a:xfrm>
              <a:custGeom>
                <a:avLst/>
                <a:ahLst/>
                <a:rect l="0" t="0" r="r" b="b"/>
                <a:pathLst>
                  <a:path w="95" h="79">
                    <a:moveTo>
                      <a:pt x="0" y="28"/>
                    </a:moveTo>
                    <a:lnTo>
                      <a:pt x="10" y="54"/>
                    </a:lnTo>
                    <a:lnTo>
                      <a:pt x="19" y="79"/>
                    </a:lnTo>
                    <a:lnTo>
                      <a:pt x="95" y="50"/>
                    </a:lnTo>
                    <a:lnTo>
                      <a:pt x="86" y="25"/>
                    </a:lnTo>
                    <a:lnTo>
                      <a:pt x="76" y="0"/>
                    </a:lnTo>
                    <a:lnTo>
                      <a:pt x="0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78" name=""/>
              <p:cNvSpPr/>
              <p:nvPr/>
            </p:nvSpPr>
            <p:spPr>
              <a:xfrm rot="0">
                <a:off x="3165" y="1774"/>
                <a:ext cx="2" cy="7"/>
              </a:xfrm>
              <a:custGeom>
                <a:avLst/>
                <a:ahLst/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9" y="25"/>
                    </a:lnTo>
                    <a:lnTo>
                      <a:pt x="10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79" name=""/>
              <p:cNvSpPr/>
              <p:nvPr/>
            </p:nvSpPr>
            <p:spPr>
              <a:xfrm rot="0" flipV="1">
                <a:off x="3167" y="17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80" name=""/>
              <p:cNvSpPr/>
              <p:nvPr/>
            </p:nvSpPr>
            <p:spPr>
              <a:xfrm rot="0">
                <a:off x="3162" y="1760"/>
                <a:ext cx="24" cy="20"/>
              </a:xfrm>
              <a:custGeom>
                <a:avLst/>
                <a:ahLst/>
                <a:rect l="0" t="0" r="r" b="b"/>
                <a:pathLst>
                  <a:path w="95" h="80">
                    <a:moveTo>
                      <a:pt x="0" y="32"/>
                    </a:moveTo>
                    <a:lnTo>
                      <a:pt x="11" y="56"/>
                    </a:lnTo>
                    <a:lnTo>
                      <a:pt x="21" y="80"/>
                    </a:lnTo>
                    <a:lnTo>
                      <a:pt x="95" y="49"/>
                    </a:lnTo>
                    <a:lnTo>
                      <a:pt x="85" y="24"/>
                    </a:lnTo>
                    <a:lnTo>
                      <a:pt x="74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81" name=""/>
              <p:cNvSpPr/>
              <p:nvPr/>
            </p:nvSpPr>
            <p:spPr>
              <a:xfrm rot="0">
                <a:off x="3162" y="1760"/>
                <a:ext cx="24" cy="20"/>
              </a:xfrm>
              <a:custGeom>
                <a:avLst/>
                <a:ahLst/>
                <a:rect l="0" t="0" r="r" b="b"/>
                <a:pathLst>
                  <a:path w="95" h="80">
                    <a:moveTo>
                      <a:pt x="0" y="32"/>
                    </a:moveTo>
                    <a:lnTo>
                      <a:pt x="11" y="56"/>
                    </a:lnTo>
                    <a:lnTo>
                      <a:pt x="21" y="80"/>
                    </a:lnTo>
                    <a:lnTo>
                      <a:pt x="95" y="49"/>
                    </a:lnTo>
                    <a:lnTo>
                      <a:pt x="85" y="24"/>
                    </a:lnTo>
                    <a:lnTo>
                      <a:pt x="74" y="0"/>
                    </a:lnTo>
                    <a:lnTo>
                      <a:pt x="0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82" name=""/>
              <p:cNvSpPr/>
              <p:nvPr/>
            </p:nvSpPr>
            <p:spPr>
              <a:xfrm rot="0">
                <a:off x="3183" y="1766"/>
                <a:ext cx="3" cy="6"/>
              </a:xfrm>
              <a:custGeom>
                <a:avLst/>
                <a:ahLst/>
                <a:rect l="0" t="0" r="r" b="b"/>
                <a:pathLst>
                  <a:path w="11" h="25">
                    <a:moveTo>
                      <a:pt x="0" y="0"/>
                    </a:moveTo>
                    <a:lnTo>
                      <a:pt x="10" y="25"/>
                    </a:lnTo>
                    <a:lnTo>
                      <a:pt x="11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83" name=""/>
              <p:cNvSpPr/>
              <p:nvPr/>
            </p:nvSpPr>
            <p:spPr>
              <a:xfrm rot="0">
                <a:off x="3186" y="17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84" name=""/>
              <p:cNvSpPr/>
              <p:nvPr/>
            </p:nvSpPr>
            <p:spPr>
              <a:xfrm rot="0">
                <a:off x="3180" y="1751"/>
                <a:ext cx="24" cy="21"/>
              </a:xfrm>
              <a:custGeom>
                <a:avLst/>
                <a:ahLst/>
                <a:rect l="0" t="0" r="r" b="b"/>
                <a:pathLst>
                  <a:path w="96" h="85">
                    <a:moveTo>
                      <a:pt x="0" y="36"/>
                    </a:moveTo>
                    <a:lnTo>
                      <a:pt x="12" y="60"/>
                    </a:lnTo>
                    <a:lnTo>
                      <a:pt x="23" y="85"/>
                    </a:lnTo>
                    <a:lnTo>
                      <a:pt x="96" y="49"/>
                    </a:lnTo>
                    <a:lnTo>
                      <a:pt x="84" y="25"/>
                    </a:lnTo>
                    <a:lnTo>
                      <a:pt x="73" y="0"/>
                    </a:lnTo>
                    <a:lnTo>
                      <a:pt x="0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85" name=""/>
              <p:cNvSpPr/>
              <p:nvPr/>
            </p:nvSpPr>
            <p:spPr>
              <a:xfrm rot="0">
                <a:off x="3180" y="1751"/>
                <a:ext cx="24" cy="21"/>
              </a:xfrm>
              <a:custGeom>
                <a:avLst/>
                <a:ahLst/>
                <a:rect l="0" t="0" r="r" b="b"/>
                <a:pathLst>
                  <a:path w="96" h="85">
                    <a:moveTo>
                      <a:pt x="0" y="36"/>
                    </a:moveTo>
                    <a:lnTo>
                      <a:pt x="12" y="60"/>
                    </a:lnTo>
                    <a:lnTo>
                      <a:pt x="23" y="85"/>
                    </a:lnTo>
                    <a:lnTo>
                      <a:pt x="96" y="49"/>
                    </a:lnTo>
                    <a:lnTo>
                      <a:pt x="84" y="25"/>
                    </a:lnTo>
                    <a:lnTo>
                      <a:pt x="73" y="0"/>
                    </a:lnTo>
                    <a:lnTo>
                      <a:pt x="0" y="3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86" name=""/>
              <p:cNvSpPr/>
              <p:nvPr/>
            </p:nvSpPr>
            <p:spPr>
              <a:xfrm rot="0">
                <a:off x="3201" y="1757"/>
                <a:ext cx="4" cy="6"/>
              </a:xfrm>
              <a:custGeom>
                <a:avLst/>
                <a:ahLst/>
                <a:rect l="0" t="0" r="r" b="b"/>
                <a:pathLst>
                  <a:path w="13" h="24">
                    <a:moveTo>
                      <a:pt x="0" y="0"/>
                    </a:moveTo>
                    <a:lnTo>
                      <a:pt x="12" y="24"/>
                    </a:lnTo>
                    <a:lnTo>
                      <a:pt x="13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87" name=""/>
              <p:cNvSpPr/>
              <p:nvPr/>
            </p:nvSpPr>
            <p:spPr>
              <a:xfrm rot="0" flipV="1">
                <a:off x="3204" y="17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88" name=""/>
              <p:cNvSpPr/>
              <p:nvPr/>
            </p:nvSpPr>
            <p:spPr>
              <a:xfrm rot="0">
                <a:off x="3198" y="1742"/>
                <a:ext cx="24" cy="21"/>
              </a:xfrm>
              <a:custGeom>
                <a:avLst/>
                <a:ahLst/>
                <a:rect l="0" t="0" r="r" b="b"/>
                <a:pathLst>
                  <a:path w="96" h="86">
                    <a:moveTo>
                      <a:pt x="0" y="39"/>
                    </a:moveTo>
                    <a:lnTo>
                      <a:pt x="12" y="63"/>
                    </a:lnTo>
                    <a:lnTo>
                      <a:pt x="25" y="86"/>
                    </a:lnTo>
                    <a:lnTo>
                      <a:pt x="96" y="47"/>
                    </a:lnTo>
                    <a:lnTo>
                      <a:pt x="83" y="24"/>
                    </a:lnTo>
                    <a:lnTo>
                      <a:pt x="70" y="0"/>
                    </a:lnTo>
                    <a:lnTo>
                      <a:pt x="0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89" name=""/>
              <p:cNvSpPr/>
              <p:nvPr/>
            </p:nvSpPr>
            <p:spPr>
              <a:xfrm rot="0">
                <a:off x="3198" y="1742"/>
                <a:ext cx="24" cy="21"/>
              </a:xfrm>
              <a:custGeom>
                <a:avLst/>
                <a:ahLst/>
                <a:rect l="0" t="0" r="r" b="b"/>
                <a:pathLst>
                  <a:path w="96" h="86">
                    <a:moveTo>
                      <a:pt x="0" y="39"/>
                    </a:moveTo>
                    <a:lnTo>
                      <a:pt x="12" y="63"/>
                    </a:lnTo>
                    <a:lnTo>
                      <a:pt x="25" y="86"/>
                    </a:lnTo>
                    <a:lnTo>
                      <a:pt x="96" y="47"/>
                    </a:lnTo>
                    <a:lnTo>
                      <a:pt x="83" y="24"/>
                    </a:lnTo>
                    <a:lnTo>
                      <a:pt x="70" y="0"/>
                    </a:lnTo>
                    <a:lnTo>
                      <a:pt x="0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90" name=""/>
              <p:cNvSpPr/>
              <p:nvPr/>
            </p:nvSpPr>
            <p:spPr>
              <a:xfrm rot="0">
                <a:off x="3219" y="1748"/>
                <a:ext cx="3" cy="5"/>
              </a:xfrm>
              <a:custGeom>
                <a:avLst/>
                <a:ahLst/>
                <a:rect l="0" t="0" r="r" b="b"/>
                <a:pathLst>
                  <a:path w="14" h="23">
                    <a:moveTo>
                      <a:pt x="0" y="0"/>
                    </a:moveTo>
                    <a:lnTo>
                      <a:pt x="13" y="23"/>
                    </a:lnTo>
                    <a:lnTo>
                      <a:pt x="14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91" name=""/>
              <p:cNvSpPr/>
              <p:nvPr/>
            </p:nvSpPr>
            <p:spPr>
              <a:xfrm rot="0">
                <a:off x="3222" y="17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92" name=""/>
              <p:cNvSpPr/>
              <p:nvPr/>
            </p:nvSpPr>
            <p:spPr>
              <a:xfrm rot="0">
                <a:off x="3216" y="1732"/>
                <a:ext cx="24" cy="21"/>
              </a:xfrm>
              <a:custGeom>
                <a:avLst/>
                <a:ahLst/>
                <a:rect l="0" t="0" r="r" b="b"/>
                <a:pathLst>
                  <a:path w="97" h="88">
                    <a:moveTo>
                      <a:pt x="0" y="41"/>
                    </a:moveTo>
                    <a:lnTo>
                      <a:pt x="14" y="65"/>
                    </a:lnTo>
                    <a:lnTo>
                      <a:pt x="28" y="88"/>
                    </a:lnTo>
                    <a:lnTo>
                      <a:pt x="97" y="47"/>
                    </a:lnTo>
                    <a:lnTo>
                      <a:pt x="84" y="23"/>
                    </a:lnTo>
                    <a:lnTo>
                      <a:pt x="70" y="0"/>
                    </a:lnTo>
                    <a:lnTo>
                      <a:pt x="0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93" name=""/>
              <p:cNvSpPr/>
              <p:nvPr/>
            </p:nvSpPr>
            <p:spPr>
              <a:xfrm rot="0">
                <a:off x="3216" y="1732"/>
                <a:ext cx="24" cy="21"/>
              </a:xfrm>
              <a:custGeom>
                <a:avLst/>
                <a:ahLst/>
                <a:rect l="0" t="0" r="r" b="b"/>
                <a:pathLst>
                  <a:path w="97" h="88">
                    <a:moveTo>
                      <a:pt x="0" y="41"/>
                    </a:moveTo>
                    <a:lnTo>
                      <a:pt x="14" y="65"/>
                    </a:lnTo>
                    <a:lnTo>
                      <a:pt x="28" y="88"/>
                    </a:lnTo>
                    <a:lnTo>
                      <a:pt x="97" y="47"/>
                    </a:lnTo>
                    <a:lnTo>
                      <a:pt x="84" y="23"/>
                    </a:lnTo>
                    <a:lnTo>
                      <a:pt x="70" y="0"/>
                    </a:lnTo>
                    <a:lnTo>
                      <a:pt x="0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94" name=""/>
              <p:cNvSpPr/>
              <p:nvPr/>
            </p:nvSpPr>
            <p:spPr>
              <a:xfrm rot="0">
                <a:off x="3236" y="1737"/>
                <a:ext cx="4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0" y="0"/>
                    </a:moveTo>
                    <a:lnTo>
                      <a:pt x="13" y="24"/>
                    </a:lnTo>
                    <a:lnTo>
                      <a:pt x="16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95" name=""/>
              <p:cNvSpPr/>
              <p:nvPr/>
            </p:nvSpPr>
            <p:spPr>
              <a:xfrm rot="0" flipV="1">
                <a:off x="3240" y="174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96" name=""/>
              <p:cNvSpPr/>
              <p:nvPr/>
            </p:nvSpPr>
            <p:spPr>
              <a:xfrm rot="0">
                <a:off x="3232" y="1720"/>
                <a:ext cx="25" cy="23"/>
              </a:xfrm>
              <a:custGeom>
                <a:avLst/>
                <a:ahLst/>
                <a:rect l="0" t="0" r="r" b="b"/>
                <a:pathLst>
                  <a:path w="98" h="91">
                    <a:moveTo>
                      <a:pt x="0" y="46"/>
                    </a:moveTo>
                    <a:lnTo>
                      <a:pt x="16" y="68"/>
                    </a:lnTo>
                    <a:lnTo>
                      <a:pt x="32" y="91"/>
                    </a:lnTo>
                    <a:lnTo>
                      <a:pt x="98" y="44"/>
                    </a:lnTo>
                    <a:lnTo>
                      <a:pt x="82" y="22"/>
                    </a:lnTo>
                    <a:lnTo>
                      <a:pt x="66" y="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97" name=""/>
              <p:cNvSpPr/>
              <p:nvPr/>
            </p:nvSpPr>
            <p:spPr>
              <a:xfrm rot="0">
                <a:off x="3232" y="1720"/>
                <a:ext cx="25" cy="23"/>
              </a:xfrm>
              <a:custGeom>
                <a:avLst/>
                <a:ahLst/>
                <a:rect l="0" t="0" r="r" b="b"/>
                <a:pathLst>
                  <a:path w="98" h="91">
                    <a:moveTo>
                      <a:pt x="0" y="46"/>
                    </a:moveTo>
                    <a:lnTo>
                      <a:pt x="16" y="68"/>
                    </a:lnTo>
                    <a:lnTo>
                      <a:pt x="32" y="91"/>
                    </a:lnTo>
                    <a:lnTo>
                      <a:pt x="98" y="44"/>
                    </a:lnTo>
                    <a:lnTo>
                      <a:pt x="82" y="22"/>
                    </a:lnTo>
                    <a:lnTo>
                      <a:pt x="66" y="0"/>
                    </a:lnTo>
                    <a:lnTo>
                      <a:pt x="0" y="4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898" name=""/>
              <p:cNvSpPr/>
              <p:nvPr/>
            </p:nvSpPr>
            <p:spPr>
              <a:xfrm rot="0">
                <a:off x="3253" y="1726"/>
                <a:ext cx="4" cy="5"/>
              </a:xfrm>
              <a:custGeom>
                <a:avLst/>
                <a:ahLst/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16" y="22"/>
                    </a:lnTo>
                    <a:lnTo>
                      <a:pt x="16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899" name=""/>
              <p:cNvSpPr/>
              <p:nvPr/>
            </p:nvSpPr>
            <p:spPr>
              <a:xfrm rot="0" flipV="1">
                <a:off x="3257" y="17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00" name=""/>
              <p:cNvSpPr/>
              <p:nvPr/>
            </p:nvSpPr>
            <p:spPr>
              <a:xfrm rot="0">
                <a:off x="3249" y="1708"/>
                <a:ext cx="24" cy="23"/>
              </a:xfrm>
              <a:custGeom>
                <a:avLst/>
                <a:ahLst/>
                <a:rect l="0" t="0" r="r" b="b"/>
                <a:pathLst>
                  <a:path w="96" h="91">
                    <a:moveTo>
                      <a:pt x="0" y="49"/>
                    </a:moveTo>
                    <a:lnTo>
                      <a:pt x="16" y="70"/>
                    </a:lnTo>
                    <a:lnTo>
                      <a:pt x="32" y="91"/>
                    </a:lnTo>
                    <a:lnTo>
                      <a:pt x="96" y="43"/>
                    </a:lnTo>
                    <a:lnTo>
                      <a:pt x="80" y="22"/>
                    </a:lnTo>
                    <a:lnTo>
                      <a:pt x="65" y="0"/>
                    </a:lnTo>
                    <a:lnTo>
                      <a:pt x="0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01" name=""/>
              <p:cNvSpPr/>
              <p:nvPr/>
            </p:nvSpPr>
            <p:spPr>
              <a:xfrm rot="0">
                <a:off x="3249" y="1708"/>
                <a:ext cx="24" cy="23"/>
              </a:xfrm>
              <a:custGeom>
                <a:avLst/>
                <a:ahLst/>
                <a:rect l="0" t="0" r="r" b="b"/>
                <a:pathLst>
                  <a:path w="96" h="91">
                    <a:moveTo>
                      <a:pt x="0" y="49"/>
                    </a:moveTo>
                    <a:lnTo>
                      <a:pt x="16" y="70"/>
                    </a:lnTo>
                    <a:lnTo>
                      <a:pt x="32" y="91"/>
                    </a:lnTo>
                    <a:lnTo>
                      <a:pt x="96" y="43"/>
                    </a:lnTo>
                    <a:lnTo>
                      <a:pt x="80" y="22"/>
                    </a:lnTo>
                    <a:lnTo>
                      <a:pt x="65" y="0"/>
                    </a:lnTo>
                    <a:lnTo>
                      <a:pt x="0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02" name=""/>
              <p:cNvSpPr/>
              <p:nvPr/>
            </p:nvSpPr>
            <p:spPr>
              <a:xfrm rot="0">
                <a:off x="3269" y="1714"/>
                <a:ext cx="4" cy="5"/>
              </a:xfrm>
              <a:custGeom>
                <a:avLst/>
                <a:ahLst/>
                <a:rect l="0" t="0" r="r" b="b"/>
                <a:pathLst>
                  <a:path w="17" h="21">
                    <a:moveTo>
                      <a:pt x="0" y="0"/>
                    </a:moveTo>
                    <a:lnTo>
                      <a:pt x="16" y="21"/>
                    </a:lnTo>
                    <a:lnTo>
                      <a:pt x="17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03" name=""/>
              <p:cNvSpPr/>
              <p:nvPr/>
            </p:nvSpPr>
            <p:spPr>
              <a:xfrm rot="0">
                <a:off x="3273" y="17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04" name=""/>
              <p:cNvSpPr/>
              <p:nvPr/>
            </p:nvSpPr>
            <p:spPr>
              <a:xfrm rot="0">
                <a:off x="3265" y="1695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0" y="51"/>
                    </a:moveTo>
                    <a:lnTo>
                      <a:pt x="16" y="73"/>
                    </a:lnTo>
                    <a:lnTo>
                      <a:pt x="33" y="94"/>
                    </a:lnTo>
                    <a:lnTo>
                      <a:pt x="96" y="42"/>
                    </a:lnTo>
                    <a:lnTo>
                      <a:pt x="79" y="21"/>
                    </a:lnTo>
                    <a:lnTo>
                      <a:pt x="62" y="0"/>
                    </a:lnTo>
                    <a:lnTo>
                      <a:pt x="0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05" name=""/>
              <p:cNvSpPr/>
              <p:nvPr/>
            </p:nvSpPr>
            <p:spPr>
              <a:xfrm rot="0">
                <a:off x="3265" y="1695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0" y="51"/>
                    </a:moveTo>
                    <a:lnTo>
                      <a:pt x="16" y="73"/>
                    </a:lnTo>
                    <a:lnTo>
                      <a:pt x="33" y="94"/>
                    </a:lnTo>
                    <a:lnTo>
                      <a:pt x="96" y="42"/>
                    </a:lnTo>
                    <a:lnTo>
                      <a:pt x="79" y="21"/>
                    </a:lnTo>
                    <a:lnTo>
                      <a:pt x="62" y="0"/>
                    </a:lnTo>
                    <a:lnTo>
                      <a:pt x="0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06" name=""/>
              <p:cNvSpPr/>
              <p:nvPr/>
            </p:nvSpPr>
            <p:spPr>
              <a:xfrm rot="0">
                <a:off x="3285" y="1701"/>
                <a:ext cx="4" cy="5"/>
              </a:xfrm>
              <a:custGeom>
                <a:avLst/>
                <a:ahLst/>
                <a:rect l="0" t="0" r="r" b="b"/>
                <a:pathLst>
                  <a:path w="18" h="21">
                    <a:moveTo>
                      <a:pt x="0" y="0"/>
                    </a:moveTo>
                    <a:lnTo>
                      <a:pt x="17" y="21"/>
                    </a:lnTo>
                    <a:lnTo>
                      <a:pt x="18" y="2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07" name=""/>
              <p:cNvSpPr/>
              <p:nvPr/>
            </p:nvSpPr>
            <p:spPr>
              <a:xfrm rot="0" flipV="1">
                <a:off x="3289" y="17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08" name=""/>
              <p:cNvSpPr/>
              <p:nvPr/>
            </p:nvSpPr>
            <p:spPr>
              <a:xfrm rot="0">
                <a:off x="3280" y="1682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0" y="54"/>
                    </a:moveTo>
                    <a:lnTo>
                      <a:pt x="18" y="74"/>
                    </a:lnTo>
                    <a:lnTo>
                      <a:pt x="36" y="94"/>
                    </a:lnTo>
                    <a:lnTo>
                      <a:pt x="96" y="40"/>
                    </a:lnTo>
                    <a:lnTo>
                      <a:pt x="78" y="20"/>
                    </a:lnTo>
                    <a:lnTo>
                      <a:pt x="60" y="0"/>
                    </a:lnTo>
                    <a:lnTo>
                      <a:pt x="0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09" name=""/>
              <p:cNvSpPr/>
              <p:nvPr/>
            </p:nvSpPr>
            <p:spPr>
              <a:xfrm rot="0">
                <a:off x="3280" y="1682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0" y="54"/>
                    </a:moveTo>
                    <a:lnTo>
                      <a:pt x="18" y="74"/>
                    </a:lnTo>
                    <a:lnTo>
                      <a:pt x="36" y="94"/>
                    </a:lnTo>
                    <a:lnTo>
                      <a:pt x="96" y="40"/>
                    </a:lnTo>
                    <a:lnTo>
                      <a:pt x="78" y="20"/>
                    </a:lnTo>
                    <a:lnTo>
                      <a:pt x="60" y="0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10" name=""/>
              <p:cNvSpPr/>
              <p:nvPr/>
            </p:nvSpPr>
            <p:spPr>
              <a:xfrm rot="0">
                <a:off x="3300" y="1687"/>
                <a:ext cx="4" cy="5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18" y="20"/>
                    </a:lnTo>
                    <a:lnTo>
                      <a:pt x="19" y="1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11" name=""/>
              <p:cNvSpPr/>
              <p:nvPr/>
            </p:nvSpPr>
            <p:spPr>
              <a:xfrm rot="0" flipV="1">
                <a:off x="3304" y="16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12" name=""/>
              <p:cNvSpPr/>
              <p:nvPr/>
            </p:nvSpPr>
            <p:spPr>
              <a:xfrm rot="0">
                <a:off x="3295" y="1668"/>
                <a:ext cx="24" cy="24"/>
              </a:xfrm>
              <a:custGeom>
                <a:avLst/>
                <a:ahLst/>
                <a:rect l="0" t="0" r="r" b="b"/>
                <a:pathLst>
                  <a:path w="95" h="96">
                    <a:moveTo>
                      <a:pt x="0" y="58"/>
                    </a:moveTo>
                    <a:lnTo>
                      <a:pt x="19" y="77"/>
                    </a:lnTo>
                    <a:lnTo>
                      <a:pt x="38" y="96"/>
                    </a:lnTo>
                    <a:lnTo>
                      <a:pt x="95" y="38"/>
                    </a:lnTo>
                    <a:lnTo>
                      <a:pt x="76" y="19"/>
                    </a:lnTo>
                    <a:lnTo>
                      <a:pt x="57" y="0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13" name=""/>
              <p:cNvSpPr/>
              <p:nvPr/>
            </p:nvSpPr>
            <p:spPr>
              <a:xfrm rot="0">
                <a:off x="3295" y="1668"/>
                <a:ext cx="24" cy="24"/>
              </a:xfrm>
              <a:custGeom>
                <a:avLst/>
                <a:ahLst/>
                <a:rect l="0" t="0" r="r" b="b"/>
                <a:pathLst>
                  <a:path w="95" h="96">
                    <a:moveTo>
                      <a:pt x="0" y="58"/>
                    </a:moveTo>
                    <a:lnTo>
                      <a:pt x="19" y="77"/>
                    </a:lnTo>
                    <a:lnTo>
                      <a:pt x="38" y="96"/>
                    </a:lnTo>
                    <a:lnTo>
                      <a:pt x="95" y="38"/>
                    </a:lnTo>
                    <a:lnTo>
                      <a:pt x="76" y="19"/>
                    </a:lnTo>
                    <a:lnTo>
                      <a:pt x="57" y="0"/>
                    </a:lnTo>
                    <a:lnTo>
                      <a:pt x="0" y="5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14" name=""/>
              <p:cNvSpPr/>
              <p:nvPr/>
            </p:nvSpPr>
            <p:spPr>
              <a:xfrm rot="0">
                <a:off x="3314" y="1673"/>
                <a:ext cx="5" cy="5"/>
              </a:xfrm>
              <a:custGeom>
                <a:avLst/>
                <a:ahLst/>
                <a:rect l="0" t="0" r="r" b="b"/>
                <a:pathLst>
                  <a:path w="20" h="19">
                    <a:moveTo>
                      <a:pt x="0" y="0"/>
                    </a:moveTo>
                    <a:lnTo>
                      <a:pt x="19" y="19"/>
                    </a:lnTo>
                    <a:lnTo>
                      <a:pt x="20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15" name=""/>
              <p:cNvSpPr/>
              <p:nvPr/>
            </p:nvSpPr>
            <p:spPr>
              <a:xfrm rot="0" flipV="1">
                <a:off x="3319" y="16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16" name=""/>
              <p:cNvSpPr/>
              <p:nvPr/>
            </p:nvSpPr>
            <p:spPr>
              <a:xfrm rot="0">
                <a:off x="3309" y="1654"/>
                <a:ext cx="23" cy="23"/>
              </a:xfrm>
              <a:custGeom>
                <a:avLst/>
                <a:ahLst/>
                <a:rect l="0" t="0" r="r" b="b"/>
                <a:pathLst>
                  <a:path w="94" h="95">
                    <a:moveTo>
                      <a:pt x="0" y="59"/>
                    </a:moveTo>
                    <a:lnTo>
                      <a:pt x="20" y="77"/>
                    </a:lnTo>
                    <a:lnTo>
                      <a:pt x="40" y="95"/>
                    </a:lnTo>
                    <a:lnTo>
                      <a:pt x="94" y="36"/>
                    </a:lnTo>
                    <a:lnTo>
                      <a:pt x="74" y="18"/>
                    </a:lnTo>
                    <a:lnTo>
                      <a:pt x="54" y="0"/>
                    </a:lnTo>
                    <a:lnTo>
                      <a:pt x="0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17" name=""/>
              <p:cNvSpPr/>
              <p:nvPr/>
            </p:nvSpPr>
            <p:spPr>
              <a:xfrm rot="0">
                <a:off x="3309" y="1654"/>
                <a:ext cx="23" cy="23"/>
              </a:xfrm>
              <a:custGeom>
                <a:avLst/>
                <a:ahLst/>
                <a:rect l="0" t="0" r="r" b="b"/>
                <a:pathLst>
                  <a:path w="94" h="95">
                    <a:moveTo>
                      <a:pt x="0" y="59"/>
                    </a:moveTo>
                    <a:lnTo>
                      <a:pt x="20" y="77"/>
                    </a:lnTo>
                    <a:lnTo>
                      <a:pt x="40" y="95"/>
                    </a:lnTo>
                    <a:lnTo>
                      <a:pt x="94" y="36"/>
                    </a:lnTo>
                    <a:lnTo>
                      <a:pt x="74" y="18"/>
                    </a:lnTo>
                    <a:lnTo>
                      <a:pt x="54" y="0"/>
                    </a:lnTo>
                    <a:lnTo>
                      <a:pt x="0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18" name=""/>
              <p:cNvSpPr/>
              <p:nvPr/>
            </p:nvSpPr>
            <p:spPr>
              <a:xfrm rot="0">
                <a:off x="3327" y="1658"/>
                <a:ext cx="6" cy="4"/>
              </a:xfrm>
              <a:custGeom>
                <a:avLst/>
                <a:ahLst/>
                <a:rect l="0" t="0" r="r" b="b"/>
                <a:pathLst>
                  <a:path w="21" h="18">
                    <a:moveTo>
                      <a:pt x="0" y="0"/>
                    </a:moveTo>
                    <a:lnTo>
                      <a:pt x="20" y="18"/>
                    </a:lnTo>
                    <a:lnTo>
                      <a:pt x="21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19" name=""/>
              <p:cNvSpPr/>
              <p:nvPr/>
            </p:nvSpPr>
            <p:spPr>
              <a:xfrm rot="0" flipV="1">
                <a:off x="3332" y="16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20" name=""/>
              <p:cNvSpPr/>
              <p:nvPr/>
            </p:nvSpPr>
            <p:spPr>
              <a:xfrm rot="0">
                <a:off x="3322" y="1638"/>
                <a:ext cx="24" cy="24"/>
              </a:xfrm>
              <a:custGeom>
                <a:avLst/>
                <a:ahLst/>
                <a:rect l="0" t="0" r="r" b="b"/>
                <a:pathLst>
                  <a:path w="94" h="97">
                    <a:moveTo>
                      <a:pt x="0" y="63"/>
                    </a:moveTo>
                    <a:lnTo>
                      <a:pt x="22" y="80"/>
                    </a:lnTo>
                    <a:lnTo>
                      <a:pt x="43" y="97"/>
                    </a:lnTo>
                    <a:lnTo>
                      <a:pt x="94" y="34"/>
                    </a:lnTo>
                    <a:lnTo>
                      <a:pt x="73" y="17"/>
                    </a:lnTo>
                    <a:lnTo>
                      <a:pt x="52" y="0"/>
                    </a:lnTo>
                    <a:lnTo>
                      <a:pt x="0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21" name=""/>
              <p:cNvSpPr/>
              <p:nvPr/>
            </p:nvSpPr>
            <p:spPr>
              <a:xfrm rot="0">
                <a:off x="3322" y="1638"/>
                <a:ext cx="24" cy="24"/>
              </a:xfrm>
              <a:custGeom>
                <a:avLst/>
                <a:ahLst/>
                <a:rect l="0" t="0" r="r" b="b"/>
                <a:pathLst>
                  <a:path w="94" h="97">
                    <a:moveTo>
                      <a:pt x="0" y="63"/>
                    </a:moveTo>
                    <a:lnTo>
                      <a:pt x="22" y="80"/>
                    </a:lnTo>
                    <a:lnTo>
                      <a:pt x="43" y="97"/>
                    </a:lnTo>
                    <a:lnTo>
                      <a:pt x="94" y="34"/>
                    </a:lnTo>
                    <a:lnTo>
                      <a:pt x="73" y="17"/>
                    </a:lnTo>
                    <a:lnTo>
                      <a:pt x="52" y="0"/>
                    </a:lnTo>
                    <a:lnTo>
                      <a:pt x="0" y="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22" name=""/>
              <p:cNvSpPr/>
              <p:nvPr/>
            </p:nvSpPr>
            <p:spPr>
              <a:xfrm rot="0">
                <a:off x="3340" y="1642"/>
                <a:ext cx="6" cy="4"/>
              </a:xfrm>
              <a:custGeom>
                <a:avLst/>
                <a:ahLst/>
                <a:rect l="0" t="0" r="r" b="b"/>
                <a:pathLst>
                  <a:path w="21" h="17">
                    <a:moveTo>
                      <a:pt x="0" y="0"/>
                    </a:moveTo>
                    <a:lnTo>
                      <a:pt x="21" y="17"/>
                    </a:lnTo>
                    <a:lnTo>
                      <a:pt x="21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23" name=""/>
              <p:cNvSpPr/>
              <p:nvPr/>
            </p:nvSpPr>
            <p:spPr>
              <a:xfrm rot="0" flipV="1">
                <a:off x="3346" y="16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24" name=""/>
              <p:cNvSpPr/>
              <p:nvPr/>
            </p:nvSpPr>
            <p:spPr>
              <a:xfrm rot="0">
                <a:off x="3335" y="1622"/>
                <a:ext cx="23" cy="24"/>
              </a:xfrm>
              <a:custGeom>
                <a:avLst/>
                <a:ahLst/>
                <a:rect l="0" t="0" r="r" b="b"/>
                <a:pathLst>
                  <a:path w="91" h="96">
                    <a:moveTo>
                      <a:pt x="0" y="64"/>
                    </a:moveTo>
                    <a:lnTo>
                      <a:pt x="21" y="80"/>
                    </a:lnTo>
                    <a:lnTo>
                      <a:pt x="42" y="96"/>
                    </a:lnTo>
                    <a:lnTo>
                      <a:pt x="91" y="31"/>
                    </a:lnTo>
                    <a:lnTo>
                      <a:pt x="70" y="15"/>
                    </a:lnTo>
                    <a:lnTo>
                      <a:pt x="49" y="0"/>
                    </a:lnTo>
                    <a:lnTo>
                      <a:pt x="0" y="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25" name=""/>
              <p:cNvSpPr/>
              <p:nvPr/>
            </p:nvSpPr>
            <p:spPr>
              <a:xfrm rot="0">
                <a:off x="3335" y="1622"/>
                <a:ext cx="23" cy="24"/>
              </a:xfrm>
              <a:custGeom>
                <a:avLst/>
                <a:ahLst/>
                <a:rect l="0" t="0" r="r" b="b"/>
                <a:pathLst>
                  <a:path w="91" h="96">
                    <a:moveTo>
                      <a:pt x="0" y="64"/>
                    </a:moveTo>
                    <a:lnTo>
                      <a:pt x="21" y="80"/>
                    </a:lnTo>
                    <a:lnTo>
                      <a:pt x="42" y="96"/>
                    </a:lnTo>
                    <a:lnTo>
                      <a:pt x="91" y="31"/>
                    </a:lnTo>
                    <a:lnTo>
                      <a:pt x="70" y="15"/>
                    </a:lnTo>
                    <a:lnTo>
                      <a:pt x="49" y="0"/>
                    </a:lnTo>
                    <a:lnTo>
                      <a:pt x="0" y="6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26" name=""/>
              <p:cNvSpPr/>
              <p:nvPr/>
            </p:nvSpPr>
            <p:spPr>
              <a:xfrm rot="0">
                <a:off x="3352" y="1626"/>
                <a:ext cx="6" cy="4"/>
              </a:xfrm>
              <a:custGeom>
                <a:avLst/>
                <a:ahLst/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21" y="16"/>
                    </a:lnTo>
                    <a:lnTo>
                      <a:pt x="22" y="1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27" name=""/>
              <p:cNvSpPr/>
              <p:nvPr/>
            </p:nvSpPr>
            <p:spPr>
              <a:xfrm rot="0" flipV="1">
                <a:off x="3358" y="163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28" name=""/>
              <p:cNvSpPr/>
              <p:nvPr/>
            </p:nvSpPr>
            <p:spPr>
              <a:xfrm rot="0">
                <a:off x="3347" y="1606"/>
                <a:ext cx="22" cy="24"/>
              </a:xfrm>
              <a:custGeom>
                <a:avLst/>
                <a:ahLst/>
                <a:rect l="0" t="0" r="r" b="b"/>
                <a:pathLst>
                  <a:path w="88" h="97">
                    <a:moveTo>
                      <a:pt x="0" y="68"/>
                    </a:moveTo>
                    <a:lnTo>
                      <a:pt x="22" y="82"/>
                    </a:lnTo>
                    <a:lnTo>
                      <a:pt x="44" y="97"/>
                    </a:lnTo>
                    <a:lnTo>
                      <a:pt x="88" y="30"/>
                    </a:lnTo>
                    <a:lnTo>
                      <a:pt x="66" y="15"/>
                    </a:lnTo>
                    <a:lnTo>
                      <a:pt x="44" y="0"/>
                    </a:lnTo>
                    <a:lnTo>
                      <a:pt x="0" y="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29" name=""/>
              <p:cNvSpPr/>
              <p:nvPr/>
            </p:nvSpPr>
            <p:spPr>
              <a:xfrm rot="0">
                <a:off x="3347" y="1606"/>
                <a:ext cx="22" cy="24"/>
              </a:xfrm>
              <a:custGeom>
                <a:avLst/>
                <a:ahLst/>
                <a:rect l="0" t="0" r="r" b="b"/>
                <a:pathLst>
                  <a:path w="88" h="97">
                    <a:moveTo>
                      <a:pt x="0" y="68"/>
                    </a:moveTo>
                    <a:lnTo>
                      <a:pt x="22" y="82"/>
                    </a:lnTo>
                    <a:lnTo>
                      <a:pt x="44" y="97"/>
                    </a:lnTo>
                    <a:lnTo>
                      <a:pt x="88" y="30"/>
                    </a:lnTo>
                    <a:lnTo>
                      <a:pt x="66" y="15"/>
                    </a:lnTo>
                    <a:lnTo>
                      <a:pt x="44" y="0"/>
                    </a:lnTo>
                    <a:lnTo>
                      <a:pt x="0" y="6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30" name=""/>
              <p:cNvSpPr/>
              <p:nvPr/>
            </p:nvSpPr>
            <p:spPr>
              <a:xfrm rot="0">
                <a:off x="3358" y="1603"/>
                <a:ext cx="12" cy="10"/>
              </a:xfrm>
              <a:custGeom>
                <a:avLst/>
                <a:ahLst/>
                <a:rect l="0" t="0" r="r" b="b"/>
                <a:pathLst>
                  <a:path w="48" h="41">
                    <a:moveTo>
                      <a:pt x="22" y="26"/>
                    </a:moveTo>
                    <a:lnTo>
                      <a:pt x="0" y="11"/>
                    </a:lnTo>
                    <a:lnTo>
                      <a:pt x="5" y="5"/>
                    </a:lnTo>
                    <a:lnTo>
                      <a:pt x="13" y="1"/>
                    </a:lnTo>
                    <a:lnTo>
                      <a:pt x="21" y="0"/>
                    </a:lnTo>
                    <a:lnTo>
                      <a:pt x="29" y="0"/>
                    </a:lnTo>
                    <a:lnTo>
                      <a:pt x="37" y="4"/>
                    </a:lnTo>
                    <a:lnTo>
                      <a:pt x="43" y="9"/>
                    </a:lnTo>
                    <a:lnTo>
                      <a:pt x="47" y="16"/>
                    </a:lnTo>
                    <a:lnTo>
                      <a:pt x="48" y="25"/>
                    </a:lnTo>
                    <a:lnTo>
                      <a:pt x="48" y="33"/>
                    </a:lnTo>
                    <a:lnTo>
                      <a:pt x="44" y="41"/>
                    </a:lnTo>
                    <a:lnTo>
                      <a:pt x="22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31" name=""/>
              <p:cNvSpPr/>
              <p:nvPr/>
            </p:nvSpPr>
            <p:spPr>
              <a:xfrm rot="0">
                <a:off x="3358" y="1603"/>
                <a:ext cx="12" cy="10"/>
              </a:xfrm>
              <a:custGeom>
                <a:avLst/>
                <a:ahLst/>
                <a:rect l="0" t="0" r="r" b="b"/>
                <a:pathLst>
                  <a:path w="48" h="41">
                    <a:moveTo>
                      <a:pt x="0" y="11"/>
                    </a:moveTo>
                    <a:lnTo>
                      <a:pt x="5" y="5"/>
                    </a:lnTo>
                    <a:lnTo>
                      <a:pt x="13" y="1"/>
                    </a:lnTo>
                    <a:lnTo>
                      <a:pt x="21" y="0"/>
                    </a:lnTo>
                    <a:lnTo>
                      <a:pt x="29" y="0"/>
                    </a:lnTo>
                    <a:lnTo>
                      <a:pt x="37" y="4"/>
                    </a:lnTo>
                    <a:lnTo>
                      <a:pt x="43" y="9"/>
                    </a:lnTo>
                    <a:lnTo>
                      <a:pt x="47" y="16"/>
                    </a:lnTo>
                    <a:lnTo>
                      <a:pt x="48" y="25"/>
                    </a:lnTo>
                    <a:lnTo>
                      <a:pt x="48" y="33"/>
                    </a:lnTo>
                    <a:lnTo>
                      <a:pt x="44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32" name=""/>
              <p:cNvSpPr/>
              <p:nvPr/>
            </p:nvSpPr>
            <p:spPr>
              <a:xfrm rot="0">
                <a:off x="3358" y="1149"/>
                <a:ext cx="12" cy="11"/>
              </a:xfrm>
              <a:custGeom>
                <a:avLst/>
                <a:ahLst/>
                <a:rect l="0" t="0" r="r" b="b"/>
                <a:pathLst>
                  <a:path w="48" h="41">
                    <a:moveTo>
                      <a:pt x="22" y="15"/>
                    </a:moveTo>
                    <a:lnTo>
                      <a:pt x="44" y="0"/>
                    </a:lnTo>
                    <a:lnTo>
                      <a:pt x="48" y="7"/>
                    </a:lnTo>
                    <a:lnTo>
                      <a:pt x="48" y="16"/>
                    </a:lnTo>
                    <a:lnTo>
                      <a:pt x="47" y="24"/>
                    </a:lnTo>
                    <a:lnTo>
                      <a:pt x="43" y="31"/>
                    </a:lnTo>
                    <a:lnTo>
                      <a:pt x="37" y="37"/>
                    </a:lnTo>
                    <a:lnTo>
                      <a:pt x="29" y="41"/>
                    </a:lnTo>
                    <a:lnTo>
                      <a:pt x="21" y="41"/>
                    </a:lnTo>
                    <a:lnTo>
                      <a:pt x="13" y="40"/>
                    </a:lnTo>
                    <a:lnTo>
                      <a:pt x="5" y="36"/>
                    </a:lnTo>
                    <a:lnTo>
                      <a:pt x="0" y="29"/>
                    </a:lnTo>
                    <a:lnTo>
                      <a:pt x="22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33" name=""/>
              <p:cNvSpPr/>
              <p:nvPr/>
            </p:nvSpPr>
            <p:spPr>
              <a:xfrm rot="0">
                <a:off x="3358" y="1149"/>
                <a:ext cx="12" cy="11"/>
              </a:xfrm>
              <a:custGeom>
                <a:avLst/>
                <a:ahLst/>
                <a:rect l="0" t="0" r="r" b="b"/>
                <a:pathLst>
                  <a:path w="48" h="41">
                    <a:moveTo>
                      <a:pt x="44" y="0"/>
                    </a:moveTo>
                    <a:lnTo>
                      <a:pt x="48" y="7"/>
                    </a:lnTo>
                    <a:lnTo>
                      <a:pt x="48" y="16"/>
                    </a:lnTo>
                    <a:lnTo>
                      <a:pt x="47" y="24"/>
                    </a:lnTo>
                    <a:lnTo>
                      <a:pt x="43" y="31"/>
                    </a:lnTo>
                    <a:lnTo>
                      <a:pt x="37" y="37"/>
                    </a:lnTo>
                    <a:lnTo>
                      <a:pt x="29" y="41"/>
                    </a:lnTo>
                    <a:lnTo>
                      <a:pt x="21" y="41"/>
                    </a:lnTo>
                    <a:lnTo>
                      <a:pt x="13" y="40"/>
                    </a:lnTo>
                    <a:lnTo>
                      <a:pt x="5" y="36"/>
                    </a:lnTo>
                    <a:lnTo>
                      <a:pt x="0" y="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34" name=""/>
              <p:cNvSpPr/>
              <p:nvPr/>
            </p:nvSpPr>
            <p:spPr>
              <a:xfrm rot="0">
                <a:off x="3347" y="1133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44" y="96"/>
                    </a:moveTo>
                    <a:lnTo>
                      <a:pt x="66" y="82"/>
                    </a:lnTo>
                    <a:lnTo>
                      <a:pt x="88" y="67"/>
                    </a:lnTo>
                    <a:lnTo>
                      <a:pt x="44" y="0"/>
                    </a:lnTo>
                    <a:lnTo>
                      <a:pt x="22" y="15"/>
                    </a:lnTo>
                    <a:lnTo>
                      <a:pt x="0" y="30"/>
                    </a:lnTo>
                    <a:lnTo>
                      <a:pt x="44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35" name=""/>
              <p:cNvSpPr/>
              <p:nvPr/>
            </p:nvSpPr>
            <p:spPr>
              <a:xfrm rot="0">
                <a:off x="3347" y="1133"/>
                <a:ext cx="22" cy="24"/>
              </a:xfrm>
              <a:custGeom>
                <a:avLst/>
                <a:ahLst/>
                <a:rect l="0" t="0" r="r" b="b"/>
                <a:pathLst>
                  <a:path w="88" h="96">
                    <a:moveTo>
                      <a:pt x="44" y="96"/>
                    </a:moveTo>
                    <a:lnTo>
                      <a:pt x="66" y="82"/>
                    </a:lnTo>
                    <a:lnTo>
                      <a:pt x="88" y="67"/>
                    </a:lnTo>
                    <a:lnTo>
                      <a:pt x="44" y="0"/>
                    </a:lnTo>
                    <a:lnTo>
                      <a:pt x="22" y="15"/>
                    </a:lnTo>
                    <a:lnTo>
                      <a:pt x="0" y="30"/>
                    </a:lnTo>
                    <a:lnTo>
                      <a:pt x="44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36" name=""/>
              <p:cNvSpPr/>
              <p:nvPr/>
            </p:nvSpPr>
            <p:spPr>
              <a:xfrm rot="0">
                <a:off x="3352" y="1133"/>
                <a:ext cx="6" cy="4"/>
              </a:xfrm>
              <a:custGeom>
                <a:avLst/>
                <a:ahLst/>
                <a:rect l="0" t="0" r="r" b="b"/>
                <a:pathLst>
                  <a:path w="22" h="16">
                    <a:moveTo>
                      <a:pt x="0" y="16"/>
                    </a:moveTo>
                    <a:lnTo>
                      <a:pt x="22" y="1"/>
                    </a:lnTo>
                    <a:lnTo>
                      <a:pt x="21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37" name=""/>
              <p:cNvSpPr/>
              <p:nvPr/>
            </p:nvSpPr>
            <p:spPr>
              <a:xfrm rot="0" flipH="1" flipV="1">
                <a:off x="3358" y="11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38" name=""/>
              <p:cNvSpPr/>
              <p:nvPr/>
            </p:nvSpPr>
            <p:spPr>
              <a:xfrm rot="0">
                <a:off x="3335" y="1116"/>
                <a:ext cx="23" cy="24"/>
              </a:xfrm>
              <a:custGeom>
                <a:avLst/>
                <a:ahLst/>
                <a:rect l="0" t="0" r="r" b="b"/>
                <a:pathLst>
                  <a:path w="91" h="97">
                    <a:moveTo>
                      <a:pt x="49" y="97"/>
                    </a:moveTo>
                    <a:lnTo>
                      <a:pt x="70" y="81"/>
                    </a:lnTo>
                    <a:lnTo>
                      <a:pt x="91" y="65"/>
                    </a:lnTo>
                    <a:lnTo>
                      <a:pt x="42" y="0"/>
                    </a:lnTo>
                    <a:lnTo>
                      <a:pt x="21" y="16"/>
                    </a:lnTo>
                    <a:lnTo>
                      <a:pt x="0" y="32"/>
                    </a:lnTo>
                    <a:lnTo>
                      <a:pt x="49" y="9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39" name=""/>
              <p:cNvSpPr/>
              <p:nvPr/>
            </p:nvSpPr>
            <p:spPr>
              <a:xfrm rot="0">
                <a:off x="3335" y="1116"/>
                <a:ext cx="23" cy="24"/>
              </a:xfrm>
              <a:custGeom>
                <a:avLst/>
                <a:ahLst/>
                <a:rect l="0" t="0" r="r" b="b"/>
                <a:pathLst>
                  <a:path w="91" h="97">
                    <a:moveTo>
                      <a:pt x="49" y="97"/>
                    </a:moveTo>
                    <a:lnTo>
                      <a:pt x="70" y="81"/>
                    </a:lnTo>
                    <a:lnTo>
                      <a:pt x="91" y="65"/>
                    </a:lnTo>
                    <a:lnTo>
                      <a:pt x="42" y="0"/>
                    </a:lnTo>
                    <a:lnTo>
                      <a:pt x="21" y="16"/>
                    </a:lnTo>
                    <a:lnTo>
                      <a:pt x="0" y="32"/>
                    </a:lnTo>
                    <a:lnTo>
                      <a:pt x="49" y="9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40" name=""/>
              <p:cNvSpPr/>
              <p:nvPr/>
            </p:nvSpPr>
            <p:spPr>
              <a:xfrm rot="0">
                <a:off x="3340" y="1116"/>
                <a:ext cx="6" cy="4"/>
              </a:xfrm>
              <a:custGeom>
                <a:avLst/>
                <a:ahLst/>
                <a:rect l="0" t="0" r="r" b="b"/>
                <a:pathLst>
                  <a:path w="21" h="17">
                    <a:moveTo>
                      <a:pt x="0" y="17"/>
                    </a:moveTo>
                    <a:lnTo>
                      <a:pt x="21" y="1"/>
                    </a:lnTo>
                    <a:lnTo>
                      <a:pt x="21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41" name=""/>
              <p:cNvSpPr/>
              <p:nvPr/>
            </p:nvSpPr>
            <p:spPr>
              <a:xfrm rot="0" flipV="1">
                <a:off x="3346" y="111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42" name=""/>
              <p:cNvSpPr/>
              <p:nvPr/>
            </p:nvSpPr>
            <p:spPr>
              <a:xfrm rot="0">
                <a:off x="3322" y="1100"/>
                <a:ext cx="24" cy="24"/>
              </a:xfrm>
              <a:custGeom>
                <a:avLst/>
                <a:ahLst/>
                <a:rect l="0" t="0" r="r" b="b"/>
                <a:pathLst>
                  <a:path w="94" h="96">
                    <a:moveTo>
                      <a:pt x="52" y="96"/>
                    </a:moveTo>
                    <a:lnTo>
                      <a:pt x="73" y="79"/>
                    </a:lnTo>
                    <a:lnTo>
                      <a:pt x="94" y="62"/>
                    </a:lnTo>
                    <a:lnTo>
                      <a:pt x="43" y="0"/>
                    </a:lnTo>
                    <a:lnTo>
                      <a:pt x="22" y="16"/>
                    </a:lnTo>
                    <a:lnTo>
                      <a:pt x="0" y="33"/>
                    </a:lnTo>
                    <a:lnTo>
                      <a:pt x="52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43" name=""/>
              <p:cNvSpPr/>
              <p:nvPr/>
            </p:nvSpPr>
            <p:spPr>
              <a:xfrm rot="0">
                <a:off x="3322" y="1100"/>
                <a:ext cx="24" cy="24"/>
              </a:xfrm>
              <a:custGeom>
                <a:avLst/>
                <a:ahLst/>
                <a:rect l="0" t="0" r="r" b="b"/>
                <a:pathLst>
                  <a:path w="94" h="96">
                    <a:moveTo>
                      <a:pt x="52" y="96"/>
                    </a:moveTo>
                    <a:lnTo>
                      <a:pt x="73" y="79"/>
                    </a:lnTo>
                    <a:lnTo>
                      <a:pt x="94" y="62"/>
                    </a:lnTo>
                    <a:lnTo>
                      <a:pt x="43" y="0"/>
                    </a:lnTo>
                    <a:lnTo>
                      <a:pt x="22" y="16"/>
                    </a:lnTo>
                    <a:lnTo>
                      <a:pt x="0" y="33"/>
                    </a:lnTo>
                    <a:lnTo>
                      <a:pt x="52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44" name=""/>
              <p:cNvSpPr/>
              <p:nvPr/>
            </p:nvSpPr>
            <p:spPr>
              <a:xfrm rot="0">
                <a:off x="3327" y="1100"/>
                <a:ext cx="6" cy="5"/>
              </a:xfrm>
              <a:custGeom>
                <a:avLst/>
                <a:ahLst/>
                <a:rect l="0" t="0" r="r" b="b"/>
                <a:pathLst>
                  <a:path w="21" h="17">
                    <a:moveTo>
                      <a:pt x="0" y="17"/>
                    </a:moveTo>
                    <a:lnTo>
                      <a:pt x="21" y="1"/>
                    </a:lnTo>
                    <a:lnTo>
                      <a:pt x="20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45" name=""/>
              <p:cNvSpPr/>
              <p:nvPr/>
            </p:nvSpPr>
            <p:spPr>
              <a:xfrm rot="0" flipH="1" flipV="1">
                <a:off x="3332" y="11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46" name=""/>
              <p:cNvSpPr/>
              <p:nvPr/>
            </p:nvSpPr>
            <p:spPr>
              <a:xfrm rot="0">
                <a:off x="3309" y="1085"/>
                <a:ext cx="23" cy="24"/>
              </a:xfrm>
              <a:custGeom>
                <a:avLst/>
                <a:ahLst/>
                <a:rect l="0" t="0" r="r" b="b"/>
                <a:pathLst>
                  <a:path w="94" h="96">
                    <a:moveTo>
                      <a:pt x="54" y="96"/>
                    </a:moveTo>
                    <a:lnTo>
                      <a:pt x="74" y="78"/>
                    </a:lnTo>
                    <a:lnTo>
                      <a:pt x="94" y="61"/>
                    </a:lnTo>
                    <a:lnTo>
                      <a:pt x="40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54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47" name=""/>
              <p:cNvSpPr/>
              <p:nvPr/>
            </p:nvSpPr>
            <p:spPr>
              <a:xfrm rot="0">
                <a:off x="3309" y="1085"/>
                <a:ext cx="23" cy="24"/>
              </a:xfrm>
              <a:custGeom>
                <a:avLst/>
                <a:ahLst/>
                <a:rect l="0" t="0" r="r" b="b"/>
                <a:pathLst>
                  <a:path w="94" h="96">
                    <a:moveTo>
                      <a:pt x="54" y="96"/>
                    </a:moveTo>
                    <a:lnTo>
                      <a:pt x="74" y="78"/>
                    </a:lnTo>
                    <a:lnTo>
                      <a:pt x="94" y="61"/>
                    </a:lnTo>
                    <a:lnTo>
                      <a:pt x="40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54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48" name=""/>
              <p:cNvSpPr/>
              <p:nvPr/>
            </p:nvSpPr>
            <p:spPr>
              <a:xfrm rot="0">
                <a:off x="3314" y="1085"/>
                <a:ext cx="5" cy="5"/>
              </a:xfrm>
              <a:custGeom>
                <a:avLst/>
                <a:ahLst/>
                <a:rect l="0" t="0" r="r" b="b"/>
                <a:pathLst>
                  <a:path w="20" h="19">
                    <a:moveTo>
                      <a:pt x="0" y="19"/>
                    </a:moveTo>
                    <a:lnTo>
                      <a:pt x="20" y="1"/>
                    </a:lnTo>
                    <a:lnTo>
                      <a:pt x="19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49" name=""/>
              <p:cNvSpPr/>
              <p:nvPr/>
            </p:nvSpPr>
            <p:spPr>
              <a:xfrm rot="0" flipH="1" flipV="1">
                <a:off x="3319" y="10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50" name=""/>
              <p:cNvSpPr/>
              <p:nvPr/>
            </p:nvSpPr>
            <p:spPr>
              <a:xfrm rot="0">
                <a:off x="3295" y="1071"/>
                <a:ext cx="24" cy="23"/>
              </a:xfrm>
              <a:custGeom>
                <a:avLst/>
                <a:ahLst/>
                <a:rect l="0" t="0" r="r" b="b"/>
                <a:pathLst>
                  <a:path w="95" h="95">
                    <a:moveTo>
                      <a:pt x="57" y="95"/>
                    </a:moveTo>
                    <a:lnTo>
                      <a:pt x="76" y="76"/>
                    </a:lnTo>
                    <a:lnTo>
                      <a:pt x="95" y="57"/>
                    </a:lnTo>
                    <a:lnTo>
                      <a:pt x="38" y="0"/>
                    </a:lnTo>
                    <a:lnTo>
                      <a:pt x="19" y="19"/>
                    </a:lnTo>
                    <a:lnTo>
                      <a:pt x="0" y="38"/>
                    </a:lnTo>
                    <a:lnTo>
                      <a:pt x="57" y="9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51" name=""/>
              <p:cNvSpPr/>
              <p:nvPr/>
            </p:nvSpPr>
            <p:spPr>
              <a:xfrm rot="0">
                <a:off x="3295" y="1071"/>
                <a:ext cx="24" cy="23"/>
              </a:xfrm>
              <a:custGeom>
                <a:avLst/>
                <a:ahLst/>
                <a:rect l="0" t="0" r="r" b="b"/>
                <a:pathLst>
                  <a:path w="95" h="95">
                    <a:moveTo>
                      <a:pt x="57" y="95"/>
                    </a:moveTo>
                    <a:lnTo>
                      <a:pt x="76" y="76"/>
                    </a:lnTo>
                    <a:lnTo>
                      <a:pt x="95" y="57"/>
                    </a:lnTo>
                    <a:lnTo>
                      <a:pt x="38" y="0"/>
                    </a:lnTo>
                    <a:lnTo>
                      <a:pt x="19" y="19"/>
                    </a:lnTo>
                    <a:lnTo>
                      <a:pt x="0" y="38"/>
                    </a:lnTo>
                    <a:lnTo>
                      <a:pt x="57" y="9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52" name=""/>
              <p:cNvSpPr/>
              <p:nvPr/>
            </p:nvSpPr>
            <p:spPr>
              <a:xfrm rot="0">
                <a:off x="3300" y="1070"/>
                <a:ext cx="4" cy="5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0" y="20"/>
                    </a:moveTo>
                    <a:lnTo>
                      <a:pt x="19" y="1"/>
                    </a:lnTo>
                    <a:lnTo>
                      <a:pt x="18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53" name=""/>
              <p:cNvSpPr/>
              <p:nvPr/>
            </p:nvSpPr>
            <p:spPr>
              <a:xfrm rot="0" flipH="1" flipV="1">
                <a:off x="3304" y="10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54" name=""/>
              <p:cNvSpPr/>
              <p:nvPr/>
            </p:nvSpPr>
            <p:spPr>
              <a:xfrm rot="0">
                <a:off x="3280" y="1057"/>
                <a:ext cx="24" cy="23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60" y="94"/>
                    </a:moveTo>
                    <a:lnTo>
                      <a:pt x="78" y="74"/>
                    </a:lnTo>
                    <a:lnTo>
                      <a:pt x="96" y="54"/>
                    </a:lnTo>
                    <a:lnTo>
                      <a:pt x="36" y="0"/>
                    </a:lnTo>
                    <a:lnTo>
                      <a:pt x="18" y="20"/>
                    </a:lnTo>
                    <a:lnTo>
                      <a:pt x="0" y="40"/>
                    </a:lnTo>
                    <a:lnTo>
                      <a:pt x="60" y="9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55" name=""/>
              <p:cNvSpPr/>
              <p:nvPr/>
            </p:nvSpPr>
            <p:spPr>
              <a:xfrm rot="0">
                <a:off x="3280" y="1057"/>
                <a:ext cx="24" cy="23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60" y="94"/>
                    </a:moveTo>
                    <a:lnTo>
                      <a:pt x="78" y="74"/>
                    </a:lnTo>
                    <a:lnTo>
                      <a:pt x="96" y="54"/>
                    </a:lnTo>
                    <a:lnTo>
                      <a:pt x="36" y="0"/>
                    </a:lnTo>
                    <a:lnTo>
                      <a:pt x="18" y="20"/>
                    </a:lnTo>
                    <a:lnTo>
                      <a:pt x="0" y="40"/>
                    </a:lnTo>
                    <a:lnTo>
                      <a:pt x="60" y="9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56" name=""/>
              <p:cNvSpPr/>
              <p:nvPr/>
            </p:nvSpPr>
            <p:spPr>
              <a:xfrm rot="0">
                <a:off x="3285" y="1056"/>
                <a:ext cx="4" cy="6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18" y="2"/>
                    </a:lnTo>
                    <a:lnTo>
                      <a:pt x="1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57" name=""/>
              <p:cNvSpPr/>
              <p:nvPr/>
            </p:nvSpPr>
            <p:spPr>
              <a:xfrm rot="0" flipH="1" flipV="1">
                <a:off x="3289" y="10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58" name=""/>
              <p:cNvSpPr/>
              <p:nvPr/>
            </p:nvSpPr>
            <p:spPr>
              <a:xfrm rot="0">
                <a:off x="3265" y="1043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62" y="94"/>
                    </a:moveTo>
                    <a:lnTo>
                      <a:pt x="79" y="73"/>
                    </a:lnTo>
                    <a:lnTo>
                      <a:pt x="96" y="51"/>
                    </a:lnTo>
                    <a:lnTo>
                      <a:pt x="33" y="0"/>
                    </a:lnTo>
                    <a:lnTo>
                      <a:pt x="16" y="21"/>
                    </a:lnTo>
                    <a:lnTo>
                      <a:pt x="0" y="42"/>
                    </a:lnTo>
                    <a:lnTo>
                      <a:pt x="62" y="9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59" name=""/>
              <p:cNvSpPr/>
              <p:nvPr/>
            </p:nvSpPr>
            <p:spPr>
              <a:xfrm rot="0">
                <a:off x="3265" y="1043"/>
                <a:ext cx="24" cy="24"/>
              </a:xfrm>
              <a:custGeom>
                <a:avLst/>
                <a:ahLst/>
                <a:rect l="0" t="0" r="r" b="b"/>
                <a:pathLst>
                  <a:path w="96" h="94">
                    <a:moveTo>
                      <a:pt x="62" y="94"/>
                    </a:moveTo>
                    <a:lnTo>
                      <a:pt x="79" y="73"/>
                    </a:lnTo>
                    <a:lnTo>
                      <a:pt x="96" y="51"/>
                    </a:lnTo>
                    <a:lnTo>
                      <a:pt x="33" y="0"/>
                    </a:lnTo>
                    <a:lnTo>
                      <a:pt x="16" y="21"/>
                    </a:lnTo>
                    <a:lnTo>
                      <a:pt x="0" y="42"/>
                    </a:lnTo>
                    <a:lnTo>
                      <a:pt x="62" y="9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60" name=""/>
              <p:cNvSpPr/>
              <p:nvPr/>
            </p:nvSpPr>
            <p:spPr>
              <a:xfrm rot="0">
                <a:off x="3269" y="1043"/>
                <a:ext cx="4" cy="6"/>
              </a:xfrm>
              <a:custGeom>
                <a:avLst/>
                <a:ahLst/>
                <a:rect l="0" t="0" r="r" b="b"/>
                <a:pathLst>
                  <a:path w="17" h="21">
                    <a:moveTo>
                      <a:pt x="0" y="21"/>
                    </a:moveTo>
                    <a:lnTo>
                      <a:pt x="17" y="0"/>
                    </a:lnTo>
                    <a:lnTo>
                      <a:pt x="16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61" name=""/>
              <p:cNvSpPr/>
              <p:nvPr/>
            </p:nvSpPr>
            <p:spPr>
              <a:xfrm rot="0" flipH="1">
                <a:off x="3273" y="104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62" name=""/>
              <p:cNvSpPr/>
              <p:nvPr/>
            </p:nvSpPr>
            <p:spPr>
              <a:xfrm rot="0">
                <a:off x="3249" y="1031"/>
                <a:ext cx="24" cy="23"/>
              </a:xfrm>
              <a:custGeom>
                <a:avLst/>
                <a:ahLst/>
                <a:rect l="0" t="0" r="r" b="b"/>
                <a:pathLst>
                  <a:path w="96" h="91">
                    <a:moveTo>
                      <a:pt x="65" y="91"/>
                    </a:moveTo>
                    <a:lnTo>
                      <a:pt x="80" y="70"/>
                    </a:lnTo>
                    <a:lnTo>
                      <a:pt x="96" y="49"/>
                    </a:lnTo>
                    <a:lnTo>
                      <a:pt x="32" y="0"/>
                    </a:lnTo>
                    <a:lnTo>
                      <a:pt x="16" y="21"/>
                    </a:lnTo>
                    <a:lnTo>
                      <a:pt x="0" y="42"/>
                    </a:lnTo>
                    <a:lnTo>
                      <a:pt x="65" y="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63" name=""/>
              <p:cNvSpPr/>
              <p:nvPr/>
            </p:nvSpPr>
            <p:spPr>
              <a:xfrm rot="0">
                <a:off x="3249" y="1031"/>
                <a:ext cx="24" cy="23"/>
              </a:xfrm>
              <a:custGeom>
                <a:avLst/>
                <a:ahLst/>
                <a:rect l="0" t="0" r="r" b="b"/>
                <a:pathLst>
                  <a:path w="96" h="91">
                    <a:moveTo>
                      <a:pt x="65" y="91"/>
                    </a:moveTo>
                    <a:lnTo>
                      <a:pt x="80" y="70"/>
                    </a:lnTo>
                    <a:lnTo>
                      <a:pt x="96" y="49"/>
                    </a:lnTo>
                    <a:lnTo>
                      <a:pt x="32" y="0"/>
                    </a:lnTo>
                    <a:lnTo>
                      <a:pt x="16" y="21"/>
                    </a:lnTo>
                    <a:lnTo>
                      <a:pt x="0" y="42"/>
                    </a:lnTo>
                    <a:lnTo>
                      <a:pt x="65" y="9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64" name=""/>
              <p:cNvSpPr/>
              <p:nvPr/>
            </p:nvSpPr>
            <p:spPr>
              <a:xfrm rot="0">
                <a:off x="3253" y="1031"/>
                <a:ext cx="4" cy="6"/>
              </a:xfrm>
              <a:custGeom>
                <a:avLst/>
                <a:ahLst/>
                <a:rect l="0" t="0" r="r" b="b"/>
                <a:pathLst>
                  <a:path w="16" h="22">
                    <a:moveTo>
                      <a:pt x="0" y="22"/>
                    </a:moveTo>
                    <a:lnTo>
                      <a:pt x="16" y="1"/>
                    </a:lnTo>
                    <a:lnTo>
                      <a:pt x="15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65" name=""/>
              <p:cNvSpPr/>
              <p:nvPr/>
            </p:nvSpPr>
            <p:spPr>
              <a:xfrm rot="0" flipH="1" flipV="1">
                <a:off x="3257" y="10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66" name=""/>
              <p:cNvSpPr/>
              <p:nvPr/>
            </p:nvSpPr>
            <p:spPr>
              <a:xfrm rot="0">
                <a:off x="3233" y="1020"/>
                <a:ext cx="24" cy="22"/>
              </a:xfrm>
              <a:custGeom>
                <a:avLst/>
                <a:ahLst/>
                <a:rect l="0" t="0" r="r" b="b"/>
                <a:pathLst>
                  <a:path w="96" h="90">
                    <a:moveTo>
                      <a:pt x="66" y="90"/>
                    </a:moveTo>
                    <a:lnTo>
                      <a:pt x="81" y="67"/>
                    </a:lnTo>
                    <a:lnTo>
                      <a:pt x="96" y="45"/>
                    </a:lnTo>
                    <a:lnTo>
                      <a:pt x="29" y="0"/>
                    </a:lnTo>
                    <a:lnTo>
                      <a:pt x="15" y="22"/>
                    </a:lnTo>
                    <a:lnTo>
                      <a:pt x="0" y="44"/>
                    </a:lnTo>
                    <a:lnTo>
                      <a:pt x="66" y="9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67" name=""/>
              <p:cNvSpPr/>
              <p:nvPr/>
            </p:nvSpPr>
            <p:spPr>
              <a:xfrm rot="0">
                <a:off x="3233" y="1020"/>
                <a:ext cx="24" cy="22"/>
              </a:xfrm>
              <a:custGeom>
                <a:avLst/>
                <a:ahLst/>
                <a:rect l="0" t="0" r="r" b="b"/>
                <a:pathLst>
                  <a:path w="96" h="90">
                    <a:moveTo>
                      <a:pt x="66" y="90"/>
                    </a:moveTo>
                    <a:lnTo>
                      <a:pt x="81" y="67"/>
                    </a:lnTo>
                    <a:lnTo>
                      <a:pt x="96" y="45"/>
                    </a:lnTo>
                    <a:lnTo>
                      <a:pt x="29" y="0"/>
                    </a:lnTo>
                    <a:lnTo>
                      <a:pt x="15" y="22"/>
                    </a:lnTo>
                    <a:lnTo>
                      <a:pt x="0" y="44"/>
                    </a:lnTo>
                    <a:lnTo>
                      <a:pt x="66" y="9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68" name=""/>
              <p:cNvSpPr/>
              <p:nvPr/>
            </p:nvSpPr>
            <p:spPr>
              <a:xfrm rot="0">
                <a:off x="3236" y="1019"/>
                <a:ext cx="4" cy="6"/>
              </a:xfrm>
              <a:custGeom>
                <a:avLst/>
                <a:ahLst/>
                <a:rect l="0" t="0" r="r" b="b"/>
                <a:pathLst>
                  <a:path w="14" h="23">
                    <a:moveTo>
                      <a:pt x="0" y="23"/>
                    </a:moveTo>
                    <a:lnTo>
                      <a:pt x="14" y="1"/>
                    </a:lnTo>
                    <a:lnTo>
                      <a:pt x="13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69" name=""/>
              <p:cNvSpPr/>
              <p:nvPr/>
            </p:nvSpPr>
            <p:spPr>
              <a:xfrm rot="0" flipH="1" flipV="1">
                <a:off x="3240" y="10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70" name=""/>
              <p:cNvSpPr/>
              <p:nvPr/>
            </p:nvSpPr>
            <p:spPr>
              <a:xfrm rot="0">
                <a:off x="3216" y="1009"/>
                <a:ext cx="24" cy="22"/>
              </a:xfrm>
              <a:custGeom>
                <a:avLst/>
                <a:ahLst/>
                <a:rect l="0" t="0" r="r" b="b"/>
                <a:pathLst>
                  <a:path w="97" h="88">
                    <a:moveTo>
                      <a:pt x="70" y="88"/>
                    </a:moveTo>
                    <a:lnTo>
                      <a:pt x="84" y="65"/>
                    </a:lnTo>
                    <a:lnTo>
                      <a:pt x="97" y="42"/>
                    </a:lnTo>
                    <a:lnTo>
                      <a:pt x="28" y="0"/>
                    </a:lnTo>
                    <a:lnTo>
                      <a:pt x="14" y="23"/>
                    </a:lnTo>
                    <a:lnTo>
                      <a:pt x="0" y="46"/>
                    </a:lnTo>
                    <a:lnTo>
                      <a:pt x="70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71" name=""/>
              <p:cNvSpPr/>
              <p:nvPr/>
            </p:nvSpPr>
            <p:spPr>
              <a:xfrm rot="0">
                <a:off x="3216" y="1009"/>
                <a:ext cx="24" cy="22"/>
              </a:xfrm>
              <a:custGeom>
                <a:avLst/>
                <a:ahLst/>
                <a:rect l="0" t="0" r="r" b="b"/>
                <a:pathLst>
                  <a:path w="97" h="88">
                    <a:moveTo>
                      <a:pt x="70" y="88"/>
                    </a:moveTo>
                    <a:lnTo>
                      <a:pt x="84" y="65"/>
                    </a:lnTo>
                    <a:lnTo>
                      <a:pt x="97" y="42"/>
                    </a:lnTo>
                    <a:lnTo>
                      <a:pt x="28" y="0"/>
                    </a:lnTo>
                    <a:lnTo>
                      <a:pt x="14" y="23"/>
                    </a:lnTo>
                    <a:lnTo>
                      <a:pt x="0" y="46"/>
                    </a:lnTo>
                    <a:lnTo>
                      <a:pt x="70" y="8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72" name=""/>
              <p:cNvSpPr/>
              <p:nvPr/>
            </p:nvSpPr>
            <p:spPr>
              <a:xfrm rot="0">
                <a:off x="3219" y="1009"/>
                <a:ext cx="3" cy="6"/>
              </a:xfrm>
              <a:custGeom>
                <a:avLst/>
                <a:ahLst/>
                <a:rect l="0" t="0" r="r" b="b"/>
                <a:pathLst>
                  <a:path w="14" h="23">
                    <a:moveTo>
                      <a:pt x="0" y="23"/>
                    </a:moveTo>
                    <a:lnTo>
                      <a:pt x="14" y="0"/>
                    </a:lnTo>
                    <a:lnTo>
                      <a:pt x="13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73" name=""/>
              <p:cNvSpPr/>
              <p:nvPr/>
            </p:nvSpPr>
            <p:spPr>
              <a:xfrm rot="0" flipH="1">
                <a:off x="3222" y="10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74" name=""/>
              <p:cNvSpPr/>
              <p:nvPr/>
            </p:nvSpPr>
            <p:spPr>
              <a:xfrm rot="0">
                <a:off x="3198" y="999"/>
                <a:ext cx="24" cy="22"/>
              </a:xfrm>
              <a:custGeom>
                <a:avLst/>
                <a:ahLst/>
                <a:rect l="0" t="0" r="r" b="b"/>
                <a:pathLst>
                  <a:path w="96" h="85">
                    <a:moveTo>
                      <a:pt x="70" y="85"/>
                    </a:moveTo>
                    <a:lnTo>
                      <a:pt x="83" y="62"/>
                    </a:lnTo>
                    <a:lnTo>
                      <a:pt x="96" y="39"/>
                    </a:lnTo>
                    <a:lnTo>
                      <a:pt x="25" y="0"/>
                    </a:lnTo>
                    <a:lnTo>
                      <a:pt x="12" y="23"/>
                    </a:lnTo>
                    <a:lnTo>
                      <a:pt x="0" y="46"/>
                    </a:lnTo>
                    <a:lnTo>
                      <a:pt x="70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75" name=""/>
              <p:cNvSpPr/>
              <p:nvPr/>
            </p:nvSpPr>
            <p:spPr>
              <a:xfrm rot="0">
                <a:off x="3198" y="999"/>
                <a:ext cx="24" cy="22"/>
              </a:xfrm>
              <a:custGeom>
                <a:avLst/>
                <a:ahLst/>
                <a:rect l="0" t="0" r="r" b="b"/>
                <a:pathLst>
                  <a:path w="96" h="85">
                    <a:moveTo>
                      <a:pt x="70" y="85"/>
                    </a:moveTo>
                    <a:lnTo>
                      <a:pt x="83" y="62"/>
                    </a:lnTo>
                    <a:lnTo>
                      <a:pt x="96" y="39"/>
                    </a:lnTo>
                    <a:lnTo>
                      <a:pt x="25" y="0"/>
                    </a:lnTo>
                    <a:lnTo>
                      <a:pt x="12" y="23"/>
                    </a:lnTo>
                    <a:lnTo>
                      <a:pt x="0" y="46"/>
                    </a:lnTo>
                    <a:lnTo>
                      <a:pt x="70" y="8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76" name=""/>
              <p:cNvSpPr/>
              <p:nvPr/>
            </p:nvSpPr>
            <p:spPr>
              <a:xfrm rot="0">
                <a:off x="3201" y="999"/>
                <a:ext cx="4" cy="6"/>
              </a:xfrm>
              <a:custGeom>
                <a:avLst/>
                <a:ahLst/>
                <a:rect l="0" t="0" r="r" b="b"/>
                <a:pathLst>
                  <a:path w="13" h="24">
                    <a:moveTo>
                      <a:pt x="0" y="24"/>
                    </a:moveTo>
                    <a:lnTo>
                      <a:pt x="13" y="1"/>
                    </a:lnTo>
                    <a:lnTo>
                      <a:pt x="12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77" name=""/>
              <p:cNvSpPr/>
              <p:nvPr/>
            </p:nvSpPr>
            <p:spPr>
              <a:xfrm rot="0" flipH="1" flipV="1">
                <a:off x="3204" y="9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78" name=""/>
              <p:cNvSpPr/>
              <p:nvPr/>
            </p:nvSpPr>
            <p:spPr>
              <a:xfrm rot="0">
                <a:off x="3180" y="990"/>
                <a:ext cx="24" cy="21"/>
              </a:xfrm>
              <a:custGeom>
                <a:avLst/>
                <a:ahLst/>
                <a:rect l="0" t="0" r="r" b="b"/>
                <a:pathLst>
                  <a:path w="96" h="83">
                    <a:moveTo>
                      <a:pt x="73" y="83"/>
                    </a:moveTo>
                    <a:lnTo>
                      <a:pt x="84" y="59"/>
                    </a:lnTo>
                    <a:lnTo>
                      <a:pt x="96" y="35"/>
                    </a:lnTo>
                    <a:lnTo>
                      <a:pt x="23" y="0"/>
                    </a:lnTo>
                    <a:lnTo>
                      <a:pt x="12" y="24"/>
                    </a:lnTo>
                    <a:lnTo>
                      <a:pt x="0" y="48"/>
                    </a:lnTo>
                    <a:lnTo>
                      <a:pt x="73" y="8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79" name=""/>
              <p:cNvSpPr/>
              <p:nvPr/>
            </p:nvSpPr>
            <p:spPr>
              <a:xfrm rot="0">
                <a:off x="3180" y="990"/>
                <a:ext cx="24" cy="21"/>
              </a:xfrm>
              <a:custGeom>
                <a:avLst/>
                <a:ahLst/>
                <a:rect l="0" t="0" r="r" b="b"/>
                <a:pathLst>
                  <a:path w="96" h="83">
                    <a:moveTo>
                      <a:pt x="73" y="83"/>
                    </a:moveTo>
                    <a:lnTo>
                      <a:pt x="84" y="59"/>
                    </a:lnTo>
                    <a:lnTo>
                      <a:pt x="96" y="35"/>
                    </a:lnTo>
                    <a:lnTo>
                      <a:pt x="23" y="0"/>
                    </a:lnTo>
                    <a:lnTo>
                      <a:pt x="12" y="24"/>
                    </a:lnTo>
                    <a:lnTo>
                      <a:pt x="0" y="48"/>
                    </a:lnTo>
                    <a:lnTo>
                      <a:pt x="73" y="8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80" name=""/>
              <p:cNvSpPr/>
              <p:nvPr/>
            </p:nvSpPr>
            <p:spPr>
              <a:xfrm rot="0">
                <a:off x="3183" y="990"/>
                <a:ext cx="3" cy="6"/>
              </a:xfrm>
              <a:custGeom>
                <a:avLst/>
                <a:ahLst/>
                <a:rect l="0" t="0" r="r" b="b"/>
                <a:pathLst>
                  <a:path w="11" h="24">
                    <a:moveTo>
                      <a:pt x="0" y="24"/>
                    </a:moveTo>
                    <a:lnTo>
                      <a:pt x="11" y="0"/>
                    </a:lnTo>
                    <a:lnTo>
                      <a:pt x="10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81" name=""/>
              <p:cNvSpPr/>
              <p:nvPr/>
            </p:nvSpPr>
            <p:spPr>
              <a:xfrm rot="0" flipH="1">
                <a:off x="3186" y="9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82" name=""/>
              <p:cNvSpPr/>
              <p:nvPr/>
            </p:nvSpPr>
            <p:spPr>
              <a:xfrm rot="0">
                <a:off x="3162" y="982"/>
                <a:ext cx="24" cy="20"/>
              </a:xfrm>
              <a:custGeom>
                <a:avLst/>
                <a:ahLst/>
                <a:rect l="0" t="0" r="r" b="b"/>
                <a:pathLst>
                  <a:path w="95" h="81">
                    <a:moveTo>
                      <a:pt x="74" y="81"/>
                    </a:moveTo>
                    <a:lnTo>
                      <a:pt x="85" y="57"/>
                    </a:lnTo>
                    <a:lnTo>
                      <a:pt x="95" y="33"/>
                    </a:lnTo>
                    <a:lnTo>
                      <a:pt x="21" y="0"/>
                    </a:lnTo>
                    <a:lnTo>
                      <a:pt x="11" y="24"/>
                    </a:lnTo>
                    <a:lnTo>
                      <a:pt x="0" y="49"/>
                    </a:lnTo>
                    <a:lnTo>
                      <a:pt x="74" y="8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83" name=""/>
              <p:cNvSpPr/>
              <p:nvPr/>
            </p:nvSpPr>
            <p:spPr>
              <a:xfrm rot="0">
                <a:off x="3162" y="982"/>
                <a:ext cx="24" cy="20"/>
              </a:xfrm>
              <a:custGeom>
                <a:avLst/>
                <a:ahLst/>
                <a:rect l="0" t="0" r="r" b="b"/>
                <a:pathLst>
                  <a:path w="95" h="81">
                    <a:moveTo>
                      <a:pt x="74" y="81"/>
                    </a:moveTo>
                    <a:lnTo>
                      <a:pt x="85" y="57"/>
                    </a:lnTo>
                    <a:lnTo>
                      <a:pt x="95" y="33"/>
                    </a:lnTo>
                    <a:lnTo>
                      <a:pt x="21" y="0"/>
                    </a:lnTo>
                    <a:lnTo>
                      <a:pt x="11" y="24"/>
                    </a:lnTo>
                    <a:lnTo>
                      <a:pt x="0" y="49"/>
                    </a:lnTo>
                    <a:lnTo>
                      <a:pt x="74" y="8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84" name=""/>
              <p:cNvSpPr/>
              <p:nvPr/>
            </p:nvSpPr>
            <p:spPr>
              <a:xfrm rot="0">
                <a:off x="3165" y="982"/>
                <a:ext cx="2" cy="6"/>
              </a:xfrm>
              <a:custGeom>
                <a:avLst/>
                <a:ahLst/>
                <a:rect l="0" t="0" r="r" b="b"/>
                <a:pathLst>
                  <a:path w="10" h="25">
                    <a:moveTo>
                      <a:pt x="0" y="25"/>
                    </a:moveTo>
                    <a:lnTo>
                      <a:pt x="10" y="1"/>
                    </a:lnTo>
                    <a:lnTo>
                      <a:pt x="9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85" name=""/>
              <p:cNvSpPr/>
              <p:nvPr/>
            </p:nvSpPr>
            <p:spPr>
              <a:xfrm rot="0" flipH="1" flipV="1">
                <a:off x="3167" y="9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86" name=""/>
              <p:cNvSpPr/>
              <p:nvPr/>
            </p:nvSpPr>
            <p:spPr>
              <a:xfrm rot="0">
                <a:off x="3143" y="975"/>
                <a:ext cx="24" cy="19"/>
              </a:xfrm>
              <a:custGeom>
                <a:avLst/>
                <a:ahLst/>
                <a:rect l="0" t="0" r="r" b="b"/>
                <a:pathLst>
                  <a:path w="95" h="78">
                    <a:moveTo>
                      <a:pt x="76" y="78"/>
                    </a:moveTo>
                    <a:lnTo>
                      <a:pt x="86" y="52"/>
                    </a:lnTo>
                    <a:lnTo>
                      <a:pt x="95" y="27"/>
                    </a:lnTo>
                    <a:lnTo>
                      <a:pt x="19" y="0"/>
                    </a:lnTo>
                    <a:lnTo>
                      <a:pt x="10" y="25"/>
                    </a:lnTo>
                    <a:lnTo>
                      <a:pt x="0" y="50"/>
                    </a:lnTo>
                    <a:lnTo>
                      <a:pt x="76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87" name=""/>
              <p:cNvSpPr/>
              <p:nvPr/>
            </p:nvSpPr>
            <p:spPr>
              <a:xfrm rot="0">
                <a:off x="3143" y="975"/>
                <a:ext cx="24" cy="19"/>
              </a:xfrm>
              <a:custGeom>
                <a:avLst/>
                <a:ahLst/>
                <a:rect l="0" t="0" r="r" b="b"/>
                <a:pathLst>
                  <a:path w="95" h="78">
                    <a:moveTo>
                      <a:pt x="76" y="78"/>
                    </a:moveTo>
                    <a:lnTo>
                      <a:pt x="86" y="52"/>
                    </a:lnTo>
                    <a:lnTo>
                      <a:pt x="95" y="27"/>
                    </a:lnTo>
                    <a:lnTo>
                      <a:pt x="19" y="0"/>
                    </a:lnTo>
                    <a:lnTo>
                      <a:pt x="10" y="25"/>
                    </a:lnTo>
                    <a:lnTo>
                      <a:pt x="0" y="50"/>
                    </a:lnTo>
                    <a:lnTo>
                      <a:pt x="76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88" name=""/>
              <p:cNvSpPr/>
              <p:nvPr/>
            </p:nvSpPr>
            <p:spPr>
              <a:xfrm rot="0">
                <a:off x="3146" y="975"/>
                <a:ext cx="2" cy="6"/>
              </a:xfrm>
              <a:custGeom>
                <a:avLst/>
                <a:ahLst/>
                <a:rect l="0" t="0" r="r" b="b"/>
                <a:pathLst>
                  <a:path w="9" h="25">
                    <a:moveTo>
                      <a:pt x="0" y="25"/>
                    </a:moveTo>
                    <a:lnTo>
                      <a:pt x="9" y="0"/>
                    </a:lnTo>
                    <a:lnTo>
                      <a:pt x="8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89" name=""/>
              <p:cNvSpPr/>
              <p:nvPr/>
            </p:nvSpPr>
            <p:spPr>
              <a:xfrm rot="0" flipH="1">
                <a:off x="3148" y="9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90" name=""/>
              <p:cNvSpPr/>
              <p:nvPr/>
            </p:nvSpPr>
            <p:spPr>
              <a:xfrm rot="0">
                <a:off x="3124" y="969"/>
                <a:ext cx="24" cy="19"/>
              </a:xfrm>
              <a:custGeom>
                <a:avLst/>
                <a:ahLst/>
                <a:rect l="0" t="0" r="r" b="b"/>
                <a:pathLst>
                  <a:path w="94" h="76">
                    <a:moveTo>
                      <a:pt x="77" y="76"/>
                    </a:moveTo>
                    <a:lnTo>
                      <a:pt x="86" y="51"/>
                    </a:lnTo>
                    <a:lnTo>
                      <a:pt x="94" y="26"/>
                    </a:lnTo>
                    <a:lnTo>
                      <a:pt x="17" y="0"/>
                    </a:lnTo>
                    <a:lnTo>
                      <a:pt x="9" y="26"/>
                    </a:lnTo>
                    <a:lnTo>
                      <a:pt x="0" y="51"/>
                    </a:lnTo>
                    <a:lnTo>
                      <a:pt x="77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91" name=""/>
              <p:cNvSpPr/>
              <p:nvPr/>
            </p:nvSpPr>
            <p:spPr>
              <a:xfrm rot="0">
                <a:off x="3124" y="969"/>
                <a:ext cx="24" cy="19"/>
              </a:xfrm>
              <a:custGeom>
                <a:avLst/>
                <a:ahLst/>
                <a:rect l="0" t="0" r="r" b="b"/>
                <a:pathLst>
                  <a:path w="94" h="76">
                    <a:moveTo>
                      <a:pt x="77" y="76"/>
                    </a:moveTo>
                    <a:lnTo>
                      <a:pt x="86" y="51"/>
                    </a:lnTo>
                    <a:lnTo>
                      <a:pt x="94" y="26"/>
                    </a:lnTo>
                    <a:lnTo>
                      <a:pt x="17" y="0"/>
                    </a:lnTo>
                    <a:lnTo>
                      <a:pt x="9" y="26"/>
                    </a:lnTo>
                    <a:lnTo>
                      <a:pt x="0" y="51"/>
                    </a:lnTo>
                    <a:lnTo>
                      <a:pt x="77" y="7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92" name=""/>
              <p:cNvSpPr/>
              <p:nvPr/>
            </p:nvSpPr>
            <p:spPr>
              <a:xfrm rot="0">
                <a:off x="3126" y="968"/>
                <a:ext cx="3" cy="7"/>
              </a:xfrm>
              <a:custGeom>
                <a:avLst/>
                <a:ahLst/>
                <a:rect l="0" t="0" r="r" b="b"/>
                <a:pathLst>
                  <a:path w="8" h="27">
                    <a:moveTo>
                      <a:pt x="0" y="27"/>
                    </a:moveTo>
                    <a:lnTo>
                      <a:pt x="8" y="1"/>
                    </a:lnTo>
                    <a:lnTo>
                      <a:pt x="7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93" name=""/>
              <p:cNvSpPr/>
              <p:nvPr/>
            </p:nvSpPr>
            <p:spPr>
              <a:xfrm rot="0" flipH="1" flipV="1">
                <a:off x="3128" y="9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94" name=""/>
              <p:cNvSpPr/>
              <p:nvPr/>
            </p:nvSpPr>
            <p:spPr>
              <a:xfrm rot="0">
                <a:off x="3105" y="963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79" y="74"/>
                    </a:moveTo>
                    <a:lnTo>
                      <a:pt x="86" y="48"/>
                    </a:lnTo>
                    <a:lnTo>
                      <a:pt x="93" y="21"/>
                    </a:lnTo>
                    <a:lnTo>
                      <a:pt x="15" y="0"/>
                    </a:lnTo>
                    <a:lnTo>
                      <a:pt x="8" y="27"/>
                    </a:lnTo>
                    <a:lnTo>
                      <a:pt x="0" y="53"/>
                    </a:lnTo>
                    <a:lnTo>
                      <a:pt x="79" y="7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95" name=""/>
              <p:cNvSpPr/>
              <p:nvPr/>
            </p:nvSpPr>
            <p:spPr>
              <a:xfrm rot="0">
                <a:off x="3105" y="963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79" y="74"/>
                    </a:moveTo>
                    <a:lnTo>
                      <a:pt x="86" y="48"/>
                    </a:lnTo>
                    <a:lnTo>
                      <a:pt x="93" y="21"/>
                    </a:lnTo>
                    <a:lnTo>
                      <a:pt x="15" y="0"/>
                    </a:lnTo>
                    <a:lnTo>
                      <a:pt x="8" y="27"/>
                    </a:lnTo>
                    <a:lnTo>
                      <a:pt x="0" y="53"/>
                    </a:lnTo>
                    <a:lnTo>
                      <a:pt x="79" y="7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96" name=""/>
              <p:cNvSpPr/>
              <p:nvPr/>
            </p:nvSpPr>
            <p:spPr>
              <a:xfrm rot="0">
                <a:off x="3107" y="963"/>
                <a:ext cx="2" cy="7"/>
              </a:xfrm>
              <a:custGeom>
                <a:avLst/>
                <a:ahLst/>
                <a:rect l="0" t="0" r="r" b="b"/>
                <a:pathLst>
                  <a:path w="7" h="27">
                    <a:moveTo>
                      <a:pt x="0" y="27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97" name=""/>
              <p:cNvSpPr/>
              <p:nvPr/>
            </p:nvSpPr>
            <p:spPr>
              <a:xfrm rot="0" flipH="1">
                <a:off x="3108" y="9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5998" name=""/>
              <p:cNvSpPr/>
              <p:nvPr/>
            </p:nvSpPr>
            <p:spPr>
              <a:xfrm rot="0">
                <a:off x="3086" y="959"/>
                <a:ext cx="22" cy="17"/>
              </a:xfrm>
              <a:custGeom>
                <a:avLst/>
                <a:ahLst/>
                <a:rect l="0" t="0" r="r" b="b"/>
                <a:pathLst>
                  <a:path w="90" h="70">
                    <a:moveTo>
                      <a:pt x="80" y="70"/>
                    </a:moveTo>
                    <a:lnTo>
                      <a:pt x="85" y="44"/>
                    </a:lnTo>
                    <a:lnTo>
                      <a:pt x="90" y="17"/>
                    </a:lnTo>
                    <a:lnTo>
                      <a:pt x="11" y="0"/>
                    </a:lnTo>
                    <a:lnTo>
                      <a:pt x="6" y="27"/>
                    </a:lnTo>
                    <a:lnTo>
                      <a:pt x="0" y="53"/>
                    </a:lnTo>
                    <a:lnTo>
                      <a:pt x="80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5999" name=""/>
              <p:cNvSpPr/>
              <p:nvPr/>
            </p:nvSpPr>
            <p:spPr>
              <a:xfrm rot="0">
                <a:off x="3086" y="959"/>
                <a:ext cx="22" cy="17"/>
              </a:xfrm>
              <a:custGeom>
                <a:avLst/>
                <a:ahLst/>
                <a:rect l="0" t="0" r="r" b="b"/>
                <a:pathLst>
                  <a:path w="90" h="70">
                    <a:moveTo>
                      <a:pt x="80" y="70"/>
                    </a:moveTo>
                    <a:lnTo>
                      <a:pt x="85" y="44"/>
                    </a:lnTo>
                    <a:lnTo>
                      <a:pt x="90" y="17"/>
                    </a:lnTo>
                    <a:lnTo>
                      <a:pt x="11" y="0"/>
                    </a:lnTo>
                    <a:lnTo>
                      <a:pt x="6" y="27"/>
                    </a:lnTo>
                    <a:lnTo>
                      <a:pt x="0" y="53"/>
                    </a:lnTo>
                    <a:lnTo>
                      <a:pt x="80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00" name=""/>
              <p:cNvSpPr/>
              <p:nvPr/>
            </p:nvSpPr>
            <p:spPr>
              <a:xfrm rot="0">
                <a:off x="3087" y="959"/>
                <a:ext cx="2" cy="6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0" y="27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01" name=""/>
              <p:cNvSpPr/>
              <p:nvPr/>
            </p:nvSpPr>
            <p:spPr>
              <a:xfrm rot="0" flipH="1">
                <a:off x="3088" y="9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02" name=""/>
              <p:cNvSpPr/>
              <p:nvPr/>
            </p:nvSpPr>
            <p:spPr>
              <a:xfrm rot="0">
                <a:off x="3066" y="955"/>
                <a:ext cx="22" cy="17"/>
              </a:xfrm>
              <a:custGeom>
                <a:avLst/>
                <a:ahLst/>
                <a:rect l="0" t="0" r="r" b="b"/>
                <a:pathLst>
                  <a:path w="88" h="66">
                    <a:moveTo>
                      <a:pt x="80" y="66"/>
                    </a:moveTo>
                    <a:lnTo>
                      <a:pt x="84" y="40"/>
                    </a:lnTo>
                    <a:lnTo>
                      <a:pt x="88" y="13"/>
                    </a:lnTo>
                    <a:lnTo>
                      <a:pt x="9" y="0"/>
                    </a:lnTo>
                    <a:lnTo>
                      <a:pt x="5" y="26"/>
                    </a:lnTo>
                    <a:lnTo>
                      <a:pt x="0" y="52"/>
                    </a:lnTo>
                    <a:lnTo>
                      <a:pt x="80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03" name=""/>
              <p:cNvSpPr/>
              <p:nvPr/>
            </p:nvSpPr>
            <p:spPr>
              <a:xfrm rot="0">
                <a:off x="3066" y="955"/>
                <a:ext cx="22" cy="17"/>
              </a:xfrm>
              <a:custGeom>
                <a:avLst/>
                <a:ahLst/>
                <a:rect l="0" t="0" r="r" b="b"/>
                <a:pathLst>
                  <a:path w="88" h="66">
                    <a:moveTo>
                      <a:pt x="80" y="66"/>
                    </a:moveTo>
                    <a:lnTo>
                      <a:pt x="84" y="40"/>
                    </a:lnTo>
                    <a:lnTo>
                      <a:pt x="88" y="13"/>
                    </a:lnTo>
                    <a:lnTo>
                      <a:pt x="9" y="0"/>
                    </a:lnTo>
                    <a:lnTo>
                      <a:pt x="5" y="26"/>
                    </a:lnTo>
                    <a:lnTo>
                      <a:pt x="0" y="52"/>
                    </a:lnTo>
                    <a:lnTo>
                      <a:pt x="80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04" name=""/>
              <p:cNvSpPr/>
              <p:nvPr/>
            </p:nvSpPr>
            <p:spPr>
              <a:xfrm rot="0">
                <a:off x="3067" y="955"/>
                <a:ext cx="1" cy="7"/>
              </a:xfrm>
              <a:custGeom>
                <a:avLst/>
                <a:ahLst/>
                <a:rect l="0" t="0" r="r" b="b"/>
                <a:pathLst>
                  <a:path w="4" h="26">
                    <a:moveTo>
                      <a:pt x="0" y="26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05" name=""/>
              <p:cNvSpPr/>
              <p:nvPr/>
            </p:nvSpPr>
            <p:spPr>
              <a:xfrm rot="0" flipH="1">
                <a:off x="3068" y="9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06" name=""/>
              <p:cNvSpPr/>
              <p:nvPr/>
            </p:nvSpPr>
            <p:spPr>
              <a:xfrm rot="0">
                <a:off x="3047" y="953"/>
                <a:ext cx="21" cy="16"/>
              </a:xfrm>
              <a:custGeom>
                <a:avLst/>
                <a:ahLst/>
                <a:rect l="0" t="0" r="r" b="b"/>
                <a:pathLst>
                  <a:path w="87" h="62">
                    <a:moveTo>
                      <a:pt x="80" y="62"/>
                    </a:moveTo>
                    <a:lnTo>
                      <a:pt x="84" y="36"/>
                    </a:lnTo>
                    <a:lnTo>
                      <a:pt x="87" y="10"/>
                    </a:lnTo>
                    <a:lnTo>
                      <a:pt x="7" y="0"/>
                    </a:lnTo>
                    <a:lnTo>
                      <a:pt x="3" y="26"/>
                    </a:lnTo>
                    <a:lnTo>
                      <a:pt x="0" y="53"/>
                    </a:lnTo>
                    <a:lnTo>
                      <a:pt x="80" y="6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07" name=""/>
              <p:cNvSpPr/>
              <p:nvPr/>
            </p:nvSpPr>
            <p:spPr>
              <a:xfrm rot="0">
                <a:off x="3047" y="953"/>
                <a:ext cx="21" cy="16"/>
              </a:xfrm>
              <a:custGeom>
                <a:avLst/>
                <a:ahLst/>
                <a:rect l="0" t="0" r="r" b="b"/>
                <a:pathLst>
                  <a:path w="87" h="62">
                    <a:moveTo>
                      <a:pt x="80" y="62"/>
                    </a:moveTo>
                    <a:lnTo>
                      <a:pt x="84" y="36"/>
                    </a:lnTo>
                    <a:lnTo>
                      <a:pt x="87" y="10"/>
                    </a:lnTo>
                    <a:lnTo>
                      <a:pt x="7" y="0"/>
                    </a:lnTo>
                    <a:lnTo>
                      <a:pt x="3" y="26"/>
                    </a:lnTo>
                    <a:lnTo>
                      <a:pt x="0" y="53"/>
                    </a:lnTo>
                    <a:lnTo>
                      <a:pt x="80" y="6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08" name=""/>
              <p:cNvSpPr/>
              <p:nvPr/>
            </p:nvSpPr>
            <p:spPr>
              <a:xfrm rot="0">
                <a:off x="3047" y="953"/>
                <a:ext cx="1" cy="7"/>
              </a:xfrm>
              <a:custGeom>
                <a:avLst/>
                <a:ahLst/>
                <a:rect l="0" t="0" r="r" b="b"/>
                <a:pathLst>
                  <a:path w="4" h="26">
                    <a:moveTo>
                      <a:pt x="0" y="26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09" name=""/>
              <p:cNvSpPr/>
              <p:nvPr/>
            </p:nvSpPr>
            <p:spPr>
              <a:xfrm rot="0" flipH="1">
                <a:off x="3048" y="9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10" name=""/>
              <p:cNvSpPr/>
              <p:nvPr/>
            </p:nvSpPr>
            <p:spPr>
              <a:xfrm rot="0">
                <a:off x="3027" y="952"/>
                <a:ext cx="21" cy="14"/>
              </a:xfrm>
              <a:custGeom>
                <a:avLst/>
                <a:ahLst/>
                <a:rect l="0" t="0" r="r" b="b"/>
                <a:pathLst>
                  <a:path w="85" h="58">
                    <a:moveTo>
                      <a:pt x="80" y="58"/>
                    </a:moveTo>
                    <a:lnTo>
                      <a:pt x="82" y="31"/>
                    </a:lnTo>
                    <a:lnTo>
                      <a:pt x="85" y="5"/>
                    </a:lnTo>
                    <a:lnTo>
                      <a:pt x="4" y="0"/>
                    </a:lnTo>
                    <a:lnTo>
                      <a:pt x="2" y="26"/>
                    </a:lnTo>
                    <a:lnTo>
                      <a:pt x="0" y="53"/>
                    </a:lnTo>
                    <a:lnTo>
                      <a:pt x="80" y="5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11" name=""/>
              <p:cNvSpPr/>
              <p:nvPr/>
            </p:nvSpPr>
            <p:spPr>
              <a:xfrm rot="0">
                <a:off x="3027" y="952"/>
                <a:ext cx="21" cy="14"/>
              </a:xfrm>
              <a:custGeom>
                <a:avLst/>
                <a:ahLst/>
                <a:rect l="0" t="0" r="r" b="b"/>
                <a:pathLst>
                  <a:path w="85" h="58">
                    <a:moveTo>
                      <a:pt x="80" y="58"/>
                    </a:moveTo>
                    <a:lnTo>
                      <a:pt x="82" y="31"/>
                    </a:lnTo>
                    <a:lnTo>
                      <a:pt x="85" y="5"/>
                    </a:lnTo>
                    <a:lnTo>
                      <a:pt x="4" y="0"/>
                    </a:lnTo>
                    <a:lnTo>
                      <a:pt x="2" y="26"/>
                    </a:lnTo>
                    <a:lnTo>
                      <a:pt x="0" y="53"/>
                    </a:lnTo>
                    <a:lnTo>
                      <a:pt x="80" y="5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12" name=""/>
              <p:cNvSpPr/>
              <p:nvPr/>
            </p:nvSpPr>
            <p:spPr>
              <a:xfrm rot="0">
                <a:off x="3027" y="952"/>
                <a:ext cx="1" cy="6"/>
              </a:xfrm>
              <a:custGeom>
                <a:avLst/>
                <a:ahLst/>
                <a:rect l="0" t="0" r="r" b="b"/>
                <a:pathLst>
                  <a:path w="2" h="26">
                    <a:moveTo>
                      <a:pt x="0" y="26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13" name=""/>
              <p:cNvSpPr/>
              <p:nvPr/>
            </p:nvSpPr>
            <p:spPr>
              <a:xfrm rot="0" flipH="1">
                <a:off x="3028" y="9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14" name=""/>
              <p:cNvSpPr/>
              <p:nvPr/>
            </p:nvSpPr>
            <p:spPr>
              <a:xfrm rot="0">
                <a:off x="3007" y="951"/>
                <a:ext cx="21" cy="14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81" y="55"/>
                    </a:moveTo>
                    <a:lnTo>
                      <a:pt x="82" y="28"/>
                    </a:lnTo>
                    <a:lnTo>
                      <a:pt x="83" y="2"/>
                    </a:lnTo>
                    <a:lnTo>
                      <a:pt x="2" y="0"/>
                    </a:lnTo>
                    <a:lnTo>
                      <a:pt x="1" y="26"/>
                    </a:lnTo>
                    <a:lnTo>
                      <a:pt x="0" y="52"/>
                    </a:lnTo>
                    <a:lnTo>
                      <a:pt x="81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15" name=""/>
              <p:cNvSpPr/>
              <p:nvPr/>
            </p:nvSpPr>
            <p:spPr>
              <a:xfrm rot="0">
                <a:off x="3007" y="951"/>
                <a:ext cx="21" cy="14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81" y="55"/>
                    </a:moveTo>
                    <a:lnTo>
                      <a:pt x="82" y="28"/>
                    </a:lnTo>
                    <a:lnTo>
                      <a:pt x="83" y="2"/>
                    </a:lnTo>
                    <a:lnTo>
                      <a:pt x="2" y="0"/>
                    </a:lnTo>
                    <a:lnTo>
                      <a:pt x="1" y="26"/>
                    </a:lnTo>
                    <a:lnTo>
                      <a:pt x="0" y="52"/>
                    </a:lnTo>
                    <a:lnTo>
                      <a:pt x="81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16" name=""/>
              <p:cNvSpPr/>
              <p:nvPr/>
            </p:nvSpPr>
            <p:spPr>
              <a:xfrm rot="0">
                <a:off x="3007" y="951"/>
                <a:ext cx="1" cy="7"/>
              </a:xfrm>
              <a:custGeom>
                <a:avLst/>
                <a:ahLst/>
                <a:rect l="0" t="0" r="r" b="b"/>
                <a:pathLst>
                  <a:path w="2" h="26">
                    <a:moveTo>
                      <a:pt x="1" y="26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17" name=""/>
              <p:cNvSpPr/>
              <p:nvPr/>
            </p:nvSpPr>
            <p:spPr>
              <a:xfrm rot="0" flipH="1">
                <a:off x="3007" y="9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18" name=""/>
              <p:cNvSpPr/>
              <p:nvPr/>
            </p:nvSpPr>
            <p:spPr>
              <a:xfrm rot="0">
                <a:off x="2986" y="951"/>
                <a:ext cx="21" cy="14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83" y="52"/>
                    </a:moveTo>
                    <a:lnTo>
                      <a:pt x="82" y="26"/>
                    </a:lnTo>
                    <a:lnTo>
                      <a:pt x="81" y="0"/>
                    </a:lnTo>
                    <a:lnTo>
                      <a:pt x="0" y="2"/>
                    </a:lnTo>
                    <a:lnTo>
                      <a:pt x="1" y="28"/>
                    </a:lnTo>
                    <a:lnTo>
                      <a:pt x="2" y="55"/>
                    </a:lnTo>
                    <a:lnTo>
                      <a:pt x="83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19" name=""/>
              <p:cNvSpPr/>
              <p:nvPr/>
            </p:nvSpPr>
            <p:spPr>
              <a:xfrm rot="0">
                <a:off x="2986" y="951"/>
                <a:ext cx="21" cy="14"/>
              </a:xfrm>
              <a:custGeom>
                <a:avLst/>
                <a:ahLst/>
                <a:rect l="0" t="0" r="r" b="b"/>
                <a:pathLst>
                  <a:path w="83" h="55">
                    <a:moveTo>
                      <a:pt x="83" y="52"/>
                    </a:moveTo>
                    <a:lnTo>
                      <a:pt x="82" y="26"/>
                    </a:lnTo>
                    <a:lnTo>
                      <a:pt x="81" y="0"/>
                    </a:lnTo>
                    <a:lnTo>
                      <a:pt x="0" y="2"/>
                    </a:lnTo>
                    <a:lnTo>
                      <a:pt x="1" y="28"/>
                    </a:lnTo>
                    <a:lnTo>
                      <a:pt x="2" y="55"/>
                    </a:lnTo>
                    <a:lnTo>
                      <a:pt x="83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20" name=""/>
              <p:cNvSpPr/>
              <p:nvPr/>
            </p:nvSpPr>
            <p:spPr>
              <a:xfrm rot="0">
                <a:off x="2986" y="952"/>
                <a:ext cx="1" cy="6"/>
              </a:xfrm>
              <a:custGeom>
                <a:avLst/>
                <a:ahLst/>
                <a:rect l="0" t="0" r="r" b="b"/>
                <a:pathLst>
                  <a:path w="2" h="26">
                    <a:moveTo>
                      <a:pt x="2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21" name=""/>
              <p:cNvSpPr/>
              <p:nvPr/>
            </p:nvSpPr>
            <p:spPr>
              <a:xfrm rot="0" flipH="1">
                <a:off x="2986" y="9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22" name=""/>
              <p:cNvSpPr/>
              <p:nvPr/>
            </p:nvSpPr>
            <p:spPr>
              <a:xfrm rot="0">
                <a:off x="2966" y="952"/>
                <a:ext cx="21" cy="14"/>
              </a:xfrm>
              <a:custGeom>
                <a:avLst/>
                <a:ahLst/>
                <a:rect l="0" t="0" r="r" b="b"/>
                <a:pathLst>
                  <a:path w="84" h="58">
                    <a:moveTo>
                      <a:pt x="84" y="53"/>
                    </a:moveTo>
                    <a:lnTo>
                      <a:pt x="82" y="26"/>
                    </a:lnTo>
                    <a:lnTo>
                      <a:pt x="80" y="0"/>
                    </a:lnTo>
                    <a:lnTo>
                      <a:pt x="0" y="5"/>
                    </a:lnTo>
                    <a:lnTo>
                      <a:pt x="2" y="31"/>
                    </a:lnTo>
                    <a:lnTo>
                      <a:pt x="4" y="58"/>
                    </a:lnTo>
                    <a:lnTo>
                      <a:pt x="84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23" name=""/>
              <p:cNvSpPr/>
              <p:nvPr/>
            </p:nvSpPr>
            <p:spPr>
              <a:xfrm rot="0">
                <a:off x="2966" y="952"/>
                <a:ext cx="21" cy="14"/>
              </a:xfrm>
              <a:custGeom>
                <a:avLst/>
                <a:ahLst/>
                <a:rect l="0" t="0" r="r" b="b"/>
                <a:pathLst>
                  <a:path w="84" h="58">
                    <a:moveTo>
                      <a:pt x="84" y="53"/>
                    </a:moveTo>
                    <a:lnTo>
                      <a:pt x="82" y="26"/>
                    </a:lnTo>
                    <a:lnTo>
                      <a:pt x="80" y="0"/>
                    </a:lnTo>
                    <a:lnTo>
                      <a:pt x="0" y="5"/>
                    </a:lnTo>
                    <a:lnTo>
                      <a:pt x="2" y="31"/>
                    </a:lnTo>
                    <a:lnTo>
                      <a:pt x="4" y="58"/>
                    </a:lnTo>
                    <a:lnTo>
                      <a:pt x="84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24" name=""/>
              <p:cNvSpPr/>
              <p:nvPr/>
            </p:nvSpPr>
            <p:spPr>
              <a:xfrm rot="0">
                <a:off x="2966" y="953"/>
                <a:ext cx="1" cy="7"/>
              </a:xfrm>
              <a:custGeom>
                <a:avLst/>
                <a:ahLst/>
                <a:rect l="0" t="0" r="r" b="b"/>
                <a:pathLst>
                  <a:path w="3" h="26">
                    <a:moveTo>
                      <a:pt x="3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25" name=""/>
              <p:cNvSpPr/>
              <p:nvPr/>
            </p:nvSpPr>
            <p:spPr>
              <a:xfrm rot="0" flipH="1">
                <a:off x="2966" y="9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26" name=""/>
              <p:cNvSpPr/>
              <p:nvPr/>
            </p:nvSpPr>
            <p:spPr>
              <a:xfrm rot="0">
                <a:off x="2946" y="953"/>
                <a:ext cx="21" cy="16"/>
              </a:xfrm>
              <a:custGeom>
                <a:avLst/>
                <a:ahLst/>
                <a:rect l="0" t="0" r="r" b="b"/>
                <a:pathLst>
                  <a:path w="87" h="62">
                    <a:moveTo>
                      <a:pt x="87" y="53"/>
                    </a:moveTo>
                    <a:lnTo>
                      <a:pt x="84" y="26"/>
                    </a:lnTo>
                    <a:lnTo>
                      <a:pt x="81" y="0"/>
                    </a:lnTo>
                    <a:lnTo>
                      <a:pt x="0" y="10"/>
                    </a:lnTo>
                    <a:lnTo>
                      <a:pt x="4" y="36"/>
                    </a:lnTo>
                    <a:lnTo>
                      <a:pt x="7" y="62"/>
                    </a:lnTo>
                    <a:lnTo>
                      <a:pt x="87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27" name=""/>
              <p:cNvSpPr/>
              <p:nvPr/>
            </p:nvSpPr>
            <p:spPr>
              <a:xfrm rot="0">
                <a:off x="2946" y="953"/>
                <a:ext cx="21" cy="16"/>
              </a:xfrm>
              <a:custGeom>
                <a:avLst/>
                <a:ahLst/>
                <a:rect l="0" t="0" r="r" b="b"/>
                <a:pathLst>
                  <a:path w="87" h="62">
                    <a:moveTo>
                      <a:pt x="87" y="53"/>
                    </a:moveTo>
                    <a:lnTo>
                      <a:pt x="84" y="26"/>
                    </a:lnTo>
                    <a:lnTo>
                      <a:pt x="81" y="0"/>
                    </a:lnTo>
                    <a:lnTo>
                      <a:pt x="0" y="10"/>
                    </a:lnTo>
                    <a:lnTo>
                      <a:pt x="4" y="36"/>
                    </a:lnTo>
                    <a:lnTo>
                      <a:pt x="7" y="62"/>
                    </a:lnTo>
                    <a:lnTo>
                      <a:pt x="87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28" name=""/>
              <p:cNvSpPr/>
              <p:nvPr/>
            </p:nvSpPr>
            <p:spPr>
              <a:xfrm rot="0">
                <a:off x="2946" y="955"/>
                <a:ext cx="1" cy="7"/>
              </a:xfrm>
              <a:custGeom>
                <a:avLst/>
                <a:ahLst/>
                <a:rect l="0" t="0" r="r" b="b"/>
                <a:pathLst>
                  <a:path w="5" h="26">
                    <a:moveTo>
                      <a:pt x="5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5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29" name=""/>
              <p:cNvSpPr/>
              <p:nvPr/>
            </p:nvSpPr>
            <p:spPr>
              <a:xfrm rot="0" flipH="1">
                <a:off x="2946" y="9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30" name=""/>
              <p:cNvSpPr/>
              <p:nvPr/>
            </p:nvSpPr>
            <p:spPr>
              <a:xfrm rot="0">
                <a:off x="2926" y="955"/>
                <a:ext cx="22" cy="17"/>
              </a:xfrm>
              <a:custGeom>
                <a:avLst/>
                <a:ahLst/>
                <a:rect l="0" t="0" r="r" b="b"/>
                <a:pathLst>
                  <a:path w="89" h="66">
                    <a:moveTo>
                      <a:pt x="89" y="52"/>
                    </a:moveTo>
                    <a:lnTo>
                      <a:pt x="85" y="26"/>
                    </a:lnTo>
                    <a:lnTo>
                      <a:pt x="80" y="0"/>
                    </a:lnTo>
                    <a:lnTo>
                      <a:pt x="0" y="13"/>
                    </a:lnTo>
                    <a:lnTo>
                      <a:pt x="4" y="40"/>
                    </a:lnTo>
                    <a:lnTo>
                      <a:pt x="9" y="66"/>
                    </a:lnTo>
                    <a:lnTo>
                      <a:pt x="89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31" name=""/>
              <p:cNvSpPr/>
              <p:nvPr/>
            </p:nvSpPr>
            <p:spPr>
              <a:xfrm rot="0">
                <a:off x="2926" y="955"/>
                <a:ext cx="22" cy="17"/>
              </a:xfrm>
              <a:custGeom>
                <a:avLst/>
                <a:ahLst/>
                <a:rect l="0" t="0" r="r" b="b"/>
                <a:pathLst>
                  <a:path w="89" h="66">
                    <a:moveTo>
                      <a:pt x="89" y="52"/>
                    </a:moveTo>
                    <a:lnTo>
                      <a:pt x="85" y="26"/>
                    </a:lnTo>
                    <a:lnTo>
                      <a:pt x="80" y="0"/>
                    </a:lnTo>
                    <a:lnTo>
                      <a:pt x="0" y="13"/>
                    </a:lnTo>
                    <a:lnTo>
                      <a:pt x="4" y="40"/>
                    </a:lnTo>
                    <a:lnTo>
                      <a:pt x="9" y="66"/>
                    </a:lnTo>
                    <a:lnTo>
                      <a:pt x="89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32" name=""/>
              <p:cNvSpPr/>
              <p:nvPr/>
            </p:nvSpPr>
            <p:spPr>
              <a:xfrm rot="0">
                <a:off x="2925" y="959"/>
                <a:ext cx="2" cy="6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5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33" name=""/>
              <p:cNvSpPr/>
              <p:nvPr/>
            </p:nvSpPr>
            <p:spPr>
              <a:xfrm rot="0" flipH="1">
                <a:off x="2925" y="9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34" name=""/>
              <p:cNvSpPr/>
              <p:nvPr/>
            </p:nvSpPr>
            <p:spPr>
              <a:xfrm rot="0">
                <a:off x="2906" y="959"/>
                <a:ext cx="22" cy="17"/>
              </a:xfrm>
              <a:custGeom>
                <a:avLst/>
                <a:ahLst/>
                <a:rect l="0" t="0" r="r" b="b"/>
                <a:pathLst>
                  <a:path w="89" h="70">
                    <a:moveTo>
                      <a:pt x="89" y="53"/>
                    </a:moveTo>
                    <a:lnTo>
                      <a:pt x="83" y="27"/>
                    </a:lnTo>
                    <a:lnTo>
                      <a:pt x="78" y="0"/>
                    </a:lnTo>
                    <a:lnTo>
                      <a:pt x="0" y="17"/>
                    </a:lnTo>
                    <a:lnTo>
                      <a:pt x="5" y="44"/>
                    </a:lnTo>
                    <a:lnTo>
                      <a:pt x="11" y="70"/>
                    </a:lnTo>
                    <a:lnTo>
                      <a:pt x="89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35" name=""/>
              <p:cNvSpPr/>
              <p:nvPr/>
            </p:nvSpPr>
            <p:spPr>
              <a:xfrm rot="0">
                <a:off x="2906" y="959"/>
                <a:ext cx="22" cy="17"/>
              </a:xfrm>
              <a:custGeom>
                <a:avLst/>
                <a:ahLst/>
                <a:rect l="0" t="0" r="r" b="b"/>
                <a:pathLst>
                  <a:path w="89" h="70">
                    <a:moveTo>
                      <a:pt x="89" y="53"/>
                    </a:moveTo>
                    <a:lnTo>
                      <a:pt x="83" y="27"/>
                    </a:lnTo>
                    <a:lnTo>
                      <a:pt x="78" y="0"/>
                    </a:lnTo>
                    <a:lnTo>
                      <a:pt x="0" y="17"/>
                    </a:lnTo>
                    <a:lnTo>
                      <a:pt x="5" y="44"/>
                    </a:lnTo>
                    <a:lnTo>
                      <a:pt x="11" y="70"/>
                    </a:lnTo>
                    <a:lnTo>
                      <a:pt x="89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36" name=""/>
              <p:cNvSpPr/>
              <p:nvPr/>
            </p:nvSpPr>
            <p:spPr>
              <a:xfrm rot="0">
                <a:off x="2905" y="963"/>
                <a:ext cx="2" cy="7"/>
              </a:xfrm>
              <a:custGeom>
                <a:avLst/>
                <a:ahLst/>
                <a:rect l="0" t="0" r="r" b="b"/>
                <a:pathLst>
                  <a:path w="7" h="27">
                    <a:moveTo>
                      <a:pt x="7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37" name=""/>
              <p:cNvSpPr/>
              <p:nvPr/>
            </p:nvSpPr>
            <p:spPr>
              <a:xfrm rot="0" flipH="1">
                <a:off x="2905" y="9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38" name=""/>
              <p:cNvSpPr/>
              <p:nvPr/>
            </p:nvSpPr>
            <p:spPr>
              <a:xfrm rot="0">
                <a:off x="2886" y="963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93" y="53"/>
                    </a:moveTo>
                    <a:lnTo>
                      <a:pt x="85" y="27"/>
                    </a:lnTo>
                    <a:lnTo>
                      <a:pt x="78" y="0"/>
                    </a:lnTo>
                    <a:lnTo>
                      <a:pt x="0" y="21"/>
                    </a:lnTo>
                    <a:lnTo>
                      <a:pt x="7" y="48"/>
                    </a:lnTo>
                    <a:lnTo>
                      <a:pt x="15" y="74"/>
                    </a:lnTo>
                    <a:lnTo>
                      <a:pt x="93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39" name=""/>
              <p:cNvSpPr/>
              <p:nvPr/>
            </p:nvSpPr>
            <p:spPr>
              <a:xfrm rot="0">
                <a:off x="2886" y="963"/>
                <a:ext cx="23" cy="18"/>
              </a:xfrm>
              <a:custGeom>
                <a:avLst/>
                <a:ahLst/>
                <a:rect l="0" t="0" r="r" b="b"/>
                <a:pathLst>
                  <a:path w="93" h="74">
                    <a:moveTo>
                      <a:pt x="93" y="53"/>
                    </a:moveTo>
                    <a:lnTo>
                      <a:pt x="85" y="27"/>
                    </a:lnTo>
                    <a:lnTo>
                      <a:pt x="78" y="0"/>
                    </a:lnTo>
                    <a:lnTo>
                      <a:pt x="0" y="21"/>
                    </a:lnTo>
                    <a:lnTo>
                      <a:pt x="7" y="48"/>
                    </a:lnTo>
                    <a:lnTo>
                      <a:pt x="15" y="74"/>
                    </a:lnTo>
                    <a:lnTo>
                      <a:pt x="93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40" name=""/>
              <p:cNvSpPr/>
              <p:nvPr/>
            </p:nvSpPr>
            <p:spPr>
              <a:xfrm rot="0">
                <a:off x="2885" y="968"/>
                <a:ext cx="3" cy="7"/>
              </a:xfrm>
              <a:custGeom>
                <a:avLst/>
                <a:ahLst/>
                <a:rect l="0" t="0" r="r" b="b"/>
                <a:pathLst>
                  <a:path w="8" h="27">
                    <a:moveTo>
                      <a:pt x="8" y="2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8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41" name=""/>
              <p:cNvSpPr/>
              <p:nvPr/>
            </p:nvSpPr>
            <p:spPr>
              <a:xfrm rot="0" flipH="1">
                <a:off x="2885" y="9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42" name=""/>
              <p:cNvSpPr/>
              <p:nvPr/>
            </p:nvSpPr>
            <p:spPr>
              <a:xfrm rot="0">
                <a:off x="2866" y="969"/>
                <a:ext cx="24" cy="19"/>
              </a:xfrm>
              <a:custGeom>
                <a:avLst/>
                <a:ahLst/>
                <a:rect l="0" t="0" r="r" b="b"/>
                <a:pathLst>
                  <a:path w="94" h="76">
                    <a:moveTo>
                      <a:pt x="94" y="51"/>
                    </a:moveTo>
                    <a:lnTo>
                      <a:pt x="85" y="26"/>
                    </a:lnTo>
                    <a:lnTo>
                      <a:pt x="77" y="0"/>
                    </a:lnTo>
                    <a:lnTo>
                      <a:pt x="0" y="26"/>
                    </a:lnTo>
                    <a:lnTo>
                      <a:pt x="8" y="51"/>
                    </a:lnTo>
                    <a:lnTo>
                      <a:pt x="17" y="76"/>
                    </a:lnTo>
                    <a:lnTo>
                      <a:pt x="94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43" name=""/>
              <p:cNvSpPr/>
              <p:nvPr/>
            </p:nvSpPr>
            <p:spPr>
              <a:xfrm rot="0">
                <a:off x="2866" y="969"/>
                <a:ext cx="24" cy="19"/>
              </a:xfrm>
              <a:custGeom>
                <a:avLst/>
                <a:ahLst/>
                <a:rect l="0" t="0" r="r" b="b"/>
                <a:pathLst>
                  <a:path w="94" h="76">
                    <a:moveTo>
                      <a:pt x="94" y="51"/>
                    </a:moveTo>
                    <a:lnTo>
                      <a:pt x="85" y="26"/>
                    </a:lnTo>
                    <a:lnTo>
                      <a:pt x="77" y="0"/>
                    </a:lnTo>
                    <a:lnTo>
                      <a:pt x="0" y="26"/>
                    </a:lnTo>
                    <a:lnTo>
                      <a:pt x="8" y="51"/>
                    </a:lnTo>
                    <a:lnTo>
                      <a:pt x="17" y="76"/>
                    </a:lnTo>
                    <a:lnTo>
                      <a:pt x="94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44" name=""/>
              <p:cNvSpPr/>
              <p:nvPr/>
            </p:nvSpPr>
            <p:spPr>
              <a:xfrm rot="0">
                <a:off x="2866" y="975"/>
                <a:ext cx="2" cy="6"/>
              </a:xfrm>
              <a:custGeom>
                <a:avLst/>
                <a:ahLst/>
                <a:rect l="0" t="0" r="r" b="b"/>
                <a:pathLst>
                  <a:path w="9" h="25">
                    <a:moveTo>
                      <a:pt x="9" y="25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9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45" name=""/>
              <p:cNvSpPr/>
              <p:nvPr/>
            </p:nvSpPr>
            <p:spPr>
              <a:xfrm rot="0" flipH="1">
                <a:off x="2866" y="9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46" name=""/>
              <p:cNvSpPr/>
              <p:nvPr/>
            </p:nvSpPr>
            <p:spPr>
              <a:xfrm rot="0">
                <a:off x="2847" y="975"/>
                <a:ext cx="24" cy="19"/>
              </a:xfrm>
              <a:custGeom>
                <a:avLst/>
                <a:ahLst/>
                <a:rect l="0" t="0" r="r" b="b"/>
                <a:pathLst>
                  <a:path w="95" h="78">
                    <a:moveTo>
                      <a:pt x="95" y="50"/>
                    </a:moveTo>
                    <a:lnTo>
                      <a:pt x="85" y="25"/>
                    </a:lnTo>
                    <a:lnTo>
                      <a:pt x="76" y="0"/>
                    </a:lnTo>
                    <a:lnTo>
                      <a:pt x="0" y="27"/>
                    </a:lnTo>
                    <a:lnTo>
                      <a:pt x="9" y="52"/>
                    </a:lnTo>
                    <a:lnTo>
                      <a:pt x="19" y="78"/>
                    </a:lnTo>
                    <a:lnTo>
                      <a:pt x="95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047" name=""/>
              <p:cNvSpPr/>
              <p:nvPr/>
            </p:nvSpPr>
            <p:spPr>
              <a:xfrm rot="0">
                <a:off x="2847" y="975"/>
                <a:ext cx="24" cy="19"/>
              </a:xfrm>
              <a:custGeom>
                <a:avLst/>
                <a:ahLst/>
                <a:rect l="0" t="0" r="r" b="b"/>
                <a:pathLst>
                  <a:path w="95" h="78">
                    <a:moveTo>
                      <a:pt x="95" y="50"/>
                    </a:moveTo>
                    <a:lnTo>
                      <a:pt x="85" y="25"/>
                    </a:lnTo>
                    <a:lnTo>
                      <a:pt x="76" y="0"/>
                    </a:lnTo>
                    <a:lnTo>
                      <a:pt x="0" y="27"/>
                    </a:lnTo>
                    <a:lnTo>
                      <a:pt x="9" y="52"/>
                    </a:lnTo>
                    <a:lnTo>
                      <a:pt x="19" y="78"/>
                    </a:lnTo>
                    <a:lnTo>
                      <a:pt x="95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048" name=""/>
              <p:cNvSpPr/>
              <p:nvPr/>
            </p:nvSpPr>
            <p:spPr>
              <a:xfrm rot="0">
                <a:off x="2847" y="982"/>
                <a:ext cx="2" cy="6"/>
              </a:xfrm>
              <a:custGeom>
                <a:avLst/>
                <a:ahLst/>
                <a:rect l="0" t="0" r="r" b="b"/>
                <a:pathLst>
                  <a:path w="10" h="25">
                    <a:moveTo>
                      <a:pt x="10" y="2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</p:grpSp>
        <p:sp>
          <p:nvSpPr>
            <p:cNvPr id="1076049" name=""/>
            <p:cNvSpPr/>
            <p:nvPr/>
          </p:nvSpPr>
          <p:spPr>
            <a:xfrm rot="0" flipH="1">
              <a:off x="2847" y="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50" name=""/>
            <p:cNvSpPr/>
            <p:nvPr/>
          </p:nvSpPr>
          <p:spPr>
            <a:xfrm rot="0">
              <a:off x="2828" y="982"/>
              <a:ext cx="24" cy="20"/>
            </a:xfrm>
            <a:custGeom>
              <a:avLst/>
              <a:ahLst/>
              <a:rect l="0" t="0" r="r" b="b"/>
              <a:pathLst>
                <a:path w="95" h="81">
                  <a:moveTo>
                    <a:pt x="95" y="49"/>
                  </a:moveTo>
                  <a:lnTo>
                    <a:pt x="84" y="24"/>
                  </a:lnTo>
                  <a:lnTo>
                    <a:pt x="74" y="0"/>
                  </a:lnTo>
                  <a:lnTo>
                    <a:pt x="0" y="33"/>
                  </a:lnTo>
                  <a:lnTo>
                    <a:pt x="11" y="57"/>
                  </a:lnTo>
                  <a:lnTo>
                    <a:pt x="21" y="81"/>
                  </a:lnTo>
                  <a:lnTo>
                    <a:pt x="95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51" name=""/>
            <p:cNvSpPr/>
            <p:nvPr/>
          </p:nvSpPr>
          <p:spPr>
            <a:xfrm rot="0">
              <a:off x="2828" y="982"/>
              <a:ext cx="24" cy="20"/>
            </a:xfrm>
            <a:custGeom>
              <a:avLst/>
              <a:ahLst/>
              <a:rect l="0" t="0" r="r" b="b"/>
              <a:pathLst>
                <a:path w="95" h="81">
                  <a:moveTo>
                    <a:pt x="95" y="49"/>
                  </a:moveTo>
                  <a:lnTo>
                    <a:pt x="84" y="24"/>
                  </a:lnTo>
                  <a:lnTo>
                    <a:pt x="74" y="0"/>
                  </a:lnTo>
                  <a:lnTo>
                    <a:pt x="0" y="33"/>
                  </a:lnTo>
                  <a:lnTo>
                    <a:pt x="11" y="57"/>
                  </a:lnTo>
                  <a:lnTo>
                    <a:pt x="21" y="81"/>
                  </a:lnTo>
                  <a:lnTo>
                    <a:pt x="95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52" name=""/>
            <p:cNvSpPr/>
            <p:nvPr/>
          </p:nvSpPr>
          <p:spPr>
            <a:xfrm rot="0">
              <a:off x="2828" y="990"/>
              <a:ext cx="3" cy="6"/>
            </a:xfrm>
            <a:custGeom>
              <a:avLst/>
              <a:ahLst/>
              <a:rect l="0" t="0" r="r" b="b"/>
              <a:pathLst>
                <a:path w="12" h="24">
                  <a:moveTo>
                    <a:pt x="12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53" name=""/>
            <p:cNvSpPr/>
            <p:nvPr/>
          </p:nvSpPr>
          <p:spPr>
            <a:xfrm rot="0" flipH="1">
              <a:off x="2828" y="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54" name=""/>
            <p:cNvSpPr/>
            <p:nvPr/>
          </p:nvSpPr>
          <p:spPr>
            <a:xfrm rot="0">
              <a:off x="2810" y="990"/>
              <a:ext cx="24" cy="21"/>
            </a:xfrm>
            <a:custGeom>
              <a:avLst/>
              <a:ahLst/>
              <a:rect l="0" t="0" r="r" b="b"/>
              <a:pathLst>
                <a:path w="96" h="83">
                  <a:moveTo>
                    <a:pt x="96" y="48"/>
                  </a:moveTo>
                  <a:lnTo>
                    <a:pt x="85" y="24"/>
                  </a:lnTo>
                  <a:lnTo>
                    <a:pt x="73" y="0"/>
                  </a:lnTo>
                  <a:lnTo>
                    <a:pt x="0" y="35"/>
                  </a:lnTo>
                  <a:lnTo>
                    <a:pt x="12" y="59"/>
                  </a:lnTo>
                  <a:lnTo>
                    <a:pt x="23" y="83"/>
                  </a:lnTo>
                  <a:lnTo>
                    <a:pt x="96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55" name=""/>
            <p:cNvSpPr/>
            <p:nvPr/>
          </p:nvSpPr>
          <p:spPr>
            <a:xfrm rot="0">
              <a:off x="2810" y="990"/>
              <a:ext cx="24" cy="21"/>
            </a:xfrm>
            <a:custGeom>
              <a:avLst/>
              <a:ahLst/>
              <a:rect l="0" t="0" r="r" b="b"/>
              <a:pathLst>
                <a:path w="96" h="83">
                  <a:moveTo>
                    <a:pt x="96" y="48"/>
                  </a:moveTo>
                  <a:lnTo>
                    <a:pt x="85" y="24"/>
                  </a:lnTo>
                  <a:lnTo>
                    <a:pt x="73" y="0"/>
                  </a:lnTo>
                  <a:lnTo>
                    <a:pt x="0" y="35"/>
                  </a:lnTo>
                  <a:lnTo>
                    <a:pt x="12" y="59"/>
                  </a:lnTo>
                  <a:lnTo>
                    <a:pt x="23" y="83"/>
                  </a:lnTo>
                  <a:lnTo>
                    <a:pt x="96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56" name=""/>
            <p:cNvSpPr/>
            <p:nvPr/>
          </p:nvSpPr>
          <p:spPr>
            <a:xfrm rot="0">
              <a:off x="2810" y="999"/>
              <a:ext cx="3" cy="6"/>
            </a:xfrm>
            <a:custGeom>
              <a:avLst/>
              <a:ahLst/>
              <a:rect l="0" t="0" r="r" b="b"/>
              <a:pathLst>
                <a:path w="13" h="24">
                  <a:moveTo>
                    <a:pt x="13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57" name=""/>
            <p:cNvSpPr/>
            <p:nvPr/>
          </p:nvSpPr>
          <p:spPr>
            <a:xfrm rot="0" flipH="1">
              <a:off x="2810" y="9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58" name=""/>
            <p:cNvSpPr/>
            <p:nvPr/>
          </p:nvSpPr>
          <p:spPr>
            <a:xfrm rot="0">
              <a:off x="2792" y="999"/>
              <a:ext cx="24" cy="22"/>
            </a:xfrm>
            <a:custGeom>
              <a:avLst/>
              <a:ahLst/>
              <a:rect l="0" t="0" r="r" b="b"/>
              <a:pathLst>
                <a:path w="95" h="85">
                  <a:moveTo>
                    <a:pt x="95" y="46"/>
                  </a:moveTo>
                  <a:lnTo>
                    <a:pt x="83" y="23"/>
                  </a:lnTo>
                  <a:lnTo>
                    <a:pt x="70" y="0"/>
                  </a:lnTo>
                  <a:lnTo>
                    <a:pt x="0" y="39"/>
                  </a:lnTo>
                  <a:lnTo>
                    <a:pt x="12" y="62"/>
                  </a:lnTo>
                  <a:lnTo>
                    <a:pt x="25" y="85"/>
                  </a:lnTo>
                  <a:lnTo>
                    <a:pt x="95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59" name=""/>
            <p:cNvSpPr/>
            <p:nvPr/>
          </p:nvSpPr>
          <p:spPr>
            <a:xfrm rot="0">
              <a:off x="2792" y="999"/>
              <a:ext cx="24" cy="22"/>
            </a:xfrm>
            <a:custGeom>
              <a:avLst/>
              <a:ahLst/>
              <a:rect l="0" t="0" r="r" b="b"/>
              <a:pathLst>
                <a:path w="95" h="85">
                  <a:moveTo>
                    <a:pt x="95" y="46"/>
                  </a:moveTo>
                  <a:lnTo>
                    <a:pt x="83" y="23"/>
                  </a:lnTo>
                  <a:lnTo>
                    <a:pt x="70" y="0"/>
                  </a:lnTo>
                  <a:lnTo>
                    <a:pt x="0" y="39"/>
                  </a:lnTo>
                  <a:lnTo>
                    <a:pt x="12" y="62"/>
                  </a:lnTo>
                  <a:lnTo>
                    <a:pt x="25" y="85"/>
                  </a:lnTo>
                  <a:lnTo>
                    <a:pt x="95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60" name=""/>
            <p:cNvSpPr/>
            <p:nvPr/>
          </p:nvSpPr>
          <p:spPr>
            <a:xfrm rot="0">
              <a:off x="2792" y="1009"/>
              <a:ext cx="3" cy="6"/>
            </a:xfrm>
            <a:custGeom>
              <a:avLst/>
              <a:ahLst/>
              <a:rect l="0" t="0" r="r" b="b"/>
              <a:pathLst>
                <a:path w="14" h="23">
                  <a:moveTo>
                    <a:pt x="14" y="2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61" name=""/>
            <p:cNvSpPr/>
            <p:nvPr/>
          </p:nvSpPr>
          <p:spPr>
            <a:xfrm rot="0" flipH="1">
              <a:off x="2792" y="10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62" name=""/>
            <p:cNvSpPr/>
            <p:nvPr/>
          </p:nvSpPr>
          <p:spPr>
            <a:xfrm rot="0">
              <a:off x="2774" y="1009"/>
              <a:ext cx="24" cy="22"/>
            </a:xfrm>
            <a:custGeom>
              <a:avLst/>
              <a:ahLst/>
              <a:rect l="0" t="0" r="r" b="b"/>
              <a:pathLst>
                <a:path w="97" h="88">
                  <a:moveTo>
                    <a:pt x="97" y="46"/>
                  </a:moveTo>
                  <a:lnTo>
                    <a:pt x="83" y="23"/>
                  </a:lnTo>
                  <a:lnTo>
                    <a:pt x="69" y="0"/>
                  </a:lnTo>
                  <a:lnTo>
                    <a:pt x="0" y="42"/>
                  </a:lnTo>
                  <a:lnTo>
                    <a:pt x="14" y="65"/>
                  </a:lnTo>
                  <a:lnTo>
                    <a:pt x="27" y="88"/>
                  </a:lnTo>
                  <a:lnTo>
                    <a:pt x="97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63" name=""/>
            <p:cNvSpPr/>
            <p:nvPr/>
          </p:nvSpPr>
          <p:spPr>
            <a:xfrm rot="0">
              <a:off x="2774" y="1009"/>
              <a:ext cx="24" cy="22"/>
            </a:xfrm>
            <a:custGeom>
              <a:avLst/>
              <a:ahLst/>
              <a:rect l="0" t="0" r="r" b="b"/>
              <a:pathLst>
                <a:path w="97" h="88">
                  <a:moveTo>
                    <a:pt x="97" y="46"/>
                  </a:moveTo>
                  <a:lnTo>
                    <a:pt x="83" y="23"/>
                  </a:lnTo>
                  <a:lnTo>
                    <a:pt x="69" y="0"/>
                  </a:lnTo>
                  <a:lnTo>
                    <a:pt x="0" y="42"/>
                  </a:lnTo>
                  <a:lnTo>
                    <a:pt x="14" y="65"/>
                  </a:lnTo>
                  <a:lnTo>
                    <a:pt x="27" y="88"/>
                  </a:lnTo>
                  <a:lnTo>
                    <a:pt x="97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64" name=""/>
            <p:cNvSpPr/>
            <p:nvPr/>
          </p:nvSpPr>
          <p:spPr>
            <a:xfrm rot="0">
              <a:off x="2774" y="1019"/>
              <a:ext cx="4" cy="6"/>
            </a:xfrm>
            <a:custGeom>
              <a:avLst/>
              <a:ahLst/>
              <a:rect l="0" t="0" r="r" b="b"/>
              <a:pathLst>
                <a:path w="15" h="23">
                  <a:moveTo>
                    <a:pt x="15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65" name=""/>
            <p:cNvSpPr/>
            <p:nvPr/>
          </p:nvSpPr>
          <p:spPr>
            <a:xfrm rot="0" flipH="1">
              <a:off x="2774" y="10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66" name=""/>
            <p:cNvSpPr/>
            <p:nvPr/>
          </p:nvSpPr>
          <p:spPr>
            <a:xfrm rot="0">
              <a:off x="2757" y="1020"/>
              <a:ext cx="24" cy="22"/>
            </a:xfrm>
            <a:custGeom>
              <a:avLst/>
              <a:ahLst/>
              <a:rect l="0" t="0" r="r" b="b"/>
              <a:pathLst>
                <a:path w="96" h="90">
                  <a:moveTo>
                    <a:pt x="96" y="44"/>
                  </a:moveTo>
                  <a:lnTo>
                    <a:pt x="82" y="22"/>
                  </a:lnTo>
                  <a:lnTo>
                    <a:pt x="67" y="0"/>
                  </a:lnTo>
                  <a:lnTo>
                    <a:pt x="0" y="45"/>
                  </a:lnTo>
                  <a:lnTo>
                    <a:pt x="15" y="67"/>
                  </a:lnTo>
                  <a:lnTo>
                    <a:pt x="30" y="90"/>
                  </a:lnTo>
                  <a:lnTo>
                    <a:pt x="96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67" name=""/>
            <p:cNvSpPr/>
            <p:nvPr/>
          </p:nvSpPr>
          <p:spPr>
            <a:xfrm rot="0">
              <a:off x="2757" y="1020"/>
              <a:ext cx="24" cy="22"/>
            </a:xfrm>
            <a:custGeom>
              <a:avLst/>
              <a:ahLst/>
              <a:rect l="0" t="0" r="r" b="b"/>
              <a:pathLst>
                <a:path w="96" h="90">
                  <a:moveTo>
                    <a:pt x="96" y="44"/>
                  </a:moveTo>
                  <a:lnTo>
                    <a:pt x="82" y="22"/>
                  </a:lnTo>
                  <a:lnTo>
                    <a:pt x="67" y="0"/>
                  </a:lnTo>
                  <a:lnTo>
                    <a:pt x="0" y="45"/>
                  </a:lnTo>
                  <a:lnTo>
                    <a:pt x="15" y="67"/>
                  </a:lnTo>
                  <a:lnTo>
                    <a:pt x="30" y="90"/>
                  </a:lnTo>
                  <a:lnTo>
                    <a:pt x="96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68" name=""/>
            <p:cNvSpPr/>
            <p:nvPr/>
          </p:nvSpPr>
          <p:spPr>
            <a:xfrm rot="0">
              <a:off x="2757" y="1031"/>
              <a:ext cx="4" cy="6"/>
            </a:xfrm>
            <a:custGeom>
              <a:avLst/>
              <a:ahLst/>
              <a:rect l="0" t="0" r="r" b="b"/>
              <a:pathLst>
                <a:path w="16" h="22">
                  <a:moveTo>
                    <a:pt x="1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69" name=""/>
            <p:cNvSpPr/>
            <p:nvPr/>
          </p:nvSpPr>
          <p:spPr>
            <a:xfrm rot="0" flipH="1">
              <a:off x="2757" y="10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70" name=""/>
            <p:cNvSpPr/>
            <p:nvPr/>
          </p:nvSpPr>
          <p:spPr>
            <a:xfrm rot="0">
              <a:off x="2741" y="1031"/>
              <a:ext cx="24" cy="23"/>
            </a:xfrm>
            <a:custGeom>
              <a:avLst/>
              <a:ahLst/>
              <a:rect l="0" t="0" r="r" b="b"/>
              <a:pathLst>
                <a:path w="96" h="91">
                  <a:moveTo>
                    <a:pt x="96" y="42"/>
                  </a:moveTo>
                  <a:lnTo>
                    <a:pt x="80" y="21"/>
                  </a:lnTo>
                  <a:lnTo>
                    <a:pt x="64" y="0"/>
                  </a:lnTo>
                  <a:lnTo>
                    <a:pt x="0" y="49"/>
                  </a:lnTo>
                  <a:lnTo>
                    <a:pt x="16" y="70"/>
                  </a:lnTo>
                  <a:lnTo>
                    <a:pt x="32" y="91"/>
                  </a:lnTo>
                  <a:lnTo>
                    <a:pt x="9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71" name=""/>
            <p:cNvSpPr/>
            <p:nvPr/>
          </p:nvSpPr>
          <p:spPr>
            <a:xfrm rot="0">
              <a:off x="2741" y="1031"/>
              <a:ext cx="24" cy="23"/>
            </a:xfrm>
            <a:custGeom>
              <a:avLst/>
              <a:ahLst/>
              <a:rect l="0" t="0" r="r" b="b"/>
              <a:pathLst>
                <a:path w="96" h="91">
                  <a:moveTo>
                    <a:pt x="96" y="42"/>
                  </a:moveTo>
                  <a:lnTo>
                    <a:pt x="80" y="21"/>
                  </a:lnTo>
                  <a:lnTo>
                    <a:pt x="64" y="0"/>
                  </a:lnTo>
                  <a:lnTo>
                    <a:pt x="0" y="49"/>
                  </a:lnTo>
                  <a:lnTo>
                    <a:pt x="16" y="70"/>
                  </a:lnTo>
                  <a:lnTo>
                    <a:pt x="32" y="91"/>
                  </a:lnTo>
                  <a:lnTo>
                    <a:pt x="9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72" name=""/>
            <p:cNvSpPr/>
            <p:nvPr/>
          </p:nvSpPr>
          <p:spPr>
            <a:xfrm rot="0">
              <a:off x="2741" y="1043"/>
              <a:ext cx="4" cy="6"/>
            </a:xfrm>
            <a:custGeom>
              <a:avLst/>
              <a:ahLst/>
              <a:rect l="0" t="0" r="r" b="b"/>
              <a:pathLst>
                <a:path w="17" h="21">
                  <a:moveTo>
                    <a:pt x="17" y="2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73" name=""/>
            <p:cNvSpPr/>
            <p:nvPr/>
          </p:nvSpPr>
          <p:spPr>
            <a:xfrm rot="0" flipH="1">
              <a:off x="2741" y="10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74" name=""/>
            <p:cNvSpPr/>
            <p:nvPr/>
          </p:nvSpPr>
          <p:spPr>
            <a:xfrm rot="0">
              <a:off x="2725" y="1043"/>
              <a:ext cx="24" cy="24"/>
            </a:xfrm>
            <a:custGeom>
              <a:avLst/>
              <a:ahLst/>
              <a:rect l="0" t="0" r="r" b="b"/>
              <a:pathLst>
                <a:path w="96" h="94">
                  <a:moveTo>
                    <a:pt x="96" y="42"/>
                  </a:moveTo>
                  <a:lnTo>
                    <a:pt x="79" y="21"/>
                  </a:lnTo>
                  <a:lnTo>
                    <a:pt x="62" y="0"/>
                  </a:lnTo>
                  <a:lnTo>
                    <a:pt x="0" y="51"/>
                  </a:lnTo>
                  <a:lnTo>
                    <a:pt x="17" y="73"/>
                  </a:lnTo>
                  <a:lnTo>
                    <a:pt x="33" y="94"/>
                  </a:lnTo>
                  <a:lnTo>
                    <a:pt x="9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75" name=""/>
            <p:cNvSpPr/>
            <p:nvPr/>
          </p:nvSpPr>
          <p:spPr>
            <a:xfrm rot="0">
              <a:off x="2725" y="1043"/>
              <a:ext cx="24" cy="24"/>
            </a:xfrm>
            <a:custGeom>
              <a:avLst/>
              <a:ahLst/>
              <a:rect l="0" t="0" r="r" b="b"/>
              <a:pathLst>
                <a:path w="96" h="94">
                  <a:moveTo>
                    <a:pt x="96" y="42"/>
                  </a:moveTo>
                  <a:lnTo>
                    <a:pt x="79" y="21"/>
                  </a:lnTo>
                  <a:lnTo>
                    <a:pt x="62" y="0"/>
                  </a:lnTo>
                  <a:lnTo>
                    <a:pt x="0" y="51"/>
                  </a:lnTo>
                  <a:lnTo>
                    <a:pt x="17" y="73"/>
                  </a:lnTo>
                  <a:lnTo>
                    <a:pt x="33" y="94"/>
                  </a:lnTo>
                  <a:lnTo>
                    <a:pt x="9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76" name=""/>
            <p:cNvSpPr/>
            <p:nvPr/>
          </p:nvSpPr>
          <p:spPr>
            <a:xfrm rot="0">
              <a:off x="2725" y="1056"/>
              <a:ext cx="4" cy="6"/>
            </a:xfrm>
            <a:custGeom>
              <a:avLst/>
              <a:ahLst/>
              <a:rect l="0" t="0" r="r" b="b"/>
              <a:pathLst>
                <a:path w="18" h="22">
                  <a:moveTo>
                    <a:pt x="18" y="2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8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77" name=""/>
            <p:cNvSpPr/>
            <p:nvPr/>
          </p:nvSpPr>
          <p:spPr>
            <a:xfrm rot="0" flipH="1">
              <a:off x="2725" y="1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78" name=""/>
            <p:cNvSpPr/>
            <p:nvPr/>
          </p:nvSpPr>
          <p:spPr>
            <a:xfrm rot="0">
              <a:off x="2710" y="1057"/>
              <a:ext cx="24" cy="23"/>
            </a:xfrm>
            <a:custGeom>
              <a:avLst/>
              <a:ahLst/>
              <a:rect l="0" t="0" r="r" b="b"/>
              <a:pathLst>
                <a:path w="95" h="94">
                  <a:moveTo>
                    <a:pt x="95" y="40"/>
                  </a:moveTo>
                  <a:lnTo>
                    <a:pt x="78" y="20"/>
                  </a:lnTo>
                  <a:lnTo>
                    <a:pt x="60" y="0"/>
                  </a:lnTo>
                  <a:lnTo>
                    <a:pt x="0" y="54"/>
                  </a:lnTo>
                  <a:lnTo>
                    <a:pt x="17" y="74"/>
                  </a:lnTo>
                  <a:lnTo>
                    <a:pt x="35" y="94"/>
                  </a:lnTo>
                  <a:lnTo>
                    <a:pt x="95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79" name=""/>
            <p:cNvSpPr/>
            <p:nvPr/>
          </p:nvSpPr>
          <p:spPr>
            <a:xfrm rot="0">
              <a:off x="2710" y="1057"/>
              <a:ext cx="24" cy="23"/>
            </a:xfrm>
            <a:custGeom>
              <a:avLst/>
              <a:ahLst/>
              <a:rect l="0" t="0" r="r" b="b"/>
              <a:pathLst>
                <a:path w="95" h="94">
                  <a:moveTo>
                    <a:pt x="95" y="40"/>
                  </a:moveTo>
                  <a:lnTo>
                    <a:pt x="78" y="20"/>
                  </a:lnTo>
                  <a:lnTo>
                    <a:pt x="60" y="0"/>
                  </a:lnTo>
                  <a:lnTo>
                    <a:pt x="0" y="54"/>
                  </a:lnTo>
                  <a:lnTo>
                    <a:pt x="17" y="74"/>
                  </a:lnTo>
                  <a:lnTo>
                    <a:pt x="35" y="94"/>
                  </a:lnTo>
                  <a:lnTo>
                    <a:pt x="95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80" name=""/>
            <p:cNvSpPr/>
            <p:nvPr/>
          </p:nvSpPr>
          <p:spPr>
            <a:xfrm rot="0">
              <a:off x="2710" y="1070"/>
              <a:ext cx="4" cy="5"/>
            </a:xfrm>
            <a:custGeom>
              <a:avLst/>
              <a:ahLst/>
              <a:rect l="0" t="0" r="r" b="b"/>
              <a:pathLst>
                <a:path w="19" h="20">
                  <a:moveTo>
                    <a:pt x="19" y="2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81" name=""/>
            <p:cNvSpPr/>
            <p:nvPr/>
          </p:nvSpPr>
          <p:spPr>
            <a:xfrm rot="0" flipH="1">
              <a:off x="2710" y="10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82" name=""/>
            <p:cNvSpPr/>
            <p:nvPr/>
          </p:nvSpPr>
          <p:spPr>
            <a:xfrm rot="0">
              <a:off x="2695" y="1071"/>
              <a:ext cx="24" cy="23"/>
            </a:xfrm>
            <a:custGeom>
              <a:avLst/>
              <a:ahLst/>
              <a:rect l="0" t="0" r="r" b="b"/>
              <a:pathLst>
                <a:path w="94" h="95">
                  <a:moveTo>
                    <a:pt x="94" y="38"/>
                  </a:moveTo>
                  <a:lnTo>
                    <a:pt x="75" y="19"/>
                  </a:lnTo>
                  <a:lnTo>
                    <a:pt x="56" y="0"/>
                  </a:lnTo>
                  <a:lnTo>
                    <a:pt x="0" y="57"/>
                  </a:lnTo>
                  <a:lnTo>
                    <a:pt x="18" y="76"/>
                  </a:lnTo>
                  <a:lnTo>
                    <a:pt x="37" y="95"/>
                  </a:lnTo>
                  <a:lnTo>
                    <a:pt x="94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83" name=""/>
            <p:cNvSpPr/>
            <p:nvPr/>
          </p:nvSpPr>
          <p:spPr>
            <a:xfrm rot="0">
              <a:off x="2695" y="1071"/>
              <a:ext cx="24" cy="23"/>
            </a:xfrm>
            <a:custGeom>
              <a:avLst/>
              <a:ahLst/>
              <a:rect l="0" t="0" r="r" b="b"/>
              <a:pathLst>
                <a:path w="94" h="95">
                  <a:moveTo>
                    <a:pt x="94" y="38"/>
                  </a:moveTo>
                  <a:lnTo>
                    <a:pt x="75" y="19"/>
                  </a:lnTo>
                  <a:lnTo>
                    <a:pt x="56" y="0"/>
                  </a:lnTo>
                  <a:lnTo>
                    <a:pt x="0" y="57"/>
                  </a:lnTo>
                  <a:lnTo>
                    <a:pt x="18" y="76"/>
                  </a:lnTo>
                  <a:lnTo>
                    <a:pt x="37" y="95"/>
                  </a:lnTo>
                  <a:lnTo>
                    <a:pt x="94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84" name=""/>
            <p:cNvSpPr/>
            <p:nvPr/>
          </p:nvSpPr>
          <p:spPr>
            <a:xfrm rot="0">
              <a:off x="2695" y="1085"/>
              <a:ext cx="5" cy="5"/>
            </a:xfrm>
            <a:custGeom>
              <a:avLst/>
              <a:ahLst/>
              <a:rect l="0" t="0" r="r" b="b"/>
              <a:pathLst>
                <a:path w="20" h="19">
                  <a:moveTo>
                    <a:pt x="20" y="1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85" name=""/>
            <p:cNvSpPr/>
            <p:nvPr/>
          </p:nvSpPr>
          <p:spPr>
            <a:xfrm rot="0" flipH="1">
              <a:off x="2695" y="1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86" name=""/>
            <p:cNvSpPr/>
            <p:nvPr/>
          </p:nvSpPr>
          <p:spPr>
            <a:xfrm rot="0">
              <a:off x="2682" y="1085"/>
              <a:ext cx="23" cy="24"/>
            </a:xfrm>
            <a:custGeom>
              <a:avLst/>
              <a:ahLst/>
              <a:rect l="0" t="0" r="r" b="b"/>
              <a:pathLst>
                <a:path w="94" h="96">
                  <a:moveTo>
                    <a:pt x="94" y="36"/>
                  </a:moveTo>
                  <a:lnTo>
                    <a:pt x="73" y="18"/>
                  </a:lnTo>
                  <a:lnTo>
                    <a:pt x="53" y="0"/>
                  </a:lnTo>
                  <a:lnTo>
                    <a:pt x="0" y="61"/>
                  </a:lnTo>
                  <a:lnTo>
                    <a:pt x="20" y="78"/>
                  </a:lnTo>
                  <a:lnTo>
                    <a:pt x="40" y="96"/>
                  </a:lnTo>
                  <a:lnTo>
                    <a:pt x="94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87" name=""/>
            <p:cNvSpPr/>
            <p:nvPr/>
          </p:nvSpPr>
          <p:spPr>
            <a:xfrm rot="0">
              <a:off x="2682" y="1085"/>
              <a:ext cx="23" cy="24"/>
            </a:xfrm>
            <a:custGeom>
              <a:avLst/>
              <a:ahLst/>
              <a:rect l="0" t="0" r="r" b="b"/>
              <a:pathLst>
                <a:path w="94" h="96">
                  <a:moveTo>
                    <a:pt x="94" y="36"/>
                  </a:moveTo>
                  <a:lnTo>
                    <a:pt x="73" y="18"/>
                  </a:lnTo>
                  <a:lnTo>
                    <a:pt x="53" y="0"/>
                  </a:lnTo>
                  <a:lnTo>
                    <a:pt x="0" y="61"/>
                  </a:lnTo>
                  <a:lnTo>
                    <a:pt x="20" y="78"/>
                  </a:lnTo>
                  <a:lnTo>
                    <a:pt x="40" y="96"/>
                  </a:lnTo>
                  <a:lnTo>
                    <a:pt x="94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88" name=""/>
            <p:cNvSpPr/>
            <p:nvPr/>
          </p:nvSpPr>
          <p:spPr>
            <a:xfrm rot="0">
              <a:off x="2681" y="1100"/>
              <a:ext cx="6" cy="5"/>
            </a:xfrm>
            <a:custGeom>
              <a:avLst/>
              <a:ahLst/>
              <a:rect l="0" t="0" r="r" b="b"/>
              <a:pathLst>
                <a:path w="21" h="17">
                  <a:moveTo>
                    <a:pt x="21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89" name=""/>
            <p:cNvSpPr/>
            <p:nvPr/>
          </p:nvSpPr>
          <p:spPr>
            <a:xfrm rot="0" flipH="1">
              <a:off x="2681" y="1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90" name=""/>
            <p:cNvSpPr/>
            <p:nvPr/>
          </p:nvSpPr>
          <p:spPr>
            <a:xfrm rot="0">
              <a:off x="2668" y="1100"/>
              <a:ext cx="24" cy="24"/>
            </a:xfrm>
            <a:custGeom>
              <a:avLst/>
              <a:ahLst/>
              <a:rect l="0" t="0" r="r" b="b"/>
              <a:pathLst>
                <a:path w="94" h="96">
                  <a:moveTo>
                    <a:pt x="94" y="33"/>
                  </a:moveTo>
                  <a:lnTo>
                    <a:pt x="73" y="16"/>
                  </a:lnTo>
                  <a:lnTo>
                    <a:pt x="52" y="0"/>
                  </a:lnTo>
                  <a:lnTo>
                    <a:pt x="0" y="62"/>
                  </a:lnTo>
                  <a:lnTo>
                    <a:pt x="21" y="79"/>
                  </a:lnTo>
                  <a:lnTo>
                    <a:pt x="42" y="96"/>
                  </a:lnTo>
                  <a:lnTo>
                    <a:pt x="94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91" name=""/>
            <p:cNvSpPr/>
            <p:nvPr/>
          </p:nvSpPr>
          <p:spPr>
            <a:xfrm rot="0">
              <a:off x="2668" y="1100"/>
              <a:ext cx="24" cy="24"/>
            </a:xfrm>
            <a:custGeom>
              <a:avLst/>
              <a:ahLst/>
              <a:rect l="0" t="0" r="r" b="b"/>
              <a:pathLst>
                <a:path w="94" h="96">
                  <a:moveTo>
                    <a:pt x="94" y="33"/>
                  </a:moveTo>
                  <a:lnTo>
                    <a:pt x="73" y="16"/>
                  </a:lnTo>
                  <a:lnTo>
                    <a:pt x="52" y="0"/>
                  </a:lnTo>
                  <a:lnTo>
                    <a:pt x="0" y="62"/>
                  </a:lnTo>
                  <a:lnTo>
                    <a:pt x="21" y="79"/>
                  </a:lnTo>
                  <a:lnTo>
                    <a:pt x="42" y="96"/>
                  </a:lnTo>
                  <a:lnTo>
                    <a:pt x="94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92" name=""/>
            <p:cNvSpPr/>
            <p:nvPr/>
          </p:nvSpPr>
          <p:spPr>
            <a:xfrm rot="0">
              <a:off x="2668" y="1116"/>
              <a:ext cx="6" cy="4"/>
            </a:xfrm>
            <a:custGeom>
              <a:avLst/>
              <a:ahLst/>
              <a:rect l="0" t="0" r="r" b="b"/>
              <a:pathLst>
                <a:path w="21" h="17">
                  <a:moveTo>
                    <a:pt x="21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93" name=""/>
            <p:cNvSpPr/>
            <p:nvPr/>
          </p:nvSpPr>
          <p:spPr>
            <a:xfrm rot="0">
              <a:off x="2668" y="11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94" name=""/>
            <p:cNvSpPr/>
            <p:nvPr/>
          </p:nvSpPr>
          <p:spPr>
            <a:xfrm rot="0">
              <a:off x="2656" y="1116"/>
              <a:ext cx="23" cy="24"/>
            </a:xfrm>
            <a:custGeom>
              <a:avLst/>
              <a:ahLst/>
              <a:rect l="0" t="0" r="r" b="b"/>
              <a:pathLst>
                <a:path w="91" h="97">
                  <a:moveTo>
                    <a:pt x="91" y="32"/>
                  </a:moveTo>
                  <a:lnTo>
                    <a:pt x="70" y="16"/>
                  </a:lnTo>
                  <a:lnTo>
                    <a:pt x="49" y="0"/>
                  </a:lnTo>
                  <a:lnTo>
                    <a:pt x="0" y="65"/>
                  </a:lnTo>
                  <a:lnTo>
                    <a:pt x="22" y="81"/>
                  </a:lnTo>
                  <a:lnTo>
                    <a:pt x="43" y="97"/>
                  </a:lnTo>
                  <a:lnTo>
                    <a:pt x="9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95" name=""/>
            <p:cNvSpPr/>
            <p:nvPr/>
          </p:nvSpPr>
          <p:spPr>
            <a:xfrm rot="0">
              <a:off x="2656" y="1116"/>
              <a:ext cx="23" cy="24"/>
            </a:xfrm>
            <a:custGeom>
              <a:avLst/>
              <a:ahLst/>
              <a:rect l="0" t="0" r="r" b="b"/>
              <a:pathLst>
                <a:path w="91" h="97">
                  <a:moveTo>
                    <a:pt x="91" y="32"/>
                  </a:moveTo>
                  <a:lnTo>
                    <a:pt x="70" y="16"/>
                  </a:lnTo>
                  <a:lnTo>
                    <a:pt x="49" y="0"/>
                  </a:lnTo>
                  <a:lnTo>
                    <a:pt x="0" y="65"/>
                  </a:lnTo>
                  <a:lnTo>
                    <a:pt x="22" y="81"/>
                  </a:lnTo>
                  <a:lnTo>
                    <a:pt x="43" y="97"/>
                  </a:lnTo>
                  <a:lnTo>
                    <a:pt x="91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96" name=""/>
            <p:cNvSpPr/>
            <p:nvPr/>
          </p:nvSpPr>
          <p:spPr>
            <a:xfrm rot="0">
              <a:off x="2656" y="1133"/>
              <a:ext cx="6" cy="4"/>
            </a:xfrm>
            <a:custGeom>
              <a:avLst/>
              <a:ahLst/>
              <a:rect l="0" t="0" r="r" b="b"/>
              <a:pathLst>
                <a:path w="23" h="16">
                  <a:moveTo>
                    <a:pt x="23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97" name=""/>
            <p:cNvSpPr/>
            <p:nvPr/>
          </p:nvSpPr>
          <p:spPr>
            <a:xfrm rot="0" flipH="1">
              <a:off x="2656" y="11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098" name=""/>
            <p:cNvSpPr/>
            <p:nvPr/>
          </p:nvSpPr>
          <p:spPr>
            <a:xfrm rot="0">
              <a:off x="2645" y="1133"/>
              <a:ext cx="22" cy="24"/>
            </a:xfrm>
            <a:custGeom>
              <a:avLst/>
              <a:ahLst/>
              <a:rect l="0" t="0" r="r" b="b"/>
              <a:pathLst>
                <a:path w="89" h="96">
                  <a:moveTo>
                    <a:pt x="89" y="30"/>
                  </a:moveTo>
                  <a:lnTo>
                    <a:pt x="67" y="15"/>
                  </a:lnTo>
                  <a:lnTo>
                    <a:pt x="44" y="0"/>
                  </a:lnTo>
                  <a:lnTo>
                    <a:pt x="0" y="67"/>
                  </a:lnTo>
                  <a:lnTo>
                    <a:pt x="22" y="82"/>
                  </a:lnTo>
                  <a:lnTo>
                    <a:pt x="44" y="96"/>
                  </a:lnTo>
                  <a:lnTo>
                    <a:pt x="8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099" name=""/>
            <p:cNvSpPr/>
            <p:nvPr/>
          </p:nvSpPr>
          <p:spPr>
            <a:xfrm rot="0">
              <a:off x="2645" y="1133"/>
              <a:ext cx="22" cy="24"/>
            </a:xfrm>
            <a:custGeom>
              <a:avLst/>
              <a:ahLst/>
              <a:rect l="0" t="0" r="r" b="b"/>
              <a:pathLst>
                <a:path w="89" h="96">
                  <a:moveTo>
                    <a:pt x="89" y="30"/>
                  </a:moveTo>
                  <a:lnTo>
                    <a:pt x="67" y="15"/>
                  </a:lnTo>
                  <a:lnTo>
                    <a:pt x="44" y="0"/>
                  </a:lnTo>
                  <a:lnTo>
                    <a:pt x="0" y="67"/>
                  </a:lnTo>
                  <a:lnTo>
                    <a:pt x="22" y="82"/>
                  </a:lnTo>
                  <a:lnTo>
                    <a:pt x="44" y="96"/>
                  </a:lnTo>
                  <a:lnTo>
                    <a:pt x="89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00" name=""/>
            <p:cNvSpPr/>
            <p:nvPr/>
          </p:nvSpPr>
          <p:spPr>
            <a:xfrm rot="0">
              <a:off x="2644" y="1149"/>
              <a:ext cx="12" cy="11"/>
            </a:xfrm>
            <a:custGeom>
              <a:avLst/>
              <a:ahLst/>
              <a:rect l="0" t="0" r="r" b="b"/>
              <a:pathLst>
                <a:path w="48" h="41">
                  <a:moveTo>
                    <a:pt x="26" y="15"/>
                  </a:moveTo>
                  <a:lnTo>
                    <a:pt x="48" y="29"/>
                  </a:lnTo>
                  <a:lnTo>
                    <a:pt x="43" y="36"/>
                  </a:lnTo>
                  <a:lnTo>
                    <a:pt x="36" y="40"/>
                  </a:lnTo>
                  <a:lnTo>
                    <a:pt x="27" y="41"/>
                  </a:lnTo>
                  <a:lnTo>
                    <a:pt x="19" y="41"/>
                  </a:lnTo>
                  <a:lnTo>
                    <a:pt x="11" y="37"/>
                  </a:lnTo>
                  <a:lnTo>
                    <a:pt x="5" y="31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0" y="7"/>
                  </a:lnTo>
                  <a:lnTo>
                    <a:pt x="4" y="0"/>
                  </a:lnTo>
                  <a:lnTo>
                    <a:pt x="2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01" name=""/>
            <p:cNvSpPr/>
            <p:nvPr/>
          </p:nvSpPr>
          <p:spPr>
            <a:xfrm rot="0">
              <a:off x="2644" y="1149"/>
              <a:ext cx="12" cy="11"/>
            </a:xfrm>
            <a:custGeom>
              <a:avLst/>
              <a:ahLst/>
              <a:rect l="0" t="0" r="r" b="b"/>
              <a:pathLst>
                <a:path w="48" h="41">
                  <a:moveTo>
                    <a:pt x="48" y="29"/>
                  </a:moveTo>
                  <a:lnTo>
                    <a:pt x="43" y="36"/>
                  </a:lnTo>
                  <a:lnTo>
                    <a:pt x="36" y="40"/>
                  </a:lnTo>
                  <a:lnTo>
                    <a:pt x="27" y="41"/>
                  </a:lnTo>
                  <a:lnTo>
                    <a:pt x="19" y="41"/>
                  </a:lnTo>
                  <a:lnTo>
                    <a:pt x="11" y="37"/>
                  </a:lnTo>
                  <a:lnTo>
                    <a:pt x="5" y="31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0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02" name=""/>
            <p:cNvSpPr/>
            <p:nvPr/>
          </p:nvSpPr>
          <p:spPr>
            <a:xfrm rot="0">
              <a:off x="1786" y="2910"/>
              <a:ext cx="7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03" name=""/>
            <p:cNvSpPr/>
            <p:nvPr/>
          </p:nvSpPr>
          <p:spPr>
            <a:xfrm rot="0">
              <a:off x="1786" y="2910"/>
              <a:ext cx="7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04" name=""/>
            <p:cNvSpPr/>
            <p:nvPr/>
          </p:nvSpPr>
          <p:spPr>
            <a:xfrm rot="0">
              <a:off x="1793" y="2910"/>
              <a:ext cx="335" cy="13"/>
            </a:xfrm>
            <a:custGeom>
              <a:avLst/>
              <a:ahLst/>
              <a:rect l="0" t="0" r="r" b="b"/>
              <a:pathLst>
                <a:path w="1344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1344" y="54"/>
                  </a:lnTo>
                  <a:lnTo>
                    <a:pt x="1344" y="28"/>
                  </a:lnTo>
                  <a:lnTo>
                    <a:pt x="134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05" name=""/>
            <p:cNvSpPr/>
            <p:nvPr/>
          </p:nvSpPr>
          <p:spPr>
            <a:xfrm rot="0">
              <a:off x="1793" y="2910"/>
              <a:ext cx="335" cy="13"/>
            </a:xfrm>
            <a:custGeom>
              <a:avLst/>
              <a:ahLst/>
              <a:rect l="0" t="0" r="r" b="b"/>
              <a:pathLst>
                <a:path w="1344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1344" y="54"/>
                  </a:lnTo>
                  <a:lnTo>
                    <a:pt x="1344" y="28"/>
                  </a:lnTo>
                  <a:lnTo>
                    <a:pt x="134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06" name=""/>
            <p:cNvSpPr/>
            <p:nvPr/>
          </p:nvSpPr>
          <p:spPr>
            <a:xfrm rot="0">
              <a:off x="2128" y="2910"/>
              <a:ext cx="7" cy="13"/>
            </a:xfrm>
            <a:custGeom>
              <a:avLst/>
              <a:ahLst/>
              <a:rect l="0" t="0" r="r" b="b"/>
              <a:pathLst>
                <a:path w="27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07" name=""/>
            <p:cNvSpPr/>
            <p:nvPr/>
          </p:nvSpPr>
          <p:spPr>
            <a:xfrm rot="0">
              <a:off x="2128" y="2910"/>
              <a:ext cx="7" cy="13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08" name=""/>
            <p:cNvSpPr/>
            <p:nvPr/>
          </p:nvSpPr>
          <p:spPr>
            <a:xfrm rot="0">
              <a:off x="2122" y="2063"/>
              <a:ext cx="13" cy="7"/>
            </a:xfrm>
            <a:custGeom>
              <a:avLst/>
              <a:ahLst/>
              <a:rect l="0" t="0" r="r" b="b"/>
              <a:pathLst>
                <a:path w="53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3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09" name=""/>
            <p:cNvSpPr/>
            <p:nvPr/>
          </p:nvSpPr>
          <p:spPr>
            <a:xfrm rot="0">
              <a:off x="2122" y="2063"/>
              <a:ext cx="13" cy="7"/>
            </a:xfrm>
            <a:custGeom>
              <a:avLst/>
              <a:ahLst/>
              <a:rect l="0" t="0" r="r" b="b"/>
              <a:pathLst>
                <a:path w="53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3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10" name=""/>
            <p:cNvSpPr/>
            <p:nvPr/>
          </p:nvSpPr>
          <p:spPr>
            <a:xfrm rot="0">
              <a:off x="2122" y="2070"/>
              <a:ext cx="13" cy="847"/>
            </a:xfrm>
            <a:custGeom>
              <a:avLst/>
              <a:ahLst/>
              <a:rect l="0" t="0" r="r" b="b"/>
              <a:pathLst>
                <a:path w="53" h="3389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389"/>
                  </a:lnTo>
                  <a:lnTo>
                    <a:pt x="26" y="3389"/>
                  </a:lnTo>
                  <a:lnTo>
                    <a:pt x="53" y="3389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11" name=""/>
            <p:cNvSpPr/>
            <p:nvPr/>
          </p:nvSpPr>
          <p:spPr>
            <a:xfrm rot="0">
              <a:off x="2122" y="2070"/>
              <a:ext cx="13" cy="847"/>
            </a:xfrm>
            <a:custGeom>
              <a:avLst/>
              <a:ahLst/>
              <a:rect l="0" t="0" r="r" b="b"/>
              <a:pathLst>
                <a:path w="53" h="3389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3389"/>
                  </a:lnTo>
                  <a:lnTo>
                    <a:pt x="26" y="3389"/>
                  </a:lnTo>
                  <a:lnTo>
                    <a:pt x="53" y="3389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12" name=""/>
            <p:cNvSpPr/>
            <p:nvPr/>
          </p:nvSpPr>
          <p:spPr>
            <a:xfrm rot="0">
              <a:off x="2122" y="2917"/>
              <a:ext cx="13" cy="6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13" name=""/>
            <p:cNvSpPr/>
            <p:nvPr/>
          </p:nvSpPr>
          <p:spPr>
            <a:xfrm rot="0">
              <a:off x="2122" y="2917"/>
              <a:ext cx="13" cy="6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14" name=""/>
            <p:cNvSpPr/>
            <p:nvPr/>
          </p:nvSpPr>
          <p:spPr>
            <a:xfrm rot="0">
              <a:off x="1786" y="2063"/>
              <a:ext cx="7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15" name=""/>
            <p:cNvSpPr/>
            <p:nvPr/>
          </p:nvSpPr>
          <p:spPr>
            <a:xfrm rot="0">
              <a:off x="1786" y="2063"/>
              <a:ext cx="7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16" name=""/>
            <p:cNvSpPr/>
            <p:nvPr/>
          </p:nvSpPr>
          <p:spPr>
            <a:xfrm rot="0">
              <a:off x="1793" y="2063"/>
              <a:ext cx="335" cy="13"/>
            </a:xfrm>
            <a:custGeom>
              <a:avLst/>
              <a:ahLst/>
              <a:rect l="0" t="0" r="r" b="b"/>
              <a:pathLst>
                <a:path w="1344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344" y="54"/>
                  </a:lnTo>
                  <a:lnTo>
                    <a:pt x="1344" y="27"/>
                  </a:lnTo>
                  <a:lnTo>
                    <a:pt x="134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17" name=""/>
            <p:cNvSpPr/>
            <p:nvPr/>
          </p:nvSpPr>
          <p:spPr>
            <a:xfrm rot="0">
              <a:off x="1793" y="2063"/>
              <a:ext cx="335" cy="13"/>
            </a:xfrm>
            <a:custGeom>
              <a:avLst/>
              <a:ahLst/>
              <a:rect l="0" t="0" r="r" b="b"/>
              <a:pathLst>
                <a:path w="1344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1344" y="54"/>
                  </a:lnTo>
                  <a:lnTo>
                    <a:pt x="1344" y="27"/>
                  </a:lnTo>
                  <a:lnTo>
                    <a:pt x="134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18" name=""/>
            <p:cNvSpPr/>
            <p:nvPr/>
          </p:nvSpPr>
          <p:spPr>
            <a:xfrm rot="0">
              <a:off x="2128" y="2063"/>
              <a:ext cx="7" cy="13"/>
            </a:xfrm>
            <a:custGeom>
              <a:avLst/>
              <a:ahLst/>
              <a:rect l="0" t="0" r="r" b="b"/>
              <a:pathLst>
                <a:path w="27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119" name=""/>
            <p:cNvSpPr/>
            <p:nvPr/>
          </p:nvSpPr>
          <p:spPr>
            <a:xfrm rot="0">
              <a:off x="2128" y="2063"/>
              <a:ext cx="7" cy="13"/>
            </a:xfrm>
            <a:custGeom>
              <a:avLst/>
              <a:ahLst/>
              <a:rect l="0" t="0" r="r" b="b"/>
              <a:pathLst>
                <a:path w="27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20" name=""/>
            <p:cNvSpPr/>
            <p:nvPr/>
          </p:nvSpPr>
          <p:spPr>
            <a:xfrm rot="0">
              <a:off x="1315" y="2129"/>
              <a:ext cx="7" cy="14"/>
            </a:xfrm>
            <a:custGeom>
              <a:avLst/>
              <a:ahLst/>
              <a:rect l="0" t="0" r="r" b="b"/>
              <a:pathLst>
                <a:path w="28" h="53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5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21" name=""/>
            <p:cNvSpPr/>
            <p:nvPr/>
          </p:nvSpPr>
          <p:spPr>
            <a:xfrm rot="0">
              <a:off x="1315" y="2129"/>
              <a:ext cx="7" cy="14"/>
            </a:xfrm>
            <a:custGeom>
              <a:avLst/>
              <a:ahLst/>
              <a:rect l="0" t="0" r="r" b="b"/>
              <a:pathLst>
                <a:path w="28" h="53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5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22" name=""/>
            <p:cNvSpPr/>
            <p:nvPr/>
          </p:nvSpPr>
          <p:spPr>
            <a:xfrm rot="0">
              <a:off x="826" y="2129"/>
              <a:ext cx="489" cy="14"/>
            </a:xfrm>
            <a:custGeom>
              <a:avLst/>
              <a:ahLst/>
              <a:rect l="0" t="0" r="r" b="b"/>
              <a:pathLst>
                <a:path w="1953" h="53">
                  <a:moveTo>
                    <a:pt x="1953" y="53"/>
                  </a:moveTo>
                  <a:lnTo>
                    <a:pt x="1953" y="27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953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23" name=""/>
            <p:cNvSpPr/>
            <p:nvPr/>
          </p:nvSpPr>
          <p:spPr>
            <a:xfrm rot="0">
              <a:off x="826" y="2129"/>
              <a:ext cx="489" cy="14"/>
            </a:xfrm>
            <a:custGeom>
              <a:avLst/>
              <a:ahLst/>
              <a:rect l="0" t="0" r="r" b="b"/>
              <a:pathLst>
                <a:path w="1953" h="53">
                  <a:moveTo>
                    <a:pt x="1953" y="53"/>
                  </a:moveTo>
                  <a:lnTo>
                    <a:pt x="1953" y="27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953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24" name=""/>
            <p:cNvSpPr/>
            <p:nvPr/>
          </p:nvSpPr>
          <p:spPr>
            <a:xfrm rot="0">
              <a:off x="820" y="2129"/>
              <a:ext cx="6" cy="14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25" name=""/>
            <p:cNvSpPr/>
            <p:nvPr/>
          </p:nvSpPr>
          <p:spPr>
            <a:xfrm rot="0">
              <a:off x="820" y="2129"/>
              <a:ext cx="6" cy="14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26" name=""/>
            <p:cNvSpPr/>
            <p:nvPr/>
          </p:nvSpPr>
          <p:spPr>
            <a:xfrm rot="0">
              <a:off x="1315" y="2275"/>
              <a:ext cx="7" cy="13"/>
            </a:xfrm>
            <a:custGeom>
              <a:avLst/>
              <a:ahLst/>
              <a:rect l="0" t="0" r="r" b="b"/>
              <a:pathLst>
                <a:path w="28" h="53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27" name=""/>
            <p:cNvSpPr/>
            <p:nvPr/>
          </p:nvSpPr>
          <p:spPr>
            <a:xfrm rot="0">
              <a:off x="1315" y="2275"/>
              <a:ext cx="7" cy="13"/>
            </a:xfrm>
            <a:custGeom>
              <a:avLst/>
              <a:ahLst/>
              <a:rect l="0" t="0" r="r" b="b"/>
              <a:pathLst>
                <a:path w="28" h="53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28" name=""/>
            <p:cNvSpPr/>
            <p:nvPr/>
          </p:nvSpPr>
          <p:spPr>
            <a:xfrm rot="0">
              <a:off x="826" y="2275"/>
              <a:ext cx="489" cy="13"/>
            </a:xfrm>
            <a:custGeom>
              <a:avLst/>
              <a:ahLst/>
              <a:rect l="0" t="0" r="r" b="b"/>
              <a:pathLst>
                <a:path w="1953" h="53">
                  <a:moveTo>
                    <a:pt x="1953" y="53"/>
                  </a:moveTo>
                  <a:lnTo>
                    <a:pt x="1953" y="27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953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29" name=""/>
            <p:cNvSpPr/>
            <p:nvPr/>
          </p:nvSpPr>
          <p:spPr>
            <a:xfrm rot="0">
              <a:off x="826" y="2275"/>
              <a:ext cx="489" cy="13"/>
            </a:xfrm>
            <a:custGeom>
              <a:avLst/>
              <a:ahLst/>
              <a:rect l="0" t="0" r="r" b="b"/>
              <a:pathLst>
                <a:path w="1953" h="53">
                  <a:moveTo>
                    <a:pt x="1953" y="53"/>
                  </a:moveTo>
                  <a:lnTo>
                    <a:pt x="1953" y="27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953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30" name=""/>
            <p:cNvSpPr/>
            <p:nvPr/>
          </p:nvSpPr>
          <p:spPr>
            <a:xfrm rot="0">
              <a:off x="820" y="2275"/>
              <a:ext cx="6" cy="13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31" name=""/>
            <p:cNvSpPr/>
            <p:nvPr/>
          </p:nvSpPr>
          <p:spPr>
            <a:xfrm rot="0">
              <a:off x="820" y="2275"/>
              <a:ext cx="6" cy="13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32" name=""/>
            <p:cNvSpPr/>
            <p:nvPr/>
          </p:nvSpPr>
          <p:spPr>
            <a:xfrm rot="0">
              <a:off x="1308" y="2129"/>
              <a:ext cx="14" cy="7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33" name=""/>
            <p:cNvSpPr/>
            <p:nvPr/>
          </p:nvSpPr>
          <p:spPr>
            <a:xfrm rot="0">
              <a:off x="1308" y="2129"/>
              <a:ext cx="14" cy="7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34" name=""/>
            <p:cNvSpPr/>
            <p:nvPr/>
          </p:nvSpPr>
          <p:spPr>
            <a:xfrm rot="0">
              <a:off x="1308" y="2136"/>
              <a:ext cx="14" cy="146"/>
            </a:xfrm>
            <a:custGeom>
              <a:avLst/>
              <a:ahLst/>
              <a:rect l="0" t="0" r="r" b="b"/>
              <a:pathLst>
                <a:path w="54" h="58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581"/>
                  </a:lnTo>
                  <a:lnTo>
                    <a:pt x="26" y="581"/>
                  </a:lnTo>
                  <a:lnTo>
                    <a:pt x="54" y="581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35" name=""/>
            <p:cNvSpPr/>
            <p:nvPr/>
          </p:nvSpPr>
          <p:spPr>
            <a:xfrm rot="0">
              <a:off x="1308" y="2136"/>
              <a:ext cx="14" cy="146"/>
            </a:xfrm>
            <a:custGeom>
              <a:avLst/>
              <a:ahLst/>
              <a:rect l="0" t="0" r="r" b="b"/>
              <a:pathLst>
                <a:path w="54" h="581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581"/>
                  </a:lnTo>
                  <a:lnTo>
                    <a:pt x="26" y="581"/>
                  </a:lnTo>
                  <a:lnTo>
                    <a:pt x="54" y="58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36" name=""/>
            <p:cNvSpPr/>
            <p:nvPr/>
          </p:nvSpPr>
          <p:spPr>
            <a:xfrm rot="0">
              <a:off x="1308" y="2282"/>
              <a:ext cx="14" cy="6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37" name=""/>
            <p:cNvSpPr/>
            <p:nvPr/>
          </p:nvSpPr>
          <p:spPr>
            <a:xfrm rot="0">
              <a:off x="1308" y="2282"/>
              <a:ext cx="14" cy="6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38" name=""/>
            <p:cNvSpPr/>
            <p:nvPr/>
          </p:nvSpPr>
          <p:spPr>
            <a:xfrm rot="0">
              <a:off x="1793" y="2063"/>
              <a:ext cx="6" cy="13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39" name=""/>
            <p:cNvSpPr/>
            <p:nvPr/>
          </p:nvSpPr>
          <p:spPr>
            <a:xfrm rot="0">
              <a:off x="1793" y="2063"/>
              <a:ext cx="6" cy="13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40" name=""/>
            <p:cNvSpPr/>
            <p:nvPr/>
          </p:nvSpPr>
          <p:spPr>
            <a:xfrm rot="0">
              <a:off x="826" y="2063"/>
              <a:ext cx="967" cy="13"/>
            </a:xfrm>
            <a:custGeom>
              <a:avLst/>
              <a:ahLst/>
              <a:rect l="0" t="0" r="r" b="b"/>
              <a:pathLst>
                <a:path w="3864" h="54">
                  <a:moveTo>
                    <a:pt x="3864" y="54"/>
                  </a:moveTo>
                  <a:lnTo>
                    <a:pt x="3864" y="27"/>
                  </a:lnTo>
                  <a:lnTo>
                    <a:pt x="386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3864" y="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41" name=""/>
            <p:cNvSpPr/>
            <p:nvPr/>
          </p:nvSpPr>
          <p:spPr>
            <a:xfrm rot="0">
              <a:off x="826" y="2063"/>
              <a:ext cx="967" cy="13"/>
            </a:xfrm>
            <a:custGeom>
              <a:avLst/>
              <a:ahLst/>
              <a:rect l="0" t="0" r="r" b="b"/>
              <a:pathLst>
                <a:path w="3864" h="54">
                  <a:moveTo>
                    <a:pt x="3864" y="54"/>
                  </a:moveTo>
                  <a:lnTo>
                    <a:pt x="3864" y="27"/>
                  </a:lnTo>
                  <a:lnTo>
                    <a:pt x="3864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3864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42" name=""/>
            <p:cNvSpPr/>
            <p:nvPr/>
          </p:nvSpPr>
          <p:spPr>
            <a:xfrm rot="0">
              <a:off x="820" y="2063"/>
              <a:ext cx="6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43" name=""/>
            <p:cNvSpPr/>
            <p:nvPr/>
          </p:nvSpPr>
          <p:spPr>
            <a:xfrm rot="0">
              <a:off x="820" y="2063"/>
              <a:ext cx="6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44" name=""/>
            <p:cNvSpPr/>
            <p:nvPr/>
          </p:nvSpPr>
          <p:spPr>
            <a:xfrm rot="0">
              <a:off x="820" y="2063"/>
              <a:ext cx="13" cy="7"/>
            </a:xfrm>
            <a:custGeom>
              <a:avLst/>
              <a:ahLst/>
              <a:rect l="0" t="0" r="r" b="b"/>
              <a:pathLst>
                <a:path w="53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3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45" name=""/>
            <p:cNvSpPr/>
            <p:nvPr/>
          </p:nvSpPr>
          <p:spPr>
            <a:xfrm rot="0">
              <a:off x="820" y="2063"/>
              <a:ext cx="13" cy="7"/>
            </a:xfrm>
            <a:custGeom>
              <a:avLst/>
              <a:ahLst/>
              <a:rect l="0" t="0" r="r" b="b"/>
              <a:pathLst>
                <a:path w="53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3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46" name=""/>
            <p:cNvSpPr/>
            <p:nvPr/>
          </p:nvSpPr>
          <p:spPr>
            <a:xfrm rot="0">
              <a:off x="820" y="2070"/>
              <a:ext cx="13" cy="212"/>
            </a:xfrm>
            <a:custGeom>
              <a:avLst/>
              <a:ahLst/>
              <a:rect l="0" t="0" r="r" b="b"/>
              <a:pathLst>
                <a:path w="53" h="847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47"/>
                  </a:lnTo>
                  <a:lnTo>
                    <a:pt x="26" y="847"/>
                  </a:lnTo>
                  <a:lnTo>
                    <a:pt x="53" y="847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47" name=""/>
            <p:cNvSpPr/>
            <p:nvPr/>
          </p:nvSpPr>
          <p:spPr>
            <a:xfrm rot="0">
              <a:off x="820" y="2070"/>
              <a:ext cx="13" cy="212"/>
            </a:xfrm>
            <a:custGeom>
              <a:avLst/>
              <a:ahLst/>
              <a:rect l="0" t="0" r="r" b="b"/>
              <a:pathLst>
                <a:path w="53" h="847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47"/>
                  </a:lnTo>
                  <a:lnTo>
                    <a:pt x="26" y="847"/>
                  </a:lnTo>
                  <a:lnTo>
                    <a:pt x="53" y="847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48" name=""/>
            <p:cNvSpPr/>
            <p:nvPr/>
          </p:nvSpPr>
          <p:spPr>
            <a:xfrm rot="0">
              <a:off x="820" y="2282"/>
              <a:ext cx="13" cy="6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49" name=""/>
            <p:cNvSpPr/>
            <p:nvPr/>
          </p:nvSpPr>
          <p:spPr>
            <a:xfrm rot="0">
              <a:off x="820" y="2282"/>
              <a:ext cx="13" cy="6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50" name=""/>
            <p:cNvSpPr/>
            <p:nvPr/>
          </p:nvSpPr>
          <p:spPr>
            <a:xfrm rot="0">
              <a:off x="1308" y="2275"/>
              <a:ext cx="14" cy="7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51" name=""/>
            <p:cNvSpPr/>
            <p:nvPr/>
          </p:nvSpPr>
          <p:spPr>
            <a:xfrm rot="0">
              <a:off x="1308" y="2275"/>
              <a:ext cx="14" cy="7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52" name=""/>
            <p:cNvSpPr/>
            <p:nvPr/>
          </p:nvSpPr>
          <p:spPr>
            <a:xfrm rot="0">
              <a:off x="1308" y="2282"/>
              <a:ext cx="14" cy="211"/>
            </a:xfrm>
            <a:custGeom>
              <a:avLst/>
              <a:ahLst/>
              <a:rect l="0" t="0" r="r" b="b"/>
              <a:pathLst>
                <a:path w="54" h="84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47"/>
                  </a:lnTo>
                  <a:lnTo>
                    <a:pt x="26" y="847"/>
                  </a:lnTo>
                  <a:lnTo>
                    <a:pt x="54" y="847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53" name=""/>
            <p:cNvSpPr/>
            <p:nvPr/>
          </p:nvSpPr>
          <p:spPr>
            <a:xfrm rot="0">
              <a:off x="1308" y="2282"/>
              <a:ext cx="14" cy="211"/>
            </a:xfrm>
            <a:custGeom>
              <a:avLst/>
              <a:ahLst/>
              <a:rect l="0" t="0" r="r" b="b"/>
              <a:pathLst>
                <a:path w="54" h="847">
                  <a:moveTo>
                    <a:pt x="54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847"/>
                  </a:lnTo>
                  <a:lnTo>
                    <a:pt x="26" y="847"/>
                  </a:lnTo>
                  <a:lnTo>
                    <a:pt x="54" y="84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54" name=""/>
            <p:cNvSpPr/>
            <p:nvPr/>
          </p:nvSpPr>
          <p:spPr>
            <a:xfrm rot="0">
              <a:off x="1308" y="2493"/>
              <a:ext cx="14" cy="7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55" name=""/>
            <p:cNvSpPr/>
            <p:nvPr/>
          </p:nvSpPr>
          <p:spPr>
            <a:xfrm rot="0">
              <a:off x="1308" y="2493"/>
              <a:ext cx="14" cy="7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56" name=""/>
            <p:cNvSpPr/>
            <p:nvPr/>
          </p:nvSpPr>
          <p:spPr>
            <a:xfrm rot="0">
              <a:off x="1308" y="2705"/>
              <a:ext cx="14" cy="7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57" name=""/>
            <p:cNvSpPr/>
            <p:nvPr/>
          </p:nvSpPr>
          <p:spPr>
            <a:xfrm rot="0">
              <a:off x="1308" y="2705"/>
              <a:ext cx="14" cy="7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58" name=""/>
            <p:cNvSpPr/>
            <p:nvPr/>
          </p:nvSpPr>
          <p:spPr>
            <a:xfrm rot="0">
              <a:off x="1308" y="2493"/>
              <a:ext cx="14" cy="212"/>
            </a:xfrm>
            <a:custGeom>
              <a:avLst/>
              <a:ahLst/>
              <a:rect l="0" t="0" r="r" b="b"/>
              <a:pathLst>
                <a:path w="54" h="847">
                  <a:moveTo>
                    <a:pt x="0" y="847"/>
                  </a:moveTo>
                  <a:lnTo>
                    <a:pt x="26" y="847"/>
                  </a:lnTo>
                  <a:lnTo>
                    <a:pt x="54" y="847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84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59" name=""/>
            <p:cNvSpPr/>
            <p:nvPr/>
          </p:nvSpPr>
          <p:spPr>
            <a:xfrm rot="0">
              <a:off x="1308" y="2493"/>
              <a:ext cx="14" cy="212"/>
            </a:xfrm>
            <a:custGeom>
              <a:avLst/>
              <a:ahLst/>
              <a:rect l="0" t="0" r="r" b="b"/>
              <a:pathLst>
                <a:path w="54" h="847">
                  <a:moveTo>
                    <a:pt x="0" y="847"/>
                  </a:moveTo>
                  <a:lnTo>
                    <a:pt x="26" y="847"/>
                  </a:lnTo>
                  <a:lnTo>
                    <a:pt x="54" y="847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8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60" name=""/>
            <p:cNvSpPr/>
            <p:nvPr/>
          </p:nvSpPr>
          <p:spPr>
            <a:xfrm rot="0">
              <a:off x="1308" y="2486"/>
              <a:ext cx="14" cy="7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8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61" name=""/>
            <p:cNvSpPr/>
            <p:nvPr/>
          </p:nvSpPr>
          <p:spPr>
            <a:xfrm rot="0">
              <a:off x="1308" y="2486"/>
              <a:ext cx="14" cy="7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8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62" name=""/>
            <p:cNvSpPr/>
            <p:nvPr/>
          </p:nvSpPr>
          <p:spPr>
            <a:xfrm rot="0">
              <a:off x="1793" y="2910"/>
              <a:ext cx="6" cy="13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63" name=""/>
            <p:cNvSpPr/>
            <p:nvPr/>
          </p:nvSpPr>
          <p:spPr>
            <a:xfrm rot="0">
              <a:off x="1793" y="2910"/>
              <a:ext cx="6" cy="13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64" name=""/>
            <p:cNvSpPr/>
            <p:nvPr/>
          </p:nvSpPr>
          <p:spPr>
            <a:xfrm rot="0">
              <a:off x="826" y="2910"/>
              <a:ext cx="967" cy="13"/>
            </a:xfrm>
            <a:custGeom>
              <a:avLst/>
              <a:ahLst/>
              <a:rect l="0" t="0" r="r" b="b"/>
              <a:pathLst>
                <a:path w="3864" h="54">
                  <a:moveTo>
                    <a:pt x="3864" y="54"/>
                  </a:moveTo>
                  <a:lnTo>
                    <a:pt x="3864" y="28"/>
                  </a:lnTo>
                  <a:lnTo>
                    <a:pt x="386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3864" y="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65" name=""/>
            <p:cNvSpPr/>
            <p:nvPr/>
          </p:nvSpPr>
          <p:spPr>
            <a:xfrm rot="0">
              <a:off x="826" y="2910"/>
              <a:ext cx="967" cy="13"/>
            </a:xfrm>
            <a:custGeom>
              <a:avLst/>
              <a:ahLst/>
              <a:rect l="0" t="0" r="r" b="b"/>
              <a:pathLst>
                <a:path w="3864" h="54">
                  <a:moveTo>
                    <a:pt x="3864" y="54"/>
                  </a:moveTo>
                  <a:lnTo>
                    <a:pt x="3864" y="28"/>
                  </a:lnTo>
                  <a:lnTo>
                    <a:pt x="386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3864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66" name=""/>
            <p:cNvSpPr/>
            <p:nvPr/>
          </p:nvSpPr>
          <p:spPr>
            <a:xfrm rot="0">
              <a:off x="820" y="2910"/>
              <a:ext cx="6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67" name=""/>
            <p:cNvSpPr/>
            <p:nvPr/>
          </p:nvSpPr>
          <p:spPr>
            <a:xfrm rot="0">
              <a:off x="820" y="2910"/>
              <a:ext cx="6" cy="13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68" name=""/>
            <p:cNvSpPr/>
            <p:nvPr/>
          </p:nvSpPr>
          <p:spPr>
            <a:xfrm rot="0">
              <a:off x="1308" y="2850"/>
              <a:ext cx="14" cy="7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69" name=""/>
            <p:cNvSpPr/>
            <p:nvPr/>
          </p:nvSpPr>
          <p:spPr>
            <a:xfrm rot="0">
              <a:off x="1308" y="2850"/>
              <a:ext cx="14" cy="7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70" name=""/>
            <p:cNvSpPr/>
            <p:nvPr/>
          </p:nvSpPr>
          <p:spPr>
            <a:xfrm rot="0">
              <a:off x="1308" y="2705"/>
              <a:ext cx="14" cy="145"/>
            </a:xfrm>
            <a:custGeom>
              <a:avLst/>
              <a:ahLst/>
              <a:rect l="0" t="0" r="r" b="b"/>
              <a:pathLst>
                <a:path w="54" h="581">
                  <a:moveTo>
                    <a:pt x="0" y="581"/>
                  </a:moveTo>
                  <a:lnTo>
                    <a:pt x="26" y="581"/>
                  </a:lnTo>
                  <a:lnTo>
                    <a:pt x="54" y="58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8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71" name=""/>
            <p:cNvSpPr/>
            <p:nvPr/>
          </p:nvSpPr>
          <p:spPr>
            <a:xfrm rot="0">
              <a:off x="1308" y="2705"/>
              <a:ext cx="14" cy="145"/>
            </a:xfrm>
            <a:custGeom>
              <a:avLst/>
              <a:ahLst/>
              <a:rect l="0" t="0" r="r" b="b"/>
              <a:pathLst>
                <a:path w="54" h="581">
                  <a:moveTo>
                    <a:pt x="0" y="581"/>
                  </a:moveTo>
                  <a:lnTo>
                    <a:pt x="26" y="581"/>
                  </a:lnTo>
                  <a:lnTo>
                    <a:pt x="54" y="581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8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72" name=""/>
            <p:cNvSpPr/>
            <p:nvPr/>
          </p:nvSpPr>
          <p:spPr>
            <a:xfrm rot="0">
              <a:off x="1308" y="2698"/>
              <a:ext cx="14" cy="7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73" name=""/>
            <p:cNvSpPr/>
            <p:nvPr/>
          </p:nvSpPr>
          <p:spPr>
            <a:xfrm rot="0">
              <a:off x="1308" y="2698"/>
              <a:ext cx="14" cy="7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74" name=""/>
            <p:cNvSpPr/>
            <p:nvPr/>
          </p:nvSpPr>
          <p:spPr>
            <a:xfrm rot="0">
              <a:off x="1315" y="2698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75" name=""/>
            <p:cNvSpPr/>
            <p:nvPr/>
          </p:nvSpPr>
          <p:spPr>
            <a:xfrm rot="0">
              <a:off x="1315" y="2698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76" name=""/>
            <p:cNvSpPr/>
            <p:nvPr/>
          </p:nvSpPr>
          <p:spPr>
            <a:xfrm rot="0">
              <a:off x="826" y="2698"/>
              <a:ext cx="489" cy="14"/>
            </a:xfrm>
            <a:custGeom>
              <a:avLst/>
              <a:ahLst/>
              <a:rect l="0" t="0" r="r" b="b"/>
              <a:pathLst>
                <a:path w="1953" h="54">
                  <a:moveTo>
                    <a:pt x="1953" y="54"/>
                  </a:moveTo>
                  <a:lnTo>
                    <a:pt x="1953" y="28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953" y="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77" name=""/>
            <p:cNvSpPr/>
            <p:nvPr/>
          </p:nvSpPr>
          <p:spPr>
            <a:xfrm rot="0">
              <a:off x="826" y="2698"/>
              <a:ext cx="489" cy="14"/>
            </a:xfrm>
            <a:custGeom>
              <a:avLst/>
              <a:ahLst/>
              <a:rect l="0" t="0" r="r" b="b"/>
              <a:pathLst>
                <a:path w="1953" h="54">
                  <a:moveTo>
                    <a:pt x="1953" y="54"/>
                  </a:moveTo>
                  <a:lnTo>
                    <a:pt x="1953" y="28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953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78" name=""/>
            <p:cNvSpPr/>
            <p:nvPr/>
          </p:nvSpPr>
          <p:spPr>
            <a:xfrm rot="0">
              <a:off x="820" y="2698"/>
              <a:ext cx="6" cy="14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79" name=""/>
            <p:cNvSpPr/>
            <p:nvPr/>
          </p:nvSpPr>
          <p:spPr>
            <a:xfrm rot="0">
              <a:off x="820" y="2698"/>
              <a:ext cx="6" cy="14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80" name=""/>
            <p:cNvSpPr/>
            <p:nvPr/>
          </p:nvSpPr>
          <p:spPr>
            <a:xfrm rot="0">
              <a:off x="1315" y="2843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81" name=""/>
            <p:cNvSpPr/>
            <p:nvPr/>
          </p:nvSpPr>
          <p:spPr>
            <a:xfrm rot="0">
              <a:off x="1315" y="2843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3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82" name=""/>
            <p:cNvSpPr/>
            <p:nvPr/>
          </p:nvSpPr>
          <p:spPr>
            <a:xfrm rot="0">
              <a:off x="826" y="2843"/>
              <a:ext cx="489" cy="14"/>
            </a:xfrm>
            <a:custGeom>
              <a:avLst/>
              <a:ahLst/>
              <a:rect l="0" t="0" r="r" b="b"/>
              <a:pathLst>
                <a:path w="1953" h="54">
                  <a:moveTo>
                    <a:pt x="1953" y="54"/>
                  </a:moveTo>
                  <a:lnTo>
                    <a:pt x="1953" y="28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953" y="5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83" name=""/>
            <p:cNvSpPr/>
            <p:nvPr/>
          </p:nvSpPr>
          <p:spPr>
            <a:xfrm rot="0">
              <a:off x="826" y="2843"/>
              <a:ext cx="489" cy="14"/>
            </a:xfrm>
            <a:custGeom>
              <a:avLst/>
              <a:ahLst/>
              <a:rect l="0" t="0" r="r" b="b"/>
              <a:pathLst>
                <a:path w="1953" h="54">
                  <a:moveTo>
                    <a:pt x="1953" y="54"/>
                  </a:moveTo>
                  <a:lnTo>
                    <a:pt x="1953" y="28"/>
                  </a:lnTo>
                  <a:lnTo>
                    <a:pt x="195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1953" y="5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84" name=""/>
            <p:cNvSpPr/>
            <p:nvPr/>
          </p:nvSpPr>
          <p:spPr>
            <a:xfrm rot="0">
              <a:off x="820" y="2843"/>
              <a:ext cx="6" cy="14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85" name=""/>
            <p:cNvSpPr/>
            <p:nvPr/>
          </p:nvSpPr>
          <p:spPr>
            <a:xfrm rot="0">
              <a:off x="820" y="2843"/>
              <a:ext cx="6" cy="14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86" name=""/>
            <p:cNvSpPr/>
            <p:nvPr/>
          </p:nvSpPr>
          <p:spPr>
            <a:xfrm rot="0">
              <a:off x="820" y="2917"/>
              <a:ext cx="13" cy="6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87" name=""/>
            <p:cNvSpPr/>
            <p:nvPr/>
          </p:nvSpPr>
          <p:spPr>
            <a:xfrm rot="0">
              <a:off x="820" y="2917"/>
              <a:ext cx="13" cy="6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88" name=""/>
            <p:cNvSpPr/>
            <p:nvPr/>
          </p:nvSpPr>
          <p:spPr>
            <a:xfrm rot="0">
              <a:off x="820" y="2705"/>
              <a:ext cx="13" cy="212"/>
            </a:xfrm>
            <a:custGeom>
              <a:avLst/>
              <a:ahLst/>
              <a:rect l="0" t="0" r="r" b="b"/>
              <a:pathLst>
                <a:path w="53" h="848">
                  <a:moveTo>
                    <a:pt x="0" y="848"/>
                  </a:moveTo>
                  <a:lnTo>
                    <a:pt x="26" y="848"/>
                  </a:lnTo>
                  <a:lnTo>
                    <a:pt x="53" y="848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84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89" name=""/>
            <p:cNvSpPr/>
            <p:nvPr/>
          </p:nvSpPr>
          <p:spPr>
            <a:xfrm rot="0">
              <a:off x="820" y="2705"/>
              <a:ext cx="13" cy="212"/>
            </a:xfrm>
            <a:custGeom>
              <a:avLst/>
              <a:ahLst/>
              <a:rect l="0" t="0" r="r" b="b"/>
              <a:pathLst>
                <a:path w="53" h="848">
                  <a:moveTo>
                    <a:pt x="0" y="848"/>
                  </a:moveTo>
                  <a:lnTo>
                    <a:pt x="26" y="848"/>
                  </a:lnTo>
                  <a:lnTo>
                    <a:pt x="53" y="848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8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190" name=""/>
            <p:cNvSpPr/>
            <p:nvPr/>
          </p:nvSpPr>
          <p:spPr>
            <a:xfrm rot="0">
              <a:off x="820" y="2698"/>
              <a:ext cx="13" cy="7"/>
            </a:xfrm>
            <a:custGeom>
              <a:avLst/>
              <a:ahLst/>
              <a:rect l="0" t="0" r="r" b="b"/>
              <a:pathLst>
                <a:path w="53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3" y="28"/>
                  </a:lnTo>
                  <a:lnTo>
                    <a:pt x="26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191" name=""/>
            <p:cNvSpPr/>
            <p:nvPr/>
          </p:nvSpPr>
          <p:spPr>
            <a:xfrm rot="0">
              <a:off x="820" y="2698"/>
              <a:ext cx="13" cy="7"/>
            </a:xfrm>
            <a:custGeom>
              <a:avLst/>
              <a:ahLst/>
              <a:rect l="0" t="0" r="r" b="b"/>
              <a:pathLst>
                <a:path w="53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3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6192" name=""/>
          <p:cNvSpPr txBox="1"/>
          <p:nvPr/>
        </p:nvSpPr>
        <p:spPr>
          <a:xfrm rot="0">
            <a:off x="8208962" y="6381750"/>
            <a:ext cx="900112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44</a:t>
            </a:r>
          </a:p>
        </p:txBody>
      </p:sp>
      <p:sp>
        <p:nvSpPr>
          <p:cNvPr id="1076193" name=""/>
          <p:cNvSpPr txBox="1"/>
          <p:nvPr/>
        </p:nvSpPr>
        <p:spPr>
          <a:xfrm rot="0">
            <a:off x="22225" y="0"/>
            <a:ext cx="6278562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分析截切形体的表面交线，画全三视图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38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aphicFrame>
        <p:nvGraphicFramePr>
          <p:cNvPr id="4194305" name=""/>
          <p:cNvGraphicFramePr>
            <a:graphicFrameLocks/>
          </p:cNvGraphicFramePr>
          <p:nvPr/>
        </p:nvGraphicFramePr>
        <p:xfrm rot="0">
          <a:off x="4552950" y="3697287"/>
          <a:ext cx="4248150" cy="307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位图图像" r:id="rId1" spid="" imgH="3070225" imgW="4248150" showAsIcon="0" progId="Paint.Picture">
                  <p:embed followColorScheme="full"/>
                  <p:pic>
                    <p:nvPicPr>
                      <p:cNvPr id="2097209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4552950" y="3697287"/>
                        <a:ext cx="4248150" cy="307022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位图图像" r:id="rId1" spid="" imgH="3070225" imgW="4248150" showAsIcon="0" progId="Paint.Picture">
                  <p:embed followColorScheme="full"/>
                  <p:pic>
                    <p:nvPicPr>
                      <p:cNvPr id="2097209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4552950" y="3697287"/>
                        <a:ext cx="4248150" cy="307022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76194" name=""/>
          <p:cNvSpPr txBox="1"/>
          <p:nvPr/>
        </p:nvSpPr>
        <p:spPr>
          <a:xfrm rot="0">
            <a:off x="6497637" y="5248275"/>
            <a:ext cx="784225" cy="70167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4000" lang="zh-CN">
                <a:solidFill>
                  <a:schemeClr val="lt1"/>
                </a:solidFill>
                <a:sym typeface="Symbol" pitchFamily="18" charset="2"/>
              </a:rPr>
              <a:t></a:t>
            </a:r>
            <a:r>
              <a:rPr altLang="zh-CN" b="1" sz="4000" lang="en-US">
                <a:solidFill>
                  <a:schemeClr val="lt2"/>
                </a:solidFill>
                <a:sym typeface="Symbol" pitchFamily="18" charset="2"/>
              </a:rPr>
              <a:t>A</a:t>
            </a:r>
          </a:p>
        </p:txBody>
      </p:sp>
      <p:sp>
        <p:nvSpPr>
          <p:cNvPr id="1076195" name=""/>
          <p:cNvSpPr txBox="1"/>
          <p:nvPr/>
        </p:nvSpPr>
        <p:spPr>
          <a:xfrm rot="0">
            <a:off x="6118225" y="5165725"/>
            <a:ext cx="417512" cy="70167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4000" lang="zh-CN">
                <a:solidFill>
                  <a:schemeClr val="lt1"/>
                </a:solidFill>
                <a:sym typeface="Symbol" pitchFamily="18" charset="2"/>
              </a:rPr>
              <a:t></a:t>
            </a:r>
          </a:p>
        </p:txBody>
      </p:sp>
      <p:sp>
        <p:nvSpPr>
          <p:cNvPr id="1076196" name=""/>
          <p:cNvSpPr txBox="1"/>
          <p:nvPr/>
        </p:nvSpPr>
        <p:spPr>
          <a:xfrm rot="0">
            <a:off x="5519737" y="5022850"/>
            <a:ext cx="784225" cy="70167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4000" lang="zh-CN">
                <a:solidFill>
                  <a:schemeClr val="lt2"/>
                </a:solidFill>
                <a:sym typeface="Symbol" pitchFamily="18" charset="2"/>
              </a:rPr>
              <a:t></a:t>
            </a:r>
            <a:r>
              <a:rPr altLang="zh-CN" b="1" sz="4000" lang="en-US">
                <a:solidFill>
                  <a:schemeClr val="lt2"/>
                </a:solidFill>
                <a:sym typeface="Symbol" pitchFamily="18" charset="2"/>
              </a:rPr>
              <a:t>C</a:t>
            </a:r>
          </a:p>
        </p:txBody>
      </p:sp>
      <p:sp>
        <p:nvSpPr>
          <p:cNvPr id="1076197" name=""/>
          <p:cNvSpPr txBox="1"/>
          <p:nvPr/>
        </p:nvSpPr>
        <p:spPr>
          <a:xfrm rot="0">
            <a:off x="7594600" y="4941887"/>
            <a:ext cx="990600" cy="701675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4000" lang="zh-CN">
                <a:sym typeface="Symbol" pitchFamily="18" charset="2"/>
              </a:rPr>
              <a:t></a:t>
            </a:r>
            <a:r>
              <a:rPr altLang="zh-CN" b="1" sz="4000" lang="en-US">
                <a:sym typeface="Symbol" pitchFamily="18" charset="2"/>
              </a:rPr>
              <a:t>D</a:t>
            </a:r>
          </a:p>
        </p:txBody>
      </p:sp>
      <p:sp>
        <p:nvSpPr>
          <p:cNvPr id="1076198" name=""/>
          <p:cNvSpPr txBox="1"/>
          <p:nvPr/>
        </p:nvSpPr>
        <p:spPr>
          <a:xfrm rot="0">
            <a:off x="3930650" y="5327650"/>
            <a:ext cx="860425" cy="70167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4000" lang="en-US">
                <a:solidFill>
                  <a:schemeClr val="lt2"/>
                </a:solidFill>
                <a:sym typeface="Symbol" pitchFamily="18" charset="2"/>
              </a:rPr>
              <a:t>E </a:t>
            </a:r>
            <a:r>
              <a:rPr altLang="zh-CN" b="1" sz="3600" lang="en-US">
                <a:solidFill>
                  <a:srgbClr val="FF0000"/>
                </a:solidFill>
                <a:sym typeface="Symbol" pitchFamily="18" charset="2"/>
              </a:rPr>
              <a:t></a:t>
            </a:r>
          </a:p>
        </p:txBody>
      </p:sp>
      <p:sp>
        <p:nvSpPr>
          <p:cNvPr id="1076199" name=""/>
          <p:cNvSpPr txBox="1"/>
          <p:nvPr/>
        </p:nvSpPr>
        <p:spPr>
          <a:xfrm rot="0">
            <a:off x="1912937" y="4803775"/>
            <a:ext cx="623887" cy="6413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600" lang="zh-CN">
                <a:solidFill>
                  <a:schemeClr val="accent2"/>
                </a:solidFill>
                <a:sym typeface="Symbol" pitchFamily="18" charset="2"/>
              </a:rPr>
              <a:t></a:t>
            </a:r>
            <a:r>
              <a:rPr altLang="zh-CN" b="1" sz="3600" lang="en-US">
                <a:solidFill>
                  <a:srgbClr val="FF0000"/>
                </a:solidFill>
                <a:sym typeface="Symbol" pitchFamily="18" charset="2"/>
              </a:rPr>
              <a:t>a</a:t>
            </a:r>
          </a:p>
        </p:txBody>
      </p:sp>
      <p:sp>
        <p:nvSpPr>
          <p:cNvPr id="1076200" name=""/>
          <p:cNvSpPr/>
          <p:nvPr/>
        </p:nvSpPr>
        <p:spPr>
          <a:xfrm rot="0">
            <a:off x="6076950" y="5549900"/>
            <a:ext cx="45561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chemeClr val="lt2"/>
                </a:solidFill>
                <a:sym typeface="Symbol" pitchFamily="18" charset="2"/>
              </a:rPr>
              <a:t>B</a:t>
            </a:r>
          </a:p>
        </p:txBody>
      </p:sp>
      <p:grpSp>
        <p:nvGrpSpPr>
          <p:cNvPr id="381" name=""/>
          <p:cNvGrpSpPr/>
          <p:nvPr/>
        </p:nvGrpSpPr>
        <p:grpSpPr>
          <a:xfrm rot="0">
            <a:off x="4524375" y="981075"/>
            <a:ext cx="3268662" cy="2571750"/>
            <a:chOff x="2862" y="618"/>
            <a:chExt cx="2059" cy="1620"/>
          </a:xfrm>
        </p:grpSpPr>
        <p:sp>
          <p:nvSpPr>
            <p:cNvPr id="1076201" name=""/>
            <p:cNvSpPr/>
            <p:nvPr/>
          </p:nvSpPr>
          <p:spPr>
            <a:xfrm rot="0">
              <a:off x="3110" y="920"/>
              <a:ext cx="828" cy="734"/>
            </a:xfrm>
            <a:custGeom>
              <a:avLst/>
              <a:ahLst/>
              <a:rect l="0" t="0" r="r" b="b"/>
              <a:pathLst>
                <a:path w="2894" h="2568">
                  <a:moveTo>
                    <a:pt x="460" y="61"/>
                  </a:moveTo>
                  <a:lnTo>
                    <a:pt x="384" y="138"/>
                  </a:lnTo>
                  <a:lnTo>
                    <a:pt x="314" y="220"/>
                  </a:lnTo>
                  <a:lnTo>
                    <a:pt x="250" y="306"/>
                  </a:lnTo>
                  <a:lnTo>
                    <a:pt x="194" y="398"/>
                  </a:lnTo>
                  <a:lnTo>
                    <a:pt x="143" y="493"/>
                  </a:lnTo>
                  <a:lnTo>
                    <a:pt x="99" y="592"/>
                  </a:lnTo>
                  <a:lnTo>
                    <a:pt x="64" y="694"/>
                  </a:lnTo>
                  <a:lnTo>
                    <a:pt x="36" y="799"/>
                  </a:lnTo>
                  <a:lnTo>
                    <a:pt x="17" y="904"/>
                  </a:lnTo>
                  <a:lnTo>
                    <a:pt x="4" y="1012"/>
                  </a:lnTo>
                  <a:lnTo>
                    <a:pt x="0" y="1120"/>
                  </a:lnTo>
                  <a:lnTo>
                    <a:pt x="4" y="1228"/>
                  </a:lnTo>
                  <a:lnTo>
                    <a:pt x="17" y="1336"/>
                  </a:lnTo>
                  <a:lnTo>
                    <a:pt x="36" y="1441"/>
                  </a:lnTo>
                  <a:lnTo>
                    <a:pt x="64" y="1546"/>
                  </a:lnTo>
                  <a:lnTo>
                    <a:pt x="99" y="1648"/>
                  </a:lnTo>
                  <a:lnTo>
                    <a:pt x="143" y="1747"/>
                  </a:lnTo>
                  <a:lnTo>
                    <a:pt x="193" y="1842"/>
                  </a:lnTo>
                  <a:lnTo>
                    <a:pt x="249" y="1934"/>
                  </a:lnTo>
                  <a:lnTo>
                    <a:pt x="314" y="2020"/>
                  </a:lnTo>
                  <a:lnTo>
                    <a:pt x="383" y="2103"/>
                  </a:lnTo>
                  <a:lnTo>
                    <a:pt x="459" y="2179"/>
                  </a:lnTo>
                  <a:lnTo>
                    <a:pt x="541" y="2249"/>
                  </a:lnTo>
                  <a:lnTo>
                    <a:pt x="628" y="2314"/>
                  </a:lnTo>
                  <a:lnTo>
                    <a:pt x="719" y="2372"/>
                  </a:lnTo>
                  <a:lnTo>
                    <a:pt x="815" y="2423"/>
                  </a:lnTo>
                  <a:lnTo>
                    <a:pt x="913" y="2466"/>
                  </a:lnTo>
                  <a:lnTo>
                    <a:pt x="1014" y="2503"/>
                  </a:lnTo>
                  <a:lnTo>
                    <a:pt x="1119" y="2531"/>
                  </a:lnTo>
                  <a:lnTo>
                    <a:pt x="1224" y="2551"/>
                  </a:lnTo>
                  <a:lnTo>
                    <a:pt x="1332" y="2564"/>
                  </a:lnTo>
                  <a:lnTo>
                    <a:pt x="1440" y="2568"/>
                  </a:lnTo>
                  <a:lnTo>
                    <a:pt x="1548" y="2565"/>
                  </a:lnTo>
                  <a:lnTo>
                    <a:pt x="1655" y="2554"/>
                  </a:lnTo>
                  <a:lnTo>
                    <a:pt x="1761" y="2534"/>
                  </a:lnTo>
                  <a:lnTo>
                    <a:pt x="1866" y="2507"/>
                  </a:lnTo>
                  <a:lnTo>
                    <a:pt x="1967" y="2472"/>
                  </a:lnTo>
                  <a:lnTo>
                    <a:pt x="2067" y="2429"/>
                  </a:lnTo>
                  <a:lnTo>
                    <a:pt x="2162" y="2380"/>
                  </a:lnTo>
                  <a:lnTo>
                    <a:pt x="2254" y="2323"/>
                  </a:lnTo>
                  <a:lnTo>
                    <a:pt x="2341" y="2260"/>
                  </a:lnTo>
                  <a:lnTo>
                    <a:pt x="2423" y="2189"/>
                  </a:lnTo>
                  <a:lnTo>
                    <a:pt x="2500" y="2113"/>
                  </a:lnTo>
                  <a:lnTo>
                    <a:pt x="2572" y="2033"/>
                  </a:lnTo>
                  <a:lnTo>
                    <a:pt x="2636" y="1946"/>
                  </a:lnTo>
                  <a:lnTo>
                    <a:pt x="2694" y="1854"/>
                  </a:lnTo>
                  <a:lnTo>
                    <a:pt x="2745" y="1760"/>
                  </a:lnTo>
                  <a:lnTo>
                    <a:pt x="2790" y="1661"/>
                  </a:lnTo>
                  <a:lnTo>
                    <a:pt x="2826" y="1559"/>
                  </a:lnTo>
                  <a:lnTo>
                    <a:pt x="2854" y="1456"/>
                  </a:lnTo>
                  <a:lnTo>
                    <a:pt x="2876" y="1349"/>
                  </a:lnTo>
                  <a:lnTo>
                    <a:pt x="2888" y="1243"/>
                  </a:lnTo>
                  <a:lnTo>
                    <a:pt x="2894" y="1135"/>
                  </a:lnTo>
                  <a:lnTo>
                    <a:pt x="2891" y="1027"/>
                  </a:lnTo>
                  <a:lnTo>
                    <a:pt x="2881" y="919"/>
                  </a:lnTo>
                  <a:lnTo>
                    <a:pt x="2861" y="813"/>
                  </a:lnTo>
                  <a:lnTo>
                    <a:pt x="2834" y="709"/>
                  </a:lnTo>
                  <a:lnTo>
                    <a:pt x="2800" y="607"/>
                  </a:lnTo>
                  <a:lnTo>
                    <a:pt x="2758" y="507"/>
                  </a:lnTo>
                  <a:lnTo>
                    <a:pt x="2708" y="410"/>
                  </a:lnTo>
                  <a:lnTo>
                    <a:pt x="2652" y="319"/>
                  </a:lnTo>
                  <a:lnTo>
                    <a:pt x="2589" y="231"/>
                  </a:lnTo>
                  <a:lnTo>
                    <a:pt x="2520" y="148"/>
                  </a:lnTo>
                  <a:lnTo>
                    <a:pt x="2444" y="71"/>
                  </a:lnTo>
                  <a:lnTo>
                    <a:pt x="2363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2" name=""/>
            <p:cNvSpPr/>
            <p:nvPr/>
          </p:nvSpPr>
          <p:spPr>
            <a:xfrm rot="0" flipV="1">
              <a:off x="3198" y="1124"/>
              <a:ext cx="652" cy="23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3" name=""/>
            <p:cNvSpPr/>
            <p:nvPr/>
          </p:nvSpPr>
          <p:spPr>
            <a:xfrm rot="0" flipV="1">
              <a:off x="3914" y="1020"/>
              <a:ext cx="226" cy="8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4" name=""/>
            <p:cNvSpPr/>
            <p:nvPr/>
          </p:nvSpPr>
          <p:spPr>
            <a:xfrm rot="0">
              <a:off x="4140" y="1020"/>
              <a:ext cx="34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5" name=""/>
            <p:cNvSpPr/>
            <p:nvPr/>
          </p:nvSpPr>
          <p:spPr>
            <a:xfrm rot="0">
              <a:off x="3134" y="1344"/>
              <a:ext cx="68" cy="34"/>
            </a:xfrm>
            <a:custGeom>
              <a:avLst/>
              <a:ahLst/>
              <a:rect l="0" t="0" r="r" b="b"/>
              <a:pathLst>
                <a:path w="237" h="117">
                  <a:moveTo>
                    <a:pt x="211" y="0"/>
                  </a:moveTo>
                  <a:lnTo>
                    <a:pt x="237" y="75"/>
                  </a:lnTo>
                  <a:lnTo>
                    <a:pt x="0" y="117"/>
                  </a:lnTo>
                  <a:lnTo>
                    <a:pt x="211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6" name=""/>
            <p:cNvSpPr/>
            <p:nvPr/>
          </p:nvSpPr>
          <p:spPr>
            <a:xfrm rot="0">
              <a:off x="3134" y="1344"/>
              <a:ext cx="68" cy="34"/>
            </a:xfrm>
            <a:custGeom>
              <a:avLst/>
              <a:ahLst/>
              <a:rect l="0" t="0" r="r" b="b"/>
              <a:pathLst>
                <a:path w="237" h="117">
                  <a:moveTo>
                    <a:pt x="211" y="0"/>
                  </a:moveTo>
                  <a:lnTo>
                    <a:pt x="237" y="75"/>
                  </a:lnTo>
                  <a:lnTo>
                    <a:pt x="0" y="117"/>
                  </a:lnTo>
                  <a:lnTo>
                    <a:pt x="211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7" name=""/>
            <p:cNvSpPr/>
            <p:nvPr/>
          </p:nvSpPr>
          <p:spPr>
            <a:xfrm rot="0">
              <a:off x="3846" y="1100"/>
              <a:ext cx="68" cy="34"/>
            </a:xfrm>
            <a:custGeom>
              <a:avLst/>
              <a:ahLst/>
              <a:rect l="0" t="0" r="r" b="b"/>
              <a:pathLst>
                <a:path w="237" h="117">
                  <a:moveTo>
                    <a:pt x="0" y="42"/>
                  </a:moveTo>
                  <a:lnTo>
                    <a:pt x="26" y="117"/>
                  </a:lnTo>
                  <a:lnTo>
                    <a:pt x="237" y="0"/>
                  </a:lnTo>
                  <a:lnTo>
                    <a:pt x="0" y="42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8" name=""/>
            <p:cNvSpPr/>
            <p:nvPr/>
          </p:nvSpPr>
          <p:spPr>
            <a:xfrm rot="0">
              <a:off x="3846" y="1100"/>
              <a:ext cx="68" cy="34"/>
            </a:xfrm>
            <a:custGeom>
              <a:avLst/>
              <a:ahLst/>
              <a:rect l="0" t="0" r="r" b="b"/>
              <a:pathLst>
                <a:path w="237" h="117">
                  <a:moveTo>
                    <a:pt x="0" y="42"/>
                  </a:moveTo>
                  <a:lnTo>
                    <a:pt x="26" y="117"/>
                  </a:lnTo>
                  <a:lnTo>
                    <a:pt x="237" y="0"/>
                  </a:lnTo>
                  <a:lnTo>
                    <a:pt x="0" y="42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09" name=""/>
            <p:cNvSpPr/>
            <p:nvPr/>
          </p:nvSpPr>
          <p:spPr>
            <a:xfrm rot="0">
              <a:off x="3914" y="1100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0" name=""/>
            <p:cNvSpPr/>
            <p:nvPr/>
          </p:nvSpPr>
          <p:spPr>
            <a:xfrm rot="0">
              <a:off x="3134" y="1378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1" name=""/>
            <p:cNvSpPr/>
            <p:nvPr/>
          </p:nvSpPr>
          <p:spPr>
            <a:xfrm rot="0">
              <a:off x="4038" y="1028"/>
              <a:ext cx="2" cy="121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2" name=""/>
            <p:cNvSpPr/>
            <p:nvPr/>
          </p:nvSpPr>
          <p:spPr>
            <a:xfrm rot="0">
              <a:off x="3524" y="1794"/>
              <a:ext cx="2" cy="44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3" name=""/>
            <p:cNvSpPr/>
            <p:nvPr/>
          </p:nvSpPr>
          <p:spPr>
            <a:xfrm rot="0" flipH="1">
              <a:off x="3592" y="2136"/>
              <a:ext cx="376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4" name=""/>
            <p:cNvSpPr/>
            <p:nvPr/>
          </p:nvSpPr>
          <p:spPr>
            <a:xfrm rot="0">
              <a:off x="3968" y="2124"/>
              <a:ext cx="70" cy="24"/>
            </a:xfrm>
            <a:custGeom>
              <a:avLst/>
              <a:ahLst/>
              <a:rect l="0" t="0" r="r" b="b"/>
              <a:pathLst>
                <a:path w="239" h="79">
                  <a:moveTo>
                    <a:pt x="0" y="0"/>
                  </a:moveTo>
                  <a:lnTo>
                    <a:pt x="0" y="79"/>
                  </a:lnTo>
                  <a:lnTo>
                    <a:pt x="239" y="39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5" name=""/>
            <p:cNvSpPr/>
            <p:nvPr/>
          </p:nvSpPr>
          <p:spPr>
            <a:xfrm rot="0">
              <a:off x="3968" y="2124"/>
              <a:ext cx="70" cy="24"/>
            </a:xfrm>
            <a:custGeom>
              <a:avLst/>
              <a:ahLst/>
              <a:rect l="0" t="0" r="r" b="b"/>
              <a:pathLst>
                <a:path w="239" h="79">
                  <a:moveTo>
                    <a:pt x="0" y="0"/>
                  </a:moveTo>
                  <a:lnTo>
                    <a:pt x="0" y="79"/>
                  </a:lnTo>
                  <a:lnTo>
                    <a:pt x="239" y="3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6" name=""/>
            <p:cNvSpPr/>
            <p:nvPr/>
          </p:nvSpPr>
          <p:spPr>
            <a:xfrm rot="0">
              <a:off x="3524" y="2124"/>
              <a:ext cx="68" cy="24"/>
            </a:xfrm>
            <a:custGeom>
              <a:avLst/>
              <a:ahLst/>
              <a:rect l="0" t="0" r="r" b="b"/>
              <a:pathLst>
                <a:path w="238" h="79">
                  <a:moveTo>
                    <a:pt x="238" y="0"/>
                  </a:moveTo>
                  <a:lnTo>
                    <a:pt x="238" y="79"/>
                  </a:lnTo>
                  <a:lnTo>
                    <a:pt x="0" y="39"/>
                  </a:lnTo>
                  <a:lnTo>
                    <a:pt x="238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7" name=""/>
            <p:cNvSpPr/>
            <p:nvPr/>
          </p:nvSpPr>
          <p:spPr>
            <a:xfrm rot="0">
              <a:off x="3696" y="1842"/>
              <a:ext cx="224" cy="27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0000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76218" name=""/>
            <p:cNvSpPr/>
            <p:nvPr/>
          </p:nvSpPr>
          <p:spPr>
            <a:xfrm rot="0">
              <a:off x="3524" y="2124"/>
              <a:ext cx="68" cy="24"/>
            </a:xfrm>
            <a:custGeom>
              <a:avLst/>
              <a:ahLst/>
              <a:rect l="0" t="0" r="r" b="b"/>
              <a:pathLst>
                <a:path w="238" h="79">
                  <a:moveTo>
                    <a:pt x="238" y="0"/>
                  </a:moveTo>
                  <a:lnTo>
                    <a:pt x="238" y="79"/>
                  </a:lnTo>
                  <a:lnTo>
                    <a:pt x="0" y="39"/>
                  </a:lnTo>
                  <a:lnTo>
                    <a:pt x="238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19" name=""/>
            <p:cNvSpPr/>
            <p:nvPr/>
          </p:nvSpPr>
          <p:spPr>
            <a:xfrm rot="0">
              <a:off x="4038" y="1028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0" name=""/>
            <p:cNvSpPr/>
            <p:nvPr/>
          </p:nvSpPr>
          <p:spPr>
            <a:xfrm rot="0">
              <a:off x="3524" y="1794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1" name=""/>
            <p:cNvSpPr/>
            <p:nvPr/>
          </p:nvSpPr>
          <p:spPr>
            <a:xfrm rot="0">
              <a:off x="3524" y="2136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2" name=""/>
            <p:cNvSpPr/>
            <p:nvPr/>
          </p:nvSpPr>
          <p:spPr>
            <a:xfrm rot="0">
              <a:off x="3812" y="1240"/>
              <a:ext cx="35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3" name=""/>
            <p:cNvSpPr/>
            <p:nvPr/>
          </p:nvSpPr>
          <p:spPr>
            <a:xfrm rot="0" flipV="1">
              <a:off x="3524" y="618"/>
              <a:ext cx="2" cy="36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4" name=""/>
            <p:cNvSpPr/>
            <p:nvPr/>
          </p:nvSpPr>
          <p:spPr>
            <a:xfrm rot="0">
              <a:off x="3314" y="1028"/>
              <a:ext cx="210" cy="21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5" name=""/>
            <p:cNvSpPr/>
            <p:nvPr/>
          </p:nvSpPr>
          <p:spPr>
            <a:xfrm rot="0" flipV="1">
              <a:off x="3524" y="1028"/>
              <a:ext cx="210" cy="212"/>
            </a:xfrm>
            <a:prstGeom prst="line"/>
            <a:solidFill>
              <a:srgbClr val="FFFFFF"/>
            </a:solidFill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76226" name=""/>
            <p:cNvSpPr/>
            <p:nvPr/>
          </p:nvSpPr>
          <p:spPr>
            <a:xfrm rot="0">
              <a:off x="3734" y="1028"/>
              <a:ext cx="30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7" name=""/>
            <p:cNvSpPr/>
            <p:nvPr/>
          </p:nvSpPr>
          <p:spPr>
            <a:xfrm rot="0">
              <a:off x="2968" y="1028"/>
              <a:ext cx="1110" cy="766"/>
            </a:xfrm>
            <a:custGeom>
              <a:avLst/>
              <a:ahLst/>
              <a:rect l="0" t="0" r="r" b="b"/>
              <a:pathLst>
                <a:path w="3884" h="2682">
                  <a:moveTo>
                    <a:pt x="146" y="0"/>
                  </a:moveTo>
                  <a:lnTo>
                    <a:pt x="102" y="119"/>
                  </a:lnTo>
                  <a:lnTo>
                    <a:pt x="65" y="241"/>
                  </a:lnTo>
                  <a:lnTo>
                    <a:pt x="36" y="364"/>
                  </a:lnTo>
                  <a:lnTo>
                    <a:pt x="17" y="489"/>
                  </a:lnTo>
                  <a:lnTo>
                    <a:pt x="4" y="616"/>
                  </a:lnTo>
                  <a:lnTo>
                    <a:pt x="0" y="742"/>
                  </a:lnTo>
                  <a:lnTo>
                    <a:pt x="4" y="870"/>
                  </a:lnTo>
                  <a:lnTo>
                    <a:pt x="18" y="997"/>
                  </a:lnTo>
                  <a:lnTo>
                    <a:pt x="38" y="1122"/>
                  </a:lnTo>
                  <a:lnTo>
                    <a:pt x="68" y="1245"/>
                  </a:lnTo>
                  <a:lnTo>
                    <a:pt x="104" y="1367"/>
                  </a:lnTo>
                  <a:lnTo>
                    <a:pt x="149" y="1485"/>
                  </a:lnTo>
                  <a:lnTo>
                    <a:pt x="202" y="1601"/>
                  </a:lnTo>
                  <a:lnTo>
                    <a:pt x="262" y="1713"/>
                  </a:lnTo>
                  <a:lnTo>
                    <a:pt x="329" y="1821"/>
                  </a:lnTo>
                  <a:lnTo>
                    <a:pt x="403" y="1924"/>
                  </a:lnTo>
                  <a:lnTo>
                    <a:pt x="483" y="2022"/>
                  </a:lnTo>
                  <a:lnTo>
                    <a:pt x="571" y="2115"/>
                  </a:lnTo>
                  <a:lnTo>
                    <a:pt x="664" y="2201"/>
                  </a:lnTo>
                  <a:lnTo>
                    <a:pt x="761" y="2282"/>
                  </a:lnTo>
                  <a:lnTo>
                    <a:pt x="865" y="2355"/>
                  </a:lnTo>
                  <a:lnTo>
                    <a:pt x="972" y="2422"/>
                  </a:lnTo>
                  <a:lnTo>
                    <a:pt x="1085" y="2483"/>
                  </a:lnTo>
                  <a:lnTo>
                    <a:pt x="1199" y="2535"/>
                  </a:lnTo>
                  <a:lnTo>
                    <a:pt x="1319" y="2579"/>
                  </a:lnTo>
                  <a:lnTo>
                    <a:pt x="1440" y="2615"/>
                  </a:lnTo>
                  <a:lnTo>
                    <a:pt x="1564" y="2645"/>
                  </a:lnTo>
                  <a:lnTo>
                    <a:pt x="1689" y="2665"/>
                  </a:lnTo>
                  <a:lnTo>
                    <a:pt x="1815" y="2678"/>
                  </a:lnTo>
                  <a:lnTo>
                    <a:pt x="1942" y="2682"/>
                  </a:lnTo>
                  <a:lnTo>
                    <a:pt x="2069" y="2678"/>
                  </a:lnTo>
                  <a:lnTo>
                    <a:pt x="2195" y="2665"/>
                  </a:lnTo>
                  <a:lnTo>
                    <a:pt x="2320" y="2645"/>
                  </a:lnTo>
                  <a:lnTo>
                    <a:pt x="2444" y="2615"/>
                  </a:lnTo>
                  <a:lnTo>
                    <a:pt x="2565" y="2579"/>
                  </a:lnTo>
                  <a:lnTo>
                    <a:pt x="2684" y="2535"/>
                  </a:lnTo>
                  <a:lnTo>
                    <a:pt x="2800" y="2483"/>
                  </a:lnTo>
                  <a:lnTo>
                    <a:pt x="2911" y="2422"/>
                  </a:lnTo>
                  <a:lnTo>
                    <a:pt x="3019" y="2355"/>
                  </a:lnTo>
                  <a:lnTo>
                    <a:pt x="3122" y="2282"/>
                  </a:lnTo>
                  <a:lnTo>
                    <a:pt x="3221" y="2201"/>
                  </a:lnTo>
                  <a:lnTo>
                    <a:pt x="3314" y="2115"/>
                  </a:lnTo>
                  <a:lnTo>
                    <a:pt x="3401" y="2022"/>
                  </a:lnTo>
                  <a:lnTo>
                    <a:pt x="3481" y="1924"/>
                  </a:lnTo>
                  <a:lnTo>
                    <a:pt x="3555" y="1821"/>
                  </a:lnTo>
                  <a:lnTo>
                    <a:pt x="3622" y="1713"/>
                  </a:lnTo>
                  <a:lnTo>
                    <a:pt x="3682" y="1601"/>
                  </a:lnTo>
                  <a:lnTo>
                    <a:pt x="3735" y="1485"/>
                  </a:lnTo>
                  <a:lnTo>
                    <a:pt x="3780" y="1367"/>
                  </a:lnTo>
                  <a:lnTo>
                    <a:pt x="3817" y="1245"/>
                  </a:lnTo>
                  <a:lnTo>
                    <a:pt x="3845" y="1122"/>
                  </a:lnTo>
                  <a:lnTo>
                    <a:pt x="3867" y="997"/>
                  </a:lnTo>
                  <a:lnTo>
                    <a:pt x="3880" y="870"/>
                  </a:lnTo>
                  <a:lnTo>
                    <a:pt x="3884" y="742"/>
                  </a:lnTo>
                  <a:lnTo>
                    <a:pt x="3881" y="616"/>
                  </a:lnTo>
                  <a:lnTo>
                    <a:pt x="3868" y="489"/>
                  </a:lnTo>
                  <a:lnTo>
                    <a:pt x="3848" y="364"/>
                  </a:lnTo>
                  <a:lnTo>
                    <a:pt x="3819" y="241"/>
                  </a:lnTo>
                  <a:lnTo>
                    <a:pt x="3783" y="119"/>
                  </a:lnTo>
                  <a:lnTo>
                    <a:pt x="3739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8" name=""/>
            <p:cNvSpPr/>
            <p:nvPr/>
          </p:nvSpPr>
          <p:spPr>
            <a:xfrm rot="0">
              <a:off x="3010" y="1028"/>
              <a:ext cx="30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29" name=""/>
            <p:cNvSpPr/>
            <p:nvPr/>
          </p:nvSpPr>
          <p:spPr>
            <a:xfrm rot="0" flipH="1">
              <a:off x="3314" y="1028"/>
              <a:ext cx="420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0" name=""/>
            <p:cNvSpPr/>
            <p:nvPr/>
          </p:nvSpPr>
          <p:spPr>
            <a:xfrm rot="0">
              <a:off x="3010" y="684"/>
              <a:ext cx="1028" cy="344"/>
            </a:xfrm>
            <a:custGeom>
              <a:avLst/>
              <a:ahLst/>
              <a:rect l="0" t="0" r="r" b="b"/>
              <a:pathLst>
                <a:path w="3593" h="1204">
                  <a:moveTo>
                    <a:pt x="3593" y="1204"/>
                  </a:moveTo>
                  <a:lnTo>
                    <a:pt x="3539" y="1088"/>
                  </a:lnTo>
                  <a:lnTo>
                    <a:pt x="3480" y="975"/>
                  </a:lnTo>
                  <a:lnTo>
                    <a:pt x="3413" y="867"/>
                  </a:lnTo>
                  <a:lnTo>
                    <a:pt x="3340" y="763"/>
                  </a:lnTo>
                  <a:lnTo>
                    <a:pt x="3259" y="664"/>
                  </a:lnTo>
                  <a:lnTo>
                    <a:pt x="3172" y="571"/>
                  </a:lnTo>
                  <a:lnTo>
                    <a:pt x="3079" y="483"/>
                  </a:lnTo>
                  <a:lnTo>
                    <a:pt x="2981" y="403"/>
                  </a:lnTo>
                  <a:lnTo>
                    <a:pt x="2878" y="329"/>
                  </a:lnTo>
                  <a:lnTo>
                    <a:pt x="2769" y="261"/>
                  </a:lnTo>
                  <a:lnTo>
                    <a:pt x="2656" y="201"/>
                  </a:lnTo>
                  <a:lnTo>
                    <a:pt x="2541" y="148"/>
                  </a:lnTo>
                  <a:lnTo>
                    <a:pt x="2421" y="103"/>
                  </a:lnTo>
                  <a:lnTo>
                    <a:pt x="2300" y="66"/>
                  </a:lnTo>
                  <a:lnTo>
                    <a:pt x="2176" y="37"/>
                  </a:lnTo>
                  <a:lnTo>
                    <a:pt x="2050" y="16"/>
                  </a:lnTo>
                  <a:lnTo>
                    <a:pt x="1923" y="3"/>
                  </a:lnTo>
                  <a:lnTo>
                    <a:pt x="1796" y="0"/>
                  </a:lnTo>
                  <a:lnTo>
                    <a:pt x="1669" y="3"/>
                  </a:lnTo>
                  <a:lnTo>
                    <a:pt x="1542" y="16"/>
                  </a:lnTo>
                  <a:lnTo>
                    <a:pt x="1417" y="37"/>
                  </a:lnTo>
                  <a:lnTo>
                    <a:pt x="1292" y="66"/>
                  </a:lnTo>
                  <a:lnTo>
                    <a:pt x="1170" y="103"/>
                  </a:lnTo>
                  <a:lnTo>
                    <a:pt x="1051" y="148"/>
                  </a:lnTo>
                  <a:lnTo>
                    <a:pt x="935" y="201"/>
                  </a:lnTo>
                  <a:lnTo>
                    <a:pt x="823" y="261"/>
                  </a:lnTo>
                  <a:lnTo>
                    <a:pt x="715" y="329"/>
                  </a:lnTo>
                  <a:lnTo>
                    <a:pt x="612" y="403"/>
                  </a:lnTo>
                  <a:lnTo>
                    <a:pt x="513" y="483"/>
                  </a:lnTo>
                  <a:lnTo>
                    <a:pt x="420" y="571"/>
                  </a:lnTo>
                  <a:lnTo>
                    <a:pt x="334" y="664"/>
                  </a:lnTo>
                  <a:lnTo>
                    <a:pt x="253" y="763"/>
                  </a:lnTo>
                  <a:lnTo>
                    <a:pt x="179" y="867"/>
                  </a:lnTo>
                  <a:lnTo>
                    <a:pt x="112" y="975"/>
                  </a:lnTo>
                  <a:lnTo>
                    <a:pt x="52" y="1088"/>
                  </a:lnTo>
                  <a:lnTo>
                    <a:pt x="0" y="1204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1" name=""/>
            <p:cNvSpPr/>
            <p:nvPr/>
          </p:nvSpPr>
          <p:spPr>
            <a:xfrm rot="0">
              <a:off x="2862" y="1240"/>
              <a:ext cx="34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2" name=""/>
            <p:cNvSpPr/>
            <p:nvPr/>
          </p:nvSpPr>
          <p:spPr>
            <a:xfrm rot="0">
              <a:off x="3294" y="1240"/>
              <a:ext cx="8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3" name=""/>
            <p:cNvSpPr/>
            <p:nvPr/>
          </p:nvSpPr>
          <p:spPr>
            <a:xfrm rot="0">
              <a:off x="3466" y="1240"/>
              <a:ext cx="34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4" name=""/>
            <p:cNvSpPr/>
            <p:nvPr/>
          </p:nvSpPr>
          <p:spPr>
            <a:xfrm rot="0" flipV="1">
              <a:off x="3524" y="1558"/>
              <a:ext cx="2" cy="31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5" name=""/>
            <p:cNvSpPr/>
            <p:nvPr/>
          </p:nvSpPr>
          <p:spPr>
            <a:xfrm rot="0" flipV="1">
              <a:off x="3524" y="1386"/>
              <a:ext cx="2" cy="8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6" name=""/>
            <p:cNvSpPr/>
            <p:nvPr/>
          </p:nvSpPr>
          <p:spPr>
            <a:xfrm rot="0" flipV="1">
              <a:off x="3524" y="982"/>
              <a:ext cx="2" cy="31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37" name=""/>
            <p:cNvSpPr/>
            <p:nvPr/>
          </p:nvSpPr>
          <p:spPr>
            <a:xfrm rot="0">
              <a:off x="4181" y="618"/>
              <a:ext cx="258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0000FF"/>
                  </a:solidFill>
                  <a:latin typeface="宋体" pitchFamily="2" charset="-122"/>
                </a:rPr>
                <a:t>R1</a:t>
              </a:r>
            </a:p>
          </p:txBody>
        </p:sp>
        <p:sp>
          <p:nvSpPr>
            <p:cNvPr id="1076238" name=""/>
            <p:cNvSpPr txBox="1"/>
            <p:nvPr/>
          </p:nvSpPr>
          <p:spPr>
            <a:xfrm rot="0">
              <a:off x="3411" y="981"/>
              <a:ext cx="321" cy="750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0000FF"/>
                  </a:solidFill>
                  <a:sym typeface="Symbol" pitchFamily="18" charset="2"/>
                </a:rPr>
                <a:t></a:t>
              </a:r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 </a:t>
              </a:r>
            </a:p>
            <a:p>
              <a:pPr algn="ctr" lvl="0"/>
              <a:endParaRPr altLang="en-US" b="1" sz="3600" lang="zh-CN">
                <a:solidFill>
                  <a:srgbClr val="FF3300"/>
                </a:solidFill>
                <a:sym typeface="Symbol" pitchFamily="18" charset="2"/>
              </a:endParaRPr>
            </a:p>
          </p:txBody>
        </p:sp>
        <p:sp>
          <p:nvSpPr>
            <p:cNvPr id="1076239" name=""/>
            <p:cNvSpPr txBox="1"/>
            <p:nvPr/>
          </p:nvSpPr>
          <p:spPr>
            <a:xfrm rot="0">
              <a:off x="3924" y="760"/>
              <a:ext cx="572" cy="826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2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sz="4000" lang="en-US">
                  <a:solidFill>
                    <a:srgbClr val="FF3300"/>
                  </a:solidFill>
                  <a:sym typeface="Symbol" pitchFamily="18" charset="2"/>
                </a:rPr>
                <a:t>a</a:t>
              </a:r>
              <a:r>
                <a:rPr altLang="zh-CN" b="1" sz="4000" lang="en-US">
                  <a:solidFill>
                    <a:srgbClr val="FF3300"/>
                  </a:solidFill>
                  <a:ea typeface="Times New Roman" pitchFamily="18" charset="0"/>
                  <a:sym typeface="Symbol" pitchFamily="18" charset="2"/>
                </a:rPr>
                <a:t>"</a:t>
              </a:r>
            </a:p>
            <a:p>
              <a:pPr algn="ctr" lvl="0"/>
              <a:endParaRPr altLang="en-US" b="1" sz="4000" lang="zh-CN">
                <a:solidFill>
                  <a:srgbClr val="FF3300"/>
                </a:solidFill>
              </a:endParaRPr>
            </a:p>
          </p:txBody>
        </p:sp>
        <p:sp>
          <p:nvSpPr>
            <p:cNvPr id="1076240" name=""/>
            <p:cNvSpPr txBox="1"/>
            <p:nvPr/>
          </p:nvSpPr>
          <p:spPr>
            <a:xfrm rot="0">
              <a:off x="3699" y="661"/>
              <a:ext cx="400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b"</a:t>
              </a:r>
            </a:p>
          </p:txBody>
        </p:sp>
        <p:sp>
          <p:nvSpPr>
            <p:cNvPr id="1076241" name=""/>
            <p:cNvSpPr txBox="1"/>
            <p:nvPr/>
          </p:nvSpPr>
          <p:spPr>
            <a:xfrm rot="0">
              <a:off x="3589" y="799"/>
              <a:ext cx="2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0000FF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76242" name=""/>
            <p:cNvSpPr/>
            <p:nvPr/>
          </p:nvSpPr>
          <p:spPr>
            <a:xfrm rot="0">
              <a:off x="3390" y="714"/>
              <a:ext cx="482" cy="365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0000FF"/>
                  </a:solidFill>
                  <a:sym typeface="Symbol" pitchFamily="18" charset="2"/>
                </a:rPr>
                <a:t>c</a:t>
              </a:r>
              <a:r>
                <a:rPr altLang="zh-CN" b="1" sz="3200" lang="en-US">
                  <a:solidFill>
                    <a:srgbClr val="0000FF"/>
                  </a:solidFill>
                </a:rPr>
                <a:t>"</a:t>
              </a:r>
            </a:p>
          </p:txBody>
        </p:sp>
        <p:sp>
          <p:nvSpPr>
            <p:cNvPr id="1076243" name=""/>
            <p:cNvSpPr/>
            <p:nvPr/>
          </p:nvSpPr>
          <p:spPr>
            <a:xfrm rot="0">
              <a:off x="4351" y="799"/>
              <a:ext cx="570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  <a:sym typeface="Symbol" pitchFamily="18" charset="2"/>
                </a:rPr>
                <a:t>(d")</a:t>
              </a:r>
            </a:p>
          </p:txBody>
        </p:sp>
        <p:sp>
          <p:nvSpPr>
            <p:cNvPr id="1076244" name=""/>
            <p:cNvSpPr/>
            <p:nvPr/>
          </p:nvSpPr>
          <p:spPr>
            <a:xfrm rot="0">
              <a:off x="3390" y="1171"/>
              <a:ext cx="372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  <a:sym typeface="Symbol" pitchFamily="18" charset="2"/>
                </a:rPr>
                <a:t>e"</a:t>
              </a:r>
            </a:p>
          </p:txBody>
        </p:sp>
        <p:sp>
          <p:nvSpPr>
            <p:cNvPr id="1076245" name=""/>
            <p:cNvSpPr/>
            <p:nvPr/>
          </p:nvSpPr>
          <p:spPr>
            <a:xfrm rot="0">
              <a:off x="3759" y="828"/>
              <a:ext cx="234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2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</p:grpSp>
      <p:grpSp>
        <p:nvGrpSpPr>
          <p:cNvPr id="382" name=""/>
          <p:cNvGrpSpPr/>
          <p:nvPr/>
        </p:nvGrpSpPr>
        <p:grpSpPr>
          <a:xfrm rot="0">
            <a:off x="231775" y="1052512"/>
            <a:ext cx="4352925" cy="4386262"/>
            <a:chOff x="158" y="663"/>
            <a:chExt cx="2742" cy="2763"/>
          </a:xfrm>
        </p:grpSpPr>
        <p:sp>
          <p:nvSpPr>
            <p:cNvPr id="1076246" name=""/>
            <p:cNvSpPr/>
            <p:nvPr/>
          </p:nvSpPr>
          <p:spPr>
            <a:xfrm rot="0">
              <a:off x="969" y="1028"/>
              <a:ext cx="2" cy="1948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47" name=""/>
            <p:cNvSpPr/>
            <p:nvPr/>
          </p:nvSpPr>
          <p:spPr>
            <a:xfrm rot="0">
              <a:off x="1141" y="1028"/>
              <a:ext cx="2" cy="209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48" name=""/>
            <p:cNvSpPr/>
            <p:nvPr/>
          </p:nvSpPr>
          <p:spPr>
            <a:xfrm rot="0">
              <a:off x="1141" y="1654"/>
              <a:ext cx="67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49" name=""/>
            <p:cNvSpPr/>
            <p:nvPr/>
          </p:nvSpPr>
          <p:spPr>
            <a:xfrm rot="0" flipV="1">
              <a:off x="1717" y="1308"/>
              <a:ext cx="2" cy="278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0" name=""/>
            <p:cNvSpPr/>
            <p:nvPr/>
          </p:nvSpPr>
          <p:spPr>
            <a:xfrm rot="0">
              <a:off x="1705" y="1586"/>
              <a:ext cx="24" cy="68"/>
            </a:xfrm>
            <a:custGeom>
              <a:avLst/>
              <a:ahLst/>
              <a:rect l="0" t="0" r="r" b="b"/>
              <a:pathLst>
                <a:path w="79" h="238">
                  <a:moveTo>
                    <a:pt x="0" y="0"/>
                  </a:moveTo>
                  <a:lnTo>
                    <a:pt x="79" y="0"/>
                  </a:lnTo>
                  <a:lnTo>
                    <a:pt x="39" y="238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1" name=""/>
            <p:cNvSpPr/>
            <p:nvPr/>
          </p:nvSpPr>
          <p:spPr>
            <a:xfrm rot="0">
              <a:off x="1705" y="1586"/>
              <a:ext cx="24" cy="68"/>
            </a:xfrm>
            <a:custGeom>
              <a:avLst/>
              <a:ahLst/>
              <a:rect l="0" t="0" r="r" b="b"/>
              <a:pathLst>
                <a:path w="79" h="238">
                  <a:moveTo>
                    <a:pt x="0" y="0"/>
                  </a:moveTo>
                  <a:lnTo>
                    <a:pt x="79" y="0"/>
                  </a:lnTo>
                  <a:lnTo>
                    <a:pt x="39" y="238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2" name=""/>
            <p:cNvSpPr/>
            <p:nvPr/>
          </p:nvSpPr>
          <p:spPr>
            <a:xfrm rot="0">
              <a:off x="1705" y="1240"/>
              <a:ext cx="24" cy="68"/>
            </a:xfrm>
            <a:custGeom>
              <a:avLst/>
              <a:ahLst/>
              <a:rect l="0" t="0" r="r" b="b"/>
              <a:pathLst>
                <a:path w="79" h="237">
                  <a:moveTo>
                    <a:pt x="0" y="237"/>
                  </a:moveTo>
                  <a:lnTo>
                    <a:pt x="79" y="237"/>
                  </a:lnTo>
                  <a:lnTo>
                    <a:pt x="39" y="0"/>
                  </a:lnTo>
                  <a:lnTo>
                    <a:pt x="0" y="237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3" name=""/>
            <p:cNvSpPr/>
            <p:nvPr/>
          </p:nvSpPr>
          <p:spPr>
            <a:xfrm rot="16200000">
              <a:off x="1451" y="1279"/>
              <a:ext cx="224" cy="268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0000"/>
                  </a:solidFill>
                  <a:latin typeface="宋体" pitchFamily="2" charset="-122"/>
                </a:rPr>
                <a:t>R1</a:t>
              </a:r>
            </a:p>
          </p:txBody>
        </p:sp>
        <p:sp>
          <p:nvSpPr>
            <p:cNvPr id="1076254" name=""/>
            <p:cNvSpPr/>
            <p:nvPr/>
          </p:nvSpPr>
          <p:spPr>
            <a:xfrm rot="0">
              <a:off x="1705" y="1240"/>
              <a:ext cx="24" cy="68"/>
            </a:xfrm>
            <a:custGeom>
              <a:avLst/>
              <a:ahLst/>
              <a:rect l="0" t="0" r="r" b="b"/>
              <a:pathLst>
                <a:path w="79" h="237">
                  <a:moveTo>
                    <a:pt x="0" y="237"/>
                  </a:moveTo>
                  <a:lnTo>
                    <a:pt x="79" y="237"/>
                  </a:lnTo>
                  <a:lnTo>
                    <a:pt x="39" y="0"/>
                  </a:lnTo>
                  <a:lnTo>
                    <a:pt x="0" y="237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5" name=""/>
            <p:cNvSpPr/>
            <p:nvPr/>
          </p:nvSpPr>
          <p:spPr>
            <a:xfrm rot="0">
              <a:off x="1141" y="1654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6" name=""/>
            <p:cNvSpPr/>
            <p:nvPr/>
          </p:nvSpPr>
          <p:spPr>
            <a:xfrm rot="0">
              <a:off x="1141" y="1240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7" name=""/>
            <p:cNvSpPr/>
            <p:nvPr/>
          </p:nvSpPr>
          <p:spPr>
            <a:xfrm rot="0">
              <a:off x="1717" y="1240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8" name=""/>
            <p:cNvSpPr/>
            <p:nvPr/>
          </p:nvSpPr>
          <p:spPr>
            <a:xfrm rot="0">
              <a:off x="2369" y="2766"/>
              <a:ext cx="531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59" name=""/>
            <p:cNvSpPr/>
            <p:nvPr/>
          </p:nvSpPr>
          <p:spPr>
            <a:xfrm rot="0">
              <a:off x="1955" y="3280"/>
              <a:ext cx="94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0" name=""/>
            <p:cNvSpPr/>
            <p:nvPr/>
          </p:nvSpPr>
          <p:spPr>
            <a:xfrm rot="0">
              <a:off x="2798" y="2834"/>
              <a:ext cx="2" cy="37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1" name=""/>
            <p:cNvSpPr/>
            <p:nvPr/>
          </p:nvSpPr>
          <p:spPr>
            <a:xfrm rot="0">
              <a:off x="2786" y="2766"/>
              <a:ext cx="24" cy="68"/>
            </a:xfrm>
            <a:custGeom>
              <a:avLst/>
              <a:ahLst/>
              <a:rect l="0" t="0" r="r" b="b"/>
              <a:pathLst>
                <a:path w="79" h="238">
                  <a:moveTo>
                    <a:pt x="0" y="238"/>
                  </a:moveTo>
                  <a:lnTo>
                    <a:pt x="79" y="238"/>
                  </a:lnTo>
                  <a:lnTo>
                    <a:pt x="39" y="0"/>
                  </a:lnTo>
                  <a:lnTo>
                    <a:pt x="0" y="238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2" name=""/>
            <p:cNvSpPr/>
            <p:nvPr/>
          </p:nvSpPr>
          <p:spPr>
            <a:xfrm rot="0">
              <a:off x="2786" y="2766"/>
              <a:ext cx="24" cy="68"/>
            </a:xfrm>
            <a:custGeom>
              <a:avLst/>
              <a:ahLst/>
              <a:rect l="0" t="0" r="r" b="b"/>
              <a:pathLst>
                <a:path w="79" h="238">
                  <a:moveTo>
                    <a:pt x="0" y="238"/>
                  </a:moveTo>
                  <a:lnTo>
                    <a:pt x="79" y="238"/>
                  </a:lnTo>
                  <a:lnTo>
                    <a:pt x="39" y="0"/>
                  </a:lnTo>
                  <a:lnTo>
                    <a:pt x="0" y="238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3" name=""/>
            <p:cNvSpPr/>
            <p:nvPr/>
          </p:nvSpPr>
          <p:spPr>
            <a:xfrm rot="0">
              <a:off x="2786" y="3210"/>
              <a:ext cx="24" cy="70"/>
            </a:xfrm>
            <a:custGeom>
              <a:avLst/>
              <a:ahLst/>
              <a:rect l="0" t="0" r="r" b="b"/>
              <a:pathLst>
                <a:path w="79" h="239">
                  <a:moveTo>
                    <a:pt x="0" y="0"/>
                  </a:moveTo>
                  <a:lnTo>
                    <a:pt x="79" y="0"/>
                  </a:lnTo>
                  <a:lnTo>
                    <a:pt x="39" y="239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4" name=""/>
            <p:cNvSpPr/>
            <p:nvPr/>
          </p:nvSpPr>
          <p:spPr>
            <a:xfrm rot="16200000">
              <a:off x="2495" y="2866"/>
              <a:ext cx="224" cy="27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0000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76265" name=""/>
            <p:cNvSpPr/>
            <p:nvPr/>
          </p:nvSpPr>
          <p:spPr>
            <a:xfrm rot="0">
              <a:off x="2786" y="3210"/>
              <a:ext cx="24" cy="70"/>
            </a:xfrm>
            <a:custGeom>
              <a:avLst/>
              <a:ahLst/>
              <a:rect l="0" t="0" r="r" b="b"/>
              <a:pathLst>
                <a:path w="79" h="239">
                  <a:moveTo>
                    <a:pt x="0" y="0"/>
                  </a:moveTo>
                  <a:lnTo>
                    <a:pt x="79" y="0"/>
                  </a:lnTo>
                  <a:lnTo>
                    <a:pt x="39" y="23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6" name=""/>
            <p:cNvSpPr/>
            <p:nvPr/>
          </p:nvSpPr>
          <p:spPr>
            <a:xfrm rot="0">
              <a:off x="2369" y="2766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7" name=""/>
            <p:cNvSpPr/>
            <p:nvPr/>
          </p:nvSpPr>
          <p:spPr>
            <a:xfrm rot="0">
              <a:off x="1955" y="3280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8" name=""/>
            <p:cNvSpPr/>
            <p:nvPr/>
          </p:nvSpPr>
          <p:spPr>
            <a:xfrm rot="0">
              <a:off x="2798" y="3280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69" name=""/>
            <p:cNvSpPr/>
            <p:nvPr/>
          </p:nvSpPr>
          <p:spPr>
            <a:xfrm rot="0">
              <a:off x="385" y="1240"/>
              <a:ext cx="26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0" name=""/>
            <p:cNvSpPr/>
            <p:nvPr/>
          </p:nvSpPr>
          <p:spPr>
            <a:xfrm rot="0">
              <a:off x="737" y="1240"/>
              <a:ext cx="8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1" name=""/>
            <p:cNvSpPr/>
            <p:nvPr/>
          </p:nvSpPr>
          <p:spPr>
            <a:xfrm rot="0">
              <a:off x="909" y="1240"/>
              <a:ext cx="43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2" name=""/>
            <p:cNvSpPr/>
            <p:nvPr/>
          </p:nvSpPr>
          <p:spPr>
            <a:xfrm rot="0">
              <a:off x="1427" y="1240"/>
              <a:ext cx="8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3" name=""/>
            <p:cNvSpPr/>
            <p:nvPr/>
          </p:nvSpPr>
          <p:spPr>
            <a:xfrm rot="0">
              <a:off x="1601" y="1240"/>
              <a:ext cx="43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4" name=""/>
            <p:cNvSpPr/>
            <p:nvPr/>
          </p:nvSpPr>
          <p:spPr>
            <a:xfrm rot="0">
              <a:off x="2119" y="1240"/>
              <a:ext cx="8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5" name=""/>
            <p:cNvSpPr/>
            <p:nvPr/>
          </p:nvSpPr>
          <p:spPr>
            <a:xfrm rot="0">
              <a:off x="2291" y="1240"/>
              <a:ext cx="26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6" name=""/>
            <p:cNvSpPr/>
            <p:nvPr/>
          </p:nvSpPr>
          <p:spPr>
            <a:xfrm rot="0">
              <a:off x="531" y="1240"/>
              <a:ext cx="820" cy="55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7" name=""/>
            <p:cNvSpPr/>
            <p:nvPr/>
          </p:nvSpPr>
          <p:spPr>
            <a:xfrm rot="0">
              <a:off x="1351" y="1794"/>
              <a:ext cx="10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8" name=""/>
            <p:cNvSpPr/>
            <p:nvPr/>
          </p:nvSpPr>
          <p:spPr>
            <a:xfrm rot="0" flipH="1">
              <a:off x="1955" y="684"/>
              <a:ext cx="41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79" name=""/>
            <p:cNvSpPr/>
            <p:nvPr/>
          </p:nvSpPr>
          <p:spPr>
            <a:xfrm rot="0" flipV="1">
              <a:off x="531" y="1028"/>
              <a:ext cx="438" cy="21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0" name=""/>
            <p:cNvSpPr/>
            <p:nvPr/>
          </p:nvSpPr>
          <p:spPr>
            <a:xfrm rot="0">
              <a:off x="969" y="1028"/>
              <a:ext cx="382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1" name=""/>
            <p:cNvSpPr/>
            <p:nvPr/>
          </p:nvSpPr>
          <p:spPr>
            <a:xfrm rot="0" flipV="1">
              <a:off x="1351" y="1028"/>
              <a:ext cx="2" cy="76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2" name=""/>
            <p:cNvSpPr/>
            <p:nvPr/>
          </p:nvSpPr>
          <p:spPr>
            <a:xfrm rot="0">
              <a:off x="1351" y="1028"/>
              <a:ext cx="60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3" name=""/>
            <p:cNvSpPr/>
            <p:nvPr/>
          </p:nvSpPr>
          <p:spPr>
            <a:xfrm rot="0" flipV="1">
              <a:off x="1955" y="684"/>
              <a:ext cx="2" cy="34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4" name=""/>
            <p:cNvSpPr/>
            <p:nvPr/>
          </p:nvSpPr>
          <p:spPr>
            <a:xfrm rot="0" flipV="1">
              <a:off x="2369" y="684"/>
              <a:ext cx="2" cy="55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5" name=""/>
            <p:cNvSpPr/>
            <p:nvPr/>
          </p:nvSpPr>
          <p:spPr>
            <a:xfrm rot="0" flipV="1">
              <a:off x="2369" y="1240"/>
              <a:ext cx="2" cy="55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6" name=""/>
            <p:cNvSpPr/>
            <p:nvPr/>
          </p:nvSpPr>
          <p:spPr>
            <a:xfrm rot="0">
              <a:off x="397" y="2766"/>
              <a:ext cx="24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7" name=""/>
            <p:cNvSpPr/>
            <p:nvPr/>
          </p:nvSpPr>
          <p:spPr>
            <a:xfrm rot="0">
              <a:off x="725" y="2766"/>
              <a:ext cx="8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8" name=""/>
            <p:cNvSpPr/>
            <p:nvPr/>
          </p:nvSpPr>
          <p:spPr>
            <a:xfrm rot="0">
              <a:off x="897" y="2766"/>
              <a:ext cx="43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89" name=""/>
            <p:cNvSpPr/>
            <p:nvPr/>
          </p:nvSpPr>
          <p:spPr>
            <a:xfrm rot="0">
              <a:off x="1415" y="2766"/>
              <a:ext cx="8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0" name=""/>
            <p:cNvSpPr/>
            <p:nvPr/>
          </p:nvSpPr>
          <p:spPr>
            <a:xfrm rot="0">
              <a:off x="1589" y="2766"/>
              <a:ext cx="43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1" name=""/>
            <p:cNvSpPr/>
            <p:nvPr/>
          </p:nvSpPr>
          <p:spPr>
            <a:xfrm rot="0">
              <a:off x="2107" y="2766"/>
              <a:ext cx="8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2" name=""/>
            <p:cNvSpPr/>
            <p:nvPr/>
          </p:nvSpPr>
          <p:spPr>
            <a:xfrm rot="0">
              <a:off x="2279" y="2766"/>
              <a:ext cx="24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3" name=""/>
            <p:cNvSpPr/>
            <p:nvPr/>
          </p:nvSpPr>
          <p:spPr>
            <a:xfrm rot="0">
              <a:off x="1351" y="3320"/>
              <a:ext cx="10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4" name=""/>
            <p:cNvSpPr/>
            <p:nvPr/>
          </p:nvSpPr>
          <p:spPr>
            <a:xfrm rot="0" flipH="1">
              <a:off x="1351" y="2210"/>
              <a:ext cx="10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5" name=""/>
            <p:cNvSpPr/>
            <p:nvPr/>
          </p:nvSpPr>
          <p:spPr>
            <a:xfrm rot="0" flipH="1">
              <a:off x="531" y="2210"/>
              <a:ext cx="820" cy="55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6" name=""/>
            <p:cNvSpPr/>
            <p:nvPr/>
          </p:nvSpPr>
          <p:spPr>
            <a:xfrm rot="0">
              <a:off x="531" y="2766"/>
              <a:ext cx="820" cy="55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7" name=""/>
            <p:cNvSpPr/>
            <p:nvPr/>
          </p:nvSpPr>
          <p:spPr>
            <a:xfrm rot="0" flipV="1">
              <a:off x="1351" y="2210"/>
              <a:ext cx="2" cy="42"/>
            </a:xfrm>
            <a:prstGeom prst="line"/>
            <a:solidFill>
              <a:srgbClr val="FFFFFF"/>
            </a:solidFill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8" name=""/>
            <p:cNvSpPr/>
            <p:nvPr/>
          </p:nvSpPr>
          <p:spPr>
            <a:xfrm rot="0" flipV="1">
              <a:off x="1351" y="3280"/>
              <a:ext cx="2" cy="40"/>
            </a:xfrm>
            <a:prstGeom prst="line"/>
            <a:solidFill>
              <a:srgbClr val="FFFFFF"/>
            </a:solidFill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299" name=""/>
            <p:cNvSpPr/>
            <p:nvPr/>
          </p:nvSpPr>
          <p:spPr>
            <a:xfrm rot="0">
              <a:off x="1351" y="3280"/>
              <a:ext cx="60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0" name=""/>
            <p:cNvSpPr/>
            <p:nvPr/>
          </p:nvSpPr>
          <p:spPr>
            <a:xfrm rot="0" flipV="1">
              <a:off x="1955" y="2252"/>
              <a:ext cx="2" cy="1028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1" name=""/>
            <p:cNvSpPr/>
            <p:nvPr/>
          </p:nvSpPr>
          <p:spPr>
            <a:xfrm rot="0" flipH="1">
              <a:off x="1351" y="2252"/>
              <a:ext cx="60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2" name=""/>
            <p:cNvSpPr/>
            <p:nvPr/>
          </p:nvSpPr>
          <p:spPr>
            <a:xfrm rot="0" flipV="1">
              <a:off x="2369" y="2210"/>
              <a:ext cx="2" cy="1110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3" name=""/>
            <p:cNvSpPr/>
            <p:nvPr/>
          </p:nvSpPr>
          <p:spPr>
            <a:xfrm rot="0" flipH="1">
              <a:off x="531" y="2556"/>
              <a:ext cx="438" cy="210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4" name=""/>
            <p:cNvSpPr/>
            <p:nvPr/>
          </p:nvSpPr>
          <p:spPr>
            <a:xfrm rot="0">
              <a:off x="531" y="2766"/>
              <a:ext cx="438" cy="210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5" name=""/>
            <p:cNvSpPr/>
            <p:nvPr/>
          </p:nvSpPr>
          <p:spPr>
            <a:xfrm rot="0">
              <a:off x="969" y="2976"/>
              <a:ext cx="382" cy="304"/>
            </a:xfrm>
            <a:custGeom>
              <a:avLst/>
              <a:ahLst/>
              <a:rect l="0" t="0" r="r" b="b"/>
              <a:pathLst>
                <a:path w="1332" h="1063">
                  <a:moveTo>
                    <a:pt x="0" y="0"/>
                  </a:moveTo>
                  <a:lnTo>
                    <a:pt x="224" y="202"/>
                  </a:lnTo>
                  <a:lnTo>
                    <a:pt x="456" y="396"/>
                  </a:lnTo>
                  <a:lnTo>
                    <a:pt x="890" y="735"/>
                  </a:lnTo>
                  <a:lnTo>
                    <a:pt x="1332" y="1063"/>
                  </a:lnTo>
                </a:path>
              </a:pathLst>
            </a:custGeom>
            <a:noFill/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6" name=""/>
            <p:cNvSpPr/>
            <p:nvPr/>
          </p:nvSpPr>
          <p:spPr>
            <a:xfrm rot="0">
              <a:off x="969" y="2252"/>
              <a:ext cx="382" cy="304"/>
            </a:xfrm>
            <a:custGeom>
              <a:avLst/>
              <a:ahLst/>
              <a:rect l="0" t="0" r="r" b="b"/>
              <a:pathLst>
                <a:path w="1332" h="1062">
                  <a:moveTo>
                    <a:pt x="1332" y="0"/>
                  </a:moveTo>
                  <a:lnTo>
                    <a:pt x="686" y="485"/>
                  </a:lnTo>
                  <a:lnTo>
                    <a:pt x="370" y="737"/>
                  </a:lnTo>
                  <a:lnTo>
                    <a:pt x="64" y="1002"/>
                  </a:lnTo>
                  <a:lnTo>
                    <a:pt x="0" y="1062"/>
                  </a:lnTo>
                </a:path>
              </a:pathLst>
            </a:custGeom>
            <a:noFill/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7" name=""/>
            <p:cNvSpPr/>
            <p:nvPr/>
          </p:nvSpPr>
          <p:spPr>
            <a:xfrm rot="0" flipV="1">
              <a:off x="969" y="2556"/>
              <a:ext cx="2" cy="420"/>
            </a:xfrm>
            <a:prstGeom prst="line"/>
            <a:solidFill>
              <a:srgbClr val="FFFFFF"/>
            </a:solidFill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8" name=""/>
            <p:cNvSpPr/>
            <p:nvPr/>
          </p:nvSpPr>
          <p:spPr>
            <a:xfrm rot="0">
              <a:off x="1351" y="2252"/>
              <a:ext cx="2" cy="10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09" name=""/>
            <p:cNvSpPr/>
            <p:nvPr/>
          </p:nvSpPr>
          <p:spPr>
            <a:xfrm rot="0">
              <a:off x="1351" y="2398"/>
              <a:ext cx="2" cy="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0" name=""/>
            <p:cNvSpPr/>
            <p:nvPr/>
          </p:nvSpPr>
          <p:spPr>
            <a:xfrm rot="0">
              <a:off x="1351" y="2528"/>
              <a:ext cx="2" cy="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1" name=""/>
            <p:cNvSpPr/>
            <p:nvPr/>
          </p:nvSpPr>
          <p:spPr>
            <a:xfrm rot="0">
              <a:off x="1351" y="2658"/>
              <a:ext cx="2" cy="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2" name=""/>
            <p:cNvSpPr/>
            <p:nvPr/>
          </p:nvSpPr>
          <p:spPr>
            <a:xfrm rot="0">
              <a:off x="1351" y="2788"/>
              <a:ext cx="2" cy="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3" name=""/>
            <p:cNvSpPr/>
            <p:nvPr/>
          </p:nvSpPr>
          <p:spPr>
            <a:xfrm rot="0">
              <a:off x="1351" y="2916"/>
              <a:ext cx="2" cy="88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4" name=""/>
            <p:cNvSpPr/>
            <p:nvPr/>
          </p:nvSpPr>
          <p:spPr>
            <a:xfrm rot="0">
              <a:off x="1351" y="3046"/>
              <a:ext cx="2" cy="8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5" name=""/>
            <p:cNvSpPr/>
            <p:nvPr/>
          </p:nvSpPr>
          <p:spPr>
            <a:xfrm rot="0">
              <a:off x="1351" y="3176"/>
              <a:ext cx="2" cy="10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6" name=""/>
            <p:cNvSpPr/>
            <p:nvPr/>
          </p:nvSpPr>
          <p:spPr>
            <a:xfrm rot="0" flipH="1">
              <a:off x="1761" y="684"/>
              <a:ext cx="19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7" name=""/>
            <p:cNvSpPr/>
            <p:nvPr/>
          </p:nvSpPr>
          <p:spPr>
            <a:xfrm rot="0" flipH="1">
              <a:off x="1675" y="684"/>
              <a:ext cx="4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8" name=""/>
            <p:cNvSpPr/>
            <p:nvPr/>
          </p:nvSpPr>
          <p:spPr>
            <a:xfrm rot="0" flipH="1">
              <a:off x="1587" y="684"/>
              <a:ext cx="4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19" name=""/>
            <p:cNvSpPr/>
            <p:nvPr/>
          </p:nvSpPr>
          <p:spPr>
            <a:xfrm rot="0" flipH="1">
              <a:off x="1351" y="684"/>
              <a:ext cx="19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0" name=""/>
            <p:cNvSpPr/>
            <p:nvPr/>
          </p:nvSpPr>
          <p:spPr>
            <a:xfrm rot="0" flipH="1">
              <a:off x="1209" y="684"/>
              <a:ext cx="142" cy="9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1" name=""/>
            <p:cNvSpPr/>
            <p:nvPr/>
          </p:nvSpPr>
          <p:spPr>
            <a:xfrm rot="0" flipH="1">
              <a:off x="1137" y="804"/>
              <a:ext cx="36" cy="2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2" name=""/>
            <p:cNvSpPr/>
            <p:nvPr/>
          </p:nvSpPr>
          <p:spPr>
            <a:xfrm rot="0" flipH="1">
              <a:off x="1065" y="854"/>
              <a:ext cx="36" cy="2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3" name=""/>
            <p:cNvSpPr/>
            <p:nvPr/>
          </p:nvSpPr>
          <p:spPr>
            <a:xfrm rot="0" flipH="1">
              <a:off x="851" y="902"/>
              <a:ext cx="178" cy="120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4" name=""/>
            <p:cNvSpPr/>
            <p:nvPr/>
          </p:nvSpPr>
          <p:spPr>
            <a:xfrm rot="0" flipH="1">
              <a:off x="779" y="1046"/>
              <a:ext cx="36" cy="2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5" name=""/>
            <p:cNvSpPr/>
            <p:nvPr/>
          </p:nvSpPr>
          <p:spPr>
            <a:xfrm rot="0" flipH="1">
              <a:off x="707" y="1096"/>
              <a:ext cx="36" cy="2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6" name=""/>
            <p:cNvSpPr/>
            <p:nvPr/>
          </p:nvSpPr>
          <p:spPr>
            <a:xfrm rot="0" flipH="1">
              <a:off x="531" y="1144"/>
              <a:ext cx="140" cy="9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27" name=""/>
            <p:cNvSpPr txBox="1"/>
            <p:nvPr/>
          </p:nvSpPr>
          <p:spPr>
            <a:xfrm rot="0">
              <a:off x="817" y="803"/>
              <a:ext cx="2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76328" name=""/>
            <p:cNvSpPr txBox="1"/>
            <p:nvPr/>
          </p:nvSpPr>
          <p:spPr>
            <a:xfrm rot="0">
              <a:off x="1209" y="770"/>
              <a:ext cx="498" cy="44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sz="4000" lang="en-US">
                  <a:solidFill>
                    <a:srgbClr val="FF3300"/>
                  </a:solidFill>
                  <a:sym typeface="Symbol" pitchFamily="18" charset="2"/>
                </a:rPr>
                <a:t>a'</a:t>
              </a:r>
            </a:p>
          </p:txBody>
        </p:sp>
        <p:sp>
          <p:nvSpPr>
            <p:cNvPr id="1076329" name=""/>
            <p:cNvSpPr/>
            <p:nvPr/>
          </p:nvSpPr>
          <p:spPr>
            <a:xfrm rot="0">
              <a:off x="1026" y="799"/>
              <a:ext cx="2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0000FF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76330" name=""/>
            <p:cNvSpPr txBox="1"/>
            <p:nvPr/>
          </p:nvSpPr>
          <p:spPr>
            <a:xfrm rot="0">
              <a:off x="1844" y="759"/>
              <a:ext cx="516" cy="44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sz="4000" lang="en-US">
                  <a:solidFill>
                    <a:srgbClr val="FF3300"/>
                  </a:solidFill>
                  <a:sym typeface="Symbol" pitchFamily="18" charset="2"/>
                </a:rPr>
                <a:t>d'</a:t>
              </a:r>
            </a:p>
          </p:txBody>
        </p:sp>
        <p:sp>
          <p:nvSpPr>
            <p:cNvPr id="1076331" name=""/>
            <p:cNvSpPr txBox="1"/>
            <p:nvPr/>
          </p:nvSpPr>
          <p:spPr>
            <a:xfrm rot="0">
              <a:off x="158" y="1026"/>
              <a:ext cx="52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  <a:sym typeface="Symbol" pitchFamily="18" charset="2"/>
                </a:rPr>
                <a:t>e' </a:t>
              </a:r>
            </a:p>
          </p:txBody>
        </p:sp>
        <p:sp>
          <p:nvSpPr>
            <p:cNvPr id="1076332" name=""/>
            <p:cNvSpPr txBox="1"/>
            <p:nvPr/>
          </p:nvSpPr>
          <p:spPr>
            <a:xfrm rot="0">
              <a:off x="208" y="2523"/>
              <a:ext cx="4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  <a:sym typeface="Symbol" pitchFamily="18" charset="2"/>
                </a:rPr>
                <a:t>e </a:t>
              </a:r>
            </a:p>
          </p:txBody>
        </p:sp>
        <p:sp>
          <p:nvSpPr>
            <p:cNvPr id="1076333" name=""/>
            <p:cNvSpPr txBox="1"/>
            <p:nvPr/>
          </p:nvSpPr>
          <p:spPr>
            <a:xfrm rot="0">
              <a:off x="867" y="2759"/>
              <a:ext cx="234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200" lang="zh-CN">
                  <a:solidFill>
                    <a:schemeClr val="accent2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76334" name=""/>
            <p:cNvSpPr/>
            <p:nvPr/>
          </p:nvSpPr>
          <p:spPr>
            <a:xfrm rot="0">
              <a:off x="1000" y="2886"/>
              <a:ext cx="481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0000FF"/>
                  </a:solidFill>
                  <a:sym typeface="Symbol" pitchFamily="18" charset="2"/>
                </a:rPr>
                <a:t></a:t>
              </a:r>
              <a:r>
                <a:rPr altLang="zh-CN" b="1" sz="3600" lang="en-US">
                  <a:solidFill>
                    <a:srgbClr val="0000FF"/>
                  </a:solidFill>
                  <a:sym typeface="Symbol" pitchFamily="18" charset="2"/>
                </a:rPr>
                <a:t>b</a:t>
              </a:r>
              <a:r>
                <a:rPr altLang="zh-CN" b="1" sz="3600" lang="en-US">
                  <a:solidFill>
                    <a:schemeClr val="lt2"/>
                  </a:solidFill>
                  <a:sym typeface="Symbol" pitchFamily="18" charset="2"/>
                </a:rPr>
                <a:t> </a:t>
              </a:r>
            </a:p>
          </p:txBody>
        </p:sp>
        <p:sp>
          <p:nvSpPr>
            <p:cNvPr id="1076335" name=""/>
            <p:cNvSpPr txBox="1"/>
            <p:nvPr/>
          </p:nvSpPr>
          <p:spPr>
            <a:xfrm rot="0">
              <a:off x="1776" y="3022"/>
              <a:ext cx="528" cy="404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sz="3600" lang="en-US">
                  <a:solidFill>
                    <a:srgbClr val="FF3300"/>
                  </a:solidFill>
                  <a:sym typeface="Symbol" pitchFamily="18" charset="2"/>
                </a:rPr>
                <a:t>d</a:t>
              </a:r>
            </a:p>
          </p:txBody>
        </p:sp>
        <p:sp>
          <p:nvSpPr>
            <p:cNvPr id="1076336" name=""/>
            <p:cNvSpPr/>
            <p:nvPr/>
          </p:nvSpPr>
          <p:spPr>
            <a:xfrm rot="0">
              <a:off x="1349" y="663"/>
              <a:ext cx="0" cy="363"/>
            </a:xfrm>
            <a:prstGeom prst="line"/>
            <a:noFill/>
            <a:ln w="28575" cap="flat" cmpd="sng">
              <a:solidFill>
                <a:srgbClr val="FF33CC">
                  <a:alpha val="100000"/>
                </a:srgbClr>
              </a:solidFill>
              <a:prstDash val="lgDashDotDot"/>
              <a:round/>
            </a:ln>
          </p:spPr>
        </p:sp>
        <p:sp>
          <p:nvSpPr>
            <p:cNvPr id="1076337" name=""/>
            <p:cNvSpPr/>
            <p:nvPr/>
          </p:nvSpPr>
          <p:spPr>
            <a:xfrm rot="0">
              <a:off x="782" y="2642"/>
              <a:ext cx="230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  <a:sym typeface="Symbol" pitchFamily="18" charset="2"/>
                </a:rPr>
                <a:t>c</a:t>
              </a:r>
            </a:p>
          </p:txBody>
        </p:sp>
        <p:sp>
          <p:nvSpPr>
            <p:cNvPr id="1076338" name=""/>
            <p:cNvSpPr/>
            <p:nvPr/>
          </p:nvSpPr>
          <p:spPr>
            <a:xfrm rot="0">
              <a:off x="963" y="686"/>
              <a:ext cx="329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0000FF"/>
                  </a:solidFill>
                  <a:sym typeface="Symbol" pitchFamily="18" charset="2"/>
                </a:rPr>
                <a:t>b'</a:t>
              </a:r>
            </a:p>
          </p:txBody>
        </p:sp>
        <p:sp>
          <p:nvSpPr>
            <p:cNvPr id="1076339" name=""/>
            <p:cNvSpPr/>
            <p:nvPr/>
          </p:nvSpPr>
          <p:spPr>
            <a:xfrm rot="0">
              <a:off x="680" y="743"/>
              <a:ext cx="301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  <a:sym typeface="Symbol" pitchFamily="18" charset="2"/>
                </a:rPr>
                <a:t>c'</a:t>
              </a:r>
            </a:p>
          </p:txBody>
        </p:sp>
      </p:grpSp>
      <p:sp>
        <p:nvSpPr>
          <p:cNvPr id="1076340" name=""/>
          <p:cNvSpPr txBox="1"/>
          <p:nvPr/>
        </p:nvSpPr>
        <p:spPr>
          <a:xfrm rot="0">
            <a:off x="8208962" y="6381750"/>
            <a:ext cx="935037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45</a:t>
            </a:r>
          </a:p>
        </p:txBody>
      </p:sp>
      <p:sp>
        <p:nvSpPr>
          <p:cNvPr id="1076341" name=""/>
          <p:cNvSpPr txBox="1"/>
          <p:nvPr/>
        </p:nvSpPr>
        <p:spPr>
          <a:xfrm rot="0">
            <a:off x="22225" y="0"/>
            <a:ext cx="8840788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分析截切形体的表面交线，画全三视图</a:t>
            </a:r>
          </a:p>
        </p:txBody>
      </p:sp>
    </p:spTree>
  </p:cSld>
  <p:clrMapOvr>
    <a:masterClrMapping/>
  </p:clrMapOvr>
  <p:transition spd="fast" advClick="1"/>
  <p:timing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38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aphicFrame>
        <p:nvGraphicFramePr>
          <p:cNvPr id="4194306" name=""/>
          <p:cNvGraphicFramePr>
            <a:graphicFrameLocks/>
          </p:cNvGraphicFramePr>
          <p:nvPr/>
        </p:nvGraphicFramePr>
        <p:xfrm rot="0">
          <a:off x="4400550" y="3127375"/>
          <a:ext cx="4114800" cy="30527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MP 图象" r:id="rId1" spid="" imgH="3052762" imgW="4114800" showAsIcon="0" progId="Paint.Picture">
                  <p:embed followColorScheme="full"/>
                  <p:pic>
                    <p:nvPicPr>
                      <p:cNvPr id="2097210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4400550" y="3127375"/>
                        <a:ext cx="4114800" cy="3052762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BMP 图象" r:id="rId1" spid="" imgH="3052762" imgW="4114800" showAsIcon="0" progId="Paint.Picture">
                  <p:embed followColorScheme="full"/>
                  <p:pic>
                    <p:nvPicPr>
                      <p:cNvPr id="2097210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4400550" y="3127375"/>
                        <a:ext cx="4114800" cy="3052762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84" name=""/>
          <p:cNvGrpSpPr/>
          <p:nvPr/>
        </p:nvGrpSpPr>
        <p:grpSpPr>
          <a:xfrm rot="0">
            <a:off x="361950" y="457200"/>
            <a:ext cx="6705600" cy="5462587"/>
            <a:chOff x="144" y="-33"/>
            <a:chExt cx="4224" cy="3441"/>
          </a:xfrm>
        </p:grpSpPr>
        <p:sp>
          <p:nvSpPr>
            <p:cNvPr id="1076342" name=""/>
            <p:cNvSpPr/>
            <p:nvPr/>
          </p:nvSpPr>
          <p:spPr>
            <a:xfrm rot="0">
              <a:off x="858" y="3230"/>
              <a:ext cx="2" cy="17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43" name=""/>
            <p:cNvSpPr/>
            <p:nvPr/>
          </p:nvSpPr>
          <p:spPr>
            <a:xfrm rot="0" flipV="1">
              <a:off x="358" y="288"/>
              <a:ext cx="0" cy="480"/>
            </a:xfrm>
            <a:prstGeom prst="line"/>
            <a:noFill/>
            <a:ln w="28575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76344" name=""/>
            <p:cNvSpPr/>
            <p:nvPr/>
          </p:nvSpPr>
          <p:spPr>
            <a:xfrm rot="0">
              <a:off x="358" y="384"/>
              <a:ext cx="508" cy="0"/>
            </a:xfrm>
            <a:prstGeom prst="line"/>
            <a:noFill/>
            <a:ln w="28575" cap="flat" cmpd="sng">
              <a:solidFill>
                <a:schemeClr val="accent2">
                  <a:alpha val="100000"/>
                </a:schemeClr>
              </a:solidFill>
              <a:prstDash val="solid"/>
              <a:round/>
              <a:headEnd type="triangle" w="med" len="med"/>
              <a:tailEnd type="triangle" w="med" len="med"/>
            </a:ln>
          </p:spPr>
        </p:sp>
        <p:sp>
          <p:nvSpPr>
            <p:cNvPr id="1076345" name=""/>
            <p:cNvSpPr txBox="1"/>
            <p:nvPr/>
          </p:nvSpPr>
          <p:spPr>
            <a:xfrm rot="0">
              <a:off x="440" y="-33"/>
              <a:ext cx="272" cy="480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4400" lang="en-US">
                  <a:solidFill>
                    <a:srgbClr val="FF3300"/>
                  </a:solidFill>
                </a:rPr>
                <a:t>r</a:t>
              </a:r>
            </a:p>
          </p:txBody>
        </p:sp>
        <p:sp>
          <p:nvSpPr>
            <p:cNvPr id="1076346" name=""/>
            <p:cNvSpPr/>
            <p:nvPr/>
          </p:nvSpPr>
          <p:spPr>
            <a:xfrm rot="0">
              <a:off x="2893" y="1033"/>
              <a:ext cx="118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47" name=""/>
            <p:cNvSpPr/>
            <p:nvPr/>
          </p:nvSpPr>
          <p:spPr>
            <a:xfrm rot="0">
              <a:off x="3041" y="1033"/>
              <a:ext cx="28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48" name=""/>
            <p:cNvSpPr/>
            <p:nvPr/>
          </p:nvSpPr>
          <p:spPr>
            <a:xfrm rot="0">
              <a:off x="3098" y="1033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49" name=""/>
            <p:cNvSpPr/>
            <p:nvPr/>
          </p:nvSpPr>
          <p:spPr>
            <a:xfrm rot="0">
              <a:off x="3271" y="1033"/>
              <a:ext cx="27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0" name=""/>
            <p:cNvSpPr/>
            <p:nvPr/>
          </p:nvSpPr>
          <p:spPr>
            <a:xfrm rot="0">
              <a:off x="3327" y="1033"/>
              <a:ext cx="144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1" name=""/>
            <p:cNvSpPr/>
            <p:nvPr/>
          </p:nvSpPr>
          <p:spPr>
            <a:xfrm rot="0">
              <a:off x="3501" y="1033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2" name=""/>
            <p:cNvSpPr/>
            <p:nvPr/>
          </p:nvSpPr>
          <p:spPr>
            <a:xfrm rot="0">
              <a:off x="3558" y="1033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3" name=""/>
            <p:cNvSpPr/>
            <p:nvPr/>
          </p:nvSpPr>
          <p:spPr>
            <a:xfrm rot="0">
              <a:off x="3730" y="1033"/>
              <a:ext cx="30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4" name=""/>
            <p:cNvSpPr/>
            <p:nvPr/>
          </p:nvSpPr>
          <p:spPr>
            <a:xfrm rot="0">
              <a:off x="3787" y="1033"/>
              <a:ext cx="146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5" name=""/>
            <p:cNvSpPr/>
            <p:nvPr/>
          </p:nvSpPr>
          <p:spPr>
            <a:xfrm rot="0">
              <a:off x="3960" y="1033"/>
              <a:ext cx="30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6" name=""/>
            <p:cNvSpPr/>
            <p:nvPr/>
          </p:nvSpPr>
          <p:spPr>
            <a:xfrm rot="0">
              <a:off x="4019" y="1033"/>
              <a:ext cx="144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7" name=""/>
            <p:cNvSpPr/>
            <p:nvPr/>
          </p:nvSpPr>
          <p:spPr>
            <a:xfrm rot="0">
              <a:off x="4190" y="1033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8" name=""/>
            <p:cNvSpPr/>
            <p:nvPr/>
          </p:nvSpPr>
          <p:spPr>
            <a:xfrm rot="0">
              <a:off x="4250" y="1033"/>
              <a:ext cx="118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59" name=""/>
            <p:cNvSpPr/>
            <p:nvPr/>
          </p:nvSpPr>
          <p:spPr>
            <a:xfrm rot="0">
              <a:off x="315" y="782"/>
              <a:ext cx="47" cy="505"/>
            </a:xfrm>
            <a:custGeom>
              <a:avLst/>
              <a:ahLst/>
              <a:rect l="0" t="0" r="r" b="b"/>
              <a:pathLst>
                <a:path w="182" h="1789">
                  <a:moveTo>
                    <a:pt x="182" y="0"/>
                  </a:moveTo>
                  <a:lnTo>
                    <a:pt x="0" y="587"/>
                  </a:lnTo>
                  <a:lnTo>
                    <a:pt x="0" y="1203"/>
                  </a:lnTo>
                  <a:lnTo>
                    <a:pt x="182" y="1789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0" name=""/>
            <p:cNvSpPr/>
            <p:nvPr/>
          </p:nvSpPr>
          <p:spPr>
            <a:xfrm rot="0">
              <a:off x="368" y="1296"/>
              <a:ext cx="52" cy="70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1" name=""/>
            <p:cNvSpPr/>
            <p:nvPr/>
          </p:nvSpPr>
          <p:spPr>
            <a:xfrm rot="0">
              <a:off x="438" y="1392"/>
              <a:ext cx="17" cy="2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2" name=""/>
            <p:cNvSpPr/>
            <p:nvPr/>
          </p:nvSpPr>
          <p:spPr>
            <a:xfrm rot="0">
              <a:off x="473" y="1440"/>
              <a:ext cx="16" cy="2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3" name=""/>
            <p:cNvSpPr/>
            <p:nvPr/>
          </p:nvSpPr>
          <p:spPr>
            <a:xfrm rot="0">
              <a:off x="514" y="1480"/>
              <a:ext cx="124" cy="79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4" name=""/>
            <p:cNvSpPr/>
            <p:nvPr/>
          </p:nvSpPr>
          <p:spPr>
            <a:xfrm rot="0">
              <a:off x="663" y="1573"/>
              <a:ext cx="26" cy="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5" name=""/>
            <p:cNvSpPr/>
            <p:nvPr/>
          </p:nvSpPr>
          <p:spPr>
            <a:xfrm rot="0">
              <a:off x="720" y="1584"/>
              <a:ext cx="27" cy="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6" name=""/>
            <p:cNvSpPr/>
            <p:nvPr/>
          </p:nvSpPr>
          <p:spPr>
            <a:xfrm rot="0">
              <a:off x="776" y="1595"/>
              <a:ext cx="82" cy="17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7" name=""/>
            <p:cNvSpPr/>
            <p:nvPr/>
          </p:nvSpPr>
          <p:spPr>
            <a:xfrm rot="0" flipH="1">
              <a:off x="1774" y="1612"/>
              <a:ext cx="197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8" name=""/>
            <p:cNvSpPr/>
            <p:nvPr/>
          </p:nvSpPr>
          <p:spPr>
            <a:xfrm rot="0" flipH="1">
              <a:off x="1717" y="1612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69" name=""/>
            <p:cNvSpPr/>
            <p:nvPr/>
          </p:nvSpPr>
          <p:spPr>
            <a:xfrm rot="0" flipH="1">
              <a:off x="1661" y="1612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0" name=""/>
            <p:cNvSpPr/>
            <p:nvPr/>
          </p:nvSpPr>
          <p:spPr>
            <a:xfrm rot="0" flipH="1">
              <a:off x="1487" y="1612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1" name=""/>
            <p:cNvSpPr/>
            <p:nvPr/>
          </p:nvSpPr>
          <p:spPr>
            <a:xfrm rot="0" flipH="1">
              <a:off x="1430" y="1612"/>
              <a:ext cx="27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2" name=""/>
            <p:cNvSpPr/>
            <p:nvPr/>
          </p:nvSpPr>
          <p:spPr>
            <a:xfrm rot="0" flipH="1">
              <a:off x="1374" y="1612"/>
              <a:ext cx="27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3" name=""/>
            <p:cNvSpPr/>
            <p:nvPr/>
          </p:nvSpPr>
          <p:spPr>
            <a:xfrm rot="0" flipH="1">
              <a:off x="1201" y="1612"/>
              <a:ext cx="142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4" name=""/>
            <p:cNvSpPr/>
            <p:nvPr/>
          </p:nvSpPr>
          <p:spPr>
            <a:xfrm rot="0" flipH="1">
              <a:off x="1141" y="1612"/>
              <a:ext cx="30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5" name=""/>
            <p:cNvSpPr/>
            <p:nvPr/>
          </p:nvSpPr>
          <p:spPr>
            <a:xfrm rot="0" flipH="1">
              <a:off x="1085" y="1612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6" name=""/>
            <p:cNvSpPr/>
            <p:nvPr/>
          </p:nvSpPr>
          <p:spPr>
            <a:xfrm rot="0" flipH="1">
              <a:off x="858" y="1612"/>
              <a:ext cx="196" cy="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7" name=""/>
            <p:cNvSpPr/>
            <p:nvPr/>
          </p:nvSpPr>
          <p:spPr>
            <a:xfrm rot="0" flipH="1">
              <a:off x="1774" y="458"/>
              <a:ext cx="19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8" name=""/>
            <p:cNvSpPr/>
            <p:nvPr/>
          </p:nvSpPr>
          <p:spPr>
            <a:xfrm rot="0" flipH="1">
              <a:off x="1717" y="458"/>
              <a:ext cx="2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79" name=""/>
            <p:cNvSpPr/>
            <p:nvPr/>
          </p:nvSpPr>
          <p:spPr>
            <a:xfrm rot="0" flipH="1">
              <a:off x="1661" y="458"/>
              <a:ext cx="2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0" name=""/>
            <p:cNvSpPr/>
            <p:nvPr/>
          </p:nvSpPr>
          <p:spPr>
            <a:xfrm rot="0" flipH="1">
              <a:off x="1487" y="458"/>
              <a:ext cx="14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1" name=""/>
            <p:cNvSpPr/>
            <p:nvPr/>
          </p:nvSpPr>
          <p:spPr>
            <a:xfrm rot="0" flipH="1">
              <a:off x="1430" y="458"/>
              <a:ext cx="2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2" name=""/>
            <p:cNvSpPr/>
            <p:nvPr/>
          </p:nvSpPr>
          <p:spPr>
            <a:xfrm rot="0" flipH="1">
              <a:off x="1374" y="458"/>
              <a:ext cx="2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3" name=""/>
            <p:cNvSpPr/>
            <p:nvPr/>
          </p:nvSpPr>
          <p:spPr>
            <a:xfrm rot="0" flipH="1">
              <a:off x="1201" y="458"/>
              <a:ext cx="14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4" name=""/>
            <p:cNvSpPr/>
            <p:nvPr/>
          </p:nvSpPr>
          <p:spPr>
            <a:xfrm rot="0" flipH="1">
              <a:off x="1141" y="458"/>
              <a:ext cx="3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5" name=""/>
            <p:cNvSpPr/>
            <p:nvPr/>
          </p:nvSpPr>
          <p:spPr>
            <a:xfrm rot="0" flipH="1">
              <a:off x="1085" y="458"/>
              <a:ext cx="2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6" name=""/>
            <p:cNvSpPr/>
            <p:nvPr/>
          </p:nvSpPr>
          <p:spPr>
            <a:xfrm rot="0" flipH="1">
              <a:off x="858" y="458"/>
              <a:ext cx="19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7" name=""/>
            <p:cNvSpPr/>
            <p:nvPr/>
          </p:nvSpPr>
          <p:spPr>
            <a:xfrm rot="0" flipV="1">
              <a:off x="582" y="1228"/>
              <a:ext cx="2" cy="5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8" name=""/>
            <p:cNvSpPr/>
            <p:nvPr/>
          </p:nvSpPr>
          <p:spPr>
            <a:xfrm rot="0" flipV="1">
              <a:off x="582" y="1138"/>
              <a:ext cx="2" cy="6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89" name=""/>
            <p:cNvSpPr/>
            <p:nvPr/>
          </p:nvSpPr>
          <p:spPr>
            <a:xfrm rot="0" flipV="1">
              <a:off x="582" y="1047"/>
              <a:ext cx="2" cy="6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0" name=""/>
            <p:cNvSpPr/>
            <p:nvPr/>
          </p:nvSpPr>
          <p:spPr>
            <a:xfrm rot="0" flipV="1">
              <a:off x="582" y="957"/>
              <a:ext cx="2" cy="6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1" name=""/>
            <p:cNvSpPr/>
            <p:nvPr/>
          </p:nvSpPr>
          <p:spPr>
            <a:xfrm rot="0" flipV="1">
              <a:off x="582" y="869"/>
              <a:ext cx="2" cy="6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2" name=""/>
            <p:cNvSpPr/>
            <p:nvPr/>
          </p:nvSpPr>
          <p:spPr>
            <a:xfrm rot="0" flipV="1">
              <a:off x="582" y="782"/>
              <a:ext cx="2" cy="5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3" name=""/>
            <p:cNvSpPr/>
            <p:nvPr/>
          </p:nvSpPr>
          <p:spPr>
            <a:xfrm rot="0" flipV="1">
              <a:off x="1136" y="1228"/>
              <a:ext cx="2" cy="5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4" name=""/>
            <p:cNvSpPr/>
            <p:nvPr/>
          </p:nvSpPr>
          <p:spPr>
            <a:xfrm rot="0" flipV="1">
              <a:off x="1136" y="1138"/>
              <a:ext cx="2" cy="6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5" name=""/>
            <p:cNvSpPr/>
            <p:nvPr/>
          </p:nvSpPr>
          <p:spPr>
            <a:xfrm rot="0" flipV="1">
              <a:off x="1136" y="1047"/>
              <a:ext cx="2" cy="6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6" name=""/>
            <p:cNvSpPr/>
            <p:nvPr/>
          </p:nvSpPr>
          <p:spPr>
            <a:xfrm rot="0" flipV="1">
              <a:off x="1136" y="957"/>
              <a:ext cx="2" cy="6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7" name=""/>
            <p:cNvSpPr/>
            <p:nvPr/>
          </p:nvSpPr>
          <p:spPr>
            <a:xfrm rot="0" flipV="1">
              <a:off x="1136" y="869"/>
              <a:ext cx="2" cy="6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8" name=""/>
            <p:cNvSpPr/>
            <p:nvPr/>
          </p:nvSpPr>
          <p:spPr>
            <a:xfrm rot="0" flipV="1">
              <a:off x="1136" y="782"/>
              <a:ext cx="2" cy="5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399" name=""/>
            <p:cNvSpPr/>
            <p:nvPr/>
          </p:nvSpPr>
          <p:spPr>
            <a:xfrm rot="0">
              <a:off x="1630" y="2702"/>
              <a:ext cx="354" cy="520"/>
            </a:xfrm>
            <a:custGeom>
              <a:avLst/>
              <a:ahLst/>
              <a:rect l="0" t="0" r="r" b="b"/>
              <a:pathLst>
                <a:path w="1310" h="1834">
                  <a:moveTo>
                    <a:pt x="0" y="1834"/>
                  </a:moveTo>
                  <a:lnTo>
                    <a:pt x="628" y="1441"/>
                  </a:lnTo>
                  <a:lnTo>
                    <a:pt x="1138" y="766"/>
                  </a:lnTo>
                  <a:lnTo>
                    <a:pt x="1310" y="0"/>
                  </a:lnTo>
                </a:path>
              </a:pathLst>
            </a:custGeom>
            <a:noFill/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0" name=""/>
            <p:cNvSpPr/>
            <p:nvPr/>
          </p:nvSpPr>
          <p:spPr>
            <a:xfrm rot="0">
              <a:off x="1630" y="2186"/>
              <a:ext cx="354" cy="516"/>
            </a:xfrm>
            <a:custGeom>
              <a:avLst/>
              <a:ahLst/>
              <a:rect l="0" t="0" r="r" b="b"/>
              <a:pathLst>
                <a:path w="1310" h="1835">
                  <a:moveTo>
                    <a:pt x="1310" y="1835"/>
                  </a:moveTo>
                  <a:lnTo>
                    <a:pt x="1138" y="1069"/>
                  </a:lnTo>
                  <a:lnTo>
                    <a:pt x="628" y="394"/>
                  </a:lnTo>
                  <a:lnTo>
                    <a:pt x="0" y="0"/>
                  </a:lnTo>
                </a:path>
              </a:pathLst>
            </a:custGeom>
            <a:noFill/>
            <a:ln w="762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1" name=""/>
            <p:cNvSpPr/>
            <p:nvPr/>
          </p:nvSpPr>
          <p:spPr>
            <a:xfrm rot="0">
              <a:off x="1630" y="2186"/>
              <a:ext cx="3" cy="103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2" name=""/>
            <p:cNvSpPr/>
            <p:nvPr/>
          </p:nvSpPr>
          <p:spPr>
            <a:xfrm rot="0">
              <a:off x="2155" y="2129"/>
              <a:ext cx="2" cy="1155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3" name=""/>
            <p:cNvSpPr/>
            <p:nvPr/>
          </p:nvSpPr>
          <p:spPr>
            <a:xfrm rot="0">
              <a:off x="858" y="3224"/>
              <a:ext cx="772" cy="4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4" name=""/>
            <p:cNvSpPr/>
            <p:nvPr/>
          </p:nvSpPr>
          <p:spPr>
            <a:xfrm rot="0">
              <a:off x="858" y="2186"/>
              <a:ext cx="772" cy="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5" name=""/>
            <p:cNvSpPr/>
            <p:nvPr/>
          </p:nvSpPr>
          <p:spPr>
            <a:xfrm rot="0">
              <a:off x="306" y="2129"/>
              <a:ext cx="552" cy="1155"/>
            </a:xfrm>
            <a:custGeom>
              <a:avLst/>
              <a:ahLst/>
              <a:rect l="0" t="0" r="r" b="b"/>
              <a:pathLst>
                <a:path w="2042" h="4090">
                  <a:moveTo>
                    <a:pt x="2042" y="0"/>
                  </a:moveTo>
                  <a:lnTo>
                    <a:pt x="1411" y="100"/>
                  </a:lnTo>
                  <a:lnTo>
                    <a:pt x="842" y="391"/>
                  </a:lnTo>
                  <a:lnTo>
                    <a:pt x="389" y="842"/>
                  </a:lnTo>
                  <a:lnTo>
                    <a:pt x="99" y="1413"/>
                  </a:lnTo>
                  <a:lnTo>
                    <a:pt x="0" y="2044"/>
                  </a:lnTo>
                  <a:lnTo>
                    <a:pt x="99" y="2676"/>
                  </a:lnTo>
                  <a:lnTo>
                    <a:pt x="389" y="3247"/>
                  </a:lnTo>
                  <a:lnTo>
                    <a:pt x="842" y="3699"/>
                  </a:lnTo>
                  <a:lnTo>
                    <a:pt x="1411" y="3989"/>
                  </a:lnTo>
                  <a:lnTo>
                    <a:pt x="2042" y="409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6" name=""/>
            <p:cNvSpPr/>
            <p:nvPr/>
          </p:nvSpPr>
          <p:spPr>
            <a:xfrm rot="0">
              <a:off x="362" y="2186"/>
              <a:ext cx="496" cy="1038"/>
            </a:xfrm>
            <a:custGeom>
              <a:avLst/>
              <a:ahLst/>
              <a:rect l="0" t="0" r="r" b="b"/>
              <a:pathLst>
                <a:path w="1837" h="3678">
                  <a:moveTo>
                    <a:pt x="1837" y="0"/>
                  </a:moveTo>
                  <a:lnTo>
                    <a:pt x="1270" y="90"/>
                  </a:lnTo>
                  <a:lnTo>
                    <a:pt x="758" y="351"/>
                  </a:lnTo>
                  <a:lnTo>
                    <a:pt x="351" y="757"/>
                  </a:lnTo>
                  <a:lnTo>
                    <a:pt x="90" y="1270"/>
                  </a:lnTo>
                  <a:lnTo>
                    <a:pt x="0" y="1838"/>
                  </a:lnTo>
                  <a:lnTo>
                    <a:pt x="90" y="2407"/>
                  </a:lnTo>
                  <a:lnTo>
                    <a:pt x="351" y="2919"/>
                  </a:lnTo>
                  <a:lnTo>
                    <a:pt x="758" y="3326"/>
                  </a:lnTo>
                  <a:lnTo>
                    <a:pt x="1270" y="3587"/>
                  </a:lnTo>
                  <a:lnTo>
                    <a:pt x="1837" y="3678"/>
                  </a:lnTo>
                </a:path>
              </a:pathLst>
            </a:custGeom>
            <a:noFill/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7" name=""/>
            <p:cNvSpPr/>
            <p:nvPr/>
          </p:nvSpPr>
          <p:spPr>
            <a:xfrm rot="0" flipH="1">
              <a:off x="771" y="458"/>
              <a:ext cx="87" cy="1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8" name=""/>
            <p:cNvSpPr/>
            <p:nvPr/>
          </p:nvSpPr>
          <p:spPr>
            <a:xfrm rot="0" flipH="1">
              <a:off x="714" y="474"/>
              <a:ext cx="28" cy="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09" name=""/>
            <p:cNvSpPr/>
            <p:nvPr/>
          </p:nvSpPr>
          <p:spPr>
            <a:xfrm rot="0" flipH="1">
              <a:off x="660" y="489"/>
              <a:ext cx="27" cy="1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0" name=""/>
            <p:cNvSpPr/>
            <p:nvPr/>
          </p:nvSpPr>
          <p:spPr>
            <a:xfrm rot="0">
              <a:off x="514" y="514"/>
              <a:ext cx="119" cy="76"/>
            </a:xfrm>
            <a:custGeom>
              <a:avLst/>
              <a:ahLst/>
              <a:rect l="0" t="0" r="r" b="b"/>
              <a:pathLst>
                <a:path w="449" h="277">
                  <a:moveTo>
                    <a:pt x="449" y="0"/>
                  </a:moveTo>
                  <a:lnTo>
                    <a:pt x="205" y="107"/>
                  </a:lnTo>
                  <a:lnTo>
                    <a:pt x="0" y="277"/>
                  </a:lnTo>
                </a:path>
              </a:pathLst>
            </a:custGeom>
            <a:noFill/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1" name=""/>
            <p:cNvSpPr/>
            <p:nvPr/>
          </p:nvSpPr>
          <p:spPr>
            <a:xfrm rot="0" flipH="1">
              <a:off x="469" y="610"/>
              <a:ext cx="20" cy="19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2" name=""/>
            <p:cNvSpPr/>
            <p:nvPr/>
          </p:nvSpPr>
          <p:spPr>
            <a:xfrm rot="0" flipH="1">
              <a:off x="431" y="649"/>
              <a:ext cx="16" cy="2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3" name=""/>
            <p:cNvSpPr/>
            <p:nvPr/>
          </p:nvSpPr>
          <p:spPr>
            <a:xfrm rot="0" flipH="1">
              <a:off x="366" y="700"/>
              <a:ext cx="49" cy="77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4" name=""/>
            <p:cNvSpPr/>
            <p:nvPr/>
          </p:nvSpPr>
          <p:spPr>
            <a:xfrm rot="0">
              <a:off x="582" y="2417"/>
              <a:ext cx="554" cy="576"/>
            </a:xfrm>
            <a:custGeom>
              <a:avLst/>
              <a:ahLst/>
              <a:rect l="0" t="0" r="r" b="b"/>
              <a:pathLst>
                <a:path w="2043" h="2045">
                  <a:moveTo>
                    <a:pt x="2043" y="1022"/>
                  </a:moveTo>
                  <a:lnTo>
                    <a:pt x="1906" y="512"/>
                  </a:lnTo>
                  <a:lnTo>
                    <a:pt x="1533" y="138"/>
                  </a:lnTo>
                  <a:lnTo>
                    <a:pt x="1021" y="0"/>
                  </a:lnTo>
                  <a:lnTo>
                    <a:pt x="510" y="138"/>
                  </a:lnTo>
                  <a:lnTo>
                    <a:pt x="136" y="512"/>
                  </a:lnTo>
                  <a:lnTo>
                    <a:pt x="0" y="1022"/>
                  </a:lnTo>
                  <a:lnTo>
                    <a:pt x="136" y="1534"/>
                  </a:lnTo>
                  <a:lnTo>
                    <a:pt x="510" y="1908"/>
                  </a:lnTo>
                  <a:lnTo>
                    <a:pt x="1021" y="2045"/>
                  </a:lnTo>
                  <a:lnTo>
                    <a:pt x="1533" y="1908"/>
                  </a:lnTo>
                  <a:lnTo>
                    <a:pt x="1906" y="1534"/>
                  </a:lnTo>
                  <a:lnTo>
                    <a:pt x="2043" y="1022"/>
                  </a:lnTo>
                </a:path>
              </a:pathLst>
            </a:custGeom>
            <a:noFill/>
            <a:ln w="762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5" name=""/>
            <p:cNvSpPr/>
            <p:nvPr/>
          </p:nvSpPr>
          <p:spPr>
            <a:xfrm rot="0" flipH="1">
              <a:off x="2155" y="3103"/>
              <a:ext cx="238" cy="3"/>
            </a:xfrm>
            <a:prstGeom prst="line"/>
            <a:solidFill>
              <a:srgbClr val="FFFFFF"/>
            </a:solidFill>
            <a:ln w="762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6" name=""/>
            <p:cNvSpPr/>
            <p:nvPr/>
          </p:nvSpPr>
          <p:spPr>
            <a:xfrm rot="0">
              <a:off x="2393" y="2309"/>
              <a:ext cx="2" cy="79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7" name=""/>
            <p:cNvSpPr/>
            <p:nvPr/>
          </p:nvSpPr>
          <p:spPr>
            <a:xfrm rot="0" flipH="1">
              <a:off x="2155" y="2309"/>
              <a:ext cx="238" cy="3"/>
            </a:xfrm>
            <a:prstGeom prst="line"/>
            <a:solidFill>
              <a:srgbClr val="FFFFFF"/>
            </a:solidFill>
            <a:ln w="762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8" name=""/>
            <p:cNvSpPr/>
            <p:nvPr/>
          </p:nvSpPr>
          <p:spPr>
            <a:xfrm rot="0" flipH="1">
              <a:off x="2155" y="1431"/>
              <a:ext cx="238" cy="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19" name=""/>
            <p:cNvSpPr/>
            <p:nvPr/>
          </p:nvSpPr>
          <p:spPr>
            <a:xfrm rot="0" flipH="1">
              <a:off x="2155" y="635"/>
              <a:ext cx="238" cy="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0" name=""/>
            <p:cNvSpPr/>
            <p:nvPr/>
          </p:nvSpPr>
          <p:spPr>
            <a:xfrm rot="0">
              <a:off x="1630" y="1287"/>
              <a:ext cx="352" cy="325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1" name=""/>
            <p:cNvSpPr/>
            <p:nvPr/>
          </p:nvSpPr>
          <p:spPr>
            <a:xfrm rot="0" flipV="1">
              <a:off x="1630" y="458"/>
              <a:ext cx="352" cy="32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2" name=""/>
            <p:cNvSpPr/>
            <p:nvPr/>
          </p:nvSpPr>
          <p:spPr>
            <a:xfrm rot="0">
              <a:off x="2393" y="635"/>
              <a:ext cx="2" cy="79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3" name=""/>
            <p:cNvSpPr/>
            <p:nvPr/>
          </p:nvSpPr>
          <p:spPr>
            <a:xfrm rot="0">
              <a:off x="2155" y="458"/>
              <a:ext cx="2" cy="115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4" name=""/>
            <p:cNvSpPr/>
            <p:nvPr/>
          </p:nvSpPr>
          <p:spPr>
            <a:xfrm rot="0" flipH="1" flipV="1">
              <a:off x="3998" y="974"/>
              <a:ext cx="10" cy="5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5" name=""/>
            <p:cNvSpPr/>
            <p:nvPr/>
          </p:nvSpPr>
          <p:spPr>
            <a:xfrm rot="0" flipH="1" flipV="1">
              <a:off x="3981" y="884"/>
              <a:ext cx="11" cy="5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6" name=""/>
            <p:cNvSpPr/>
            <p:nvPr/>
          </p:nvSpPr>
          <p:spPr>
            <a:xfrm rot="0" flipH="1" flipV="1">
              <a:off x="3933" y="808"/>
              <a:ext cx="32" cy="5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7" name=""/>
            <p:cNvSpPr/>
            <p:nvPr/>
          </p:nvSpPr>
          <p:spPr>
            <a:xfrm rot="0">
              <a:off x="3876" y="737"/>
              <a:ext cx="41" cy="45"/>
            </a:xfrm>
            <a:custGeom>
              <a:avLst/>
              <a:ahLst/>
              <a:rect l="0" t="0" r="r" b="b"/>
              <a:pathLst>
                <a:path w="147" h="153">
                  <a:moveTo>
                    <a:pt x="147" y="153"/>
                  </a:moveTo>
                  <a:lnTo>
                    <a:pt x="79" y="53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8" name=""/>
            <p:cNvSpPr/>
            <p:nvPr/>
          </p:nvSpPr>
          <p:spPr>
            <a:xfrm rot="0" flipH="1" flipV="1">
              <a:off x="3803" y="687"/>
              <a:ext cx="49" cy="3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29" name=""/>
            <p:cNvSpPr/>
            <p:nvPr/>
          </p:nvSpPr>
          <p:spPr>
            <a:xfrm rot="0">
              <a:off x="3722" y="655"/>
              <a:ext cx="57" cy="14"/>
            </a:xfrm>
            <a:custGeom>
              <a:avLst/>
              <a:ahLst/>
              <a:rect l="0" t="0" r="r" b="b"/>
              <a:pathLst>
                <a:path w="209" h="51">
                  <a:moveTo>
                    <a:pt x="209" y="51"/>
                  </a:moveTo>
                  <a:lnTo>
                    <a:pt x="192" y="39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0" name=""/>
            <p:cNvSpPr/>
            <p:nvPr/>
          </p:nvSpPr>
          <p:spPr>
            <a:xfrm rot="0" flipH="1" flipV="1">
              <a:off x="3636" y="638"/>
              <a:ext cx="60" cy="1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1" name=""/>
            <p:cNvSpPr/>
            <p:nvPr/>
          </p:nvSpPr>
          <p:spPr>
            <a:xfrm rot="0" flipH="1">
              <a:off x="3549" y="640"/>
              <a:ext cx="60" cy="1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2" name=""/>
            <p:cNvSpPr/>
            <p:nvPr/>
          </p:nvSpPr>
          <p:spPr>
            <a:xfrm rot="0">
              <a:off x="3468" y="658"/>
              <a:ext cx="54" cy="20"/>
            </a:xfrm>
            <a:custGeom>
              <a:avLst/>
              <a:ahLst/>
              <a:rect l="0" t="0" r="r" b="b"/>
              <a:pathLst>
                <a:path w="201" h="69">
                  <a:moveTo>
                    <a:pt x="201" y="0"/>
                  </a:moveTo>
                  <a:lnTo>
                    <a:pt x="62" y="28"/>
                  </a:lnTo>
                  <a:lnTo>
                    <a:pt x="0" y="69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3" name=""/>
            <p:cNvSpPr/>
            <p:nvPr/>
          </p:nvSpPr>
          <p:spPr>
            <a:xfrm rot="0" flipH="1">
              <a:off x="3395" y="694"/>
              <a:ext cx="48" cy="3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4" name=""/>
            <p:cNvSpPr/>
            <p:nvPr/>
          </p:nvSpPr>
          <p:spPr>
            <a:xfrm rot="0">
              <a:off x="3336" y="745"/>
              <a:ext cx="35" cy="48"/>
            </a:xfrm>
            <a:custGeom>
              <a:avLst/>
              <a:ahLst/>
              <a:rect l="0" t="0" r="r" b="b"/>
              <a:pathLst>
                <a:path w="132" h="169">
                  <a:moveTo>
                    <a:pt x="132" y="0"/>
                  </a:moveTo>
                  <a:lnTo>
                    <a:pt x="98" y="23"/>
                  </a:lnTo>
                  <a:lnTo>
                    <a:pt x="0" y="169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5" name=""/>
            <p:cNvSpPr/>
            <p:nvPr/>
          </p:nvSpPr>
          <p:spPr>
            <a:xfrm rot="0" flipH="1">
              <a:off x="3287" y="819"/>
              <a:ext cx="33" cy="5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6" name=""/>
            <p:cNvSpPr/>
            <p:nvPr/>
          </p:nvSpPr>
          <p:spPr>
            <a:xfrm rot="0" flipH="1">
              <a:off x="3263" y="898"/>
              <a:ext cx="13" cy="5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7" name=""/>
            <p:cNvSpPr/>
            <p:nvPr/>
          </p:nvSpPr>
          <p:spPr>
            <a:xfrm rot="0">
              <a:off x="3249" y="988"/>
              <a:ext cx="9" cy="59"/>
            </a:xfrm>
            <a:custGeom>
              <a:avLst/>
              <a:ahLst/>
              <a:rect l="0" t="0" r="r" b="b"/>
              <a:pathLst>
                <a:path w="32" h="211">
                  <a:moveTo>
                    <a:pt x="32" y="0"/>
                  </a:moveTo>
                  <a:lnTo>
                    <a:pt x="0" y="159"/>
                  </a:lnTo>
                  <a:lnTo>
                    <a:pt x="11" y="211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8" name=""/>
            <p:cNvSpPr/>
            <p:nvPr/>
          </p:nvSpPr>
          <p:spPr>
            <a:xfrm rot="0">
              <a:off x="3258" y="1078"/>
              <a:ext cx="13" cy="6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39" name=""/>
            <p:cNvSpPr/>
            <p:nvPr/>
          </p:nvSpPr>
          <p:spPr>
            <a:xfrm rot="0">
              <a:off x="3276" y="1168"/>
              <a:ext cx="27" cy="54"/>
            </a:xfrm>
            <a:custGeom>
              <a:avLst/>
              <a:ahLst/>
              <a:rect l="0" t="0" r="r" b="b"/>
              <a:pathLst>
                <a:path w="98" h="190">
                  <a:moveTo>
                    <a:pt x="0" y="0"/>
                  </a:moveTo>
                  <a:lnTo>
                    <a:pt x="12" y="60"/>
                  </a:lnTo>
                  <a:lnTo>
                    <a:pt x="98" y="19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0" name=""/>
            <p:cNvSpPr/>
            <p:nvPr/>
          </p:nvSpPr>
          <p:spPr>
            <a:xfrm rot="0">
              <a:off x="3320" y="1248"/>
              <a:ext cx="32" cy="5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1" name=""/>
            <p:cNvSpPr/>
            <p:nvPr/>
          </p:nvSpPr>
          <p:spPr>
            <a:xfrm rot="0">
              <a:off x="3371" y="1321"/>
              <a:ext cx="49" cy="3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2" name=""/>
            <p:cNvSpPr/>
            <p:nvPr/>
          </p:nvSpPr>
          <p:spPr>
            <a:xfrm rot="0">
              <a:off x="3443" y="1372"/>
              <a:ext cx="49" cy="32"/>
            </a:xfrm>
            <a:custGeom>
              <a:avLst/>
              <a:ahLst/>
              <a:rect l="0" t="0" r="r" b="b"/>
              <a:pathLst>
                <a:path w="185" h="108">
                  <a:moveTo>
                    <a:pt x="0" y="0"/>
                  </a:moveTo>
                  <a:lnTo>
                    <a:pt x="152" y="101"/>
                  </a:lnTo>
                  <a:lnTo>
                    <a:pt x="185" y="108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3" name=""/>
            <p:cNvSpPr/>
            <p:nvPr/>
          </p:nvSpPr>
          <p:spPr>
            <a:xfrm rot="0">
              <a:off x="3522" y="1409"/>
              <a:ext cx="57" cy="1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4" name=""/>
            <p:cNvSpPr/>
            <p:nvPr/>
          </p:nvSpPr>
          <p:spPr>
            <a:xfrm rot="0">
              <a:off x="3609" y="1424"/>
              <a:ext cx="56" cy="7"/>
            </a:xfrm>
            <a:custGeom>
              <a:avLst/>
              <a:ahLst/>
              <a:rect l="0" t="0" r="r" b="b"/>
              <a:pathLst>
                <a:path w="212" h="26">
                  <a:moveTo>
                    <a:pt x="0" y="11"/>
                  </a:moveTo>
                  <a:lnTo>
                    <a:pt x="79" y="26"/>
                  </a:lnTo>
                  <a:lnTo>
                    <a:pt x="212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5" name=""/>
            <p:cNvSpPr/>
            <p:nvPr/>
          </p:nvSpPr>
          <p:spPr>
            <a:xfrm rot="0" flipV="1">
              <a:off x="3696" y="1406"/>
              <a:ext cx="56" cy="1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6" name=""/>
            <p:cNvSpPr/>
            <p:nvPr/>
          </p:nvSpPr>
          <p:spPr>
            <a:xfrm rot="0" flipV="1">
              <a:off x="3779" y="1364"/>
              <a:ext cx="48" cy="3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7" name=""/>
            <p:cNvSpPr/>
            <p:nvPr/>
          </p:nvSpPr>
          <p:spPr>
            <a:xfrm rot="0">
              <a:off x="3852" y="1310"/>
              <a:ext cx="49" cy="37"/>
            </a:xfrm>
            <a:custGeom>
              <a:avLst/>
              <a:ahLst/>
              <a:rect l="0" t="0" r="r" b="b"/>
              <a:pathLst>
                <a:path w="177" h="123">
                  <a:moveTo>
                    <a:pt x="0" y="123"/>
                  </a:moveTo>
                  <a:lnTo>
                    <a:pt x="169" y="11"/>
                  </a:lnTo>
                  <a:lnTo>
                    <a:pt x="177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8" name=""/>
            <p:cNvSpPr/>
            <p:nvPr/>
          </p:nvSpPr>
          <p:spPr>
            <a:xfrm rot="0" flipV="1">
              <a:off x="3917" y="1234"/>
              <a:ext cx="32" cy="5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49" name=""/>
            <p:cNvSpPr/>
            <p:nvPr/>
          </p:nvSpPr>
          <p:spPr>
            <a:xfrm rot="0">
              <a:off x="3965" y="1155"/>
              <a:ext cx="22" cy="53"/>
            </a:xfrm>
            <a:custGeom>
              <a:avLst/>
              <a:ahLst/>
              <a:rect l="0" t="0" r="r" b="b"/>
              <a:pathLst>
                <a:path w="78" h="198">
                  <a:moveTo>
                    <a:pt x="0" y="198"/>
                  </a:moveTo>
                  <a:lnTo>
                    <a:pt x="56" y="114"/>
                  </a:lnTo>
                  <a:lnTo>
                    <a:pt x="78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50" name=""/>
            <p:cNvSpPr/>
            <p:nvPr/>
          </p:nvSpPr>
          <p:spPr>
            <a:xfrm rot="0" flipV="1">
              <a:off x="3992" y="1065"/>
              <a:ext cx="11" cy="58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51" name=""/>
            <p:cNvSpPr/>
            <p:nvPr/>
          </p:nvSpPr>
          <p:spPr>
            <a:xfrm rot="0">
              <a:off x="4008" y="1033"/>
              <a:ext cx="4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385" name=""/>
            <p:cNvGrpSpPr/>
            <p:nvPr/>
          </p:nvGrpSpPr>
          <p:grpSpPr>
            <a:xfrm rot="0">
              <a:off x="3354" y="782"/>
              <a:ext cx="4" cy="505"/>
              <a:chOff x="3354" y="782"/>
              <a:chExt cx="4" cy="505"/>
            </a:xfrm>
          </p:grpSpPr>
          <p:sp>
            <p:nvSpPr>
              <p:cNvPr id="1076452" name=""/>
              <p:cNvSpPr/>
              <p:nvPr/>
            </p:nvSpPr>
            <p:spPr>
              <a:xfrm rot="0" flipV="1">
                <a:off x="3354" y="782"/>
                <a:ext cx="4" cy="251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lgDash"/>
                <a:round/>
              </a:ln>
            </p:spPr>
          </p:sp>
          <p:sp>
            <p:nvSpPr>
              <p:cNvPr id="1076453" name=""/>
              <p:cNvSpPr/>
              <p:nvPr/>
            </p:nvSpPr>
            <p:spPr>
              <a:xfrm rot="0">
                <a:off x="3354" y="1033"/>
                <a:ext cx="4" cy="254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lgDash"/>
                <a:round/>
              </a:ln>
            </p:spPr>
          </p:sp>
        </p:grpSp>
        <p:grpSp>
          <p:nvGrpSpPr>
            <p:cNvPr id="386" name=""/>
            <p:cNvGrpSpPr/>
            <p:nvPr/>
          </p:nvGrpSpPr>
          <p:grpSpPr>
            <a:xfrm rot="0">
              <a:off x="3906" y="782"/>
              <a:ext cx="2" cy="505"/>
              <a:chOff x="3906" y="782"/>
              <a:chExt cx="2" cy="505"/>
            </a:xfrm>
          </p:grpSpPr>
          <p:sp>
            <p:nvSpPr>
              <p:cNvPr id="1076454" name=""/>
              <p:cNvSpPr/>
              <p:nvPr/>
            </p:nvSpPr>
            <p:spPr>
              <a:xfrm rot="0">
                <a:off x="3906" y="1033"/>
                <a:ext cx="2" cy="254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lgDash"/>
                <a:round/>
              </a:ln>
            </p:spPr>
          </p:sp>
          <p:sp>
            <p:nvSpPr>
              <p:cNvPr id="1076455" name=""/>
              <p:cNvSpPr/>
              <p:nvPr/>
            </p:nvSpPr>
            <p:spPr>
              <a:xfrm rot="0" flipV="1">
                <a:off x="3906" y="782"/>
                <a:ext cx="2" cy="251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lgDash"/>
                <a:round/>
              </a:ln>
            </p:spPr>
          </p:sp>
        </p:grpSp>
        <p:sp>
          <p:nvSpPr>
            <p:cNvPr id="1076456" name=""/>
            <p:cNvSpPr/>
            <p:nvPr/>
          </p:nvSpPr>
          <p:spPr>
            <a:xfrm rot="0" flipH="1">
              <a:off x="362" y="782"/>
              <a:ext cx="1268" cy="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57" name=""/>
            <p:cNvSpPr/>
            <p:nvPr/>
          </p:nvSpPr>
          <p:spPr>
            <a:xfrm rot="0" flipH="1">
              <a:off x="362" y="1287"/>
              <a:ext cx="1268" cy="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58" name=""/>
            <p:cNvSpPr/>
            <p:nvPr/>
          </p:nvSpPr>
          <p:spPr>
            <a:xfrm rot="0" flipH="1">
              <a:off x="858" y="3284"/>
              <a:ext cx="1297" cy="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59" name=""/>
            <p:cNvSpPr/>
            <p:nvPr/>
          </p:nvSpPr>
          <p:spPr>
            <a:xfrm rot="0" flipH="1">
              <a:off x="858" y="2129"/>
              <a:ext cx="1297" cy="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0" name=""/>
            <p:cNvSpPr/>
            <p:nvPr/>
          </p:nvSpPr>
          <p:spPr>
            <a:xfrm rot="0" flipH="1">
              <a:off x="1982" y="1612"/>
              <a:ext cx="173" cy="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1" name=""/>
            <p:cNvSpPr/>
            <p:nvPr/>
          </p:nvSpPr>
          <p:spPr>
            <a:xfrm rot="0" flipH="1">
              <a:off x="1982" y="458"/>
              <a:ext cx="173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2" name=""/>
            <p:cNvSpPr/>
            <p:nvPr/>
          </p:nvSpPr>
          <p:spPr>
            <a:xfrm rot="0">
              <a:off x="144" y="2705"/>
              <a:ext cx="11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3" name=""/>
            <p:cNvSpPr/>
            <p:nvPr/>
          </p:nvSpPr>
          <p:spPr>
            <a:xfrm rot="0">
              <a:off x="287" y="2705"/>
              <a:ext cx="2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4" name=""/>
            <p:cNvSpPr/>
            <p:nvPr/>
          </p:nvSpPr>
          <p:spPr>
            <a:xfrm rot="0">
              <a:off x="344" y="2705"/>
              <a:ext cx="14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5" name=""/>
            <p:cNvSpPr/>
            <p:nvPr/>
          </p:nvSpPr>
          <p:spPr>
            <a:xfrm rot="0">
              <a:off x="517" y="2705"/>
              <a:ext cx="2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6" name=""/>
            <p:cNvSpPr/>
            <p:nvPr/>
          </p:nvSpPr>
          <p:spPr>
            <a:xfrm rot="0">
              <a:off x="574" y="2705"/>
              <a:ext cx="14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7" name=""/>
            <p:cNvSpPr/>
            <p:nvPr/>
          </p:nvSpPr>
          <p:spPr>
            <a:xfrm rot="0">
              <a:off x="747" y="2705"/>
              <a:ext cx="2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8" name=""/>
            <p:cNvSpPr/>
            <p:nvPr/>
          </p:nvSpPr>
          <p:spPr>
            <a:xfrm rot="0">
              <a:off x="803" y="2705"/>
              <a:ext cx="14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69" name=""/>
            <p:cNvSpPr/>
            <p:nvPr/>
          </p:nvSpPr>
          <p:spPr>
            <a:xfrm rot="0">
              <a:off x="976" y="2705"/>
              <a:ext cx="31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0" name=""/>
            <p:cNvSpPr/>
            <p:nvPr/>
          </p:nvSpPr>
          <p:spPr>
            <a:xfrm rot="0">
              <a:off x="1033" y="2705"/>
              <a:ext cx="14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1" name=""/>
            <p:cNvSpPr/>
            <p:nvPr/>
          </p:nvSpPr>
          <p:spPr>
            <a:xfrm rot="0">
              <a:off x="1207" y="2705"/>
              <a:ext cx="2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2" name=""/>
            <p:cNvSpPr/>
            <p:nvPr/>
          </p:nvSpPr>
          <p:spPr>
            <a:xfrm rot="0">
              <a:off x="1263" y="2705"/>
              <a:ext cx="14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3" name=""/>
            <p:cNvSpPr/>
            <p:nvPr/>
          </p:nvSpPr>
          <p:spPr>
            <a:xfrm rot="0">
              <a:off x="1436" y="2705"/>
              <a:ext cx="2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4" name=""/>
            <p:cNvSpPr/>
            <p:nvPr/>
          </p:nvSpPr>
          <p:spPr>
            <a:xfrm rot="0">
              <a:off x="1492" y="2705"/>
              <a:ext cx="14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5" name=""/>
            <p:cNvSpPr/>
            <p:nvPr/>
          </p:nvSpPr>
          <p:spPr>
            <a:xfrm rot="0">
              <a:off x="1665" y="2705"/>
              <a:ext cx="3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6" name=""/>
            <p:cNvSpPr/>
            <p:nvPr/>
          </p:nvSpPr>
          <p:spPr>
            <a:xfrm rot="0">
              <a:off x="1725" y="2705"/>
              <a:ext cx="14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7" name=""/>
            <p:cNvSpPr/>
            <p:nvPr/>
          </p:nvSpPr>
          <p:spPr>
            <a:xfrm rot="0">
              <a:off x="1895" y="2705"/>
              <a:ext cx="3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8" name=""/>
            <p:cNvSpPr/>
            <p:nvPr/>
          </p:nvSpPr>
          <p:spPr>
            <a:xfrm rot="0">
              <a:off x="1955" y="2705"/>
              <a:ext cx="14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79" name=""/>
            <p:cNvSpPr/>
            <p:nvPr/>
          </p:nvSpPr>
          <p:spPr>
            <a:xfrm rot="0">
              <a:off x="2128" y="2705"/>
              <a:ext cx="2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0" name=""/>
            <p:cNvSpPr/>
            <p:nvPr/>
          </p:nvSpPr>
          <p:spPr>
            <a:xfrm rot="0">
              <a:off x="2184" y="2705"/>
              <a:ext cx="14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1" name=""/>
            <p:cNvSpPr/>
            <p:nvPr/>
          </p:nvSpPr>
          <p:spPr>
            <a:xfrm rot="0">
              <a:off x="2357" y="2705"/>
              <a:ext cx="2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2" name=""/>
            <p:cNvSpPr/>
            <p:nvPr/>
          </p:nvSpPr>
          <p:spPr>
            <a:xfrm rot="0">
              <a:off x="2415" y="2705"/>
              <a:ext cx="113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3" name=""/>
            <p:cNvSpPr/>
            <p:nvPr/>
          </p:nvSpPr>
          <p:spPr>
            <a:xfrm rot="0" flipH="1">
              <a:off x="3133" y="1287"/>
              <a:ext cx="992" cy="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4" name=""/>
            <p:cNvSpPr/>
            <p:nvPr/>
          </p:nvSpPr>
          <p:spPr>
            <a:xfrm rot="0" flipH="1">
              <a:off x="3133" y="782"/>
              <a:ext cx="992" cy="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5" name=""/>
            <p:cNvSpPr/>
            <p:nvPr/>
          </p:nvSpPr>
          <p:spPr>
            <a:xfrm rot="0">
              <a:off x="3076" y="458"/>
              <a:ext cx="1105" cy="1154"/>
            </a:xfrm>
            <a:custGeom>
              <a:avLst/>
              <a:ahLst/>
              <a:rect l="0" t="0" r="r" b="b"/>
              <a:pathLst>
                <a:path w="4085" h="4090">
                  <a:moveTo>
                    <a:pt x="4085" y="2046"/>
                  </a:moveTo>
                  <a:lnTo>
                    <a:pt x="3985" y="1414"/>
                  </a:lnTo>
                  <a:lnTo>
                    <a:pt x="3695" y="844"/>
                  </a:lnTo>
                  <a:lnTo>
                    <a:pt x="3243" y="391"/>
                  </a:lnTo>
                  <a:lnTo>
                    <a:pt x="2674" y="101"/>
                  </a:lnTo>
                  <a:lnTo>
                    <a:pt x="2042" y="0"/>
                  </a:lnTo>
                  <a:lnTo>
                    <a:pt x="1412" y="101"/>
                  </a:lnTo>
                  <a:lnTo>
                    <a:pt x="842" y="391"/>
                  </a:lnTo>
                  <a:lnTo>
                    <a:pt x="389" y="844"/>
                  </a:lnTo>
                  <a:lnTo>
                    <a:pt x="99" y="1414"/>
                  </a:lnTo>
                  <a:lnTo>
                    <a:pt x="0" y="2046"/>
                  </a:lnTo>
                  <a:lnTo>
                    <a:pt x="99" y="2678"/>
                  </a:lnTo>
                  <a:lnTo>
                    <a:pt x="389" y="3247"/>
                  </a:lnTo>
                  <a:lnTo>
                    <a:pt x="842" y="3700"/>
                  </a:lnTo>
                  <a:lnTo>
                    <a:pt x="1412" y="3990"/>
                  </a:lnTo>
                  <a:lnTo>
                    <a:pt x="2042" y="4090"/>
                  </a:lnTo>
                  <a:lnTo>
                    <a:pt x="2674" y="3990"/>
                  </a:lnTo>
                  <a:lnTo>
                    <a:pt x="3243" y="3700"/>
                  </a:lnTo>
                  <a:lnTo>
                    <a:pt x="3695" y="3247"/>
                  </a:lnTo>
                  <a:lnTo>
                    <a:pt x="3985" y="2678"/>
                  </a:lnTo>
                  <a:lnTo>
                    <a:pt x="4085" y="2046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6" name=""/>
            <p:cNvSpPr/>
            <p:nvPr/>
          </p:nvSpPr>
          <p:spPr>
            <a:xfrm rot="0">
              <a:off x="144" y="1033"/>
              <a:ext cx="13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7" name=""/>
            <p:cNvSpPr/>
            <p:nvPr/>
          </p:nvSpPr>
          <p:spPr>
            <a:xfrm rot="0">
              <a:off x="304" y="1033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8" name=""/>
            <p:cNvSpPr/>
            <p:nvPr/>
          </p:nvSpPr>
          <p:spPr>
            <a:xfrm rot="0">
              <a:off x="362" y="1033"/>
              <a:ext cx="144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89" name=""/>
            <p:cNvSpPr/>
            <p:nvPr/>
          </p:nvSpPr>
          <p:spPr>
            <a:xfrm rot="0">
              <a:off x="533" y="1033"/>
              <a:ext cx="30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0" name=""/>
            <p:cNvSpPr/>
            <p:nvPr/>
          </p:nvSpPr>
          <p:spPr>
            <a:xfrm rot="0">
              <a:off x="593" y="1033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1" name=""/>
            <p:cNvSpPr/>
            <p:nvPr/>
          </p:nvSpPr>
          <p:spPr>
            <a:xfrm rot="0">
              <a:off x="765" y="1033"/>
              <a:ext cx="28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2" name=""/>
            <p:cNvSpPr/>
            <p:nvPr/>
          </p:nvSpPr>
          <p:spPr>
            <a:xfrm rot="0">
              <a:off x="822" y="1033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3" name=""/>
            <p:cNvSpPr/>
            <p:nvPr/>
          </p:nvSpPr>
          <p:spPr>
            <a:xfrm rot="0">
              <a:off x="996" y="1033"/>
              <a:ext cx="26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4" name=""/>
            <p:cNvSpPr/>
            <p:nvPr/>
          </p:nvSpPr>
          <p:spPr>
            <a:xfrm rot="0">
              <a:off x="1052" y="1033"/>
              <a:ext cx="144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5" name=""/>
            <p:cNvSpPr/>
            <p:nvPr/>
          </p:nvSpPr>
          <p:spPr>
            <a:xfrm rot="0">
              <a:off x="1225" y="1033"/>
              <a:ext cx="27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6" name=""/>
            <p:cNvSpPr/>
            <p:nvPr/>
          </p:nvSpPr>
          <p:spPr>
            <a:xfrm rot="0">
              <a:off x="1281" y="1033"/>
              <a:ext cx="144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7" name=""/>
            <p:cNvSpPr/>
            <p:nvPr/>
          </p:nvSpPr>
          <p:spPr>
            <a:xfrm rot="0">
              <a:off x="1454" y="1033"/>
              <a:ext cx="31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8" name=""/>
            <p:cNvSpPr/>
            <p:nvPr/>
          </p:nvSpPr>
          <p:spPr>
            <a:xfrm rot="0">
              <a:off x="1512" y="1033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499" name=""/>
            <p:cNvSpPr/>
            <p:nvPr/>
          </p:nvSpPr>
          <p:spPr>
            <a:xfrm rot="0">
              <a:off x="1685" y="1033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0" name=""/>
            <p:cNvSpPr/>
            <p:nvPr/>
          </p:nvSpPr>
          <p:spPr>
            <a:xfrm rot="0">
              <a:off x="1741" y="1033"/>
              <a:ext cx="146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1" name=""/>
            <p:cNvSpPr/>
            <p:nvPr/>
          </p:nvSpPr>
          <p:spPr>
            <a:xfrm rot="0">
              <a:off x="1914" y="1033"/>
              <a:ext cx="30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2" name=""/>
            <p:cNvSpPr/>
            <p:nvPr/>
          </p:nvSpPr>
          <p:spPr>
            <a:xfrm rot="0">
              <a:off x="1971" y="1033"/>
              <a:ext cx="146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3" name=""/>
            <p:cNvSpPr/>
            <p:nvPr/>
          </p:nvSpPr>
          <p:spPr>
            <a:xfrm rot="0">
              <a:off x="2144" y="1033"/>
              <a:ext cx="29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4" name=""/>
            <p:cNvSpPr/>
            <p:nvPr/>
          </p:nvSpPr>
          <p:spPr>
            <a:xfrm rot="0">
              <a:off x="2203" y="1033"/>
              <a:ext cx="14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5" name=""/>
            <p:cNvSpPr/>
            <p:nvPr/>
          </p:nvSpPr>
          <p:spPr>
            <a:xfrm rot="0">
              <a:off x="2373" y="1033"/>
              <a:ext cx="31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6" name=""/>
            <p:cNvSpPr/>
            <p:nvPr/>
          </p:nvSpPr>
          <p:spPr>
            <a:xfrm rot="0">
              <a:off x="2433" y="1033"/>
              <a:ext cx="133" cy="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7" name=""/>
            <p:cNvSpPr/>
            <p:nvPr/>
          </p:nvSpPr>
          <p:spPr>
            <a:xfrm rot="0">
              <a:off x="466" y="2979"/>
              <a:ext cx="45" cy="40"/>
            </a:xfrm>
            <a:custGeom>
              <a:avLst/>
              <a:ahLst/>
              <a:rect l="0" t="0" r="r" b="b"/>
              <a:pathLst>
                <a:path w="170" h="144">
                  <a:moveTo>
                    <a:pt x="170" y="50"/>
                  </a:moveTo>
                  <a:lnTo>
                    <a:pt x="131" y="0"/>
                  </a:lnTo>
                  <a:lnTo>
                    <a:pt x="0" y="144"/>
                  </a:lnTo>
                  <a:lnTo>
                    <a:pt x="170" y="50"/>
                  </a:lnTo>
                </a:path>
              </a:pathLst>
            </a:custGeom>
            <a:solidFill>
              <a:srgbClr val="0000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8" name=""/>
            <p:cNvSpPr/>
            <p:nvPr/>
          </p:nvSpPr>
          <p:spPr>
            <a:xfrm rot="0">
              <a:off x="466" y="2979"/>
              <a:ext cx="45" cy="40"/>
            </a:xfrm>
            <a:custGeom>
              <a:avLst/>
              <a:ahLst/>
              <a:rect l="0" t="0" r="r" b="b"/>
              <a:pathLst>
                <a:path w="170" h="144">
                  <a:moveTo>
                    <a:pt x="170" y="50"/>
                  </a:moveTo>
                  <a:lnTo>
                    <a:pt x="131" y="0"/>
                  </a:lnTo>
                  <a:lnTo>
                    <a:pt x="0" y="144"/>
                  </a:lnTo>
                  <a:lnTo>
                    <a:pt x="170" y="5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09" name=""/>
            <p:cNvSpPr/>
            <p:nvPr/>
          </p:nvSpPr>
          <p:spPr>
            <a:xfrm rot="0" flipV="1">
              <a:off x="514" y="2705"/>
              <a:ext cx="344" cy="28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0" name=""/>
            <p:cNvSpPr/>
            <p:nvPr/>
          </p:nvSpPr>
          <p:spPr>
            <a:xfrm rot="0">
              <a:off x="858" y="1999"/>
              <a:ext cx="2" cy="17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1" name=""/>
            <p:cNvSpPr/>
            <p:nvPr/>
          </p:nvSpPr>
          <p:spPr>
            <a:xfrm rot="0">
              <a:off x="858" y="2208"/>
              <a:ext cx="2" cy="2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2" name=""/>
            <p:cNvSpPr/>
            <p:nvPr/>
          </p:nvSpPr>
          <p:spPr>
            <a:xfrm rot="0">
              <a:off x="858" y="2267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3" name=""/>
            <p:cNvSpPr/>
            <p:nvPr/>
          </p:nvSpPr>
          <p:spPr>
            <a:xfrm rot="0">
              <a:off x="858" y="2448"/>
              <a:ext cx="2" cy="2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4" name=""/>
            <p:cNvSpPr/>
            <p:nvPr/>
          </p:nvSpPr>
          <p:spPr>
            <a:xfrm rot="0">
              <a:off x="858" y="2507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5" name=""/>
            <p:cNvSpPr/>
            <p:nvPr/>
          </p:nvSpPr>
          <p:spPr>
            <a:xfrm rot="0">
              <a:off x="858" y="2688"/>
              <a:ext cx="2" cy="2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6" name=""/>
            <p:cNvSpPr/>
            <p:nvPr/>
          </p:nvSpPr>
          <p:spPr>
            <a:xfrm rot="0">
              <a:off x="858" y="2747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7" name=""/>
            <p:cNvSpPr/>
            <p:nvPr/>
          </p:nvSpPr>
          <p:spPr>
            <a:xfrm rot="0">
              <a:off x="858" y="2928"/>
              <a:ext cx="2" cy="3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8" name=""/>
            <p:cNvSpPr/>
            <p:nvPr/>
          </p:nvSpPr>
          <p:spPr>
            <a:xfrm rot="0">
              <a:off x="858" y="2988"/>
              <a:ext cx="2" cy="15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19" name=""/>
            <p:cNvSpPr/>
            <p:nvPr/>
          </p:nvSpPr>
          <p:spPr>
            <a:xfrm rot="0">
              <a:off x="858" y="3168"/>
              <a:ext cx="2" cy="3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0" name=""/>
            <p:cNvSpPr/>
            <p:nvPr/>
          </p:nvSpPr>
          <p:spPr>
            <a:xfrm rot="0">
              <a:off x="858" y="240"/>
              <a:ext cx="2" cy="9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1" name=""/>
            <p:cNvSpPr/>
            <p:nvPr/>
          </p:nvSpPr>
          <p:spPr>
            <a:xfrm rot="0">
              <a:off x="858" y="361"/>
              <a:ext cx="2" cy="3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2" name=""/>
            <p:cNvSpPr/>
            <p:nvPr/>
          </p:nvSpPr>
          <p:spPr>
            <a:xfrm rot="0">
              <a:off x="858" y="420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3" name=""/>
            <p:cNvSpPr/>
            <p:nvPr/>
          </p:nvSpPr>
          <p:spPr>
            <a:xfrm rot="0">
              <a:off x="858" y="602"/>
              <a:ext cx="2" cy="3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4" name=""/>
            <p:cNvSpPr/>
            <p:nvPr/>
          </p:nvSpPr>
          <p:spPr>
            <a:xfrm rot="0">
              <a:off x="858" y="660"/>
              <a:ext cx="2" cy="15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5" name=""/>
            <p:cNvSpPr/>
            <p:nvPr/>
          </p:nvSpPr>
          <p:spPr>
            <a:xfrm rot="0">
              <a:off x="858" y="842"/>
              <a:ext cx="2" cy="3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6" name=""/>
            <p:cNvSpPr/>
            <p:nvPr/>
          </p:nvSpPr>
          <p:spPr>
            <a:xfrm rot="0">
              <a:off x="858" y="903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7" name=""/>
            <p:cNvSpPr/>
            <p:nvPr/>
          </p:nvSpPr>
          <p:spPr>
            <a:xfrm rot="0">
              <a:off x="858" y="1084"/>
              <a:ext cx="2" cy="2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8" name=""/>
            <p:cNvSpPr/>
            <p:nvPr/>
          </p:nvSpPr>
          <p:spPr>
            <a:xfrm rot="0">
              <a:off x="858" y="1143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29" name=""/>
            <p:cNvSpPr/>
            <p:nvPr/>
          </p:nvSpPr>
          <p:spPr>
            <a:xfrm rot="0">
              <a:off x="858" y="1325"/>
              <a:ext cx="2" cy="2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30" name=""/>
            <p:cNvSpPr/>
            <p:nvPr/>
          </p:nvSpPr>
          <p:spPr>
            <a:xfrm rot="0">
              <a:off x="858" y="1384"/>
              <a:ext cx="2" cy="15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31" name=""/>
            <p:cNvSpPr/>
            <p:nvPr/>
          </p:nvSpPr>
          <p:spPr>
            <a:xfrm rot="0">
              <a:off x="858" y="1564"/>
              <a:ext cx="2" cy="3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32" name=""/>
            <p:cNvSpPr/>
            <p:nvPr/>
          </p:nvSpPr>
          <p:spPr>
            <a:xfrm rot="0">
              <a:off x="858" y="1624"/>
              <a:ext cx="2" cy="9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33" name=""/>
            <p:cNvSpPr/>
            <p:nvPr/>
          </p:nvSpPr>
          <p:spPr>
            <a:xfrm rot="0">
              <a:off x="3638" y="346"/>
              <a:ext cx="0" cy="1531"/>
            </a:xfrm>
            <a:prstGeom prst="line"/>
            <a:noFill/>
            <a:ln w="28575" cap="flat" cmpd="sng">
              <a:solidFill>
                <a:schemeClr val="accent2">
                  <a:alpha val="100000"/>
                </a:schemeClr>
              </a:solidFill>
              <a:prstDash val="lgDashDot"/>
              <a:round/>
            </a:ln>
          </p:spPr>
        </p:sp>
        <p:sp>
          <p:nvSpPr>
            <p:cNvPr id="1076534" name=""/>
            <p:cNvSpPr txBox="1"/>
            <p:nvPr/>
          </p:nvSpPr>
          <p:spPr>
            <a:xfrm rot="19599606">
              <a:off x="344" y="2559"/>
              <a:ext cx="272" cy="480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4400" lang="en-US">
                  <a:solidFill>
                    <a:srgbClr val="FF3300"/>
                  </a:solidFill>
                </a:rPr>
                <a:t>r</a:t>
              </a:r>
            </a:p>
          </p:txBody>
        </p:sp>
      </p:grpSp>
      <p:sp>
        <p:nvSpPr>
          <p:cNvPr id="1076535" name=""/>
          <p:cNvSpPr txBox="1"/>
          <p:nvPr/>
        </p:nvSpPr>
        <p:spPr>
          <a:xfrm rot="0">
            <a:off x="-19050" y="0"/>
            <a:ext cx="9144000" cy="579437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3200" lang="zh-CN">
                <a:latin typeface="黑体" pitchFamily="2" charset="-122"/>
                <a:ea typeface="黑体" pitchFamily="2" charset="-122"/>
              </a:rPr>
              <a:t>试分析物体的表面交线，并画全三视图。</a:t>
            </a:r>
          </a:p>
        </p:txBody>
      </p:sp>
      <p:sp>
        <p:nvSpPr>
          <p:cNvPr id="1076536" name=""/>
          <p:cNvSpPr txBox="1"/>
          <p:nvPr/>
        </p:nvSpPr>
        <p:spPr>
          <a:xfrm rot="0">
            <a:off x="8208962" y="6381750"/>
            <a:ext cx="935037" cy="457200"/>
          </a:xfrm>
          <a:prstGeom prst="rect"/>
          <a:solidFill>
            <a:srgbClr val="000066"/>
          </a:solidFill>
          <a:ln>
            <a:noFill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46</a:t>
            </a:r>
          </a:p>
        </p:txBody>
      </p:sp>
    </p:spTree>
  </p:cSld>
  <p:clrMapOvr>
    <a:masterClrMapping/>
  </p:clrMapOvr>
  <p:transition spd="fast" advClick="1"/>
  <p:timing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8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aphicFrame>
        <p:nvGraphicFramePr>
          <p:cNvPr id="4194307" name=""/>
          <p:cNvGraphicFramePr>
            <a:graphicFrameLocks/>
          </p:cNvGraphicFramePr>
          <p:nvPr/>
        </p:nvGraphicFramePr>
        <p:xfrm rot="0">
          <a:off x="5805487" y="4337050"/>
          <a:ext cx="2174875" cy="2511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图片" r:id="rId1" spid="" imgH="2511425" imgW="2174875" showAsIcon="0" progId="StaticMetafile">
                  <p:embed followColorScheme="full"/>
                  <p:pic>
                    <p:nvPicPr>
                      <p:cNvPr id="2097211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805487" y="4337050"/>
                        <a:ext cx="2174875" cy="251142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图片" r:id="rId1" spid="" imgH="2511425" imgW="2174875" showAsIcon="0" progId="StaticMetafile">
                  <p:embed followColorScheme="full"/>
                  <p:pic>
                    <p:nvPicPr>
                      <p:cNvPr id="2097211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805487" y="4337050"/>
                        <a:ext cx="2174875" cy="251142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76537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40</a:t>
            </a:r>
          </a:p>
        </p:txBody>
      </p:sp>
      <p:sp>
        <p:nvSpPr>
          <p:cNvPr id="1076538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sz="2800" lang="zh-CN"/>
              <a:t>分析截切形体的表面交线，画全三视图</a:t>
            </a:r>
          </a:p>
        </p:txBody>
      </p:sp>
      <p:grpSp>
        <p:nvGrpSpPr>
          <p:cNvPr id="388" name=""/>
          <p:cNvGrpSpPr/>
          <p:nvPr/>
        </p:nvGrpSpPr>
        <p:grpSpPr>
          <a:xfrm rot="0">
            <a:off x="2967037" y="1836737"/>
            <a:ext cx="3159125" cy="3640137"/>
            <a:chOff x="1869" y="1157"/>
            <a:chExt cx="1990" cy="2293"/>
          </a:xfrm>
        </p:grpSpPr>
        <p:sp>
          <p:nvSpPr>
            <p:cNvPr id="1076539" name=""/>
            <p:cNvSpPr/>
            <p:nvPr/>
          </p:nvSpPr>
          <p:spPr>
            <a:xfrm rot="0">
              <a:off x="3420" y="115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3" y="58"/>
                  </a:lnTo>
                  <a:lnTo>
                    <a:pt x="5" y="50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540" name=""/>
            <p:cNvSpPr/>
            <p:nvPr/>
          </p:nvSpPr>
          <p:spPr>
            <a:xfrm rot="0">
              <a:off x="3420" y="115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3" y="58"/>
                  </a:lnTo>
                  <a:lnTo>
                    <a:pt x="5" y="50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41" name=""/>
            <p:cNvSpPr/>
            <p:nvPr/>
          </p:nvSpPr>
          <p:spPr>
            <a:xfrm rot="0">
              <a:off x="3426" y="1157"/>
              <a:ext cx="415" cy="13"/>
            </a:xfrm>
            <a:custGeom>
              <a:avLst/>
              <a:ahLst/>
              <a:rect l="0" t="0" r="r" b="b"/>
              <a:pathLst>
                <a:path w="2074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074" y="62"/>
                  </a:lnTo>
                  <a:lnTo>
                    <a:pt x="2074" y="32"/>
                  </a:lnTo>
                  <a:lnTo>
                    <a:pt x="207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542" name=""/>
            <p:cNvSpPr/>
            <p:nvPr/>
          </p:nvSpPr>
          <p:spPr>
            <a:xfrm rot="0">
              <a:off x="3426" y="1157"/>
              <a:ext cx="415" cy="13"/>
            </a:xfrm>
            <a:custGeom>
              <a:avLst/>
              <a:ahLst/>
              <a:rect l="0" t="0" r="r" b="b"/>
              <a:pathLst>
                <a:path w="2074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074" y="62"/>
                  </a:lnTo>
                  <a:lnTo>
                    <a:pt x="2074" y="32"/>
                  </a:lnTo>
                  <a:lnTo>
                    <a:pt x="20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43" name=""/>
            <p:cNvSpPr/>
            <p:nvPr/>
          </p:nvSpPr>
          <p:spPr>
            <a:xfrm rot="0">
              <a:off x="3841" y="115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0"/>
                  </a:lnTo>
                  <a:lnTo>
                    <a:pt x="18" y="58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544" name=""/>
            <p:cNvSpPr/>
            <p:nvPr/>
          </p:nvSpPr>
          <p:spPr>
            <a:xfrm rot="0">
              <a:off x="3841" y="115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0"/>
                  </a:lnTo>
                  <a:lnTo>
                    <a:pt x="18" y="58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45" name=""/>
            <p:cNvSpPr/>
            <p:nvPr/>
          </p:nvSpPr>
          <p:spPr>
            <a:xfrm rot="0">
              <a:off x="3432" y="1879"/>
              <a:ext cx="6" cy="13"/>
            </a:xfrm>
            <a:custGeom>
              <a:avLst/>
              <a:ahLst/>
              <a:rect l="0" t="0" r="r" b="b"/>
              <a:pathLst>
                <a:path w="30" h="63">
                  <a:moveTo>
                    <a:pt x="30" y="32"/>
                  </a:moveTo>
                  <a:lnTo>
                    <a:pt x="30" y="63"/>
                  </a:lnTo>
                  <a:lnTo>
                    <a:pt x="20" y="62"/>
                  </a:lnTo>
                  <a:lnTo>
                    <a:pt x="12" y="58"/>
                  </a:lnTo>
                  <a:lnTo>
                    <a:pt x="4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546" name=""/>
            <p:cNvSpPr/>
            <p:nvPr/>
          </p:nvSpPr>
          <p:spPr>
            <a:xfrm rot="0">
              <a:off x="3432" y="1879"/>
              <a:ext cx="6" cy="13"/>
            </a:xfrm>
            <a:custGeom>
              <a:avLst/>
              <a:ahLst/>
              <a:rect l="0" t="0" r="r" b="b"/>
              <a:pathLst>
                <a:path w="30" h="63">
                  <a:moveTo>
                    <a:pt x="30" y="63"/>
                  </a:moveTo>
                  <a:lnTo>
                    <a:pt x="20" y="62"/>
                  </a:lnTo>
                  <a:lnTo>
                    <a:pt x="12" y="58"/>
                  </a:lnTo>
                  <a:lnTo>
                    <a:pt x="4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47" name=""/>
            <p:cNvSpPr/>
            <p:nvPr/>
          </p:nvSpPr>
          <p:spPr>
            <a:xfrm rot="0">
              <a:off x="3438" y="1879"/>
              <a:ext cx="415" cy="13"/>
            </a:xfrm>
            <a:custGeom>
              <a:avLst/>
              <a:ahLst/>
              <a:rect l="0" t="0" r="r" b="b"/>
              <a:pathLst>
                <a:path w="2074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2074" y="63"/>
                  </a:lnTo>
                  <a:lnTo>
                    <a:pt x="2074" y="32"/>
                  </a:lnTo>
                  <a:lnTo>
                    <a:pt x="207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548" name=""/>
            <p:cNvSpPr/>
            <p:nvPr/>
          </p:nvSpPr>
          <p:spPr>
            <a:xfrm rot="0">
              <a:off x="3438" y="1879"/>
              <a:ext cx="415" cy="13"/>
            </a:xfrm>
            <a:custGeom>
              <a:avLst/>
              <a:ahLst/>
              <a:rect l="0" t="0" r="r" b="b"/>
              <a:pathLst>
                <a:path w="2074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2074" y="63"/>
                  </a:lnTo>
                  <a:lnTo>
                    <a:pt x="2074" y="32"/>
                  </a:lnTo>
                  <a:lnTo>
                    <a:pt x="20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49" name=""/>
            <p:cNvSpPr/>
            <p:nvPr/>
          </p:nvSpPr>
          <p:spPr>
            <a:xfrm rot="0">
              <a:off x="3853" y="1879"/>
              <a:ext cx="6" cy="13"/>
            </a:xfrm>
            <a:custGeom>
              <a:avLst/>
              <a:ahLst/>
              <a:rect l="0" t="0" r="r" b="b"/>
              <a:pathLst>
                <a:path w="32" h="63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1"/>
                  </a:lnTo>
                  <a:lnTo>
                    <a:pt x="19" y="58"/>
                  </a:lnTo>
                  <a:lnTo>
                    <a:pt x="10" y="62"/>
                  </a:lnTo>
                  <a:lnTo>
                    <a:pt x="0" y="63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6550" name=""/>
            <p:cNvSpPr/>
            <p:nvPr/>
          </p:nvSpPr>
          <p:spPr>
            <a:xfrm rot="0">
              <a:off x="3853" y="1879"/>
              <a:ext cx="6" cy="13"/>
            </a:xfrm>
            <a:custGeom>
              <a:avLst/>
              <a:ahLst/>
              <a:rect l="0" t="0" r="r" b="b"/>
              <a:pathLst>
                <a:path w="32" h="63">
                  <a:moveTo>
                    <a:pt x="0" y="0"/>
                  </a:moveTo>
                  <a:lnTo>
                    <a:pt x="10" y="3"/>
                  </a:lnTo>
                  <a:lnTo>
                    <a:pt x="19" y="7"/>
                  </a:lnTo>
                  <a:lnTo>
                    <a:pt x="26" y="14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1"/>
                  </a:lnTo>
                  <a:lnTo>
                    <a:pt x="19" y="58"/>
                  </a:lnTo>
                  <a:lnTo>
                    <a:pt x="10" y="62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1" name=""/>
            <p:cNvSpPr/>
            <p:nvPr/>
          </p:nvSpPr>
          <p:spPr>
            <a:xfrm rot="0">
              <a:off x="2381" y="3112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2" name=""/>
            <p:cNvSpPr/>
            <p:nvPr/>
          </p:nvSpPr>
          <p:spPr>
            <a:xfrm rot="0">
              <a:off x="2381" y="3208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3" name=""/>
            <p:cNvSpPr/>
            <p:nvPr/>
          </p:nvSpPr>
          <p:spPr>
            <a:xfrm rot="0">
              <a:off x="2381" y="3316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4" name=""/>
            <p:cNvSpPr/>
            <p:nvPr/>
          </p:nvSpPr>
          <p:spPr>
            <a:xfrm rot="0">
              <a:off x="1869" y="3112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5" name=""/>
            <p:cNvSpPr/>
            <p:nvPr/>
          </p:nvSpPr>
          <p:spPr>
            <a:xfrm rot="0">
              <a:off x="1869" y="3208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6" name=""/>
            <p:cNvSpPr/>
            <p:nvPr/>
          </p:nvSpPr>
          <p:spPr>
            <a:xfrm rot="0">
              <a:off x="1869" y="3316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7" name=""/>
            <p:cNvSpPr/>
            <p:nvPr/>
          </p:nvSpPr>
          <p:spPr>
            <a:xfrm rot="0">
              <a:off x="2381" y="2466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8" name=""/>
            <p:cNvSpPr/>
            <p:nvPr/>
          </p:nvSpPr>
          <p:spPr>
            <a:xfrm rot="0">
              <a:off x="2381" y="2562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59" name=""/>
            <p:cNvSpPr/>
            <p:nvPr/>
          </p:nvSpPr>
          <p:spPr>
            <a:xfrm rot="0">
              <a:off x="2381" y="2671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0" name=""/>
            <p:cNvSpPr/>
            <p:nvPr/>
          </p:nvSpPr>
          <p:spPr>
            <a:xfrm rot="0">
              <a:off x="1869" y="2466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1" name=""/>
            <p:cNvSpPr/>
            <p:nvPr/>
          </p:nvSpPr>
          <p:spPr>
            <a:xfrm rot="0">
              <a:off x="1869" y="2562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2" name=""/>
            <p:cNvSpPr/>
            <p:nvPr/>
          </p:nvSpPr>
          <p:spPr>
            <a:xfrm rot="0">
              <a:off x="1869" y="2671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3" name=""/>
            <p:cNvSpPr/>
            <p:nvPr/>
          </p:nvSpPr>
          <p:spPr>
            <a:xfrm rot="0">
              <a:off x="1929" y="3402"/>
              <a:ext cx="9" cy="12"/>
            </a:xfrm>
            <a:custGeom>
              <a:avLst/>
              <a:ahLst/>
              <a:rect l="0" t="0" r="r" b="b"/>
              <a:pathLst>
                <a:path w="41" h="60">
                  <a:moveTo>
                    <a:pt x="30" y="31"/>
                  </a:moveTo>
                  <a:lnTo>
                    <a:pt x="19" y="60"/>
                  </a:lnTo>
                  <a:lnTo>
                    <a:pt x="11" y="55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2" y="1"/>
                  </a:lnTo>
                  <a:lnTo>
                    <a:pt x="32" y="0"/>
                  </a:lnTo>
                  <a:lnTo>
                    <a:pt x="41" y="1"/>
                  </a:lnTo>
                  <a:lnTo>
                    <a:pt x="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64" name=""/>
            <p:cNvSpPr/>
            <p:nvPr/>
          </p:nvSpPr>
          <p:spPr>
            <a:xfrm rot="0">
              <a:off x="1929" y="3402"/>
              <a:ext cx="9" cy="12"/>
            </a:xfrm>
            <a:custGeom>
              <a:avLst/>
              <a:ahLst/>
              <a:rect l="0" t="0" r="r" b="b"/>
              <a:pathLst>
                <a:path w="41" h="60">
                  <a:moveTo>
                    <a:pt x="19" y="60"/>
                  </a:moveTo>
                  <a:lnTo>
                    <a:pt x="11" y="55"/>
                  </a:lnTo>
                  <a:lnTo>
                    <a:pt x="5" y="48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2" y="1"/>
                  </a:lnTo>
                  <a:lnTo>
                    <a:pt x="32" y="0"/>
                  </a:lnTo>
                  <a:lnTo>
                    <a:pt x="41" y="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5" name=""/>
            <p:cNvSpPr/>
            <p:nvPr/>
          </p:nvSpPr>
          <p:spPr>
            <a:xfrm rot="0">
              <a:off x="1933" y="3402"/>
              <a:ext cx="33" cy="22"/>
            </a:xfrm>
            <a:custGeom>
              <a:avLst/>
              <a:ahLst/>
              <a:rect l="0" t="0" r="r" b="b"/>
              <a:pathLst>
                <a:path w="163" h="109">
                  <a:moveTo>
                    <a:pt x="22" y="0"/>
                  </a:moveTo>
                  <a:lnTo>
                    <a:pt x="11" y="30"/>
                  </a:lnTo>
                  <a:lnTo>
                    <a:pt x="0" y="59"/>
                  </a:lnTo>
                  <a:lnTo>
                    <a:pt x="141" y="109"/>
                  </a:lnTo>
                  <a:lnTo>
                    <a:pt x="152" y="80"/>
                  </a:lnTo>
                  <a:lnTo>
                    <a:pt x="163" y="50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66" name=""/>
            <p:cNvSpPr/>
            <p:nvPr/>
          </p:nvSpPr>
          <p:spPr>
            <a:xfrm rot="0">
              <a:off x="1933" y="3402"/>
              <a:ext cx="33" cy="22"/>
            </a:xfrm>
            <a:custGeom>
              <a:avLst/>
              <a:ahLst/>
              <a:rect l="0" t="0" r="r" b="b"/>
              <a:pathLst>
                <a:path w="163" h="109">
                  <a:moveTo>
                    <a:pt x="22" y="0"/>
                  </a:moveTo>
                  <a:lnTo>
                    <a:pt x="11" y="30"/>
                  </a:lnTo>
                  <a:lnTo>
                    <a:pt x="0" y="59"/>
                  </a:lnTo>
                  <a:lnTo>
                    <a:pt x="141" y="109"/>
                  </a:lnTo>
                  <a:lnTo>
                    <a:pt x="152" y="80"/>
                  </a:lnTo>
                  <a:lnTo>
                    <a:pt x="163" y="50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7" name=""/>
            <p:cNvSpPr/>
            <p:nvPr/>
          </p:nvSpPr>
          <p:spPr>
            <a:xfrm rot="0">
              <a:off x="1961" y="3418"/>
              <a:ext cx="3" cy="6"/>
            </a:xfrm>
            <a:custGeom>
              <a:avLst/>
              <a:ahLst/>
              <a:rect l="0" t="0" r="r" b="b"/>
              <a:pathLst>
                <a:path w="11" h="29">
                  <a:moveTo>
                    <a:pt x="11" y="0"/>
                  </a:moveTo>
                  <a:lnTo>
                    <a:pt x="0" y="29"/>
                  </a:lnTo>
                  <a:lnTo>
                    <a:pt x="2" y="29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68" name=""/>
            <p:cNvSpPr/>
            <p:nvPr/>
          </p:nvSpPr>
          <p:spPr>
            <a:xfrm rot="0">
              <a:off x="1961" y="34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69" name=""/>
            <p:cNvSpPr/>
            <p:nvPr/>
          </p:nvSpPr>
          <p:spPr>
            <a:xfrm rot="0">
              <a:off x="1962" y="3412"/>
              <a:ext cx="32" cy="20"/>
            </a:xfrm>
            <a:custGeom>
              <a:avLst/>
              <a:ahLst/>
              <a:rect l="0" t="0" r="r" b="b"/>
              <a:pathLst>
                <a:path w="160" h="101">
                  <a:moveTo>
                    <a:pt x="17" y="0"/>
                  </a:moveTo>
                  <a:lnTo>
                    <a:pt x="9" y="30"/>
                  </a:lnTo>
                  <a:lnTo>
                    <a:pt x="0" y="59"/>
                  </a:lnTo>
                  <a:lnTo>
                    <a:pt x="143" y="101"/>
                  </a:lnTo>
                  <a:lnTo>
                    <a:pt x="152" y="71"/>
                  </a:lnTo>
                  <a:lnTo>
                    <a:pt x="160" y="4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70" name=""/>
            <p:cNvSpPr/>
            <p:nvPr/>
          </p:nvSpPr>
          <p:spPr>
            <a:xfrm rot="0">
              <a:off x="1962" y="3412"/>
              <a:ext cx="32" cy="20"/>
            </a:xfrm>
            <a:custGeom>
              <a:avLst/>
              <a:ahLst/>
              <a:rect l="0" t="0" r="r" b="b"/>
              <a:pathLst>
                <a:path w="160" h="101">
                  <a:moveTo>
                    <a:pt x="17" y="0"/>
                  </a:moveTo>
                  <a:lnTo>
                    <a:pt x="9" y="30"/>
                  </a:lnTo>
                  <a:lnTo>
                    <a:pt x="0" y="59"/>
                  </a:lnTo>
                  <a:lnTo>
                    <a:pt x="143" y="101"/>
                  </a:lnTo>
                  <a:lnTo>
                    <a:pt x="152" y="71"/>
                  </a:lnTo>
                  <a:lnTo>
                    <a:pt x="160" y="42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71" name=""/>
            <p:cNvSpPr/>
            <p:nvPr/>
          </p:nvSpPr>
          <p:spPr>
            <a:xfrm rot="0">
              <a:off x="1990" y="3426"/>
              <a:ext cx="2" cy="6"/>
            </a:xfrm>
            <a:custGeom>
              <a:avLst/>
              <a:ahLst/>
              <a:rect l="0" t="0" r="r" b="b"/>
              <a:pathLst>
                <a:path w="9" h="31">
                  <a:moveTo>
                    <a:pt x="9" y="0"/>
                  </a:moveTo>
                  <a:lnTo>
                    <a:pt x="0" y="30"/>
                  </a:lnTo>
                  <a:lnTo>
                    <a:pt x="2" y="31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72" name=""/>
            <p:cNvSpPr/>
            <p:nvPr/>
          </p:nvSpPr>
          <p:spPr>
            <a:xfrm rot="0">
              <a:off x="1990" y="34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73" name=""/>
            <p:cNvSpPr/>
            <p:nvPr/>
          </p:nvSpPr>
          <p:spPr>
            <a:xfrm rot="0">
              <a:off x="1991" y="3420"/>
              <a:ext cx="32" cy="19"/>
            </a:xfrm>
            <a:custGeom>
              <a:avLst/>
              <a:ahLst/>
              <a:rect l="0" t="0" r="r" b="b"/>
              <a:pathLst>
                <a:path w="160" h="95">
                  <a:moveTo>
                    <a:pt x="14" y="0"/>
                  </a:moveTo>
                  <a:lnTo>
                    <a:pt x="7" y="30"/>
                  </a:lnTo>
                  <a:lnTo>
                    <a:pt x="0" y="61"/>
                  </a:lnTo>
                  <a:lnTo>
                    <a:pt x="145" y="95"/>
                  </a:lnTo>
                  <a:lnTo>
                    <a:pt x="152" y="65"/>
                  </a:lnTo>
                  <a:lnTo>
                    <a:pt x="160" y="34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74" name=""/>
            <p:cNvSpPr/>
            <p:nvPr/>
          </p:nvSpPr>
          <p:spPr>
            <a:xfrm rot="0">
              <a:off x="1991" y="3420"/>
              <a:ext cx="32" cy="19"/>
            </a:xfrm>
            <a:custGeom>
              <a:avLst/>
              <a:ahLst/>
              <a:rect l="0" t="0" r="r" b="b"/>
              <a:pathLst>
                <a:path w="160" h="95">
                  <a:moveTo>
                    <a:pt x="14" y="0"/>
                  </a:moveTo>
                  <a:lnTo>
                    <a:pt x="7" y="30"/>
                  </a:lnTo>
                  <a:lnTo>
                    <a:pt x="0" y="61"/>
                  </a:lnTo>
                  <a:lnTo>
                    <a:pt x="145" y="95"/>
                  </a:lnTo>
                  <a:lnTo>
                    <a:pt x="152" y="65"/>
                  </a:lnTo>
                  <a:lnTo>
                    <a:pt x="160" y="34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75" name=""/>
            <p:cNvSpPr/>
            <p:nvPr/>
          </p:nvSpPr>
          <p:spPr>
            <a:xfrm rot="0">
              <a:off x="2020" y="3433"/>
              <a:ext cx="1" cy="6"/>
            </a:xfrm>
            <a:custGeom>
              <a:avLst/>
              <a:ahLst/>
              <a:rect l="0" t="0" r="r" b="b"/>
              <a:pathLst>
                <a:path w="7" h="30">
                  <a:moveTo>
                    <a:pt x="7" y="0"/>
                  </a:moveTo>
                  <a:lnTo>
                    <a:pt x="0" y="30"/>
                  </a:lnTo>
                  <a:lnTo>
                    <a:pt x="2" y="3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76" name=""/>
            <p:cNvSpPr/>
            <p:nvPr/>
          </p:nvSpPr>
          <p:spPr>
            <a:xfrm rot="0">
              <a:off x="2020" y="34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77" name=""/>
            <p:cNvSpPr/>
            <p:nvPr/>
          </p:nvSpPr>
          <p:spPr>
            <a:xfrm rot="0">
              <a:off x="2020" y="3427"/>
              <a:ext cx="32" cy="17"/>
            </a:xfrm>
            <a:custGeom>
              <a:avLst/>
              <a:ahLst/>
              <a:rect l="0" t="0" r="r" b="b"/>
              <a:pathLst>
                <a:path w="157" h="87">
                  <a:moveTo>
                    <a:pt x="10" y="0"/>
                  </a:moveTo>
                  <a:lnTo>
                    <a:pt x="5" y="31"/>
                  </a:lnTo>
                  <a:lnTo>
                    <a:pt x="0" y="61"/>
                  </a:lnTo>
                  <a:lnTo>
                    <a:pt x="147" y="87"/>
                  </a:lnTo>
                  <a:lnTo>
                    <a:pt x="152" y="56"/>
                  </a:lnTo>
                  <a:lnTo>
                    <a:pt x="157" y="2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78" name=""/>
            <p:cNvSpPr/>
            <p:nvPr/>
          </p:nvSpPr>
          <p:spPr>
            <a:xfrm rot="0">
              <a:off x="2020" y="3427"/>
              <a:ext cx="32" cy="17"/>
            </a:xfrm>
            <a:custGeom>
              <a:avLst/>
              <a:ahLst/>
              <a:rect l="0" t="0" r="r" b="b"/>
              <a:pathLst>
                <a:path w="157" h="87">
                  <a:moveTo>
                    <a:pt x="10" y="0"/>
                  </a:moveTo>
                  <a:lnTo>
                    <a:pt x="5" y="31"/>
                  </a:lnTo>
                  <a:lnTo>
                    <a:pt x="0" y="61"/>
                  </a:lnTo>
                  <a:lnTo>
                    <a:pt x="147" y="87"/>
                  </a:lnTo>
                  <a:lnTo>
                    <a:pt x="152" y="56"/>
                  </a:lnTo>
                  <a:lnTo>
                    <a:pt x="157" y="26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79" name=""/>
            <p:cNvSpPr/>
            <p:nvPr/>
          </p:nvSpPr>
          <p:spPr>
            <a:xfrm rot="0">
              <a:off x="2050" y="3438"/>
              <a:ext cx="1" cy="6"/>
            </a:xfrm>
            <a:custGeom>
              <a:avLst/>
              <a:ahLst/>
              <a:rect l="0" t="0" r="r" b="b"/>
              <a:pathLst>
                <a:path w="5" h="31">
                  <a:moveTo>
                    <a:pt x="5" y="0"/>
                  </a:moveTo>
                  <a:lnTo>
                    <a:pt x="0" y="31"/>
                  </a:lnTo>
                  <a:lnTo>
                    <a:pt x="1" y="31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80" name=""/>
            <p:cNvSpPr/>
            <p:nvPr/>
          </p:nvSpPr>
          <p:spPr>
            <a:xfrm rot="0">
              <a:off x="2050" y="34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81" name=""/>
            <p:cNvSpPr/>
            <p:nvPr/>
          </p:nvSpPr>
          <p:spPr>
            <a:xfrm rot="0">
              <a:off x="2050" y="3432"/>
              <a:ext cx="31" cy="16"/>
            </a:xfrm>
            <a:custGeom>
              <a:avLst/>
              <a:ahLst/>
              <a:rect l="0" t="0" r="r" b="b"/>
              <a:pathLst>
                <a:path w="157" h="78">
                  <a:moveTo>
                    <a:pt x="8" y="0"/>
                  </a:moveTo>
                  <a:lnTo>
                    <a:pt x="4" y="30"/>
                  </a:lnTo>
                  <a:lnTo>
                    <a:pt x="0" y="61"/>
                  </a:lnTo>
                  <a:lnTo>
                    <a:pt x="149" y="78"/>
                  </a:lnTo>
                  <a:lnTo>
                    <a:pt x="153" y="47"/>
                  </a:lnTo>
                  <a:lnTo>
                    <a:pt x="157" y="17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82" name=""/>
            <p:cNvSpPr/>
            <p:nvPr/>
          </p:nvSpPr>
          <p:spPr>
            <a:xfrm rot="0">
              <a:off x="2050" y="3432"/>
              <a:ext cx="31" cy="16"/>
            </a:xfrm>
            <a:custGeom>
              <a:avLst/>
              <a:ahLst/>
              <a:rect l="0" t="0" r="r" b="b"/>
              <a:pathLst>
                <a:path w="157" h="78">
                  <a:moveTo>
                    <a:pt x="8" y="0"/>
                  </a:moveTo>
                  <a:lnTo>
                    <a:pt x="4" y="30"/>
                  </a:lnTo>
                  <a:lnTo>
                    <a:pt x="0" y="61"/>
                  </a:lnTo>
                  <a:lnTo>
                    <a:pt x="149" y="78"/>
                  </a:lnTo>
                  <a:lnTo>
                    <a:pt x="153" y="47"/>
                  </a:lnTo>
                  <a:lnTo>
                    <a:pt x="157" y="17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83" name=""/>
            <p:cNvSpPr/>
            <p:nvPr/>
          </p:nvSpPr>
          <p:spPr>
            <a:xfrm rot="0">
              <a:off x="2080" y="3441"/>
              <a:ext cx="1" cy="7"/>
            </a:xfrm>
            <a:custGeom>
              <a:avLst/>
              <a:ahLst/>
              <a:rect l="0" t="0" r="r" b="b"/>
              <a:pathLst>
                <a:path w="4" h="31">
                  <a:moveTo>
                    <a:pt x="4" y="0"/>
                  </a:moveTo>
                  <a:lnTo>
                    <a:pt x="0" y="31"/>
                  </a:lnTo>
                  <a:lnTo>
                    <a:pt x="3" y="31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84" name=""/>
            <p:cNvSpPr/>
            <p:nvPr/>
          </p:nvSpPr>
          <p:spPr>
            <a:xfrm rot="0">
              <a:off x="2080" y="34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85" name=""/>
            <p:cNvSpPr/>
            <p:nvPr/>
          </p:nvSpPr>
          <p:spPr>
            <a:xfrm rot="0">
              <a:off x="2080" y="3435"/>
              <a:ext cx="30" cy="14"/>
            </a:xfrm>
            <a:custGeom>
              <a:avLst/>
              <a:ahLst/>
              <a:rect l="0" t="0" r="r" b="b"/>
              <a:pathLst>
                <a:path w="151" h="70">
                  <a:moveTo>
                    <a:pt x="2" y="0"/>
                  </a:moveTo>
                  <a:lnTo>
                    <a:pt x="1" y="30"/>
                  </a:lnTo>
                  <a:lnTo>
                    <a:pt x="0" y="61"/>
                  </a:lnTo>
                  <a:lnTo>
                    <a:pt x="149" y="70"/>
                  </a:lnTo>
                  <a:lnTo>
                    <a:pt x="150" y="39"/>
                  </a:lnTo>
                  <a:lnTo>
                    <a:pt x="151" y="8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86" name=""/>
            <p:cNvSpPr/>
            <p:nvPr/>
          </p:nvSpPr>
          <p:spPr>
            <a:xfrm rot="0">
              <a:off x="2080" y="3435"/>
              <a:ext cx="30" cy="14"/>
            </a:xfrm>
            <a:custGeom>
              <a:avLst/>
              <a:ahLst/>
              <a:rect l="0" t="0" r="r" b="b"/>
              <a:pathLst>
                <a:path w="151" h="70">
                  <a:moveTo>
                    <a:pt x="2" y="0"/>
                  </a:moveTo>
                  <a:lnTo>
                    <a:pt x="1" y="30"/>
                  </a:lnTo>
                  <a:lnTo>
                    <a:pt x="0" y="61"/>
                  </a:lnTo>
                  <a:lnTo>
                    <a:pt x="149" y="70"/>
                  </a:lnTo>
                  <a:lnTo>
                    <a:pt x="150" y="39"/>
                  </a:lnTo>
                  <a:lnTo>
                    <a:pt x="151" y="8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87" name=""/>
            <p:cNvSpPr/>
            <p:nvPr/>
          </p:nvSpPr>
          <p:spPr>
            <a:xfrm rot="0">
              <a:off x="2110" y="3443"/>
              <a:ext cx="1" cy="6"/>
            </a:xfrm>
            <a:custGeom>
              <a:avLst/>
              <a:ahLst/>
              <a:rect l="0" t="0" r="r" b="b"/>
              <a:pathLst>
                <a:path w="1" h="31">
                  <a:moveTo>
                    <a:pt x="1" y="0"/>
                  </a:moveTo>
                  <a:lnTo>
                    <a:pt x="0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88" name=""/>
            <p:cNvSpPr/>
            <p:nvPr/>
          </p:nvSpPr>
          <p:spPr>
            <a:xfrm rot="0">
              <a:off x="2110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89" name=""/>
            <p:cNvSpPr/>
            <p:nvPr/>
          </p:nvSpPr>
          <p:spPr>
            <a:xfrm rot="0">
              <a:off x="2110" y="3437"/>
              <a:ext cx="30" cy="12"/>
            </a:xfrm>
            <a:custGeom>
              <a:avLst/>
              <a:ahLst/>
              <a:rect l="0" t="0" r="r" b="b"/>
              <a:pathLst>
                <a:path w="149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49" y="63"/>
                  </a:lnTo>
                  <a:lnTo>
                    <a:pt x="149" y="32"/>
                  </a:lnTo>
                  <a:lnTo>
                    <a:pt x="14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90" name=""/>
            <p:cNvSpPr/>
            <p:nvPr/>
          </p:nvSpPr>
          <p:spPr>
            <a:xfrm rot="0">
              <a:off x="2110" y="3437"/>
              <a:ext cx="30" cy="12"/>
            </a:xfrm>
            <a:custGeom>
              <a:avLst/>
              <a:ahLst/>
              <a:rect l="0" t="0" r="r" b="b"/>
              <a:pathLst>
                <a:path w="149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49" y="63"/>
                  </a:lnTo>
                  <a:lnTo>
                    <a:pt x="149" y="32"/>
                  </a:lnTo>
                  <a:lnTo>
                    <a:pt x="14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91" name=""/>
            <p:cNvSpPr/>
            <p:nvPr/>
          </p:nvSpPr>
          <p:spPr>
            <a:xfrm rot="0">
              <a:off x="2140" y="3443"/>
              <a:ext cx="1" cy="6"/>
            </a:xfrm>
            <a:custGeom>
              <a:avLst/>
              <a:ahLst/>
              <a:rect l="0" t="0" r="r" b="b"/>
              <a:pathLst>
                <a:path w="2" h="31">
                  <a:moveTo>
                    <a:pt x="0" y="0"/>
                  </a:moveTo>
                  <a:lnTo>
                    <a:pt x="0" y="31"/>
                  </a:lnTo>
                  <a:lnTo>
                    <a:pt x="2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92" name=""/>
            <p:cNvSpPr/>
            <p:nvPr/>
          </p:nvSpPr>
          <p:spPr>
            <a:xfrm rot="0">
              <a:off x="2140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93" name=""/>
            <p:cNvSpPr/>
            <p:nvPr/>
          </p:nvSpPr>
          <p:spPr>
            <a:xfrm rot="0">
              <a:off x="2140" y="3435"/>
              <a:ext cx="30" cy="14"/>
            </a:xfrm>
            <a:custGeom>
              <a:avLst/>
              <a:ahLst/>
              <a:rect l="0" t="0" r="r" b="b"/>
              <a:pathLst>
                <a:path w="152" h="70">
                  <a:moveTo>
                    <a:pt x="0" y="8"/>
                  </a:moveTo>
                  <a:lnTo>
                    <a:pt x="1" y="39"/>
                  </a:lnTo>
                  <a:lnTo>
                    <a:pt x="3" y="70"/>
                  </a:lnTo>
                  <a:lnTo>
                    <a:pt x="152" y="61"/>
                  </a:lnTo>
                  <a:lnTo>
                    <a:pt x="150" y="30"/>
                  </a:lnTo>
                  <a:lnTo>
                    <a:pt x="149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94" name=""/>
            <p:cNvSpPr/>
            <p:nvPr/>
          </p:nvSpPr>
          <p:spPr>
            <a:xfrm rot="0">
              <a:off x="2140" y="3435"/>
              <a:ext cx="30" cy="14"/>
            </a:xfrm>
            <a:custGeom>
              <a:avLst/>
              <a:ahLst/>
              <a:rect l="0" t="0" r="r" b="b"/>
              <a:pathLst>
                <a:path w="152" h="70">
                  <a:moveTo>
                    <a:pt x="0" y="8"/>
                  </a:moveTo>
                  <a:lnTo>
                    <a:pt x="1" y="39"/>
                  </a:lnTo>
                  <a:lnTo>
                    <a:pt x="3" y="70"/>
                  </a:lnTo>
                  <a:lnTo>
                    <a:pt x="152" y="61"/>
                  </a:lnTo>
                  <a:lnTo>
                    <a:pt x="150" y="30"/>
                  </a:lnTo>
                  <a:lnTo>
                    <a:pt x="149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95" name=""/>
            <p:cNvSpPr/>
            <p:nvPr/>
          </p:nvSpPr>
          <p:spPr>
            <a:xfrm rot="0">
              <a:off x="2170" y="3441"/>
              <a:ext cx="1" cy="7"/>
            </a:xfrm>
            <a:custGeom>
              <a:avLst/>
              <a:ahLst/>
              <a:rect l="0" t="0" r="r" b="b"/>
              <a:pathLst>
                <a:path w="4" h="31">
                  <a:moveTo>
                    <a:pt x="0" y="0"/>
                  </a:moveTo>
                  <a:lnTo>
                    <a:pt x="2" y="31"/>
                  </a:lnTo>
                  <a:lnTo>
                    <a:pt x="4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96" name=""/>
            <p:cNvSpPr/>
            <p:nvPr/>
          </p:nvSpPr>
          <p:spPr>
            <a:xfrm rot="0">
              <a:off x="2170" y="34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97" name=""/>
            <p:cNvSpPr/>
            <p:nvPr/>
          </p:nvSpPr>
          <p:spPr>
            <a:xfrm rot="0">
              <a:off x="2169" y="3432"/>
              <a:ext cx="31" cy="16"/>
            </a:xfrm>
            <a:custGeom>
              <a:avLst/>
              <a:ahLst/>
              <a:rect l="0" t="0" r="r" b="b"/>
              <a:pathLst>
                <a:path w="155" h="78">
                  <a:moveTo>
                    <a:pt x="0" y="17"/>
                  </a:moveTo>
                  <a:lnTo>
                    <a:pt x="3" y="47"/>
                  </a:lnTo>
                  <a:lnTo>
                    <a:pt x="7" y="78"/>
                  </a:lnTo>
                  <a:lnTo>
                    <a:pt x="155" y="61"/>
                  </a:lnTo>
                  <a:lnTo>
                    <a:pt x="151" y="30"/>
                  </a:lnTo>
                  <a:lnTo>
                    <a:pt x="148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598" name=""/>
            <p:cNvSpPr/>
            <p:nvPr/>
          </p:nvSpPr>
          <p:spPr>
            <a:xfrm rot="0">
              <a:off x="2169" y="3432"/>
              <a:ext cx="31" cy="16"/>
            </a:xfrm>
            <a:custGeom>
              <a:avLst/>
              <a:ahLst/>
              <a:rect l="0" t="0" r="r" b="b"/>
              <a:pathLst>
                <a:path w="155" h="78">
                  <a:moveTo>
                    <a:pt x="0" y="17"/>
                  </a:moveTo>
                  <a:lnTo>
                    <a:pt x="3" y="47"/>
                  </a:lnTo>
                  <a:lnTo>
                    <a:pt x="7" y="78"/>
                  </a:lnTo>
                  <a:lnTo>
                    <a:pt x="155" y="61"/>
                  </a:lnTo>
                  <a:lnTo>
                    <a:pt x="151" y="30"/>
                  </a:lnTo>
                  <a:lnTo>
                    <a:pt x="148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599" name=""/>
            <p:cNvSpPr/>
            <p:nvPr/>
          </p:nvSpPr>
          <p:spPr>
            <a:xfrm rot="0">
              <a:off x="2199" y="3438"/>
              <a:ext cx="1" cy="6"/>
            </a:xfrm>
            <a:custGeom>
              <a:avLst/>
              <a:ahLst/>
              <a:rect l="0" t="0" r="r" b="b"/>
              <a:pathLst>
                <a:path w="5" h="31">
                  <a:moveTo>
                    <a:pt x="0" y="0"/>
                  </a:moveTo>
                  <a:lnTo>
                    <a:pt x="4" y="31"/>
                  </a:lnTo>
                  <a:lnTo>
                    <a:pt x="5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00" name=""/>
            <p:cNvSpPr/>
            <p:nvPr/>
          </p:nvSpPr>
          <p:spPr>
            <a:xfrm rot="0">
              <a:off x="2200" y="34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01" name=""/>
            <p:cNvSpPr/>
            <p:nvPr/>
          </p:nvSpPr>
          <p:spPr>
            <a:xfrm rot="0">
              <a:off x="2198" y="3427"/>
              <a:ext cx="32" cy="17"/>
            </a:xfrm>
            <a:custGeom>
              <a:avLst/>
              <a:ahLst/>
              <a:rect l="0" t="0" r="r" b="b"/>
              <a:pathLst>
                <a:path w="158" h="87">
                  <a:moveTo>
                    <a:pt x="0" y="26"/>
                  </a:moveTo>
                  <a:lnTo>
                    <a:pt x="5" y="56"/>
                  </a:lnTo>
                  <a:lnTo>
                    <a:pt x="10" y="87"/>
                  </a:lnTo>
                  <a:lnTo>
                    <a:pt x="158" y="61"/>
                  </a:lnTo>
                  <a:lnTo>
                    <a:pt x="153" y="31"/>
                  </a:lnTo>
                  <a:lnTo>
                    <a:pt x="148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02" name=""/>
            <p:cNvSpPr/>
            <p:nvPr/>
          </p:nvSpPr>
          <p:spPr>
            <a:xfrm rot="0">
              <a:off x="2198" y="3427"/>
              <a:ext cx="32" cy="17"/>
            </a:xfrm>
            <a:custGeom>
              <a:avLst/>
              <a:ahLst/>
              <a:rect l="0" t="0" r="r" b="b"/>
              <a:pathLst>
                <a:path w="158" h="87">
                  <a:moveTo>
                    <a:pt x="0" y="26"/>
                  </a:moveTo>
                  <a:lnTo>
                    <a:pt x="5" y="56"/>
                  </a:lnTo>
                  <a:lnTo>
                    <a:pt x="10" y="87"/>
                  </a:lnTo>
                  <a:lnTo>
                    <a:pt x="158" y="61"/>
                  </a:lnTo>
                  <a:lnTo>
                    <a:pt x="153" y="31"/>
                  </a:lnTo>
                  <a:lnTo>
                    <a:pt x="148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03" name=""/>
            <p:cNvSpPr/>
            <p:nvPr/>
          </p:nvSpPr>
          <p:spPr>
            <a:xfrm rot="0">
              <a:off x="2229" y="3433"/>
              <a:ext cx="2" cy="6"/>
            </a:xfrm>
            <a:custGeom>
              <a:avLst/>
              <a:ahLst/>
              <a:rect l="0" t="0" r="r" b="b"/>
              <a:pathLst>
                <a:path w="8" h="30">
                  <a:moveTo>
                    <a:pt x="0" y="0"/>
                  </a:moveTo>
                  <a:lnTo>
                    <a:pt x="5" y="30"/>
                  </a:lnTo>
                  <a:lnTo>
                    <a:pt x="8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04" name=""/>
            <p:cNvSpPr/>
            <p:nvPr/>
          </p:nvSpPr>
          <p:spPr>
            <a:xfrm rot="0">
              <a:off x="2230" y="34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05" name=""/>
            <p:cNvSpPr/>
            <p:nvPr/>
          </p:nvSpPr>
          <p:spPr>
            <a:xfrm rot="0">
              <a:off x="2228" y="3420"/>
              <a:ext cx="32" cy="19"/>
            </a:xfrm>
            <a:custGeom>
              <a:avLst/>
              <a:ahLst/>
              <a:rect l="0" t="0" r="r" b="b"/>
              <a:pathLst>
                <a:path w="160" h="95">
                  <a:moveTo>
                    <a:pt x="0" y="34"/>
                  </a:moveTo>
                  <a:lnTo>
                    <a:pt x="7" y="65"/>
                  </a:lnTo>
                  <a:lnTo>
                    <a:pt x="15" y="95"/>
                  </a:lnTo>
                  <a:lnTo>
                    <a:pt x="160" y="61"/>
                  </a:lnTo>
                  <a:lnTo>
                    <a:pt x="153" y="30"/>
                  </a:lnTo>
                  <a:lnTo>
                    <a:pt x="145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06" name=""/>
            <p:cNvSpPr/>
            <p:nvPr/>
          </p:nvSpPr>
          <p:spPr>
            <a:xfrm rot="0">
              <a:off x="2228" y="3420"/>
              <a:ext cx="32" cy="19"/>
            </a:xfrm>
            <a:custGeom>
              <a:avLst/>
              <a:ahLst/>
              <a:rect l="0" t="0" r="r" b="b"/>
              <a:pathLst>
                <a:path w="160" h="95">
                  <a:moveTo>
                    <a:pt x="0" y="34"/>
                  </a:moveTo>
                  <a:lnTo>
                    <a:pt x="7" y="65"/>
                  </a:lnTo>
                  <a:lnTo>
                    <a:pt x="15" y="95"/>
                  </a:lnTo>
                  <a:lnTo>
                    <a:pt x="160" y="61"/>
                  </a:lnTo>
                  <a:lnTo>
                    <a:pt x="153" y="30"/>
                  </a:lnTo>
                  <a:lnTo>
                    <a:pt x="145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07" name=""/>
            <p:cNvSpPr/>
            <p:nvPr/>
          </p:nvSpPr>
          <p:spPr>
            <a:xfrm rot="0">
              <a:off x="2258" y="3426"/>
              <a:ext cx="2" cy="6"/>
            </a:xfrm>
            <a:custGeom>
              <a:avLst/>
              <a:ahLst/>
              <a:rect l="0" t="0" r="r" b="b"/>
              <a:pathLst>
                <a:path w="8" h="31">
                  <a:moveTo>
                    <a:pt x="0" y="0"/>
                  </a:moveTo>
                  <a:lnTo>
                    <a:pt x="7" y="31"/>
                  </a:lnTo>
                  <a:lnTo>
                    <a:pt x="8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08" name=""/>
            <p:cNvSpPr/>
            <p:nvPr/>
          </p:nvSpPr>
          <p:spPr>
            <a:xfrm rot="0" flipV="1">
              <a:off x="2260" y="34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09" name=""/>
            <p:cNvSpPr/>
            <p:nvPr/>
          </p:nvSpPr>
          <p:spPr>
            <a:xfrm rot="0">
              <a:off x="2256" y="3412"/>
              <a:ext cx="32" cy="20"/>
            </a:xfrm>
            <a:custGeom>
              <a:avLst/>
              <a:ahLst/>
              <a:rect l="0" t="0" r="r" b="b"/>
              <a:pathLst>
                <a:path w="160" h="101">
                  <a:moveTo>
                    <a:pt x="0" y="42"/>
                  </a:moveTo>
                  <a:lnTo>
                    <a:pt x="9" y="71"/>
                  </a:lnTo>
                  <a:lnTo>
                    <a:pt x="17" y="101"/>
                  </a:lnTo>
                  <a:lnTo>
                    <a:pt x="160" y="59"/>
                  </a:lnTo>
                  <a:lnTo>
                    <a:pt x="152" y="30"/>
                  </a:lnTo>
                  <a:lnTo>
                    <a:pt x="143" y="0"/>
                  </a:lnTo>
                  <a:lnTo>
                    <a:pt x="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10" name=""/>
            <p:cNvSpPr/>
            <p:nvPr/>
          </p:nvSpPr>
          <p:spPr>
            <a:xfrm rot="0">
              <a:off x="2256" y="3412"/>
              <a:ext cx="32" cy="20"/>
            </a:xfrm>
            <a:custGeom>
              <a:avLst/>
              <a:ahLst/>
              <a:rect l="0" t="0" r="r" b="b"/>
              <a:pathLst>
                <a:path w="160" h="101">
                  <a:moveTo>
                    <a:pt x="0" y="42"/>
                  </a:moveTo>
                  <a:lnTo>
                    <a:pt x="9" y="71"/>
                  </a:lnTo>
                  <a:lnTo>
                    <a:pt x="17" y="101"/>
                  </a:lnTo>
                  <a:lnTo>
                    <a:pt x="160" y="59"/>
                  </a:lnTo>
                  <a:lnTo>
                    <a:pt x="152" y="30"/>
                  </a:lnTo>
                  <a:lnTo>
                    <a:pt x="143" y="0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11" name=""/>
            <p:cNvSpPr/>
            <p:nvPr/>
          </p:nvSpPr>
          <p:spPr>
            <a:xfrm rot="0">
              <a:off x="2287" y="3418"/>
              <a:ext cx="2" cy="6"/>
            </a:xfrm>
            <a:custGeom>
              <a:avLst/>
              <a:ahLst/>
              <a:rect l="0" t="0" r="r" b="b"/>
              <a:pathLst>
                <a:path w="11" h="29">
                  <a:moveTo>
                    <a:pt x="0" y="0"/>
                  </a:moveTo>
                  <a:lnTo>
                    <a:pt x="8" y="29"/>
                  </a:lnTo>
                  <a:lnTo>
                    <a:pt x="11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12" name=""/>
            <p:cNvSpPr/>
            <p:nvPr/>
          </p:nvSpPr>
          <p:spPr>
            <a:xfrm rot="0">
              <a:off x="2288" y="34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13" name=""/>
            <p:cNvSpPr/>
            <p:nvPr/>
          </p:nvSpPr>
          <p:spPr>
            <a:xfrm rot="0">
              <a:off x="2285" y="3402"/>
              <a:ext cx="32" cy="22"/>
            </a:xfrm>
            <a:custGeom>
              <a:avLst/>
              <a:ahLst/>
              <a:rect l="0" t="0" r="r" b="b"/>
              <a:pathLst>
                <a:path w="162" h="109">
                  <a:moveTo>
                    <a:pt x="0" y="50"/>
                  </a:moveTo>
                  <a:lnTo>
                    <a:pt x="11" y="80"/>
                  </a:lnTo>
                  <a:lnTo>
                    <a:pt x="22" y="109"/>
                  </a:lnTo>
                  <a:lnTo>
                    <a:pt x="162" y="59"/>
                  </a:lnTo>
                  <a:lnTo>
                    <a:pt x="151" y="30"/>
                  </a:lnTo>
                  <a:lnTo>
                    <a:pt x="140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14" name=""/>
            <p:cNvSpPr/>
            <p:nvPr/>
          </p:nvSpPr>
          <p:spPr>
            <a:xfrm rot="0">
              <a:off x="2285" y="3402"/>
              <a:ext cx="32" cy="22"/>
            </a:xfrm>
            <a:custGeom>
              <a:avLst/>
              <a:ahLst/>
              <a:rect l="0" t="0" r="r" b="b"/>
              <a:pathLst>
                <a:path w="162" h="109">
                  <a:moveTo>
                    <a:pt x="0" y="50"/>
                  </a:moveTo>
                  <a:lnTo>
                    <a:pt x="11" y="80"/>
                  </a:lnTo>
                  <a:lnTo>
                    <a:pt x="22" y="109"/>
                  </a:lnTo>
                  <a:lnTo>
                    <a:pt x="162" y="59"/>
                  </a:lnTo>
                  <a:lnTo>
                    <a:pt x="151" y="30"/>
                  </a:lnTo>
                  <a:lnTo>
                    <a:pt x="140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15" name=""/>
            <p:cNvSpPr/>
            <p:nvPr/>
          </p:nvSpPr>
          <p:spPr>
            <a:xfrm rot="0">
              <a:off x="2313" y="3402"/>
              <a:ext cx="8" cy="12"/>
            </a:xfrm>
            <a:custGeom>
              <a:avLst/>
              <a:ahLst/>
              <a:rect l="0" t="0" r="r" b="b"/>
              <a:pathLst>
                <a:path w="42" h="60">
                  <a:moveTo>
                    <a:pt x="11" y="31"/>
                  </a:moveTo>
                  <a:lnTo>
                    <a:pt x="0" y="1"/>
                  </a:lnTo>
                  <a:lnTo>
                    <a:pt x="10" y="0"/>
                  </a:lnTo>
                  <a:lnTo>
                    <a:pt x="20" y="1"/>
                  </a:lnTo>
                  <a:lnTo>
                    <a:pt x="28" y="5"/>
                  </a:lnTo>
                  <a:lnTo>
                    <a:pt x="36" y="11"/>
                  </a:lnTo>
                  <a:lnTo>
                    <a:pt x="41" y="20"/>
                  </a:lnTo>
                  <a:lnTo>
                    <a:pt x="42" y="29"/>
                  </a:lnTo>
                  <a:lnTo>
                    <a:pt x="41" y="39"/>
                  </a:lnTo>
                  <a:lnTo>
                    <a:pt x="37" y="48"/>
                  </a:lnTo>
                  <a:lnTo>
                    <a:pt x="31" y="55"/>
                  </a:lnTo>
                  <a:lnTo>
                    <a:pt x="22" y="60"/>
                  </a:lnTo>
                  <a:lnTo>
                    <a:pt x="1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16" name=""/>
            <p:cNvSpPr/>
            <p:nvPr/>
          </p:nvSpPr>
          <p:spPr>
            <a:xfrm rot="0">
              <a:off x="2313" y="3402"/>
              <a:ext cx="8" cy="12"/>
            </a:xfrm>
            <a:custGeom>
              <a:avLst/>
              <a:ahLst/>
              <a:rect l="0" t="0" r="r" b="b"/>
              <a:pathLst>
                <a:path w="42" h="60">
                  <a:moveTo>
                    <a:pt x="0" y="1"/>
                  </a:moveTo>
                  <a:lnTo>
                    <a:pt x="10" y="0"/>
                  </a:lnTo>
                  <a:lnTo>
                    <a:pt x="20" y="1"/>
                  </a:lnTo>
                  <a:lnTo>
                    <a:pt x="28" y="5"/>
                  </a:lnTo>
                  <a:lnTo>
                    <a:pt x="36" y="11"/>
                  </a:lnTo>
                  <a:lnTo>
                    <a:pt x="41" y="20"/>
                  </a:lnTo>
                  <a:lnTo>
                    <a:pt x="42" y="29"/>
                  </a:lnTo>
                  <a:lnTo>
                    <a:pt x="41" y="39"/>
                  </a:lnTo>
                  <a:lnTo>
                    <a:pt x="37" y="48"/>
                  </a:lnTo>
                  <a:lnTo>
                    <a:pt x="31" y="55"/>
                  </a:lnTo>
                  <a:lnTo>
                    <a:pt x="22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17" name=""/>
            <p:cNvSpPr/>
            <p:nvPr/>
          </p:nvSpPr>
          <p:spPr>
            <a:xfrm rot="0">
              <a:off x="1929" y="3172"/>
              <a:ext cx="10" cy="11"/>
            </a:xfrm>
            <a:custGeom>
              <a:avLst/>
              <a:ahLst/>
              <a:rect l="0" t="0" r="r" b="b"/>
              <a:pathLst>
                <a:path w="47" h="56">
                  <a:moveTo>
                    <a:pt x="30" y="30"/>
                  </a:moveTo>
                  <a:lnTo>
                    <a:pt x="13" y="56"/>
                  </a:lnTo>
                  <a:lnTo>
                    <a:pt x="6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9" y="1"/>
                  </a:lnTo>
                  <a:lnTo>
                    <a:pt x="47" y="5"/>
                  </a:lnTo>
                  <a:lnTo>
                    <a:pt x="3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18" name=""/>
            <p:cNvSpPr/>
            <p:nvPr/>
          </p:nvSpPr>
          <p:spPr>
            <a:xfrm rot="0">
              <a:off x="1929" y="3172"/>
              <a:ext cx="10" cy="11"/>
            </a:xfrm>
            <a:custGeom>
              <a:avLst/>
              <a:ahLst/>
              <a:rect l="0" t="0" r="r" b="b"/>
              <a:pathLst>
                <a:path w="47" h="56">
                  <a:moveTo>
                    <a:pt x="13" y="56"/>
                  </a:moveTo>
                  <a:lnTo>
                    <a:pt x="6" y="50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9" y="1"/>
                  </a:lnTo>
                  <a:lnTo>
                    <a:pt x="47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19" name=""/>
            <p:cNvSpPr/>
            <p:nvPr/>
          </p:nvSpPr>
          <p:spPr>
            <a:xfrm rot="0">
              <a:off x="1932" y="3173"/>
              <a:ext cx="26" cy="23"/>
            </a:xfrm>
            <a:custGeom>
              <a:avLst/>
              <a:ahLst/>
              <a:rect l="0" t="0" r="r" b="b"/>
              <a:pathLst>
                <a:path w="132" h="118">
                  <a:moveTo>
                    <a:pt x="34" y="0"/>
                  </a:moveTo>
                  <a:lnTo>
                    <a:pt x="17" y="25"/>
                  </a:lnTo>
                  <a:lnTo>
                    <a:pt x="0" y="51"/>
                  </a:lnTo>
                  <a:lnTo>
                    <a:pt x="98" y="118"/>
                  </a:lnTo>
                  <a:lnTo>
                    <a:pt x="115" y="92"/>
                  </a:lnTo>
                  <a:lnTo>
                    <a:pt x="132" y="67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20" name=""/>
            <p:cNvSpPr/>
            <p:nvPr/>
          </p:nvSpPr>
          <p:spPr>
            <a:xfrm rot="0">
              <a:off x="1932" y="3173"/>
              <a:ext cx="26" cy="23"/>
            </a:xfrm>
            <a:custGeom>
              <a:avLst/>
              <a:ahLst/>
              <a:rect l="0" t="0" r="r" b="b"/>
              <a:pathLst>
                <a:path w="132" h="118">
                  <a:moveTo>
                    <a:pt x="34" y="0"/>
                  </a:moveTo>
                  <a:lnTo>
                    <a:pt x="17" y="25"/>
                  </a:lnTo>
                  <a:lnTo>
                    <a:pt x="0" y="51"/>
                  </a:lnTo>
                  <a:lnTo>
                    <a:pt x="98" y="118"/>
                  </a:lnTo>
                  <a:lnTo>
                    <a:pt x="115" y="92"/>
                  </a:lnTo>
                  <a:lnTo>
                    <a:pt x="132" y="67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21" name=""/>
            <p:cNvSpPr/>
            <p:nvPr/>
          </p:nvSpPr>
          <p:spPr>
            <a:xfrm rot="0">
              <a:off x="1952" y="3191"/>
              <a:ext cx="3" cy="5"/>
            </a:xfrm>
            <a:custGeom>
              <a:avLst/>
              <a:ahLst/>
              <a:rect l="0" t="0" r="r" b="b"/>
              <a:pathLst>
                <a:path w="17" h="27">
                  <a:moveTo>
                    <a:pt x="17" y="0"/>
                  </a:moveTo>
                  <a:lnTo>
                    <a:pt x="0" y="26"/>
                  </a:lnTo>
                  <a:lnTo>
                    <a:pt x="1" y="27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22" name=""/>
            <p:cNvSpPr/>
            <p:nvPr/>
          </p:nvSpPr>
          <p:spPr>
            <a:xfrm rot="0">
              <a:off x="1952" y="31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23" name=""/>
            <p:cNvSpPr/>
            <p:nvPr/>
          </p:nvSpPr>
          <p:spPr>
            <a:xfrm rot="0">
              <a:off x="1952" y="3186"/>
              <a:ext cx="27" cy="22"/>
            </a:xfrm>
            <a:custGeom>
              <a:avLst/>
              <a:ahLst/>
              <a:rect l="0" t="0" r="r" b="b"/>
              <a:pathLst>
                <a:path w="136" h="113">
                  <a:moveTo>
                    <a:pt x="32" y="0"/>
                  </a:moveTo>
                  <a:lnTo>
                    <a:pt x="16" y="26"/>
                  </a:lnTo>
                  <a:lnTo>
                    <a:pt x="0" y="53"/>
                  </a:lnTo>
                  <a:lnTo>
                    <a:pt x="104" y="113"/>
                  </a:lnTo>
                  <a:lnTo>
                    <a:pt x="120" y="86"/>
                  </a:lnTo>
                  <a:lnTo>
                    <a:pt x="136" y="59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24" name=""/>
            <p:cNvSpPr/>
            <p:nvPr/>
          </p:nvSpPr>
          <p:spPr>
            <a:xfrm rot="0">
              <a:off x="1952" y="3186"/>
              <a:ext cx="27" cy="22"/>
            </a:xfrm>
            <a:custGeom>
              <a:avLst/>
              <a:ahLst/>
              <a:rect l="0" t="0" r="r" b="b"/>
              <a:pathLst>
                <a:path w="136" h="113">
                  <a:moveTo>
                    <a:pt x="32" y="0"/>
                  </a:moveTo>
                  <a:lnTo>
                    <a:pt x="16" y="26"/>
                  </a:lnTo>
                  <a:lnTo>
                    <a:pt x="0" y="53"/>
                  </a:lnTo>
                  <a:lnTo>
                    <a:pt x="104" y="113"/>
                  </a:lnTo>
                  <a:lnTo>
                    <a:pt x="120" y="86"/>
                  </a:lnTo>
                  <a:lnTo>
                    <a:pt x="136" y="59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25" name=""/>
            <p:cNvSpPr/>
            <p:nvPr/>
          </p:nvSpPr>
          <p:spPr>
            <a:xfrm rot="0">
              <a:off x="1973" y="3203"/>
              <a:ext cx="3" cy="6"/>
            </a:xfrm>
            <a:custGeom>
              <a:avLst/>
              <a:ahLst/>
              <a:rect l="0" t="0" r="r" b="b"/>
              <a:pathLst>
                <a:path w="16" h="28">
                  <a:moveTo>
                    <a:pt x="16" y="0"/>
                  </a:moveTo>
                  <a:lnTo>
                    <a:pt x="0" y="27"/>
                  </a:lnTo>
                  <a:lnTo>
                    <a:pt x="3" y="2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26" name=""/>
            <p:cNvSpPr/>
            <p:nvPr/>
          </p:nvSpPr>
          <p:spPr>
            <a:xfrm rot="0">
              <a:off x="1973" y="32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27" name=""/>
            <p:cNvSpPr/>
            <p:nvPr/>
          </p:nvSpPr>
          <p:spPr>
            <a:xfrm rot="0">
              <a:off x="1973" y="3197"/>
              <a:ext cx="27" cy="22"/>
            </a:xfrm>
            <a:custGeom>
              <a:avLst/>
              <a:ahLst/>
              <a:rect l="0" t="0" r="r" b="b"/>
              <a:pathLst>
                <a:path w="134" h="109">
                  <a:moveTo>
                    <a:pt x="26" y="0"/>
                  </a:moveTo>
                  <a:lnTo>
                    <a:pt x="13" y="28"/>
                  </a:lnTo>
                  <a:lnTo>
                    <a:pt x="0" y="56"/>
                  </a:lnTo>
                  <a:lnTo>
                    <a:pt x="107" y="109"/>
                  </a:lnTo>
                  <a:lnTo>
                    <a:pt x="121" y="81"/>
                  </a:lnTo>
                  <a:lnTo>
                    <a:pt x="134" y="53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28" name=""/>
            <p:cNvSpPr/>
            <p:nvPr/>
          </p:nvSpPr>
          <p:spPr>
            <a:xfrm rot="0">
              <a:off x="1973" y="3197"/>
              <a:ext cx="27" cy="22"/>
            </a:xfrm>
            <a:custGeom>
              <a:avLst/>
              <a:ahLst/>
              <a:rect l="0" t="0" r="r" b="b"/>
              <a:pathLst>
                <a:path w="134" h="109">
                  <a:moveTo>
                    <a:pt x="26" y="0"/>
                  </a:moveTo>
                  <a:lnTo>
                    <a:pt x="13" y="28"/>
                  </a:lnTo>
                  <a:lnTo>
                    <a:pt x="0" y="56"/>
                  </a:lnTo>
                  <a:lnTo>
                    <a:pt x="107" y="109"/>
                  </a:lnTo>
                  <a:lnTo>
                    <a:pt x="121" y="81"/>
                  </a:lnTo>
                  <a:lnTo>
                    <a:pt x="134" y="5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29" name=""/>
            <p:cNvSpPr/>
            <p:nvPr/>
          </p:nvSpPr>
          <p:spPr>
            <a:xfrm rot="0">
              <a:off x="1995" y="3214"/>
              <a:ext cx="2" cy="5"/>
            </a:xfrm>
            <a:custGeom>
              <a:avLst/>
              <a:ahLst/>
              <a:rect l="0" t="0" r="r" b="b"/>
              <a:pathLst>
                <a:path w="14" h="29">
                  <a:moveTo>
                    <a:pt x="14" y="0"/>
                  </a:moveTo>
                  <a:lnTo>
                    <a:pt x="0" y="28"/>
                  </a:lnTo>
                  <a:lnTo>
                    <a:pt x="3" y="29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30" name=""/>
            <p:cNvSpPr/>
            <p:nvPr/>
          </p:nvSpPr>
          <p:spPr>
            <a:xfrm rot="0">
              <a:off x="1995" y="32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31" name=""/>
            <p:cNvSpPr/>
            <p:nvPr/>
          </p:nvSpPr>
          <p:spPr>
            <a:xfrm rot="0">
              <a:off x="1995" y="3208"/>
              <a:ext cx="27" cy="20"/>
            </a:xfrm>
            <a:custGeom>
              <a:avLst/>
              <a:ahLst/>
              <a:rect l="0" t="0" r="r" b="b"/>
              <a:pathLst>
                <a:path w="133" h="102">
                  <a:moveTo>
                    <a:pt x="22" y="0"/>
                  </a:moveTo>
                  <a:lnTo>
                    <a:pt x="11" y="29"/>
                  </a:lnTo>
                  <a:lnTo>
                    <a:pt x="0" y="58"/>
                  </a:lnTo>
                  <a:lnTo>
                    <a:pt x="111" y="102"/>
                  </a:lnTo>
                  <a:lnTo>
                    <a:pt x="122" y="73"/>
                  </a:lnTo>
                  <a:lnTo>
                    <a:pt x="133" y="44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32" name=""/>
            <p:cNvSpPr/>
            <p:nvPr/>
          </p:nvSpPr>
          <p:spPr>
            <a:xfrm rot="0">
              <a:off x="1995" y="3208"/>
              <a:ext cx="27" cy="20"/>
            </a:xfrm>
            <a:custGeom>
              <a:avLst/>
              <a:ahLst/>
              <a:rect l="0" t="0" r="r" b="b"/>
              <a:pathLst>
                <a:path w="133" h="102">
                  <a:moveTo>
                    <a:pt x="22" y="0"/>
                  </a:moveTo>
                  <a:lnTo>
                    <a:pt x="11" y="29"/>
                  </a:lnTo>
                  <a:lnTo>
                    <a:pt x="0" y="58"/>
                  </a:lnTo>
                  <a:lnTo>
                    <a:pt x="111" y="102"/>
                  </a:lnTo>
                  <a:lnTo>
                    <a:pt x="122" y="73"/>
                  </a:lnTo>
                  <a:lnTo>
                    <a:pt x="133" y="44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33" name=""/>
            <p:cNvSpPr/>
            <p:nvPr/>
          </p:nvSpPr>
          <p:spPr>
            <a:xfrm rot="0">
              <a:off x="2017" y="3222"/>
              <a:ext cx="3" cy="6"/>
            </a:xfrm>
            <a:custGeom>
              <a:avLst/>
              <a:ahLst/>
              <a:rect l="0" t="0" r="r" b="b"/>
              <a:pathLst>
                <a:path w="11" h="29">
                  <a:moveTo>
                    <a:pt x="11" y="0"/>
                  </a:moveTo>
                  <a:lnTo>
                    <a:pt x="0" y="29"/>
                  </a:lnTo>
                  <a:lnTo>
                    <a:pt x="1" y="29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34" name=""/>
            <p:cNvSpPr/>
            <p:nvPr/>
          </p:nvSpPr>
          <p:spPr>
            <a:xfrm rot="0">
              <a:off x="2017" y="3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35" name=""/>
            <p:cNvSpPr/>
            <p:nvPr/>
          </p:nvSpPr>
          <p:spPr>
            <a:xfrm rot="0">
              <a:off x="2018" y="3217"/>
              <a:ext cx="26" cy="18"/>
            </a:xfrm>
            <a:custGeom>
              <a:avLst/>
              <a:ahLst/>
              <a:rect l="0" t="0" r="r" b="b"/>
              <a:pathLst>
                <a:path w="134" h="94">
                  <a:moveTo>
                    <a:pt x="20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115" y="94"/>
                  </a:lnTo>
                  <a:lnTo>
                    <a:pt x="125" y="64"/>
                  </a:lnTo>
                  <a:lnTo>
                    <a:pt x="134" y="35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36" name=""/>
            <p:cNvSpPr/>
            <p:nvPr/>
          </p:nvSpPr>
          <p:spPr>
            <a:xfrm rot="0">
              <a:off x="2018" y="3217"/>
              <a:ext cx="26" cy="18"/>
            </a:xfrm>
            <a:custGeom>
              <a:avLst/>
              <a:ahLst/>
              <a:rect l="0" t="0" r="r" b="b"/>
              <a:pathLst>
                <a:path w="134" h="94">
                  <a:moveTo>
                    <a:pt x="20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115" y="94"/>
                  </a:lnTo>
                  <a:lnTo>
                    <a:pt x="125" y="64"/>
                  </a:lnTo>
                  <a:lnTo>
                    <a:pt x="134" y="35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37" name=""/>
            <p:cNvSpPr/>
            <p:nvPr/>
          </p:nvSpPr>
          <p:spPr>
            <a:xfrm rot="0">
              <a:off x="2041" y="3229"/>
              <a:ext cx="2" cy="7"/>
            </a:xfrm>
            <a:custGeom>
              <a:avLst/>
              <a:ahLst/>
              <a:rect l="0" t="0" r="r" b="b"/>
              <a:pathLst>
                <a:path w="10" h="31">
                  <a:moveTo>
                    <a:pt x="10" y="0"/>
                  </a:moveTo>
                  <a:lnTo>
                    <a:pt x="0" y="30"/>
                  </a:lnTo>
                  <a:lnTo>
                    <a:pt x="2" y="31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38" name=""/>
            <p:cNvSpPr/>
            <p:nvPr/>
          </p:nvSpPr>
          <p:spPr>
            <a:xfrm rot="0">
              <a:off x="2041" y="32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39" name=""/>
            <p:cNvSpPr/>
            <p:nvPr/>
          </p:nvSpPr>
          <p:spPr>
            <a:xfrm rot="0">
              <a:off x="2041" y="3223"/>
              <a:ext cx="26" cy="18"/>
            </a:xfrm>
            <a:custGeom>
              <a:avLst/>
              <a:ahLst/>
              <a:rect l="0" t="0" r="r" b="b"/>
              <a:pathLst>
                <a:path w="131" h="88">
                  <a:moveTo>
                    <a:pt x="15" y="0"/>
                  </a:moveTo>
                  <a:lnTo>
                    <a:pt x="8" y="30"/>
                  </a:lnTo>
                  <a:lnTo>
                    <a:pt x="0" y="61"/>
                  </a:lnTo>
                  <a:lnTo>
                    <a:pt x="116" y="88"/>
                  </a:lnTo>
                  <a:lnTo>
                    <a:pt x="124" y="57"/>
                  </a:lnTo>
                  <a:lnTo>
                    <a:pt x="131" y="27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40" name=""/>
            <p:cNvSpPr/>
            <p:nvPr/>
          </p:nvSpPr>
          <p:spPr>
            <a:xfrm rot="0">
              <a:off x="2041" y="3223"/>
              <a:ext cx="26" cy="18"/>
            </a:xfrm>
            <a:custGeom>
              <a:avLst/>
              <a:ahLst/>
              <a:rect l="0" t="0" r="r" b="b"/>
              <a:pathLst>
                <a:path w="131" h="88">
                  <a:moveTo>
                    <a:pt x="15" y="0"/>
                  </a:moveTo>
                  <a:lnTo>
                    <a:pt x="8" y="30"/>
                  </a:lnTo>
                  <a:lnTo>
                    <a:pt x="0" y="61"/>
                  </a:lnTo>
                  <a:lnTo>
                    <a:pt x="116" y="88"/>
                  </a:lnTo>
                  <a:lnTo>
                    <a:pt x="124" y="57"/>
                  </a:lnTo>
                  <a:lnTo>
                    <a:pt x="131" y="27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41" name=""/>
            <p:cNvSpPr/>
            <p:nvPr/>
          </p:nvSpPr>
          <p:spPr>
            <a:xfrm rot="0">
              <a:off x="2064" y="3235"/>
              <a:ext cx="2" cy="6"/>
            </a:xfrm>
            <a:custGeom>
              <a:avLst/>
              <a:ahLst/>
              <a:rect l="0" t="0" r="r" b="b"/>
              <a:pathLst>
                <a:path w="8" h="31">
                  <a:moveTo>
                    <a:pt x="8" y="0"/>
                  </a:moveTo>
                  <a:lnTo>
                    <a:pt x="0" y="31"/>
                  </a:lnTo>
                  <a:lnTo>
                    <a:pt x="3" y="31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42" name=""/>
            <p:cNvSpPr/>
            <p:nvPr/>
          </p:nvSpPr>
          <p:spPr>
            <a:xfrm rot="0">
              <a:off x="2064" y="32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43" name=""/>
            <p:cNvSpPr/>
            <p:nvPr/>
          </p:nvSpPr>
          <p:spPr>
            <a:xfrm rot="0">
              <a:off x="2065" y="3229"/>
              <a:ext cx="25" cy="15"/>
            </a:xfrm>
            <a:custGeom>
              <a:avLst/>
              <a:ahLst/>
              <a:rect l="0" t="0" r="r" b="b"/>
              <a:pathLst>
                <a:path w="128" h="78">
                  <a:moveTo>
                    <a:pt x="10" y="0"/>
                  </a:moveTo>
                  <a:lnTo>
                    <a:pt x="5" y="30"/>
                  </a:lnTo>
                  <a:lnTo>
                    <a:pt x="0" y="61"/>
                  </a:lnTo>
                  <a:lnTo>
                    <a:pt x="118" y="78"/>
                  </a:lnTo>
                  <a:lnTo>
                    <a:pt x="123" y="47"/>
                  </a:lnTo>
                  <a:lnTo>
                    <a:pt x="128" y="17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44" name=""/>
            <p:cNvSpPr/>
            <p:nvPr/>
          </p:nvSpPr>
          <p:spPr>
            <a:xfrm rot="0">
              <a:off x="2065" y="3229"/>
              <a:ext cx="25" cy="15"/>
            </a:xfrm>
            <a:custGeom>
              <a:avLst/>
              <a:ahLst/>
              <a:rect l="0" t="0" r="r" b="b"/>
              <a:pathLst>
                <a:path w="128" h="78">
                  <a:moveTo>
                    <a:pt x="10" y="0"/>
                  </a:moveTo>
                  <a:lnTo>
                    <a:pt x="5" y="30"/>
                  </a:lnTo>
                  <a:lnTo>
                    <a:pt x="0" y="61"/>
                  </a:lnTo>
                  <a:lnTo>
                    <a:pt x="118" y="78"/>
                  </a:lnTo>
                  <a:lnTo>
                    <a:pt x="123" y="47"/>
                  </a:lnTo>
                  <a:lnTo>
                    <a:pt x="128" y="17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45" name=""/>
            <p:cNvSpPr/>
            <p:nvPr/>
          </p:nvSpPr>
          <p:spPr>
            <a:xfrm rot="0">
              <a:off x="2088" y="3238"/>
              <a:ext cx="1" cy="6"/>
            </a:xfrm>
            <a:custGeom>
              <a:avLst/>
              <a:ahLst/>
              <a:rect l="0" t="0" r="r" b="b"/>
              <a:pathLst>
                <a:path w="5" h="31">
                  <a:moveTo>
                    <a:pt x="5" y="0"/>
                  </a:moveTo>
                  <a:lnTo>
                    <a:pt x="0" y="31"/>
                  </a:lnTo>
                  <a:lnTo>
                    <a:pt x="3" y="31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46" name=""/>
            <p:cNvSpPr/>
            <p:nvPr/>
          </p:nvSpPr>
          <p:spPr>
            <a:xfrm rot="0">
              <a:off x="2088" y="32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47" name=""/>
            <p:cNvSpPr/>
            <p:nvPr/>
          </p:nvSpPr>
          <p:spPr>
            <a:xfrm rot="0">
              <a:off x="2089" y="3232"/>
              <a:ext cx="25" cy="14"/>
            </a:xfrm>
            <a:custGeom>
              <a:avLst/>
              <a:ahLst/>
              <a:rect l="0" t="0" r="r" b="b"/>
              <a:pathLst>
                <a:path w="123" h="71">
                  <a:moveTo>
                    <a:pt x="5" y="0"/>
                  </a:moveTo>
                  <a:lnTo>
                    <a:pt x="2" y="30"/>
                  </a:lnTo>
                  <a:lnTo>
                    <a:pt x="0" y="61"/>
                  </a:lnTo>
                  <a:lnTo>
                    <a:pt x="118" y="71"/>
                  </a:lnTo>
                  <a:lnTo>
                    <a:pt x="121" y="40"/>
                  </a:lnTo>
                  <a:lnTo>
                    <a:pt x="123" y="1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48" name=""/>
            <p:cNvSpPr/>
            <p:nvPr/>
          </p:nvSpPr>
          <p:spPr>
            <a:xfrm rot="0">
              <a:off x="2089" y="3232"/>
              <a:ext cx="25" cy="14"/>
            </a:xfrm>
            <a:custGeom>
              <a:avLst/>
              <a:ahLst/>
              <a:rect l="0" t="0" r="r" b="b"/>
              <a:pathLst>
                <a:path w="123" h="71">
                  <a:moveTo>
                    <a:pt x="5" y="0"/>
                  </a:moveTo>
                  <a:lnTo>
                    <a:pt x="2" y="30"/>
                  </a:lnTo>
                  <a:lnTo>
                    <a:pt x="0" y="61"/>
                  </a:lnTo>
                  <a:lnTo>
                    <a:pt x="118" y="71"/>
                  </a:lnTo>
                  <a:lnTo>
                    <a:pt x="121" y="40"/>
                  </a:lnTo>
                  <a:lnTo>
                    <a:pt x="123" y="10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49" name=""/>
            <p:cNvSpPr/>
            <p:nvPr/>
          </p:nvSpPr>
          <p:spPr>
            <a:xfrm rot="0">
              <a:off x="2113" y="3240"/>
              <a:ext cx="1" cy="6"/>
            </a:xfrm>
            <a:custGeom>
              <a:avLst/>
              <a:ahLst/>
              <a:rect l="0" t="0" r="r" b="b"/>
              <a:pathLst>
                <a:path w="3" h="31">
                  <a:moveTo>
                    <a:pt x="3" y="0"/>
                  </a:moveTo>
                  <a:lnTo>
                    <a:pt x="0" y="31"/>
                  </a:lnTo>
                  <a:lnTo>
                    <a:pt x="3" y="3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50" name=""/>
            <p:cNvSpPr/>
            <p:nvPr/>
          </p:nvSpPr>
          <p:spPr>
            <a:xfrm rot="0">
              <a:off x="2113" y="32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51" name=""/>
            <p:cNvSpPr/>
            <p:nvPr/>
          </p:nvSpPr>
          <p:spPr>
            <a:xfrm rot="0">
              <a:off x="2113" y="3234"/>
              <a:ext cx="24" cy="12"/>
            </a:xfrm>
            <a:custGeom>
              <a:avLst/>
              <a:ahLst/>
              <a:rect l="0" t="0" r="r" b="b"/>
              <a:pathLst>
                <a:path w="120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20" y="63"/>
                  </a:lnTo>
                  <a:lnTo>
                    <a:pt x="120" y="32"/>
                  </a:lnTo>
                  <a:lnTo>
                    <a:pt x="12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52" name=""/>
            <p:cNvSpPr/>
            <p:nvPr/>
          </p:nvSpPr>
          <p:spPr>
            <a:xfrm rot="0">
              <a:off x="2113" y="3234"/>
              <a:ext cx="24" cy="12"/>
            </a:xfrm>
            <a:custGeom>
              <a:avLst/>
              <a:ahLst/>
              <a:rect l="0" t="0" r="r" b="b"/>
              <a:pathLst>
                <a:path w="120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20" y="63"/>
                  </a:lnTo>
                  <a:lnTo>
                    <a:pt x="120" y="32"/>
                  </a:lnTo>
                  <a:lnTo>
                    <a:pt x="12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53" name=""/>
            <p:cNvSpPr/>
            <p:nvPr/>
          </p:nvSpPr>
          <p:spPr>
            <a:xfrm rot="0">
              <a:off x="2137" y="3240"/>
              <a:ext cx="1" cy="6"/>
            </a:xfrm>
            <a:custGeom>
              <a:avLst/>
              <a:ahLst/>
              <a:rect l="0" t="0" r="r" b="b"/>
              <a:pathLst>
                <a:path w="2" h="31">
                  <a:moveTo>
                    <a:pt x="0" y="0"/>
                  </a:moveTo>
                  <a:lnTo>
                    <a:pt x="0" y="31"/>
                  </a:lnTo>
                  <a:lnTo>
                    <a:pt x="2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54" name=""/>
            <p:cNvSpPr/>
            <p:nvPr/>
          </p:nvSpPr>
          <p:spPr>
            <a:xfrm rot="0">
              <a:off x="2137" y="32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55" name=""/>
            <p:cNvSpPr/>
            <p:nvPr/>
          </p:nvSpPr>
          <p:spPr>
            <a:xfrm rot="0">
              <a:off x="2137" y="3232"/>
              <a:ext cx="24" cy="14"/>
            </a:xfrm>
            <a:custGeom>
              <a:avLst/>
              <a:ahLst/>
              <a:rect l="0" t="0" r="r" b="b"/>
              <a:pathLst>
                <a:path w="124" h="71">
                  <a:moveTo>
                    <a:pt x="0" y="10"/>
                  </a:moveTo>
                  <a:lnTo>
                    <a:pt x="3" y="40"/>
                  </a:lnTo>
                  <a:lnTo>
                    <a:pt x="5" y="71"/>
                  </a:lnTo>
                  <a:lnTo>
                    <a:pt x="124" y="61"/>
                  </a:lnTo>
                  <a:lnTo>
                    <a:pt x="121" y="30"/>
                  </a:lnTo>
                  <a:lnTo>
                    <a:pt x="119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56" name=""/>
            <p:cNvSpPr/>
            <p:nvPr/>
          </p:nvSpPr>
          <p:spPr>
            <a:xfrm rot="0">
              <a:off x="2137" y="3232"/>
              <a:ext cx="24" cy="14"/>
            </a:xfrm>
            <a:custGeom>
              <a:avLst/>
              <a:ahLst/>
              <a:rect l="0" t="0" r="r" b="b"/>
              <a:pathLst>
                <a:path w="124" h="71">
                  <a:moveTo>
                    <a:pt x="0" y="10"/>
                  </a:moveTo>
                  <a:lnTo>
                    <a:pt x="3" y="40"/>
                  </a:lnTo>
                  <a:lnTo>
                    <a:pt x="5" y="71"/>
                  </a:lnTo>
                  <a:lnTo>
                    <a:pt x="124" y="61"/>
                  </a:lnTo>
                  <a:lnTo>
                    <a:pt x="121" y="30"/>
                  </a:lnTo>
                  <a:lnTo>
                    <a:pt x="119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57" name=""/>
            <p:cNvSpPr/>
            <p:nvPr/>
          </p:nvSpPr>
          <p:spPr>
            <a:xfrm rot="0">
              <a:off x="2161" y="3238"/>
              <a:ext cx="1" cy="6"/>
            </a:xfrm>
            <a:custGeom>
              <a:avLst/>
              <a:ahLst/>
              <a:rect l="0" t="0" r="r" b="b"/>
              <a:pathLst>
                <a:path w="5" h="31">
                  <a:moveTo>
                    <a:pt x="0" y="0"/>
                  </a:moveTo>
                  <a:lnTo>
                    <a:pt x="3" y="31"/>
                  </a:lnTo>
                  <a:lnTo>
                    <a:pt x="5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58" name=""/>
            <p:cNvSpPr/>
            <p:nvPr/>
          </p:nvSpPr>
          <p:spPr>
            <a:xfrm rot="0">
              <a:off x="2161" y="32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59" name=""/>
            <p:cNvSpPr/>
            <p:nvPr/>
          </p:nvSpPr>
          <p:spPr>
            <a:xfrm rot="0">
              <a:off x="2160" y="3229"/>
              <a:ext cx="26" cy="15"/>
            </a:xfrm>
            <a:custGeom>
              <a:avLst/>
              <a:ahLst/>
              <a:rect l="0" t="0" r="r" b="b"/>
              <a:pathLst>
                <a:path w="129" h="78">
                  <a:moveTo>
                    <a:pt x="0" y="17"/>
                  </a:moveTo>
                  <a:lnTo>
                    <a:pt x="5" y="47"/>
                  </a:lnTo>
                  <a:lnTo>
                    <a:pt x="10" y="78"/>
                  </a:lnTo>
                  <a:lnTo>
                    <a:pt x="129" y="61"/>
                  </a:lnTo>
                  <a:lnTo>
                    <a:pt x="124" y="30"/>
                  </a:lnTo>
                  <a:lnTo>
                    <a:pt x="119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60" name=""/>
            <p:cNvSpPr/>
            <p:nvPr/>
          </p:nvSpPr>
          <p:spPr>
            <a:xfrm rot="0">
              <a:off x="2160" y="3229"/>
              <a:ext cx="26" cy="15"/>
            </a:xfrm>
            <a:custGeom>
              <a:avLst/>
              <a:ahLst/>
              <a:rect l="0" t="0" r="r" b="b"/>
              <a:pathLst>
                <a:path w="129" h="78">
                  <a:moveTo>
                    <a:pt x="0" y="17"/>
                  </a:moveTo>
                  <a:lnTo>
                    <a:pt x="5" y="47"/>
                  </a:lnTo>
                  <a:lnTo>
                    <a:pt x="10" y="78"/>
                  </a:lnTo>
                  <a:lnTo>
                    <a:pt x="129" y="61"/>
                  </a:lnTo>
                  <a:lnTo>
                    <a:pt x="124" y="30"/>
                  </a:lnTo>
                  <a:lnTo>
                    <a:pt x="119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61" name=""/>
            <p:cNvSpPr/>
            <p:nvPr/>
          </p:nvSpPr>
          <p:spPr>
            <a:xfrm rot="0">
              <a:off x="2185" y="3235"/>
              <a:ext cx="1" cy="6"/>
            </a:xfrm>
            <a:custGeom>
              <a:avLst/>
              <a:ahLst/>
              <a:rect l="0" t="0" r="r" b="b"/>
              <a:pathLst>
                <a:path w="7" h="31">
                  <a:moveTo>
                    <a:pt x="0" y="0"/>
                  </a:moveTo>
                  <a:lnTo>
                    <a:pt x="5" y="31"/>
                  </a:lnTo>
                  <a:lnTo>
                    <a:pt x="7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62" name=""/>
            <p:cNvSpPr/>
            <p:nvPr/>
          </p:nvSpPr>
          <p:spPr>
            <a:xfrm rot="0">
              <a:off x="2186" y="32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63" name=""/>
            <p:cNvSpPr/>
            <p:nvPr/>
          </p:nvSpPr>
          <p:spPr>
            <a:xfrm rot="0">
              <a:off x="2183" y="3223"/>
              <a:ext cx="26" cy="18"/>
            </a:xfrm>
            <a:custGeom>
              <a:avLst/>
              <a:ahLst/>
              <a:rect l="0" t="0" r="r" b="b"/>
              <a:pathLst>
                <a:path w="131" h="88">
                  <a:moveTo>
                    <a:pt x="0" y="27"/>
                  </a:moveTo>
                  <a:lnTo>
                    <a:pt x="8" y="57"/>
                  </a:lnTo>
                  <a:lnTo>
                    <a:pt x="15" y="88"/>
                  </a:lnTo>
                  <a:lnTo>
                    <a:pt x="131" y="61"/>
                  </a:lnTo>
                  <a:lnTo>
                    <a:pt x="124" y="30"/>
                  </a:lnTo>
                  <a:lnTo>
                    <a:pt x="117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64" name=""/>
            <p:cNvSpPr/>
            <p:nvPr/>
          </p:nvSpPr>
          <p:spPr>
            <a:xfrm rot="0">
              <a:off x="2183" y="3223"/>
              <a:ext cx="26" cy="18"/>
            </a:xfrm>
            <a:custGeom>
              <a:avLst/>
              <a:ahLst/>
              <a:rect l="0" t="0" r="r" b="b"/>
              <a:pathLst>
                <a:path w="131" h="88">
                  <a:moveTo>
                    <a:pt x="0" y="27"/>
                  </a:moveTo>
                  <a:lnTo>
                    <a:pt x="8" y="57"/>
                  </a:lnTo>
                  <a:lnTo>
                    <a:pt x="15" y="88"/>
                  </a:lnTo>
                  <a:lnTo>
                    <a:pt x="131" y="61"/>
                  </a:lnTo>
                  <a:lnTo>
                    <a:pt x="124" y="30"/>
                  </a:lnTo>
                  <a:lnTo>
                    <a:pt x="117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65" name=""/>
            <p:cNvSpPr/>
            <p:nvPr/>
          </p:nvSpPr>
          <p:spPr>
            <a:xfrm rot="0">
              <a:off x="2208" y="3229"/>
              <a:ext cx="2" cy="7"/>
            </a:xfrm>
            <a:custGeom>
              <a:avLst/>
              <a:ahLst/>
              <a:rect l="0" t="0" r="r" b="b"/>
              <a:pathLst>
                <a:path w="10" h="31">
                  <a:moveTo>
                    <a:pt x="0" y="0"/>
                  </a:moveTo>
                  <a:lnTo>
                    <a:pt x="7" y="31"/>
                  </a:lnTo>
                  <a:lnTo>
                    <a:pt x="10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66" name=""/>
            <p:cNvSpPr/>
            <p:nvPr/>
          </p:nvSpPr>
          <p:spPr>
            <a:xfrm rot="0" flipV="1">
              <a:off x="2209" y="32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67" name=""/>
            <p:cNvSpPr/>
            <p:nvPr/>
          </p:nvSpPr>
          <p:spPr>
            <a:xfrm rot="0">
              <a:off x="2206" y="3217"/>
              <a:ext cx="27" cy="18"/>
            </a:xfrm>
            <a:custGeom>
              <a:avLst/>
              <a:ahLst/>
              <a:rect l="0" t="0" r="r" b="b"/>
              <a:pathLst>
                <a:path w="135" h="94">
                  <a:moveTo>
                    <a:pt x="0" y="35"/>
                  </a:moveTo>
                  <a:lnTo>
                    <a:pt x="10" y="64"/>
                  </a:lnTo>
                  <a:lnTo>
                    <a:pt x="20" y="94"/>
                  </a:lnTo>
                  <a:lnTo>
                    <a:pt x="135" y="58"/>
                  </a:lnTo>
                  <a:lnTo>
                    <a:pt x="125" y="29"/>
                  </a:lnTo>
                  <a:lnTo>
                    <a:pt x="115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68" name=""/>
            <p:cNvSpPr/>
            <p:nvPr/>
          </p:nvSpPr>
          <p:spPr>
            <a:xfrm rot="0">
              <a:off x="2206" y="3217"/>
              <a:ext cx="27" cy="18"/>
            </a:xfrm>
            <a:custGeom>
              <a:avLst/>
              <a:ahLst/>
              <a:rect l="0" t="0" r="r" b="b"/>
              <a:pathLst>
                <a:path w="135" h="94">
                  <a:moveTo>
                    <a:pt x="0" y="35"/>
                  </a:moveTo>
                  <a:lnTo>
                    <a:pt x="10" y="64"/>
                  </a:lnTo>
                  <a:lnTo>
                    <a:pt x="20" y="94"/>
                  </a:lnTo>
                  <a:lnTo>
                    <a:pt x="135" y="58"/>
                  </a:lnTo>
                  <a:lnTo>
                    <a:pt x="125" y="29"/>
                  </a:lnTo>
                  <a:lnTo>
                    <a:pt x="115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69" name=""/>
            <p:cNvSpPr/>
            <p:nvPr/>
          </p:nvSpPr>
          <p:spPr>
            <a:xfrm rot="0">
              <a:off x="2231" y="3222"/>
              <a:ext cx="2" cy="6"/>
            </a:xfrm>
            <a:custGeom>
              <a:avLst/>
              <a:ahLst/>
              <a:rect l="0" t="0" r="r" b="b"/>
              <a:pathLst>
                <a:path w="11" h="29">
                  <a:moveTo>
                    <a:pt x="0" y="0"/>
                  </a:moveTo>
                  <a:lnTo>
                    <a:pt x="10" y="29"/>
                  </a:lnTo>
                  <a:lnTo>
                    <a:pt x="11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70" name=""/>
            <p:cNvSpPr/>
            <p:nvPr/>
          </p:nvSpPr>
          <p:spPr>
            <a:xfrm rot="0">
              <a:off x="2233" y="3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71" name=""/>
            <p:cNvSpPr/>
            <p:nvPr/>
          </p:nvSpPr>
          <p:spPr>
            <a:xfrm rot="0">
              <a:off x="2229" y="3208"/>
              <a:ext cx="26" cy="20"/>
            </a:xfrm>
            <a:custGeom>
              <a:avLst/>
              <a:ahLst/>
              <a:rect l="0" t="0" r="r" b="b"/>
              <a:pathLst>
                <a:path w="133" h="102">
                  <a:moveTo>
                    <a:pt x="0" y="44"/>
                  </a:moveTo>
                  <a:lnTo>
                    <a:pt x="11" y="73"/>
                  </a:lnTo>
                  <a:lnTo>
                    <a:pt x="22" y="102"/>
                  </a:lnTo>
                  <a:lnTo>
                    <a:pt x="133" y="58"/>
                  </a:lnTo>
                  <a:lnTo>
                    <a:pt x="122" y="29"/>
                  </a:lnTo>
                  <a:lnTo>
                    <a:pt x="111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72" name=""/>
            <p:cNvSpPr/>
            <p:nvPr/>
          </p:nvSpPr>
          <p:spPr>
            <a:xfrm rot="0">
              <a:off x="2229" y="3208"/>
              <a:ext cx="26" cy="20"/>
            </a:xfrm>
            <a:custGeom>
              <a:avLst/>
              <a:ahLst/>
              <a:rect l="0" t="0" r="r" b="b"/>
              <a:pathLst>
                <a:path w="133" h="102">
                  <a:moveTo>
                    <a:pt x="0" y="44"/>
                  </a:moveTo>
                  <a:lnTo>
                    <a:pt x="11" y="73"/>
                  </a:lnTo>
                  <a:lnTo>
                    <a:pt x="22" y="102"/>
                  </a:lnTo>
                  <a:lnTo>
                    <a:pt x="133" y="58"/>
                  </a:lnTo>
                  <a:lnTo>
                    <a:pt x="122" y="29"/>
                  </a:lnTo>
                  <a:lnTo>
                    <a:pt x="111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73" name=""/>
            <p:cNvSpPr/>
            <p:nvPr/>
          </p:nvSpPr>
          <p:spPr>
            <a:xfrm rot="0">
              <a:off x="2253" y="3214"/>
              <a:ext cx="3" cy="5"/>
            </a:xfrm>
            <a:custGeom>
              <a:avLst/>
              <a:ahLst/>
              <a:rect l="0" t="0" r="r" b="b"/>
              <a:pathLst>
                <a:path w="13" h="29">
                  <a:moveTo>
                    <a:pt x="0" y="0"/>
                  </a:moveTo>
                  <a:lnTo>
                    <a:pt x="11" y="29"/>
                  </a:lnTo>
                  <a:lnTo>
                    <a:pt x="13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74" name=""/>
            <p:cNvSpPr/>
            <p:nvPr/>
          </p:nvSpPr>
          <p:spPr>
            <a:xfrm rot="0" flipV="1">
              <a:off x="2255" y="32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75" name=""/>
            <p:cNvSpPr/>
            <p:nvPr/>
          </p:nvSpPr>
          <p:spPr>
            <a:xfrm rot="0">
              <a:off x="2250" y="3197"/>
              <a:ext cx="27" cy="22"/>
            </a:xfrm>
            <a:custGeom>
              <a:avLst/>
              <a:ahLst/>
              <a:rect l="0" t="0" r="r" b="b"/>
              <a:pathLst>
                <a:path w="134" h="109">
                  <a:moveTo>
                    <a:pt x="0" y="53"/>
                  </a:moveTo>
                  <a:lnTo>
                    <a:pt x="13" y="81"/>
                  </a:lnTo>
                  <a:lnTo>
                    <a:pt x="26" y="109"/>
                  </a:lnTo>
                  <a:lnTo>
                    <a:pt x="134" y="56"/>
                  </a:lnTo>
                  <a:lnTo>
                    <a:pt x="121" y="28"/>
                  </a:lnTo>
                  <a:lnTo>
                    <a:pt x="107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76" name=""/>
            <p:cNvSpPr/>
            <p:nvPr/>
          </p:nvSpPr>
          <p:spPr>
            <a:xfrm rot="0">
              <a:off x="2250" y="3197"/>
              <a:ext cx="27" cy="22"/>
            </a:xfrm>
            <a:custGeom>
              <a:avLst/>
              <a:ahLst/>
              <a:rect l="0" t="0" r="r" b="b"/>
              <a:pathLst>
                <a:path w="134" h="109">
                  <a:moveTo>
                    <a:pt x="0" y="53"/>
                  </a:moveTo>
                  <a:lnTo>
                    <a:pt x="13" y="81"/>
                  </a:lnTo>
                  <a:lnTo>
                    <a:pt x="26" y="109"/>
                  </a:lnTo>
                  <a:lnTo>
                    <a:pt x="134" y="56"/>
                  </a:lnTo>
                  <a:lnTo>
                    <a:pt x="121" y="28"/>
                  </a:lnTo>
                  <a:lnTo>
                    <a:pt x="107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77" name=""/>
            <p:cNvSpPr/>
            <p:nvPr/>
          </p:nvSpPr>
          <p:spPr>
            <a:xfrm rot="0">
              <a:off x="2275" y="3203"/>
              <a:ext cx="3" cy="6"/>
            </a:xfrm>
            <a:custGeom>
              <a:avLst/>
              <a:ahLst/>
              <a:rect l="0" t="0" r="r" b="b"/>
              <a:pathLst>
                <a:path w="15" h="28">
                  <a:moveTo>
                    <a:pt x="0" y="0"/>
                  </a:moveTo>
                  <a:lnTo>
                    <a:pt x="13" y="28"/>
                  </a:lnTo>
                  <a:lnTo>
                    <a:pt x="15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78" name=""/>
            <p:cNvSpPr/>
            <p:nvPr/>
          </p:nvSpPr>
          <p:spPr>
            <a:xfrm rot="0" flipV="1">
              <a:off x="2277" y="32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79" name=""/>
            <p:cNvSpPr/>
            <p:nvPr/>
          </p:nvSpPr>
          <p:spPr>
            <a:xfrm rot="0">
              <a:off x="2271" y="3186"/>
              <a:ext cx="27" cy="22"/>
            </a:xfrm>
            <a:custGeom>
              <a:avLst/>
              <a:ahLst/>
              <a:rect l="0" t="0" r="r" b="b"/>
              <a:pathLst>
                <a:path w="134" h="113">
                  <a:moveTo>
                    <a:pt x="0" y="59"/>
                  </a:moveTo>
                  <a:lnTo>
                    <a:pt x="16" y="86"/>
                  </a:lnTo>
                  <a:lnTo>
                    <a:pt x="31" y="113"/>
                  </a:lnTo>
                  <a:lnTo>
                    <a:pt x="134" y="53"/>
                  </a:lnTo>
                  <a:lnTo>
                    <a:pt x="118" y="26"/>
                  </a:lnTo>
                  <a:lnTo>
                    <a:pt x="102" y="0"/>
                  </a:lnTo>
                  <a:lnTo>
                    <a:pt x="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80" name=""/>
            <p:cNvSpPr/>
            <p:nvPr/>
          </p:nvSpPr>
          <p:spPr>
            <a:xfrm rot="0">
              <a:off x="2271" y="3186"/>
              <a:ext cx="27" cy="22"/>
            </a:xfrm>
            <a:custGeom>
              <a:avLst/>
              <a:ahLst/>
              <a:rect l="0" t="0" r="r" b="b"/>
              <a:pathLst>
                <a:path w="134" h="113">
                  <a:moveTo>
                    <a:pt x="0" y="59"/>
                  </a:moveTo>
                  <a:lnTo>
                    <a:pt x="16" y="86"/>
                  </a:lnTo>
                  <a:lnTo>
                    <a:pt x="31" y="113"/>
                  </a:lnTo>
                  <a:lnTo>
                    <a:pt x="134" y="53"/>
                  </a:lnTo>
                  <a:lnTo>
                    <a:pt x="118" y="26"/>
                  </a:lnTo>
                  <a:lnTo>
                    <a:pt x="102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81" name=""/>
            <p:cNvSpPr/>
            <p:nvPr/>
          </p:nvSpPr>
          <p:spPr>
            <a:xfrm rot="0">
              <a:off x="2295" y="3191"/>
              <a:ext cx="3" cy="5"/>
            </a:xfrm>
            <a:custGeom>
              <a:avLst/>
              <a:ahLst/>
              <a:rect l="0" t="0" r="r" b="b"/>
              <a:pathLst>
                <a:path w="17" h="27">
                  <a:moveTo>
                    <a:pt x="0" y="0"/>
                  </a:moveTo>
                  <a:lnTo>
                    <a:pt x="16" y="27"/>
                  </a:lnTo>
                  <a:lnTo>
                    <a:pt x="17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82" name=""/>
            <p:cNvSpPr/>
            <p:nvPr/>
          </p:nvSpPr>
          <p:spPr>
            <a:xfrm rot="0" flipV="1">
              <a:off x="2298" y="31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83" name=""/>
            <p:cNvSpPr/>
            <p:nvPr/>
          </p:nvSpPr>
          <p:spPr>
            <a:xfrm rot="0">
              <a:off x="2292" y="3173"/>
              <a:ext cx="26" cy="23"/>
            </a:xfrm>
            <a:custGeom>
              <a:avLst/>
              <a:ahLst/>
              <a:rect l="0" t="0" r="r" b="b"/>
              <a:pathLst>
                <a:path w="133" h="118">
                  <a:moveTo>
                    <a:pt x="0" y="67"/>
                  </a:moveTo>
                  <a:lnTo>
                    <a:pt x="17" y="92"/>
                  </a:lnTo>
                  <a:lnTo>
                    <a:pt x="34" y="118"/>
                  </a:lnTo>
                  <a:lnTo>
                    <a:pt x="133" y="51"/>
                  </a:lnTo>
                  <a:lnTo>
                    <a:pt x="116" y="25"/>
                  </a:lnTo>
                  <a:lnTo>
                    <a:pt x="99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84" name=""/>
            <p:cNvSpPr/>
            <p:nvPr/>
          </p:nvSpPr>
          <p:spPr>
            <a:xfrm rot="0">
              <a:off x="2292" y="3173"/>
              <a:ext cx="26" cy="23"/>
            </a:xfrm>
            <a:custGeom>
              <a:avLst/>
              <a:ahLst/>
              <a:rect l="0" t="0" r="r" b="b"/>
              <a:pathLst>
                <a:path w="133" h="118">
                  <a:moveTo>
                    <a:pt x="0" y="67"/>
                  </a:moveTo>
                  <a:lnTo>
                    <a:pt x="17" y="92"/>
                  </a:lnTo>
                  <a:lnTo>
                    <a:pt x="34" y="118"/>
                  </a:lnTo>
                  <a:lnTo>
                    <a:pt x="133" y="51"/>
                  </a:lnTo>
                  <a:lnTo>
                    <a:pt x="116" y="25"/>
                  </a:lnTo>
                  <a:lnTo>
                    <a:pt x="99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85" name=""/>
            <p:cNvSpPr/>
            <p:nvPr/>
          </p:nvSpPr>
          <p:spPr>
            <a:xfrm rot="0">
              <a:off x="2311" y="3172"/>
              <a:ext cx="10" cy="11"/>
            </a:xfrm>
            <a:custGeom>
              <a:avLst/>
              <a:ahLst/>
              <a:rect l="0" t="0" r="r" b="b"/>
              <a:pathLst>
                <a:path w="48" h="56">
                  <a:moveTo>
                    <a:pt x="17" y="30"/>
                  </a:moveTo>
                  <a:lnTo>
                    <a:pt x="0" y="5"/>
                  </a:lnTo>
                  <a:lnTo>
                    <a:pt x="9" y="1"/>
                  </a:lnTo>
                  <a:lnTo>
                    <a:pt x="18" y="0"/>
                  </a:lnTo>
                  <a:lnTo>
                    <a:pt x="28" y="1"/>
                  </a:lnTo>
                  <a:lnTo>
                    <a:pt x="37" y="6"/>
                  </a:lnTo>
                  <a:lnTo>
                    <a:pt x="43" y="13"/>
                  </a:lnTo>
                  <a:lnTo>
                    <a:pt x="47" y="22"/>
                  </a:lnTo>
                  <a:lnTo>
                    <a:pt x="48" y="31"/>
                  </a:lnTo>
                  <a:lnTo>
                    <a:pt x="47" y="41"/>
                  </a:lnTo>
                  <a:lnTo>
                    <a:pt x="42" y="50"/>
                  </a:lnTo>
                  <a:lnTo>
                    <a:pt x="34" y="56"/>
                  </a:lnTo>
                  <a:lnTo>
                    <a:pt x="1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86" name=""/>
            <p:cNvSpPr/>
            <p:nvPr/>
          </p:nvSpPr>
          <p:spPr>
            <a:xfrm rot="0">
              <a:off x="2311" y="3172"/>
              <a:ext cx="10" cy="11"/>
            </a:xfrm>
            <a:custGeom>
              <a:avLst/>
              <a:ahLst/>
              <a:rect l="0" t="0" r="r" b="b"/>
              <a:pathLst>
                <a:path w="48" h="56">
                  <a:moveTo>
                    <a:pt x="0" y="5"/>
                  </a:moveTo>
                  <a:lnTo>
                    <a:pt x="9" y="1"/>
                  </a:lnTo>
                  <a:lnTo>
                    <a:pt x="18" y="0"/>
                  </a:lnTo>
                  <a:lnTo>
                    <a:pt x="28" y="1"/>
                  </a:lnTo>
                  <a:lnTo>
                    <a:pt x="37" y="6"/>
                  </a:lnTo>
                  <a:lnTo>
                    <a:pt x="43" y="13"/>
                  </a:lnTo>
                  <a:lnTo>
                    <a:pt x="47" y="22"/>
                  </a:lnTo>
                  <a:lnTo>
                    <a:pt x="48" y="31"/>
                  </a:lnTo>
                  <a:lnTo>
                    <a:pt x="47" y="41"/>
                  </a:lnTo>
                  <a:lnTo>
                    <a:pt x="42" y="50"/>
                  </a:lnTo>
                  <a:lnTo>
                    <a:pt x="34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87" name=""/>
            <p:cNvSpPr/>
            <p:nvPr/>
          </p:nvSpPr>
          <p:spPr>
            <a:xfrm rot="0">
              <a:off x="2313" y="2429"/>
              <a:ext cx="8" cy="12"/>
            </a:xfrm>
            <a:custGeom>
              <a:avLst/>
              <a:ahLst/>
              <a:rect l="0" t="0" r="r" b="b"/>
              <a:pathLst>
                <a:path w="42" h="60">
                  <a:moveTo>
                    <a:pt x="11" y="29"/>
                  </a:moveTo>
                  <a:lnTo>
                    <a:pt x="22" y="0"/>
                  </a:lnTo>
                  <a:lnTo>
                    <a:pt x="31" y="5"/>
                  </a:lnTo>
                  <a:lnTo>
                    <a:pt x="37" y="12"/>
                  </a:lnTo>
                  <a:lnTo>
                    <a:pt x="42" y="21"/>
                  </a:lnTo>
                  <a:lnTo>
                    <a:pt x="42" y="30"/>
                  </a:lnTo>
                  <a:lnTo>
                    <a:pt x="41" y="40"/>
                  </a:lnTo>
                  <a:lnTo>
                    <a:pt x="36" y="49"/>
                  </a:lnTo>
                  <a:lnTo>
                    <a:pt x="28" y="55"/>
                  </a:lnTo>
                  <a:lnTo>
                    <a:pt x="20" y="60"/>
                  </a:lnTo>
                  <a:lnTo>
                    <a:pt x="10" y="60"/>
                  </a:lnTo>
                  <a:lnTo>
                    <a:pt x="0" y="59"/>
                  </a:lnTo>
                  <a:lnTo>
                    <a:pt x="1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88" name=""/>
            <p:cNvSpPr/>
            <p:nvPr/>
          </p:nvSpPr>
          <p:spPr>
            <a:xfrm rot="0">
              <a:off x="2313" y="2429"/>
              <a:ext cx="8" cy="12"/>
            </a:xfrm>
            <a:custGeom>
              <a:avLst/>
              <a:ahLst/>
              <a:rect l="0" t="0" r="r" b="b"/>
              <a:pathLst>
                <a:path w="42" h="60">
                  <a:moveTo>
                    <a:pt x="22" y="0"/>
                  </a:moveTo>
                  <a:lnTo>
                    <a:pt x="31" y="5"/>
                  </a:lnTo>
                  <a:lnTo>
                    <a:pt x="37" y="12"/>
                  </a:lnTo>
                  <a:lnTo>
                    <a:pt x="42" y="21"/>
                  </a:lnTo>
                  <a:lnTo>
                    <a:pt x="42" y="30"/>
                  </a:lnTo>
                  <a:lnTo>
                    <a:pt x="41" y="40"/>
                  </a:lnTo>
                  <a:lnTo>
                    <a:pt x="36" y="49"/>
                  </a:lnTo>
                  <a:lnTo>
                    <a:pt x="28" y="55"/>
                  </a:lnTo>
                  <a:lnTo>
                    <a:pt x="20" y="60"/>
                  </a:lnTo>
                  <a:lnTo>
                    <a:pt x="10" y="6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89" name=""/>
            <p:cNvSpPr/>
            <p:nvPr/>
          </p:nvSpPr>
          <p:spPr>
            <a:xfrm rot="0">
              <a:off x="2285" y="2419"/>
              <a:ext cx="32" cy="22"/>
            </a:xfrm>
            <a:custGeom>
              <a:avLst/>
              <a:ahLst/>
              <a:rect l="0" t="0" r="r" b="b"/>
              <a:pathLst>
                <a:path w="162" h="111">
                  <a:moveTo>
                    <a:pt x="140" y="111"/>
                  </a:moveTo>
                  <a:lnTo>
                    <a:pt x="151" y="81"/>
                  </a:lnTo>
                  <a:lnTo>
                    <a:pt x="162" y="52"/>
                  </a:lnTo>
                  <a:lnTo>
                    <a:pt x="22" y="0"/>
                  </a:lnTo>
                  <a:lnTo>
                    <a:pt x="11" y="30"/>
                  </a:lnTo>
                  <a:lnTo>
                    <a:pt x="0" y="59"/>
                  </a:lnTo>
                  <a:lnTo>
                    <a:pt x="140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90" name=""/>
            <p:cNvSpPr/>
            <p:nvPr/>
          </p:nvSpPr>
          <p:spPr>
            <a:xfrm rot="0">
              <a:off x="2285" y="2419"/>
              <a:ext cx="32" cy="22"/>
            </a:xfrm>
            <a:custGeom>
              <a:avLst/>
              <a:ahLst/>
              <a:rect l="0" t="0" r="r" b="b"/>
              <a:pathLst>
                <a:path w="162" h="111">
                  <a:moveTo>
                    <a:pt x="140" y="111"/>
                  </a:moveTo>
                  <a:lnTo>
                    <a:pt x="151" y="81"/>
                  </a:lnTo>
                  <a:lnTo>
                    <a:pt x="162" y="52"/>
                  </a:lnTo>
                  <a:lnTo>
                    <a:pt x="22" y="0"/>
                  </a:lnTo>
                  <a:lnTo>
                    <a:pt x="11" y="30"/>
                  </a:lnTo>
                  <a:lnTo>
                    <a:pt x="0" y="59"/>
                  </a:lnTo>
                  <a:lnTo>
                    <a:pt x="140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91" name=""/>
            <p:cNvSpPr/>
            <p:nvPr/>
          </p:nvSpPr>
          <p:spPr>
            <a:xfrm rot="0">
              <a:off x="2287" y="2419"/>
              <a:ext cx="2" cy="6"/>
            </a:xfrm>
            <a:custGeom>
              <a:avLst/>
              <a:ahLst/>
              <a:rect l="0" t="0" r="r" b="b"/>
              <a:pathLst>
                <a:path w="11" h="30">
                  <a:moveTo>
                    <a:pt x="0" y="30"/>
                  </a:moveTo>
                  <a:lnTo>
                    <a:pt x="11" y="0"/>
                  </a:lnTo>
                  <a:lnTo>
                    <a:pt x="8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92" name=""/>
            <p:cNvSpPr/>
            <p:nvPr/>
          </p:nvSpPr>
          <p:spPr>
            <a:xfrm rot="0" flipH="1">
              <a:off x="2288" y="24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93" name=""/>
            <p:cNvSpPr/>
            <p:nvPr/>
          </p:nvSpPr>
          <p:spPr>
            <a:xfrm rot="0">
              <a:off x="2256" y="2411"/>
              <a:ext cx="32" cy="20"/>
            </a:xfrm>
            <a:custGeom>
              <a:avLst/>
              <a:ahLst/>
              <a:rect l="0" t="0" r="r" b="b"/>
              <a:pathLst>
                <a:path w="160" h="100">
                  <a:moveTo>
                    <a:pt x="143" y="100"/>
                  </a:moveTo>
                  <a:lnTo>
                    <a:pt x="152" y="71"/>
                  </a:lnTo>
                  <a:lnTo>
                    <a:pt x="160" y="41"/>
                  </a:lnTo>
                  <a:lnTo>
                    <a:pt x="17" y="0"/>
                  </a:lnTo>
                  <a:lnTo>
                    <a:pt x="9" y="29"/>
                  </a:lnTo>
                  <a:lnTo>
                    <a:pt x="0" y="59"/>
                  </a:lnTo>
                  <a:lnTo>
                    <a:pt x="143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94" name=""/>
            <p:cNvSpPr/>
            <p:nvPr/>
          </p:nvSpPr>
          <p:spPr>
            <a:xfrm rot="0">
              <a:off x="2256" y="2411"/>
              <a:ext cx="32" cy="20"/>
            </a:xfrm>
            <a:custGeom>
              <a:avLst/>
              <a:ahLst/>
              <a:rect l="0" t="0" r="r" b="b"/>
              <a:pathLst>
                <a:path w="160" h="100">
                  <a:moveTo>
                    <a:pt x="143" y="100"/>
                  </a:moveTo>
                  <a:lnTo>
                    <a:pt x="152" y="71"/>
                  </a:lnTo>
                  <a:lnTo>
                    <a:pt x="160" y="41"/>
                  </a:lnTo>
                  <a:lnTo>
                    <a:pt x="17" y="0"/>
                  </a:lnTo>
                  <a:lnTo>
                    <a:pt x="9" y="29"/>
                  </a:lnTo>
                  <a:lnTo>
                    <a:pt x="0" y="59"/>
                  </a:lnTo>
                  <a:lnTo>
                    <a:pt x="143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95" name=""/>
            <p:cNvSpPr/>
            <p:nvPr/>
          </p:nvSpPr>
          <p:spPr>
            <a:xfrm rot="0">
              <a:off x="2258" y="2410"/>
              <a:ext cx="2" cy="6"/>
            </a:xfrm>
            <a:custGeom>
              <a:avLst/>
              <a:ahLst/>
              <a:rect l="0" t="0" r="r" b="b"/>
              <a:pathLst>
                <a:path w="8" h="30">
                  <a:moveTo>
                    <a:pt x="0" y="30"/>
                  </a:moveTo>
                  <a:lnTo>
                    <a:pt x="8" y="1"/>
                  </a:lnTo>
                  <a:lnTo>
                    <a:pt x="7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96" name=""/>
            <p:cNvSpPr/>
            <p:nvPr/>
          </p:nvSpPr>
          <p:spPr>
            <a:xfrm rot="0" flipH="1" flipV="1">
              <a:off x="2260" y="24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97" name=""/>
            <p:cNvSpPr/>
            <p:nvPr/>
          </p:nvSpPr>
          <p:spPr>
            <a:xfrm rot="0">
              <a:off x="2228" y="2403"/>
              <a:ext cx="32" cy="20"/>
            </a:xfrm>
            <a:custGeom>
              <a:avLst/>
              <a:ahLst/>
              <a:rect l="0" t="0" r="r" b="b"/>
              <a:pathLst>
                <a:path w="160" h="96">
                  <a:moveTo>
                    <a:pt x="145" y="96"/>
                  </a:moveTo>
                  <a:lnTo>
                    <a:pt x="153" y="65"/>
                  </a:lnTo>
                  <a:lnTo>
                    <a:pt x="160" y="35"/>
                  </a:lnTo>
                  <a:lnTo>
                    <a:pt x="15" y="0"/>
                  </a:lnTo>
                  <a:lnTo>
                    <a:pt x="7" y="31"/>
                  </a:lnTo>
                  <a:lnTo>
                    <a:pt x="0" y="62"/>
                  </a:lnTo>
                  <a:lnTo>
                    <a:pt x="145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698" name=""/>
            <p:cNvSpPr/>
            <p:nvPr/>
          </p:nvSpPr>
          <p:spPr>
            <a:xfrm rot="0">
              <a:off x="2228" y="2403"/>
              <a:ext cx="32" cy="20"/>
            </a:xfrm>
            <a:custGeom>
              <a:avLst/>
              <a:ahLst/>
              <a:rect l="0" t="0" r="r" b="b"/>
              <a:pathLst>
                <a:path w="160" h="96">
                  <a:moveTo>
                    <a:pt x="145" y="96"/>
                  </a:moveTo>
                  <a:lnTo>
                    <a:pt x="153" y="65"/>
                  </a:lnTo>
                  <a:lnTo>
                    <a:pt x="160" y="35"/>
                  </a:lnTo>
                  <a:lnTo>
                    <a:pt x="15" y="0"/>
                  </a:lnTo>
                  <a:lnTo>
                    <a:pt x="7" y="31"/>
                  </a:lnTo>
                  <a:lnTo>
                    <a:pt x="0" y="62"/>
                  </a:lnTo>
                  <a:lnTo>
                    <a:pt x="145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699" name=""/>
            <p:cNvSpPr/>
            <p:nvPr/>
          </p:nvSpPr>
          <p:spPr>
            <a:xfrm rot="0">
              <a:off x="2229" y="2403"/>
              <a:ext cx="2" cy="7"/>
            </a:xfrm>
            <a:custGeom>
              <a:avLst/>
              <a:ahLst/>
              <a:rect l="0" t="0" r="r" b="b"/>
              <a:pathLst>
                <a:path w="8" h="31">
                  <a:moveTo>
                    <a:pt x="0" y="31"/>
                  </a:moveTo>
                  <a:lnTo>
                    <a:pt x="8" y="0"/>
                  </a:lnTo>
                  <a:lnTo>
                    <a:pt x="5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00" name=""/>
            <p:cNvSpPr/>
            <p:nvPr/>
          </p:nvSpPr>
          <p:spPr>
            <a:xfrm rot="0" flipH="1">
              <a:off x="2230" y="24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01" name=""/>
            <p:cNvSpPr/>
            <p:nvPr/>
          </p:nvSpPr>
          <p:spPr>
            <a:xfrm rot="0">
              <a:off x="2198" y="2398"/>
              <a:ext cx="32" cy="18"/>
            </a:xfrm>
            <a:custGeom>
              <a:avLst/>
              <a:ahLst/>
              <a:rect l="0" t="0" r="r" b="b"/>
              <a:pathLst>
                <a:path w="158" h="87">
                  <a:moveTo>
                    <a:pt x="148" y="87"/>
                  </a:moveTo>
                  <a:lnTo>
                    <a:pt x="153" y="56"/>
                  </a:lnTo>
                  <a:lnTo>
                    <a:pt x="158" y="25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61"/>
                  </a:lnTo>
                  <a:lnTo>
                    <a:pt x="148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02" name=""/>
            <p:cNvSpPr/>
            <p:nvPr/>
          </p:nvSpPr>
          <p:spPr>
            <a:xfrm rot="0">
              <a:off x="2198" y="2398"/>
              <a:ext cx="32" cy="18"/>
            </a:xfrm>
            <a:custGeom>
              <a:avLst/>
              <a:ahLst/>
              <a:rect l="0" t="0" r="r" b="b"/>
              <a:pathLst>
                <a:path w="158" h="87">
                  <a:moveTo>
                    <a:pt x="148" y="87"/>
                  </a:moveTo>
                  <a:lnTo>
                    <a:pt x="153" y="56"/>
                  </a:lnTo>
                  <a:lnTo>
                    <a:pt x="158" y="25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61"/>
                  </a:lnTo>
                  <a:lnTo>
                    <a:pt x="148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03" name=""/>
            <p:cNvSpPr/>
            <p:nvPr/>
          </p:nvSpPr>
          <p:spPr>
            <a:xfrm rot="0">
              <a:off x="2199" y="2398"/>
              <a:ext cx="1" cy="6"/>
            </a:xfrm>
            <a:custGeom>
              <a:avLst/>
              <a:ahLst/>
              <a:rect l="0" t="0" r="r" b="b"/>
              <a:pathLst>
                <a:path w="5" h="30">
                  <a:moveTo>
                    <a:pt x="0" y="3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04" name=""/>
            <p:cNvSpPr/>
            <p:nvPr/>
          </p:nvSpPr>
          <p:spPr>
            <a:xfrm rot="0" flipH="1">
              <a:off x="2200" y="23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05" name=""/>
            <p:cNvSpPr/>
            <p:nvPr/>
          </p:nvSpPr>
          <p:spPr>
            <a:xfrm rot="0">
              <a:off x="2169" y="2395"/>
              <a:ext cx="31" cy="16"/>
            </a:xfrm>
            <a:custGeom>
              <a:avLst/>
              <a:ahLst/>
              <a:rect l="0" t="0" r="r" b="b"/>
              <a:pathLst>
                <a:path w="155" h="78">
                  <a:moveTo>
                    <a:pt x="148" y="78"/>
                  </a:moveTo>
                  <a:lnTo>
                    <a:pt x="151" y="47"/>
                  </a:lnTo>
                  <a:lnTo>
                    <a:pt x="155" y="17"/>
                  </a:lnTo>
                  <a:lnTo>
                    <a:pt x="7" y="0"/>
                  </a:lnTo>
                  <a:lnTo>
                    <a:pt x="3" y="30"/>
                  </a:lnTo>
                  <a:lnTo>
                    <a:pt x="0" y="61"/>
                  </a:lnTo>
                  <a:lnTo>
                    <a:pt x="148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06" name=""/>
            <p:cNvSpPr/>
            <p:nvPr/>
          </p:nvSpPr>
          <p:spPr>
            <a:xfrm rot="0">
              <a:off x="2169" y="2395"/>
              <a:ext cx="31" cy="16"/>
            </a:xfrm>
            <a:custGeom>
              <a:avLst/>
              <a:ahLst/>
              <a:rect l="0" t="0" r="r" b="b"/>
              <a:pathLst>
                <a:path w="155" h="78">
                  <a:moveTo>
                    <a:pt x="148" y="78"/>
                  </a:moveTo>
                  <a:lnTo>
                    <a:pt x="151" y="47"/>
                  </a:lnTo>
                  <a:lnTo>
                    <a:pt x="155" y="17"/>
                  </a:lnTo>
                  <a:lnTo>
                    <a:pt x="7" y="0"/>
                  </a:lnTo>
                  <a:lnTo>
                    <a:pt x="3" y="30"/>
                  </a:lnTo>
                  <a:lnTo>
                    <a:pt x="0" y="61"/>
                  </a:lnTo>
                  <a:lnTo>
                    <a:pt x="148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07" name=""/>
            <p:cNvSpPr/>
            <p:nvPr/>
          </p:nvSpPr>
          <p:spPr>
            <a:xfrm rot="0">
              <a:off x="2170" y="2395"/>
              <a:ext cx="1" cy="6"/>
            </a:xfrm>
            <a:custGeom>
              <a:avLst/>
              <a:ahLst/>
              <a:rect l="0" t="0" r="r" b="b"/>
              <a:pathLst>
                <a:path w="4" h="30">
                  <a:moveTo>
                    <a:pt x="0" y="30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08" name=""/>
            <p:cNvSpPr/>
            <p:nvPr/>
          </p:nvSpPr>
          <p:spPr>
            <a:xfrm rot="0" flipH="1">
              <a:off x="2170" y="23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09" name=""/>
            <p:cNvSpPr/>
            <p:nvPr/>
          </p:nvSpPr>
          <p:spPr>
            <a:xfrm rot="0">
              <a:off x="2140" y="2393"/>
              <a:ext cx="30" cy="14"/>
            </a:xfrm>
            <a:custGeom>
              <a:avLst/>
              <a:ahLst/>
              <a:rect l="0" t="0" r="r" b="b"/>
              <a:pathLst>
                <a:path w="152" h="70">
                  <a:moveTo>
                    <a:pt x="149" y="70"/>
                  </a:moveTo>
                  <a:lnTo>
                    <a:pt x="150" y="39"/>
                  </a:lnTo>
                  <a:lnTo>
                    <a:pt x="152" y="9"/>
                  </a:lnTo>
                  <a:lnTo>
                    <a:pt x="3" y="0"/>
                  </a:lnTo>
                  <a:lnTo>
                    <a:pt x="1" y="31"/>
                  </a:lnTo>
                  <a:lnTo>
                    <a:pt x="0" y="61"/>
                  </a:lnTo>
                  <a:lnTo>
                    <a:pt x="149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10" name=""/>
            <p:cNvSpPr/>
            <p:nvPr/>
          </p:nvSpPr>
          <p:spPr>
            <a:xfrm rot="0">
              <a:off x="2140" y="2393"/>
              <a:ext cx="30" cy="14"/>
            </a:xfrm>
            <a:custGeom>
              <a:avLst/>
              <a:ahLst/>
              <a:rect l="0" t="0" r="r" b="b"/>
              <a:pathLst>
                <a:path w="152" h="70">
                  <a:moveTo>
                    <a:pt x="149" y="70"/>
                  </a:moveTo>
                  <a:lnTo>
                    <a:pt x="150" y="39"/>
                  </a:lnTo>
                  <a:lnTo>
                    <a:pt x="152" y="9"/>
                  </a:lnTo>
                  <a:lnTo>
                    <a:pt x="3" y="0"/>
                  </a:lnTo>
                  <a:lnTo>
                    <a:pt x="1" y="31"/>
                  </a:lnTo>
                  <a:lnTo>
                    <a:pt x="0" y="61"/>
                  </a:lnTo>
                  <a:lnTo>
                    <a:pt x="149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11" name=""/>
            <p:cNvSpPr/>
            <p:nvPr/>
          </p:nvSpPr>
          <p:spPr>
            <a:xfrm rot="0">
              <a:off x="2140" y="2393"/>
              <a:ext cx="1" cy="6"/>
            </a:xfrm>
            <a:custGeom>
              <a:avLst/>
              <a:ahLst/>
              <a:rect l="0" t="0" r="r" b="b"/>
              <a:pathLst>
                <a:path w="2" h="32">
                  <a:moveTo>
                    <a:pt x="0" y="32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12" name=""/>
            <p:cNvSpPr/>
            <p:nvPr/>
          </p:nvSpPr>
          <p:spPr>
            <a:xfrm rot="0" flipH="1" flipV="1">
              <a:off x="2140" y="23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13" name=""/>
            <p:cNvSpPr/>
            <p:nvPr/>
          </p:nvSpPr>
          <p:spPr>
            <a:xfrm rot="0">
              <a:off x="2110" y="2393"/>
              <a:ext cx="30" cy="12"/>
            </a:xfrm>
            <a:custGeom>
              <a:avLst/>
              <a:ahLst/>
              <a:rect l="0" t="0" r="r" b="b"/>
              <a:pathLst>
                <a:path w="149" h="62">
                  <a:moveTo>
                    <a:pt x="149" y="62"/>
                  </a:moveTo>
                  <a:lnTo>
                    <a:pt x="149" y="32"/>
                  </a:lnTo>
                  <a:lnTo>
                    <a:pt x="149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49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14" name=""/>
            <p:cNvSpPr/>
            <p:nvPr/>
          </p:nvSpPr>
          <p:spPr>
            <a:xfrm rot="0">
              <a:off x="2110" y="2393"/>
              <a:ext cx="30" cy="12"/>
            </a:xfrm>
            <a:custGeom>
              <a:avLst/>
              <a:ahLst/>
              <a:rect l="0" t="0" r="r" b="b"/>
              <a:pathLst>
                <a:path w="149" h="62">
                  <a:moveTo>
                    <a:pt x="149" y="62"/>
                  </a:moveTo>
                  <a:lnTo>
                    <a:pt x="149" y="32"/>
                  </a:lnTo>
                  <a:lnTo>
                    <a:pt x="149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49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15" name=""/>
            <p:cNvSpPr/>
            <p:nvPr/>
          </p:nvSpPr>
          <p:spPr>
            <a:xfrm rot="0">
              <a:off x="2110" y="2393"/>
              <a:ext cx="1" cy="6"/>
            </a:xfrm>
            <a:custGeom>
              <a:avLst/>
              <a:ahLst/>
              <a:rect l="0" t="0" r="r" b="b"/>
              <a:pathLst>
                <a:path w="1" h="32">
                  <a:moveTo>
                    <a:pt x="1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16" name=""/>
            <p:cNvSpPr/>
            <p:nvPr/>
          </p:nvSpPr>
          <p:spPr>
            <a:xfrm rot="0" flipH="1">
              <a:off x="2110" y="23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17" name=""/>
            <p:cNvSpPr/>
            <p:nvPr/>
          </p:nvSpPr>
          <p:spPr>
            <a:xfrm rot="0">
              <a:off x="2080" y="2393"/>
              <a:ext cx="30" cy="14"/>
            </a:xfrm>
            <a:custGeom>
              <a:avLst/>
              <a:ahLst/>
              <a:rect l="0" t="0" r="r" b="b"/>
              <a:pathLst>
                <a:path w="151" h="70">
                  <a:moveTo>
                    <a:pt x="151" y="61"/>
                  </a:moveTo>
                  <a:lnTo>
                    <a:pt x="150" y="31"/>
                  </a:lnTo>
                  <a:lnTo>
                    <a:pt x="149" y="0"/>
                  </a:lnTo>
                  <a:lnTo>
                    <a:pt x="0" y="9"/>
                  </a:lnTo>
                  <a:lnTo>
                    <a:pt x="1" y="39"/>
                  </a:lnTo>
                  <a:lnTo>
                    <a:pt x="2" y="70"/>
                  </a:lnTo>
                  <a:lnTo>
                    <a:pt x="151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18" name=""/>
            <p:cNvSpPr/>
            <p:nvPr/>
          </p:nvSpPr>
          <p:spPr>
            <a:xfrm rot="0">
              <a:off x="2080" y="2393"/>
              <a:ext cx="30" cy="14"/>
            </a:xfrm>
            <a:custGeom>
              <a:avLst/>
              <a:ahLst/>
              <a:rect l="0" t="0" r="r" b="b"/>
              <a:pathLst>
                <a:path w="151" h="70">
                  <a:moveTo>
                    <a:pt x="151" y="61"/>
                  </a:moveTo>
                  <a:lnTo>
                    <a:pt x="150" y="31"/>
                  </a:lnTo>
                  <a:lnTo>
                    <a:pt x="149" y="0"/>
                  </a:lnTo>
                  <a:lnTo>
                    <a:pt x="0" y="9"/>
                  </a:lnTo>
                  <a:lnTo>
                    <a:pt x="1" y="39"/>
                  </a:lnTo>
                  <a:lnTo>
                    <a:pt x="2" y="70"/>
                  </a:lnTo>
                  <a:lnTo>
                    <a:pt x="151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19" name=""/>
            <p:cNvSpPr/>
            <p:nvPr/>
          </p:nvSpPr>
          <p:spPr>
            <a:xfrm rot="0">
              <a:off x="2080" y="2395"/>
              <a:ext cx="1" cy="6"/>
            </a:xfrm>
            <a:custGeom>
              <a:avLst/>
              <a:ahLst/>
              <a:rect l="0" t="0" r="r" b="b"/>
              <a:pathLst>
                <a:path w="4" h="30">
                  <a:moveTo>
                    <a:pt x="4" y="3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20" name=""/>
            <p:cNvSpPr/>
            <p:nvPr/>
          </p:nvSpPr>
          <p:spPr>
            <a:xfrm rot="0" flipH="1">
              <a:off x="2080" y="23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21" name=""/>
            <p:cNvSpPr/>
            <p:nvPr/>
          </p:nvSpPr>
          <p:spPr>
            <a:xfrm rot="0">
              <a:off x="2050" y="2395"/>
              <a:ext cx="31" cy="16"/>
            </a:xfrm>
            <a:custGeom>
              <a:avLst/>
              <a:ahLst/>
              <a:rect l="0" t="0" r="r" b="b"/>
              <a:pathLst>
                <a:path w="157" h="78">
                  <a:moveTo>
                    <a:pt x="157" y="61"/>
                  </a:moveTo>
                  <a:lnTo>
                    <a:pt x="153" y="30"/>
                  </a:lnTo>
                  <a:lnTo>
                    <a:pt x="149" y="0"/>
                  </a:lnTo>
                  <a:lnTo>
                    <a:pt x="0" y="17"/>
                  </a:lnTo>
                  <a:lnTo>
                    <a:pt x="4" y="47"/>
                  </a:lnTo>
                  <a:lnTo>
                    <a:pt x="8" y="78"/>
                  </a:lnTo>
                  <a:lnTo>
                    <a:pt x="15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22" name=""/>
            <p:cNvSpPr/>
            <p:nvPr/>
          </p:nvSpPr>
          <p:spPr>
            <a:xfrm rot="0">
              <a:off x="2050" y="2395"/>
              <a:ext cx="31" cy="16"/>
            </a:xfrm>
            <a:custGeom>
              <a:avLst/>
              <a:ahLst/>
              <a:rect l="0" t="0" r="r" b="b"/>
              <a:pathLst>
                <a:path w="157" h="78">
                  <a:moveTo>
                    <a:pt x="157" y="61"/>
                  </a:moveTo>
                  <a:lnTo>
                    <a:pt x="153" y="30"/>
                  </a:lnTo>
                  <a:lnTo>
                    <a:pt x="149" y="0"/>
                  </a:lnTo>
                  <a:lnTo>
                    <a:pt x="0" y="17"/>
                  </a:lnTo>
                  <a:lnTo>
                    <a:pt x="4" y="47"/>
                  </a:lnTo>
                  <a:lnTo>
                    <a:pt x="8" y="78"/>
                  </a:lnTo>
                  <a:lnTo>
                    <a:pt x="15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23" name=""/>
            <p:cNvSpPr/>
            <p:nvPr/>
          </p:nvSpPr>
          <p:spPr>
            <a:xfrm rot="0">
              <a:off x="2050" y="2398"/>
              <a:ext cx="1" cy="6"/>
            </a:xfrm>
            <a:custGeom>
              <a:avLst/>
              <a:ahLst/>
              <a:rect l="0" t="0" r="r" b="b"/>
              <a:pathLst>
                <a:path w="5" h="30">
                  <a:moveTo>
                    <a:pt x="5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24" name=""/>
            <p:cNvSpPr/>
            <p:nvPr/>
          </p:nvSpPr>
          <p:spPr>
            <a:xfrm rot="0" flipH="1">
              <a:off x="2050" y="23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25" name=""/>
            <p:cNvSpPr/>
            <p:nvPr/>
          </p:nvSpPr>
          <p:spPr>
            <a:xfrm rot="0">
              <a:off x="2020" y="2398"/>
              <a:ext cx="32" cy="18"/>
            </a:xfrm>
            <a:custGeom>
              <a:avLst/>
              <a:ahLst/>
              <a:rect l="0" t="0" r="r" b="b"/>
              <a:pathLst>
                <a:path w="157" h="87">
                  <a:moveTo>
                    <a:pt x="157" y="61"/>
                  </a:moveTo>
                  <a:lnTo>
                    <a:pt x="152" y="30"/>
                  </a:lnTo>
                  <a:lnTo>
                    <a:pt x="147" y="0"/>
                  </a:lnTo>
                  <a:lnTo>
                    <a:pt x="0" y="25"/>
                  </a:lnTo>
                  <a:lnTo>
                    <a:pt x="5" y="56"/>
                  </a:lnTo>
                  <a:lnTo>
                    <a:pt x="10" y="87"/>
                  </a:lnTo>
                  <a:lnTo>
                    <a:pt x="15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26" name=""/>
            <p:cNvSpPr/>
            <p:nvPr/>
          </p:nvSpPr>
          <p:spPr>
            <a:xfrm rot="0">
              <a:off x="2020" y="2398"/>
              <a:ext cx="32" cy="18"/>
            </a:xfrm>
            <a:custGeom>
              <a:avLst/>
              <a:ahLst/>
              <a:rect l="0" t="0" r="r" b="b"/>
              <a:pathLst>
                <a:path w="157" h="87">
                  <a:moveTo>
                    <a:pt x="157" y="61"/>
                  </a:moveTo>
                  <a:lnTo>
                    <a:pt x="152" y="30"/>
                  </a:lnTo>
                  <a:lnTo>
                    <a:pt x="147" y="0"/>
                  </a:lnTo>
                  <a:lnTo>
                    <a:pt x="0" y="25"/>
                  </a:lnTo>
                  <a:lnTo>
                    <a:pt x="5" y="56"/>
                  </a:lnTo>
                  <a:lnTo>
                    <a:pt x="10" y="87"/>
                  </a:lnTo>
                  <a:lnTo>
                    <a:pt x="15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27" name=""/>
            <p:cNvSpPr/>
            <p:nvPr/>
          </p:nvSpPr>
          <p:spPr>
            <a:xfrm rot="0">
              <a:off x="2020" y="2403"/>
              <a:ext cx="1" cy="7"/>
            </a:xfrm>
            <a:custGeom>
              <a:avLst/>
              <a:ahLst/>
              <a:rect l="0" t="0" r="r" b="b"/>
              <a:pathLst>
                <a:path w="7" h="31">
                  <a:moveTo>
                    <a:pt x="7" y="3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7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28" name=""/>
            <p:cNvSpPr/>
            <p:nvPr/>
          </p:nvSpPr>
          <p:spPr>
            <a:xfrm rot="0" flipH="1">
              <a:off x="2020" y="24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29" name=""/>
            <p:cNvSpPr/>
            <p:nvPr/>
          </p:nvSpPr>
          <p:spPr>
            <a:xfrm rot="0">
              <a:off x="1991" y="2403"/>
              <a:ext cx="32" cy="20"/>
            </a:xfrm>
            <a:custGeom>
              <a:avLst/>
              <a:ahLst/>
              <a:rect l="0" t="0" r="r" b="b"/>
              <a:pathLst>
                <a:path w="160" h="96">
                  <a:moveTo>
                    <a:pt x="160" y="62"/>
                  </a:moveTo>
                  <a:lnTo>
                    <a:pt x="152" y="31"/>
                  </a:lnTo>
                  <a:lnTo>
                    <a:pt x="145" y="0"/>
                  </a:lnTo>
                  <a:lnTo>
                    <a:pt x="0" y="35"/>
                  </a:lnTo>
                  <a:lnTo>
                    <a:pt x="7" y="65"/>
                  </a:lnTo>
                  <a:lnTo>
                    <a:pt x="14" y="96"/>
                  </a:lnTo>
                  <a:lnTo>
                    <a:pt x="16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30" name=""/>
            <p:cNvSpPr/>
            <p:nvPr/>
          </p:nvSpPr>
          <p:spPr>
            <a:xfrm rot="0">
              <a:off x="1991" y="2403"/>
              <a:ext cx="32" cy="20"/>
            </a:xfrm>
            <a:custGeom>
              <a:avLst/>
              <a:ahLst/>
              <a:rect l="0" t="0" r="r" b="b"/>
              <a:pathLst>
                <a:path w="160" h="96">
                  <a:moveTo>
                    <a:pt x="160" y="62"/>
                  </a:moveTo>
                  <a:lnTo>
                    <a:pt x="152" y="31"/>
                  </a:lnTo>
                  <a:lnTo>
                    <a:pt x="145" y="0"/>
                  </a:lnTo>
                  <a:lnTo>
                    <a:pt x="0" y="35"/>
                  </a:lnTo>
                  <a:lnTo>
                    <a:pt x="7" y="65"/>
                  </a:lnTo>
                  <a:lnTo>
                    <a:pt x="14" y="96"/>
                  </a:lnTo>
                  <a:lnTo>
                    <a:pt x="16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31" name=""/>
            <p:cNvSpPr/>
            <p:nvPr/>
          </p:nvSpPr>
          <p:spPr>
            <a:xfrm rot="0">
              <a:off x="1990" y="2410"/>
              <a:ext cx="2" cy="6"/>
            </a:xfrm>
            <a:custGeom>
              <a:avLst/>
              <a:ahLst/>
              <a:rect l="0" t="0" r="r" b="b"/>
              <a:pathLst>
                <a:path w="9" h="30">
                  <a:moveTo>
                    <a:pt x="9" y="3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32" name=""/>
            <p:cNvSpPr/>
            <p:nvPr/>
          </p:nvSpPr>
          <p:spPr>
            <a:xfrm rot="0" flipH="1">
              <a:off x="1990" y="24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33" name=""/>
            <p:cNvSpPr/>
            <p:nvPr/>
          </p:nvSpPr>
          <p:spPr>
            <a:xfrm rot="0">
              <a:off x="1962" y="2411"/>
              <a:ext cx="32" cy="20"/>
            </a:xfrm>
            <a:custGeom>
              <a:avLst/>
              <a:ahLst/>
              <a:rect l="0" t="0" r="r" b="b"/>
              <a:pathLst>
                <a:path w="160" h="100">
                  <a:moveTo>
                    <a:pt x="160" y="59"/>
                  </a:moveTo>
                  <a:lnTo>
                    <a:pt x="152" y="29"/>
                  </a:lnTo>
                  <a:lnTo>
                    <a:pt x="143" y="0"/>
                  </a:lnTo>
                  <a:lnTo>
                    <a:pt x="0" y="41"/>
                  </a:lnTo>
                  <a:lnTo>
                    <a:pt x="9" y="71"/>
                  </a:lnTo>
                  <a:lnTo>
                    <a:pt x="17" y="100"/>
                  </a:lnTo>
                  <a:lnTo>
                    <a:pt x="16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34" name=""/>
            <p:cNvSpPr/>
            <p:nvPr/>
          </p:nvSpPr>
          <p:spPr>
            <a:xfrm rot="0">
              <a:off x="1962" y="2411"/>
              <a:ext cx="32" cy="20"/>
            </a:xfrm>
            <a:custGeom>
              <a:avLst/>
              <a:ahLst/>
              <a:rect l="0" t="0" r="r" b="b"/>
              <a:pathLst>
                <a:path w="160" h="100">
                  <a:moveTo>
                    <a:pt x="160" y="59"/>
                  </a:moveTo>
                  <a:lnTo>
                    <a:pt x="152" y="29"/>
                  </a:lnTo>
                  <a:lnTo>
                    <a:pt x="143" y="0"/>
                  </a:lnTo>
                  <a:lnTo>
                    <a:pt x="0" y="41"/>
                  </a:lnTo>
                  <a:lnTo>
                    <a:pt x="9" y="71"/>
                  </a:lnTo>
                  <a:lnTo>
                    <a:pt x="17" y="100"/>
                  </a:lnTo>
                  <a:lnTo>
                    <a:pt x="16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35" name=""/>
            <p:cNvSpPr/>
            <p:nvPr/>
          </p:nvSpPr>
          <p:spPr>
            <a:xfrm rot="0">
              <a:off x="1961" y="2419"/>
              <a:ext cx="3" cy="6"/>
            </a:xfrm>
            <a:custGeom>
              <a:avLst/>
              <a:ahLst/>
              <a:rect l="0" t="0" r="r" b="b"/>
              <a:pathLst>
                <a:path w="11" h="30">
                  <a:moveTo>
                    <a:pt x="11" y="3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36" name=""/>
            <p:cNvSpPr/>
            <p:nvPr/>
          </p:nvSpPr>
          <p:spPr>
            <a:xfrm rot="0" flipH="1">
              <a:off x="1961" y="24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6737" name=""/>
            <p:cNvSpPr/>
            <p:nvPr/>
          </p:nvSpPr>
          <p:spPr>
            <a:xfrm rot="0">
              <a:off x="1933" y="2419"/>
              <a:ext cx="33" cy="22"/>
            </a:xfrm>
            <a:custGeom>
              <a:avLst/>
              <a:ahLst/>
              <a:rect l="0" t="0" r="r" b="b"/>
              <a:pathLst>
                <a:path w="163" h="111">
                  <a:moveTo>
                    <a:pt x="163" y="59"/>
                  </a:moveTo>
                  <a:lnTo>
                    <a:pt x="152" y="30"/>
                  </a:lnTo>
                  <a:lnTo>
                    <a:pt x="141" y="0"/>
                  </a:lnTo>
                  <a:lnTo>
                    <a:pt x="0" y="52"/>
                  </a:lnTo>
                  <a:lnTo>
                    <a:pt x="11" y="81"/>
                  </a:lnTo>
                  <a:lnTo>
                    <a:pt x="22" y="111"/>
                  </a:lnTo>
                  <a:lnTo>
                    <a:pt x="16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6738" name=""/>
            <p:cNvSpPr/>
            <p:nvPr/>
          </p:nvSpPr>
          <p:spPr>
            <a:xfrm rot="0">
              <a:off x="1933" y="2419"/>
              <a:ext cx="33" cy="22"/>
            </a:xfrm>
            <a:custGeom>
              <a:avLst/>
              <a:ahLst/>
              <a:rect l="0" t="0" r="r" b="b"/>
              <a:pathLst>
                <a:path w="163" h="111">
                  <a:moveTo>
                    <a:pt x="163" y="59"/>
                  </a:moveTo>
                  <a:lnTo>
                    <a:pt x="152" y="30"/>
                  </a:lnTo>
                  <a:lnTo>
                    <a:pt x="141" y="0"/>
                  </a:lnTo>
                  <a:lnTo>
                    <a:pt x="0" y="52"/>
                  </a:lnTo>
                  <a:lnTo>
                    <a:pt x="11" y="81"/>
                  </a:lnTo>
                  <a:lnTo>
                    <a:pt x="22" y="111"/>
                  </a:lnTo>
                  <a:lnTo>
                    <a:pt x="16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389" name=""/>
          <p:cNvGrpSpPr/>
          <p:nvPr/>
        </p:nvGrpSpPr>
        <p:grpSpPr>
          <a:xfrm rot="0">
            <a:off x="2409825" y="1735137"/>
            <a:ext cx="1927225" cy="3867150"/>
            <a:chOff x="1518" y="1093"/>
            <a:chExt cx="1214" cy="2436"/>
          </a:xfrm>
        </p:grpSpPr>
        <p:grpSp>
          <p:nvGrpSpPr>
            <p:cNvPr id="390" name=""/>
            <p:cNvGrpSpPr/>
            <p:nvPr/>
          </p:nvGrpSpPr>
          <p:grpSpPr>
            <a:xfrm rot="0">
              <a:off x="1929" y="2429"/>
              <a:ext cx="724" cy="985"/>
              <a:chOff x="1929" y="2429"/>
              <a:chExt cx="724" cy="985"/>
            </a:xfrm>
          </p:grpSpPr>
          <p:sp>
            <p:nvSpPr>
              <p:cNvPr id="1076739" name=""/>
              <p:cNvSpPr/>
              <p:nvPr/>
            </p:nvSpPr>
            <p:spPr>
              <a:xfrm rot="0">
                <a:off x="1929" y="2429"/>
                <a:ext cx="9" cy="12"/>
              </a:xfrm>
              <a:custGeom>
                <a:avLst/>
                <a:ahLst/>
                <a:rect l="0" t="0" r="r" b="b"/>
                <a:pathLst>
                  <a:path w="41" h="60">
                    <a:moveTo>
                      <a:pt x="30" y="29"/>
                    </a:moveTo>
                    <a:lnTo>
                      <a:pt x="41" y="59"/>
                    </a:lnTo>
                    <a:lnTo>
                      <a:pt x="32" y="60"/>
                    </a:lnTo>
                    <a:lnTo>
                      <a:pt x="22" y="60"/>
                    </a:lnTo>
                    <a:lnTo>
                      <a:pt x="13" y="55"/>
                    </a:lnTo>
                    <a:lnTo>
                      <a:pt x="6" y="49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0"/>
                    </a:lnTo>
                    <a:lnTo>
                      <a:pt x="3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40" name=""/>
              <p:cNvSpPr/>
              <p:nvPr/>
            </p:nvSpPr>
            <p:spPr>
              <a:xfrm rot="0">
                <a:off x="1929" y="2429"/>
                <a:ext cx="9" cy="12"/>
              </a:xfrm>
              <a:custGeom>
                <a:avLst/>
                <a:ahLst/>
                <a:rect l="0" t="0" r="r" b="b"/>
                <a:pathLst>
                  <a:path w="41" h="60">
                    <a:moveTo>
                      <a:pt x="41" y="59"/>
                    </a:moveTo>
                    <a:lnTo>
                      <a:pt x="32" y="60"/>
                    </a:lnTo>
                    <a:lnTo>
                      <a:pt x="22" y="60"/>
                    </a:lnTo>
                    <a:lnTo>
                      <a:pt x="13" y="55"/>
                    </a:lnTo>
                    <a:lnTo>
                      <a:pt x="6" y="49"/>
                    </a:lnTo>
                    <a:lnTo>
                      <a:pt x="1" y="4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41" name=""/>
              <p:cNvSpPr/>
              <p:nvPr/>
            </p:nvSpPr>
            <p:spPr>
              <a:xfrm rot="0">
                <a:off x="2311" y="2660"/>
                <a:ext cx="10" cy="11"/>
              </a:xfrm>
              <a:custGeom>
                <a:avLst/>
                <a:ahLst/>
                <a:rect l="0" t="0" r="r" b="b"/>
                <a:pathLst>
                  <a:path w="48" h="56">
                    <a:moveTo>
                      <a:pt x="17" y="25"/>
                    </a:moveTo>
                    <a:lnTo>
                      <a:pt x="34" y="0"/>
                    </a:lnTo>
                    <a:lnTo>
                      <a:pt x="42" y="6"/>
                    </a:lnTo>
                    <a:lnTo>
                      <a:pt x="47" y="14"/>
                    </a:lnTo>
                    <a:lnTo>
                      <a:pt x="48" y="24"/>
                    </a:lnTo>
                    <a:lnTo>
                      <a:pt x="47" y="34"/>
                    </a:lnTo>
                    <a:lnTo>
                      <a:pt x="43" y="43"/>
                    </a:lnTo>
                    <a:lnTo>
                      <a:pt x="37" y="50"/>
                    </a:lnTo>
                    <a:lnTo>
                      <a:pt x="28" y="55"/>
                    </a:lnTo>
                    <a:lnTo>
                      <a:pt x="18" y="56"/>
                    </a:lnTo>
                    <a:lnTo>
                      <a:pt x="9" y="55"/>
                    </a:lnTo>
                    <a:lnTo>
                      <a:pt x="0" y="51"/>
                    </a:lnTo>
                    <a:lnTo>
                      <a:pt x="17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42" name=""/>
              <p:cNvSpPr/>
              <p:nvPr/>
            </p:nvSpPr>
            <p:spPr>
              <a:xfrm rot="0">
                <a:off x="2311" y="2660"/>
                <a:ext cx="10" cy="11"/>
              </a:xfrm>
              <a:custGeom>
                <a:avLst/>
                <a:ahLst/>
                <a:rect l="0" t="0" r="r" b="b"/>
                <a:pathLst>
                  <a:path w="48" h="56">
                    <a:moveTo>
                      <a:pt x="34" y="0"/>
                    </a:moveTo>
                    <a:lnTo>
                      <a:pt x="42" y="6"/>
                    </a:lnTo>
                    <a:lnTo>
                      <a:pt x="47" y="14"/>
                    </a:lnTo>
                    <a:lnTo>
                      <a:pt x="48" y="24"/>
                    </a:lnTo>
                    <a:lnTo>
                      <a:pt x="47" y="34"/>
                    </a:lnTo>
                    <a:lnTo>
                      <a:pt x="43" y="43"/>
                    </a:lnTo>
                    <a:lnTo>
                      <a:pt x="37" y="50"/>
                    </a:lnTo>
                    <a:lnTo>
                      <a:pt x="28" y="55"/>
                    </a:lnTo>
                    <a:lnTo>
                      <a:pt x="18" y="56"/>
                    </a:lnTo>
                    <a:lnTo>
                      <a:pt x="9" y="55"/>
                    </a:lnTo>
                    <a:lnTo>
                      <a:pt x="0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43" name=""/>
              <p:cNvSpPr/>
              <p:nvPr/>
            </p:nvSpPr>
            <p:spPr>
              <a:xfrm rot="0">
                <a:off x="2292" y="2646"/>
                <a:ext cx="26" cy="24"/>
              </a:xfrm>
              <a:custGeom>
                <a:avLst/>
                <a:ahLst/>
                <a:rect l="0" t="0" r="r" b="b"/>
                <a:pathLst>
                  <a:path w="133" h="118">
                    <a:moveTo>
                      <a:pt x="99" y="118"/>
                    </a:moveTo>
                    <a:lnTo>
                      <a:pt x="116" y="92"/>
                    </a:lnTo>
                    <a:lnTo>
                      <a:pt x="133" y="67"/>
                    </a:lnTo>
                    <a:lnTo>
                      <a:pt x="34" y="0"/>
                    </a:lnTo>
                    <a:lnTo>
                      <a:pt x="17" y="25"/>
                    </a:lnTo>
                    <a:lnTo>
                      <a:pt x="0" y="51"/>
                    </a:lnTo>
                    <a:lnTo>
                      <a:pt x="99" y="1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44" name=""/>
              <p:cNvSpPr/>
              <p:nvPr/>
            </p:nvSpPr>
            <p:spPr>
              <a:xfrm rot="0">
                <a:off x="2292" y="2646"/>
                <a:ext cx="26" cy="24"/>
              </a:xfrm>
              <a:custGeom>
                <a:avLst/>
                <a:ahLst/>
                <a:rect l="0" t="0" r="r" b="b"/>
                <a:pathLst>
                  <a:path w="133" h="118">
                    <a:moveTo>
                      <a:pt x="99" y="118"/>
                    </a:moveTo>
                    <a:lnTo>
                      <a:pt x="116" y="92"/>
                    </a:lnTo>
                    <a:lnTo>
                      <a:pt x="133" y="67"/>
                    </a:lnTo>
                    <a:lnTo>
                      <a:pt x="34" y="0"/>
                    </a:lnTo>
                    <a:lnTo>
                      <a:pt x="17" y="25"/>
                    </a:lnTo>
                    <a:lnTo>
                      <a:pt x="0" y="51"/>
                    </a:lnTo>
                    <a:lnTo>
                      <a:pt x="99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45" name=""/>
              <p:cNvSpPr/>
              <p:nvPr/>
            </p:nvSpPr>
            <p:spPr>
              <a:xfrm rot="0">
                <a:off x="2295" y="2646"/>
                <a:ext cx="3" cy="5"/>
              </a:xfrm>
              <a:custGeom>
                <a:avLst/>
                <a:ahLst/>
                <a:rect l="0" t="0" r="r" b="b"/>
                <a:pathLst>
                  <a:path w="17" h="27">
                    <a:moveTo>
                      <a:pt x="0" y="27"/>
                    </a:moveTo>
                    <a:lnTo>
                      <a:pt x="17" y="2"/>
                    </a:lnTo>
                    <a:lnTo>
                      <a:pt x="16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46" name=""/>
              <p:cNvSpPr/>
              <p:nvPr/>
            </p:nvSpPr>
            <p:spPr>
              <a:xfrm rot="0" flipH="1" flipV="1">
                <a:off x="2298" y="26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47" name=""/>
              <p:cNvSpPr/>
              <p:nvPr/>
            </p:nvSpPr>
            <p:spPr>
              <a:xfrm rot="0">
                <a:off x="2271" y="2634"/>
                <a:ext cx="27" cy="23"/>
              </a:xfrm>
              <a:custGeom>
                <a:avLst/>
                <a:ahLst/>
                <a:rect l="0" t="0" r="r" b="b"/>
                <a:pathLst>
                  <a:path w="134" h="114">
                    <a:moveTo>
                      <a:pt x="102" y="114"/>
                    </a:moveTo>
                    <a:lnTo>
                      <a:pt x="118" y="87"/>
                    </a:lnTo>
                    <a:lnTo>
                      <a:pt x="134" y="60"/>
                    </a:lnTo>
                    <a:lnTo>
                      <a:pt x="31" y="0"/>
                    </a:lnTo>
                    <a:lnTo>
                      <a:pt x="16" y="27"/>
                    </a:lnTo>
                    <a:lnTo>
                      <a:pt x="0" y="54"/>
                    </a:lnTo>
                    <a:lnTo>
                      <a:pt x="102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48" name=""/>
              <p:cNvSpPr/>
              <p:nvPr/>
            </p:nvSpPr>
            <p:spPr>
              <a:xfrm rot="0">
                <a:off x="2271" y="2634"/>
                <a:ext cx="27" cy="23"/>
              </a:xfrm>
              <a:custGeom>
                <a:avLst/>
                <a:ahLst/>
                <a:rect l="0" t="0" r="r" b="b"/>
                <a:pathLst>
                  <a:path w="134" h="114">
                    <a:moveTo>
                      <a:pt x="102" y="114"/>
                    </a:moveTo>
                    <a:lnTo>
                      <a:pt x="118" y="87"/>
                    </a:lnTo>
                    <a:lnTo>
                      <a:pt x="134" y="60"/>
                    </a:lnTo>
                    <a:lnTo>
                      <a:pt x="31" y="0"/>
                    </a:lnTo>
                    <a:lnTo>
                      <a:pt x="16" y="27"/>
                    </a:lnTo>
                    <a:lnTo>
                      <a:pt x="0" y="54"/>
                    </a:lnTo>
                    <a:lnTo>
                      <a:pt x="102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49" name=""/>
              <p:cNvSpPr/>
              <p:nvPr/>
            </p:nvSpPr>
            <p:spPr>
              <a:xfrm rot="0">
                <a:off x="2275" y="2634"/>
                <a:ext cx="3" cy="5"/>
              </a:xfrm>
              <a:custGeom>
                <a:avLst/>
                <a:ahLst/>
                <a:rect l="0" t="0" r="r" b="b"/>
                <a:pathLst>
                  <a:path w="15" h="28">
                    <a:moveTo>
                      <a:pt x="0" y="28"/>
                    </a:moveTo>
                    <a:lnTo>
                      <a:pt x="15" y="1"/>
                    </a:lnTo>
                    <a:lnTo>
                      <a:pt x="13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50" name=""/>
              <p:cNvSpPr/>
              <p:nvPr/>
            </p:nvSpPr>
            <p:spPr>
              <a:xfrm rot="0" flipH="1" flipV="1">
                <a:off x="2277" y="263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51" name=""/>
              <p:cNvSpPr/>
              <p:nvPr/>
            </p:nvSpPr>
            <p:spPr>
              <a:xfrm rot="0">
                <a:off x="2250" y="2623"/>
                <a:ext cx="27" cy="22"/>
              </a:xfrm>
              <a:custGeom>
                <a:avLst/>
                <a:ahLst/>
                <a:rect l="0" t="0" r="r" b="b"/>
                <a:pathLst>
                  <a:path w="134" h="108">
                    <a:moveTo>
                      <a:pt x="107" y="108"/>
                    </a:moveTo>
                    <a:lnTo>
                      <a:pt x="121" y="80"/>
                    </a:lnTo>
                    <a:lnTo>
                      <a:pt x="134" y="52"/>
                    </a:lnTo>
                    <a:lnTo>
                      <a:pt x="26" y="0"/>
                    </a:lnTo>
                    <a:lnTo>
                      <a:pt x="13" y="28"/>
                    </a:lnTo>
                    <a:lnTo>
                      <a:pt x="0" y="56"/>
                    </a:lnTo>
                    <a:lnTo>
                      <a:pt x="107" y="10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52" name=""/>
              <p:cNvSpPr/>
              <p:nvPr/>
            </p:nvSpPr>
            <p:spPr>
              <a:xfrm rot="0">
                <a:off x="2250" y="2623"/>
                <a:ext cx="27" cy="22"/>
              </a:xfrm>
              <a:custGeom>
                <a:avLst/>
                <a:ahLst/>
                <a:rect l="0" t="0" r="r" b="b"/>
                <a:pathLst>
                  <a:path w="134" h="108">
                    <a:moveTo>
                      <a:pt x="107" y="108"/>
                    </a:moveTo>
                    <a:lnTo>
                      <a:pt x="121" y="80"/>
                    </a:lnTo>
                    <a:lnTo>
                      <a:pt x="134" y="52"/>
                    </a:lnTo>
                    <a:lnTo>
                      <a:pt x="26" y="0"/>
                    </a:lnTo>
                    <a:lnTo>
                      <a:pt x="13" y="28"/>
                    </a:lnTo>
                    <a:lnTo>
                      <a:pt x="0" y="56"/>
                    </a:lnTo>
                    <a:lnTo>
                      <a:pt x="107" y="1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53" name=""/>
              <p:cNvSpPr/>
              <p:nvPr/>
            </p:nvSpPr>
            <p:spPr>
              <a:xfrm rot="0">
                <a:off x="2253" y="2623"/>
                <a:ext cx="3" cy="6"/>
              </a:xfrm>
              <a:custGeom>
                <a:avLst/>
                <a:ahLst/>
                <a:rect l="0" t="0" r="r" b="b"/>
                <a:pathLst>
                  <a:path w="13" h="30">
                    <a:moveTo>
                      <a:pt x="0" y="30"/>
                    </a:moveTo>
                    <a:lnTo>
                      <a:pt x="13" y="2"/>
                    </a:lnTo>
                    <a:lnTo>
                      <a:pt x="11" y="0"/>
                    </a:lnTo>
                    <a:lnTo>
                      <a:pt x="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54" name=""/>
              <p:cNvSpPr/>
              <p:nvPr/>
            </p:nvSpPr>
            <p:spPr>
              <a:xfrm rot="0" flipH="1" flipV="1">
                <a:off x="2255" y="262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55" name=""/>
              <p:cNvSpPr/>
              <p:nvPr/>
            </p:nvSpPr>
            <p:spPr>
              <a:xfrm rot="0">
                <a:off x="2229" y="2614"/>
                <a:ext cx="26" cy="21"/>
              </a:xfrm>
              <a:custGeom>
                <a:avLst/>
                <a:ahLst/>
                <a:rect l="0" t="0" r="r" b="b"/>
                <a:pathLst>
                  <a:path w="133" h="103">
                    <a:moveTo>
                      <a:pt x="111" y="103"/>
                    </a:moveTo>
                    <a:lnTo>
                      <a:pt x="122" y="74"/>
                    </a:lnTo>
                    <a:lnTo>
                      <a:pt x="133" y="44"/>
                    </a:lnTo>
                    <a:lnTo>
                      <a:pt x="22" y="0"/>
                    </a:lnTo>
                    <a:lnTo>
                      <a:pt x="11" y="30"/>
                    </a:lnTo>
                    <a:lnTo>
                      <a:pt x="0" y="59"/>
                    </a:lnTo>
                    <a:lnTo>
                      <a:pt x="111" y="10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56" name=""/>
              <p:cNvSpPr/>
              <p:nvPr/>
            </p:nvSpPr>
            <p:spPr>
              <a:xfrm rot="0">
                <a:off x="2229" y="2614"/>
                <a:ext cx="26" cy="21"/>
              </a:xfrm>
              <a:custGeom>
                <a:avLst/>
                <a:ahLst/>
                <a:rect l="0" t="0" r="r" b="b"/>
                <a:pathLst>
                  <a:path w="133" h="103">
                    <a:moveTo>
                      <a:pt x="111" y="103"/>
                    </a:moveTo>
                    <a:lnTo>
                      <a:pt x="122" y="74"/>
                    </a:lnTo>
                    <a:lnTo>
                      <a:pt x="133" y="44"/>
                    </a:lnTo>
                    <a:lnTo>
                      <a:pt x="22" y="0"/>
                    </a:lnTo>
                    <a:lnTo>
                      <a:pt x="11" y="30"/>
                    </a:lnTo>
                    <a:lnTo>
                      <a:pt x="0" y="59"/>
                    </a:lnTo>
                    <a:lnTo>
                      <a:pt x="111" y="10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57" name=""/>
              <p:cNvSpPr/>
              <p:nvPr/>
            </p:nvSpPr>
            <p:spPr>
              <a:xfrm rot="0">
                <a:off x="2231" y="2614"/>
                <a:ext cx="2" cy="6"/>
              </a:xfrm>
              <a:custGeom>
                <a:avLst/>
                <a:ahLst/>
                <a:rect l="0" t="0" r="r" b="b"/>
                <a:pathLst>
                  <a:path w="11" h="30">
                    <a:moveTo>
                      <a:pt x="0" y="30"/>
                    </a:moveTo>
                    <a:lnTo>
                      <a:pt x="11" y="0"/>
                    </a:lnTo>
                    <a:lnTo>
                      <a:pt x="10" y="0"/>
                    </a:lnTo>
                    <a:lnTo>
                      <a:pt x="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58" name=""/>
              <p:cNvSpPr/>
              <p:nvPr/>
            </p:nvSpPr>
            <p:spPr>
              <a:xfrm rot="0" flipH="1">
                <a:off x="2233" y="26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59" name=""/>
              <p:cNvSpPr/>
              <p:nvPr/>
            </p:nvSpPr>
            <p:spPr>
              <a:xfrm rot="0">
                <a:off x="2206" y="2607"/>
                <a:ext cx="27" cy="19"/>
              </a:xfrm>
              <a:custGeom>
                <a:avLst/>
                <a:ahLst/>
                <a:rect l="0" t="0" r="r" b="b"/>
                <a:pathLst>
                  <a:path w="135" h="94">
                    <a:moveTo>
                      <a:pt x="115" y="94"/>
                    </a:moveTo>
                    <a:lnTo>
                      <a:pt x="125" y="65"/>
                    </a:lnTo>
                    <a:lnTo>
                      <a:pt x="135" y="35"/>
                    </a:lnTo>
                    <a:lnTo>
                      <a:pt x="20" y="0"/>
                    </a:lnTo>
                    <a:lnTo>
                      <a:pt x="10" y="29"/>
                    </a:lnTo>
                    <a:lnTo>
                      <a:pt x="0" y="59"/>
                    </a:lnTo>
                    <a:lnTo>
                      <a:pt x="115" y="9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60" name=""/>
              <p:cNvSpPr/>
              <p:nvPr/>
            </p:nvSpPr>
            <p:spPr>
              <a:xfrm rot="0">
                <a:off x="2206" y="2607"/>
                <a:ext cx="27" cy="19"/>
              </a:xfrm>
              <a:custGeom>
                <a:avLst/>
                <a:ahLst/>
                <a:rect l="0" t="0" r="r" b="b"/>
                <a:pathLst>
                  <a:path w="135" h="94">
                    <a:moveTo>
                      <a:pt x="115" y="94"/>
                    </a:moveTo>
                    <a:lnTo>
                      <a:pt x="125" y="65"/>
                    </a:lnTo>
                    <a:lnTo>
                      <a:pt x="135" y="35"/>
                    </a:lnTo>
                    <a:lnTo>
                      <a:pt x="20" y="0"/>
                    </a:lnTo>
                    <a:lnTo>
                      <a:pt x="10" y="29"/>
                    </a:lnTo>
                    <a:lnTo>
                      <a:pt x="0" y="59"/>
                    </a:lnTo>
                    <a:lnTo>
                      <a:pt x="115" y="9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61" name=""/>
              <p:cNvSpPr/>
              <p:nvPr/>
            </p:nvSpPr>
            <p:spPr>
              <a:xfrm rot="0">
                <a:off x="2208" y="2607"/>
                <a:ext cx="2" cy="6"/>
              </a:xfrm>
              <a:custGeom>
                <a:avLst/>
                <a:ahLst/>
                <a:rect l="0" t="0" r="r" b="b"/>
                <a:pathLst>
                  <a:path w="10" h="30">
                    <a:moveTo>
                      <a:pt x="0" y="30"/>
                    </a:moveTo>
                    <a:lnTo>
                      <a:pt x="10" y="1"/>
                    </a:lnTo>
                    <a:lnTo>
                      <a:pt x="7" y="0"/>
                    </a:lnTo>
                    <a:lnTo>
                      <a:pt x="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62" name=""/>
              <p:cNvSpPr/>
              <p:nvPr/>
            </p:nvSpPr>
            <p:spPr>
              <a:xfrm rot="0" flipH="1" flipV="1">
                <a:off x="2209" y="26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63" name=""/>
              <p:cNvSpPr/>
              <p:nvPr/>
            </p:nvSpPr>
            <p:spPr>
              <a:xfrm rot="0">
                <a:off x="2183" y="2602"/>
                <a:ext cx="26" cy="17"/>
              </a:xfrm>
              <a:custGeom>
                <a:avLst/>
                <a:ahLst/>
                <a:rect l="0" t="0" r="r" b="b"/>
                <a:pathLst>
                  <a:path w="131" h="87">
                    <a:moveTo>
                      <a:pt x="117" y="87"/>
                    </a:moveTo>
                    <a:lnTo>
                      <a:pt x="124" y="56"/>
                    </a:lnTo>
                    <a:lnTo>
                      <a:pt x="131" y="26"/>
                    </a:lnTo>
                    <a:lnTo>
                      <a:pt x="15" y="0"/>
                    </a:lnTo>
                    <a:lnTo>
                      <a:pt x="8" y="31"/>
                    </a:lnTo>
                    <a:lnTo>
                      <a:pt x="0" y="61"/>
                    </a:lnTo>
                    <a:lnTo>
                      <a:pt x="117" y="8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64" name=""/>
              <p:cNvSpPr/>
              <p:nvPr/>
            </p:nvSpPr>
            <p:spPr>
              <a:xfrm rot="0">
                <a:off x="2183" y="2602"/>
                <a:ext cx="26" cy="17"/>
              </a:xfrm>
              <a:custGeom>
                <a:avLst/>
                <a:ahLst/>
                <a:rect l="0" t="0" r="r" b="b"/>
                <a:pathLst>
                  <a:path w="131" h="87">
                    <a:moveTo>
                      <a:pt x="117" y="87"/>
                    </a:moveTo>
                    <a:lnTo>
                      <a:pt x="124" y="56"/>
                    </a:lnTo>
                    <a:lnTo>
                      <a:pt x="131" y="26"/>
                    </a:lnTo>
                    <a:lnTo>
                      <a:pt x="15" y="0"/>
                    </a:lnTo>
                    <a:lnTo>
                      <a:pt x="8" y="31"/>
                    </a:lnTo>
                    <a:lnTo>
                      <a:pt x="0" y="61"/>
                    </a:lnTo>
                    <a:lnTo>
                      <a:pt x="117" y="8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65" name=""/>
              <p:cNvSpPr/>
              <p:nvPr/>
            </p:nvSpPr>
            <p:spPr>
              <a:xfrm rot="0">
                <a:off x="2185" y="2602"/>
                <a:ext cx="1" cy="6"/>
              </a:xfrm>
              <a:custGeom>
                <a:avLst/>
                <a:ahLst/>
                <a:rect l="0" t="0" r="r" b="b"/>
                <a:pathLst>
                  <a:path w="7" h="31">
                    <a:moveTo>
                      <a:pt x="0" y="31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66" name=""/>
              <p:cNvSpPr/>
              <p:nvPr/>
            </p:nvSpPr>
            <p:spPr>
              <a:xfrm rot="0" flipH="1">
                <a:off x="2186" y="26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67" name=""/>
              <p:cNvSpPr/>
              <p:nvPr/>
            </p:nvSpPr>
            <p:spPr>
              <a:xfrm rot="0">
                <a:off x="2160" y="2598"/>
                <a:ext cx="26" cy="16"/>
              </a:xfrm>
              <a:custGeom>
                <a:avLst/>
                <a:ahLst/>
                <a:rect l="0" t="0" r="r" b="b"/>
                <a:pathLst>
                  <a:path w="129" h="79">
                    <a:moveTo>
                      <a:pt x="119" y="79"/>
                    </a:moveTo>
                    <a:lnTo>
                      <a:pt x="124" y="49"/>
                    </a:lnTo>
                    <a:lnTo>
                      <a:pt x="129" y="18"/>
                    </a:lnTo>
                    <a:lnTo>
                      <a:pt x="10" y="0"/>
                    </a:lnTo>
                    <a:lnTo>
                      <a:pt x="5" y="30"/>
                    </a:lnTo>
                    <a:lnTo>
                      <a:pt x="0" y="61"/>
                    </a:lnTo>
                    <a:lnTo>
                      <a:pt x="119" y="7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68" name=""/>
              <p:cNvSpPr/>
              <p:nvPr/>
            </p:nvSpPr>
            <p:spPr>
              <a:xfrm rot="0">
                <a:off x="2160" y="2598"/>
                <a:ext cx="26" cy="16"/>
              </a:xfrm>
              <a:custGeom>
                <a:avLst/>
                <a:ahLst/>
                <a:rect l="0" t="0" r="r" b="b"/>
                <a:pathLst>
                  <a:path w="129" h="79">
                    <a:moveTo>
                      <a:pt x="119" y="79"/>
                    </a:moveTo>
                    <a:lnTo>
                      <a:pt x="124" y="49"/>
                    </a:lnTo>
                    <a:lnTo>
                      <a:pt x="129" y="18"/>
                    </a:lnTo>
                    <a:lnTo>
                      <a:pt x="10" y="0"/>
                    </a:lnTo>
                    <a:lnTo>
                      <a:pt x="5" y="30"/>
                    </a:lnTo>
                    <a:lnTo>
                      <a:pt x="0" y="61"/>
                    </a:lnTo>
                    <a:lnTo>
                      <a:pt x="119" y="7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69" name=""/>
              <p:cNvSpPr/>
              <p:nvPr/>
            </p:nvSpPr>
            <p:spPr>
              <a:xfrm rot="0">
                <a:off x="2161" y="2598"/>
                <a:ext cx="1" cy="6"/>
              </a:xfrm>
              <a:custGeom>
                <a:avLst/>
                <a:ahLst/>
                <a:rect l="0" t="0" r="r" b="b"/>
                <a:pathLst>
                  <a:path w="5" h="30">
                    <a:moveTo>
                      <a:pt x="0" y="3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70" name=""/>
              <p:cNvSpPr/>
              <p:nvPr/>
            </p:nvSpPr>
            <p:spPr>
              <a:xfrm rot="0" flipH="1">
                <a:off x="2161" y="259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71" name=""/>
              <p:cNvSpPr/>
              <p:nvPr/>
            </p:nvSpPr>
            <p:spPr>
              <a:xfrm rot="0">
                <a:off x="2137" y="2596"/>
                <a:ext cx="24" cy="14"/>
              </a:xfrm>
              <a:custGeom>
                <a:avLst/>
                <a:ahLst/>
                <a:rect l="0" t="0" r="r" b="b"/>
                <a:pathLst>
                  <a:path w="124" h="70">
                    <a:moveTo>
                      <a:pt x="119" y="70"/>
                    </a:moveTo>
                    <a:lnTo>
                      <a:pt x="121" y="39"/>
                    </a:lnTo>
                    <a:lnTo>
                      <a:pt x="124" y="9"/>
                    </a:lnTo>
                    <a:lnTo>
                      <a:pt x="5" y="0"/>
                    </a:lnTo>
                    <a:lnTo>
                      <a:pt x="3" y="31"/>
                    </a:lnTo>
                    <a:lnTo>
                      <a:pt x="0" y="61"/>
                    </a:lnTo>
                    <a:lnTo>
                      <a:pt x="119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72" name=""/>
              <p:cNvSpPr/>
              <p:nvPr/>
            </p:nvSpPr>
            <p:spPr>
              <a:xfrm rot="0">
                <a:off x="2137" y="2596"/>
                <a:ext cx="24" cy="14"/>
              </a:xfrm>
              <a:custGeom>
                <a:avLst/>
                <a:ahLst/>
                <a:rect l="0" t="0" r="r" b="b"/>
                <a:pathLst>
                  <a:path w="124" h="70">
                    <a:moveTo>
                      <a:pt x="119" y="70"/>
                    </a:moveTo>
                    <a:lnTo>
                      <a:pt x="121" y="39"/>
                    </a:lnTo>
                    <a:lnTo>
                      <a:pt x="124" y="9"/>
                    </a:lnTo>
                    <a:lnTo>
                      <a:pt x="5" y="0"/>
                    </a:lnTo>
                    <a:lnTo>
                      <a:pt x="3" y="31"/>
                    </a:lnTo>
                    <a:lnTo>
                      <a:pt x="0" y="61"/>
                    </a:lnTo>
                    <a:lnTo>
                      <a:pt x="119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73" name=""/>
              <p:cNvSpPr/>
              <p:nvPr/>
            </p:nvSpPr>
            <p:spPr>
              <a:xfrm rot="0">
                <a:off x="2137" y="2596"/>
                <a:ext cx="1" cy="7"/>
              </a:xfrm>
              <a:custGeom>
                <a:avLst/>
                <a:ahLst/>
                <a:rect l="0" t="0" r="r" b="b"/>
                <a:pathLst>
                  <a:path w="2" h="32">
                    <a:moveTo>
                      <a:pt x="0" y="32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74" name=""/>
              <p:cNvSpPr/>
              <p:nvPr/>
            </p:nvSpPr>
            <p:spPr>
              <a:xfrm rot="0" flipH="1" flipV="1">
                <a:off x="2137" y="25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75" name=""/>
              <p:cNvSpPr/>
              <p:nvPr/>
            </p:nvSpPr>
            <p:spPr>
              <a:xfrm rot="0">
                <a:off x="2113" y="2596"/>
                <a:ext cx="24" cy="13"/>
              </a:xfrm>
              <a:custGeom>
                <a:avLst/>
                <a:ahLst/>
                <a:rect l="0" t="0" r="r" b="b"/>
                <a:pathLst>
                  <a:path w="120" h="62">
                    <a:moveTo>
                      <a:pt x="120" y="62"/>
                    </a:moveTo>
                    <a:lnTo>
                      <a:pt x="120" y="32"/>
                    </a:lnTo>
                    <a:lnTo>
                      <a:pt x="120" y="0"/>
                    </a:lnTo>
                    <a:lnTo>
                      <a:pt x="0" y="0"/>
                    </a:lnTo>
                    <a:lnTo>
                      <a:pt x="0" y="32"/>
                    </a:lnTo>
                    <a:lnTo>
                      <a:pt x="0" y="62"/>
                    </a:lnTo>
                    <a:lnTo>
                      <a:pt x="120" y="6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76" name=""/>
              <p:cNvSpPr/>
              <p:nvPr/>
            </p:nvSpPr>
            <p:spPr>
              <a:xfrm rot="0">
                <a:off x="2113" y="2596"/>
                <a:ext cx="24" cy="13"/>
              </a:xfrm>
              <a:custGeom>
                <a:avLst/>
                <a:ahLst/>
                <a:rect l="0" t="0" r="r" b="b"/>
                <a:pathLst>
                  <a:path w="120" h="62">
                    <a:moveTo>
                      <a:pt x="120" y="62"/>
                    </a:moveTo>
                    <a:lnTo>
                      <a:pt x="120" y="32"/>
                    </a:lnTo>
                    <a:lnTo>
                      <a:pt x="120" y="0"/>
                    </a:lnTo>
                    <a:lnTo>
                      <a:pt x="0" y="0"/>
                    </a:lnTo>
                    <a:lnTo>
                      <a:pt x="0" y="32"/>
                    </a:lnTo>
                    <a:lnTo>
                      <a:pt x="0" y="62"/>
                    </a:lnTo>
                    <a:lnTo>
                      <a:pt x="120" y="6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77" name=""/>
              <p:cNvSpPr/>
              <p:nvPr/>
            </p:nvSpPr>
            <p:spPr>
              <a:xfrm rot="0">
                <a:off x="2113" y="2596"/>
                <a:ext cx="1" cy="7"/>
              </a:xfrm>
              <a:custGeom>
                <a:avLst/>
                <a:ahLst/>
                <a:rect l="0" t="0" r="r" b="b"/>
                <a:pathLst>
                  <a:path w="3" h="32">
                    <a:moveTo>
                      <a:pt x="3" y="3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78" name=""/>
              <p:cNvSpPr/>
              <p:nvPr/>
            </p:nvSpPr>
            <p:spPr>
              <a:xfrm rot="0" flipH="1">
                <a:off x="2113" y="25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79" name=""/>
              <p:cNvSpPr/>
              <p:nvPr/>
            </p:nvSpPr>
            <p:spPr>
              <a:xfrm rot="0">
                <a:off x="2089" y="2596"/>
                <a:ext cx="25" cy="14"/>
              </a:xfrm>
              <a:custGeom>
                <a:avLst/>
                <a:ahLst/>
                <a:rect l="0" t="0" r="r" b="b"/>
                <a:pathLst>
                  <a:path w="123" h="70">
                    <a:moveTo>
                      <a:pt x="123" y="61"/>
                    </a:moveTo>
                    <a:lnTo>
                      <a:pt x="121" y="31"/>
                    </a:lnTo>
                    <a:lnTo>
                      <a:pt x="118" y="0"/>
                    </a:lnTo>
                    <a:lnTo>
                      <a:pt x="0" y="9"/>
                    </a:lnTo>
                    <a:lnTo>
                      <a:pt x="2" y="39"/>
                    </a:lnTo>
                    <a:lnTo>
                      <a:pt x="5" y="70"/>
                    </a:lnTo>
                    <a:lnTo>
                      <a:pt x="123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80" name=""/>
              <p:cNvSpPr/>
              <p:nvPr/>
            </p:nvSpPr>
            <p:spPr>
              <a:xfrm rot="0">
                <a:off x="2089" y="2596"/>
                <a:ext cx="25" cy="14"/>
              </a:xfrm>
              <a:custGeom>
                <a:avLst/>
                <a:ahLst/>
                <a:rect l="0" t="0" r="r" b="b"/>
                <a:pathLst>
                  <a:path w="123" h="70">
                    <a:moveTo>
                      <a:pt x="123" y="61"/>
                    </a:moveTo>
                    <a:lnTo>
                      <a:pt x="121" y="31"/>
                    </a:lnTo>
                    <a:lnTo>
                      <a:pt x="118" y="0"/>
                    </a:lnTo>
                    <a:lnTo>
                      <a:pt x="0" y="9"/>
                    </a:lnTo>
                    <a:lnTo>
                      <a:pt x="2" y="39"/>
                    </a:lnTo>
                    <a:lnTo>
                      <a:pt x="5" y="70"/>
                    </a:lnTo>
                    <a:lnTo>
                      <a:pt x="123" y="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81" name=""/>
              <p:cNvSpPr/>
              <p:nvPr/>
            </p:nvSpPr>
            <p:spPr>
              <a:xfrm rot="0">
                <a:off x="2088" y="2598"/>
                <a:ext cx="1" cy="6"/>
              </a:xfrm>
              <a:custGeom>
                <a:avLst/>
                <a:ahLst/>
                <a:rect l="0" t="0" r="r" b="b"/>
                <a:pathLst>
                  <a:path w="5" h="30">
                    <a:moveTo>
                      <a:pt x="5" y="3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5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82" name=""/>
              <p:cNvSpPr/>
              <p:nvPr/>
            </p:nvSpPr>
            <p:spPr>
              <a:xfrm rot="0" flipH="1">
                <a:off x="2088" y="259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83" name=""/>
              <p:cNvSpPr/>
              <p:nvPr/>
            </p:nvSpPr>
            <p:spPr>
              <a:xfrm rot="0">
                <a:off x="2065" y="2598"/>
                <a:ext cx="25" cy="16"/>
              </a:xfrm>
              <a:custGeom>
                <a:avLst/>
                <a:ahLst/>
                <a:rect l="0" t="0" r="r" b="b"/>
                <a:pathLst>
                  <a:path w="128" h="79">
                    <a:moveTo>
                      <a:pt x="128" y="61"/>
                    </a:moveTo>
                    <a:lnTo>
                      <a:pt x="123" y="30"/>
                    </a:lnTo>
                    <a:lnTo>
                      <a:pt x="118" y="0"/>
                    </a:lnTo>
                    <a:lnTo>
                      <a:pt x="0" y="18"/>
                    </a:lnTo>
                    <a:lnTo>
                      <a:pt x="5" y="49"/>
                    </a:lnTo>
                    <a:lnTo>
                      <a:pt x="10" y="79"/>
                    </a:lnTo>
                    <a:lnTo>
                      <a:pt x="128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84" name=""/>
              <p:cNvSpPr/>
              <p:nvPr/>
            </p:nvSpPr>
            <p:spPr>
              <a:xfrm rot="0">
                <a:off x="2065" y="2598"/>
                <a:ext cx="25" cy="16"/>
              </a:xfrm>
              <a:custGeom>
                <a:avLst/>
                <a:ahLst/>
                <a:rect l="0" t="0" r="r" b="b"/>
                <a:pathLst>
                  <a:path w="128" h="79">
                    <a:moveTo>
                      <a:pt x="128" y="61"/>
                    </a:moveTo>
                    <a:lnTo>
                      <a:pt x="123" y="30"/>
                    </a:lnTo>
                    <a:lnTo>
                      <a:pt x="118" y="0"/>
                    </a:lnTo>
                    <a:lnTo>
                      <a:pt x="0" y="18"/>
                    </a:lnTo>
                    <a:lnTo>
                      <a:pt x="5" y="49"/>
                    </a:lnTo>
                    <a:lnTo>
                      <a:pt x="10" y="79"/>
                    </a:lnTo>
                    <a:lnTo>
                      <a:pt x="128" y="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85" name=""/>
              <p:cNvSpPr/>
              <p:nvPr/>
            </p:nvSpPr>
            <p:spPr>
              <a:xfrm rot="0">
                <a:off x="2064" y="2602"/>
                <a:ext cx="2" cy="6"/>
              </a:xfrm>
              <a:custGeom>
                <a:avLst/>
                <a:ahLst/>
                <a:rect l="0" t="0" r="r" b="b"/>
                <a:pathLst>
                  <a:path w="8" h="31">
                    <a:moveTo>
                      <a:pt x="8" y="3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8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86" name=""/>
              <p:cNvSpPr/>
              <p:nvPr/>
            </p:nvSpPr>
            <p:spPr>
              <a:xfrm rot="0" flipH="1">
                <a:off x="2064" y="26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87" name=""/>
              <p:cNvSpPr/>
              <p:nvPr/>
            </p:nvSpPr>
            <p:spPr>
              <a:xfrm rot="0">
                <a:off x="2041" y="2602"/>
                <a:ext cx="26" cy="17"/>
              </a:xfrm>
              <a:custGeom>
                <a:avLst/>
                <a:ahLst/>
                <a:rect l="0" t="0" r="r" b="b"/>
                <a:pathLst>
                  <a:path w="131" h="87">
                    <a:moveTo>
                      <a:pt x="131" y="61"/>
                    </a:moveTo>
                    <a:lnTo>
                      <a:pt x="124" y="31"/>
                    </a:lnTo>
                    <a:lnTo>
                      <a:pt x="116" y="0"/>
                    </a:lnTo>
                    <a:lnTo>
                      <a:pt x="0" y="26"/>
                    </a:lnTo>
                    <a:lnTo>
                      <a:pt x="8" y="56"/>
                    </a:lnTo>
                    <a:lnTo>
                      <a:pt x="15" y="87"/>
                    </a:lnTo>
                    <a:lnTo>
                      <a:pt x="131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88" name=""/>
              <p:cNvSpPr/>
              <p:nvPr/>
            </p:nvSpPr>
            <p:spPr>
              <a:xfrm rot="0">
                <a:off x="2041" y="2602"/>
                <a:ext cx="26" cy="17"/>
              </a:xfrm>
              <a:custGeom>
                <a:avLst/>
                <a:ahLst/>
                <a:rect l="0" t="0" r="r" b="b"/>
                <a:pathLst>
                  <a:path w="131" h="87">
                    <a:moveTo>
                      <a:pt x="131" y="61"/>
                    </a:moveTo>
                    <a:lnTo>
                      <a:pt x="124" y="31"/>
                    </a:lnTo>
                    <a:lnTo>
                      <a:pt x="116" y="0"/>
                    </a:lnTo>
                    <a:lnTo>
                      <a:pt x="0" y="26"/>
                    </a:lnTo>
                    <a:lnTo>
                      <a:pt x="8" y="56"/>
                    </a:lnTo>
                    <a:lnTo>
                      <a:pt x="15" y="87"/>
                    </a:lnTo>
                    <a:lnTo>
                      <a:pt x="131" y="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89" name=""/>
              <p:cNvSpPr/>
              <p:nvPr/>
            </p:nvSpPr>
            <p:spPr>
              <a:xfrm rot="0">
                <a:off x="2041" y="2607"/>
                <a:ext cx="2" cy="6"/>
              </a:xfrm>
              <a:custGeom>
                <a:avLst/>
                <a:ahLst/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90" name=""/>
              <p:cNvSpPr/>
              <p:nvPr/>
            </p:nvSpPr>
            <p:spPr>
              <a:xfrm rot="0" flipH="1">
                <a:off x="2041" y="26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91" name=""/>
              <p:cNvSpPr/>
              <p:nvPr/>
            </p:nvSpPr>
            <p:spPr>
              <a:xfrm rot="0">
                <a:off x="2018" y="2607"/>
                <a:ext cx="26" cy="19"/>
              </a:xfrm>
              <a:custGeom>
                <a:avLst/>
                <a:ahLst/>
                <a:rect l="0" t="0" r="r" b="b"/>
                <a:pathLst>
                  <a:path w="134" h="94">
                    <a:moveTo>
                      <a:pt x="134" y="59"/>
                    </a:moveTo>
                    <a:lnTo>
                      <a:pt x="125" y="29"/>
                    </a:lnTo>
                    <a:lnTo>
                      <a:pt x="115" y="0"/>
                    </a:lnTo>
                    <a:lnTo>
                      <a:pt x="0" y="35"/>
                    </a:lnTo>
                    <a:lnTo>
                      <a:pt x="10" y="65"/>
                    </a:lnTo>
                    <a:lnTo>
                      <a:pt x="20" y="94"/>
                    </a:lnTo>
                    <a:lnTo>
                      <a:pt x="134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92" name=""/>
              <p:cNvSpPr/>
              <p:nvPr/>
            </p:nvSpPr>
            <p:spPr>
              <a:xfrm rot="0">
                <a:off x="2018" y="2607"/>
                <a:ext cx="26" cy="19"/>
              </a:xfrm>
              <a:custGeom>
                <a:avLst/>
                <a:ahLst/>
                <a:rect l="0" t="0" r="r" b="b"/>
                <a:pathLst>
                  <a:path w="134" h="94">
                    <a:moveTo>
                      <a:pt x="134" y="59"/>
                    </a:moveTo>
                    <a:lnTo>
                      <a:pt x="125" y="29"/>
                    </a:lnTo>
                    <a:lnTo>
                      <a:pt x="115" y="0"/>
                    </a:lnTo>
                    <a:lnTo>
                      <a:pt x="0" y="35"/>
                    </a:lnTo>
                    <a:lnTo>
                      <a:pt x="10" y="65"/>
                    </a:lnTo>
                    <a:lnTo>
                      <a:pt x="20" y="94"/>
                    </a:lnTo>
                    <a:lnTo>
                      <a:pt x="134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93" name=""/>
              <p:cNvSpPr/>
              <p:nvPr/>
            </p:nvSpPr>
            <p:spPr>
              <a:xfrm rot="0">
                <a:off x="2017" y="2614"/>
                <a:ext cx="3" cy="6"/>
              </a:xfrm>
              <a:custGeom>
                <a:avLst/>
                <a:ahLst/>
                <a:rect l="0" t="0" r="r" b="b"/>
                <a:pathLst>
                  <a:path w="11" h="30">
                    <a:moveTo>
                      <a:pt x="11" y="3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1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94" name=""/>
              <p:cNvSpPr/>
              <p:nvPr/>
            </p:nvSpPr>
            <p:spPr>
              <a:xfrm rot="0" flipH="1">
                <a:off x="2017" y="26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95" name=""/>
              <p:cNvSpPr/>
              <p:nvPr/>
            </p:nvSpPr>
            <p:spPr>
              <a:xfrm rot="0">
                <a:off x="1995" y="2614"/>
                <a:ext cx="27" cy="21"/>
              </a:xfrm>
              <a:custGeom>
                <a:avLst/>
                <a:ahLst/>
                <a:rect l="0" t="0" r="r" b="b"/>
                <a:pathLst>
                  <a:path w="133" h="103">
                    <a:moveTo>
                      <a:pt x="133" y="59"/>
                    </a:moveTo>
                    <a:lnTo>
                      <a:pt x="122" y="30"/>
                    </a:lnTo>
                    <a:lnTo>
                      <a:pt x="111" y="0"/>
                    </a:lnTo>
                    <a:lnTo>
                      <a:pt x="0" y="44"/>
                    </a:lnTo>
                    <a:lnTo>
                      <a:pt x="11" y="74"/>
                    </a:lnTo>
                    <a:lnTo>
                      <a:pt x="22" y="103"/>
                    </a:lnTo>
                    <a:lnTo>
                      <a:pt x="133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96" name=""/>
              <p:cNvSpPr/>
              <p:nvPr/>
            </p:nvSpPr>
            <p:spPr>
              <a:xfrm rot="0">
                <a:off x="1995" y="2614"/>
                <a:ext cx="27" cy="21"/>
              </a:xfrm>
              <a:custGeom>
                <a:avLst/>
                <a:ahLst/>
                <a:rect l="0" t="0" r="r" b="b"/>
                <a:pathLst>
                  <a:path w="133" h="103">
                    <a:moveTo>
                      <a:pt x="133" y="59"/>
                    </a:moveTo>
                    <a:lnTo>
                      <a:pt x="122" y="30"/>
                    </a:lnTo>
                    <a:lnTo>
                      <a:pt x="111" y="0"/>
                    </a:lnTo>
                    <a:lnTo>
                      <a:pt x="0" y="44"/>
                    </a:lnTo>
                    <a:lnTo>
                      <a:pt x="11" y="74"/>
                    </a:lnTo>
                    <a:lnTo>
                      <a:pt x="22" y="103"/>
                    </a:lnTo>
                    <a:lnTo>
                      <a:pt x="133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97" name=""/>
              <p:cNvSpPr/>
              <p:nvPr/>
            </p:nvSpPr>
            <p:spPr>
              <a:xfrm rot="0">
                <a:off x="1995" y="2623"/>
                <a:ext cx="2" cy="6"/>
              </a:xfrm>
              <a:custGeom>
                <a:avLst/>
                <a:ahLst/>
                <a:rect l="0" t="0" r="r" b="b"/>
                <a:pathLst>
                  <a:path w="14" h="30">
                    <a:moveTo>
                      <a:pt x="14" y="3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4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798" name=""/>
              <p:cNvSpPr/>
              <p:nvPr/>
            </p:nvSpPr>
            <p:spPr>
              <a:xfrm rot="0" flipH="1">
                <a:off x="1995" y="262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799" name=""/>
              <p:cNvSpPr/>
              <p:nvPr/>
            </p:nvSpPr>
            <p:spPr>
              <a:xfrm rot="0">
                <a:off x="1973" y="2623"/>
                <a:ext cx="27" cy="22"/>
              </a:xfrm>
              <a:custGeom>
                <a:avLst/>
                <a:ahLst/>
                <a:rect l="0" t="0" r="r" b="b"/>
                <a:pathLst>
                  <a:path w="134" h="108">
                    <a:moveTo>
                      <a:pt x="134" y="56"/>
                    </a:moveTo>
                    <a:lnTo>
                      <a:pt x="121" y="28"/>
                    </a:lnTo>
                    <a:lnTo>
                      <a:pt x="107" y="0"/>
                    </a:lnTo>
                    <a:lnTo>
                      <a:pt x="0" y="52"/>
                    </a:lnTo>
                    <a:lnTo>
                      <a:pt x="13" y="80"/>
                    </a:lnTo>
                    <a:lnTo>
                      <a:pt x="26" y="108"/>
                    </a:lnTo>
                    <a:lnTo>
                      <a:pt x="134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00" name=""/>
              <p:cNvSpPr/>
              <p:nvPr/>
            </p:nvSpPr>
            <p:spPr>
              <a:xfrm rot="0">
                <a:off x="1973" y="2623"/>
                <a:ext cx="27" cy="22"/>
              </a:xfrm>
              <a:custGeom>
                <a:avLst/>
                <a:ahLst/>
                <a:rect l="0" t="0" r="r" b="b"/>
                <a:pathLst>
                  <a:path w="134" h="108">
                    <a:moveTo>
                      <a:pt x="134" y="56"/>
                    </a:moveTo>
                    <a:lnTo>
                      <a:pt x="121" y="28"/>
                    </a:lnTo>
                    <a:lnTo>
                      <a:pt x="107" y="0"/>
                    </a:lnTo>
                    <a:lnTo>
                      <a:pt x="0" y="52"/>
                    </a:lnTo>
                    <a:lnTo>
                      <a:pt x="13" y="80"/>
                    </a:lnTo>
                    <a:lnTo>
                      <a:pt x="26" y="108"/>
                    </a:lnTo>
                    <a:lnTo>
                      <a:pt x="134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01" name=""/>
              <p:cNvSpPr/>
              <p:nvPr/>
            </p:nvSpPr>
            <p:spPr>
              <a:xfrm rot="0">
                <a:off x="1973" y="2634"/>
                <a:ext cx="3" cy="5"/>
              </a:xfrm>
              <a:custGeom>
                <a:avLst/>
                <a:ahLst/>
                <a:rect l="0" t="0" r="r" b="b"/>
                <a:pathLst>
                  <a:path w="16" h="28">
                    <a:moveTo>
                      <a:pt x="16" y="28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02" name=""/>
              <p:cNvSpPr/>
              <p:nvPr/>
            </p:nvSpPr>
            <p:spPr>
              <a:xfrm rot="0" flipH="1">
                <a:off x="1973" y="263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03" name=""/>
              <p:cNvSpPr/>
              <p:nvPr/>
            </p:nvSpPr>
            <p:spPr>
              <a:xfrm rot="0">
                <a:off x="1952" y="2634"/>
                <a:ext cx="27" cy="23"/>
              </a:xfrm>
              <a:custGeom>
                <a:avLst/>
                <a:ahLst/>
                <a:rect l="0" t="0" r="r" b="b"/>
                <a:pathLst>
                  <a:path w="136" h="114">
                    <a:moveTo>
                      <a:pt x="136" y="54"/>
                    </a:moveTo>
                    <a:lnTo>
                      <a:pt x="120" y="27"/>
                    </a:lnTo>
                    <a:lnTo>
                      <a:pt x="104" y="0"/>
                    </a:lnTo>
                    <a:lnTo>
                      <a:pt x="0" y="60"/>
                    </a:lnTo>
                    <a:lnTo>
                      <a:pt x="16" y="87"/>
                    </a:lnTo>
                    <a:lnTo>
                      <a:pt x="32" y="114"/>
                    </a:lnTo>
                    <a:lnTo>
                      <a:pt x="136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04" name=""/>
              <p:cNvSpPr/>
              <p:nvPr/>
            </p:nvSpPr>
            <p:spPr>
              <a:xfrm rot="0">
                <a:off x="1952" y="2634"/>
                <a:ext cx="27" cy="23"/>
              </a:xfrm>
              <a:custGeom>
                <a:avLst/>
                <a:ahLst/>
                <a:rect l="0" t="0" r="r" b="b"/>
                <a:pathLst>
                  <a:path w="136" h="114">
                    <a:moveTo>
                      <a:pt x="136" y="54"/>
                    </a:moveTo>
                    <a:lnTo>
                      <a:pt x="120" y="27"/>
                    </a:lnTo>
                    <a:lnTo>
                      <a:pt x="104" y="0"/>
                    </a:lnTo>
                    <a:lnTo>
                      <a:pt x="0" y="60"/>
                    </a:lnTo>
                    <a:lnTo>
                      <a:pt x="16" y="87"/>
                    </a:lnTo>
                    <a:lnTo>
                      <a:pt x="32" y="114"/>
                    </a:lnTo>
                    <a:lnTo>
                      <a:pt x="136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05" name=""/>
              <p:cNvSpPr/>
              <p:nvPr/>
            </p:nvSpPr>
            <p:spPr>
              <a:xfrm rot="0">
                <a:off x="1952" y="2646"/>
                <a:ext cx="3" cy="5"/>
              </a:xfrm>
              <a:custGeom>
                <a:avLst/>
                <a:ahLst/>
                <a:rect l="0" t="0" r="r" b="b"/>
                <a:pathLst>
                  <a:path w="17" h="27">
                    <a:moveTo>
                      <a:pt x="17" y="27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06" name=""/>
              <p:cNvSpPr/>
              <p:nvPr/>
            </p:nvSpPr>
            <p:spPr>
              <a:xfrm rot="0" flipH="1">
                <a:off x="1952" y="26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07" name=""/>
              <p:cNvSpPr/>
              <p:nvPr/>
            </p:nvSpPr>
            <p:spPr>
              <a:xfrm rot="0">
                <a:off x="1932" y="2646"/>
                <a:ext cx="26" cy="24"/>
              </a:xfrm>
              <a:custGeom>
                <a:avLst/>
                <a:ahLst/>
                <a:rect l="0" t="0" r="r" b="b"/>
                <a:pathLst>
                  <a:path w="132" h="118">
                    <a:moveTo>
                      <a:pt x="132" y="51"/>
                    </a:moveTo>
                    <a:lnTo>
                      <a:pt x="115" y="25"/>
                    </a:lnTo>
                    <a:lnTo>
                      <a:pt x="98" y="0"/>
                    </a:lnTo>
                    <a:lnTo>
                      <a:pt x="0" y="67"/>
                    </a:lnTo>
                    <a:lnTo>
                      <a:pt x="17" y="92"/>
                    </a:lnTo>
                    <a:lnTo>
                      <a:pt x="34" y="118"/>
                    </a:lnTo>
                    <a:lnTo>
                      <a:pt x="132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08" name=""/>
              <p:cNvSpPr/>
              <p:nvPr/>
            </p:nvSpPr>
            <p:spPr>
              <a:xfrm rot="0">
                <a:off x="1932" y="2646"/>
                <a:ext cx="26" cy="24"/>
              </a:xfrm>
              <a:custGeom>
                <a:avLst/>
                <a:ahLst/>
                <a:rect l="0" t="0" r="r" b="b"/>
                <a:pathLst>
                  <a:path w="132" h="118">
                    <a:moveTo>
                      <a:pt x="132" y="51"/>
                    </a:moveTo>
                    <a:lnTo>
                      <a:pt x="115" y="25"/>
                    </a:lnTo>
                    <a:lnTo>
                      <a:pt x="98" y="0"/>
                    </a:lnTo>
                    <a:lnTo>
                      <a:pt x="0" y="67"/>
                    </a:lnTo>
                    <a:lnTo>
                      <a:pt x="17" y="92"/>
                    </a:lnTo>
                    <a:lnTo>
                      <a:pt x="34" y="118"/>
                    </a:lnTo>
                    <a:lnTo>
                      <a:pt x="132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09" name=""/>
              <p:cNvSpPr/>
              <p:nvPr/>
            </p:nvSpPr>
            <p:spPr>
              <a:xfrm rot="0">
                <a:off x="1929" y="2660"/>
                <a:ext cx="10" cy="11"/>
              </a:xfrm>
              <a:custGeom>
                <a:avLst/>
                <a:ahLst/>
                <a:rect l="0" t="0" r="r" b="b"/>
                <a:pathLst>
                  <a:path w="47" h="56">
                    <a:moveTo>
                      <a:pt x="30" y="25"/>
                    </a:moveTo>
                    <a:lnTo>
                      <a:pt x="47" y="51"/>
                    </a:lnTo>
                    <a:lnTo>
                      <a:pt x="39" y="55"/>
                    </a:lnTo>
                    <a:lnTo>
                      <a:pt x="29" y="56"/>
                    </a:lnTo>
                    <a:lnTo>
                      <a:pt x="19" y="55"/>
                    </a:lnTo>
                    <a:lnTo>
                      <a:pt x="11" y="50"/>
                    </a:lnTo>
                    <a:lnTo>
                      <a:pt x="5" y="43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4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3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10" name=""/>
              <p:cNvSpPr/>
              <p:nvPr/>
            </p:nvSpPr>
            <p:spPr>
              <a:xfrm rot="0">
                <a:off x="1929" y="2660"/>
                <a:ext cx="10" cy="11"/>
              </a:xfrm>
              <a:custGeom>
                <a:avLst/>
                <a:ahLst/>
                <a:rect l="0" t="0" r="r" b="b"/>
                <a:pathLst>
                  <a:path w="47" h="56">
                    <a:moveTo>
                      <a:pt x="47" y="51"/>
                    </a:moveTo>
                    <a:lnTo>
                      <a:pt x="39" y="55"/>
                    </a:lnTo>
                    <a:lnTo>
                      <a:pt x="29" y="56"/>
                    </a:lnTo>
                    <a:lnTo>
                      <a:pt x="19" y="55"/>
                    </a:lnTo>
                    <a:lnTo>
                      <a:pt x="11" y="50"/>
                    </a:lnTo>
                    <a:lnTo>
                      <a:pt x="5" y="43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4"/>
                    </a:lnTo>
                    <a:lnTo>
                      <a:pt x="6" y="6"/>
                    </a:lnTo>
                    <a:lnTo>
                      <a:pt x="1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11" name=""/>
              <p:cNvSpPr/>
              <p:nvPr/>
            </p:nvSpPr>
            <p:spPr>
              <a:xfrm rot="0">
                <a:off x="2309" y="3402"/>
                <a:ext cx="8" cy="12"/>
              </a:xfrm>
              <a:custGeom>
                <a:avLst/>
                <a:ahLst/>
                <a:rect l="0" t="0" r="r" b="b"/>
                <a:pathLst>
                  <a:path w="42" h="58">
                    <a:moveTo>
                      <a:pt x="30" y="28"/>
                    </a:moveTo>
                    <a:lnTo>
                      <a:pt x="42" y="56"/>
                    </a:lnTo>
                    <a:lnTo>
                      <a:pt x="33" y="58"/>
                    </a:lnTo>
                    <a:lnTo>
                      <a:pt x="23" y="58"/>
                    </a:lnTo>
                    <a:lnTo>
                      <a:pt x="14" y="55"/>
                    </a:lnTo>
                    <a:lnTo>
                      <a:pt x="7" y="48"/>
                    </a:lnTo>
                    <a:lnTo>
                      <a:pt x="2" y="40"/>
                    </a:lnTo>
                    <a:lnTo>
                      <a:pt x="0" y="30"/>
                    </a:lnTo>
                    <a:lnTo>
                      <a:pt x="0" y="20"/>
                    </a:lnTo>
                    <a:lnTo>
                      <a:pt x="3" y="12"/>
                    </a:lnTo>
                    <a:lnTo>
                      <a:pt x="9" y="4"/>
                    </a:lnTo>
                    <a:lnTo>
                      <a:pt x="18" y="0"/>
                    </a:lnTo>
                    <a:lnTo>
                      <a:pt x="3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12" name=""/>
              <p:cNvSpPr/>
              <p:nvPr/>
            </p:nvSpPr>
            <p:spPr>
              <a:xfrm rot="0">
                <a:off x="2309" y="3402"/>
                <a:ext cx="8" cy="12"/>
              </a:xfrm>
              <a:custGeom>
                <a:avLst/>
                <a:ahLst/>
                <a:rect l="0" t="0" r="r" b="b"/>
                <a:pathLst>
                  <a:path w="42" h="58">
                    <a:moveTo>
                      <a:pt x="42" y="56"/>
                    </a:moveTo>
                    <a:lnTo>
                      <a:pt x="33" y="58"/>
                    </a:lnTo>
                    <a:lnTo>
                      <a:pt x="23" y="58"/>
                    </a:lnTo>
                    <a:lnTo>
                      <a:pt x="14" y="55"/>
                    </a:lnTo>
                    <a:lnTo>
                      <a:pt x="7" y="48"/>
                    </a:lnTo>
                    <a:lnTo>
                      <a:pt x="2" y="40"/>
                    </a:lnTo>
                    <a:lnTo>
                      <a:pt x="0" y="30"/>
                    </a:lnTo>
                    <a:lnTo>
                      <a:pt x="0" y="20"/>
                    </a:lnTo>
                    <a:lnTo>
                      <a:pt x="3" y="12"/>
                    </a:lnTo>
                    <a:lnTo>
                      <a:pt x="9" y="4"/>
                    </a:lnTo>
                    <a:lnTo>
                      <a:pt x="1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13" name=""/>
              <p:cNvSpPr/>
              <p:nvPr/>
            </p:nvSpPr>
            <p:spPr>
              <a:xfrm rot="0">
                <a:off x="2312" y="3390"/>
                <a:ext cx="33" cy="23"/>
              </a:xfrm>
              <a:custGeom>
                <a:avLst/>
                <a:ahLst/>
                <a:rect l="0" t="0" r="r" b="b"/>
                <a:pathLst>
                  <a:path w="165" h="116">
                    <a:moveTo>
                      <a:pt x="0" y="60"/>
                    </a:moveTo>
                    <a:lnTo>
                      <a:pt x="12" y="88"/>
                    </a:lnTo>
                    <a:lnTo>
                      <a:pt x="24" y="116"/>
                    </a:lnTo>
                    <a:lnTo>
                      <a:pt x="165" y="56"/>
                    </a:lnTo>
                    <a:lnTo>
                      <a:pt x="153" y="28"/>
                    </a:lnTo>
                    <a:lnTo>
                      <a:pt x="141" y="0"/>
                    </a:lnTo>
                    <a:lnTo>
                      <a:pt x="0" y="6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14" name=""/>
              <p:cNvSpPr/>
              <p:nvPr/>
            </p:nvSpPr>
            <p:spPr>
              <a:xfrm rot="0">
                <a:off x="2312" y="3390"/>
                <a:ext cx="33" cy="23"/>
              </a:xfrm>
              <a:custGeom>
                <a:avLst/>
                <a:ahLst/>
                <a:rect l="0" t="0" r="r" b="b"/>
                <a:pathLst>
                  <a:path w="165" h="116">
                    <a:moveTo>
                      <a:pt x="0" y="60"/>
                    </a:moveTo>
                    <a:lnTo>
                      <a:pt x="12" y="88"/>
                    </a:lnTo>
                    <a:lnTo>
                      <a:pt x="24" y="116"/>
                    </a:lnTo>
                    <a:lnTo>
                      <a:pt x="165" y="56"/>
                    </a:lnTo>
                    <a:lnTo>
                      <a:pt x="153" y="28"/>
                    </a:lnTo>
                    <a:lnTo>
                      <a:pt x="141" y="0"/>
                    </a:lnTo>
                    <a:lnTo>
                      <a:pt x="0" y="6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15" name=""/>
              <p:cNvSpPr/>
              <p:nvPr/>
            </p:nvSpPr>
            <p:spPr>
              <a:xfrm rot="0">
                <a:off x="2343" y="3396"/>
                <a:ext cx="3" cy="5"/>
              </a:xfrm>
              <a:custGeom>
                <a:avLst/>
                <a:ahLst/>
                <a:rect l="0" t="0" r="r" b="b"/>
                <a:pathLst>
                  <a:path w="13" h="28">
                    <a:moveTo>
                      <a:pt x="0" y="0"/>
                    </a:moveTo>
                    <a:lnTo>
                      <a:pt x="12" y="28"/>
                    </a:lnTo>
                    <a:lnTo>
                      <a:pt x="13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16" name=""/>
              <p:cNvSpPr/>
              <p:nvPr/>
            </p:nvSpPr>
            <p:spPr>
              <a:xfrm rot="0">
                <a:off x="2345" y="34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17" name=""/>
              <p:cNvSpPr/>
              <p:nvPr/>
            </p:nvSpPr>
            <p:spPr>
              <a:xfrm rot="0">
                <a:off x="2340" y="3376"/>
                <a:ext cx="33" cy="25"/>
              </a:xfrm>
              <a:custGeom>
                <a:avLst/>
                <a:ahLst/>
                <a:rect l="0" t="0" r="r" b="b"/>
                <a:pathLst>
                  <a:path w="164" h="125">
                    <a:moveTo>
                      <a:pt x="0" y="69"/>
                    </a:moveTo>
                    <a:lnTo>
                      <a:pt x="14" y="97"/>
                    </a:lnTo>
                    <a:lnTo>
                      <a:pt x="27" y="125"/>
                    </a:lnTo>
                    <a:lnTo>
                      <a:pt x="164" y="56"/>
                    </a:lnTo>
                    <a:lnTo>
                      <a:pt x="151" y="28"/>
                    </a:lnTo>
                    <a:lnTo>
                      <a:pt x="137" y="0"/>
                    </a:lnTo>
                    <a:lnTo>
                      <a:pt x="0" y="6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18" name=""/>
              <p:cNvSpPr/>
              <p:nvPr/>
            </p:nvSpPr>
            <p:spPr>
              <a:xfrm rot="0">
                <a:off x="2340" y="3376"/>
                <a:ext cx="33" cy="25"/>
              </a:xfrm>
              <a:custGeom>
                <a:avLst/>
                <a:ahLst/>
                <a:rect l="0" t="0" r="r" b="b"/>
                <a:pathLst>
                  <a:path w="164" h="125">
                    <a:moveTo>
                      <a:pt x="0" y="69"/>
                    </a:moveTo>
                    <a:lnTo>
                      <a:pt x="14" y="97"/>
                    </a:lnTo>
                    <a:lnTo>
                      <a:pt x="27" y="125"/>
                    </a:lnTo>
                    <a:lnTo>
                      <a:pt x="164" y="56"/>
                    </a:lnTo>
                    <a:lnTo>
                      <a:pt x="151" y="28"/>
                    </a:lnTo>
                    <a:lnTo>
                      <a:pt x="137" y="0"/>
                    </a:lnTo>
                    <a:lnTo>
                      <a:pt x="0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19" name=""/>
              <p:cNvSpPr/>
              <p:nvPr/>
            </p:nvSpPr>
            <p:spPr>
              <a:xfrm rot="0">
                <a:off x="2370" y="3382"/>
                <a:ext cx="4" cy="6"/>
              </a:xfrm>
              <a:custGeom>
                <a:avLst/>
                <a:ahLst/>
                <a:rect l="0" t="0" r="r" b="b"/>
                <a:pathLst>
                  <a:path w="16" h="28">
                    <a:moveTo>
                      <a:pt x="0" y="0"/>
                    </a:moveTo>
                    <a:lnTo>
                      <a:pt x="13" y="28"/>
                    </a:lnTo>
                    <a:lnTo>
                      <a:pt x="16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20" name=""/>
              <p:cNvSpPr/>
              <p:nvPr/>
            </p:nvSpPr>
            <p:spPr>
              <a:xfrm rot="0" flipV="1">
                <a:off x="2373" y="33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21" name=""/>
              <p:cNvSpPr/>
              <p:nvPr/>
            </p:nvSpPr>
            <p:spPr>
              <a:xfrm rot="0">
                <a:off x="2367" y="3362"/>
                <a:ext cx="33" cy="25"/>
              </a:xfrm>
              <a:custGeom>
                <a:avLst/>
                <a:ahLst/>
                <a:rect l="0" t="0" r="r" b="b"/>
                <a:pathLst>
                  <a:path w="164" h="129">
                    <a:moveTo>
                      <a:pt x="0" y="75"/>
                    </a:moveTo>
                    <a:lnTo>
                      <a:pt x="16" y="102"/>
                    </a:lnTo>
                    <a:lnTo>
                      <a:pt x="32" y="129"/>
                    </a:lnTo>
                    <a:lnTo>
                      <a:pt x="164" y="53"/>
                    </a:lnTo>
                    <a:lnTo>
                      <a:pt x="148" y="27"/>
                    </a:lnTo>
                    <a:lnTo>
                      <a:pt x="132" y="0"/>
                    </a:lnTo>
                    <a:lnTo>
                      <a:pt x="0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22" name=""/>
              <p:cNvSpPr/>
              <p:nvPr/>
            </p:nvSpPr>
            <p:spPr>
              <a:xfrm rot="0">
                <a:off x="2367" y="3362"/>
                <a:ext cx="33" cy="25"/>
              </a:xfrm>
              <a:custGeom>
                <a:avLst/>
                <a:ahLst/>
                <a:rect l="0" t="0" r="r" b="b"/>
                <a:pathLst>
                  <a:path w="164" h="129">
                    <a:moveTo>
                      <a:pt x="0" y="75"/>
                    </a:moveTo>
                    <a:lnTo>
                      <a:pt x="16" y="102"/>
                    </a:lnTo>
                    <a:lnTo>
                      <a:pt x="32" y="129"/>
                    </a:lnTo>
                    <a:lnTo>
                      <a:pt x="164" y="53"/>
                    </a:lnTo>
                    <a:lnTo>
                      <a:pt x="148" y="27"/>
                    </a:lnTo>
                    <a:lnTo>
                      <a:pt x="132" y="0"/>
                    </a:lnTo>
                    <a:lnTo>
                      <a:pt x="0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23" name=""/>
              <p:cNvSpPr/>
              <p:nvPr/>
            </p:nvSpPr>
            <p:spPr>
              <a:xfrm rot="0">
                <a:off x="2397" y="3367"/>
                <a:ext cx="3" cy="5"/>
              </a:xfrm>
              <a:custGeom>
                <a:avLst/>
                <a:ahLst/>
                <a:rect l="0" t="0" r="r" b="b"/>
                <a:pathLst>
                  <a:path w="17" h="26">
                    <a:moveTo>
                      <a:pt x="0" y="0"/>
                    </a:moveTo>
                    <a:lnTo>
                      <a:pt x="16" y="26"/>
                    </a:lnTo>
                    <a:lnTo>
                      <a:pt x="17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24" name=""/>
              <p:cNvSpPr/>
              <p:nvPr/>
            </p:nvSpPr>
            <p:spPr>
              <a:xfrm rot="0" flipV="1">
                <a:off x="2400" y="33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25" name=""/>
              <p:cNvSpPr/>
              <p:nvPr/>
            </p:nvSpPr>
            <p:spPr>
              <a:xfrm rot="0">
                <a:off x="2393" y="3345"/>
                <a:ext cx="33" cy="27"/>
              </a:xfrm>
              <a:custGeom>
                <a:avLst/>
                <a:ahLst/>
                <a:rect l="0" t="0" r="r" b="b"/>
                <a:pathLst>
                  <a:path w="161" h="134">
                    <a:moveTo>
                      <a:pt x="0" y="83"/>
                    </a:moveTo>
                    <a:lnTo>
                      <a:pt x="17" y="109"/>
                    </a:lnTo>
                    <a:lnTo>
                      <a:pt x="34" y="134"/>
                    </a:lnTo>
                    <a:lnTo>
                      <a:pt x="161" y="51"/>
                    </a:lnTo>
                    <a:lnTo>
                      <a:pt x="144" y="25"/>
                    </a:lnTo>
                    <a:lnTo>
                      <a:pt x="127" y="0"/>
                    </a:lnTo>
                    <a:lnTo>
                      <a:pt x="0" y="8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26" name=""/>
              <p:cNvSpPr/>
              <p:nvPr/>
            </p:nvSpPr>
            <p:spPr>
              <a:xfrm rot="0">
                <a:off x="2393" y="3345"/>
                <a:ext cx="33" cy="27"/>
              </a:xfrm>
              <a:custGeom>
                <a:avLst/>
                <a:ahLst/>
                <a:rect l="0" t="0" r="r" b="b"/>
                <a:pathLst>
                  <a:path w="161" h="134">
                    <a:moveTo>
                      <a:pt x="0" y="83"/>
                    </a:moveTo>
                    <a:lnTo>
                      <a:pt x="17" y="109"/>
                    </a:lnTo>
                    <a:lnTo>
                      <a:pt x="34" y="134"/>
                    </a:lnTo>
                    <a:lnTo>
                      <a:pt x="161" y="51"/>
                    </a:lnTo>
                    <a:lnTo>
                      <a:pt x="144" y="25"/>
                    </a:lnTo>
                    <a:lnTo>
                      <a:pt x="127" y="0"/>
                    </a:lnTo>
                    <a:lnTo>
                      <a:pt x="0" y="8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27" name=""/>
              <p:cNvSpPr/>
              <p:nvPr/>
            </p:nvSpPr>
            <p:spPr>
              <a:xfrm rot="0">
                <a:off x="2422" y="3350"/>
                <a:ext cx="4" cy="5"/>
              </a:xfrm>
              <a:custGeom>
                <a:avLst/>
                <a:ahLst/>
                <a:rect l="0" t="0" r="r" b="b"/>
                <a:pathLst>
                  <a:path w="18" h="26">
                    <a:moveTo>
                      <a:pt x="0" y="0"/>
                    </a:moveTo>
                    <a:lnTo>
                      <a:pt x="17" y="26"/>
                    </a:lnTo>
                    <a:lnTo>
                      <a:pt x="18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28" name=""/>
              <p:cNvSpPr/>
              <p:nvPr/>
            </p:nvSpPr>
            <p:spPr>
              <a:xfrm rot="0">
                <a:off x="2426" y="33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29" name=""/>
              <p:cNvSpPr/>
              <p:nvPr/>
            </p:nvSpPr>
            <p:spPr>
              <a:xfrm rot="0">
                <a:off x="2418" y="3327"/>
                <a:ext cx="33" cy="28"/>
              </a:xfrm>
              <a:custGeom>
                <a:avLst/>
                <a:ahLst/>
                <a:rect l="0" t="0" r="r" b="b"/>
                <a:pathLst>
                  <a:path w="161" h="142">
                    <a:moveTo>
                      <a:pt x="0" y="91"/>
                    </a:moveTo>
                    <a:lnTo>
                      <a:pt x="19" y="116"/>
                    </a:lnTo>
                    <a:lnTo>
                      <a:pt x="37" y="142"/>
                    </a:lnTo>
                    <a:lnTo>
                      <a:pt x="161" y="52"/>
                    </a:lnTo>
                    <a:lnTo>
                      <a:pt x="142" y="26"/>
                    </a:lnTo>
                    <a:lnTo>
                      <a:pt x="124" y="0"/>
                    </a:lnTo>
                    <a:lnTo>
                      <a:pt x="0" y="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30" name=""/>
              <p:cNvSpPr/>
              <p:nvPr/>
            </p:nvSpPr>
            <p:spPr>
              <a:xfrm rot="0">
                <a:off x="2418" y="3327"/>
                <a:ext cx="33" cy="28"/>
              </a:xfrm>
              <a:custGeom>
                <a:avLst/>
                <a:ahLst/>
                <a:rect l="0" t="0" r="r" b="b"/>
                <a:pathLst>
                  <a:path w="161" h="142">
                    <a:moveTo>
                      <a:pt x="0" y="91"/>
                    </a:moveTo>
                    <a:lnTo>
                      <a:pt x="19" y="116"/>
                    </a:lnTo>
                    <a:lnTo>
                      <a:pt x="37" y="142"/>
                    </a:lnTo>
                    <a:lnTo>
                      <a:pt x="161" y="52"/>
                    </a:lnTo>
                    <a:lnTo>
                      <a:pt x="142" y="26"/>
                    </a:lnTo>
                    <a:lnTo>
                      <a:pt x="124" y="0"/>
                    </a:lnTo>
                    <a:lnTo>
                      <a:pt x="0" y="9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31" name=""/>
              <p:cNvSpPr/>
              <p:nvPr/>
            </p:nvSpPr>
            <p:spPr>
              <a:xfrm rot="0">
                <a:off x="2447" y="3332"/>
                <a:ext cx="4" cy="5"/>
              </a:xfrm>
              <a:custGeom>
                <a:avLst/>
                <a:ahLst/>
                <a:rect l="0" t="0" r="r" b="b"/>
                <a:pathLst>
                  <a:path w="20" h="26">
                    <a:moveTo>
                      <a:pt x="0" y="0"/>
                    </a:moveTo>
                    <a:lnTo>
                      <a:pt x="19" y="26"/>
                    </a:lnTo>
                    <a:lnTo>
                      <a:pt x="20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32" name=""/>
              <p:cNvSpPr/>
              <p:nvPr/>
            </p:nvSpPr>
            <p:spPr>
              <a:xfrm rot="0" flipV="1">
                <a:off x="2451" y="333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33" name=""/>
              <p:cNvSpPr/>
              <p:nvPr/>
            </p:nvSpPr>
            <p:spPr>
              <a:xfrm rot="0">
                <a:off x="2443" y="3308"/>
                <a:ext cx="31" cy="29"/>
              </a:xfrm>
              <a:custGeom>
                <a:avLst/>
                <a:ahLst/>
                <a:rect l="0" t="0" r="r" b="b"/>
                <a:pathLst>
                  <a:path w="156" h="146">
                    <a:moveTo>
                      <a:pt x="0" y="97"/>
                    </a:moveTo>
                    <a:lnTo>
                      <a:pt x="19" y="122"/>
                    </a:lnTo>
                    <a:lnTo>
                      <a:pt x="39" y="146"/>
                    </a:lnTo>
                    <a:lnTo>
                      <a:pt x="156" y="49"/>
                    </a:lnTo>
                    <a:lnTo>
                      <a:pt x="137" y="24"/>
                    </a:lnTo>
                    <a:lnTo>
                      <a:pt x="117" y="0"/>
                    </a:lnTo>
                    <a:lnTo>
                      <a:pt x="0" y="9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34" name=""/>
              <p:cNvSpPr/>
              <p:nvPr/>
            </p:nvSpPr>
            <p:spPr>
              <a:xfrm rot="0">
                <a:off x="2443" y="3308"/>
                <a:ext cx="31" cy="29"/>
              </a:xfrm>
              <a:custGeom>
                <a:avLst/>
                <a:ahLst/>
                <a:rect l="0" t="0" r="r" b="b"/>
                <a:pathLst>
                  <a:path w="156" h="146">
                    <a:moveTo>
                      <a:pt x="0" y="97"/>
                    </a:moveTo>
                    <a:lnTo>
                      <a:pt x="19" y="122"/>
                    </a:lnTo>
                    <a:lnTo>
                      <a:pt x="39" y="146"/>
                    </a:lnTo>
                    <a:lnTo>
                      <a:pt x="156" y="49"/>
                    </a:lnTo>
                    <a:lnTo>
                      <a:pt x="137" y="24"/>
                    </a:lnTo>
                    <a:lnTo>
                      <a:pt x="117" y="0"/>
                    </a:lnTo>
                    <a:lnTo>
                      <a:pt x="0" y="9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35" name=""/>
              <p:cNvSpPr/>
              <p:nvPr/>
            </p:nvSpPr>
            <p:spPr>
              <a:xfrm rot="0">
                <a:off x="2470" y="3313"/>
                <a:ext cx="4" cy="5"/>
              </a:xfrm>
              <a:custGeom>
                <a:avLst/>
                <a:ahLst/>
                <a:rect l="0" t="0" r="r" b="b"/>
                <a:pathLst>
                  <a:path w="20" h="25">
                    <a:moveTo>
                      <a:pt x="0" y="0"/>
                    </a:moveTo>
                    <a:lnTo>
                      <a:pt x="19" y="25"/>
                    </a:lnTo>
                    <a:lnTo>
                      <a:pt x="2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36" name=""/>
              <p:cNvSpPr/>
              <p:nvPr/>
            </p:nvSpPr>
            <p:spPr>
              <a:xfrm rot="0" flipV="1">
                <a:off x="2474" y="33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37" name=""/>
              <p:cNvSpPr/>
              <p:nvPr/>
            </p:nvSpPr>
            <p:spPr>
              <a:xfrm rot="0">
                <a:off x="2466" y="3287"/>
                <a:ext cx="31" cy="30"/>
              </a:xfrm>
              <a:custGeom>
                <a:avLst/>
                <a:ahLst/>
                <a:rect l="0" t="0" r="r" b="b"/>
                <a:pathLst>
                  <a:path w="153" h="150">
                    <a:moveTo>
                      <a:pt x="0" y="104"/>
                    </a:moveTo>
                    <a:lnTo>
                      <a:pt x="21" y="127"/>
                    </a:lnTo>
                    <a:lnTo>
                      <a:pt x="41" y="150"/>
                    </a:lnTo>
                    <a:lnTo>
                      <a:pt x="153" y="46"/>
                    </a:lnTo>
                    <a:lnTo>
                      <a:pt x="132" y="23"/>
                    </a:lnTo>
                    <a:lnTo>
                      <a:pt x="111" y="0"/>
                    </a:lnTo>
                    <a:lnTo>
                      <a:pt x="0" y="10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38" name=""/>
              <p:cNvSpPr/>
              <p:nvPr/>
            </p:nvSpPr>
            <p:spPr>
              <a:xfrm rot="0">
                <a:off x="2466" y="3287"/>
                <a:ext cx="31" cy="30"/>
              </a:xfrm>
              <a:custGeom>
                <a:avLst/>
                <a:ahLst/>
                <a:rect l="0" t="0" r="r" b="b"/>
                <a:pathLst>
                  <a:path w="153" h="150">
                    <a:moveTo>
                      <a:pt x="0" y="104"/>
                    </a:moveTo>
                    <a:lnTo>
                      <a:pt x="21" y="127"/>
                    </a:lnTo>
                    <a:lnTo>
                      <a:pt x="41" y="150"/>
                    </a:lnTo>
                    <a:lnTo>
                      <a:pt x="153" y="46"/>
                    </a:lnTo>
                    <a:lnTo>
                      <a:pt x="132" y="23"/>
                    </a:lnTo>
                    <a:lnTo>
                      <a:pt x="111" y="0"/>
                    </a:lnTo>
                    <a:lnTo>
                      <a:pt x="0" y="10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39" name=""/>
              <p:cNvSpPr/>
              <p:nvPr/>
            </p:nvSpPr>
            <p:spPr>
              <a:xfrm rot="0">
                <a:off x="2493" y="3292"/>
                <a:ext cx="4" cy="4"/>
              </a:xfrm>
              <a:custGeom>
                <a:avLst/>
                <a:ahLst/>
                <a:rect l="0" t="0" r="r" b="b"/>
                <a:pathLst>
                  <a:path w="22" h="23">
                    <a:moveTo>
                      <a:pt x="0" y="0"/>
                    </a:moveTo>
                    <a:lnTo>
                      <a:pt x="21" y="23"/>
                    </a:lnTo>
                    <a:lnTo>
                      <a:pt x="22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40" name=""/>
              <p:cNvSpPr/>
              <p:nvPr/>
            </p:nvSpPr>
            <p:spPr>
              <a:xfrm rot="0" flipV="1">
                <a:off x="2497" y="32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41" name=""/>
              <p:cNvSpPr/>
              <p:nvPr/>
            </p:nvSpPr>
            <p:spPr>
              <a:xfrm rot="0">
                <a:off x="2488" y="3265"/>
                <a:ext cx="30" cy="31"/>
              </a:xfrm>
              <a:custGeom>
                <a:avLst/>
                <a:ahLst/>
                <a:rect l="0" t="0" r="r" b="b"/>
                <a:pathLst>
                  <a:path w="149" h="154">
                    <a:moveTo>
                      <a:pt x="0" y="110"/>
                    </a:moveTo>
                    <a:lnTo>
                      <a:pt x="22" y="132"/>
                    </a:lnTo>
                    <a:lnTo>
                      <a:pt x="44" y="154"/>
                    </a:lnTo>
                    <a:lnTo>
                      <a:pt x="149" y="44"/>
                    </a:lnTo>
                    <a:lnTo>
                      <a:pt x="127" y="22"/>
                    </a:lnTo>
                    <a:lnTo>
                      <a:pt x="105" y="0"/>
                    </a:lnTo>
                    <a:lnTo>
                      <a:pt x="0" y="1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42" name=""/>
              <p:cNvSpPr/>
              <p:nvPr/>
            </p:nvSpPr>
            <p:spPr>
              <a:xfrm rot="0">
                <a:off x="2488" y="3265"/>
                <a:ext cx="30" cy="31"/>
              </a:xfrm>
              <a:custGeom>
                <a:avLst/>
                <a:ahLst/>
                <a:rect l="0" t="0" r="r" b="b"/>
                <a:pathLst>
                  <a:path w="149" h="154">
                    <a:moveTo>
                      <a:pt x="0" y="110"/>
                    </a:moveTo>
                    <a:lnTo>
                      <a:pt x="22" y="132"/>
                    </a:lnTo>
                    <a:lnTo>
                      <a:pt x="44" y="154"/>
                    </a:lnTo>
                    <a:lnTo>
                      <a:pt x="149" y="44"/>
                    </a:lnTo>
                    <a:lnTo>
                      <a:pt x="127" y="22"/>
                    </a:lnTo>
                    <a:lnTo>
                      <a:pt x="105" y="0"/>
                    </a:lnTo>
                    <a:lnTo>
                      <a:pt x="0" y="1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43" name=""/>
              <p:cNvSpPr/>
              <p:nvPr/>
            </p:nvSpPr>
            <p:spPr>
              <a:xfrm rot="0">
                <a:off x="2514" y="3270"/>
                <a:ext cx="4" cy="4"/>
              </a:xfrm>
              <a:custGeom>
                <a:avLst/>
                <a:ahLst/>
                <a:rect l="0" t="0" r="r" b="b"/>
                <a:pathLst>
                  <a:path w="24" h="22">
                    <a:moveTo>
                      <a:pt x="0" y="0"/>
                    </a:moveTo>
                    <a:lnTo>
                      <a:pt x="22" y="22"/>
                    </a:lnTo>
                    <a:lnTo>
                      <a:pt x="24" y="2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44" name=""/>
              <p:cNvSpPr/>
              <p:nvPr/>
            </p:nvSpPr>
            <p:spPr>
              <a:xfrm rot="0" flipV="1">
                <a:off x="2518" y="327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45" name=""/>
              <p:cNvSpPr/>
              <p:nvPr/>
            </p:nvSpPr>
            <p:spPr>
              <a:xfrm rot="0">
                <a:off x="2509" y="3242"/>
                <a:ext cx="29" cy="32"/>
              </a:xfrm>
              <a:custGeom>
                <a:avLst/>
                <a:ahLst/>
                <a:rect l="0" t="0" r="r" b="b"/>
                <a:pathLst>
                  <a:path w="147" h="157">
                    <a:moveTo>
                      <a:pt x="0" y="118"/>
                    </a:moveTo>
                    <a:lnTo>
                      <a:pt x="25" y="137"/>
                    </a:lnTo>
                    <a:lnTo>
                      <a:pt x="49" y="157"/>
                    </a:lnTo>
                    <a:lnTo>
                      <a:pt x="147" y="39"/>
                    </a:lnTo>
                    <a:lnTo>
                      <a:pt x="123" y="20"/>
                    </a:lnTo>
                    <a:lnTo>
                      <a:pt x="98" y="0"/>
                    </a:lnTo>
                    <a:lnTo>
                      <a:pt x="0" y="1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46" name=""/>
              <p:cNvSpPr/>
              <p:nvPr/>
            </p:nvSpPr>
            <p:spPr>
              <a:xfrm rot="0">
                <a:off x="2509" y="3242"/>
                <a:ext cx="29" cy="32"/>
              </a:xfrm>
              <a:custGeom>
                <a:avLst/>
                <a:ahLst/>
                <a:rect l="0" t="0" r="r" b="b"/>
                <a:pathLst>
                  <a:path w="147" h="157">
                    <a:moveTo>
                      <a:pt x="0" y="118"/>
                    </a:moveTo>
                    <a:lnTo>
                      <a:pt x="25" y="137"/>
                    </a:lnTo>
                    <a:lnTo>
                      <a:pt x="49" y="157"/>
                    </a:lnTo>
                    <a:lnTo>
                      <a:pt x="147" y="39"/>
                    </a:lnTo>
                    <a:lnTo>
                      <a:pt x="123" y="20"/>
                    </a:lnTo>
                    <a:lnTo>
                      <a:pt x="98" y="0"/>
                    </a:lnTo>
                    <a:lnTo>
                      <a:pt x="0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47" name=""/>
              <p:cNvSpPr/>
              <p:nvPr/>
            </p:nvSpPr>
            <p:spPr>
              <a:xfrm rot="0">
                <a:off x="2533" y="3246"/>
                <a:ext cx="5" cy="4"/>
              </a:xfrm>
              <a:custGeom>
                <a:avLst/>
                <a:ahLst/>
                <a:rect l="0" t="0" r="r" b="b"/>
                <a:pathLst>
                  <a:path w="24" h="19">
                    <a:moveTo>
                      <a:pt x="0" y="0"/>
                    </a:moveTo>
                    <a:lnTo>
                      <a:pt x="24" y="19"/>
                    </a:lnTo>
                    <a:lnTo>
                      <a:pt x="24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48" name=""/>
              <p:cNvSpPr/>
              <p:nvPr/>
            </p:nvSpPr>
            <p:spPr>
              <a:xfrm rot="0" flipV="1">
                <a:off x="2538" y="32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49" name=""/>
              <p:cNvSpPr/>
              <p:nvPr/>
            </p:nvSpPr>
            <p:spPr>
              <a:xfrm rot="0">
                <a:off x="2528" y="3218"/>
                <a:ext cx="28" cy="32"/>
              </a:xfrm>
              <a:custGeom>
                <a:avLst/>
                <a:ahLst/>
                <a:rect l="0" t="0" r="r" b="b"/>
                <a:pathLst>
                  <a:path w="141" h="159">
                    <a:moveTo>
                      <a:pt x="0" y="122"/>
                    </a:moveTo>
                    <a:lnTo>
                      <a:pt x="25" y="141"/>
                    </a:lnTo>
                    <a:lnTo>
                      <a:pt x="49" y="159"/>
                    </a:lnTo>
                    <a:lnTo>
                      <a:pt x="141" y="37"/>
                    </a:lnTo>
                    <a:lnTo>
                      <a:pt x="116" y="19"/>
                    </a:lnTo>
                    <a:lnTo>
                      <a:pt x="92" y="0"/>
                    </a:lnTo>
                    <a:lnTo>
                      <a:pt x="0" y="1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50" name=""/>
              <p:cNvSpPr/>
              <p:nvPr/>
            </p:nvSpPr>
            <p:spPr>
              <a:xfrm rot="0">
                <a:off x="2528" y="3218"/>
                <a:ext cx="28" cy="32"/>
              </a:xfrm>
              <a:custGeom>
                <a:avLst/>
                <a:ahLst/>
                <a:rect l="0" t="0" r="r" b="b"/>
                <a:pathLst>
                  <a:path w="141" h="159">
                    <a:moveTo>
                      <a:pt x="0" y="122"/>
                    </a:moveTo>
                    <a:lnTo>
                      <a:pt x="25" y="141"/>
                    </a:lnTo>
                    <a:lnTo>
                      <a:pt x="49" y="159"/>
                    </a:lnTo>
                    <a:lnTo>
                      <a:pt x="141" y="37"/>
                    </a:lnTo>
                    <a:lnTo>
                      <a:pt x="116" y="19"/>
                    </a:lnTo>
                    <a:lnTo>
                      <a:pt x="92" y="0"/>
                    </a:lnTo>
                    <a:lnTo>
                      <a:pt x="0" y="1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51" name=""/>
              <p:cNvSpPr/>
              <p:nvPr/>
            </p:nvSpPr>
            <p:spPr>
              <a:xfrm rot="0">
                <a:off x="2551" y="3222"/>
                <a:ext cx="6" cy="4"/>
              </a:xfrm>
              <a:custGeom>
                <a:avLst/>
                <a:ahLst/>
                <a:rect l="0" t="0" r="r" b="b"/>
                <a:pathLst>
                  <a:path w="26" h="18">
                    <a:moveTo>
                      <a:pt x="0" y="0"/>
                    </a:moveTo>
                    <a:lnTo>
                      <a:pt x="25" y="18"/>
                    </a:lnTo>
                    <a:lnTo>
                      <a:pt x="26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52" name=""/>
              <p:cNvSpPr/>
              <p:nvPr/>
            </p:nvSpPr>
            <p:spPr>
              <a:xfrm rot="0" flipV="1">
                <a:off x="2556" y="32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53" name=""/>
              <p:cNvSpPr/>
              <p:nvPr/>
            </p:nvSpPr>
            <p:spPr>
              <a:xfrm rot="0">
                <a:off x="2546" y="3193"/>
                <a:ext cx="27" cy="32"/>
              </a:xfrm>
              <a:custGeom>
                <a:avLst/>
                <a:ahLst/>
                <a:rect l="0" t="0" r="r" b="b"/>
                <a:pathLst>
                  <a:path w="135" h="162">
                    <a:moveTo>
                      <a:pt x="0" y="127"/>
                    </a:moveTo>
                    <a:lnTo>
                      <a:pt x="25" y="145"/>
                    </a:lnTo>
                    <a:lnTo>
                      <a:pt x="51" y="162"/>
                    </a:lnTo>
                    <a:lnTo>
                      <a:pt x="135" y="34"/>
                    </a:lnTo>
                    <a:lnTo>
                      <a:pt x="110" y="17"/>
                    </a:lnTo>
                    <a:lnTo>
                      <a:pt x="84" y="0"/>
                    </a:lnTo>
                    <a:lnTo>
                      <a:pt x="0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54" name=""/>
              <p:cNvSpPr/>
              <p:nvPr/>
            </p:nvSpPr>
            <p:spPr>
              <a:xfrm rot="0">
                <a:off x="2546" y="3193"/>
                <a:ext cx="27" cy="32"/>
              </a:xfrm>
              <a:custGeom>
                <a:avLst/>
                <a:ahLst/>
                <a:rect l="0" t="0" r="r" b="b"/>
                <a:pathLst>
                  <a:path w="135" h="162">
                    <a:moveTo>
                      <a:pt x="0" y="127"/>
                    </a:moveTo>
                    <a:lnTo>
                      <a:pt x="25" y="145"/>
                    </a:lnTo>
                    <a:lnTo>
                      <a:pt x="51" y="162"/>
                    </a:lnTo>
                    <a:lnTo>
                      <a:pt x="135" y="34"/>
                    </a:lnTo>
                    <a:lnTo>
                      <a:pt x="110" y="17"/>
                    </a:lnTo>
                    <a:lnTo>
                      <a:pt x="84" y="0"/>
                    </a:lnTo>
                    <a:lnTo>
                      <a:pt x="0" y="1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55" name=""/>
              <p:cNvSpPr/>
              <p:nvPr/>
            </p:nvSpPr>
            <p:spPr>
              <a:xfrm rot="0">
                <a:off x="2568" y="3196"/>
                <a:ext cx="6" cy="4"/>
              </a:xfrm>
              <a:custGeom>
                <a:avLst/>
                <a:ahLst/>
                <a:rect l="0" t="0" r="r" b="b"/>
                <a:pathLst>
                  <a:path w="26" h="17">
                    <a:moveTo>
                      <a:pt x="0" y="0"/>
                    </a:moveTo>
                    <a:lnTo>
                      <a:pt x="25" y="17"/>
                    </a:lnTo>
                    <a:lnTo>
                      <a:pt x="2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56" name=""/>
              <p:cNvSpPr/>
              <p:nvPr/>
            </p:nvSpPr>
            <p:spPr>
              <a:xfrm rot="0" flipV="1">
                <a:off x="2573" y="32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57" name=""/>
              <p:cNvSpPr/>
              <p:nvPr/>
            </p:nvSpPr>
            <p:spPr>
              <a:xfrm rot="0">
                <a:off x="2563" y="3167"/>
                <a:ext cx="26" cy="33"/>
              </a:xfrm>
              <a:custGeom>
                <a:avLst/>
                <a:ahLst/>
                <a:rect l="0" t="0" r="r" b="b"/>
                <a:pathLst>
                  <a:path w="129" h="164">
                    <a:moveTo>
                      <a:pt x="0" y="132"/>
                    </a:moveTo>
                    <a:lnTo>
                      <a:pt x="27" y="148"/>
                    </a:lnTo>
                    <a:lnTo>
                      <a:pt x="53" y="164"/>
                    </a:lnTo>
                    <a:lnTo>
                      <a:pt x="129" y="32"/>
                    </a:lnTo>
                    <a:lnTo>
                      <a:pt x="102" y="16"/>
                    </a:lnTo>
                    <a:lnTo>
                      <a:pt x="75" y="0"/>
                    </a:lnTo>
                    <a:lnTo>
                      <a:pt x="0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58" name=""/>
              <p:cNvSpPr/>
              <p:nvPr/>
            </p:nvSpPr>
            <p:spPr>
              <a:xfrm rot="0">
                <a:off x="2563" y="3167"/>
                <a:ext cx="26" cy="33"/>
              </a:xfrm>
              <a:custGeom>
                <a:avLst/>
                <a:ahLst/>
                <a:rect l="0" t="0" r="r" b="b"/>
                <a:pathLst>
                  <a:path w="129" h="164">
                    <a:moveTo>
                      <a:pt x="0" y="132"/>
                    </a:moveTo>
                    <a:lnTo>
                      <a:pt x="27" y="148"/>
                    </a:lnTo>
                    <a:lnTo>
                      <a:pt x="53" y="164"/>
                    </a:lnTo>
                    <a:lnTo>
                      <a:pt x="129" y="32"/>
                    </a:lnTo>
                    <a:lnTo>
                      <a:pt x="102" y="16"/>
                    </a:lnTo>
                    <a:lnTo>
                      <a:pt x="75" y="0"/>
                    </a:lnTo>
                    <a:lnTo>
                      <a:pt x="0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59" name=""/>
              <p:cNvSpPr/>
              <p:nvPr/>
            </p:nvSpPr>
            <p:spPr>
              <a:xfrm rot="0">
                <a:off x="2583" y="3170"/>
                <a:ext cx="6" cy="3"/>
              </a:xfrm>
              <a:custGeom>
                <a:avLst/>
                <a:ahLst/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7" y="16"/>
                    </a:lnTo>
                    <a:lnTo>
                      <a:pt x="28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60" name=""/>
              <p:cNvSpPr/>
              <p:nvPr/>
            </p:nvSpPr>
            <p:spPr>
              <a:xfrm rot="0" flipV="1">
                <a:off x="2589" y="31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61" name=""/>
              <p:cNvSpPr/>
              <p:nvPr/>
            </p:nvSpPr>
            <p:spPr>
              <a:xfrm rot="0">
                <a:off x="2578" y="3140"/>
                <a:ext cx="25" cy="33"/>
              </a:xfrm>
              <a:custGeom>
                <a:avLst/>
                <a:ahLst/>
                <a:rect l="0" t="0" r="r" b="b"/>
                <a:pathLst>
                  <a:path w="125" h="163">
                    <a:moveTo>
                      <a:pt x="0" y="136"/>
                    </a:moveTo>
                    <a:lnTo>
                      <a:pt x="28" y="149"/>
                    </a:lnTo>
                    <a:lnTo>
                      <a:pt x="56" y="163"/>
                    </a:lnTo>
                    <a:lnTo>
                      <a:pt x="125" y="27"/>
                    </a:lnTo>
                    <a:lnTo>
                      <a:pt x="97" y="14"/>
                    </a:lnTo>
                    <a:lnTo>
                      <a:pt x="69" y="0"/>
                    </a:lnTo>
                    <a:lnTo>
                      <a:pt x="0" y="1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62" name=""/>
              <p:cNvSpPr/>
              <p:nvPr/>
            </p:nvSpPr>
            <p:spPr>
              <a:xfrm rot="0">
                <a:off x="2578" y="3140"/>
                <a:ext cx="25" cy="33"/>
              </a:xfrm>
              <a:custGeom>
                <a:avLst/>
                <a:ahLst/>
                <a:rect l="0" t="0" r="r" b="b"/>
                <a:pathLst>
                  <a:path w="125" h="163">
                    <a:moveTo>
                      <a:pt x="0" y="136"/>
                    </a:moveTo>
                    <a:lnTo>
                      <a:pt x="28" y="149"/>
                    </a:lnTo>
                    <a:lnTo>
                      <a:pt x="56" y="163"/>
                    </a:lnTo>
                    <a:lnTo>
                      <a:pt x="125" y="27"/>
                    </a:lnTo>
                    <a:lnTo>
                      <a:pt x="97" y="14"/>
                    </a:lnTo>
                    <a:lnTo>
                      <a:pt x="69" y="0"/>
                    </a:lnTo>
                    <a:lnTo>
                      <a:pt x="0" y="13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63" name=""/>
              <p:cNvSpPr/>
              <p:nvPr/>
            </p:nvSpPr>
            <p:spPr>
              <a:xfrm rot="0">
                <a:off x="2597" y="3143"/>
                <a:ext cx="6" cy="3"/>
              </a:xfrm>
              <a:custGeom>
                <a:avLst/>
                <a:ahLst/>
                <a:rect l="0" t="0" r="r" b="b"/>
                <a:pathLst>
                  <a:path w="28" h="13">
                    <a:moveTo>
                      <a:pt x="0" y="0"/>
                    </a:moveTo>
                    <a:lnTo>
                      <a:pt x="28" y="13"/>
                    </a:lnTo>
                    <a:lnTo>
                      <a:pt x="28" y="1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64" name=""/>
              <p:cNvSpPr/>
              <p:nvPr/>
            </p:nvSpPr>
            <p:spPr>
              <a:xfrm rot="0" flipV="1">
                <a:off x="2603" y="314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65" name=""/>
              <p:cNvSpPr/>
              <p:nvPr/>
            </p:nvSpPr>
            <p:spPr>
              <a:xfrm rot="0">
                <a:off x="2592" y="3113"/>
                <a:ext cx="23" cy="32"/>
              </a:xfrm>
              <a:custGeom>
                <a:avLst/>
                <a:ahLst/>
                <a:rect l="0" t="0" r="r" b="b"/>
                <a:pathLst>
                  <a:path w="117" h="164">
                    <a:moveTo>
                      <a:pt x="0" y="139"/>
                    </a:moveTo>
                    <a:lnTo>
                      <a:pt x="28" y="152"/>
                    </a:lnTo>
                    <a:lnTo>
                      <a:pt x="56" y="164"/>
                    </a:lnTo>
                    <a:lnTo>
                      <a:pt x="117" y="24"/>
                    </a:lnTo>
                    <a:lnTo>
                      <a:pt x="89" y="12"/>
                    </a:lnTo>
                    <a:lnTo>
                      <a:pt x="61" y="0"/>
                    </a:lnTo>
                    <a:lnTo>
                      <a:pt x="0" y="1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66" name=""/>
              <p:cNvSpPr/>
              <p:nvPr/>
            </p:nvSpPr>
            <p:spPr>
              <a:xfrm rot="0">
                <a:off x="2592" y="3113"/>
                <a:ext cx="23" cy="32"/>
              </a:xfrm>
              <a:custGeom>
                <a:avLst/>
                <a:ahLst/>
                <a:rect l="0" t="0" r="r" b="b"/>
                <a:pathLst>
                  <a:path w="117" h="164">
                    <a:moveTo>
                      <a:pt x="0" y="139"/>
                    </a:moveTo>
                    <a:lnTo>
                      <a:pt x="28" y="152"/>
                    </a:lnTo>
                    <a:lnTo>
                      <a:pt x="56" y="164"/>
                    </a:lnTo>
                    <a:lnTo>
                      <a:pt x="117" y="24"/>
                    </a:lnTo>
                    <a:lnTo>
                      <a:pt x="89" y="12"/>
                    </a:lnTo>
                    <a:lnTo>
                      <a:pt x="61" y="0"/>
                    </a:lnTo>
                    <a:lnTo>
                      <a:pt x="0" y="1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67" name=""/>
              <p:cNvSpPr/>
              <p:nvPr/>
            </p:nvSpPr>
            <p:spPr>
              <a:xfrm rot="0">
                <a:off x="2609" y="3115"/>
                <a:ext cx="6" cy="2"/>
              </a:xfrm>
              <a:custGeom>
                <a:avLst/>
                <a:ahLst/>
                <a:rect l="0" t="0" r="r" b="b"/>
                <a:pathLst>
                  <a:path w="29" h="12">
                    <a:moveTo>
                      <a:pt x="0" y="0"/>
                    </a:moveTo>
                    <a:lnTo>
                      <a:pt x="28" y="12"/>
                    </a:lnTo>
                    <a:lnTo>
                      <a:pt x="29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68" name=""/>
              <p:cNvSpPr/>
              <p:nvPr/>
            </p:nvSpPr>
            <p:spPr>
              <a:xfrm rot="0" flipV="1">
                <a:off x="2615" y="31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69" name=""/>
              <p:cNvSpPr/>
              <p:nvPr/>
            </p:nvSpPr>
            <p:spPr>
              <a:xfrm rot="0">
                <a:off x="2604" y="3084"/>
                <a:ext cx="22" cy="33"/>
              </a:xfrm>
              <a:custGeom>
                <a:avLst/>
                <a:ahLst/>
                <a:rect l="0" t="0" r="r" b="b"/>
                <a:pathLst>
                  <a:path w="111" h="166">
                    <a:moveTo>
                      <a:pt x="0" y="144"/>
                    </a:moveTo>
                    <a:lnTo>
                      <a:pt x="29" y="155"/>
                    </a:lnTo>
                    <a:lnTo>
                      <a:pt x="58" y="166"/>
                    </a:lnTo>
                    <a:lnTo>
                      <a:pt x="111" y="22"/>
                    </a:lnTo>
                    <a:lnTo>
                      <a:pt x="81" y="11"/>
                    </a:lnTo>
                    <a:lnTo>
                      <a:pt x="52" y="0"/>
                    </a:lnTo>
                    <a:lnTo>
                      <a:pt x="0" y="1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70" name=""/>
              <p:cNvSpPr/>
              <p:nvPr/>
            </p:nvSpPr>
            <p:spPr>
              <a:xfrm rot="0">
                <a:off x="2604" y="3084"/>
                <a:ext cx="22" cy="33"/>
              </a:xfrm>
              <a:custGeom>
                <a:avLst/>
                <a:ahLst/>
                <a:rect l="0" t="0" r="r" b="b"/>
                <a:pathLst>
                  <a:path w="111" h="166">
                    <a:moveTo>
                      <a:pt x="0" y="144"/>
                    </a:moveTo>
                    <a:lnTo>
                      <a:pt x="29" y="155"/>
                    </a:lnTo>
                    <a:lnTo>
                      <a:pt x="58" y="166"/>
                    </a:lnTo>
                    <a:lnTo>
                      <a:pt x="111" y="22"/>
                    </a:lnTo>
                    <a:lnTo>
                      <a:pt x="81" y="11"/>
                    </a:lnTo>
                    <a:lnTo>
                      <a:pt x="52" y="0"/>
                    </a:lnTo>
                    <a:lnTo>
                      <a:pt x="0" y="14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71" name=""/>
              <p:cNvSpPr/>
              <p:nvPr/>
            </p:nvSpPr>
            <p:spPr>
              <a:xfrm rot="0">
                <a:off x="2620" y="3086"/>
                <a:ext cx="6" cy="2"/>
              </a:xfrm>
              <a:custGeom>
                <a:avLst/>
                <a:ahLst/>
                <a:rect l="0" t="0" r="r" b="b"/>
                <a:pathLst>
                  <a:path w="30" h="11">
                    <a:moveTo>
                      <a:pt x="0" y="0"/>
                    </a:moveTo>
                    <a:lnTo>
                      <a:pt x="30" y="11"/>
                    </a:lnTo>
                    <a:lnTo>
                      <a:pt x="30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72" name=""/>
              <p:cNvSpPr/>
              <p:nvPr/>
            </p:nvSpPr>
            <p:spPr>
              <a:xfrm rot="0" flipV="1">
                <a:off x="2626" y="30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73" name=""/>
              <p:cNvSpPr/>
              <p:nvPr/>
            </p:nvSpPr>
            <p:spPr>
              <a:xfrm rot="0">
                <a:off x="2614" y="3055"/>
                <a:ext cx="21" cy="33"/>
              </a:xfrm>
              <a:custGeom>
                <a:avLst/>
                <a:ahLst/>
                <a:rect l="0" t="0" r="r" b="b"/>
                <a:pathLst>
                  <a:path w="103" h="163">
                    <a:moveTo>
                      <a:pt x="0" y="145"/>
                    </a:moveTo>
                    <a:lnTo>
                      <a:pt x="29" y="154"/>
                    </a:lnTo>
                    <a:lnTo>
                      <a:pt x="59" y="163"/>
                    </a:lnTo>
                    <a:lnTo>
                      <a:pt x="103" y="17"/>
                    </a:lnTo>
                    <a:lnTo>
                      <a:pt x="73" y="8"/>
                    </a:lnTo>
                    <a:lnTo>
                      <a:pt x="44" y="0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74" name=""/>
              <p:cNvSpPr/>
              <p:nvPr/>
            </p:nvSpPr>
            <p:spPr>
              <a:xfrm rot="0">
                <a:off x="2614" y="3055"/>
                <a:ext cx="21" cy="33"/>
              </a:xfrm>
              <a:custGeom>
                <a:avLst/>
                <a:ahLst/>
                <a:rect l="0" t="0" r="r" b="b"/>
                <a:pathLst>
                  <a:path w="103" h="163">
                    <a:moveTo>
                      <a:pt x="0" y="145"/>
                    </a:moveTo>
                    <a:lnTo>
                      <a:pt x="29" y="154"/>
                    </a:lnTo>
                    <a:lnTo>
                      <a:pt x="59" y="163"/>
                    </a:lnTo>
                    <a:lnTo>
                      <a:pt x="103" y="17"/>
                    </a:lnTo>
                    <a:lnTo>
                      <a:pt x="73" y="8"/>
                    </a:lnTo>
                    <a:lnTo>
                      <a:pt x="44" y="0"/>
                    </a:lnTo>
                    <a:lnTo>
                      <a:pt x="0" y="1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75" name=""/>
              <p:cNvSpPr/>
              <p:nvPr/>
            </p:nvSpPr>
            <p:spPr>
              <a:xfrm rot="0">
                <a:off x="2629" y="3057"/>
                <a:ext cx="6" cy="2"/>
              </a:xfrm>
              <a:custGeom>
                <a:avLst/>
                <a:ahLst/>
                <a:rect l="0" t="0" r="r" b="b"/>
                <a:pathLst>
                  <a:path w="31" h="9">
                    <a:moveTo>
                      <a:pt x="0" y="0"/>
                    </a:moveTo>
                    <a:lnTo>
                      <a:pt x="30" y="9"/>
                    </a:lnTo>
                    <a:lnTo>
                      <a:pt x="31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76" name=""/>
              <p:cNvSpPr/>
              <p:nvPr/>
            </p:nvSpPr>
            <p:spPr>
              <a:xfrm rot="0" flipV="1">
                <a:off x="2635" y="30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77" name=""/>
              <p:cNvSpPr/>
              <p:nvPr/>
            </p:nvSpPr>
            <p:spPr>
              <a:xfrm rot="0">
                <a:off x="2623" y="3026"/>
                <a:ext cx="19" cy="33"/>
              </a:xfrm>
              <a:custGeom>
                <a:avLst/>
                <a:ahLst/>
                <a:rect l="0" t="0" r="r" b="b"/>
                <a:pathLst>
                  <a:path w="96" h="164">
                    <a:moveTo>
                      <a:pt x="0" y="149"/>
                    </a:moveTo>
                    <a:lnTo>
                      <a:pt x="30" y="156"/>
                    </a:lnTo>
                    <a:lnTo>
                      <a:pt x="61" y="164"/>
                    </a:lnTo>
                    <a:lnTo>
                      <a:pt x="96" y="15"/>
                    </a:lnTo>
                    <a:lnTo>
                      <a:pt x="66" y="7"/>
                    </a:lnTo>
                    <a:lnTo>
                      <a:pt x="35" y="0"/>
                    </a:lnTo>
                    <a:lnTo>
                      <a:pt x="0" y="1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78" name=""/>
              <p:cNvSpPr/>
              <p:nvPr/>
            </p:nvSpPr>
            <p:spPr>
              <a:xfrm rot="0">
                <a:off x="2623" y="3026"/>
                <a:ext cx="19" cy="33"/>
              </a:xfrm>
              <a:custGeom>
                <a:avLst/>
                <a:ahLst/>
                <a:rect l="0" t="0" r="r" b="b"/>
                <a:pathLst>
                  <a:path w="96" h="164">
                    <a:moveTo>
                      <a:pt x="0" y="149"/>
                    </a:moveTo>
                    <a:lnTo>
                      <a:pt x="30" y="156"/>
                    </a:lnTo>
                    <a:lnTo>
                      <a:pt x="61" y="164"/>
                    </a:lnTo>
                    <a:lnTo>
                      <a:pt x="96" y="15"/>
                    </a:lnTo>
                    <a:lnTo>
                      <a:pt x="66" y="7"/>
                    </a:lnTo>
                    <a:lnTo>
                      <a:pt x="35" y="0"/>
                    </a:lnTo>
                    <a:lnTo>
                      <a:pt x="0" y="1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79" name=""/>
              <p:cNvSpPr/>
              <p:nvPr/>
            </p:nvSpPr>
            <p:spPr>
              <a:xfrm rot="0">
                <a:off x="2636" y="3027"/>
                <a:ext cx="6" cy="2"/>
              </a:xfrm>
              <a:custGeom>
                <a:avLst/>
                <a:ahLst/>
                <a:rect l="0" t="0" r="r" b="b"/>
                <a:pathLst>
                  <a:path w="30" h="8">
                    <a:moveTo>
                      <a:pt x="0" y="0"/>
                    </a:moveTo>
                    <a:lnTo>
                      <a:pt x="30" y="8"/>
                    </a:lnTo>
                    <a:lnTo>
                      <a:pt x="30" y="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80" name=""/>
              <p:cNvSpPr/>
              <p:nvPr/>
            </p:nvSpPr>
            <p:spPr>
              <a:xfrm rot="0" flipV="1">
                <a:off x="2642" y="30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81" name=""/>
              <p:cNvSpPr/>
              <p:nvPr/>
            </p:nvSpPr>
            <p:spPr>
              <a:xfrm rot="0">
                <a:off x="2630" y="2996"/>
                <a:ext cx="17" cy="32"/>
              </a:xfrm>
              <a:custGeom>
                <a:avLst/>
                <a:ahLst/>
                <a:rect l="0" t="0" r="r" b="b"/>
                <a:pathLst>
                  <a:path w="87" h="159">
                    <a:moveTo>
                      <a:pt x="0" y="149"/>
                    </a:moveTo>
                    <a:lnTo>
                      <a:pt x="31" y="154"/>
                    </a:lnTo>
                    <a:lnTo>
                      <a:pt x="61" y="159"/>
                    </a:lnTo>
                    <a:lnTo>
                      <a:pt x="87" y="10"/>
                    </a:lnTo>
                    <a:lnTo>
                      <a:pt x="57" y="5"/>
                    </a:lnTo>
                    <a:lnTo>
                      <a:pt x="26" y="0"/>
                    </a:lnTo>
                    <a:lnTo>
                      <a:pt x="0" y="1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82" name=""/>
              <p:cNvSpPr/>
              <p:nvPr/>
            </p:nvSpPr>
            <p:spPr>
              <a:xfrm rot="0">
                <a:off x="2630" y="2996"/>
                <a:ext cx="17" cy="32"/>
              </a:xfrm>
              <a:custGeom>
                <a:avLst/>
                <a:ahLst/>
                <a:rect l="0" t="0" r="r" b="b"/>
                <a:pathLst>
                  <a:path w="87" h="159">
                    <a:moveTo>
                      <a:pt x="0" y="149"/>
                    </a:moveTo>
                    <a:lnTo>
                      <a:pt x="31" y="154"/>
                    </a:lnTo>
                    <a:lnTo>
                      <a:pt x="61" y="159"/>
                    </a:lnTo>
                    <a:lnTo>
                      <a:pt x="87" y="10"/>
                    </a:lnTo>
                    <a:lnTo>
                      <a:pt x="57" y="5"/>
                    </a:lnTo>
                    <a:lnTo>
                      <a:pt x="26" y="0"/>
                    </a:lnTo>
                    <a:lnTo>
                      <a:pt x="0" y="1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83" name=""/>
              <p:cNvSpPr/>
              <p:nvPr/>
            </p:nvSpPr>
            <p:spPr>
              <a:xfrm rot="0">
                <a:off x="2641" y="2997"/>
                <a:ext cx="6" cy="1"/>
              </a:xfrm>
              <a:custGeom>
                <a:avLst/>
                <a:ahLst/>
                <a:rect l="0" t="0" r="r" b="b"/>
                <a:pathLst>
                  <a:path w="30" h="5">
                    <a:moveTo>
                      <a:pt x="0" y="0"/>
                    </a:moveTo>
                    <a:lnTo>
                      <a:pt x="30" y="5"/>
                    </a:lnTo>
                    <a:lnTo>
                      <a:pt x="30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84" name=""/>
              <p:cNvSpPr/>
              <p:nvPr/>
            </p:nvSpPr>
            <p:spPr>
              <a:xfrm rot="0" flipV="1">
                <a:off x="2647" y="299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85" name=""/>
              <p:cNvSpPr/>
              <p:nvPr/>
            </p:nvSpPr>
            <p:spPr>
              <a:xfrm rot="0">
                <a:off x="2635" y="2966"/>
                <a:ext cx="16" cy="32"/>
              </a:xfrm>
              <a:custGeom>
                <a:avLst/>
                <a:ahLst/>
                <a:rect l="0" t="0" r="r" b="b"/>
                <a:pathLst>
                  <a:path w="79" h="159">
                    <a:moveTo>
                      <a:pt x="0" y="151"/>
                    </a:moveTo>
                    <a:lnTo>
                      <a:pt x="31" y="155"/>
                    </a:lnTo>
                    <a:lnTo>
                      <a:pt x="61" y="159"/>
                    </a:lnTo>
                    <a:lnTo>
                      <a:pt x="79" y="7"/>
                    </a:lnTo>
                    <a:lnTo>
                      <a:pt x="49" y="4"/>
                    </a:lnTo>
                    <a:lnTo>
                      <a:pt x="18" y="0"/>
                    </a:lnTo>
                    <a:lnTo>
                      <a:pt x="0" y="1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86" name=""/>
              <p:cNvSpPr/>
              <p:nvPr/>
            </p:nvSpPr>
            <p:spPr>
              <a:xfrm rot="0">
                <a:off x="2635" y="2966"/>
                <a:ext cx="16" cy="32"/>
              </a:xfrm>
              <a:custGeom>
                <a:avLst/>
                <a:ahLst/>
                <a:rect l="0" t="0" r="r" b="b"/>
                <a:pathLst>
                  <a:path w="79" h="159">
                    <a:moveTo>
                      <a:pt x="0" y="151"/>
                    </a:moveTo>
                    <a:lnTo>
                      <a:pt x="31" y="155"/>
                    </a:lnTo>
                    <a:lnTo>
                      <a:pt x="61" y="159"/>
                    </a:lnTo>
                    <a:lnTo>
                      <a:pt x="79" y="7"/>
                    </a:lnTo>
                    <a:lnTo>
                      <a:pt x="49" y="4"/>
                    </a:lnTo>
                    <a:lnTo>
                      <a:pt x="18" y="0"/>
                    </a:lnTo>
                    <a:lnTo>
                      <a:pt x="0" y="1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87" name=""/>
              <p:cNvSpPr/>
              <p:nvPr/>
            </p:nvSpPr>
            <p:spPr>
              <a:xfrm rot="0">
                <a:off x="2645" y="2967"/>
                <a:ext cx="6" cy="1"/>
              </a:xfrm>
              <a:custGeom>
                <a:avLst/>
                <a:ahLst/>
                <a:rect l="0" t="0" r="r" b="b"/>
                <a:pathLst>
                  <a:path w="30" h="3">
                    <a:moveTo>
                      <a:pt x="0" y="0"/>
                    </a:moveTo>
                    <a:lnTo>
                      <a:pt x="30" y="3"/>
                    </a:lnTo>
                    <a:lnTo>
                      <a:pt x="3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88" name=""/>
              <p:cNvSpPr/>
              <p:nvPr/>
            </p:nvSpPr>
            <p:spPr>
              <a:xfrm rot="0" flipV="1">
                <a:off x="2651" y="29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89" name=""/>
              <p:cNvSpPr/>
              <p:nvPr/>
            </p:nvSpPr>
            <p:spPr>
              <a:xfrm rot="0">
                <a:off x="2638" y="2936"/>
                <a:ext cx="14" cy="31"/>
              </a:xfrm>
              <a:custGeom>
                <a:avLst/>
                <a:ahLst/>
                <a:rect l="0" t="0" r="r" b="b"/>
                <a:pathLst>
                  <a:path w="70" h="155">
                    <a:moveTo>
                      <a:pt x="0" y="152"/>
                    </a:moveTo>
                    <a:lnTo>
                      <a:pt x="31" y="154"/>
                    </a:lnTo>
                    <a:lnTo>
                      <a:pt x="61" y="155"/>
                    </a:lnTo>
                    <a:lnTo>
                      <a:pt x="70" y="2"/>
                    </a:lnTo>
                    <a:lnTo>
                      <a:pt x="39" y="1"/>
                    </a:lnTo>
                    <a:lnTo>
                      <a:pt x="9" y="0"/>
                    </a:lnTo>
                    <a:lnTo>
                      <a:pt x="0" y="1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90" name=""/>
              <p:cNvSpPr/>
              <p:nvPr/>
            </p:nvSpPr>
            <p:spPr>
              <a:xfrm rot="0">
                <a:off x="2638" y="2936"/>
                <a:ext cx="14" cy="31"/>
              </a:xfrm>
              <a:custGeom>
                <a:avLst/>
                <a:ahLst/>
                <a:rect l="0" t="0" r="r" b="b"/>
                <a:pathLst>
                  <a:path w="70" h="155">
                    <a:moveTo>
                      <a:pt x="0" y="152"/>
                    </a:moveTo>
                    <a:lnTo>
                      <a:pt x="31" y="154"/>
                    </a:lnTo>
                    <a:lnTo>
                      <a:pt x="61" y="155"/>
                    </a:lnTo>
                    <a:lnTo>
                      <a:pt x="70" y="2"/>
                    </a:lnTo>
                    <a:lnTo>
                      <a:pt x="39" y="1"/>
                    </a:lnTo>
                    <a:lnTo>
                      <a:pt x="9" y="0"/>
                    </a:lnTo>
                    <a:lnTo>
                      <a:pt x="0" y="1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91" name=""/>
              <p:cNvSpPr/>
              <p:nvPr/>
            </p:nvSpPr>
            <p:spPr>
              <a:xfrm rot="0">
                <a:off x="2646" y="2937"/>
                <a:ext cx="7" cy="1"/>
              </a:xfrm>
              <a:custGeom>
                <a:avLst/>
                <a:ahLst/>
                <a:rect l="0" t="0" r="r" b="b"/>
                <a:pathLst>
                  <a:path w="32" h="1">
                    <a:moveTo>
                      <a:pt x="0" y="0"/>
                    </a:moveTo>
                    <a:lnTo>
                      <a:pt x="31" y="1"/>
                    </a:lnTo>
                    <a:lnTo>
                      <a:pt x="3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92" name=""/>
              <p:cNvSpPr/>
              <p:nvPr/>
            </p:nvSpPr>
            <p:spPr>
              <a:xfrm rot="0" flipV="1">
                <a:off x="2652" y="293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93" name=""/>
              <p:cNvSpPr/>
              <p:nvPr/>
            </p:nvSpPr>
            <p:spPr>
              <a:xfrm rot="0">
                <a:off x="2640" y="2906"/>
                <a:ext cx="13" cy="31"/>
              </a:xfrm>
              <a:custGeom>
                <a:avLst/>
                <a:ahLst/>
                <a:rect l="0" t="0" r="r" b="b"/>
                <a:pathLst>
                  <a:path w="62" h="153">
                    <a:moveTo>
                      <a:pt x="0" y="153"/>
                    </a:moveTo>
                    <a:lnTo>
                      <a:pt x="30" y="153"/>
                    </a:lnTo>
                    <a:lnTo>
                      <a:pt x="62" y="153"/>
                    </a:lnTo>
                    <a:lnTo>
                      <a:pt x="62" y="0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94" name=""/>
              <p:cNvSpPr/>
              <p:nvPr/>
            </p:nvSpPr>
            <p:spPr>
              <a:xfrm rot="0">
                <a:off x="2640" y="2906"/>
                <a:ext cx="13" cy="31"/>
              </a:xfrm>
              <a:custGeom>
                <a:avLst/>
                <a:ahLst/>
                <a:rect l="0" t="0" r="r" b="b"/>
                <a:pathLst>
                  <a:path w="62" h="153">
                    <a:moveTo>
                      <a:pt x="0" y="153"/>
                    </a:moveTo>
                    <a:lnTo>
                      <a:pt x="30" y="153"/>
                    </a:lnTo>
                    <a:lnTo>
                      <a:pt x="62" y="153"/>
                    </a:lnTo>
                    <a:lnTo>
                      <a:pt x="62" y="0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95" name=""/>
              <p:cNvSpPr/>
              <p:nvPr/>
            </p:nvSpPr>
            <p:spPr>
              <a:xfrm rot="0">
                <a:off x="2646" y="2906"/>
                <a:ext cx="7" cy="1"/>
              </a:xfrm>
              <a:custGeom>
                <a:avLst/>
                <a:ahLst/>
                <a:rect l="0" t="0" r="r" b="b"/>
                <a:pathLst>
                  <a:path w="32" h="1">
                    <a:moveTo>
                      <a:pt x="0" y="1"/>
                    </a:moveTo>
                    <a:lnTo>
                      <a:pt x="32" y="1"/>
                    </a:lnTo>
                    <a:lnTo>
                      <a:pt x="31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96" name=""/>
              <p:cNvSpPr/>
              <p:nvPr/>
            </p:nvSpPr>
            <p:spPr>
              <a:xfrm rot="0" flipH="1" flipV="1">
                <a:off x="2652" y="29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97" name=""/>
              <p:cNvSpPr/>
              <p:nvPr/>
            </p:nvSpPr>
            <p:spPr>
              <a:xfrm rot="0">
                <a:off x="2638" y="2875"/>
                <a:ext cx="14" cy="31"/>
              </a:xfrm>
              <a:custGeom>
                <a:avLst/>
                <a:ahLst/>
                <a:rect l="0" t="0" r="r" b="b"/>
                <a:pathLst>
                  <a:path w="70" h="154">
                    <a:moveTo>
                      <a:pt x="9" y="154"/>
                    </a:moveTo>
                    <a:lnTo>
                      <a:pt x="39" y="153"/>
                    </a:lnTo>
                    <a:lnTo>
                      <a:pt x="70" y="152"/>
                    </a:lnTo>
                    <a:lnTo>
                      <a:pt x="61" y="0"/>
                    </a:lnTo>
                    <a:lnTo>
                      <a:pt x="31" y="1"/>
                    </a:lnTo>
                    <a:lnTo>
                      <a:pt x="0" y="3"/>
                    </a:lnTo>
                    <a:lnTo>
                      <a:pt x="9" y="1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898" name=""/>
              <p:cNvSpPr/>
              <p:nvPr/>
            </p:nvSpPr>
            <p:spPr>
              <a:xfrm rot="0">
                <a:off x="2638" y="2875"/>
                <a:ext cx="14" cy="31"/>
              </a:xfrm>
              <a:custGeom>
                <a:avLst/>
                <a:ahLst/>
                <a:rect l="0" t="0" r="r" b="b"/>
                <a:pathLst>
                  <a:path w="70" h="154">
                    <a:moveTo>
                      <a:pt x="9" y="154"/>
                    </a:moveTo>
                    <a:lnTo>
                      <a:pt x="39" y="153"/>
                    </a:lnTo>
                    <a:lnTo>
                      <a:pt x="70" y="152"/>
                    </a:lnTo>
                    <a:lnTo>
                      <a:pt x="61" y="0"/>
                    </a:lnTo>
                    <a:lnTo>
                      <a:pt x="31" y="1"/>
                    </a:lnTo>
                    <a:lnTo>
                      <a:pt x="0" y="3"/>
                    </a:lnTo>
                    <a:lnTo>
                      <a:pt x="9" y="1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899" name=""/>
              <p:cNvSpPr/>
              <p:nvPr/>
            </p:nvSpPr>
            <p:spPr>
              <a:xfrm rot="0">
                <a:off x="2645" y="2875"/>
                <a:ext cx="6" cy="1"/>
              </a:xfrm>
              <a:custGeom>
                <a:avLst/>
                <a:ahLst/>
                <a:rect l="0" t="0" r="r" b="b"/>
                <a:pathLst>
                  <a:path w="30" h="3">
                    <a:moveTo>
                      <a:pt x="0" y="3"/>
                    </a:moveTo>
                    <a:lnTo>
                      <a:pt x="30" y="2"/>
                    </a:lnTo>
                    <a:lnTo>
                      <a:pt x="30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00" name=""/>
              <p:cNvSpPr/>
              <p:nvPr/>
            </p:nvSpPr>
            <p:spPr>
              <a:xfrm rot="0" flipV="1">
                <a:off x="2651" y="28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01" name=""/>
              <p:cNvSpPr/>
              <p:nvPr/>
            </p:nvSpPr>
            <p:spPr>
              <a:xfrm rot="0">
                <a:off x="2635" y="2845"/>
                <a:ext cx="16" cy="31"/>
              </a:xfrm>
              <a:custGeom>
                <a:avLst/>
                <a:ahLst/>
                <a:rect l="0" t="0" r="r" b="b"/>
                <a:pathLst>
                  <a:path w="79" h="159">
                    <a:moveTo>
                      <a:pt x="18" y="159"/>
                    </a:moveTo>
                    <a:lnTo>
                      <a:pt x="49" y="155"/>
                    </a:lnTo>
                    <a:lnTo>
                      <a:pt x="79" y="152"/>
                    </a:lnTo>
                    <a:lnTo>
                      <a:pt x="61" y="0"/>
                    </a:lnTo>
                    <a:lnTo>
                      <a:pt x="31" y="4"/>
                    </a:lnTo>
                    <a:lnTo>
                      <a:pt x="0" y="7"/>
                    </a:lnTo>
                    <a:lnTo>
                      <a:pt x="18" y="1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02" name=""/>
              <p:cNvSpPr/>
              <p:nvPr/>
            </p:nvSpPr>
            <p:spPr>
              <a:xfrm rot="0">
                <a:off x="2635" y="2845"/>
                <a:ext cx="16" cy="31"/>
              </a:xfrm>
              <a:custGeom>
                <a:avLst/>
                <a:ahLst/>
                <a:rect l="0" t="0" r="r" b="b"/>
                <a:pathLst>
                  <a:path w="79" h="159">
                    <a:moveTo>
                      <a:pt x="18" y="159"/>
                    </a:moveTo>
                    <a:lnTo>
                      <a:pt x="49" y="155"/>
                    </a:lnTo>
                    <a:lnTo>
                      <a:pt x="79" y="152"/>
                    </a:lnTo>
                    <a:lnTo>
                      <a:pt x="61" y="0"/>
                    </a:lnTo>
                    <a:lnTo>
                      <a:pt x="31" y="4"/>
                    </a:lnTo>
                    <a:lnTo>
                      <a:pt x="0" y="7"/>
                    </a:lnTo>
                    <a:lnTo>
                      <a:pt x="18" y="1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03" name=""/>
              <p:cNvSpPr/>
              <p:nvPr/>
            </p:nvSpPr>
            <p:spPr>
              <a:xfrm rot="0">
                <a:off x="2641" y="2844"/>
                <a:ext cx="6" cy="1"/>
              </a:xfrm>
              <a:custGeom>
                <a:avLst/>
                <a:ahLst/>
                <a:rect l="0" t="0" r="r" b="b"/>
                <a:pathLst>
                  <a:path w="30" h="5">
                    <a:moveTo>
                      <a:pt x="0" y="5"/>
                    </a:moveTo>
                    <a:lnTo>
                      <a:pt x="30" y="1"/>
                    </a:lnTo>
                    <a:lnTo>
                      <a:pt x="30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04" name=""/>
              <p:cNvSpPr/>
              <p:nvPr/>
            </p:nvSpPr>
            <p:spPr>
              <a:xfrm rot="0" flipV="1">
                <a:off x="2647" y="284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05" name=""/>
              <p:cNvSpPr/>
              <p:nvPr/>
            </p:nvSpPr>
            <p:spPr>
              <a:xfrm rot="0">
                <a:off x="2630" y="2814"/>
                <a:ext cx="17" cy="32"/>
              </a:xfrm>
              <a:custGeom>
                <a:avLst/>
                <a:ahLst/>
                <a:rect l="0" t="0" r="r" b="b"/>
                <a:pathLst>
                  <a:path w="87" h="161">
                    <a:moveTo>
                      <a:pt x="26" y="161"/>
                    </a:moveTo>
                    <a:lnTo>
                      <a:pt x="57" y="156"/>
                    </a:lnTo>
                    <a:lnTo>
                      <a:pt x="87" y="151"/>
                    </a:lnTo>
                    <a:lnTo>
                      <a:pt x="61" y="0"/>
                    </a:lnTo>
                    <a:lnTo>
                      <a:pt x="31" y="5"/>
                    </a:lnTo>
                    <a:lnTo>
                      <a:pt x="0" y="10"/>
                    </a:lnTo>
                    <a:lnTo>
                      <a:pt x="26" y="1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06" name=""/>
              <p:cNvSpPr/>
              <p:nvPr/>
            </p:nvSpPr>
            <p:spPr>
              <a:xfrm rot="0">
                <a:off x="2630" y="2814"/>
                <a:ext cx="17" cy="32"/>
              </a:xfrm>
              <a:custGeom>
                <a:avLst/>
                <a:ahLst/>
                <a:rect l="0" t="0" r="r" b="b"/>
                <a:pathLst>
                  <a:path w="87" h="161">
                    <a:moveTo>
                      <a:pt x="26" y="161"/>
                    </a:moveTo>
                    <a:lnTo>
                      <a:pt x="57" y="156"/>
                    </a:lnTo>
                    <a:lnTo>
                      <a:pt x="87" y="151"/>
                    </a:lnTo>
                    <a:lnTo>
                      <a:pt x="61" y="0"/>
                    </a:lnTo>
                    <a:lnTo>
                      <a:pt x="31" y="5"/>
                    </a:lnTo>
                    <a:lnTo>
                      <a:pt x="0" y="10"/>
                    </a:lnTo>
                    <a:lnTo>
                      <a:pt x="26" y="1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07" name=""/>
              <p:cNvSpPr/>
              <p:nvPr/>
            </p:nvSpPr>
            <p:spPr>
              <a:xfrm rot="0">
                <a:off x="2636" y="2814"/>
                <a:ext cx="6" cy="1"/>
              </a:xfrm>
              <a:custGeom>
                <a:avLst/>
                <a:ahLst/>
                <a:rect l="0" t="0" r="r" b="b"/>
                <a:pathLst>
                  <a:path w="30" h="7">
                    <a:moveTo>
                      <a:pt x="0" y="7"/>
                    </a:moveTo>
                    <a:lnTo>
                      <a:pt x="30" y="2"/>
                    </a:lnTo>
                    <a:lnTo>
                      <a:pt x="30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08" name=""/>
              <p:cNvSpPr/>
              <p:nvPr/>
            </p:nvSpPr>
            <p:spPr>
              <a:xfrm rot="0" flipV="1">
                <a:off x="2642" y="28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09" name=""/>
              <p:cNvSpPr/>
              <p:nvPr/>
            </p:nvSpPr>
            <p:spPr>
              <a:xfrm rot="0">
                <a:off x="2623" y="2784"/>
                <a:ext cx="19" cy="33"/>
              </a:xfrm>
              <a:custGeom>
                <a:avLst/>
                <a:ahLst/>
                <a:rect l="0" t="0" r="r" b="b"/>
                <a:pathLst>
                  <a:path w="96" h="164">
                    <a:moveTo>
                      <a:pt x="35" y="164"/>
                    </a:moveTo>
                    <a:lnTo>
                      <a:pt x="66" y="156"/>
                    </a:lnTo>
                    <a:lnTo>
                      <a:pt x="96" y="149"/>
                    </a:lnTo>
                    <a:lnTo>
                      <a:pt x="61" y="0"/>
                    </a:lnTo>
                    <a:lnTo>
                      <a:pt x="30" y="7"/>
                    </a:lnTo>
                    <a:lnTo>
                      <a:pt x="0" y="14"/>
                    </a:lnTo>
                    <a:lnTo>
                      <a:pt x="35" y="1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10" name=""/>
              <p:cNvSpPr/>
              <p:nvPr/>
            </p:nvSpPr>
            <p:spPr>
              <a:xfrm rot="0">
                <a:off x="2623" y="2784"/>
                <a:ext cx="19" cy="33"/>
              </a:xfrm>
              <a:custGeom>
                <a:avLst/>
                <a:ahLst/>
                <a:rect l="0" t="0" r="r" b="b"/>
                <a:pathLst>
                  <a:path w="96" h="164">
                    <a:moveTo>
                      <a:pt x="35" y="164"/>
                    </a:moveTo>
                    <a:lnTo>
                      <a:pt x="66" y="156"/>
                    </a:lnTo>
                    <a:lnTo>
                      <a:pt x="96" y="149"/>
                    </a:lnTo>
                    <a:lnTo>
                      <a:pt x="61" y="0"/>
                    </a:lnTo>
                    <a:lnTo>
                      <a:pt x="30" y="7"/>
                    </a:lnTo>
                    <a:lnTo>
                      <a:pt x="0" y="14"/>
                    </a:lnTo>
                    <a:lnTo>
                      <a:pt x="35" y="16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11" name=""/>
              <p:cNvSpPr/>
              <p:nvPr/>
            </p:nvSpPr>
            <p:spPr>
              <a:xfrm rot="0">
                <a:off x="2629" y="2784"/>
                <a:ext cx="6" cy="1"/>
              </a:xfrm>
              <a:custGeom>
                <a:avLst/>
                <a:ahLst/>
                <a:rect l="0" t="0" r="r" b="b"/>
                <a:pathLst>
                  <a:path w="31" h="8">
                    <a:moveTo>
                      <a:pt x="0" y="8"/>
                    </a:moveTo>
                    <a:lnTo>
                      <a:pt x="31" y="1"/>
                    </a:lnTo>
                    <a:lnTo>
                      <a:pt x="30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12" name=""/>
              <p:cNvSpPr/>
              <p:nvPr/>
            </p:nvSpPr>
            <p:spPr>
              <a:xfrm rot="0" flipH="1" flipV="1">
                <a:off x="2635" y="27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13" name=""/>
              <p:cNvSpPr/>
              <p:nvPr/>
            </p:nvSpPr>
            <p:spPr>
              <a:xfrm rot="0">
                <a:off x="2614" y="2755"/>
                <a:ext cx="21" cy="32"/>
              </a:xfrm>
              <a:custGeom>
                <a:avLst/>
                <a:ahLst/>
                <a:rect l="0" t="0" r="r" b="b"/>
                <a:pathLst>
                  <a:path w="103" h="163">
                    <a:moveTo>
                      <a:pt x="44" y="163"/>
                    </a:moveTo>
                    <a:lnTo>
                      <a:pt x="73" y="154"/>
                    </a:lnTo>
                    <a:lnTo>
                      <a:pt x="103" y="146"/>
                    </a:lnTo>
                    <a:lnTo>
                      <a:pt x="59" y="0"/>
                    </a:lnTo>
                    <a:lnTo>
                      <a:pt x="29" y="9"/>
                    </a:lnTo>
                    <a:lnTo>
                      <a:pt x="0" y="17"/>
                    </a:lnTo>
                    <a:lnTo>
                      <a:pt x="44" y="1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14" name=""/>
              <p:cNvSpPr/>
              <p:nvPr/>
            </p:nvSpPr>
            <p:spPr>
              <a:xfrm rot="0">
                <a:off x="2614" y="2755"/>
                <a:ext cx="21" cy="32"/>
              </a:xfrm>
              <a:custGeom>
                <a:avLst/>
                <a:ahLst/>
                <a:rect l="0" t="0" r="r" b="b"/>
                <a:pathLst>
                  <a:path w="103" h="163">
                    <a:moveTo>
                      <a:pt x="44" y="163"/>
                    </a:moveTo>
                    <a:lnTo>
                      <a:pt x="73" y="154"/>
                    </a:lnTo>
                    <a:lnTo>
                      <a:pt x="103" y="146"/>
                    </a:lnTo>
                    <a:lnTo>
                      <a:pt x="59" y="0"/>
                    </a:lnTo>
                    <a:lnTo>
                      <a:pt x="29" y="9"/>
                    </a:lnTo>
                    <a:lnTo>
                      <a:pt x="0" y="17"/>
                    </a:lnTo>
                    <a:lnTo>
                      <a:pt x="44" y="16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15" name=""/>
              <p:cNvSpPr/>
              <p:nvPr/>
            </p:nvSpPr>
            <p:spPr>
              <a:xfrm rot="0">
                <a:off x="2620" y="2754"/>
                <a:ext cx="6" cy="2"/>
              </a:xfrm>
              <a:custGeom>
                <a:avLst/>
                <a:ahLst/>
                <a:rect l="0" t="0" r="r" b="b"/>
                <a:pathLst>
                  <a:path w="30" h="11">
                    <a:moveTo>
                      <a:pt x="0" y="11"/>
                    </a:moveTo>
                    <a:lnTo>
                      <a:pt x="30" y="2"/>
                    </a:lnTo>
                    <a:lnTo>
                      <a:pt x="30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16" name=""/>
              <p:cNvSpPr/>
              <p:nvPr/>
            </p:nvSpPr>
            <p:spPr>
              <a:xfrm rot="0" flipV="1">
                <a:off x="2626" y="275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17" name=""/>
              <p:cNvSpPr/>
              <p:nvPr/>
            </p:nvSpPr>
            <p:spPr>
              <a:xfrm rot="0">
                <a:off x="2604" y="2726"/>
                <a:ext cx="22" cy="33"/>
              </a:xfrm>
              <a:custGeom>
                <a:avLst/>
                <a:ahLst/>
                <a:rect l="0" t="0" r="r" b="b"/>
                <a:pathLst>
                  <a:path w="111" h="165">
                    <a:moveTo>
                      <a:pt x="52" y="165"/>
                    </a:moveTo>
                    <a:lnTo>
                      <a:pt x="81" y="154"/>
                    </a:lnTo>
                    <a:lnTo>
                      <a:pt x="111" y="143"/>
                    </a:lnTo>
                    <a:lnTo>
                      <a:pt x="58" y="0"/>
                    </a:lnTo>
                    <a:lnTo>
                      <a:pt x="29" y="11"/>
                    </a:lnTo>
                    <a:lnTo>
                      <a:pt x="0" y="22"/>
                    </a:lnTo>
                    <a:lnTo>
                      <a:pt x="52" y="1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18" name=""/>
              <p:cNvSpPr/>
              <p:nvPr/>
            </p:nvSpPr>
            <p:spPr>
              <a:xfrm rot="0">
                <a:off x="2604" y="2726"/>
                <a:ext cx="22" cy="33"/>
              </a:xfrm>
              <a:custGeom>
                <a:avLst/>
                <a:ahLst/>
                <a:rect l="0" t="0" r="r" b="b"/>
                <a:pathLst>
                  <a:path w="111" h="165">
                    <a:moveTo>
                      <a:pt x="52" y="165"/>
                    </a:moveTo>
                    <a:lnTo>
                      <a:pt x="81" y="154"/>
                    </a:lnTo>
                    <a:lnTo>
                      <a:pt x="111" y="143"/>
                    </a:lnTo>
                    <a:lnTo>
                      <a:pt x="58" y="0"/>
                    </a:lnTo>
                    <a:lnTo>
                      <a:pt x="29" y="11"/>
                    </a:lnTo>
                    <a:lnTo>
                      <a:pt x="0" y="22"/>
                    </a:lnTo>
                    <a:lnTo>
                      <a:pt x="52" y="1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19" name=""/>
              <p:cNvSpPr/>
              <p:nvPr/>
            </p:nvSpPr>
            <p:spPr>
              <a:xfrm rot="0">
                <a:off x="2609" y="2725"/>
                <a:ext cx="6" cy="3"/>
              </a:xfrm>
              <a:custGeom>
                <a:avLst/>
                <a:ahLst/>
                <a:rect l="0" t="0" r="r" b="b"/>
                <a:pathLst>
                  <a:path w="29" h="13">
                    <a:moveTo>
                      <a:pt x="0" y="13"/>
                    </a:moveTo>
                    <a:lnTo>
                      <a:pt x="29" y="2"/>
                    </a:lnTo>
                    <a:lnTo>
                      <a:pt x="28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20" name=""/>
              <p:cNvSpPr/>
              <p:nvPr/>
            </p:nvSpPr>
            <p:spPr>
              <a:xfrm rot="0" flipH="1" flipV="1">
                <a:off x="2615" y="27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21" name=""/>
              <p:cNvSpPr/>
              <p:nvPr/>
            </p:nvSpPr>
            <p:spPr>
              <a:xfrm rot="0">
                <a:off x="2592" y="2697"/>
                <a:ext cx="23" cy="33"/>
              </a:xfrm>
              <a:custGeom>
                <a:avLst/>
                <a:ahLst/>
                <a:rect l="0" t="0" r="r" b="b"/>
                <a:pathLst>
                  <a:path w="117" h="165">
                    <a:moveTo>
                      <a:pt x="61" y="165"/>
                    </a:moveTo>
                    <a:lnTo>
                      <a:pt x="89" y="153"/>
                    </a:lnTo>
                    <a:lnTo>
                      <a:pt x="117" y="140"/>
                    </a:lnTo>
                    <a:lnTo>
                      <a:pt x="56" y="0"/>
                    </a:lnTo>
                    <a:lnTo>
                      <a:pt x="28" y="12"/>
                    </a:lnTo>
                    <a:lnTo>
                      <a:pt x="0" y="24"/>
                    </a:lnTo>
                    <a:lnTo>
                      <a:pt x="61" y="1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22" name=""/>
              <p:cNvSpPr/>
              <p:nvPr/>
            </p:nvSpPr>
            <p:spPr>
              <a:xfrm rot="0">
                <a:off x="2592" y="2697"/>
                <a:ext cx="23" cy="33"/>
              </a:xfrm>
              <a:custGeom>
                <a:avLst/>
                <a:ahLst/>
                <a:rect l="0" t="0" r="r" b="b"/>
                <a:pathLst>
                  <a:path w="117" h="165">
                    <a:moveTo>
                      <a:pt x="61" y="165"/>
                    </a:moveTo>
                    <a:lnTo>
                      <a:pt x="89" y="153"/>
                    </a:lnTo>
                    <a:lnTo>
                      <a:pt x="117" y="140"/>
                    </a:lnTo>
                    <a:lnTo>
                      <a:pt x="56" y="0"/>
                    </a:lnTo>
                    <a:lnTo>
                      <a:pt x="28" y="12"/>
                    </a:lnTo>
                    <a:lnTo>
                      <a:pt x="0" y="24"/>
                    </a:lnTo>
                    <a:lnTo>
                      <a:pt x="61" y="1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23" name=""/>
              <p:cNvSpPr/>
              <p:nvPr/>
            </p:nvSpPr>
            <p:spPr>
              <a:xfrm rot="0">
                <a:off x="2597" y="2697"/>
                <a:ext cx="6" cy="3"/>
              </a:xfrm>
              <a:custGeom>
                <a:avLst/>
                <a:ahLst/>
                <a:rect l="0" t="0" r="r" b="b"/>
                <a:pathLst>
                  <a:path w="28" h="13">
                    <a:moveTo>
                      <a:pt x="0" y="13"/>
                    </a:moveTo>
                    <a:lnTo>
                      <a:pt x="28" y="1"/>
                    </a:lnTo>
                    <a:lnTo>
                      <a:pt x="28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24" name=""/>
              <p:cNvSpPr/>
              <p:nvPr/>
            </p:nvSpPr>
            <p:spPr>
              <a:xfrm rot="0" flipV="1">
                <a:off x="2603" y="269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25" name=""/>
              <p:cNvSpPr/>
              <p:nvPr/>
            </p:nvSpPr>
            <p:spPr>
              <a:xfrm rot="0">
                <a:off x="2578" y="2670"/>
                <a:ext cx="25" cy="32"/>
              </a:xfrm>
              <a:custGeom>
                <a:avLst/>
                <a:ahLst/>
                <a:rect l="0" t="0" r="r" b="b"/>
                <a:pathLst>
                  <a:path w="125" h="162">
                    <a:moveTo>
                      <a:pt x="69" y="162"/>
                    </a:moveTo>
                    <a:lnTo>
                      <a:pt x="97" y="149"/>
                    </a:lnTo>
                    <a:lnTo>
                      <a:pt x="125" y="136"/>
                    </a:lnTo>
                    <a:lnTo>
                      <a:pt x="56" y="0"/>
                    </a:lnTo>
                    <a:lnTo>
                      <a:pt x="28" y="13"/>
                    </a:lnTo>
                    <a:lnTo>
                      <a:pt x="0" y="27"/>
                    </a:lnTo>
                    <a:lnTo>
                      <a:pt x="69" y="16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26" name=""/>
              <p:cNvSpPr/>
              <p:nvPr/>
            </p:nvSpPr>
            <p:spPr>
              <a:xfrm rot="0">
                <a:off x="2578" y="2670"/>
                <a:ext cx="25" cy="32"/>
              </a:xfrm>
              <a:custGeom>
                <a:avLst/>
                <a:ahLst/>
                <a:rect l="0" t="0" r="r" b="b"/>
                <a:pathLst>
                  <a:path w="125" h="162">
                    <a:moveTo>
                      <a:pt x="69" y="162"/>
                    </a:moveTo>
                    <a:lnTo>
                      <a:pt x="97" y="149"/>
                    </a:lnTo>
                    <a:lnTo>
                      <a:pt x="125" y="136"/>
                    </a:lnTo>
                    <a:lnTo>
                      <a:pt x="56" y="0"/>
                    </a:lnTo>
                    <a:lnTo>
                      <a:pt x="28" y="13"/>
                    </a:lnTo>
                    <a:lnTo>
                      <a:pt x="0" y="27"/>
                    </a:lnTo>
                    <a:lnTo>
                      <a:pt x="69" y="16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27" name=""/>
              <p:cNvSpPr/>
              <p:nvPr/>
            </p:nvSpPr>
            <p:spPr>
              <a:xfrm rot="0">
                <a:off x="2583" y="2669"/>
                <a:ext cx="6" cy="3"/>
              </a:xfrm>
              <a:custGeom>
                <a:avLst/>
                <a:ahLst/>
                <a:rect l="0" t="0" r="r" b="b"/>
                <a:pathLst>
                  <a:path w="28" h="16">
                    <a:moveTo>
                      <a:pt x="0" y="16"/>
                    </a:moveTo>
                    <a:lnTo>
                      <a:pt x="28" y="3"/>
                    </a:lnTo>
                    <a:lnTo>
                      <a:pt x="27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28" name=""/>
              <p:cNvSpPr/>
              <p:nvPr/>
            </p:nvSpPr>
            <p:spPr>
              <a:xfrm rot="0" flipH="1" flipV="1">
                <a:off x="2589" y="26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29" name=""/>
              <p:cNvSpPr/>
              <p:nvPr/>
            </p:nvSpPr>
            <p:spPr>
              <a:xfrm rot="0">
                <a:off x="2563" y="2643"/>
                <a:ext cx="26" cy="33"/>
              </a:xfrm>
              <a:custGeom>
                <a:avLst/>
                <a:ahLst/>
                <a:rect l="0" t="0" r="r" b="b"/>
                <a:pathLst>
                  <a:path w="129" h="164">
                    <a:moveTo>
                      <a:pt x="75" y="164"/>
                    </a:moveTo>
                    <a:lnTo>
                      <a:pt x="102" y="148"/>
                    </a:lnTo>
                    <a:lnTo>
                      <a:pt x="129" y="132"/>
                    </a:lnTo>
                    <a:lnTo>
                      <a:pt x="53" y="0"/>
                    </a:lnTo>
                    <a:lnTo>
                      <a:pt x="27" y="16"/>
                    </a:lnTo>
                    <a:lnTo>
                      <a:pt x="0" y="32"/>
                    </a:lnTo>
                    <a:lnTo>
                      <a:pt x="75" y="1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30" name=""/>
              <p:cNvSpPr/>
              <p:nvPr/>
            </p:nvSpPr>
            <p:spPr>
              <a:xfrm rot="0">
                <a:off x="2563" y="2643"/>
                <a:ext cx="26" cy="33"/>
              </a:xfrm>
              <a:custGeom>
                <a:avLst/>
                <a:ahLst/>
                <a:rect l="0" t="0" r="r" b="b"/>
                <a:pathLst>
                  <a:path w="129" h="164">
                    <a:moveTo>
                      <a:pt x="75" y="164"/>
                    </a:moveTo>
                    <a:lnTo>
                      <a:pt x="102" y="148"/>
                    </a:lnTo>
                    <a:lnTo>
                      <a:pt x="129" y="132"/>
                    </a:lnTo>
                    <a:lnTo>
                      <a:pt x="53" y="0"/>
                    </a:lnTo>
                    <a:lnTo>
                      <a:pt x="27" y="16"/>
                    </a:lnTo>
                    <a:lnTo>
                      <a:pt x="0" y="32"/>
                    </a:lnTo>
                    <a:lnTo>
                      <a:pt x="75" y="16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31" name=""/>
              <p:cNvSpPr/>
              <p:nvPr/>
            </p:nvSpPr>
            <p:spPr>
              <a:xfrm rot="0">
                <a:off x="2568" y="2643"/>
                <a:ext cx="6" cy="3"/>
              </a:xfrm>
              <a:custGeom>
                <a:avLst/>
                <a:ahLst/>
                <a:rect l="0" t="0" r="r" b="b"/>
                <a:pathLst>
                  <a:path w="26" h="17">
                    <a:moveTo>
                      <a:pt x="0" y="17"/>
                    </a:moveTo>
                    <a:lnTo>
                      <a:pt x="26" y="1"/>
                    </a:lnTo>
                    <a:lnTo>
                      <a:pt x="25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32" name=""/>
              <p:cNvSpPr/>
              <p:nvPr/>
            </p:nvSpPr>
            <p:spPr>
              <a:xfrm rot="0" flipH="1" flipV="1">
                <a:off x="2573" y="264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33" name=""/>
              <p:cNvSpPr/>
              <p:nvPr/>
            </p:nvSpPr>
            <p:spPr>
              <a:xfrm rot="0">
                <a:off x="2546" y="2617"/>
                <a:ext cx="27" cy="32"/>
              </a:xfrm>
              <a:custGeom>
                <a:avLst/>
                <a:ahLst/>
                <a:rect l="0" t="0" r="r" b="b"/>
                <a:pathLst>
                  <a:path w="135" h="161">
                    <a:moveTo>
                      <a:pt x="84" y="161"/>
                    </a:moveTo>
                    <a:lnTo>
                      <a:pt x="110" y="144"/>
                    </a:lnTo>
                    <a:lnTo>
                      <a:pt x="135" y="127"/>
                    </a:lnTo>
                    <a:lnTo>
                      <a:pt x="51" y="0"/>
                    </a:lnTo>
                    <a:lnTo>
                      <a:pt x="25" y="17"/>
                    </a:lnTo>
                    <a:lnTo>
                      <a:pt x="0" y="34"/>
                    </a:lnTo>
                    <a:lnTo>
                      <a:pt x="84" y="1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34" name=""/>
              <p:cNvSpPr/>
              <p:nvPr/>
            </p:nvSpPr>
            <p:spPr>
              <a:xfrm rot="0">
                <a:off x="2546" y="2617"/>
                <a:ext cx="27" cy="32"/>
              </a:xfrm>
              <a:custGeom>
                <a:avLst/>
                <a:ahLst/>
                <a:rect l="0" t="0" r="r" b="b"/>
                <a:pathLst>
                  <a:path w="135" h="161">
                    <a:moveTo>
                      <a:pt x="84" y="161"/>
                    </a:moveTo>
                    <a:lnTo>
                      <a:pt x="110" y="144"/>
                    </a:lnTo>
                    <a:lnTo>
                      <a:pt x="135" y="127"/>
                    </a:lnTo>
                    <a:lnTo>
                      <a:pt x="51" y="0"/>
                    </a:lnTo>
                    <a:lnTo>
                      <a:pt x="25" y="17"/>
                    </a:lnTo>
                    <a:lnTo>
                      <a:pt x="0" y="34"/>
                    </a:lnTo>
                    <a:lnTo>
                      <a:pt x="84" y="1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35" name=""/>
              <p:cNvSpPr/>
              <p:nvPr/>
            </p:nvSpPr>
            <p:spPr>
              <a:xfrm rot="0">
                <a:off x="2551" y="2617"/>
                <a:ext cx="6" cy="4"/>
              </a:xfrm>
              <a:custGeom>
                <a:avLst/>
                <a:ahLst/>
                <a:rect l="0" t="0" r="r" b="b"/>
                <a:pathLst>
                  <a:path w="26" h="18">
                    <a:moveTo>
                      <a:pt x="0" y="18"/>
                    </a:moveTo>
                    <a:lnTo>
                      <a:pt x="26" y="1"/>
                    </a:lnTo>
                    <a:lnTo>
                      <a:pt x="25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36" name=""/>
              <p:cNvSpPr/>
              <p:nvPr/>
            </p:nvSpPr>
            <p:spPr>
              <a:xfrm rot="0" flipH="1" flipV="1">
                <a:off x="2556" y="26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37" name=""/>
              <p:cNvSpPr/>
              <p:nvPr/>
            </p:nvSpPr>
            <p:spPr>
              <a:xfrm rot="0">
                <a:off x="2528" y="2593"/>
                <a:ext cx="28" cy="31"/>
              </a:xfrm>
              <a:custGeom>
                <a:avLst/>
                <a:ahLst/>
                <a:rect l="0" t="0" r="r" b="b"/>
                <a:pathLst>
                  <a:path w="141" h="158">
                    <a:moveTo>
                      <a:pt x="92" y="158"/>
                    </a:moveTo>
                    <a:lnTo>
                      <a:pt x="116" y="140"/>
                    </a:lnTo>
                    <a:lnTo>
                      <a:pt x="141" y="122"/>
                    </a:lnTo>
                    <a:lnTo>
                      <a:pt x="49" y="0"/>
                    </a:lnTo>
                    <a:lnTo>
                      <a:pt x="25" y="18"/>
                    </a:lnTo>
                    <a:lnTo>
                      <a:pt x="0" y="36"/>
                    </a:lnTo>
                    <a:lnTo>
                      <a:pt x="92" y="15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38" name=""/>
              <p:cNvSpPr/>
              <p:nvPr/>
            </p:nvSpPr>
            <p:spPr>
              <a:xfrm rot="0">
                <a:off x="2528" y="2593"/>
                <a:ext cx="28" cy="31"/>
              </a:xfrm>
              <a:custGeom>
                <a:avLst/>
                <a:ahLst/>
                <a:rect l="0" t="0" r="r" b="b"/>
                <a:pathLst>
                  <a:path w="141" h="158">
                    <a:moveTo>
                      <a:pt x="92" y="158"/>
                    </a:moveTo>
                    <a:lnTo>
                      <a:pt x="116" y="140"/>
                    </a:lnTo>
                    <a:lnTo>
                      <a:pt x="141" y="122"/>
                    </a:lnTo>
                    <a:lnTo>
                      <a:pt x="49" y="0"/>
                    </a:lnTo>
                    <a:lnTo>
                      <a:pt x="25" y="18"/>
                    </a:lnTo>
                    <a:lnTo>
                      <a:pt x="0" y="36"/>
                    </a:lnTo>
                    <a:lnTo>
                      <a:pt x="92" y="15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391" name=""/>
            <p:cNvGrpSpPr/>
            <p:nvPr/>
          </p:nvGrpSpPr>
          <p:grpSpPr>
            <a:xfrm rot="0">
              <a:off x="1661" y="2429"/>
              <a:ext cx="878" cy="985"/>
              <a:chOff x="1661" y="2429"/>
              <a:chExt cx="878" cy="985"/>
            </a:xfrm>
          </p:grpSpPr>
          <p:sp>
            <p:nvSpPr>
              <p:cNvPr id="1076939" name=""/>
              <p:cNvSpPr/>
              <p:nvPr/>
            </p:nvSpPr>
            <p:spPr>
              <a:xfrm rot="0">
                <a:off x="2533" y="2592"/>
                <a:ext cx="5" cy="4"/>
              </a:xfrm>
              <a:custGeom>
                <a:avLst/>
                <a:ahLst/>
                <a:rect l="0" t="0" r="r" b="b"/>
                <a:pathLst>
                  <a:path w="24" h="20">
                    <a:moveTo>
                      <a:pt x="0" y="20"/>
                    </a:moveTo>
                    <a:lnTo>
                      <a:pt x="24" y="2"/>
                    </a:lnTo>
                    <a:lnTo>
                      <a:pt x="24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40" name=""/>
              <p:cNvSpPr/>
              <p:nvPr/>
            </p:nvSpPr>
            <p:spPr>
              <a:xfrm rot="0" flipV="1">
                <a:off x="2538" y="25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41" name=""/>
              <p:cNvSpPr/>
              <p:nvPr/>
            </p:nvSpPr>
            <p:spPr>
              <a:xfrm rot="0">
                <a:off x="2509" y="2569"/>
                <a:ext cx="29" cy="31"/>
              </a:xfrm>
              <a:custGeom>
                <a:avLst/>
                <a:ahLst/>
                <a:rect l="0" t="0" r="r" b="b"/>
                <a:pathLst>
                  <a:path w="147" h="156">
                    <a:moveTo>
                      <a:pt x="98" y="156"/>
                    </a:moveTo>
                    <a:lnTo>
                      <a:pt x="123" y="137"/>
                    </a:lnTo>
                    <a:lnTo>
                      <a:pt x="147" y="117"/>
                    </a:lnTo>
                    <a:lnTo>
                      <a:pt x="49" y="0"/>
                    </a:lnTo>
                    <a:lnTo>
                      <a:pt x="25" y="19"/>
                    </a:lnTo>
                    <a:lnTo>
                      <a:pt x="0" y="39"/>
                    </a:lnTo>
                    <a:lnTo>
                      <a:pt x="98" y="1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42" name=""/>
              <p:cNvSpPr/>
              <p:nvPr/>
            </p:nvSpPr>
            <p:spPr>
              <a:xfrm rot="0">
                <a:off x="2509" y="2569"/>
                <a:ext cx="29" cy="31"/>
              </a:xfrm>
              <a:custGeom>
                <a:avLst/>
                <a:ahLst/>
                <a:rect l="0" t="0" r="r" b="b"/>
                <a:pathLst>
                  <a:path w="147" h="156">
                    <a:moveTo>
                      <a:pt x="98" y="156"/>
                    </a:moveTo>
                    <a:lnTo>
                      <a:pt x="123" y="137"/>
                    </a:lnTo>
                    <a:lnTo>
                      <a:pt x="147" y="117"/>
                    </a:lnTo>
                    <a:lnTo>
                      <a:pt x="49" y="0"/>
                    </a:lnTo>
                    <a:lnTo>
                      <a:pt x="25" y="19"/>
                    </a:lnTo>
                    <a:lnTo>
                      <a:pt x="0" y="39"/>
                    </a:lnTo>
                    <a:lnTo>
                      <a:pt x="98" y="1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43" name=""/>
              <p:cNvSpPr/>
              <p:nvPr/>
            </p:nvSpPr>
            <p:spPr>
              <a:xfrm rot="0">
                <a:off x="2514" y="2568"/>
                <a:ext cx="4" cy="5"/>
              </a:xfrm>
              <a:custGeom>
                <a:avLst/>
                <a:ahLst/>
                <a:rect l="0" t="0" r="r" b="b"/>
                <a:pathLst>
                  <a:path w="24" h="22">
                    <a:moveTo>
                      <a:pt x="0" y="22"/>
                    </a:moveTo>
                    <a:lnTo>
                      <a:pt x="24" y="3"/>
                    </a:lnTo>
                    <a:lnTo>
                      <a:pt x="22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44" name=""/>
              <p:cNvSpPr/>
              <p:nvPr/>
            </p:nvSpPr>
            <p:spPr>
              <a:xfrm rot="0" flipH="1" flipV="1">
                <a:off x="2518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45" name=""/>
              <p:cNvSpPr/>
              <p:nvPr/>
            </p:nvSpPr>
            <p:spPr>
              <a:xfrm rot="0">
                <a:off x="2488" y="2546"/>
                <a:ext cx="30" cy="31"/>
              </a:xfrm>
              <a:custGeom>
                <a:avLst/>
                <a:ahLst/>
                <a:rect l="0" t="0" r="r" b="b"/>
                <a:pathLst>
                  <a:path w="149" h="155">
                    <a:moveTo>
                      <a:pt x="105" y="155"/>
                    </a:moveTo>
                    <a:lnTo>
                      <a:pt x="127" y="132"/>
                    </a:lnTo>
                    <a:lnTo>
                      <a:pt x="149" y="110"/>
                    </a:lnTo>
                    <a:lnTo>
                      <a:pt x="44" y="0"/>
                    </a:lnTo>
                    <a:lnTo>
                      <a:pt x="22" y="22"/>
                    </a:lnTo>
                    <a:lnTo>
                      <a:pt x="0" y="44"/>
                    </a:lnTo>
                    <a:lnTo>
                      <a:pt x="105" y="1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46" name=""/>
              <p:cNvSpPr/>
              <p:nvPr/>
            </p:nvSpPr>
            <p:spPr>
              <a:xfrm rot="0">
                <a:off x="2488" y="2546"/>
                <a:ext cx="30" cy="31"/>
              </a:xfrm>
              <a:custGeom>
                <a:avLst/>
                <a:ahLst/>
                <a:rect l="0" t="0" r="r" b="b"/>
                <a:pathLst>
                  <a:path w="149" h="155">
                    <a:moveTo>
                      <a:pt x="105" y="155"/>
                    </a:moveTo>
                    <a:lnTo>
                      <a:pt x="127" y="132"/>
                    </a:lnTo>
                    <a:lnTo>
                      <a:pt x="149" y="110"/>
                    </a:lnTo>
                    <a:lnTo>
                      <a:pt x="44" y="0"/>
                    </a:lnTo>
                    <a:lnTo>
                      <a:pt x="22" y="22"/>
                    </a:lnTo>
                    <a:lnTo>
                      <a:pt x="0" y="44"/>
                    </a:lnTo>
                    <a:lnTo>
                      <a:pt x="105" y="1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47" name=""/>
              <p:cNvSpPr/>
              <p:nvPr/>
            </p:nvSpPr>
            <p:spPr>
              <a:xfrm rot="0">
                <a:off x="2493" y="2546"/>
                <a:ext cx="4" cy="5"/>
              </a:xfrm>
              <a:custGeom>
                <a:avLst/>
                <a:ahLst/>
                <a:rect l="0" t="0" r="r" b="b"/>
                <a:pathLst>
                  <a:path w="22" h="23">
                    <a:moveTo>
                      <a:pt x="0" y="23"/>
                    </a:moveTo>
                    <a:lnTo>
                      <a:pt x="22" y="1"/>
                    </a:lnTo>
                    <a:lnTo>
                      <a:pt x="21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48" name=""/>
              <p:cNvSpPr/>
              <p:nvPr/>
            </p:nvSpPr>
            <p:spPr>
              <a:xfrm rot="0" flipH="1" flipV="1">
                <a:off x="2497" y="25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49" name=""/>
              <p:cNvSpPr/>
              <p:nvPr/>
            </p:nvSpPr>
            <p:spPr>
              <a:xfrm rot="0">
                <a:off x="2466" y="2525"/>
                <a:ext cx="31" cy="30"/>
              </a:xfrm>
              <a:custGeom>
                <a:avLst/>
                <a:ahLst/>
                <a:rect l="0" t="0" r="r" b="b"/>
                <a:pathLst>
                  <a:path w="153" h="151">
                    <a:moveTo>
                      <a:pt x="111" y="151"/>
                    </a:moveTo>
                    <a:lnTo>
                      <a:pt x="132" y="127"/>
                    </a:lnTo>
                    <a:lnTo>
                      <a:pt x="153" y="104"/>
                    </a:lnTo>
                    <a:lnTo>
                      <a:pt x="41" y="0"/>
                    </a:lnTo>
                    <a:lnTo>
                      <a:pt x="21" y="24"/>
                    </a:lnTo>
                    <a:lnTo>
                      <a:pt x="0" y="47"/>
                    </a:lnTo>
                    <a:lnTo>
                      <a:pt x="111" y="1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50" name=""/>
              <p:cNvSpPr/>
              <p:nvPr/>
            </p:nvSpPr>
            <p:spPr>
              <a:xfrm rot="0">
                <a:off x="2466" y="2525"/>
                <a:ext cx="31" cy="30"/>
              </a:xfrm>
              <a:custGeom>
                <a:avLst/>
                <a:ahLst/>
                <a:rect l="0" t="0" r="r" b="b"/>
                <a:pathLst>
                  <a:path w="153" h="151">
                    <a:moveTo>
                      <a:pt x="111" y="151"/>
                    </a:moveTo>
                    <a:lnTo>
                      <a:pt x="132" y="127"/>
                    </a:lnTo>
                    <a:lnTo>
                      <a:pt x="153" y="104"/>
                    </a:lnTo>
                    <a:lnTo>
                      <a:pt x="41" y="0"/>
                    </a:lnTo>
                    <a:lnTo>
                      <a:pt x="21" y="24"/>
                    </a:lnTo>
                    <a:lnTo>
                      <a:pt x="0" y="47"/>
                    </a:lnTo>
                    <a:lnTo>
                      <a:pt x="111" y="1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51" name=""/>
              <p:cNvSpPr/>
              <p:nvPr/>
            </p:nvSpPr>
            <p:spPr>
              <a:xfrm rot="0">
                <a:off x="2470" y="2525"/>
                <a:ext cx="4" cy="5"/>
              </a:xfrm>
              <a:custGeom>
                <a:avLst/>
                <a:ahLst/>
                <a:rect l="0" t="0" r="r" b="b"/>
                <a:pathLst>
                  <a:path w="20" h="25">
                    <a:moveTo>
                      <a:pt x="0" y="25"/>
                    </a:moveTo>
                    <a:lnTo>
                      <a:pt x="20" y="1"/>
                    </a:lnTo>
                    <a:lnTo>
                      <a:pt x="19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52" name=""/>
              <p:cNvSpPr/>
              <p:nvPr/>
            </p:nvSpPr>
            <p:spPr>
              <a:xfrm rot="0" flipH="1" flipV="1">
                <a:off x="2474" y="25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53" name=""/>
              <p:cNvSpPr/>
              <p:nvPr/>
            </p:nvSpPr>
            <p:spPr>
              <a:xfrm rot="0">
                <a:off x="2443" y="2505"/>
                <a:ext cx="31" cy="30"/>
              </a:xfrm>
              <a:custGeom>
                <a:avLst/>
                <a:ahLst/>
                <a:rect l="0" t="0" r="r" b="b"/>
                <a:pathLst>
                  <a:path w="156" h="147">
                    <a:moveTo>
                      <a:pt x="117" y="147"/>
                    </a:moveTo>
                    <a:lnTo>
                      <a:pt x="137" y="123"/>
                    </a:lnTo>
                    <a:lnTo>
                      <a:pt x="156" y="98"/>
                    </a:lnTo>
                    <a:lnTo>
                      <a:pt x="39" y="0"/>
                    </a:lnTo>
                    <a:lnTo>
                      <a:pt x="19" y="25"/>
                    </a:lnTo>
                    <a:lnTo>
                      <a:pt x="0" y="49"/>
                    </a:lnTo>
                    <a:lnTo>
                      <a:pt x="117" y="1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54" name=""/>
              <p:cNvSpPr/>
              <p:nvPr/>
            </p:nvSpPr>
            <p:spPr>
              <a:xfrm rot="0">
                <a:off x="2443" y="2505"/>
                <a:ext cx="31" cy="30"/>
              </a:xfrm>
              <a:custGeom>
                <a:avLst/>
                <a:ahLst/>
                <a:rect l="0" t="0" r="r" b="b"/>
                <a:pathLst>
                  <a:path w="156" h="147">
                    <a:moveTo>
                      <a:pt x="117" y="147"/>
                    </a:moveTo>
                    <a:lnTo>
                      <a:pt x="137" y="123"/>
                    </a:lnTo>
                    <a:lnTo>
                      <a:pt x="156" y="98"/>
                    </a:lnTo>
                    <a:lnTo>
                      <a:pt x="39" y="0"/>
                    </a:lnTo>
                    <a:lnTo>
                      <a:pt x="19" y="25"/>
                    </a:lnTo>
                    <a:lnTo>
                      <a:pt x="0" y="49"/>
                    </a:lnTo>
                    <a:lnTo>
                      <a:pt x="117" y="14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55" name=""/>
              <p:cNvSpPr/>
              <p:nvPr/>
            </p:nvSpPr>
            <p:spPr>
              <a:xfrm rot="0">
                <a:off x="2447" y="2505"/>
                <a:ext cx="4" cy="5"/>
              </a:xfrm>
              <a:custGeom>
                <a:avLst/>
                <a:ahLst/>
                <a:rect l="0" t="0" r="r" b="b"/>
                <a:pathLst>
                  <a:path w="20" h="26">
                    <a:moveTo>
                      <a:pt x="0" y="26"/>
                    </a:moveTo>
                    <a:lnTo>
                      <a:pt x="20" y="1"/>
                    </a:lnTo>
                    <a:lnTo>
                      <a:pt x="19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56" name=""/>
              <p:cNvSpPr/>
              <p:nvPr/>
            </p:nvSpPr>
            <p:spPr>
              <a:xfrm rot="0" flipH="1" flipV="1">
                <a:off x="2451" y="25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57" name=""/>
              <p:cNvSpPr/>
              <p:nvPr/>
            </p:nvSpPr>
            <p:spPr>
              <a:xfrm rot="0">
                <a:off x="2418" y="2487"/>
                <a:ext cx="33" cy="28"/>
              </a:xfrm>
              <a:custGeom>
                <a:avLst/>
                <a:ahLst/>
                <a:rect l="0" t="0" r="r" b="b"/>
                <a:pathLst>
                  <a:path w="161" h="141">
                    <a:moveTo>
                      <a:pt x="124" y="141"/>
                    </a:moveTo>
                    <a:lnTo>
                      <a:pt x="142" y="116"/>
                    </a:lnTo>
                    <a:lnTo>
                      <a:pt x="161" y="90"/>
                    </a:lnTo>
                    <a:lnTo>
                      <a:pt x="37" y="0"/>
                    </a:lnTo>
                    <a:lnTo>
                      <a:pt x="19" y="25"/>
                    </a:lnTo>
                    <a:lnTo>
                      <a:pt x="0" y="51"/>
                    </a:lnTo>
                    <a:lnTo>
                      <a:pt x="124" y="1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58" name=""/>
              <p:cNvSpPr/>
              <p:nvPr/>
            </p:nvSpPr>
            <p:spPr>
              <a:xfrm rot="0">
                <a:off x="2418" y="2487"/>
                <a:ext cx="33" cy="28"/>
              </a:xfrm>
              <a:custGeom>
                <a:avLst/>
                <a:ahLst/>
                <a:rect l="0" t="0" r="r" b="b"/>
                <a:pathLst>
                  <a:path w="161" h="141">
                    <a:moveTo>
                      <a:pt x="124" y="141"/>
                    </a:moveTo>
                    <a:lnTo>
                      <a:pt x="142" y="116"/>
                    </a:lnTo>
                    <a:lnTo>
                      <a:pt x="161" y="90"/>
                    </a:lnTo>
                    <a:lnTo>
                      <a:pt x="37" y="0"/>
                    </a:lnTo>
                    <a:lnTo>
                      <a:pt x="19" y="25"/>
                    </a:lnTo>
                    <a:lnTo>
                      <a:pt x="0" y="51"/>
                    </a:lnTo>
                    <a:lnTo>
                      <a:pt x="124" y="1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59" name=""/>
              <p:cNvSpPr/>
              <p:nvPr/>
            </p:nvSpPr>
            <p:spPr>
              <a:xfrm rot="0">
                <a:off x="2422" y="2487"/>
                <a:ext cx="4" cy="5"/>
              </a:xfrm>
              <a:custGeom>
                <a:avLst/>
                <a:ahLst/>
                <a:rect l="0" t="0" r="r" b="b"/>
                <a:pathLst>
                  <a:path w="18" h="25">
                    <a:moveTo>
                      <a:pt x="0" y="25"/>
                    </a:moveTo>
                    <a:lnTo>
                      <a:pt x="18" y="0"/>
                    </a:lnTo>
                    <a:lnTo>
                      <a:pt x="17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60" name=""/>
              <p:cNvSpPr/>
              <p:nvPr/>
            </p:nvSpPr>
            <p:spPr>
              <a:xfrm rot="0" flipH="1">
                <a:off x="2426" y="24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61" name=""/>
              <p:cNvSpPr/>
              <p:nvPr/>
            </p:nvSpPr>
            <p:spPr>
              <a:xfrm rot="0">
                <a:off x="2393" y="2470"/>
                <a:ext cx="33" cy="27"/>
              </a:xfrm>
              <a:custGeom>
                <a:avLst/>
                <a:ahLst/>
                <a:rect l="0" t="0" r="r" b="b"/>
                <a:pathLst>
                  <a:path w="161" h="135">
                    <a:moveTo>
                      <a:pt x="127" y="135"/>
                    </a:moveTo>
                    <a:lnTo>
                      <a:pt x="144" y="109"/>
                    </a:lnTo>
                    <a:lnTo>
                      <a:pt x="161" y="84"/>
                    </a:lnTo>
                    <a:lnTo>
                      <a:pt x="34" y="0"/>
                    </a:lnTo>
                    <a:lnTo>
                      <a:pt x="17" y="26"/>
                    </a:lnTo>
                    <a:lnTo>
                      <a:pt x="0" y="52"/>
                    </a:lnTo>
                    <a:lnTo>
                      <a:pt x="127" y="1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62" name=""/>
              <p:cNvSpPr/>
              <p:nvPr/>
            </p:nvSpPr>
            <p:spPr>
              <a:xfrm rot="0">
                <a:off x="2393" y="2470"/>
                <a:ext cx="33" cy="27"/>
              </a:xfrm>
              <a:custGeom>
                <a:avLst/>
                <a:ahLst/>
                <a:rect l="0" t="0" r="r" b="b"/>
                <a:pathLst>
                  <a:path w="161" h="135">
                    <a:moveTo>
                      <a:pt x="127" y="135"/>
                    </a:moveTo>
                    <a:lnTo>
                      <a:pt x="144" y="109"/>
                    </a:lnTo>
                    <a:lnTo>
                      <a:pt x="161" y="84"/>
                    </a:lnTo>
                    <a:lnTo>
                      <a:pt x="34" y="0"/>
                    </a:lnTo>
                    <a:lnTo>
                      <a:pt x="17" y="26"/>
                    </a:lnTo>
                    <a:lnTo>
                      <a:pt x="0" y="52"/>
                    </a:lnTo>
                    <a:lnTo>
                      <a:pt x="127" y="1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63" name=""/>
              <p:cNvSpPr/>
              <p:nvPr/>
            </p:nvSpPr>
            <p:spPr>
              <a:xfrm rot="0">
                <a:off x="2397" y="2470"/>
                <a:ext cx="3" cy="6"/>
              </a:xfrm>
              <a:custGeom>
                <a:avLst/>
                <a:ahLst/>
                <a:rect l="0" t="0" r="r" b="b"/>
                <a:pathLst>
                  <a:path w="17" h="27">
                    <a:moveTo>
                      <a:pt x="0" y="27"/>
                    </a:moveTo>
                    <a:lnTo>
                      <a:pt x="17" y="1"/>
                    </a:lnTo>
                    <a:lnTo>
                      <a:pt x="16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64" name=""/>
              <p:cNvSpPr/>
              <p:nvPr/>
            </p:nvSpPr>
            <p:spPr>
              <a:xfrm rot="0" flipH="1" flipV="1">
                <a:off x="2400" y="24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65" name=""/>
              <p:cNvSpPr/>
              <p:nvPr/>
            </p:nvSpPr>
            <p:spPr>
              <a:xfrm rot="0">
                <a:off x="2367" y="2455"/>
                <a:ext cx="33" cy="26"/>
              </a:xfrm>
              <a:custGeom>
                <a:avLst/>
                <a:ahLst/>
                <a:rect l="0" t="0" r="r" b="b"/>
                <a:pathLst>
                  <a:path w="164" h="130">
                    <a:moveTo>
                      <a:pt x="132" y="130"/>
                    </a:moveTo>
                    <a:lnTo>
                      <a:pt x="148" y="103"/>
                    </a:lnTo>
                    <a:lnTo>
                      <a:pt x="164" y="76"/>
                    </a:lnTo>
                    <a:lnTo>
                      <a:pt x="32" y="0"/>
                    </a:lnTo>
                    <a:lnTo>
                      <a:pt x="16" y="27"/>
                    </a:lnTo>
                    <a:lnTo>
                      <a:pt x="0" y="54"/>
                    </a:lnTo>
                    <a:lnTo>
                      <a:pt x="132" y="1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66" name=""/>
              <p:cNvSpPr/>
              <p:nvPr/>
            </p:nvSpPr>
            <p:spPr>
              <a:xfrm rot="0">
                <a:off x="2367" y="2455"/>
                <a:ext cx="33" cy="26"/>
              </a:xfrm>
              <a:custGeom>
                <a:avLst/>
                <a:ahLst/>
                <a:rect l="0" t="0" r="r" b="b"/>
                <a:pathLst>
                  <a:path w="164" h="130">
                    <a:moveTo>
                      <a:pt x="132" y="130"/>
                    </a:moveTo>
                    <a:lnTo>
                      <a:pt x="148" y="103"/>
                    </a:lnTo>
                    <a:lnTo>
                      <a:pt x="164" y="76"/>
                    </a:lnTo>
                    <a:lnTo>
                      <a:pt x="32" y="0"/>
                    </a:lnTo>
                    <a:lnTo>
                      <a:pt x="16" y="27"/>
                    </a:lnTo>
                    <a:lnTo>
                      <a:pt x="0" y="54"/>
                    </a:lnTo>
                    <a:lnTo>
                      <a:pt x="132" y="13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67" name=""/>
              <p:cNvSpPr/>
              <p:nvPr/>
            </p:nvSpPr>
            <p:spPr>
              <a:xfrm rot="0">
                <a:off x="2370" y="2455"/>
                <a:ext cx="4" cy="5"/>
              </a:xfrm>
              <a:custGeom>
                <a:avLst/>
                <a:ahLst/>
                <a:rect l="0" t="0" r="r" b="b"/>
                <a:pathLst>
                  <a:path w="16" h="28">
                    <a:moveTo>
                      <a:pt x="0" y="28"/>
                    </a:moveTo>
                    <a:lnTo>
                      <a:pt x="16" y="1"/>
                    </a:lnTo>
                    <a:lnTo>
                      <a:pt x="13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68" name=""/>
              <p:cNvSpPr/>
              <p:nvPr/>
            </p:nvSpPr>
            <p:spPr>
              <a:xfrm rot="0" flipH="1" flipV="1">
                <a:off x="2373" y="24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69" name=""/>
              <p:cNvSpPr/>
              <p:nvPr/>
            </p:nvSpPr>
            <p:spPr>
              <a:xfrm rot="0">
                <a:off x="2340" y="2441"/>
                <a:ext cx="33" cy="25"/>
              </a:xfrm>
              <a:custGeom>
                <a:avLst/>
                <a:ahLst/>
                <a:rect l="0" t="0" r="r" b="b"/>
                <a:pathLst>
                  <a:path w="164" h="124">
                    <a:moveTo>
                      <a:pt x="137" y="124"/>
                    </a:moveTo>
                    <a:lnTo>
                      <a:pt x="151" y="96"/>
                    </a:lnTo>
                    <a:lnTo>
                      <a:pt x="164" y="68"/>
                    </a:lnTo>
                    <a:lnTo>
                      <a:pt x="27" y="0"/>
                    </a:lnTo>
                    <a:lnTo>
                      <a:pt x="14" y="28"/>
                    </a:lnTo>
                    <a:lnTo>
                      <a:pt x="0" y="56"/>
                    </a:lnTo>
                    <a:lnTo>
                      <a:pt x="137" y="1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70" name=""/>
              <p:cNvSpPr/>
              <p:nvPr/>
            </p:nvSpPr>
            <p:spPr>
              <a:xfrm rot="0">
                <a:off x="2340" y="2441"/>
                <a:ext cx="33" cy="25"/>
              </a:xfrm>
              <a:custGeom>
                <a:avLst/>
                <a:ahLst/>
                <a:rect l="0" t="0" r="r" b="b"/>
                <a:pathLst>
                  <a:path w="164" h="124">
                    <a:moveTo>
                      <a:pt x="137" y="124"/>
                    </a:moveTo>
                    <a:lnTo>
                      <a:pt x="151" y="96"/>
                    </a:lnTo>
                    <a:lnTo>
                      <a:pt x="164" y="68"/>
                    </a:lnTo>
                    <a:lnTo>
                      <a:pt x="27" y="0"/>
                    </a:lnTo>
                    <a:lnTo>
                      <a:pt x="14" y="28"/>
                    </a:lnTo>
                    <a:lnTo>
                      <a:pt x="0" y="56"/>
                    </a:lnTo>
                    <a:lnTo>
                      <a:pt x="137" y="1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71" name=""/>
              <p:cNvSpPr/>
              <p:nvPr/>
            </p:nvSpPr>
            <p:spPr>
              <a:xfrm rot="0">
                <a:off x="2343" y="2441"/>
                <a:ext cx="3" cy="6"/>
              </a:xfrm>
              <a:custGeom>
                <a:avLst/>
                <a:ahLst/>
                <a:rect l="0" t="0" r="r" b="b"/>
                <a:pathLst>
                  <a:path w="13" h="29">
                    <a:moveTo>
                      <a:pt x="0" y="29"/>
                    </a:moveTo>
                    <a:lnTo>
                      <a:pt x="13" y="1"/>
                    </a:lnTo>
                    <a:lnTo>
                      <a:pt x="12" y="0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72" name=""/>
              <p:cNvSpPr/>
              <p:nvPr/>
            </p:nvSpPr>
            <p:spPr>
              <a:xfrm rot="0" flipH="1" flipV="1">
                <a:off x="2345" y="24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73" name=""/>
              <p:cNvSpPr/>
              <p:nvPr/>
            </p:nvSpPr>
            <p:spPr>
              <a:xfrm rot="0">
                <a:off x="2312" y="2429"/>
                <a:ext cx="33" cy="24"/>
              </a:xfrm>
              <a:custGeom>
                <a:avLst/>
                <a:ahLst/>
                <a:rect l="0" t="0" r="r" b="b"/>
                <a:pathLst>
                  <a:path w="165" h="117">
                    <a:moveTo>
                      <a:pt x="141" y="117"/>
                    </a:moveTo>
                    <a:lnTo>
                      <a:pt x="153" y="88"/>
                    </a:lnTo>
                    <a:lnTo>
                      <a:pt x="165" y="59"/>
                    </a:lnTo>
                    <a:lnTo>
                      <a:pt x="24" y="0"/>
                    </a:lnTo>
                    <a:lnTo>
                      <a:pt x="12" y="29"/>
                    </a:lnTo>
                    <a:lnTo>
                      <a:pt x="0" y="59"/>
                    </a:lnTo>
                    <a:lnTo>
                      <a:pt x="141" y="1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74" name=""/>
              <p:cNvSpPr/>
              <p:nvPr/>
            </p:nvSpPr>
            <p:spPr>
              <a:xfrm rot="0">
                <a:off x="2312" y="2429"/>
                <a:ext cx="33" cy="24"/>
              </a:xfrm>
              <a:custGeom>
                <a:avLst/>
                <a:ahLst/>
                <a:rect l="0" t="0" r="r" b="b"/>
                <a:pathLst>
                  <a:path w="165" h="117">
                    <a:moveTo>
                      <a:pt x="141" y="117"/>
                    </a:moveTo>
                    <a:lnTo>
                      <a:pt x="153" y="88"/>
                    </a:lnTo>
                    <a:lnTo>
                      <a:pt x="165" y="59"/>
                    </a:lnTo>
                    <a:lnTo>
                      <a:pt x="24" y="0"/>
                    </a:lnTo>
                    <a:lnTo>
                      <a:pt x="12" y="29"/>
                    </a:lnTo>
                    <a:lnTo>
                      <a:pt x="0" y="59"/>
                    </a:lnTo>
                    <a:lnTo>
                      <a:pt x="141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75" name=""/>
              <p:cNvSpPr/>
              <p:nvPr/>
            </p:nvSpPr>
            <p:spPr>
              <a:xfrm rot="0">
                <a:off x="2309" y="2429"/>
                <a:ext cx="8" cy="12"/>
              </a:xfrm>
              <a:custGeom>
                <a:avLst/>
                <a:ahLst/>
                <a:rect l="0" t="0" r="r" b="b"/>
                <a:pathLst>
                  <a:path w="42" h="60">
                    <a:moveTo>
                      <a:pt x="30" y="30"/>
                    </a:moveTo>
                    <a:lnTo>
                      <a:pt x="18" y="60"/>
                    </a:lnTo>
                    <a:lnTo>
                      <a:pt x="9" y="53"/>
                    </a:lnTo>
                    <a:lnTo>
                      <a:pt x="3" y="46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1" y="18"/>
                    </a:lnTo>
                    <a:lnTo>
                      <a:pt x="7" y="9"/>
                    </a:lnTo>
                    <a:lnTo>
                      <a:pt x="14" y="3"/>
                    </a:lnTo>
                    <a:lnTo>
                      <a:pt x="23" y="0"/>
                    </a:lnTo>
                    <a:lnTo>
                      <a:pt x="33" y="0"/>
                    </a:lnTo>
                    <a:lnTo>
                      <a:pt x="42" y="1"/>
                    </a:lnTo>
                    <a:lnTo>
                      <a:pt x="3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76" name=""/>
              <p:cNvSpPr/>
              <p:nvPr/>
            </p:nvSpPr>
            <p:spPr>
              <a:xfrm rot="0">
                <a:off x="2309" y="2429"/>
                <a:ext cx="8" cy="12"/>
              </a:xfrm>
              <a:custGeom>
                <a:avLst/>
                <a:ahLst/>
                <a:rect l="0" t="0" r="r" b="b"/>
                <a:pathLst>
                  <a:path w="42" h="60">
                    <a:moveTo>
                      <a:pt x="18" y="60"/>
                    </a:moveTo>
                    <a:lnTo>
                      <a:pt x="9" y="53"/>
                    </a:lnTo>
                    <a:lnTo>
                      <a:pt x="3" y="46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1" y="18"/>
                    </a:lnTo>
                    <a:lnTo>
                      <a:pt x="7" y="9"/>
                    </a:lnTo>
                    <a:lnTo>
                      <a:pt x="14" y="3"/>
                    </a:lnTo>
                    <a:lnTo>
                      <a:pt x="23" y="0"/>
                    </a:lnTo>
                    <a:lnTo>
                      <a:pt x="33" y="0"/>
                    </a:lnTo>
                    <a:lnTo>
                      <a:pt x="42" y="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77" name=""/>
              <p:cNvSpPr/>
              <p:nvPr/>
            </p:nvSpPr>
            <p:spPr>
              <a:xfrm rot="0">
                <a:off x="2309" y="3171"/>
                <a:ext cx="12" cy="7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30" y="32"/>
                    </a:moveTo>
                    <a:lnTo>
                      <a:pt x="0" y="32"/>
                    </a:lnTo>
                    <a:lnTo>
                      <a:pt x="1" y="22"/>
                    </a:lnTo>
                    <a:lnTo>
                      <a:pt x="5" y="14"/>
                    </a:lnTo>
                    <a:lnTo>
                      <a:pt x="12" y="7"/>
                    </a:lnTo>
                    <a:lnTo>
                      <a:pt x="20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7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  <a:lnTo>
                      <a:pt x="3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78" name=""/>
              <p:cNvSpPr/>
              <p:nvPr/>
            </p:nvSpPr>
            <p:spPr>
              <a:xfrm rot="0">
                <a:off x="2309" y="3171"/>
                <a:ext cx="12" cy="7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0" y="32"/>
                    </a:moveTo>
                    <a:lnTo>
                      <a:pt x="1" y="22"/>
                    </a:lnTo>
                    <a:lnTo>
                      <a:pt x="5" y="14"/>
                    </a:lnTo>
                    <a:lnTo>
                      <a:pt x="12" y="7"/>
                    </a:lnTo>
                    <a:lnTo>
                      <a:pt x="20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7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79" name=""/>
              <p:cNvSpPr/>
              <p:nvPr/>
            </p:nvSpPr>
            <p:spPr>
              <a:xfrm rot="0">
                <a:off x="2309" y="3178"/>
                <a:ext cx="12" cy="230"/>
              </a:xfrm>
              <a:custGeom>
                <a:avLst/>
                <a:ahLst/>
                <a:rect l="0" t="0" r="r" b="b"/>
                <a:pathLst>
                  <a:path w="62" h="1151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51"/>
                    </a:lnTo>
                    <a:lnTo>
                      <a:pt x="30" y="1151"/>
                    </a:lnTo>
                    <a:lnTo>
                      <a:pt x="62" y="1151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80" name=""/>
              <p:cNvSpPr/>
              <p:nvPr/>
            </p:nvSpPr>
            <p:spPr>
              <a:xfrm rot="0">
                <a:off x="2309" y="3178"/>
                <a:ext cx="12" cy="230"/>
              </a:xfrm>
              <a:custGeom>
                <a:avLst/>
                <a:ahLst/>
                <a:rect l="0" t="0" r="r" b="b"/>
                <a:pathLst>
                  <a:path w="62" h="1151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51"/>
                    </a:lnTo>
                    <a:lnTo>
                      <a:pt x="30" y="1151"/>
                    </a:lnTo>
                    <a:lnTo>
                      <a:pt x="62" y="1151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81" name=""/>
              <p:cNvSpPr/>
              <p:nvPr/>
            </p:nvSpPr>
            <p:spPr>
              <a:xfrm rot="0">
                <a:off x="2309" y="3408"/>
                <a:ext cx="12" cy="6"/>
              </a:xfrm>
              <a:custGeom>
                <a:avLst/>
                <a:ahLst/>
                <a:rect l="0" t="0" r="r" b="b"/>
                <a:pathLst>
                  <a:path w="62" h="30">
                    <a:moveTo>
                      <a:pt x="30" y="0"/>
                    </a:moveTo>
                    <a:lnTo>
                      <a:pt x="62" y="0"/>
                    </a:lnTo>
                    <a:lnTo>
                      <a:pt x="60" y="9"/>
                    </a:lnTo>
                    <a:lnTo>
                      <a:pt x="56" y="18"/>
                    </a:lnTo>
                    <a:lnTo>
                      <a:pt x="49" y="25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0" y="29"/>
                    </a:lnTo>
                    <a:lnTo>
                      <a:pt x="12" y="25"/>
                    </a:lnTo>
                    <a:lnTo>
                      <a:pt x="5" y="18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82" name=""/>
              <p:cNvSpPr/>
              <p:nvPr/>
            </p:nvSpPr>
            <p:spPr>
              <a:xfrm rot="0">
                <a:off x="2309" y="3408"/>
                <a:ext cx="12" cy="6"/>
              </a:xfrm>
              <a:custGeom>
                <a:avLst/>
                <a:ahLst/>
                <a:rect l="0" t="0" r="r" b="b"/>
                <a:pathLst>
                  <a:path w="62" h="30">
                    <a:moveTo>
                      <a:pt x="62" y="0"/>
                    </a:moveTo>
                    <a:lnTo>
                      <a:pt x="60" y="9"/>
                    </a:lnTo>
                    <a:lnTo>
                      <a:pt x="56" y="18"/>
                    </a:lnTo>
                    <a:lnTo>
                      <a:pt x="49" y="25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0" y="29"/>
                    </a:lnTo>
                    <a:lnTo>
                      <a:pt x="12" y="25"/>
                    </a:lnTo>
                    <a:lnTo>
                      <a:pt x="5" y="18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83" name=""/>
              <p:cNvSpPr/>
              <p:nvPr/>
            </p:nvSpPr>
            <p:spPr>
              <a:xfrm rot="0">
                <a:off x="2309" y="2429"/>
                <a:ext cx="12" cy="6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30" y="32"/>
                    </a:moveTo>
                    <a:lnTo>
                      <a:pt x="0" y="32"/>
                    </a:lnTo>
                    <a:lnTo>
                      <a:pt x="1" y="22"/>
                    </a:lnTo>
                    <a:lnTo>
                      <a:pt x="5" y="14"/>
                    </a:lnTo>
                    <a:lnTo>
                      <a:pt x="12" y="6"/>
                    </a:lnTo>
                    <a:lnTo>
                      <a:pt x="20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6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  <a:lnTo>
                      <a:pt x="3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84" name=""/>
              <p:cNvSpPr/>
              <p:nvPr/>
            </p:nvSpPr>
            <p:spPr>
              <a:xfrm rot="0">
                <a:off x="2309" y="2429"/>
                <a:ext cx="12" cy="6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0" y="32"/>
                    </a:moveTo>
                    <a:lnTo>
                      <a:pt x="1" y="22"/>
                    </a:lnTo>
                    <a:lnTo>
                      <a:pt x="5" y="14"/>
                    </a:lnTo>
                    <a:lnTo>
                      <a:pt x="12" y="6"/>
                    </a:lnTo>
                    <a:lnTo>
                      <a:pt x="20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6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85" name=""/>
              <p:cNvSpPr/>
              <p:nvPr/>
            </p:nvSpPr>
            <p:spPr>
              <a:xfrm rot="0">
                <a:off x="2309" y="2435"/>
                <a:ext cx="12" cy="230"/>
              </a:xfrm>
              <a:custGeom>
                <a:avLst/>
                <a:ahLst/>
                <a:rect l="0" t="0" r="r" b="b"/>
                <a:pathLst>
                  <a:path w="62" h="1149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49"/>
                    </a:lnTo>
                    <a:lnTo>
                      <a:pt x="30" y="1149"/>
                    </a:lnTo>
                    <a:lnTo>
                      <a:pt x="62" y="1149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86" name=""/>
              <p:cNvSpPr/>
              <p:nvPr/>
            </p:nvSpPr>
            <p:spPr>
              <a:xfrm rot="0">
                <a:off x="2309" y="2435"/>
                <a:ext cx="12" cy="230"/>
              </a:xfrm>
              <a:custGeom>
                <a:avLst/>
                <a:ahLst/>
                <a:rect l="0" t="0" r="r" b="b"/>
                <a:pathLst>
                  <a:path w="62" h="1149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49"/>
                    </a:lnTo>
                    <a:lnTo>
                      <a:pt x="30" y="1149"/>
                    </a:lnTo>
                    <a:lnTo>
                      <a:pt x="62" y="1149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87" name=""/>
              <p:cNvSpPr/>
              <p:nvPr/>
            </p:nvSpPr>
            <p:spPr>
              <a:xfrm rot="0">
                <a:off x="2309" y="2665"/>
                <a:ext cx="12" cy="6"/>
              </a:xfrm>
              <a:custGeom>
                <a:avLst/>
                <a:ahLst/>
                <a:rect l="0" t="0" r="r" b="b"/>
                <a:pathLst>
                  <a:path w="62" h="31">
                    <a:moveTo>
                      <a:pt x="30" y="0"/>
                    </a:moveTo>
                    <a:lnTo>
                      <a:pt x="62" y="0"/>
                    </a:lnTo>
                    <a:lnTo>
                      <a:pt x="60" y="10"/>
                    </a:lnTo>
                    <a:lnTo>
                      <a:pt x="56" y="19"/>
                    </a:lnTo>
                    <a:lnTo>
                      <a:pt x="49" y="26"/>
                    </a:lnTo>
                    <a:lnTo>
                      <a:pt x="40" y="30"/>
                    </a:lnTo>
                    <a:lnTo>
                      <a:pt x="30" y="31"/>
                    </a:lnTo>
                    <a:lnTo>
                      <a:pt x="20" y="30"/>
                    </a:lnTo>
                    <a:lnTo>
                      <a:pt x="12" y="26"/>
                    </a:lnTo>
                    <a:lnTo>
                      <a:pt x="5" y="19"/>
                    </a:lnTo>
                    <a:lnTo>
                      <a:pt x="1" y="10"/>
                    </a:lnTo>
                    <a:lnTo>
                      <a:pt x="0" y="0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88" name=""/>
              <p:cNvSpPr/>
              <p:nvPr/>
            </p:nvSpPr>
            <p:spPr>
              <a:xfrm rot="0">
                <a:off x="2309" y="2665"/>
                <a:ext cx="12" cy="6"/>
              </a:xfrm>
              <a:custGeom>
                <a:avLst/>
                <a:ahLst/>
                <a:rect l="0" t="0" r="r" b="b"/>
                <a:pathLst>
                  <a:path w="62" h="31">
                    <a:moveTo>
                      <a:pt x="62" y="0"/>
                    </a:moveTo>
                    <a:lnTo>
                      <a:pt x="60" y="10"/>
                    </a:lnTo>
                    <a:lnTo>
                      <a:pt x="56" y="19"/>
                    </a:lnTo>
                    <a:lnTo>
                      <a:pt x="49" y="26"/>
                    </a:lnTo>
                    <a:lnTo>
                      <a:pt x="40" y="30"/>
                    </a:lnTo>
                    <a:lnTo>
                      <a:pt x="30" y="31"/>
                    </a:lnTo>
                    <a:lnTo>
                      <a:pt x="20" y="30"/>
                    </a:lnTo>
                    <a:lnTo>
                      <a:pt x="12" y="26"/>
                    </a:lnTo>
                    <a:lnTo>
                      <a:pt x="5" y="19"/>
                    </a:lnTo>
                    <a:lnTo>
                      <a:pt x="1" y="1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89" name=""/>
              <p:cNvSpPr/>
              <p:nvPr/>
            </p:nvSpPr>
            <p:spPr>
              <a:xfrm rot="0">
                <a:off x="2309" y="3173"/>
                <a:ext cx="10" cy="11"/>
              </a:xfrm>
              <a:custGeom>
                <a:avLst/>
                <a:ahLst/>
                <a:rect l="0" t="0" r="r" b="b"/>
                <a:pathLst>
                  <a:path w="50" h="55">
                    <a:moveTo>
                      <a:pt x="30" y="24"/>
                    </a:moveTo>
                    <a:lnTo>
                      <a:pt x="50" y="49"/>
                    </a:lnTo>
                    <a:lnTo>
                      <a:pt x="41" y="54"/>
                    </a:lnTo>
                    <a:lnTo>
                      <a:pt x="31" y="55"/>
                    </a:lnTo>
                    <a:lnTo>
                      <a:pt x="22" y="55"/>
                    </a:lnTo>
                    <a:lnTo>
                      <a:pt x="13" y="50"/>
                    </a:lnTo>
                    <a:lnTo>
                      <a:pt x="6" y="44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5" y="7"/>
                    </a:lnTo>
                    <a:lnTo>
                      <a:pt x="11" y="0"/>
                    </a:lnTo>
                    <a:lnTo>
                      <a:pt x="3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90" name=""/>
              <p:cNvSpPr/>
              <p:nvPr/>
            </p:nvSpPr>
            <p:spPr>
              <a:xfrm rot="0">
                <a:off x="2309" y="3173"/>
                <a:ext cx="10" cy="11"/>
              </a:xfrm>
              <a:custGeom>
                <a:avLst/>
                <a:ahLst/>
                <a:rect l="0" t="0" r="r" b="b"/>
                <a:pathLst>
                  <a:path w="50" h="55">
                    <a:moveTo>
                      <a:pt x="50" y="49"/>
                    </a:moveTo>
                    <a:lnTo>
                      <a:pt x="41" y="54"/>
                    </a:lnTo>
                    <a:lnTo>
                      <a:pt x="31" y="55"/>
                    </a:lnTo>
                    <a:lnTo>
                      <a:pt x="22" y="55"/>
                    </a:lnTo>
                    <a:lnTo>
                      <a:pt x="13" y="50"/>
                    </a:lnTo>
                    <a:lnTo>
                      <a:pt x="6" y="44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5" y="7"/>
                    </a:lnTo>
                    <a:lnTo>
                      <a:pt x="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91" name=""/>
              <p:cNvSpPr/>
              <p:nvPr/>
            </p:nvSpPr>
            <p:spPr>
              <a:xfrm rot="0">
                <a:off x="2311" y="3158"/>
                <a:ext cx="26" cy="25"/>
              </a:xfrm>
              <a:custGeom>
                <a:avLst/>
                <a:ahLst/>
                <a:rect l="0" t="0" r="r" b="b"/>
                <a:pathLst>
                  <a:path w="132" h="124">
                    <a:moveTo>
                      <a:pt x="0" y="75"/>
                    </a:moveTo>
                    <a:lnTo>
                      <a:pt x="19" y="99"/>
                    </a:lnTo>
                    <a:lnTo>
                      <a:pt x="39" y="124"/>
                    </a:lnTo>
                    <a:lnTo>
                      <a:pt x="132" y="49"/>
                    </a:lnTo>
                    <a:lnTo>
                      <a:pt x="112" y="25"/>
                    </a:lnTo>
                    <a:lnTo>
                      <a:pt x="93" y="0"/>
                    </a:lnTo>
                    <a:lnTo>
                      <a:pt x="0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92" name=""/>
              <p:cNvSpPr/>
              <p:nvPr/>
            </p:nvSpPr>
            <p:spPr>
              <a:xfrm rot="0">
                <a:off x="2311" y="3158"/>
                <a:ext cx="26" cy="25"/>
              </a:xfrm>
              <a:custGeom>
                <a:avLst/>
                <a:ahLst/>
                <a:rect l="0" t="0" r="r" b="b"/>
                <a:pathLst>
                  <a:path w="132" h="124">
                    <a:moveTo>
                      <a:pt x="0" y="75"/>
                    </a:moveTo>
                    <a:lnTo>
                      <a:pt x="19" y="99"/>
                    </a:lnTo>
                    <a:lnTo>
                      <a:pt x="39" y="124"/>
                    </a:lnTo>
                    <a:lnTo>
                      <a:pt x="132" y="49"/>
                    </a:lnTo>
                    <a:lnTo>
                      <a:pt x="112" y="25"/>
                    </a:lnTo>
                    <a:lnTo>
                      <a:pt x="93" y="0"/>
                    </a:lnTo>
                    <a:lnTo>
                      <a:pt x="0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93" name=""/>
              <p:cNvSpPr/>
              <p:nvPr/>
            </p:nvSpPr>
            <p:spPr>
              <a:xfrm rot="0">
                <a:off x="2333" y="3163"/>
                <a:ext cx="5" cy="5"/>
              </a:xfrm>
              <a:custGeom>
                <a:avLst/>
                <a:ahLst/>
                <a:rect l="0" t="0" r="r" b="b"/>
                <a:pathLst>
                  <a:path w="21" h="24">
                    <a:moveTo>
                      <a:pt x="0" y="0"/>
                    </a:moveTo>
                    <a:lnTo>
                      <a:pt x="20" y="24"/>
                    </a:lnTo>
                    <a:lnTo>
                      <a:pt x="2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94" name=""/>
              <p:cNvSpPr/>
              <p:nvPr/>
            </p:nvSpPr>
            <p:spPr>
              <a:xfrm rot="0" flipV="1">
                <a:off x="2337" y="31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95" name=""/>
              <p:cNvSpPr/>
              <p:nvPr/>
            </p:nvSpPr>
            <p:spPr>
              <a:xfrm rot="0">
                <a:off x="2329" y="3142"/>
                <a:ext cx="26" cy="25"/>
              </a:xfrm>
              <a:custGeom>
                <a:avLst/>
                <a:ahLst/>
                <a:rect l="0" t="0" r="r" b="b"/>
                <a:pathLst>
                  <a:path w="129" h="127">
                    <a:moveTo>
                      <a:pt x="0" y="80"/>
                    </a:moveTo>
                    <a:lnTo>
                      <a:pt x="21" y="104"/>
                    </a:lnTo>
                    <a:lnTo>
                      <a:pt x="42" y="127"/>
                    </a:lnTo>
                    <a:lnTo>
                      <a:pt x="129" y="46"/>
                    </a:lnTo>
                    <a:lnTo>
                      <a:pt x="108" y="23"/>
                    </a:lnTo>
                    <a:lnTo>
                      <a:pt x="87" y="0"/>
                    </a:lnTo>
                    <a:lnTo>
                      <a:pt x="0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96" name=""/>
              <p:cNvSpPr/>
              <p:nvPr/>
            </p:nvSpPr>
            <p:spPr>
              <a:xfrm rot="0">
                <a:off x="2329" y="3142"/>
                <a:ext cx="26" cy="25"/>
              </a:xfrm>
              <a:custGeom>
                <a:avLst/>
                <a:ahLst/>
                <a:rect l="0" t="0" r="r" b="b"/>
                <a:pathLst>
                  <a:path w="129" h="127">
                    <a:moveTo>
                      <a:pt x="0" y="80"/>
                    </a:moveTo>
                    <a:lnTo>
                      <a:pt x="21" y="104"/>
                    </a:lnTo>
                    <a:lnTo>
                      <a:pt x="42" y="127"/>
                    </a:lnTo>
                    <a:lnTo>
                      <a:pt x="129" y="46"/>
                    </a:lnTo>
                    <a:lnTo>
                      <a:pt x="108" y="23"/>
                    </a:lnTo>
                    <a:lnTo>
                      <a:pt x="87" y="0"/>
                    </a:lnTo>
                    <a:lnTo>
                      <a:pt x="0" y="8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97" name=""/>
              <p:cNvSpPr/>
              <p:nvPr/>
            </p:nvSpPr>
            <p:spPr>
              <a:xfrm rot="0">
                <a:off x="2351" y="3147"/>
                <a:ext cx="4" cy="4"/>
              </a:xfrm>
              <a:custGeom>
                <a:avLst/>
                <a:ahLst/>
                <a:rect l="0" t="0" r="r" b="b"/>
                <a:pathLst>
                  <a:path w="23" h="23">
                    <a:moveTo>
                      <a:pt x="0" y="0"/>
                    </a:moveTo>
                    <a:lnTo>
                      <a:pt x="21" y="23"/>
                    </a:lnTo>
                    <a:lnTo>
                      <a:pt x="23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6998" name=""/>
              <p:cNvSpPr/>
              <p:nvPr/>
            </p:nvSpPr>
            <p:spPr>
              <a:xfrm rot="0" flipV="1">
                <a:off x="2355" y="31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6999" name=""/>
              <p:cNvSpPr/>
              <p:nvPr/>
            </p:nvSpPr>
            <p:spPr>
              <a:xfrm rot="0">
                <a:off x="2346" y="3125"/>
                <a:ext cx="26" cy="26"/>
              </a:xfrm>
              <a:custGeom>
                <a:avLst/>
                <a:ahLst/>
                <a:rect l="0" t="0" r="r" b="b"/>
                <a:pathLst>
                  <a:path w="127" h="130">
                    <a:moveTo>
                      <a:pt x="0" y="88"/>
                    </a:moveTo>
                    <a:lnTo>
                      <a:pt x="23" y="109"/>
                    </a:lnTo>
                    <a:lnTo>
                      <a:pt x="46" y="130"/>
                    </a:lnTo>
                    <a:lnTo>
                      <a:pt x="127" y="42"/>
                    </a:lnTo>
                    <a:lnTo>
                      <a:pt x="104" y="21"/>
                    </a:lnTo>
                    <a:lnTo>
                      <a:pt x="80" y="0"/>
                    </a:lnTo>
                    <a:lnTo>
                      <a:pt x="0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00" name=""/>
              <p:cNvSpPr/>
              <p:nvPr/>
            </p:nvSpPr>
            <p:spPr>
              <a:xfrm rot="0">
                <a:off x="2346" y="3125"/>
                <a:ext cx="26" cy="26"/>
              </a:xfrm>
              <a:custGeom>
                <a:avLst/>
                <a:ahLst/>
                <a:rect l="0" t="0" r="r" b="b"/>
                <a:pathLst>
                  <a:path w="127" h="130">
                    <a:moveTo>
                      <a:pt x="0" y="88"/>
                    </a:moveTo>
                    <a:lnTo>
                      <a:pt x="23" y="109"/>
                    </a:lnTo>
                    <a:lnTo>
                      <a:pt x="46" y="130"/>
                    </a:lnTo>
                    <a:lnTo>
                      <a:pt x="127" y="42"/>
                    </a:lnTo>
                    <a:lnTo>
                      <a:pt x="104" y="21"/>
                    </a:lnTo>
                    <a:lnTo>
                      <a:pt x="80" y="0"/>
                    </a:lnTo>
                    <a:lnTo>
                      <a:pt x="0" y="8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01" name=""/>
              <p:cNvSpPr/>
              <p:nvPr/>
            </p:nvSpPr>
            <p:spPr>
              <a:xfrm rot="0">
                <a:off x="2367" y="3129"/>
                <a:ext cx="5" cy="4"/>
              </a:xfrm>
              <a:custGeom>
                <a:avLst/>
                <a:ahLst/>
                <a:rect l="0" t="0" r="r" b="b"/>
                <a:pathLst>
                  <a:path w="24" h="21">
                    <a:moveTo>
                      <a:pt x="0" y="0"/>
                    </a:moveTo>
                    <a:lnTo>
                      <a:pt x="23" y="21"/>
                    </a:lnTo>
                    <a:lnTo>
                      <a:pt x="24" y="1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02" name=""/>
              <p:cNvSpPr/>
              <p:nvPr/>
            </p:nvSpPr>
            <p:spPr>
              <a:xfrm rot="0" flipV="1">
                <a:off x="2372" y="31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03" name=""/>
              <p:cNvSpPr/>
              <p:nvPr/>
            </p:nvSpPr>
            <p:spPr>
              <a:xfrm rot="0">
                <a:off x="2362" y="3106"/>
                <a:ext cx="25" cy="27"/>
              </a:xfrm>
              <a:custGeom>
                <a:avLst/>
                <a:ahLst/>
                <a:rect l="0" t="0" r="r" b="b"/>
                <a:pathLst>
                  <a:path w="124" h="132">
                    <a:moveTo>
                      <a:pt x="0" y="93"/>
                    </a:moveTo>
                    <a:lnTo>
                      <a:pt x="25" y="113"/>
                    </a:lnTo>
                    <a:lnTo>
                      <a:pt x="49" y="132"/>
                    </a:lnTo>
                    <a:lnTo>
                      <a:pt x="124" y="40"/>
                    </a:lnTo>
                    <a:lnTo>
                      <a:pt x="99" y="20"/>
                    </a:lnTo>
                    <a:lnTo>
                      <a:pt x="75" y="0"/>
                    </a:lnTo>
                    <a:lnTo>
                      <a:pt x="0" y="9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04" name=""/>
              <p:cNvSpPr/>
              <p:nvPr/>
            </p:nvSpPr>
            <p:spPr>
              <a:xfrm rot="0">
                <a:off x="2362" y="3106"/>
                <a:ext cx="25" cy="27"/>
              </a:xfrm>
              <a:custGeom>
                <a:avLst/>
                <a:ahLst/>
                <a:rect l="0" t="0" r="r" b="b"/>
                <a:pathLst>
                  <a:path w="124" h="132">
                    <a:moveTo>
                      <a:pt x="0" y="93"/>
                    </a:moveTo>
                    <a:lnTo>
                      <a:pt x="25" y="113"/>
                    </a:lnTo>
                    <a:lnTo>
                      <a:pt x="49" y="132"/>
                    </a:lnTo>
                    <a:lnTo>
                      <a:pt x="124" y="40"/>
                    </a:lnTo>
                    <a:lnTo>
                      <a:pt x="99" y="20"/>
                    </a:lnTo>
                    <a:lnTo>
                      <a:pt x="75" y="0"/>
                    </a:lnTo>
                    <a:lnTo>
                      <a:pt x="0" y="9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05" name=""/>
              <p:cNvSpPr/>
              <p:nvPr/>
            </p:nvSpPr>
            <p:spPr>
              <a:xfrm rot="0">
                <a:off x="2382" y="3110"/>
                <a:ext cx="5" cy="4"/>
              </a:xfrm>
              <a:custGeom>
                <a:avLst/>
                <a:ahLst/>
                <a:rect l="0" t="0" r="r" b="b"/>
                <a:pathLst>
                  <a:path w="26" h="20">
                    <a:moveTo>
                      <a:pt x="0" y="0"/>
                    </a:moveTo>
                    <a:lnTo>
                      <a:pt x="25" y="20"/>
                    </a:lnTo>
                    <a:lnTo>
                      <a:pt x="26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06" name=""/>
              <p:cNvSpPr/>
              <p:nvPr/>
            </p:nvSpPr>
            <p:spPr>
              <a:xfrm rot="0" flipV="1">
                <a:off x="2387" y="31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07" name=""/>
              <p:cNvSpPr/>
              <p:nvPr/>
            </p:nvSpPr>
            <p:spPr>
              <a:xfrm rot="0">
                <a:off x="2377" y="3087"/>
                <a:ext cx="23" cy="27"/>
              </a:xfrm>
              <a:custGeom>
                <a:avLst/>
                <a:ahLst/>
                <a:rect l="0" t="0" r="r" b="b"/>
                <a:pathLst>
                  <a:path w="119" h="133">
                    <a:moveTo>
                      <a:pt x="0" y="99"/>
                    </a:moveTo>
                    <a:lnTo>
                      <a:pt x="26" y="116"/>
                    </a:lnTo>
                    <a:lnTo>
                      <a:pt x="52" y="133"/>
                    </a:lnTo>
                    <a:lnTo>
                      <a:pt x="119" y="34"/>
                    </a:lnTo>
                    <a:lnTo>
                      <a:pt x="93" y="17"/>
                    </a:lnTo>
                    <a:lnTo>
                      <a:pt x="68" y="0"/>
                    </a:lnTo>
                    <a:lnTo>
                      <a:pt x="0" y="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08" name=""/>
              <p:cNvSpPr/>
              <p:nvPr/>
            </p:nvSpPr>
            <p:spPr>
              <a:xfrm rot="0">
                <a:off x="2377" y="3087"/>
                <a:ext cx="23" cy="27"/>
              </a:xfrm>
              <a:custGeom>
                <a:avLst/>
                <a:ahLst/>
                <a:rect l="0" t="0" r="r" b="b"/>
                <a:pathLst>
                  <a:path w="119" h="133">
                    <a:moveTo>
                      <a:pt x="0" y="99"/>
                    </a:moveTo>
                    <a:lnTo>
                      <a:pt x="26" y="116"/>
                    </a:lnTo>
                    <a:lnTo>
                      <a:pt x="52" y="133"/>
                    </a:lnTo>
                    <a:lnTo>
                      <a:pt x="119" y="34"/>
                    </a:lnTo>
                    <a:lnTo>
                      <a:pt x="93" y="17"/>
                    </a:lnTo>
                    <a:lnTo>
                      <a:pt x="68" y="0"/>
                    </a:lnTo>
                    <a:lnTo>
                      <a:pt x="0" y="9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09" name=""/>
              <p:cNvSpPr/>
              <p:nvPr/>
            </p:nvSpPr>
            <p:spPr>
              <a:xfrm rot="0">
                <a:off x="2395" y="3091"/>
                <a:ext cx="6" cy="3"/>
              </a:xfrm>
              <a:custGeom>
                <a:avLst/>
                <a:ahLst/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26" y="17"/>
                    </a:lnTo>
                    <a:lnTo>
                      <a:pt x="27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10" name=""/>
              <p:cNvSpPr/>
              <p:nvPr/>
            </p:nvSpPr>
            <p:spPr>
              <a:xfrm rot="0" flipV="1">
                <a:off x="2400" y="30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11" name=""/>
              <p:cNvSpPr/>
              <p:nvPr/>
            </p:nvSpPr>
            <p:spPr>
              <a:xfrm rot="0">
                <a:off x="2390" y="3067"/>
                <a:ext cx="22" cy="27"/>
              </a:xfrm>
              <a:custGeom>
                <a:avLst/>
                <a:ahLst/>
                <a:rect l="0" t="0" r="r" b="b"/>
                <a:pathLst>
                  <a:path w="113" h="135">
                    <a:moveTo>
                      <a:pt x="0" y="103"/>
                    </a:moveTo>
                    <a:lnTo>
                      <a:pt x="27" y="119"/>
                    </a:lnTo>
                    <a:lnTo>
                      <a:pt x="54" y="135"/>
                    </a:lnTo>
                    <a:lnTo>
                      <a:pt x="113" y="32"/>
                    </a:lnTo>
                    <a:lnTo>
                      <a:pt x="86" y="16"/>
                    </a:lnTo>
                    <a:lnTo>
                      <a:pt x="59" y="0"/>
                    </a:lnTo>
                    <a:lnTo>
                      <a:pt x="0" y="10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12" name=""/>
              <p:cNvSpPr/>
              <p:nvPr/>
            </p:nvSpPr>
            <p:spPr>
              <a:xfrm rot="0">
                <a:off x="2390" y="3067"/>
                <a:ext cx="22" cy="27"/>
              </a:xfrm>
              <a:custGeom>
                <a:avLst/>
                <a:ahLst/>
                <a:rect l="0" t="0" r="r" b="b"/>
                <a:pathLst>
                  <a:path w="113" h="135">
                    <a:moveTo>
                      <a:pt x="0" y="103"/>
                    </a:moveTo>
                    <a:lnTo>
                      <a:pt x="27" y="119"/>
                    </a:lnTo>
                    <a:lnTo>
                      <a:pt x="54" y="135"/>
                    </a:lnTo>
                    <a:lnTo>
                      <a:pt x="113" y="32"/>
                    </a:lnTo>
                    <a:lnTo>
                      <a:pt x="86" y="16"/>
                    </a:lnTo>
                    <a:lnTo>
                      <a:pt x="59" y="0"/>
                    </a:lnTo>
                    <a:lnTo>
                      <a:pt x="0" y="10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13" name=""/>
              <p:cNvSpPr/>
              <p:nvPr/>
            </p:nvSpPr>
            <p:spPr>
              <a:xfrm rot="0">
                <a:off x="2407" y="3070"/>
                <a:ext cx="6" cy="3"/>
              </a:xfrm>
              <a:custGeom>
                <a:avLst/>
                <a:ahLst/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7" y="16"/>
                    </a:lnTo>
                    <a:lnTo>
                      <a:pt x="28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14" name=""/>
              <p:cNvSpPr/>
              <p:nvPr/>
            </p:nvSpPr>
            <p:spPr>
              <a:xfrm rot="0" flipV="1">
                <a:off x="2412" y="30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15" name=""/>
              <p:cNvSpPr/>
              <p:nvPr/>
            </p:nvSpPr>
            <p:spPr>
              <a:xfrm rot="0">
                <a:off x="2401" y="3046"/>
                <a:ext cx="22" cy="27"/>
              </a:xfrm>
              <a:custGeom>
                <a:avLst/>
                <a:ahLst/>
                <a:rect l="0" t="0" r="r" b="b"/>
                <a:pathLst>
                  <a:path w="107" h="135">
                    <a:moveTo>
                      <a:pt x="0" y="108"/>
                    </a:moveTo>
                    <a:lnTo>
                      <a:pt x="28" y="121"/>
                    </a:lnTo>
                    <a:lnTo>
                      <a:pt x="56" y="135"/>
                    </a:lnTo>
                    <a:lnTo>
                      <a:pt x="107" y="27"/>
                    </a:lnTo>
                    <a:lnTo>
                      <a:pt x="79" y="14"/>
                    </a:lnTo>
                    <a:lnTo>
                      <a:pt x="51" y="0"/>
                    </a:lnTo>
                    <a:lnTo>
                      <a:pt x="0" y="10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16" name=""/>
              <p:cNvSpPr/>
              <p:nvPr/>
            </p:nvSpPr>
            <p:spPr>
              <a:xfrm rot="0">
                <a:off x="2401" y="3046"/>
                <a:ext cx="22" cy="27"/>
              </a:xfrm>
              <a:custGeom>
                <a:avLst/>
                <a:ahLst/>
                <a:rect l="0" t="0" r="r" b="b"/>
                <a:pathLst>
                  <a:path w="107" h="135">
                    <a:moveTo>
                      <a:pt x="0" y="108"/>
                    </a:moveTo>
                    <a:lnTo>
                      <a:pt x="28" y="121"/>
                    </a:lnTo>
                    <a:lnTo>
                      <a:pt x="56" y="135"/>
                    </a:lnTo>
                    <a:lnTo>
                      <a:pt x="107" y="27"/>
                    </a:lnTo>
                    <a:lnTo>
                      <a:pt x="79" y="14"/>
                    </a:lnTo>
                    <a:lnTo>
                      <a:pt x="51" y="0"/>
                    </a:lnTo>
                    <a:lnTo>
                      <a:pt x="0" y="1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17" name=""/>
              <p:cNvSpPr/>
              <p:nvPr/>
            </p:nvSpPr>
            <p:spPr>
              <a:xfrm rot="0">
                <a:off x="2417" y="3049"/>
                <a:ext cx="6" cy="2"/>
              </a:xfrm>
              <a:custGeom>
                <a:avLst/>
                <a:ahLst/>
                <a:rect l="0" t="0" r="r" b="b"/>
                <a:pathLst>
                  <a:path w="30" h="13">
                    <a:moveTo>
                      <a:pt x="0" y="0"/>
                    </a:moveTo>
                    <a:lnTo>
                      <a:pt x="28" y="13"/>
                    </a:lnTo>
                    <a:lnTo>
                      <a:pt x="30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18" name=""/>
              <p:cNvSpPr/>
              <p:nvPr/>
            </p:nvSpPr>
            <p:spPr>
              <a:xfrm rot="0" flipV="1">
                <a:off x="2423" y="30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19" name=""/>
              <p:cNvSpPr/>
              <p:nvPr/>
            </p:nvSpPr>
            <p:spPr>
              <a:xfrm rot="0">
                <a:off x="2411" y="3024"/>
                <a:ext cx="21" cy="27"/>
              </a:xfrm>
              <a:custGeom>
                <a:avLst/>
                <a:ahLst/>
                <a:rect l="0" t="0" r="r" b="b"/>
                <a:pathLst>
                  <a:path w="103" h="132">
                    <a:moveTo>
                      <a:pt x="0" y="110"/>
                    </a:moveTo>
                    <a:lnTo>
                      <a:pt x="29" y="121"/>
                    </a:lnTo>
                    <a:lnTo>
                      <a:pt x="59" y="132"/>
                    </a:lnTo>
                    <a:lnTo>
                      <a:pt x="103" y="22"/>
                    </a:lnTo>
                    <a:lnTo>
                      <a:pt x="73" y="11"/>
                    </a:lnTo>
                    <a:lnTo>
                      <a:pt x="44" y="0"/>
                    </a:lnTo>
                    <a:lnTo>
                      <a:pt x="0" y="1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20" name=""/>
              <p:cNvSpPr/>
              <p:nvPr/>
            </p:nvSpPr>
            <p:spPr>
              <a:xfrm rot="0">
                <a:off x="2411" y="3024"/>
                <a:ext cx="21" cy="27"/>
              </a:xfrm>
              <a:custGeom>
                <a:avLst/>
                <a:ahLst/>
                <a:rect l="0" t="0" r="r" b="b"/>
                <a:pathLst>
                  <a:path w="103" h="132">
                    <a:moveTo>
                      <a:pt x="0" y="110"/>
                    </a:moveTo>
                    <a:lnTo>
                      <a:pt x="29" y="121"/>
                    </a:lnTo>
                    <a:lnTo>
                      <a:pt x="59" y="132"/>
                    </a:lnTo>
                    <a:lnTo>
                      <a:pt x="103" y="22"/>
                    </a:lnTo>
                    <a:lnTo>
                      <a:pt x="73" y="11"/>
                    </a:lnTo>
                    <a:lnTo>
                      <a:pt x="44" y="0"/>
                    </a:lnTo>
                    <a:lnTo>
                      <a:pt x="0" y="1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21" name=""/>
              <p:cNvSpPr/>
              <p:nvPr/>
            </p:nvSpPr>
            <p:spPr>
              <a:xfrm rot="0">
                <a:off x="2426" y="3027"/>
                <a:ext cx="6" cy="2"/>
              </a:xfrm>
              <a:custGeom>
                <a:avLst/>
                <a:ahLst/>
                <a:rect l="0" t="0" r="r" b="b"/>
                <a:pathLst>
                  <a:path w="30" h="11">
                    <a:moveTo>
                      <a:pt x="0" y="0"/>
                    </a:moveTo>
                    <a:lnTo>
                      <a:pt x="30" y="11"/>
                    </a:lnTo>
                    <a:lnTo>
                      <a:pt x="30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22" name=""/>
              <p:cNvSpPr/>
              <p:nvPr/>
            </p:nvSpPr>
            <p:spPr>
              <a:xfrm rot="0" flipV="1">
                <a:off x="2432" y="30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23" name=""/>
              <p:cNvSpPr/>
              <p:nvPr/>
            </p:nvSpPr>
            <p:spPr>
              <a:xfrm rot="0">
                <a:off x="2420" y="3002"/>
                <a:ext cx="19" cy="26"/>
              </a:xfrm>
              <a:custGeom>
                <a:avLst/>
                <a:ahLst/>
                <a:rect l="0" t="0" r="r" b="b"/>
                <a:pathLst>
                  <a:path w="93" h="131">
                    <a:moveTo>
                      <a:pt x="0" y="114"/>
                    </a:moveTo>
                    <a:lnTo>
                      <a:pt x="29" y="123"/>
                    </a:lnTo>
                    <a:lnTo>
                      <a:pt x="59" y="131"/>
                    </a:lnTo>
                    <a:lnTo>
                      <a:pt x="93" y="18"/>
                    </a:lnTo>
                    <a:lnTo>
                      <a:pt x="64" y="9"/>
                    </a:lnTo>
                    <a:lnTo>
                      <a:pt x="34" y="0"/>
                    </a:lnTo>
                    <a:lnTo>
                      <a:pt x="0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24" name=""/>
              <p:cNvSpPr/>
              <p:nvPr/>
            </p:nvSpPr>
            <p:spPr>
              <a:xfrm rot="0">
                <a:off x="2420" y="3002"/>
                <a:ext cx="19" cy="26"/>
              </a:xfrm>
              <a:custGeom>
                <a:avLst/>
                <a:ahLst/>
                <a:rect l="0" t="0" r="r" b="b"/>
                <a:pathLst>
                  <a:path w="93" h="131">
                    <a:moveTo>
                      <a:pt x="0" y="114"/>
                    </a:moveTo>
                    <a:lnTo>
                      <a:pt x="29" y="123"/>
                    </a:lnTo>
                    <a:lnTo>
                      <a:pt x="59" y="131"/>
                    </a:lnTo>
                    <a:lnTo>
                      <a:pt x="93" y="18"/>
                    </a:lnTo>
                    <a:lnTo>
                      <a:pt x="64" y="9"/>
                    </a:lnTo>
                    <a:lnTo>
                      <a:pt x="34" y="0"/>
                    </a:lnTo>
                    <a:lnTo>
                      <a:pt x="0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25" name=""/>
              <p:cNvSpPr/>
              <p:nvPr/>
            </p:nvSpPr>
            <p:spPr>
              <a:xfrm rot="0">
                <a:off x="2433" y="3004"/>
                <a:ext cx="6" cy="2"/>
              </a:xfrm>
              <a:custGeom>
                <a:avLst/>
                <a:ahLst/>
                <a:rect l="0" t="0" r="r" b="b"/>
                <a:pathLst>
                  <a:path w="30" h="9">
                    <a:moveTo>
                      <a:pt x="0" y="0"/>
                    </a:moveTo>
                    <a:lnTo>
                      <a:pt x="29" y="9"/>
                    </a:lnTo>
                    <a:lnTo>
                      <a:pt x="3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26" name=""/>
              <p:cNvSpPr/>
              <p:nvPr/>
            </p:nvSpPr>
            <p:spPr>
              <a:xfrm rot="0" flipV="1">
                <a:off x="2439" y="30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27" name=""/>
              <p:cNvSpPr/>
              <p:nvPr/>
            </p:nvSpPr>
            <p:spPr>
              <a:xfrm rot="0">
                <a:off x="2427" y="2979"/>
                <a:ext cx="17" cy="26"/>
              </a:xfrm>
              <a:custGeom>
                <a:avLst/>
                <a:ahLst/>
                <a:rect l="0" t="0" r="r" b="b"/>
                <a:pathLst>
                  <a:path w="88" h="131">
                    <a:moveTo>
                      <a:pt x="0" y="117"/>
                    </a:moveTo>
                    <a:lnTo>
                      <a:pt x="31" y="124"/>
                    </a:lnTo>
                    <a:lnTo>
                      <a:pt x="61" y="131"/>
                    </a:lnTo>
                    <a:lnTo>
                      <a:pt x="88" y="15"/>
                    </a:lnTo>
                    <a:lnTo>
                      <a:pt x="57" y="8"/>
                    </a:lnTo>
                    <a:lnTo>
                      <a:pt x="27" y="0"/>
                    </a:lnTo>
                    <a:lnTo>
                      <a:pt x="0" y="1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28" name=""/>
              <p:cNvSpPr/>
              <p:nvPr/>
            </p:nvSpPr>
            <p:spPr>
              <a:xfrm rot="0">
                <a:off x="2427" y="2979"/>
                <a:ext cx="17" cy="26"/>
              </a:xfrm>
              <a:custGeom>
                <a:avLst/>
                <a:ahLst/>
                <a:rect l="0" t="0" r="r" b="b"/>
                <a:pathLst>
                  <a:path w="88" h="131">
                    <a:moveTo>
                      <a:pt x="0" y="117"/>
                    </a:moveTo>
                    <a:lnTo>
                      <a:pt x="31" y="124"/>
                    </a:lnTo>
                    <a:lnTo>
                      <a:pt x="61" y="131"/>
                    </a:lnTo>
                    <a:lnTo>
                      <a:pt x="88" y="15"/>
                    </a:lnTo>
                    <a:lnTo>
                      <a:pt x="57" y="8"/>
                    </a:lnTo>
                    <a:lnTo>
                      <a:pt x="27" y="0"/>
                    </a:lnTo>
                    <a:lnTo>
                      <a:pt x="0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29" name=""/>
              <p:cNvSpPr/>
              <p:nvPr/>
            </p:nvSpPr>
            <p:spPr>
              <a:xfrm rot="0">
                <a:off x="2438" y="2981"/>
                <a:ext cx="6" cy="1"/>
              </a:xfrm>
              <a:custGeom>
                <a:avLst/>
                <a:ahLst/>
                <a:rect l="0" t="0" r="r" b="b"/>
                <a:pathLst>
                  <a:path w="31" h="7">
                    <a:moveTo>
                      <a:pt x="0" y="0"/>
                    </a:moveTo>
                    <a:lnTo>
                      <a:pt x="31" y="7"/>
                    </a:lnTo>
                    <a:lnTo>
                      <a:pt x="31" y="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30" name=""/>
              <p:cNvSpPr/>
              <p:nvPr/>
            </p:nvSpPr>
            <p:spPr>
              <a:xfrm rot="0" flipV="1">
                <a:off x="2444" y="29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31" name=""/>
              <p:cNvSpPr/>
              <p:nvPr/>
            </p:nvSpPr>
            <p:spPr>
              <a:xfrm rot="0">
                <a:off x="2432" y="2956"/>
                <a:ext cx="16" cy="26"/>
              </a:xfrm>
              <a:custGeom>
                <a:avLst/>
                <a:ahLst/>
                <a:rect l="0" t="0" r="r" b="b"/>
                <a:pathLst>
                  <a:path w="78" h="129">
                    <a:moveTo>
                      <a:pt x="0" y="119"/>
                    </a:moveTo>
                    <a:lnTo>
                      <a:pt x="30" y="124"/>
                    </a:lnTo>
                    <a:lnTo>
                      <a:pt x="61" y="129"/>
                    </a:lnTo>
                    <a:lnTo>
                      <a:pt x="78" y="10"/>
                    </a:lnTo>
                    <a:lnTo>
                      <a:pt x="48" y="5"/>
                    </a:lnTo>
                    <a:lnTo>
                      <a:pt x="17" y="0"/>
                    </a:lnTo>
                    <a:lnTo>
                      <a:pt x="0" y="1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32" name=""/>
              <p:cNvSpPr/>
              <p:nvPr/>
            </p:nvSpPr>
            <p:spPr>
              <a:xfrm rot="0">
                <a:off x="2432" y="2956"/>
                <a:ext cx="16" cy="26"/>
              </a:xfrm>
              <a:custGeom>
                <a:avLst/>
                <a:ahLst/>
                <a:rect l="0" t="0" r="r" b="b"/>
                <a:pathLst>
                  <a:path w="78" h="129">
                    <a:moveTo>
                      <a:pt x="0" y="119"/>
                    </a:moveTo>
                    <a:lnTo>
                      <a:pt x="30" y="124"/>
                    </a:lnTo>
                    <a:lnTo>
                      <a:pt x="61" y="129"/>
                    </a:lnTo>
                    <a:lnTo>
                      <a:pt x="78" y="10"/>
                    </a:lnTo>
                    <a:lnTo>
                      <a:pt x="48" y="5"/>
                    </a:lnTo>
                    <a:lnTo>
                      <a:pt x="17" y="0"/>
                    </a:lnTo>
                    <a:lnTo>
                      <a:pt x="0" y="1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33" name=""/>
              <p:cNvSpPr/>
              <p:nvPr/>
            </p:nvSpPr>
            <p:spPr>
              <a:xfrm rot="0">
                <a:off x="2442" y="2957"/>
                <a:ext cx="6" cy="1"/>
              </a:xfrm>
              <a:custGeom>
                <a:avLst/>
                <a:ahLst/>
                <a:rect l="0" t="0" r="r" b="b"/>
                <a:pathLst>
                  <a:path w="30" h="5">
                    <a:moveTo>
                      <a:pt x="0" y="0"/>
                    </a:moveTo>
                    <a:lnTo>
                      <a:pt x="30" y="5"/>
                    </a:lnTo>
                    <a:lnTo>
                      <a:pt x="30" y="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34" name=""/>
              <p:cNvSpPr/>
              <p:nvPr/>
            </p:nvSpPr>
            <p:spPr>
              <a:xfrm rot="0" flipV="1">
                <a:off x="2448" y="29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35" name=""/>
              <p:cNvSpPr/>
              <p:nvPr/>
            </p:nvSpPr>
            <p:spPr>
              <a:xfrm rot="0">
                <a:off x="2436" y="2933"/>
                <a:ext cx="14" cy="24"/>
              </a:xfrm>
              <a:custGeom>
                <a:avLst/>
                <a:ahLst/>
                <a:rect l="0" t="0" r="r" b="b"/>
                <a:pathLst>
                  <a:path w="71" h="124">
                    <a:moveTo>
                      <a:pt x="0" y="119"/>
                    </a:moveTo>
                    <a:lnTo>
                      <a:pt x="31" y="121"/>
                    </a:lnTo>
                    <a:lnTo>
                      <a:pt x="61" y="124"/>
                    </a:lnTo>
                    <a:lnTo>
                      <a:pt x="71" y="5"/>
                    </a:lnTo>
                    <a:lnTo>
                      <a:pt x="40" y="3"/>
                    </a:lnTo>
                    <a:lnTo>
                      <a:pt x="10" y="0"/>
                    </a:lnTo>
                    <a:lnTo>
                      <a:pt x="0" y="1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36" name=""/>
              <p:cNvSpPr/>
              <p:nvPr/>
            </p:nvSpPr>
            <p:spPr>
              <a:xfrm rot="0">
                <a:off x="2436" y="2933"/>
                <a:ext cx="14" cy="24"/>
              </a:xfrm>
              <a:custGeom>
                <a:avLst/>
                <a:ahLst/>
                <a:rect l="0" t="0" r="r" b="b"/>
                <a:pathLst>
                  <a:path w="71" h="124">
                    <a:moveTo>
                      <a:pt x="0" y="119"/>
                    </a:moveTo>
                    <a:lnTo>
                      <a:pt x="31" y="121"/>
                    </a:lnTo>
                    <a:lnTo>
                      <a:pt x="61" y="124"/>
                    </a:lnTo>
                    <a:lnTo>
                      <a:pt x="71" y="5"/>
                    </a:lnTo>
                    <a:lnTo>
                      <a:pt x="40" y="3"/>
                    </a:lnTo>
                    <a:lnTo>
                      <a:pt x="10" y="0"/>
                    </a:lnTo>
                    <a:lnTo>
                      <a:pt x="0" y="1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37" name=""/>
              <p:cNvSpPr/>
              <p:nvPr/>
            </p:nvSpPr>
            <p:spPr>
              <a:xfrm rot="0">
                <a:off x="2444" y="2933"/>
                <a:ext cx="6" cy="1"/>
              </a:xfrm>
              <a:custGeom>
                <a:avLst/>
                <a:ahLst/>
                <a:rect l="0" t="0" r="r" b="b"/>
                <a:pathLst>
                  <a:path w="32" h="2">
                    <a:moveTo>
                      <a:pt x="0" y="0"/>
                    </a:moveTo>
                    <a:lnTo>
                      <a:pt x="31" y="2"/>
                    </a:lnTo>
                    <a:lnTo>
                      <a:pt x="3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38" name=""/>
              <p:cNvSpPr/>
              <p:nvPr/>
            </p:nvSpPr>
            <p:spPr>
              <a:xfrm rot="0" flipV="1">
                <a:off x="2450" y="29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39" name=""/>
              <p:cNvSpPr/>
              <p:nvPr/>
            </p:nvSpPr>
            <p:spPr>
              <a:xfrm rot="0">
                <a:off x="2438" y="2909"/>
                <a:ext cx="12" cy="24"/>
              </a:xfrm>
              <a:custGeom>
                <a:avLst/>
                <a:ahLst/>
                <a:rect l="0" t="0" r="r" b="b"/>
                <a:pathLst>
                  <a:path w="62" h="119">
                    <a:moveTo>
                      <a:pt x="0" y="119"/>
                    </a:moveTo>
                    <a:lnTo>
                      <a:pt x="30" y="119"/>
                    </a:lnTo>
                    <a:lnTo>
                      <a:pt x="62" y="119"/>
                    </a:lnTo>
                    <a:lnTo>
                      <a:pt x="62" y="0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40" name=""/>
              <p:cNvSpPr/>
              <p:nvPr/>
            </p:nvSpPr>
            <p:spPr>
              <a:xfrm rot="0">
                <a:off x="2438" y="2909"/>
                <a:ext cx="12" cy="24"/>
              </a:xfrm>
              <a:custGeom>
                <a:avLst/>
                <a:ahLst/>
                <a:rect l="0" t="0" r="r" b="b"/>
                <a:pathLst>
                  <a:path w="62" h="119">
                    <a:moveTo>
                      <a:pt x="0" y="119"/>
                    </a:moveTo>
                    <a:lnTo>
                      <a:pt x="30" y="119"/>
                    </a:lnTo>
                    <a:lnTo>
                      <a:pt x="62" y="119"/>
                    </a:lnTo>
                    <a:lnTo>
                      <a:pt x="62" y="0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41" name=""/>
              <p:cNvSpPr/>
              <p:nvPr/>
            </p:nvSpPr>
            <p:spPr>
              <a:xfrm rot="0">
                <a:off x="2444" y="2909"/>
                <a:ext cx="6" cy="1"/>
              </a:xfrm>
              <a:custGeom>
                <a:avLst/>
                <a:ahLst/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32" y="2"/>
                    </a:lnTo>
                    <a:lnTo>
                      <a:pt x="3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42" name=""/>
              <p:cNvSpPr/>
              <p:nvPr/>
            </p:nvSpPr>
            <p:spPr>
              <a:xfrm rot="0" flipH="1" flipV="1">
                <a:off x="2450" y="29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43" name=""/>
              <p:cNvSpPr/>
              <p:nvPr/>
            </p:nvSpPr>
            <p:spPr>
              <a:xfrm rot="0">
                <a:off x="2436" y="2885"/>
                <a:ext cx="14" cy="25"/>
              </a:xfrm>
              <a:custGeom>
                <a:avLst/>
                <a:ahLst/>
                <a:rect l="0" t="0" r="r" b="b"/>
                <a:pathLst>
                  <a:path w="71" h="123">
                    <a:moveTo>
                      <a:pt x="10" y="123"/>
                    </a:moveTo>
                    <a:lnTo>
                      <a:pt x="40" y="121"/>
                    </a:lnTo>
                    <a:lnTo>
                      <a:pt x="71" y="119"/>
                    </a:lnTo>
                    <a:lnTo>
                      <a:pt x="61" y="0"/>
                    </a:lnTo>
                    <a:lnTo>
                      <a:pt x="31" y="2"/>
                    </a:lnTo>
                    <a:lnTo>
                      <a:pt x="0" y="5"/>
                    </a:lnTo>
                    <a:lnTo>
                      <a:pt x="10" y="1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44" name=""/>
              <p:cNvSpPr/>
              <p:nvPr/>
            </p:nvSpPr>
            <p:spPr>
              <a:xfrm rot="0">
                <a:off x="2436" y="2885"/>
                <a:ext cx="14" cy="25"/>
              </a:xfrm>
              <a:custGeom>
                <a:avLst/>
                <a:ahLst/>
                <a:rect l="0" t="0" r="r" b="b"/>
                <a:pathLst>
                  <a:path w="71" h="123">
                    <a:moveTo>
                      <a:pt x="10" y="123"/>
                    </a:moveTo>
                    <a:lnTo>
                      <a:pt x="40" y="121"/>
                    </a:lnTo>
                    <a:lnTo>
                      <a:pt x="71" y="119"/>
                    </a:lnTo>
                    <a:lnTo>
                      <a:pt x="61" y="0"/>
                    </a:lnTo>
                    <a:lnTo>
                      <a:pt x="31" y="2"/>
                    </a:lnTo>
                    <a:lnTo>
                      <a:pt x="0" y="5"/>
                    </a:lnTo>
                    <a:lnTo>
                      <a:pt x="10" y="1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45" name=""/>
              <p:cNvSpPr/>
              <p:nvPr/>
            </p:nvSpPr>
            <p:spPr>
              <a:xfrm rot="0">
                <a:off x="2442" y="2885"/>
                <a:ext cx="6" cy="1"/>
              </a:xfrm>
              <a:custGeom>
                <a:avLst/>
                <a:ahLst/>
                <a:rect l="0" t="0" r="r" b="b"/>
                <a:pathLst>
                  <a:path w="30" h="4">
                    <a:moveTo>
                      <a:pt x="0" y="4"/>
                    </a:moveTo>
                    <a:lnTo>
                      <a:pt x="30" y="2"/>
                    </a:lnTo>
                    <a:lnTo>
                      <a:pt x="30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46" name=""/>
              <p:cNvSpPr/>
              <p:nvPr/>
            </p:nvSpPr>
            <p:spPr>
              <a:xfrm rot="0" flipV="1">
                <a:off x="2448" y="28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47" name=""/>
              <p:cNvSpPr/>
              <p:nvPr/>
            </p:nvSpPr>
            <p:spPr>
              <a:xfrm rot="0">
                <a:off x="2432" y="2861"/>
                <a:ext cx="16" cy="26"/>
              </a:xfrm>
              <a:custGeom>
                <a:avLst/>
                <a:ahLst/>
                <a:rect l="0" t="0" r="r" b="b"/>
                <a:pathLst>
                  <a:path w="78" h="128">
                    <a:moveTo>
                      <a:pt x="17" y="128"/>
                    </a:moveTo>
                    <a:lnTo>
                      <a:pt x="48" y="123"/>
                    </a:lnTo>
                    <a:lnTo>
                      <a:pt x="78" y="119"/>
                    </a:lnTo>
                    <a:lnTo>
                      <a:pt x="61" y="0"/>
                    </a:lnTo>
                    <a:lnTo>
                      <a:pt x="30" y="5"/>
                    </a:lnTo>
                    <a:lnTo>
                      <a:pt x="0" y="10"/>
                    </a:lnTo>
                    <a:lnTo>
                      <a:pt x="17" y="1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48" name=""/>
              <p:cNvSpPr/>
              <p:nvPr/>
            </p:nvSpPr>
            <p:spPr>
              <a:xfrm rot="0">
                <a:off x="2432" y="2861"/>
                <a:ext cx="16" cy="26"/>
              </a:xfrm>
              <a:custGeom>
                <a:avLst/>
                <a:ahLst/>
                <a:rect l="0" t="0" r="r" b="b"/>
                <a:pathLst>
                  <a:path w="78" h="128">
                    <a:moveTo>
                      <a:pt x="17" y="128"/>
                    </a:moveTo>
                    <a:lnTo>
                      <a:pt x="48" y="123"/>
                    </a:lnTo>
                    <a:lnTo>
                      <a:pt x="78" y="119"/>
                    </a:lnTo>
                    <a:lnTo>
                      <a:pt x="61" y="0"/>
                    </a:lnTo>
                    <a:lnTo>
                      <a:pt x="30" y="5"/>
                    </a:lnTo>
                    <a:lnTo>
                      <a:pt x="0" y="10"/>
                    </a:lnTo>
                    <a:lnTo>
                      <a:pt x="17" y="1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49" name=""/>
              <p:cNvSpPr/>
              <p:nvPr/>
            </p:nvSpPr>
            <p:spPr>
              <a:xfrm rot="0">
                <a:off x="2438" y="2861"/>
                <a:ext cx="6" cy="1"/>
              </a:xfrm>
              <a:custGeom>
                <a:avLst/>
                <a:ahLst/>
                <a:rect l="0" t="0" r="r" b="b"/>
                <a:pathLst>
                  <a:path w="31" h="7">
                    <a:moveTo>
                      <a:pt x="0" y="7"/>
                    </a:moveTo>
                    <a:lnTo>
                      <a:pt x="31" y="2"/>
                    </a:lnTo>
                    <a:lnTo>
                      <a:pt x="31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50" name=""/>
              <p:cNvSpPr/>
              <p:nvPr/>
            </p:nvSpPr>
            <p:spPr>
              <a:xfrm rot="0" flipV="1">
                <a:off x="2444" y="28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51" name=""/>
              <p:cNvSpPr/>
              <p:nvPr/>
            </p:nvSpPr>
            <p:spPr>
              <a:xfrm rot="0">
                <a:off x="2427" y="2838"/>
                <a:ext cx="17" cy="25"/>
              </a:xfrm>
              <a:custGeom>
                <a:avLst/>
                <a:ahLst/>
                <a:rect l="0" t="0" r="r" b="b"/>
                <a:pathLst>
                  <a:path w="88" h="129">
                    <a:moveTo>
                      <a:pt x="27" y="129"/>
                    </a:moveTo>
                    <a:lnTo>
                      <a:pt x="57" y="122"/>
                    </a:lnTo>
                    <a:lnTo>
                      <a:pt x="88" y="115"/>
                    </a:lnTo>
                    <a:lnTo>
                      <a:pt x="61" y="0"/>
                    </a:lnTo>
                    <a:lnTo>
                      <a:pt x="31" y="7"/>
                    </a:lnTo>
                    <a:lnTo>
                      <a:pt x="0" y="14"/>
                    </a:lnTo>
                    <a:lnTo>
                      <a:pt x="27" y="1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52" name=""/>
              <p:cNvSpPr/>
              <p:nvPr/>
            </p:nvSpPr>
            <p:spPr>
              <a:xfrm rot="0">
                <a:off x="2427" y="2838"/>
                <a:ext cx="17" cy="25"/>
              </a:xfrm>
              <a:custGeom>
                <a:avLst/>
                <a:ahLst/>
                <a:rect l="0" t="0" r="r" b="b"/>
                <a:pathLst>
                  <a:path w="88" h="129">
                    <a:moveTo>
                      <a:pt x="27" y="129"/>
                    </a:moveTo>
                    <a:lnTo>
                      <a:pt x="57" y="122"/>
                    </a:lnTo>
                    <a:lnTo>
                      <a:pt x="88" y="115"/>
                    </a:lnTo>
                    <a:lnTo>
                      <a:pt x="61" y="0"/>
                    </a:lnTo>
                    <a:lnTo>
                      <a:pt x="31" y="7"/>
                    </a:lnTo>
                    <a:lnTo>
                      <a:pt x="0" y="14"/>
                    </a:lnTo>
                    <a:lnTo>
                      <a:pt x="27" y="1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53" name=""/>
              <p:cNvSpPr/>
              <p:nvPr/>
            </p:nvSpPr>
            <p:spPr>
              <a:xfrm rot="0">
                <a:off x="2433" y="2837"/>
                <a:ext cx="6" cy="2"/>
              </a:xfrm>
              <a:custGeom>
                <a:avLst/>
                <a:ahLst/>
                <a:rect l="0" t="0" r="r" b="b"/>
                <a:pathLst>
                  <a:path w="30" h="9">
                    <a:moveTo>
                      <a:pt x="0" y="9"/>
                    </a:moveTo>
                    <a:lnTo>
                      <a:pt x="30" y="2"/>
                    </a:lnTo>
                    <a:lnTo>
                      <a:pt x="29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54" name=""/>
              <p:cNvSpPr/>
              <p:nvPr/>
            </p:nvSpPr>
            <p:spPr>
              <a:xfrm rot="0" flipH="1" flipV="1">
                <a:off x="2439" y="283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55" name=""/>
              <p:cNvSpPr/>
              <p:nvPr/>
            </p:nvSpPr>
            <p:spPr>
              <a:xfrm rot="0">
                <a:off x="2420" y="2814"/>
                <a:ext cx="19" cy="27"/>
              </a:xfrm>
              <a:custGeom>
                <a:avLst/>
                <a:ahLst/>
                <a:rect l="0" t="0" r="r" b="b"/>
                <a:pathLst>
                  <a:path w="93" h="132">
                    <a:moveTo>
                      <a:pt x="34" y="132"/>
                    </a:moveTo>
                    <a:lnTo>
                      <a:pt x="64" y="124"/>
                    </a:lnTo>
                    <a:lnTo>
                      <a:pt x="93" y="115"/>
                    </a:lnTo>
                    <a:lnTo>
                      <a:pt x="59" y="0"/>
                    </a:lnTo>
                    <a:lnTo>
                      <a:pt x="29" y="9"/>
                    </a:lnTo>
                    <a:lnTo>
                      <a:pt x="0" y="18"/>
                    </a:lnTo>
                    <a:lnTo>
                      <a:pt x="34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56" name=""/>
              <p:cNvSpPr/>
              <p:nvPr/>
            </p:nvSpPr>
            <p:spPr>
              <a:xfrm rot="0">
                <a:off x="2420" y="2814"/>
                <a:ext cx="19" cy="27"/>
              </a:xfrm>
              <a:custGeom>
                <a:avLst/>
                <a:ahLst/>
                <a:rect l="0" t="0" r="r" b="b"/>
                <a:pathLst>
                  <a:path w="93" h="132">
                    <a:moveTo>
                      <a:pt x="34" y="132"/>
                    </a:moveTo>
                    <a:lnTo>
                      <a:pt x="64" y="124"/>
                    </a:lnTo>
                    <a:lnTo>
                      <a:pt x="93" y="115"/>
                    </a:lnTo>
                    <a:lnTo>
                      <a:pt x="59" y="0"/>
                    </a:lnTo>
                    <a:lnTo>
                      <a:pt x="29" y="9"/>
                    </a:lnTo>
                    <a:lnTo>
                      <a:pt x="0" y="18"/>
                    </a:lnTo>
                    <a:lnTo>
                      <a:pt x="34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57" name=""/>
              <p:cNvSpPr/>
              <p:nvPr/>
            </p:nvSpPr>
            <p:spPr>
              <a:xfrm rot="0">
                <a:off x="2426" y="2814"/>
                <a:ext cx="6" cy="2"/>
              </a:xfrm>
              <a:custGeom>
                <a:avLst/>
                <a:ahLst/>
                <a:rect l="0" t="0" r="r" b="b"/>
                <a:pathLst>
                  <a:path w="30" h="11">
                    <a:moveTo>
                      <a:pt x="0" y="11"/>
                    </a:moveTo>
                    <a:lnTo>
                      <a:pt x="30" y="2"/>
                    </a:lnTo>
                    <a:lnTo>
                      <a:pt x="30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58" name=""/>
              <p:cNvSpPr/>
              <p:nvPr/>
            </p:nvSpPr>
            <p:spPr>
              <a:xfrm rot="0" flipV="1">
                <a:off x="2432" y="28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59" name=""/>
              <p:cNvSpPr/>
              <p:nvPr/>
            </p:nvSpPr>
            <p:spPr>
              <a:xfrm rot="0">
                <a:off x="2411" y="2792"/>
                <a:ext cx="21" cy="26"/>
              </a:xfrm>
              <a:custGeom>
                <a:avLst/>
                <a:ahLst/>
                <a:rect l="0" t="0" r="r" b="b"/>
                <a:pathLst>
                  <a:path w="103" h="132">
                    <a:moveTo>
                      <a:pt x="44" y="132"/>
                    </a:moveTo>
                    <a:lnTo>
                      <a:pt x="73" y="121"/>
                    </a:lnTo>
                    <a:lnTo>
                      <a:pt x="103" y="110"/>
                    </a:lnTo>
                    <a:lnTo>
                      <a:pt x="59" y="0"/>
                    </a:lnTo>
                    <a:lnTo>
                      <a:pt x="29" y="11"/>
                    </a:lnTo>
                    <a:lnTo>
                      <a:pt x="0" y="22"/>
                    </a:lnTo>
                    <a:lnTo>
                      <a:pt x="44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60" name=""/>
              <p:cNvSpPr/>
              <p:nvPr/>
            </p:nvSpPr>
            <p:spPr>
              <a:xfrm rot="0">
                <a:off x="2411" y="2792"/>
                <a:ext cx="21" cy="26"/>
              </a:xfrm>
              <a:custGeom>
                <a:avLst/>
                <a:ahLst/>
                <a:rect l="0" t="0" r="r" b="b"/>
                <a:pathLst>
                  <a:path w="103" h="132">
                    <a:moveTo>
                      <a:pt x="44" y="132"/>
                    </a:moveTo>
                    <a:lnTo>
                      <a:pt x="73" y="121"/>
                    </a:lnTo>
                    <a:lnTo>
                      <a:pt x="103" y="110"/>
                    </a:lnTo>
                    <a:lnTo>
                      <a:pt x="59" y="0"/>
                    </a:lnTo>
                    <a:lnTo>
                      <a:pt x="29" y="11"/>
                    </a:lnTo>
                    <a:lnTo>
                      <a:pt x="0" y="22"/>
                    </a:lnTo>
                    <a:lnTo>
                      <a:pt x="44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61" name=""/>
              <p:cNvSpPr/>
              <p:nvPr/>
            </p:nvSpPr>
            <p:spPr>
              <a:xfrm rot="0">
                <a:off x="2417" y="2791"/>
                <a:ext cx="6" cy="3"/>
              </a:xfrm>
              <a:custGeom>
                <a:avLst/>
                <a:ahLst/>
                <a:rect l="0" t="0" r="r" b="b"/>
                <a:pathLst>
                  <a:path w="30" h="13">
                    <a:moveTo>
                      <a:pt x="0" y="13"/>
                    </a:moveTo>
                    <a:lnTo>
                      <a:pt x="30" y="2"/>
                    </a:lnTo>
                    <a:lnTo>
                      <a:pt x="28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62" name=""/>
              <p:cNvSpPr/>
              <p:nvPr/>
            </p:nvSpPr>
            <p:spPr>
              <a:xfrm rot="0" flipH="1" flipV="1">
                <a:off x="2423" y="279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63" name=""/>
              <p:cNvSpPr/>
              <p:nvPr/>
            </p:nvSpPr>
            <p:spPr>
              <a:xfrm rot="0">
                <a:off x="2401" y="2770"/>
                <a:ext cx="22" cy="27"/>
              </a:xfrm>
              <a:custGeom>
                <a:avLst/>
                <a:ahLst/>
                <a:rect l="0" t="0" r="r" b="b"/>
                <a:pathLst>
                  <a:path w="107" h="134">
                    <a:moveTo>
                      <a:pt x="51" y="134"/>
                    </a:moveTo>
                    <a:lnTo>
                      <a:pt x="79" y="121"/>
                    </a:lnTo>
                    <a:lnTo>
                      <a:pt x="107" y="108"/>
                    </a:lnTo>
                    <a:lnTo>
                      <a:pt x="56" y="0"/>
                    </a:lnTo>
                    <a:lnTo>
                      <a:pt x="28" y="13"/>
                    </a:lnTo>
                    <a:lnTo>
                      <a:pt x="0" y="27"/>
                    </a:lnTo>
                    <a:lnTo>
                      <a:pt x="51" y="1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64" name=""/>
              <p:cNvSpPr/>
              <p:nvPr/>
            </p:nvSpPr>
            <p:spPr>
              <a:xfrm rot="0">
                <a:off x="2401" y="2770"/>
                <a:ext cx="22" cy="27"/>
              </a:xfrm>
              <a:custGeom>
                <a:avLst/>
                <a:ahLst/>
                <a:rect l="0" t="0" r="r" b="b"/>
                <a:pathLst>
                  <a:path w="107" h="134">
                    <a:moveTo>
                      <a:pt x="51" y="134"/>
                    </a:moveTo>
                    <a:lnTo>
                      <a:pt x="79" y="121"/>
                    </a:lnTo>
                    <a:lnTo>
                      <a:pt x="107" y="108"/>
                    </a:lnTo>
                    <a:lnTo>
                      <a:pt x="56" y="0"/>
                    </a:lnTo>
                    <a:lnTo>
                      <a:pt x="28" y="13"/>
                    </a:lnTo>
                    <a:lnTo>
                      <a:pt x="0" y="27"/>
                    </a:lnTo>
                    <a:lnTo>
                      <a:pt x="51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65" name=""/>
              <p:cNvSpPr/>
              <p:nvPr/>
            </p:nvSpPr>
            <p:spPr>
              <a:xfrm rot="0">
                <a:off x="2407" y="2769"/>
                <a:ext cx="6" cy="3"/>
              </a:xfrm>
              <a:custGeom>
                <a:avLst/>
                <a:ahLst/>
                <a:rect l="0" t="0" r="r" b="b"/>
                <a:pathLst>
                  <a:path w="28" h="16">
                    <a:moveTo>
                      <a:pt x="0" y="16"/>
                    </a:moveTo>
                    <a:lnTo>
                      <a:pt x="28" y="3"/>
                    </a:lnTo>
                    <a:lnTo>
                      <a:pt x="27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66" name=""/>
              <p:cNvSpPr/>
              <p:nvPr/>
            </p:nvSpPr>
            <p:spPr>
              <a:xfrm rot="0" flipH="1" flipV="1">
                <a:off x="2412" y="27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67" name=""/>
              <p:cNvSpPr/>
              <p:nvPr/>
            </p:nvSpPr>
            <p:spPr>
              <a:xfrm rot="0">
                <a:off x="2390" y="2749"/>
                <a:ext cx="22" cy="27"/>
              </a:xfrm>
              <a:custGeom>
                <a:avLst/>
                <a:ahLst/>
                <a:rect l="0" t="0" r="r" b="b"/>
                <a:pathLst>
                  <a:path w="113" h="134">
                    <a:moveTo>
                      <a:pt x="59" y="134"/>
                    </a:moveTo>
                    <a:lnTo>
                      <a:pt x="86" y="118"/>
                    </a:lnTo>
                    <a:lnTo>
                      <a:pt x="113" y="102"/>
                    </a:lnTo>
                    <a:lnTo>
                      <a:pt x="54" y="0"/>
                    </a:lnTo>
                    <a:lnTo>
                      <a:pt x="27" y="16"/>
                    </a:lnTo>
                    <a:lnTo>
                      <a:pt x="0" y="32"/>
                    </a:lnTo>
                    <a:lnTo>
                      <a:pt x="59" y="1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68" name=""/>
              <p:cNvSpPr/>
              <p:nvPr/>
            </p:nvSpPr>
            <p:spPr>
              <a:xfrm rot="0">
                <a:off x="2390" y="2749"/>
                <a:ext cx="22" cy="27"/>
              </a:xfrm>
              <a:custGeom>
                <a:avLst/>
                <a:ahLst/>
                <a:rect l="0" t="0" r="r" b="b"/>
                <a:pathLst>
                  <a:path w="113" h="134">
                    <a:moveTo>
                      <a:pt x="59" y="134"/>
                    </a:moveTo>
                    <a:lnTo>
                      <a:pt x="86" y="118"/>
                    </a:lnTo>
                    <a:lnTo>
                      <a:pt x="113" y="102"/>
                    </a:lnTo>
                    <a:lnTo>
                      <a:pt x="54" y="0"/>
                    </a:lnTo>
                    <a:lnTo>
                      <a:pt x="27" y="16"/>
                    </a:lnTo>
                    <a:lnTo>
                      <a:pt x="0" y="32"/>
                    </a:lnTo>
                    <a:lnTo>
                      <a:pt x="59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69" name=""/>
              <p:cNvSpPr/>
              <p:nvPr/>
            </p:nvSpPr>
            <p:spPr>
              <a:xfrm rot="0">
                <a:off x="2395" y="2749"/>
                <a:ext cx="6" cy="3"/>
              </a:xfrm>
              <a:custGeom>
                <a:avLst/>
                <a:ahLst/>
                <a:rect l="0" t="0" r="r" b="b"/>
                <a:pathLst>
                  <a:path w="27" h="17">
                    <a:moveTo>
                      <a:pt x="0" y="17"/>
                    </a:moveTo>
                    <a:lnTo>
                      <a:pt x="27" y="1"/>
                    </a:lnTo>
                    <a:lnTo>
                      <a:pt x="26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70" name=""/>
              <p:cNvSpPr/>
              <p:nvPr/>
            </p:nvSpPr>
            <p:spPr>
              <a:xfrm rot="0" flipH="1" flipV="1">
                <a:off x="2400" y="27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71" name=""/>
              <p:cNvSpPr/>
              <p:nvPr/>
            </p:nvSpPr>
            <p:spPr>
              <a:xfrm rot="0">
                <a:off x="2377" y="2729"/>
                <a:ext cx="23" cy="26"/>
              </a:xfrm>
              <a:custGeom>
                <a:avLst/>
                <a:ahLst/>
                <a:rect l="0" t="0" r="r" b="b"/>
                <a:pathLst>
                  <a:path w="119" h="133">
                    <a:moveTo>
                      <a:pt x="68" y="133"/>
                    </a:moveTo>
                    <a:lnTo>
                      <a:pt x="93" y="116"/>
                    </a:lnTo>
                    <a:lnTo>
                      <a:pt x="119" y="99"/>
                    </a:lnTo>
                    <a:lnTo>
                      <a:pt x="52" y="0"/>
                    </a:lnTo>
                    <a:lnTo>
                      <a:pt x="26" y="17"/>
                    </a:lnTo>
                    <a:lnTo>
                      <a:pt x="0" y="34"/>
                    </a:lnTo>
                    <a:lnTo>
                      <a:pt x="68" y="1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72" name=""/>
              <p:cNvSpPr/>
              <p:nvPr/>
            </p:nvSpPr>
            <p:spPr>
              <a:xfrm rot="0">
                <a:off x="2377" y="2729"/>
                <a:ext cx="23" cy="26"/>
              </a:xfrm>
              <a:custGeom>
                <a:avLst/>
                <a:ahLst/>
                <a:rect l="0" t="0" r="r" b="b"/>
                <a:pathLst>
                  <a:path w="119" h="133">
                    <a:moveTo>
                      <a:pt x="68" y="133"/>
                    </a:moveTo>
                    <a:lnTo>
                      <a:pt x="93" y="116"/>
                    </a:lnTo>
                    <a:lnTo>
                      <a:pt x="119" y="99"/>
                    </a:lnTo>
                    <a:lnTo>
                      <a:pt x="52" y="0"/>
                    </a:lnTo>
                    <a:lnTo>
                      <a:pt x="26" y="17"/>
                    </a:lnTo>
                    <a:lnTo>
                      <a:pt x="0" y="34"/>
                    </a:lnTo>
                    <a:lnTo>
                      <a:pt x="68" y="1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73" name=""/>
              <p:cNvSpPr/>
              <p:nvPr/>
            </p:nvSpPr>
            <p:spPr>
              <a:xfrm rot="0">
                <a:off x="2382" y="2728"/>
                <a:ext cx="5" cy="4"/>
              </a:xfrm>
              <a:custGeom>
                <a:avLst/>
                <a:ahLst/>
                <a:rect l="0" t="0" r="r" b="b"/>
                <a:pathLst>
                  <a:path w="26" h="20">
                    <a:moveTo>
                      <a:pt x="0" y="20"/>
                    </a:moveTo>
                    <a:lnTo>
                      <a:pt x="26" y="3"/>
                    </a:lnTo>
                    <a:lnTo>
                      <a:pt x="25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74" name=""/>
              <p:cNvSpPr/>
              <p:nvPr/>
            </p:nvSpPr>
            <p:spPr>
              <a:xfrm rot="0" flipH="1" flipV="1">
                <a:off x="2387" y="27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75" name=""/>
              <p:cNvSpPr/>
              <p:nvPr/>
            </p:nvSpPr>
            <p:spPr>
              <a:xfrm rot="0">
                <a:off x="2362" y="2710"/>
                <a:ext cx="25" cy="26"/>
              </a:xfrm>
              <a:custGeom>
                <a:avLst/>
                <a:ahLst/>
                <a:rect l="0" t="0" r="r" b="b"/>
                <a:pathLst>
                  <a:path w="124" h="132">
                    <a:moveTo>
                      <a:pt x="75" y="132"/>
                    </a:moveTo>
                    <a:lnTo>
                      <a:pt x="99" y="113"/>
                    </a:lnTo>
                    <a:lnTo>
                      <a:pt x="124" y="93"/>
                    </a:lnTo>
                    <a:lnTo>
                      <a:pt x="49" y="0"/>
                    </a:lnTo>
                    <a:lnTo>
                      <a:pt x="25" y="20"/>
                    </a:lnTo>
                    <a:lnTo>
                      <a:pt x="0" y="39"/>
                    </a:lnTo>
                    <a:lnTo>
                      <a:pt x="75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76" name=""/>
              <p:cNvSpPr/>
              <p:nvPr/>
            </p:nvSpPr>
            <p:spPr>
              <a:xfrm rot="0">
                <a:off x="2362" y="2710"/>
                <a:ext cx="25" cy="26"/>
              </a:xfrm>
              <a:custGeom>
                <a:avLst/>
                <a:ahLst/>
                <a:rect l="0" t="0" r="r" b="b"/>
                <a:pathLst>
                  <a:path w="124" h="132">
                    <a:moveTo>
                      <a:pt x="75" y="132"/>
                    </a:moveTo>
                    <a:lnTo>
                      <a:pt x="99" y="113"/>
                    </a:lnTo>
                    <a:lnTo>
                      <a:pt x="124" y="93"/>
                    </a:lnTo>
                    <a:lnTo>
                      <a:pt x="49" y="0"/>
                    </a:lnTo>
                    <a:lnTo>
                      <a:pt x="25" y="20"/>
                    </a:lnTo>
                    <a:lnTo>
                      <a:pt x="0" y="39"/>
                    </a:lnTo>
                    <a:lnTo>
                      <a:pt x="75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77" name=""/>
              <p:cNvSpPr/>
              <p:nvPr/>
            </p:nvSpPr>
            <p:spPr>
              <a:xfrm rot="0">
                <a:off x="2367" y="2709"/>
                <a:ext cx="5" cy="5"/>
              </a:xfrm>
              <a:custGeom>
                <a:avLst/>
                <a:ahLst/>
                <a:rect l="0" t="0" r="r" b="b"/>
                <a:pathLst>
                  <a:path w="24" h="21">
                    <a:moveTo>
                      <a:pt x="0" y="21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78" name=""/>
              <p:cNvSpPr/>
              <p:nvPr/>
            </p:nvSpPr>
            <p:spPr>
              <a:xfrm rot="0" flipH="1" flipV="1">
                <a:off x="2372" y="27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79" name=""/>
              <p:cNvSpPr/>
              <p:nvPr/>
            </p:nvSpPr>
            <p:spPr>
              <a:xfrm rot="0">
                <a:off x="2346" y="2692"/>
                <a:ext cx="26" cy="26"/>
              </a:xfrm>
              <a:custGeom>
                <a:avLst/>
                <a:ahLst/>
                <a:rect l="0" t="0" r="r" b="b"/>
                <a:pathLst>
                  <a:path w="127" h="130">
                    <a:moveTo>
                      <a:pt x="80" y="130"/>
                    </a:moveTo>
                    <a:lnTo>
                      <a:pt x="104" y="109"/>
                    </a:lnTo>
                    <a:lnTo>
                      <a:pt x="127" y="88"/>
                    </a:lnTo>
                    <a:lnTo>
                      <a:pt x="46" y="0"/>
                    </a:lnTo>
                    <a:lnTo>
                      <a:pt x="23" y="21"/>
                    </a:lnTo>
                    <a:lnTo>
                      <a:pt x="0" y="41"/>
                    </a:lnTo>
                    <a:lnTo>
                      <a:pt x="80" y="1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80" name=""/>
              <p:cNvSpPr/>
              <p:nvPr/>
            </p:nvSpPr>
            <p:spPr>
              <a:xfrm rot="0">
                <a:off x="2346" y="2692"/>
                <a:ext cx="26" cy="26"/>
              </a:xfrm>
              <a:custGeom>
                <a:avLst/>
                <a:ahLst/>
                <a:rect l="0" t="0" r="r" b="b"/>
                <a:pathLst>
                  <a:path w="127" h="130">
                    <a:moveTo>
                      <a:pt x="80" y="130"/>
                    </a:moveTo>
                    <a:lnTo>
                      <a:pt x="104" y="109"/>
                    </a:lnTo>
                    <a:lnTo>
                      <a:pt x="127" y="88"/>
                    </a:lnTo>
                    <a:lnTo>
                      <a:pt x="46" y="0"/>
                    </a:lnTo>
                    <a:lnTo>
                      <a:pt x="23" y="21"/>
                    </a:lnTo>
                    <a:lnTo>
                      <a:pt x="0" y="41"/>
                    </a:lnTo>
                    <a:lnTo>
                      <a:pt x="80" y="13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81" name=""/>
              <p:cNvSpPr/>
              <p:nvPr/>
            </p:nvSpPr>
            <p:spPr>
              <a:xfrm rot="0">
                <a:off x="2351" y="2691"/>
                <a:ext cx="4" cy="5"/>
              </a:xfrm>
              <a:custGeom>
                <a:avLst/>
                <a:ahLst/>
                <a:rect l="0" t="0" r="r" b="b"/>
                <a:pathLst>
                  <a:path w="23" h="24">
                    <a:moveTo>
                      <a:pt x="0" y="24"/>
                    </a:moveTo>
                    <a:lnTo>
                      <a:pt x="23" y="3"/>
                    </a:lnTo>
                    <a:lnTo>
                      <a:pt x="21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82" name=""/>
              <p:cNvSpPr/>
              <p:nvPr/>
            </p:nvSpPr>
            <p:spPr>
              <a:xfrm rot="0" flipH="1" flipV="1">
                <a:off x="2355" y="269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83" name=""/>
              <p:cNvSpPr/>
              <p:nvPr/>
            </p:nvSpPr>
            <p:spPr>
              <a:xfrm rot="0">
                <a:off x="2329" y="2675"/>
                <a:ext cx="26" cy="26"/>
              </a:xfrm>
              <a:custGeom>
                <a:avLst/>
                <a:ahLst/>
                <a:rect l="0" t="0" r="r" b="b"/>
                <a:pathLst>
                  <a:path w="129" h="127">
                    <a:moveTo>
                      <a:pt x="87" y="127"/>
                    </a:moveTo>
                    <a:lnTo>
                      <a:pt x="108" y="104"/>
                    </a:lnTo>
                    <a:lnTo>
                      <a:pt x="129" y="80"/>
                    </a:lnTo>
                    <a:lnTo>
                      <a:pt x="42" y="0"/>
                    </a:lnTo>
                    <a:lnTo>
                      <a:pt x="21" y="23"/>
                    </a:lnTo>
                    <a:lnTo>
                      <a:pt x="0" y="46"/>
                    </a:lnTo>
                    <a:lnTo>
                      <a:pt x="87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84" name=""/>
              <p:cNvSpPr/>
              <p:nvPr/>
            </p:nvSpPr>
            <p:spPr>
              <a:xfrm rot="0">
                <a:off x="2329" y="2675"/>
                <a:ext cx="26" cy="26"/>
              </a:xfrm>
              <a:custGeom>
                <a:avLst/>
                <a:ahLst/>
                <a:rect l="0" t="0" r="r" b="b"/>
                <a:pathLst>
                  <a:path w="129" h="127">
                    <a:moveTo>
                      <a:pt x="87" y="127"/>
                    </a:moveTo>
                    <a:lnTo>
                      <a:pt x="108" y="104"/>
                    </a:lnTo>
                    <a:lnTo>
                      <a:pt x="129" y="80"/>
                    </a:lnTo>
                    <a:lnTo>
                      <a:pt x="42" y="0"/>
                    </a:lnTo>
                    <a:lnTo>
                      <a:pt x="21" y="23"/>
                    </a:lnTo>
                    <a:lnTo>
                      <a:pt x="0" y="46"/>
                    </a:lnTo>
                    <a:lnTo>
                      <a:pt x="87" y="1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85" name=""/>
              <p:cNvSpPr/>
              <p:nvPr/>
            </p:nvSpPr>
            <p:spPr>
              <a:xfrm rot="0">
                <a:off x="2333" y="2675"/>
                <a:ext cx="5" cy="5"/>
              </a:xfrm>
              <a:custGeom>
                <a:avLst/>
                <a:ahLst/>
                <a:rect l="0" t="0" r="r" b="b"/>
                <a:pathLst>
                  <a:path w="21" h="24">
                    <a:moveTo>
                      <a:pt x="0" y="24"/>
                    </a:moveTo>
                    <a:lnTo>
                      <a:pt x="21" y="1"/>
                    </a:lnTo>
                    <a:lnTo>
                      <a:pt x="20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86" name=""/>
              <p:cNvSpPr/>
              <p:nvPr/>
            </p:nvSpPr>
            <p:spPr>
              <a:xfrm rot="0" flipH="1" flipV="1">
                <a:off x="2337" y="26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87" name=""/>
              <p:cNvSpPr/>
              <p:nvPr/>
            </p:nvSpPr>
            <p:spPr>
              <a:xfrm rot="0">
                <a:off x="2311" y="2660"/>
                <a:ext cx="26" cy="25"/>
              </a:xfrm>
              <a:custGeom>
                <a:avLst/>
                <a:ahLst/>
                <a:rect l="0" t="0" r="r" b="b"/>
                <a:pathLst>
                  <a:path w="132" h="123">
                    <a:moveTo>
                      <a:pt x="93" y="123"/>
                    </a:moveTo>
                    <a:lnTo>
                      <a:pt x="112" y="99"/>
                    </a:lnTo>
                    <a:lnTo>
                      <a:pt x="132" y="75"/>
                    </a:lnTo>
                    <a:lnTo>
                      <a:pt x="39" y="0"/>
                    </a:lnTo>
                    <a:lnTo>
                      <a:pt x="19" y="24"/>
                    </a:lnTo>
                    <a:lnTo>
                      <a:pt x="0" y="49"/>
                    </a:lnTo>
                    <a:lnTo>
                      <a:pt x="93" y="1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88" name=""/>
              <p:cNvSpPr/>
              <p:nvPr/>
            </p:nvSpPr>
            <p:spPr>
              <a:xfrm rot="0">
                <a:off x="2311" y="2660"/>
                <a:ext cx="26" cy="25"/>
              </a:xfrm>
              <a:custGeom>
                <a:avLst/>
                <a:ahLst/>
                <a:rect l="0" t="0" r="r" b="b"/>
                <a:pathLst>
                  <a:path w="132" h="123">
                    <a:moveTo>
                      <a:pt x="93" y="123"/>
                    </a:moveTo>
                    <a:lnTo>
                      <a:pt x="112" y="99"/>
                    </a:lnTo>
                    <a:lnTo>
                      <a:pt x="132" y="75"/>
                    </a:lnTo>
                    <a:lnTo>
                      <a:pt x="39" y="0"/>
                    </a:lnTo>
                    <a:lnTo>
                      <a:pt x="19" y="24"/>
                    </a:lnTo>
                    <a:lnTo>
                      <a:pt x="0" y="49"/>
                    </a:lnTo>
                    <a:lnTo>
                      <a:pt x="93" y="1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89" name=""/>
              <p:cNvSpPr/>
              <p:nvPr/>
            </p:nvSpPr>
            <p:spPr>
              <a:xfrm rot="0">
                <a:off x="2309" y="2659"/>
                <a:ext cx="10" cy="11"/>
              </a:xfrm>
              <a:custGeom>
                <a:avLst/>
                <a:ahLst/>
                <a:rect l="0" t="0" r="r" b="b"/>
                <a:pathLst>
                  <a:path w="50" h="55">
                    <a:moveTo>
                      <a:pt x="30" y="30"/>
                    </a:moveTo>
                    <a:lnTo>
                      <a:pt x="11" y="55"/>
                    </a:lnTo>
                    <a:lnTo>
                      <a:pt x="5" y="48"/>
                    </a:lnTo>
                    <a:lnTo>
                      <a:pt x="0" y="39"/>
                    </a:lnTo>
                    <a:lnTo>
                      <a:pt x="0" y="29"/>
                    </a:lnTo>
                    <a:lnTo>
                      <a:pt x="1" y="19"/>
                    </a:lnTo>
                    <a:lnTo>
                      <a:pt x="6" y="11"/>
                    </a:lnTo>
                    <a:lnTo>
                      <a:pt x="13" y="5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41" y="1"/>
                    </a:lnTo>
                    <a:lnTo>
                      <a:pt x="50" y="6"/>
                    </a:lnTo>
                    <a:lnTo>
                      <a:pt x="30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90" name=""/>
              <p:cNvSpPr/>
              <p:nvPr/>
            </p:nvSpPr>
            <p:spPr>
              <a:xfrm rot="0">
                <a:off x="2309" y="2659"/>
                <a:ext cx="10" cy="11"/>
              </a:xfrm>
              <a:custGeom>
                <a:avLst/>
                <a:ahLst/>
                <a:rect l="0" t="0" r="r" b="b"/>
                <a:pathLst>
                  <a:path w="50" h="55">
                    <a:moveTo>
                      <a:pt x="11" y="55"/>
                    </a:moveTo>
                    <a:lnTo>
                      <a:pt x="5" y="48"/>
                    </a:lnTo>
                    <a:lnTo>
                      <a:pt x="0" y="39"/>
                    </a:lnTo>
                    <a:lnTo>
                      <a:pt x="0" y="29"/>
                    </a:lnTo>
                    <a:lnTo>
                      <a:pt x="1" y="19"/>
                    </a:lnTo>
                    <a:lnTo>
                      <a:pt x="6" y="11"/>
                    </a:lnTo>
                    <a:lnTo>
                      <a:pt x="13" y="5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41" y="1"/>
                    </a:lnTo>
                    <a:lnTo>
                      <a:pt x="50" y="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91" name=""/>
              <p:cNvSpPr/>
              <p:nvPr/>
            </p:nvSpPr>
            <p:spPr>
              <a:xfrm rot="0">
                <a:off x="1933" y="2429"/>
                <a:ext cx="9" cy="12"/>
              </a:xfrm>
              <a:custGeom>
                <a:avLst/>
                <a:ahLst/>
                <a:rect l="0" t="0" r="r" b="b"/>
                <a:pathLst>
                  <a:path w="43" h="60">
                    <a:moveTo>
                      <a:pt x="12" y="30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28" y="3"/>
                    </a:lnTo>
                    <a:lnTo>
                      <a:pt x="36" y="9"/>
                    </a:lnTo>
                    <a:lnTo>
                      <a:pt x="42" y="18"/>
                    </a:lnTo>
                    <a:lnTo>
                      <a:pt x="43" y="28"/>
                    </a:lnTo>
                    <a:lnTo>
                      <a:pt x="43" y="38"/>
                    </a:lnTo>
                    <a:lnTo>
                      <a:pt x="39" y="46"/>
                    </a:lnTo>
                    <a:lnTo>
                      <a:pt x="33" y="53"/>
                    </a:lnTo>
                    <a:lnTo>
                      <a:pt x="25" y="60"/>
                    </a:lnTo>
                    <a:lnTo>
                      <a:pt x="12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92" name=""/>
              <p:cNvSpPr/>
              <p:nvPr/>
            </p:nvSpPr>
            <p:spPr>
              <a:xfrm rot="0">
                <a:off x="1933" y="2429"/>
                <a:ext cx="9" cy="12"/>
              </a:xfrm>
              <a:custGeom>
                <a:avLst/>
                <a:ahLst/>
                <a:rect l="0" t="0" r="r" b="b"/>
                <a:pathLst>
                  <a:path w="43" h="60">
                    <a:moveTo>
                      <a:pt x="0" y="1"/>
                    </a:moveTo>
                    <a:lnTo>
                      <a:pt x="10" y="0"/>
                    </a:lnTo>
                    <a:lnTo>
                      <a:pt x="20" y="0"/>
                    </a:lnTo>
                    <a:lnTo>
                      <a:pt x="28" y="3"/>
                    </a:lnTo>
                    <a:lnTo>
                      <a:pt x="36" y="9"/>
                    </a:lnTo>
                    <a:lnTo>
                      <a:pt x="42" y="18"/>
                    </a:lnTo>
                    <a:lnTo>
                      <a:pt x="43" y="28"/>
                    </a:lnTo>
                    <a:lnTo>
                      <a:pt x="43" y="38"/>
                    </a:lnTo>
                    <a:lnTo>
                      <a:pt x="39" y="46"/>
                    </a:lnTo>
                    <a:lnTo>
                      <a:pt x="33" y="53"/>
                    </a:lnTo>
                    <a:lnTo>
                      <a:pt x="25" y="6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93" name=""/>
              <p:cNvSpPr/>
              <p:nvPr/>
            </p:nvSpPr>
            <p:spPr>
              <a:xfrm rot="0">
                <a:off x="1905" y="2429"/>
                <a:ext cx="33" cy="24"/>
              </a:xfrm>
              <a:custGeom>
                <a:avLst/>
                <a:ahLst/>
                <a:rect l="0" t="0" r="r" b="b"/>
                <a:pathLst>
                  <a:path w="165" h="117">
                    <a:moveTo>
                      <a:pt x="165" y="59"/>
                    </a:moveTo>
                    <a:lnTo>
                      <a:pt x="152" y="29"/>
                    </a:lnTo>
                    <a:lnTo>
                      <a:pt x="140" y="0"/>
                    </a:lnTo>
                    <a:lnTo>
                      <a:pt x="0" y="59"/>
                    </a:lnTo>
                    <a:lnTo>
                      <a:pt x="12" y="88"/>
                    </a:lnTo>
                    <a:lnTo>
                      <a:pt x="24" y="117"/>
                    </a:lnTo>
                    <a:lnTo>
                      <a:pt x="165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94" name=""/>
              <p:cNvSpPr/>
              <p:nvPr/>
            </p:nvSpPr>
            <p:spPr>
              <a:xfrm rot="0">
                <a:off x="1905" y="2429"/>
                <a:ext cx="33" cy="24"/>
              </a:xfrm>
              <a:custGeom>
                <a:avLst/>
                <a:ahLst/>
                <a:rect l="0" t="0" r="r" b="b"/>
                <a:pathLst>
                  <a:path w="165" h="117">
                    <a:moveTo>
                      <a:pt x="165" y="59"/>
                    </a:moveTo>
                    <a:lnTo>
                      <a:pt x="152" y="29"/>
                    </a:lnTo>
                    <a:lnTo>
                      <a:pt x="140" y="0"/>
                    </a:lnTo>
                    <a:lnTo>
                      <a:pt x="0" y="59"/>
                    </a:lnTo>
                    <a:lnTo>
                      <a:pt x="12" y="88"/>
                    </a:lnTo>
                    <a:lnTo>
                      <a:pt x="24" y="117"/>
                    </a:lnTo>
                    <a:lnTo>
                      <a:pt x="165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95" name=""/>
              <p:cNvSpPr/>
              <p:nvPr/>
            </p:nvSpPr>
            <p:spPr>
              <a:xfrm rot="0">
                <a:off x="1905" y="2441"/>
                <a:ext cx="2" cy="6"/>
              </a:xfrm>
              <a:custGeom>
                <a:avLst/>
                <a:ahLst/>
                <a:rect l="0" t="0" r="r" b="b"/>
                <a:pathLst>
                  <a:path w="14" h="29">
                    <a:moveTo>
                      <a:pt x="14" y="29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4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96" name=""/>
              <p:cNvSpPr/>
              <p:nvPr/>
            </p:nvSpPr>
            <p:spPr>
              <a:xfrm rot="0" flipH="1">
                <a:off x="1905" y="24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97" name=""/>
              <p:cNvSpPr/>
              <p:nvPr/>
            </p:nvSpPr>
            <p:spPr>
              <a:xfrm rot="0">
                <a:off x="1877" y="2441"/>
                <a:ext cx="33" cy="25"/>
              </a:xfrm>
              <a:custGeom>
                <a:avLst/>
                <a:ahLst/>
                <a:rect l="0" t="0" r="r" b="b"/>
                <a:pathLst>
                  <a:path w="164" h="124">
                    <a:moveTo>
                      <a:pt x="164" y="56"/>
                    </a:moveTo>
                    <a:lnTo>
                      <a:pt x="151" y="28"/>
                    </a:lnTo>
                    <a:lnTo>
                      <a:pt x="137" y="0"/>
                    </a:lnTo>
                    <a:lnTo>
                      <a:pt x="0" y="68"/>
                    </a:lnTo>
                    <a:lnTo>
                      <a:pt x="14" y="96"/>
                    </a:lnTo>
                    <a:lnTo>
                      <a:pt x="27" y="124"/>
                    </a:lnTo>
                    <a:lnTo>
                      <a:pt x="164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098" name=""/>
              <p:cNvSpPr/>
              <p:nvPr/>
            </p:nvSpPr>
            <p:spPr>
              <a:xfrm rot="0">
                <a:off x="1877" y="2441"/>
                <a:ext cx="33" cy="25"/>
              </a:xfrm>
              <a:custGeom>
                <a:avLst/>
                <a:ahLst/>
                <a:rect l="0" t="0" r="r" b="b"/>
                <a:pathLst>
                  <a:path w="164" h="124">
                    <a:moveTo>
                      <a:pt x="164" y="56"/>
                    </a:moveTo>
                    <a:lnTo>
                      <a:pt x="151" y="28"/>
                    </a:lnTo>
                    <a:lnTo>
                      <a:pt x="137" y="0"/>
                    </a:lnTo>
                    <a:lnTo>
                      <a:pt x="0" y="68"/>
                    </a:lnTo>
                    <a:lnTo>
                      <a:pt x="14" y="96"/>
                    </a:lnTo>
                    <a:lnTo>
                      <a:pt x="27" y="124"/>
                    </a:lnTo>
                    <a:lnTo>
                      <a:pt x="164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099" name=""/>
              <p:cNvSpPr/>
              <p:nvPr/>
            </p:nvSpPr>
            <p:spPr>
              <a:xfrm rot="0">
                <a:off x="1877" y="2455"/>
                <a:ext cx="3" cy="5"/>
              </a:xfrm>
              <a:custGeom>
                <a:avLst/>
                <a:ahLst/>
                <a:rect l="0" t="0" r="r" b="b"/>
                <a:pathLst>
                  <a:path w="16" h="28">
                    <a:moveTo>
                      <a:pt x="16" y="28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00" name=""/>
              <p:cNvSpPr/>
              <p:nvPr/>
            </p:nvSpPr>
            <p:spPr>
              <a:xfrm rot="0" flipH="1">
                <a:off x="1877" y="24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01" name=""/>
              <p:cNvSpPr/>
              <p:nvPr/>
            </p:nvSpPr>
            <p:spPr>
              <a:xfrm rot="0">
                <a:off x="1850" y="2455"/>
                <a:ext cx="33" cy="26"/>
              </a:xfrm>
              <a:custGeom>
                <a:avLst/>
                <a:ahLst/>
                <a:rect l="0" t="0" r="r" b="b"/>
                <a:pathLst>
                  <a:path w="164" h="130">
                    <a:moveTo>
                      <a:pt x="164" y="54"/>
                    </a:moveTo>
                    <a:lnTo>
                      <a:pt x="148" y="27"/>
                    </a:lnTo>
                    <a:lnTo>
                      <a:pt x="132" y="0"/>
                    </a:lnTo>
                    <a:lnTo>
                      <a:pt x="0" y="76"/>
                    </a:lnTo>
                    <a:lnTo>
                      <a:pt x="16" y="103"/>
                    </a:lnTo>
                    <a:lnTo>
                      <a:pt x="32" y="130"/>
                    </a:lnTo>
                    <a:lnTo>
                      <a:pt x="164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02" name=""/>
              <p:cNvSpPr/>
              <p:nvPr/>
            </p:nvSpPr>
            <p:spPr>
              <a:xfrm rot="0">
                <a:off x="1850" y="2455"/>
                <a:ext cx="33" cy="26"/>
              </a:xfrm>
              <a:custGeom>
                <a:avLst/>
                <a:ahLst/>
                <a:rect l="0" t="0" r="r" b="b"/>
                <a:pathLst>
                  <a:path w="164" h="130">
                    <a:moveTo>
                      <a:pt x="164" y="54"/>
                    </a:moveTo>
                    <a:lnTo>
                      <a:pt x="148" y="27"/>
                    </a:lnTo>
                    <a:lnTo>
                      <a:pt x="132" y="0"/>
                    </a:lnTo>
                    <a:lnTo>
                      <a:pt x="0" y="76"/>
                    </a:lnTo>
                    <a:lnTo>
                      <a:pt x="16" y="103"/>
                    </a:lnTo>
                    <a:lnTo>
                      <a:pt x="32" y="130"/>
                    </a:lnTo>
                    <a:lnTo>
                      <a:pt x="164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03" name=""/>
              <p:cNvSpPr/>
              <p:nvPr/>
            </p:nvSpPr>
            <p:spPr>
              <a:xfrm rot="0">
                <a:off x="1850" y="2470"/>
                <a:ext cx="4" cy="6"/>
              </a:xfrm>
              <a:custGeom>
                <a:avLst/>
                <a:ahLst/>
                <a:rect l="0" t="0" r="r" b="b"/>
                <a:pathLst>
                  <a:path w="17" h="27">
                    <a:moveTo>
                      <a:pt x="17" y="2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04" name=""/>
              <p:cNvSpPr/>
              <p:nvPr/>
            </p:nvSpPr>
            <p:spPr>
              <a:xfrm rot="0" flipH="1">
                <a:off x="1850" y="24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05" name=""/>
              <p:cNvSpPr/>
              <p:nvPr/>
            </p:nvSpPr>
            <p:spPr>
              <a:xfrm rot="0">
                <a:off x="1824" y="2470"/>
                <a:ext cx="33" cy="27"/>
              </a:xfrm>
              <a:custGeom>
                <a:avLst/>
                <a:ahLst/>
                <a:rect l="0" t="0" r="r" b="b"/>
                <a:pathLst>
                  <a:path w="163" h="135">
                    <a:moveTo>
                      <a:pt x="163" y="52"/>
                    </a:moveTo>
                    <a:lnTo>
                      <a:pt x="146" y="26"/>
                    </a:lnTo>
                    <a:lnTo>
                      <a:pt x="129" y="0"/>
                    </a:lnTo>
                    <a:lnTo>
                      <a:pt x="0" y="84"/>
                    </a:lnTo>
                    <a:lnTo>
                      <a:pt x="18" y="109"/>
                    </a:lnTo>
                    <a:lnTo>
                      <a:pt x="35" y="135"/>
                    </a:lnTo>
                    <a:lnTo>
                      <a:pt x="163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06" name=""/>
              <p:cNvSpPr/>
              <p:nvPr/>
            </p:nvSpPr>
            <p:spPr>
              <a:xfrm rot="0">
                <a:off x="1824" y="2470"/>
                <a:ext cx="33" cy="27"/>
              </a:xfrm>
              <a:custGeom>
                <a:avLst/>
                <a:ahLst/>
                <a:rect l="0" t="0" r="r" b="b"/>
                <a:pathLst>
                  <a:path w="163" h="135">
                    <a:moveTo>
                      <a:pt x="163" y="52"/>
                    </a:moveTo>
                    <a:lnTo>
                      <a:pt x="146" y="26"/>
                    </a:lnTo>
                    <a:lnTo>
                      <a:pt x="129" y="0"/>
                    </a:lnTo>
                    <a:lnTo>
                      <a:pt x="0" y="84"/>
                    </a:lnTo>
                    <a:lnTo>
                      <a:pt x="18" y="109"/>
                    </a:lnTo>
                    <a:lnTo>
                      <a:pt x="35" y="135"/>
                    </a:lnTo>
                    <a:lnTo>
                      <a:pt x="163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07" name=""/>
              <p:cNvSpPr/>
              <p:nvPr/>
            </p:nvSpPr>
            <p:spPr>
              <a:xfrm rot="0">
                <a:off x="1824" y="2487"/>
                <a:ext cx="4" cy="5"/>
              </a:xfrm>
              <a:custGeom>
                <a:avLst/>
                <a:ahLst/>
                <a:rect l="0" t="0" r="r" b="b"/>
                <a:pathLst>
                  <a:path w="19" h="25">
                    <a:moveTo>
                      <a:pt x="19" y="2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9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08" name=""/>
              <p:cNvSpPr/>
              <p:nvPr/>
            </p:nvSpPr>
            <p:spPr>
              <a:xfrm rot="0" flipH="1">
                <a:off x="1824" y="24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09" name=""/>
              <p:cNvSpPr/>
              <p:nvPr/>
            </p:nvSpPr>
            <p:spPr>
              <a:xfrm rot="0">
                <a:off x="1800" y="2487"/>
                <a:ext cx="32" cy="28"/>
              </a:xfrm>
              <a:custGeom>
                <a:avLst/>
                <a:ahLst/>
                <a:rect l="0" t="0" r="r" b="b"/>
                <a:pathLst>
                  <a:path w="159" h="139">
                    <a:moveTo>
                      <a:pt x="159" y="49"/>
                    </a:moveTo>
                    <a:lnTo>
                      <a:pt x="141" y="24"/>
                    </a:lnTo>
                    <a:lnTo>
                      <a:pt x="122" y="0"/>
                    </a:lnTo>
                    <a:lnTo>
                      <a:pt x="0" y="90"/>
                    </a:lnTo>
                    <a:lnTo>
                      <a:pt x="18" y="115"/>
                    </a:lnTo>
                    <a:lnTo>
                      <a:pt x="37" y="139"/>
                    </a:lnTo>
                    <a:lnTo>
                      <a:pt x="159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10" name=""/>
              <p:cNvSpPr/>
              <p:nvPr/>
            </p:nvSpPr>
            <p:spPr>
              <a:xfrm rot="0">
                <a:off x="1800" y="2487"/>
                <a:ext cx="32" cy="28"/>
              </a:xfrm>
              <a:custGeom>
                <a:avLst/>
                <a:ahLst/>
                <a:rect l="0" t="0" r="r" b="b"/>
                <a:pathLst>
                  <a:path w="159" h="139">
                    <a:moveTo>
                      <a:pt x="159" y="49"/>
                    </a:moveTo>
                    <a:lnTo>
                      <a:pt x="141" y="24"/>
                    </a:lnTo>
                    <a:lnTo>
                      <a:pt x="122" y="0"/>
                    </a:lnTo>
                    <a:lnTo>
                      <a:pt x="0" y="90"/>
                    </a:lnTo>
                    <a:lnTo>
                      <a:pt x="18" y="115"/>
                    </a:lnTo>
                    <a:lnTo>
                      <a:pt x="37" y="139"/>
                    </a:lnTo>
                    <a:lnTo>
                      <a:pt x="159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11" name=""/>
              <p:cNvSpPr/>
              <p:nvPr/>
            </p:nvSpPr>
            <p:spPr>
              <a:xfrm rot="0">
                <a:off x="1800" y="2505"/>
                <a:ext cx="3" cy="5"/>
              </a:xfrm>
              <a:custGeom>
                <a:avLst/>
                <a:ahLst/>
                <a:rect l="0" t="0" r="r" b="b"/>
                <a:pathLst>
                  <a:path w="19" h="25">
                    <a:moveTo>
                      <a:pt x="19" y="25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9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12" name=""/>
              <p:cNvSpPr/>
              <p:nvPr/>
            </p:nvSpPr>
            <p:spPr>
              <a:xfrm rot="0" flipH="1">
                <a:off x="1800" y="25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13" name=""/>
              <p:cNvSpPr/>
              <p:nvPr/>
            </p:nvSpPr>
            <p:spPr>
              <a:xfrm rot="0">
                <a:off x="1776" y="2505"/>
                <a:ext cx="31" cy="30"/>
              </a:xfrm>
              <a:custGeom>
                <a:avLst/>
                <a:ahLst/>
                <a:rect l="0" t="0" r="r" b="b"/>
                <a:pathLst>
                  <a:path w="157" h="147">
                    <a:moveTo>
                      <a:pt x="157" y="49"/>
                    </a:moveTo>
                    <a:lnTo>
                      <a:pt x="137" y="25"/>
                    </a:lnTo>
                    <a:lnTo>
                      <a:pt x="118" y="0"/>
                    </a:lnTo>
                    <a:lnTo>
                      <a:pt x="0" y="98"/>
                    </a:lnTo>
                    <a:lnTo>
                      <a:pt x="20" y="123"/>
                    </a:lnTo>
                    <a:lnTo>
                      <a:pt x="40" y="147"/>
                    </a:lnTo>
                    <a:lnTo>
                      <a:pt x="157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14" name=""/>
              <p:cNvSpPr/>
              <p:nvPr/>
            </p:nvSpPr>
            <p:spPr>
              <a:xfrm rot="0">
                <a:off x="1776" y="2505"/>
                <a:ext cx="31" cy="30"/>
              </a:xfrm>
              <a:custGeom>
                <a:avLst/>
                <a:ahLst/>
                <a:rect l="0" t="0" r="r" b="b"/>
                <a:pathLst>
                  <a:path w="157" h="147">
                    <a:moveTo>
                      <a:pt x="157" y="49"/>
                    </a:moveTo>
                    <a:lnTo>
                      <a:pt x="137" y="25"/>
                    </a:lnTo>
                    <a:lnTo>
                      <a:pt x="118" y="0"/>
                    </a:lnTo>
                    <a:lnTo>
                      <a:pt x="0" y="98"/>
                    </a:lnTo>
                    <a:lnTo>
                      <a:pt x="20" y="123"/>
                    </a:lnTo>
                    <a:lnTo>
                      <a:pt x="40" y="147"/>
                    </a:lnTo>
                    <a:lnTo>
                      <a:pt x="157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15" name=""/>
              <p:cNvSpPr/>
              <p:nvPr/>
            </p:nvSpPr>
            <p:spPr>
              <a:xfrm rot="0">
                <a:off x="1776" y="2525"/>
                <a:ext cx="4" cy="5"/>
              </a:xfrm>
              <a:custGeom>
                <a:avLst/>
                <a:ahLst/>
                <a:rect l="0" t="0" r="r" b="b"/>
                <a:pathLst>
                  <a:path w="21" h="25">
                    <a:moveTo>
                      <a:pt x="21" y="2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1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16" name=""/>
              <p:cNvSpPr/>
              <p:nvPr/>
            </p:nvSpPr>
            <p:spPr>
              <a:xfrm rot="0" flipH="1">
                <a:off x="1776" y="25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17" name=""/>
              <p:cNvSpPr/>
              <p:nvPr/>
            </p:nvSpPr>
            <p:spPr>
              <a:xfrm rot="0">
                <a:off x="1754" y="2525"/>
                <a:ext cx="30" cy="30"/>
              </a:xfrm>
              <a:custGeom>
                <a:avLst/>
                <a:ahLst/>
                <a:rect l="0" t="0" r="r" b="b"/>
                <a:pathLst>
                  <a:path w="153" h="151">
                    <a:moveTo>
                      <a:pt x="153" y="47"/>
                    </a:moveTo>
                    <a:lnTo>
                      <a:pt x="132" y="24"/>
                    </a:lnTo>
                    <a:lnTo>
                      <a:pt x="111" y="0"/>
                    </a:lnTo>
                    <a:lnTo>
                      <a:pt x="0" y="104"/>
                    </a:lnTo>
                    <a:lnTo>
                      <a:pt x="21" y="127"/>
                    </a:lnTo>
                    <a:lnTo>
                      <a:pt x="42" y="151"/>
                    </a:lnTo>
                    <a:lnTo>
                      <a:pt x="153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18" name=""/>
              <p:cNvSpPr/>
              <p:nvPr/>
            </p:nvSpPr>
            <p:spPr>
              <a:xfrm rot="0">
                <a:off x="1754" y="2525"/>
                <a:ext cx="30" cy="30"/>
              </a:xfrm>
              <a:custGeom>
                <a:avLst/>
                <a:ahLst/>
                <a:rect l="0" t="0" r="r" b="b"/>
                <a:pathLst>
                  <a:path w="153" h="151">
                    <a:moveTo>
                      <a:pt x="153" y="47"/>
                    </a:moveTo>
                    <a:lnTo>
                      <a:pt x="132" y="24"/>
                    </a:lnTo>
                    <a:lnTo>
                      <a:pt x="111" y="0"/>
                    </a:lnTo>
                    <a:lnTo>
                      <a:pt x="0" y="104"/>
                    </a:lnTo>
                    <a:lnTo>
                      <a:pt x="21" y="127"/>
                    </a:lnTo>
                    <a:lnTo>
                      <a:pt x="42" y="151"/>
                    </a:lnTo>
                    <a:lnTo>
                      <a:pt x="153" y="4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19" name=""/>
              <p:cNvSpPr/>
              <p:nvPr/>
            </p:nvSpPr>
            <p:spPr>
              <a:xfrm rot="0">
                <a:off x="1753" y="2546"/>
                <a:ext cx="5" cy="5"/>
              </a:xfrm>
              <a:custGeom>
                <a:avLst/>
                <a:ahLst/>
                <a:rect l="0" t="0" r="r" b="b"/>
                <a:pathLst>
                  <a:path w="22" h="23">
                    <a:moveTo>
                      <a:pt x="22" y="2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2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20" name=""/>
              <p:cNvSpPr/>
              <p:nvPr/>
            </p:nvSpPr>
            <p:spPr>
              <a:xfrm rot="0" flipH="1">
                <a:off x="1753" y="254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21" name=""/>
              <p:cNvSpPr/>
              <p:nvPr/>
            </p:nvSpPr>
            <p:spPr>
              <a:xfrm rot="0">
                <a:off x="1732" y="2546"/>
                <a:ext cx="30" cy="31"/>
              </a:xfrm>
              <a:custGeom>
                <a:avLst/>
                <a:ahLst/>
                <a:rect l="0" t="0" r="r" b="b"/>
                <a:pathLst>
                  <a:path w="149" h="155">
                    <a:moveTo>
                      <a:pt x="149" y="44"/>
                    </a:moveTo>
                    <a:lnTo>
                      <a:pt x="127" y="22"/>
                    </a:lnTo>
                    <a:lnTo>
                      <a:pt x="105" y="0"/>
                    </a:lnTo>
                    <a:lnTo>
                      <a:pt x="0" y="110"/>
                    </a:lnTo>
                    <a:lnTo>
                      <a:pt x="22" y="132"/>
                    </a:lnTo>
                    <a:lnTo>
                      <a:pt x="44" y="155"/>
                    </a:lnTo>
                    <a:lnTo>
                      <a:pt x="149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22" name=""/>
              <p:cNvSpPr/>
              <p:nvPr/>
            </p:nvSpPr>
            <p:spPr>
              <a:xfrm rot="0">
                <a:off x="1732" y="2546"/>
                <a:ext cx="30" cy="31"/>
              </a:xfrm>
              <a:custGeom>
                <a:avLst/>
                <a:ahLst/>
                <a:rect l="0" t="0" r="r" b="b"/>
                <a:pathLst>
                  <a:path w="149" h="155">
                    <a:moveTo>
                      <a:pt x="149" y="44"/>
                    </a:moveTo>
                    <a:lnTo>
                      <a:pt x="127" y="22"/>
                    </a:lnTo>
                    <a:lnTo>
                      <a:pt x="105" y="0"/>
                    </a:lnTo>
                    <a:lnTo>
                      <a:pt x="0" y="110"/>
                    </a:lnTo>
                    <a:lnTo>
                      <a:pt x="22" y="132"/>
                    </a:lnTo>
                    <a:lnTo>
                      <a:pt x="44" y="155"/>
                    </a:lnTo>
                    <a:lnTo>
                      <a:pt x="149" y="4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23" name=""/>
              <p:cNvSpPr/>
              <p:nvPr/>
            </p:nvSpPr>
            <p:spPr>
              <a:xfrm rot="0">
                <a:off x="1732" y="2568"/>
                <a:ext cx="5" cy="5"/>
              </a:xfrm>
              <a:custGeom>
                <a:avLst/>
                <a:ahLst/>
                <a:rect l="0" t="0" r="r" b="b"/>
                <a:pathLst>
                  <a:path w="25" h="22">
                    <a:moveTo>
                      <a:pt x="25" y="22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25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24" name=""/>
              <p:cNvSpPr/>
              <p:nvPr/>
            </p:nvSpPr>
            <p:spPr>
              <a:xfrm rot="0" flipH="1">
                <a:off x="1732" y="25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25" name=""/>
              <p:cNvSpPr/>
              <p:nvPr/>
            </p:nvSpPr>
            <p:spPr>
              <a:xfrm rot="0">
                <a:off x="1712" y="2569"/>
                <a:ext cx="30" cy="31"/>
              </a:xfrm>
              <a:custGeom>
                <a:avLst/>
                <a:ahLst/>
                <a:rect l="0" t="0" r="r" b="b"/>
                <a:pathLst>
                  <a:path w="147" h="156">
                    <a:moveTo>
                      <a:pt x="147" y="39"/>
                    </a:moveTo>
                    <a:lnTo>
                      <a:pt x="123" y="19"/>
                    </a:lnTo>
                    <a:lnTo>
                      <a:pt x="98" y="0"/>
                    </a:lnTo>
                    <a:lnTo>
                      <a:pt x="0" y="117"/>
                    </a:lnTo>
                    <a:lnTo>
                      <a:pt x="25" y="137"/>
                    </a:lnTo>
                    <a:lnTo>
                      <a:pt x="49" y="156"/>
                    </a:lnTo>
                    <a:lnTo>
                      <a:pt x="147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26" name=""/>
              <p:cNvSpPr/>
              <p:nvPr/>
            </p:nvSpPr>
            <p:spPr>
              <a:xfrm rot="0">
                <a:off x="1712" y="2569"/>
                <a:ext cx="30" cy="31"/>
              </a:xfrm>
              <a:custGeom>
                <a:avLst/>
                <a:ahLst/>
                <a:rect l="0" t="0" r="r" b="b"/>
                <a:pathLst>
                  <a:path w="147" h="156">
                    <a:moveTo>
                      <a:pt x="147" y="39"/>
                    </a:moveTo>
                    <a:lnTo>
                      <a:pt x="123" y="19"/>
                    </a:lnTo>
                    <a:lnTo>
                      <a:pt x="98" y="0"/>
                    </a:lnTo>
                    <a:lnTo>
                      <a:pt x="0" y="117"/>
                    </a:lnTo>
                    <a:lnTo>
                      <a:pt x="25" y="137"/>
                    </a:lnTo>
                    <a:lnTo>
                      <a:pt x="49" y="156"/>
                    </a:lnTo>
                    <a:lnTo>
                      <a:pt x="147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27" name=""/>
              <p:cNvSpPr/>
              <p:nvPr/>
            </p:nvSpPr>
            <p:spPr>
              <a:xfrm rot="0">
                <a:off x="1712" y="2592"/>
                <a:ext cx="5" cy="4"/>
              </a:xfrm>
              <a:custGeom>
                <a:avLst/>
                <a:ahLst/>
                <a:rect l="0" t="0" r="r" b="b"/>
                <a:pathLst>
                  <a:path w="25" h="20">
                    <a:moveTo>
                      <a:pt x="25" y="2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5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28" name=""/>
              <p:cNvSpPr/>
              <p:nvPr/>
            </p:nvSpPr>
            <p:spPr>
              <a:xfrm rot="0">
                <a:off x="1712" y="25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29" name=""/>
              <p:cNvSpPr/>
              <p:nvPr/>
            </p:nvSpPr>
            <p:spPr>
              <a:xfrm rot="0">
                <a:off x="1694" y="2593"/>
                <a:ext cx="28" cy="31"/>
              </a:xfrm>
              <a:custGeom>
                <a:avLst/>
                <a:ahLst/>
                <a:rect l="0" t="0" r="r" b="b"/>
                <a:pathLst>
                  <a:path w="140" h="158">
                    <a:moveTo>
                      <a:pt x="140" y="36"/>
                    </a:moveTo>
                    <a:lnTo>
                      <a:pt x="116" y="18"/>
                    </a:lnTo>
                    <a:lnTo>
                      <a:pt x="91" y="0"/>
                    </a:lnTo>
                    <a:lnTo>
                      <a:pt x="0" y="122"/>
                    </a:lnTo>
                    <a:lnTo>
                      <a:pt x="24" y="140"/>
                    </a:lnTo>
                    <a:lnTo>
                      <a:pt x="49" y="158"/>
                    </a:lnTo>
                    <a:lnTo>
                      <a:pt x="140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30" name=""/>
              <p:cNvSpPr/>
              <p:nvPr/>
            </p:nvSpPr>
            <p:spPr>
              <a:xfrm rot="0">
                <a:off x="1694" y="2593"/>
                <a:ext cx="28" cy="31"/>
              </a:xfrm>
              <a:custGeom>
                <a:avLst/>
                <a:ahLst/>
                <a:rect l="0" t="0" r="r" b="b"/>
                <a:pathLst>
                  <a:path w="140" h="158">
                    <a:moveTo>
                      <a:pt x="140" y="36"/>
                    </a:moveTo>
                    <a:lnTo>
                      <a:pt x="116" y="18"/>
                    </a:lnTo>
                    <a:lnTo>
                      <a:pt x="91" y="0"/>
                    </a:lnTo>
                    <a:lnTo>
                      <a:pt x="0" y="122"/>
                    </a:lnTo>
                    <a:lnTo>
                      <a:pt x="24" y="140"/>
                    </a:lnTo>
                    <a:lnTo>
                      <a:pt x="49" y="158"/>
                    </a:lnTo>
                    <a:lnTo>
                      <a:pt x="140" y="3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31" name=""/>
              <p:cNvSpPr/>
              <p:nvPr/>
            </p:nvSpPr>
            <p:spPr>
              <a:xfrm rot="0">
                <a:off x="1694" y="2617"/>
                <a:ext cx="5" cy="4"/>
              </a:xfrm>
              <a:custGeom>
                <a:avLst/>
                <a:ahLst/>
                <a:rect l="0" t="0" r="r" b="b"/>
                <a:pathLst>
                  <a:path w="25" h="18">
                    <a:moveTo>
                      <a:pt x="25" y="18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5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32" name=""/>
              <p:cNvSpPr/>
              <p:nvPr/>
            </p:nvSpPr>
            <p:spPr>
              <a:xfrm rot="0" flipH="1">
                <a:off x="1694" y="26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33" name=""/>
              <p:cNvSpPr/>
              <p:nvPr/>
            </p:nvSpPr>
            <p:spPr>
              <a:xfrm rot="0">
                <a:off x="1677" y="2617"/>
                <a:ext cx="27" cy="32"/>
              </a:xfrm>
              <a:custGeom>
                <a:avLst/>
                <a:ahLst/>
                <a:rect l="0" t="0" r="r" b="b"/>
                <a:pathLst>
                  <a:path w="136" h="161">
                    <a:moveTo>
                      <a:pt x="136" y="34"/>
                    </a:moveTo>
                    <a:lnTo>
                      <a:pt x="110" y="17"/>
                    </a:lnTo>
                    <a:lnTo>
                      <a:pt x="85" y="0"/>
                    </a:lnTo>
                    <a:lnTo>
                      <a:pt x="0" y="127"/>
                    </a:lnTo>
                    <a:lnTo>
                      <a:pt x="26" y="144"/>
                    </a:lnTo>
                    <a:lnTo>
                      <a:pt x="52" y="161"/>
                    </a:lnTo>
                    <a:lnTo>
                      <a:pt x="136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34" name=""/>
              <p:cNvSpPr/>
              <p:nvPr/>
            </p:nvSpPr>
            <p:spPr>
              <a:xfrm rot="0">
                <a:off x="1677" y="2617"/>
                <a:ext cx="27" cy="32"/>
              </a:xfrm>
              <a:custGeom>
                <a:avLst/>
                <a:ahLst/>
                <a:rect l="0" t="0" r="r" b="b"/>
                <a:pathLst>
                  <a:path w="136" h="161">
                    <a:moveTo>
                      <a:pt x="136" y="34"/>
                    </a:moveTo>
                    <a:lnTo>
                      <a:pt x="110" y="17"/>
                    </a:lnTo>
                    <a:lnTo>
                      <a:pt x="85" y="0"/>
                    </a:lnTo>
                    <a:lnTo>
                      <a:pt x="0" y="127"/>
                    </a:lnTo>
                    <a:lnTo>
                      <a:pt x="26" y="144"/>
                    </a:lnTo>
                    <a:lnTo>
                      <a:pt x="52" y="161"/>
                    </a:lnTo>
                    <a:lnTo>
                      <a:pt x="136" y="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35" name=""/>
              <p:cNvSpPr/>
              <p:nvPr/>
            </p:nvSpPr>
            <p:spPr>
              <a:xfrm rot="0">
                <a:off x="1677" y="2643"/>
                <a:ext cx="5" cy="3"/>
              </a:xfrm>
              <a:custGeom>
                <a:avLst/>
                <a:ahLst/>
                <a:rect l="0" t="0" r="r" b="b"/>
                <a:pathLst>
                  <a:path w="27" h="17">
                    <a:moveTo>
                      <a:pt x="27" y="1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7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36" name=""/>
              <p:cNvSpPr/>
              <p:nvPr/>
            </p:nvSpPr>
            <p:spPr>
              <a:xfrm rot="0" flipH="1">
                <a:off x="1677" y="264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37" name=""/>
              <p:cNvSpPr/>
              <p:nvPr/>
            </p:nvSpPr>
            <p:spPr>
              <a:xfrm rot="0">
                <a:off x="1661" y="2643"/>
                <a:ext cx="26" cy="33"/>
              </a:xfrm>
              <a:custGeom>
                <a:avLst/>
                <a:ahLst/>
                <a:rect l="0" t="0" r="r" b="b"/>
                <a:pathLst>
                  <a:path w="130" h="164">
                    <a:moveTo>
                      <a:pt x="130" y="32"/>
                    </a:moveTo>
                    <a:lnTo>
                      <a:pt x="103" y="16"/>
                    </a:lnTo>
                    <a:lnTo>
                      <a:pt x="76" y="0"/>
                    </a:lnTo>
                    <a:lnTo>
                      <a:pt x="0" y="132"/>
                    </a:lnTo>
                    <a:lnTo>
                      <a:pt x="27" y="148"/>
                    </a:lnTo>
                    <a:lnTo>
                      <a:pt x="54" y="164"/>
                    </a:lnTo>
                    <a:lnTo>
                      <a:pt x="13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38" name=""/>
              <p:cNvSpPr/>
              <p:nvPr/>
            </p:nvSpPr>
            <p:spPr>
              <a:xfrm rot="0">
                <a:off x="1661" y="2643"/>
                <a:ext cx="26" cy="33"/>
              </a:xfrm>
              <a:custGeom>
                <a:avLst/>
                <a:ahLst/>
                <a:rect l="0" t="0" r="r" b="b"/>
                <a:pathLst>
                  <a:path w="130" h="164">
                    <a:moveTo>
                      <a:pt x="130" y="32"/>
                    </a:moveTo>
                    <a:lnTo>
                      <a:pt x="103" y="16"/>
                    </a:lnTo>
                    <a:lnTo>
                      <a:pt x="76" y="0"/>
                    </a:lnTo>
                    <a:lnTo>
                      <a:pt x="0" y="132"/>
                    </a:lnTo>
                    <a:lnTo>
                      <a:pt x="27" y="148"/>
                    </a:lnTo>
                    <a:lnTo>
                      <a:pt x="54" y="164"/>
                    </a:lnTo>
                    <a:lnTo>
                      <a:pt x="130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392" name=""/>
            <p:cNvGrpSpPr/>
            <p:nvPr/>
          </p:nvGrpSpPr>
          <p:grpSpPr>
            <a:xfrm rot="0">
              <a:off x="1598" y="2429"/>
              <a:ext cx="344" cy="985"/>
              <a:chOff x="1598" y="2429"/>
              <a:chExt cx="344" cy="985"/>
            </a:xfrm>
          </p:grpSpPr>
          <p:sp>
            <p:nvSpPr>
              <p:cNvPr id="1077139" name=""/>
              <p:cNvSpPr/>
              <p:nvPr/>
            </p:nvSpPr>
            <p:spPr>
              <a:xfrm rot="0">
                <a:off x="1661" y="2669"/>
                <a:ext cx="6" cy="3"/>
              </a:xfrm>
              <a:custGeom>
                <a:avLst/>
                <a:ahLst/>
                <a:rect l="0" t="0" r="r" b="b"/>
                <a:pathLst>
                  <a:path w="28" h="16">
                    <a:moveTo>
                      <a:pt x="28" y="16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8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40" name=""/>
              <p:cNvSpPr/>
              <p:nvPr/>
            </p:nvSpPr>
            <p:spPr>
              <a:xfrm rot="0" flipH="1">
                <a:off x="1661" y="26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41" name=""/>
              <p:cNvSpPr/>
              <p:nvPr/>
            </p:nvSpPr>
            <p:spPr>
              <a:xfrm rot="0">
                <a:off x="1648" y="2670"/>
                <a:ext cx="24" cy="32"/>
              </a:xfrm>
              <a:custGeom>
                <a:avLst/>
                <a:ahLst/>
                <a:rect l="0" t="0" r="r" b="b"/>
                <a:pathLst>
                  <a:path w="124" h="162">
                    <a:moveTo>
                      <a:pt x="124" y="27"/>
                    </a:moveTo>
                    <a:lnTo>
                      <a:pt x="96" y="13"/>
                    </a:lnTo>
                    <a:lnTo>
                      <a:pt x="68" y="0"/>
                    </a:lnTo>
                    <a:lnTo>
                      <a:pt x="0" y="136"/>
                    </a:lnTo>
                    <a:lnTo>
                      <a:pt x="28" y="149"/>
                    </a:lnTo>
                    <a:lnTo>
                      <a:pt x="56" y="162"/>
                    </a:lnTo>
                    <a:lnTo>
                      <a:pt x="124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42" name=""/>
              <p:cNvSpPr/>
              <p:nvPr/>
            </p:nvSpPr>
            <p:spPr>
              <a:xfrm rot="0">
                <a:off x="1648" y="2670"/>
                <a:ext cx="24" cy="32"/>
              </a:xfrm>
              <a:custGeom>
                <a:avLst/>
                <a:ahLst/>
                <a:rect l="0" t="0" r="r" b="b"/>
                <a:pathLst>
                  <a:path w="124" h="162">
                    <a:moveTo>
                      <a:pt x="124" y="27"/>
                    </a:moveTo>
                    <a:lnTo>
                      <a:pt x="96" y="13"/>
                    </a:lnTo>
                    <a:lnTo>
                      <a:pt x="68" y="0"/>
                    </a:lnTo>
                    <a:lnTo>
                      <a:pt x="0" y="136"/>
                    </a:lnTo>
                    <a:lnTo>
                      <a:pt x="28" y="149"/>
                    </a:lnTo>
                    <a:lnTo>
                      <a:pt x="56" y="162"/>
                    </a:lnTo>
                    <a:lnTo>
                      <a:pt x="124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43" name=""/>
              <p:cNvSpPr/>
              <p:nvPr/>
            </p:nvSpPr>
            <p:spPr>
              <a:xfrm rot="0">
                <a:off x="1648" y="2697"/>
                <a:ext cx="5" cy="3"/>
              </a:xfrm>
              <a:custGeom>
                <a:avLst/>
                <a:ahLst/>
                <a:rect l="0" t="0" r="r" b="b"/>
                <a:pathLst>
                  <a:path w="28" h="13">
                    <a:moveTo>
                      <a:pt x="28" y="1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8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44" name=""/>
              <p:cNvSpPr/>
              <p:nvPr/>
            </p:nvSpPr>
            <p:spPr>
              <a:xfrm rot="0">
                <a:off x="1648" y="269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45" name=""/>
              <p:cNvSpPr/>
              <p:nvPr/>
            </p:nvSpPr>
            <p:spPr>
              <a:xfrm rot="0">
                <a:off x="1635" y="2697"/>
                <a:ext cx="24" cy="33"/>
              </a:xfrm>
              <a:custGeom>
                <a:avLst/>
                <a:ahLst/>
                <a:rect l="0" t="0" r="r" b="b"/>
                <a:pathLst>
                  <a:path w="117" h="165">
                    <a:moveTo>
                      <a:pt x="117" y="24"/>
                    </a:moveTo>
                    <a:lnTo>
                      <a:pt x="89" y="12"/>
                    </a:lnTo>
                    <a:lnTo>
                      <a:pt x="61" y="0"/>
                    </a:lnTo>
                    <a:lnTo>
                      <a:pt x="0" y="140"/>
                    </a:lnTo>
                    <a:lnTo>
                      <a:pt x="28" y="153"/>
                    </a:lnTo>
                    <a:lnTo>
                      <a:pt x="56" y="165"/>
                    </a:lnTo>
                    <a:lnTo>
                      <a:pt x="117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46" name=""/>
              <p:cNvSpPr/>
              <p:nvPr/>
            </p:nvSpPr>
            <p:spPr>
              <a:xfrm rot="0">
                <a:off x="1635" y="2697"/>
                <a:ext cx="24" cy="33"/>
              </a:xfrm>
              <a:custGeom>
                <a:avLst/>
                <a:ahLst/>
                <a:rect l="0" t="0" r="r" b="b"/>
                <a:pathLst>
                  <a:path w="117" h="165">
                    <a:moveTo>
                      <a:pt x="117" y="24"/>
                    </a:moveTo>
                    <a:lnTo>
                      <a:pt x="89" y="12"/>
                    </a:lnTo>
                    <a:lnTo>
                      <a:pt x="61" y="0"/>
                    </a:lnTo>
                    <a:lnTo>
                      <a:pt x="0" y="140"/>
                    </a:lnTo>
                    <a:lnTo>
                      <a:pt x="28" y="153"/>
                    </a:lnTo>
                    <a:lnTo>
                      <a:pt x="56" y="165"/>
                    </a:lnTo>
                    <a:lnTo>
                      <a:pt x="117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47" name=""/>
              <p:cNvSpPr/>
              <p:nvPr/>
            </p:nvSpPr>
            <p:spPr>
              <a:xfrm rot="0">
                <a:off x="1635" y="2725"/>
                <a:ext cx="6" cy="3"/>
              </a:xfrm>
              <a:custGeom>
                <a:avLst/>
                <a:ahLst/>
                <a:rect l="0" t="0" r="r" b="b"/>
                <a:pathLst>
                  <a:path w="30" h="13">
                    <a:moveTo>
                      <a:pt x="30" y="13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3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48" name=""/>
              <p:cNvSpPr/>
              <p:nvPr/>
            </p:nvSpPr>
            <p:spPr>
              <a:xfrm rot="0" flipH="1">
                <a:off x="1635" y="27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49" name=""/>
              <p:cNvSpPr/>
              <p:nvPr/>
            </p:nvSpPr>
            <p:spPr>
              <a:xfrm rot="0">
                <a:off x="1625" y="2726"/>
                <a:ext cx="22" cy="33"/>
              </a:xfrm>
              <a:custGeom>
                <a:avLst/>
                <a:ahLst/>
                <a:rect l="0" t="0" r="r" b="b"/>
                <a:pathLst>
                  <a:path w="111" h="165">
                    <a:moveTo>
                      <a:pt x="111" y="22"/>
                    </a:moveTo>
                    <a:lnTo>
                      <a:pt x="82" y="11"/>
                    </a:lnTo>
                    <a:lnTo>
                      <a:pt x="52" y="0"/>
                    </a:lnTo>
                    <a:lnTo>
                      <a:pt x="0" y="143"/>
                    </a:lnTo>
                    <a:lnTo>
                      <a:pt x="29" y="154"/>
                    </a:lnTo>
                    <a:lnTo>
                      <a:pt x="58" y="165"/>
                    </a:lnTo>
                    <a:lnTo>
                      <a:pt x="111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50" name=""/>
              <p:cNvSpPr/>
              <p:nvPr/>
            </p:nvSpPr>
            <p:spPr>
              <a:xfrm rot="0">
                <a:off x="1625" y="2726"/>
                <a:ext cx="22" cy="33"/>
              </a:xfrm>
              <a:custGeom>
                <a:avLst/>
                <a:ahLst/>
                <a:rect l="0" t="0" r="r" b="b"/>
                <a:pathLst>
                  <a:path w="111" h="165">
                    <a:moveTo>
                      <a:pt x="111" y="22"/>
                    </a:moveTo>
                    <a:lnTo>
                      <a:pt x="82" y="11"/>
                    </a:lnTo>
                    <a:lnTo>
                      <a:pt x="52" y="0"/>
                    </a:lnTo>
                    <a:lnTo>
                      <a:pt x="0" y="143"/>
                    </a:lnTo>
                    <a:lnTo>
                      <a:pt x="29" y="154"/>
                    </a:lnTo>
                    <a:lnTo>
                      <a:pt x="58" y="165"/>
                    </a:lnTo>
                    <a:lnTo>
                      <a:pt x="111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51" name=""/>
              <p:cNvSpPr/>
              <p:nvPr/>
            </p:nvSpPr>
            <p:spPr>
              <a:xfrm rot="0">
                <a:off x="1625" y="2754"/>
                <a:ext cx="5" cy="2"/>
              </a:xfrm>
              <a:custGeom>
                <a:avLst/>
                <a:ahLst/>
                <a:rect l="0" t="0" r="r" b="b"/>
                <a:pathLst>
                  <a:path w="29" h="11">
                    <a:moveTo>
                      <a:pt x="29" y="11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9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52" name=""/>
              <p:cNvSpPr/>
              <p:nvPr/>
            </p:nvSpPr>
            <p:spPr>
              <a:xfrm rot="0">
                <a:off x="1625" y="275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53" name=""/>
              <p:cNvSpPr/>
              <p:nvPr/>
            </p:nvSpPr>
            <p:spPr>
              <a:xfrm rot="0">
                <a:off x="1616" y="2755"/>
                <a:ext cx="20" cy="32"/>
              </a:xfrm>
              <a:custGeom>
                <a:avLst/>
                <a:ahLst/>
                <a:rect l="0" t="0" r="r" b="b"/>
                <a:pathLst>
                  <a:path w="102" h="163">
                    <a:moveTo>
                      <a:pt x="102" y="17"/>
                    </a:moveTo>
                    <a:lnTo>
                      <a:pt x="73" y="9"/>
                    </a:lnTo>
                    <a:lnTo>
                      <a:pt x="44" y="0"/>
                    </a:lnTo>
                    <a:lnTo>
                      <a:pt x="0" y="146"/>
                    </a:lnTo>
                    <a:lnTo>
                      <a:pt x="29" y="154"/>
                    </a:lnTo>
                    <a:lnTo>
                      <a:pt x="58" y="163"/>
                    </a:lnTo>
                    <a:lnTo>
                      <a:pt x="102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54" name=""/>
              <p:cNvSpPr/>
              <p:nvPr/>
            </p:nvSpPr>
            <p:spPr>
              <a:xfrm rot="0">
                <a:off x="1616" y="2755"/>
                <a:ext cx="20" cy="32"/>
              </a:xfrm>
              <a:custGeom>
                <a:avLst/>
                <a:ahLst/>
                <a:rect l="0" t="0" r="r" b="b"/>
                <a:pathLst>
                  <a:path w="102" h="163">
                    <a:moveTo>
                      <a:pt x="102" y="17"/>
                    </a:moveTo>
                    <a:lnTo>
                      <a:pt x="73" y="9"/>
                    </a:lnTo>
                    <a:lnTo>
                      <a:pt x="44" y="0"/>
                    </a:lnTo>
                    <a:lnTo>
                      <a:pt x="0" y="146"/>
                    </a:lnTo>
                    <a:lnTo>
                      <a:pt x="29" y="154"/>
                    </a:lnTo>
                    <a:lnTo>
                      <a:pt x="58" y="163"/>
                    </a:lnTo>
                    <a:lnTo>
                      <a:pt x="102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55" name=""/>
              <p:cNvSpPr/>
              <p:nvPr/>
            </p:nvSpPr>
            <p:spPr>
              <a:xfrm rot="0">
                <a:off x="1616" y="2784"/>
                <a:ext cx="6" cy="1"/>
              </a:xfrm>
              <a:custGeom>
                <a:avLst/>
                <a:ahLst/>
                <a:rect l="0" t="0" r="r" b="b"/>
                <a:pathLst>
                  <a:path w="30" h="8">
                    <a:moveTo>
                      <a:pt x="30" y="8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3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56" name=""/>
              <p:cNvSpPr/>
              <p:nvPr/>
            </p:nvSpPr>
            <p:spPr>
              <a:xfrm rot="0" flipH="1">
                <a:off x="1616" y="27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57" name=""/>
              <p:cNvSpPr/>
              <p:nvPr/>
            </p:nvSpPr>
            <p:spPr>
              <a:xfrm rot="0">
                <a:off x="1608" y="2784"/>
                <a:ext cx="20" cy="33"/>
              </a:xfrm>
              <a:custGeom>
                <a:avLst/>
                <a:ahLst/>
                <a:rect l="0" t="0" r="r" b="b"/>
                <a:pathLst>
                  <a:path w="97" h="164">
                    <a:moveTo>
                      <a:pt x="97" y="14"/>
                    </a:moveTo>
                    <a:lnTo>
                      <a:pt x="66" y="7"/>
                    </a:lnTo>
                    <a:lnTo>
                      <a:pt x="36" y="0"/>
                    </a:lnTo>
                    <a:lnTo>
                      <a:pt x="0" y="149"/>
                    </a:lnTo>
                    <a:lnTo>
                      <a:pt x="31" y="156"/>
                    </a:lnTo>
                    <a:lnTo>
                      <a:pt x="61" y="164"/>
                    </a:lnTo>
                    <a:lnTo>
                      <a:pt x="97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58" name=""/>
              <p:cNvSpPr/>
              <p:nvPr/>
            </p:nvSpPr>
            <p:spPr>
              <a:xfrm rot="0">
                <a:off x="1608" y="2784"/>
                <a:ext cx="20" cy="33"/>
              </a:xfrm>
              <a:custGeom>
                <a:avLst/>
                <a:ahLst/>
                <a:rect l="0" t="0" r="r" b="b"/>
                <a:pathLst>
                  <a:path w="97" h="164">
                    <a:moveTo>
                      <a:pt x="97" y="14"/>
                    </a:moveTo>
                    <a:lnTo>
                      <a:pt x="66" y="7"/>
                    </a:lnTo>
                    <a:lnTo>
                      <a:pt x="36" y="0"/>
                    </a:lnTo>
                    <a:lnTo>
                      <a:pt x="0" y="149"/>
                    </a:lnTo>
                    <a:lnTo>
                      <a:pt x="31" y="156"/>
                    </a:lnTo>
                    <a:lnTo>
                      <a:pt x="61" y="164"/>
                    </a:lnTo>
                    <a:lnTo>
                      <a:pt x="97" y="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59" name=""/>
              <p:cNvSpPr/>
              <p:nvPr/>
            </p:nvSpPr>
            <p:spPr>
              <a:xfrm rot="0">
                <a:off x="1608" y="2814"/>
                <a:ext cx="7" cy="1"/>
              </a:xfrm>
              <a:custGeom>
                <a:avLst/>
                <a:ahLst/>
                <a:rect l="0" t="0" r="r" b="b"/>
                <a:pathLst>
                  <a:path w="31" h="7">
                    <a:moveTo>
                      <a:pt x="31" y="7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1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60" name=""/>
              <p:cNvSpPr/>
              <p:nvPr/>
            </p:nvSpPr>
            <p:spPr>
              <a:xfrm rot="0">
                <a:off x="1608" y="28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61" name=""/>
              <p:cNvSpPr/>
              <p:nvPr/>
            </p:nvSpPr>
            <p:spPr>
              <a:xfrm rot="0">
                <a:off x="1603" y="2814"/>
                <a:ext cx="18" cy="32"/>
              </a:xfrm>
              <a:custGeom>
                <a:avLst/>
                <a:ahLst/>
                <a:rect l="0" t="0" r="r" b="b"/>
                <a:pathLst>
                  <a:path w="88" h="161">
                    <a:moveTo>
                      <a:pt x="88" y="10"/>
                    </a:moveTo>
                    <a:lnTo>
                      <a:pt x="58" y="5"/>
                    </a:lnTo>
                    <a:lnTo>
                      <a:pt x="27" y="0"/>
                    </a:lnTo>
                    <a:lnTo>
                      <a:pt x="0" y="151"/>
                    </a:lnTo>
                    <a:lnTo>
                      <a:pt x="31" y="156"/>
                    </a:lnTo>
                    <a:lnTo>
                      <a:pt x="61" y="161"/>
                    </a:lnTo>
                    <a:lnTo>
                      <a:pt x="88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62" name=""/>
              <p:cNvSpPr/>
              <p:nvPr/>
            </p:nvSpPr>
            <p:spPr>
              <a:xfrm rot="0">
                <a:off x="1603" y="2814"/>
                <a:ext cx="18" cy="32"/>
              </a:xfrm>
              <a:custGeom>
                <a:avLst/>
                <a:ahLst/>
                <a:rect l="0" t="0" r="r" b="b"/>
                <a:pathLst>
                  <a:path w="88" h="161">
                    <a:moveTo>
                      <a:pt x="88" y="10"/>
                    </a:moveTo>
                    <a:lnTo>
                      <a:pt x="58" y="5"/>
                    </a:lnTo>
                    <a:lnTo>
                      <a:pt x="27" y="0"/>
                    </a:lnTo>
                    <a:lnTo>
                      <a:pt x="0" y="151"/>
                    </a:lnTo>
                    <a:lnTo>
                      <a:pt x="31" y="156"/>
                    </a:lnTo>
                    <a:lnTo>
                      <a:pt x="61" y="161"/>
                    </a:lnTo>
                    <a:lnTo>
                      <a:pt x="88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63" name=""/>
              <p:cNvSpPr/>
              <p:nvPr/>
            </p:nvSpPr>
            <p:spPr>
              <a:xfrm rot="0">
                <a:off x="1603" y="2844"/>
                <a:ext cx="6" cy="1"/>
              </a:xfrm>
              <a:custGeom>
                <a:avLst/>
                <a:ahLst/>
                <a:rect l="0" t="0" r="r" b="b"/>
                <a:pathLst>
                  <a:path w="31" h="5">
                    <a:moveTo>
                      <a:pt x="31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64" name=""/>
              <p:cNvSpPr/>
              <p:nvPr/>
            </p:nvSpPr>
            <p:spPr>
              <a:xfrm rot="0">
                <a:off x="1603" y="284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65" name=""/>
              <p:cNvSpPr/>
              <p:nvPr/>
            </p:nvSpPr>
            <p:spPr>
              <a:xfrm rot="0">
                <a:off x="1600" y="2845"/>
                <a:ext cx="15" cy="31"/>
              </a:xfrm>
              <a:custGeom>
                <a:avLst/>
                <a:ahLst/>
                <a:rect l="0" t="0" r="r" b="b"/>
                <a:pathLst>
                  <a:path w="78" h="159">
                    <a:moveTo>
                      <a:pt x="78" y="7"/>
                    </a:moveTo>
                    <a:lnTo>
                      <a:pt x="48" y="4"/>
                    </a:lnTo>
                    <a:lnTo>
                      <a:pt x="17" y="0"/>
                    </a:lnTo>
                    <a:lnTo>
                      <a:pt x="0" y="152"/>
                    </a:lnTo>
                    <a:lnTo>
                      <a:pt x="31" y="155"/>
                    </a:lnTo>
                    <a:lnTo>
                      <a:pt x="61" y="159"/>
                    </a:lnTo>
                    <a:lnTo>
                      <a:pt x="78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66" name=""/>
              <p:cNvSpPr/>
              <p:nvPr/>
            </p:nvSpPr>
            <p:spPr>
              <a:xfrm rot="0">
                <a:off x="1600" y="2845"/>
                <a:ext cx="15" cy="31"/>
              </a:xfrm>
              <a:custGeom>
                <a:avLst/>
                <a:ahLst/>
                <a:rect l="0" t="0" r="r" b="b"/>
                <a:pathLst>
                  <a:path w="78" h="159">
                    <a:moveTo>
                      <a:pt x="78" y="7"/>
                    </a:moveTo>
                    <a:lnTo>
                      <a:pt x="48" y="4"/>
                    </a:lnTo>
                    <a:lnTo>
                      <a:pt x="17" y="0"/>
                    </a:lnTo>
                    <a:lnTo>
                      <a:pt x="0" y="152"/>
                    </a:lnTo>
                    <a:lnTo>
                      <a:pt x="31" y="155"/>
                    </a:lnTo>
                    <a:lnTo>
                      <a:pt x="61" y="159"/>
                    </a:lnTo>
                    <a:lnTo>
                      <a:pt x="78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67" name=""/>
              <p:cNvSpPr/>
              <p:nvPr/>
            </p:nvSpPr>
            <p:spPr>
              <a:xfrm rot="0">
                <a:off x="1600" y="2875"/>
                <a:ext cx="6" cy="1"/>
              </a:xfrm>
              <a:custGeom>
                <a:avLst/>
                <a:ahLst/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1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68" name=""/>
              <p:cNvSpPr/>
              <p:nvPr/>
            </p:nvSpPr>
            <p:spPr>
              <a:xfrm rot="0">
                <a:off x="1600" y="28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69" name=""/>
              <p:cNvSpPr/>
              <p:nvPr/>
            </p:nvSpPr>
            <p:spPr>
              <a:xfrm rot="0">
                <a:off x="1598" y="2875"/>
                <a:ext cx="14" cy="31"/>
              </a:xfrm>
              <a:custGeom>
                <a:avLst/>
                <a:ahLst/>
                <a:rect l="0" t="0" r="r" b="b"/>
                <a:pathLst>
                  <a:path w="69" h="154">
                    <a:moveTo>
                      <a:pt x="69" y="3"/>
                    </a:moveTo>
                    <a:lnTo>
                      <a:pt x="39" y="1"/>
                    </a:lnTo>
                    <a:lnTo>
                      <a:pt x="8" y="0"/>
                    </a:lnTo>
                    <a:lnTo>
                      <a:pt x="0" y="152"/>
                    </a:lnTo>
                    <a:lnTo>
                      <a:pt x="30" y="153"/>
                    </a:lnTo>
                    <a:lnTo>
                      <a:pt x="61" y="154"/>
                    </a:lnTo>
                    <a:lnTo>
                      <a:pt x="69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70" name=""/>
              <p:cNvSpPr/>
              <p:nvPr/>
            </p:nvSpPr>
            <p:spPr>
              <a:xfrm rot="0">
                <a:off x="1598" y="2875"/>
                <a:ext cx="14" cy="31"/>
              </a:xfrm>
              <a:custGeom>
                <a:avLst/>
                <a:ahLst/>
                <a:rect l="0" t="0" r="r" b="b"/>
                <a:pathLst>
                  <a:path w="69" h="154">
                    <a:moveTo>
                      <a:pt x="69" y="3"/>
                    </a:moveTo>
                    <a:lnTo>
                      <a:pt x="39" y="1"/>
                    </a:lnTo>
                    <a:lnTo>
                      <a:pt x="8" y="0"/>
                    </a:lnTo>
                    <a:lnTo>
                      <a:pt x="0" y="152"/>
                    </a:lnTo>
                    <a:lnTo>
                      <a:pt x="30" y="153"/>
                    </a:lnTo>
                    <a:lnTo>
                      <a:pt x="61" y="154"/>
                    </a:lnTo>
                    <a:lnTo>
                      <a:pt x="69" y="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71" name=""/>
              <p:cNvSpPr/>
              <p:nvPr/>
            </p:nvSpPr>
            <p:spPr>
              <a:xfrm rot="0">
                <a:off x="1598" y="2906"/>
                <a:ext cx="6" cy="1"/>
              </a:xfrm>
              <a:custGeom>
                <a:avLst/>
                <a:ahLst/>
                <a:rect l="0" t="0" r="r" b="b"/>
                <a:pathLst>
                  <a:path w="30" h="1">
                    <a:moveTo>
                      <a:pt x="3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72" name=""/>
              <p:cNvSpPr/>
              <p:nvPr/>
            </p:nvSpPr>
            <p:spPr>
              <a:xfrm rot="0">
                <a:off x="1598" y="29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73" name=""/>
              <p:cNvSpPr/>
              <p:nvPr/>
            </p:nvSpPr>
            <p:spPr>
              <a:xfrm rot="0">
                <a:off x="1598" y="2906"/>
                <a:ext cx="12" cy="31"/>
              </a:xfrm>
              <a:custGeom>
                <a:avLst/>
                <a:ahLst/>
                <a:rect l="0" t="0" r="r" b="b"/>
                <a:pathLst>
                  <a:path w="62" h="153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53"/>
                    </a:lnTo>
                    <a:lnTo>
                      <a:pt x="30" y="153"/>
                    </a:lnTo>
                    <a:lnTo>
                      <a:pt x="62" y="153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74" name=""/>
              <p:cNvSpPr/>
              <p:nvPr/>
            </p:nvSpPr>
            <p:spPr>
              <a:xfrm rot="0">
                <a:off x="1598" y="2906"/>
                <a:ext cx="12" cy="31"/>
              </a:xfrm>
              <a:custGeom>
                <a:avLst/>
                <a:ahLst/>
                <a:rect l="0" t="0" r="r" b="b"/>
                <a:pathLst>
                  <a:path w="62" h="153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53"/>
                    </a:lnTo>
                    <a:lnTo>
                      <a:pt x="30" y="153"/>
                    </a:lnTo>
                    <a:lnTo>
                      <a:pt x="62" y="153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75" name=""/>
              <p:cNvSpPr/>
              <p:nvPr/>
            </p:nvSpPr>
            <p:spPr>
              <a:xfrm rot="0">
                <a:off x="1598" y="2937"/>
                <a:ext cx="6" cy="1"/>
              </a:xfrm>
              <a:custGeom>
                <a:avLst/>
                <a:ahLst/>
                <a:rect l="0" t="0" r="r" b="b"/>
                <a:pathLst>
                  <a:path w="30" h="1">
                    <a:moveTo>
                      <a:pt x="3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76" name=""/>
              <p:cNvSpPr/>
              <p:nvPr/>
            </p:nvSpPr>
            <p:spPr>
              <a:xfrm rot="0">
                <a:off x="1598" y="293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77" name=""/>
              <p:cNvSpPr/>
              <p:nvPr/>
            </p:nvSpPr>
            <p:spPr>
              <a:xfrm rot="0">
                <a:off x="1598" y="2936"/>
                <a:ext cx="14" cy="31"/>
              </a:xfrm>
              <a:custGeom>
                <a:avLst/>
                <a:ahLst/>
                <a:rect l="0" t="0" r="r" b="b"/>
                <a:pathLst>
                  <a:path w="69" h="155">
                    <a:moveTo>
                      <a:pt x="61" y="0"/>
                    </a:moveTo>
                    <a:lnTo>
                      <a:pt x="30" y="1"/>
                    </a:lnTo>
                    <a:lnTo>
                      <a:pt x="0" y="2"/>
                    </a:lnTo>
                    <a:lnTo>
                      <a:pt x="8" y="155"/>
                    </a:lnTo>
                    <a:lnTo>
                      <a:pt x="39" y="154"/>
                    </a:lnTo>
                    <a:lnTo>
                      <a:pt x="69" y="152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78" name=""/>
              <p:cNvSpPr/>
              <p:nvPr/>
            </p:nvSpPr>
            <p:spPr>
              <a:xfrm rot="0">
                <a:off x="1598" y="2936"/>
                <a:ext cx="14" cy="31"/>
              </a:xfrm>
              <a:custGeom>
                <a:avLst/>
                <a:ahLst/>
                <a:rect l="0" t="0" r="r" b="b"/>
                <a:pathLst>
                  <a:path w="69" h="155">
                    <a:moveTo>
                      <a:pt x="61" y="0"/>
                    </a:moveTo>
                    <a:lnTo>
                      <a:pt x="30" y="1"/>
                    </a:lnTo>
                    <a:lnTo>
                      <a:pt x="0" y="2"/>
                    </a:lnTo>
                    <a:lnTo>
                      <a:pt x="8" y="155"/>
                    </a:lnTo>
                    <a:lnTo>
                      <a:pt x="39" y="154"/>
                    </a:lnTo>
                    <a:lnTo>
                      <a:pt x="69" y="152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79" name=""/>
              <p:cNvSpPr/>
              <p:nvPr/>
            </p:nvSpPr>
            <p:spPr>
              <a:xfrm rot="0">
                <a:off x="1600" y="2967"/>
                <a:ext cx="6" cy="1"/>
              </a:xfrm>
              <a:custGeom>
                <a:avLst/>
                <a:ahLst/>
                <a:rect l="0" t="0" r="r" b="b"/>
                <a:pathLst>
                  <a:path w="31" h="3">
                    <a:moveTo>
                      <a:pt x="3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80" name=""/>
              <p:cNvSpPr/>
              <p:nvPr/>
            </p:nvSpPr>
            <p:spPr>
              <a:xfrm rot="0">
                <a:off x="1600" y="29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81" name=""/>
              <p:cNvSpPr/>
              <p:nvPr/>
            </p:nvSpPr>
            <p:spPr>
              <a:xfrm rot="0">
                <a:off x="1600" y="2966"/>
                <a:ext cx="15" cy="32"/>
              </a:xfrm>
              <a:custGeom>
                <a:avLst/>
                <a:ahLst/>
                <a:rect l="0" t="0" r="r" b="b"/>
                <a:pathLst>
                  <a:path w="78" h="159">
                    <a:moveTo>
                      <a:pt x="61" y="0"/>
                    </a:moveTo>
                    <a:lnTo>
                      <a:pt x="31" y="4"/>
                    </a:lnTo>
                    <a:lnTo>
                      <a:pt x="0" y="7"/>
                    </a:lnTo>
                    <a:lnTo>
                      <a:pt x="17" y="159"/>
                    </a:lnTo>
                    <a:lnTo>
                      <a:pt x="48" y="155"/>
                    </a:lnTo>
                    <a:lnTo>
                      <a:pt x="78" y="151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82" name=""/>
              <p:cNvSpPr/>
              <p:nvPr/>
            </p:nvSpPr>
            <p:spPr>
              <a:xfrm rot="0">
                <a:off x="1600" y="2966"/>
                <a:ext cx="15" cy="32"/>
              </a:xfrm>
              <a:custGeom>
                <a:avLst/>
                <a:ahLst/>
                <a:rect l="0" t="0" r="r" b="b"/>
                <a:pathLst>
                  <a:path w="78" h="159">
                    <a:moveTo>
                      <a:pt x="61" y="0"/>
                    </a:moveTo>
                    <a:lnTo>
                      <a:pt x="31" y="4"/>
                    </a:lnTo>
                    <a:lnTo>
                      <a:pt x="0" y="7"/>
                    </a:lnTo>
                    <a:lnTo>
                      <a:pt x="17" y="159"/>
                    </a:lnTo>
                    <a:lnTo>
                      <a:pt x="48" y="155"/>
                    </a:lnTo>
                    <a:lnTo>
                      <a:pt x="78" y="151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83" name=""/>
              <p:cNvSpPr/>
              <p:nvPr/>
            </p:nvSpPr>
            <p:spPr>
              <a:xfrm rot="0">
                <a:off x="1603" y="2997"/>
                <a:ext cx="6" cy="2"/>
              </a:xfrm>
              <a:custGeom>
                <a:avLst/>
                <a:ahLst/>
                <a:rect l="0" t="0" r="r" b="b"/>
                <a:pathLst>
                  <a:path w="31" h="6">
                    <a:moveTo>
                      <a:pt x="31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84" name=""/>
              <p:cNvSpPr/>
              <p:nvPr/>
            </p:nvSpPr>
            <p:spPr>
              <a:xfrm rot="0">
                <a:off x="1603" y="299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85" name=""/>
              <p:cNvSpPr/>
              <p:nvPr/>
            </p:nvSpPr>
            <p:spPr>
              <a:xfrm rot="0">
                <a:off x="1603" y="2996"/>
                <a:ext cx="18" cy="32"/>
              </a:xfrm>
              <a:custGeom>
                <a:avLst/>
                <a:ahLst/>
                <a:rect l="0" t="0" r="r" b="b"/>
                <a:pathLst>
                  <a:path w="88" h="161">
                    <a:moveTo>
                      <a:pt x="61" y="0"/>
                    </a:moveTo>
                    <a:lnTo>
                      <a:pt x="31" y="6"/>
                    </a:lnTo>
                    <a:lnTo>
                      <a:pt x="0" y="12"/>
                    </a:lnTo>
                    <a:lnTo>
                      <a:pt x="27" y="161"/>
                    </a:lnTo>
                    <a:lnTo>
                      <a:pt x="58" y="155"/>
                    </a:lnTo>
                    <a:lnTo>
                      <a:pt x="88" y="149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86" name=""/>
              <p:cNvSpPr/>
              <p:nvPr/>
            </p:nvSpPr>
            <p:spPr>
              <a:xfrm rot="0">
                <a:off x="1603" y="2996"/>
                <a:ext cx="18" cy="32"/>
              </a:xfrm>
              <a:custGeom>
                <a:avLst/>
                <a:ahLst/>
                <a:rect l="0" t="0" r="r" b="b"/>
                <a:pathLst>
                  <a:path w="88" h="161">
                    <a:moveTo>
                      <a:pt x="61" y="0"/>
                    </a:moveTo>
                    <a:lnTo>
                      <a:pt x="31" y="6"/>
                    </a:lnTo>
                    <a:lnTo>
                      <a:pt x="0" y="12"/>
                    </a:lnTo>
                    <a:lnTo>
                      <a:pt x="27" y="161"/>
                    </a:lnTo>
                    <a:lnTo>
                      <a:pt x="58" y="155"/>
                    </a:lnTo>
                    <a:lnTo>
                      <a:pt x="88" y="149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87" name=""/>
              <p:cNvSpPr/>
              <p:nvPr/>
            </p:nvSpPr>
            <p:spPr>
              <a:xfrm rot="0">
                <a:off x="1608" y="3027"/>
                <a:ext cx="7" cy="2"/>
              </a:xfrm>
              <a:custGeom>
                <a:avLst/>
                <a:ahLst/>
                <a:rect l="0" t="0" r="r" b="b"/>
                <a:pathLst>
                  <a:path w="31" h="8">
                    <a:moveTo>
                      <a:pt x="31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88" name=""/>
              <p:cNvSpPr/>
              <p:nvPr/>
            </p:nvSpPr>
            <p:spPr>
              <a:xfrm rot="0">
                <a:off x="1608" y="30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89" name=""/>
              <p:cNvSpPr/>
              <p:nvPr/>
            </p:nvSpPr>
            <p:spPr>
              <a:xfrm rot="0">
                <a:off x="1608" y="3026"/>
                <a:ext cx="20" cy="33"/>
              </a:xfrm>
              <a:custGeom>
                <a:avLst/>
                <a:ahLst/>
                <a:rect l="0" t="0" r="r" b="b"/>
                <a:pathLst>
                  <a:path w="97" h="164">
                    <a:moveTo>
                      <a:pt x="61" y="0"/>
                    </a:moveTo>
                    <a:lnTo>
                      <a:pt x="31" y="7"/>
                    </a:lnTo>
                    <a:lnTo>
                      <a:pt x="0" y="15"/>
                    </a:lnTo>
                    <a:lnTo>
                      <a:pt x="36" y="164"/>
                    </a:lnTo>
                    <a:lnTo>
                      <a:pt x="66" y="156"/>
                    </a:lnTo>
                    <a:lnTo>
                      <a:pt x="97" y="149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90" name=""/>
              <p:cNvSpPr/>
              <p:nvPr/>
            </p:nvSpPr>
            <p:spPr>
              <a:xfrm rot="0">
                <a:off x="1608" y="3026"/>
                <a:ext cx="20" cy="33"/>
              </a:xfrm>
              <a:custGeom>
                <a:avLst/>
                <a:ahLst/>
                <a:rect l="0" t="0" r="r" b="b"/>
                <a:pathLst>
                  <a:path w="97" h="164">
                    <a:moveTo>
                      <a:pt x="61" y="0"/>
                    </a:moveTo>
                    <a:lnTo>
                      <a:pt x="31" y="7"/>
                    </a:lnTo>
                    <a:lnTo>
                      <a:pt x="0" y="15"/>
                    </a:lnTo>
                    <a:lnTo>
                      <a:pt x="36" y="164"/>
                    </a:lnTo>
                    <a:lnTo>
                      <a:pt x="66" y="156"/>
                    </a:lnTo>
                    <a:lnTo>
                      <a:pt x="97" y="149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91" name=""/>
              <p:cNvSpPr/>
              <p:nvPr/>
            </p:nvSpPr>
            <p:spPr>
              <a:xfrm rot="0">
                <a:off x="1616" y="3057"/>
                <a:ext cx="6" cy="2"/>
              </a:xfrm>
              <a:custGeom>
                <a:avLst/>
                <a:ahLst/>
                <a:rect l="0" t="0" r="r" b="b"/>
                <a:pathLst>
                  <a:path w="30" h="9">
                    <a:moveTo>
                      <a:pt x="30" y="0"/>
                    </a:moveTo>
                    <a:lnTo>
                      <a:pt x="0" y="8"/>
                    </a:lnTo>
                    <a:lnTo>
                      <a:pt x="1" y="9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92" name=""/>
              <p:cNvSpPr/>
              <p:nvPr/>
            </p:nvSpPr>
            <p:spPr>
              <a:xfrm rot="0">
                <a:off x="1616" y="30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93" name=""/>
              <p:cNvSpPr/>
              <p:nvPr/>
            </p:nvSpPr>
            <p:spPr>
              <a:xfrm rot="0">
                <a:off x="1616" y="3055"/>
                <a:ext cx="20" cy="33"/>
              </a:xfrm>
              <a:custGeom>
                <a:avLst/>
                <a:ahLst/>
                <a:rect l="0" t="0" r="r" b="b"/>
                <a:pathLst>
                  <a:path w="102" h="163">
                    <a:moveTo>
                      <a:pt x="58" y="0"/>
                    </a:moveTo>
                    <a:lnTo>
                      <a:pt x="29" y="8"/>
                    </a:lnTo>
                    <a:lnTo>
                      <a:pt x="0" y="17"/>
                    </a:lnTo>
                    <a:lnTo>
                      <a:pt x="44" y="163"/>
                    </a:lnTo>
                    <a:lnTo>
                      <a:pt x="73" y="154"/>
                    </a:lnTo>
                    <a:lnTo>
                      <a:pt x="102" y="145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94" name=""/>
              <p:cNvSpPr/>
              <p:nvPr/>
            </p:nvSpPr>
            <p:spPr>
              <a:xfrm rot="0">
                <a:off x="1616" y="3055"/>
                <a:ext cx="20" cy="33"/>
              </a:xfrm>
              <a:custGeom>
                <a:avLst/>
                <a:ahLst/>
                <a:rect l="0" t="0" r="r" b="b"/>
                <a:pathLst>
                  <a:path w="102" h="163">
                    <a:moveTo>
                      <a:pt x="58" y="0"/>
                    </a:moveTo>
                    <a:lnTo>
                      <a:pt x="29" y="8"/>
                    </a:lnTo>
                    <a:lnTo>
                      <a:pt x="0" y="17"/>
                    </a:lnTo>
                    <a:lnTo>
                      <a:pt x="44" y="163"/>
                    </a:lnTo>
                    <a:lnTo>
                      <a:pt x="73" y="154"/>
                    </a:lnTo>
                    <a:lnTo>
                      <a:pt x="102" y="145"/>
                    </a:lnTo>
                    <a:lnTo>
                      <a:pt x="5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95" name=""/>
              <p:cNvSpPr/>
              <p:nvPr/>
            </p:nvSpPr>
            <p:spPr>
              <a:xfrm rot="0">
                <a:off x="1625" y="3086"/>
                <a:ext cx="5" cy="2"/>
              </a:xfrm>
              <a:custGeom>
                <a:avLst/>
                <a:ahLst/>
                <a:rect l="0" t="0" r="r" b="b"/>
                <a:pathLst>
                  <a:path w="29" h="11">
                    <a:moveTo>
                      <a:pt x="29" y="0"/>
                    </a:moveTo>
                    <a:lnTo>
                      <a:pt x="0" y="9"/>
                    </a:lnTo>
                    <a:lnTo>
                      <a:pt x="0" y="11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96" name=""/>
              <p:cNvSpPr/>
              <p:nvPr/>
            </p:nvSpPr>
            <p:spPr>
              <a:xfrm rot="0">
                <a:off x="1625" y="30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97" name=""/>
              <p:cNvSpPr/>
              <p:nvPr/>
            </p:nvSpPr>
            <p:spPr>
              <a:xfrm rot="0">
                <a:off x="1625" y="3084"/>
                <a:ext cx="22" cy="33"/>
              </a:xfrm>
              <a:custGeom>
                <a:avLst/>
                <a:ahLst/>
                <a:rect l="0" t="0" r="r" b="b"/>
                <a:pathLst>
                  <a:path w="111" h="166">
                    <a:moveTo>
                      <a:pt x="58" y="0"/>
                    </a:moveTo>
                    <a:lnTo>
                      <a:pt x="29" y="11"/>
                    </a:lnTo>
                    <a:lnTo>
                      <a:pt x="0" y="22"/>
                    </a:lnTo>
                    <a:lnTo>
                      <a:pt x="52" y="166"/>
                    </a:lnTo>
                    <a:lnTo>
                      <a:pt x="82" y="155"/>
                    </a:lnTo>
                    <a:lnTo>
                      <a:pt x="111" y="144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198" name=""/>
              <p:cNvSpPr/>
              <p:nvPr/>
            </p:nvSpPr>
            <p:spPr>
              <a:xfrm rot="0">
                <a:off x="1625" y="3084"/>
                <a:ext cx="22" cy="33"/>
              </a:xfrm>
              <a:custGeom>
                <a:avLst/>
                <a:ahLst/>
                <a:rect l="0" t="0" r="r" b="b"/>
                <a:pathLst>
                  <a:path w="111" h="166">
                    <a:moveTo>
                      <a:pt x="58" y="0"/>
                    </a:moveTo>
                    <a:lnTo>
                      <a:pt x="29" y="11"/>
                    </a:lnTo>
                    <a:lnTo>
                      <a:pt x="0" y="22"/>
                    </a:lnTo>
                    <a:lnTo>
                      <a:pt x="52" y="166"/>
                    </a:lnTo>
                    <a:lnTo>
                      <a:pt x="82" y="155"/>
                    </a:lnTo>
                    <a:lnTo>
                      <a:pt x="111" y="144"/>
                    </a:lnTo>
                    <a:lnTo>
                      <a:pt x="5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199" name=""/>
              <p:cNvSpPr/>
              <p:nvPr/>
            </p:nvSpPr>
            <p:spPr>
              <a:xfrm rot="0">
                <a:off x="1635" y="3115"/>
                <a:ext cx="6" cy="2"/>
              </a:xfrm>
              <a:custGeom>
                <a:avLst/>
                <a:ahLst/>
                <a:rect l="0" t="0" r="r" b="b"/>
                <a:pathLst>
                  <a:path w="30" h="12">
                    <a:moveTo>
                      <a:pt x="30" y="0"/>
                    </a:moveTo>
                    <a:lnTo>
                      <a:pt x="0" y="11"/>
                    </a:lnTo>
                    <a:lnTo>
                      <a:pt x="2" y="12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00" name=""/>
              <p:cNvSpPr/>
              <p:nvPr/>
            </p:nvSpPr>
            <p:spPr>
              <a:xfrm rot="0">
                <a:off x="1635" y="31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01" name=""/>
              <p:cNvSpPr/>
              <p:nvPr/>
            </p:nvSpPr>
            <p:spPr>
              <a:xfrm rot="0">
                <a:off x="1635" y="3113"/>
                <a:ext cx="24" cy="32"/>
              </a:xfrm>
              <a:custGeom>
                <a:avLst/>
                <a:ahLst/>
                <a:rect l="0" t="0" r="r" b="b"/>
                <a:pathLst>
                  <a:path w="117" h="164">
                    <a:moveTo>
                      <a:pt x="56" y="0"/>
                    </a:moveTo>
                    <a:lnTo>
                      <a:pt x="28" y="12"/>
                    </a:lnTo>
                    <a:lnTo>
                      <a:pt x="0" y="24"/>
                    </a:lnTo>
                    <a:lnTo>
                      <a:pt x="61" y="164"/>
                    </a:lnTo>
                    <a:lnTo>
                      <a:pt x="89" y="152"/>
                    </a:lnTo>
                    <a:lnTo>
                      <a:pt x="117" y="139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02" name=""/>
              <p:cNvSpPr/>
              <p:nvPr/>
            </p:nvSpPr>
            <p:spPr>
              <a:xfrm rot="0">
                <a:off x="1635" y="3113"/>
                <a:ext cx="24" cy="32"/>
              </a:xfrm>
              <a:custGeom>
                <a:avLst/>
                <a:ahLst/>
                <a:rect l="0" t="0" r="r" b="b"/>
                <a:pathLst>
                  <a:path w="117" h="164">
                    <a:moveTo>
                      <a:pt x="56" y="0"/>
                    </a:moveTo>
                    <a:lnTo>
                      <a:pt x="28" y="12"/>
                    </a:lnTo>
                    <a:lnTo>
                      <a:pt x="0" y="24"/>
                    </a:lnTo>
                    <a:lnTo>
                      <a:pt x="61" y="164"/>
                    </a:lnTo>
                    <a:lnTo>
                      <a:pt x="89" y="152"/>
                    </a:lnTo>
                    <a:lnTo>
                      <a:pt x="117" y="139"/>
                    </a:lnTo>
                    <a:lnTo>
                      <a:pt x="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03" name=""/>
              <p:cNvSpPr/>
              <p:nvPr/>
            </p:nvSpPr>
            <p:spPr>
              <a:xfrm rot="0">
                <a:off x="1648" y="3143"/>
                <a:ext cx="5" cy="3"/>
              </a:xfrm>
              <a:custGeom>
                <a:avLst/>
                <a:ahLst/>
                <a:rect l="0" t="0" r="r" b="b"/>
                <a:pathLst>
                  <a:path w="28" h="13">
                    <a:moveTo>
                      <a:pt x="28" y="0"/>
                    </a:moveTo>
                    <a:lnTo>
                      <a:pt x="0" y="12"/>
                    </a:lnTo>
                    <a:lnTo>
                      <a:pt x="0" y="13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04" name=""/>
              <p:cNvSpPr/>
              <p:nvPr/>
            </p:nvSpPr>
            <p:spPr>
              <a:xfrm rot="0">
                <a:off x="1648" y="314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05" name=""/>
              <p:cNvSpPr/>
              <p:nvPr/>
            </p:nvSpPr>
            <p:spPr>
              <a:xfrm rot="0">
                <a:off x="1648" y="3140"/>
                <a:ext cx="24" cy="33"/>
              </a:xfrm>
              <a:custGeom>
                <a:avLst/>
                <a:ahLst/>
                <a:rect l="0" t="0" r="r" b="b"/>
                <a:pathLst>
                  <a:path w="124" h="163">
                    <a:moveTo>
                      <a:pt x="56" y="0"/>
                    </a:moveTo>
                    <a:lnTo>
                      <a:pt x="28" y="14"/>
                    </a:lnTo>
                    <a:lnTo>
                      <a:pt x="0" y="27"/>
                    </a:lnTo>
                    <a:lnTo>
                      <a:pt x="68" y="163"/>
                    </a:lnTo>
                    <a:lnTo>
                      <a:pt x="96" y="149"/>
                    </a:lnTo>
                    <a:lnTo>
                      <a:pt x="124" y="136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06" name=""/>
              <p:cNvSpPr/>
              <p:nvPr/>
            </p:nvSpPr>
            <p:spPr>
              <a:xfrm rot="0">
                <a:off x="1648" y="3140"/>
                <a:ext cx="24" cy="33"/>
              </a:xfrm>
              <a:custGeom>
                <a:avLst/>
                <a:ahLst/>
                <a:rect l="0" t="0" r="r" b="b"/>
                <a:pathLst>
                  <a:path w="124" h="163">
                    <a:moveTo>
                      <a:pt x="56" y="0"/>
                    </a:moveTo>
                    <a:lnTo>
                      <a:pt x="28" y="14"/>
                    </a:lnTo>
                    <a:lnTo>
                      <a:pt x="0" y="27"/>
                    </a:lnTo>
                    <a:lnTo>
                      <a:pt x="68" y="163"/>
                    </a:lnTo>
                    <a:lnTo>
                      <a:pt x="96" y="149"/>
                    </a:lnTo>
                    <a:lnTo>
                      <a:pt x="124" y="136"/>
                    </a:lnTo>
                    <a:lnTo>
                      <a:pt x="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07" name=""/>
              <p:cNvSpPr/>
              <p:nvPr/>
            </p:nvSpPr>
            <p:spPr>
              <a:xfrm rot="0">
                <a:off x="1661" y="3170"/>
                <a:ext cx="6" cy="3"/>
              </a:xfrm>
              <a:custGeom>
                <a:avLst/>
                <a:ahLst/>
                <a:rect l="0" t="0" r="r" b="b"/>
                <a:pathLst>
                  <a:path w="28" h="16">
                    <a:moveTo>
                      <a:pt x="28" y="0"/>
                    </a:moveTo>
                    <a:lnTo>
                      <a:pt x="0" y="14"/>
                    </a:lnTo>
                    <a:lnTo>
                      <a:pt x="1" y="16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08" name=""/>
              <p:cNvSpPr/>
              <p:nvPr/>
            </p:nvSpPr>
            <p:spPr>
              <a:xfrm rot="0">
                <a:off x="1661" y="31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09" name=""/>
              <p:cNvSpPr/>
              <p:nvPr/>
            </p:nvSpPr>
            <p:spPr>
              <a:xfrm rot="0">
                <a:off x="1661" y="3167"/>
                <a:ext cx="26" cy="33"/>
              </a:xfrm>
              <a:custGeom>
                <a:avLst/>
                <a:ahLst/>
                <a:rect l="0" t="0" r="r" b="b"/>
                <a:pathLst>
                  <a:path w="130" h="164">
                    <a:moveTo>
                      <a:pt x="54" y="0"/>
                    </a:moveTo>
                    <a:lnTo>
                      <a:pt x="27" y="16"/>
                    </a:lnTo>
                    <a:lnTo>
                      <a:pt x="0" y="32"/>
                    </a:lnTo>
                    <a:lnTo>
                      <a:pt x="76" y="164"/>
                    </a:lnTo>
                    <a:lnTo>
                      <a:pt x="103" y="148"/>
                    </a:lnTo>
                    <a:lnTo>
                      <a:pt x="130" y="132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10" name=""/>
              <p:cNvSpPr/>
              <p:nvPr/>
            </p:nvSpPr>
            <p:spPr>
              <a:xfrm rot="0">
                <a:off x="1661" y="3167"/>
                <a:ext cx="26" cy="33"/>
              </a:xfrm>
              <a:custGeom>
                <a:avLst/>
                <a:ahLst/>
                <a:rect l="0" t="0" r="r" b="b"/>
                <a:pathLst>
                  <a:path w="130" h="164">
                    <a:moveTo>
                      <a:pt x="54" y="0"/>
                    </a:moveTo>
                    <a:lnTo>
                      <a:pt x="27" y="16"/>
                    </a:lnTo>
                    <a:lnTo>
                      <a:pt x="0" y="32"/>
                    </a:lnTo>
                    <a:lnTo>
                      <a:pt x="76" y="164"/>
                    </a:lnTo>
                    <a:lnTo>
                      <a:pt x="103" y="148"/>
                    </a:lnTo>
                    <a:lnTo>
                      <a:pt x="130" y="132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11" name=""/>
              <p:cNvSpPr/>
              <p:nvPr/>
            </p:nvSpPr>
            <p:spPr>
              <a:xfrm rot="0">
                <a:off x="1677" y="3196"/>
                <a:ext cx="5" cy="4"/>
              </a:xfrm>
              <a:custGeom>
                <a:avLst/>
                <a:ahLst/>
                <a:rect l="0" t="0" r="r" b="b"/>
                <a:pathLst>
                  <a:path w="27" h="17">
                    <a:moveTo>
                      <a:pt x="27" y="0"/>
                    </a:moveTo>
                    <a:lnTo>
                      <a:pt x="0" y="16"/>
                    </a:lnTo>
                    <a:lnTo>
                      <a:pt x="1" y="17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12" name=""/>
              <p:cNvSpPr/>
              <p:nvPr/>
            </p:nvSpPr>
            <p:spPr>
              <a:xfrm rot="0">
                <a:off x="1677" y="32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13" name=""/>
              <p:cNvSpPr/>
              <p:nvPr/>
            </p:nvSpPr>
            <p:spPr>
              <a:xfrm rot="0">
                <a:off x="1677" y="3193"/>
                <a:ext cx="27" cy="32"/>
              </a:xfrm>
              <a:custGeom>
                <a:avLst/>
                <a:ahLst/>
                <a:rect l="0" t="0" r="r" b="b"/>
                <a:pathLst>
                  <a:path w="136" h="162">
                    <a:moveTo>
                      <a:pt x="52" y="0"/>
                    </a:moveTo>
                    <a:lnTo>
                      <a:pt x="26" y="17"/>
                    </a:lnTo>
                    <a:lnTo>
                      <a:pt x="0" y="34"/>
                    </a:lnTo>
                    <a:lnTo>
                      <a:pt x="85" y="162"/>
                    </a:lnTo>
                    <a:lnTo>
                      <a:pt x="110" y="145"/>
                    </a:lnTo>
                    <a:lnTo>
                      <a:pt x="136" y="127"/>
                    </a:lnTo>
                    <a:lnTo>
                      <a:pt x="5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14" name=""/>
              <p:cNvSpPr/>
              <p:nvPr/>
            </p:nvSpPr>
            <p:spPr>
              <a:xfrm rot="0">
                <a:off x="1677" y="3193"/>
                <a:ext cx="27" cy="32"/>
              </a:xfrm>
              <a:custGeom>
                <a:avLst/>
                <a:ahLst/>
                <a:rect l="0" t="0" r="r" b="b"/>
                <a:pathLst>
                  <a:path w="136" h="162">
                    <a:moveTo>
                      <a:pt x="52" y="0"/>
                    </a:moveTo>
                    <a:lnTo>
                      <a:pt x="26" y="17"/>
                    </a:lnTo>
                    <a:lnTo>
                      <a:pt x="0" y="34"/>
                    </a:lnTo>
                    <a:lnTo>
                      <a:pt x="85" y="162"/>
                    </a:lnTo>
                    <a:lnTo>
                      <a:pt x="110" y="145"/>
                    </a:lnTo>
                    <a:lnTo>
                      <a:pt x="136" y="127"/>
                    </a:lnTo>
                    <a:lnTo>
                      <a:pt x="5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15" name=""/>
              <p:cNvSpPr/>
              <p:nvPr/>
            </p:nvSpPr>
            <p:spPr>
              <a:xfrm rot="0">
                <a:off x="1694" y="3222"/>
                <a:ext cx="5" cy="4"/>
              </a:xfrm>
              <a:custGeom>
                <a:avLst/>
                <a:ahLst/>
                <a:rect l="0" t="0" r="r" b="b"/>
                <a:pathLst>
                  <a:path w="25" h="18">
                    <a:moveTo>
                      <a:pt x="25" y="0"/>
                    </a:moveTo>
                    <a:lnTo>
                      <a:pt x="0" y="17"/>
                    </a:lnTo>
                    <a:lnTo>
                      <a:pt x="1" y="18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16" name=""/>
              <p:cNvSpPr/>
              <p:nvPr/>
            </p:nvSpPr>
            <p:spPr>
              <a:xfrm rot="0">
                <a:off x="1694" y="32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17" name=""/>
              <p:cNvSpPr/>
              <p:nvPr/>
            </p:nvSpPr>
            <p:spPr>
              <a:xfrm rot="0">
                <a:off x="1694" y="3218"/>
                <a:ext cx="28" cy="32"/>
              </a:xfrm>
              <a:custGeom>
                <a:avLst/>
                <a:ahLst/>
                <a:rect l="0" t="0" r="r" b="b"/>
                <a:pathLst>
                  <a:path w="140" h="159">
                    <a:moveTo>
                      <a:pt x="49" y="0"/>
                    </a:moveTo>
                    <a:lnTo>
                      <a:pt x="24" y="19"/>
                    </a:lnTo>
                    <a:lnTo>
                      <a:pt x="0" y="37"/>
                    </a:lnTo>
                    <a:lnTo>
                      <a:pt x="91" y="159"/>
                    </a:lnTo>
                    <a:lnTo>
                      <a:pt x="116" y="141"/>
                    </a:lnTo>
                    <a:lnTo>
                      <a:pt x="140" y="122"/>
                    </a:lnTo>
                    <a:lnTo>
                      <a:pt x="4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18" name=""/>
              <p:cNvSpPr/>
              <p:nvPr/>
            </p:nvSpPr>
            <p:spPr>
              <a:xfrm rot="0">
                <a:off x="1694" y="3218"/>
                <a:ext cx="28" cy="32"/>
              </a:xfrm>
              <a:custGeom>
                <a:avLst/>
                <a:ahLst/>
                <a:rect l="0" t="0" r="r" b="b"/>
                <a:pathLst>
                  <a:path w="140" h="159">
                    <a:moveTo>
                      <a:pt x="49" y="0"/>
                    </a:moveTo>
                    <a:lnTo>
                      <a:pt x="24" y="19"/>
                    </a:lnTo>
                    <a:lnTo>
                      <a:pt x="0" y="37"/>
                    </a:lnTo>
                    <a:lnTo>
                      <a:pt x="91" y="159"/>
                    </a:lnTo>
                    <a:lnTo>
                      <a:pt x="116" y="141"/>
                    </a:lnTo>
                    <a:lnTo>
                      <a:pt x="140" y="122"/>
                    </a:lnTo>
                    <a:lnTo>
                      <a:pt x="4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19" name=""/>
              <p:cNvSpPr/>
              <p:nvPr/>
            </p:nvSpPr>
            <p:spPr>
              <a:xfrm rot="0">
                <a:off x="1712" y="3246"/>
                <a:ext cx="5" cy="4"/>
              </a:xfrm>
              <a:custGeom>
                <a:avLst/>
                <a:ahLst/>
                <a:rect l="0" t="0" r="r" b="b"/>
                <a:pathLst>
                  <a:path w="25" h="19">
                    <a:moveTo>
                      <a:pt x="25" y="0"/>
                    </a:moveTo>
                    <a:lnTo>
                      <a:pt x="0" y="18"/>
                    </a:lnTo>
                    <a:lnTo>
                      <a:pt x="0" y="19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20" name=""/>
              <p:cNvSpPr/>
              <p:nvPr/>
            </p:nvSpPr>
            <p:spPr>
              <a:xfrm rot="0">
                <a:off x="1712" y="32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21" name=""/>
              <p:cNvSpPr/>
              <p:nvPr/>
            </p:nvSpPr>
            <p:spPr>
              <a:xfrm rot="0">
                <a:off x="1712" y="3242"/>
                <a:ext cx="30" cy="32"/>
              </a:xfrm>
              <a:custGeom>
                <a:avLst/>
                <a:ahLst/>
                <a:rect l="0" t="0" r="r" b="b"/>
                <a:pathLst>
                  <a:path w="147" h="157">
                    <a:moveTo>
                      <a:pt x="49" y="0"/>
                    </a:moveTo>
                    <a:lnTo>
                      <a:pt x="25" y="20"/>
                    </a:lnTo>
                    <a:lnTo>
                      <a:pt x="0" y="39"/>
                    </a:lnTo>
                    <a:lnTo>
                      <a:pt x="98" y="157"/>
                    </a:lnTo>
                    <a:lnTo>
                      <a:pt x="123" y="137"/>
                    </a:lnTo>
                    <a:lnTo>
                      <a:pt x="147" y="118"/>
                    </a:lnTo>
                    <a:lnTo>
                      <a:pt x="4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22" name=""/>
              <p:cNvSpPr/>
              <p:nvPr/>
            </p:nvSpPr>
            <p:spPr>
              <a:xfrm rot="0">
                <a:off x="1712" y="3242"/>
                <a:ext cx="30" cy="32"/>
              </a:xfrm>
              <a:custGeom>
                <a:avLst/>
                <a:ahLst/>
                <a:rect l="0" t="0" r="r" b="b"/>
                <a:pathLst>
                  <a:path w="147" h="157">
                    <a:moveTo>
                      <a:pt x="49" y="0"/>
                    </a:moveTo>
                    <a:lnTo>
                      <a:pt x="25" y="20"/>
                    </a:lnTo>
                    <a:lnTo>
                      <a:pt x="0" y="39"/>
                    </a:lnTo>
                    <a:lnTo>
                      <a:pt x="98" y="157"/>
                    </a:lnTo>
                    <a:lnTo>
                      <a:pt x="123" y="137"/>
                    </a:lnTo>
                    <a:lnTo>
                      <a:pt x="147" y="118"/>
                    </a:lnTo>
                    <a:lnTo>
                      <a:pt x="4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23" name=""/>
              <p:cNvSpPr/>
              <p:nvPr/>
            </p:nvSpPr>
            <p:spPr>
              <a:xfrm rot="0">
                <a:off x="1732" y="3270"/>
                <a:ext cx="5" cy="4"/>
              </a:xfrm>
              <a:custGeom>
                <a:avLst/>
                <a:ahLst/>
                <a:rect l="0" t="0" r="r" b="b"/>
                <a:pathLst>
                  <a:path w="25" h="22">
                    <a:moveTo>
                      <a:pt x="25" y="0"/>
                    </a:moveTo>
                    <a:lnTo>
                      <a:pt x="0" y="20"/>
                    </a:lnTo>
                    <a:lnTo>
                      <a:pt x="3" y="22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24" name=""/>
              <p:cNvSpPr/>
              <p:nvPr/>
            </p:nvSpPr>
            <p:spPr>
              <a:xfrm rot="0">
                <a:off x="1732" y="327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25" name=""/>
              <p:cNvSpPr/>
              <p:nvPr/>
            </p:nvSpPr>
            <p:spPr>
              <a:xfrm rot="0">
                <a:off x="1732" y="3265"/>
                <a:ext cx="30" cy="31"/>
              </a:xfrm>
              <a:custGeom>
                <a:avLst/>
                <a:ahLst/>
                <a:rect l="0" t="0" r="r" b="b"/>
                <a:pathLst>
                  <a:path w="149" h="154">
                    <a:moveTo>
                      <a:pt x="44" y="0"/>
                    </a:moveTo>
                    <a:lnTo>
                      <a:pt x="22" y="22"/>
                    </a:lnTo>
                    <a:lnTo>
                      <a:pt x="0" y="44"/>
                    </a:lnTo>
                    <a:lnTo>
                      <a:pt x="105" y="154"/>
                    </a:lnTo>
                    <a:lnTo>
                      <a:pt x="127" y="132"/>
                    </a:lnTo>
                    <a:lnTo>
                      <a:pt x="149" y="11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26" name=""/>
              <p:cNvSpPr/>
              <p:nvPr/>
            </p:nvSpPr>
            <p:spPr>
              <a:xfrm rot="0">
                <a:off x="1732" y="3265"/>
                <a:ext cx="30" cy="31"/>
              </a:xfrm>
              <a:custGeom>
                <a:avLst/>
                <a:ahLst/>
                <a:rect l="0" t="0" r="r" b="b"/>
                <a:pathLst>
                  <a:path w="149" h="154">
                    <a:moveTo>
                      <a:pt x="44" y="0"/>
                    </a:moveTo>
                    <a:lnTo>
                      <a:pt x="22" y="22"/>
                    </a:lnTo>
                    <a:lnTo>
                      <a:pt x="0" y="44"/>
                    </a:lnTo>
                    <a:lnTo>
                      <a:pt x="105" y="154"/>
                    </a:lnTo>
                    <a:lnTo>
                      <a:pt x="127" y="132"/>
                    </a:lnTo>
                    <a:lnTo>
                      <a:pt x="149" y="110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27" name=""/>
              <p:cNvSpPr/>
              <p:nvPr/>
            </p:nvSpPr>
            <p:spPr>
              <a:xfrm rot="0">
                <a:off x="1753" y="3292"/>
                <a:ext cx="5" cy="4"/>
              </a:xfrm>
              <a:custGeom>
                <a:avLst/>
                <a:ahLst/>
                <a:rect l="0" t="0" r="r" b="b"/>
                <a:pathLst>
                  <a:path w="22" h="23">
                    <a:moveTo>
                      <a:pt x="22" y="0"/>
                    </a:moveTo>
                    <a:lnTo>
                      <a:pt x="0" y="22"/>
                    </a:lnTo>
                    <a:lnTo>
                      <a:pt x="1" y="23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28" name=""/>
              <p:cNvSpPr/>
              <p:nvPr/>
            </p:nvSpPr>
            <p:spPr>
              <a:xfrm rot="0">
                <a:off x="1753" y="32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29" name=""/>
              <p:cNvSpPr/>
              <p:nvPr/>
            </p:nvSpPr>
            <p:spPr>
              <a:xfrm rot="0">
                <a:off x="1754" y="3287"/>
                <a:ext cx="30" cy="30"/>
              </a:xfrm>
              <a:custGeom>
                <a:avLst/>
                <a:ahLst/>
                <a:rect l="0" t="0" r="r" b="b"/>
                <a:pathLst>
                  <a:path w="153" h="150">
                    <a:moveTo>
                      <a:pt x="42" y="0"/>
                    </a:moveTo>
                    <a:lnTo>
                      <a:pt x="21" y="23"/>
                    </a:lnTo>
                    <a:lnTo>
                      <a:pt x="0" y="46"/>
                    </a:lnTo>
                    <a:lnTo>
                      <a:pt x="111" y="150"/>
                    </a:lnTo>
                    <a:lnTo>
                      <a:pt x="132" y="127"/>
                    </a:lnTo>
                    <a:lnTo>
                      <a:pt x="153" y="104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30" name=""/>
              <p:cNvSpPr/>
              <p:nvPr/>
            </p:nvSpPr>
            <p:spPr>
              <a:xfrm rot="0">
                <a:off x="1754" y="3287"/>
                <a:ext cx="30" cy="30"/>
              </a:xfrm>
              <a:custGeom>
                <a:avLst/>
                <a:ahLst/>
                <a:rect l="0" t="0" r="r" b="b"/>
                <a:pathLst>
                  <a:path w="153" h="150">
                    <a:moveTo>
                      <a:pt x="42" y="0"/>
                    </a:moveTo>
                    <a:lnTo>
                      <a:pt x="21" y="23"/>
                    </a:lnTo>
                    <a:lnTo>
                      <a:pt x="0" y="46"/>
                    </a:lnTo>
                    <a:lnTo>
                      <a:pt x="111" y="150"/>
                    </a:lnTo>
                    <a:lnTo>
                      <a:pt x="132" y="127"/>
                    </a:lnTo>
                    <a:lnTo>
                      <a:pt x="153" y="104"/>
                    </a:lnTo>
                    <a:lnTo>
                      <a:pt x="4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31" name=""/>
              <p:cNvSpPr/>
              <p:nvPr/>
            </p:nvSpPr>
            <p:spPr>
              <a:xfrm rot="0">
                <a:off x="1776" y="3313"/>
                <a:ext cx="4" cy="5"/>
              </a:xfrm>
              <a:custGeom>
                <a:avLst/>
                <a:ahLst/>
                <a:rect l="0" t="0" r="r" b="b"/>
                <a:pathLst>
                  <a:path w="21" h="25">
                    <a:moveTo>
                      <a:pt x="21" y="0"/>
                    </a:moveTo>
                    <a:lnTo>
                      <a:pt x="0" y="23"/>
                    </a:lnTo>
                    <a:lnTo>
                      <a:pt x="1" y="25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32" name=""/>
              <p:cNvSpPr/>
              <p:nvPr/>
            </p:nvSpPr>
            <p:spPr>
              <a:xfrm rot="0">
                <a:off x="1776" y="33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33" name=""/>
              <p:cNvSpPr/>
              <p:nvPr/>
            </p:nvSpPr>
            <p:spPr>
              <a:xfrm rot="0">
                <a:off x="1776" y="3308"/>
                <a:ext cx="31" cy="29"/>
              </a:xfrm>
              <a:custGeom>
                <a:avLst/>
                <a:ahLst/>
                <a:rect l="0" t="0" r="r" b="b"/>
                <a:pathLst>
                  <a:path w="157" h="146">
                    <a:moveTo>
                      <a:pt x="40" y="0"/>
                    </a:moveTo>
                    <a:lnTo>
                      <a:pt x="20" y="24"/>
                    </a:lnTo>
                    <a:lnTo>
                      <a:pt x="0" y="49"/>
                    </a:lnTo>
                    <a:lnTo>
                      <a:pt x="118" y="146"/>
                    </a:lnTo>
                    <a:lnTo>
                      <a:pt x="137" y="122"/>
                    </a:lnTo>
                    <a:lnTo>
                      <a:pt x="157" y="97"/>
                    </a:lnTo>
                    <a:lnTo>
                      <a:pt x="4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34" name=""/>
              <p:cNvSpPr/>
              <p:nvPr/>
            </p:nvSpPr>
            <p:spPr>
              <a:xfrm rot="0">
                <a:off x="1776" y="3308"/>
                <a:ext cx="31" cy="29"/>
              </a:xfrm>
              <a:custGeom>
                <a:avLst/>
                <a:ahLst/>
                <a:rect l="0" t="0" r="r" b="b"/>
                <a:pathLst>
                  <a:path w="157" h="146">
                    <a:moveTo>
                      <a:pt x="40" y="0"/>
                    </a:moveTo>
                    <a:lnTo>
                      <a:pt x="20" y="24"/>
                    </a:lnTo>
                    <a:lnTo>
                      <a:pt x="0" y="49"/>
                    </a:lnTo>
                    <a:lnTo>
                      <a:pt x="118" y="146"/>
                    </a:lnTo>
                    <a:lnTo>
                      <a:pt x="137" y="122"/>
                    </a:lnTo>
                    <a:lnTo>
                      <a:pt x="157" y="97"/>
                    </a:lnTo>
                    <a:lnTo>
                      <a:pt x="4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35" name=""/>
              <p:cNvSpPr/>
              <p:nvPr/>
            </p:nvSpPr>
            <p:spPr>
              <a:xfrm rot="0">
                <a:off x="1800" y="3332"/>
                <a:ext cx="3" cy="5"/>
              </a:xfrm>
              <a:custGeom>
                <a:avLst/>
                <a:ahLst/>
                <a:rect l="0" t="0" r="r" b="b"/>
                <a:pathLst>
                  <a:path w="19" h="24">
                    <a:moveTo>
                      <a:pt x="19" y="0"/>
                    </a:moveTo>
                    <a:lnTo>
                      <a:pt x="0" y="24"/>
                    </a:lnTo>
                    <a:lnTo>
                      <a:pt x="1" y="24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36" name=""/>
              <p:cNvSpPr/>
              <p:nvPr/>
            </p:nvSpPr>
            <p:spPr>
              <a:xfrm rot="0">
                <a:off x="1800" y="333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37" name=""/>
              <p:cNvSpPr/>
              <p:nvPr/>
            </p:nvSpPr>
            <p:spPr>
              <a:xfrm rot="0">
                <a:off x="1800" y="3327"/>
                <a:ext cx="32" cy="28"/>
              </a:xfrm>
              <a:custGeom>
                <a:avLst/>
                <a:ahLst/>
                <a:rect l="0" t="0" r="r" b="b"/>
                <a:pathLst>
                  <a:path w="159" h="140">
                    <a:moveTo>
                      <a:pt x="37" y="0"/>
                    </a:moveTo>
                    <a:lnTo>
                      <a:pt x="18" y="25"/>
                    </a:lnTo>
                    <a:lnTo>
                      <a:pt x="0" y="49"/>
                    </a:lnTo>
                    <a:lnTo>
                      <a:pt x="122" y="140"/>
                    </a:lnTo>
                    <a:lnTo>
                      <a:pt x="141" y="115"/>
                    </a:lnTo>
                    <a:lnTo>
                      <a:pt x="159" y="9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38" name=""/>
              <p:cNvSpPr/>
              <p:nvPr/>
            </p:nvSpPr>
            <p:spPr>
              <a:xfrm rot="0">
                <a:off x="1800" y="3327"/>
                <a:ext cx="32" cy="28"/>
              </a:xfrm>
              <a:custGeom>
                <a:avLst/>
                <a:ahLst/>
                <a:rect l="0" t="0" r="r" b="b"/>
                <a:pathLst>
                  <a:path w="159" h="140">
                    <a:moveTo>
                      <a:pt x="37" y="0"/>
                    </a:moveTo>
                    <a:lnTo>
                      <a:pt x="18" y="25"/>
                    </a:lnTo>
                    <a:lnTo>
                      <a:pt x="0" y="49"/>
                    </a:lnTo>
                    <a:lnTo>
                      <a:pt x="122" y="140"/>
                    </a:lnTo>
                    <a:lnTo>
                      <a:pt x="141" y="115"/>
                    </a:lnTo>
                    <a:lnTo>
                      <a:pt x="159" y="91"/>
                    </a:lnTo>
                    <a:lnTo>
                      <a:pt x="3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39" name=""/>
              <p:cNvSpPr/>
              <p:nvPr/>
            </p:nvSpPr>
            <p:spPr>
              <a:xfrm rot="0">
                <a:off x="1824" y="3350"/>
                <a:ext cx="4" cy="5"/>
              </a:xfrm>
              <a:custGeom>
                <a:avLst/>
                <a:ahLst/>
                <a:rect l="0" t="0" r="r" b="b"/>
                <a:pathLst>
                  <a:path w="19" h="26">
                    <a:moveTo>
                      <a:pt x="19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40" name=""/>
              <p:cNvSpPr/>
              <p:nvPr/>
            </p:nvSpPr>
            <p:spPr>
              <a:xfrm rot="0">
                <a:off x="1824" y="33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41" name=""/>
              <p:cNvSpPr/>
              <p:nvPr/>
            </p:nvSpPr>
            <p:spPr>
              <a:xfrm rot="0">
                <a:off x="1824" y="3345"/>
                <a:ext cx="33" cy="27"/>
              </a:xfrm>
              <a:custGeom>
                <a:avLst/>
                <a:ahLst/>
                <a:rect l="0" t="0" r="r" b="b"/>
                <a:pathLst>
                  <a:path w="163" h="134">
                    <a:moveTo>
                      <a:pt x="35" y="0"/>
                    </a:moveTo>
                    <a:lnTo>
                      <a:pt x="18" y="25"/>
                    </a:lnTo>
                    <a:lnTo>
                      <a:pt x="0" y="51"/>
                    </a:lnTo>
                    <a:lnTo>
                      <a:pt x="129" y="134"/>
                    </a:lnTo>
                    <a:lnTo>
                      <a:pt x="146" y="109"/>
                    </a:lnTo>
                    <a:lnTo>
                      <a:pt x="163" y="83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42" name=""/>
              <p:cNvSpPr/>
              <p:nvPr/>
            </p:nvSpPr>
            <p:spPr>
              <a:xfrm rot="0">
                <a:off x="1824" y="3345"/>
                <a:ext cx="33" cy="27"/>
              </a:xfrm>
              <a:custGeom>
                <a:avLst/>
                <a:ahLst/>
                <a:rect l="0" t="0" r="r" b="b"/>
                <a:pathLst>
                  <a:path w="163" h="134">
                    <a:moveTo>
                      <a:pt x="35" y="0"/>
                    </a:moveTo>
                    <a:lnTo>
                      <a:pt x="18" y="25"/>
                    </a:lnTo>
                    <a:lnTo>
                      <a:pt x="0" y="51"/>
                    </a:lnTo>
                    <a:lnTo>
                      <a:pt x="129" y="134"/>
                    </a:lnTo>
                    <a:lnTo>
                      <a:pt x="146" y="109"/>
                    </a:lnTo>
                    <a:lnTo>
                      <a:pt x="163" y="83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43" name=""/>
              <p:cNvSpPr/>
              <p:nvPr/>
            </p:nvSpPr>
            <p:spPr>
              <a:xfrm rot="0">
                <a:off x="1850" y="3367"/>
                <a:ext cx="4" cy="5"/>
              </a:xfrm>
              <a:custGeom>
                <a:avLst/>
                <a:ahLst/>
                <a:rect l="0" t="0" r="r" b="b"/>
                <a:pathLst>
                  <a:path w="17" h="26">
                    <a:moveTo>
                      <a:pt x="17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44" name=""/>
              <p:cNvSpPr/>
              <p:nvPr/>
            </p:nvSpPr>
            <p:spPr>
              <a:xfrm rot="0">
                <a:off x="1850" y="33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45" name=""/>
              <p:cNvSpPr/>
              <p:nvPr/>
            </p:nvSpPr>
            <p:spPr>
              <a:xfrm rot="0">
                <a:off x="1850" y="3362"/>
                <a:ext cx="33" cy="25"/>
              </a:xfrm>
              <a:custGeom>
                <a:avLst/>
                <a:ahLst/>
                <a:rect l="0" t="0" r="r" b="b"/>
                <a:pathLst>
                  <a:path w="164" h="129">
                    <a:moveTo>
                      <a:pt x="32" y="0"/>
                    </a:moveTo>
                    <a:lnTo>
                      <a:pt x="16" y="27"/>
                    </a:lnTo>
                    <a:lnTo>
                      <a:pt x="0" y="53"/>
                    </a:lnTo>
                    <a:lnTo>
                      <a:pt x="132" y="129"/>
                    </a:lnTo>
                    <a:lnTo>
                      <a:pt x="148" y="102"/>
                    </a:lnTo>
                    <a:lnTo>
                      <a:pt x="164" y="75"/>
                    </a:lnTo>
                    <a:lnTo>
                      <a:pt x="3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46" name=""/>
              <p:cNvSpPr/>
              <p:nvPr/>
            </p:nvSpPr>
            <p:spPr>
              <a:xfrm rot="0">
                <a:off x="1850" y="3362"/>
                <a:ext cx="33" cy="25"/>
              </a:xfrm>
              <a:custGeom>
                <a:avLst/>
                <a:ahLst/>
                <a:rect l="0" t="0" r="r" b="b"/>
                <a:pathLst>
                  <a:path w="164" h="129">
                    <a:moveTo>
                      <a:pt x="32" y="0"/>
                    </a:moveTo>
                    <a:lnTo>
                      <a:pt x="16" y="27"/>
                    </a:lnTo>
                    <a:lnTo>
                      <a:pt x="0" y="53"/>
                    </a:lnTo>
                    <a:lnTo>
                      <a:pt x="132" y="129"/>
                    </a:lnTo>
                    <a:lnTo>
                      <a:pt x="148" y="102"/>
                    </a:lnTo>
                    <a:lnTo>
                      <a:pt x="164" y="75"/>
                    </a:lnTo>
                    <a:lnTo>
                      <a:pt x="3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47" name=""/>
              <p:cNvSpPr/>
              <p:nvPr/>
            </p:nvSpPr>
            <p:spPr>
              <a:xfrm rot="0">
                <a:off x="1877" y="3382"/>
                <a:ext cx="3" cy="6"/>
              </a:xfrm>
              <a:custGeom>
                <a:avLst/>
                <a:ahLst/>
                <a:rect l="0" t="0" r="r" b="b"/>
                <a:pathLst>
                  <a:path w="16" h="28">
                    <a:moveTo>
                      <a:pt x="16" y="0"/>
                    </a:moveTo>
                    <a:lnTo>
                      <a:pt x="0" y="27"/>
                    </a:lnTo>
                    <a:lnTo>
                      <a:pt x="2" y="28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48" name=""/>
              <p:cNvSpPr/>
              <p:nvPr/>
            </p:nvSpPr>
            <p:spPr>
              <a:xfrm rot="0">
                <a:off x="1877" y="33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49" name=""/>
              <p:cNvSpPr/>
              <p:nvPr/>
            </p:nvSpPr>
            <p:spPr>
              <a:xfrm rot="0">
                <a:off x="1877" y="3376"/>
                <a:ext cx="33" cy="25"/>
              </a:xfrm>
              <a:custGeom>
                <a:avLst/>
                <a:ahLst/>
                <a:rect l="0" t="0" r="r" b="b"/>
                <a:pathLst>
                  <a:path w="164" h="125">
                    <a:moveTo>
                      <a:pt x="27" y="0"/>
                    </a:moveTo>
                    <a:lnTo>
                      <a:pt x="14" y="28"/>
                    </a:lnTo>
                    <a:lnTo>
                      <a:pt x="0" y="56"/>
                    </a:lnTo>
                    <a:lnTo>
                      <a:pt x="137" y="125"/>
                    </a:lnTo>
                    <a:lnTo>
                      <a:pt x="151" y="97"/>
                    </a:lnTo>
                    <a:lnTo>
                      <a:pt x="164" y="69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50" name=""/>
              <p:cNvSpPr/>
              <p:nvPr/>
            </p:nvSpPr>
            <p:spPr>
              <a:xfrm rot="0">
                <a:off x="1877" y="3376"/>
                <a:ext cx="33" cy="25"/>
              </a:xfrm>
              <a:custGeom>
                <a:avLst/>
                <a:ahLst/>
                <a:rect l="0" t="0" r="r" b="b"/>
                <a:pathLst>
                  <a:path w="164" h="125">
                    <a:moveTo>
                      <a:pt x="27" y="0"/>
                    </a:moveTo>
                    <a:lnTo>
                      <a:pt x="14" y="28"/>
                    </a:lnTo>
                    <a:lnTo>
                      <a:pt x="0" y="56"/>
                    </a:lnTo>
                    <a:lnTo>
                      <a:pt x="137" y="125"/>
                    </a:lnTo>
                    <a:lnTo>
                      <a:pt x="151" y="97"/>
                    </a:lnTo>
                    <a:lnTo>
                      <a:pt x="164" y="69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51" name=""/>
              <p:cNvSpPr/>
              <p:nvPr/>
            </p:nvSpPr>
            <p:spPr>
              <a:xfrm rot="0">
                <a:off x="1905" y="3396"/>
                <a:ext cx="2" cy="5"/>
              </a:xfrm>
              <a:custGeom>
                <a:avLst/>
                <a:ahLst/>
                <a:rect l="0" t="0" r="r" b="b"/>
                <a:pathLst>
                  <a:path w="14" h="28">
                    <a:moveTo>
                      <a:pt x="14" y="0"/>
                    </a:moveTo>
                    <a:lnTo>
                      <a:pt x="0" y="28"/>
                    </a:lnTo>
                    <a:lnTo>
                      <a:pt x="2" y="28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52" name=""/>
              <p:cNvSpPr/>
              <p:nvPr/>
            </p:nvSpPr>
            <p:spPr>
              <a:xfrm rot="0">
                <a:off x="1905" y="34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53" name=""/>
              <p:cNvSpPr/>
              <p:nvPr/>
            </p:nvSpPr>
            <p:spPr>
              <a:xfrm rot="0">
                <a:off x="1905" y="3390"/>
                <a:ext cx="33" cy="23"/>
              </a:xfrm>
              <a:custGeom>
                <a:avLst/>
                <a:ahLst/>
                <a:rect l="0" t="0" r="r" b="b"/>
                <a:pathLst>
                  <a:path w="165" h="116">
                    <a:moveTo>
                      <a:pt x="24" y="0"/>
                    </a:moveTo>
                    <a:lnTo>
                      <a:pt x="12" y="28"/>
                    </a:lnTo>
                    <a:lnTo>
                      <a:pt x="0" y="56"/>
                    </a:lnTo>
                    <a:lnTo>
                      <a:pt x="140" y="116"/>
                    </a:lnTo>
                    <a:lnTo>
                      <a:pt x="152" y="88"/>
                    </a:lnTo>
                    <a:lnTo>
                      <a:pt x="165" y="60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54" name=""/>
              <p:cNvSpPr/>
              <p:nvPr/>
            </p:nvSpPr>
            <p:spPr>
              <a:xfrm rot="0">
                <a:off x="1905" y="3390"/>
                <a:ext cx="33" cy="23"/>
              </a:xfrm>
              <a:custGeom>
                <a:avLst/>
                <a:ahLst/>
                <a:rect l="0" t="0" r="r" b="b"/>
                <a:pathLst>
                  <a:path w="165" h="116">
                    <a:moveTo>
                      <a:pt x="24" y="0"/>
                    </a:moveTo>
                    <a:lnTo>
                      <a:pt x="12" y="28"/>
                    </a:lnTo>
                    <a:lnTo>
                      <a:pt x="0" y="56"/>
                    </a:lnTo>
                    <a:lnTo>
                      <a:pt x="140" y="116"/>
                    </a:lnTo>
                    <a:lnTo>
                      <a:pt x="152" y="88"/>
                    </a:lnTo>
                    <a:lnTo>
                      <a:pt x="165" y="60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55" name=""/>
              <p:cNvSpPr/>
              <p:nvPr/>
            </p:nvSpPr>
            <p:spPr>
              <a:xfrm rot="0">
                <a:off x="1933" y="3402"/>
                <a:ext cx="9" cy="12"/>
              </a:xfrm>
              <a:custGeom>
                <a:avLst/>
                <a:ahLst/>
                <a:rect l="0" t="0" r="r" b="b"/>
                <a:pathLst>
                  <a:path w="43" h="58">
                    <a:moveTo>
                      <a:pt x="12" y="28"/>
                    </a:moveTo>
                    <a:lnTo>
                      <a:pt x="25" y="0"/>
                    </a:lnTo>
                    <a:lnTo>
                      <a:pt x="33" y="4"/>
                    </a:lnTo>
                    <a:lnTo>
                      <a:pt x="39" y="12"/>
                    </a:lnTo>
                    <a:lnTo>
                      <a:pt x="43" y="20"/>
                    </a:lnTo>
                    <a:lnTo>
                      <a:pt x="43" y="30"/>
                    </a:lnTo>
                    <a:lnTo>
                      <a:pt x="40" y="40"/>
                    </a:lnTo>
                    <a:lnTo>
                      <a:pt x="36" y="48"/>
                    </a:lnTo>
                    <a:lnTo>
                      <a:pt x="28" y="55"/>
                    </a:lnTo>
                    <a:lnTo>
                      <a:pt x="20" y="58"/>
                    </a:lnTo>
                    <a:lnTo>
                      <a:pt x="10" y="58"/>
                    </a:lnTo>
                    <a:lnTo>
                      <a:pt x="0" y="56"/>
                    </a:lnTo>
                    <a:lnTo>
                      <a:pt x="12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56" name=""/>
              <p:cNvSpPr/>
              <p:nvPr/>
            </p:nvSpPr>
            <p:spPr>
              <a:xfrm rot="0">
                <a:off x="1933" y="3402"/>
                <a:ext cx="9" cy="12"/>
              </a:xfrm>
              <a:custGeom>
                <a:avLst/>
                <a:ahLst/>
                <a:rect l="0" t="0" r="r" b="b"/>
                <a:pathLst>
                  <a:path w="43" h="58">
                    <a:moveTo>
                      <a:pt x="25" y="0"/>
                    </a:moveTo>
                    <a:lnTo>
                      <a:pt x="33" y="4"/>
                    </a:lnTo>
                    <a:lnTo>
                      <a:pt x="39" y="12"/>
                    </a:lnTo>
                    <a:lnTo>
                      <a:pt x="43" y="20"/>
                    </a:lnTo>
                    <a:lnTo>
                      <a:pt x="43" y="30"/>
                    </a:lnTo>
                    <a:lnTo>
                      <a:pt x="40" y="40"/>
                    </a:lnTo>
                    <a:lnTo>
                      <a:pt x="36" y="48"/>
                    </a:lnTo>
                    <a:lnTo>
                      <a:pt x="28" y="55"/>
                    </a:lnTo>
                    <a:lnTo>
                      <a:pt x="20" y="58"/>
                    </a:lnTo>
                    <a:lnTo>
                      <a:pt x="10" y="58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57" name=""/>
              <p:cNvSpPr/>
              <p:nvPr/>
            </p:nvSpPr>
            <p:spPr>
              <a:xfrm rot="0">
                <a:off x="1929" y="2429"/>
                <a:ext cx="13" cy="6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30" y="32"/>
                    </a:moveTo>
                    <a:lnTo>
                      <a:pt x="0" y="32"/>
                    </a:lnTo>
                    <a:lnTo>
                      <a:pt x="1" y="22"/>
                    </a:lnTo>
                    <a:lnTo>
                      <a:pt x="5" y="14"/>
                    </a:lnTo>
                    <a:lnTo>
                      <a:pt x="12" y="6"/>
                    </a:lnTo>
                    <a:lnTo>
                      <a:pt x="21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6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  <a:lnTo>
                      <a:pt x="3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58" name=""/>
              <p:cNvSpPr/>
              <p:nvPr/>
            </p:nvSpPr>
            <p:spPr>
              <a:xfrm rot="0">
                <a:off x="1929" y="2429"/>
                <a:ext cx="13" cy="6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0" y="32"/>
                    </a:moveTo>
                    <a:lnTo>
                      <a:pt x="1" y="22"/>
                    </a:lnTo>
                    <a:lnTo>
                      <a:pt x="5" y="14"/>
                    </a:lnTo>
                    <a:lnTo>
                      <a:pt x="12" y="6"/>
                    </a:lnTo>
                    <a:lnTo>
                      <a:pt x="21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6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59" name=""/>
              <p:cNvSpPr/>
              <p:nvPr/>
            </p:nvSpPr>
            <p:spPr>
              <a:xfrm rot="0">
                <a:off x="1929" y="2435"/>
                <a:ext cx="13" cy="230"/>
              </a:xfrm>
              <a:custGeom>
                <a:avLst/>
                <a:ahLst/>
                <a:rect l="0" t="0" r="r" b="b"/>
                <a:pathLst>
                  <a:path w="62" h="1149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49"/>
                    </a:lnTo>
                    <a:lnTo>
                      <a:pt x="30" y="1149"/>
                    </a:lnTo>
                    <a:lnTo>
                      <a:pt x="62" y="1149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60" name=""/>
              <p:cNvSpPr/>
              <p:nvPr/>
            </p:nvSpPr>
            <p:spPr>
              <a:xfrm rot="0">
                <a:off x="1929" y="2435"/>
                <a:ext cx="13" cy="230"/>
              </a:xfrm>
              <a:custGeom>
                <a:avLst/>
                <a:ahLst/>
                <a:rect l="0" t="0" r="r" b="b"/>
                <a:pathLst>
                  <a:path w="62" h="1149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49"/>
                    </a:lnTo>
                    <a:lnTo>
                      <a:pt x="30" y="1149"/>
                    </a:lnTo>
                    <a:lnTo>
                      <a:pt x="62" y="1149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61" name=""/>
              <p:cNvSpPr/>
              <p:nvPr/>
            </p:nvSpPr>
            <p:spPr>
              <a:xfrm rot="0">
                <a:off x="1929" y="2665"/>
                <a:ext cx="13" cy="6"/>
              </a:xfrm>
              <a:custGeom>
                <a:avLst/>
                <a:ahLst/>
                <a:rect l="0" t="0" r="r" b="b"/>
                <a:pathLst>
                  <a:path w="62" h="31">
                    <a:moveTo>
                      <a:pt x="30" y="0"/>
                    </a:moveTo>
                    <a:lnTo>
                      <a:pt x="62" y="0"/>
                    </a:lnTo>
                    <a:lnTo>
                      <a:pt x="60" y="10"/>
                    </a:lnTo>
                    <a:lnTo>
                      <a:pt x="56" y="19"/>
                    </a:lnTo>
                    <a:lnTo>
                      <a:pt x="49" y="26"/>
                    </a:lnTo>
                    <a:lnTo>
                      <a:pt x="40" y="30"/>
                    </a:lnTo>
                    <a:lnTo>
                      <a:pt x="30" y="31"/>
                    </a:lnTo>
                    <a:lnTo>
                      <a:pt x="21" y="30"/>
                    </a:lnTo>
                    <a:lnTo>
                      <a:pt x="12" y="26"/>
                    </a:lnTo>
                    <a:lnTo>
                      <a:pt x="5" y="19"/>
                    </a:lnTo>
                    <a:lnTo>
                      <a:pt x="1" y="10"/>
                    </a:lnTo>
                    <a:lnTo>
                      <a:pt x="0" y="0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62" name=""/>
              <p:cNvSpPr/>
              <p:nvPr/>
            </p:nvSpPr>
            <p:spPr>
              <a:xfrm rot="0">
                <a:off x="1929" y="2665"/>
                <a:ext cx="13" cy="6"/>
              </a:xfrm>
              <a:custGeom>
                <a:avLst/>
                <a:ahLst/>
                <a:rect l="0" t="0" r="r" b="b"/>
                <a:pathLst>
                  <a:path w="62" h="31">
                    <a:moveTo>
                      <a:pt x="62" y="0"/>
                    </a:moveTo>
                    <a:lnTo>
                      <a:pt x="60" y="10"/>
                    </a:lnTo>
                    <a:lnTo>
                      <a:pt x="56" y="19"/>
                    </a:lnTo>
                    <a:lnTo>
                      <a:pt x="49" y="26"/>
                    </a:lnTo>
                    <a:lnTo>
                      <a:pt x="40" y="30"/>
                    </a:lnTo>
                    <a:lnTo>
                      <a:pt x="30" y="31"/>
                    </a:lnTo>
                    <a:lnTo>
                      <a:pt x="21" y="30"/>
                    </a:lnTo>
                    <a:lnTo>
                      <a:pt x="12" y="26"/>
                    </a:lnTo>
                    <a:lnTo>
                      <a:pt x="5" y="19"/>
                    </a:lnTo>
                    <a:lnTo>
                      <a:pt x="1" y="1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63" name=""/>
              <p:cNvSpPr/>
              <p:nvPr/>
            </p:nvSpPr>
            <p:spPr>
              <a:xfrm rot="0">
                <a:off x="1929" y="3171"/>
                <a:ext cx="13" cy="7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30" y="32"/>
                    </a:moveTo>
                    <a:lnTo>
                      <a:pt x="0" y="32"/>
                    </a:lnTo>
                    <a:lnTo>
                      <a:pt x="1" y="22"/>
                    </a:lnTo>
                    <a:lnTo>
                      <a:pt x="5" y="14"/>
                    </a:lnTo>
                    <a:lnTo>
                      <a:pt x="12" y="7"/>
                    </a:lnTo>
                    <a:lnTo>
                      <a:pt x="21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7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  <a:lnTo>
                      <a:pt x="30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64" name=""/>
              <p:cNvSpPr/>
              <p:nvPr/>
            </p:nvSpPr>
            <p:spPr>
              <a:xfrm rot="0">
                <a:off x="1929" y="3171"/>
                <a:ext cx="13" cy="7"/>
              </a:xfrm>
              <a:custGeom>
                <a:avLst/>
                <a:ahLst/>
                <a:rect l="0" t="0" r="r" b="b"/>
                <a:pathLst>
                  <a:path w="62" h="32">
                    <a:moveTo>
                      <a:pt x="0" y="32"/>
                    </a:moveTo>
                    <a:lnTo>
                      <a:pt x="1" y="22"/>
                    </a:lnTo>
                    <a:lnTo>
                      <a:pt x="5" y="14"/>
                    </a:lnTo>
                    <a:lnTo>
                      <a:pt x="12" y="7"/>
                    </a:lnTo>
                    <a:lnTo>
                      <a:pt x="21" y="3"/>
                    </a:lnTo>
                    <a:lnTo>
                      <a:pt x="30" y="0"/>
                    </a:lnTo>
                    <a:lnTo>
                      <a:pt x="40" y="3"/>
                    </a:lnTo>
                    <a:lnTo>
                      <a:pt x="49" y="7"/>
                    </a:lnTo>
                    <a:lnTo>
                      <a:pt x="56" y="14"/>
                    </a:lnTo>
                    <a:lnTo>
                      <a:pt x="60" y="22"/>
                    </a:lnTo>
                    <a:lnTo>
                      <a:pt x="62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65" name=""/>
              <p:cNvSpPr/>
              <p:nvPr/>
            </p:nvSpPr>
            <p:spPr>
              <a:xfrm rot="0">
                <a:off x="1929" y="3178"/>
                <a:ext cx="13" cy="230"/>
              </a:xfrm>
              <a:custGeom>
                <a:avLst/>
                <a:ahLst/>
                <a:rect l="0" t="0" r="r" b="b"/>
                <a:pathLst>
                  <a:path w="62" h="1151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51"/>
                    </a:lnTo>
                    <a:lnTo>
                      <a:pt x="30" y="1151"/>
                    </a:lnTo>
                    <a:lnTo>
                      <a:pt x="62" y="1151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66" name=""/>
              <p:cNvSpPr/>
              <p:nvPr/>
            </p:nvSpPr>
            <p:spPr>
              <a:xfrm rot="0">
                <a:off x="1929" y="3178"/>
                <a:ext cx="13" cy="230"/>
              </a:xfrm>
              <a:custGeom>
                <a:avLst/>
                <a:ahLst/>
                <a:rect l="0" t="0" r="r" b="b"/>
                <a:pathLst>
                  <a:path w="62" h="1151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51"/>
                    </a:lnTo>
                    <a:lnTo>
                      <a:pt x="30" y="1151"/>
                    </a:lnTo>
                    <a:lnTo>
                      <a:pt x="62" y="1151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67" name=""/>
              <p:cNvSpPr/>
              <p:nvPr/>
            </p:nvSpPr>
            <p:spPr>
              <a:xfrm rot="0">
                <a:off x="1929" y="3408"/>
                <a:ext cx="13" cy="6"/>
              </a:xfrm>
              <a:custGeom>
                <a:avLst/>
                <a:ahLst/>
                <a:rect l="0" t="0" r="r" b="b"/>
                <a:pathLst>
                  <a:path w="62" h="30">
                    <a:moveTo>
                      <a:pt x="30" y="0"/>
                    </a:moveTo>
                    <a:lnTo>
                      <a:pt x="62" y="0"/>
                    </a:lnTo>
                    <a:lnTo>
                      <a:pt x="60" y="9"/>
                    </a:lnTo>
                    <a:lnTo>
                      <a:pt x="56" y="18"/>
                    </a:lnTo>
                    <a:lnTo>
                      <a:pt x="49" y="25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1" y="29"/>
                    </a:lnTo>
                    <a:lnTo>
                      <a:pt x="12" y="25"/>
                    </a:lnTo>
                    <a:lnTo>
                      <a:pt x="5" y="18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68" name=""/>
              <p:cNvSpPr/>
              <p:nvPr/>
            </p:nvSpPr>
            <p:spPr>
              <a:xfrm rot="0">
                <a:off x="1929" y="3408"/>
                <a:ext cx="13" cy="6"/>
              </a:xfrm>
              <a:custGeom>
                <a:avLst/>
                <a:ahLst/>
                <a:rect l="0" t="0" r="r" b="b"/>
                <a:pathLst>
                  <a:path w="62" h="30">
                    <a:moveTo>
                      <a:pt x="62" y="0"/>
                    </a:moveTo>
                    <a:lnTo>
                      <a:pt x="60" y="9"/>
                    </a:lnTo>
                    <a:lnTo>
                      <a:pt x="56" y="18"/>
                    </a:lnTo>
                    <a:lnTo>
                      <a:pt x="49" y="25"/>
                    </a:lnTo>
                    <a:lnTo>
                      <a:pt x="40" y="29"/>
                    </a:lnTo>
                    <a:lnTo>
                      <a:pt x="30" y="30"/>
                    </a:lnTo>
                    <a:lnTo>
                      <a:pt x="21" y="29"/>
                    </a:lnTo>
                    <a:lnTo>
                      <a:pt x="12" y="25"/>
                    </a:lnTo>
                    <a:lnTo>
                      <a:pt x="5" y="18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69" name=""/>
              <p:cNvSpPr/>
              <p:nvPr/>
            </p:nvSpPr>
            <p:spPr>
              <a:xfrm rot="0">
                <a:off x="1932" y="2659"/>
                <a:ext cx="10" cy="11"/>
              </a:xfrm>
              <a:custGeom>
                <a:avLst/>
                <a:ahLst/>
                <a:rect l="0" t="0" r="r" b="b"/>
                <a:pathLst>
                  <a:path w="50" h="55">
                    <a:moveTo>
                      <a:pt x="19" y="30"/>
                    </a:moveTo>
                    <a:lnTo>
                      <a:pt x="0" y="6"/>
                    </a:lnTo>
                    <a:lnTo>
                      <a:pt x="8" y="1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6" y="5"/>
                    </a:lnTo>
                    <a:lnTo>
                      <a:pt x="44" y="11"/>
                    </a:lnTo>
                    <a:lnTo>
                      <a:pt x="49" y="19"/>
                    </a:lnTo>
                    <a:lnTo>
                      <a:pt x="50" y="29"/>
                    </a:lnTo>
                    <a:lnTo>
                      <a:pt x="50" y="39"/>
                    </a:lnTo>
                    <a:lnTo>
                      <a:pt x="45" y="48"/>
                    </a:lnTo>
                    <a:lnTo>
                      <a:pt x="39" y="55"/>
                    </a:lnTo>
                    <a:lnTo>
                      <a:pt x="19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70" name=""/>
              <p:cNvSpPr/>
              <p:nvPr/>
            </p:nvSpPr>
            <p:spPr>
              <a:xfrm rot="0">
                <a:off x="1932" y="2659"/>
                <a:ext cx="10" cy="11"/>
              </a:xfrm>
              <a:custGeom>
                <a:avLst/>
                <a:ahLst/>
                <a:rect l="0" t="0" r="r" b="b"/>
                <a:pathLst>
                  <a:path w="50" h="55">
                    <a:moveTo>
                      <a:pt x="0" y="6"/>
                    </a:moveTo>
                    <a:lnTo>
                      <a:pt x="8" y="1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6" y="5"/>
                    </a:lnTo>
                    <a:lnTo>
                      <a:pt x="44" y="11"/>
                    </a:lnTo>
                    <a:lnTo>
                      <a:pt x="49" y="19"/>
                    </a:lnTo>
                    <a:lnTo>
                      <a:pt x="50" y="29"/>
                    </a:lnTo>
                    <a:lnTo>
                      <a:pt x="50" y="39"/>
                    </a:lnTo>
                    <a:lnTo>
                      <a:pt x="45" y="48"/>
                    </a:lnTo>
                    <a:lnTo>
                      <a:pt x="39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71" name=""/>
              <p:cNvSpPr/>
              <p:nvPr/>
            </p:nvSpPr>
            <p:spPr>
              <a:xfrm rot="0">
                <a:off x="1913" y="2660"/>
                <a:ext cx="26" cy="25"/>
              </a:xfrm>
              <a:custGeom>
                <a:avLst/>
                <a:ahLst/>
                <a:rect l="0" t="0" r="r" b="b"/>
                <a:pathLst>
                  <a:path w="132" h="123">
                    <a:moveTo>
                      <a:pt x="132" y="49"/>
                    </a:moveTo>
                    <a:lnTo>
                      <a:pt x="112" y="24"/>
                    </a:lnTo>
                    <a:lnTo>
                      <a:pt x="93" y="0"/>
                    </a:lnTo>
                    <a:lnTo>
                      <a:pt x="0" y="75"/>
                    </a:lnTo>
                    <a:lnTo>
                      <a:pt x="19" y="99"/>
                    </a:lnTo>
                    <a:lnTo>
                      <a:pt x="39" y="123"/>
                    </a:lnTo>
                    <a:lnTo>
                      <a:pt x="132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72" name=""/>
              <p:cNvSpPr/>
              <p:nvPr/>
            </p:nvSpPr>
            <p:spPr>
              <a:xfrm rot="0">
                <a:off x="1913" y="2660"/>
                <a:ext cx="26" cy="25"/>
              </a:xfrm>
              <a:custGeom>
                <a:avLst/>
                <a:ahLst/>
                <a:rect l="0" t="0" r="r" b="b"/>
                <a:pathLst>
                  <a:path w="132" h="123">
                    <a:moveTo>
                      <a:pt x="132" y="49"/>
                    </a:moveTo>
                    <a:lnTo>
                      <a:pt x="112" y="24"/>
                    </a:lnTo>
                    <a:lnTo>
                      <a:pt x="93" y="0"/>
                    </a:lnTo>
                    <a:lnTo>
                      <a:pt x="0" y="75"/>
                    </a:lnTo>
                    <a:lnTo>
                      <a:pt x="19" y="99"/>
                    </a:lnTo>
                    <a:lnTo>
                      <a:pt x="39" y="123"/>
                    </a:lnTo>
                    <a:lnTo>
                      <a:pt x="132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73" name=""/>
              <p:cNvSpPr/>
              <p:nvPr/>
            </p:nvSpPr>
            <p:spPr>
              <a:xfrm rot="0">
                <a:off x="1913" y="2675"/>
                <a:ext cx="4" cy="5"/>
              </a:xfrm>
              <a:custGeom>
                <a:avLst/>
                <a:ahLst/>
                <a:rect l="0" t="0" r="r" b="b"/>
                <a:pathLst>
                  <a:path w="20" h="24">
                    <a:moveTo>
                      <a:pt x="20" y="24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74" name=""/>
              <p:cNvSpPr/>
              <p:nvPr/>
            </p:nvSpPr>
            <p:spPr>
              <a:xfrm rot="0" flipH="1">
                <a:off x="1913" y="26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75" name=""/>
              <p:cNvSpPr/>
              <p:nvPr/>
            </p:nvSpPr>
            <p:spPr>
              <a:xfrm rot="0">
                <a:off x="1895" y="2675"/>
                <a:ext cx="26" cy="26"/>
              </a:xfrm>
              <a:custGeom>
                <a:avLst/>
                <a:ahLst/>
                <a:rect l="0" t="0" r="r" b="b"/>
                <a:pathLst>
                  <a:path w="128" h="127">
                    <a:moveTo>
                      <a:pt x="128" y="46"/>
                    </a:moveTo>
                    <a:lnTo>
                      <a:pt x="107" y="23"/>
                    </a:lnTo>
                    <a:lnTo>
                      <a:pt x="87" y="0"/>
                    </a:lnTo>
                    <a:lnTo>
                      <a:pt x="0" y="80"/>
                    </a:lnTo>
                    <a:lnTo>
                      <a:pt x="21" y="104"/>
                    </a:lnTo>
                    <a:lnTo>
                      <a:pt x="41" y="127"/>
                    </a:lnTo>
                    <a:lnTo>
                      <a:pt x="128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76" name=""/>
              <p:cNvSpPr/>
              <p:nvPr/>
            </p:nvSpPr>
            <p:spPr>
              <a:xfrm rot="0">
                <a:off x="1895" y="2675"/>
                <a:ext cx="26" cy="26"/>
              </a:xfrm>
              <a:custGeom>
                <a:avLst/>
                <a:ahLst/>
                <a:rect l="0" t="0" r="r" b="b"/>
                <a:pathLst>
                  <a:path w="128" h="127">
                    <a:moveTo>
                      <a:pt x="128" y="46"/>
                    </a:moveTo>
                    <a:lnTo>
                      <a:pt x="107" y="23"/>
                    </a:lnTo>
                    <a:lnTo>
                      <a:pt x="87" y="0"/>
                    </a:lnTo>
                    <a:lnTo>
                      <a:pt x="0" y="80"/>
                    </a:lnTo>
                    <a:lnTo>
                      <a:pt x="21" y="104"/>
                    </a:lnTo>
                    <a:lnTo>
                      <a:pt x="41" y="127"/>
                    </a:lnTo>
                    <a:lnTo>
                      <a:pt x="128" y="4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77" name=""/>
              <p:cNvSpPr/>
              <p:nvPr/>
            </p:nvSpPr>
            <p:spPr>
              <a:xfrm rot="0">
                <a:off x="1895" y="2691"/>
                <a:ext cx="5" cy="5"/>
              </a:xfrm>
              <a:custGeom>
                <a:avLst/>
                <a:ahLst/>
                <a:rect l="0" t="0" r="r" b="b"/>
                <a:pathLst>
                  <a:path w="24" h="24">
                    <a:moveTo>
                      <a:pt x="24" y="24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24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78" name=""/>
              <p:cNvSpPr/>
              <p:nvPr/>
            </p:nvSpPr>
            <p:spPr>
              <a:xfrm rot="0" flipH="1">
                <a:off x="1895" y="269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79" name=""/>
              <p:cNvSpPr/>
              <p:nvPr/>
            </p:nvSpPr>
            <p:spPr>
              <a:xfrm rot="0">
                <a:off x="1879" y="2692"/>
                <a:ext cx="25" cy="26"/>
              </a:xfrm>
              <a:custGeom>
                <a:avLst/>
                <a:ahLst/>
                <a:rect l="0" t="0" r="r" b="b"/>
                <a:pathLst>
                  <a:path w="127" h="130">
                    <a:moveTo>
                      <a:pt x="127" y="41"/>
                    </a:moveTo>
                    <a:lnTo>
                      <a:pt x="104" y="21"/>
                    </a:lnTo>
                    <a:lnTo>
                      <a:pt x="80" y="0"/>
                    </a:lnTo>
                    <a:lnTo>
                      <a:pt x="0" y="88"/>
                    </a:lnTo>
                    <a:lnTo>
                      <a:pt x="23" y="109"/>
                    </a:lnTo>
                    <a:lnTo>
                      <a:pt x="46" y="130"/>
                    </a:lnTo>
                    <a:lnTo>
                      <a:pt x="127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80" name=""/>
              <p:cNvSpPr/>
              <p:nvPr/>
            </p:nvSpPr>
            <p:spPr>
              <a:xfrm rot="0">
                <a:off x="1879" y="2692"/>
                <a:ext cx="25" cy="26"/>
              </a:xfrm>
              <a:custGeom>
                <a:avLst/>
                <a:ahLst/>
                <a:rect l="0" t="0" r="r" b="b"/>
                <a:pathLst>
                  <a:path w="127" h="130">
                    <a:moveTo>
                      <a:pt x="127" y="41"/>
                    </a:moveTo>
                    <a:lnTo>
                      <a:pt x="104" y="21"/>
                    </a:lnTo>
                    <a:lnTo>
                      <a:pt x="80" y="0"/>
                    </a:lnTo>
                    <a:lnTo>
                      <a:pt x="0" y="88"/>
                    </a:lnTo>
                    <a:lnTo>
                      <a:pt x="23" y="109"/>
                    </a:lnTo>
                    <a:lnTo>
                      <a:pt x="46" y="130"/>
                    </a:lnTo>
                    <a:lnTo>
                      <a:pt x="127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81" name=""/>
              <p:cNvSpPr/>
              <p:nvPr/>
            </p:nvSpPr>
            <p:spPr>
              <a:xfrm rot="0">
                <a:off x="1879" y="2709"/>
                <a:ext cx="4" cy="5"/>
              </a:xfrm>
              <a:custGeom>
                <a:avLst/>
                <a:ahLst/>
                <a:rect l="0" t="0" r="r" b="b"/>
                <a:pathLst>
                  <a:path w="24" h="21">
                    <a:moveTo>
                      <a:pt x="24" y="2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4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82" name=""/>
              <p:cNvSpPr/>
              <p:nvPr/>
            </p:nvSpPr>
            <p:spPr>
              <a:xfrm rot="0" flipH="1">
                <a:off x="1879" y="27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83" name=""/>
              <p:cNvSpPr/>
              <p:nvPr/>
            </p:nvSpPr>
            <p:spPr>
              <a:xfrm rot="0">
                <a:off x="1864" y="2710"/>
                <a:ext cx="24" cy="26"/>
              </a:xfrm>
              <a:custGeom>
                <a:avLst/>
                <a:ahLst/>
                <a:rect l="0" t="0" r="r" b="b"/>
                <a:pathLst>
                  <a:path w="123" h="132">
                    <a:moveTo>
                      <a:pt x="123" y="39"/>
                    </a:moveTo>
                    <a:lnTo>
                      <a:pt x="99" y="20"/>
                    </a:lnTo>
                    <a:lnTo>
                      <a:pt x="75" y="0"/>
                    </a:lnTo>
                    <a:lnTo>
                      <a:pt x="0" y="93"/>
                    </a:lnTo>
                    <a:lnTo>
                      <a:pt x="24" y="113"/>
                    </a:lnTo>
                    <a:lnTo>
                      <a:pt x="49" y="132"/>
                    </a:lnTo>
                    <a:lnTo>
                      <a:pt x="123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84" name=""/>
              <p:cNvSpPr/>
              <p:nvPr/>
            </p:nvSpPr>
            <p:spPr>
              <a:xfrm rot="0">
                <a:off x="1864" y="2710"/>
                <a:ext cx="24" cy="26"/>
              </a:xfrm>
              <a:custGeom>
                <a:avLst/>
                <a:ahLst/>
                <a:rect l="0" t="0" r="r" b="b"/>
                <a:pathLst>
                  <a:path w="123" h="132">
                    <a:moveTo>
                      <a:pt x="123" y="39"/>
                    </a:moveTo>
                    <a:lnTo>
                      <a:pt x="99" y="20"/>
                    </a:lnTo>
                    <a:lnTo>
                      <a:pt x="75" y="0"/>
                    </a:lnTo>
                    <a:lnTo>
                      <a:pt x="0" y="93"/>
                    </a:lnTo>
                    <a:lnTo>
                      <a:pt x="24" y="113"/>
                    </a:lnTo>
                    <a:lnTo>
                      <a:pt x="49" y="132"/>
                    </a:lnTo>
                    <a:lnTo>
                      <a:pt x="123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85" name=""/>
              <p:cNvSpPr/>
              <p:nvPr/>
            </p:nvSpPr>
            <p:spPr>
              <a:xfrm rot="0">
                <a:off x="1863" y="2728"/>
                <a:ext cx="5" cy="4"/>
              </a:xfrm>
              <a:custGeom>
                <a:avLst/>
                <a:ahLst/>
                <a:rect l="0" t="0" r="r" b="b"/>
                <a:pathLst>
                  <a:path w="25" h="20">
                    <a:moveTo>
                      <a:pt x="25" y="2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5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86" name=""/>
              <p:cNvSpPr/>
              <p:nvPr/>
            </p:nvSpPr>
            <p:spPr>
              <a:xfrm rot="0" flipH="1">
                <a:off x="1863" y="27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87" name=""/>
              <p:cNvSpPr/>
              <p:nvPr/>
            </p:nvSpPr>
            <p:spPr>
              <a:xfrm rot="0">
                <a:off x="1850" y="2729"/>
                <a:ext cx="24" cy="26"/>
              </a:xfrm>
              <a:custGeom>
                <a:avLst/>
                <a:ahLst/>
                <a:rect l="0" t="0" r="r" b="b"/>
                <a:pathLst>
                  <a:path w="118" h="133">
                    <a:moveTo>
                      <a:pt x="118" y="34"/>
                    </a:moveTo>
                    <a:lnTo>
                      <a:pt x="92" y="17"/>
                    </a:lnTo>
                    <a:lnTo>
                      <a:pt x="67" y="0"/>
                    </a:lnTo>
                    <a:lnTo>
                      <a:pt x="0" y="99"/>
                    </a:lnTo>
                    <a:lnTo>
                      <a:pt x="25" y="116"/>
                    </a:lnTo>
                    <a:lnTo>
                      <a:pt x="51" y="133"/>
                    </a:lnTo>
                    <a:lnTo>
                      <a:pt x="118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88" name=""/>
              <p:cNvSpPr/>
              <p:nvPr/>
            </p:nvSpPr>
            <p:spPr>
              <a:xfrm rot="0">
                <a:off x="1850" y="2729"/>
                <a:ext cx="24" cy="26"/>
              </a:xfrm>
              <a:custGeom>
                <a:avLst/>
                <a:ahLst/>
                <a:rect l="0" t="0" r="r" b="b"/>
                <a:pathLst>
                  <a:path w="118" h="133">
                    <a:moveTo>
                      <a:pt x="118" y="34"/>
                    </a:moveTo>
                    <a:lnTo>
                      <a:pt x="92" y="17"/>
                    </a:lnTo>
                    <a:lnTo>
                      <a:pt x="67" y="0"/>
                    </a:lnTo>
                    <a:lnTo>
                      <a:pt x="0" y="99"/>
                    </a:lnTo>
                    <a:lnTo>
                      <a:pt x="25" y="116"/>
                    </a:lnTo>
                    <a:lnTo>
                      <a:pt x="51" y="133"/>
                    </a:lnTo>
                    <a:lnTo>
                      <a:pt x="118" y="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89" name=""/>
              <p:cNvSpPr/>
              <p:nvPr/>
            </p:nvSpPr>
            <p:spPr>
              <a:xfrm rot="0">
                <a:off x="1850" y="2749"/>
                <a:ext cx="5" cy="3"/>
              </a:xfrm>
              <a:custGeom>
                <a:avLst/>
                <a:ahLst/>
                <a:rect l="0" t="0" r="r" b="b"/>
                <a:pathLst>
                  <a:path w="27" h="17">
                    <a:moveTo>
                      <a:pt x="27" y="17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7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90" name=""/>
              <p:cNvSpPr/>
              <p:nvPr/>
            </p:nvSpPr>
            <p:spPr>
              <a:xfrm rot="0" flipH="1">
                <a:off x="1850" y="27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91" name=""/>
              <p:cNvSpPr/>
              <p:nvPr/>
            </p:nvSpPr>
            <p:spPr>
              <a:xfrm rot="0">
                <a:off x="1838" y="2749"/>
                <a:ext cx="22" cy="27"/>
              </a:xfrm>
              <a:custGeom>
                <a:avLst/>
                <a:ahLst/>
                <a:rect l="0" t="0" r="r" b="b"/>
                <a:pathLst>
                  <a:path w="112" h="134">
                    <a:moveTo>
                      <a:pt x="112" y="32"/>
                    </a:moveTo>
                    <a:lnTo>
                      <a:pt x="85" y="16"/>
                    </a:lnTo>
                    <a:lnTo>
                      <a:pt x="58" y="0"/>
                    </a:lnTo>
                    <a:lnTo>
                      <a:pt x="0" y="102"/>
                    </a:lnTo>
                    <a:lnTo>
                      <a:pt x="27" y="118"/>
                    </a:lnTo>
                    <a:lnTo>
                      <a:pt x="53" y="134"/>
                    </a:lnTo>
                    <a:lnTo>
                      <a:pt x="112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92" name=""/>
              <p:cNvSpPr/>
              <p:nvPr/>
            </p:nvSpPr>
            <p:spPr>
              <a:xfrm rot="0">
                <a:off x="1838" y="2749"/>
                <a:ext cx="22" cy="27"/>
              </a:xfrm>
              <a:custGeom>
                <a:avLst/>
                <a:ahLst/>
                <a:rect l="0" t="0" r="r" b="b"/>
                <a:pathLst>
                  <a:path w="112" h="134">
                    <a:moveTo>
                      <a:pt x="112" y="32"/>
                    </a:moveTo>
                    <a:lnTo>
                      <a:pt x="85" y="16"/>
                    </a:lnTo>
                    <a:lnTo>
                      <a:pt x="58" y="0"/>
                    </a:lnTo>
                    <a:lnTo>
                      <a:pt x="0" y="102"/>
                    </a:lnTo>
                    <a:lnTo>
                      <a:pt x="27" y="118"/>
                    </a:lnTo>
                    <a:lnTo>
                      <a:pt x="53" y="134"/>
                    </a:lnTo>
                    <a:lnTo>
                      <a:pt x="112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93" name=""/>
              <p:cNvSpPr/>
              <p:nvPr/>
            </p:nvSpPr>
            <p:spPr>
              <a:xfrm rot="0">
                <a:off x="1838" y="2769"/>
                <a:ext cx="5" cy="3"/>
              </a:xfrm>
              <a:custGeom>
                <a:avLst/>
                <a:ahLst/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9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94" name=""/>
              <p:cNvSpPr/>
              <p:nvPr/>
            </p:nvSpPr>
            <p:spPr>
              <a:xfrm rot="0" flipH="1">
                <a:off x="1838" y="276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95" name=""/>
              <p:cNvSpPr/>
              <p:nvPr/>
            </p:nvSpPr>
            <p:spPr>
              <a:xfrm rot="0">
                <a:off x="1827" y="2770"/>
                <a:ext cx="22" cy="27"/>
              </a:xfrm>
              <a:custGeom>
                <a:avLst/>
                <a:ahLst/>
                <a:rect l="0" t="0" r="r" b="b"/>
                <a:pathLst>
                  <a:path w="108" h="134">
                    <a:moveTo>
                      <a:pt x="108" y="27"/>
                    </a:moveTo>
                    <a:lnTo>
                      <a:pt x="80" y="13"/>
                    </a:lnTo>
                    <a:lnTo>
                      <a:pt x="51" y="0"/>
                    </a:lnTo>
                    <a:lnTo>
                      <a:pt x="0" y="108"/>
                    </a:lnTo>
                    <a:lnTo>
                      <a:pt x="28" y="121"/>
                    </a:lnTo>
                    <a:lnTo>
                      <a:pt x="56" y="134"/>
                    </a:lnTo>
                    <a:lnTo>
                      <a:pt x="108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96" name=""/>
              <p:cNvSpPr/>
              <p:nvPr/>
            </p:nvSpPr>
            <p:spPr>
              <a:xfrm rot="0">
                <a:off x="1827" y="2770"/>
                <a:ext cx="22" cy="27"/>
              </a:xfrm>
              <a:custGeom>
                <a:avLst/>
                <a:ahLst/>
                <a:rect l="0" t="0" r="r" b="b"/>
                <a:pathLst>
                  <a:path w="108" h="134">
                    <a:moveTo>
                      <a:pt x="108" y="27"/>
                    </a:moveTo>
                    <a:lnTo>
                      <a:pt x="80" y="13"/>
                    </a:lnTo>
                    <a:lnTo>
                      <a:pt x="51" y="0"/>
                    </a:lnTo>
                    <a:lnTo>
                      <a:pt x="0" y="108"/>
                    </a:lnTo>
                    <a:lnTo>
                      <a:pt x="28" y="121"/>
                    </a:lnTo>
                    <a:lnTo>
                      <a:pt x="56" y="134"/>
                    </a:lnTo>
                    <a:lnTo>
                      <a:pt x="108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97" name=""/>
              <p:cNvSpPr/>
              <p:nvPr/>
            </p:nvSpPr>
            <p:spPr>
              <a:xfrm rot="0">
                <a:off x="1827" y="2791"/>
                <a:ext cx="6" cy="3"/>
              </a:xfrm>
              <a:custGeom>
                <a:avLst/>
                <a:ahLst/>
                <a:rect l="0" t="0" r="r" b="b"/>
                <a:pathLst>
                  <a:path w="29" h="13">
                    <a:moveTo>
                      <a:pt x="29" y="1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9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298" name=""/>
              <p:cNvSpPr/>
              <p:nvPr/>
            </p:nvSpPr>
            <p:spPr>
              <a:xfrm rot="0" flipH="1">
                <a:off x="1827" y="279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299" name=""/>
              <p:cNvSpPr/>
              <p:nvPr/>
            </p:nvSpPr>
            <p:spPr>
              <a:xfrm rot="0">
                <a:off x="1818" y="2792"/>
                <a:ext cx="21" cy="26"/>
              </a:xfrm>
              <a:custGeom>
                <a:avLst/>
                <a:ahLst/>
                <a:rect l="0" t="0" r="r" b="b"/>
                <a:pathLst>
                  <a:path w="103" h="132">
                    <a:moveTo>
                      <a:pt x="103" y="22"/>
                    </a:moveTo>
                    <a:lnTo>
                      <a:pt x="73" y="11"/>
                    </a:lnTo>
                    <a:lnTo>
                      <a:pt x="44" y="0"/>
                    </a:lnTo>
                    <a:lnTo>
                      <a:pt x="0" y="110"/>
                    </a:lnTo>
                    <a:lnTo>
                      <a:pt x="29" y="121"/>
                    </a:lnTo>
                    <a:lnTo>
                      <a:pt x="59" y="132"/>
                    </a:lnTo>
                    <a:lnTo>
                      <a:pt x="103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00" name=""/>
              <p:cNvSpPr/>
              <p:nvPr/>
            </p:nvSpPr>
            <p:spPr>
              <a:xfrm rot="0">
                <a:off x="1818" y="2792"/>
                <a:ext cx="21" cy="26"/>
              </a:xfrm>
              <a:custGeom>
                <a:avLst/>
                <a:ahLst/>
                <a:rect l="0" t="0" r="r" b="b"/>
                <a:pathLst>
                  <a:path w="103" h="132">
                    <a:moveTo>
                      <a:pt x="103" y="22"/>
                    </a:moveTo>
                    <a:lnTo>
                      <a:pt x="73" y="11"/>
                    </a:lnTo>
                    <a:lnTo>
                      <a:pt x="44" y="0"/>
                    </a:lnTo>
                    <a:lnTo>
                      <a:pt x="0" y="110"/>
                    </a:lnTo>
                    <a:lnTo>
                      <a:pt x="29" y="121"/>
                    </a:lnTo>
                    <a:lnTo>
                      <a:pt x="59" y="132"/>
                    </a:lnTo>
                    <a:lnTo>
                      <a:pt x="103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01" name=""/>
              <p:cNvSpPr/>
              <p:nvPr/>
            </p:nvSpPr>
            <p:spPr>
              <a:xfrm rot="0">
                <a:off x="1818" y="2814"/>
                <a:ext cx="6" cy="2"/>
              </a:xfrm>
              <a:custGeom>
                <a:avLst/>
                <a:ahLst/>
                <a:rect l="0" t="0" r="r" b="b"/>
                <a:pathLst>
                  <a:path w="29" h="11">
                    <a:moveTo>
                      <a:pt x="29" y="11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9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02" name=""/>
              <p:cNvSpPr/>
              <p:nvPr/>
            </p:nvSpPr>
            <p:spPr>
              <a:xfrm rot="0">
                <a:off x="1818" y="28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03" name=""/>
              <p:cNvSpPr/>
              <p:nvPr/>
            </p:nvSpPr>
            <p:spPr>
              <a:xfrm rot="0">
                <a:off x="1812" y="2814"/>
                <a:ext cx="18" cy="27"/>
              </a:xfrm>
              <a:custGeom>
                <a:avLst/>
                <a:ahLst/>
                <a:rect l="0" t="0" r="r" b="b"/>
                <a:pathLst>
                  <a:path w="93" h="132">
                    <a:moveTo>
                      <a:pt x="93" y="18"/>
                    </a:moveTo>
                    <a:lnTo>
                      <a:pt x="63" y="9"/>
                    </a:lnTo>
                    <a:lnTo>
                      <a:pt x="34" y="0"/>
                    </a:lnTo>
                    <a:lnTo>
                      <a:pt x="0" y="115"/>
                    </a:lnTo>
                    <a:lnTo>
                      <a:pt x="29" y="124"/>
                    </a:lnTo>
                    <a:lnTo>
                      <a:pt x="58" y="132"/>
                    </a:lnTo>
                    <a:lnTo>
                      <a:pt x="93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04" name=""/>
              <p:cNvSpPr/>
              <p:nvPr/>
            </p:nvSpPr>
            <p:spPr>
              <a:xfrm rot="0">
                <a:off x="1812" y="2814"/>
                <a:ext cx="18" cy="27"/>
              </a:xfrm>
              <a:custGeom>
                <a:avLst/>
                <a:ahLst/>
                <a:rect l="0" t="0" r="r" b="b"/>
                <a:pathLst>
                  <a:path w="93" h="132">
                    <a:moveTo>
                      <a:pt x="93" y="18"/>
                    </a:moveTo>
                    <a:lnTo>
                      <a:pt x="63" y="9"/>
                    </a:lnTo>
                    <a:lnTo>
                      <a:pt x="34" y="0"/>
                    </a:lnTo>
                    <a:lnTo>
                      <a:pt x="0" y="115"/>
                    </a:lnTo>
                    <a:lnTo>
                      <a:pt x="29" y="124"/>
                    </a:lnTo>
                    <a:lnTo>
                      <a:pt x="58" y="132"/>
                    </a:lnTo>
                    <a:lnTo>
                      <a:pt x="93" y="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05" name=""/>
              <p:cNvSpPr/>
              <p:nvPr/>
            </p:nvSpPr>
            <p:spPr>
              <a:xfrm rot="0">
                <a:off x="1811" y="2837"/>
                <a:ext cx="6" cy="2"/>
              </a:xfrm>
              <a:custGeom>
                <a:avLst/>
                <a:ahLst/>
                <a:rect l="0" t="0" r="r" b="b"/>
                <a:pathLst>
                  <a:path w="31" h="9">
                    <a:moveTo>
                      <a:pt x="31" y="9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31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06" name=""/>
              <p:cNvSpPr/>
              <p:nvPr/>
            </p:nvSpPr>
            <p:spPr>
              <a:xfrm rot="0" flipH="1">
                <a:off x="1811" y="283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07" name=""/>
              <p:cNvSpPr/>
              <p:nvPr/>
            </p:nvSpPr>
            <p:spPr>
              <a:xfrm rot="0">
                <a:off x="1806" y="2838"/>
                <a:ext cx="18" cy="25"/>
              </a:xfrm>
              <a:custGeom>
                <a:avLst/>
                <a:ahLst/>
                <a:rect l="0" t="0" r="r" b="b"/>
                <a:pathLst>
                  <a:path w="88" h="129">
                    <a:moveTo>
                      <a:pt x="88" y="14"/>
                    </a:moveTo>
                    <a:lnTo>
                      <a:pt x="57" y="7"/>
                    </a:lnTo>
                    <a:lnTo>
                      <a:pt x="26" y="0"/>
                    </a:lnTo>
                    <a:lnTo>
                      <a:pt x="0" y="115"/>
                    </a:lnTo>
                    <a:lnTo>
                      <a:pt x="30" y="122"/>
                    </a:lnTo>
                    <a:lnTo>
                      <a:pt x="61" y="129"/>
                    </a:lnTo>
                    <a:lnTo>
                      <a:pt x="88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08" name=""/>
              <p:cNvSpPr/>
              <p:nvPr/>
            </p:nvSpPr>
            <p:spPr>
              <a:xfrm rot="0">
                <a:off x="1806" y="2838"/>
                <a:ext cx="18" cy="25"/>
              </a:xfrm>
              <a:custGeom>
                <a:avLst/>
                <a:ahLst/>
                <a:rect l="0" t="0" r="r" b="b"/>
                <a:pathLst>
                  <a:path w="88" h="129">
                    <a:moveTo>
                      <a:pt x="88" y="14"/>
                    </a:moveTo>
                    <a:lnTo>
                      <a:pt x="57" y="7"/>
                    </a:lnTo>
                    <a:lnTo>
                      <a:pt x="26" y="0"/>
                    </a:lnTo>
                    <a:lnTo>
                      <a:pt x="0" y="115"/>
                    </a:lnTo>
                    <a:lnTo>
                      <a:pt x="30" y="122"/>
                    </a:lnTo>
                    <a:lnTo>
                      <a:pt x="61" y="129"/>
                    </a:lnTo>
                    <a:lnTo>
                      <a:pt x="88" y="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09" name=""/>
              <p:cNvSpPr/>
              <p:nvPr/>
            </p:nvSpPr>
            <p:spPr>
              <a:xfrm rot="0">
                <a:off x="1806" y="2861"/>
                <a:ext cx="6" cy="1"/>
              </a:xfrm>
              <a:custGeom>
                <a:avLst/>
                <a:ahLst/>
                <a:rect l="0" t="0" r="r" b="b"/>
                <a:pathLst>
                  <a:path w="30" h="7">
                    <a:moveTo>
                      <a:pt x="30" y="7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10" name=""/>
              <p:cNvSpPr/>
              <p:nvPr/>
            </p:nvSpPr>
            <p:spPr>
              <a:xfrm rot="0">
                <a:off x="1806" y="28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11" name=""/>
              <p:cNvSpPr/>
              <p:nvPr/>
            </p:nvSpPr>
            <p:spPr>
              <a:xfrm rot="0">
                <a:off x="1802" y="2861"/>
                <a:ext cx="16" cy="26"/>
              </a:xfrm>
              <a:custGeom>
                <a:avLst/>
                <a:ahLst/>
                <a:rect l="0" t="0" r="r" b="b"/>
                <a:pathLst>
                  <a:path w="80" h="128">
                    <a:moveTo>
                      <a:pt x="80" y="10"/>
                    </a:moveTo>
                    <a:lnTo>
                      <a:pt x="49" y="5"/>
                    </a:lnTo>
                    <a:lnTo>
                      <a:pt x="19" y="0"/>
                    </a:lnTo>
                    <a:lnTo>
                      <a:pt x="0" y="119"/>
                    </a:lnTo>
                    <a:lnTo>
                      <a:pt x="31" y="123"/>
                    </a:lnTo>
                    <a:lnTo>
                      <a:pt x="61" y="128"/>
                    </a:lnTo>
                    <a:lnTo>
                      <a:pt x="8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12" name=""/>
              <p:cNvSpPr/>
              <p:nvPr/>
            </p:nvSpPr>
            <p:spPr>
              <a:xfrm rot="0">
                <a:off x="1802" y="2861"/>
                <a:ext cx="16" cy="26"/>
              </a:xfrm>
              <a:custGeom>
                <a:avLst/>
                <a:ahLst/>
                <a:rect l="0" t="0" r="r" b="b"/>
                <a:pathLst>
                  <a:path w="80" h="128">
                    <a:moveTo>
                      <a:pt x="80" y="10"/>
                    </a:moveTo>
                    <a:lnTo>
                      <a:pt x="49" y="5"/>
                    </a:lnTo>
                    <a:lnTo>
                      <a:pt x="19" y="0"/>
                    </a:lnTo>
                    <a:lnTo>
                      <a:pt x="0" y="119"/>
                    </a:lnTo>
                    <a:lnTo>
                      <a:pt x="31" y="123"/>
                    </a:lnTo>
                    <a:lnTo>
                      <a:pt x="61" y="128"/>
                    </a:lnTo>
                    <a:lnTo>
                      <a:pt x="80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13" name=""/>
              <p:cNvSpPr/>
              <p:nvPr/>
            </p:nvSpPr>
            <p:spPr>
              <a:xfrm rot="0">
                <a:off x="1802" y="2885"/>
                <a:ext cx="6" cy="1"/>
              </a:xfrm>
              <a:custGeom>
                <a:avLst/>
                <a:ahLst/>
                <a:rect l="0" t="0" r="r" b="b"/>
                <a:pathLst>
                  <a:path w="31" h="4">
                    <a:moveTo>
                      <a:pt x="31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1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14" name=""/>
              <p:cNvSpPr/>
              <p:nvPr/>
            </p:nvSpPr>
            <p:spPr>
              <a:xfrm rot="0">
                <a:off x="1802" y="28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15" name=""/>
              <p:cNvSpPr/>
              <p:nvPr/>
            </p:nvSpPr>
            <p:spPr>
              <a:xfrm rot="0">
                <a:off x="1801" y="2885"/>
                <a:ext cx="13" cy="25"/>
              </a:xfrm>
              <a:custGeom>
                <a:avLst/>
                <a:ahLst/>
                <a:rect l="0" t="0" r="r" b="b"/>
                <a:pathLst>
                  <a:path w="69" h="123">
                    <a:moveTo>
                      <a:pt x="69" y="5"/>
                    </a:moveTo>
                    <a:lnTo>
                      <a:pt x="39" y="2"/>
                    </a:lnTo>
                    <a:lnTo>
                      <a:pt x="8" y="0"/>
                    </a:lnTo>
                    <a:lnTo>
                      <a:pt x="0" y="119"/>
                    </a:lnTo>
                    <a:lnTo>
                      <a:pt x="30" y="121"/>
                    </a:lnTo>
                    <a:lnTo>
                      <a:pt x="61" y="123"/>
                    </a:lnTo>
                    <a:lnTo>
                      <a:pt x="69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16" name=""/>
              <p:cNvSpPr/>
              <p:nvPr/>
            </p:nvSpPr>
            <p:spPr>
              <a:xfrm rot="0">
                <a:off x="1801" y="2885"/>
                <a:ext cx="13" cy="25"/>
              </a:xfrm>
              <a:custGeom>
                <a:avLst/>
                <a:ahLst/>
                <a:rect l="0" t="0" r="r" b="b"/>
                <a:pathLst>
                  <a:path w="69" h="123">
                    <a:moveTo>
                      <a:pt x="69" y="5"/>
                    </a:moveTo>
                    <a:lnTo>
                      <a:pt x="39" y="2"/>
                    </a:lnTo>
                    <a:lnTo>
                      <a:pt x="8" y="0"/>
                    </a:lnTo>
                    <a:lnTo>
                      <a:pt x="0" y="119"/>
                    </a:lnTo>
                    <a:lnTo>
                      <a:pt x="30" y="121"/>
                    </a:lnTo>
                    <a:lnTo>
                      <a:pt x="61" y="123"/>
                    </a:lnTo>
                    <a:lnTo>
                      <a:pt x="69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17" name=""/>
              <p:cNvSpPr/>
              <p:nvPr/>
            </p:nvSpPr>
            <p:spPr>
              <a:xfrm rot="0">
                <a:off x="1801" y="2909"/>
                <a:ext cx="6" cy="1"/>
              </a:xfrm>
              <a:custGeom>
                <a:avLst/>
                <a:ahLst/>
                <a:rect l="0" t="0" r="r" b="b"/>
                <a:pathLst>
                  <a:path w="30" h="2">
                    <a:moveTo>
                      <a:pt x="3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18" name=""/>
              <p:cNvSpPr/>
              <p:nvPr/>
            </p:nvSpPr>
            <p:spPr>
              <a:xfrm rot="0">
                <a:off x="1801" y="29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19" name=""/>
              <p:cNvSpPr/>
              <p:nvPr/>
            </p:nvSpPr>
            <p:spPr>
              <a:xfrm rot="0">
                <a:off x="1801" y="2909"/>
                <a:ext cx="12" cy="24"/>
              </a:xfrm>
              <a:custGeom>
                <a:avLst/>
                <a:ahLst/>
                <a:rect l="0" t="0" r="r" b="b"/>
                <a:pathLst>
                  <a:path w="62" h="119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9"/>
                    </a:lnTo>
                    <a:lnTo>
                      <a:pt x="30" y="119"/>
                    </a:lnTo>
                    <a:lnTo>
                      <a:pt x="62" y="119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20" name=""/>
              <p:cNvSpPr/>
              <p:nvPr/>
            </p:nvSpPr>
            <p:spPr>
              <a:xfrm rot="0">
                <a:off x="1801" y="2909"/>
                <a:ext cx="12" cy="24"/>
              </a:xfrm>
              <a:custGeom>
                <a:avLst/>
                <a:ahLst/>
                <a:rect l="0" t="0" r="r" b="b"/>
                <a:pathLst>
                  <a:path w="62" h="119">
                    <a:moveTo>
                      <a:pt x="62" y="0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0" y="119"/>
                    </a:lnTo>
                    <a:lnTo>
                      <a:pt x="30" y="119"/>
                    </a:lnTo>
                    <a:lnTo>
                      <a:pt x="62" y="119"/>
                    </a:lnTo>
                    <a:lnTo>
                      <a:pt x="6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21" name=""/>
              <p:cNvSpPr/>
              <p:nvPr/>
            </p:nvSpPr>
            <p:spPr>
              <a:xfrm rot="0">
                <a:off x="1801" y="2933"/>
                <a:ext cx="6" cy="1"/>
              </a:xfrm>
              <a:custGeom>
                <a:avLst/>
                <a:ahLst/>
                <a:rect l="0" t="0" r="r" b="b"/>
                <a:pathLst>
                  <a:path w="30" h="2">
                    <a:moveTo>
                      <a:pt x="3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22" name=""/>
              <p:cNvSpPr/>
              <p:nvPr/>
            </p:nvSpPr>
            <p:spPr>
              <a:xfrm rot="0">
                <a:off x="1801" y="29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23" name=""/>
              <p:cNvSpPr/>
              <p:nvPr/>
            </p:nvSpPr>
            <p:spPr>
              <a:xfrm rot="0">
                <a:off x="1801" y="2933"/>
                <a:ext cx="13" cy="24"/>
              </a:xfrm>
              <a:custGeom>
                <a:avLst/>
                <a:ahLst/>
                <a:rect l="0" t="0" r="r" b="b"/>
                <a:pathLst>
                  <a:path w="69" h="124">
                    <a:moveTo>
                      <a:pt x="61" y="0"/>
                    </a:moveTo>
                    <a:lnTo>
                      <a:pt x="30" y="3"/>
                    </a:lnTo>
                    <a:lnTo>
                      <a:pt x="0" y="5"/>
                    </a:lnTo>
                    <a:lnTo>
                      <a:pt x="8" y="124"/>
                    </a:lnTo>
                    <a:lnTo>
                      <a:pt x="39" y="121"/>
                    </a:lnTo>
                    <a:lnTo>
                      <a:pt x="69" y="119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24" name=""/>
              <p:cNvSpPr/>
              <p:nvPr/>
            </p:nvSpPr>
            <p:spPr>
              <a:xfrm rot="0">
                <a:off x="1801" y="2933"/>
                <a:ext cx="13" cy="24"/>
              </a:xfrm>
              <a:custGeom>
                <a:avLst/>
                <a:ahLst/>
                <a:rect l="0" t="0" r="r" b="b"/>
                <a:pathLst>
                  <a:path w="69" h="124">
                    <a:moveTo>
                      <a:pt x="61" y="0"/>
                    </a:moveTo>
                    <a:lnTo>
                      <a:pt x="30" y="3"/>
                    </a:lnTo>
                    <a:lnTo>
                      <a:pt x="0" y="5"/>
                    </a:lnTo>
                    <a:lnTo>
                      <a:pt x="8" y="124"/>
                    </a:lnTo>
                    <a:lnTo>
                      <a:pt x="39" y="121"/>
                    </a:lnTo>
                    <a:lnTo>
                      <a:pt x="69" y="119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25" name=""/>
              <p:cNvSpPr/>
              <p:nvPr/>
            </p:nvSpPr>
            <p:spPr>
              <a:xfrm rot="0">
                <a:off x="1802" y="2957"/>
                <a:ext cx="6" cy="1"/>
              </a:xfrm>
              <a:custGeom>
                <a:avLst/>
                <a:ahLst/>
                <a:rect l="0" t="0" r="r" b="b"/>
                <a:pathLst>
                  <a:path w="31" h="5">
                    <a:moveTo>
                      <a:pt x="3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26" name=""/>
              <p:cNvSpPr/>
              <p:nvPr/>
            </p:nvSpPr>
            <p:spPr>
              <a:xfrm rot="0">
                <a:off x="1802" y="29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27" name=""/>
              <p:cNvSpPr/>
              <p:nvPr/>
            </p:nvSpPr>
            <p:spPr>
              <a:xfrm rot="0">
                <a:off x="1802" y="2956"/>
                <a:ext cx="16" cy="26"/>
              </a:xfrm>
              <a:custGeom>
                <a:avLst/>
                <a:ahLst/>
                <a:rect l="0" t="0" r="r" b="b"/>
                <a:pathLst>
                  <a:path w="80" h="129">
                    <a:moveTo>
                      <a:pt x="61" y="0"/>
                    </a:moveTo>
                    <a:lnTo>
                      <a:pt x="31" y="5"/>
                    </a:lnTo>
                    <a:lnTo>
                      <a:pt x="0" y="10"/>
                    </a:lnTo>
                    <a:lnTo>
                      <a:pt x="19" y="129"/>
                    </a:lnTo>
                    <a:lnTo>
                      <a:pt x="49" y="124"/>
                    </a:lnTo>
                    <a:lnTo>
                      <a:pt x="80" y="119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28" name=""/>
              <p:cNvSpPr/>
              <p:nvPr/>
            </p:nvSpPr>
            <p:spPr>
              <a:xfrm rot="0">
                <a:off x="1802" y="2956"/>
                <a:ext cx="16" cy="26"/>
              </a:xfrm>
              <a:custGeom>
                <a:avLst/>
                <a:ahLst/>
                <a:rect l="0" t="0" r="r" b="b"/>
                <a:pathLst>
                  <a:path w="80" h="129">
                    <a:moveTo>
                      <a:pt x="61" y="0"/>
                    </a:moveTo>
                    <a:lnTo>
                      <a:pt x="31" y="5"/>
                    </a:lnTo>
                    <a:lnTo>
                      <a:pt x="0" y="10"/>
                    </a:lnTo>
                    <a:lnTo>
                      <a:pt x="19" y="129"/>
                    </a:lnTo>
                    <a:lnTo>
                      <a:pt x="49" y="124"/>
                    </a:lnTo>
                    <a:lnTo>
                      <a:pt x="80" y="119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29" name=""/>
              <p:cNvSpPr/>
              <p:nvPr/>
            </p:nvSpPr>
            <p:spPr>
              <a:xfrm rot="0">
                <a:off x="1806" y="2981"/>
                <a:ext cx="6" cy="1"/>
              </a:xfrm>
              <a:custGeom>
                <a:avLst/>
                <a:ahLst/>
                <a:rect l="0" t="0" r="r" b="b"/>
                <a:pathLst>
                  <a:path w="30" h="7">
                    <a:moveTo>
                      <a:pt x="30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30" name=""/>
              <p:cNvSpPr/>
              <p:nvPr/>
            </p:nvSpPr>
            <p:spPr>
              <a:xfrm rot="0">
                <a:off x="1806" y="29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31" name=""/>
              <p:cNvSpPr/>
              <p:nvPr/>
            </p:nvSpPr>
            <p:spPr>
              <a:xfrm rot="0">
                <a:off x="1806" y="2979"/>
                <a:ext cx="18" cy="26"/>
              </a:xfrm>
              <a:custGeom>
                <a:avLst/>
                <a:ahLst/>
                <a:rect l="0" t="0" r="r" b="b"/>
                <a:pathLst>
                  <a:path w="88" h="131">
                    <a:moveTo>
                      <a:pt x="61" y="0"/>
                    </a:moveTo>
                    <a:lnTo>
                      <a:pt x="30" y="8"/>
                    </a:lnTo>
                    <a:lnTo>
                      <a:pt x="0" y="15"/>
                    </a:lnTo>
                    <a:lnTo>
                      <a:pt x="26" y="131"/>
                    </a:lnTo>
                    <a:lnTo>
                      <a:pt x="57" y="124"/>
                    </a:lnTo>
                    <a:lnTo>
                      <a:pt x="88" y="117"/>
                    </a:lnTo>
                    <a:lnTo>
                      <a:pt x="6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32" name=""/>
              <p:cNvSpPr/>
              <p:nvPr/>
            </p:nvSpPr>
            <p:spPr>
              <a:xfrm rot="0">
                <a:off x="1806" y="2979"/>
                <a:ext cx="18" cy="26"/>
              </a:xfrm>
              <a:custGeom>
                <a:avLst/>
                <a:ahLst/>
                <a:rect l="0" t="0" r="r" b="b"/>
                <a:pathLst>
                  <a:path w="88" h="131">
                    <a:moveTo>
                      <a:pt x="61" y="0"/>
                    </a:moveTo>
                    <a:lnTo>
                      <a:pt x="30" y="8"/>
                    </a:lnTo>
                    <a:lnTo>
                      <a:pt x="0" y="15"/>
                    </a:lnTo>
                    <a:lnTo>
                      <a:pt x="26" y="131"/>
                    </a:lnTo>
                    <a:lnTo>
                      <a:pt x="57" y="124"/>
                    </a:lnTo>
                    <a:lnTo>
                      <a:pt x="88" y="117"/>
                    </a:lnTo>
                    <a:lnTo>
                      <a:pt x="6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33" name=""/>
              <p:cNvSpPr/>
              <p:nvPr/>
            </p:nvSpPr>
            <p:spPr>
              <a:xfrm rot="0">
                <a:off x="1811" y="3004"/>
                <a:ext cx="6" cy="2"/>
              </a:xfrm>
              <a:custGeom>
                <a:avLst/>
                <a:ahLst/>
                <a:rect l="0" t="0" r="r" b="b"/>
                <a:pathLst>
                  <a:path w="31" h="9">
                    <a:moveTo>
                      <a:pt x="31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34" name=""/>
              <p:cNvSpPr/>
              <p:nvPr/>
            </p:nvSpPr>
            <p:spPr>
              <a:xfrm rot="0">
                <a:off x="1811" y="30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35" name=""/>
              <p:cNvSpPr/>
              <p:nvPr/>
            </p:nvSpPr>
            <p:spPr>
              <a:xfrm rot="0">
                <a:off x="1812" y="3002"/>
                <a:ext cx="18" cy="26"/>
              </a:xfrm>
              <a:custGeom>
                <a:avLst/>
                <a:ahLst/>
                <a:rect l="0" t="0" r="r" b="b"/>
                <a:pathLst>
                  <a:path w="93" h="131">
                    <a:moveTo>
                      <a:pt x="58" y="0"/>
                    </a:moveTo>
                    <a:lnTo>
                      <a:pt x="29" y="9"/>
                    </a:lnTo>
                    <a:lnTo>
                      <a:pt x="0" y="18"/>
                    </a:lnTo>
                    <a:lnTo>
                      <a:pt x="34" y="131"/>
                    </a:lnTo>
                    <a:lnTo>
                      <a:pt x="63" y="123"/>
                    </a:lnTo>
                    <a:lnTo>
                      <a:pt x="93" y="114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36" name=""/>
              <p:cNvSpPr/>
              <p:nvPr/>
            </p:nvSpPr>
            <p:spPr>
              <a:xfrm rot="0">
                <a:off x="1812" y="3002"/>
                <a:ext cx="18" cy="26"/>
              </a:xfrm>
              <a:custGeom>
                <a:avLst/>
                <a:ahLst/>
                <a:rect l="0" t="0" r="r" b="b"/>
                <a:pathLst>
                  <a:path w="93" h="131">
                    <a:moveTo>
                      <a:pt x="58" y="0"/>
                    </a:moveTo>
                    <a:lnTo>
                      <a:pt x="29" y="9"/>
                    </a:lnTo>
                    <a:lnTo>
                      <a:pt x="0" y="18"/>
                    </a:lnTo>
                    <a:lnTo>
                      <a:pt x="34" y="131"/>
                    </a:lnTo>
                    <a:lnTo>
                      <a:pt x="63" y="123"/>
                    </a:lnTo>
                    <a:lnTo>
                      <a:pt x="93" y="114"/>
                    </a:lnTo>
                    <a:lnTo>
                      <a:pt x="5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337" name=""/>
              <p:cNvSpPr/>
              <p:nvPr/>
            </p:nvSpPr>
            <p:spPr>
              <a:xfrm rot="0">
                <a:off x="1818" y="3027"/>
                <a:ext cx="6" cy="2"/>
              </a:xfrm>
              <a:custGeom>
                <a:avLst/>
                <a:ahLst/>
                <a:rect l="0" t="0" r="r" b="b"/>
                <a:pathLst>
                  <a:path w="29" h="11">
                    <a:moveTo>
                      <a:pt x="29" y="0"/>
                    </a:moveTo>
                    <a:lnTo>
                      <a:pt x="0" y="8"/>
                    </a:lnTo>
                    <a:lnTo>
                      <a:pt x="0" y="11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338" name=""/>
              <p:cNvSpPr/>
              <p:nvPr/>
            </p:nvSpPr>
            <p:spPr>
              <a:xfrm rot="0">
                <a:off x="1818" y="30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77339" name=""/>
            <p:cNvSpPr/>
            <p:nvPr/>
          </p:nvSpPr>
          <p:spPr>
            <a:xfrm rot="0">
              <a:off x="1818" y="3024"/>
              <a:ext cx="21" cy="27"/>
            </a:xfrm>
            <a:custGeom>
              <a:avLst/>
              <a:ahLst/>
              <a:rect l="0" t="0" r="r" b="b"/>
              <a:pathLst>
                <a:path w="103" h="132">
                  <a:moveTo>
                    <a:pt x="59" y="0"/>
                  </a:moveTo>
                  <a:lnTo>
                    <a:pt x="29" y="11"/>
                  </a:lnTo>
                  <a:lnTo>
                    <a:pt x="0" y="22"/>
                  </a:lnTo>
                  <a:lnTo>
                    <a:pt x="44" y="132"/>
                  </a:lnTo>
                  <a:lnTo>
                    <a:pt x="73" y="121"/>
                  </a:lnTo>
                  <a:lnTo>
                    <a:pt x="103" y="110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40" name=""/>
            <p:cNvSpPr/>
            <p:nvPr/>
          </p:nvSpPr>
          <p:spPr>
            <a:xfrm rot="0">
              <a:off x="1818" y="3024"/>
              <a:ext cx="21" cy="27"/>
            </a:xfrm>
            <a:custGeom>
              <a:avLst/>
              <a:ahLst/>
              <a:rect l="0" t="0" r="r" b="b"/>
              <a:pathLst>
                <a:path w="103" h="132">
                  <a:moveTo>
                    <a:pt x="59" y="0"/>
                  </a:moveTo>
                  <a:lnTo>
                    <a:pt x="29" y="11"/>
                  </a:lnTo>
                  <a:lnTo>
                    <a:pt x="0" y="22"/>
                  </a:lnTo>
                  <a:lnTo>
                    <a:pt x="44" y="132"/>
                  </a:lnTo>
                  <a:lnTo>
                    <a:pt x="73" y="121"/>
                  </a:lnTo>
                  <a:lnTo>
                    <a:pt x="103" y="110"/>
                  </a:lnTo>
                  <a:lnTo>
                    <a:pt x="5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41" name=""/>
            <p:cNvSpPr/>
            <p:nvPr/>
          </p:nvSpPr>
          <p:spPr>
            <a:xfrm rot="0">
              <a:off x="1827" y="3049"/>
              <a:ext cx="6" cy="2"/>
            </a:xfrm>
            <a:custGeom>
              <a:avLst/>
              <a:ahLst/>
              <a:rect l="0" t="0" r="r" b="b"/>
              <a:pathLst>
                <a:path w="29" h="13">
                  <a:moveTo>
                    <a:pt x="29" y="0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42" name=""/>
            <p:cNvSpPr/>
            <p:nvPr/>
          </p:nvSpPr>
          <p:spPr>
            <a:xfrm rot="0">
              <a:off x="1827" y="30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43" name=""/>
            <p:cNvSpPr/>
            <p:nvPr/>
          </p:nvSpPr>
          <p:spPr>
            <a:xfrm rot="0">
              <a:off x="1827" y="3046"/>
              <a:ext cx="22" cy="27"/>
            </a:xfrm>
            <a:custGeom>
              <a:avLst/>
              <a:ahLst/>
              <a:rect l="0" t="0" r="r" b="b"/>
              <a:pathLst>
                <a:path w="108" h="135">
                  <a:moveTo>
                    <a:pt x="56" y="0"/>
                  </a:moveTo>
                  <a:lnTo>
                    <a:pt x="28" y="14"/>
                  </a:lnTo>
                  <a:lnTo>
                    <a:pt x="0" y="27"/>
                  </a:lnTo>
                  <a:lnTo>
                    <a:pt x="51" y="135"/>
                  </a:lnTo>
                  <a:lnTo>
                    <a:pt x="80" y="121"/>
                  </a:lnTo>
                  <a:lnTo>
                    <a:pt x="108" y="108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44" name=""/>
            <p:cNvSpPr/>
            <p:nvPr/>
          </p:nvSpPr>
          <p:spPr>
            <a:xfrm rot="0">
              <a:off x="1827" y="3046"/>
              <a:ext cx="22" cy="27"/>
            </a:xfrm>
            <a:custGeom>
              <a:avLst/>
              <a:ahLst/>
              <a:rect l="0" t="0" r="r" b="b"/>
              <a:pathLst>
                <a:path w="108" h="135">
                  <a:moveTo>
                    <a:pt x="56" y="0"/>
                  </a:moveTo>
                  <a:lnTo>
                    <a:pt x="28" y="14"/>
                  </a:lnTo>
                  <a:lnTo>
                    <a:pt x="0" y="27"/>
                  </a:lnTo>
                  <a:lnTo>
                    <a:pt x="51" y="135"/>
                  </a:lnTo>
                  <a:lnTo>
                    <a:pt x="80" y="121"/>
                  </a:lnTo>
                  <a:lnTo>
                    <a:pt x="108" y="108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45" name=""/>
            <p:cNvSpPr/>
            <p:nvPr/>
          </p:nvSpPr>
          <p:spPr>
            <a:xfrm rot="0">
              <a:off x="1838" y="3070"/>
              <a:ext cx="5" cy="3"/>
            </a:xfrm>
            <a:custGeom>
              <a:avLst/>
              <a:ahLst/>
              <a:rect l="0" t="0" r="r" b="b"/>
              <a:pathLst>
                <a:path w="29" h="16">
                  <a:moveTo>
                    <a:pt x="29" y="0"/>
                  </a:moveTo>
                  <a:lnTo>
                    <a:pt x="0" y="14"/>
                  </a:lnTo>
                  <a:lnTo>
                    <a:pt x="2" y="16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46" name=""/>
            <p:cNvSpPr/>
            <p:nvPr/>
          </p:nvSpPr>
          <p:spPr>
            <a:xfrm rot="0">
              <a:off x="1838" y="30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47" name=""/>
            <p:cNvSpPr/>
            <p:nvPr/>
          </p:nvSpPr>
          <p:spPr>
            <a:xfrm rot="0">
              <a:off x="1838" y="3067"/>
              <a:ext cx="22" cy="27"/>
            </a:xfrm>
            <a:custGeom>
              <a:avLst/>
              <a:ahLst/>
              <a:rect l="0" t="0" r="r" b="b"/>
              <a:pathLst>
                <a:path w="112" h="135">
                  <a:moveTo>
                    <a:pt x="53" y="0"/>
                  </a:moveTo>
                  <a:lnTo>
                    <a:pt x="27" y="16"/>
                  </a:lnTo>
                  <a:lnTo>
                    <a:pt x="0" y="32"/>
                  </a:lnTo>
                  <a:lnTo>
                    <a:pt x="58" y="135"/>
                  </a:lnTo>
                  <a:lnTo>
                    <a:pt x="85" y="119"/>
                  </a:lnTo>
                  <a:lnTo>
                    <a:pt x="112" y="103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48" name=""/>
            <p:cNvSpPr/>
            <p:nvPr/>
          </p:nvSpPr>
          <p:spPr>
            <a:xfrm rot="0">
              <a:off x="1838" y="3067"/>
              <a:ext cx="22" cy="27"/>
            </a:xfrm>
            <a:custGeom>
              <a:avLst/>
              <a:ahLst/>
              <a:rect l="0" t="0" r="r" b="b"/>
              <a:pathLst>
                <a:path w="112" h="135">
                  <a:moveTo>
                    <a:pt x="53" y="0"/>
                  </a:moveTo>
                  <a:lnTo>
                    <a:pt x="27" y="16"/>
                  </a:lnTo>
                  <a:lnTo>
                    <a:pt x="0" y="32"/>
                  </a:lnTo>
                  <a:lnTo>
                    <a:pt x="58" y="135"/>
                  </a:lnTo>
                  <a:lnTo>
                    <a:pt x="85" y="119"/>
                  </a:lnTo>
                  <a:lnTo>
                    <a:pt x="112" y="103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49" name=""/>
            <p:cNvSpPr/>
            <p:nvPr/>
          </p:nvSpPr>
          <p:spPr>
            <a:xfrm rot="0">
              <a:off x="1850" y="3091"/>
              <a:ext cx="5" cy="3"/>
            </a:xfrm>
            <a:custGeom>
              <a:avLst/>
              <a:ahLst/>
              <a:rect l="0" t="0" r="r" b="b"/>
              <a:pathLst>
                <a:path w="27" h="17">
                  <a:moveTo>
                    <a:pt x="27" y="0"/>
                  </a:moveTo>
                  <a:lnTo>
                    <a:pt x="0" y="16"/>
                  </a:lnTo>
                  <a:lnTo>
                    <a:pt x="2" y="17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50" name=""/>
            <p:cNvSpPr/>
            <p:nvPr/>
          </p:nvSpPr>
          <p:spPr>
            <a:xfrm rot="0">
              <a:off x="1850" y="30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51" name=""/>
            <p:cNvSpPr/>
            <p:nvPr/>
          </p:nvSpPr>
          <p:spPr>
            <a:xfrm rot="0">
              <a:off x="1850" y="3087"/>
              <a:ext cx="24" cy="27"/>
            </a:xfrm>
            <a:custGeom>
              <a:avLst/>
              <a:ahLst/>
              <a:rect l="0" t="0" r="r" b="b"/>
              <a:pathLst>
                <a:path w="118" h="133">
                  <a:moveTo>
                    <a:pt x="51" y="0"/>
                  </a:moveTo>
                  <a:lnTo>
                    <a:pt x="25" y="17"/>
                  </a:lnTo>
                  <a:lnTo>
                    <a:pt x="0" y="34"/>
                  </a:lnTo>
                  <a:lnTo>
                    <a:pt x="67" y="133"/>
                  </a:lnTo>
                  <a:lnTo>
                    <a:pt x="92" y="116"/>
                  </a:lnTo>
                  <a:lnTo>
                    <a:pt x="118" y="99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52" name=""/>
            <p:cNvSpPr/>
            <p:nvPr/>
          </p:nvSpPr>
          <p:spPr>
            <a:xfrm rot="0">
              <a:off x="1850" y="3087"/>
              <a:ext cx="24" cy="27"/>
            </a:xfrm>
            <a:custGeom>
              <a:avLst/>
              <a:ahLst/>
              <a:rect l="0" t="0" r="r" b="b"/>
              <a:pathLst>
                <a:path w="118" h="133">
                  <a:moveTo>
                    <a:pt x="51" y="0"/>
                  </a:moveTo>
                  <a:lnTo>
                    <a:pt x="25" y="17"/>
                  </a:lnTo>
                  <a:lnTo>
                    <a:pt x="0" y="34"/>
                  </a:lnTo>
                  <a:lnTo>
                    <a:pt x="67" y="133"/>
                  </a:lnTo>
                  <a:lnTo>
                    <a:pt x="92" y="116"/>
                  </a:lnTo>
                  <a:lnTo>
                    <a:pt x="118" y="99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53" name=""/>
            <p:cNvSpPr/>
            <p:nvPr/>
          </p:nvSpPr>
          <p:spPr>
            <a:xfrm rot="0">
              <a:off x="1863" y="3110"/>
              <a:ext cx="5" cy="4"/>
            </a:xfrm>
            <a:custGeom>
              <a:avLst/>
              <a:ahLst/>
              <a:rect l="0" t="0" r="r" b="b"/>
              <a:pathLst>
                <a:path w="25" h="20">
                  <a:moveTo>
                    <a:pt x="25" y="0"/>
                  </a:moveTo>
                  <a:lnTo>
                    <a:pt x="0" y="17"/>
                  </a:lnTo>
                  <a:lnTo>
                    <a:pt x="1" y="2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54" name=""/>
            <p:cNvSpPr/>
            <p:nvPr/>
          </p:nvSpPr>
          <p:spPr>
            <a:xfrm rot="0">
              <a:off x="1863" y="31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55" name=""/>
            <p:cNvSpPr/>
            <p:nvPr/>
          </p:nvSpPr>
          <p:spPr>
            <a:xfrm rot="0">
              <a:off x="1864" y="3106"/>
              <a:ext cx="24" cy="27"/>
            </a:xfrm>
            <a:custGeom>
              <a:avLst/>
              <a:ahLst/>
              <a:rect l="0" t="0" r="r" b="b"/>
              <a:pathLst>
                <a:path w="123" h="132">
                  <a:moveTo>
                    <a:pt x="49" y="0"/>
                  </a:moveTo>
                  <a:lnTo>
                    <a:pt x="24" y="20"/>
                  </a:lnTo>
                  <a:lnTo>
                    <a:pt x="0" y="40"/>
                  </a:lnTo>
                  <a:lnTo>
                    <a:pt x="75" y="132"/>
                  </a:lnTo>
                  <a:lnTo>
                    <a:pt x="99" y="113"/>
                  </a:lnTo>
                  <a:lnTo>
                    <a:pt x="123" y="93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56" name=""/>
            <p:cNvSpPr/>
            <p:nvPr/>
          </p:nvSpPr>
          <p:spPr>
            <a:xfrm rot="0">
              <a:off x="1864" y="3106"/>
              <a:ext cx="24" cy="27"/>
            </a:xfrm>
            <a:custGeom>
              <a:avLst/>
              <a:ahLst/>
              <a:rect l="0" t="0" r="r" b="b"/>
              <a:pathLst>
                <a:path w="123" h="132">
                  <a:moveTo>
                    <a:pt x="49" y="0"/>
                  </a:moveTo>
                  <a:lnTo>
                    <a:pt x="24" y="20"/>
                  </a:lnTo>
                  <a:lnTo>
                    <a:pt x="0" y="40"/>
                  </a:lnTo>
                  <a:lnTo>
                    <a:pt x="75" y="132"/>
                  </a:lnTo>
                  <a:lnTo>
                    <a:pt x="99" y="113"/>
                  </a:lnTo>
                  <a:lnTo>
                    <a:pt x="123" y="9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57" name=""/>
            <p:cNvSpPr/>
            <p:nvPr/>
          </p:nvSpPr>
          <p:spPr>
            <a:xfrm rot="0">
              <a:off x="1879" y="3129"/>
              <a:ext cx="4" cy="4"/>
            </a:xfrm>
            <a:custGeom>
              <a:avLst/>
              <a:ahLst/>
              <a:rect l="0" t="0" r="r" b="b"/>
              <a:pathLst>
                <a:path w="24" h="21">
                  <a:moveTo>
                    <a:pt x="24" y="0"/>
                  </a:moveTo>
                  <a:lnTo>
                    <a:pt x="0" y="19"/>
                  </a:lnTo>
                  <a:lnTo>
                    <a:pt x="1" y="21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58" name=""/>
            <p:cNvSpPr/>
            <p:nvPr/>
          </p:nvSpPr>
          <p:spPr>
            <a:xfrm rot="0">
              <a:off x="1879" y="31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59" name=""/>
            <p:cNvSpPr/>
            <p:nvPr/>
          </p:nvSpPr>
          <p:spPr>
            <a:xfrm rot="0">
              <a:off x="1879" y="3125"/>
              <a:ext cx="25" cy="26"/>
            </a:xfrm>
            <a:custGeom>
              <a:avLst/>
              <a:ahLst/>
              <a:rect l="0" t="0" r="r" b="b"/>
              <a:pathLst>
                <a:path w="127" h="130">
                  <a:moveTo>
                    <a:pt x="46" y="0"/>
                  </a:moveTo>
                  <a:lnTo>
                    <a:pt x="23" y="21"/>
                  </a:lnTo>
                  <a:lnTo>
                    <a:pt x="0" y="42"/>
                  </a:lnTo>
                  <a:lnTo>
                    <a:pt x="80" y="130"/>
                  </a:lnTo>
                  <a:lnTo>
                    <a:pt x="104" y="109"/>
                  </a:lnTo>
                  <a:lnTo>
                    <a:pt x="127" y="88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60" name=""/>
            <p:cNvSpPr/>
            <p:nvPr/>
          </p:nvSpPr>
          <p:spPr>
            <a:xfrm rot="0">
              <a:off x="1879" y="3125"/>
              <a:ext cx="25" cy="26"/>
            </a:xfrm>
            <a:custGeom>
              <a:avLst/>
              <a:ahLst/>
              <a:rect l="0" t="0" r="r" b="b"/>
              <a:pathLst>
                <a:path w="127" h="130">
                  <a:moveTo>
                    <a:pt x="46" y="0"/>
                  </a:moveTo>
                  <a:lnTo>
                    <a:pt x="23" y="21"/>
                  </a:lnTo>
                  <a:lnTo>
                    <a:pt x="0" y="42"/>
                  </a:lnTo>
                  <a:lnTo>
                    <a:pt x="80" y="130"/>
                  </a:lnTo>
                  <a:lnTo>
                    <a:pt x="104" y="109"/>
                  </a:lnTo>
                  <a:lnTo>
                    <a:pt x="127" y="88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61" name=""/>
            <p:cNvSpPr/>
            <p:nvPr/>
          </p:nvSpPr>
          <p:spPr>
            <a:xfrm rot="0">
              <a:off x="1895" y="3147"/>
              <a:ext cx="5" cy="4"/>
            </a:xfrm>
            <a:custGeom>
              <a:avLst/>
              <a:ahLst/>
              <a:rect l="0" t="0" r="r" b="b"/>
              <a:pathLst>
                <a:path w="24" h="23">
                  <a:moveTo>
                    <a:pt x="24" y="0"/>
                  </a:moveTo>
                  <a:lnTo>
                    <a:pt x="0" y="21"/>
                  </a:lnTo>
                  <a:lnTo>
                    <a:pt x="3" y="23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62" name=""/>
            <p:cNvSpPr/>
            <p:nvPr/>
          </p:nvSpPr>
          <p:spPr>
            <a:xfrm rot="0">
              <a:off x="1895" y="31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63" name=""/>
            <p:cNvSpPr/>
            <p:nvPr/>
          </p:nvSpPr>
          <p:spPr>
            <a:xfrm rot="0">
              <a:off x="1895" y="3142"/>
              <a:ext cx="26" cy="25"/>
            </a:xfrm>
            <a:custGeom>
              <a:avLst/>
              <a:ahLst/>
              <a:rect l="0" t="0" r="r" b="b"/>
              <a:pathLst>
                <a:path w="128" h="127">
                  <a:moveTo>
                    <a:pt x="41" y="0"/>
                  </a:moveTo>
                  <a:lnTo>
                    <a:pt x="21" y="23"/>
                  </a:lnTo>
                  <a:lnTo>
                    <a:pt x="0" y="46"/>
                  </a:lnTo>
                  <a:lnTo>
                    <a:pt x="87" y="127"/>
                  </a:lnTo>
                  <a:lnTo>
                    <a:pt x="107" y="104"/>
                  </a:lnTo>
                  <a:lnTo>
                    <a:pt x="128" y="80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64" name=""/>
            <p:cNvSpPr/>
            <p:nvPr/>
          </p:nvSpPr>
          <p:spPr>
            <a:xfrm rot="0">
              <a:off x="1895" y="3142"/>
              <a:ext cx="26" cy="25"/>
            </a:xfrm>
            <a:custGeom>
              <a:avLst/>
              <a:ahLst/>
              <a:rect l="0" t="0" r="r" b="b"/>
              <a:pathLst>
                <a:path w="128" h="127">
                  <a:moveTo>
                    <a:pt x="41" y="0"/>
                  </a:moveTo>
                  <a:lnTo>
                    <a:pt x="21" y="23"/>
                  </a:lnTo>
                  <a:lnTo>
                    <a:pt x="0" y="46"/>
                  </a:lnTo>
                  <a:lnTo>
                    <a:pt x="87" y="127"/>
                  </a:lnTo>
                  <a:lnTo>
                    <a:pt x="107" y="104"/>
                  </a:lnTo>
                  <a:lnTo>
                    <a:pt x="128" y="80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65" name=""/>
            <p:cNvSpPr/>
            <p:nvPr/>
          </p:nvSpPr>
          <p:spPr>
            <a:xfrm rot="0">
              <a:off x="1913" y="3163"/>
              <a:ext cx="4" cy="5"/>
            </a:xfrm>
            <a:custGeom>
              <a:avLst/>
              <a:ahLst/>
              <a:rect l="0" t="0" r="r" b="b"/>
              <a:pathLst>
                <a:path w="20" h="24">
                  <a:moveTo>
                    <a:pt x="20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66" name=""/>
            <p:cNvSpPr/>
            <p:nvPr/>
          </p:nvSpPr>
          <p:spPr>
            <a:xfrm rot="0">
              <a:off x="1913" y="3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67" name=""/>
            <p:cNvSpPr/>
            <p:nvPr/>
          </p:nvSpPr>
          <p:spPr>
            <a:xfrm rot="0">
              <a:off x="1913" y="3158"/>
              <a:ext cx="26" cy="25"/>
            </a:xfrm>
            <a:custGeom>
              <a:avLst/>
              <a:ahLst/>
              <a:rect l="0" t="0" r="r" b="b"/>
              <a:pathLst>
                <a:path w="132" h="124">
                  <a:moveTo>
                    <a:pt x="39" y="0"/>
                  </a:moveTo>
                  <a:lnTo>
                    <a:pt x="19" y="25"/>
                  </a:lnTo>
                  <a:lnTo>
                    <a:pt x="0" y="49"/>
                  </a:lnTo>
                  <a:lnTo>
                    <a:pt x="93" y="124"/>
                  </a:lnTo>
                  <a:lnTo>
                    <a:pt x="112" y="99"/>
                  </a:lnTo>
                  <a:lnTo>
                    <a:pt x="132" y="75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68" name=""/>
            <p:cNvSpPr/>
            <p:nvPr/>
          </p:nvSpPr>
          <p:spPr>
            <a:xfrm rot="0">
              <a:off x="1913" y="3158"/>
              <a:ext cx="26" cy="25"/>
            </a:xfrm>
            <a:custGeom>
              <a:avLst/>
              <a:ahLst/>
              <a:rect l="0" t="0" r="r" b="b"/>
              <a:pathLst>
                <a:path w="132" h="124">
                  <a:moveTo>
                    <a:pt x="39" y="0"/>
                  </a:moveTo>
                  <a:lnTo>
                    <a:pt x="19" y="25"/>
                  </a:lnTo>
                  <a:lnTo>
                    <a:pt x="0" y="49"/>
                  </a:lnTo>
                  <a:lnTo>
                    <a:pt x="93" y="124"/>
                  </a:lnTo>
                  <a:lnTo>
                    <a:pt x="112" y="99"/>
                  </a:lnTo>
                  <a:lnTo>
                    <a:pt x="132" y="75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69" name=""/>
            <p:cNvSpPr/>
            <p:nvPr/>
          </p:nvSpPr>
          <p:spPr>
            <a:xfrm rot="0">
              <a:off x="1932" y="3173"/>
              <a:ext cx="10" cy="11"/>
            </a:xfrm>
            <a:custGeom>
              <a:avLst/>
              <a:ahLst/>
              <a:rect l="0" t="0" r="r" b="b"/>
              <a:pathLst>
                <a:path w="50" h="55">
                  <a:moveTo>
                    <a:pt x="19" y="24"/>
                  </a:moveTo>
                  <a:lnTo>
                    <a:pt x="39" y="0"/>
                  </a:lnTo>
                  <a:lnTo>
                    <a:pt x="45" y="7"/>
                  </a:lnTo>
                  <a:lnTo>
                    <a:pt x="50" y="16"/>
                  </a:lnTo>
                  <a:lnTo>
                    <a:pt x="50" y="25"/>
                  </a:lnTo>
                  <a:lnTo>
                    <a:pt x="49" y="35"/>
                  </a:lnTo>
                  <a:lnTo>
                    <a:pt x="44" y="44"/>
                  </a:lnTo>
                  <a:lnTo>
                    <a:pt x="36" y="50"/>
                  </a:lnTo>
                  <a:lnTo>
                    <a:pt x="28" y="55"/>
                  </a:lnTo>
                  <a:lnTo>
                    <a:pt x="18" y="55"/>
                  </a:lnTo>
                  <a:lnTo>
                    <a:pt x="8" y="54"/>
                  </a:lnTo>
                  <a:lnTo>
                    <a:pt x="0" y="49"/>
                  </a:lnTo>
                  <a:lnTo>
                    <a:pt x="1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70" name=""/>
            <p:cNvSpPr/>
            <p:nvPr/>
          </p:nvSpPr>
          <p:spPr>
            <a:xfrm rot="0">
              <a:off x="1932" y="3173"/>
              <a:ext cx="10" cy="11"/>
            </a:xfrm>
            <a:custGeom>
              <a:avLst/>
              <a:ahLst/>
              <a:rect l="0" t="0" r="r" b="b"/>
              <a:pathLst>
                <a:path w="50" h="55">
                  <a:moveTo>
                    <a:pt x="39" y="0"/>
                  </a:moveTo>
                  <a:lnTo>
                    <a:pt x="45" y="7"/>
                  </a:lnTo>
                  <a:lnTo>
                    <a:pt x="50" y="16"/>
                  </a:lnTo>
                  <a:lnTo>
                    <a:pt x="50" y="25"/>
                  </a:lnTo>
                  <a:lnTo>
                    <a:pt x="49" y="35"/>
                  </a:lnTo>
                  <a:lnTo>
                    <a:pt x="44" y="44"/>
                  </a:lnTo>
                  <a:lnTo>
                    <a:pt x="36" y="50"/>
                  </a:lnTo>
                  <a:lnTo>
                    <a:pt x="28" y="55"/>
                  </a:lnTo>
                  <a:lnTo>
                    <a:pt x="18" y="55"/>
                  </a:lnTo>
                  <a:lnTo>
                    <a:pt x="8" y="54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1" name=""/>
            <p:cNvSpPr/>
            <p:nvPr/>
          </p:nvSpPr>
          <p:spPr>
            <a:xfrm rot="0">
              <a:off x="1806" y="1164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2" name=""/>
            <p:cNvSpPr/>
            <p:nvPr/>
          </p:nvSpPr>
          <p:spPr>
            <a:xfrm rot="0">
              <a:off x="1806" y="1271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3" name=""/>
            <p:cNvSpPr/>
            <p:nvPr/>
          </p:nvSpPr>
          <p:spPr>
            <a:xfrm rot="0">
              <a:off x="1806" y="1380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4" name=""/>
            <p:cNvSpPr/>
            <p:nvPr/>
          </p:nvSpPr>
          <p:spPr>
            <a:xfrm rot="0">
              <a:off x="1806" y="1489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5" name=""/>
            <p:cNvSpPr/>
            <p:nvPr/>
          </p:nvSpPr>
          <p:spPr>
            <a:xfrm rot="0">
              <a:off x="1806" y="1597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6" name=""/>
            <p:cNvSpPr/>
            <p:nvPr/>
          </p:nvSpPr>
          <p:spPr>
            <a:xfrm rot="0">
              <a:off x="1806" y="1706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7" name=""/>
            <p:cNvSpPr/>
            <p:nvPr/>
          </p:nvSpPr>
          <p:spPr>
            <a:xfrm rot="0">
              <a:off x="1806" y="181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8" name=""/>
            <p:cNvSpPr/>
            <p:nvPr/>
          </p:nvSpPr>
          <p:spPr>
            <a:xfrm rot="0" flipV="1">
              <a:off x="2444" y="181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79" name=""/>
            <p:cNvSpPr/>
            <p:nvPr/>
          </p:nvSpPr>
          <p:spPr>
            <a:xfrm rot="0" flipV="1">
              <a:off x="2444" y="1706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0" name=""/>
            <p:cNvSpPr/>
            <p:nvPr/>
          </p:nvSpPr>
          <p:spPr>
            <a:xfrm rot="0" flipV="1">
              <a:off x="2444" y="1597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1" name=""/>
            <p:cNvSpPr/>
            <p:nvPr/>
          </p:nvSpPr>
          <p:spPr>
            <a:xfrm rot="0" flipV="1">
              <a:off x="2444" y="1489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2" name=""/>
            <p:cNvSpPr/>
            <p:nvPr/>
          </p:nvSpPr>
          <p:spPr>
            <a:xfrm rot="0" flipV="1">
              <a:off x="2444" y="1380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3" name=""/>
            <p:cNvSpPr/>
            <p:nvPr/>
          </p:nvSpPr>
          <p:spPr>
            <a:xfrm rot="0" flipV="1">
              <a:off x="2444" y="1271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4" name=""/>
            <p:cNvSpPr/>
            <p:nvPr/>
          </p:nvSpPr>
          <p:spPr>
            <a:xfrm rot="0" flipV="1">
              <a:off x="2444" y="1164"/>
              <a:ext cx="1" cy="7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5" name=""/>
            <p:cNvSpPr/>
            <p:nvPr/>
          </p:nvSpPr>
          <p:spPr>
            <a:xfrm rot="0">
              <a:off x="2309" y="115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8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86" name=""/>
            <p:cNvSpPr/>
            <p:nvPr/>
          </p:nvSpPr>
          <p:spPr>
            <a:xfrm rot="0">
              <a:off x="2309" y="115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8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7" name=""/>
            <p:cNvSpPr/>
            <p:nvPr/>
          </p:nvSpPr>
          <p:spPr>
            <a:xfrm rot="0">
              <a:off x="2315" y="1157"/>
              <a:ext cx="332" cy="13"/>
            </a:xfrm>
            <a:custGeom>
              <a:avLst/>
              <a:ahLst/>
              <a:rect l="0" t="0" r="r" b="b"/>
              <a:pathLst>
                <a:path w="1659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659" y="62"/>
                  </a:lnTo>
                  <a:lnTo>
                    <a:pt x="1659" y="32"/>
                  </a:lnTo>
                  <a:lnTo>
                    <a:pt x="165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88" name=""/>
            <p:cNvSpPr/>
            <p:nvPr/>
          </p:nvSpPr>
          <p:spPr>
            <a:xfrm rot="0">
              <a:off x="2315" y="1157"/>
              <a:ext cx="332" cy="13"/>
            </a:xfrm>
            <a:custGeom>
              <a:avLst/>
              <a:ahLst/>
              <a:rect l="0" t="0" r="r" b="b"/>
              <a:pathLst>
                <a:path w="1659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659" y="62"/>
                  </a:lnTo>
                  <a:lnTo>
                    <a:pt x="1659" y="32"/>
                  </a:lnTo>
                  <a:lnTo>
                    <a:pt x="165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89" name=""/>
            <p:cNvSpPr/>
            <p:nvPr/>
          </p:nvSpPr>
          <p:spPr>
            <a:xfrm rot="0">
              <a:off x="2647" y="115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0" y="32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8"/>
                  </a:lnTo>
                  <a:lnTo>
                    <a:pt x="9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90" name=""/>
            <p:cNvSpPr/>
            <p:nvPr/>
          </p:nvSpPr>
          <p:spPr>
            <a:xfrm rot="0">
              <a:off x="2647" y="115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0" y="0"/>
                  </a:move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8"/>
                  </a:lnTo>
                  <a:lnTo>
                    <a:pt x="9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91" name=""/>
            <p:cNvSpPr/>
            <p:nvPr/>
          </p:nvSpPr>
          <p:spPr>
            <a:xfrm rot="0">
              <a:off x="2309" y="1157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92" name=""/>
            <p:cNvSpPr/>
            <p:nvPr/>
          </p:nvSpPr>
          <p:spPr>
            <a:xfrm rot="0">
              <a:off x="2309" y="1157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93" name=""/>
            <p:cNvSpPr/>
            <p:nvPr/>
          </p:nvSpPr>
          <p:spPr>
            <a:xfrm rot="0">
              <a:off x="2309" y="1164"/>
              <a:ext cx="12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62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94" name=""/>
            <p:cNvSpPr/>
            <p:nvPr/>
          </p:nvSpPr>
          <p:spPr>
            <a:xfrm rot="0">
              <a:off x="2309" y="1164"/>
              <a:ext cx="12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62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95" name=""/>
            <p:cNvSpPr/>
            <p:nvPr/>
          </p:nvSpPr>
          <p:spPr>
            <a:xfrm rot="0">
              <a:off x="2309" y="1453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60" y="10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96" name=""/>
            <p:cNvSpPr/>
            <p:nvPr/>
          </p:nvSpPr>
          <p:spPr>
            <a:xfrm rot="0">
              <a:off x="2309" y="1453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10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97" name=""/>
            <p:cNvSpPr/>
            <p:nvPr/>
          </p:nvSpPr>
          <p:spPr>
            <a:xfrm rot="0">
              <a:off x="2315" y="1446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0"/>
                  </a:lnTo>
                  <a:lnTo>
                    <a:pt x="19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398" name=""/>
            <p:cNvSpPr/>
            <p:nvPr/>
          </p:nvSpPr>
          <p:spPr>
            <a:xfrm rot="0">
              <a:off x="2315" y="1446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0"/>
                  </a:lnTo>
                  <a:lnTo>
                    <a:pt x="19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399" name=""/>
            <p:cNvSpPr/>
            <p:nvPr/>
          </p:nvSpPr>
          <p:spPr>
            <a:xfrm rot="0">
              <a:off x="1935" y="1446"/>
              <a:ext cx="380" cy="13"/>
            </a:xfrm>
            <a:custGeom>
              <a:avLst/>
              <a:ahLst/>
              <a:rect l="0" t="0" r="r" b="b"/>
              <a:pathLst>
                <a:path w="1897" h="62">
                  <a:moveTo>
                    <a:pt x="1897" y="62"/>
                  </a:moveTo>
                  <a:lnTo>
                    <a:pt x="1897" y="32"/>
                  </a:lnTo>
                  <a:lnTo>
                    <a:pt x="1897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897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00" name=""/>
            <p:cNvSpPr/>
            <p:nvPr/>
          </p:nvSpPr>
          <p:spPr>
            <a:xfrm rot="0">
              <a:off x="1935" y="1446"/>
              <a:ext cx="380" cy="13"/>
            </a:xfrm>
            <a:custGeom>
              <a:avLst/>
              <a:ahLst/>
              <a:rect l="0" t="0" r="r" b="b"/>
              <a:pathLst>
                <a:path w="1897" h="62">
                  <a:moveTo>
                    <a:pt x="1897" y="62"/>
                  </a:moveTo>
                  <a:lnTo>
                    <a:pt x="1897" y="32"/>
                  </a:lnTo>
                  <a:lnTo>
                    <a:pt x="1897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897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01" name=""/>
            <p:cNvSpPr/>
            <p:nvPr/>
          </p:nvSpPr>
          <p:spPr>
            <a:xfrm rot="0">
              <a:off x="1929" y="1446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02" name=""/>
            <p:cNvSpPr/>
            <p:nvPr/>
          </p:nvSpPr>
          <p:spPr>
            <a:xfrm rot="0">
              <a:off x="1929" y="1446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03" name=""/>
            <p:cNvSpPr/>
            <p:nvPr/>
          </p:nvSpPr>
          <p:spPr>
            <a:xfrm rot="0">
              <a:off x="1929" y="1453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60" y="10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04" name=""/>
            <p:cNvSpPr/>
            <p:nvPr/>
          </p:nvSpPr>
          <p:spPr>
            <a:xfrm rot="0">
              <a:off x="1929" y="1453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10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05" name=""/>
            <p:cNvSpPr/>
            <p:nvPr/>
          </p:nvSpPr>
          <p:spPr>
            <a:xfrm rot="0">
              <a:off x="1929" y="1164"/>
              <a:ext cx="13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0" y="1444"/>
                  </a:move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06" name=""/>
            <p:cNvSpPr/>
            <p:nvPr/>
          </p:nvSpPr>
          <p:spPr>
            <a:xfrm rot="0">
              <a:off x="1929" y="1164"/>
              <a:ext cx="13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0" y="1444"/>
                  </a:move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07" name=""/>
            <p:cNvSpPr/>
            <p:nvPr/>
          </p:nvSpPr>
          <p:spPr>
            <a:xfrm rot="0">
              <a:off x="1929" y="1157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08" name=""/>
            <p:cNvSpPr/>
            <p:nvPr/>
          </p:nvSpPr>
          <p:spPr>
            <a:xfrm rot="0">
              <a:off x="1929" y="1157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09" name=""/>
            <p:cNvSpPr/>
            <p:nvPr/>
          </p:nvSpPr>
          <p:spPr>
            <a:xfrm rot="0">
              <a:off x="1598" y="115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3" y="58"/>
                  </a:lnTo>
                  <a:lnTo>
                    <a:pt x="5" y="50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10" name=""/>
            <p:cNvSpPr/>
            <p:nvPr/>
          </p:nvSpPr>
          <p:spPr>
            <a:xfrm rot="0">
              <a:off x="1598" y="115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3" y="58"/>
                  </a:lnTo>
                  <a:lnTo>
                    <a:pt x="5" y="50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11" name=""/>
            <p:cNvSpPr/>
            <p:nvPr/>
          </p:nvSpPr>
          <p:spPr>
            <a:xfrm rot="0">
              <a:off x="1604" y="1157"/>
              <a:ext cx="331" cy="13"/>
            </a:xfrm>
            <a:custGeom>
              <a:avLst/>
              <a:ahLst/>
              <a:rect l="0" t="0" r="r" b="b"/>
              <a:pathLst>
                <a:path w="165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658" y="62"/>
                  </a:lnTo>
                  <a:lnTo>
                    <a:pt x="1658" y="32"/>
                  </a:lnTo>
                  <a:lnTo>
                    <a:pt x="165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12" name=""/>
            <p:cNvSpPr/>
            <p:nvPr/>
          </p:nvSpPr>
          <p:spPr>
            <a:xfrm rot="0">
              <a:off x="1604" y="1157"/>
              <a:ext cx="331" cy="13"/>
            </a:xfrm>
            <a:custGeom>
              <a:avLst/>
              <a:ahLst/>
              <a:rect l="0" t="0" r="r" b="b"/>
              <a:pathLst>
                <a:path w="165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658" y="62"/>
                  </a:lnTo>
                  <a:lnTo>
                    <a:pt x="1658" y="32"/>
                  </a:lnTo>
                  <a:lnTo>
                    <a:pt x="165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13" name=""/>
            <p:cNvSpPr/>
            <p:nvPr/>
          </p:nvSpPr>
          <p:spPr>
            <a:xfrm rot="0">
              <a:off x="1935" y="1157"/>
              <a:ext cx="7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0"/>
                  </a:lnTo>
                  <a:lnTo>
                    <a:pt x="19" y="58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14" name=""/>
            <p:cNvSpPr/>
            <p:nvPr/>
          </p:nvSpPr>
          <p:spPr>
            <a:xfrm rot="0">
              <a:off x="1935" y="1157"/>
              <a:ext cx="7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3"/>
                  </a:lnTo>
                  <a:lnTo>
                    <a:pt x="19" y="6"/>
                  </a:lnTo>
                  <a:lnTo>
                    <a:pt x="26" y="14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2"/>
                  </a:lnTo>
                  <a:lnTo>
                    <a:pt x="26" y="50"/>
                  </a:lnTo>
                  <a:lnTo>
                    <a:pt x="19" y="58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15" name=""/>
            <p:cNvSpPr/>
            <p:nvPr/>
          </p:nvSpPr>
          <p:spPr>
            <a:xfrm rot="0">
              <a:off x="2375" y="1879"/>
              <a:ext cx="6" cy="13"/>
            </a:xfrm>
            <a:custGeom>
              <a:avLst/>
              <a:ahLst/>
              <a:rect l="0" t="0" r="r" b="b"/>
              <a:pathLst>
                <a:path w="30" h="63">
                  <a:moveTo>
                    <a:pt x="30" y="32"/>
                  </a:moveTo>
                  <a:lnTo>
                    <a:pt x="30" y="63"/>
                  </a:lnTo>
                  <a:lnTo>
                    <a:pt x="20" y="62"/>
                  </a:lnTo>
                  <a:lnTo>
                    <a:pt x="12" y="58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16" name=""/>
            <p:cNvSpPr/>
            <p:nvPr/>
          </p:nvSpPr>
          <p:spPr>
            <a:xfrm rot="0">
              <a:off x="2375" y="1879"/>
              <a:ext cx="6" cy="13"/>
            </a:xfrm>
            <a:custGeom>
              <a:avLst/>
              <a:ahLst/>
              <a:rect l="0" t="0" r="r" b="b"/>
              <a:pathLst>
                <a:path w="30" h="63">
                  <a:moveTo>
                    <a:pt x="30" y="63"/>
                  </a:moveTo>
                  <a:lnTo>
                    <a:pt x="20" y="62"/>
                  </a:lnTo>
                  <a:lnTo>
                    <a:pt x="12" y="58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17" name=""/>
            <p:cNvSpPr/>
            <p:nvPr/>
          </p:nvSpPr>
          <p:spPr>
            <a:xfrm rot="0">
              <a:off x="2381" y="1879"/>
              <a:ext cx="266" cy="13"/>
            </a:xfrm>
            <a:custGeom>
              <a:avLst/>
              <a:ahLst/>
              <a:rect l="0" t="0" r="r" b="b"/>
              <a:pathLst>
                <a:path w="1329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329" y="63"/>
                  </a:lnTo>
                  <a:lnTo>
                    <a:pt x="1329" y="32"/>
                  </a:lnTo>
                  <a:lnTo>
                    <a:pt x="132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18" name=""/>
            <p:cNvSpPr/>
            <p:nvPr/>
          </p:nvSpPr>
          <p:spPr>
            <a:xfrm rot="0">
              <a:off x="2381" y="1879"/>
              <a:ext cx="266" cy="13"/>
            </a:xfrm>
            <a:custGeom>
              <a:avLst/>
              <a:ahLst/>
              <a:rect l="0" t="0" r="r" b="b"/>
              <a:pathLst>
                <a:path w="1329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329" y="63"/>
                  </a:lnTo>
                  <a:lnTo>
                    <a:pt x="1329" y="32"/>
                  </a:lnTo>
                  <a:lnTo>
                    <a:pt x="132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19" name=""/>
            <p:cNvSpPr/>
            <p:nvPr/>
          </p:nvSpPr>
          <p:spPr>
            <a:xfrm rot="0">
              <a:off x="2647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0" y="32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8" y="7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1"/>
                  </a:lnTo>
                  <a:lnTo>
                    <a:pt x="18" y="58"/>
                  </a:lnTo>
                  <a:lnTo>
                    <a:pt x="9" y="62"/>
                  </a:lnTo>
                  <a:lnTo>
                    <a:pt x="0" y="63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20" name=""/>
            <p:cNvSpPr/>
            <p:nvPr/>
          </p:nvSpPr>
          <p:spPr>
            <a:xfrm rot="0">
              <a:off x="2647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0" y="0"/>
                  </a:moveTo>
                  <a:lnTo>
                    <a:pt x="9" y="3"/>
                  </a:lnTo>
                  <a:lnTo>
                    <a:pt x="18" y="7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1"/>
                  </a:lnTo>
                  <a:lnTo>
                    <a:pt x="18" y="58"/>
                  </a:lnTo>
                  <a:lnTo>
                    <a:pt x="9" y="62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21" name=""/>
            <p:cNvSpPr/>
            <p:nvPr/>
          </p:nvSpPr>
          <p:spPr>
            <a:xfrm rot="0">
              <a:off x="1598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31" y="32"/>
                  </a:moveTo>
                  <a:lnTo>
                    <a:pt x="31" y="63"/>
                  </a:lnTo>
                  <a:lnTo>
                    <a:pt x="21" y="62"/>
                  </a:lnTo>
                  <a:lnTo>
                    <a:pt x="13" y="58"/>
                  </a:lnTo>
                  <a:lnTo>
                    <a:pt x="5" y="51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22" name=""/>
            <p:cNvSpPr/>
            <p:nvPr/>
          </p:nvSpPr>
          <p:spPr>
            <a:xfrm rot="0">
              <a:off x="1598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31" y="63"/>
                  </a:moveTo>
                  <a:lnTo>
                    <a:pt x="21" y="62"/>
                  </a:lnTo>
                  <a:lnTo>
                    <a:pt x="13" y="58"/>
                  </a:lnTo>
                  <a:lnTo>
                    <a:pt x="5" y="51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23" name=""/>
            <p:cNvSpPr/>
            <p:nvPr/>
          </p:nvSpPr>
          <p:spPr>
            <a:xfrm rot="0">
              <a:off x="1604" y="1879"/>
              <a:ext cx="265" cy="13"/>
            </a:xfrm>
            <a:custGeom>
              <a:avLst/>
              <a:ahLst/>
              <a:rect l="0" t="0" r="r" b="b"/>
              <a:pathLst>
                <a:path w="1327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327" y="63"/>
                  </a:lnTo>
                  <a:lnTo>
                    <a:pt x="1327" y="32"/>
                  </a:lnTo>
                  <a:lnTo>
                    <a:pt x="132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24" name=""/>
            <p:cNvSpPr/>
            <p:nvPr/>
          </p:nvSpPr>
          <p:spPr>
            <a:xfrm rot="0">
              <a:off x="1604" y="1879"/>
              <a:ext cx="265" cy="13"/>
            </a:xfrm>
            <a:custGeom>
              <a:avLst/>
              <a:ahLst/>
              <a:rect l="0" t="0" r="r" b="b"/>
              <a:pathLst>
                <a:path w="1327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1327" y="63"/>
                  </a:lnTo>
                  <a:lnTo>
                    <a:pt x="1327" y="32"/>
                  </a:lnTo>
                  <a:lnTo>
                    <a:pt x="132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25" name=""/>
            <p:cNvSpPr/>
            <p:nvPr/>
          </p:nvSpPr>
          <p:spPr>
            <a:xfrm rot="0">
              <a:off x="1869" y="1879"/>
              <a:ext cx="7" cy="13"/>
            </a:xfrm>
            <a:custGeom>
              <a:avLst/>
              <a:ahLst/>
              <a:rect l="0" t="0" r="r" b="b"/>
              <a:pathLst>
                <a:path w="32" h="63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7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1"/>
                  </a:lnTo>
                  <a:lnTo>
                    <a:pt x="18" y="58"/>
                  </a:lnTo>
                  <a:lnTo>
                    <a:pt x="10" y="62"/>
                  </a:lnTo>
                  <a:lnTo>
                    <a:pt x="0" y="63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26" name=""/>
            <p:cNvSpPr/>
            <p:nvPr/>
          </p:nvSpPr>
          <p:spPr>
            <a:xfrm rot="0">
              <a:off x="1869" y="1879"/>
              <a:ext cx="7" cy="13"/>
            </a:xfrm>
            <a:custGeom>
              <a:avLst/>
              <a:ahLst/>
              <a:rect l="0" t="0" r="r" b="b"/>
              <a:pathLst>
                <a:path w="32" h="63">
                  <a:moveTo>
                    <a:pt x="0" y="0"/>
                  </a:moveTo>
                  <a:lnTo>
                    <a:pt x="10" y="3"/>
                  </a:lnTo>
                  <a:lnTo>
                    <a:pt x="18" y="7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1"/>
                  </a:lnTo>
                  <a:lnTo>
                    <a:pt x="18" y="58"/>
                  </a:lnTo>
                  <a:lnTo>
                    <a:pt x="10" y="62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27" name=""/>
            <p:cNvSpPr/>
            <p:nvPr/>
          </p:nvSpPr>
          <p:spPr>
            <a:xfrm rot="0">
              <a:off x="1863" y="1879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7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28" name=""/>
            <p:cNvSpPr/>
            <p:nvPr/>
          </p:nvSpPr>
          <p:spPr>
            <a:xfrm rot="0">
              <a:off x="1863" y="1879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7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29" name=""/>
            <p:cNvSpPr/>
            <p:nvPr/>
          </p:nvSpPr>
          <p:spPr>
            <a:xfrm rot="0">
              <a:off x="1863" y="1886"/>
              <a:ext cx="13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0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30" name=""/>
            <p:cNvSpPr/>
            <p:nvPr/>
          </p:nvSpPr>
          <p:spPr>
            <a:xfrm rot="0">
              <a:off x="1863" y="1886"/>
              <a:ext cx="13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0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31" name=""/>
            <p:cNvSpPr/>
            <p:nvPr/>
          </p:nvSpPr>
          <p:spPr>
            <a:xfrm rot="0">
              <a:off x="1863" y="2114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59" y="9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32" name=""/>
            <p:cNvSpPr/>
            <p:nvPr/>
          </p:nvSpPr>
          <p:spPr>
            <a:xfrm rot="0">
              <a:off x="1863" y="2114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9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33" name=""/>
            <p:cNvSpPr/>
            <p:nvPr/>
          </p:nvSpPr>
          <p:spPr>
            <a:xfrm rot="0">
              <a:off x="1863" y="210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34" name=""/>
            <p:cNvSpPr/>
            <p:nvPr/>
          </p:nvSpPr>
          <p:spPr>
            <a:xfrm rot="0">
              <a:off x="1863" y="210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35" name=""/>
            <p:cNvSpPr/>
            <p:nvPr/>
          </p:nvSpPr>
          <p:spPr>
            <a:xfrm rot="0">
              <a:off x="1869" y="2107"/>
              <a:ext cx="512" cy="13"/>
            </a:xfrm>
            <a:custGeom>
              <a:avLst/>
              <a:ahLst/>
              <a:rect l="0" t="0" r="r" b="b"/>
              <a:pathLst>
                <a:path w="255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558" y="62"/>
                  </a:lnTo>
                  <a:lnTo>
                    <a:pt x="2558" y="32"/>
                  </a:lnTo>
                  <a:lnTo>
                    <a:pt x="255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36" name=""/>
            <p:cNvSpPr/>
            <p:nvPr/>
          </p:nvSpPr>
          <p:spPr>
            <a:xfrm rot="0">
              <a:off x="1869" y="2107"/>
              <a:ext cx="512" cy="13"/>
            </a:xfrm>
            <a:custGeom>
              <a:avLst/>
              <a:ahLst/>
              <a:rect l="0" t="0" r="r" b="b"/>
              <a:pathLst>
                <a:path w="255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558" y="62"/>
                  </a:lnTo>
                  <a:lnTo>
                    <a:pt x="2558" y="32"/>
                  </a:lnTo>
                  <a:lnTo>
                    <a:pt x="255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37" name=""/>
            <p:cNvSpPr/>
            <p:nvPr/>
          </p:nvSpPr>
          <p:spPr>
            <a:xfrm rot="0">
              <a:off x="2381" y="210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1"/>
                  </a:lnTo>
                  <a:lnTo>
                    <a:pt x="26" y="50"/>
                  </a:lnTo>
                  <a:lnTo>
                    <a:pt x="19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38" name=""/>
            <p:cNvSpPr/>
            <p:nvPr/>
          </p:nvSpPr>
          <p:spPr>
            <a:xfrm rot="0">
              <a:off x="2381" y="210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0" y="22"/>
                  </a:lnTo>
                  <a:lnTo>
                    <a:pt x="32" y="32"/>
                  </a:lnTo>
                  <a:lnTo>
                    <a:pt x="30" y="41"/>
                  </a:lnTo>
                  <a:lnTo>
                    <a:pt x="26" y="50"/>
                  </a:lnTo>
                  <a:lnTo>
                    <a:pt x="19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39" name=""/>
            <p:cNvSpPr/>
            <p:nvPr/>
          </p:nvSpPr>
          <p:spPr>
            <a:xfrm rot="0">
              <a:off x="2375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40" name=""/>
            <p:cNvSpPr/>
            <p:nvPr/>
          </p:nvSpPr>
          <p:spPr>
            <a:xfrm rot="0">
              <a:off x="2375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41" name=""/>
            <p:cNvSpPr/>
            <p:nvPr/>
          </p:nvSpPr>
          <p:spPr>
            <a:xfrm rot="0">
              <a:off x="2375" y="1886"/>
              <a:ext cx="12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0" y="1140"/>
                  </a:moveTo>
                  <a:lnTo>
                    <a:pt x="30" y="1140"/>
                  </a:lnTo>
                  <a:lnTo>
                    <a:pt x="62" y="1140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1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42" name=""/>
            <p:cNvSpPr/>
            <p:nvPr/>
          </p:nvSpPr>
          <p:spPr>
            <a:xfrm rot="0">
              <a:off x="2375" y="1886"/>
              <a:ext cx="12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0" y="1140"/>
                  </a:moveTo>
                  <a:lnTo>
                    <a:pt x="30" y="1140"/>
                  </a:lnTo>
                  <a:lnTo>
                    <a:pt x="62" y="1140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1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43" name=""/>
            <p:cNvSpPr/>
            <p:nvPr/>
          </p:nvSpPr>
          <p:spPr>
            <a:xfrm rot="0">
              <a:off x="2375" y="1879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44" name=""/>
            <p:cNvSpPr/>
            <p:nvPr/>
          </p:nvSpPr>
          <p:spPr>
            <a:xfrm rot="0">
              <a:off x="2375" y="1879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45" name=""/>
            <p:cNvSpPr/>
            <p:nvPr/>
          </p:nvSpPr>
          <p:spPr>
            <a:xfrm rot="0">
              <a:off x="1598" y="1157"/>
              <a:ext cx="12" cy="7"/>
            </a:xfrm>
            <a:custGeom>
              <a:avLst/>
              <a:ahLst/>
              <a:rect l="0" t="0" r="r" b="b"/>
              <a:pathLst>
                <a:path w="63" h="32">
                  <a:moveTo>
                    <a:pt x="31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49" y="6"/>
                  </a:lnTo>
                  <a:lnTo>
                    <a:pt x="57" y="14"/>
                  </a:lnTo>
                  <a:lnTo>
                    <a:pt x="60" y="22"/>
                  </a:lnTo>
                  <a:lnTo>
                    <a:pt x="63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46" name=""/>
            <p:cNvSpPr/>
            <p:nvPr/>
          </p:nvSpPr>
          <p:spPr>
            <a:xfrm rot="0">
              <a:off x="1598" y="1157"/>
              <a:ext cx="12" cy="7"/>
            </a:xfrm>
            <a:custGeom>
              <a:avLst/>
              <a:ahLst/>
              <a:rect l="0" t="0" r="r" b="b"/>
              <a:pathLst>
                <a:path w="63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49" y="6"/>
                  </a:lnTo>
                  <a:lnTo>
                    <a:pt x="57" y="14"/>
                  </a:lnTo>
                  <a:lnTo>
                    <a:pt x="60" y="22"/>
                  </a:lnTo>
                  <a:lnTo>
                    <a:pt x="63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47" name=""/>
            <p:cNvSpPr/>
            <p:nvPr/>
          </p:nvSpPr>
          <p:spPr>
            <a:xfrm rot="0">
              <a:off x="1598" y="1164"/>
              <a:ext cx="12" cy="722"/>
            </a:xfrm>
            <a:custGeom>
              <a:avLst/>
              <a:ahLst/>
              <a:rect l="0" t="0" r="r" b="b"/>
              <a:pathLst>
                <a:path w="63" h="3610">
                  <a:moveTo>
                    <a:pt x="63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610"/>
                  </a:lnTo>
                  <a:lnTo>
                    <a:pt x="31" y="3610"/>
                  </a:lnTo>
                  <a:lnTo>
                    <a:pt x="63" y="3610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48" name=""/>
            <p:cNvSpPr/>
            <p:nvPr/>
          </p:nvSpPr>
          <p:spPr>
            <a:xfrm rot="0">
              <a:off x="1598" y="1164"/>
              <a:ext cx="12" cy="722"/>
            </a:xfrm>
            <a:custGeom>
              <a:avLst/>
              <a:ahLst/>
              <a:rect l="0" t="0" r="r" b="b"/>
              <a:pathLst>
                <a:path w="63" h="3610">
                  <a:moveTo>
                    <a:pt x="63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610"/>
                  </a:lnTo>
                  <a:lnTo>
                    <a:pt x="31" y="3610"/>
                  </a:lnTo>
                  <a:lnTo>
                    <a:pt x="63" y="3610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49" name=""/>
            <p:cNvSpPr/>
            <p:nvPr/>
          </p:nvSpPr>
          <p:spPr>
            <a:xfrm rot="0">
              <a:off x="1598" y="1886"/>
              <a:ext cx="12" cy="6"/>
            </a:xfrm>
            <a:custGeom>
              <a:avLst/>
              <a:ahLst/>
              <a:rect l="0" t="0" r="r" b="b"/>
              <a:pathLst>
                <a:path w="63" h="31">
                  <a:moveTo>
                    <a:pt x="31" y="0"/>
                  </a:moveTo>
                  <a:lnTo>
                    <a:pt x="63" y="0"/>
                  </a:lnTo>
                  <a:lnTo>
                    <a:pt x="60" y="10"/>
                  </a:lnTo>
                  <a:lnTo>
                    <a:pt x="57" y="19"/>
                  </a:lnTo>
                  <a:lnTo>
                    <a:pt x="49" y="26"/>
                  </a:lnTo>
                  <a:lnTo>
                    <a:pt x="41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50" name=""/>
            <p:cNvSpPr/>
            <p:nvPr/>
          </p:nvSpPr>
          <p:spPr>
            <a:xfrm rot="0">
              <a:off x="1598" y="1886"/>
              <a:ext cx="12" cy="6"/>
            </a:xfrm>
            <a:custGeom>
              <a:avLst/>
              <a:ahLst/>
              <a:rect l="0" t="0" r="r" b="b"/>
              <a:pathLst>
                <a:path w="63" h="31">
                  <a:moveTo>
                    <a:pt x="63" y="0"/>
                  </a:moveTo>
                  <a:lnTo>
                    <a:pt x="60" y="10"/>
                  </a:lnTo>
                  <a:lnTo>
                    <a:pt x="57" y="19"/>
                  </a:lnTo>
                  <a:lnTo>
                    <a:pt x="49" y="26"/>
                  </a:lnTo>
                  <a:lnTo>
                    <a:pt x="41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51" name=""/>
            <p:cNvSpPr/>
            <p:nvPr/>
          </p:nvSpPr>
          <p:spPr>
            <a:xfrm rot="0">
              <a:off x="2640" y="1886"/>
              <a:ext cx="13" cy="6"/>
            </a:xfrm>
            <a:custGeom>
              <a:avLst/>
              <a:ahLst/>
              <a:rect l="0" t="0" r="r" b="b"/>
              <a:pathLst>
                <a:path w="62" h="31">
                  <a:moveTo>
                    <a:pt x="31" y="0"/>
                  </a:moveTo>
                  <a:lnTo>
                    <a:pt x="62" y="0"/>
                  </a:lnTo>
                  <a:lnTo>
                    <a:pt x="60" y="10"/>
                  </a:lnTo>
                  <a:lnTo>
                    <a:pt x="56" y="19"/>
                  </a:lnTo>
                  <a:lnTo>
                    <a:pt x="49" y="26"/>
                  </a:lnTo>
                  <a:lnTo>
                    <a:pt x="40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52" name=""/>
            <p:cNvSpPr/>
            <p:nvPr/>
          </p:nvSpPr>
          <p:spPr>
            <a:xfrm rot="0">
              <a:off x="2640" y="1886"/>
              <a:ext cx="13" cy="6"/>
            </a:xfrm>
            <a:custGeom>
              <a:avLst/>
              <a:ahLst/>
              <a:rect l="0" t="0" r="r" b="b"/>
              <a:pathLst>
                <a:path w="62" h="31">
                  <a:moveTo>
                    <a:pt x="62" y="0"/>
                  </a:moveTo>
                  <a:lnTo>
                    <a:pt x="60" y="10"/>
                  </a:lnTo>
                  <a:lnTo>
                    <a:pt x="56" y="19"/>
                  </a:lnTo>
                  <a:lnTo>
                    <a:pt x="49" y="26"/>
                  </a:lnTo>
                  <a:lnTo>
                    <a:pt x="40" y="30"/>
                  </a:lnTo>
                  <a:lnTo>
                    <a:pt x="31" y="31"/>
                  </a:lnTo>
                  <a:lnTo>
                    <a:pt x="21" y="30"/>
                  </a:lnTo>
                  <a:lnTo>
                    <a:pt x="12" y="26"/>
                  </a:lnTo>
                  <a:lnTo>
                    <a:pt x="5" y="19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53" name=""/>
            <p:cNvSpPr/>
            <p:nvPr/>
          </p:nvSpPr>
          <p:spPr>
            <a:xfrm rot="0">
              <a:off x="2640" y="1164"/>
              <a:ext cx="13" cy="722"/>
            </a:xfrm>
            <a:custGeom>
              <a:avLst/>
              <a:ahLst/>
              <a:rect l="0" t="0" r="r" b="b"/>
              <a:pathLst>
                <a:path w="62" h="3610">
                  <a:moveTo>
                    <a:pt x="0" y="3610"/>
                  </a:moveTo>
                  <a:lnTo>
                    <a:pt x="31" y="3610"/>
                  </a:lnTo>
                  <a:lnTo>
                    <a:pt x="62" y="3610"/>
                  </a:lnTo>
                  <a:lnTo>
                    <a:pt x="62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6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54" name=""/>
            <p:cNvSpPr/>
            <p:nvPr/>
          </p:nvSpPr>
          <p:spPr>
            <a:xfrm rot="0">
              <a:off x="2640" y="1164"/>
              <a:ext cx="13" cy="722"/>
            </a:xfrm>
            <a:custGeom>
              <a:avLst/>
              <a:ahLst/>
              <a:rect l="0" t="0" r="r" b="b"/>
              <a:pathLst>
                <a:path w="62" h="3610">
                  <a:moveTo>
                    <a:pt x="0" y="3610"/>
                  </a:moveTo>
                  <a:lnTo>
                    <a:pt x="31" y="3610"/>
                  </a:lnTo>
                  <a:lnTo>
                    <a:pt x="62" y="3610"/>
                  </a:lnTo>
                  <a:lnTo>
                    <a:pt x="62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6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55" name=""/>
            <p:cNvSpPr/>
            <p:nvPr/>
          </p:nvSpPr>
          <p:spPr>
            <a:xfrm rot="0">
              <a:off x="2640" y="1157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7456" name=""/>
            <p:cNvSpPr/>
            <p:nvPr/>
          </p:nvSpPr>
          <p:spPr>
            <a:xfrm rot="0">
              <a:off x="2640" y="1157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57" name=""/>
            <p:cNvSpPr/>
            <p:nvPr/>
          </p:nvSpPr>
          <p:spPr>
            <a:xfrm rot="0">
              <a:off x="1518" y="2921"/>
              <a:ext cx="31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58" name=""/>
            <p:cNvSpPr/>
            <p:nvPr/>
          </p:nvSpPr>
          <p:spPr>
            <a:xfrm rot="0">
              <a:off x="1884" y="2921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59" name=""/>
            <p:cNvSpPr/>
            <p:nvPr/>
          </p:nvSpPr>
          <p:spPr>
            <a:xfrm rot="0">
              <a:off x="1980" y="2921"/>
              <a:ext cx="29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0" name=""/>
            <p:cNvSpPr/>
            <p:nvPr/>
          </p:nvSpPr>
          <p:spPr>
            <a:xfrm rot="0">
              <a:off x="2318" y="2921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1" name=""/>
            <p:cNvSpPr/>
            <p:nvPr/>
          </p:nvSpPr>
          <p:spPr>
            <a:xfrm rot="0">
              <a:off x="2414" y="2921"/>
              <a:ext cx="31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2" name=""/>
            <p:cNvSpPr/>
            <p:nvPr/>
          </p:nvSpPr>
          <p:spPr>
            <a:xfrm rot="0">
              <a:off x="2125" y="2313"/>
              <a:ext cx="1" cy="3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3" name=""/>
            <p:cNvSpPr/>
            <p:nvPr/>
          </p:nvSpPr>
          <p:spPr>
            <a:xfrm rot="0">
              <a:off x="2125" y="2680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4" name=""/>
            <p:cNvSpPr/>
            <p:nvPr/>
          </p:nvSpPr>
          <p:spPr>
            <a:xfrm rot="0">
              <a:off x="2125" y="2776"/>
              <a:ext cx="1" cy="29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5" name=""/>
            <p:cNvSpPr/>
            <p:nvPr/>
          </p:nvSpPr>
          <p:spPr>
            <a:xfrm rot="0">
              <a:off x="2125" y="3114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6" name=""/>
            <p:cNvSpPr/>
            <p:nvPr/>
          </p:nvSpPr>
          <p:spPr>
            <a:xfrm rot="0">
              <a:off x="2125" y="3211"/>
              <a:ext cx="1" cy="3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7" name=""/>
            <p:cNvSpPr/>
            <p:nvPr/>
          </p:nvSpPr>
          <p:spPr>
            <a:xfrm rot="0">
              <a:off x="2125" y="1093"/>
              <a:ext cx="1" cy="2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8" name=""/>
            <p:cNvSpPr/>
            <p:nvPr/>
          </p:nvSpPr>
          <p:spPr>
            <a:xfrm rot="0">
              <a:off x="2125" y="1405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69" name=""/>
            <p:cNvSpPr/>
            <p:nvPr/>
          </p:nvSpPr>
          <p:spPr>
            <a:xfrm rot="0">
              <a:off x="2125" y="1501"/>
              <a:ext cx="1" cy="29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70" name=""/>
            <p:cNvSpPr/>
            <p:nvPr/>
          </p:nvSpPr>
          <p:spPr>
            <a:xfrm rot="0">
              <a:off x="2125" y="1839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71" name=""/>
            <p:cNvSpPr/>
            <p:nvPr/>
          </p:nvSpPr>
          <p:spPr>
            <a:xfrm rot="0">
              <a:off x="2125" y="1936"/>
              <a:ext cx="1" cy="26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7472" name=""/>
          <p:cNvSpPr/>
          <p:nvPr/>
        </p:nvSpPr>
        <p:spPr>
          <a:xfrm rot="0">
            <a:off x="4946650" y="2341562"/>
            <a:ext cx="1587" cy="19050"/>
          </a:xfrm>
          <a:custGeom>
            <a:avLst/>
            <a:ahLst/>
            <a:rect l="0" t="0" r="r" b="b"/>
            <a:pathLst>
              <a:path w="3" h="62">
                <a:moveTo>
                  <a:pt x="0" y="0"/>
                </a:moveTo>
                <a:lnTo>
                  <a:pt x="0" y="32"/>
                </a:lnTo>
                <a:lnTo>
                  <a:pt x="0" y="62"/>
                </a:lnTo>
                <a:lnTo>
                  <a:pt x="3" y="62"/>
                </a:lnTo>
                <a:lnTo>
                  <a:pt x="3" y="32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7473" name=""/>
          <p:cNvSpPr/>
          <p:nvPr/>
        </p:nvSpPr>
        <p:spPr>
          <a:xfrm rot="0">
            <a:off x="6586537" y="2341562"/>
            <a:ext cx="1587" cy="19050"/>
          </a:xfrm>
          <a:custGeom>
            <a:avLst/>
            <a:ahLst/>
            <a:rect l="0" t="0" r="r" b="b"/>
            <a:pathLst>
              <a:path w="3" h="62">
                <a:moveTo>
                  <a:pt x="0" y="0"/>
                </a:moveTo>
                <a:lnTo>
                  <a:pt x="0" y="32"/>
                </a:lnTo>
                <a:lnTo>
                  <a:pt x="0" y="62"/>
                </a:lnTo>
                <a:lnTo>
                  <a:pt x="3" y="62"/>
                </a:lnTo>
                <a:lnTo>
                  <a:pt x="3" y="32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grpSp>
        <p:nvGrpSpPr>
          <p:cNvPr id="393" name=""/>
          <p:cNvGrpSpPr/>
          <p:nvPr/>
        </p:nvGrpSpPr>
        <p:grpSpPr>
          <a:xfrm rot="0">
            <a:off x="4929187" y="1836737"/>
            <a:ext cx="1674812" cy="1528762"/>
            <a:chOff x="3105" y="1157"/>
            <a:chExt cx="1055" cy="963"/>
          </a:xfrm>
        </p:grpSpPr>
        <p:sp>
          <p:nvSpPr>
            <p:cNvPr id="1077474" name=""/>
            <p:cNvSpPr/>
            <p:nvPr/>
          </p:nvSpPr>
          <p:spPr>
            <a:xfrm rot="0">
              <a:off x="3110" y="1475"/>
              <a:ext cx="6" cy="12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75" name=""/>
            <p:cNvSpPr/>
            <p:nvPr/>
          </p:nvSpPr>
          <p:spPr>
            <a:xfrm rot="0">
              <a:off x="3110" y="1475"/>
              <a:ext cx="6" cy="12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76" name=""/>
            <p:cNvSpPr/>
            <p:nvPr/>
          </p:nvSpPr>
          <p:spPr>
            <a:xfrm rot="0">
              <a:off x="3116" y="1475"/>
              <a:ext cx="1" cy="12"/>
            </a:xfrm>
            <a:custGeom>
              <a:avLst/>
              <a:ahLst/>
              <a:rect l="0" t="0" r="r" b="b"/>
              <a:pathLst>
                <a:path w="3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3" y="62"/>
                  </a:lnTo>
                  <a:lnTo>
                    <a:pt x="3" y="32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77" name=""/>
            <p:cNvSpPr/>
            <p:nvPr/>
          </p:nvSpPr>
          <p:spPr>
            <a:xfrm rot="0">
              <a:off x="3116" y="1475"/>
              <a:ext cx="7" cy="12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78" name=""/>
            <p:cNvSpPr/>
            <p:nvPr/>
          </p:nvSpPr>
          <p:spPr>
            <a:xfrm rot="0">
              <a:off x="3116" y="1475"/>
              <a:ext cx="7" cy="12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79" name=""/>
            <p:cNvSpPr/>
            <p:nvPr/>
          </p:nvSpPr>
          <p:spPr>
            <a:xfrm rot="0">
              <a:off x="4154" y="210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80" name=""/>
            <p:cNvSpPr/>
            <p:nvPr/>
          </p:nvSpPr>
          <p:spPr>
            <a:xfrm rot="0">
              <a:off x="4154" y="210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81" name=""/>
            <p:cNvSpPr/>
            <p:nvPr/>
          </p:nvSpPr>
          <p:spPr>
            <a:xfrm rot="0">
              <a:off x="3823" y="2107"/>
              <a:ext cx="331" cy="13"/>
            </a:xfrm>
            <a:custGeom>
              <a:avLst/>
              <a:ahLst/>
              <a:rect l="0" t="0" r="r" b="b"/>
              <a:pathLst>
                <a:path w="1654" h="62">
                  <a:moveTo>
                    <a:pt x="1654" y="62"/>
                  </a:moveTo>
                  <a:lnTo>
                    <a:pt x="1654" y="32"/>
                  </a:lnTo>
                  <a:lnTo>
                    <a:pt x="1654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654" y="6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82" name=""/>
            <p:cNvSpPr/>
            <p:nvPr/>
          </p:nvSpPr>
          <p:spPr>
            <a:xfrm rot="0">
              <a:off x="3823" y="2107"/>
              <a:ext cx="331" cy="13"/>
            </a:xfrm>
            <a:custGeom>
              <a:avLst/>
              <a:ahLst/>
              <a:rect l="0" t="0" r="r" b="b"/>
              <a:pathLst>
                <a:path w="1654" h="62">
                  <a:moveTo>
                    <a:pt x="1654" y="62"/>
                  </a:moveTo>
                  <a:lnTo>
                    <a:pt x="1654" y="32"/>
                  </a:lnTo>
                  <a:lnTo>
                    <a:pt x="1654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654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83" name=""/>
            <p:cNvSpPr/>
            <p:nvPr/>
          </p:nvSpPr>
          <p:spPr>
            <a:xfrm rot="0">
              <a:off x="3817" y="210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84" name=""/>
            <p:cNvSpPr/>
            <p:nvPr/>
          </p:nvSpPr>
          <p:spPr>
            <a:xfrm rot="0">
              <a:off x="3817" y="210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85" name=""/>
            <p:cNvSpPr/>
            <p:nvPr/>
          </p:nvSpPr>
          <p:spPr>
            <a:xfrm rot="0">
              <a:off x="3105" y="1446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0" y="2"/>
                  </a:lnTo>
                  <a:lnTo>
                    <a:pt x="49" y="6"/>
                  </a:lnTo>
                  <a:lnTo>
                    <a:pt x="56" y="13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86" name=""/>
            <p:cNvSpPr/>
            <p:nvPr/>
          </p:nvSpPr>
          <p:spPr>
            <a:xfrm rot="0">
              <a:off x="3105" y="1446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0" y="2"/>
                  </a:lnTo>
                  <a:lnTo>
                    <a:pt x="49" y="6"/>
                  </a:lnTo>
                  <a:lnTo>
                    <a:pt x="56" y="13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87" name=""/>
            <p:cNvSpPr/>
            <p:nvPr/>
          </p:nvSpPr>
          <p:spPr>
            <a:xfrm rot="0">
              <a:off x="3105" y="1453"/>
              <a:ext cx="12" cy="661"/>
            </a:xfrm>
            <a:custGeom>
              <a:avLst/>
              <a:ahLst/>
              <a:rect l="0" t="0" r="r" b="b"/>
              <a:pathLst>
                <a:path w="62" h="3306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306"/>
                  </a:lnTo>
                  <a:lnTo>
                    <a:pt x="31" y="3306"/>
                  </a:lnTo>
                  <a:lnTo>
                    <a:pt x="62" y="3306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88" name=""/>
            <p:cNvSpPr/>
            <p:nvPr/>
          </p:nvSpPr>
          <p:spPr>
            <a:xfrm rot="0">
              <a:off x="3105" y="1453"/>
              <a:ext cx="12" cy="661"/>
            </a:xfrm>
            <a:custGeom>
              <a:avLst/>
              <a:ahLst/>
              <a:rect l="0" t="0" r="r" b="b"/>
              <a:pathLst>
                <a:path w="62" h="3306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306"/>
                  </a:lnTo>
                  <a:lnTo>
                    <a:pt x="31" y="3306"/>
                  </a:lnTo>
                  <a:lnTo>
                    <a:pt x="62" y="3306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89" name=""/>
            <p:cNvSpPr/>
            <p:nvPr/>
          </p:nvSpPr>
          <p:spPr>
            <a:xfrm rot="0">
              <a:off x="3105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90" name=""/>
            <p:cNvSpPr/>
            <p:nvPr/>
          </p:nvSpPr>
          <p:spPr>
            <a:xfrm rot="0">
              <a:off x="3105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1" name=""/>
            <p:cNvSpPr/>
            <p:nvPr/>
          </p:nvSpPr>
          <p:spPr>
            <a:xfrm rot="0">
              <a:off x="3314" y="145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2" name=""/>
            <p:cNvSpPr/>
            <p:nvPr/>
          </p:nvSpPr>
          <p:spPr>
            <a:xfrm rot="0">
              <a:off x="3314" y="1530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3" name=""/>
            <p:cNvSpPr/>
            <p:nvPr/>
          </p:nvSpPr>
          <p:spPr>
            <a:xfrm rot="0">
              <a:off x="3314" y="1638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4" name=""/>
            <p:cNvSpPr/>
            <p:nvPr/>
          </p:nvSpPr>
          <p:spPr>
            <a:xfrm rot="0">
              <a:off x="3314" y="1747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5" name=""/>
            <p:cNvSpPr/>
            <p:nvPr/>
          </p:nvSpPr>
          <p:spPr>
            <a:xfrm rot="0">
              <a:off x="3314" y="1856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6" name=""/>
            <p:cNvSpPr/>
            <p:nvPr/>
          </p:nvSpPr>
          <p:spPr>
            <a:xfrm rot="0">
              <a:off x="3314" y="196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7" name=""/>
            <p:cNvSpPr/>
            <p:nvPr/>
          </p:nvSpPr>
          <p:spPr>
            <a:xfrm rot="0">
              <a:off x="3314" y="207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498" name=""/>
            <p:cNvSpPr/>
            <p:nvPr/>
          </p:nvSpPr>
          <p:spPr>
            <a:xfrm rot="0">
              <a:off x="3140" y="1453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59" y="10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499" name=""/>
            <p:cNvSpPr/>
            <p:nvPr/>
          </p:nvSpPr>
          <p:spPr>
            <a:xfrm rot="0">
              <a:off x="3140" y="1453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10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0" name=""/>
            <p:cNvSpPr/>
            <p:nvPr/>
          </p:nvSpPr>
          <p:spPr>
            <a:xfrm rot="0">
              <a:off x="3140" y="1164"/>
              <a:ext cx="13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0" y="1444"/>
                  </a:move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01" name=""/>
            <p:cNvSpPr/>
            <p:nvPr/>
          </p:nvSpPr>
          <p:spPr>
            <a:xfrm rot="0">
              <a:off x="3140" y="1164"/>
              <a:ext cx="13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0" y="1444"/>
                  </a:move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2" name=""/>
            <p:cNvSpPr/>
            <p:nvPr/>
          </p:nvSpPr>
          <p:spPr>
            <a:xfrm rot="0">
              <a:off x="3140" y="1157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03" name=""/>
            <p:cNvSpPr/>
            <p:nvPr/>
          </p:nvSpPr>
          <p:spPr>
            <a:xfrm rot="0">
              <a:off x="3140" y="1157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4" name=""/>
            <p:cNvSpPr/>
            <p:nvPr/>
          </p:nvSpPr>
          <p:spPr>
            <a:xfrm rot="0" flipV="1">
              <a:off x="3376" y="1381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5" name=""/>
            <p:cNvSpPr/>
            <p:nvPr/>
          </p:nvSpPr>
          <p:spPr>
            <a:xfrm rot="0" flipV="1">
              <a:off x="3376" y="1272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6" name=""/>
            <p:cNvSpPr/>
            <p:nvPr/>
          </p:nvSpPr>
          <p:spPr>
            <a:xfrm rot="0" flipV="1">
              <a:off x="3376" y="116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7" name=""/>
            <p:cNvSpPr/>
            <p:nvPr/>
          </p:nvSpPr>
          <p:spPr>
            <a:xfrm rot="0">
              <a:off x="3105" y="1446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08" name=""/>
            <p:cNvSpPr/>
            <p:nvPr/>
          </p:nvSpPr>
          <p:spPr>
            <a:xfrm rot="0">
              <a:off x="3105" y="1446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09" name=""/>
            <p:cNvSpPr/>
            <p:nvPr/>
          </p:nvSpPr>
          <p:spPr>
            <a:xfrm rot="0">
              <a:off x="3111" y="1446"/>
              <a:ext cx="35" cy="13"/>
            </a:xfrm>
            <a:custGeom>
              <a:avLst/>
              <a:ahLst/>
              <a:rect l="0" t="0" r="r" b="b"/>
              <a:pathLst>
                <a:path w="17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78" y="62"/>
                  </a:lnTo>
                  <a:lnTo>
                    <a:pt x="178" y="32"/>
                  </a:lnTo>
                  <a:lnTo>
                    <a:pt x="17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10" name=""/>
            <p:cNvSpPr/>
            <p:nvPr/>
          </p:nvSpPr>
          <p:spPr>
            <a:xfrm rot="0">
              <a:off x="3111" y="1446"/>
              <a:ext cx="35" cy="13"/>
            </a:xfrm>
            <a:custGeom>
              <a:avLst/>
              <a:ahLst/>
              <a:rect l="0" t="0" r="r" b="b"/>
              <a:pathLst>
                <a:path w="17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78" y="62"/>
                  </a:lnTo>
                  <a:lnTo>
                    <a:pt x="178" y="32"/>
                  </a:lnTo>
                  <a:lnTo>
                    <a:pt x="1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11" name=""/>
            <p:cNvSpPr/>
            <p:nvPr/>
          </p:nvSpPr>
          <p:spPr>
            <a:xfrm rot="0">
              <a:off x="3146" y="1446"/>
              <a:ext cx="7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6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12" name=""/>
            <p:cNvSpPr/>
            <p:nvPr/>
          </p:nvSpPr>
          <p:spPr>
            <a:xfrm rot="0">
              <a:off x="3146" y="1446"/>
              <a:ext cx="7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6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13" name=""/>
            <p:cNvSpPr/>
            <p:nvPr/>
          </p:nvSpPr>
          <p:spPr>
            <a:xfrm rot="0">
              <a:off x="4154" y="1446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14" name=""/>
            <p:cNvSpPr/>
            <p:nvPr/>
          </p:nvSpPr>
          <p:spPr>
            <a:xfrm rot="0">
              <a:off x="4154" y="1446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15" name=""/>
            <p:cNvSpPr/>
            <p:nvPr/>
          </p:nvSpPr>
          <p:spPr>
            <a:xfrm rot="0">
              <a:off x="4118" y="1446"/>
              <a:ext cx="36" cy="13"/>
            </a:xfrm>
            <a:custGeom>
              <a:avLst/>
              <a:ahLst/>
              <a:rect l="0" t="0" r="r" b="b"/>
              <a:pathLst>
                <a:path w="180" h="62">
                  <a:moveTo>
                    <a:pt x="180" y="62"/>
                  </a:moveTo>
                  <a:lnTo>
                    <a:pt x="180" y="32"/>
                  </a:lnTo>
                  <a:lnTo>
                    <a:pt x="180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80" y="6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16" name=""/>
            <p:cNvSpPr/>
            <p:nvPr/>
          </p:nvSpPr>
          <p:spPr>
            <a:xfrm rot="0">
              <a:off x="4118" y="1446"/>
              <a:ext cx="36" cy="13"/>
            </a:xfrm>
            <a:custGeom>
              <a:avLst/>
              <a:ahLst/>
              <a:rect l="0" t="0" r="r" b="b"/>
              <a:pathLst>
                <a:path w="180" h="62">
                  <a:moveTo>
                    <a:pt x="180" y="62"/>
                  </a:moveTo>
                  <a:lnTo>
                    <a:pt x="180" y="32"/>
                  </a:lnTo>
                  <a:lnTo>
                    <a:pt x="180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8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17" name=""/>
            <p:cNvSpPr/>
            <p:nvPr/>
          </p:nvSpPr>
          <p:spPr>
            <a:xfrm rot="0">
              <a:off x="4112" y="1446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18" name=""/>
            <p:cNvSpPr/>
            <p:nvPr/>
          </p:nvSpPr>
          <p:spPr>
            <a:xfrm rot="0">
              <a:off x="4112" y="1446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19" name=""/>
            <p:cNvSpPr/>
            <p:nvPr/>
          </p:nvSpPr>
          <p:spPr>
            <a:xfrm rot="0">
              <a:off x="4143" y="1475"/>
              <a:ext cx="6" cy="12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20" name=""/>
            <p:cNvSpPr/>
            <p:nvPr/>
          </p:nvSpPr>
          <p:spPr>
            <a:xfrm rot="0">
              <a:off x="4143" y="1475"/>
              <a:ext cx="6" cy="12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3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21" name=""/>
            <p:cNvSpPr/>
            <p:nvPr/>
          </p:nvSpPr>
          <p:spPr>
            <a:xfrm rot="0">
              <a:off x="4149" y="1475"/>
              <a:ext cx="1" cy="12"/>
            </a:xfrm>
            <a:custGeom>
              <a:avLst/>
              <a:ahLst/>
              <a:rect l="0" t="0" r="r" b="b"/>
              <a:pathLst>
                <a:path w="3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3" y="62"/>
                  </a:lnTo>
                  <a:lnTo>
                    <a:pt x="3" y="32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22" name=""/>
            <p:cNvSpPr/>
            <p:nvPr/>
          </p:nvSpPr>
          <p:spPr>
            <a:xfrm rot="0">
              <a:off x="4149" y="1475"/>
              <a:ext cx="6" cy="12"/>
            </a:xfrm>
            <a:custGeom>
              <a:avLst/>
              <a:ahLst/>
              <a:rect l="0" t="0" r="r" b="b"/>
              <a:pathLst>
                <a:path w="31" h="62">
                  <a:moveTo>
                    <a:pt x="0" y="32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23" name=""/>
            <p:cNvSpPr/>
            <p:nvPr/>
          </p:nvSpPr>
          <p:spPr>
            <a:xfrm rot="0">
              <a:off x="4149" y="1475"/>
              <a:ext cx="6" cy="12"/>
            </a:xfrm>
            <a:custGeom>
              <a:avLst/>
              <a:ahLst/>
              <a:rect l="0" t="0" r="r" b="b"/>
              <a:pathLst>
                <a:path w="31" h="62">
                  <a:moveTo>
                    <a:pt x="0" y="0"/>
                  </a:moveTo>
                  <a:lnTo>
                    <a:pt x="9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24" name=""/>
            <p:cNvSpPr/>
            <p:nvPr/>
          </p:nvSpPr>
          <p:spPr>
            <a:xfrm rot="0">
              <a:off x="4148" y="1446"/>
              <a:ext cx="12" cy="7"/>
            </a:xfrm>
            <a:custGeom>
              <a:avLst/>
              <a:ahLst/>
              <a:rect l="0" t="0" r="r" b="b"/>
              <a:pathLst>
                <a:path w="63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49" y="6"/>
                  </a:lnTo>
                  <a:lnTo>
                    <a:pt x="56" y="13"/>
                  </a:lnTo>
                  <a:lnTo>
                    <a:pt x="60" y="22"/>
                  </a:lnTo>
                  <a:lnTo>
                    <a:pt x="63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25" name=""/>
            <p:cNvSpPr/>
            <p:nvPr/>
          </p:nvSpPr>
          <p:spPr>
            <a:xfrm rot="0">
              <a:off x="4148" y="1446"/>
              <a:ext cx="12" cy="7"/>
            </a:xfrm>
            <a:custGeom>
              <a:avLst/>
              <a:ahLst/>
              <a:rect l="0" t="0" r="r" b="b"/>
              <a:pathLst>
                <a:path w="63" h="32">
                  <a:moveTo>
                    <a:pt x="0" y="32"/>
                  </a:move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49" y="6"/>
                  </a:lnTo>
                  <a:lnTo>
                    <a:pt x="56" y="13"/>
                  </a:lnTo>
                  <a:lnTo>
                    <a:pt x="60" y="22"/>
                  </a:lnTo>
                  <a:lnTo>
                    <a:pt x="63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26" name=""/>
            <p:cNvSpPr/>
            <p:nvPr/>
          </p:nvSpPr>
          <p:spPr>
            <a:xfrm rot="0">
              <a:off x="4148" y="1453"/>
              <a:ext cx="12" cy="661"/>
            </a:xfrm>
            <a:custGeom>
              <a:avLst/>
              <a:ahLst/>
              <a:rect l="0" t="0" r="r" b="b"/>
              <a:pathLst>
                <a:path w="63" h="3306">
                  <a:moveTo>
                    <a:pt x="63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306"/>
                  </a:lnTo>
                  <a:lnTo>
                    <a:pt x="31" y="3306"/>
                  </a:lnTo>
                  <a:lnTo>
                    <a:pt x="63" y="3306"/>
                  </a:lnTo>
                  <a:lnTo>
                    <a:pt x="6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27" name=""/>
            <p:cNvSpPr/>
            <p:nvPr/>
          </p:nvSpPr>
          <p:spPr>
            <a:xfrm rot="0">
              <a:off x="4148" y="1453"/>
              <a:ext cx="12" cy="661"/>
            </a:xfrm>
            <a:custGeom>
              <a:avLst/>
              <a:ahLst/>
              <a:rect l="0" t="0" r="r" b="b"/>
              <a:pathLst>
                <a:path w="63" h="3306">
                  <a:moveTo>
                    <a:pt x="63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306"/>
                  </a:lnTo>
                  <a:lnTo>
                    <a:pt x="31" y="3306"/>
                  </a:lnTo>
                  <a:lnTo>
                    <a:pt x="63" y="3306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28" name=""/>
            <p:cNvSpPr/>
            <p:nvPr/>
          </p:nvSpPr>
          <p:spPr>
            <a:xfrm rot="0">
              <a:off x="4148" y="2114"/>
              <a:ext cx="12" cy="6"/>
            </a:xfrm>
            <a:custGeom>
              <a:avLst/>
              <a:ahLst/>
              <a:rect l="0" t="0" r="r" b="b"/>
              <a:pathLst>
                <a:path w="63" h="30">
                  <a:moveTo>
                    <a:pt x="31" y="0"/>
                  </a:moveTo>
                  <a:lnTo>
                    <a:pt x="63" y="0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1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29" name=""/>
            <p:cNvSpPr/>
            <p:nvPr/>
          </p:nvSpPr>
          <p:spPr>
            <a:xfrm rot="0">
              <a:off x="4148" y="2114"/>
              <a:ext cx="12" cy="6"/>
            </a:xfrm>
            <a:custGeom>
              <a:avLst/>
              <a:ahLst/>
              <a:rect l="0" t="0" r="r" b="b"/>
              <a:pathLst>
                <a:path w="63" h="30">
                  <a:moveTo>
                    <a:pt x="63" y="0"/>
                  </a:move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1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30" name=""/>
            <p:cNvSpPr/>
            <p:nvPr/>
          </p:nvSpPr>
          <p:spPr>
            <a:xfrm rot="0">
              <a:off x="3140" y="115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8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31" name=""/>
            <p:cNvSpPr/>
            <p:nvPr/>
          </p:nvSpPr>
          <p:spPr>
            <a:xfrm rot="0">
              <a:off x="3140" y="1157"/>
              <a:ext cx="6" cy="13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8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32" name=""/>
            <p:cNvSpPr/>
            <p:nvPr/>
          </p:nvSpPr>
          <p:spPr>
            <a:xfrm rot="0">
              <a:off x="3146" y="1157"/>
              <a:ext cx="972" cy="13"/>
            </a:xfrm>
            <a:custGeom>
              <a:avLst/>
              <a:ahLst/>
              <a:rect l="0" t="0" r="r" b="b"/>
              <a:pathLst>
                <a:path w="4857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4857" y="62"/>
                  </a:lnTo>
                  <a:lnTo>
                    <a:pt x="4857" y="32"/>
                  </a:lnTo>
                  <a:lnTo>
                    <a:pt x="485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33" name=""/>
            <p:cNvSpPr/>
            <p:nvPr/>
          </p:nvSpPr>
          <p:spPr>
            <a:xfrm rot="0">
              <a:off x="3146" y="1157"/>
              <a:ext cx="972" cy="13"/>
            </a:xfrm>
            <a:custGeom>
              <a:avLst/>
              <a:ahLst/>
              <a:rect l="0" t="0" r="r" b="b"/>
              <a:pathLst>
                <a:path w="4857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4857" y="62"/>
                  </a:lnTo>
                  <a:lnTo>
                    <a:pt x="4857" y="32"/>
                  </a:lnTo>
                  <a:lnTo>
                    <a:pt x="485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34" name=""/>
            <p:cNvSpPr/>
            <p:nvPr/>
          </p:nvSpPr>
          <p:spPr>
            <a:xfrm rot="0">
              <a:off x="4118" y="115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0"/>
                  </a:lnTo>
                  <a:lnTo>
                    <a:pt x="18" y="58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35" name=""/>
            <p:cNvSpPr/>
            <p:nvPr/>
          </p:nvSpPr>
          <p:spPr>
            <a:xfrm rot="0">
              <a:off x="4118" y="1157"/>
              <a:ext cx="6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2"/>
                  </a:lnTo>
                  <a:lnTo>
                    <a:pt x="26" y="50"/>
                  </a:lnTo>
                  <a:lnTo>
                    <a:pt x="18" y="58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36" name=""/>
            <p:cNvSpPr/>
            <p:nvPr/>
          </p:nvSpPr>
          <p:spPr>
            <a:xfrm rot="0">
              <a:off x="3169" y="1453"/>
              <a:ext cx="8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37" name=""/>
            <p:cNvSpPr/>
            <p:nvPr/>
          </p:nvSpPr>
          <p:spPr>
            <a:xfrm rot="0">
              <a:off x="3294" y="1453"/>
              <a:ext cx="8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38" name=""/>
            <p:cNvSpPr/>
            <p:nvPr/>
          </p:nvSpPr>
          <p:spPr>
            <a:xfrm rot="0">
              <a:off x="3172" y="1879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39" name=""/>
            <p:cNvSpPr/>
            <p:nvPr/>
          </p:nvSpPr>
          <p:spPr>
            <a:xfrm rot="0">
              <a:off x="3172" y="1879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40" name=""/>
            <p:cNvSpPr/>
            <p:nvPr/>
          </p:nvSpPr>
          <p:spPr>
            <a:xfrm rot="0">
              <a:off x="3172" y="1886"/>
              <a:ext cx="12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1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41" name=""/>
            <p:cNvSpPr/>
            <p:nvPr/>
          </p:nvSpPr>
          <p:spPr>
            <a:xfrm rot="0">
              <a:off x="3172" y="1886"/>
              <a:ext cx="12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1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42" name=""/>
            <p:cNvSpPr/>
            <p:nvPr/>
          </p:nvSpPr>
          <p:spPr>
            <a:xfrm rot="0">
              <a:off x="3172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43" name=""/>
            <p:cNvSpPr/>
            <p:nvPr/>
          </p:nvSpPr>
          <p:spPr>
            <a:xfrm rot="0">
              <a:off x="3172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44" name=""/>
            <p:cNvSpPr/>
            <p:nvPr/>
          </p:nvSpPr>
          <p:spPr>
            <a:xfrm rot="0">
              <a:off x="3435" y="1879"/>
              <a:ext cx="13" cy="7"/>
            </a:xfrm>
            <a:custGeom>
              <a:avLst/>
              <a:ahLst/>
              <a:rect l="0" t="0" r="r" b="b"/>
              <a:pathLst>
                <a:path w="63" h="32">
                  <a:moveTo>
                    <a:pt x="31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49" y="7"/>
                  </a:lnTo>
                  <a:lnTo>
                    <a:pt x="57" y="14"/>
                  </a:lnTo>
                  <a:lnTo>
                    <a:pt x="60" y="22"/>
                  </a:lnTo>
                  <a:lnTo>
                    <a:pt x="63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45" name=""/>
            <p:cNvSpPr/>
            <p:nvPr/>
          </p:nvSpPr>
          <p:spPr>
            <a:xfrm rot="0">
              <a:off x="3435" y="1879"/>
              <a:ext cx="13" cy="7"/>
            </a:xfrm>
            <a:custGeom>
              <a:avLst/>
              <a:ahLst/>
              <a:rect l="0" t="0" r="r" b="b"/>
              <a:pathLst>
                <a:path w="63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3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49" y="7"/>
                  </a:lnTo>
                  <a:lnTo>
                    <a:pt x="57" y="14"/>
                  </a:lnTo>
                  <a:lnTo>
                    <a:pt x="60" y="22"/>
                  </a:lnTo>
                  <a:lnTo>
                    <a:pt x="63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46" name=""/>
            <p:cNvSpPr/>
            <p:nvPr/>
          </p:nvSpPr>
          <p:spPr>
            <a:xfrm rot="0">
              <a:off x="3435" y="1886"/>
              <a:ext cx="13" cy="228"/>
            </a:xfrm>
            <a:custGeom>
              <a:avLst/>
              <a:ahLst/>
              <a:rect l="0" t="0" r="r" b="b"/>
              <a:pathLst>
                <a:path w="63" h="1140">
                  <a:moveTo>
                    <a:pt x="63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1" y="1140"/>
                  </a:lnTo>
                  <a:lnTo>
                    <a:pt x="63" y="1140"/>
                  </a:lnTo>
                  <a:lnTo>
                    <a:pt x="6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47" name=""/>
            <p:cNvSpPr/>
            <p:nvPr/>
          </p:nvSpPr>
          <p:spPr>
            <a:xfrm rot="0">
              <a:off x="3435" y="1886"/>
              <a:ext cx="13" cy="228"/>
            </a:xfrm>
            <a:custGeom>
              <a:avLst/>
              <a:ahLst/>
              <a:rect l="0" t="0" r="r" b="b"/>
              <a:pathLst>
                <a:path w="63" h="1140">
                  <a:moveTo>
                    <a:pt x="63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1" y="1140"/>
                  </a:lnTo>
                  <a:lnTo>
                    <a:pt x="63" y="1140"/>
                  </a:lnTo>
                  <a:lnTo>
                    <a:pt x="6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48" name=""/>
            <p:cNvSpPr/>
            <p:nvPr/>
          </p:nvSpPr>
          <p:spPr>
            <a:xfrm rot="0">
              <a:off x="3435" y="2114"/>
              <a:ext cx="13" cy="6"/>
            </a:xfrm>
            <a:custGeom>
              <a:avLst/>
              <a:ahLst/>
              <a:rect l="0" t="0" r="r" b="b"/>
              <a:pathLst>
                <a:path w="63" h="30">
                  <a:moveTo>
                    <a:pt x="31" y="0"/>
                  </a:moveTo>
                  <a:lnTo>
                    <a:pt x="63" y="0"/>
                  </a:lnTo>
                  <a:lnTo>
                    <a:pt x="60" y="9"/>
                  </a:lnTo>
                  <a:lnTo>
                    <a:pt x="57" y="18"/>
                  </a:lnTo>
                  <a:lnTo>
                    <a:pt x="49" y="25"/>
                  </a:lnTo>
                  <a:lnTo>
                    <a:pt x="41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3" y="25"/>
                  </a:lnTo>
                  <a:lnTo>
                    <a:pt x="5" y="18"/>
                  </a:lnTo>
                  <a:lnTo>
                    <a:pt x="2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49" name=""/>
            <p:cNvSpPr/>
            <p:nvPr/>
          </p:nvSpPr>
          <p:spPr>
            <a:xfrm rot="0">
              <a:off x="3435" y="2114"/>
              <a:ext cx="13" cy="6"/>
            </a:xfrm>
            <a:custGeom>
              <a:avLst/>
              <a:ahLst/>
              <a:rect l="0" t="0" r="r" b="b"/>
              <a:pathLst>
                <a:path w="63" h="30">
                  <a:moveTo>
                    <a:pt x="63" y="0"/>
                  </a:moveTo>
                  <a:lnTo>
                    <a:pt x="60" y="9"/>
                  </a:lnTo>
                  <a:lnTo>
                    <a:pt x="57" y="18"/>
                  </a:lnTo>
                  <a:lnTo>
                    <a:pt x="49" y="25"/>
                  </a:lnTo>
                  <a:lnTo>
                    <a:pt x="41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3" y="25"/>
                  </a:lnTo>
                  <a:lnTo>
                    <a:pt x="5" y="18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50" name=""/>
            <p:cNvSpPr/>
            <p:nvPr/>
          </p:nvSpPr>
          <p:spPr>
            <a:xfrm rot="0">
              <a:off x="3172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31" y="32"/>
                  </a:moveTo>
                  <a:lnTo>
                    <a:pt x="31" y="63"/>
                  </a:lnTo>
                  <a:lnTo>
                    <a:pt x="21" y="62"/>
                  </a:lnTo>
                  <a:lnTo>
                    <a:pt x="12" y="58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51" name=""/>
            <p:cNvSpPr/>
            <p:nvPr/>
          </p:nvSpPr>
          <p:spPr>
            <a:xfrm rot="0">
              <a:off x="3172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31" y="63"/>
                  </a:moveTo>
                  <a:lnTo>
                    <a:pt x="21" y="62"/>
                  </a:lnTo>
                  <a:lnTo>
                    <a:pt x="12" y="58"/>
                  </a:lnTo>
                  <a:lnTo>
                    <a:pt x="5" y="51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52" name=""/>
            <p:cNvSpPr/>
            <p:nvPr/>
          </p:nvSpPr>
          <p:spPr>
            <a:xfrm rot="0">
              <a:off x="3178" y="1879"/>
              <a:ext cx="909" cy="13"/>
            </a:xfrm>
            <a:custGeom>
              <a:avLst/>
              <a:ahLst/>
              <a:rect l="0" t="0" r="r" b="b"/>
              <a:pathLst>
                <a:path w="4544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4544" y="63"/>
                  </a:lnTo>
                  <a:lnTo>
                    <a:pt x="4544" y="32"/>
                  </a:lnTo>
                  <a:lnTo>
                    <a:pt x="454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53" name=""/>
            <p:cNvSpPr/>
            <p:nvPr/>
          </p:nvSpPr>
          <p:spPr>
            <a:xfrm rot="0">
              <a:off x="3178" y="1879"/>
              <a:ext cx="909" cy="13"/>
            </a:xfrm>
            <a:custGeom>
              <a:avLst/>
              <a:ahLst/>
              <a:rect l="0" t="0" r="r" b="b"/>
              <a:pathLst>
                <a:path w="4544" h="63">
                  <a:moveTo>
                    <a:pt x="0" y="0"/>
                  </a:moveTo>
                  <a:lnTo>
                    <a:pt x="0" y="32"/>
                  </a:lnTo>
                  <a:lnTo>
                    <a:pt x="0" y="63"/>
                  </a:lnTo>
                  <a:lnTo>
                    <a:pt x="4544" y="63"/>
                  </a:lnTo>
                  <a:lnTo>
                    <a:pt x="4544" y="32"/>
                  </a:lnTo>
                  <a:lnTo>
                    <a:pt x="454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54" name=""/>
            <p:cNvSpPr/>
            <p:nvPr/>
          </p:nvSpPr>
          <p:spPr>
            <a:xfrm rot="0">
              <a:off x="4087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0" y="32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8" y="7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1"/>
                  </a:lnTo>
                  <a:lnTo>
                    <a:pt x="18" y="58"/>
                  </a:lnTo>
                  <a:lnTo>
                    <a:pt x="9" y="62"/>
                  </a:lnTo>
                  <a:lnTo>
                    <a:pt x="0" y="63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55" name=""/>
            <p:cNvSpPr/>
            <p:nvPr/>
          </p:nvSpPr>
          <p:spPr>
            <a:xfrm rot="0">
              <a:off x="4087" y="1879"/>
              <a:ext cx="6" cy="13"/>
            </a:xfrm>
            <a:custGeom>
              <a:avLst/>
              <a:ahLst/>
              <a:rect l="0" t="0" r="r" b="b"/>
              <a:pathLst>
                <a:path w="31" h="63">
                  <a:moveTo>
                    <a:pt x="0" y="0"/>
                  </a:moveTo>
                  <a:lnTo>
                    <a:pt x="9" y="3"/>
                  </a:lnTo>
                  <a:lnTo>
                    <a:pt x="18" y="7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2"/>
                  </a:lnTo>
                  <a:lnTo>
                    <a:pt x="25" y="51"/>
                  </a:lnTo>
                  <a:lnTo>
                    <a:pt x="18" y="58"/>
                  </a:lnTo>
                  <a:lnTo>
                    <a:pt x="9" y="62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56" name=""/>
            <p:cNvSpPr/>
            <p:nvPr/>
          </p:nvSpPr>
          <p:spPr>
            <a:xfrm rot="0">
              <a:off x="3888" y="1453"/>
              <a:ext cx="8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57" name=""/>
            <p:cNvSpPr/>
            <p:nvPr/>
          </p:nvSpPr>
          <p:spPr>
            <a:xfrm rot="0">
              <a:off x="4013" y="1453"/>
              <a:ext cx="8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58" name=""/>
            <p:cNvSpPr/>
            <p:nvPr/>
          </p:nvSpPr>
          <p:spPr>
            <a:xfrm rot="0">
              <a:off x="3441" y="2107"/>
              <a:ext cx="7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6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59" name=""/>
            <p:cNvSpPr/>
            <p:nvPr/>
          </p:nvSpPr>
          <p:spPr>
            <a:xfrm rot="0">
              <a:off x="3441" y="2107"/>
              <a:ext cx="7" cy="13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6" y="13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60" name=""/>
            <p:cNvSpPr/>
            <p:nvPr/>
          </p:nvSpPr>
          <p:spPr>
            <a:xfrm rot="0">
              <a:off x="3111" y="2107"/>
              <a:ext cx="330" cy="13"/>
            </a:xfrm>
            <a:custGeom>
              <a:avLst/>
              <a:ahLst/>
              <a:rect l="0" t="0" r="r" b="b"/>
              <a:pathLst>
                <a:path w="1652" h="62">
                  <a:moveTo>
                    <a:pt x="1652" y="62"/>
                  </a:moveTo>
                  <a:lnTo>
                    <a:pt x="1652" y="32"/>
                  </a:lnTo>
                  <a:lnTo>
                    <a:pt x="1652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652" y="6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61" name=""/>
            <p:cNvSpPr/>
            <p:nvPr/>
          </p:nvSpPr>
          <p:spPr>
            <a:xfrm rot="0">
              <a:off x="3111" y="2107"/>
              <a:ext cx="330" cy="13"/>
            </a:xfrm>
            <a:custGeom>
              <a:avLst/>
              <a:ahLst/>
              <a:rect l="0" t="0" r="r" b="b"/>
              <a:pathLst>
                <a:path w="1652" h="62">
                  <a:moveTo>
                    <a:pt x="1652" y="62"/>
                  </a:moveTo>
                  <a:lnTo>
                    <a:pt x="1652" y="32"/>
                  </a:lnTo>
                  <a:lnTo>
                    <a:pt x="1652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652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62" name=""/>
            <p:cNvSpPr/>
            <p:nvPr/>
          </p:nvSpPr>
          <p:spPr>
            <a:xfrm rot="0">
              <a:off x="3105" y="210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63" name=""/>
            <p:cNvSpPr/>
            <p:nvPr/>
          </p:nvSpPr>
          <p:spPr>
            <a:xfrm rot="0">
              <a:off x="3105" y="2107"/>
              <a:ext cx="6" cy="13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64" name=""/>
            <p:cNvSpPr/>
            <p:nvPr/>
          </p:nvSpPr>
          <p:spPr>
            <a:xfrm rot="0">
              <a:off x="4112" y="1453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59" y="10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65" name=""/>
            <p:cNvSpPr/>
            <p:nvPr/>
          </p:nvSpPr>
          <p:spPr>
            <a:xfrm rot="0">
              <a:off x="4112" y="1453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10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66" name=""/>
            <p:cNvSpPr/>
            <p:nvPr/>
          </p:nvSpPr>
          <p:spPr>
            <a:xfrm rot="0">
              <a:off x="4112" y="1164"/>
              <a:ext cx="12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0" y="1444"/>
                  </a:move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67" name=""/>
            <p:cNvSpPr/>
            <p:nvPr/>
          </p:nvSpPr>
          <p:spPr>
            <a:xfrm rot="0">
              <a:off x="4112" y="1164"/>
              <a:ext cx="12" cy="289"/>
            </a:xfrm>
            <a:custGeom>
              <a:avLst/>
              <a:ahLst/>
              <a:rect l="0" t="0" r="r" b="b"/>
              <a:pathLst>
                <a:path w="62" h="1444">
                  <a:moveTo>
                    <a:pt x="0" y="1444"/>
                  </a:moveTo>
                  <a:lnTo>
                    <a:pt x="30" y="1444"/>
                  </a:lnTo>
                  <a:lnTo>
                    <a:pt x="62" y="1444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144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68" name=""/>
            <p:cNvSpPr/>
            <p:nvPr/>
          </p:nvSpPr>
          <p:spPr>
            <a:xfrm rot="0">
              <a:off x="4112" y="1157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69" name=""/>
            <p:cNvSpPr/>
            <p:nvPr/>
          </p:nvSpPr>
          <p:spPr>
            <a:xfrm rot="0">
              <a:off x="4112" y="1157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70" name=""/>
            <p:cNvSpPr/>
            <p:nvPr/>
          </p:nvSpPr>
          <p:spPr>
            <a:xfrm rot="0">
              <a:off x="3817" y="1879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7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71" name=""/>
            <p:cNvSpPr/>
            <p:nvPr/>
          </p:nvSpPr>
          <p:spPr>
            <a:xfrm rot="0">
              <a:off x="3817" y="1879"/>
              <a:ext cx="12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4" y="14"/>
                  </a:lnTo>
                  <a:lnTo>
                    <a:pt x="12" y="7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7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72" name=""/>
            <p:cNvSpPr/>
            <p:nvPr/>
          </p:nvSpPr>
          <p:spPr>
            <a:xfrm rot="0">
              <a:off x="3817" y="1886"/>
              <a:ext cx="12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0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73" name=""/>
            <p:cNvSpPr/>
            <p:nvPr/>
          </p:nvSpPr>
          <p:spPr>
            <a:xfrm rot="0">
              <a:off x="3817" y="1886"/>
              <a:ext cx="12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0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74" name=""/>
            <p:cNvSpPr/>
            <p:nvPr/>
          </p:nvSpPr>
          <p:spPr>
            <a:xfrm rot="0">
              <a:off x="3817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59" y="9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75" name=""/>
            <p:cNvSpPr/>
            <p:nvPr/>
          </p:nvSpPr>
          <p:spPr>
            <a:xfrm rot="0">
              <a:off x="3817" y="2114"/>
              <a:ext cx="12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9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76" name=""/>
            <p:cNvSpPr/>
            <p:nvPr/>
          </p:nvSpPr>
          <p:spPr>
            <a:xfrm rot="0">
              <a:off x="4080" y="1879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77" name=""/>
            <p:cNvSpPr/>
            <p:nvPr/>
          </p:nvSpPr>
          <p:spPr>
            <a:xfrm rot="0">
              <a:off x="4080" y="1879"/>
              <a:ext cx="13" cy="7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78" name=""/>
            <p:cNvSpPr/>
            <p:nvPr/>
          </p:nvSpPr>
          <p:spPr>
            <a:xfrm rot="0">
              <a:off x="4080" y="1886"/>
              <a:ext cx="13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1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79" name=""/>
            <p:cNvSpPr/>
            <p:nvPr/>
          </p:nvSpPr>
          <p:spPr>
            <a:xfrm rot="0">
              <a:off x="4080" y="1886"/>
              <a:ext cx="13" cy="228"/>
            </a:xfrm>
            <a:custGeom>
              <a:avLst/>
              <a:ahLst/>
              <a:rect l="0" t="0" r="r" b="b"/>
              <a:pathLst>
                <a:path w="62" h="1140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140"/>
                  </a:lnTo>
                  <a:lnTo>
                    <a:pt x="31" y="1140"/>
                  </a:lnTo>
                  <a:lnTo>
                    <a:pt x="62" y="114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0" name=""/>
            <p:cNvSpPr/>
            <p:nvPr/>
          </p:nvSpPr>
          <p:spPr>
            <a:xfrm rot="0">
              <a:off x="4080" y="2114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7581" name=""/>
            <p:cNvSpPr/>
            <p:nvPr/>
          </p:nvSpPr>
          <p:spPr>
            <a:xfrm rot="0">
              <a:off x="4080" y="2114"/>
              <a:ext cx="13" cy="6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2" name=""/>
            <p:cNvSpPr/>
            <p:nvPr/>
          </p:nvSpPr>
          <p:spPr>
            <a:xfrm rot="0" flipV="1">
              <a:off x="3888" y="1381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3" name=""/>
            <p:cNvSpPr/>
            <p:nvPr/>
          </p:nvSpPr>
          <p:spPr>
            <a:xfrm rot="0" flipV="1">
              <a:off x="3888" y="1272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4" name=""/>
            <p:cNvSpPr/>
            <p:nvPr/>
          </p:nvSpPr>
          <p:spPr>
            <a:xfrm rot="0" flipV="1">
              <a:off x="3888" y="116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5" name=""/>
            <p:cNvSpPr/>
            <p:nvPr/>
          </p:nvSpPr>
          <p:spPr>
            <a:xfrm rot="0">
              <a:off x="3951" y="145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6" name=""/>
            <p:cNvSpPr/>
            <p:nvPr/>
          </p:nvSpPr>
          <p:spPr>
            <a:xfrm rot="0">
              <a:off x="3951" y="1530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7" name=""/>
            <p:cNvSpPr/>
            <p:nvPr/>
          </p:nvSpPr>
          <p:spPr>
            <a:xfrm rot="0">
              <a:off x="3951" y="1638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8" name=""/>
            <p:cNvSpPr/>
            <p:nvPr/>
          </p:nvSpPr>
          <p:spPr>
            <a:xfrm rot="0">
              <a:off x="3951" y="1747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89" name=""/>
            <p:cNvSpPr/>
            <p:nvPr/>
          </p:nvSpPr>
          <p:spPr>
            <a:xfrm rot="0">
              <a:off x="3951" y="1856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90" name=""/>
            <p:cNvSpPr/>
            <p:nvPr/>
          </p:nvSpPr>
          <p:spPr>
            <a:xfrm rot="0">
              <a:off x="3951" y="1964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91" name=""/>
            <p:cNvSpPr/>
            <p:nvPr/>
          </p:nvSpPr>
          <p:spPr>
            <a:xfrm rot="0">
              <a:off x="3951" y="2073"/>
              <a:ext cx="1" cy="4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92" name=""/>
            <p:cNvSpPr/>
            <p:nvPr/>
          </p:nvSpPr>
          <p:spPr>
            <a:xfrm rot="0" flipV="1">
              <a:off x="4154" y="1453"/>
              <a:ext cx="1" cy="66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7593" name=""/>
            <p:cNvSpPr/>
            <p:nvPr/>
          </p:nvSpPr>
          <p:spPr>
            <a:xfrm rot="0" flipV="1">
              <a:off x="3111" y="1453"/>
              <a:ext cx="1" cy="66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</p:spTree>
  </p:cSld>
  <p:clrMapOvr>
    <a:masterClrMapping/>
  </p:clrMapOvr>
  <p:timing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39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395" name=""/>
          <p:cNvGrpSpPr/>
          <p:nvPr/>
        </p:nvGrpSpPr>
        <p:grpSpPr>
          <a:xfrm rot="0">
            <a:off x="1079500" y="1301750"/>
            <a:ext cx="5822950" cy="4683125"/>
            <a:chOff x="958" y="820"/>
            <a:chExt cx="2941" cy="2175"/>
          </a:xfrm>
        </p:grpSpPr>
        <p:grpSp>
          <p:nvGrpSpPr>
            <p:cNvPr id="396" name=""/>
            <p:cNvGrpSpPr/>
            <p:nvPr/>
          </p:nvGrpSpPr>
          <p:grpSpPr>
            <a:xfrm rot="0">
              <a:off x="1430" y="897"/>
              <a:ext cx="2469" cy="827"/>
              <a:chOff x="1430" y="897"/>
              <a:chExt cx="2469" cy="827"/>
            </a:xfrm>
          </p:grpSpPr>
          <p:sp>
            <p:nvSpPr>
              <p:cNvPr id="1077594" name=""/>
              <p:cNvSpPr/>
              <p:nvPr/>
            </p:nvSpPr>
            <p:spPr>
              <a:xfrm rot="0">
                <a:off x="1430" y="1281"/>
                <a:ext cx="4" cy="6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15" y="0"/>
                    </a:moveTo>
                    <a:lnTo>
                      <a:pt x="0" y="23"/>
                    </a:lnTo>
                    <a:lnTo>
                      <a:pt x="1" y="24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595" name=""/>
              <p:cNvSpPr/>
              <p:nvPr/>
            </p:nvSpPr>
            <p:spPr>
              <a:xfrm rot="0">
                <a:off x="1430" y="12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596" name=""/>
              <p:cNvSpPr/>
              <p:nvPr/>
            </p:nvSpPr>
            <p:spPr>
              <a:xfrm rot="0">
                <a:off x="1431" y="1275"/>
                <a:ext cx="25" cy="23"/>
              </a:xfrm>
              <a:custGeom>
                <a:avLst/>
                <a:ahLst/>
                <a:rect l="0" t="0" r="r" b="b"/>
                <a:pathLst>
                  <a:path w="101" h="93">
                    <a:moveTo>
                      <a:pt x="29" y="0"/>
                    </a:moveTo>
                    <a:lnTo>
                      <a:pt x="14" y="25"/>
                    </a:lnTo>
                    <a:lnTo>
                      <a:pt x="0" y="49"/>
                    </a:lnTo>
                    <a:lnTo>
                      <a:pt x="72" y="93"/>
                    </a:lnTo>
                    <a:lnTo>
                      <a:pt x="87" y="69"/>
                    </a:lnTo>
                    <a:lnTo>
                      <a:pt x="101" y="45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597" name=""/>
              <p:cNvSpPr/>
              <p:nvPr/>
            </p:nvSpPr>
            <p:spPr>
              <a:xfrm rot="0">
                <a:off x="1431" y="1275"/>
                <a:ext cx="25" cy="23"/>
              </a:xfrm>
              <a:custGeom>
                <a:avLst/>
                <a:ahLst/>
                <a:rect l="0" t="0" r="r" b="b"/>
                <a:pathLst>
                  <a:path w="101" h="93">
                    <a:moveTo>
                      <a:pt x="29" y="0"/>
                    </a:moveTo>
                    <a:lnTo>
                      <a:pt x="14" y="25"/>
                    </a:lnTo>
                    <a:lnTo>
                      <a:pt x="0" y="49"/>
                    </a:lnTo>
                    <a:lnTo>
                      <a:pt x="72" y="93"/>
                    </a:lnTo>
                    <a:lnTo>
                      <a:pt x="87" y="69"/>
                    </a:lnTo>
                    <a:lnTo>
                      <a:pt x="101" y="45"/>
                    </a:lnTo>
                    <a:lnTo>
                      <a:pt x="29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598" name=""/>
              <p:cNvSpPr/>
              <p:nvPr/>
            </p:nvSpPr>
            <p:spPr>
              <a:xfrm rot="0">
                <a:off x="1449" y="1292"/>
                <a:ext cx="3" cy="6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15" y="0"/>
                    </a:moveTo>
                    <a:lnTo>
                      <a:pt x="0" y="24"/>
                    </a:lnTo>
                    <a:lnTo>
                      <a:pt x="1" y="24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599" name=""/>
              <p:cNvSpPr/>
              <p:nvPr/>
            </p:nvSpPr>
            <p:spPr>
              <a:xfrm rot="0">
                <a:off x="1449" y="129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00" name=""/>
              <p:cNvSpPr/>
              <p:nvPr/>
            </p:nvSpPr>
            <p:spPr>
              <a:xfrm rot="0">
                <a:off x="1449" y="1286"/>
                <a:ext cx="25" cy="23"/>
              </a:xfrm>
              <a:custGeom>
                <a:avLst/>
                <a:ahLst/>
                <a:rect l="0" t="0" r="r" b="b"/>
                <a:pathLst>
                  <a:path w="100" h="89">
                    <a:moveTo>
                      <a:pt x="27" y="0"/>
                    </a:moveTo>
                    <a:lnTo>
                      <a:pt x="14" y="24"/>
                    </a:lnTo>
                    <a:lnTo>
                      <a:pt x="0" y="48"/>
                    </a:lnTo>
                    <a:lnTo>
                      <a:pt x="73" y="89"/>
                    </a:lnTo>
                    <a:lnTo>
                      <a:pt x="87" y="65"/>
                    </a:lnTo>
                    <a:lnTo>
                      <a:pt x="100" y="41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01" name=""/>
              <p:cNvSpPr/>
              <p:nvPr/>
            </p:nvSpPr>
            <p:spPr>
              <a:xfrm rot="0">
                <a:off x="1449" y="1286"/>
                <a:ext cx="25" cy="23"/>
              </a:xfrm>
              <a:custGeom>
                <a:avLst/>
                <a:ahLst/>
                <a:rect l="0" t="0" r="r" b="b"/>
                <a:pathLst>
                  <a:path w="100" h="89">
                    <a:moveTo>
                      <a:pt x="27" y="0"/>
                    </a:moveTo>
                    <a:lnTo>
                      <a:pt x="14" y="24"/>
                    </a:lnTo>
                    <a:lnTo>
                      <a:pt x="0" y="48"/>
                    </a:lnTo>
                    <a:lnTo>
                      <a:pt x="73" y="89"/>
                    </a:lnTo>
                    <a:lnTo>
                      <a:pt x="87" y="65"/>
                    </a:lnTo>
                    <a:lnTo>
                      <a:pt x="100" y="41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02" name=""/>
              <p:cNvSpPr/>
              <p:nvPr/>
            </p:nvSpPr>
            <p:spPr>
              <a:xfrm rot="0">
                <a:off x="1467" y="1302"/>
                <a:ext cx="4" cy="7"/>
              </a:xfrm>
              <a:custGeom>
                <a:avLst/>
                <a:ahLst/>
                <a:rect l="0" t="0" r="r" b="b"/>
                <a:pathLst>
                  <a:path w="14" h="26">
                    <a:moveTo>
                      <a:pt x="14" y="0"/>
                    </a:moveTo>
                    <a:lnTo>
                      <a:pt x="0" y="24"/>
                    </a:lnTo>
                    <a:lnTo>
                      <a:pt x="2" y="26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03" name=""/>
              <p:cNvSpPr/>
              <p:nvPr/>
            </p:nvSpPr>
            <p:spPr>
              <a:xfrm rot="0">
                <a:off x="1467" y="13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04" name=""/>
              <p:cNvSpPr/>
              <p:nvPr/>
            </p:nvSpPr>
            <p:spPr>
              <a:xfrm rot="0">
                <a:off x="1468" y="1296"/>
                <a:ext cx="25" cy="22"/>
              </a:xfrm>
              <a:custGeom>
                <a:avLst/>
                <a:ahLst/>
                <a:rect l="0" t="0" r="r" b="b"/>
                <a:pathLst>
                  <a:path w="99" h="89">
                    <a:moveTo>
                      <a:pt x="24" y="0"/>
                    </a:moveTo>
                    <a:lnTo>
                      <a:pt x="12" y="26"/>
                    </a:lnTo>
                    <a:lnTo>
                      <a:pt x="0" y="52"/>
                    </a:lnTo>
                    <a:lnTo>
                      <a:pt x="75" y="89"/>
                    </a:lnTo>
                    <a:lnTo>
                      <a:pt x="87" y="64"/>
                    </a:lnTo>
                    <a:lnTo>
                      <a:pt x="99" y="38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05" name=""/>
              <p:cNvSpPr/>
              <p:nvPr/>
            </p:nvSpPr>
            <p:spPr>
              <a:xfrm rot="0">
                <a:off x="1468" y="1296"/>
                <a:ext cx="25" cy="22"/>
              </a:xfrm>
              <a:custGeom>
                <a:avLst/>
                <a:ahLst/>
                <a:rect l="0" t="0" r="r" b="b"/>
                <a:pathLst>
                  <a:path w="99" h="89">
                    <a:moveTo>
                      <a:pt x="24" y="0"/>
                    </a:moveTo>
                    <a:lnTo>
                      <a:pt x="12" y="26"/>
                    </a:lnTo>
                    <a:lnTo>
                      <a:pt x="0" y="52"/>
                    </a:lnTo>
                    <a:lnTo>
                      <a:pt x="75" y="89"/>
                    </a:lnTo>
                    <a:lnTo>
                      <a:pt x="87" y="64"/>
                    </a:lnTo>
                    <a:lnTo>
                      <a:pt x="99" y="38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06" name=""/>
              <p:cNvSpPr/>
              <p:nvPr/>
            </p:nvSpPr>
            <p:spPr>
              <a:xfrm rot="0">
                <a:off x="1486" y="1312"/>
                <a:ext cx="4" cy="6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12" y="0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12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07" name=""/>
              <p:cNvSpPr/>
              <p:nvPr/>
            </p:nvSpPr>
            <p:spPr>
              <a:xfrm rot="0">
                <a:off x="1486" y="13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08" name=""/>
              <p:cNvSpPr/>
              <p:nvPr/>
            </p:nvSpPr>
            <p:spPr>
              <a:xfrm rot="0">
                <a:off x="1487" y="1306"/>
                <a:ext cx="24" cy="21"/>
              </a:xfrm>
              <a:custGeom>
                <a:avLst/>
                <a:ahLst/>
                <a:rect l="0" t="0" r="r" b="b"/>
                <a:pathLst>
                  <a:path w="99" h="86">
                    <a:moveTo>
                      <a:pt x="22" y="0"/>
                    </a:moveTo>
                    <a:lnTo>
                      <a:pt x="11" y="26"/>
                    </a:lnTo>
                    <a:lnTo>
                      <a:pt x="0" y="51"/>
                    </a:lnTo>
                    <a:lnTo>
                      <a:pt x="77" y="86"/>
                    </a:lnTo>
                    <a:lnTo>
                      <a:pt x="88" y="60"/>
                    </a:lnTo>
                    <a:lnTo>
                      <a:pt x="99" y="3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09" name=""/>
              <p:cNvSpPr/>
              <p:nvPr/>
            </p:nvSpPr>
            <p:spPr>
              <a:xfrm rot="0">
                <a:off x="1487" y="1306"/>
                <a:ext cx="24" cy="21"/>
              </a:xfrm>
              <a:custGeom>
                <a:avLst/>
                <a:ahLst/>
                <a:rect l="0" t="0" r="r" b="b"/>
                <a:pathLst>
                  <a:path w="99" h="86">
                    <a:moveTo>
                      <a:pt x="22" y="0"/>
                    </a:moveTo>
                    <a:lnTo>
                      <a:pt x="11" y="26"/>
                    </a:lnTo>
                    <a:lnTo>
                      <a:pt x="0" y="51"/>
                    </a:lnTo>
                    <a:lnTo>
                      <a:pt x="77" y="86"/>
                    </a:lnTo>
                    <a:lnTo>
                      <a:pt x="88" y="60"/>
                    </a:lnTo>
                    <a:lnTo>
                      <a:pt x="99" y="35"/>
                    </a:lnTo>
                    <a:lnTo>
                      <a:pt x="22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10" name=""/>
              <p:cNvSpPr/>
              <p:nvPr/>
            </p:nvSpPr>
            <p:spPr>
              <a:xfrm rot="0">
                <a:off x="1506" y="1321"/>
                <a:ext cx="3" cy="6"/>
              </a:xfrm>
              <a:custGeom>
                <a:avLst/>
                <a:ahLst/>
                <a:rect l="0" t="0" r="r" b="b"/>
                <a:pathLst>
                  <a:path w="11" h="27">
                    <a:moveTo>
                      <a:pt x="11" y="0"/>
                    </a:moveTo>
                    <a:lnTo>
                      <a:pt x="0" y="26"/>
                    </a:lnTo>
                    <a:lnTo>
                      <a:pt x="1" y="27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11" name=""/>
              <p:cNvSpPr/>
              <p:nvPr/>
            </p:nvSpPr>
            <p:spPr>
              <a:xfrm rot="0">
                <a:off x="1506" y="132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12" name=""/>
              <p:cNvSpPr/>
              <p:nvPr/>
            </p:nvSpPr>
            <p:spPr>
              <a:xfrm rot="0">
                <a:off x="1506" y="1314"/>
                <a:ext cx="25" cy="21"/>
              </a:xfrm>
              <a:custGeom>
                <a:avLst/>
                <a:ahLst/>
                <a:rect l="0" t="0" r="r" b="b"/>
                <a:pathLst>
                  <a:path w="98" h="85">
                    <a:moveTo>
                      <a:pt x="20" y="0"/>
                    </a:moveTo>
                    <a:lnTo>
                      <a:pt x="10" y="27"/>
                    </a:lnTo>
                    <a:lnTo>
                      <a:pt x="0" y="54"/>
                    </a:lnTo>
                    <a:lnTo>
                      <a:pt x="78" y="85"/>
                    </a:lnTo>
                    <a:lnTo>
                      <a:pt x="88" y="58"/>
                    </a:lnTo>
                    <a:lnTo>
                      <a:pt x="98" y="32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13" name=""/>
              <p:cNvSpPr/>
              <p:nvPr/>
            </p:nvSpPr>
            <p:spPr>
              <a:xfrm rot="0">
                <a:off x="1506" y="1314"/>
                <a:ext cx="25" cy="21"/>
              </a:xfrm>
              <a:custGeom>
                <a:avLst/>
                <a:ahLst/>
                <a:rect l="0" t="0" r="r" b="b"/>
                <a:pathLst>
                  <a:path w="98" h="85">
                    <a:moveTo>
                      <a:pt x="20" y="0"/>
                    </a:moveTo>
                    <a:lnTo>
                      <a:pt x="10" y="27"/>
                    </a:lnTo>
                    <a:lnTo>
                      <a:pt x="0" y="54"/>
                    </a:lnTo>
                    <a:lnTo>
                      <a:pt x="78" y="85"/>
                    </a:lnTo>
                    <a:lnTo>
                      <a:pt x="88" y="58"/>
                    </a:lnTo>
                    <a:lnTo>
                      <a:pt x="98" y="32"/>
                    </a:lnTo>
                    <a:lnTo>
                      <a:pt x="2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14" name=""/>
              <p:cNvSpPr/>
              <p:nvPr/>
            </p:nvSpPr>
            <p:spPr>
              <a:xfrm rot="0">
                <a:off x="1526" y="1328"/>
                <a:ext cx="2" cy="7"/>
              </a:xfrm>
              <a:custGeom>
                <a:avLst/>
                <a:ahLst/>
                <a:rect l="0" t="0" r="r" b="b"/>
                <a:pathLst>
                  <a:path w="10" h="27">
                    <a:moveTo>
                      <a:pt x="10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15" name=""/>
              <p:cNvSpPr/>
              <p:nvPr/>
            </p:nvSpPr>
            <p:spPr>
              <a:xfrm rot="0">
                <a:off x="1526" y="133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16" name=""/>
              <p:cNvSpPr/>
              <p:nvPr/>
            </p:nvSpPr>
            <p:spPr>
              <a:xfrm rot="0">
                <a:off x="1526" y="1322"/>
                <a:ext cx="24" cy="20"/>
              </a:xfrm>
              <a:custGeom>
                <a:avLst/>
                <a:ahLst/>
                <a:rect l="0" t="0" r="r" b="b"/>
                <a:pathLst>
                  <a:path w="96" h="80">
                    <a:moveTo>
                      <a:pt x="17" y="0"/>
                    </a:moveTo>
                    <a:lnTo>
                      <a:pt x="8" y="26"/>
                    </a:lnTo>
                    <a:lnTo>
                      <a:pt x="0" y="53"/>
                    </a:lnTo>
                    <a:lnTo>
                      <a:pt x="78" y="80"/>
                    </a:lnTo>
                    <a:lnTo>
                      <a:pt x="87" y="54"/>
                    </a:lnTo>
                    <a:lnTo>
                      <a:pt x="96" y="27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17" name=""/>
              <p:cNvSpPr/>
              <p:nvPr/>
            </p:nvSpPr>
            <p:spPr>
              <a:xfrm rot="0">
                <a:off x="1526" y="1322"/>
                <a:ext cx="24" cy="20"/>
              </a:xfrm>
              <a:custGeom>
                <a:avLst/>
                <a:ahLst/>
                <a:rect l="0" t="0" r="r" b="b"/>
                <a:pathLst>
                  <a:path w="96" h="80">
                    <a:moveTo>
                      <a:pt x="17" y="0"/>
                    </a:moveTo>
                    <a:lnTo>
                      <a:pt x="8" y="26"/>
                    </a:lnTo>
                    <a:lnTo>
                      <a:pt x="0" y="53"/>
                    </a:lnTo>
                    <a:lnTo>
                      <a:pt x="78" y="80"/>
                    </a:lnTo>
                    <a:lnTo>
                      <a:pt x="87" y="54"/>
                    </a:lnTo>
                    <a:lnTo>
                      <a:pt x="96" y="27"/>
                    </a:lnTo>
                    <a:lnTo>
                      <a:pt x="17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18" name=""/>
              <p:cNvSpPr/>
              <p:nvPr/>
            </p:nvSpPr>
            <p:spPr>
              <a:xfrm rot="0">
                <a:off x="1546" y="1335"/>
                <a:ext cx="2" cy="7"/>
              </a:xfrm>
              <a:custGeom>
                <a:avLst/>
                <a:ahLst/>
                <a:rect l="0" t="0" r="r" b="b"/>
                <a:pathLst>
                  <a:path w="9" h="28">
                    <a:moveTo>
                      <a:pt x="9" y="0"/>
                    </a:moveTo>
                    <a:lnTo>
                      <a:pt x="0" y="26"/>
                    </a:lnTo>
                    <a:lnTo>
                      <a:pt x="1" y="28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19" name=""/>
              <p:cNvSpPr/>
              <p:nvPr/>
            </p:nvSpPr>
            <p:spPr>
              <a:xfrm rot="0">
                <a:off x="1546" y="13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20" name=""/>
              <p:cNvSpPr/>
              <p:nvPr/>
            </p:nvSpPr>
            <p:spPr>
              <a:xfrm rot="0">
                <a:off x="1546" y="1328"/>
                <a:ext cx="24" cy="20"/>
              </a:xfrm>
              <a:custGeom>
                <a:avLst/>
                <a:ahLst/>
                <a:rect l="0" t="0" r="r" b="b"/>
                <a:pathLst>
                  <a:path w="97" h="79">
                    <a:moveTo>
                      <a:pt x="16" y="0"/>
                    </a:moveTo>
                    <a:lnTo>
                      <a:pt x="8" y="28"/>
                    </a:lnTo>
                    <a:lnTo>
                      <a:pt x="0" y="56"/>
                    </a:lnTo>
                    <a:lnTo>
                      <a:pt x="81" y="79"/>
                    </a:lnTo>
                    <a:lnTo>
                      <a:pt x="89" y="51"/>
                    </a:lnTo>
                    <a:lnTo>
                      <a:pt x="97" y="23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21" name=""/>
              <p:cNvSpPr/>
              <p:nvPr/>
            </p:nvSpPr>
            <p:spPr>
              <a:xfrm rot="0">
                <a:off x="1546" y="1328"/>
                <a:ext cx="24" cy="20"/>
              </a:xfrm>
              <a:custGeom>
                <a:avLst/>
                <a:ahLst/>
                <a:rect l="0" t="0" r="r" b="b"/>
                <a:pathLst>
                  <a:path w="97" h="79">
                    <a:moveTo>
                      <a:pt x="16" y="0"/>
                    </a:moveTo>
                    <a:lnTo>
                      <a:pt x="8" y="28"/>
                    </a:lnTo>
                    <a:lnTo>
                      <a:pt x="0" y="56"/>
                    </a:lnTo>
                    <a:lnTo>
                      <a:pt x="81" y="79"/>
                    </a:lnTo>
                    <a:lnTo>
                      <a:pt x="89" y="51"/>
                    </a:lnTo>
                    <a:lnTo>
                      <a:pt x="97" y="23"/>
                    </a:lnTo>
                    <a:lnTo>
                      <a:pt x="16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22" name=""/>
              <p:cNvSpPr/>
              <p:nvPr/>
            </p:nvSpPr>
            <p:spPr>
              <a:xfrm rot="0">
                <a:off x="1566" y="1341"/>
                <a:ext cx="2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23" name=""/>
              <p:cNvSpPr/>
              <p:nvPr/>
            </p:nvSpPr>
            <p:spPr>
              <a:xfrm rot="0">
                <a:off x="1566" y="134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24" name=""/>
              <p:cNvSpPr/>
              <p:nvPr/>
            </p:nvSpPr>
            <p:spPr>
              <a:xfrm rot="0">
                <a:off x="1567" y="1334"/>
                <a:ext cx="23" cy="19"/>
              </a:xfrm>
              <a:custGeom>
                <a:avLst/>
                <a:ahLst/>
                <a:rect l="0" t="0" r="r" b="b"/>
                <a:pathLst>
                  <a:path w="96" h="77">
                    <a:moveTo>
                      <a:pt x="14" y="0"/>
                    </a:moveTo>
                    <a:lnTo>
                      <a:pt x="7" y="28"/>
                    </a:lnTo>
                    <a:lnTo>
                      <a:pt x="0" y="56"/>
                    </a:lnTo>
                    <a:lnTo>
                      <a:pt x="83" y="77"/>
                    </a:lnTo>
                    <a:lnTo>
                      <a:pt x="89" y="49"/>
                    </a:lnTo>
                    <a:lnTo>
                      <a:pt x="96" y="21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25" name=""/>
              <p:cNvSpPr/>
              <p:nvPr/>
            </p:nvSpPr>
            <p:spPr>
              <a:xfrm rot="0">
                <a:off x="1567" y="1334"/>
                <a:ext cx="23" cy="19"/>
              </a:xfrm>
              <a:custGeom>
                <a:avLst/>
                <a:ahLst/>
                <a:rect l="0" t="0" r="r" b="b"/>
                <a:pathLst>
                  <a:path w="96" h="77">
                    <a:moveTo>
                      <a:pt x="14" y="0"/>
                    </a:moveTo>
                    <a:lnTo>
                      <a:pt x="7" y="28"/>
                    </a:lnTo>
                    <a:lnTo>
                      <a:pt x="0" y="56"/>
                    </a:lnTo>
                    <a:lnTo>
                      <a:pt x="83" y="77"/>
                    </a:lnTo>
                    <a:lnTo>
                      <a:pt x="89" y="49"/>
                    </a:lnTo>
                    <a:lnTo>
                      <a:pt x="96" y="21"/>
                    </a:lnTo>
                    <a:lnTo>
                      <a:pt x="14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26" name=""/>
              <p:cNvSpPr/>
              <p:nvPr/>
            </p:nvSpPr>
            <p:spPr>
              <a:xfrm rot="0">
                <a:off x="1587" y="1346"/>
                <a:ext cx="2" cy="7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6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27" name=""/>
              <p:cNvSpPr/>
              <p:nvPr/>
            </p:nvSpPr>
            <p:spPr>
              <a:xfrm rot="0">
                <a:off x="1587" y="13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28" name=""/>
              <p:cNvSpPr/>
              <p:nvPr/>
            </p:nvSpPr>
            <p:spPr>
              <a:xfrm rot="0">
                <a:off x="1587" y="1339"/>
                <a:ext cx="24" cy="18"/>
              </a:xfrm>
              <a:custGeom>
                <a:avLst/>
                <a:ahLst/>
                <a:rect l="0" t="0" r="r" b="b"/>
                <a:pathLst>
                  <a:path w="93" h="73">
                    <a:moveTo>
                      <a:pt x="11" y="0"/>
                    </a:moveTo>
                    <a:lnTo>
                      <a:pt x="5" y="28"/>
                    </a:lnTo>
                    <a:lnTo>
                      <a:pt x="0" y="56"/>
                    </a:lnTo>
                    <a:lnTo>
                      <a:pt x="82" y="73"/>
                    </a:lnTo>
                    <a:lnTo>
                      <a:pt x="87" y="45"/>
                    </a:lnTo>
                    <a:lnTo>
                      <a:pt x="93" y="17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29" name=""/>
              <p:cNvSpPr/>
              <p:nvPr/>
            </p:nvSpPr>
            <p:spPr>
              <a:xfrm rot="0">
                <a:off x="1587" y="1339"/>
                <a:ext cx="24" cy="18"/>
              </a:xfrm>
              <a:custGeom>
                <a:avLst/>
                <a:ahLst/>
                <a:rect l="0" t="0" r="r" b="b"/>
                <a:pathLst>
                  <a:path w="93" h="73">
                    <a:moveTo>
                      <a:pt x="11" y="0"/>
                    </a:moveTo>
                    <a:lnTo>
                      <a:pt x="5" y="28"/>
                    </a:lnTo>
                    <a:lnTo>
                      <a:pt x="0" y="56"/>
                    </a:lnTo>
                    <a:lnTo>
                      <a:pt x="82" y="73"/>
                    </a:lnTo>
                    <a:lnTo>
                      <a:pt x="87" y="45"/>
                    </a:lnTo>
                    <a:lnTo>
                      <a:pt x="93" y="17"/>
                    </a:lnTo>
                    <a:lnTo>
                      <a:pt x="11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30" name=""/>
              <p:cNvSpPr/>
              <p:nvPr/>
            </p:nvSpPr>
            <p:spPr>
              <a:xfrm rot="0">
                <a:off x="1608" y="1350"/>
                <a:ext cx="1" cy="7"/>
              </a:xfrm>
              <a:custGeom>
                <a:avLst/>
                <a:ahLst/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31" name=""/>
              <p:cNvSpPr/>
              <p:nvPr/>
            </p:nvSpPr>
            <p:spPr>
              <a:xfrm rot="0">
                <a:off x="1608" y="13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32" name=""/>
              <p:cNvSpPr/>
              <p:nvPr/>
            </p:nvSpPr>
            <p:spPr>
              <a:xfrm rot="0">
                <a:off x="1608" y="1344"/>
                <a:ext cx="23" cy="16"/>
              </a:xfrm>
              <a:custGeom>
                <a:avLst/>
                <a:ahLst/>
                <a:rect l="0" t="0" r="r" b="b"/>
                <a:pathLst>
                  <a:path w="92" h="68">
                    <a:moveTo>
                      <a:pt x="9" y="0"/>
                    </a:moveTo>
                    <a:lnTo>
                      <a:pt x="4" y="28"/>
                    </a:lnTo>
                    <a:lnTo>
                      <a:pt x="0" y="56"/>
                    </a:lnTo>
                    <a:lnTo>
                      <a:pt x="83" y="68"/>
                    </a:lnTo>
                    <a:lnTo>
                      <a:pt x="87" y="40"/>
                    </a:lnTo>
                    <a:lnTo>
                      <a:pt x="92" y="12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33" name=""/>
              <p:cNvSpPr/>
              <p:nvPr/>
            </p:nvSpPr>
            <p:spPr>
              <a:xfrm rot="0">
                <a:off x="1608" y="1344"/>
                <a:ext cx="23" cy="16"/>
              </a:xfrm>
              <a:custGeom>
                <a:avLst/>
                <a:ahLst/>
                <a:rect l="0" t="0" r="r" b="b"/>
                <a:pathLst>
                  <a:path w="92" h="68">
                    <a:moveTo>
                      <a:pt x="9" y="0"/>
                    </a:moveTo>
                    <a:lnTo>
                      <a:pt x="4" y="28"/>
                    </a:lnTo>
                    <a:lnTo>
                      <a:pt x="0" y="56"/>
                    </a:lnTo>
                    <a:lnTo>
                      <a:pt x="83" y="68"/>
                    </a:lnTo>
                    <a:lnTo>
                      <a:pt x="87" y="40"/>
                    </a:lnTo>
                    <a:lnTo>
                      <a:pt x="92" y="12"/>
                    </a:lnTo>
                    <a:lnTo>
                      <a:pt x="9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34" name=""/>
              <p:cNvSpPr/>
              <p:nvPr/>
            </p:nvSpPr>
            <p:spPr>
              <a:xfrm rot="0">
                <a:off x="1629" y="1354"/>
                <a:ext cx="1" cy="6"/>
              </a:xfrm>
              <a:custGeom>
                <a:avLst/>
                <a:ahLst/>
                <a:rect l="0" t="0" r="r" b="b"/>
                <a:pathLst>
                  <a:path w="4" h="28">
                    <a:moveTo>
                      <a:pt x="4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35" name=""/>
              <p:cNvSpPr/>
              <p:nvPr/>
            </p:nvSpPr>
            <p:spPr>
              <a:xfrm rot="0">
                <a:off x="1629" y="136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36" name=""/>
              <p:cNvSpPr/>
              <p:nvPr/>
            </p:nvSpPr>
            <p:spPr>
              <a:xfrm rot="0">
                <a:off x="1629" y="1347"/>
                <a:ext cx="23" cy="16"/>
              </a:xfrm>
              <a:custGeom>
                <a:avLst/>
                <a:ahLst/>
                <a:rect l="0" t="0" r="r" b="b"/>
                <a:pathLst>
                  <a:path w="91" h="66">
                    <a:moveTo>
                      <a:pt x="7" y="0"/>
                    </a:moveTo>
                    <a:lnTo>
                      <a:pt x="3" y="28"/>
                    </a:lnTo>
                    <a:lnTo>
                      <a:pt x="0" y="56"/>
                    </a:lnTo>
                    <a:lnTo>
                      <a:pt x="84" y="66"/>
                    </a:lnTo>
                    <a:lnTo>
                      <a:pt x="88" y="38"/>
                    </a:lnTo>
                    <a:lnTo>
                      <a:pt x="91" y="1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37" name=""/>
              <p:cNvSpPr/>
              <p:nvPr/>
            </p:nvSpPr>
            <p:spPr>
              <a:xfrm rot="0">
                <a:off x="1629" y="1347"/>
                <a:ext cx="23" cy="16"/>
              </a:xfrm>
              <a:custGeom>
                <a:avLst/>
                <a:ahLst/>
                <a:rect l="0" t="0" r="r" b="b"/>
                <a:pathLst>
                  <a:path w="91" h="66">
                    <a:moveTo>
                      <a:pt x="7" y="0"/>
                    </a:moveTo>
                    <a:lnTo>
                      <a:pt x="3" y="28"/>
                    </a:lnTo>
                    <a:lnTo>
                      <a:pt x="0" y="56"/>
                    </a:lnTo>
                    <a:lnTo>
                      <a:pt x="84" y="66"/>
                    </a:lnTo>
                    <a:lnTo>
                      <a:pt x="88" y="38"/>
                    </a:lnTo>
                    <a:lnTo>
                      <a:pt x="91" y="10"/>
                    </a:lnTo>
                    <a:lnTo>
                      <a:pt x="7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38" name=""/>
              <p:cNvSpPr/>
              <p:nvPr/>
            </p:nvSpPr>
            <p:spPr>
              <a:xfrm rot="0">
                <a:off x="1650" y="1356"/>
                <a:ext cx="1" cy="7"/>
              </a:xfrm>
              <a:custGeom>
                <a:avLst/>
                <a:ahLst/>
                <a:rect l="0" t="0" r="r" b="b"/>
                <a:pathLst>
                  <a:path w="4" h="28">
                    <a:moveTo>
                      <a:pt x="4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39" name=""/>
              <p:cNvSpPr/>
              <p:nvPr/>
            </p:nvSpPr>
            <p:spPr>
              <a:xfrm rot="0">
                <a:off x="1650" y="13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40" name=""/>
              <p:cNvSpPr/>
              <p:nvPr/>
            </p:nvSpPr>
            <p:spPr>
              <a:xfrm rot="0">
                <a:off x="1651" y="1349"/>
                <a:ext cx="22" cy="15"/>
              </a:xfrm>
              <a:custGeom>
                <a:avLst/>
                <a:ahLst/>
                <a:rect l="0" t="0" r="r" b="b"/>
                <a:pathLst>
                  <a:path w="88" h="61">
                    <a:moveTo>
                      <a:pt x="5" y="0"/>
                    </a:moveTo>
                    <a:lnTo>
                      <a:pt x="3" y="28"/>
                    </a:lnTo>
                    <a:lnTo>
                      <a:pt x="0" y="56"/>
                    </a:lnTo>
                    <a:lnTo>
                      <a:pt x="84" y="61"/>
                    </a:lnTo>
                    <a:lnTo>
                      <a:pt x="86" y="34"/>
                    </a:lnTo>
                    <a:lnTo>
                      <a:pt x="88" y="6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41" name=""/>
              <p:cNvSpPr/>
              <p:nvPr/>
            </p:nvSpPr>
            <p:spPr>
              <a:xfrm rot="0">
                <a:off x="1651" y="1349"/>
                <a:ext cx="22" cy="15"/>
              </a:xfrm>
              <a:custGeom>
                <a:avLst/>
                <a:ahLst/>
                <a:rect l="0" t="0" r="r" b="b"/>
                <a:pathLst>
                  <a:path w="88" h="61">
                    <a:moveTo>
                      <a:pt x="5" y="0"/>
                    </a:moveTo>
                    <a:lnTo>
                      <a:pt x="3" y="28"/>
                    </a:lnTo>
                    <a:lnTo>
                      <a:pt x="0" y="56"/>
                    </a:lnTo>
                    <a:lnTo>
                      <a:pt x="84" y="61"/>
                    </a:lnTo>
                    <a:lnTo>
                      <a:pt x="86" y="34"/>
                    </a:lnTo>
                    <a:lnTo>
                      <a:pt x="88" y="6"/>
                    </a:lnTo>
                    <a:lnTo>
                      <a:pt x="5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42" name=""/>
              <p:cNvSpPr/>
              <p:nvPr/>
            </p:nvSpPr>
            <p:spPr>
              <a:xfrm rot="0">
                <a:off x="1671" y="1357"/>
                <a:ext cx="1" cy="7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43" name=""/>
              <p:cNvSpPr/>
              <p:nvPr/>
            </p:nvSpPr>
            <p:spPr>
              <a:xfrm rot="0">
                <a:off x="1671" y="136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44" name=""/>
              <p:cNvSpPr/>
              <p:nvPr/>
            </p:nvSpPr>
            <p:spPr>
              <a:xfrm rot="0">
                <a:off x="1672" y="1350"/>
                <a:ext cx="21" cy="15"/>
              </a:xfrm>
              <a:custGeom>
                <a:avLst/>
                <a:ahLst/>
                <a:rect l="0" t="0" r="r" b="b"/>
                <a:pathLst>
                  <a:path w="84" h="56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84" y="56"/>
                    </a:lnTo>
                    <a:lnTo>
                      <a:pt x="84" y="29"/>
                    </a:lnTo>
                    <a:lnTo>
                      <a:pt x="8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45" name=""/>
              <p:cNvSpPr/>
              <p:nvPr/>
            </p:nvSpPr>
            <p:spPr>
              <a:xfrm rot="0">
                <a:off x="1672" y="1350"/>
                <a:ext cx="21" cy="15"/>
              </a:xfrm>
              <a:custGeom>
                <a:avLst/>
                <a:ahLst/>
                <a:rect l="0" t="0" r="r" b="b"/>
                <a:pathLst>
                  <a:path w="84" h="56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84" y="56"/>
                    </a:lnTo>
                    <a:lnTo>
                      <a:pt x="84" y="29"/>
                    </a:lnTo>
                    <a:lnTo>
                      <a:pt x="84" y="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46" name=""/>
              <p:cNvSpPr/>
              <p:nvPr/>
            </p:nvSpPr>
            <p:spPr>
              <a:xfrm rot="0">
                <a:off x="1693" y="1358"/>
                <a:ext cx="1" cy="7"/>
              </a:xfrm>
              <a:prstGeom prst="rect"/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47" name=""/>
              <p:cNvSpPr/>
              <p:nvPr/>
            </p:nvSpPr>
            <p:spPr>
              <a:xfrm rot="0">
                <a:off x="1693" y="136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48" name=""/>
              <p:cNvSpPr/>
              <p:nvPr/>
            </p:nvSpPr>
            <p:spPr>
              <a:xfrm rot="0">
                <a:off x="1693" y="1350"/>
                <a:ext cx="21" cy="15"/>
              </a:xfrm>
              <a:custGeom>
                <a:avLst/>
                <a:ahLst/>
                <a:rect l="0" t="0" r="r" b="b"/>
                <a:pathLst>
                  <a:path w="84" h="56">
                    <a:moveTo>
                      <a:pt x="0" y="1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84" y="55"/>
                    </a:lnTo>
                    <a:lnTo>
                      <a:pt x="84" y="28"/>
                    </a:lnTo>
                    <a:lnTo>
                      <a:pt x="84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49" name=""/>
              <p:cNvSpPr/>
              <p:nvPr/>
            </p:nvSpPr>
            <p:spPr>
              <a:xfrm rot="0">
                <a:off x="1693" y="1350"/>
                <a:ext cx="21" cy="15"/>
              </a:xfrm>
              <a:custGeom>
                <a:avLst/>
                <a:ahLst/>
                <a:rect l="0" t="0" r="r" b="b"/>
                <a:pathLst>
                  <a:path w="84" h="56">
                    <a:moveTo>
                      <a:pt x="0" y="1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84" y="55"/>
                    </a:lnTo>
                    <a:lnTo>
                      <a:pt x="84" y="28"/>
                    </a:lnTo>
                    <a:lnTo>
                      <a:pt x="84" y="0"/>
                    </a:lnTo>
                    <a:lnTo>
                      <a:pt x="0" y="1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50" name=""/>
              <p:cNvSpPr/>
              <p:nvPr/>
            </p:nvSpPr>
            <p:spPr>
              <a:xfrm rot="0">
                <a:off x="1714" y="1357"/>
                <a:ext cx="1" cy="7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0" y="0"/>
                    </a:moveTo>
                    <a:lnTo>
                      <a:pt x="0" y="27"/>
                    </a:lnTo>
                    <a:lnTo>
                      <a:pt x="3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51" name=""/>
              <p:cNvSpPr/>
              <p:nvPr/>
            </p:nvSpPr>
            <p:spPr>
              <a:xfrm rot="0">
                <a:off x="1714" y="136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52" name=""/>
              <p:cNvSpPr/>
              <p:nvPr/>
            </p:nvSpPr>
            <p:spPr>
              <a:xfrm rot="0">
                <a:off x="1714" y="1349"/>
                <a:ext cx="22" cy="15"/>
              </a:xfrm>
              <a:custGeom>
                <a:avLst/>
                <a:ahLst/>
                <a:rect l="0" t="0" r="r" b="b"/>
                <a:pathLst>
                  <a:path w="89" h="61">
                    <a:moveTo>
                      <a:pt x="0" y="6"/>
                    </a:moveTo>
                    <a:lnTo>
                      <a:pt x="2" y="34"/>
                    </a:lnTo>
                    <a:lnTo>
                      <a:pt x="5" y="61"/>
                    </a:lnTo>
                    <a:lnTo>
                      <a:pt x="89" y="56"/>
                    </a:lnTo>
                    <a:lnTo>
                      <a:pt x="87" y="28"/>
                    </a:lnTo>
                    <a:lnTo>
                      <a:pt x="84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53" name=""/>
              <p:cNvSpPr/>
              <p:nvPr/>
            </p:nvSpPr>
            <p:spPr>
              <a:xfrm rot="0">
                <a:off x="1714" y="1349"/>
                <a:ext cx="22" cy="15"/>
              </a:xfrm>
              <a:custGeom>
                <a:avLst/>
                <a:ahLst/>
                <a:rect l="0" t="0" r="r" b="b"/>
                <a:pathLst>
                  <a:path w="89" h="61">
                    <a:moveTo>
                      <a:pt x="0" y="6"/>
                    </a:moveTo>
                    <a:lnTo>
                      <a:pt x="2" y="34"/>
                    </a:lnTo>
                    <a:lnTo>
                      <a:pt x="5" y="61"/>
                    </a:lnTo>
                    <a:lnTo>
                      <a:pt x="89" y="56"/>
                    </a:lnTo>
                    <a:lnTo>
                      <a:pt x="87" y="28"/>
                    </a:lnTo>
                    <a:lnTo>
                      <a:pt x="84" y="0"/>
                    </a:lnTo>
                    <a:lnTo>
                      <a:pt x="0" y="6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54" name=""/>
              <p:cNvSpPr/>
              <p:nvPr/>
            </p:nvSpPr>
            <p:spPr>
              <a:xfrm rot="0">
                <a:off x="1735" y="1356"/>
                <a:ext cx="1" cy="7"/>
              </a:xfrm>
              <a:custGeom>
                <a:avLst/>
                <a:ahLst/>
                <a:rect l="0" t="0" r="r" b="b"/>
                <a:pathLst>
                  <a:path w="3" h="28">
                    <a:moveTo>
                      <a:pt x="0" y="0"/>
                    </a:moveTo>
                    <a:lnTo>
                      <a:pt x="2" y="28"/>
                    </a:lnTo>
                    <a:lnTo>
                      <a:pt x="3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55" name=""/>
              <p:cNvSpPr/>
              <p:nvPr/>
            </p:nvSpPr>
            <p:spPr>
              <a:xfrm rot="0">
                <a:off x="1736" y="13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56" name=""/>
              <p:cNvSpPr/>
              <p:nvPr/>
            </p:nvSpPr>
            <p:spPr>
              <a:xfrm rot="0">
                <a:off x="1734" y="1347"/>
                <a:ext cx="23" cy="16"/>
              </a:xfrm>
              <a:custGeom>
                <a:avLst/>
                <a:ahLst/>
                <a:rect l="0" t="0" r="r" b="b"/>
                <a:pathLst>
                  <a:path w="90" h="66">
                    <a:moveTo>
                      <a:pt x="0" y="10"/>
                    </a:moveTo>
                    <a:lnTo>
                      <a:pt x="4" y="38"/>
                    </a:lnTo>
                    <a:lnTo>
                      <a:pt x="7" y="66"/>
                    </a:lnTo>
                    <a:lnTo>
                      <a:pt x="90" y="56"/>
                    </a:lnTo>
                    <a:lnTo>
                      <a:pt x="87" y="28"/>
                    </a:lnTo>
                    <a:lnTo>
                      <a:pt x="84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57" name=""/>
              <p:cNvSpPr/>
              <p:nvPr/>
            </p:nvSpPr>
            <p:spPr>
              <a:xfrm rot="0">
                <a:off x="1734" y="1347"/>
                <a:ext cx="23" cy="16"/>
              </a:xfrm>
              <a:custGeom>
                <a:avLst/>
                <a:ahLst/>
                <a:rect l="0" t="0" r="r" b="b"/>
                <a:pathLst>
                  <a:path w="90" h="66">
                    <a:moveTo>
                      <a:pt x="0" y="10"/>
                    </a:moveTo>
                    <a:lnTo>
                      <a:pt x="4" y="38"/>
                    </a:lnTo>
                    <a:lnTo>
                      <a:pt x="7" y="66"/>
                    </a:lnTo>
                    <a:lnTo>
                      <a:pt x="90" y="56"/>
                    </a:lnTo>
                    <a:lnTo>
                      <a:pt x="87" y="28"/>
                    </a:lnTo>
                    <a:lnTo>
                      <a:pt x="84" y="0"/>
                    </a:lnTo>
                    <a:lnTo>
                      <a:pt x="0" y="1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58" name=""/>
              <p:cNvSpPr/>
              <p:nvPr/>
            </p:nvSpPr>
            <p:spPr>
              <a:xfrm rot="0">
                <a:off x="1756" y="1354"/>
                <a:ext cx="1" cy="6"/>
              </a:xfrm>
              <a:custGeom>
                <a:avLst/>
                <a:ahLst/>
                <a:rect l="0" t="0" r="r" b="b"/>
                <a:pathLst>
                  <a:path w="4" h="28">
                    <a:moveTo>
                      <a:pt x="0" y="0"/>
                    </a:moveTo>
                    <a:lnTo>
                      <a:pt x="3" y="28"/>
                    </a:lnTo>
                    <a:lnTo>
                      <a:pt x="4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59" name=""/>
              <p:cNvSpPr/>
              <p:nvPr/>
            </p:nvSpPr>
            <p:spPr>
              <a:xfrm rot="0">
                <a:off x="1757" y="136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60" name=""/>
              <p:cNvSpPr/>
              <p:nvPr/>
            </p:nvSpPr>
            <p:spPr>
              <a:xfrm rot="0">
                <a:off x="1755" y="1344"/>
                <a:ext cx="23" cy="16"/>
              </a:xfrm>
              <a:custGeom>
                <a:avLst/>
                <a:ahLst/>
                <a:rect l="0" t="0" r="r" b="b"/>
                <a:pathLst>
                  <a:path w="92" h="68">
                    <a:moveTo>
                      <a:pt x="0" y="12"/>
                    </a:moveTo>
                    <a:lnTo>
                      <a:pt x="5" y="40"/>
                    </a:lnTo>
                    <a:lnTo>
                      <a:pt x="9" y="68"/>
                    </a:lnTo>
                    <a:lnTo>
                      <a:pt x="92" y="56"/>
                    </a:lnTo>
                    <a:lnTo>
                      <a:pt x="88" y="28"/>
                    </a:lnTo>
                    <a:lnTo>
                      <a:pt x="84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61" name=""/>
              <p:cNvSpPr/>
              <p:nvPr/>
            </p:nvSpPr>
            <p:spPr>
              <a:xfrm rot="0">
                <a:off x="1755" y="1344"/>
                <a:ext cx="23" cy="16"/>
              </a:xfrm>
              <a:custGeom>
                <a:avLst/>
                <a:ahLst/>
                <a:rect l="0" t="0" r="r" b="b"/>
                <a:pathLst>
                  <a:path w="92" h="68">
                    <a:moveTo>
                      <a:pt x="0" y="12"/>
                    </a:moveTo>
                    <a:lnTo>
                      <a:pt x="5" y="40"/>
                    </a:lnTo>
                    <a:lnTo>
                      <a:pt x="9" y="68"/>
                    </a:lnTo>
                    <a:lnTo>
                      <a:pt x="92" y="56"/>
                    </a:lnTo>
                    <a:lnTo>
                      <a:pt x="88" y="28"/>
                    </a:lnTo>
                    <a:lnTo>
                      <a:pt x="84" y="0"/>
                    </a:lnTo>
                    <a:lnTo>
                      <a:pt x="0" y="12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62" name=""/>
              <p:cNvSpPr/>
              <p:nvPr/>
            </p:nvSpPr>
            <p:spPr>
              <a:xfrm rot="0">
                <a:off x="1777" y="1350"/>
                <a:ext cx="1" cy="7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0" y="0"/>
                    </a:moveTo>
                    <a:lnTo>
                      <a:pt x="4" y="28"/>
                    </a:lnTo>
                    <a:lnTo>
                      <a:pt x="6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63" name=""/>
              <p:cNvSpPr/>
              <p:nvPr/>
            </p:nvSpPr>
            <p:spPr>
              <a:xfrm rot="0">
                <a:off x="1778" y="135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64" name=""/>
              <p:cNvSpPr/>
              <p:nvPr/>
            </p:nvSpPr>
            <p:spPr>
              <a:xfrm rot="0">
                <a:off x="1775" y="1339"/>
                <a:ext cx="24" cy="18"/>
              </a:xfrm>
              <a:custGeom>
                <a:avLst/>
                <a:ahLst/>
                <a:rect l="0" t="0" r="r" b="b"/>
                <a:pathLst>
                  <a:path w="94" h="73">
                    <a:moveTo>
                      <a:pt x="0" y="17"/>
                    </a:moveTo>
                    <a:lnTo>
                      <a:pt x="5" y="45"/>
                    </a:lnTo>
                    <a:lnTo>
                      <a:pt x="11" y="73"/>
                    </a:lnTo>
                    <a:lnTo>
                      <a:pt x="94" y="56"/>
                    </a:lnTo>
                    <a:lnTo>
                      <a:pt x="88" y="28"/>
                    </a:lnTo>
                    <a:lnTo>
                      <a:pt x="83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65" name=""/>
              <p:cNvSpPr/>
              <p:nvPr/>
            </p:nvSpPr>
            <p:spPr>
              <a:xfrm rot="0">
                <a:off x="1775" y="1339"/>
                <a:ext cx="24" cy="18"/>
              </a:xfrm>
              <a:custGeom>
                <a:avLst/>
                <a:ahLst/>
                <a:rect l="0" t="0" r="r" b="b"/>
                <a:pathLst>
                  <a:path w="94" h="73">
                    <a:moveTo>
                      <a:pt x="0" y="17"/>
                    </a:moveTo>
                    <a:lnTo>
                      <a:pt x="5" y="45"/>
                    </a:lnTo>
                    <a:lnTo>
                      <a:pt x="11" y="73"/>
                    </a:lnTo>
                    <a:lnTo>
                      <a:pt x="94" y="56"/>
                    </a:lnTo>
                    <a:lnTo>
                      <a:pt x="88" y="28"/>
                    </a:lnTo>
                    <a:lnTo>
                      <a:pt x="83" y="0"/>
                    </a:lnTo>
                    <a:lnTo>
                      <a:pt x="0" y="1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66" name=""/>
              <p:cNvSpPr/>
              <p:nvPr/>
            </p:nvSpPr>
            <p:spPr>
              <a:xfrm rot="0">
                <a:off x="1798" y="1346"/>
                <a:ext cx="1" cy="7"/>
              </a:xfrm>
              <a:custGeom>
                <a:avLst/>
                <a:ahLst/>
                <a:rect l="0" t="0" r="r" b="b"/>
                <a:pathLst>
                  <a:path w="7" h="28">
                    <a:moveTo>
                      <a:pt x="0" y="0"/>
                    </a:moveTo>
                    <a:lnTo>
                      <a:pt x="6" y="28"/>
                    </a:lnTo>
                    <a:lnTo>
                      <a:pt x="7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67" name=""/>
              <p:cNvSpPr/>
              <p:nvPr/>
            </p:nvSpPr>
            <p:spPr>
              <a:xfrm rot="0">
                <a:off x="1799" y="13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68" name=""/>
              <p:cNvSpPr/>
              <p:nvPr/>
            </p:nvSpPr>
            <p:spPr>
              <a:xfrm rot="0">
                <a:off x="1796" y="1334"/>
                <a:ext cx="24" cy="19"/>
              </a:xfrm>
              <a:custGeom>
                <a:avLst/>
                <a:ahLst/>
                <a:rect l="0" t="0" r="r" b="b"/>
                <a:pathLst>
                  <a:path w="95" h="77">
                    <a:moveTo>
                      <a:pt x="0" y="21"/>
                    </a:moveTo>
                    <a:lnTo>
                      <a:pt x="6" y="49"/>
                    </a:lnTo>
                    <a:lnTo>
                      <a:pt x="13" y="77"/>
                    </a:lnTo>
                    <a:lnTo>
                      <a:pt x="95" y="56"/>
                    </a:lnTo>
                    <a:lnTo>
                      <a:pt x="88" y="28"/>
                    </a:lnTo>
                    <a:lnTo>
                      <a:pt x="82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69" name=""/>
              <p:cNvSpPr/>
              <p:nvPr/>
            </p:nvSpPr>
            <p:spPr>
              <a:xfrm rot="0">
                <a:off x="1796" y="1334"/>
                <a:ext cx="24" cy="19"/>
              </a:xfrm>
              <a:custGeom>
                <a:avLst/>
                <a:ahLst/>
                <a:rect l="0" t="0" r="r" b="b"/>
                <a:pathLst>
                  <a:path w="95" h="77">
                    <a:moveTo>
                      <a:pt x="0" y="21"/>
                    </a:moveTo>
                    <a:lnTo>
                      <a:pt x="6" y="49"/>
                    </a:lnTo>
                    <a:lnTo>
                      <a:pt x="13" y="77"/>
                    </a:lnTo>
                    <a:lnTo>
                      <a:pt x="95" y="56"/>
                    </a:lnTo>
                    <a:lnTo>
                      <a:pt x="88" y="28"/>
                    </a:lnTo>
                    <a:lnTo>
                      <a:pt x="82" y="0"/>
                    </a:lnTo>
                    <a:lnTo>
                      <a:pt x="0" y="21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70" name=""/>
              <p:cNvSpPr/>
              <p:nvPr/>
            </p:nvSpPr>
            <p:spPr>
              <a:xfrm rot="0">
                <a:off x="1818" y="1341"/>
                <a:ext cx="2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7" y="28"/>
                    </a:lnTo>
                    <a:lnTo>
                      <a:pt x="8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71" name=""/>
              <p:cNvSpPr/>
              <p:nvPr/>
            </p:nvSpPr>
            <p:spPr>
              <a:xfrm rot="0" flipV="1">
                <a:off x="1820" y="134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72" name=""/>
              <p:cNvSpPr/>
              <p:nvPr/>
            </p:nvSpPr>
            <p:spPr>
              <a:xfrm rot="0">
                <a:off x="1816" y="1329"/>
                <a:ext cx="24" cy="19"/>
              </a:xfrm>
              <a:custGeom>
                <a:avLst/>
                <a:ahLst/>
                <a:rect l="0" t="0" r="r" b="b"/>
                <a:pathLst>
                  <a:path w="95" h="77">
                    <a:moveTo>
                      <a:pt x="0" y="24"/>
                    </a:moveTo>
                    <a:lnTo>
                      <a:pt x="7" y="50"/>
                    </a:lnTo>
                    <a:lnTo>
                      <a:pt x="15" y="77"/>
                    </a:lnTo>
                    <a:lnTo>
                      <a:pt x="95" y="53"/>
                    </a:lnTo>
                    <a:lnTo>
                      <a:pt x="87" y="27"/>
                    </a:lnTo>
                    <a:lnTo>
                      <a:pt x="79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73" name=""/>
              <p:cNvSpPr/>
              <p:nvPr/>
            </p:nvSpPr>
            <p:spPr>
              <a:xfrm rot="0">
                <a:off x="1816" y="1329"/>
                <a:ext cx="24" cy="19"/>
              </a:xfrm>
              <a:custGeom>
                <a:avLst/>
                <a:ahLst/>
                <a:rect l="0" t="0" r="r" b="b"/>
                <a:pathLst>
                  <a:path w="95" h="77">
                    <a:moveTo>
                      <a:pt x="0" y="24"/>
                    </a:moveTo>
                    <a:lnTo>
                      <a:pt x="7" y="50"/>
                    </a:lnTo>
                    <a:lnTo>
                      <a:pt x="15" y="77"/>
                    </a:lnTo>
                    <a:lnTo>
                      <a:pt x="95" y="53"/>
                    </a:lnTo>
                    <a:lnTo>
                      <a:pt x="87" y="27"/>
                    </a:lnTo>
                    <a:lnTo>
                      <a:pt x="79" y="0"/>
                    </a:lnTo>
                    <a:lnTo>
                      <a:pt x="0" y="24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74" name=""/>
              <p:cNvSpPr/>
              <p:nvPr/>
            </p:nvSpPr>
            <p:spPr>
              <a:xfrm rot="0">
                <a:off x="1838" y="1335"/>
                <a:ext cx="2" cy="7"/>
              </a:xfrm>
              <a:custGeom>
                <a:avLst/>
                <a:ahLst/>
                <a:rect l="0" t="0" r="r" b="b"/>
                <a:pathLst>
                  <a:path w="9" h="26">
                    <a:moveTo>
                      <a:pt x="0" y="0"/>
                    </a:moveTo>
                    <a:lnTo>
                      <a:pt x="8" y="26"/>
                    </a:lnTo>
                    <a:lnTo>
                      <a:pt x="9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75" name=""/>
              <p:cNvSpPr/>
              <p:nvPr/>
            </p:nvSpPr>
            <p:spPr>
              <a:xfrm rot="0">
                <a:off x="1840" y="13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76" name=""/>
              <p:cNvSpPr/>
              <p:nvPr/>
            </p:nvSpPr>
            <p:spPr>
              <a:xfrm rot="0">
                <a:off x="1836" y="1322"/>
                <a:ext cx="24" cy="20"/>
              </a:xfrm>
              <a:custGeom>
                <a:avLst/>
                <a:ahLst/>
                <a:rect l="0" t="0" r="r" b="b"/>
                <a:pathLst>
                  <a:path w="98" h="80">
                    <a:moveTo>
                      <a:pt x="0" y="27"/>
                    </a:moveTo>
                    <a:lnTo>
                      <a:pt x="9" y="54"/>
                    </a:lnTo>
                    <a:lnTo>
                      <a:pt x="18" y="80"/>
                    </a:lnTo>
                    <a:lnTo>
                      <a:pt x="98" y="53"/>
                    </a:lnTo>
                    <a:lnTo>
                      <a:pt x="89" y="26"/>
                    </a:lnTo>
                    <a:lnTo>
                      <a:pt x="80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77" name=""/>
              <p:cNvSpPr/>
              <p:nvPr/>
            </p:nvSpPr>
            <p:spPr>
              <a:xfrm rot="0">
                <a:off x="1836" y="1322"/>
                <a:ext cx="24" cy="20"/>
              </a:xfrm>
              <a:custGeom>
                <a:avLst/>
                <a:ahLst/>
                <a:rect l="0" t="0" r="r" b="b"/>
                <a:pathLst>
                  <a:path w="98" h="80">
                    <a:moveTo>
                      <a:pt x="0" y="27"/>
                    </a:moveTo>
                    <a:lnTo>
                      <a:pt x="9" y="54"/>
                    </a:lnTo>
                    <a:lnTo>
                      <a:pt x="18" y="80"/>
                    </a:lnTo>
                    <a:lnTo>
                      <a:pt x="98" y="53"/>
                    </a:lnTo>
                    <a:lnTo>
                      <a:pt x="89" y="26"/>
                    </a:lnTo>
                    <a:lnTo>
                      <a:pt x="80" y="0"/>
                    </a:lnTo>
                    <a:lnTo>
                      <a:pt x="0" y="2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78" name=""/>
              <p:cNvSpPr/>
              <p:nvPr/>
            </p:nvSpPr>
            <p:spPr>
              <a:xfrm rot="0">
                <a:off x="1858" y="1328"/>
                <a:ext cx="2" cy="7"/>
              </a:xfrm>
              <a:custGeom>
                <a:avLst/>
                <a:ahLst/>
                <a:rect l="0" t="0" r="r" b="b"/>
                <a:pathLst>
                  <a:path w="10" h="27">
                    <a:moveTo>
                      <a:pt x="0" y="0"/>
                    </a:moveTo>
                    <a:lnTo>
                      <a:pt x="9" y="27"/>
                    </a:lnTo>
                    <a:lnTo>
                      <a:pt x="10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79" name=""/>
              <p:cNvSpPr/>
              <p:nvPr/>
            </p:nvSpPr>
            <p:spPr>
              <a:xfrm rot="0">
                <a:off x="1860" y="133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80" name=""/>
              <p:cNvSpPr/>
              <p:nvPr/>
            </p:nvSpPr>
            <p:spPr>
              <a:xfrm rot="0">
                <a:off x="1856" y="1314"/>
                <a:ext cx="24" cy="21"/>
              </a:xfrm>
              <a:custGeom>
                <a:avLst/>
                <a:ahLst/>
                <a:rect l="0" t="0" r="r" b="b"/>
                <a:pathLst>
                  <a:path w="99" h="85">
                    <a:moveTo>
                      <a:pt x="0" y="32"/>
                    </a:moveTo>
                    <a:lnTo>
                      <a:pt x="10" y="58"/>
                    </a:lnTo>
                    <a:lnTo>
                      <a:pt x="20" y="85"/>
                    </a:lnTo>
                    <a:lnTo>
                      <a:pt x="99" y="54"/>
                    </a:lnTo>
                    <a:lnTo>
                      <a:pt x="89" y="27"/>
                    </a:lnTo>
                    <a:lnTo>
                      <a:pt x="79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81" name=""/>
              <p:cNvSpPr/>
              <p:nvPr/>
            </p:nvSpPr>
            <p:spPr>
              <a:xfrm rot="0">
                <a:off x="1856" y="1314"/>
                <a:ext cx="24" cy="21"/>
              </a:xfrm>
              <a:custGeom>
                <a:avLst/>
                <a:ahLst/>
                <a:rect l="0" t="0" r="r" b="b"/>
                <a:pathLst>
                  <a:path w="99" h="85">
                    <a:moveTo>
                      <a:pt x="0" y="32"/>
                    </a:moveTo>
                    <a:lnTo>
                      <a:pt x="10" y="58"/>
                    </a:lnTo>
                    <a:lnTo>
                      <a:pt x="20" y="85"/>
                    </a:lnTo>
                    <a:lnTo>
                      <a:pt x="99" y="54"/>
                    </a:lnTo>
                    <a:lnTo>
                      <a:pt x="89" y="27"/>
                    </a:lnTo>
                    <a:lnTo>
                      <a:pt x="79" y="0"/>
                    </a:lnTo>
                    <a:lnTo>
                      <a:pt x="0" y="32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82" name=""/>
              <p:cNvSpPr/>
              <p:nvPr/>
            </p:nvSpPr>
            <p:spPr>
              <a:xfrm rot="0">
                <a:off x="1878" y="1321"/>
                <a:ext cx="2" cy="6"/>
              </a:xfrm>
              <a:custGeom>
                <a:avLst/>
                <a:ahLst/>
                <a:rect l="0" t="0" r="r" b="b"/>
                <a:pathLst>
                  <a:path w="11" h="27">
                    <a:moveTo>
                      <a:pt x="0" y="0"/>
                    </a:moveTo>
                    <a:lnTo>
                      <a:pt x="10" y="27"/>
                    </a:lnTo>
                    <a:lnTo>
                      <a:pt x="11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83" name=""/>
              <p:cNvSpPr/>
              <p:nvPr/>
            </p:nvSpPr>
            <p:spPr>
              <a:xfrm rot="0" flipV="1">
                <a:off x="1880" y="132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84" name=""/>
              <p:cNvSpPr/>
              <p:nvPr/>
            </p:nvSpPr>
            <p:spPr>
              <a:xfrm rot="0">
                <a:off x="1875" y="1306"/>
                <a:ext cx="25" cy="21"/>
              </a:xfrm>
              <a:custGeom>
                <a:avLst/>
                <a:ahLst/>
                <a:rect l="0" t="0" r="r" b="b"/>
                <a:pathLst>
                  <a:path w="98" h="86">
                    <a:moveTo>
                      <a:pt x="0" y="35"/>
                    </a:moveTo>
                    <a:lnTo>
                      <a:pt x="11" y="60"/>
                    </a:lnTo>
                    <a:lnTo>
                      <a:pt x="22" y="86"/>
                    </a:lnTo>
                    <a:lnTo>
                      <a:pt x="98" y="51"/>
                    </a:lnTo>
                    <a:lnTo>
                      <a:pt x="87" y="26"/>
                    </a:lnTo>
                    <a:lnTo>
                      <a:pt x="76" y="0"/>
                    </a:lnTo>
                    <a:lnTo>
                      <a:pt x="0" y="35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85" name=""/>
              <p:cNvSpPr/>
              <p:nvPr/>
            </p:nvSpPr>
            <p:spPr>
              <a:xfrm rot="0">
                <a:off x="1875" y="1306"/>
                <a:ext cx="25" cy="21"/>
              </a:xfrm>
              <a:custGeom>
                <a:avLst/>
                <a:ahLst/>
                <a:rect l="0" t="0" r="r" b="b"/>
                <a:pathLst>
                  <a:path w="98" h="86">
                    <a:moveTo>
                      <a:pt x="0" y="35"/>
                    </a:moveTo>
                    <a:lnTo>
                      <a:pt x="11" y="60"/>
                    </a:lnTo>
                    <a:lnTo>
                      <a:pt x="22" y="86"/>
                    </a:lnTo>
                    <a:lnTo>
                      <a:pt x="98" y="51"/>
                    </a:lnTo>
                    <a:lnTo>
                      <a:pt x="87" y="26"/>
                    </a:lnTo>
                    <a:lnTo>
                      <a:pt x="76" y="0"/>
                    </a:lnTo>
                    <a:lnTo>
                      <a:pt x="0" y="35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86" name=""/>
              <p:cNvSpPr/>
              <p:nvPr/>
            </p:nvSpPr>
            <p:spPr>
              <a:xfrm rot="0">
                <a:off x="1897" y="1312"/>
                <a:ext cx="3" cy="6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0" y="0"/>
                    </a:moveTo>
                    <a:lnTo>
                      <a:pt x="11" y="25"/>
                    </a:lnTo>
                    <a:lnTo>
                      <a:pt x="12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87" name=""/>
              <p:cNvSpPr/>
              <p:nvPr/>
            </p:nvSpPr>
            <p:spPr>
              <a:xfrm rot="0">
                <a:off x="1900" y="13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88" name=""/>
              <p:cNvSpPr/>
              <p:nvPr/>
            </p:nvSpPr>
            <p:spPr>
              <a:xfrm rot="0">
                <a:off x="1894" y="1296"/>
                <a:ext cx="25" cy="22"/>
              </a:xfrm>
              <a:custGeom>
                <a:avLst/>
                <a:ahLst/>
                <a:rect l="0" t="0" r="r" b="b"/>
                <a:pathLst>
                  <a:path w="100" h="89">
                    <a:moveTo>
                      <a:pt x="0" y="38"/>
                    </a:moveTo>
                    <a:lnTo>
                      <a:pt x="12" y="64"/>
                    </a:lnTo>
                    <a:lnTo>
                      <a:pt x="24" y="89"/>
                    </a:lnTo>
                    <a:lnTo>
                      <a:pt x="100" y="52"/>
                    </a:lnTo>
                    <a:lnTo>
                      <a:pt x="88" y="26"/>
                    </a:lnTo>
                    <a:lnTo>
                      <a:pt x="75" y="0"/>
                    </a:lnTo>
                    <a:lnTo>
                      <a:pt x="0" y="38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89" name=""/>
              <p:cNvSpPr/>
              <p:nvPr/>
            </p:nvSpPr>
            <p:spPr>
              <a:xfrm rot="0">
                <a:off x="1894" y="1296"/>
                <a:ext cx="25" cy="22"/>
              </a:xfrm>
              <a:custGeom>
                <a:avLst/>
                <a:ahLst/>
                <a:rect l="0" t="0" r="r" b="b"/>
                <a:pathLst>
                  <a:path w="100" h="89">
                    <a:moveTo>
                      <a:pt x="0" y="38"/>
                    </a:moveTo>
                    <a:lnTo>
                      <a:pt x="12" y="64"/>
                    </a:lnTo>
                    <a:lnTo>
                      <a:pt x="24" y="89"/>
                    </a:lnTo>
                    <a:lnTo>
                      <a:pt x="100" y="52"/>
                    </a:lnTo>
                    <a:lnTo>
                      <a:pt x="88" y="26"/>
                    </a:lnTo>
                    <a:lnTo>
                      <a:pt x="75" y="0"/>
                    </a:lnTo>
                    <a:lnTo>
                      <a:pt x="0" y="38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90" name=""/>
              <p:cNvSpPr/>
              <p:nvPr/>
            </p:nvSpPr>
            <p:spPr>
              <a:xfrm rot="0">
                <a:off x="1916" y="1302"/>
                <a:ext cx="3" cy="7"/>
              </a:xfrm>
              <a:custGeom>
                <a:avLst/>
                <a:ahLst/>
                <a:rect l="0" t="0" r="r" b="b"/>
                <a:pathLst>
                  <a:path w="13" h="26">
                    <a:moveTo>
                      <a:pt x="0" y="0"/>
                    </a:moveTo>
                    <a:lnTo>
                      <a:pt x="12" y="26"/>
                    </a:lnTo>
                    <a:lnTo>
                      <a:pt x="13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91" name=""/>
              <p:cNvSpPr/>
              <p:nvPr/>
            </p:nvSpPr>
            <p:spPr>
              <a:xfrm rot="0" flipV="1">
                <a:off x="1919" y="13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92" name=""/>
              <p:cNvSpPr/>
              <p:nvPr/>
            </p:nvSpPr>
            <p:spPr>
              <a:xfrm rot="0">
                <a:off x="1912" y="1286"/>
                <a:ext cx="25" cy="23"/>
              </a:xfrm>
              <a:custGeom>
                <a:avLst/>
                <a:ahLst/>
                <a:rect l="0" t="0" r="r" b="b"/>
                <a:pathLst>
                  <a:path w="100" h="89">
                    <a:moveTo>
                      <a:pt x="0" y="41"/>
                    </a:moveTo>
                    <a:lnTo>
                      <a:pt x="14" y="65"/>
                    </a:lnTo>
                    <a:lnTo>
                      <a:pt x="27" y="89"/>
                    </a:lnTo>
                    <a:lnTo>
                      <a:pt x="100" y="48"/>
                    </a:lnTo>
                    <a:lnTo>
                      <a:pt x="87" y="24"/>
                    </a:lnTo>
                    <a:lnTo>
                      <a:pt x="74" y="0"/>
                    </a:lnTo>
                    <a:lnTo>
                      <a:pt x="0" y="41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93" name=""/>
              <p:cNvSpPr/>
              <p:nvPr/>
            </p:nvSpPr>
            <p:spPr>
              <a:xfrm rot="0">
                <a:off x="1912" y="1286"/>
                <a:ext cx="25" cy="23"/>
              </a:xfrm>
              <a:custGeom>
                <a:avLst/>
                <a:ahLst/>
                <a:rect l="0" t="0" r="r" b="b"/>
                <a:pathLst>
                  <a:path w="100" h="89">
                    <a:moveTo>
                      <a:pt x="0" y="41"/>
                    </a:moveTo>
                    <a:lnTo>
                      <a:pt x="14" y="65"/>
                    </a:lnTo>
                    <a:lnTo>
                      <a:pt x="27" y="89"/>
                    </a:lnTo>
                    <a:lnTo>
                      <a:pt x="100" y="48"/>
                    </a:lnTo>
                    <a:lnTo>
                      <a:pt x="87" y="24"/>
                    </a:lnTo>
                    <a:lnTo>
                      <a:pt x="74" y="0"/>
                    </a:lnTo>
                    <a:lnTo>
                      <a:pt x="0" y="41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94" name=""/>
              <p:cNvSpPr/>
              <p:nvPr/>
            </p:nvSpPr>
            <p:spPr>
              <a:xfrm rot="0">
                <a:off x="1934" y="1292"/>
                <a:ext cx="4" cy="6"/>
              </a:xfrm>
              <a:custGeom>
                <a:avLst/>
                <a:ahLst/>
                <a:rect l="0" t="0" r="r" b="b"/>
                <a:pathLst>
                  <a:path w="14" h="24">
                    <a:moveTo>
                      <a:pt x="0" y="0"/>
                    </a:moveTo>
                    <a:lnTo>
                      <a:pt x="13" y="24"/>
                    </a:lnTo>
                    <a:lnTo>
                      <a:pt x="14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95" name=""/>
              <p:cNvSpPr/>
              <p:nvPr/>
            </p:nvSpPr>
            <p:spPr>
              <a:xfrm rot="0">
                <a:off x="1937" y="129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96" name=""/>
              <p:cNvSpPr/>
              <p:nvPr/>
            </p:nvSpPr>
            <p:spPr>
              <a:xfrm rot="0">
                <a:off x="1930" y="1275"/>
                <a:ext cx="26" cy="23"/>
              </a:xfrm>
              <a:custGeom>
                <a:avLst/>
                <a:ahLst/>
                <a:rect l="0" t="0" r="r" b="b"/>
                <a:pathLst>
                  <a:path w="101" h="93">
                    <a:moveTo>
                      <a:pt x="0" y="45"/>
                    </a:moveTo>
                    <a:lnTo>
                      <a:pt x="15" y="69"/>
                    </a:lnTo>
                    <a:lnTo>
                      <a:pt x="29" y="93"/>
                    </a:lnTo>
                    <a:lnTo>
                      <a:pt x="101" y="49"/>
                    </a:lnTo>
                    <a:lnTo>
                      <a:pt x="87" y="25"/>
                    </a:lnTo>
                    <a:lnTo>
                      <a:pt x="73" y="0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97" name=""/>
              <p:cNvSpPr/>
              <p:nvPr/>
            </p:nvSpPr>
            <p:spPr>
              <a:xfrm rot="0">
                <a:off x="1930" y="1275"/>
                <a:ext cx="26" cy="23"/>
              </a:xfrm>
              <a:custGeom>
                <a:avLst/>
                <a:ahLst/>
                <a:rect l="0" t="0" r="r" b="b"/>
                <a:pathLst>
                  <a:path w="101" h="93">
                    <a:moveTo>
                      <a:pt x="0" y="45"/>
                    </a:moveTo>
                    <a:lnTo>
                      <a:pt x="15" y="69"/>
                    </a:lnTo>
                    <a:lnTo>
                      <a:pt x="29" y="93"/>
                    </a:lnTo>
                    <a:lnTo>
                      <a:pt x="101" y="49"/>
                    </a:lnTo>
                    <a:lnTo>
                      <a:pt x="87" y="25"/>
                    </a:lnTo>
                    <a:lnTo>
                      <a:pt x="73" y="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698" name=""/>
              <p:cNvSpPr/>
              <p:nvPr/>
            </p:nvSpPr>
            <p:spPr>
              <a:xfrm rot="0">
                <a:off x="1952" y="1281"/>
                <a:ext cx="4" cy="6"/>
              </a:xfrm>
              <a:custGeom>
                <a:avLst/>
                <a:ahLst/>
                <a:rect l="0" t="0" r="r" b="b"/>
                <a:pathLst>
                  <a:path w="17" h="24">
                    <a:moveTo>
                      <a:pt x="0" y="0"/>
                    </a:moveTo>
                    <a:lnTo>
                      <a:pt x="14" y="24"/>
                    </a:lnTo>
                    <a:lnTo>
                      <a:pt x="17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699" name=""/>
              <p:cNvSpPr/>
              <p:nvPr/>
            </p:nvSpPr>
            <p:spPr>
              <a:xfrm rot="0" flipV="1">
                <a:off x="1956" y="12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00" name=""/>
              <p:cNvSpPr/>
              <p:nvPr/>
            </p:nvSpPr>
            <p:spPr>
              <a:xfrm rot="0">
                <a:off x="1948" y="1263"/>
                <a:ext cx="25" cy="24"/>
              </a:xfrm>
              <a:custGeom>
                <a:avLst/>
                <a:ahLst/>
                <a:rect l="0" t="0" r="r" b="b"/>
                <a:pathLst>
                  <a:path w="102" h="94">
                    <a:moveTo>
                      <a:pt x="0" y="47"/>
                    </a:moveTo>
                    <a:lnTo>
                      <a:pt x="17" y="71"/>
                    </a:lnTo>
                    <a:lnTo>
                      <a:pt x="34" y="94"/>
                    </a:lnTo>
                    <a:lnTo>
                      <a:pt x="102" y="46"/>
                    </a:lnTo>
                    <a:lnTo>
                      <a:pt x="86" y="23"/>
                    </a:lnTo>
                    <a:lnTo>
                      <a:pt x="69" y="0"/>
                    </a:lnTo>
                    <a:lnTo>
                      <a:pt x="0" y="47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01" name=""/>
              <p:cNvSpPr/>
              <p:nvPr/>
            </p:nvSpPr>
            <p:spPr>
              <a:xfrm rot="0">
                <a:off x="1948" y="1263"/>
                <a:ext cx="25" cy="24"/>
              </a:xfrm>
              <a:custGeom>
                <a:avLst/>
                <a:ahLst/>
                <a:rect l="0" t="0" r="r" b="b"/>
                <a:pathLst>
                  <a:path w="102" h="94">
                    <a:moveTo>
                      <a:pt x="0" y="47"/>
                    </a:moveTo>
                    <a:lnTo>
                      <a:pt x="17" y="71"/>
                    </a:lnTo>
                    <a:lnTo>
                      <a:pt x="34" y="94"/>
                    </a:lnTo>
                    <a:lnTo>
                      <a:pt x="102" y="46"/>
                    </a:lnTo>
                    <a:lnTo>
                      <a:pt x="86" y="23"/>
                    </a:lnTo>
                    <a:lnTo>
                      <a:pt x="69" y="0"/>
                    </a:lnTo>
                    <a:lnTo>
                      <a:pt x="0" y="4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02" name=""/>
              <p:cNvSpPr/>
              <p:nvPr/>
            </p:nvSpPr>
            <p:spPr>
              <a:xfrm rot="0">
                <a:off x="1969" y="1269"/>
                <a:ext cx="4" cy="6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0" y="0"/>
                    </a:moveTo>
                    <a:lnTo>
                      <a:pt x="16" y="23"/>
                    </a:lnTo>
                    <a:lnTo>
                      <a:pt x="16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03" name=""/>
              <p:cNvSpPr/>
              <p:nvPr/>
            </p:nvSpPr>
            <p:spPr>
              <a:xfrm rot="0">
                <a:off x="1973" y="12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04" name=""/>
              <p:cNvSpPr/>
              <p:nvPr/>
            </p:nvSpPr>
            <p:spPr>
              <a:xfrm rot="0">
                <a:off x="1965" y="1251"/>
                <a:ext cx="25" cy="24"/>
              </a:xfrm>
              <a:custGeom>
                <a:avLst/>
                <a:ahLst/>
                <a:rect l="0" t="0" r="r" b="b"/>
                <a:pathLst>
                  <a:path w="101" h="96">
                    <a:moveTo>
                      <a:pt x="0" y="50"/>
                    </a:moveTo>
                    <a:lnTo>
                      <a:pt x="17" y="73"/>
                    </a:lnTo>
                    <a:lnTo>
                      <a:pt x="33" y="96"/>
                    </a:lnTo>
                    <a:lnTo>
                      <a:pt x="101" y="46"/>
                    </a:lnTo>
                    <a:lnTo>
                      <a:pt x="84" y="23"/>
                    </a:lnTo>
                    <a:lnTo>
                      <a:pt x="68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05" name=""/>
              <p:cNvSpPr/>
              <p:nvPr/>
            </p:nvSpPr>
            <p:spPr>
              <a:xfrm rot="0">
                <a:off x="1965" y="1251"/>
                <a:ext cx="25" cy="24"/>
              </a:xfrm>
              <a:custGeom>
                <a:avLst/>
                <a:ahLst/>
                <a:rect l="0" t="0" r="r" b="b"/>
                <a:pathLst>
                  <a:path w="101" h="96">
                    <a:moveTo>
                      <a:pt x="0" y="50"/>
                    </a:moveTo>
                    <a:lnTo>
                      <a:pt x="17" y="73"/>
                    </a:lnTo>
                    <a:lnTo>
                      <a:pt x="33" y="96"/>
                    </a:lnTo>
                    <a:lnTo>
                      <a:pt x="101" y="46"/>
                    </a:lnTo>
                    <a:lnTo>
                      <a:pt x="84" y="23"/>
                    </a:lnTo>
                    <a:lnTo>
                      <a:pt x="68" y="0"/>
                    </a:lnTo>
                    <a:lnTo>
                      <a:pt x="0" y="5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06" name=""/>
              <p:cNvSpPr/>
              <p:nvPr/>
            </p:nvSpPr>
            <p:spPr>
              <a:xfrm rot="0">
                <a:off x="1986" y="1257"/>
                <a:ext cx="5" cy="6"/>
              </a:xfrm>
              <a:custGeom>
                <a:avLst/>
                <a:ahLst/>
                <a:rect l="0" t="0" r="r" b="b"/>
                <a:pathLst>
                  <a:path w="18" h="23">
                    <a:moveTo>
                      <a:pt x="0" y="0"/>
                    </a:moveTo>
                    <a:lnTo>
                      <a:pt x="17" y="23"/>
                    </a:lnTo>
                    <a:lnTo>
                      <a:pt x="18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07" name=""/>
              <p:cNvSpPr/>
              <p:nvPr/>
            </p:nvSpPr>
            <p:spPr>
              <a:xfrm rot="0" flipV="1">
                <a:off x="1990" y="12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08" name=""/>
              <p:cNvSpPr/>
              <p:nvPr/>
            </p:nvSpPr>
            <p:spPr>
              <a:xfrm rot="0">
                <a:off x="1982" y="1238"/>
                <a:ext cx="25" cy="24"/>
              </a:xfrm>
              <a:custGeom>
                <a:avLst/>
                <a:ahLst/>
                <a:rect l="0" t="0" r="r" b="b"/>
                <a:pathLst>
                  <a:path w="101" h="97">
                    <a:moveTo>
                      <a:pt x="0" y="53"/>
                    </a:moveTo>
                    <a:lnTo>
                      <a:pt x="17" y="75"/>
                    </a:lnTo>
                    <a:lnTo>
                      <a:pt x="35" y="97"/>
                    </a:lnTo>
                    <a:lnTo>
                      <a:pt x="101" y="44"/>
                    </a:lnTo>
                    <a:lnTo>
                      <a:pt x="83" y="22"/>
                    </a:lnTo>
                    <a:lnTo>
                      <a:pt x="65" y="0"/>
                    </a:lnTo>
                    <a:lnTo>
                      <a:pt x="0" y="53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09" name=""/>
              <p:cNvSpPr/>
              <p:nvPr/>
            </p:nvSpPr>
            <p:spPr>
              <a:xfrm rot="0">
                <a:off x="1982" y="1238"/>
                <a:ext cx="25" cy="24"/>
              </a:xfrm>
              <a:custGeom>
                <a:avLst/>
                <a:ahLst/>
                <a:rect l="0" t="0" r="r" b="b"/>
                <a:pathLst>
                  <a:path w="101" h="97">
                    <a:moveTo>
                      <a:pt x="0" y="53"/>
                    </a:moveTo>
                    <a:lnTo>
                      <a:pt x="17" y="75"/>
                    </a:lnTo>
                    <a:lnTo>
                      <a:pt x="35" y="97"/>
                    </a:lnTo>
                    <a:lnTo>
                      <a:pt x="101" y="44"/>
                    </a:lnTo>
                    <a:lnTo>
                      <a:pt x="83" y="22"/>
                    </a:lnTo>
                    <a:lnTo>
                      <a:pt x="65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10" name=""/>
              <p:cNvSpPr/>
              <p:nvPr/>
            </p:nvSpPr>
            <p:spPr>
              <a:xfrm rot="0">
                <a:off x="2002" y="1243"/>
                <a:ext cx="5" cy="6"/>
              </a:xfrm>
              <a:custGeom>
                <a:avLst/>
                <a:ahLst/>
                <a:rect l="0" t="0" r="r" b="b"/>
                <a:pathLst>
                  <a:path w="19" h="22">
                    <a:moveTo>
                      <a:pt x="0" y="0"/>
                    </a:moveTo>
                    <a:lnTo>
                      <a:pt x="18" y="22"/>
                    </a:lnTo>
                    <a:lnTo>
                      <a:pt x="19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11" name=""/>
              <p:cNvSpPr/>
              <p:nvPr/>
            </p:nvSpPr>
            <p:spPr>
              <a:xfrm rot="0" flipV="1">
                <a:off x="2007" y="12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12" name=""/>
              <p:cNvSpPr/>
              <p:nvPr/>
            </p:nvSpPr>
            <p:spPr>
              <a:xfrm rot="0">
                <a:off x="1998" y="1224"/>
                <a:ext cx="25" cy="25"/>
              </a:xfrm>
              <a:custGeom>
                <a:avLst/>
                <a:ahLst/>
                <a:rect l="0" t="0" r="r" b="b"/>
                <a:pathLst>
                  <a:path w="101" h="99">
                    <a:moveTo>
                      <a:pt x="0" y="57"/>
                    </a:moveTo>
                    <a:lnTo>
                      <a:pt x="19" y="78"/>
                    </a:lnTo>
                    <a:lnTo>
                      <a:pt x="38" y="99"/>
                    </a:lnTo>
                    <a:lnTo>
                      <a:pt x="101" y="42"/>
                    </a:lnTo>
                    <a:lnTo>
                      <a:pt x="82" y="21"/>
                    </a:lnTo>
                    <a:lnTo>
                      <a:pt x="63" y="0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13" name=""/>
              <p:cNvSpPr/>
              <p:nvPr/>
            </p:nvSpPr>
            <p:spPr>
              <a:xfrm rot="0">
                <a:off x="1998" y="1224"/>
                <a:ext cx="25" cy="25"/>
              </a:xfrm>
              <a:custGeom>
                <a:avLst/>
                <a:ahLst/>
                <a:rect l="0" t="0" r="r" b="b"/>
                <a:pathLst>
                  <a:path w="101" h="99">
                    <a:moveTo>
                      <a:pt x="0" y="57"/>
                    </a:moveTo>
                    <a:lnTo>
                      <a:pt x="19" y="78"/>
                    </a:lnTo>
                    <a:lnTo>
                      <a:pt x="38" y="99"/>
                    </a:lnTo>
                    <a:lnTo>
                      <a:pt x="101" y="42"/>
                    </a:lnTo>
                    <a:lnTo>
                      <a:pt x="82" y="21"/>
                    </a:lnTo>
                    <a:lnTo>
                      <a:pt x="63" y="0"/>
                    </a:lnTo>
                    <a:lnTo>
                      <a:pt x="0" y="5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14" name=""/>
              <p:cNvSpPr/>
              <p:nvPr/>
            </p:nvSpPr>
            <p:spPr>
              <a:xfrm rot="0">
                <a:off x="2014" y="1222"/>
                <a:ext cx="11" cy="13"/>
              </a:xfrm>
              <a:custGeom>
                <a:avLst/>
                <a:ahLst/>
                <a:rect l="0" t="0" r="r" b="b"/>
                <a:pathLst>
                  <a:path w="47" h="49">
                    <a:moveTo>
                      <a:pt x="19" y="28"/>
                    </a:moveTo>
                    <a:lnTo>
                      <a:pt x="0" y="7"/>
                    </a:lnTo>
                    <a:lnTo>
                      <a:pt x="8" y="3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33" y="4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7" y="25"/>
                    </a:lnTo>
                    <a:lnTo>
                      <a:pt x="47" y="34"/>
                    </a:lnTo>
                    <a:lnTo>
                      <a:pt x="43" y="43"/>
                    </a:lnTo>
                    <a:lnTo>
                      <a:pt x="38" y="49"/>
                    </a:lnTo>
                    <a:lnTo>
                      <a:pt x="19" y="28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715" name=""/>
              <p:cNvSpPr/>
              <p:nvPr/>
            </p:nvSpPr>
            <p:spPr>
              <a:xfrm rot="0">
                <a:off x="2014" y="1222"/>
                <a:ext cx="11" cy="13"/>
              </a:xfrm>
              <a:custGeom>
                <a:avLst/>
                <a:ahLst/>
                <a:rect l="0" t="0" r="r" b="b"/>
                <a:pathLst>
                  <a:path w="47" h="49">
                    <a:moveTo>
                      <a:pt x="0" y="7"/>
                    </a:moveTo>
                    <a:lnTo>
                      <a:pt x="8" y="3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33" y="4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7" y="25"/>
                    </a:lnTo>
                    <a:lnTo>
                      <a:pt x="47" y="34"/>
                    </a:lnTo>
                    <a:lnTo>
                      <a:pt x="43" y="43"/>
                    </a:lnTo>
                    <a:lnTo>
                      <a:pt x="38" y="49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16" name=""/>
              <p:cNvSpPr/>
              <p:nvPr/>
            </p:nvSpPr>
            <p:spPr>
              <a:xfrm rot="0">
                <a:off x="2910" y="1710"/>
                <a:ext cx="7" cy="14"/>
              </a:xfrm>
              <a:custGeom>
                <a:avLst/>
                <a:ahLst/>
                <a:rect l="0" t="0" r="r" b="b"/>
                <a:pathLst>
                  <a:path w="28" h="57">
                    <a:moveTo>
                      <a:pt x="28" y="29"/>
                    </a:moveTo>
                    <a:lnTo>
                      <a:pt x="28" y="57"/>
                    </a:lnTo>
                    <a:lnTo>
                      <a:pt x="19" y="56"/>
                    </a:lnTo>
                    <a:lnTo>
                      <a:pt x="12" y="52"/>
                    </a:lnTo>
                    <a:lnTo>
                      <a:pt x="5" y="46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2" y="20"/>
                    </a:lnTo>
                    <a:lnTo>
                      <a:pt x="5" y="12"/>
                    </a:lnTo>
                    <a:lnTo>
                      <a:pt x="12" y="6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28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17" name=""/>
              <p:cNvSpPr/>
              <p:nvPr/>
            </p:nvSpPr>
            <p:spPr>
              <a:xfrm rot="0">
                <a:off x="2910" y="1710"/>
                <a:ext cx="7" cy="14"/>
              </a:xfrm>
              <a:custGeom>
                <a:avLst/>
                <a:ahLst/>
                <a:rect l="0" t="0" r="r" b="b"/>
                <a:pathLst>
                  <a:path w="28" h="57">
                    <a:moveTo>
                      <a:pt x="28" y="57"/>
                    </a:moveTo>
                    <a:lnTo>
                      <a:pt x="19" y="56"/>
                    </a:lnTo>
                    <a:lnTo>
                      <a:pt x="12" y="52"/>
                    </a:lnTo>
                    <a:lnTo>
                      <a:pt x="5" y="46"/>
                    </a:lnTo>
                    <a:lnTo>
                      <a:pt x="2" y="38"/>
                    </a:lnTo>
                    <a:lnTo>
                      <a:pt x="0" y="29"/>
                    </a:lnTo>
                    <a:lnTo>
                      <a:pt x="2" y="20"/>
                    </a:lnTo>
                    <a:lnTo>
                      <a:pt x="5" y="12"/>
                    </a:lnTo>
                    <a:lnTo>
                      <a:pt x="12" y="6"/>
                    </a:lnTo>
                    <a:lnTo>
                      <a:pt x="19" y="2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18" name=""/>
              <p:cNvSpPr/>
              <p:nvPr/>
            </p:nvSpPr>
            <p:spPr>
              <a:xfrm rot="0">
                <a:off x="2917" y="1710"/>
                <a:ext cx="823" cy="14"/>
              </a:xfrm>
              <a:custGeom>
                <a:avLst/>
                <a:ahLst/>
                <a:rect l="0" t="0" r="r" b="b"/>
                <a:pathLst>
                  <a:path w="3294" h="57">
                    <a:moveTo>
                      <a:pt x="0" y="0"/>
                    </a:moveTo>
                    <a:lnTo>
                      <a:pt x="0" y="29"/>
                    </a:lnTo>
                    <a:lnTo>
                      <a:pt x="0" y="57"/>
                    </a:lnTo>
                    <a:lnTo>
                      <a:pt x="3294" y="57"/>
                    </a:lnTo>
                    <a:lnTo>
                      <a:pt x="3294" y="29"/>
                    </a:lnTo>
                    <a:lnTo>
                      <a:pt x="3294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19" name=""/>
              <p:cNvSpPr/>
              <p:nvPr/>
            </p:nvSpPr>
            <p:spPr>
              <a:xfrm rot="0">
                <a:off x="2917" y="1710"/>
                <a:ext cx="823" cy="14"/>
              </a:xfrm>
              <a:custGeom>
                <a:avLst/>
                <a:ahLst/>
                <a:rect l="0" t="0" r="r" b="b"/>
                <a:pathLst>
                  <a:path w="3294" h="57">
                    <a:moveTo>
                      <a:pt x="0" y="0"/>
                    </a:moveTo>
                    <a:lnTo>
                      <a:pt x="0" y="29"/>
                    </a:lnTo>
                    <a:lnTo>
                      <a:pt x="0" y="57"/>
                    </a:lnTo>
                    <a:lnTo>
                      <a:pt x="3294" y="57"/>
                    </a:lnTo>
                    <a:lnTo>
                      <a:pt x="3294" y="29"/>
                    </a:lnTo>
                    <a:lnTo>
                      <a:pt x="3294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20" name=""/>
              <p:cNvSpPr/>
              <p:nvPr/>
            </p:nvSpPr>
            <p:spPr>
              <a:xfrm rot="0">
                <a:off x="3740" y="1710"/>
                <a:ext cx="7" cy="14"/>
              </a:xfrm>
              <a:custGeom>
                <a:avLst/>
                <a:ahLst/>
                <a:rect l="0" t="0" r="r" b="b"/>
                <a:pathLst>
                  <a:path w="29" h="57">
                    <a:moveTo>
                      <a:pt x="0" y="29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9"/>
                    </a:lnTo>
                    <a:lnTo>
                      <a:pt x="26" y="38"/>
                    </a:lnTo>
                    <a:lnTo>
                      <a:pt x="23" y="46"/>
                    </a:lnTo>
                    <a:lnTo>
                      <a:pt x="16" y="52"/>
                    </a:lnTo>
                    <a:lnTo>
                      <a:pt x="9" y="56"/>
                    </a:lnTo>
                    <a:lnTo>
                      <a:pt x="0" y="57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21" name=""/>
              <p:cNvSpPr/>
              <p:nvPr/>
            </p:nvSpPr>
            <p:spPr>
              <a:xfrm rot="0">
                <a:off x="3740" y="1710"/>
                <a:ext cx="7" cy="14"/>
              </a:xfrm>
              <a:custGeom>
                <a:avLst/>
                <a:ahLst/>
                <a:rect l="0" t="0" r="r" b="b"/>
                <a:pathLst>
                  <a:path w="29" h="57">
                    <a:moveTo>
                      <a:pt x="0" y="0"/>
                    </a:moveTo>
                    <a:lnTo>
                      <a:pt x="9" y="2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9"/>
                    </a:lnTo>
                    <a:lnTo>
                      <a:pt x="26" y="38"/>
                    </a:lnTo>
                    <a:lnTo>
                      <a:pt x="23" y="46"/>
                    </a:lnTo>
                    <a:lnTo>
                      <a:pt x="16" y="52"/>
                    </a:lnTo>
                    <a:lnTo>
                      <a:pt x="9" y="56"/>
                    </a:lnTo>
                    <a:lnTo>
                      <a:pt x="0" y="5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22" name=""/>
              <p:cNvSpPr/>
              <p:nvPr/>
            </p:nvSpPr>
            <p:spPr>
              <a:xfrm rot="0">
                <a:off x="3722" y="1710"/>
                <a:ext cx="7" cy="14"/>
              </a:xfrm>
              <a:custGeom>
                <a:avLst/>
                <a:ahLst/>
                <a:rect l="0" t="0" r="r" b="b"/>
                <a:pathLst>
                  <a:path w="27" h="57">
                    <a:moveTo>
                      <a:pt x="27" y="29"/>
                    </a:moveTo>
                    <a:lnTo>
                      <a:pt x="27" y="57"/>
                    </a:lnTo>
                    <a:lnTo>
                      <a:pt x="19" y="56"/>
                    </a:lnTo>
                    <a:lnTo>
                      <a:pt x="11" y="52"/>
                    </a:lnTo>
                    <a:lnTo>
                      <a:pt x="4" y="46"/>
                    </a:lnTo>
                    <a:lnTo>
                      <a:pt x="1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23" name=""/>
              <p:cNvSpPr/>
              <p:nvPr/>
            </p:nvSpPr>
            <p:spPr>
              <a:xfrm rot="0">
                <a:off x="3722" y="1710"/>
                <a:ext cx="7" cy="14"/>
              </a:xfrm>
              <a:custGeom>
                <a:avLst/>
                <a:ahLst/>
                <a:rect l="0" t="0" r="r" b="b"/>
                <a:pathLst>
                  <a:path w="27" h="57">
                    <a:moveTo>
                      <a:pt x="27" y="57"/>
                    </a:moveTo>
                    <a:lnTo>
                      <a:pt x="19" y="56"/>
                    </a:lnTo>
                    <a:lnTo>
                      <a:pt x="11" y="52"/>
                    </a:lnTo>
                    <a:lnTo>
                      <a:pt x="4" y="46"/>
                    </a:lnTo>
                    <a:lnTo>
                      <a:pt x="1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24" name=""/>
              <p:cNvSpPr/>
              <p:nvPr/>
            </p:nvSpPr>
            <p:spPr>
              <a:xfrm rot="0">
                <a:off x="3729" y="1710"/>
                <a:ext cx="163" cy="14"/>
              </a:xfrm>
              <a:custGeom>
                <a:avLst/>
                <a:ahLst/>
                <a:rect l="0" t="0" r="r" b="b"/>
                <a:pathLst>
                  <a:path w="651" h="57">
                    <a:moveTo>
                      <a:pt x="0" y="0"/>
                    </a:moveTo>
                    <a:lnTo>
                      <a:pt x="0" y="29"/>
                    </a:lnTo>
                    <a:lnTo>
                      <a:pt x="0" y="57"/>
                    </a:lnTo>
                    <a:lnTo>
                      <a:pt x="651" y="57"/>
                    </a:lnTo>
                    <a:lnTo>
                      <a:pt x="651" y="29"/>
                    </a:lnTo>
                    <a:lnTo>
                      <a:pt x="65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25" name=""/>
              <p:cNvSpPr/>
              <p:nvPr/>
            </p:nvSpPr>
            <p:spPr>
              <a:xfrm rot="0">
                <a:off x="3729" y="1710"/>
                <a:ext cx="163" cy="14"/>
              </a:xfrm>
              <a:custGeom>
                <a:avLst/>
                <a:ahLst/>
                <a:rect l="0" t="0" r="r" b="b"/>
                <a:pathLst>
                  <a:path w="651" h="57">
                    <a:moveTo>
                      <a:pt x="0" y="0"/>
                    </a:moveTo>
                    <a:lnTo>
                      <a:pt x="0" y="29"/>
                    </a:lnTo>
                    <a:lnTo>
                      <a:pt x="0" y="57"/>
                    </a:lnTo>
                    <a:lnTo>
                      <a:pt x="651" y="57"/>
                    </a:lnTo>
                    <a:lnTo>
                      <a:pt x="651" y="29"/>
                    </a:lnTo>
                    <a:lnTo>
                      <a:pt x="651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26" name=""/>
              <p:cNvSpPr/>
              <p:nvPr/>
            </p:nvSpPr>
            <p:spPr>
              <a:xfrm rot="0">
                <a:off x="3892" y="1710"/>
                <a:ext cx="7" cy="14"/>
              </a:xfrm>
              <a:custGeom>
                <a:avLst/>
                <a:ahLst/>
                <a:rect l="0" t="0" r="r" b="b"/>
                <a:pathLst>
                  <a:path w="29" h="57">
                    <a:moveTo>
                      <a:pt x="0" y="29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7" y="20"/>
                    </a:lnTo>
                    <a:lnTo>
                      <a:pt x="29" y="29"/>
                    </a:lnTo>
                    <a:lnTo>
                      <a:pt x="27" y="38"/>
                    </a:lnTo>
                    <a:lnTo>
                      <a:pt x="24" y="46"/>
                    </a:lnTo>
                    <a:lnTo>
                      <a:pt x="17" y="52"/>
                    </a:lnTo>
                    <a:lnTo>
                      <a:pt x="9" y="56"/>
                    </a:lnTo>
                    <a:lnTo>
                      <a:pt x="0" y="57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27" name=""/>
              <p:cNvSpPr/>
              <p:nvPr/>
            </p:nvSpPr>
            <p:spPr>
              <a:xfrm rot="0">
                <a:off x="3892" y="1710"/>
                <a:ext cx="7" cy="14"/>
              </a:xfrm>
              <a:custGeom>
                <a:avLst/>
                <a:ahLst/>
                <a:rect l="0" t="0" r="r" b="b"/>
                <a:pathLst>
                  <a:path w="29" h="57">
                    <a:moveTo>
                      <a:pt x="0" y="0"/>
                    </a:move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7" y="20"/>
                    </a:lnTo>
                    <a:lnTo>
                      <a:pt x="29" y="29"/>
                    </a:lnTo>
                    <a:lnTo>
                      <a:pt x="27" y="38"/>
                    </a:lnTo>
                    <a:lnTo>
                      <a:pt x="24" y="46"/>
                    </a:lnTo>
                    <a:lnTo>
                      <a:pt x="17" y="52"/>
                    </a:lnTo>
                    <a:lnTo>
                      <a:pt x="9" y="56"/>
                    </a:lnTo>
                    <a:lnTo>
                      <a:pt x="0" y="5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28" name=""/>
              <p:cNvSpPr/>
              <p:nvPr/>
            </p:nvSpPr>
            <p:spPr>
              <a:xfrm rot="0">
                <a:off x="3727" y="897"/>
                <a:ext cx="14" cy="7"/>
              </a:xfrm>
              <a:custGeom>
                <a:avLst/>
                <a:ahLst/>
                <a:rect l="0" t="0" r="r" b="b"/>
                <a:pathLst>
                  <a:path w="56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51" y="12"/>
                    </a:lnTo>
                    <a:lnTo>
                      <a:pt x="54" y="19"/>
                    </a:lnTo>
                    <a:lnTo>
                      <a:pt x="56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29" name=""/>
              <p:cNvSpPr/>
              <p:nvPr/>
            </p:nvSpPr>
            <p:spPr>
              <a:xfrm rot="0">
                <a:off x="3727" y="897"/>
                <a:ext cx="14" cy="7"/>
              </a:xfrm>
              <a:custGeom>
                <a:avLst/>
                <a:ahLst/>
                <a:rect l="0" t="0" r="r" b="b"/>
                <a:pathLst>
                  <a:path w="56" h="28">
                    <a:moveTo>
                      <a:pt x="0" y="28"/>
                    </a:moveTo>
                    <a:lnTo>
                      <a:pt x="1" y="19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51" y="12"/>
                    </a:lnTo>
                    <a:lnTo>
                      <a:pt x="54" y="19"/>
                    </a:lnTo>
                    <a:lnTo>
                      <a:pt x="56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30" name=""/>
              <p:cNvSpPr/>
              <p:nvPr/>
            </p:nvSpPr>
            <p:spPr>
              <a:xfrm rot="0">
                <a:off x="3727" y="904"/>
                <a:ext cx="14" cy="454"/>
              </a:xfrm>
              <a:custGeom>
                <a:avLst/>
                <a:ahLst/>
                <a:rect l="0" t="0" r="r" b="b"/>
                <a:pathLst>
                  <a:path w="56" h="1815">
                    <a:moveTo>
                      <a:pt x="56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815"/>
                    </a:lnTo>
                    <a:lnTo>
                      <a:pt x="27" y="1815"/>
                    </a:lnTo>
                    <a:lnTo>
                      <a:pt x="56" y="1815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31" name=""/>
              <p:cNvSpPr/>
              <p:nvPr/>
            </p:nvSpPr>
            <p:spPr>
              <a:xfrm rot="0">
                <a:off x="3727" y="904"/>
                <a:ext cx="14" cy="454"/>
              </a:xfrm>
              <a:custGeom>
                <a:avLst/>
                <a:ahLst/>
                <a:rect l="0" t="0" r="r" b="b"/>
                <a:pathLst>
                  <a:path w="56" h="1815">
                    <a:moveTo>
                      <a:pt x="56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1815"/>
                    </a:lnTo>
                    <a:lnTo>
                      <a:pt x="27" y="1815"/>
                    </a:lnTo>
                    <a:lnTo>
                      <a:pt x="56" y="1815"/>
                    </a:lnTo>
                    <a:lnTo>
                      <a:pt x="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32" name=""/>
              <p:cNvSpPr/>
              <p:nvPr/>
            </p:nvSpPr>
            <p:spPr>
              <a:xfrm rot="0">
                <a:off x="3727" y="1358"/>
                <a:ext cx="14" cy="7"/>
              </a:xfrm>
              <a:custGeom>
                <a:avLst/>
                <a:ahLst/>
                <a:rect l="0" t="0" r="r" b="b"/>
                <a:pathLst>
                  <a:path w="56" h="27">
                    <a:moveTo>
                      <a:pt x="27" y="0"/>
                    </a:moveTo>
                    <a:lnTo>
                      <a:pt x="56" y="0"/>
                    </a:lnTo>
                    <a:lnTo>
                      <a:pt x="54" y="9"/>
                    </a:lnTo>
                    <a:lnTo>
                      <a:pt x="51" y="16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33" name=""/>
              <p:cNvSpPr/>
              <p:nvPr/>
            </p:nvSpPr>
            <p:spPr>
              <a:xfrm rot="0">
                <a:off x="3727" y="1358"/>
                <a:ext cx="14" cy="7"/>
              </a:xfrm>
              <a:custGeom>
                <a:avLst/>
                <a:ahLst/>
                <a:rect l="0" t="0" r="r" b="b"/>
                <a:pathLst>
                  <a:path w="56" h="27">
                    <a:moveTo>
                      <a:pt x="56" y="0"/>
                    </a:moveTo>
                    <a:lnTo>
                      <a:pt x="54" y="9"/>
                    </a:lnTo>
                    <a:lnTo>
                      <a:pt x="51" y="16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34" name=""/>
              <p:cNvSpPr/>
              <p:nvPr/>
            </p:nvSpPr>
            <p:spPr>
              <a:xfrm rot="0">
                <a:off x="3069" y="897"/>
                <a:ext cx="14" cy="7"/>
              </a:xfrm>
              <a:custGeom>
                <a:avLst/>
                <a:ahLst/>
                <a:rect l="0" t="0" r="r" b="b"/>
                <a:pathLst>
                  <a:path w="57" h="28">
                    <a:moveTo>
                      <a:pt x="28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37" y="2"/>
                    </a:lnTo>
                    <a:lnTo>
                      <a:pt x="44" y="5"/>
                    </a:lnTo>
                    <a:lnTo>
                      <a:pt x="51" y="12"/>
                    </a:lnTo>
                    <a:lnTo>
                      <a:pt x="54" y="19"/>
                    </a:lnTo>
                    <a:lnTo>
                      <a:pt x="57" y="28"/>
                    </a:lnTo>
                    <a:lnTo>
                      <a:pt x="28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35" name=""/>
              <p:cNvSpPr/>
              <p:nvPr/>
            </p:nvSpPr>
            <p:spPr>
              <a:xfrm rot="0">
                <a:off x="3069" y="897"/>
                <a:ext cx="14" cy="7"/>
              </a:xfrm>
              <a:custGeom>
                <a:avLst/>
                <a:ahLst/>
                <a:rect l="0" t="0" r="r" b="b"/>
                <a:pathLst>
                  <a:path w="57" h="28">
                    <a:moveTo>
                      <a:pt x="0" y="28"/>
                    </a:moveTo>
                    <a:lnTo>
                      <a:pt x="1" y="19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37" y="2"/>
                    </a:lnTo>
                    <a:lnTo>
                      <a:pt x="44" y="5"/>
                    </a:lnTo>
                    <a:lnTo>
                      <a:pt x="51" y="12"/>
                    </a:lnTo>
                    <a:lnTo>
                      <a:pt x="54" y="19"/>
                    </a:lnTo>
                    <a:lnTo>
                      <a:pt x="57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36" name=""/>
              <p:cNvSpPr/>
              <p:nvPr/>
            </p:nvSpPr>
            <p:spPr>
              <a:xfrm rot="0">
                <a:off x="3069" y="904"/>
                <a:ext cx="14" cy="454"/>
              </a:xfrm>
              <a:custGeom>
                <a:avLst/>
                <a:ahLst/>
                <a:rect l="0" t="0" r="r" b="b"/>
                <a:pathLst>
                  <a:path w="57" h="1815">
                    <a:moveTo>
                      <a:pt x="57" y="0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0" y="1815"/>
                    </a:lnTo>
                    <a:lnTo>
                      <a:pt x="28" y="1815"/>
                    </a:lnTo>
                    <a:lnTo>
                      <a:pt x="57" y="1815"/>
                    </a:lnTo>
                    <a:lnTo>
                      <a:pt x="5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37" name=""/>
              <p:cNvSpPr/>
              <p:nvPr/>
            </p:nvSpPr>
            <p:spPr>
              <a:xfrm rot="0">
                <a:off x="3069" y="904"/>
                <a:ext cx="14" cy="454"/>
              </a:xfrm>
              <a:custGeom>
                <a:avLst/>
                <a:ahLst/>
                <a:rect l="0" t="0" r="r" b="b"/>
                <a:pathLst>
                  <a:path w="57" h="1815">
                    <a:moveTo>
                      <a:pt x="57" y="0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0" y="1815"/>
                    </a:lnTo>
                    <a:lnTo>
                      <a:pt x="28" y="1815"/>
                    </a:lnTo>
                    <a:lnTo>
                      <a:pt x="57" y="1815"/>
                    </a:lnTo>
                    <a:lnTo>
                      <a:pt x="5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38" name=""/>
              <p:cNvSpPr/>
              <p:nvPr/>
            </p:nvSpPr>
            <p:spPr>
              <a:xfrm rot="0">
                <a:off x="3069" y="1358"/>
                <a:ext cx="14" cy="7"/>
              </a:xfrm>
              <a:custGeom>
                <a:avLst/>
                <a:ahLst/>
                <a:rect l="0" t="0" r="r" b="b"/>
                <a:pathLst>
                  <a:path w="57" h="27">
                    <a:moveTo>
                      <a:pt x="28" y="0"/>
                    </a:moveTo>
                    <a:lnTo>
                      <a:pt x="57" y="0"/>
                    </a:lnTo>
                    <a:lnTo>
                      <a:pt x="54" y="9"/>
                    </a:lnTo>
                    <a:lnTo>
                      <a:pt x="51" y="16"/>
                    </a:lnTo>
                    <a:lnTo>
                      <a:pt x="44" y="23"/>
                    </a:lnTo>
                    <a:lnTo>
                      <a:pt x="37" y="26"/>
                    </a:lnTo>
                    <a:lnTo>
                      <a:pt x="28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39" name=""/>
              <p:cNvSpPr/>
              <p:nvPr/>
            </p:nvSpPr>
            <p:spPr>
              <a:xfrm rot="0">
                <a:off x="3069" y="1358"/>
                <a:ext cx="14" cy="7"/>
              </a:xfrm>
              <a:custGeom>
                <a:avLst/>
                <a:ahLst/>
                <a:rect l="0" t="0" r="r" b="b"/>
                <a:pathLst>
                  <a:path w="57" h="27">
                    <a:moveTo>
                      <a:pt x="57" y="0"/>
                    </a:moveTo>
                    <a:lnTo>
                      <a:pt x="54" y="9"/>
                    </a:lnTo>
                    <a:lnTo>
                      <a:pt x="51" y="16"/>
                    </a:lnTo>
                    <a:lnTo>
                      <a:pt x="44" y="23"/>
                    </a:lnTo>
                    <a:lnTo>
                      <a:pt x="37" y="26"/>
                    </a:lnTo>
                    <a:lnTo>
                      <a:pt x="28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40" name=""/>
              <p:cNvSpPr/>
              <p:nvPr/>
            </p:nvSpPr>
            <p:spPr>
              <a:xfrm rot="0">
                <a:off x="3885" y="1717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27" y="1"/>
                    </a:moveTo>
                    <a:lnTo>
                      <a:pt x="55" y="0"/>
                    </a:lnTo>
                    <a:lnTo>
                      <a:pt x="54" y="9"/>
                    </a:lnTo>
                    <a:lnTo>
                      <a:pt x="51" y="17"/>
                    </a:lnTo>
                    <a:lnTo>
                      <a:pt x="45" y="23"/>
                    </a:lnTo>
                    <a:lnTo>
                      <a:pt x="36" y="28"/>
                    </a:lnTo>
                    <a:lnTo>
                      <a:pt x="29" y="29"/>
                    </a:lnTo>
                    <a:lnTo>
                      <a:pt x="20" y="28"/>
                    </a:lnTo>
                    <a:lnTo>
                      <a:pt x="12" y="24"/>
                    </a:lnTo>
                    <a:lnTo>
                      <a:pt x="5" y="19"/>
                    </a:lnTo>
                    <a:lnTo>
                      <a:pt x="1" y="10"/>
                    </a:lnTo>
                    <a:lnTo>
                      <a:pt x="0" y="2"/>
                    </a:lnTo>
                    <a:lnTo>
                      <a:pt x="27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41" name=""/>
              <p:cNvSpPr/>
              <p:nvPr/>
            </p:nvSpPr>
            <p:spPr>
              <a:xfrm rot="0">
                <a:off x="3885" y="1717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55" y="0"/>
                    </a:moveTo>
                    <a:lnTo>
                      <a:pt x="54" y="9"/>
                    </a:lnTo>
                    <a:lnTo>
                      <a:pt x="51" y="17"/>
                    </a:lnTo>
                    <a:lnTo>
                      <a:pt x="45" y="23"/>
                    </a:lnTo>
                    <a:lnTo>
                      <a:pt x="36" y="28"/>
                    </a:lnTo>
                    <a:lnTo>
                      <a:pt x="29" y="29"/>
                    </a:lnTo>
                    <a:lnTo>
                      <a:pt x="20" y="28"/>
                    </a:lnTo>
                    <a:lnTo>
                      <a:pt x="12" y="24"/>
                    </a:lnTo>
                    <a:lnTo>
                      <a:pt x="5" y="19"/>
                    </a:lnTo>
                    <a:lnTo>
                      <a:pt x="1" y="10"/>
                    </a:lnTo>
                    <a:lnTo>
                      <a:pt x="0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42" name=""/>
              <p:cNvSpPr/>
              <p:nvPr/>
            </p:nvSpPr>
            <p:spPr>
              <a:xfrm rot="0">
                <a:off x="3884" y="1695"/>
                <a:ext cx="15" cy="23"/>
              </a:xfrm>
              <a:custGeom>
                <a:avLst/>
                <a:ahLst/>
                <a:rect l="0" t="0" r="r" b="b"/>
                <a:pathLst>
                  <a:path w="58" h="90">
                    <a:moveTo>
                      <a:pt x="3" y="90"/>
                    </a:moveTo>
                    <a:lnTo>
                      <a:pt x="30" y="89"/>
                    </a:lnTo>
                    <a:lnTo>
                      <a:pt x="58" y="88"/>
                    </a:lnTo>
                    <a:lnTo>
                      <a:pt x="56" y="0"/>
                    </a:lnTo>
                    <a:lnTo>
                      <a:pt x="28" y="1"/>
                    </a:lnTo>
                    <a:lnTo>
                      <a:pt x="0" y="3"/>
                    </a:lnTo>
                    <a:lnTo>
                      <a:pt x="3" y="9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43" name=""/>
              <p:cNvSpPr/>
              <p:nvPr/>
            </p:nvSpPr>
            <p:spPr>
              <a:xfrm rot="0">
                <a:off x="3884" y="1695"/>
                <a:ext cx="15" cy="23"/>
              </a:xfrm>
              <a:custGeom>
                <a:avLst/>
                <a:ahLst/>
                <a:rect l="0" t="0" r="r" b="b"/>
                <a:pathLst>
                  <a:path w="58" h="90">
                    <a:moveTo>
                      <a:pt x="3" y="90"/>
                    </a:moveTo>
                    <a:lnTo>
                      <a:pt x="30" y="89"/>
                    </a:lnTo>
                    <a:lnTo>
                      <a:pt x="58" y="88"/>
                    </a:lnTo>
                    <a:lnTo>
                      <a:pt x="56" y="0"/>
                    </a:lnTo>
                    <a:lnTo>
                      <a:pt x="28" y="1"/>
                    </a:lnTo>
                    <a:lnTo>
                      <a:pt x="0" y="3"/>
                    </a:lnTo>
                    <a:lnTo>
                      <a:pt x="3" y="9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44" name=""/>
              <p:cNvSpPr/>
              <p:nvPr/>
            </p:nvSpPr>
            <p:spPr>
              <a:xfrm rot="0">
                <a:off x="3891" y="1695"/>
                <a:ext cx="7" cy="1"/>
              </a:xfrm>
              <a:custGeom>
                <a:avLst/>
                <a:ahLst/>
                <a:rect l="0" t="0" r="r" b="b"/>
                <a:pathLst>
                  <a:path w="28" h="2">
                    <a:moveTo>
                      <a:pt x="0" y="2"/>
                    </a:moveTo>
                    <a:lnTo>
                      <a:pt x="28" y="1"/>
                    </a:lnTo>
                    <a:lnTo>
                      <a:pt x="28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45" name=""/>
              <p:cNvSpPr/>
              <p:nvPr/>
            </p:nvSpPr>
            <p:spPr>
              <a:xfrm rot="0" flipV="1">
                <a:off x="3898" y="169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46" name=""/>
              <p:cNvSpPr/>
              <p:nvPr/>
            </p:nvSpPr>
            <p:spPr>
              <a:xfrm rot="0">
                <a:off x="3883" y="1673"/>
                <a:ext cx="15" cy="23"/>
              </a:xfrm>
              <a:custGeom>
                <a:avLst/>
                <a:ahLst/>
                <a:rect l="0" t="0" r="r" b="b"/>
                <a:pathLst>
                  <a:path w="62" h="92">
                    <a:moveTo>
                      <a:pt x="6" y="92"/>
                    </a:moveTo>
                    <a:lnTo>
                      <a:pt x="34" y="89"/>
                    </a:lnTo>
                    <a:lnTo>
                      <a:pt x="62" y="87"/>
                    </a:lnTo>
                    <a:lnTo>
                      <a:pt x="55" y="0"/>
                    </a:lnTo>
                    <a:lnTo>
                      <a:pt x="28" y="2"/>
                    </a:lnTo>
                    <a:lnTo>
                      <a:pt x="0" y="4"/>
                    </a:lnTo>
                    <a:lnTo>
                      <a:pt x="6" y="9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47" name=""/>
              <p:cNvSpPr/>
              <p:nvPr/>
            </p:nvSpPr>
            <p:spPr>
              <a:xfrm rot="0">
                <a:off x="3883" y="1673"/>
                <a:ext cx="15" cy="23"/>
              </a:xfrm>
              <a:custGeom>
                <a:avLst/>
                <a:ahLst/>
                <a:rect l="0" t="0" r="r" b="b"/>
                <a:pathLst>
                  <a:path w="62" h="92">
                    <a:moveTo>
                      <a:pt x="6" y="92"/>
                    </a:moveTo>
                    <a:lnTo>
                      <a:pt x="34" y="89"/>
                    </a:lnTo>
                    <a:lnTo>
                      <a:pt x="62" y="87"/>
                    </a:lnTo>
                    <a:lnTo>
                      <a:pt x="55" y="0"/>
                    </a:lnTo>
                    <a:lnTo>
                      <a:pt x="28" y="2"/>
                    </a:lnTo>
                    <a:lnTo>
                      <a:pt x="0" y="4"/>
                    </a:lnTo>
                    <a:lnTo>
                      <a:pt x="6" y="9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48" name=""/>
              <p:cNvSpPr/>
              <p:nvPr/>
            </p:nvSpPr>
            <p:spPr>
              <a:xfrm rot="0">
                <a:off x="3890" y="1673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49" name=""/>
              <p:cNvSpPr/>
              <p:nvPr/>
            </p:nvSpPr>
            <p:spPr>
              <a:xfrm rot="0" flipV="1">
                <a:off x="3897" y="167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50" name=""/>
              <p:cNvSpPr/>
              <p:nvPr/>
            </p:nvSpPr>
            <p:spPr>
              <a:xfrm rot="0">
                <a:off x="3880" y="1651"/>
                <a:ext cx="17" cy="23"/>
              </a:xfrm>
              <a:custGeom>
                <a:avLst/>
                <a:ahLst/>
                <a:rect l="0" t="0" r="r" b="b"/>
                <a:pathLst>
                  <a:path w="64" h="93">
                    <a:moveTo>
                      <a:pt x="9" y="93"/>
                    </a:moveTo>
                    <a:lnTo>
                      <a:pt x="37" y="90"/>
                    </a:lnTo>
                    <a:lnTo>
                      <a:pt x="64" y="87"/>
                    </a:lnTo>
                    <a:lnTo>
                      <a:pt x="55" y="0"/>
                    </a:lnTo>
                    <a:lnTo>
                      <a:pt x="28" y="3"/>
                    </a:lnTo>
                    <a:lnTo>
                      <a:pt x="0" y="7"/>
                    </a:lnTo>
                    <a:lnTo>
                      <a:pt x="9" y="9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51" name=""/>
              <p:cNvSpPr/>
              <p:nvPr/>
            </p:nvSpPr>
            <p:spPr>
              <a:xfrm rot="0">
                <a:off x="3880" y="1651"/>
                <a:ext cx="17" cy="23"/>
              </a:xfrm>
              <a:custGeom>
                <a:avLst/>
                <a:ahLst/>
                <a:rect l="0" t="0" r="r" b="b"/>
                <a:pathLst>
                  <a:path w="64" h="93">
                    <a:moveTo>
                      <a:pt x="9" y="93"/>
                    </a:moveTo>
                    <a:lnTo>
                      <a:pt x="37" y="90"/>
                    </a:lnTo>
                    <a:lnTo>
                      <a:pt x="64" y="87"/>
                    </a:lnTo>
                    <a:lnTo>
                      <a:pt x="55" y="0"/>
                    </a:lnTo>
                    <a:lnTo>
                      <a:pt x="28" y="3"/>
                    </a:lnTo>
                    <a:lnTo>
                      <a:pt x="0" y="7"/>
                    </a:lnTo>
                    <a:lnTo>
                      <a:pt x="9" y="9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52" name=""/>
              <p:cNvSpPr/>
              <p:nvPr/>
            </p:nvSpPr>
            <p:spPr>
              <a:xfrm rot="0">
                <a:off x="3887" y="1651"/>
                <a:ext cx="7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4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53" name=""/>
              <p:cNvSpPr/>
              <p:nvPr/>
            </p:nvSpPr>
            <p:spPr>
              <a:xfrm rot="0" flipV="1">
                <a:off x="3894" y="16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54" name=""/>
              <p:cNvSpPr/>
              <p:nvPr/>
            </p:nvSpPr>
            <p:spPr>
              <a:xfrm rot="0">
                <a:off x="3877" y="1629"/>
                <a:ext cx="17" cy="24"/>
              </a:xfrm>
              <a:custGeom>
                <a:avLst/>
                <a:ahLst/>
                <a:rect l="0" t="0" r="r" b="b"/>
                <a:pathLst>
                  <a:path w="69" h="96">
                    <a:moveTo>
                      <a:pt x="14" y="96"/>
                    </a:moveTo>
                    <a:lnTo>
                      <a:pt x="42" y="91"/>
                    </a:lnTo>
                    <a:lnTo>
                      <a:pt x="69" y="87"/>
                    </a:lnTo>
                    <a:lnTo>
                      <a:pt x="55" y="0"/>
                    </a:lnTo>
                    <a:lnTo>
                      <a:pt x="27" y="5"/>
                    </a:lnTo>
                    <a:lnTo>
                      <a:pt x="0" y="9"/>
                    </a:lnTo>
                    <a:lnTo>
                      <a:pt x="14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55" name=""/>
              <p:cNvSpPr/>
              <p:nvPr/>
            </p:nvSpPr>
            <p:spPr>
              <a:xfrm rot="0">
                <a:off x="3877" y="1629"/>
                <a:ext cx="17" cy="24"/>
              </a:xfrm>
              <a:custGeom>
                <a:avLst/>
                <a:ahLst/>
                <a:rect l="0" t="0" r="r" b="b"/>
                <a:pathLst>
                  <a:path w="69" h="96">
                    <a:moveTo>
                      <a:pt x="14" y="96"/>
                    </a:moveTo>
                    <a:lnTo>
                      <a:pt x="42" y="91"/>
                    </a:lnTo>
                    <a:lnTo>
                      <a:pt x="69" y="87"/>
                    </a:lnTo>
                    <a:lnTo>
                      <a:pt x="55" y="0"/>
                    </a:lnTo>
                    <a:lnTo>
                      <a:pt x="27" y="5"/>
                    </a:lnTo>
                    <a:lnTo>
                      <a:pt x="0" y="9"/>
                    </a:lnTo>
                    <a:lnTo>
                      <a:pt x="14" y="9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56" name=""/>
              <p:cNvSpPr/>
              <p:nvPr/>
            </p:nvSpPr>
            <p:spPr>
              <a:xfrm rot="0">
                <a:off x="3884" y="1629"/>
                <a:ext cx="7" cy="1"/>
              </a:xfrm>
              <a:custGeom>
                <a:avLst/>
                <a:ahLst/>
                <a:rect l="0" t="0" r="r" b="b"/>
                <a:pathLst>
                  <a:path w="28" h="6">
                    <a:moveTo>
                      <a:pt x="0" y="6"/>
                    </a:moveTo>
                    <a:lnTo>
                      <a:pt x="28" y="1"/>
                    </a:lnTo>
                    <a:lnTo>
                      <a:pt x="28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57" name=""/>
              <p:cNvSpPr/>
              <p:nvPr/>
            </p:nvSpPr>
            <p:spPr>
              <a:xfrm rot="0" flipV="1">
                <a:off x="3891" y="16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58" name=""/>
              <p:cNvSpPr/>
              <p:nvPr/>
            </p:nvSpPr>
            <p:spPr>
              <a:xfrm rot="0">
                <a:off x="3872" y="1607"/>
                <a:ext cx="19" cy="25"/>
              </a:xfrm>
              <a:custGeom>
                <a:avLst/>
                <a:ahLst/>
                <a:rect l="0" t="0" r="r" b="b"/>
                <a:pathLst>
                  <a:path w="73" h="97">
                    <a:moveTo>
                      <a:pt x="18" y="97"/>
                    </a:moveTo>
                    <a:lnTo>
                      <a:pt x="45" y="92"/>
                    </a:lnTo>
                    <a:lnTo>
                      <a:pt x="73" y="86"/>
                    </a:lnTo>
                    <a:lnTo>
                      <a:pt x="55" y="0"/>
                    </a:lnTo>
                    <a:lnTo>
                      <a:pt x="28" y="5"/>
                    </a:lnTo>
                    <a:lnTo>
                      <a:pt x="0" y="11"/>
                    </a:lnTo>
                    <a:lnTo>
                      <a:pt x="18" y="9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59" name=""/>
              <p:cNvSpPr/>
              <p:nvPr/>
            </p:nvSpPr>
            <p:spPr>
              <a:xfrm rot="0">
                <a:off x="3872" y="1607"/>
                <a:ext cx="19" cy="25"/>
              </a:xfrm>
              <a:custGeom>
                <a:avLst/>
                <a:ahLst/>
                <a:rect l="0" t="0" r="r" b="b"/>
                <a:pathLst>
                  <a:path w="73" h="97">
                    <a:moveTo>
                      <a:pt x="18" y="97"/>
                    </a:moveTo>
                    <a:lnTo>
                      <a:pt x="45" y="92"/>
                    </a:lnTo>
                    <a:lnTo>
                      <a:pt x="73" y="86"/>
                    </a:lnTo>
                    <a:lnTo>
                      <a:pt x="55" y="0"/>
                    </a:lnTo>
                    <a:lnTo>
                      <a:pt x="28" y="5"/>
                    </a:lnTo>
                    <a:lnTo>
                      <a:pt x="0" y="11"/>
                    </a:lnTo>
                    <a:lnTo>
                      <a:pt x="18" y="9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60" name=""/>
              <p:cNvSpPr/>
              <p:nvPr/>
            </p:nvSpPr>
            <p:spPr>
              <a:xfrm rot="0">
                <a:off x="3879" y="1607"/>
                <a:ext cx="7" cy="2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61" name=""/>
              <p:cNvSpPr/>
              <p:nvPr/>
            </p:nvSpPr>
            <p:spPr>
              <a:xfrm rot="0" flipV="1">
                <a:off x="3886" y="16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62" name=""/>
              <p:cNvSpPr/>
              <p:nvPr/>
            </p:nvSpPr>
            <p:spPr>
              <a:xfrm rot="0">
                <a:off x="3867" y="1586"/>
                <a:ext cx="19" cy="24"/>
              </a:xfrm>
              <a:custGeom>
                <a:avLst/>
                <a:ahLst/>
                <a:rect l="0" t="0" r="r" b="b"/>
                <a:pathLst>
                  <a:path w="76" h="98">
                    <a:moveTo>
                      <a:pt x="21" y="98"/>
                    </a:moveTo>
                    <a:lnTo>
                      <a:pt x="49" y="91"/>
                    </a:lnTo>
                    <a:lnTo>
                      <a:pt x="76" y="85"/>
                    </a:lnTo>
                    <a:lnTo>
                      <a:pt x="55" y="0"/>
                    </a:lnTo>
                    <a:lnTo>
                      <a:pt x="27" y="7"/>
                    </a:lnTo>
                    <a:lnTo>
                      <a:pt x="0" y="14"/>
                    </a:lnTo>
                    <a:lnTo>
                      <a:pt x="21" y="9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63" name=""/>
              <p:cNvSpPr/>
              <p:nvPr/>
            </p:nvSpPr>
            <p:spPr>
              <a:xfrm rot="0">
                <a:off x="3867" y="1586"/>
                <a:ext cx="19" cy="24"/>
              </a:xfrm>
              <a:custGeom>
                <a:avLst/>
                <a:ahLst/>
                <a:rect l="0" t="0" r="r" b="b"/>
                <a:pathLst>
                  <a:path w="76" h="98">
                    <a:moveTo>
                      <a:pt x="21" y="98"/>
                    </a:moveTo>
                    <a:lnTo>
                      <a:pt x="49" y="91"/>
                    </a:lnTo>
                    <a:lnTo>
                      <a:pt x="76" y="85"/>
                    </a:lnTo>
                    <a:lnTo>
                      <a:pt x="55" y="0"/>
                    </a:lnTo>
                    <a:lnTo>
                      <a:pt x="27" y="7"/>
                    </a:lnTo>
                    <a:lnTo>
                      <a:pt x="0" y="14"/>
                    </a:lnTo>
                    <a:lnTo>
                      <a:pt x="21" y="9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64" name=""/>
              <p:cNvSpPr/>
              <p:nvPr/>
            </p:nvSpPr>
            <p:spPr>
              <a:xfrm rot="0">
                <a:off x="3874" y="1586"/>
                <a:ext cx="7" cy="2"/>
              </a:xfrm>
              <a:custGeom>
                <a:avLst/>
                <a:ahLst/>
                <a:rect l="0" t="0" r="r" b="b"/>
                <a:pathLst>
                  <a:path w="28" h="8">
                    <a:moveTo>
                      <a:pt x="0" y="8"/>
                    </a:moveTo>
                    <a:lnTo>
                      <a:pt x="28" y="1"/>
                    </a:lnTo>
                    <a:lnTo>
                      <a:pt x="27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65" name=""/>
              <p:cNvSpPr/>
              <p:nvPr/>
            </p:nvSpPr>
            <p:spPr>
              <a:xfrm rot="0" flipH="1" flipV="1">
                <a:off x="3881" y="15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66" name=""/>
              <p:cNvSpPr/>
              <p:nvPr/>
            </p:nvSpPr>
            <p:spPr>
              <a:xfrm rot="0">
                <a:off x="3861" y="1565"/>
                <a:ext cx="20" cy="24"/>
              </a:xfrm>
              <a:custGeom>
                <a:avLst/>
                <a:ahLst/>
                <a:rect l="0" t="0" r="r" b="b"/>
                <a:pathLst>
                  <a:path w="79" h="100">
                    <a:moveTo>
                      <a:pt x="26" y="100"/>
                    </a:moveTo>
                    <a:lnTo>
                      <a:pt x="52" y="92"/>
                    </a:lnTo>
                    <a:lnTo>
                      <a:pt x="79" y="84"/>
                    </a:lnTo>
                    <a:lnTo>
                      <a:pt x="54" y="0"/>
                    </a:lnTo>
                    <a:lnTo>
                      <a:pt x="27" y="8"/>
                    </a:lnTo>
                    <a:lnTo>
                      <a:pt x="0" y="16"/>
                    </a:lnTo>
                    <a:lnTo>
                      <a:pt x="26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67" name=""/>
              <p:cNvSpPr/>
              <p:nvPr/>
            </p:nvSpPr>
            <p:spPr>
              <a:xfrm rot="0">
                <a:off x="3861" y="1565"/>
                <a:ext cx="20" cy="24"/>
              </a:xfrm>
              <a:custGeom>
                <a:avLst/>
                <a:ahLst/>
                <a:rect l="0" t="0" r="r" b="b"/>
                <a:pathLst>
                  <a:path w="79" h="100">
                    <a:moveTo>
                      <a:pt x="26" y="100"/>
                    </a:moveTo>
                    <a:lnTo>
                      <a:pt x="52" y="92"/>
                    </a:lnTo>
                    <a:lnTo>
                      <a:pt x="79" y="84"/>
                    </a:lnTo>
                    <a:lnTo>
                      <a:pt x="54" y="0"/>
                    </a:lnTo>
                    <a:lnTo>
                      <a:pt x="27" y="8"/>
                    </a:lnTo>
                    <a:lnTo>
                      <a:pt x="0" y="16"/>
                    </a:lnTo>
                    <a:lnTo>
                      <a:pt x="26" y="10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68" name=""/>
              <p:cNvSpPr/>
              <p:nvPr/>
            </p:nvSpPr>
            <p:spPr>
              <a:xfrm rot="0">
                <a:off x="3868" y="1564"/>
                <a:ext cx="6" cy="2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0" y="9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69" name=""/>
              <p:cNvSpPr/>
              <p:nvPr/>
            </p:nvSpPr>
            <p:spPr>
              <a:xfrm rot="0" flipV="1">
                <a:off x="3874" y="156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70" name=""/>
              <p:cNvSpPr/>
              <p:nvPr/>
            </p:nvSpPr>
            <p:spPr>
              <a:xfrm rot="0">
                <a:off x="3854" y="1544"/>
                <a:ext cx="20" cy="25"/>
              </a:xfrm>
              <a:custGeom>
                <a:avLst/>
                <a:ahLst/>
                <a:rect l="0" t="0" r="r" b="b"/>
                <a:pathLst>
                  <a:path w="83" h="100">
                    <a:moveTo>
                      <a:pt x="29" y="100"/>
                    </a:moveTo>
                    <a:lnTo>
                      <a:pt x="56" y="91"/>
                    </a:lnTo>
                    <a:lnTo>
                      <a:pt x="83" y="82"/>
                    </a:lnTo>
                    <a:lnTo>
                      <a:pt x="54" y="0"/>
                    </a:lnTo>
                    <a:lnTo>
                      <a:pt x="27" y="9"/>
                    </a:lnTo>
                    <a:lnTo>
                      <a:pt x="0" y="18"/>
                    </a:lnTo>
                    <a:lnTo>
                      <a:pt x="29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71" name=""/>
              <p:cNvSpPr/>
              <p:nvPr/>
            </p:nvSpPr>
            <p:spPr>
              <a:xfrm rot="0">
                <a:off x="3854" y="1544"/>
                <a:ext cx="20" cy="25"/>
              </a:xfrm>
              <a:custGeom>
                <a:avLst/>
                <a:ahLst/>
                <a:rect l="0" t="0" r="r" b="b"/>
                <a:pathLst>
                  <a:path w="83" h="100">
                    <a:moveTo>
                      <a:pt x="29" y="100"/>
                    </a:moveTo>
                    <a:lnTo>
                      <a:pt x="56" y="91"/>
                    </a:lnTo>
                    <a:lnTo>
                      <a:pt x="83" y="82"/>
                    </a:lnTo>
                    <a:lnTo>
                      <a:pt x="54" y="0"/>
                    </a:lnTo>
                    <a:lnTo>
                      <a:pt x="27" y="9"/>
                    </a:lnTo>
                    <a:lnTo>
                      <a:pt x="0" y="18"/>
                    </a:lnTo>
                    <a:lnTo>
                      <a:pt x="29" y="10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72" name=""/>
              <p:cNvSpPr/>
              <p:nvPr/>
            </p:nvSpPr>
            <p:spPr>
              <a:xfrm rot="0">
                <a:off x="3861" y="1543"/>
                <a:ext cx="6" cy="3"/>
              </a:xfrm>
              <a:custGeom>
                <a:avLst/>
                <a:ahLst/>
                <a:rect l="0" t="0" r="r" b="b"/>
                <a:pathLst>
                  <a:path w="27" h="10">
                    <a:moveTo>
                      <a:pt x="0" y="10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73" name=""/>
              <p:cNvSpPr/>
              <p:nvPr/>
            </p:nvSpPr>
            <p:spPr>
              <a:xfrm rot="0" flipV="1">
                <a:off x="3867" y="154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74" name=""/>
              <p:cNvSpPr/>
              <p:nvPr/>
            </p:nvSpPr>
            <p:spPr>
              <a:xfrm rot="0">
                <a:off x="3846" y="1523"/>
                <a:ext cx="21" cy="25"/>
              </a:xfrm>
              <a:custGeom>
                <a:avLst/>
                <a:ahLst/>
                <a:rect l="0" t="0" r="r" b="b"/>
                <a:pathLst>
                  <a:path w="86" h="102">
                    <a:moveTo>
                      <a:pt x="32" y="102"/>
                    </a:moveTo>
                    <a:lnTo>
                      <a:pt x="59" y="92"/>
                    </a:lnTo>
                    <a:lnTo>
                      <a:pt x="86" y="82"/>
                    </a:lnTo>
                    <a:lnTo>
                      <a:pt x="54" y="0"/>
                    </a:lnTo>
                    <a:lnTo>
                      <a:pt x="27" y="10"/>
                    </a:lnTo>
                    <a:lnTo>
                      <a:pt x="0" y="20"/>
                    </a:lnTo>
                    <a:lnTo>
                      <a:pt x="32" y="10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75" name=""/>
              <p:cNvSpPr/>
              <p:nvPr/>
            </p:nvSpPr>
            <p:spPr>
              <a:xfrm rot="0">
                <a:off x="3846" y="1523"/>
                <a:ext cx="21" cy="25"/>
              </a:xfrm>
              <a:custGeom>
                <a:avLst/>
                <a:ahLst/>
                <a:rect l="0" t="0" r="r" b="b"/>
                <a:pathLst>
                  <a:path w="86" h="102">
                    <a:moveTo>
                      <a:pt x="32" y="102"/>
                    </a:moveTo>
                    <a:lnTo>
                      <a:pt x="59" y="92"/>
                    </a:lnTo>
                    <a:lnTo>
                      <a:pt x="86" y="82"/>
                    </a:lnTo>
                    <a:lnTo>
                      <a:pt x="54" y="0"/>
                    </a:lnTo>
                    <a:lnTo>
                      <a:pt x="27" y="10"/>
                    </a:lnTo>
                    <a:lnTo>
                      <a:pt x="0" y="20"/>
                    </a:lnTo>
                    <a:lnTo>
                      <a:pt x="32" y="10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76" name=""/>
              <p:cNvSpPr/>
              <p:nvPr/>
            </p:nvSpPr>
            <p:spPr>
              <a:xfrm rot="0">
                <a:off x="3852" y="1522"/>
                <a:ext cx="7" cy="3"/>
              </a:xfrm>
              <a:custGeom>
                <a:avLst/>
                <a:ahLst/>
                <a:rect l="0" t="0" r="r" b="b"/>
                <a:pathLst>
                  <a:path w="27" h="13">
                    <a:moveTo>
                      <a:pt x="0" y="13"/>
                    </a:moveTo>
                    <a:lnTo>
                      <a:pt x="27" y="3"/>
                    </a:lnTo>
                    <a:lnTo>
                      <a:pt x="25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77" name=""/>
              <p:cNvSpPr/>
              <p:nvPr/>
            </p:nvSpPr>
            <p:spPr>
              <a:xfrm rot="0" flipH="1" flipV="1">
                <a:off x="3859" y="15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78" name=""/>
              <p:cNvSpPr/>
              <p:nvPr/>
            </p:nvSpPr>
            <p:spPr>
              <a:xfrm rot="0">
                <a:off x="3837" y="1502"/>
                <a:ext cx="22" cy="26"/>
              </a:xfrm>
              <a:custGeom>
                <a:avLst/>
                <a:ahLst/>
                <a:rect l="0" t="0" r="r" b="b"/>
                <a:pathLst>
                  <a:path w="87" h="104">
                    <a:moveTo>
                      <a:pt x="36" y="104"/>
                    </a:moveTo>
                    <a:lnTo>
                      <a:pt x="62" y="92"/>
                    </a:lnTo>
                    <a:lnTo>
                      <a:pt x="87" y="79"/>
                    </a:lnTo>
                    <a:lnTo>
                      <a:pt x="51" y="0"/>
                    </a:lnTo>
                    <a:lnTo>
                      <a:pt x="25" y="12"/>
                    </a:lnTo>
                    <a:lnTo>
                      <a:pt x="0" y="24"/>
                    </a:lnTo>
                    <a:lnTo>
                      <a:pt x="36" y="10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79" name=""/>
              <p:cNvSpPr/>
              <p:nvPr/>
            </p:nvSpPr>
            <p:spPr>
              <a:xfrm rot="0">
                <a:off x="3837" y="1502"/>
                <a:ext cx="22" cy="26"/>
              </a:xfrm>
              <a:custGeom>
                <a:avLst/>
                <a:ahLst/>
                <a:rect l="0" t="0" r="r" b="b"/>
                <a:pathLst>
                  <a:path w="87" h="104">
                    <a:moveTo>
                      <a:pt x="36" y="104"/>
                    </a:moveTo>
                    <a:lnTo>
                      <a:pt x="62" y="92"/>
                    </a:lnTo>
                    <a:lnTo>
                      <a:pt x="87" y="79"/>
                    </a:lnTo>
                    <a:lnTo>
                      <a:pt x="51" y="0"/>
                    </a:lnTo>
                    <a:lnTo>
                      <a:pt x="25" y="12"/>
                    </a:lnTo>
                    <a:lnTo>
                      <a:pt x="0" y="24"/>
                    </a:lnTo>
                    <a:lnTo>
                      <a:pt x="36" y="10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80" name=""/>
              <p:cNvSpPr/>
              <p:nvPr/>
            </p:nvSpPr>
            <p:spPr>
              <a:xfrm rot="0">
                <a:off x="3843" y="1502"/>
                <a:ext cx="7" cy="3"/>
              </a:xfrm>
              <a:custGeom>
                <a:avLst/>
                <a:ahLst/>
                <a:rect l="0" t="0" r="r" b="b"/>
                <a:pathLst>
                  <a:path w="26" h="12">
                    <a:moveTo>
                      <a:pt x="0" y="12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81" name=""/>
              <p:cNvSpPr/>
              <p:nvPr/>
            </p:nvSpPr>
            <p:spPr>
              <a:xfrm rot="0">
                <a:off x="3850" y="15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82" name=""/>
              <p:cNvSpPr/>
              <p:nvPr/>
            </p:nvSpPr>
            <p:spPr>
              <a:xfrm rot="0">
                <a:off x="3827" y="1483"/>
                <a:ext cx="23" cy="25"/>
              </a:xfrm>
              <a:custGeom>
                <a:avLst/>
                <a:ahLst/>
                <a:rect l="0" t="0" r="r" b="b"/>
                <a:pathLst>
                  <a:path w="90" h="102">
                    <a:moveTo>
                      <a:pt x="39" y="102"/>
                    </a:moveTo>
                    <a:lnTo>
                      <a:pt x="64" y="90"/>
                    </a:lnTo>
                    <a:lnTo>
                      <a:pt x="90" y="78"/>
                    </a:lnTo>
                    <a:lnTo>
                      <a:pt x="51" y="0"/>
                    </a:lnTo>
                    <a:lnTo>
                      <a:pt x="26" y="12"/>
                    </a:lnTo>
                    <a:lnTo>
                      <a:pt x="0" y="24"/>
                    </a:lnTo>
                    <a:lnTo>
                      <a:pt x="39" y="10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83" name=""/>
              <p:cNvSpPr/>
              <p:nvPr/>
            </p:nvSpPr>
            <p:spPr>
              <a:xfrm rot="0">
                <a:off x="3827" y="1483"/>
                <a:ext cx="23" cy="25"/>
              </a:xfrm>
              <a:custGeom>
                <a:avLst/>
                <a:ahLst/>
                <a:rect l="0" t="0" r="r" b="b"/>
                <a:pathLst>
                  <a:path w="90" h="102">
                    <a:moveTo>
                      <a:pt x="39" y="102"/>
                    </a:moveTo>
                    <a:lnTo>
                      <a:pt x="64" y="90"/>
                    </a:lnTo>
                    <a:lnTo>
                      <a:pt x="90" y="78"/>
                    </a:lnTo>
                    <a:lnTo>
                      <a:pt x="51" y="0"/>
                    </a:lnTo>
                    <a:lnTo>
                      <a:pt x="26" y="12"/>
                    </a:lnTo>
                    <a:lnTo>
                      <a:pt x="0" y="24"/>
                    </a:lnTo>
                    <a:lnTo>
                      <a:pt x="39" y="10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84" name=""/>
              <p:cNvSpPr/>
              <p:nvPr/>
            </p:nvSpPr>
            <p:spPr>
              <a:xfrm rot="0">
                <a:off x="3834" y="1482"/>
                <a:ext cx="6" cy="4"/>
              </a:xfrm>
              <a:custGeom>
                <a:avLst/>
                <a:ahLst/>
                <a:rect l="0" t="0" r="r" b="b"/>
                <a:pathLst>
                  <a:path w="25" h="14">
                    <a:moveTo>
                      <a:pt x="0" y="14"/>
                    </a:moveTo>
                    <a:lnTo>
                      <a:pt x="25" y="2"/>
                    </a:lnTo>
                    <a:lnTo>
                      <a:pt x="24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85" name=""/>
              <p:cNvSpPr/>
              <p:nvPr/>
            </p:nvSpPr>
            <p:spPr>
              <a:xfrm rot="0" flipH="1" flipV="1">
                <a:off x="3840" y="14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86" name=""/>
              <p:cNvSpPr/>
              <p:nvPr/>
            </p:nvSpPr>
            <p:spPr>
              <a:xfrm rot="0">
                <a:off x="3817" y="1463"/>
                <a:ext cx="23" cy="27"/>
              </a:xfrm>
              <a:custGeom>
                <a:avLst/>
                <a:ahLst/>
                <a:rect l="0" t="0" r="r" b="b"/>
                <a:pathLst>
                  <a:path w="92" h="106">
                    <a:moveTo>
                      <a:pt x="43" y="106"/>
                    </a:moveTo>
                    <a:lnTo>
                      <a:pt x="68" y="91"/>
                    </a:lnTo>
                    <a:lnTo>
                      <a:pt x="92" y="77"/>
                    </a:lnTo>
                    <a:lnTo>
                      <a:pt x="49" y="0"/>
                    </a:lnTo>
                    <a:lnTo>
                      <a:pt x="24" y="15"/>
                    </a:lnTo>
                    <a:lnTo>
                      <a:pt x="0" y="29"/>
                    </a:lnTo>
                    <a:lnTo>
                      <a:pt x="43" y="10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87" name=""/>
              <p:cNvSpPr/>
              <p:nvPr/>
            </p:nvSpPr>
            <p:spPr>
              <a:xfrm rot="0">
                <a:off x="3817" y="1463"/>
                <a:ext cx="23" cy="27"/>
              </a:xfrm>
              <a:custGeom>
                <a:avLst/>
                <a:ahLst/>
                <a:rect l="0" t="0" r="r" b="b"/>
                <a:pathLst>
                  <a:path w="92" h="106">
                    <a:moveTo>
                      <a:pt x="43" y="106"/>
                    </a:moveTo>
                    <a:lnTo>
                      <a:pt x="68" y="91"/>
                    </a:lnTo>
                    <a:lnTo>
                      <a:pt x="92" y="77"/>
                    </a:lnTo>
                    <a:lnTo>
                      <a:pt x="49" y="0"/>
                    </a:lnTo>
                    <a:lnTo>
                      <a:pt x="24" y="15"/>
                    </a:lnTo>
                    <a:lnTo>
                      <a:pt x="0" y="29"/>
                    </a:lnTo>
                    <a:lnTo>
                      <a:pt x="43" y="10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88" name=""/>
              <p:cNvSpPr/>
              <p:nvPr/>
            </p:nvSpPr>
            <p:spPr>
              <a:xfrm rot="0">
                <a:off x="3823" y="1463"/>
                <a:ext cx="6" cy="4"/>
              </a:xfrm>
              <a:custGeom>
                <a:avLst/>
                <a:ahLst/>
                <a:rect l="0" t="0" r="r" b="b"/>
                <a:pathLst>
                  <a:path w="25" h="16">
                    <a:moveTo>
                      <a:pt x="0" y="16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89" name=""/>
              <p:cNvSpPr/>
              <p:nvPr/>
            </p:nvSpPr>
            <p:spPr>
              <a:xfrm rot="0" flipV="1">
                <a:off x="3829" y="146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0" name=""/>
              <p:cNvSpPr/>
              <p:nvPr/>
            </p:nvSpPr>
            <p:spPr>
              <a:xfrm rot="0">
                <a:off x="3805" y="1444"/>
                <a:ext cx="24" cy="27"/>
              </a:xfrm>
              <a:custGeom>
                <a:avLst/>
                <a:ahLst/>
                <a:rect l="0" t="0" r="r" b="b"/>
                <a:pathLst>
                  <a:path w="96" h="105">
                    <a:moveTo>
                      <a:pt x="47" y="105"/>
                    </a:moveTo>
                    <a:lnTo>
                      <a:pt x="71" y="90"/>
                    </a:lnTo>
                    <a:lnTo>
                      <a:pt x="96" y="74"/>
                    </a:lnTo>
                    <a:lnTo>
                      <a:pt x="49" y="0"/>
                    </a:lnTo>
                    <a:lnTo>
                      <a:pt x="25" y="15"/>
                    </a:lnTo>
                    <a:lnTo>
                      <a:pt x="0" y="31"/>
                    </a:lnTo>
                    <a:lnTo>
                      <a:pt x="47" y="10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91" name=""/>
              <p:cNvSpPr/>
              <p:nvPr/>
            </p:nvSpPr>
            <p:spPr>
              <a:xfrm rot="0">
                <a:off x="3805" y="1444"/>
                <a:ext cx="24" cy="27"/>
              </a:xfrm>
              <a:custGeom>
                <a:avLst/>
                <a:ahLst/>
                <a:rect l="0" t="0" r="r" b="b"/>
                <a:pathLst>
                  <a:path w="96" h="105">
                    <a:moveTo>
                      <a:pt x="47" y="105"/>
                    </a:moveTo>
                    <a:lnTo>
                      <a:pt x="71" y="90"/>
                    </a:lnTo>
                    <a:lnTo>
                      <a:pt x="96" y="74"/>
                    </a:lnTo>
                    <a:lnTo>
                      <a:pt x="49" y="0"/>
                    </a:lnTo>
                    <a:lnTo>
                      <a:pt x="25" y="15"/>
                    </a:lnTo>
                    <a:lnTo>
                      <a:pt x="0" y="31"/>
                    </a:lnTo>
                    <a:lnTo>
                      <a:pt x="47" y="10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2" name=""/>
              <p:cNvSpPr/>
              <p:nvPr/>
            </p:nvSpPr>
            <p:spPr>
              <a:xfrm rot="0">
                <a:off x="3811" y="1444"/>
                <a:ext cx="6" cy="4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0" y="16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7793" name=""/>
              <p:cNvSpPr/>
              <p:nvPr/>
            </p:nvSpPr>
            <p:spPr>
              <a:xfrm rot="0" flipH="1" flipV="1">
                <a:off x="3817" y="144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397" name=""/>
            <p:cNvGrpSpPr/>
            <p:nvPr/>
          </p:nvGrpSpPr>
          <p:grpSpPr>
            <a:xfrm rot="0">
              <a:off x="958" y="820"/>
              <a:ext cx="2859" cy="2175"/>
              <a:chOff x="958" y="820"/>
              <a:chExt cx="2859" cy="2175"/>
            </a:xfrm>
          </p:grpSpPr>
          <p:sp>
            <p:nvSpPr>
              <p:cNvPr id="1077794" name=""/>
              <p:cNvSpPr/>
              <p:nvPr/>
            </p:nvSpPr>
            <p:spPr>
              <a:xfrm rot="0">
                <a:off x="3723" y="1347"/>
                <a:ext cx="22" cy="22"/>
              </a:xfrm>
              <a:custGeom>
                <a:avLst/>
                <a:ahLst/>
                <a:rect l="0" t="0" r="r" b="b"/>
                <a:pathLst>
                  <a:path w="87" h="88">
                    <a:moveTo>
                      <a:pt x="87" y="44"/>
                    </a:moveTo>
                    <a:lnTo>
                      <a:pt x="84" y="30"/>
                    </a:lnTo>
                    <a:lnTo>
                      <a:pt x="79" y="18"/>
                    </a:lnTo>
                    <a:lnTo>
                      <a:pt x="69" y="9"/>
                    </a:lnTo>
                    <a:lnTo>
                      <a:pt x="57" y="3"/>
                    </a:lnTo>
                    <a:lnTo>
                      <a:pt x="43" y="0"/>
                    </a:lnTo>
                    <a:lnTo>
                      <a:pt x="30" y="3"/>
                    </a:lnTo>
                    <a:lnTo>
                      <a:pt x="18" y="9"/>
                    </a:lnTo>
                    <a:lnTo>
                      <a:pt x="9" y="18"/>
                    </a:lnTo>
                    <a:lnTo>
                      <a:pt x="2" y="30"/>
                    </a:lnTo>
                    <a:lnTo>
                      <a:pt x="0" y="44"/>
                    </a:lnTo>
                    <a:lnTo>
                      <a:pt x="2" y="58"/>
                    </a:lnTo>
                    <a:lnTo>
                      <a:pt x="9" y="69"/>
                    </a:lnTo>
                    <a:lnTo>
                      <a:pt x="18" y="79"/>
                    </a:lnTo>
                    <a:lnTo>
                      <a:pt x="30" y="86"/>
                    </a:lnTo>
                    <a:lnTo>
                      <a:pt x="43" y="88"/>
                    </a:lnTo>
                    <a:lnTo>
                      <a:pt x="57" y="86"/>
                    </a:lnTo>
                    <a:lnTo>
                      <a:pt x="69" y="79"/>
                    </a:lnTo>
                    <a:lnTo>
                      <a:pt x="79" y="69"/>
                    </a:lnTo>
                    <a:lnTo>
                      <a:pt x="84" y="58"/>
                    </a:lnTo>
                    <a:lnTo>
                      <a:pt x="87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5" name=""/>
              <p:cNvSpPr/>
              <p:nvPr/>
            </p:nvSpPr>
            <p:spPr>
              <a:xfrm rot="0">
                <a:off x="3393" y="1218"/>
                <a:ext cx="22" cy="22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5" y="30"/>
                    </a:lnTo>
                    <a:lnTo>
                      <a:pt x="79" y="18"/>
                    </a:lnTo>
                    <a:lnTo>
                      <a:pt x="69" y="8"/>
                    </a:lnTo>
                    <a:lnTo>
                      <a:pt x="57" y="2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18" y="8"/>
                    </a:lnTo>
                    <a:lnTo>
                      <a:pt x="9" y="18"/>
                    </a:lnTo>
                    <a:lnTo>
                      <a:pt x="3" y="30"/>
                    </a:lnTo>
                    <a:lnTo>
                      <a:pt x="0" y="43"/>
                    </a:lnTo>
                    <a:lnTo>
                      <a:pt x="3" y="57"/>
                    </a:lnTo>
                    <a:lnTo>
                      <a:pt x="9" y="69"/>
                    </a:lnTo>
                    <a:lnTo>
                      <a:pt x="18" y="79"/>
                    </a:lnTo>
                    <a:lnTo>
                      <a:pt x="30" y="84"/>
                    </a:lnTo>
                    <a:lnTo>
                      <a:pt x="44" y="86"/>
                    </a:lnTo>
                    <a:lnTo>
                      <a:pt x="57" y="84"/>
                    </a:lnTo>
                    <a:lnTo>
                      <a:pt x="69" y="79"/>
                    </a:lnTo>
                    <a:lnTo>
                      <a:pt x="79" y="69"/>
                    </a:lnTo>
                    <a:lnTo>
                      <a:pt x="85" y="57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6" name=""/>
              <p:cNvSpPr/>
              <p:nvPr/>
            </p:nvSpPr>
            <p:spPr>
              <a:xfrm rot="0">
                <a:off x="3554" y="1246"/>
                <a:ext cx="22" cy="21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5" y="30"/>
                    </a:lnTo>
                    <a:lnTo>
                      <a:pt x="78" y="17"/>
                    </a:lnTo>
                    <a:lnTo>
                      <a:pt x="69" y="9"/>
                    </a:lnTo>
                    <a:lnTo>
                      <a:pt x="57" y="2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18" y="9"/>
                    </a:lnTo>
                    <a:lnTo>
                      <a:pt x="8" y="17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8" y="68"/>
                    </a:lnTo>
                    <a:lnTo>
                      <a:pt x="18" y="78"/>
                    </a:lnTo>
                    <a:lnTo>
                      <a:pt x="30" y="84"/>
                    </a:lnTo>
                    <a:lnTo>
                      <a:pt x="44" y="86"/>
                    </a:lnTo>
                    <a:lnTo>
                      <a:pt x="57" y="84"/>
                    </a:lnTo>
                    <a:lnTo>
                      <a:pt x="69" y="78"/>
                    </a:lnTo>
                    <a:lnTo>
                      <a:pt x="78" y="68"/>
                    </a:lnTo>
                    <a:lnTo>
                      <a:pt x="85" y="56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7" name=""/>
              <p:cNvSpPr/>
              <p:nvPr/>
            </p:nvSpPr>
            <p:spPr>
              <a:xfrm rot="0">
                <a:off x="3233" y="1246"/>
                <a:ext cx="21" cy="21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5" y="30"/>
                    </a:lnTo>
                    <a:lnTo>
                      <a:pt x="78" y="17"/>
                    </a:lnTo>
                    <a:lnTo>
                      <a:pt x="69" y="9"/>
                    </a:lnTo>
                    <a:lnTo>
                      <a:pt x="57" y="2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18" y="9"/>
                    </a:lnTo>
                    <a:lnTo>
                      <a:pt x="8" y="17"/>
                    </a:lnTo>
                    <a:lnTo>
                      <a:pt x="3" y="30"/>
                    </a:lnTo>
                    <a:lnTo>
                      <a:pt x="0" y="43"/>
                    </a:lnTo>
                    <a:lnTo>
                      <a:pt x="3" y="56"/>
                    </a:lnTo>
                    <a:lnTo>
                      <a:pt x="8" y="68"/>
                    </a:lnTo>
                    <a:lnTo>
                      <a:pt x="18" y="78"/>
                    </a:lnTo>
                    <a:lnTo>
                      <a:pt x="30" y="84"/>
                    </a:lnTo>
                    <a:lnTo>
                      <a:pt x="44" y="86"/>
                    </a:lnTo>
                    <a:lnTo>
                      <a:pt x="57" y="84"/>
                    </a:lnTo>
                    <a:lnTo>
                      <a:pt x="69" y="78"/>
                    </a:lnTo>
                    <a:lnTo>
                      <a:pt x="78" y="68"/>
                    </a:lnTo>
                    <a:lnTo>
                      <a:pt x="85" y="56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8" name=""/>
              <p:cNvSpPr/>
              <p:nvPr/>
            </p:nvSpPr>
            <p:spPr>
              <a:xfrm rot="0">
                <a:off x="3065" y="1347"/>
                <a:ext cx="22" cy="22"/>
              </a:xfrm>
              <a:custGeom>
                <a:avLst/>
                <a:ahLst/>
                <a:rect l="0" t="0" r="r" b="b"/>
                <a:pathLst>
                  <a:path w="88" h="88">
                    <a:moveTo>
                      <a:pt x="88" y="44"/>
                    </a:moveTo>
                    <a:lnTo>
                      <a:pt x="86" y="30"/>
                    </a:lnTo>
                    <a:lnTo>
                      <a:pt x="79" y="18"/>
                    </a:lnTo>
                    <a:lnTo>
                      <a:pt x="69" y="9"/>
                    </a:lnTo>
                    <a:lnTo>
                      <a:pt x="58" y="3"/>
                    </a:lnTo>
                    <a:lnTo>
                      <a:pt x="45" y="0"/>
                    </a:lnTo>
                    <a:lnTo>
                      <a:pt x="30" y="3"/>
                    </a:lnTo>
                    <a:lnTo>
                      <a:pt x="19" y="9"/>
                    </a:lnTo>
                    <a:lnTo>
                      <a:pt x="9" y="18"/>
                    </a:lnTo>
                    <a:lnTo>
                      <a:pt x="3" y="30"/>
                    </a:lnTo>
                    <a:lnTo>
                      <a:pt x="0" y="44"/>
                    </a:lnTo>
                    <a:lnTo>
                      <a:pt x="3" y="58"/>
                    </a:lnTo>
                    <a:lnTo>
                      <a:pt x="9" y="69"/>
                    </a:lnTo>
                    <a:lnTo>
                      <a:pt x="19" y="79"/>
                    </a:lnTo>
                    <a:lnTo>
                      <a:pt x="30" y="86"/>
                    </a:lnTo>
                    <a:lnTo>
                      <a:pt x="45" y="88"/>
                    </a:lnTo>
                    <a:lnTo>
                      <a:pt x="58" y="86"/>
                    </a:lnTo>
                    <a:lnTo>
                      <a:pt x="69" y="79"/>
                    </a:lnTo>
                    <a:lnTo>
                      <a:pt x="79" y="69"/>
                    </a:lnTo>
                    <a:lnTo>
                      <a:pt x="86" y="58"/>
                    </a:lnTo>
                    <a:lnTo>
                      <a:pt x="88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799" name=""/>
              <p:cNvSpPr/>
              <p:nvPr/>
            </p:nvSpPr>
            <p:spPr>
              <a:xfrm rot="0">
                <a:off x="1976" y="1246"/>
                <a:ext cx="21" cy="21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4" y="30"/>
                    </a:lnTo>
                    <a:lnTo>
                      <a:pt x="79" y="17"/>
                    </a:lnTo>
                    <a:lnTo>
                      <a:pt x="69" y="9"/>
                    </a:lnTo>
                    <a:lnTo>
                      <a:pt x="57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8" y="9"/>
                    </a:lnTo>
                    <a:lnTo>
                      <a:pt x="8" y="17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8" y="68"/>
                    </a:lnTo>
                    <a:lnTo>
                      <a:pt x="18" y="78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7" y="84"/>
                    </a:lnTo>
                    <a:lnTo>
                      <a:pt x="69" y="78"/>
                    </a:lnTo>
                    <a:lnTo>
                      <a:pt x="79" y="68"/>
                    </a:lnTo>
                    <a:lnTo>
                      <a:pt x="84" y="56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0" name=""/>
              <p:cNvSpPr/>
              <p:nvPr/>
            </p:nvSpPr>
            <p:spPr>
              <a:xfrm rot="0">
                <a:off x="2007" y="1218"/>
                <a:ext cx="22" cy="22"/>
              </a:xfrm>
              <a:custGeom>
                <a:avLst/>
                <a:ahLst/>
                <a:rect l="0" t="0" r="r" b="b"/>
                <a:pathLst>
                  <a:path w="86" h="86">
                    <a:moveTo>
                      <a:pt x="86" y="43"/>
                    </a:moveTo>
                    <a:lnTo>
                      <a:pt x="84" y="30"/>
                    </a:lnTo>
                    <a:lnTo>
                      <a:pt x="77" y="18"/>
                    </a:lnTo>
                    <a:lnTo>
                      <a:pt x="68" y="8"/>
                    </a:lnTo>
                    <a:lnTo>
                      <a:pt x="56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7" y="8"/>
                    </a:lnTo>
                    <a:lnTo>
                      <a:pt x="7" y="18"/>
                    </a:lnTo>
                    <a:lnTo>
                      <a:pt x="1" y="30"/>
                    </a:lnTo>
                    <a:lnTo>
                      <a:pt x="0" y="43"/>
                    </a:lnTo>
                    <a:lnTo>
                      <a:pt x="1" y="57"/>
                    </a:lnTo>
                    <a:lnTo>
                      <a:pt x="7" y="69"/>
                    </a:lnTo>
                    <a:lnTo>
                      <a:pt x="17" y="79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6" y="84"/>
                    </a:lnTo>
                    <a:lnTo>
                      <a:pt x="68" y="79"/>
                    </a:lnTo>
                    <a:lnTo>
                      <a:pt x="77" y="69"/>
                    </a:lnTo>
                    <a:lnTo>
                      <a:pt x="84" y="57"/>
                    </a:lnTo>
                    <a:lnTo>
                      <a:pt x="86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1" name=""/>
              <p:cNvSpPr/>
              <p:nvPr/>
            </p:nvSpPr>
            <p:spPr>
              <a:xfrm rot="0">
                <a:off x="1682" y="1347"/>
                <a:ext cx="22" cy="22"/>
              </a:xfrm>
              <a:custGeom>
                <a:avLst/>
                <a:ahLst/>
                <a:rect l="0" t="0" r="r" b="b"/>
                <a:pathLst>
                  <a:path w="86" h="88">
                    <a:moveTo>
                      <a:pt x="86" y="44"/>
                    </a:moveTo>
                    <a:lnTo>
                      <a:pt x="84" y="30"/>
                    </a:lnTo>
                    <a:lnTo>
                      <a:pt x="79" y="18"/>
                    </a:lnTo>
                    <a:lnTo>
                      <a:pt x="69" y="9"/>
                    </a:lnTo>
                    <a:lnTo>
                      <a:pt x="56" y="3"/>
                    </a:lnTo>
                    <a:lnTo>
                      <a:pt x="43" y="0"/>
                    </a:lnTo>
                    <a:lnTo>
                      <a:pt x="30" y="3"/>
                    </a:lnTo>
                    <a:lnTo>
                      <a:pt x="18" y="9"/>
                    </a:lnTo>
                    <a:lnTo>
                      <a:pt x="9" y="18"/>
                    </a:lnTo>
                    <a:lnTo>
                      <a:pt x="2" y="30"/>
                    </a:lnTo>
                    <a:lnTo>
                      <a:pt x="0" y="44"/>
                    </a:lnTo>
                    <a:lnTo>
                      <a:pt x="2" y="58"/>
                    </a:lnTo>
                    <a:lnTo>
                      <a:pt x="9" y="69"/>
                    </a:lnTo>
                    <a:lnTo>
                      <a:pt x="18" y="79"/>
                    </a:lnTo>
                    <a:lnTo>
                      <a:pt x="30" y="86"/>
                    </a:lnTo>
                    <a:lnTo>
                      <a:pt x="43" y="88"/>
                    </a:lnTo>
                    <a:lnTo>
                      <a:pt x="56" y="86"/>
                    </a:lnTo>
                    <a:lnTo>
                      <a:pt x="69" y="79"/>
                    </a:lnTo>
                    <a:lnTo>
                      <a:pt x="79" y="69"/>
                    </a:lnTo>
                    <a:lnTo>
                      <a:pt x="84" y="58"/>
                    </a:lnTo>
                    <a:lnTo>
                      <a:pt x="86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2" name=""/>
              <p:cNvSpPr/>
              <p:nvPr/>
            </p:nvSpPr>
            <p:spPr>
              <a:xfrm rot="0">
                <a:off x="1389" y="1246"/>
                <a:ext cx="22" cy="21"/>
              </a:xfrm>
              <a:custGeom>
                <a:avLst/>
                <a:ahLst/>
                <a:rect l="0" t="0" r="r" b="b"/>
                <a:pathLst>
                  <a:path w="86" h="86">
                    <a:moveTo>
                      <a:pt x="86" y="43"/>
                    </a:moveTo>
                    <a:lnTo>
                      <a:pt x="84" y="30"/>
                    </a:lnTo>
                    <a:lnTo>
                      <a:pt x="77" y="17"/>
                    </a:lnTo>
                    <a:lnTo>
                      <a:pt x="68" y="9"/>
                    </a:lnTo>
                    <a:lnTo>
                      <a:pt x="56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7" y="9"/>
                    </a:lnTo>
                    <a:lnTo>
                      <a:pt x="7" y="17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7" y="68"/>
                    </a:lnTo>
                    <a:lnTo>
                      <a:pt x="17" y="78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6" y="84"/>
                    </a:lnTo>
                    <a:lnTo>
                      <a:pt x="68" y="78"/>
                    </a:lnTo>
                    <a:lnTo>
                      <a:pt x="77" y="68"/>
                    </a:lnTo>
                    <a:lnTo>
                      <a:pt x="84" y="56"/>
                    </a:lnTo>
                    <a:lnTo>
                      <a:pt x="86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3" name=""/>
              <p:cNvSpPr/>
              <p:nvPr/>
            </p:nvSpPr>
            <p:spPr>
              <a:xfrm rot="0">
                <a:off x="1357" y="1218"/>
                <a:ext cx="22" cy="22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4" y="30"/>
                    </a:lnTo>
                    <a:lnTo>
                      <a:pt x="79" y="18"/>
                    </a:lnTo>
                    <a:lnTo>
                      <a:pt x="69" y="8"/>
                    </a:lnTo>
                    <a:lnTo>
                      <a:pt x="57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8" y="8"/>
                    </a:lnTo>
                    <a:lnTo>
                      <a:pt x="8" y="18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7"/>
                    </a:lnTo>
                    <a:lnTo>
                      <a:pt x="8" y="69"/>
                    </a:lnTo>
                    <a:lnTo>
                      <a:pt x="18" y="79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7" y="84"/>
                    </a:lnTo>
                    <a:lnTo>
                      <a:pt x="69" y="79"/>
                    </a:lnTo>
                    <a:lnTo>
                      <a:pt x="79" y="69"/>
                    </a:lnTo>
                    <a:lnTo>
                      <a:pt x="84" y="57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4" name=""/>
              <p:cNvSpPr/>
              <p:nvPr/>
            </p:nvSpPr>
            <p:spPr>
              <a:xfrm rot="0">
                <a:off x="1976" y="2630"/>
                <a:ext cx="21" cy="22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4" y="30"/>
                    </a:lnTo>
                    <a:lnTo>
                      <a:pt x="79" y="18"/>
                    </a:lnTo>
                    <a:lnTo>
                      <a:pt x="69" y="8"/>
                    </a:lnTo>
                    <a:lnTo>
                      <a:pt x="57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8" y="8"/>
                    </a:lnTo>
                    <a:lnTo>
                      <a:pt x="8" y="18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8" y="69"/>
                    </a:lnTo>
                    <a:lnTo>
                      <a:pt x="18" y="78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7" y="84"/>
                    </a:lnTo>
                    <a:lnTo>
                      <a:pt x="69" y="78"/>
                    </a:lnTo>
                    <a:lnTo>
                      <a:pt x="79" y="69"/>
                    </a:lnTo>
                    <a:lnTo>
                      <a:pt x="84" y="56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5" name=""/>
              <p:cNvSpPr/>
              <p:nvPr/>
            </p:nvSpPr>
            <p:spPr>
              <a:xfrm rot="0">
                <a:off x="2007" y="2490"/>
                <a:ext cx="22" cy="21"/>
              </a:xfrm>
              <a:custGeom>
                <a:avLst/>
                <a:ahLst/>
                <a:rect l="0" t="0" r="r" b="b"/>
                <a:pathLst>
                  <a:path w="86" h="86">
                    <a:moveTo>
                      <a:pt x="86" y="43"/>
                    </a:moveTo>
                    <a:lnTo>
                      <a:pt x="84" y="30"/>
                    </a:lnTo>
                    <a:lnTo>
                      <a:pt x="77" y="18"/>
                    </a:lnTo>
                    <a:lnTo>
                      <a:pt x="68" y="8"/>
                    </a:lnTo>
                    <a:lnTo>
                      <a:pt x="56" y="1"/>
                    </a:lnTo>
                    <a:lnTo>
                      <a:pt x="43" y="0"/>
                    </a:lnTo>
                    <a:lnTo>
                      <a:pt x="30" y="1"/>
                    </a:lnTo>
                    <a:lnTo>
                      <a:pt x="17" y="8"/>
                    </a:lnTo>
                    <a:lnTo>
                      <a:pt x="7" y="18"/>
                    </a:lnTo>
                    <a:lnTo>
                      <a:pt x="1" y="30"/>
                    </a:lnTo>
                    <a:lnTo>
                      <a:pt x="0" y="43"/>
                    </a:lnTo>
                    <a:lnTo>
                      <a:pt x="1" y="56"/>
                    </a:lnTo>
                    <a:lnTo>
                      <a:pt x="7" y="69"/>
                    </a:lnTo>
                    <a:lnTo>
                      <a:pt x="17" y="77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6" y="84"/>
                    </a:lnTo>
                    <a:lnTo>
                      <a:pt x="68" y="77"/>
                    </a:lnTo>
                    <a:lnTo>
                      <a:pt x="77" y="69"/>
                    </a:lnTo>
                    <a:lnTo>
                      <a:pt x="84" y="56"/>
                    </a:lnTo>
                    <a:lnTo>
                      <a:pt x="86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6" name=""/>
              <p:cNvSpPr/>
              <p:nvPr/>
            </p:nvSpPr>
            <p:spPr>
              <a:xfrm rot="0">
                <a:off x="1976" y="2349"/>
                <a:ext cx="21" cy="22"/>
              </a:xfrm>
              <a:custGeom>
                <a:avLst/>
                <a:ahLst/>
                <a:rect l="0" t="0" r="r" b="b"/>
                <a:pathLst>
                  <a:path w="87" h="87">
                    <a:moveTo>
                      <a:pt x="87" y="44"/>
                    </a:moveTo>
                    <a:lnTo>
                      <a:pt x="84" y="31"/>
                    </a:lnTo>
                    <a:lnTo>
                      <a:pt x="79" y="18"/>
                    </a:lnTo>
                    <a:lnTo>
                      <a:pt x="69" y="8"/>
                    </a:lnTo>
                    <a:lnTo>
                      <a:pt x="57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8" y="8"/>
                    </a:lnTo>
                    <a:lnTo>
                      <a:pt x="8" y="18"/>
                    </a:lnTo>
                    <a:lnTo>
                      <a:pt x="2" y="31"/>
                    </a:lnTo>
                    <a:lnTo>
                      <a:pt x="0" y="44"/>
                    </a:lnTo>
                    <a:lnTo>
                      <a:pt x="2" y="57"/>
                    </a:lnTo>
                    <a:lnTo>
                      <a:pt x="8" y="69"/>
                    </a:lnTo>
                    <a:lnTo>
                      <a:pt x="18" y="78"/>
                    </a:lnTo>
                    <a:lnTo>
                      <a:pt x="30" y="85"/>
                    </a:lnTo>
                    <a:lnTo>
                      <a:pt x="43" y="87"/>
                    </a:lnTo>
                    <a:lnTo>
                      <a:pt x="57" y="85"/>
                    </a:lnTo>
                    <a:lnTo>
                      <a:pt x="69" y="78"/>
                    </a:lnTo>
                    <a:lnTo>
                      <a:pt x="79" y="69"/>
                    </a:lnTo>
                    <a:lnTo>
                      <a:pt x="84" y="57"/>
                    </a:lnTo>
                    <a:lnTo>
                      <a:pt x="87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7" name=""/>
              <p:cNvSpPr/>
              <p:nvPr/>
            </p:nvSpPr>
            <p:spPr>
              <a:xfrm rot="0">
                <a:off x="1682" y="2164"/>
                <a:ext cx="22" cy="22"/>
              </a:xfrm>
              <a:custGeom>
                <a:avLst/>
                <a:ahLst/>
                <a:rect l="0" t="0" r="r" b="b"/>
                <a:pathLst>
                  <a:path w="86" h="86">
                    <a:moveTo>
                      <a:pt x="86" y="43"/>
                    </a:moveTo>
                    <a:lnTo>
                      <a:pt x="84" y="30"/>
                    </a:lnTo>
                    <a:lnTo>
                      <a:pt x="79" y="18"/>
                    </a:lnTo>
                    <a:lnTo>
                      <a:pt x="69" y="9"/>
                    </a:lnTo>
                    <a:lnTo>
                      <a:pt x="56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8" y="9"/>
                    </a:lnTo>
                    <a:lnTo>
                      <a:pt x="9" y="18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9" y="69"/>
                    </a:lnTo>
                    <a:lnTo>
                      <a:pt x="18" y="79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6" y="84"/>
                    </a:lnTo>
                    <a:lnTo>
                      <a:pt x="69" y="79"/>
                    </a:lnTo>
                    <a:lnTo>
                      <a:pt x="79" y="69"/>
                    </a:lnTo>
                    <a:lnTo>
                      <a:pt x="84" y="56"/>
                    </a:lnTo>
                    <a:lnTo>
                      <a:pt x="86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8" name=""/>
              <p:cNvSpPr/>
              <p:nvPr/>
            </p:nvSpPr>
            <p:spPr>
              <a:xfrm rot="0">
                <a:off x="1389" y="2349"/>
                <a:ext cx="22" cy="22"/>
              </a:xfrm>
              <a:custGeom>
                <a:avLst/>
                <a:ahLst/>
                <a:rect l="0" t="0" r="r" b="b"/>
                <a:pathLst>
                  <a:path w="86" h="87">
                    <a:moveTo>
                      <a:pt x="86" y="44"/>
                    </a:moveTo>
                    <a:lnTo>
                      <a:pt x="84" y="31"/>
                    </a:lnTo>
                    <a:lnTo>
                      <a:pt x="77" y="18"/>
                    </a:lnTo>
                    <a:lnTo>
                      <a:pt x="68" y="8"/>
                    </a:lnTo>
                    <a:lnTo>
                      <a:pt x="56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7" y="8"/>
                    </a:lnTo>
                    <a:lnTo>
                      <a:pt x="7" y="18"/>
                    </a:lnTo>
                    <a:lnTo>
                      <a:pt x="2" y="31"/>
                    </a:lnTo>
                    <a:lnTo>
                      <a:pt x="0" y="44"/>
                    </a:lnTo>
                    <a:lnTo>
                      <a:pt x="2" y="57"/>
                    </a:lnTo>
                    <a:lnTo>
                      <a:pt x="7" y="69"/>
                    </a:lnTo>
                    <a:lnTo>
                      <a:pt x="17" y="78"/>
                    </a:lnTo>
                    <a:lnTo>
                      <a:pt x="30" y="85"/>
                    </a:lnTo>
                    <a:lnTo>
                      <a:pt x="43" y="87"/>
                    </a:lnTo>
                    <a:lnTo>
                      <a:pt x="56" y="85"/>
                    </a:lnTo>
                    <a:lnTo>
                      <a:pt x="68" y="78"/>
                    </a:lnTo>
                    <a:lnTo>
                      <a:pt x="77" y="69"/>
                    </a:lnTo>
                    <a:lnTo>
                      <a:pt x="84" y="57"/>
                    </a:lnTo>
                    <a:lnTo>
                      <a:pt x="86" y="44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09" name=""/>
              <p:cNvSpPr/>
              <p:nvPr/>
            </p:nvSpPr>
            <p:spPr>
              <a:xfrm rot="0">
                <a:off x="1357" y="2490"/>
                <a:ext cx="22" cy="21"/>
              </a:xfrm>
              <a:custGeom>
                <a:avLst/>
                <a:ahLst/>
                <a:rect l="0" t="0" r="r" b="b"/>
                <a:pathLst>
                  <a:path w="87" h="86">
                    <a:moveTo>
                      <a:pt x="87" y="43"/>
                    </a:moveTo>
                    <a:lnTo>
                      <a:pt x="84" y="30"/>
                    </a:lnTo>
                    <a:lnTo>
                      <a:pt x="79" y="18"/>
                    </a:lnTo>
                    <a:lnTo>
                      <a:pt x="69" y="8"/>
                    </a:lnTo>
                    <a:lnTo>
                      <a:pt x="57" y="1"/>
                    </a:lnTo>
                    <a:lnTo>
                      <a:pt x="43" y="0"/>
                    </a:lnTo>
                    <a:lnTo>
                      <a:pt x="30" y="1"/>
                    </a:lnTo>
                    <a:lnTo>
                      <a:pt x="18" y="8"/>
                    </a:lnTo>
                    <a:lnTo>
                      <a:pt x="8" y="18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8" y="69"/>
                    </a:lnTo>
                    <a:lnTo>
                      <a:pt x="18" y="77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7" y="84"/>
                    </a:lnTo>
                    <a:lnTo>
                      <a:pt x="69" y="77"/>
                    </a:lnTo>
                    <a:lnTo>
                      <a:pt x="79" y="69"/>
                    </a:lnTo>
                    <a:lnTo>
                      <a:pt x="84" y="56"/>
                    </a:lnTo>
                    <a:lnTo>
                      <a:pt x="87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10" name=""/>
              <p:cNvSpPr/>
              <p:nvPr/>
            </p:nvSpPr>
            <p:spPr>
              <a:xfrm rot="0">
                <a:off x="1389" y="2630"/>
                <a:ext cx="22" cy="22"/>
              </a:xfrm>
              <a:custGeom>
                <a:avLst/>
                <a:ahLst/>
                <a:rect l="0" t="0" r="r" b="b"/>
                <a:pathLst>
                  <a:path w="86" h="86">
                    <a:moveTo>
                      <a:pt x="86" y="43"/>
                    </a:moveTo>
                    <a:lnTo>
                      <a:pt x="84" y="30"/>
                    </a:lnTo>
                    <a:lnTo>
                      <a:pt x="77" y="18"/>
                    </a:lnTo>
                    <a:lnTo>
                      <a:pt x="68" y="8"/>
                    </a:lnTo>
                    <a:lnTo>
                      <a:pt x="56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7" y="8"/>
                    </a:lnTo>
                    <a:lnTo>
                      <a:pt x="7" y="18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7" y="69"/>
                    </a:lnTo>
                    <a:lnTo>
                      <a:pt x="17" y="78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6" y="84"/>
                    </a:lnTo>
                    <a:lnTo>
                      <a:pt x="68" y="78"/>
                    </a:lnTo>
                    <a:lnTo>
                      <a:pt x="77" y="69"/>
                    </a:lnTo>
                    <a:lnTo>
                      <a:pt x="84" y="56"/>
                    </a:lnTo>
                    <a:lnTo>
                      <a:pt x="86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11" name=""/>
              <p:cNvSpPr/>
              <p:nvPr/>
            </p:nvSpPr>
            <p:spPr>
              <a:xfrm rot="0">
                <a:off x="1682" y="2815"/>
                <a:ext cx="22" cy="22"/>
              </a:xfrm>
              <a:custGeom>
                <a:avLst/>
                <a:ahLst/>
                <a:rect l="0" t="0" r="r" b="b"/>
                <a:pathLst>
                  <a:path w="86" h="86">
                    <a:moveTo>
                      <a:pt x="86" y="43"/>
                    </a:moveTo>
                    <a:lnTo>
                      <a:pt x="84" y="30"/>
                    </a:lnTo>
                    <a:lnTo>
                      <a:pt x="79" y="17"/>
                    </a:lnTo>
                    <a:lnTo>
                      <a:pt x="69" y="7"/>
                    </a:lnTo>
                    <a:lnTo>
                      <a:pt x="56" y="2"/>
                    </a:lnTo>
                    <a:lnTo>
                      <a:pt x="43" y="0"/>
                    </a:lnTo>
                    <a:lnTo>
                      <a:pt x="30" y="2"/>
                    </a:lnTo>
                    <a:lnTo>
                      <a:pt x="18" y="7"/>
                    </a:lnTo>
                    <a:lnTo>
                      <a:pt x="9" y="17"/>
                    </a:lnTo>
                    <a:lnTo>
                      <a:pt x="2" y="30"/>
                    </a:lnTo>
                    <a:lnTo>
                      <a:pt x="0" y="43"/>
                    </a:lnTo>
                    <a:lnTo>
                      <a:pt x="2" y="56"/>
                    </a:lnTo>
                    <a:lnTo>
                      <a:pt x="9" y="68"/>
                    </a:lnTo>
                    <a:lnTo>
                      <a:pt x="18" y="78"/>
                    </a:lnTo>
                    <a:lnTo>
                      <a:pt x="30" y="84"/>
                    </a:lnTo>
                    <a:lnTo>
                      <a:pt x="43" y="86"/>
                    </a:lnTo>
                    <a:lnTo>
                      <a:pt x="56" y="84"/>
                    </a:lnTo>
                    <a:lnTo>
                      <a:pt x="69" y="78"/>
                    </a:lnTo>
                    <a:lnTo>
                      <a:pt x="79" y="68"/>
                    </a:lnTo>
                    <a:lnTo>
                      <a:pt x="84" y="56"/>
                    </a:lnTo>
                    <a:lnTo>
                      <a:pt x="86" y="43"/>
                    </a:lnTo>
                  </a:path>
                </a:pathLst>
              </a:custGeom>
              <a:noFill/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12" name=""/>
              <p:cNvSpPr/>
              <p:nvPr/>
            </p:nvSpPr>
            <p:spPr>
              <a:xfrm rot="0">
                <a:off x="1361" y="1222"/>
                <a:ext cx="12" cy="13"/>
              </a:xfrm>
              <a:custGeom>
                <a:avLst/>
                <a:ahLst/>
                <a:rect l="0" t="0" r="r" b="b"/>
                <a:pathLst>
                  <a:path w="46" h="49">
                    <a:moveTo>
                      <a:pt x="27" y="28"/>
                    </a:moveTo>
                    <a:lnTo>
                      <a:pt x="9" y="49"/>
                    </a:lnTo>
                    <a:lnTo>
                      <a:pt x="3" y="43"/>
                    </a:lnTo>
                    <a:lnTo>
                      <a:pt x="0" y="34"/>
                    </a:lnTo>
                    <a:lnTo>
                      <a:pt x="0" y="25"/>
                    </a:lnTo>
                    <a:lnTo>
                      <a:pt x="2" y="17"/>
                    </a:lnTo>
                    <a:lnTo>
                      <a:pt x="6" y="9"/>
                    </a:lnTo>
                    <a:lnTo>
                      <a:pt x="13" y="4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39" y="3"/>
                    </a:lnTo>
                    <a:lnTo>
                      <a:pt x="46" y="7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13" name=""/>
              <p:cNvSpPr/>
              <p:nvPr/>
            </p:nvSpPr>
            <p:spPr>
              <a:xfrm rot="0">
                <a:off x="1361" y="1222"/>
                <a:ext cx="12" cy="13"/>
              </a:xfrm>
              <a:custGeom>
                <a:avLst/>
                <a:ahLst/>
                <a:rect l="0" t="0" r="r" b="b"/>
                <a:pathLst>
                  <a:path w="46" h="49">
                    <a:moveTo>
                      <a:pt x="9" y="49"/>
                    </a:moveTo>
                    <a:lnTo>
                      <a:pt x="3" y="43"/>
                    </a:lnTo>
                    <a:lnTo>
                      <a:pt x="0" y="34"/>
                    </a:lnTo>
                    <a:lnTo>
                      <a:pt x="0" y="25"/>
                    </a:lnTo>
                    <a:lnTo>
                      <a:pt x="2" y="17"/>
                    </a:lnTo>
                    <a:lnTo>
                      <a:pt x="6" y="9"/>
                    </a:lnTo>
                    <a:lnTo>
                      <a:pt x="13" y="4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39" y="3"/>
                    </a:lnTo>
                    <a:lnTo>
                      <a:pt x="46" y="7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14" name=""/>
              <p:cNvSpPr/>
              <p:nvPr/>
            </p:nvSpPr>
            <p:spPr>
              <a:xfrm rot="0">
                <a:off x="1363" y="1224"/>
                <a:ext cx="26" cy="25"/>
              </a:xfrm>
              <a:custGeom>
                <a:avLst/>
                <a:ahLst/>
                <a:rect l="0" t="0" r="r" b="b"/>
                <a:pathLst>
                  <a:path w="100" h="99">
                    <a:moveTo>
                      <a:pt x="37" y="0"/>
                    </a:moveTo>
                    <a:lnTo>
                      <a:pt x="18" y="21"/>
                    </a:lnTo>
                    <a:lnTo>
                      <a:pt x="0" y="42"/>
                    </a:lnTo>
                    <a:lnTo>
                      <a:pt x="63" y="99"/>
                    </a:lnTo>
                    <a:lnTo>
                      <a:pt x="82" y="78"/>
                    </a:lnTo>
                    <a:lnTo>
                      <a:pt x="100" y="57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15" name=""/>
              <p:cNvSpPr/>
              <p:nvPr/>
            </p:nvSpPr>
            <p:spPr>
              <a:xfrm rot="0">
                <a:off x="1363" y="1224"/>
                <a:ext cx="26" cy="25"/>
              </a:xfrm>
              <a:custGeom>
                <a:avLst/>
                <a:ahLst/>
                <a:rect l="0" t="0" r="r" b="b"/>
                <a:pathLst>
                  <a:path w="100" h="99">
                    <a:moveTo>
                      <a:pt x="37" y="0"/>
                    </a:moveTo>
                    <a:lnTo>
                      <a:pt x="18" y="21"/>
                    </a:lnTo>
                    <a:lnTo>
                      <a:pt x="0" y="42"/>
                    </a:lnTo>
                    <a:lnTo>
                      <a:pt x="63" y="99"/>
                    </a:lnTo>
                    <a:lnTo>
                      <a:pt x="82" y="78"/>
                    </a:lnTo>
                    <a:lnTo>
                      <a:pt x="100" y="57"/>
                    </a:lnTo>
                    <a:lnTo>
                      <a:pt x="37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16" name=""/>
              <p:cNvSpPr/>
              <p:nvPr/>
            </p:nvSpPr>
            <p:spPr>
              <a:xfrm rot="0">
                <a:off x="1379" y="1243"/>
                <a:ext cx="5" cy="6"/>
              </a:xfrm>
              <a:custGeom>
                <a:avLst/>
                <a:ahLst/>
                <a:rect l="0" t="0" r="r" b="b"/>
                <a:pathLst>
                  <a:path w="19" h="22">
                    <a:moveTo>
                      <a:pt x="19" y="0"/>
                    </a:moveTo>
                    <a:lnTo>
                      <a:pt x="0" y="21"/>
                    </a:lnTo>
                    <a:lnTo>
                      <a:pt x="1" y="22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17" name=""/>
              <p:cNvSpPr/>
              <p:nvPr/>
            </p:nvSpPr>
            <p:spPr>
              <a:xfrm rot="0">
                <a:off x="1379" y="12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18" name=""/>
              <p:cNvSpPr/>
              <p:nvPr/>
            </p:nvSpPr>
            <p:spPr>
              <a:xfrm rot="0">
                <a:off x="1379" y="1238"/>
                <a:ext cx="25" cy="24"/>
              </a:xfrm>
              <a:custGeom>
                <a:avLst/>
                <a:ahLst/>
                <a:rect l="0" t="0" r="r" b="b"/>
                <a:pathLst>
                  <a:path w="100" h="97">
                    <a:moveTo>
                      <a:pt x="35" y="0"/>
                    </a:moveTo>
                    <a:lnTo>
                      <a:pt x="18" y="22"/>
                    </a:lnTo>
                    <a:lnTo>
                      <a:pt x="0" y="44"/>
                    </a:lnTo>
                    <a:lnTo>
                      <a:pt x="64" y="97"/>
                    </a:lnTo>
                    <a:lnTo>
                      <a:pt x="82" y="75"/>
                    </a:lnTo>
                    <a:lnTo>
                      <a:pt x="100" y="53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19" name=""/>
              <p:cNvSpPr/>
              <p:nvPr/>
            </p:nvSpPr>
            <p:spPr>
              <a:xfrm rot="0">
                <a:off x="1379" y="1238"/>
                <a:ext cx="25" cy="24"/>
              </a:xfrm>
              <a:custGeom>
                <a:avLst/>
                <a:ahLst/>
                <a:rect l="0" t="0" r="r" b="b"/>
                <a:pathLst>
                  <a:path w="100" h="97">
                    <a:moveTo>
                      <a:pt x="35" y="0"/>
                    </a:moveTo>
                    <a:lnTo>
                      <a:pt x="18" y="22"/>
                    </a:lnTo>
                    <a:lnTo>
                      <a:pt x="0" y="44"/>
                    </a:lnTo>
                    <a:lnTo>
                      <a:pt x="64" y="97"/>
                    </a:lnTo>
                    <a:lnTo>
                      <a:pt x="82" y="75"/>
                    </a:lnTo>
                    <a:lnTo>
                      <a:pt x="100" y="53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20" name=""/>
              <p:cNvSpPr/>
              <p:nvPr/>
            </p:nvSpPr>
            <p:spPr>
              <a:xfrm rot="0">
                <a:off x="1396" y="1257"/>
                <a:ext cx="4" cy="6"/>
              </a:xfrm>
              <a:custGeom>
                <a:avLst/>
                <a:ahLst/>
                <a:rect l="0" t="0" r="r" b="b"/>
                <a:pathLst>
                  <a:path w="18" h="23">
                    <a:moveTo>
                      <a:pt x="18" y="0"/>
                    </a:moveTo>
                    <a:lnTo>
                      <a:pt x="0" y="22"/>
                    </a:lnTo>
                    <a:lnTo>
                      <a:pt x="1" y="23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21" name=""/>
              <p:cNvSpPr/>
              <p:nvPr/>
            </p:nvSpPr>
            <p:spPr>
              <a:xfrm rot="0">
                <a:off x="1396" y="126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22" name=""/>
              <p:cNvSpPr/>
              <p:nvPr/>
            </p:nvSpPr>
            <p:spPr>
              <a:xfrm rot="0">
                <a:off x="1396" y="1251"/>
                <a:ext cx="25" cy="24"/>
              </a:xfrm>
              <a:custGeom>
                <a:avLst/>
                <a:ahLst/>
                <a:rect l="0" t="0" r="r" b="b"/>
                <a:pathLst>
                  <a:path w="101" h="96">
                    <a:moveTo>
                      <a:pt x="34" y="0"/>
                    </a:moveTo>
                    <a:lnTo>
                      <a:pt x="17" y="23"/>
                    </a:lnTo>
                    <a:lnTo>
                      <a:pt x="0" y="46"/>
                    </a:lnTo>
                    <a:lnTo>
                      <a:pt x="68" y="96"/>
                    </a:lnTo>
                    <a:lnTo>
                      <a:pt x="85" y="73"/>
                    </a:lnTo>
                    <a:lnTo>
                      <a:pt x="101" y="50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23" name=""/>
              <p:cNvSpPr/>
              <p:nvPr/>
            </p:nvSpPr>
            <p:spPr>
              <a:xfrm rot="0">
                <a:off x="1396" y="1251"/>
                <a:ext cx="25" cy="24"/>
              </a:xfrm>
              <a:custGeom>
                <a:avLst/>
                <a:ahLst/>
                <a:rect l="0" t="0" r="r" b="b"/>
                <a:pathLst>
                  <a:path w="101" h="96">
                    <a:moveTo>
                      <a:pt x="34" y="0"/>
                    </a:moveTo>
                    <a:lnTo>
                      <a:pt x="17" y="23"/>
                    </a:lnTo>
                    <a:lnTo>
                      <a:pt x="0" y="46"/>
                    </a:lnTo>
                    <a:lnTo>
                      <a:pt x="68" y="96"/>
                    </a:lnTo>
                    <a:lnTo>
                      <a:pt x="85" y="73"/>
                    </a:lnTo>
                    <a:lnTo>
                      <a:pt x="101" y="50"/>
                    </a:lnTo>
                    <a:lnTo>
                      <a:pt x="34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24" name=""/>
              <p:cNvSpPr/>
              <p:nvPr/>
            </p:nvSpPr>
            <p:spPr>
              <a:xfrm rot="0">
                <a:off x="1413" y="1269"/>
                <a:ext cx="4" cy="6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17" y="0"/>
                    </a:moveTo>
                    <a:lnTo>
                      <a:pt x="0" y="23"/>
                    </a:lnTo>
                    <a:lnTo>
                      <a:pt x="1" y="23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25" name=""/>
              <p:cNvSpPr/>
              <p:nvPr/>
            </p:nvSpPr>
            <p:spPr>
              <a:xfrm rot="0">
                <a:off x="1413" y="127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7826" name=""/>
              <p:cNvSpPr/>
              <p:nvPr/>
            </p:nvSpPr>
            <p:spPr>
              <a:xfrm rot="0">
                <a:off x="1413" y="1263"/>
                <a:ext cx="25" cy="24"/>
              </a:xfrm>
              <a:custGeom>
                <a:avLst/>
                <a:ahLst/>
                <a:rect l="0" t="0" r="r" b="b"/>
                <a:pathLst>
                  <a:path w="101" h="94">
                    <a:moveTo>
                      <a:pt x="31" y="0"/>
                    </a:moveTo>
                    <a:lnTo>
                      <a:pt x="16" y="23"/>
                    </a:lnTo>
                    <a:lnTo>
                      <a:pt x="0" y="46"/>
                    </a:lnTo>
                    <a:lnTo>
                      <a:pt x="70" y="94"/>
                    </a:lnTo>
                    <a:lnTo>
                      <a:pt x="85" y="71"/>
                    </a:lnTo>
                    <a:lnTo>
                      <a:pt x="101" y="47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</p:sp>
          <p:sp>
            <p:nvSpPr>
              <p:cNvPr id="1077827" name=""/>
              <p:cNvSpPr/>
              <p:nvPr/>
            </p:nvSpPr>
            <p:spPr>
              <a:xfrm rot="0">
                <a:off x="1413" y="1263"/>
                <a:ext cx="25" cy="24"/>
              </a:xfrm>
              <a:custGeom>
                <a:avLst/>
                <a:ahLst/>
                <a:rect l="0" t="0" r="r" b="b"/>
                <a:pathLst>
                  <a:path w="101" h="94">
                    <a:moveTo>
                      <a:pt x="31" y="0"/>
                    </a:moveTo>
                    <a:lnTo>
                      <a:pt x="16" y="23"/>
                    </a:lnTo>
                    <a:lnTo>
                      <a:pt x="0" y="46"/>
                    </a:lnTo>
                    <a:lnTo>
                      <a:pt x="70" y="94"/>
                    </a:lnTo>
                    <a:lnTo>
                      <a:pt x="85" y="71"/>
                    </a:lnTo>
                    <a:lnTo>
                      <a:pt x="101" y="47"/>
                    </a:lnTo>
                    <a:lnTo>
                      <a:pt x="31" y="0"/>
                    </a:lnTo>
                  </a:path>
                </a:pathLst>
              </a:custGeom>
              <a:noFill/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grpSp>
            <p:nvGrpSpPr>
              <p:cNvPr id="398" name=""/>
              <p:cNvGrpSpPr/>
              <p:nvPr/>
            </p:nvGrpSpPr>
            <p:grpSpPr>
              <a:xfrm rot="0">
                <a:off x="2934" y="1222"/>
                <a:ext cx="883" cy="347"/>
                <a:chOff x="2934" y="1222"/>
                <a:chExt cx="883" cy="347"/>
              </a:xfrm>
            </p:grpSpPr>
            <p:sp>
              <p:nvSpPr>
                <p:cNvPr id="1077828" name=""/>
                <p:cNvSpPr/>
                <p:nvPr/>
              </p:nvSpPr>
              <p:spPr>
                <a:xfrm rot="0">
                  <a:off x="3793" y="1426"/>
                  <a:ext cx="24" cy="26"/>
                </a:xfrm>
                <a:custGeom>
                  <a:avLst/>
                  <a:ahLst/>
                  <a:rect l="0" t="0" r="r" b="b"/>
                  <a:pathLst>
                    <a:path w="96" h="104">
                      <a:moveTo>
                        <a:pt x="49" y="104"/>
                      </a:moveTo>
                      <a:lnTo>
                        <a:pt x="73" y="87"/>
                      </a:lnTo>
                      <a:lnTo>
                        <a:pt x="96" y="71"/>
                      </a:lnTo>
                      <a:lnTo>
                        <a:pt x="46" y="0"/>
                      </a:lnTo>
                      <a:lnTo>
                        <a:pt x="23" y="16"/>
                      </a:lnTo>
                      <a:lnTo>
                        <a:pt x="0" y="33"/>
                      </a:lnTo>
                      <a:lnTo>
                        <a:pt x="49" y="10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29" name=""/>
                <p:cNvSpPr/>
                <p:nvPr/>
              </p:nvSpPr>
              <p:spPr>
                <a:xfrm rot="0">
                  <a:off x="3793" y="1426"/>
                  <a:ext cx="24" cy="26"/>
                </a:xfrm>
                <a:custGeom>
                  <a:avLst/>
                  <a:ahLst/>
                  <a:rect l="0" t="0" r="r" b="b"/>
                  <a:pathLst>
                    <a:path w="96" h="104">
                      <a:moveTo>
                        <a:pt x="49" y="104"/>
                      </a:moveTo>
                      <a:lnTo>
                        <a:pt x="73" y="87"/>
                      </a:lnTo>
                      <a:lnTo>
                        <a:pt x="96" y="71"/>
                      </a:lnTo>
                      <a:lnTo>
                        <a:pt x="46" y="0"/>
                      </a:lnTo>
                      <a:lnTo>
                        <a:pt x="23" y="16"/>
                      </a:lnTo>
                      <a:lnTo>
                        <a:pt x="0" y="33"/>
                      </a:lnTo>
                      <a:lnTo>
                        <a:pt x="49" y="10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30" name=""/>
                <p:cNvSpPr/>
                <p:nvPr/>
              </p:nvSpPr>
              <p:spPr>
                <a:xfrm rot="0">
                  <a:off x="3799" y="1426"/>
                  <a:ext cx="6" cy="5"/>
                </a:xfrm>
                <a:custGeom>
                  <a:avLst/>
                  <a:ahLst/>
                  <a:rect l="0" t="0" r="r" b="b"/>
                  <a:pathLst>
                    <a:path w="23" h="16">
                      <a:moveTo>
                        <a:pt x="0" y="16"/>
                      </a:moveTo>
                      <a:lnTo>
                        <a:pt x="23" y="0"/>
                      </a:lnTo>
                      <a:lnTo>
                        <a:pt x="22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31" name=""/>
                <p:cNvSpPr/>
                <p:nvPr/>
              </p:nvSpPr>
              <p:spPr>
                <a:xfrm rot="0" flipH="1">
                  <a:off x="3804" y="142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32" name=""/>
                <p:cNvSpPr/>
                <p:nvPr/>
              </p:nvSpPr>
              <p:spPr>
                <a:xfrm rot="0">
                  <a:off x="3780" y="1409"/>
                  <a:ext cx="24" cy="26"/>
                </a:xfrm>
                <a:custGeom>
                  <a:avLst/>
                  <a:ahLst/>
                  <a:rect l="0" t="0" r="r" b="b"/>
                  <a:pathLst>
                    <a:path w="98" h="103">
                      <a:moveTo>
                        <a:pt x="54" y="103"/>
                      </a:moveTo>
                      <a:lnTo>
                        <a:pt x="76" y="86"/>
                      </a:lnTo>
                      <a:lnTo>
                        <a:pt x="98" y="70"/>
                      </a:lnTo>
                      <a:lnTo>
                        <a:pt x="45" y="0"/>
                      </a:lnTo>
                      <a:lnTo>
                        <a:pt x="23" y="16"/>
                      </a:lnTo>
                      <a:lnTo>
                        <a:pt x="0" y="33"/>
                      </a:lnTo>
                      <a:lnTo>
                        <a:pt x="54" y="10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33" name=""/>
                <p:cNvSpPr/>
                <p:nvPr/>
              </p:nvSpPr>
              <p:spPr>
                <a:xfrm rot="0">
                  <a:off x="3780" y="1409"/>
                  <a:ext cx="24" cy="26"/>
                </a:xfrm>
                <a:custGeom>
                  <a:avLst/>
                  <a:ahLst/>
                  <a:rect l="0" t="0" r="r" b="b"/>
                  <a:pathLst>
                    <a:path w="98" h="103">
                      <a:moveTo>
                        <a:pt x="54" y="103"/>
                      </a:moveTo>
                      <a:lnTo>
                        <a:pt x="76" y="86"/>
                      </a:lnTo>
                      <a:lnTo>
                        <a:pt x="98" y="70"/>
                      </a:lnTo>
                      <a:lnTo>
                        <a:pt x="45" y="0"/>
                      </a:lnTo>
                      <a:lnTo>
                        <a:pt x="23" y="16"/>
                      </a:lnTo>
                      <a:lnTo>
                        <a:pt x="0" y="33"/>
                      </a:lnTo>
                      <a:lnTo>
                        <a:pt x="54" y="10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34" name=""/>
                <p:cNvSpPr/>
                <p:nvPr/>
              </p:nvSpPr>
              <p:spPr>
                <a:xfrm rot="0">
                  <a:off x="3785" y="1409"/>
                  <a:ext cx="6" cy="4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0" y="17"/>
                      </a:moveTo>
                      <a:lnTo>
                        <a:pt x="22" y="1"/>
                      </a:lnTo>
                      <a:lnTo>
                        <a:pt x="22" y="0"/>
                      </a:lnTo>
                      <a:lnTo>
                        <a:pt x="0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35" name=""/>
                <p:cNvSpPr/>
                <p:nvPr/>
              </p:nvSpPr>
              <p:spPr>
                <a:xfrm rot="0" flipV="1">
                  <a:off x="3791" y="140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36" name=""/>
                <p:cNvSpPr/>
                <p:nvPr/>
              </p:nvSpPr>
              <p:spPr>
                <a:xfrm rot="0">
                  <a:off x="3766" y="1392"/>
                  <a:ext cx="25" cy="26"/>
                </a:xfrm>
                <a:custGeom>
                  <a:avLst/>
                  <a:ahLst/>
                  <a:rect l="0" t="0" r="r" b="b"/>
                  <a:pathLst>
                    <a:path w="101" h="103">
                      <a:moveTo>
                        <a:pt x="56" y="103"/>
                      </a:moveTo>
                      <a:lnTo>
                        <a:pt x="79" y="85"/>
                      </a:lnTo>
                      <a:lnTo>
                        <a:pt x="101" y="68"/>
                      </a:lnTo>
                      <a:lnTo>
                        <a:pt x="44" y="0"/>
                      </a:lnTo>
                      <a:lnTo>
                        <a:pt x="22" y="18"/>
                      </a:lnTo>
                      <a:lnTo>
                        <a:pt x="0" y="36"/>
                      </a:lnTo>
                      <a:lnTo>
                        <a:pt x="56" y="10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37" name=""/>
                <p:cNvSpPr/>
                <p:nvPr/>
              </p:nvSpPr>
              <p:spPr>
                <a:xfrm rot="0">
                  <a:off x="3766" y="1392"/>
                  <a:ext cx="25" cy="26"/>
                </a:xfrm>
                <a:custGeom>
                  <a:avLst/>
                  <a:ahLst/>
                  <a:rect l="0" t="0" r="r" b="b"/>
                  <a:pathLst>
                    <a:path w="101" h="103">
                      <a:moveTo>
                        <a:pt x="56" y="103"/>
                      </a:moveTo>
                      <a:lnTo>
                        <a:pt x="79" y="85"/>
                      </a:lnTo>
                      <a:lnTo>
                        <a:pt x="101" y="68"/>
                      </a:lnTo>
                      <a:lnTo>
                        <a:pt x="44" y="0"/>
                      </a:lnTo>
                      <a:lnTo>
                        <a:pt x="22" y="18"/>
                      </a:lnTo>
                      <a:lnTo>
                        <a:pt x="0" y="36"/>
                      </a:lnTo>
                      <a:lnTo>
                        <a:pt x="56" y="10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38" name=""/>
                <p:cNvSpPr/>
                <p:nvPr/>
              </p:nvSpPr>
              <p:spPr>
                <a:xfrm rot="0">
                  <a:off x="3771" y="1391"/>
                  <a:ext cx="6" cy="5"/>
                </a:xfrm>
                <a:custGeom>
                  <a:avLst/>
                  <a:ahLst/>
                  <a:rect l="0" t="0" r="r" b="b"/>
                  <a:pathLst>
                    <a:path w="22" h="19">
                      <a:moveTo>
                        <a:pt x="0" y="19"/>
                      </a:moveTo>
                      <a:lnTo>
                        <a:pt x="22" y="1"/>
                      </a:lnTo>
                      <a:lnTo>
                        <a:pt x="21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39" name=""/>
                <p:cNvSpPr/>
                <p:nvPr/>
              </p:nvSpPr>
              <p:spPr>
                <a:xfrm rot="0" flipH="1" flipV="1">
                  <a:off x="3777" y="139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40" name=""/>
                <p:cNvSpPr/>
                <p:nvPr/>
              </p:nvSpPr>
              <p:spPr>
                <a:xfrm rot="0">
                  <a:off x="3751" y="1375"/>
                  <a:ext cx="26" cy="26"/>
                </a:xfrm>
                <a:custGeom>
                  <a:avLst/>
                  <a:ahLst/>
                  <a:rect l="0" t="0" r="r" b="b"/>
                  <a:pathLst>
                    <a:path w="101" h="102">
                      <a:moveTo>
                        <a:pt x="59" y="102"/>
                      </a:moveTo>
                      <a:lnTo>
                        <a:pt x="80" y="83"/>
                      </a:lnTo>
                      <a:lnTo>
                        <a:pt x="101" y="64"/>
                      </a:lnTo>
                      <a:lnTo>
                        <a:pt x="42" y="0"/>
                      </a:lnTo>
                      <a:lnTo>
                        <a:pt x="21" y="19"/>
                      </a:lnTo>
                      <a:lnTo>
                        <a:pt x="0" y="37"/>
                      </a:lnTo>
                      <a:lnTo>
                        <a:pt x="59" y="10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41" name=""/>
                <p:cNvSpPr/>
                <p:nvPr/>
              </p:nvSpPr>
              <p:spPr>
                <a:xfrm rot="0">
                  <a:off x="3751" y="1375"/>
                  <a:ext cx="26" cy="26"/>
                </a:xfrm>
                <a:custGeom>
                  <a:avLst/>
                  <a:ahLst/>
                  <a:rect l="0" t="0" r="r" b="b"/>
                  <a:pathLst>
                    <a:path w="101" h="102">
                      <a:moveTo>
                        <a:pt x="59" y="102"/>
                      </a:moveTo>
                      <a:lnTo>
                        <a:pt x="80" y="83"/>
                      </a:lnTo>
                      <a:lnTo>
                        <a:pt x="101" y="64"/>
                      </a:lnTo>
                      <a:lnTo>
                        <a:pt x="42" y="0"/>
                      </a:lnTo>
                      <a:lnTo>
                        <a:pt x="21" y="19"/>
                      </a:lnTo>
                      <a:lnTo>
                        <a:pt x="0" y="37"/>
                      </a:lnTo>
                      <a:lnTo>
                        <a:pt x="59" y="10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42" name=""/>
                <p:cNvSpPr/>
                <p:nvPr/>
              </p:nvSpPr>
              <p:spPr>
                <a:xfrm rot="0">
                  <a:off x="3757" y="1375"/>
                  <a:ext cx="5" cy="5"/>
                </a:xfrm>
                <a:custGeom>
                  <a:avLst/>
                  <a:ahLst/>
                  <a:rect l="0" t="0" r="r" b="b"/>
                  <a:pathLst>
                    <a:path w="21" h="20">
                      <a:moveTo>
                        <a:pt x="0" y="20"/>
                      </a:moveTo>
                      <a:lnTo>
                        <a:pt x="21" y="1"/>
                      </a:lnTo>
                      <a:lnTo>
                        <a:pt x="20" y="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43" name=""/>
                <p:cNvSpPr/>
                <p:nvPr/>
              </p:nvSpPr>
              <p:spPr>
                <a:xfrm rot="0" flipH="1" flipV="1">
                  <a:off x="3762" y="137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44" name=""/>
                <p:cNvSpPr/>
                <p:nvPr/>
              </p:nvSpPr>
              <p:spPr>
                <a:xfrm rot="0">
                  <a:off x="3736" y="1360"/>
                  <a:ext cx="26" cy="25"/>
                </a:xfrm>
                <a:custGeom>
                  <a:avLst/>
                  <a:ahLst/>
                  <a:rect l="0" t="0" r="r" b="b"/>
                  <a:pathLst>
                    <a:path w="102" h="102">
                      <a:moveTo>
                        <a:pt x="62" y="102"/>
                      </a:moveTo>
                      <a:lnTo>
                        <a:pt x="82" y="83"/>
                      </a:lnTo>
                      <a:lnTo>
                        <a:pt x="102" y="63"/>
                      </a:lnTo>
                      <a:lnTo>
                        <a:pt x="40" y="0"/>
                      </a:lnTo>
                      <a:lnTo>
                        <a:pt x="20" y="20"/>
                      </a:lnTo>
                      <a:lnTo>
                        <a:pt x="0" y="40"/>
                      </a:lnTo>
                      <a:lnTo>
                        <a:pt x="62" y="10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45" name=""/>
                <p:cNvSpPr/>
                <p:nvPr/>
              </p:nvSpPr>
              <p:spPr>
                <a:xfrm rot="0">
                  <a:off x="3736" y="1360"/>
                  <a:ext cx="26" cy="25"/>
                </a:xfrm>
                <a:custGeom>
                  <a:avLst/>
                  <a:ahLst/>
                  <a:rect l="0" t="0" r="r" b="b"/>
                  <a:pathLst>
                    <a:path w="102" h="102">
                      <a:moveTo>
                        <a:pt x="62" y="102"/>
                      </a:moveTo>
                      <a:lnTo>
                        <a:pt x="82" y="83"/>
                      </a:lnTo>
                      <a:lnTo>
                        <a:pt x="102" y="63"/>
                      </a:lnTo>
                      <a:lnTo>
                        <a:pt x="40" y="0"/>
                      </a:lnTo>
                      <a:lnTo>
                        <a:pt x="20" y="20"/>
                      </a:lnTo>
                      <a:lnTo>
                        <a:pt x="0" y="40"/>
                      </a:lnTo>
                      <a:lnTo>
                        <a:pt x="62" y="10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46" name=""/>
                <p:cNvSpPr/>
                <p:nvPr/>
              </p:nvSpPr>
              <p:spPr>
                <a:xfrm rot="0">
                  <a:off x="3741" y="1359"/>
                  <a:ext cx="5" cy="6"/>
                </a:xfrm>
                <a:custGeom>
                  <a:avLst/>
                  <a:ahLst/>
                  <a:rect l="0" t="0" r="r" b="b"/>
                  <a:pathLst>
                    <a:path w="20" h="21">
                      <a:moveTo>
                        <a:pt x="0" y="21"/>
                      </a:moveTo>
                      <a:lnTo>
                        <a:pt x="20" y="1"/>
                      </a:lnTo>
                      <a:lnTo>
                        <a:pt x="19" y="0"/>
                      </a:lnTo>
                      <a:lnTo>
                        <a:pt x="0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47" name=""/>
                <p:cNvSpPr/>
                <p:nvPr/>
              </p:nvSpPr>
              <p:spPr>
                <a:xfrm rot="0" flipH="1" flipV="1">
                  <a:off x="3746" y="135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48" name=""/>
                <p:cNvSpPr/>
                <p:nvPr/>
              </p:nvSpPr>
              <p:spPr>
                <a:xfrm rot="0">
                  <a:off x="3720" y="1345"/>
                  <a:ext cx="26" cy="25"/>
                </a:xfrm>
                <a:custGeom>
                  <a:avLst/>
                  <a:ahLst/>
                  <a:rect l="0" t="0" r="r" b="b"/>
                  <a:pathLst>
                    <a:path w="102" h="100">
                      <a:moveTo>
                        <a:pt x="64" y="100"/>
                      </a:moveTo>
                      <a:lnTo>
                        <a:pt x="83" y="79"/>
                      </a:lnTo>
                      <a:lnTo>
                        <a:pt x="102" y="58"/>
                      </a:lnTo>
                      <a:lnTo>
                        <a:pt x="38" y="0"/>
                      </a:lnTo>
                      <a:lnTo>
                        <a:pt x="19" y="21"/>
                      </a:lnTo>
                      <a:lnTo>
                        <a:pt x="0" y="42"/>
                      </a:lnTo>
                      <a:lnTo>
                        <a:pt x="64" y="10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49" name=""/>
                <p:cNvSpPr/>
                <p:nvPr/>
              </p:nvSpPr>
              <p:spPr>
                <a:xfrm rot="0">
                  <a:off x="3720" y="1345"/>
                  <a:ext cx="26" cy="25"/>
                </a:xfrm>
                <a:custGeom>
                  <a:avLst/>
                  <a:ahLst/>
                  <a:rect l="0" t="0" r="r" b="b"/>
                  <a:pathLst>
                    <a:path w="102" h="100">
                      <a:moveTo>
                        <a:pt x="64" y="100"/>
                      </a:moveTo>
                      <a:lnTo>
                        <a:pt x="83" y="79"/>
                      </a:lnTo>
                      <a:lnTo>
                        <a:pt x="102" y="58"/>
                      </a:lnTo>
                      <a:lnTo>
                        <a:pt x="38" y="0"/>
                      </a:lnTo>
                      <a:lnTo>
                        <a:pt x="19" y="21"/>
                      </a:lnTo>
                      <a:lnTo>
                        <a:pt x="0" y="42"/>
                      </a:lnTo>
                      <a:lnTo>
                        <a:pt x="64" y="10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50" name=""/>
                <p:cNvSpPr/>
                <p:nvPr/>
              </p:nvSpPr>
              <p:spPr>
                <a:xfrm rot="0">
                  <a:off x="3725" y="1344"/>
                  <a:ext cx="5" cy="6"/>
                </a:xfrm>
                <a:custGeom>
                  <a:avLst/>
                  <a:ahLst/>
                  <a:rect l="0" t="0" r="r" b="b"/>
                  <a:pathLst>
                    <a:path w="19" h="23">
                      <a:moveTo>
                        <a:pt x="0" y="23"/>
                      </a:moveTo>
                      <a:lnTo>
                        <a:pt x="19" y="2"/>
                      </a:lnTo>
                      <a:lnTo>
                        <a:pt x="18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51" name=""/>
                <p:cNvSpPr/>
                <p:nvPr/>
              </p:nvSpPr>
              <p:spPr>
                <a:xfrm rot="0" flipH="1" flipV="1">
                  <a:off x="3729" y="13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52" name=""/>
                <p:cNvSpPr/>
                <p:nvPr/>
              </p:nvSpPr>
              <p:spPr>
                <a:xfrm rot="0">
                  <a:off x="3704" y="1330"/>
                  <a:ext cx="25" cy="25"/>
                </a:xfrm>
                <a:custGeom>
                  <a:avLst/>
                  <a:ahLst/>
                  <a:rect l="0" t="0" r="r" b="b"/>
                  <a:pathLst>
                    <a:path w="104" h="101">
                      <a:moveTo>
                        <a:pt x="68" y="101"/>
                      </a:moveTo>
                      <a:lnTo>
                        <a:pt x="86" y="79"/>
                      </a:lnTo>
                      <a:lnTo>
                        <a:pt x="104" y="56"/>
                      </a:lnTo>
                      <a:lnTo>
                        <a:pt x="36" y="0"/>
                      </a:lnTo>
                      <a:lnTo>
                        <a:pt x="18" y="22"/>
                      </a:lnTo>
                      <a:lnTo>
                        <a:pt x="0" y="44"/>
                      </a:lnTo>
                      <a:lnTo>
                        <a:pt x="68" y="10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53" name=""/>
                <p:cNvSpPr/>
                <p:nvPr/>
              </p:nvSpPr>
              <p:spPr>
                <a:xfrm rot="0">
                  <a:off x="3704" y="1330"/>
                  <a:ext cx="25" cy="25"/>
                </a:xfrm>
                <a:custGeom>
                  <a:avLst/>
                  <a:ahLst/>
                  <a:rect l="0" t="0" r="r" b="b"/>
                  <a:pathLst>
                    <a:path w="104" h="101">
                      <a:moveTo>
                        <a:pt x="68" y="101"/>
                      </a:moveTo>
                      <a:lnTo>
                        <a:pt x="86" y="79"/>
                      </a:lnTo>
                      <a:lnTo>
                        <a:pt x="104" y="56"/>
                      </a:lnTo>
                      <a:lnTo>
                        <a:pt x="36" y="0"/>
                      </a:lnTo>
                      <a:lnTo>
                        <a:pt x="18" y="22"/>
                      </a:lnTo>
                      <a:lnTo>
                        <a:pt x="0" y="44"/>
                      </a:lnTo>
                      <a:lnTo>
                        <a:pt x="68" y="10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54" name=""/>
                <p:cNvSpPr/>
                <p:nvPr/>
              </p:nvSpPr>
              <p:spPr>
                <a:xfrm rot="0">
                  <a:off x="3708" y="1330"/>
                  <a:ext cx="4" cy="6"/>
                </a:xfrm>
                <a:custGeom>
                  <a:avLst/>
                  <a:ahLst/>
                  <a:rect l="0" t="0" r="r" b="b"/>
                  <a:pathLst>
                    <a:path w="18" h="22">
                      <a:moveTo>
                        <a:pt x="0" y="22"/>
                      </a:moveTo>
                      <a:lnTo>
                        <a:pt x="18" y="0"/>
                      </a:lnTo>
                      <a:lnTo>
                        <a:pt x="18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55" name=""/>
                <p:cNvSpPr/>
                <p:nvPr/>
              </p:nvSpPr>
              <p:spPr>
                <a:xfrm rot="0">
                  <a:off x="3712" y="133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56" name=""/>
                <p:cNvSpPr/>
                <p:nvPr/>
              </p:nvSpPr>
              <p:spPr>
                <a:xfrm rot="0">
                  <a:off x="3686" y="1317"/>
                  <a:ext cx="26" cy="24"/>
                </a:xfrm>
                <a:custGeom>
                  <a:avLst/>
                  <a:ahLst/>
                  <a:rect l="0" t="0" r="r" b="b"/>
                  <a:pathLst>
                    <a:path w="104" h="97">
                      <a:moveTo>
                        <a:pt x="68" y="97"/>
                      </a:moveTo>
                      <a:lnTo>
                        <a:pt x="86" y="75"/>
                      </a:lnTo>
                      <a:lnTo>
                        <a:pt x="104" y="53"/>
                      </a:lnTo>
                      <a:lnTo>
                        <a:pt x="35" y="0"/>
                      </a:lnTo>
                      <a:lnTo>
                        <a:pt x="17" y="22"/>
                      </a:lnTo>
                      <a:lnTo>
                        <a:pt x="0" y="44"/>
                      </a:lnTo>
                      <a:lnTo>
                        <a:pt x="68" y="9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57" name=""/>
                <p:cNvSpPr/>
                <p:nvPr/>
              </p:nvSpPr>
              <p:spPr>
                <a:xfrm rot="0">
                  <a:off x="3686" y="1317"/>
                  <a:ext cx="26" cy="24"/>
                </a:xfrm>
                <a:custGeom>
                  <a:avLst/>
                  <a:ahLst/>
                  <a:rect l="0" t="0" r="r" b="b"/>
                  <a:pathLst>
                    <a:path w="104" h="97">
                      <a:moveTo>
                        <a:pt x="68" y="97"/>
                      </a:moveTo>
                      <a:lnTo>
                        <a:pt x="86" y="75"/>
                      </a:lnTo>
                      <a:lnTo>
                        <a:pt x="104" y="53"/>
                      </a:lnTo>
                      <a:lnTo>
                        <a:pt x="35" y="0"/>
                      </a:lnTo>
                      <a:lnTo>
                        <a:pt x="17" y="22"/>
                      </a:lnTo>
                      <a:lnTo>
                        <a:pt x="0" y="44"/>
                      </a:lnTo>
                      <a:lnTo>
                        <a:pt x="68" y="9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58" name=""/>
                <p:cNvSpPr/>
                <p:nvPr/>
              </p:nvSpPr>
              <p:spPr>
                <a:xfrm rot="0">
                  <a:off x="3691" y="1317"/>
                  <a:ext cx="4" cy="5"/>
                </a:xfrm>
                <a:custGeom>
                  <a:avLst/>
                  <a:ahLst/>
                  <a:rect l="0" t="0" r="r" b="b"/>
                  <a:pathLst>
                    <a:path w="18" h="23">
                      <a:moveTo>
                        <a:pt x="0" y="23"/>
                      </a:moveTo>
                      <a:lnTo>
                        <a:pt x="18" y="1"/>
                      </a:lnTo>
                      <a:lnTo>
                        <a:pt x="17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59" name=""/>
                <p:cNvSpPr/>
                <p:nvPr/>
              </p:nvSpPr>
              <p:spPr>
                <a:xfrm rot="0" flipH="1" flipV="1">
                  <a:off x="3695" y="131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60" name=""/>
                <p:cNvSpPr/>
                <p:nvPr/>
              </p:nvSpPr>
              <p:spPr>
                <a:xfrm rot="0">
                  <a:off x="3669" y="1304"/>
                  <a:ext cx="26" cy="24"/>
                </a:xfrm>
                <a:custGeom>
                  <a:avLst/>
                  <a:ahLst/>
                  <a:rect l="0" t="0" r="r" b="b"/>
                  <a:pathLst>
                    <a:path w="105" h="96">
                      <a:moveTo>
                        <a:pt x="72" y="96"/>
                      </a:moveTo>
                      <a:lnTo>
                        <a:pt x="88" y="73"/>
                      </a:lnTo>
                      <a:lnTo>
                        <a:pt x="105" y="50"/>
                      </a:lnTo>
                      <a:lnTo>
                        <a:pt x="33" y="0"/>
                      </a:lnTo>
                      <a:lnTo>
                        <a:pt x="16" y="23"/>
                      </a:lnTo>
                      <a:lnTo>
                        <a:pt x="0" y="46"/>
                      </a:lnTo>
                      <a:lnTo>
                        <a:pt x="72" y="9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61" name=""/>
                <p:cNvSpPr/>
                <p:nvPr/>
              </p:nvSpPr>
              <p:spPr>
                <a:xfrm rot="0">
                  <a:off x="3669" y="1304"/>
                  <a:ext cx="26" cy="24"/>
                </a:xfrm>
                <a:custGeom>
                  <a:avLst/>
                  <a:ahLst/>
                  <a:rect l="0" t="0" r="r" b="b"/>
                  <a:pathLst>
                    <a:path w="105" h="96">
                      <a:moveTo>
                        <a:pt x="72" y="96"/>
                      </a:moveTo>
                      <a:lnTo>
                        <a:pt x="88" y="73"/>
                      </a:lnTo>
                      <a:lnTo>
                        <a:pt x="105" y="50"/>
                      </a:lnTo>
                      <a:lnTo>
                        <a:pt x="33" y="0"/>
                      </a:lnTo>
                      <a:lnTo>
                        <a:pt x="16" y="23"/>
                      </a:lnTo>
                      <a:lnTo>
                        <a:pt x="0" y="46"/>
                      </a:lnTo>
                      <a:lnTo>
                        <a:pt x="72" y="9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62" name=""/>
                <p:cNvSpPr/>
                <p:nvPr/>
              </p:nvSpPr>
              <p:spPr>
                <a:xfrm rot="0">
                  <a:off x="3673" y="1304"/>
                  <a:ext cx="4" cy="6"/>
                </a:xfrm>
                <a:custGeom>
                  <a:avLst/>
                  <a:ahLst/>
                  <a:rect l="0" t="0" r="r" b="b"/>
                  <a:pathLst>
                    <a:path w="17" h="24">
                      <a:moveTo>
                        <a:pt x="0" y="24"/>
                      </a:moveTo>
                      <a:lnTo>
                        <a:pt x="17" y="1"/>
                      </a:lnTo>
                      <a:lnTo>
                        <a:pt x="16" y="0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63" name=""/>
                <p:cNvSpPr/>
                <p:nvPr/>
              </p:nvSpPr>
              <p:spPr>
                <a:xfrm rot="0" flipH="1" flipV="1">
                  <a:off x="3677" y="130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64" name=""/>
                <p:cNvSpPr/>
                <p:nvPr/>
              </p:nvSpPr>
              <p:spPr>
                <a:xfrm rot="0">
                  <a:off x="3650" y="1292"/>
                  <a:ext cx="27" cy="24"/>
                </a:xfrm>
                <a:custGeom>
                  <a:avLst/>
                  <a:ahLst/>
                  <a:rect l="0" t="0" r="r" b="b"/>
                  <a:pathLst>
                    <a:path w="105" h="95">
                      <a:moveTo>
                        <a:pt x="74" y="95"/>
                      </a:moveTo>
                      <a:lnTo>
                        <a:pt x="89" y="71"/>
                      </a:lnTo>
                      <a:lnTo>
                        <a:pt x="105" y="47"/>
                      </a:lnTo>
                      <a:lnTo>
                        <a:pt x="31" y="0"/>
                      </a:lnTo>
                      <a:lnTo>
                        <a:pt x="15" y="24"/>
                      </a:lnTo>
                      <a:lnTo>
                        <a:pt x="0" y="49"/>
                      </a:lnTo>
                      <a:lnTo>
                        <a:pt x="74" y="9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65" name=""/>
                <p:cNvSpPr/>
                <p:nvPr/>
              </p:nvSpPr>
              <p:spPr>
                <a:xfrm rot="0">
                  <a:off x="3650" y="1292"/>
                  <a:ext cx="27" cy="24"/>
                </a:xfrm>
                <a:custGeom>
                  <a:avLst/>
                  <a:ahLst/>
                  <a:rect l="0" t="0" r="r" b="b"/>
                  <a:pathLst>
                    <a:path w="105" h="95">
                      <a:moveTo>
                        <a:pt x="74" y="95"/>
                      </a:moveTo>
                      <a:lnTo>
                        <a:pt x="89" y="71"/>
                      </a:lnTo>
                      <a:lnTo>
                        <a:pt x="105" y="47"/>
                      </a:lnTo>
                      <a:lnTo>
                        <a:pt x="31" y="0"/>
                      </a:lnTo>
                      <a:lnTo>
                        <a:pt x="15" y="24"/>
                      </a:lnTo>
                      <a:lnTo>
                        <a:pt x="0" y="49"/>
                      </a:lnTo>
                      <a:lnTo>
                        <a:pt x="74" y="9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66" name=""/>
                <p:cNvSpPr/>
                <p:nvPr/>
              </p:nvSpPr>
              <p:spPr>
                <a:xfrm rot="0">
                  <a:off x="3654" y="1292"/>
                  <a:ext cx="4" cy="6"/>
                </a:xfrm>
                <a:custGeom>
                  <a:avLst/>
                  <a:ahLst/>
                  <a:rect l="0" t="0" r="r" b="b"/>
                  <a:pathLst>
                    <a:path w="16" h="24">
                      <a:moveTo>
                        <a:pt x="0" y="24"/>
                      </a:moveTo>
                      <a:lnTo>
                        <a:pt x="16" y="0"/>
                      </a:lnTo>
                      <a:lnTo>
                        <a:pt x="14" y="0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67" name=""/>
                <p:cNvSpPr/>
                <p:nvPr/>
              </p:nvSpPr>
              <p:spPr>
                <a:xfrm rot="0" flipH="1">
                  <a:off x="3658" y="129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68" name=""/>
                <p:cNvSpPr/>
                <p:nvPr/>
              </p:nvSpPr>
              <p:spPr>
                <a:xfrm rot="0">
                  <a:off x="3632" y="1281"/>
                  <a:ext cx="26" cy="23"/>
                </a:xfrm>
                <a:custGeom>
                  <a:avLst/>
                  <a:ahLst/>
                  <a:rect l="0" t="0" r="r" b="b"/>
                  <a:pathLst>
                    <a:path w="105" h="92">
                      <a:moveTo>
                        <a:pt x="77" y="92"/>
                      </a:moveTo>
                      <a:lnTo>
                        <a:pt x="91" y="67"/>
                      </a:lnTo>
                      <a:lnTo>
                        <a:pt x="105" y="43"/>
                      </a:lnTo>
                      <a:lnTo>
                        <a:pt x="29" y="0"/>
                      </a:lnTo>
                      <a:lnTo>
                        <a:pt x="15" y="24"/>
                      </a:lnTo>
                      <a:lnTo>
                        <a:pt x="0" y="49"/>
                      </a:lnTo>
                      <a:lnTo>
                        <a:pt x="77" y="9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69" name=""/>
                <p:cNvSpPr/>
                <p:nvPr/>
              </p:nvSpPr>
              <p:spPr>
                <a:xfrm rot="0">
                  <a:off x="3632" y="1281"/>
                  <a:ext cx="26" cy="23"/>
                </a:xfrm>
                <a:custGeom>
                  <a:avLst/>
                  <a:ahLst/>
                  <a:rect l="0" t="0" r="r" b="b"/>
                  <a:pathLst>
                    <a:path w="105" h="92">
                      <a:moveTo>
                        <a:pt x="77" y="92"/>
                      </a:moveTo>
                      <a:lnTo>
                        <a:pt x="91" y="67"/>
                      </a:lnTo>
                      <a:lnTo>
                        <a:pt x="105" y="43"/>
                      </a:lnTo>
                      <a:lnTo>
                        <a:pt x="29" y="0"/>
                      </a:lnTo>
                      <a:lnTo>
                        <a:pt x="15" y="24"/>
                      </a:lnTo>
                      <a:lnTo>
                        <a:pt x="0" y="49"/>
                      </a:lnTo>
                      <a:lnTo>
                        <a:pt x="77" y="9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70" name=""/>
                <p:cNvSpPr/>
                <p:nvPr/>
              </p:nvSpPr>
              <p:spPr>
                <a:xfrm rot="0">
                  <a:off x="3635" y="1281"/>
                  <a:ext cx="4" cy="7"/>
                </a:xfrm>
                <a:custGeom>
                  <a:avLst/>
                  <a:ahLst/>
                  <a:rect l="0" t="0" r="r" b="b"/>
                  <a:pathLst>
                    <a:path w="14" h="25">
                      <a:moveTo>
                        <a:pt x="0" y="25"/>
                      </a:moveTo>
                      <a:lnTo>
                        <a:pt x="14" y="1"/>
                      </a:lnTo>
                      <a:lnTo>
                        <a:pt x="13" y="0"/>
                      </a:lnTo>
                      <a:lnTo>
                        <a:pt x="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71" name=""/>
                <p:cNvSpPr/>
                <p:nvPr/>
              </p:nvSpPr>
              <p:spPr>
                <a:xfrm rot="0" flipH="1" flipV="1">
                  <a:off x="3638" y="128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72" name=""/>
                <p:cNvSpPr/>
                <p:nvPr/>
              </p:nvSpPr>
              <p:spPr>
                <a:xfrm rot="0">
                  <a:off x="3612" y="1271"/>
                  <a:ext cx="26" cy="23"/>
                </a:xfrm>
                <a:custGeom>
                  <a:avLst/>
                  <a:ahLst/>
                  <a:rect l="0" t="0" r="r" b="b"/>
                  <a:pathLst>
                    <a:path w="104" h="91">
                      <a:moveTo>
                        <a:pt x="77" y="91"/>
                      </a:moveTo>
                      <a:lnTo>
                        <a:pt x="91" y="65"/>
                      </a:lnTo>
                      <a:lnTo>
                        <a:pt x="104" y="40"/>
                      </a:lnTo>
                      <a:lnTo>
                        <a:pt x="26" y="0"/>
                      </a:lnTo>
                      <a:lnTo>
                        <a:pt x="13" y="25"/>
                      </a:lnTo>
                      <a:lnTo>
                        <a:pt x="0" y="51"/>
                      </a:lnTo>
                      <a:lnTo>
                        <a:pt x="77" y="9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73" name=""/>
                <p:cNvSpPr/>
                <p:nvPr/>
              </p:nvSpPr>
              <p:spPr>
                <a:xfrm rot="0">
                  <a:off x="3612" y="1271"/>
                  <a:ext cx="26" cy="23"/>
                </a:xfrm>
                <a:custGeom>
                  <a:avLst/>
                  <a:ahLst/>
                  <a:rect l="0" t="0" r="r" b="b"/>
                  <a:pathLst>
                    <a:path w="104" h="91">
                      <a:moveTo>
                        <a:pt x="77" y="91"/>
                      </a:moveTo>
                      <a:lnTo>
                        <a:pt x="91" y="65"/>
                      </a:lnTo>
                      <a:lnTo>
                        <a:pt x="104" y="40"/>
                      </a:lnTo>
                      <a:lnTo>
                        <a:pt x="26" y="0"/>
                      </a:lnTo>
                      <a:lnTo>
                        <a:pt x="13" y="25"/>
                      </a:lnTo>
                      <a:lnTo>
                        <a:pt x="0" y="51"/>
                      </a:lnTo>
                      <a:lnTo>
                        <a:pt x="77" y="9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74" name=""/>
                <p:cNvSpPr/>
                <p:nvPr/>
              </p:nvSpPr>
              <p:spPr>
                <a:xfrm rot="0">
                  <a:off x="3616" y="1271"/>
                  <a:ext cx="3" cy="7"/>
                </a:xfrm>
                <a:custGeom>
                  <a:avLst/>
                  <a:ahLst/>
                  <a:rect l="0" t="0" r="r" b="b"/>
                  <a:pathLst>
                    <a:path w="13" h="25">
                      <a:moveTo>
                        <a:pt x="0" y="25"/>
                      </a:move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75" name=""/>
                <p:cNvSpPr/>
                <p:nvPr/>
              </p:nvSpPr>
              <p:spPr>
                <a:xfrm rot="0" flipH="1">
                  <a:off x="3618" y="12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76" name=""/>
                <p:cNvSpPr/>
                <p:nvPr/>
              </p:nvSpPr>
              <p:spPr>
                <a:xfrm rot="0">
                  <a:off x="3593" y="1262"/>
                  <a:ext cx="25" cy="22"/>
                </a:xfrm>
                <a:custGeom>
                  <a:avLst/>
                  <a:ahLst/>
                  <a:rect l="0" t="0" r="r" b="b"/>
                  <a:pathLst>
                    <a:path w="102" h="87">
                      <a:moveTo>
                        <a:pt x="80" y="87"/>
                      </a:moveTo>
                      <a:lnTo>
                        <a:pt x="91" y="61"/>
                      </a:lnTo>
                      <a:lnTo>
                        <a:pt x="102" y="36"/>
                      </a:lnTo>
                      <a:lnTo>
                        <a:pt x="22" y="0"/>
                      </a:lnTo>
                      <a:lnTo>
                        <a:pt x="11" y="26"/>
                      </a:lnTo>
                      <a:lnTo>
                        <a:pt x="0" y="51"/>
                      </a:lnTo>
                      <a:lnTo>
                        <a:pt x="80" y="8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77" name=""/>
                <p:cNvSpPr/>
                <p:nvPr/>
              </p:nvSpPr>
              <p:spPr>
                <a:xfrm rot="0">
                  <a:off x="3593" y="1262"/>
                  <a:ext cx="25" cy="22"/>
                </a:xfrm>
                <a:custGeom>
                  <a:avLst/>
                  <a:ahLst/>
                  <a:rect l="0" t="0" r="r" b="b"/>
                  <a:pathLst>
                    <a:path w="102" h="87">
                      <a:moveTo>
                        <a:pt x="80" y="87"/>
                      </a:moveTo>
                      <a:lnTo>
                        <a:pt x="91" y="61"/>
                      </a:lnTo>
                      <a:lnTo>
                        <a:pt x="102" y="36"/>
                      </a:lnTo>
                      <a:lnTo>
                        <a:pt x="22" y="0"/>
                      </a:lnTo>
                      <a:lnTo>
                        <a:pt x="11" y="26"/>
                      </a:lnTo>
                      <a:lnTo>
                        <a:pt x="0" y="51"/>
                      </a:lnTo>
                      <a:lnTo>
                        <a:pt x="80" y="8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78" name=""/>
                <p:cNvSpPr/>
                <p:nvPr/>
              </p:nvSpPr>
              <p:spPr>
                <a:xfrm rot="0">
                  <a:off x="3596" y="1262"/>
                  <a:ext cx="3" cy="7"/>
                </a:xfrm>
                <a:custGeom>
                  <a:avLst/>
                  <a:ahLst/>
                  <a:rect l="0" t="0" r="r" b="b"/>
                  <a:pathLst>
                    <a:path w="11" h="27">
                      <a:moveTo>
                        <a:pt x="0" y="27"/>
                      </a:moveTo>
                      <a:lnTo>
                        <a:pt x="11" y="1"/>
                      </a:lnTo>
                      <a:lnTo>
                        <a:pt x="11" y="0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79" name=""/>
                <p:cNvSpPr/>
                <p:nvPr/>
              </p:nvSpPr>
              <p:spPr>
                <a:xfrm rot="0" flipV="1">
                  <a:off x="3599" y="126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80" name=""/>
                <p:cNvSpPr/>
                <p:nvPr/>
              </p:nvSpPr>
              <p:spPr>
                <a:xfrm rot="0">
                  <a:off x="3573" y="1254"/>
                  <a:ext cx="26" cy="21"/>
                </a:xfrm>
                <a:custGeom>
                  <a:avLst/>
                  <a:ahLst/>
                  <a:rect l="0" t="0" r="r" b="b"/>
                  <a:pathLst>
                    <a:path w="103" h="86">
                      <a:moveTo>
                        <a:pt x="81" y="86"/>
                      </a:moveTo>
                      <a:lnTo>
                        <a:pt x="92" y="60"/>
                      </a:lnTo>
                      <a:lnTo>
                        <a:pt x="103" y="33"/>
                      </a:lnTo>
                      <a:lnTo>
                        <a:pt x="22" y="0"/>
                      </a:lnTo>
                      <a:lnTo>
                        <a:pt x="11" y="26"/>
                      </a:lnTo>
                      <a:lnTo>
                        <a:pt x="0" y="53"/>
                      </a:lnTo>
                      <a:lnTo>
                        <a:pt x="81" y="8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81" name=""/>
                <p:cNvSpPr/>
                <p:nvPr/>
              </p:nvSpPr>
              <p:spPr>
                <a:xfrm rot="0">
                  <a:off x="3573" y="1254"/>
                  <a:ext cx="26" cy="21"/>
                </a:xfrm>
                <a:custGeom>
                  <a:avLst/>
                  <a:ahLst/>
                  <a:rect l="0" t="0" r="r" b="b"/>
                  <a:pathLst>
                    <a:path w="103" h="86">
                      <a:moveTo>
                        <a:pt x="81" y="86"/>
                      </a:moveTo>
                      <a:lnTo>
                        <a:pt x="92" y="60"/>
                      </a:lnTo>
                      <a:lnTo>
                        <a:pt x="103" y="33"/>
                      </a:lnTo>
                      <a:lnTo>
                        <a:pt x="22" y="0"/>
                      </a:lnTo>
                      <a:lnTo>
                        <a:pt x="11" y="26"/>
                      </a:lnTo>
                      <a:lnTo>
                        <a:pt x="0" y="53"/>
                      </a:lnTo>
                      <a:lnTo>
                        <a:pt x="81" y="8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82" name=""/>
                <p:cNvSpPr/>
                <p:nvPr/>
              </p:nvSpPr>
              <p:spPr>
                <a:xfrm rot="0">
                  <a:off x="3576" y="1254"/>
                  <a:ext cx="2" cy="6"/>
                </a:xfrm>
                <a:custGeom>
                  <a:avLst/>
                  <a:ahLst/>
                  <a:rect l="0" t="0" r="r" b="b"/>
                  <a:pathLst>
                    <a:path w="11" h="26">
                      <a:moveTo>
                        <a:pt x="0" y="26"/>
                      </a:move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83" name=""/>
                <p:cNvSpPr/>
                <p:nvPr/>
              </p:nvSpPr>
              <p:spPr>
                <a:xfrm rot="0" flipH="1">
                  <a:off x="3578" y="125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84" name=""/>
                <p:cNvSpPr/>
                <p:nvPr/>
              </p:nvSpPr>
              <p:spPr>
                <a:xfrm rot="0">
                  <a:off x="3553" y="1246"/>
                  <a:ext cx="25" cy="21"/>
                </a:xfrm>
                <a:custGeom>
                  <a:avLst/>
                  <a:ahLst/>
                  <a:rect l="0" t="0" r="r" b="b"/>
                  <a:pathLst>
                    <a:path w="101" h="82">
                      <a:moveTo>
                        <a:pt x="83" y="82"/>
                      </a:moveTo>
                      <a:lnTo>
                        <a:pt x="92" y="55"/>
                      </a:lnTo>
                      <a:lnTo>
                        <a:pt x="101" y="29"/>
                      </a:lnTo>
                      <a:lnTo>
                        <a:pt x="18" y="0"/>
                      </a:lnTo>
                      <a:lnTo>
                        <a:pt x="9" y="27"/>
                      </a:lnTo>
                      <a:lnTo>
                        <a:pt x="0" y="53"/>
                      </a:lnTo>
                      <a:lnTo>
                        <a:pt x="83" y="8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85" name=""/>
                <p:cNvSpPr/>
                <p:nvPr/>
              </p:nvSpPr>
              <p:spPr>
                <a:xfrm rot="0">
                  <a:off x="3553" y="1246"/>
                  <a:ext cx="25" cy="21"/>
                </a:xfrm>
                <a:custGeom>
                  <a:avLst/>
                  <a:ahLst/>
                  <a:rect l="0" t="0" r="r" b="b"/>
                  <a:pathLst>
                    <a:path w="101" h="82">
                      <a:moveTo>
                        <a:pt x="83" y="82"/>
                      </a:moveTo>
                      <a:lnTo>
                        <a:pt x="92" y="55"/>
                      </a:lnTo>
                      <a:lnTo>
                        <a:pt x="101" y="29"/>
                      </a:lnTo>
                      <a:lnTo>
                        <a:pt x="18" y="0"/>
                      </a:lnTo>
                      <a:lnTo>
                        <a:pt x="9" y="27"/>
                      </a:lnTo>
                      <a:lnTo>
                        <a:pt x="0" y="53"/>
                      </a:lnTo>
                      <a:lnTo>
                        <a:pt x="83" y="8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86" name=""/>
                <p:cNvSpPr/>
                <p:nvPr/>
              </p:nvSpPr>
              <p:spPr>
                <a:xfrm rot="0">
                  <a:off x="3555" y="1246"/>
                  <a:ext cx="2" cy="7"/>
                </a:xfrm>
                <a:custGeom>
                  <a:avLst/>
                  <a:ahLst/>
                  <a:rect l="0" t="0" r="r" b="b"/>
                  <a:pathLst>
                    <a:path w="9" h="27">
                      <a:moveTo>
                        <a:pt x="0" y="27"/>
                      </a:move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87" name=""/>
                <p:cNvSpPr/>
                <p:nvPr/>
              </p:nvSpPr>
              <p:spPr>
                <a:xfrm rot="0" flipH="1">
                  <a:off x="3557" y="124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88" name=""/>
                <p:cNvSpPr/>
                <p:nvPr/>
              </p:nvSpPr>
              <p:spPr>
                <a:xfrm rot="0">
                  <a:off x="3532" y="1240"/>
                  <a:ext cx="25" cy="20"/>
                </a:xfrm>
                <a:custGeom>
                  <a:avLst/>
                  <a:ahLst/>
                  <a:rect l="0" t="0" r="r" b="b"/>
                  <a:pathLst>
                    <a:path w="99" h="79">
                      <a:moveTo>
                        <a:pt x="83" y="79"/>
                      </a:moveTo>
                      <a:lnTo>
                        <a:pt x="91" y="53"/>
                      </a:lnTo>
                      <a:lnTo>
                        <a:pt x="99" y="26"/>
                      </a:lnTo>
                      <a:lnTo>
                        <a:pt x="16" y="0"/>
                      </a:lnTo>
                      <a:lnTo>
                        <a:pt x="8" y="27"/>
                      </a:lnTo>
                      <a:lnTo>
                        <a:pt x="0" y="54"/>
                      </a:lnTo>
                      <a:lnTo>
                        <a:pt x="83" y="7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89" name=""/>
                <p:cNvSpPr/>
                <p:nvPr/>
              </p:nvSpPr>
              <p:spPr>
                <a:xfrm rot="0">
                  <a:off x="3532" y="1240"/>
                  <a:ext cx="25" cy="20"/>
                </a:xfrm>
                <a:custGeom>
                  <a:avLst/>
                  <a:ahLst/>
                  <a:rect l="0" t="0" r="r" b="b"/>
                  <a:pathLst>
                    <a:path w="99" h="79">
                      <a:moveTo>
                        <a:pt x="83" y="79"/>
                      </a:moveTo>
                      <a:lnTo>
                        <a:pt x="91" y="53"/>
                      </a:lnTo>
                      <a:lnTo>
                        <a:pt x="99" y="26"/>
                      </a:lnTo>
                      <a:lnTo>
                        <a:pt x="16" y="0"/>
                      </a:lnTo>
                      <a:lnTo>
                        <a:pt x="8" y="27"/>
                      </a:lnTo>
                      <a:lnTo>
                        <a:pt x="0" y="54"/>
                      </a:lnTo>
                      <a:lnTo>
                        <a:pt x="83" y="7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90" name=""/>
                <p:cNvSpPr/>
                <p:nvPr/>
              </p:nvSpPr>
              <p:spPr>
                <a:xfrm rot="0">
                  <a:off x="3534" y="1240"/>
                  <a:ext cx="2" cy="7"/>
                </a:xfrm>
                <a:custGeom>
                  <a:avLst/>
                  <a:ahLst/>
                  <a:rect l="0" t="0" r="r" b="b"/>
                  <a:pathLst>
                    <a:path w="8" h="28">
                      <a:moveTo>
                        <a:pt x="0" y="28"/>
                      </a:moveTo>
                      <a:lnTo>
                        <a:pt x="8" y="1"/>
                      </a:lnTo>
                      <a:lnTo>
                        <a:pt x="6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91" name=""/>
                <p:cNvSpPr/>
                <p:nvPr/>
              </p:nvSpPr>
              <p:spPr>
                <a:xfrm rot="0" flipH="1" flipV="1">
                  <a:off x="3536" y="124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92" name=""/>
                <p:cNvSpPr/>
                <p:nvPr/>
              </p:nvSpPr>
              <p:spPr>
                <a:xfrm rot="0">
                  <a:off x="3511" y="1235"/>
                  <a:ext cx="25" cy="19"/>
                </a:xfrm>
                <a:custGeom>
                  <a:avLst/>
                  <a:ahLst/>
                  <a:rect l="0" t="0" r="r" b="b"/>
                  <a:pathLst>
                    <a:path w="98" h="77">
                      <a:moveTo>
                        <a:pt x="85" y="77"/>
                      </a:moveTo>
                      <a:lnTo>
                        <a:pt x="92" y="49"/>
                      </a:lnTo>
                      <a:lnTo>
                        <a:pt x="98" y="21"/>
                      </a:lnTo>
                      <a:lnTo>
                        <a:pt x="13" y="0"/>
                      </a:lnTo>
                      <a:lnTo>
                        <a:pt x="6" y="28"/>
                      </a:lnTo>
                      <a:lnTo>
                        <a:pt x="0" y="56"/>
                      </a:lnTo>
                      <a:lnTo>
                        <a:pt x="85" y="7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93" name=""/>
                <p:cNvSpPr/>
                <p:nvPr/>
              </p:nvSpPr>
              <p:spPr>
                <a:xfrm rot="0">
                  <a:off x="3511" y="1235"/>
                  <a:ext cx="25" cy="19"/>
                </a:xfrm>
                <a:custGeom>
                  <a:avLst/>
                  <a:ahLst/>
                  <a:rect l="0" t="0" r="r" b="b"/>
                  <a:pathLst>
                    <a:path w="98" h="77">
                      <a:moveTo>
                        <a:pt x="85" y="77"/>
                      </a:moveTo>
                      <a:lnTo>
                        <a:pt x="92" y="49"/>
                      </a:lnTo>
                      <a:lnTo>
                        <a:pt x="98" y="21"/>
                      </a:lnTo>
                      <a:lnTo>
                        <a:pt x="13" y="0"/>
                      </a:lnTo>
                      <a:lnTo>
                        <a:pt x="6" y="28"/>
                      </a:lnTo>
                      <a:lnTo>
                        <a:pt x="0" y="56"/>
                      </a:lnTo>
                      <a:lnTo>
                        <a:pt x="85" y="7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94" name=""/>
                <p:cNvSpPr/>
                <p:nvPr/>
              </p:nvSpPr>
              <p:spPr>
                <a:xfrm rot="0">
                  <a:off x="3513" y="1235"/>
                  <a:ext cx="1" cy="7"/>
                </a:xfrm>
                <a:custGeom>
                  <a:avLst/>
                  <a:ahLst/>
                  <a:rect l="0" t="0" r="r" b="b"/>
                  <a:pathLst>
                    <a:path w="7" h="28">
                      <a:moveTo>
                        <a:pt x="0" y="28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95" name=""/>
                <p:cNvSpPr/>
                <p:nvPr/>
              </p:nvSpPr>
              <p:spPr>
                <a:xfrm rot="0" flipH="1">
                  <a:off x="3514" y="123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96" name=""/>
                <p:cNvSpPr/>
                <p:nvPr/>
              </p:nvSpPr>
              <p:spPr>
                <a:xfrm rot="0">
                  <a:off x="3490" y="1230"/>
                  <a:ext cx="24" cy="18"/>
                </a:xfrm>
                <a:custGeom>
                  <a:avLst/>
                  <a:ahLst/>
                  <a:rect l="0" t="0" r="r" b="b"/>
                  <a:pathLst>
                    <a:path w="97" h="73">
                      <a:moveTo>
                        <a:pt x="86" y="73"/>
                      </a:moveTo>
                      <a:lnTo>
                        <a:pt x="91" y="45"/>
                      </a:lnTo>
                      <a:lnTo>
                        <a:pt x="97" y="17"/>
                      </a:lnTo>
                      <a:lnTo>
                        <a:pt x="12" y="0"/>
                      </a:lnTo>
                      <a:lnTo>
                        <a:pt x="6" y="27"/>
                      </a:lnTo>
                      <a:lnTo>
                        <a:pt x="0" y="55"/>
                      </a:lnTo>
                      <a:lnTo>
                        <a:pt x="86" y="7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97" name=""/>
                <p:cNvSpPr/>
                <p:nvPr/>
              </p:nvSpPr>
              <p:spPr>
                <a:xfrm rot="0">
                  <a:off x="3490" y="1230"/>
                  <a:ext cx="24" cy="18"/>
                </a:xfrm>
                <a:custGeom>
                  <a:avLst/>
                  <a:ahLst/>
                  <a:rect l="0" t="0" r="r" b="b"/>
                  <a:pathLst>
                    <a:path w="97" h="73">
                      <a:moveTo>
                        <a:pt x="86" y="73"/>
                      </a:moveTo>
                      <a:lnTo>
                        <a:pt x="91" y="45"/>
                      </a:lnTo>
                      <a:lnTo>
                        <a:pt x="97" y="17"/>
                      </a:lnTo>
                      <a:lnTo>
                        <a:pt x="12" y="0"/>
                      </a:lnTo>
                      <a:lnTo>
                        <a:pt x="6" y="27"/>
                      </a:lnTo>
                      <a:lnTo>
                        <a:pt x="0" y="55"/>
                      </a:lnTo>
                      <a:lnTo>
                        <a:pt x="86" y="7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898" name=""/>
                <p:cNvSpPr/>
                <p:nvPr/>
              </p:nvSpPr>
              <p:spPr>
                <a:xfrm rot="0">
                  <a:off x="3491" y="1230"/>
                  <a:ext cx="2" cy="7"/>
                </a:xfrm>
                <a:custGeom>
                  <a:avLst/>
                  <a:ahLst/>
                  <a:rect l="0" t="0" r="r" b="b"/>
                  <a:pathLst>
                    <a:path w="6" h="27">
                      <a:moveTo>
                        <a:pt x="0" y="27"/>
                      </a:move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899" name=""/>
                <p:cNvSpPr/>
                <p:nvPr/>
              </p:nvSpPr>
              <p:spPr>
                <a:xfrm rot="0" flipH="1">
                  <a:off x="3492" y="123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00" name=""/>
                <p:cNvSpPr/>
                <p:nvPr/>
              </p:nvSpPr>
              <p:spPr>
                <a:xfrm rot="0">
                  <a:off x="3469" y="1227"/>
                  <a:ext cx="23" cy="17"/>
                </a:xfrm>
                <a:custGeom>
                  <a:avLst/>
                  <a:ahLst/>
                  <a:rect l="0" t="0" r="r" b="b"/>
                  <a:pathLst>
                    <a:path w="95" h="69">
                      <a:moveTo>
                        <a:pt x="87" y="69"/>
                      </a:moveTo>
                      <a:lnTo>
                        <a:pt x="91" y="41"/>
                      </a:lnTo>
                      <a:lnTo>
                        <a:pt x="95" y="14"/>
                      </a:lnTo>
                      <a:lnTo>
                        <a:pt x="9" y="0"/>
                      </a:lnTo>
                      <a:lnTo>
                        <a:pt x="4" y="28"/>
                      </a:lnTo>
                      <a:lnTo>
                        <a:pt x="0" y="56"/>
                      </a:lnTo>
                      <a:lnTo>
                        <a:pt x="87" y="6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01" name=""/>
                <p:cNvSpPr/>
                <p:nvPr/>
              </p:nvSpPr>
              <p:spPr>
                <a:xfrm rot="0">
                  <a:off x="3469" y="1227"/>
                  <a:ext cx="23" cy="17"/>
                </a:xfrm>
                <a:custGeom>
                  <a:avLst/>
                  <a:ahLst/>
                  <a:rect l="0" t="0" r="r" b="b"/>
                  <a:pathLst>
                    <a:path w="95" h="69">
                      <a:moveTo>
                        <a:pt x="87" y="69"/>
                      </a:moveTo>
                      <a:lnTo>
                        <a:pt x="91" y="41"/>
                      </a:lnTo>
                      <a:lnTo>
                        <a:pt x="95" y="14"/>
                      </a:lnTo>
                      <a:lnTo>
                        <a:pt x="9" y="0"/>
                      </a:lnTo>
                      <a:lnTo>
                        <a:pt x="4" y="28"/>
                      </a:lnTo>
                      <a:lnTo>
                        <a:pt x="0" y="56"/>
                      </a:lnTo>
                      <a:lnTo>
                        <a:pt x="87" y="6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02" name=""/>
                <p:cNvSpPr/>
                <p:nvPr/>
              </p:nvSpPr>
              <p:spPr>
                <a:xfrm rot="0">
                  <a:off x="3470" y="1227"/>
                  <a:ext cx="1" cy="7"/>
                </a:xfrm>
                <a:custGeom>
                  <a:avLst/>
                  <a:ahLst/>
                  <a:rect l="0" t="0" r="r" b="b"/>
                  <a:pathLst>
                    <a:path w="5" h="28">
                      <a:moveTo>
                        <a:pt x="0" y="28"/>
                      </a:move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03" name=""/>
                <p:cNvSpPr/>
                <p:nvPr/>
              </p:nvSpPr>
              <p:spPr>
                <a:xfrm rot="0" flipH="1">
                  <a:off x="3470" y="122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04" name=""/>
                <p:cNvSpPr/>
                <p:nvPr/>
              </p:nvSpPr>
              <p:spPr>
                <a:xfrm rot="0">
                  <a:off x="3447" y="1224"/>
                  <a:ext cx="23" cy="17"/>
                </a:xfrm>
                <a:custGeom>
                  <a:avLst/>
                  <a:ahLst/>
                  <a:rect l="0" t="0" r="r" b="b"/>
                  <a:pathLst>
                    <a:path w="93" h="66">
                      <a:moveTo>
                        <a:pt x="86" y="66"/>
                      </a:moveTo>
                      <a:lnTo>
                        <a:pt x="89" y="38"/>
                      </a:lnTo>
                      <a:lnTo>
                        <a:pt x="93" y="10"/>
                      </a:lnTo>
                      <a:lnTo>
                        <a:pt x="6" y="0"/>
                      </a:lnTo>
                      <a:lnTo>
                        <a:pt x="3" y="28"/>
                      </a:lnTo>
                      <a:lnTo>
                        <a:pt x="0" y="56"/>
                      </a:lnTo>
                      <a:lnTo>
                        <a:pt x="86" y="6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05" name=""/>
                <p:cNvSpPr/>
                <p:nvPr/>
              </p:nvSpPr>
              <p:spPr>
                <a:xfrm rot="0">
                  <a:off x="3447" y="1224"/>
                  <a:ext cx="23" cy="17"/>
                </a:xfrm>
                <a:custGeom>
                  <a:avLst/>
                  <a:ahLst/>
                  <a:rect l="0" t="0" r="r" b="b"/>
                  <a:pathLst>
                    <a:path w="93" h="66">
                      <a:moveTo>
                        <a:pt x="86" y="66"/>
                      </a:moveTo>
                      <a:lnTo>
                        <a:pt x="89" y="38"/>
                      </a:lnTo>
                      <a:lnTo>
                        <a:pt x="93" y="10"/>
                      </a:lnTo>
                      <a:lnTo>
                        <a:pt x="6" y="0"/>
                      </a:lnTo>
                      <a:lnTo>
                        <a:pt x="3" y="28"/>
                      </a:lnTo>
                      <a:lnTo>
                        <a:pt x="0" y="56"/>
                      </a:lnTo>
                      <a:lnTo>
                        <a:pt x="86" y="6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06" name=""/>
                <p:cNvSpPr/>
                <p:nvPr/>
              </p:nvSpPr>
              <p:spPr>
                <a:xfrm rot="0">
                  <a:off x="3448" y="1224"/>
                  <a:ext cx="1" cy="7"/>
                </a:xfrm>
                <a:custGeom>
                  <a:avLst/>
                  <a:ahLst/>
                  <a:rect l="0" t="0" r="r" b="b"/>
                  <a:pathLst>
                    <a:path w="3" h="28">
                      <a:moveTo>
                        <a:pt x="0" y="28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07" name=""/>
                <p:cNvSpPr/>
                <p:nvPr/>
              </p:nvSpPr>
              <p:spPr>
                <a:xfrm rot="0" flipH="1">
                  <a:off x="3449" y="122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08" name=""/>
                <p:cNvSpPr/>
                <p:nvPr/>
              </p:nvSpPr>
              <p:spPr>
                <a:xfrm rot="0">
                  <a:off x="3426" y="1223"/>
                  <a:ext cx="23" cy="15"/>
                </a:xfrm>
                <a:custGeom>
                  <a:avLst/>
                  <a:ahLst/>
                  <a:rect l="0" t="0" r="r" b="b"/>
                  <a:pathLst>
                    <a:path w="92" h="61">
                      <a:moveTo>
                        <a:pt x="88" y="61"/>
                      </a:moveTo>
                      <a:lnTo>
                        <a:pt x="90" y="33"/>
                      </a:lnTo>
                      <a:lnTo>
                        <a:pt x="92" y="5"/>
                      </a:lnTo>
                      <a:lnTo>
                        <a:pt x="5" y="0"/>
                      </a:lnTo>
                      <a:lnTo>
                        <a:pt x="2" y="27"/>
                      </a:lnTo>
                      <a:lnTo>
                        <a:pt x="0" y="55"/>
                      </a:lnTo>
                      <a:lnTo>
                        <a:pt x="88" y="6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09" name=""/>
                <p:cNvSpPr/>
                <p:nvPr/>
              </p:nvSpPr>
              <p:spPr>
                <a:xfrm rot="0">
                  <a:off x="3426" y="1223"/>
                  <a:ext cx="23" cy="15"/>
                </a:xfrm>
                <a:custGeom>
                  <a:avLst/>
                  <a:ahLst/>
                  <a:rect l="0" t="0" r="r" b="b"/>
                  <a:pathLst>
                    <a:path w="92" h="61">
                      <a:moveTo>
                        <a:pt x="88" y="61"/>
                      </a:moveTo>
                      <a:lnTo>
                        <a:pt x="90" y="33"/>
                      </a:lnTo>
                      <a:lnTo>
                        <a:pt x="92" y="5"/>
                      </a:lnTo>
                      <a:lnTo>
                        <a:pt x="5" y="0"/>
                      </a:lnTo>
                      <a:lnTo>
                        <a:pt x="2" y="27"/>
                      </a:lnTo>
                      <a:lnTo>
                        <a:pt x="0" y="55"/>
                      </a:lnTo>
                      <a:lnTo>
                        <a:pt x="88" y="6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10" name=""/>
                <p:cNvSpPr/>
                <p:nvPr/>
              </p:nvSpPr>
              <p:spPr>
                <a:xfrm rot="0">
                  <a:off x="3426" y="1223"/>
                  <a:ext cx="1" cy="7"/>
                </a:xfrm>
                <a:custGeom>
                  <a:avLst/>
                  <a:ahLst/>
                  <a:rect l="0" t="0" r="r" b="b"/>
                  <a:pathLst>
                    <a:path w="3" h="27">
                      <a:moveTo>
                        <a:pt x="0" y="27"/>
                      </a:move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11" name=""/>
                <p:cNvSpPr/>
                <p:nvPr/>
              </p:nvSpPr>
              <p:spPr>
                <a:xfrm rot="0" flipH="1">
                  <a:off x="3426" y="122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12" name=""/>
                <p:cNvSpPr/>
                <p:nvPr/>
              </p:nvSpPr>
              <p:spPr>
                <a:xfrm rot="0">
                  <a:off x="3404" y="1222"/>
                  <a:ext cx="22" cy="15"/>
                </a:xfrm>
                <a:custGeom>
                  <a:avLst/>
                  <a:ahLst/>
                  <a:rect l="0" t="0" r="r" b="b"/>
                  <a:pathLst>
                    <a:path w="89" h="58">
                      <a:moveTo>
                        <a:pt x="87" y="58"/>
                      </a:moveTo>
                      <a:lnTo>
                        <a:pt x="88" y="30"/>
                      </a:lnTo>
                      <a:lnTo>
                        <a:pt x="89" y="3"/>
                      </a:lnTo>
                      <a:lnTo>
                        <a:pt x="2" y="0"/>
                      </a:lnTo>
                      <a:lnTo>
                        <a:pt x="1" y="28"/>
                      </a:lnTo>
                      <a:lnTo>
                        <a:pt x="0" y="56"/>
                      </a:lnTo>
                      <a:lnTo>
                        <a:pt x="87" y="5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13" name=""/>
                <p:cNvSpPr/>
                <p:nvPr/>
              </p:nvSpPr>
              <p:spPr>
                <a:xfrm rot="0">
                  <a:off x="3404" y="1222"/>
                  <a:ext cx="22" cy="15"/>
                </a:xfrm>
                <a:custGeom>
                  <a:avLst/>
                  <a:ahLst/>
                  <a:rect l="0" t="0" r="r" b="b"/>
                  <a:pathLst>
                    <a:path w="89" h="58">
                      <a:moveTo>
                        <a:pt x="87" y="58"/>
                      </a:moveTo>
                      <a:lnTo>
                        <a:pt x="88" y="30"/>
                      </a:lnTo>
                      <a:lnTo>
                        <a:pt x="89" y="3"/>
                      </a:lnTo>
                      <a:lnTo>
                        <a:pt x="2" y="0"/>
                      </a:lnTo>
                      <a:lnTo>
                        <a:pt x="1" y="28"/>
                      </a:lnTo>
                      <a:lnTo>
                        <a:pt x="0" y="56"/>
                      </a:lnTo>
                      <a:lnTo>
                        <a:pt x="87" y="5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14" name=""/>
                <p:cNvSpPr/>
                <p:nvPr/>
              </p:nvSpPr>
              <p:spPr>
                <a:xfrm rot="0">
                  <a:off x="3404" y="1222"/>
                  <a:ext cx="1" cy="7"/>
                </a:xfrm>
                <a:custGeom>
                  <a:avLst/>
                  <a:ahLst/>
                  <a:rect l="0" t="0" r="r" b="b"/>
                  <a:pathLst>
                    <a:path w="2" h="28">
                      <a:moveTo>
                        <a:pt x="1" y="28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15" name=""/>
                <p:cNvSpPr/>
                <p:nvPr/>
              </p:nvSpPr>
              <p:spPr>
                <a:xfrm rot="0" flipH="1">
                  <a:off x="3404" y="122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16" name=""/>
                <p:cNvSpPr/>
                <p:nvPr/>
              </p:nvSpPr>
              <p:spPr>
                <a:xfrm rot="0">
                  <a:off x="3382" y="1222"/>
                  <a:ext cx="22" cy="15"/>
                </a:xfrm>
                <a:custGeom>
                  <a:avLst/>
                  <a:ahLst/>
                  <a:rect l="0" t="0" r="r" b="b"/>
                  <a:pathLst>
                    <a:path w="90" h="58">
                      <a:moveTo>
                        <a:pt x="90" y="56"/>
                      </a:moveTo>
                      <a:lnTo>
                        <a:pt x="89" y="28"/>
                      </a:lnTo>
                      <a:lnTo>
                        <a:pt x="88" y="0"/>
                      </a:lnTo>
                      <a:lnTo>
                        <a:pt x="0" y="3"/>
                      </a:lnTo>
                      <a:lnTo>
                        <a:pt x="1" y="30"/>
                      </a:lnTo>
                      <a:lnTo>
                        <a:pt x="2" y="58"/>
                      </a:lnTo>
                      <a:lnTo>
                        <a:pt x="90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17" name=""/>
                <p:cNvSpPr/>
                <p:nvPr/>
              </p:nvSpPr>
              <p:spPr>
                <a:xfrm rot="0">
                  <a:off x="3382" y="1222"/>
                  <a:ext cx="22" cy="15"/>
                </a:xfrm>
                <a:custGeom>
                  <a:avLst/>
                  <a:ahLst/>
                  <a:rect l="0" t="0" r="r" b="b"/>
                  <a:pathLst>
                    <a:path w="90" h="58">
                      <a:moveTo>
                        <a:pt x="90" y="56"/>
                      </a:moveTo>
                      <a:lnTo>
                        <a:pt x="89" y="28"/>
                      </a:lnTo>
                      <a:lnTo>
                        <a:pt x="88" y="0"/>
                      </a:lnTo>
                      <a:lnTo>
                        <a:pt x="0" y="3"/>
                      </a:lnTo>
                      <a:lnTo>
                        <a:pt x="1" y="30"/>
                      </a:lnTo>
                      <a:lnTo>
                        <a:pt x="2" y="58"/>
                      </a:lnTo>
                      <a:lnTo>
                        <a:pt x="90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18" name=""/>
                <p:cNvSpPr/>
                <p:nvPr/>
              </p:nvSpPr>
              <p:spPr>
                <a:xfrm rot="0">
                  <a:off x="3382" y="1223"/>
                  <a:ext cx="1" cy="7"/>
                </a:xfrm>
                <a:custGeom>
                  <a:avLst/>
                  <a:ahLst/>
                  <a:rect l="0" t="0" r="r" b="b"/>
                  <a:pathLst>
                    <a:path w="2" h="27">
                      <a:moveTo>
                        <a:pt x="2" y="27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19" name=""/>
                <p:cNvSpPr/>
                <p:nvPr/>
              </p:nvSpPr>
              <p:spPr>
                <a:xfrm rot="0" flipH="1">
                  <a:off x="3382" y="122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20" name=""/>
                <p:cNvSpPr/>
                <p:nvPr/>
              </p:nvSpPr>
              <p:spPr>
                <a:xfrm rot="0">
                  <a:off x="3360" y="1223"/>
                  <a:ext cx="23" cy="15"/>
                </a:xfrm>
                <a:custGeom>
                  <a:avLst/>
                  <a:ahLst/>
                  <a:rect l="0" t="0" r="r" b="b"/>
                  <a:pathLst>
                    <a:path w="92" h="61">
                      <a:moveTo>
                        <a:pt x="92" y="55"/>
                      </a:moveTo>
                      <a:lnTo>
                        <a:pt x="90" y="27"/>
                      </a:lnTo>
                      <a:lnTo>
                        <a:pt x="88" y="0"/>
                      </a:lnTo>
                      <a:lnTo>
                        <a:pt x="0" y="5"/>
                      </a:lnTo>
                      <a:lnTo>
                        <a:pt x="3" y="33"/>
                      </a:lnTo>
                      <a:lnTo>
                        <a:pt x="5" y="61"/>
                      </a:lnTo>
                      <a:lnTo>
                        <a:pt x="92" y="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21" name=""/>
                <p:cNvSpPr/>
                <p:nvPr/>
              </p:nvSpPr>
              <p:spPr>
                <a:xfrm rot="0">
                  <a:off x="3360" y="1223"/>
                  <a:ext cx="23" cy="15"/>
                </a:xfrm>
                <a:custGeom>
                  <a:avLst/>
                  <a:ahLst/>
                  <a:rect l="0" t="0" r="r" b="b"/>
                  <a:pathLst>
                    <a:path w="92" h="61">
                      <a:moveTo>
                        <a:pt x="92" y="55"/>
                      </a:moveTo>
                      <a:lnTo>
                        <a:pt x="90" y="27"/>
                      </a:lnTo>
                      <a:lnTo>
                        <a:pt x="88" y="0"/>
                      </a:lnTo>
                      <a:lnTo>
                        <a:pt x="0" y="5"/>
                      </a:lnTo>
                      <a:lnTo>
                        <a:pt x="3" y="33"/>
                      </a:lnTo>
                      <a:lnTo>
                        <a:pt x="5" y="61"/>
                      </a:lnTo>
                      <a:lnTo>
                        <a:pt x="92" y="5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22" name=""/>
                <p:cNvSpPr/>
                <p:nvPr/>
              </p:nvSpPr>
              <p:spPr>
                <a:xfrm rot="0">
                  <a:off x="3360" y="1224"/>
                  <a:ext cx="1" cy="7"/>
                </a:xfrm>
                <a:custGeom>
                  <a:avLst/>
                  <a:ahLst/>
                  <a:rect l="0" t="0" r="r" b="b"/>
                  <a:pathLst>
                    <a:path w="4" h="28">
                      <a:moveTo>
                        <a:pt x="4" y="28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4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23" name=""/>
                <p:cNvSpPr/>
                <p:nvPr/>
              </p:nvSpPr>
              <p:spPr>
                <a:xfrm rot="0" flipH="1">
                  <a:off x="3360" y="122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24" name=""/>
                <p:cNvSpPr/>
                <p:nvPr/>
              </p:nvSpPr>
              <p:spPr>
                <a:xfrm rot="0">
                  <a:off x="3338" y="1224"/>
                  <a:ext cx="23" cy="17"/>
                </a:xfrm>
                <a:custGeom>
                  <a:avLst/>
                  <a:ahLst/>
                  <a:rect l="0" t="0" r="r" b="b"/>
                  <a:pathLst>
                    <a:path w="93" h="66">
                      <a:moveTo>
                        <a:pt x="93" y="56"/>
                      </a:moveTo>
                      <a:lnTo>
                        <a:pt x="90" y="28"/>
                      </a:lnTo>
                      <a:lnTo>
                        <a:pt x="86" y="0"/>
                      </a:lnTo>
                      <a:lnTo>
                        <a:pt x="0" y="10"/>
                      </a:lnTo>
                      <a:lnTo>
                        <a:pt x="3" y="38"/>
                      </a:lnTo>
                      <a:lnTo>
                        <a:pt x="6" y="66"/>
                      </a:lnTo>
                      <a:lnTo>
                        <a:pt x="93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25" name=""/>
                <p:cNvSpPr/>
                <p:nvPr/>
              </p:nvSpPr>
              <p:spPr>
                <a:xfrm rot="0">
                  <a:off x="3338" y="1224"/>
                  <a:ext cx="23" cy="17"/>
                </a:xfrm>
                <a:custGeom>
                  <a:avLst/>
                  <a:ahLst/>
                  <a:rect l="0" t="0" r="r" b="b"/>
                  <a:pathLst>
                    <a:path w="93" h="66">
                      <a:moveTo>
                        <a:pt x="93" y="56"/>
                      </a:moveTo>
                      <a:lnTo>
                        <a:pt x="90" y="28"/>
                      </a:lnTo>
                      <a:lnTo>
                        <a:pt x="86" y="0"/>
                      </a:lnTo>
                      <a:lnTo>
                        <a:pt x="0" y="10"/>
                      </a:lnTo>
                      <a:lnTo>
                        <a:pt x="3" y="38"/>
                      </a:lnTo>
                      <a:lnTo>
                        <a:pt x="6" y="66"/>
                      </a:lnTo>
                      <a:lnTo>
                        <a:pt x="93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26" name=""/>
                <p:cNvSpPr/>
                <p:nvPr/>
              </p:nvSpPr>
              <p:spPr>
                <a:xfrm rot="0">
                  <a:off x="3338" y="1227"/>
                  <a:ext cx="1" cy="7"/>
                </a:xfrm>
                <a:custGeom>
                  <a:avLst/>
                  <a:ahLst/>
                  <a:rect l="0" t="0" r="r" b="b"/>
                  <a:pathLst>
                    <a:path w="4" h="28">
                      <a:moveTo>
                        <a:pt x="4" y="28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4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27" name=""/>
                <p:cNvSpPr/>
                <p:nvPr/>
              </p:nvSpPr>
              <p:spPr>
                <a:xfrm rot="0" flipH="1">
                  <a:off x="3338" y="122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28" name=""/>
                <p:cNvSpPr/>
                <p:nvPr/>
              </p:nvSpPr>
              <p:spPr>
                <a:xfrm rot="0">
                  <a:off x="3316" y="1227"/>
                  <a:ext cx="24" cy="17"/>
                </a:xfrm>
                <a:custGeom>
                  <a:avLst/>
                  <a:ahLst/>
                  <a:rect l="0" t="0" r="r" b="b"/>
                  <a:pathLst>
                    <a:path w="95" h="69">
                      <a:moveTo>
                        <a:pt x="95" y="56"/>
                      </a:moveTo>
                      <a:lnTo>
                        <a:pt x="91" y="28"/>
                      </a:lnTo>
                      <a:lnTo>
                        <a:pt x="87" y="0"/>
                      </a:lnTo>
                      <a:lnTo>
                        <a:pt x="0" y="14"/>
                      </a:lnTo>
                      <a:lnTo>
                        <a:pt x="5" y="41"/>
                      </a:lnTo>
                      <a:lnTo>
                        <a:pt x="9" y="69"/>
                      </a:lnTo>
                      <a:lnTo>
                        <a:pt x="95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29" name=""/>
                <p:cNvSpPr/>
                <p:nvPr/>
              </p:nvSpPr>
              <p:spPr>
                <a:xfrm rot="0">
                  <a:off x="3316" y="1227"/>
                  <a:ext cx="24" cy="17"/>
                </a:xfrm>
                <a:custGeom>
                  <a:avLst/>
                  <a:ahLst/>
                  <a:rect l="0" t="0" r="r" b="b"/>
                  <a:pathLst>
                    <a:path w="95" h="69">
                      <a:moveTo>
                        <a:pt x="95" y="56"/>
                      </a:moveTo>
                      <a:lnTo>
                        <a:pt x="91" y="28"/>
                      </a:lnTo>
                      <a:lnTo>
                        <a:pt x="87" y="0"/>
                      </a:lnTo>
                      <a:lnTo>
                        <a:pt x="0" y="14"/>
                      </a:lnTo>
                      <a:lnTo>
                        <a:pt x="5" y="41"/>
                      </a:lnTo>
                      <a:lnTo>
                        <a:pt x="9" y="69"/>
                      </a:lnTo>
                      <a:lnTo>
                        <a:pt x="95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30" name=""/>
                <p:cNvSpPr/>
                <p:nvPr/>
              </p:nvSpPr>
              <p:spPr>
                <a:xfrm rot="0">
                  <a:off x="3316" y="1230"/>
                  <a:ext cx="1" cy="7"/>
                </a:xfrm>
                <a:custGeom>
                  <a:avLst/>
                  <a:ahLst/>
                  <a:rect l="0" t="0" r="r" b="b"/>
                  <a:pathLst>
                    <a:path w="6" h="27">
                      <a:moveTo>
                        <a:pt x="6" y="27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6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31" name=""/>
                <p:cNvSpPr/>
                <p:nvPr/>
              </p:nvSpPr>
              <p:spPr>
                <a:xfrm rot="0" flipH="1">
                  <a:off x="3316" y="123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32" name=""/>
                <p:cNvSpPr/>
                <p:nvPr/>
              </p:nvSpPr>
              <p:spPr>
                <a:xfrm rot="0">
                  <a:off x="3294" y="1230"/>
                  <a:ext cx="25" cy="18"/>
                </a:xfrm>
                <a:custGeom>
                  <a:avLst/>
                  <a:ahLst/>
                  <a:rect l="0" t="0" r="r" b="b"/>
                  <a:pathLst>
                    <a:path w="96" h="73">
                      <a:moveTo>
                        <a:pt x="96" y="55"/>
                      </a:moveTo>
                      <a:lnTo>
                        <a:pt x="91" y="27"/>
                      </a:lnTo>
                      <a:lnTo>
                        <a:pt x="85" y="0"/>
                      </a:lnTo>
                      <a:lnTo>
                        <a:pt x="0" y="17"/>
                      </a:lnTo>
                      <a:lnTo>
                        <a:pt x="5" y="45"/>
                      </a:lnTo>
                      <a:lnTo>
                        <a:pt x="11" y="73"/>
                      </a:lnTo>
                      <a:lnTo>
                        <a:pt x="96" y="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33" name=""/>
                <p:cNvSpPr/>
                <p:nvPr/>
              </p:nvSpPr>
              <p:spPr>
                <a:xfrm rot="0">
                  <a:off x="3294" y="1230"/>
                  <a:ext cx="25" cy="18"/>
                </a:xfrm>
                <a:custGeom>
                  <a:avLst/>
                  <a:ahLst/>
                  <a:rect l="0" t="0" r="r" b="b"/>
                  <a:pathLst>
                    <a:path w="96" h="73">
                      <a:moveTo>
                        <a:pt x="96" y="55"/>
                      </a:moveTo>
                      <a:lnTo>
                        <a:pt x="91" y="27"/>
                      </a:lnTo>
                      <a:lnTo>
                        <a:pt x="85" y="0"/>
                      </a:lnTo>
                      <a:lnTo>
                        <a:pt x="0" y="17"/>
                      </a:lnTo>
                      <a:lnTo>
                        <a:pt x="5" y="45"/>
                      </a:lnTo>
                      <a:lnTo>
                        <a:pt x="11" y="73"/>
                      </a:lnTo>
                      <a:lnTo>
                        <a:pt x="96" y="5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34" name=""/>
                <p:cNvSpPr/>
                <p:nvPr/>
              </p:nvSpPr>
              <p:spPr>
                <a:xfrm rot="0">
                  <a:off x="3294" y="1235"/>
                  <a:ext cx="2" cy="7"/>
                </a:xfrm>
                <a:custGeom>
                  <a:avLst/>
                  <a:ahLst/>
                  <a:rect l="0" t="0" r="r" b="b"/>
                  <a:pathLst>
                    <a:path w="7" h="28">
                      <a:moveTo>
                        <a:pt x="7" y="28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7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35" name=""/>
                <p:cNvSpPr/>
                <p:nvPr/>
              </p:nvSpPr>
              <p:spPr>
                <a:xfrm rot="0" flipH="1">
                  <a:off x="3294" y="123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36" name=""/>
                <p:cNvSpPr/>
                <p:nvPr/>
              </p:nvSpPr>
              <p:spPr>
                <a:xfrm rot="0">
                  <a:off x="3273" y="1235"/>
                  <a:ext cx="24" cy="19"/>
                </a:xfrm>
                <a:custGeom>
                  <a:avLst/>
                  <a:ahLst/>
                  <a:rect l="0" t="0" r="r" b="b"/>
                  <a:pathLst>
                    <a:path w="99" h="77">
                      <a:moveTo>
                        <a:pt x="99" y="56"/>
                      </a:moveTo>
                      <a:lnTo>
                        <a:pt x="92" y="28"/>
                      </a:lnTo>
                      <a:lnTo>
                        <a:pt x="85" y="0"/>
                      </a:lnTo>
                      <a:lnTo>
                        <a:pt x="0" y="21"/>
                      </a:lnTo>
                      <a:lnTo>
                        <a:pt x="7" y="49"/>
                      </a:lnTo>
                      <a:lnTo>
                        <a:pt x="13" y="77"/>
                      </a:lnTo>
                      <a:lnTo>
                        <a:pt x="99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37" name=""/>
                <p:cNvSpPr/>
                <p:nvPr/>
              </p:nvSpPr>
              <p:spPr>
                <a:xfrm rot="0">
                  <a:off x="3273" y="1235"/>
                  <a:ext cx="24" cy="19"/>
                </a:xfrm>
                <a:custGeom>
                  <a:avLst/>
                  <a:ahLst/>
                  <a:rect l="0" t="0" r="r" b="b"/>
                  <a:pathLst>
                    <a:path w="99" h="77">
                      <a:moveTo>
                        <a:pt x="99" y="56"/>
                      </a:moveTo>
                      <a:lnTo>
                        <a:pt x="92" y="28"/>
                      </a:lnTo>
                      <a:lnTo>
                        <a:pt x="85" y="0"/>
                      </a:lnTo>
                      <a:lnTo>
                        <a:pt x="0" y="21"/>
                      </a:lnTo>
                      <a:lnTo>
                        <a:pt x="7" y="49"/>
                      </a:lnTo>
                      <a:lnTo>
                        <a:pt x="13" y="77"/>
                      </a:lnTo>
                      <a:lnTo>
                        <a:pt x="99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38" name=""/>
                <p:cNvSpPr/>
                <p:nvPr/>
              </p:nvSpPr>
              <p:spPr>
                <a:xfrm rot="0">
                  <a:off x="3272" y="1240"/>
                  <a:ext cx="2" cy="7"/>
                </a:xfrm>
                <a:custGeom>
                  <a:avLst/>
                  <a:ahLst/>
                  <a:rect l="0" t="0" r="r" b="b"/>
                  <a:pathLst>
                    <a:path w="8" h="28">
                      <a:moveTo>
                        <a:pt x="8" y="28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8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39" name=""/>
                <p:cNvSpPr/>
                <p:nvPr/>
              </p:nvSpPr>
              <p:spPr>
                <a:xfrm rot="0" flipH="1">
                  <a:off x="3272" y="124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40" name=""/>
                <p:cNvSpPr/>
                <p:nvPr/>
              </p:nvSpPr>
              <p:spPr>
                <a:xfrm rot="0">
                  <a:off x="3252" y="1240"/>
                  <a:ext cx="24" cy="20"/>
                </a:xfrm>
                <a:custGeom>
                  <a:avLst/>
                  <a:ahLst/>
                  <a:rect l="0" t="0" r="r" b="b"/>
                  <a:pathLst>
                    <a:path w="99" h="79">
                      <a:moveTo>
                        <a:pt x="99" y="54"/>
                      </a:moveTo>
                      <a:lnTo>
                        <a:pt x="91" y="27"/>
                      </a:lnTo>
                      <a:lnTo>
                        <a:pt x="83" y="0"/>
                      </a:lnTo>
                      <a:lnTo>
                        <a:pt x="0" y="26"/>
                      </a:lnTo>
                      <a:lnTo>
                        <a:pt x="8" y="53"/>
                      </a:lnTo>
                      <a:lnTo>
                        <a:pt x="15" y="79"/>
                      </a:lnTo>
                      <a:lnTo>
                        <a:pt x="99" y="5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41" name=""/>
                <p:cNvSpPr/>
                <p:nvPr/>
              </p:nvSpPr>
              <p:spPr>
                <a:xfrm rot="0">
                  <a:off x="3252" y="1240"/>
                  <a:ext cx="24" cy="20"/>
                </a:xfrm>
                <a:custGeom>
                  <a:avLst/>
                  <a:ahLst/>
                  <a:rect l="0" t="0" r="r" b="b"/>
                  <a:pathLst>
                    <a:path w="99" h="79">
                      <a:moveTo>
                        <a:pt x="99" y="54"/>
                      </a:moveTo>
                      <a:lnTo>
                        <a:pt x="91" y="27"/>
                      </a:lnTo>
                      <a:lnTo>
                        <a:pt x="83" y="0"/>
                      </a:lnTo>
                      <a:lnTo>
                        <a:pt x="0" y="26"/>
                      </a:lnTo>
                      <a:lnTo>
                        <a:pt x="8" y="53"/>
                      </a:lnTo>
                      <a:lnTo>
                        <a:pt x="15" y="79"/>
                      </a:lnTo>
                      <a:lnTo>
                        <a:pt x="99" y="5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42" name=""/>
                <p:cNvSpPr/>
                <p:nvPr/>
              </p:nvSpPr>
              <p:spPr>
                <a:xfrm rot="0">
                  <a:off x="3251" y="1246"/>
                  <a:ext cx="3" cy="7"/>
                </a:xfrm>
                <a:custGeom>
                  <a:avLst/>
                  <a:ahLst/>
                  <a:rect l="0" t="0" r="r" b="b"/>
                  <a:pathLst>
                    <a:path w="9" h="27">
                      <a:moveTo>
                        <a:pt x="9" y="27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9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43" name=""/>
                <p:cNvSpPr/>
                <p:nvPr/>
              </p:nvSpPr>
              <p:spPr>
                <a:xfrm rot="0" flipH="1">
                  <a:off x="3251" y="124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44" name=""/>
                <p:cNvSpPr/>
                <p:nvPr/>
              </p:nvSpPr>
              <p:spPr>
                <a:xfrm rot="0">
                  <a:off x="3231" y="1246"/>
                  <a:ext cx="25" cy="21"/>
                </a:xfrm>
                <a:custGeom>
                  <a:avLst/>
                  <a:ahLst/>
                  <a:rect l="0" t="0" r="r" b="b"/>
                  <a:pathLst>
                    <a:path w="100" h="82">
                      <a:moveTo>
                        <a:pt x="100" y="53"/>
                      </a:moveTo>
                      <a:lnTo>
                        <a:pt x="92" y="27"/>
                      </a:lnTo>
                      <a:lnTo>
                        <a:pt x="83" y="0"/>
                      </a:lnTo>
                      <a:lnTo>
                        <a:pt x="0" y="29"/>
                      </a:lnTo>
                      <a:lnTo>
                        <a:pt x="8" y="55"/>
                      </a:lnTo>
                      <a:lnTo>
                        <a:pt x="17" y="82"/>
                      </a:lnTo>
                      <a:lnTo>
                        <a:pt x="100" y="5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45" name=""/>
                <p:cNvSpPr/>
                <p:nvPr/>
              </p:nvSpPr>
              <p:spPr>
                <a:xfrm rot="0">
                  <a:off x="3231" y="1246"/>
                  <a:ext cx="25" cy="21"/>
                </a:xfrm>
                <a:custGeom>
                  <a:avLst/>
                  <a:ahLst/>
                  <a:rect l="0" t="0" r="r" b="b"/>
                  <a:pathLst>
                    <a:path w="100" h="82">
                      <a:moveTo>
                        <a:pt x="100" y="53"/>
                      </a:moveTo>
                      <a:lnTo>
                        <a:pt x="92" y="27"/>
                      </a:lnTo>
                      <a:lnTo>
                        <a:pt x="83" y="0"/>
                      </a:lnTo>
                      <a:lnTo>
                        <a:pt x="0" y="29"/>
                      </a:lnTo>
                      <a:lnTo>
                        <a:pt x="8" y="55"/>
                      </a:lnTo>
                      <a:lnTo>
                        <a:pt x="17" y="82"/>
                      </a:lnTo>
                      <a:lnTo>
                        <a:pt x="100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46" name=""/>
                <p:cNvSpPr/>
                <p:nvPr/>
              </p:nvSpPr>
              <p:spPr>
                <a:xfrm rot="0">
                  <a:off x="3230" y="1254"/>
                  <a:ext cx="3" cy="6"/>
                </a:xfrm>
                <a:custGeom>
                  <a:avLst/>
                  <a:ahLst/>
                  <a:rect l="0" t="0" r="r" b="b"/>
                  <a:pathLst>
                    <a:path w="11" h="26">
                      <a:moveTo>
                        <a:pt x="11" y="26"/>
                      </a:move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11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47" name=""/>
                <p:cNvSpPr/>
                <p:nvPr/>
              </p:nvSpPr>
              <p:spPr>
                <a:xfrm rot="0" flipH="1">
                  <a:off x="3230" y="125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48" name=""/>
                <p:cNvSpPr/>
                <p:nvPr/>
              </p:nvSpPr>
              <p:spPr>
                <a:xfrm rot="0">
                  <a:off x="3210" y="1254"/>
                  <a:ext cx="26" cy="21"/>
                </a:xfrm>
                <a:custGeom>
                  <a:avLst/>
                  <a:ahLst/>
                  <a:rect l="0" t="0" r="r" b="b"/>
                  <a:pathLst>
                    <a:path w="103" h="86">
                      <a:moveTo>
                        <a:pt x="103" y="53"/>
                      </a:moveTo>
                      <a:lnTo>
                        <a:pt x="92" y="26"/>
                      </a:lnTo>
                      <a:lnTo>
                        <a:pt x="81" y="0"/>
                      </a:lnTo>
                      <a:lnTo>
                        <a:pt x="0" y="33"/>
                      </a:lnTo>
                      <a:lnTo>
                        <a:pt x="11" y="60"/>
                      </a:lnTo>
                      <a:lnTo>
                        <a:pt x="23" y="86"/>
                      </a:lnTo>
                      <a:lnTo>
                        <a:pt x="103" y="5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49" name=""/>
                <p:cNvSpPr/>
                <p:nvPr/>
              </p:nvSpPr>
              <p:spPr>
                <a:xfrm rot="0">
                  <a:off x="3210" y="1254"/>
                  <a:ext cx="26" cy="21"/>
                </a:xfrm>
                <a:custGeom>
                  <a:avLst/>
                  <a:ahLst/>
                  <a:rect l="0" t="0" r="r" b="b"/>
                  <a:pathLst>
                    <a:path w="103" h="86">
                      <a:moveTo>
                        <a:pt x="103" y="53"/>
                      </a:moveTo>
                      <a:lnTo>
                        <a:pt x="92" y="26"/>
                      </a:lnTo>
                      <a:lnTo>
                        <a:pt x="81" y="0"/>
                      </a:lnTo>
                      <a:lnTo>
                        <a:pt x="0" y="33"/>
                      </a:lnTo>
                      <a:lnTo>
                        <a:pt x="11" y="60"/>
                      </a:lnTo>
                      <a:lnTo>
                        <a:pt x="23" y="86"/>
                      </a:lnTo>
                      <a:lnTo>
                        <a:pt x="103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50" name=""/>
                <p:cNvSpPr/>
                <p:nvPr/>
              </p:nvSpPr>
              <p:spPr>
                <a:xfrm rot="0">
                  <a:off x="3210" y="1262"/>
                  <a:ext cx="3" cy="7"/>
                </a:xfrm>
                <a:custGeom>
                  <a:avLst/>
                  <a:ahLst/>
                  <a:rect l="0" t="0" r="r" b="b"/>
                  <a:pathLst>
                    <a:path w="11" h="27">
                      <a:moveTo>
                        <a:pt x="11" y="27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1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51" name=""/>
                <p:cNvSpPr/>
                <p:nvPr/>
              </p:nvSpPr>
              <p:spPr>
                <a:xfrm rot="0">
                  <a:off x="3210" y="126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52" name=""/>
                <p:cNvSpPr/>
                <p:nvPr/>
              </p:nvSpPr>
              <p:spPr>
                <a:xfrm rot="0">
                  <a:off x="3190" y="1262"/>
                  <a:ext cx="25" cy="22"/>
                </a:xfrm>
                <a:custGeom>
                  <a:avLst/>
                  <a:ahLst/>
                  <a:rect l="0" t="0" r="r" b="b"/>
                  <a:pathLst>
                    <a:path w="102" h="87">
                      <a:moveTo>
                        <a:pt x="102" y="51"/>
                      </a:moveTo>
                      <a:lnTo>
                        <a:pt x="90" y="26"/>
                      </a:lnTo>
                      <a:lnTo>
                        <a:pt x="79" y="0"/>
                      </a:lnTo>
                      <a:lnTo>
                        <a:pt x="0" y="36"/>
                      </a:lnTo>
                      <a:lnTo>
                        <a:pt x="11" y="61"/>
                      </a:lnTo>
                      <a:lnTo>
                        <a:pt x="22" y="87"/>
                      </a:lnTo>
                      <a:lnTo>
                        <a:pt x="102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53" name=""/>
                <p:cNvSpPr/>
                <p:nvPr/>
              </p:nvSpPr>
              <p:spPr>
                <a:xfrm rot="0">
                  <a:off x="3190" y="1262"/>
                  <a:ext cx="25" cy="22"/>
                </a:xfrm>
                <a:custGeom>
                  <a:avLst/>
                  <a:ahLst/>
                  <a:rect l="0" t="0" r="r" b="b"/>
                  <a:pathLst>
                    <a:path w="102" h="87">
                      <a:moveTo>
                        <a:pt x="102" y="51"/>
                      </a:moveTo>
                      <a:lnTo>
                        <a:pt x="90" y="26"/>
                      </a:lnTo>
                      <a:lnTo>
                        <a:pt x="79" y="0"/>
                      </a:lnTo>
                      <a:lnTo>
                        <a:pt x="0" y="36"/>
                      </a:lnTo>
                      <a:lnTo>
                        <a:pt x="11" y="61"/>
                      </a:lnTo>
                      <a:lnTo>
                        <a:pt x="22" y="87"/>
                      </a:lnTo>
                      <a:lnTo>
                        <a:pt x="102" y="5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54" name=""/>
                <p:cNvSpPr/>
                <p:nvPr/>
              </p:nvSpPr>
              <p:spPr>
                <a:xfrm rot="0">
                  <a:off x="3189" y="1271"/>
                  <a:ext cx="4" cy="7"/>
                </a:xfrm>
                <a:custGeom>
                  <a:avLst/>
                  <a:ahLst/>
                  <a:rect l="0" t="0" r="r" b="b"/>
                  <a:pathLst>
                    <a:path w="14" h="25">
                      <a:moveTo>
                        <a:pt x="14" y="25"/>
                      </a:move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14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55" name=""/>
                <p:cNvSpPr/>
                <p:nvPr/>
              </p:nvSpPr>
              <p:spPr>
                <a:xfrm rot="0" flipH="1">
                  <a:off x="3189" y="12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56" name=""/>
                <p:cNvSpPr/>
                <p:nvPr/>
              </p:nvSpPr>
              <p:spPr>
                <a:xfrm rot="0">
                  <a:off x="3170" y="1271"/>
                  <a:ext cx="26" cy="23"/>
                </a:xfrm>
                <a:custGeom>
                  <a:avLst/>
                  <a:ahLst/>
                  <a:rect l="0" t="0" r="r" b="b"/>
                  <a:pathLst>
                    <a:path w="104" h="91">
                      <a:moveTo>
                        <a:pt x="104" y="51"/>
                      </a:moveTo>
                      <a:lnTo>
                        <a:pt x="91" y="25"/>
                      </a:lnTo>
                      <a:lnTo>
                        <a:pt x="77" y="0"/>
                      </a:lnTo>
                      <a:lnTo>
                        <a:pt x="0" y="40"/>
                      </a:lnTo>
                      <a:lnTo>
                        <a:pt x="13" y="65"/>
                      </a:lnTo>
                      <a:lnTo>
                        <a:pt x="26" y="91"/>
                      </a:lnTo>
                      <a:lnTo>
                        <a:pt x="104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57" name=""/>
                <p:cNvSpPr/>
                <p:nvPr/>
              </p:nvSpPr>
              <p:spPr>
                <a:xfrm rot="0">
                  <a:off x="3170" y="1271"/>
                  <a:ext cx="26" cy="23"/>
                </a:xfrm>
                <a:custGeom>
                  <a:avLst/>
                  <a:ahLst/>
                  <a:rect l="0" t="0" r="r" b="b"/>
                  <a:pathLst>
                    <a:path w="104" h="91">
                      <a:moveTo>
                        <a:pt x="104" y="51"/>
                      </a:moveTo>
                      <a:lnTo>
                        <a:pt x="91" y="25"/>
                      </a:lnTo>
                      <a:lnTo>
                        <a:pt x="77" y="0"/>
                      </a:lnTo>
                      <a:lnTo>
                        <a:pt x="0" y="40"/>
                      </a:lnTo>
                      <a:lnTo>
                        <a:pt x="13" y="65"/>
                      </a:lnTo>
                      <a:lnTo>
                        <a:pt x="26" y="91"/>
                      </a:lnTo>
                      <a:lnTo>
                        <a:pt x="104" y="5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58" name=""/>
                <p:cNvSpPr/>
                <p:nvPr/>
              </p:nvSpPr>
              <p:spPr>
                <a:xfrm rot="0">
                  <a:off x="3170" y="1281"/>
                  <a:ext cx="3" cy="7"/>
                </a:xfrm>
                <a:custGeom>
                  <a:avLst/>
                  <a:ahLst/>
                  <a:rect l="0" t="0" r="r" b="b"/>
                  <a:pathLst>
                    <a:path w="14" h="25">
                      <a:moveTo>
                        <a:pt x="14" y="25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4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59" name=""/>
                <p:cNvSpPr/>
                <p:nvPr/>
              </p:nvSpPr>
              <p:spPr>
                <a:xfrm rot="0" flipH="1">
                  <a:off x="3170" y="128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60" name=""/>
                <p:cNvSpPr/>
                <p:nvPr/>
              </p:nvSpPr>
              <p:spPr>
                <a:xfrm rot="0">
                  <a:off x="3151" y="1281"/>
                  <a:ext cx="26" cy="23"/>
                </a:xfrm>
                <a:custGeom>
                  <a:avLst/>
                  <a:ahLst/>
                  <a:rect l="0" t="0" r="r" b="b"/>
                  <a:pathLst>
                    <a:path w="105" h="92">
                      <a:moveTo>
                        <a:pt x="105" y="49"/>
                      </a:moveTo>
                      <a:lnTo>
                        <a:pt x="91" y="24"/>
                      </a:lnTo>
                      <a:lnTo>
                        <a:pt x="77" y="0"/>
                      </a:lnTo>
                      <a:lnTo>
                        <a:pt x="0" y="43"/>
                      </a:lnTo>
                      <a:lnTo>
                        <a:pt x="14" y="67"/>
                      </a:lnTo>
                      <a:lnTo>
                        <a:pt x="29" y="92"/>
                      </a:lnTo>
                      <a:lnTo>
                        <a:pt x="105" y="4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61" name=""/>
                <p:cNvSpPr/>
                <p:nvPr/>
              </p:nvSpPr>
              <p:spPr>
                <a:xfrm rot="0">
                  <a:off x="3151" y="1281"/>
                  <a:ext cx="26" cy="23"/>
                </a:xfrm>
                <a:custGeom>
                  <a:avLst/>
                  <a:ahLst/>
                  <a:rect l="0" t="0" r="r" b="b"/>
                  <a:pathLst>
                    <a:path w="105" h="92">
                      <a:moveTo>
                        <a:pt x="105" y="49"/>
                      </a:moveTo>
                      <a:lnTo>
                        <a:pt x="91" y="24"/>
                      </a:lnTo>
                      <a:lnTo>
                        <a:pt x="77" y="0"/>
                      </a:lnTo>
                      <a:lnTo>
                        <a:pt x="0" y="43"/>
                      </a:lnTo>
                      <a:lnTo>
                        <a:pt x="14" y="67"/>
                      </a:lnTo>
                      <a:lnTo>
                        <a:pt x="29" y="92"/>
                      </a:lnTo>
                      <a:lnTo>
                        <a:pt x="105" y="4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62" name=""/>
                <p:cNvSpPr/>
                <p:nvPr/>
              </p:nvSpPr>
              <p:spPr>
                <a:xfrm rot="0">
                  <a:off x="3150" y="1292"/>
                  <a:ext cx="4" cy="6"/>
                </a:xfrm>
                <a:custGeom>
                  <a:avLst/>
                  <a:ahLst/>
                  <a:rect l="0" t="0" r="r" b="b"/>
                  <a:pathLst>
                    <a:path w="15" h="24">
                      <a:moveTo>
                        <a:pt x="15" y="24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5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63" name=""/>
                <p:cNvSpPr/>
                <p:nvPr/>
              </p:nvSpPr>
              <p:spPr>
                <a:xfrm rot="0" flipH="1">
                  <a:off x="3150" y="129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64" name=""/>
                <p:cNvSpPr/>
                <p:nvPr/>
              </p:nvSpPr>
              <p:spPr>
                <a:xfrm rot="0">
                  <a:off x="3132" y="1292"/>
                  <a:ext cx="26" cy="24"/>
                </a:xfrm>
                <a:custGeom>
                  <a:avLst/>
                  <a:ahLst/>
                  <a:rect l="0" t="0" r="r" b="b"/>
                  <a:pathLst>
                    <a:path w="105" h="95">
                      <a:moveTo>
                        <a:pt x="105" y="49"/>
                      </a:moveTo>
                      <a:lnTo>
                        <a:pt x="89" y="24"/>
                      </a:lnTo>
                      <a:lnTo>
                        <a:pt x="74" y="0"/>
                      </a:lnTo>
                      <a:lnTo>
                        <a:pt x="0" y="47"/>
                      </a:lnTo>
                      <a:lnTo>
                        <a:pt x="15" y="71"/>
                      </a:lnTo>
                      <a:lnTo>
                        <a:pt x="31" y="95"/>
                      </a:lnTo>
                      <a:lnTo>
                        <a:pt x="105" y="4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65" name=""/>
                <p:cNvSpPr/>
                <p:nvPr/>
              </p:nvSpPr>
              <p:spPr>
                <a:xfrm rot="0">
                  <a:off x="3132" y="1292"/>
                  <a:ext cx="26" cy="24"/>
                </a:xfrm>
                <a:custGeom>
                  <a:avLst/>
                  <a:ahLst/>
                  <a:rect l="0" t="0" r="r" b="b"/>
                  <a:pathLst>
                    <a:path w="105" h="95">
                      <a:moveTo>
                        <a:pt x="105" y="49"/>
                      </a:moveTo>
                      <a:lnTo>
                        <a:pt x="89" y="24"/>
                      </a:lnTo>
                      <a:lnTo>
                        <a:pt x="74" y="0"/>
                      </a:lnTo>
                      <a:lnTo>
                        <a:pt x="0" y="47"/>
                      </a:lnTo>
                      <a:lnTo>
                        <a:pt x="15" y="71"/>
                      </a:lnTo>
                      <a:lnTo>
                        <a:pt x="31" y="95"/>
                      </a:lnTo>
                      <a:lnTo>
                        <a:pt x="105" y="4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66" name=""/>
                <p:cNvSpPr/>
                <p:nvPr/>
              </p:nvSpPr>
              <p:spPr>
                <a:xfrm rot="0">
                  <a:off x="3131" y="1304"/>
                  <a:ext cx="5" cy="6"/>
                </a:xfrm>
                <a:custGeom>
                  <a:avLst/>
                  <a:ahLst/>
                  <a:rect l="0" t="0" r="r" b="b"/>
                  <a:pathLst>
                    <a:path w="16" h="24">
                      <a:moveTo>
                        <a:pt x="16" y="2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6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67" name=""/>
                <p:cNvSpPr/>
                <p:nvPr/>
              </p:nvSpPr>
              <p:spPr>
                <a:xfrm rot="0" flipH="1">
                  <a:off x="3131" y="130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68" name=""/>
                <p:cNvSpPr/>
                <p:nvPr/>
              </p:nvSpPr>
              <p:spPr>
                <a:xfrm rot="0">
                  <a:off x="3114" y="1304"/>
                  <a:ext cx="26" cy="24"/>
                </a:xfrm>
                <a:custGeom>
                  <a:avLst/>
                  <a:ahLst/>
                  <a:rect l="0" t="0" r="r" b="b"/>
                  <a:pathLst>
                    <a:path w="104" h="96">
                      <a:moveTo>
                        <a:pt x="104" y="46"/>
                      </a:moveTo>
                      <a:lnTo>
                        <a:pt x="87" y="23"/>
                      </a:lnTo>
                      <a:lnTo>
                        <a:pt x="71" y="0"/>
                      </a:lnTo>
                      <a:lnTo>
                        <a:pt x="0" y="50"/>
                      </a:lnTo>
                      <a:lnTo>
                        <a:pt x="16" y="73"/>
                      </a:lnTo>
                      <a:lnTo>
                        <a:pt x="33" y="96"/>
                      </a:lnTo>
                      <a:lnTo>
                        <a:pt x="104" y="4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69" name=""/>
                <p:cNvSpPr/>
                <p:nvPr/>
              </p:nvSpPr>
              <p:spPr>
                <a:xfrm rot="0">
                  <a:off x="3114" y="1304"/>
                  <a:ext cx="26" cy="24"/>
                </a:xfrm>
                <a:custGeom>
                  <a:avLst/>
                  <a:ahLst/>
                  <a:rect l="0" t="0" r="r" b="b"/>
                  <a:pathLst>
                    <a:path w="104" h="96">
                      <a:moveTo>
                        <a:pt x="104" y="46"/>
                      </a:moveTo>
                      <a:lnTo>
                        <a:pt x="87" y="23"/>
                      </a:lnTo>
                      <a:lnTo>
                        <a:pt x="71" y="0"/>
                      </a:lnTo>
                      <a:lnTo>
                        <a:pt x="0" y="50"/>
                      </a:lnTo>
                      <a:lnTo>
                        <a:pt x="16" y="73"/>
                      </a:lnTo>
                      <a:lnTo>
                        <a:pt x="33" y="96"/>
                      </a:lnTo>
                      <a:lnTo>
                        <a:pt x="104" y="4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70" name=""/>
                <p:cNvSpPr/>
                <p:nvPr/>
              </p:nvSpPr>
              <p:spPr>
                <a:xfrm rot="0">
                  <a:off x="3114" y="1317"/>
                  <a:ext cx="4" cy="5"/>
                </a:xfrm>
                <a:custGeom>
                  <a:avLst/>
                  <a:ahLst/>
                  <a:rect l="0" t="0" r="r" b="b"/>
                  <a:pathLst>
                    <a:path w="16" h="23">
                      <a:moveTo>
                        <a:pt x="16" y="23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6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71" name=""/>
                <p:cNvSpPr/>
                <p:nvPr/>
              </p:nvSpPr>
              <p:spPr>
                <a:xfrm rot="0">
                  <a:off x="3114" y="131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72" name=""/>
                <p:cNvSpPr/>
                <p:nvPr/>
              </p:nvSpPr>
              <p:spPr>
                <a:xfrm rot="0">
                  <a:off x="3096" y="1317"/>
                  <a:ext cx="26" cy="24"/>
                </a:xfrm>
                <a:custGeom>
                  <a:avLst/>
                  <a:ahLst/>
                  <a:rect l="0" t="0" r="r" b="b"/>
                  <a:pathLst>
                    <a:path w="103" h="97">
                      <a:moveTo>
                        <a:pt x="103" y="44"/>
                      </a:moveTo>
                      <a:lnTo>
                        <a:pt x="86" y="22"/>
                      </a:lnTo>
                      <a:lnTo>
                        <a:pt x="70" y="0"/>
                      </a:lnTo>
                      <a:lnTo>
                        <a:pt x="0" y="53"/>
                      </a:lnTo>
                      <a:lnTo>
                        <a:pt x="16" y="75"/>
                      </a:lnTo>
                      <a:lnTo>
                        <a:pt x="33" y="97"/>
                      </a:lnTo>
                      <a:lnTo>
                        <a:pt x="103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73" name=""/>
                <p:cNvSpPr/>
                <p:nvPr/>
              </p:nvSpPr>
              <p:spPr>
                <a:xfrm rot="0">
                  <a:off x="3096" y="1317"/>
                  <a:ext cx="26" cy="24"/>
                </a:xfrm>
                <a:custGeom>
                  <a:avLst/>
                  <a:ahLst/>
                  <a:rect l="0" t="0" r="r" b="b"/>
                  <a:pathLst>
                    <a:path w="103" h="97">
                      <a:moveTo>
                        <a:pt x="103" y="44"/>
                      </a:moveTo>
                      <a:lnTo>
                        <a:pt x="86" y="22"/>
                      </a:lnTo>
                      <a:lnTo>
                        <a:pt x="70" y="0"/>
                      </a:lnTo>
                      <a:lnTo>
                        <a:pt x="0" y="53"/>
                      </a:lnTo>
                      <a:lnTo>
                        <a:pt x="16" y="75"/>
                      </a:lnTo>
                      <a:lnTo>
                        <a:pt x="33" y="97"/>
                      </a:lnTo>
                      <a:lnTo>
                        <a:pt x="103" y="4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74" name=""/>
                <p:cNvSpPr/>
                <p:nvPr/>
              </p:nvSpPr>
              <p:spPr>
                <a:xfrm rot="0">
                  <a:off x="3096" y="1330"/>
                  <a:ext cx="4" cy="6"/>
                </a:xfrm>
                <a:custGeom>
                  <a:avLst/>
                  <a:ahLst/>
                  <a:rect l="0" t="0" r="r" b="b"/>
                  <a:pathLst>
                    <a:path w="17" h="22">
                      <a:moveTo>
                        <a:pt x="17" y="22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7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75" name=""/>
                <p:cNvSpPr/>
                <p:nvPr/>
              </p:nvSpPr>
              <p:spPr>
                <a:xfrm rot="0" flipH="1">
                  <a:off x="3096" y="133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76" name=""/>
                <p:cNvSpPr/>
                <p:nvPr/>
              </p:nvSpPr>
              <p:spPr>
                <a:xfrm rot="0">
                  <a:off x="3079" y="1330"/>
                  <a:ext cx="26" cy="25"/>
                </a:xfrm>
                <a:custGeom>
                  <a:avLst/>
                  <a:ahLst/>
                  <a:rect l="0" t="0" r="r" b="b"/>
                  <a:pathLst>
                    <a:path w="103" h="101">
                      <a:moveTo>
                        <a:pt x="103" y="44"/>
                      </a:moveTo>
                      <a:lnTo>
                        <a:pt x="85" y="22"/>
                      </a:lnTo>
                      <a:lnTo>
                        <a:pt x="68" y="0"/>
                      </a:lnTo>
                      <a:lnTo>
                        <a:pt x="0" y="56"/>
                      </a:lnTo>
                      <a:lnTo>
                        <a:pt x="18" y="79"/>
                      </a:lnTo>
                      <a:lnTo>
                        <a:pt x="35" y="101"/>
                      </a:lnTo>
                      <a:lnTo>
                        <a:pt x="103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77" name=""/>
                <p:cNvSpPr/>
                <p:nvPr/>
              </p:nvSpPr>
              <p:spPr>
                <a:xfrm rot="0">
                  <a:off x="3079" y="1330"/>
                  <a:ext cx="26" cy="25"/>
                </a:xfrm>
                <a:custGeom>
                  <a:avLst/>
                  <a:ahLst/>
                  <a:rect l="0" t="0" r="r" b="b"/>
                  <a:pathLst>
                    <a:path w="103" h="101">
                      <a:moveTo>
                        <a:pt x="103" y="44"/>
                      </a:moveTo>
                      <a:lnTo>
                        <a:pt x="85" y="22"/>
                      </a:lnTo>
                      <a:lnTo>
                        <a:pt x="68" y="0"/>
                      </a:lnTo>
                      <a:lnTo>
                        <a:pt x="0" y="56"/>
                      </a:lnTo>
                      <a:lnTo>
                        <a:pt x="18" y="79"/>
                      </a:lnTo>
                      <a:lnTo>
                        <a:pt x="35" y="101"/>
                      </a:lnTo>
                      <a:lnTo>
                        <a:pt x="103" y="4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78" name=""/>
                <p:cNvSpPr/>
                <p:nvPr/>
              </p:nvSpPr>
              <p:spPr>
                <a:xfrm rot="0">
                  <a:off x="3079" y="1344"/>
                  <a:ext cx="4" cy="6"/>
                </a:xfrm>
                <a:custGeom>
                  <a:avLst/>
                  <a:ahLst/>
                  <a:rect l="0" t="0" r="r" b="b"/>
                  <a:pathLst>
                    <a:path w="19" h="23">
                      <a:moveTo>
                        <a:pt x="19" y="23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9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79" name=""/>
                <p:cNvSpPr/>
                <p:nvPr/>
              </p:nvSpPr>
              <p:spPr>
                <a:xfrm rot="0" flipH="1">
                  <a:off x="3079" y="13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80" name=""/>
                <p:cNvSpPr/>
                <p:nvPr/>
              </p:nvSpPr>
              <p:spPr>
                <a:xfrm rot="0">
                  <a:off x="3063" y="1345"/>
                  <a:ext cx="25" cy="25"/>
                </a:xfrm>
                <a:custGeom>
                  <a:avLst/>
                  <a:ahLst/>
                  <a:rect l="0" t="0" r="r" b="b"/>
                  <a:pathLst>
                    <a:path w="103" h="100">
                      <a:moveTo>
                        <a:pt x="103" y="42"/>
                      </a:moveTo>
                      <a:lnTo>
                        <a:pt x="84" y="21"/>
                      </a:lnTo>
                      <a:lnTo>
                        <a:pt x="65" y="0"/>
                      </a:lnTo>
                      <a:lnTo>
                        <a:pt x="0" y="58"/>
                      </a:lnTo>
                      <a:lnTo>
                        <a:pt x="19" y="79"/>
                      </a:lnTo>
                      <a:lnTo>
                        <a:pt x="38" y="100"/>
                      </a:lnTo>
                      <a:lnTo>
                        <a:pt x="103" y="4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81" name=""/>
                <p:cNvSpPr/>
                <p:nvPr/>
              </p:nvSpPr>
              <p:spPr>
                <a:xfrm rot="0">
                  <a:off x="3063" y="1345"/>
                  <a:ext cx="25" cy="25"/>
                </a:xfrm>
                <a:custGeom>
                  <a:avLst/>
                  <a:ahLst/>
                  <a:rect l="0" t="0" r="r" b="b"/>
                  <a:pathLst>
                    <a:path w="103" h="100">
                      <a:moveTo>
                        <a:pt x="103" y="42"/>
                      </a:moveTo>
                      <a:lnTo>
                        <a:pt x="84" y="21"/>
                      </a:lnTo>
                      <a:lnTo>
                        <a:pt x="65" y="0"/>
                      </a:lnTo>
                      <a:lnTo>
                        <a:pt x="0" y="58"/>
                      </a:lnTo>
                      <a:lnTo>
                        <a:pt x="19" y="79"/>
                      </a:lnTo>
                      <a:lnTo>
                        <a:pt x="38" y="100"/>
                      </a:lnTo>
                      <a:lnTo>
                        <a:pt x="103" y="4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82" name=""/>
                <p:cNvSpPr/>
                <p:nvPr/>
              </p:nvSpPr>
              <p:spPr>
                <a:xfrm rot="0">
                  <a:off x="3062" y="1359"/>
                  <a:ext cx="5" cy="6"/>
                </a:xfrm>
                <a:custGeom>
                  <a:avLst/>
                  <a:ahLst/>
                  <a:rect l="0" t="0" r="r" b="b"/>
                  <a:pathLst>
                    <a:path w="20" h="21">
                      <a:moveTo>
                        <a:pt x="20" y="2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0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83" name=""/>
                <p:cNvSpPr/>
                <p:nvPr/>
              </p:nvSpPr>
              <p:spPr>
                <a:xfrm rot="0" flipH="1">
                  <a:off x="3062" y="135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84" name=""/>
                <p:cNvSpPr/>
                <p:nvPr/>
              </p:nvSpPr>
              <p:spPr>
                <a:xfrm rot="0">
                  <a:off x="3047" y="1360"/>
                  <a:ext cx="25" cy="25"/>
                </a:xfrm>
                <a:custGeom>
                  <a:avLst/>
                  <a:ahLst/>
                  <a:rect l="0" t="0" r="r" b="b"/>
                  <a:pathLst>
                    <a:path w="102" h="102">
                      <a:moveTo>
                        <a:pt x="102" y="40"/>
                      </a:moveTo>
                      <a:lnTo>
                        <a:pt x="82" y="20"/>
                      </a:lnTo>
                      <a:lnTo>
                        <a:pt x="62" y="0"/>
                      </a:lnTo>
                      <a:lnTo>
                        <a:pt x="0" y="63"/>
                      </a:lnTo>
                      <a:lnTo>
                        <a:pt x="20" y="83"/>
                      </a:lnTo>
                      <a:lnTo>
                        <a:pt x="40" y="102"/>
                      </a:lnTo>
                      <a:lnTo>
                        <a:pt x="102" y="4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85" name=""/>
                <p:cNvSpPr/>
                <p:nvPr/>
              </p:nvSpPr>
              <p:spPr>
                <a:xfrm rot="0">
                  <a:off x="3047" y="1360"/>
                  <a:ext cx="25" cy="25"/>
                </a:xfrm>
                <a:custGeom>
                  <a:avLst/>
                  <a:ahLst/>
                  <a:rect l="0" t="0" r="r" b="b"/>
                  <a:pathLst>
                    <a:path w="102" h="102">
                      <a:moveTo>
                        <a:pt x="102" y="40"/>
                      </a:moveTo>
                      <a:lnTo>
                        <a:pt x="82" y="20"/>
                      </a:lnTo>
                      <a:lnTo>
                        <a:pt x="62" y="0"/>
                      </a:lnTo>
                      <a:lnTo>
                        <a:pt x="0" y="63"/>
                      </a:lnTo>
                      <a:lnTo>
                        <a:pt x="20" y="83"/>
                      </a:lnTo>
                      <a:lnTo>
                        <a:pt x="40" y="102"/>
                      </a:lnTo>
                      <a:lnTo>
                        <a:pt x="102" y="4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86" name=""/>
                <p:cNvSpPr/>
                <p:nvPr/>
              </p:nvSpPr>
              <p:spPr>
                <a:xfrm rot="0">
                  <a:off x="3047" y="1375"/>
                  <a:ext cx="5" cy="5"/>
                </a:xfrm>
                <a:custGeom>
                  <a:avLst/>
                  <a:ahLst/>
                  <a:rect l="0" t="0" r="r" b="b"/>
                  <a:pathLst>
                    <a:path w="21" h="20">
                      <a:moveTo>
                        <a:pt x="21" y="2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1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87" name=""/>
                <p:cNvSpPr/>
                <p:nvPr/>
              </p:nvSpPr>
              <p:spPr>
                <a:xfrm rot="0" flipH="1">
                  <a:off x="3047" y="137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88" name=""/>
                <p:cNvSpPr/>
                <p:nvPr/>
              </p:nvSpPr>
              <p:spPr>
                <a:xfrm rot="0">
                  <a:off x="3032" y="1375"/>
                  <a:ext cx="25" cy="26"/>
                </a:xfrm>
                <a:custGeom>
                  <a:avLst/>
                  <a:ahLst/>
                  <a:rect l="0" t="0" r="r" b="b"/>
                  <a:pathLst>
                    <a:path w="101" h="102">
                      <a:moveTo>
                        <a:pt x="101" y="37"/>
                      </a:moveTo>
                      <a:lnTo>
                        <a:pt x="80" y="19"/>
                      </a:lnTo>
                      <a:lnTo>
                        <a:pt x="59" y="0"/>
                      </a:lnTo>
                      <a:lnTo>
                        <a:pt x="0" y="64"/>
                      </a:lnTo>
                      <a:lnTo>
                        <a:pt x="21" y="83"/>
                      </a:lnTo>
                      <a:lnTo>
                        <a:pt x="43" y="102"/>
                      </a:lnTo>
                      <a:lnTo>
                        <a:pt x="101" y="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89" name=""/>
                <p:cNvSpPr/>
                <p:nvPr/>
              </p:nvSpPr>
              <p:spPr>
                <a:xfrm rot="0">
                  <a:off x="3032" y="1375"/>
                  <a:ext cx="25" cy="26"/>
                </a:xfrm>
                <a:custGeom>
                  <a:avLst/>
                  <a:ahLst/>
                  <a:rect l="0" t="0" r="r" b="b"/>
                  <a:pathLst>
                    <a:path w="101" h="102">
                      <a:moveTo>
                        <a:pt x="101" y="37"/>
                      </a:moveTo>
                      <a:lnTo>
                        <a:pt x="80" y="19"/>
                      </a:lnTo>
                      <a:lnTo>
                        <a:pt x="59" y="0"/>
                      </a:lnTo>
                      <a:lnTo>
                        <a:pt x="0" y="64"/>
                      </a:lnTo>
                      <a:lnTo>
                        <a:pt x="21" y="83"/>
                      </a:lnTo>
                      <a:lnTo>
                        <a:pt x="43" y="102"/>
                      </a:lnTo>
                      <a:lnTo>
                        <a:pt x="101" y="3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90" name=""/>
                <p:cNvSpPr/>
                <p:nvPr/>
              </p:nvSpPr>
              <p:spPr>
                <a:xfrm rot="0">
                  <a:off x="3032" y="1391"/>
                  <a:ext cx="5" cy="5"/>
                </a:xfrm>
                <a:custGeom>
                  <a:avLst/>
                  <a:ahLst/>
                  <a:rect l="0" t="0" r="r" b="b"/>
                  <a:pathLst>
                    <a:path w="22" h="19">
                      <a:moveTo>
                        <a:pt x="22" y="19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2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91" name=""/>
                <p:cNvSpPr/>
                <p:nvPr/>
              </p:nvSpPr>
              <p:spPr>
                <a:xfrm rot="0" flipH="1">
                  <a:off x="3032" y="139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92" name=""/>
                <p:cNvSpPr/>
                <p:nvPr/>
              </p:nvSpPr>
              <p:spPr>
                <a:xfrm rot="0">
                  <a:off x="3017" y="1392"/>
                  <a:ext cx="26" cy="26"/>
                </a:xfrm>
                <a:custGeom>
                  <a:avLst/>
                  <a:ahLst/>
                  <a:rect l="0" t="0" r="r" b="b"/>
                  <a:pathLst>
                    <a:path w="101" h="103">
                      <a:moveTo>
                        <a:pt x="101" y="36"/>
                      </a:moveTo>
                      <a:lnTo>
                        <a:pt x="78" y="18"/>
                      </a:lnTo>
                      <a:lnTo>
                        <a:pt x="56" y="0"/>
                      </a:lnTo>
                      <a:lnTo>
                        <a:pt x="0" y="68"/>
                      </a:lnTo>
                      <a:lnTo>
                        <a:pt x="22" y="85"/>
                      </a:lnTo>
                      <a:lnTo>
                        <a:pt x="44" y="103"/>
                      </a:lnTo>
                      <a:lnTo>
                        <a:pt x="101" y="3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93" name=""/>
                <p:cNvSpPr/>
                <p:nvPr/>
              </p:nvSpPr>
              <p:spPr>
                <a:xfrm rot="0">
                  <a:off x="3017" y="1392"/>
                  <a:ext cx="26" cy="26"/>
                </a:xfrm>
                <a:custGeom>
                  <a:avLst/>
                  <a:ahLst/>
                  <a:rect l="0" t="0" r="r" b="b"/>
                  <a:pathLst>
                    <a:path w="101" h="103">
                      <a:moveTo>
                        <a:pt x="101" y="36"/>
                      </a:moveTo>
                      <a:lnTo>
                        <a:pt x="78" y="18"/>
                      </a:lnTo>
                      <a:lnTo>
                        <a:pt x="56" y="0"/>
                      </a:lnTo>
                      <a:lnTo>
                        <a:pt x="0" y="68"/>
                      </a:lnTo>
                      <a:lnTo>
                        <a:pt x="22" y="85"/>
                      </a:lnTo>
                      <a:lnTo>
                        <a:pt x="44" y="103"/>
                      </a:lnTo>
                      <a:lnTo>
                        <a:pt x="101" y="3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94" name=""/>
                <p:cNvSpPr/>
                <p:nvPr/>
              </p:nvSpPr>
              <p:spPr>
                <a:xfrm rot="0">
                  <a:off x="3017" y="1409"/>
                  <a:ext cx="6" cy="4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22" y="17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2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95" name=""/>
                <p:cNvSpPr/>
                <p:nvPr/>
              </p:nvSpPr>
              <p:spPr>
                <a:xfrm rot="0">
                  <a:off x="3017" y="140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96" name=""/>
                <p:cNvSpPr/>
                <p:nvPr/>
              </p:nvSpPr>
              <p:spPr>
                <a:xfrm rot="0">
                  <a:off x="3004" y="1409"/>
                  <a:ext cx="25" cy="26"/>
                </a:xfrm>
                <a:custGeom>
                  <a:avLst/>
                  <a:ahLst/>
                  <a:rect l="0" t="0" r="r" b="b"/>
                  <a:pathLst>
                    <a:path w="96" h="103">
                      <a:moveTo>
                        <a:pt x="96" y="33"/>
                      </a:moveTo>
                      <a:lnTo>
                        <a:pt x="74" y="16"/>
                      </a:lnTo>
                      <a:lnTo>
                        <a:pt x="52" y="0"/>
                      </a:lnTo>
                      <a:lnTo>
                        <a:pt x="0" y="70"/>
                      </a:lnTo>
                      <a:lnTo>
                        <a:pt x="22" y="86"/>
                      </a:lnTo>
                      <a:lnTo>
                        <a:pt x="44" y="103"/>
                      </a:lnTo>
                      <a:lnTo>
                        <a:pt x="96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97" name=""/>
                <p:cNvSpPr/>
                <p:nvPr/>
              </p:nvSpPr>
              <p:spPr>
                <a:xfrm rot="0">
                  <a:off x="3004" y="1409"/>
                  <a:ext cx="25" cy="26"/>
                </a:xfrm>
                <a:custGeom>
                  <a:avLst/>
                  <a:ahLst/>
                  <a:rect l="0" t="0" r="r" b="b"/>
                  <a:pathLst>
                    <a:path w="96" h="103">
                      <a:moveTo>
                        <a:pt x="96" y="33"/>
                      </a:moveTo>
                      <a:lnTo>
                        <a:pt x="74" y="16"/>
                      </a:lnTo>
                      <a:lnTo>
                        <a:pt x="52" y="0"/>
                      </a:lnTo>
                      <a:lnTo>
                        <a:pt x="0" y="70"/>
                      </a:lnTo>
                      <a:lnTo>
                        <a:pt x="22" y="86"/>
                      </a:lnTo>
                      <a:lnTo>
                        <a:pt x="44" y="103"/>
                      </a:lnTo>
                      <a:lnTo>
                        <a:pt x="96" y="3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7998" name=""/>
                <p:cNvSpPr/>
                <p:nvPr/>
              </p:nvSpPr>
              <p:spPr>
                <a:xfrm rot="0">
                  <a:off x="3004" y="1426"/>
                  <a:ext cx="6" cy="5"/>
                </a:xfrm>
                <a:custGeom>
                  <a:avLst/>
                  <a:ahLst/>
                  <a:rect l="0" t="0" r="r" b="b"/>
                  <a:pathLst>
                    <a:path w="24" h="16">
                      <a:moveTo>
                        <a:pt x="24" y="16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4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7999" name=""/>
                <p:cNvSpPr/>
                <p:nvPr/>
              </p:nvSpPr>
              <p:spPr>
                <a:xfrm rot="0" flipH="1">
                  <a:off x="3004" y="142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00" name=""/>
                <p:cNvSpPr/>
                <p:nvPr/>
              </p:nvSpPr>
              <p:spPr>
                <a:xfrm rot="0">
                  <a:off x="2992" y="1426"/>
                  <a:ext cx="24" cy="26"/>
                </a:xfrm>
                <a:custGeom>
                  <a:avLst/>
                  <a:ahLst/>
                  <a:rect l="0" t="0" r="r" b="b"/>
                  <a:pathLst>
                    <a:path w="96" h="104">
                      <a:moveTo>
                        <a:pt x="96" y="33"/>
                      </a:moveTo>
                      <a:lnTo>
                        <a:pt x="73" y="16"/>
                      </a:lnTo>
                      <a:lnTo>
                        <a:pt x="49" y="0"/>
                      </a:lnTo>
                      <a:lnTo>
                        <a:pt x="0" y="71"/>
                      </a:lnTo>
                      <a:lnTo>
                        <a:pt x="23" y="87"/>
                      </a:lnTo>
                      <a:lnTo>
                        <a:pt x="46" y="104"/>
                      </a:lnTo>
                      <a:lnTo>
                        <a:pt x="96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01" name=""/>
                <p:cNvSpPr/>
                <p:nvPr/>
              </p:nvSpPr>
              <p:spPr>
                <a:xfrm rot="0">
                  <a:off x="2992" y="1426"/>
                  <a:ext cx="24" cy="26"/>
                </a:xfrm>
                <a:custGeom>
                  <a:avLst/>
                  <a:ahLst/>
                  <a:rect l="0" t="0" r="r" b="b"/>
                  <a:pathLst>
                    <a:path w="96" h="104">
                      <a:moveTo>
                        <a:pt x="96" y="33"/>
                      </a:moveTo>
                      <a:lnTo>
                        <a:pt x="73" y="16"/>
                      </a:lnTo>
                      <a:lnTo>
                        <a:pt x="49" y="0"/>
                      </a:lnTo>
                      <a:lnTo>
                        <a:pt x="0" y="71"/>
                      </a:lnTo>
                      <a:lnTo>
                        <a:pt x="23" y="87"/>
                      </a:lnTo>
                      <a:lnTo>
                        <a:pt x="46" y="104"/>
                      </a:lnTo>
                      <a:lnTo>
                        <a:pt x="96" y="3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02" name=""/>
                <p:cNvSpPr/>
                <p:nvPr/>
              </p:nvSpPr>
              <p:spPr>
                <a:xfrm rot="0">
                  <a:off x="2991" y="1444"/>
                  <a:ext cx="6" cy="4"/>
                </a:xfrm>
                <a:custGeom>
                  <a:avLst/>
                  <a:ahLst/>
                  <a:rect l="0" t="0" r="r" b="b"/>
                  <a:pathLst>
                    <a:path w="25" h="16">
                      <a:moveTo>
                        <a:pt x="25" y="16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25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03" name=""/>
                <p:cNvSpPr/>
                <p:nvPr/>
              </p:nvSpPr>
              <p:spPr>
                <a:xfrm rot="0" flipH="1">
                  <a:off x="2991" y="14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04" name=""/>
                <p:cNvSpPr/>
                <p:nvPr/>
              </p:nvSpPr>
              <p:spPr>
                <a:xfrm rot="0">
                  <a:off x="2980" y="1444"/>
                  <a:ext cx="24" cy="27"/>
                </a:xfrm>
                <a:custGeom>
                  <a:avLst/>
                  <a:ahLst/>
                  <a:rect l="0" t="0" r="r" b="b"/>
                  <a:pathLst>
                    <a:path w="95" h="105">
                      <a:moveTo>
                        <a:pt x="95" y="31"/>
                      </a:moveTo>
                      <a:lnTo>
                        <a:pt x="71" y="15"/>
                      </a:lnTo>
                      <a:lnTo>
                        <a:pt x="46" y="0"/>
                      </a:lnTo>
                      <a:lnTo>
                        <a:pt x="0" y="74"/>
                      </a:lnTo>
                      <a:lnTo>
                        <a:pt x="24" y="90"/>
                      </a:lnTo>
                      <a:lnTo>
                        <a:pt x="49" y="105"/>
                      </a:lnTo>
                      <a:lnTo>
                        <a:pt x="95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05" name=""/>
                <p:cNvSpPr/>
                <p:nvPr/>
              </p:nvSpPr>
              <p:spPr>
                <a:xfrm rot="0">
                  <a:off x="2980" y="1444"/>
                  <a:ext cx="24" cy="27"/>
                </a:xfrm>
                <a:custGeom>
                  <a:avLst/>
                  <a:ahLst/>
                  <a:rect l="0" t="0" r="r" b="b"/>
                  <a:pathLst>
                    <a:path w="95" h="105">
                      <a:moveTo>
                        <a:pt x="95" y="31"/>
                      </a:moveTo>
                      <a:lnTo>
                        <a:pt x="71" y="15"/>
                      </a:lnTo>
                      <a:lnTo>
                        <a:pt x="46" y="0"/>
                      </a:lnTo>
                      <a:lnTo>
                        <a:pt x="0" y="74"/>
                      </a:lnTo>
                      <a:lnTo>
                        <a:pt x="24" y="90"/>
                      </a:lnTo>
                      <a:lnTo>
                        <a:pt x="49" y="105"/>
                      </a:lnTo>
                      <a:lnTo>
                        <a:pt x="95" y="3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06" name=""/>
                <p:cNvSpPr/>
                <p:nvPr/>
              </p:nvSpPr>
              <p:spPr>
                <a:xfrm rot="0">
                  <a:off x="2980" y="1463"/>
                  <a:ext cx="6" cy="4"/>
                </a:xfrm>
                <a:custGeom>
                  <a:avLst/>
                  <a:ahLst/>
                  <a:rect l="0" t="0" r="r" b="b"/>
                  <a:pathLst>
                    <a:path w="24" h="16">
                      <a:moveTo>
                        <a:pt x="24" y="1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4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07" name=""/>
                <p:cNvSpPr/>
                <p:nvPr/>
              </p:nvSpPr>
              <p:spPr>
                <a:xfrm rot="0">
                  <a:off x="2980" y="146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08" name=""/>
                <p:cNvSpPr/>
                <p:nvPr/>
              </p:nvSpPr>
              <p:spPr>
                <a:xfrm rot="0">
                  <a:off x="2969" y="1463"/>
                  <a:ext cx="23" cy="27"/>
                </a:xfrm>
                <a:custGeom>
                  <a:avLst/>
                  <a:ahLst/>
                  <a:rect l="0" t="0" r="r" b="b"/>
                  <a:pathLst>
                    <a:path w="92" h="106">
                      <a:moveTo>
                        <a:pt x="92" y="29"/>
                      </a:moveTo>
                      <a:lnTo>
                        <a:pt x="67" y="15"/>
                      </a:lnTo>
                      <a:lnTo>
                        <a:pt x="43" y="0"/>
                      </a:lnTo>
                      <a:lnTo>
                        <a:pt x="0" y="77"/>
                      </a:lnTo>
                      <a:lnTo>
                        <a:pt x="24" y="91"/>
                      </a:lnTo>
                      <a:lnTo>
                        <a:pt x="48" y="106"/>
                      </a:lnTo>
                      <a:lnTo>
                        <a:pt x="92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09" name=""/>
                <p:cNvSpPr/>
                <p:nvPr/>
              </p:nvSpPr>
              <p:spPr>
                <a:xfrm rot="0">
                  <a:off x="2969" y="1463"/>
                  <a:ext cx="23" cy="27"/>
                </a:xfrm>
                <a:custGeom>
                  <a:avLst/>
                  <a:ahLst/>
                  <a:rect l="0" t="0" r="r" b="b"/>
                  <a:pathLst>
                    <a:path w="92" h="106">
                      <a:moveTo>
                        <a:pt x="92" y="29"/>
                      </a:moveTo>
                      <a:lnTo>
                        <a:pt x="67" y="15"/>
                      </a:lnTo>
                      <a:lnTo>
                        <a:pt x="43" y="0"/>
                      </a:lnTo>
                      <a:lnTo>
                        <a:pt x="0" y="77"/>
                      </a:lnTo>
                      <a:lnTo>
                        <a:pt x="24" y="91"/>
                      </a:lnTo>
                      <a:lnTo>
                        <a:pt x="48" y="106"/>
                      </a:lnTo>
                      <a:lnTo>
                        <a:pt x="92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10" name=""/>
                <p:cNvSpPr/>
                <p:nvPr/>
              </p:nvSpPr>
              <p:spPr>
                <a:xfrm rot="0">
                  <a:off x="2969" y="1482"/>
                  <a:ext cx="6" cy="4"/>
                </a:xfrm>
                <a:custGeom>
                  <a:avLst/>
                  <a:ahLst/>
                  <a:rect l="0" t="0" r="r" b="b"/>
                  <a:pathLst>
                    <a:path w="25" h="14">
                      <a:moveTo>
                        <a:pt x="25" y="1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5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11" name=""/>
                <p:cNvSpPr/>
                <p:nvPr/>
              </p:nvSpPr>
              <p:spPr>
                <a:xfrm rot="0" flipH="1">
                  <a:off x="2969" y="14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12" name=""/>
                <p:cNvSpPr/>
                <p:nvPr/>
              </p:nvSpPr>
              <p:spPr>
                <a:xfrm rot="0">
                  <a:off x="2959" y="1483"/>
                  <a:ext cx="22" cy="26"/>
                </a:xfrm>
                <a:custGeom>
                  <a:avLst/>
                  <a:ahLst/>
                  <a:rect l="0" t="0" r="r" b="b"/>
                  <a:pathLst>
                    <a:path w="91" h="104">
                      <a:moveTo>
                        <a:pt x="91" y="26"/>
                      </a:moveTo>
                      <a:lnTo>
                        <a:pt x="65" y="13"/>
                      </a:lnTo>
                      <a:lnTo>
                        <a:pt x="40" y="0"/>
                      </a:lnTo>
                      <a:lnTo>
                        <a:pt x="0" y="77"/>
                      </a:lnTo>
                      <a:lnTo>
                        <a:pt x="25" y="91"/>
                      </a:lnTo>
                      <a:lnTo>
                        <a:pt x="51" y="104"/>
                      </a:lnTo>
                      <a:lnTo>
                        <a:pt x="91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13" name=""/>
                <p:cNvSpPr/>
                <p:nvPr/>
              </p:nvSpPr>
              <p:spPr>
                <a:xfrm rot="0">
                  <a:off x="2959" y="1483"/>
                  <a:ext cx="22" cy="26"/>
                </a:xfrm>
                <a:custGeom>
                  <a:avLst/>
                  <a:ahLst/>
                  <a:rect l="0" t="0" r="r" b="b"/>
                  <a:pathLst>
                    <a:path w="91" h="104">
                      <a:moveTo>
                        <a:pt x="91" y="26"/>
                      </a:moveTo>
                      <a:lnTo>
                        <a:pt x="65" y="13"/>
                      </a:lnTo>
                      <a:lnTo>
                        <a:pt x="40" y="0"/>
                      </a:lnTo>
                      <a:lnTo>
                        <a:pt x="0" y="77"/>
                      </a:lnTo>
                      <a:lnTo>
                        <a:pt x="25" y="91"/>
                      </a:lnTo>
                      <a:lnTo>
                        <a:pt x="51" y="104"/>
                      </a:lnTo>
                      <a:lnTo>
                        <a:pt x="91" y="2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14" name=""/>
                <p:cNvSpPr/>
                <p:nvPr/>
              </p:nvSpPr>
              <p:spPr>
                <a:xfrm rot="0">
                  <a:off x="2959" y="1502"/>
                  <a:ext cx="6" cy="3"/>
                </a:xfrm>
                <a:custGeom>
                  <a:avLst/>
                  <a:ahLst/>
                  <a:rect l="0" t="0" r="r" b="b"/>
                  <a:pathLst>
                    <a:path w="25" h="14">
                      <a:moveTo>
                        <a:pt x="25" y="14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5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15" name=""/>
                <p:cNvSpPr/>
                <p:nvPr/>
              </p:nvSpPr>
              <p:spPr>
                <a:xfrm rot="0">
                  <a:off x="2959" y="150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16" name=""/>
                <p:cNvSpPr/>
                <p:nvPr/>
              </p:nvSpPr>
              <p:spPr>
                <a:xfrm rot="0">
                  <a:off x="2950" y="1502"/>
                  <a:ext cx="21" cy="26"/>
                </a:xfrm>
                <a:custGeom>
                  <a:avLst/>
                  <a:ahLst/>
                  <a:rect l="0" t="0" r="r" b="b"/>
                  <a:pathLst>
                    <a:path w="88" h="104">
                      <a:moveTo>
                        <a:pt x="88" y="24"/>
                      </a:moveTo>
                      <a:lnTo>
                        <a:pt x="62" y="12"/>
                      </a:lnTo>
                      <a:lnTo>
                        <a:pt x="37" y="0"/>
                      </a:lnTo>
                      <a:lnTo>
                        <a:pt x="0" y="79"/>
                      </a:lnTo>
                      <a:lnTo>
                        <a:pt x="26" y="92"/>
                      </a:lnTo>
                      <a:lnTo>
                        <a:pt x="51" y="104"/>
                      </a:lnTo>
                      <a:lnTo>
                        <a:pt x="88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17" name=""/>
                <p:cNvSpPr/>
                <p:nvPr/>
              </p:nvSpPr>
              <p:spPr>
                <a:xfrm rot="0">
                  <a:off x="2950" y="1502"/>
                  <a:ext cx="21" cy="26"/>
                </a:xfrm>
                <a:custGeom>
                  <a:avLst/>
                  <a:ahLst/>
                  <a:rect l="0" t="0" r="r" b="b"/>
                  <a:pathLst>
                    <a:path w="88" h="104">
                      <a:moveTo>
                        <a:pt x="88" y="24"/>
                      </a:moveTo>
                      <a:lnTo>
                        <a:pt x="62" y="12"/>
                      </a:lnTo>
                      <a:lnTo>
                        <a:pt x="37" y="0"/>
                      </a:lnTo>
                      <a:lnTo>
                        <a:pt x="0" y="79"/>
                      </a:lnTo>
                      <a:lnTo>
                        <a:pt x="26" y="92"/>
                      </a:lnTo>
                      <a:lnTo>
                        <a:pt x="51" y="104"/>
                      </a:lnTo>
                      <a:lnTo>
                        <a:pt x="88" y="2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18" name=""/>
                <p:cNvSpPr/>
                <p:nvPr/>
              </p:nvSpPr>
              <p:spPr>
                <a:xfrm rot="0">
                  <a:off x="2949" y="1522"/>
                  <a:ext cx="7" cy="3"/>
                </a:xfrm>
                <a:custGeom>
                  <a:avLst/>
                  <a:ahLst/>
                  <a:rect l="0" t="0" r="r" b="b"/>
                  <a:pathLst>
                    <a:path w="27" h="13">
                      <a:moveTo>
                        <a:pt x="27" y="13"/>
                      </a:move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27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19" name=""/>
                <p:cNvSpPr/>
                <p:nvPr/>
              </p:nvSpPr>
              <p:spPr>
                <a:xfrm rot="0" flipH="1">
                  <a:off x="2949" y="152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20" name=""/>
                <p:cNvSpPr/>
                <p:nvPr/>
              </p:nvSpPr>
              <p:spPr>
                <a:xfrm rot="0">
                  <a:off x="2941" y="1523"/>
                  <a:ext cx="22" cy="25"/>
                </a:xfrm>
                <a:custGeom>
                  <a:avLst/>
                  <a:ahLst/>
                  <a:rect l="0" t="0" r="r" b="b"/>
                  <a:pathLst>
                    <a:path w="85" h="102">
                      <a:moveTo>
                        <a:pt x="85" y="20"/>
                      </a:moveTo>
                      <a:lnTo>
                        <a:pt x="59" y="10"/>
                      </a:lnTo>
                      <a:lnTo>
                        <a:pt x="32" y="0"/>
                      </a:lnTo>
                      <a:lnTo>
                        <a:pt x="0" y="82"/>
                      </a:lnTo>
                      <a:lnTo>
                        <a:pt x="26" y="92"/>
                      </a:lnTo>
                      <a:lnTo>
                        <a:pt x="53" y="102"/>
                      </a:lnTo>
                      <a:lnTo>
                        <a:pt x="85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21" name=""/>
                <p:cNvSpPr/>
                <p:nvPr/>
              </p:nvSpPr>
              <p:spPr>
                <a:xfrm rot="0">
                  <a:off x="2941" y="1523"/>
                  <a:ext cx="22" cy="25"/>
                </a:xfrm>
                <a:custGeom>
                  <a:avLst/>
                  <a:ahLst/>
                  <a:rect l="0" t="0" r="r" b="b"/>
                  <a:pathLst>
                    <a:path w="85" h="102">
                      <a:moveTo>
                        <a:pt x="85" y="20"/>
                      </a:moveTo>
                      <a:lnTo>
                        <a:pt x="59" y="10"/>
                      </a:lnTo>
                      <a:lnTo>
                        <a:pt x="32" y="0"/>
                      </a:lnTo>
                      <a:lnTo>
                        <a:pt x="0" y="82"/>
                      </a:lnTo>
                      <a:lnTo>
                        <a:pt x="26" y="92"/>
                      </a:lnTo>
                      <a:lnTo>
                        <a:pt x="53" y="102"/>
                      </a:lnTo>
                      <a:lnTo>
                        <a:pt x="85" y="2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22" name=""/>
                <p:cNvSpPr/>
                <p:nvPr/>
              </p:nvSpPr>
              <p:spPr>
                <a:xfrm rot="0">
                  <a:off x="2941" y="1543"/>
                  <a:ext cx="7" cy="3"/>
                </a:xfrm>
                <a:custGeom>
                  <a:avLst/>
                  <a:ahLst/>
                  <a:rect l="0" t="0" r="r" b="b"/>
                  <a:pathLst>
                    <a:path w="26" h="10">
                      <a:moveTo>
                        <a:pt x="26" y="1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23" name=""/>
                <p:cNvSpPr/>
                <p:nvPr/>
              </p:nvSpPr>
              <p:spPr>
                <a:xfrm rot="0">
                  <a:off x="2941" y="154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24" name=""/>
                <p:cNvSpPr/>
                <p:nvPr/>
              </p:nvSpPr>
              <p:spPr>
                <a:xfrm rot="0">
                  <a:off x="2934" y="1544"/>
                  <a:ext cx="20" cy="25"/>
                </a:xfrm>
                <a:custGeom>
                  <a:avLst/>
                  <a:ahLst/>
                  <a:rect l="0" t="0" r="r" b="b"/>
                  <a:pathLst>
                    <a:path w="82" h="100">
                      <a:moveTo>
                        <a:pt x="82" y="18"/>
                      </a:moveTo>
                      <a:lnTo>
                        <a:pt x="55" y="9"/>
                      </a:lnTo>
                      <a:lnTo>
                        <a:pt x="29" y="0"/>
                      </a:lnTo>
                      <a:lnTo>
                        <a:pt x="0" y="82"/>
                      </a:lnTo>
                      <a:lnTo>
                        <a:pt x="27" y="91"/>
                      </a:lnTo>
                      <a:lnTo>
                        <a:pt x="53" y="100"/>
                      </a:lnTo>
                      <a:lnTo>
                        <a:pt x="82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25" name=""/>
                <p:cNvSpPr/>
                <p:nvPr/>
              </p:nvSpPr>
              <p:spPr>
                <a:xfrm rot="0">
                  <a:off x="2934" y="1544"/>
                  <a:ext cx="20" cy="25"/>
                </a:xfrm>
                <a:custGeom>
                  <a:avLst/>
                  <a:ahLst/>
                  <a:rect l="0" t="0" r="r" b="b"/>
                  <a:pathLst>
                    <a:path w="82" h="100">
                      <a:moveTo>
                        <a:pt x="82" y="18"/>
                      </a:moveTo>
                      <a:lnTo>
                        <a:pt x="55" y="9"/>
                      </a:lnTo>
                      <a:lnTo>
                        <a:pt x="29" y="0"/>
                      </a:lnTo>
                      <a:lnTo>
                        <a:pt x="0" y="82"/>
                      </a:lnTo>
                      <a:lnTo>
                        <a:pt x="27" y="91"/>
                      </a:lnTo>
                      <a:lnTo>
                        <a:pt x="53" y="100"/>
                      </a:lnTo>
                      <a:lnTo>
                        <a:pt x="82" y="1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26" name=""/>
                <p:cNvSpPr/>
                <p:nvPr/>
              </p:nvSpPr>
              <p:spPr>
                <a:xfrm rot="0">
                  <a:off x="2934" y="1564"/>
                  <a:ext cx="7" cy="2"/>
                </a:xfrm>
                <a:custGeom>
                  <a:avLst/>
                  <a:ahLst/>
                  <a:rect l="0" t="0" r="r" b="b"/>
                  <a:pathLst>
                    <a:path w="27" h="9">
                      <a:moveTo>
                        <a:pt x="27" y="9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7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27" name=""/>
                <p:cNvSpPr/>
                <p:nvPr/>
              </p:nvSpPr>
              <p:spPr>
                <a:xfrm rot="0">
                  <a:off x="2934" y="156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</p:grpSp>
          <p:grpSp>
            <p:nvGrpSpPr>
              <p:cNvPr id="399" name=""/>
              <p:cNvGrpSpPr/>
              <p:nvPr/>
            </p:nvGrpSpPr>
            <p:grpSpPr>
              <a:xfrm rot="0">
                <a:off x="1090" y="820"/>
                <a:ext cx="2651" cy="2175"/>
                <a:chOff x="1090" y="820"/>
                <a:chExt cx="2651" cy="2175"/>
              </a:xfrm>
            </p:grpSpPr>
            <p:sp>
              <p:nvSpPr>
                <p:cNvPr id="1078028" name=""/>
                <p:cNvSpPr/>
                <p:nvPr/>
              </p:nvSpPr>
              <p:spPr>
                <a:xfrm rot="0">
                  <a:off x="2928" y="1565"/>
                  <a:ext cx="19" cy="24"/>
                </a:xfrm>
                <a:custGeom>
                  <a:avLst/>
                  <a:ahLst/>
                  <a:rect l="0" t="0" r="r" b="b"/>
                  <a:pathLst>
                    <a:path w="79" h="100">
                      <a:moveTo>
                        <a:pt x="79" y="16"/>
                      </a:moveTo>
                      <a:lnTo>
                        <a:pt x="53" y="8"/>
                      </a:lnTo>
                      <a:lnTo>
                        <a:pt x="26" y="0"/>
                      </a:lnTo>
                      <a:lnTo>
                        <a:pt x="0" y="84"/>
                      </a:lnTo>
                      <a:lnTo>
                        <a:pt x="27" y="92"/>
                      </a:lnTo>
                      <a:lnTo>
                        <a:pt x="54" y="100"/>
                      </a:lnTo>
                      <a:lnTo>
                        <a:pt x="79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29" name=""/>
                <p:cNvSpPr/>
                <p:nvPr/>
              </p:nvSpPr>
              <p:spPr>
                <a:xfrm rot="0">
                  <a:off x="2928" y="1565"/>
                  <a:ext cx="19" cy="24"/>
                </a:xfrm>
                <a:custGeom>
                  <a:avLst/>
                  <a:ahLst/>
                  <a:rect l="0" t="0" r="r" b="b"/>
                  <a:pathLst>
                    <a:path w="79" h="100">
                      <a:moveTo>
                        <a:pt x="79" y="16"/>
                      </a:moveTo>
                      <a:lnTo>
                        <a:pt x="53" y="8"/>
                      </a:lnTo>
                      <a:lnTo>
                        <a:pt x="26" y="0"/>
                      </a:lnTo>
                      <a:lnTo>
                        <a:pt x="0" y="84"/>
                      </a:lnTo>
                      <a:lnTo>
                        <a:pt x="27" y="92"/>
                      </a:lnTo>
                      <a:lnTo>
                        <a:pt x="54" y="100"/>
                      </a:lnTo>
                      <a:lnTo>
                        <a:pt x="79" y="1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30" name=""/>
                <p:cNvSpPr/>
                <p:nvPr/>
              </p:nvSpPr>
              <p:spPr>
                <a:xfrm rot="0">
                  <a:off x="2927" y="1586"/>
                  <a:ext cx="7" cy="2"/>
                </a:xfrm>
                <a:custGeom>
                  <a:avLst/>
                  <a:ahLst/>
                  <a:rect l="0" t="0" r="r" b="b"/>
                  <a:pathLst>
                    <a:path w="28" h="8">
                      <a:moveTo>
                        <a:pt x="28" y="8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8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31" name=""/>
                <p:cNvSpPr/>
                <p:nvPr/>
              </p:nvSpPr>
              <p:spPr>
                <a:xfrm rot="0" flipH="1">
                  <a:off x="2927" y="15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32" name=""/>
                <p:cNvSpPr/>
                <p:nvPr/>
              </p:nvSpPr>
              <p:spPr>
                <a:xfrm rot="0">
                  <a:off x="2922" y="1586"/>
                  <a:ext cx="19" cy="24"/>
                </a:xfrm>
                <a:custGeom>
                  <a:avLst/>
                  <a:ahLst/>
                  <a:rect l="0" t="0" r="r" b="b"/>
                  <a:pathLst>
                    <a:path w="77" h="98">
                      <a:moveTo>
                        <a:pt x="77" y="14"/>
                      </a:moveTo>
                      <a:lnTo>
                        <a:pt x="49" y="7"/>
                      </a:lnTo>
                      <a:lnTo>
                        <a:pt x="21" y="0"/>
                      </a:lnTo>
                      <a:lnTo>
                        <a:pt x="0" y="85"/>
                      </a:lnTo>
                      <a:lnTo>
                        <a:pt x="28" y="91"/>
                      </a:lnTo>
                      <a:lnTo>
                        <a:pt x="56" y="98"/>
                      </a:lnTo>
                      <a:lnTo>
                        <a:pt x="77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33" name=""/>
                <p:cNvSpPr/>
                <p:nvPr/>
              </p:nvSpPr>
              <p:spPr>
                <a:xfrm rot="0">
                  <a:off x="2922" y="1586"/>
                  <a:ext cx="19" cy="24"/>
                </a:xfrm>
                <a:custGeom>
                  <a:avLst/>
                  <a:ahLst/>
                  <a:rect l="0" t="0" r="r" b="b"/>
                  <a:pathLst>
                    <a:path w="77" h="98">
                      <a:moveTo>
                        <a:pt x="77" y="14"/>
                      </a:moveTo>
                      <a:lnTo>
                        <a:pt x="49" y="7"/>
                      </a:lnTo>
                      <a:lnTo>
                        <a:pt x="21" y="0"/>
                      </a:lnTo>
                      <a:lnTo>
                        <a:pt x="0" y="85"/>
                      </a:lnTo>
                      <a:lnTo>
                        <a:pt x="28" y="91"/>
                      </a:lnTo>
                      <a:lnTo>
                        <a:pt x="56" y="98"/>
                      </a:lnTo>
                      <a:lnTo>
                        <a:pt x="77" y="1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34" name=""/>
                <p:cNvSpPr/>
                <p:nvPr/>
              </p:nvSpPr>
              <p:spPr>
                <a:xfrm rot="0">
                  <a:off x="2922" y="1607"/>
                  <a:ext cx="7" cy="2"/>
                </a:xfrm>
                <a:custGeom>
                  <a:avLst/>
                  <a:ahLst/>
                  <a:rect l="0" t="0" r="r" b="b"/>
                  <a:pathLst>
                    <a:path w="28" h="6">
                      <a:moveTo>
                        <a:pt x="28" y="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8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35" name=""/>
                <p:cNvSpPr/>
                <p:nvPr/>
              </p:nvSpPr>
              <p:spPr>
                <a:xfrm rot="0">
                  <a:off x="2922" y="160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36" name=""/>
                <p:cNvSpPr/>
                <p:nvPr/>
              </p:nvSpPr>
              <p:spPr>
                <a:xfrm rot="0">
                  <a:off x="2918" y="1607"/>
                  <a:ext cx="18" cy="25"/>
                </a:xfrm>
                <a:custGeom>
                  <a:avLst/>
                  <a:ahLst/>
                  <a:rect l="0" t="0" r="r" b="b"/>
                  <a:pathLst>
                    <a:path w="74" h="97">
                      <a:moveTo>
                        <a:pt x="74" y="11"/>
                      </a:moveTo>
                      <a:lnTo>
                        <a:pt x="46" y="5"/>
                      </a:lnTo>
                      <a:lnTo>
                        <a:pt x="18" y="0"/>
                      </a:lnTo>
                      <a:lnTo>
                        <a:pt x="0" y="86"/>
                      </a:lnTo>
                      <a:lnTo>
                        <a:pt x="28" y="92"/>
                      </a:lnTo>
                      <a:lnTo>
                        <a:pt x="56" y="97"/>
                      </a:lnTo>
                      <a:lnTo>
                        <a:pt x="74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37" name=""/>
                <p:cNvSpPr/>
                <p:nvPr/>
              </p:nvSpPr>
              <p:spPr>
                <a:xfrm rot="0">
                  <a:off x="2918" y="1607"/>
                  <a:ext cx="18" cy="25"/>
                </a:xfrm>
                <a:custGeom>
                  <a:avLst/>
                  <a:ahLst/>
                  <a:rect l="0" t="0" r="r" b="b"/>
                  <a:pathLst>
                    <a:path w="74" h="97">
                      <a:moveTo>
                        <a:pt x="74" y="11"/>
                      </a:moveTo>
                      <a:lnTo>
                        <a:pt x="46" y="5"/>
                      </a:lnTo>
                      <a:lnTo>
                        <a:pt x="18" y="0"/>
                      </a:lnTo>
                      <a:lnTo>
                        <a:pt x="0" y="86"/>
                      </a:lnTo>
                      <a:lnTo>
                        <a:pt x="28" y="92"/>
                      </a:lnTo>
                      <a:lnTo>
                        <a:pt x="56" y="97"/>
                      </a:lnTo>
                      <a:lnTo>
                        <a:pt x="74" y="1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38" name=""/>
                <p:cNvSpPr/>
                <p:nvPr/>
              </p:nvSpPr>
              <p:spPr>
                <a:xfrm rot="0">
                  <a:off x="2918" y="1629"/>
                  <a:ext cx="7" cy="1"/>
                </a:xfrm>
                <a:custGeom>
                  <a:avLst/>
                  <a:ahLst/>
                  <a:rect l="0" t="0" r="r" b="b"/>
                  <a:pathLst>
                    <a:path w="28" h="6">
                      <a:moveTo>
                        <a:pt x="28" y="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8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39" name=""/>
                <p:cNvSpPr/>
                <p:nvPr/>
              </p:nvSpPr>
              <p:spPr>
                <a:xfrm rot="0">
                  <a:off x="2918" y="16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40" name=""/>
                <p:cNvSpPr/>
                <p:nvPr/>
              </p:nvSpPr>
              <p:spPr>
                <a:xfrm rot="0">
                  <a:off x="2914" y="1629"/>
                  <a:ext cx="17" cy="24"/>
                </a:xfrm>
                <a:custGeom>
                  <a:avLst/>
                  <a:ahLst/>
                  <a:rect l="0" t="0" r="r" b="b"/>
                  <a:pathLst>
                    <a:path w="69" h="96">
                      <a:moveTo>
                        <a:pt x="69" y="9"/>
                      </a:moveTo>
                      <a:lnTo>
                        <a:pt x="41" y="5"/>
                      </a:lnTo>
                      <a:lnTo>
                        <a:pt x="13" y="0"/>
                      </a:lnTo>
                      <a:lnTo>
                        <a:pt x="0" y="87"/>
                      </a:lnTo>
                      <a:lnTo>
                        <a:pt x="28" y="91"/>
                      </a:lnTo>
                      <a:lnTo>
                        <a:pt x="56" y="96"/>
                      </a:lnTo>
                      <a:lnTo>
                        <a:pt x="69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41" name=""/>
                <p:cNvSpPr/>
                <p:nvPr/>
              </p:nvSpPr>
              <p:spPr>
                <a:xfrm rot="0">
                  <a:off x="2914" y="1629"/>
                  <a:ext cx="17" cy="24"/>
                </a:xfrm>
                <a:custGeom>
                  <a:avLst/>
                  <a:ahLst/>
                  <a:rect l="0" t="0" r="r" b="b"/>
                  <a:pathLst>
                    <a:path w="69" h="96">
                      <a:moveTo>
                        <a:pt x="69" y="9"/>
                      </a:moveTo>
                      <a:lnTo>
                        <a:pt x="41" y="5"/>
                      </a:lnTo>
                      <a:lnTo>
                        <a:pt x="13" y="0"/>
                      </a:lnTo>
                      <a:lnTo>
                        <a:pt x="0" y="87"/>
                      </a:lnTo>
                      <a:lnTo>
                        <a:pt x="28" y="91"/>
                      </a:lnTo>
                      <a:lnTo>
                        <a:pt x="56" y="96"/>
                      </a:lnTo>
                      <a:lnTo>
                        <a:pt x="69" y="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42" name=""/>
                <p:cNvSpPr/>
                <p:nvPr/>
              </p:nvSpPr>
              <p:spPr>
                <a:xfrm rot="0">
                  <a:off x="2914" y="1651"/>
                  <a:ext cx="7" cy="1"/>
                </a:xfrm>
                <a:custGeom>
                  <a:avLst/>
                  <a:ahLst/>
                  <a:rect l="0" t="0" r="r" b="b"/>
                  <a:pathLst>
                    <a:path w="28" h="4">
                      <a:moveTo>
                        <a:pt x="28" y="4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8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43" name=""/>
                <p:cNvSpPr/>
                <p:nvPr/>
              </p:nvSpPr>
              <p:spPr>
                <a:xfrm rot="0">
                  <a:off x="2914" y="165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44" name=""/>
                <p:cNvSpPr/>
                <p:nvPr/>
              </p:nvSpPr>
              <p:spPr>
                <a:xfrm rot="0">
                  <a:off x="2912" y="1651"/>
                  <a:ext cx="16" cy="23"/>
                </a:xfrm>
                <a:custGeom>
                  <a:avLst/>
                  <a:ahLst/>
                  <a:rect l="0" t="0" r="r" b="b"/>
                  <a:pathLst>
                    <a:path w="66" h="93">
                      <a:moveTo>
                        <a:pt x="66" y="7"/>
                      </a:moveTo>
                      <a:lnTo>
                        <a:pt x="38" y="3"/>
                      </a:lnTo>
                      <a:lnTo>
                        <a:pt x="10" y="0"/>
                      </a:lnTo>
                      <a:lnTo>
                        <a:pt x="0" y="87"/>
                      </a:lnTo>
                      <a:lnTo>
                        <a:pt x="28" y="90"/>
                      </a:lnTo>
                      <a:lnTo>
                        <a:pt x="56" y="93"/>
                      </a:lnTo>
                      <a:lnTo>
                        <a:pt x="66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45" name=""/>
                <p:cNvSpPr/>
                <p:nvPr/>
              </p:nvSpPr>
              <p:spPr>
                <a:xfrm rot="0">
                  <a:off x="2912" y="1651"/>
                  <a:ext cx="16" cy="23"/>
                </a:xfrm>
                <a:custGeom>
                  <a:avLst/>
                  <a:ahLst/>
                  <a:rect l="0" t="0" r="r" b="b"/>
                  <a:pathLst>
                    <a:path w="66" h="93">
                      <a:moveTo>
                        <a:pt x="66" y="7"/>
                      </a:moveTo>
                      <a:lnTo>
                        <a:pt x="38" y="3"/>
                      </a:lnTo>
                      <a:lnTo>
                        <a:pt x="10" y="0"/>
                      </a:lnTo>
                      <a:lnTo>
                        <a:pt x="0" y="87"/>
                      </a:lnTo>
                      <a:lnTo>
                        <a:pt x="28" y="90"/>
                      </a:lnTo>
                      <a:lnTo>
                        <a:pt x="56" y="93"/>
                      </a:lnTo>
                      <a:lnTo>
                        <a:pt x="66" y="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46" name=""/>
                <p:cNvSpPr/>
                <p:nvPr/>
              </p:nvSpPr>
              <p:spPr>
                <a:xfrm rot="0">
                  <a:off x="2912" y="1673"/>
                  <a:ext cx="7" cy="1"/>
                </a:xfrm>
                <a:custGeom>
                  <a:avLst/>
                  <a:ahLst/>
                  <a:rect l="0" t="0" r="r" b="b"/>
                  <a:pathLst>
                    <a:path w="28" h="3">
                      <a:moveTo>
                        <a:pt x="28" y="3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8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47" name=""/>
                <p:cNvSpPr/>
                <p:nvPr/>
              </p:nvSpPr>
              <p:spPr>
                <a:xfrm rot="0">
                  <a:off x="2912" y="16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48" name=""/>
                <p:cNvSpPr/>
                <p:nvPr/>
              </p:nvSpPr>
              <p:spPr>
                <a:xfrm rot="0">
                  <a:off x="2910" y="1673"/>
                  <a:ext cx="16" cy="23"/>
                </a:xfrm>
                <a:custGeom>
                  <a:avLst/>
                  <a:ahLst/>
                  <a:rect l="0" t="0" r="r" b="b"/>
                  <a:pathLst>
                    <a:path w="62" h="92">
                      <a:moveTo>
                        <a:pt x="62" y="4"/>
                      </a:moveTo>
                      <a:lnTo>
                        <a:pt x="34" y="2"/>
                      </a:lnTo>
                      <a:lnTo>
                        <a:pt x="6" y="0"/>
                      </a:lnTo>
                      <a:lnTo>
                        <a:pt x="0" y="87"/>
                      </a:lnTo>
                      <a:lnTo>
                        <a:pt x="27" y="89"/>
                      </a:lnTo>
                      <a:lnTo>
                        <a:pt x="55" y="92"/>
                      </a:lnTo>
                      <a:lnTo>
                        <a:pt x="62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49" name=""/>
                <p:cNvSpPr/>
                <p:nvPr/>
              </p:nvSpPr>
              <p:spPr>
                <a:xfrm rot="0">
                  <a:off x="2910" y="1673"/>
                  <a:ext cx="16" cy="23"/>
                </a:xfrm>
                <a:custGeom>
                  <a:avLst/>
                  <a:ahLst/>
                  <a:rect l="0" t="0" r="r" b="b"/>
                  <a:pathLst>
                    <a:path w="62" h="92">
                      <a:moveTo>
                        <a:pt x="62" y="4"/>
                      </a:moveTo>
                      <a:lnTo>
                        <a:pt x="34" y="2"/>
                      </a:lnTo>
                      <a:lnTo>
                        <a:pt x="6" y="0"/>
                      </a:lnTo>
                      <a:lnTo>
                        <a:pt x="0" y="87"/>
                      </a:lnTo>
                      <a:lnTo>
                        <a:pt x="27" y="89"/>
                      </a:lnTo>
                      <a:lnTo>
                        <a:pt x="55" y="92"/>
                      </a:lnTo>
                      <a:lnTo>
                        <a:pt x="62" y="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0" name=""/>
                <p:cNvSpPr/>
                <p:nvPr/>
              </p:nvSpPr>
              <p:spPr>
                <a:xfrm rot="0">
                  <a:off x="2910" y="1695"/>
                  <a:ext cx="7" cy="1"/>
                </a:xfrm>
                <a:custGeom>
                  <a:avLst/>
                  <a:ahLst/>
                  <a:rect l="0" t="0" r="r" b="b"/>
                  <a:pathLst>
                    <a:path w="27" h="2">
                      <a:moveTo>
                        <a:pt x="27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7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51" name=""/>
                <p:cNvSpPr/>
                <p:nvPr/>
              </p:nvSpPr>
              <p:spPr>
                <a:xfrm rot="0">
                  <a:off x="2910" y="169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2" name=""/>
                <p:cNvSpPr/>
                <p:nvPr/>
              </p:nvSpPr>
              <p:spPr>
                <a:xfrm rot="0">
                  <a:off x="2910" y="1695"/>
                  <a:ext cx="14" cy="22"/>
                </a:xfrm>
                <a:custGeom>
                  <a:avLst/>
                  <a:ahLst/>
                  <a:rect l="0" t="0" r="r" b="b"/>
                  <a:pathLst>
                    <a:path w="57" h="88">
                      <a:moveTo>
                        <a:pt x="57" y="0"/>
                      </a:moveTo>
                      <a:lnTo>
                        <a:pt x="29" y="0"/>
                      </a:lnTo>
                      <a:lnTo>
                        <a:pt x="2" y="0"/>
                      </a:lnTo>
                      <a:lnTo>
                        <a:pt x="0" y="88"/>
                      </a:lnTo>
                      <a:lnTo>
                        <a:pt x="28" y="88"/>
                      </a:lnTo>
                      <a:lnTo>
                        <a:pt x="56" y="88"/>
                      </a:lnTo>
                      <a:lnTo>
                        <a:pt x="5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53" name=""/>
                <p:cNvSpPr/>
                <p:nvPr/>
              </p:nvSpPr>
              <p:spPr>
                <a:xfrm rot="0">
                  <a:off x="2910" y="1695"/>
                  <a:ext cx="14" cy="22"/>
                </a:xfrm>
                <a:custGeom>
                  <a:avLst/>
                  <a:ahLst/>
                  <a:rect l="0" t="0" r="r" b="b"/>
                  <a:pathLst>
                    <a:path w="57" h="88">
                      <a:moveTo>
                        <a:pt x="57" y="0"/>
                      </a:moveTo>
                      <a:lnTo>
                        <a:pt x="29" y="0"/>
                      </a:lnTo>
                      <a:lnTo>
                        <a:pt x="2" y="0"/>
                      </a:lnTo>
                      <a:lnTo>
                        <a:pt x="0" y="88"/>
                      </a:lnTo>
                      <a:lnTo>
                        <a:pt x="28" y="88"/>
                      </a:lnTo>
                      <a:lnTo>
                        <a:pt x="56" y="88"/>
                      </a:lnTo>
                      <a:lnTo>
                        <a:pt x="5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4" name=""/>
                <p:cNvSpPr/>
                <p:nvPr/>
              </p:nvSpPr>
              <p:spPr>
                <a:xfrm rot="0">
                  <a:off x="2910" y="1717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28" y="0"/>
                      </a:moveTo>
                      <a:lnTo>
                        <a:pt x="56" y="0"/>
                      </a:lnTo>
                      <a:lnTo>
                        <a:pt x="55" y="9"/>
                      </a:lnTo>
                      <a:lnTo>
                        <a:pt x="50" y="17"/>
                      </a:lnTo>
                      <a:lnTo>
                        <a:pt x="45" y="23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2" y="22"/>
                      </a:lnTo>
                      <a:lnTo>
                        <a:pt x="5" y="17"/>
                      </a:lnTo>
                      <a:lnTo>
                        <a:pt x="2" y="9"/>
                      </a:lnTo>
                      <a:lnTo>
                        <a:pt x="0" y="0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55" name=""/>
                <p:cNvSpPr/>
                <p:nvPr/>
              </p:nvSpPr>
              <p:spPr>
                <a:xfrm rot="0">
                  <a:off x="2910" y="1717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56" y="0"/>
                      </a:moveTo>
                      <a:lnTo>
                        <a:pt x="55" y="9"/>
                      </a:lnTo>
                      <a:lnTo>
                        <a:pt x="50" y="17"/>
                      </a:lnTo>
                      <a:lnTo>
                        <a:pt x="45" y="23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2" y="22"/>
                      </a:lnTo>
                      <a:lnTo>
                        <a:pt x="5" y="17"/>
                      </a:lnTo>
                      <a:lnTo>
                        <a:pt x="2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6" name=""/>
                <p:cNvSpPr/>
                <p:nvPr/>
              </p:nvSpPr>
              <p:spPr>
                <a:xfrm rot="0" flipV="1">
                  <a:off x="3404" y="1601"/>
                  <a:ext cx="1" cy="200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7" name=""/>
                <p:cNvSpPr/>
                <p:nvPr/>
              </p:nvSpPr>
              <p:spPr>
                <a:xfrm rot="0" flipV="1">
                  <a:off x="3404" y="1504"/>
                  <a:ext cx="1" cy="4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8" name=""/>
                <p:cNvSpPr/>
                <p:nvPr/>
              </p:nvSpPr>
              <p:spPr>
                <a:xfrm rot="0" flipV="1">
                  <a:off x="3404" y="1166"/>
                  <a:ext cx="1" cy="290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59" name=""/>
                <p:cNvSpPr/>
                <p:nvPr/>
              </p:nvSpPr>
              <p:spPr>
                <a:xfrm rot="0" flipV="1">
                  <a:off x="3404" y="1068"/>
                  <a:ext cx="1" cy="4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0" name=""/>
                <p:cNvSpPr/>
                <p:nvPr/>
              </p:nvSpPr>
              <p:spPr>
                <a:xfrm rot="0" flipV="1">
                  <a:off x="3404" y="820"/>
                  <a:ext cx="1" cy="200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1" name=""/>
                <p:cNvSpPr/>
                <p:nvPr/>
              </p:nvSpPr>
              <p:spPr>
                <a:xfrm rot="0">
                  <a:off x="3069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6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19" y="55"/>
                      </a:lnTo>
                      <a:lnTo>
                        <a:pt x="11" y="52"/>
                      </a:lnTo>
                      <a:lnTo>
                        <a:pt x="5" y="45"/>
                      </a:lnTo>
                      <a:lnTo>
                        <a:pt x="1" y="37"/>
                      </a:lnTo>
                      <a:lnTo>
                        <a:pt x="0" y="28"/>
                      </a:lnTo>
                      <a:lnTo>
                        <a:pt x="1" y="19"/>
                      </a:lnTo>
                      <a:lnTo>
                        <a:pt x="5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8" y="0"/>
                      </a:lnTo>
                      <a:lnTo>
                        <a:pt x="28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62" name=""/>
                <p:cNvSpPr/>
                <p:nvPr/>
              </p:nvSpPr>
              <p:spPr>
                <a:xfrm rot="0">
                  <a:off x="3069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6">
                      <a:moveTo>
                        <a:pt x="28" y="56"/>
                      </a:moveTo>
                      <a:lnTo>
                        <a:pt x="19" y="55"/>
                      </a:lnTo>
                      <a:lnTo>
                        <a:pt x="11" y="52"/>
                      </a:lnTo>
                      <a:lnTo>
                        <a:pt x="5" y="45"/>
                      </a:lnTo>
                      <a:lnTo>
                        <a:pt x="1" y="37"/>
                      </a:lnTo>
                      <a:lnTo>
                        <a:pt x="0" y="28"/>
                      </a:lnTo>
                      <a:lnTo>
                        <a:pt x="1" y="19"/>
                      </a:lnTo>
                      <a:lnTo>
                        <a:pt x="5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3" name=""/>
                <p:cNvSpPr/>
                <p:nvPr/>
              </p:nvSpPr>
              <p:spPr>
                <a:xfrm rot="0">
                  <a:off x="3076" y="897"/>
                  <a:ext cx="658" cy="14"/>
                </a:xfrm>
                <a:custGeom>
                  <a:avLst/>
                  <a:ahLst/>
                  <a:rect l="0" t="0" r="r" b="b"/>
                  <a:pathLst>
                    <a:path w="2630" h="56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0" y="56"/>
                      </a:lnTo>
                      <a:lnTo>
                        <a:pt x="2630" y="56"/>
                      </a:lnTo>
                      <a:lnTo>
                        <a:pt x="2630" y="28"/>
                      </a:lnTo>
                      <a:lnTo>
                        <a:pt x="263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64" name=""/>
                <p:cNvSpPr/>
                <p:nvPr/>
              </p:nvSpPr>
              <p:spPr>
                <a:xfrm rot="0">
                  <a:off x="3076" y="897"/>
                  <a:ext cx="658" cy="14"/>
                </a:xfrm>
                <a:custGeom>
                  <a:avLst/>
                  <a:ahLst/>
                  <a:rect l="0" t="0" r="r" b="b"/>
                  <a:pathLst>
                    <a:path w="2630" h="56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0" y="56"/>
                      </a:lnTo>
                      <a:lnTo>
                        <a:pt x="2630" y="56"/>
                      </a:lnTo>
                      <a:lnTo>
                        <a:pt x="2630" y="28"/>
                      </a:lnTo>
                      <a:lnTo>
                        <a:pt x="263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5" name=""/>
                <p:cNvSpPr/>
                <p:nvPr/>
              </p:nvSpPr>
              <p:spPr>
                <a:xfrm rot="0">
                  <a:off x="3734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6">
                      <a:moveTo>
                        <a:pt x="0" y="28"/>
                      </a:moveTo>
                      <a:lnTo>
                        <a:pt x="0" y="0"/>
                      </a:lnTo>
                      <a:lnTo>
                        <a:pt x="9" y="2"/>
                      </a:lnTo>
                      <a:lnTo>
                        <a:pt x="17" y="5"/>
                      </a:lnTo>
                      <a:lnTo>
                        <a:pt x="24" y="12"/>
                      </a:lnTo>
                      <a:lnTo>
                        <a:pt x="27" y="19"/>
                      </a:lnTo>
                      <a:lnTo>
                        <a:pt x="29" y="28"/>
                      </a:lnTo>
                      <a:lnTo>
                        <a:pt x="27" y="37"/>
                      </a:lnTo>
                      <a:lnTo>
                        <a:pt x="24" y="45"/>
                      </a:lnTo>
                      <a:lnTo>
                        <a:pt x="17" y="52"/>
                      </a:lnTo>
                      <a:lnTo>
                        <a:pt x="9" y="55"/>
                      </a:lnTo>
                      <a:lnTo>
                        <a:pt x="0" y="56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66" name=""/>
                <p:cNvSpPr/>
                <p:nvPr/>
              </p:nvSpPr>
              <p:spPr>
                <a:xfrm rot="0">
                  <a:off x="3734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6">
                      <a:moveTo>
                        <a:pt x="0" y="0"/>
                      </a:moveTo>
                      <a:lnTo>
                        <a:pt x="9" y="2"/>
                      </a:lnTo>
                      <a:lnTo>
                        <a:pt x="17" y="5"/>
                      </a:lnTo>
                      <a:lnTo>
                        <a:pt x="24" y="12"/>
                      </a:lnTo>
                      <a:lnTo>
                        <a:pt x="27" y="19"/>
                      </a:lnTo>
                      <a:lnTo>
                        <a:pt x="29" y="28"/>
                      </a:lnTo>
                      <a:lnTo>
                        <a:pt x="27" y="37"/>
                      </a:lnTo>
                      <a:lnTo>
                        <a:pt x="24" y="45"/>
                      </a:lnTo>
                      <a:lnTo>
                        <a:pt x="17" y="52"/>
                      </a:lnTo>
                      <a:lnTo>
                        <a:pt x="9" y="55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7" name=""/>
                <p:cNvSpPr/>
                <p:nvPr/>
              </p:nvSpPr>
              <p:spPr>
                <a:xfrm rot="0" flipV="1">
                  <a:off x="1693" y="1601"/>
                  <a:ext cx="1" cy="200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8" name=""/>
                <p:cNvSpPr/>
                <p:nvPr/>
              </p:nvSpPr>
              <p:spPr>
                <a:xfrm rot="0" flipV="1">
                  <a:off x="1693" y="1504"/>
                  <a:ext cx="1" cy="4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69" name=""/>
                <p:cNvSpPr/>
                <p:nvPr/>
              </p:nvSpPr>
              <p:spPr>
                <a:xfrm rot="0" flipV="1">
                  <a:off x="1693" y="1166"/>
                  <a:ext cx="1" cy="290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70" name=""/>
                <p:cNvSpPr/>
                <p:nvPr/>
              </p:nvSpPr>
              <p:spPr>
                <a:xfrm rot="0" flipV="1">
                  <a:off x="1693" y="1068"/>
                  <a:ext cx="1" cy="4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71" name=""/>
                <p:cNvSpPr/>
                <p:nvPr/>
              </p:nvSpPr>
              <p:spPr>
                <a:xfrm rot="0" flipV="1">
                  <a:off x="1693" y="820"/>
                  <a:ext cx="1" cy="200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72" name=""/>
                <p:cNvSpPr/>
                <p:nvPr/>
              </p:nvSpPr>
              <p:spPr>
                <a:xfrm rot="0">
                  <a:off x="1361" y="1229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27" y="0"/>
                      </a:moveTo>
                      <a:lnTo>
                        <a:pt x="56" y="0"/>
                      </a:lnTo>
                      <a:lnTo>
                        <a:pt x="54" y="9"/>
                      </a:lnTo>
                      <a:lnTo>
                        <a:pt x="51" y="17"/>
                      </a:lnTo>
                      <a:lnTo>
                        <a:pt x="44" y="24"/>
                      </a:lnTo>
                      <a:lnTo>
                        <a:pt x="36" y="27"/>
                      </a:lnTo>
                      <a:lnTo>
                        <a:pt x="27" y="28"/>
                      </a:lnTo>
                      <a:lnTo>
                        <a:pt x="19" y="27"/>
                      </a:lnTo>
                      <a:lnTo>
                        <a:pt x="11" y="24"/>
                      </a:lnTo>
                      <a:lnTo>
                        <a:pt x="4" y="17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73" name=""/>
                <p:cNvSpPr/>
                <p:nvPr/>
              </p:nvSpPr>
              <p:spPr>
                <a:xfrm rot="0">
                  <a:off x="1361" y="1229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56" y="0"/>
                      </a:moveTo>
                      <a:lnTo>
                        <a:pt x="54" y="9"/>
                      </a:lnTo>
                      <a:lnTo>
                        <a:pt x="51" y="17"/>
                      </a:lnTo>
                      <a:lnTo>
                        <a:pt x="44" y="24"/>
                      </a:lnTo>
                      <a:lnTo>
                        <a:pt x="36" y="27"/>
                      </a:lnTo>
                      <a:lnTo>
                        <a:pt x="27" y="28"/>
                      </a:lnTo>
                      <a:lnTo>
                        <a:pt x="19" y="27"/>
                      </a:lnTo>
                      <a:lnTo>
                        <a:pt x="11" y="24"/>
                      </a:lnTo>
                      <a:lnTo>
                        <a:pt x="4" y="17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74" name=""/>
                <p:cNvSpPr/>
                <p:nvPr/>
              </p:nvSpPr>
              <p:spPr>
                <a:xfrm rot="0">
                  <a:off x="1361" y="904"/>
                  <a:ext cx="14" cy="325"/>
                </a:xfrm>
                <a:custGeom>
                  <a:avLst/>
                  <a:ahLst/>
                  <a:rect l="0" t="0" r="r" b="b"/>
                  <a:pathLst>
                    <a:path w="56" h="1301">
                      <a:moveTo>
                        <a:pt x="0" y="1301"/>
                      </a:moveTo>
                      <a:lnTo>
                        <a:pt x="27" y="1301"/>
                      </a:lnTo>
                      <a:lnTo>
                        <a:pt x="56" y="1301"/>
                      </a:lnTo>
                      <a:lnTo>
                        <a:pt x="56" y="0"/>
                      </a:ln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130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75" name=""/>
                <p:cNvSpPr/>
                <p:nvPr/>
              </p:nvSpPr>
              <p:spPr>
                <a:xfrm rot="0">
                  <a:off x="1361" y="904"/>
                  <a:ext cx="14" cy="325"/>
                </a:xfrm>
                <a:custGeom>
                  <a:avLst/>
                  <a:ahLst/>
                  <a:rect l="0" t="0" r="r" b="b"/>
                  <a:pathLst>
                    <a:path w="56" h="1301">
                      <a:moveTo>
                        <a:pt x="0" y="1301"/>
                      </a:moveTo>
                      <a:lnTo>
                        <a:pt x="27" y="1301"/>
                      </a:lnTo>
                      <a:lnTo>
                        <a:pt x="56" y="1301"/>
                      </a:lnTo>
                      <a:lnTo>
                        <a:pt x="56" y="0"/>
                      </a:ln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130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76" name=""/>
                <p:cNvSpPr/>
                <p:nvPr/>
              </p:nvSpPr>
              <p:spPr>
                <a:xfrm rot="0">
                  <a:off x="1361" y="897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27" y="28"/>
                      </a:moveTo>
                      <a:lnTo>
                        <a:pt x="0" y="28"/>
                      </a:lnTo>
                      <a:lnTo>
                        <a:pt x="1" y="19"/>
                      </a:lnTo>
                      <a:lnTo>
                        <a:pt x="4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7" y="0"/>
                      </a:lnTo>
                      <a:lnTo>
                        <a:pt x="36" y="2"/>
                      </a:lnTo>
                      <a:lnTo>
                        <a:pt x="44" y="5"/>
                      </a:lnTo>
                      <a:lnTo>
                        <a:pt x="51" y="12"/>
                      </a:lnTo>
                      <a:lnTo>
                        <a:pt x="54" y="19"/>
                      </a:lnTo>
                      <a:lnTo>
                        <a:pt x="56" y="28"/>
                      </a:lnTo>
                      <a:lnTo>
                        <a:pt x="27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77" name=""/>
                <p:cNvSpPr/>
                <p:nvPr/>
              </p:nvSpPr>
              <p:spPr>
                <a:xfrm rot="0">
                  <a:off x="1361" y="897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0" y="28"/>
                      </a:moveTo>
                      <a:lnTo>
                        <a:pt x="1" y="19"/>
                      </a:lnTo>
                      <a:lnTo>
                        <a:pt x="4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7" y="0"/>
                      </a:lnTo>
                      <a:lnTo>
                        <a:pt x="36" y="2"/>
                      </a:lnTo>
                      <a:lnTo>
                        <a:pt x="44" y="5"/>
                      </a:lnTo>
                      <a:lnTo>
                        <a:pt x="51" y="12"/>
                      </a:lnTo>
                      <a:lnTo>
                        <a:pt x="54" y="19"/>
                      </a:lnTo>
                      <a:lnTo>
                        <a:pt x="56" y="2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78" name=""/>
                <p:cNvSpPr/>
                <p:nvPr/>
              </p:nvSpPr>
              <p:spPr>
                <a:xfrm rot="0">
                  <a:off x="1090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29"/>
                      </a:moveTo>
                      <a:lnTo>
                        <a:pt x="28" y="57"/>
                      </a:lnTo>
                      <a:lnTo>
                        <a:pt x="19" y="56"/>
                      </a:lnTo>
                      <a:lnTo>
                        <a:pt x="11" y="53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79" name=""/>
                <p:cNvSpPr/>
                <p:nvPr/>
              </p:nvSpPr>
              <p:spPr>
                <a:xfrm rot="0">
                  <a:off x="1090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57"/>
                      </a:moveTo>
                      <a:lnTo>
                        <a:pt x="19" y="56"/>
                      </a:lnTo>
                      <a:lnTo>
                        <a:pt x="11" y="53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80" name=""/>
                <p:cNvSpPr/>
                <p:nvPr/>
              </p:nvSpPr>
              <p:spPr>
                <a:xfrm rot="0">
                  <a:off x="1097" y="1222"/>
                  <a:ext cx="271" cy="14"/>
                </a:xfrm>
                <a:custGeom>
                  <a:avLst/>
                  <a:ahLst/>
                  <a:rect l="0" t="0" r="r" b="b"/>
                  <a:pathLst>
                    <a:path w="1083" h="57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1083" y="57"/>
                      </a:lnTo>
                      <a:lnTo>
                        <a:pt x="1083" y="29"/>
                      </a:lnTo>
                      <a:lnTo>
                        <a:pt x="108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81" name=""/>
                <p:cNvSpPr/>
                <p:nvPr/>
              </p:nvSpPr>
              <p:spPr>
                <a:xfrm rot="0">
                  <a:off x="1097" y="1222"/>
                  <a:ext cx="271" cy="14"/>
                </a:xfrm>
                <a:custGeom>
                  <a:avLst/>
                  <a:ahLst/>
                  <a:rect l="0" t="0" r="r" b="b"/>
                  <a:pathLst>
                    <a:path w="1083" h="57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1083" y="57"/>
                      </a:lnTo>
                      <a:lnTo>
                        <a:pt x="1083" y="29"/>
                      </a:lnTo>
                      <a:lnTo>
                        <a:pt x="108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82" name=""/>
                <p:cNvSpPr/>
                <p:nvPr/>
              </p:nvSpPr>
              <p:spPr>
                <a:xfrm rot="0">
                  <a:off x="1368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29"/>
                      </a:moveTo>
                      <a:lnTo>
                        <a:pt x="0" y="0"/>
                      </a:lnTo>
                      <a:lnTo>
                        <a:pt x="9" y="3"/>
                      </a:lnTo>
                      <a:lnTo>
                        <a:pt x="17" y="6"/>
                      </a:lnTo>
                      <a:lnTo>
                        <a:pt x="24" y="13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3"/>
                      </a:lnTo>
                      <a:lnTo>
                        <a:pt x="9" y="56"/>
                      </a:lnTo>
                      <a:lnTo>
                        <a:pt x="0" y="57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83" name=""/>
                <p:cNvSpPr/>
                <p:nvPr/>
              </p:nvSpPr>
              <p:spPr>
                <a:xfrm rot="0">
                  <a:off x="1368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0"/>
                      </a:moveTo>
                      <a:lnTo>
                        <a:pt x="9" y="3"/>
                      </a:lnTo>
                      <a:lnTo>
                        <a:pt x="17" y="6"/>
                      </a:lnTo>
                      <a:lnTo>
                        <a:pt x="24" y="13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3"/>
                      </a:lnTo>
                      <a:lnTo>
                        <a:pt x="9" y="56"/>
                      </a:lnTo>
                      <a:lnTo>
                        <a:pt x="0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84" name=""/>
                <p:cNvSpPr/>
                <p:nvPr/>
              </p:nvSpPr>
              <p:spPr>
                <a:xfrm rot="0">
                  <a:off x="1090" y="1717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28" y="0"/>
                      </a:moveTo>
                      <a:lnTo>
                        <a:pt x="57" y="0"/>
                      </a:lnTo>
                      <a:lnTo>
                        <a:pt x="55" y="9"/>
                      </a:lnTo>
                      <a:lnTo>
                        <a:pt x="51" y="17"/>
                      </a:lnTo>
                      <a:lnTo>
                        <a:pt x="45" y="23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1" y="23"/>
                      </a:lnTo>
                      <a:lnTo>
                        <a:pt x="5" y="17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85" name=""/>
                <p:cNvSpPr/>
                <p:nvPr/>
              </p:nvSpPr>
              <p:spPr>
                <a:xfrm rot="0">
                  <a:off x="1090" y="1717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57" y="0"/>
                      </a:moveTo>
                      <a:lnTo>
                        <a:pt x="55" y="9"/>
                      </a:lnTo>
                      <a:lnTo>
                        <a:pt x="51" y="17"/>
                      </a:lnTo>
                      <a:lnTo>
                        <a:pt x="45" y="23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1" y="23"/>
                      </a:lnTo>
                      <a:lnTo>
                        <a:pt x="5" y="17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86" name=""/>
                <p:cNvSpPr/>
                <p:nvPr/>
              </p:nvSpPr>
              <p:spPr>
                <a:xfrm rot="0">
                  <a:off x="1090" y="1229"/>
                  <a:ext cx="14" cy="488"/>
                </a:xfrm>
                <a:custGeom>
                  <a:avLst/>
                  <a:ahLst/>
                  <a:rect l="0" t="0" r="r" b="b"/>
                  <a:pathLst>
                    <a:path w="57" h="1952">
                      <a:moveTo>
                        <a:pt x="0" y="1952"/>
                      </a:moveTo>
                      <a:lnTo>
                        <a:pt x="28" y="1952"/>
                      </a:lnTo>
                      <a:lnTo>
                        <a:pt x="57" y="1952"/>
                      </a:lnTo>
                      <a:lnTo>
                        <a:pt x="57" y="0"/>
                      </a:ln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0" y="19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87" name=""/>
                <p:cNvSpPr/>
                <p:nvPr/>
              </p:nvSpPr>
              <p:spPr>
                <a:xfrm rot="0">
                  <a:off x="1090" y="1229"/>
                  <a:ext cx="14" cy="488"/>
                </a:xfrm>
                <a:custGeom>
                  <a:avLst/>
                  <a:ahLst/>
                  <a:rect l="0" t="0" r="r" b="b"/>
                  <a:pathLst>
                    <a:path w="57" h="1952">
                      <a:moveTo>
                        <a:pt x="0" y="1952"/>
                      </a:moveTo>
                      <a:lnTo>
                        <a:pt x="28" y="1952"/>
                      </a:lnTo>
                      <a:lnTo>
                        <a:pt x="57" y="1952"/>
                      </a:lnTo>
                      <a:lnTo>
                        <a:pt x="57" y="0"/>
                      </a:ln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0" y="19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88" name=""/>
                <p:cNvSpPr/>
                <p:nvPr/>
              </p:nvSpPr>
              <p:spPr>
                <a:xfrm rot="0">
                  <a:off x="1090" y="1222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9">
                      <a:moveTo>
                        <a:pt x="28" y="29"/>
                      </a:move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37" y="3"/>
                      </a:lnTo>
                      <a:lnTo>
                        <a:pt x="45" y="6"/>
                      </a:lnTo>
                      <a:lnTo>
                        <a:pt x="51" y="13"/>
                      </a:lnTo>
                      <a:lnTo>
                        <a:pt x="55" y="20"/>
                      </a:lnTo>
                      <a:lnTo>
                        <a:pt x="57" y="29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89" name=""/>
                <p:cNvSpPr/>
                <p:nvPr/>
              </p:nvSpPr>
              <p:spPr>
                <a:xfrm rot="0">
                  <a:off x="1090" y="1222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9">
                      <a:moveTo>
                        <a:pt x="0" y="29"/>
                      </a:move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37" y="3"/>
                      </a:lnTo>
                      <a:lnTo>
                        <a:pt x="45" y="6"/>
                      </a:lnTo>
                      <a:lnTo>
                        <a:pt x="51" y="13"/>
                      </a:lnTo>
                      <a:lnTo>
                        <a:pt x="55" y="20"/>
                      </a:lnTo>
                      <a:lnTo>
                        <a:pt x="57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90" name=""/>
                <p:cNvSpPr/>
                <p:nvPr/>
              </p:nvSpPr>
              <p:spPr>
                <a:xfrm rot="0">
                  <a:off x="2289" y="1710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29"/>
                      </a:moveTo>
                      <a:lnTo>
                        <a:pt x="0" y="0"/>
                      </a:lnTo>
                      <a:lnTo>
                        <a:pt x="9" y="2"/>
                      </a:lnTo>
                      <a:lnTo>
                        <a:pt x="17" y="6"/>
                      </a:lnTo>
                      <a:lnTo>
                        <a:pt x="24" y="12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2"/>
                      </a:lnTo>
                      <a:lnTo>
                        <a:pt x="9" y="56"/>
                      </a:lnTo>
                      <a:lnTo>
                        <a:pt x="0" y="57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91" name=""/>
                <p:cNvSpPr/>
                <p:nvPr/>
              </p:nvSpPr>
              <p:spPr>
                <a:xfrm rot="0">
                  <a:off x="2289" y="1710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0"/>
                      </a:moveTo>
                      <a:lnTo>
                        <a:pt x="9" y="2"/>
                      </a:lnTo>
                      <a:lnTo>
                        <a:pt x="17" y="6"/>
                      </a:lnTo>
                      <a:lnTo>
                        <a:pt x="24" y="12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2"/>
                      </a:lnTo>
                      <a:lnTo>
                        <a:pt x="9" y="56"/>
                      </a:lnTo>
                      <a:lnTo>
                        <a:pt x="0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92" name=""/>
                <p:cNvSpPr/>
                <p:nvPr/>
              </p:nvSpPr>
              <p:spPr>
                <a:xfrm rot="0">
                  <a:off x="1097" y="1710"/>
                  <a:ext cx="1192" cy="14"/>
                </a:xfrm>
                <a:custGeom>
                  <a:avLst/>
                  <a:ahLst/>
                  <a:rect l="0" t="0" r="r" b="b"/>
                  <a:pathLst>
                    <a:path w="4766" h="57">
                      <a:moveTo>
                        <a:pt x="4766" y="57"/>
                      </a:moveTo>
                      <a:lnTo>
                        <a:pt x="4766" y="29"/>
                      </a:lnTo>
                      <a:lnTo>
                        <a:pt x="4766" y="0"/>
                      </a:lnTo>
                      <a:lnTo>
                        <a:pt x="0" y="0"/>
                      </a:ln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4766" y="5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93" name=""/>
                <p:cNvSpPr/>
                <p:nvPr/>
              </p:nvSpPr>
              <p:spPr>
                <a:xfrm rot="0">
                  <a:off x="1097" y="1710"/>
                  <a:ext cx="1192" cy="14"/>
                </a:xfrm>
                <a:custGeom>
                  <a:avLst/>
                  <a:ahLst/>
                  <a:rect l="0" t="0" r="r" b="b"/>
                  <a:pathLst>
                    <a:path w="4766" h="57">
                      <a:moveTo>
                        <a:pt x="4766" y="57"/>
                      </a:moveTo>
                      <a:lnTo>
                        <a:pt x="4766" y="29"/>
                      </a:lnTo>
                      <a:lnTo>
                        <a:pt x="4766" y="0"/>
                      </a:lnTo>
                      <a:lnTo>
                        <a:pt x="0" y="0"/>
                      </a:ln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4766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94" name=""/>
                <p:cNvSpPr/>
                <p:nvPr/>
              </p:nvSpPr>
              <p:spPr>
                <a:xfrm rot="0">
                  <a:off x="1090" y="1710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29"/>
                      </a:moveTo>
                      <a:lnTo>
                        <a:pt x="28" y="57"/>
                      </a:lnTo>
                      <a:lnTo>
                        <a:pt x="19" y="56"/>
                      </a:lnTo>
                      <a:lnTo>
                        <a:pt x="11" y="52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2"/>
                      </a:lnTo>
                      <a:lnTo>
                        <a:pt x="11" y="6"/>
                      </a:lnTo>
                      <a:lnTo>
                        <a:pt x="19" y="2"/>
                      </a:lnTo>
                      <a:lnTo>
                        <a:pt x="28" y="0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95" name=""/>
                <p:cNvSpPr/>
                <p:nvPr/>
              </p:nvSpPr>
              <p:spPr>
                <a:xfrm rot="0">
                  <a:off x="1090" y="1710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57"/>
                      </a:moveTo>
                      <a:lnTo>
                        <a:pt x="19" y="56"/>
                      </a:lnTo>
                      <a:lnTo>
                        <a:pt x="11" y="52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2"/>
                      </a:lnTo>
                      <a:lnTo>
                        <a:pt x="11" y="6"/>
                      </a:lnTo>
                      <a:lnTo>
                        <a:pt x="19" y="2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96" name=""/>
                <p:cNvSpPr/>
                <p:nvPr/>
              </p:nvSpPr>
              <p:spPr>
                <a:xfrm rot="0">
                  <a:off x="2282" y="1222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9">
                      <a:moveTo>
                        <a:pt x="27" y="29"/>
                      </a:move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4" y="13"/>
                      </a:lnTo>
                      <a:lnTo>
                        <a:pt x="11" y="6"/>
                      </a:lnTo>
                      <a:lnTo>
                        <a:pt x="18" y="3"/>
                      </a:lnTo>
                      <a:lnTo>
                        <a:pt x="27" y="0"/>
                      </a:lnTo>
                      <a:lnTo>
                        <a:pt x="36" y="3"/>
                      </a:lnTo>
                      <a:lnTo>
                        <a:pt x="44" y="6"/>
                      </a:lnTo>
                      <a:lnTo>
                        <a:pt x="51" y="13"/>
                      </a:lnTo>
                      <a:lnTo>
                        <a:pt x="54" y="20"/>
                      </a:lnTo>
                      <a:lnTo>
                        <a:pt x="56" y="29"/>
                      </a:lnTo>
                      <a:lnTo>
                        <a:pt x="27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97" name=""/>
                <p:cNvSpPr/>
                <p:nvPr/>
              </p:nvSpPr>
              <p:spPr>
                <a:xfrm rot="0">
                  <a:off x="2282" y="1222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9">
                      <a:moveTo>
                        <a:pt x="0" y="29"/>
                      </a:moveTo>
                      <a:lnTo>
                        <a:pt x="1" y="20"/>
                      </a:lnTo>
                      <a:lnTo>
                        <a:pt x="4" y="13"/>
                      </a:lnTo>
                      <a:lnTo>
                        <a:pt x="11" y="6"/>
                      </a:lnTo>
                      <a:lnTo>
                        <a:pt x="18" y="3"/>
                      </a:lnTo>
                      <a:lnTo>
                        <a:pt x="27" y="0"/>
                      </a:lnTo>
                      <a:lnTo>
                        <a:pt x="36" y="3"/>
                      </a:lnTo>
                      <a:lnTo>
                        <a:pt x="44" y="6"/>
                      </a:lnTo>
                      <a:lnTo>
                        <a:pt x="51" y="13"/>
                      </a:lnTo>
                      <a:lnTo>
                        <a:pt x="54" y="20"/>
                      </a:lnTo>
                      <a:lnTo>
                        <a:pt x="56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098" name=""/>
                <p:cNvSpPr/>
                <p:nvPr/>
              </p:nvSpPr>
              <p:spPr>
                <a:xfrm rot="0">
                  <a:off x="2282" y="1229"/>
                  <a:ext cx="14" cy="488"/>
                </a:xfrm>
                <a:custGeom>
                  <a:avLst/>
                  <a:ahLst/>
                  <a:rect l="0" t="0" r="r" b="b"/>
                  <a:pathLst>
                    <a:path w="56" h="1952">
                      <a:moveTo>
                        <a:pt x="56" y="0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1952"/>
                      </a:lnTo>
                      <a:lnTo>
                        <a:pt x="27" y="1952"/>
                      </a:lnTo>
                      <a:lnTo>
                        <a:pt x="56" y="1952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099" name=""/>
                <p:cNvSpPr/>
                <p:nvPr/>
              </p:nvSpPr>
              <p:spPr>
                <a:xfrm rot="0">
                  <a:off x="2282" y="1229"/>
                  <a:ext cx="14" cy="488"/>
                </a:xfrm>
                <a:custGeom>
                  <a:avLst/>
                  <a:ahLst/>
                  <a:rect l="0" t="0" r="r" b="b"/>
                  <a:pathLst>
                    <a:path w="56" h="1952">
                      <a:moveTo>
                        <a:pt x="56" y="0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1952"/>
                      </a:lnTo>
                      <a:lnTo>
                        <a:pt x="27" y="1952"/>
                      </a:lnTo>
                      <a:lnTo>
                        <a:pt x="56" y="1952"/>
                      </a:lnTo>
                      <a:lnTo>
                        <a:pt x="5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00" name=""/>
                <p:cNvSpPr/>
                <p:nvPr/>
              </p:nvSpPr>
              <p:spPr>
                <a:xfrm rot="0">
                  <a:off x="2282" y="1717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27" y="0"/>
                      </a:moveTo>
                      <a:lnTo>
                        <a:pt x="56" y="0"/>
                      </a:lnTo>
                      <a:lnTo>
                        <a:pt x="54" y="9"/>
                      </a:lnTo>
                      <a:lnTo>
                        <a:pt x="51" y="17"/>
                      </a:lnTo>
                      <a:lnTo>
                        <a:pt x="44" y="23"/>
                      </a:lnTo>
                      <a:lnTo>
                        <a:pt x="36" y="27"/>
                      </a:lnTo>
                      <a:lnTo>
                        <a:pt x="27" y="28"/>
                      </a:lnTo>
                      <a:lnTo>
                        <a:pt x="18" y="27"/>
                      </a:lnTo>
                      <a:lnTo>
                        <a:pt x="11" y="23"/>
                      </a:lnTo>
                      <a:lnTo>
                        <a:pt x="4" y="17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01" name=""/>
                <p:cNvSpPr/>
                <p:nvPr/>
              </p:nvSpPr>
              <p:spPr>
                <a:xfrm rot="0">
                  <a:off x="2282" y="1717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56" y="0"/>
                      </a:moveTo>
                      <a:lnTo>
                        <a:pt x="54" y="9"/>
                      </a:lnTo>
                      <a:lnTo>
                        <a:pt x="51" y="17"/>
                      </a:lnTo>
                      <a:lnTo>
                        <a:pt x="44" y="23"/>
                      </a:lnTo>
                      <a:lnTo>
                        <a:pt x="36" y="27"/>
                      </a:lnTo>
                      <a:lnTo>
                        <a:pt x="27" y="28"/>
                      </a:lnTo>
                      <a:lnTo>
                        <a:pt x="18" y="27"/>
                      </a:lnTo>
                      <a:lnTo>
                        <a:pt x="11" y="23"/>
                      </a:lnTo>
                      <a:lnTo>
                        <a:pt x="4" y="17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02" name=""/>
                <p:cNvSpPr/>
                <p:nvPr/>
              </p:nvSpPr>
              <p:spPr>
                <a:xfrm rot="0">
                  <a:off x="2011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29"/>
                      </a:moveTo>
                      <a:lnTo>
                        <a:pt x="28" y="57"/>
                      </a:lnTo>
                      <a:lnTo>
                        <a:pt x="19" y="56"/>
                      </a:lnTo>
                      <a:lnTo>
                        <a:pt x="11" y="53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03" name=""/>
                <p:cNvSpPr/>
                <p:nvPr/>
              </p:nvSpPr>
              <p:spPr>
                <a:xfrm rot="0">
                  <a:off x="2011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57"/>
                      </a:moveTo>
                      <a:lnTo>
                        <a:pt x="19" y="56"/>
                      </a:lnTo>
                      <a:lnTo>
                        <a:pt x="11" y="53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04" name=""/>
                <p:cNvSpPr/>
                <p:nvPr/>
              </p:nvSpPr>
              <p:spPr>
                <a:xfrm rot="0">
                  <a:off x="2018" y="1222"/>
                  <a:ext cx="271" cy="14"/>
                </a:xfrm>
                <a:custGeom>
                  <a:avLst/>
                  <a:ahLst/>
                  <a:rect l="0" t="0" r="r" b="b"/>
                  <a:pathLst>
                    <a:path w="1082" h="57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1082" y="57"/>
                      </a:lnTo>
                      <a:lnTo>
                        <a:pt x="1082" y="29"/>
                      </a:lnTo>
                      <a:lnTo>
                        <a:pt x="108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05" name=""/>
                <p:cNvSpPr/>
                <p:nvPr/>
              </p:nvSpPr>
              <p:spPr>
                <a:xfrm rot="0">
                  <a:off x="2018" y="1222"/>
                  <a:ext cx="271" cy="14"/>
                </a:xfrm>
                <a:custGeom>
                  <a:avLst/>
                  <a:ahLst/>
                  <a:rect l="0" t="0" r="r" b="b"/>
                  <a:pathLst>
                    <a:path w="1082" h="57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1082" y="57"/>
                      </a:lnTo>
                      <a:lnTo>
                        <a:pt x="1082" y="29"/>
                      </a:lnTo>
                      <a:lnTo>
                        <a:pt x="10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06" name=""/>
                <p:cNvSpPr/>
                <p:nvPr/>
              </p:nvSpPr>
              <p:spPr>
                <a:xfrm rot="0">
                  <a:off x="2289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29"/>
                      </a:moveTo>
                      <a:lnTo>
                        <a:pt x="0" y="0"/>
                      </a:lnTo>
                      <a:lnTo>
                        <a:pt x="9" y="3"/>
                      </a:lnTo>
                      <a:lnTo>
                        <a:pt x="17" y="6"/>
                      </a:lnTo>
                      <a:lnTo>
                        <a:pt x="24" y="13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3"/>
                      </a:lnTo>
                      <a:lnTo>
                        <a:pt x="9" y="56"/>
                      </a:lnTo>
                      <a:lnTo>
                        <a:pt x="0" y="57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07" name=""/>
                <p:cNvSpPr/>
                <p:nvPr/>
              </p:nvSpPr>
              <p:spPr>
                <a:xfrm rot="0">
                  <a:off x="2289" y="1222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0"/>
                      </a:moveTo>
                      <a:lnTo>
                        <a:pt x="9" y="3"/>
                      </a:lnTo>
                      <a:lnTo>
                        <a:pt x="17" y="6"/>
                      </a:lnTo>
                      <a:lnTo>
                        <a:pt x="24" y="13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3"/>
                      </a:lnTo>
                      <a:lnTo>
                        <a:pt x="9" y="56"/>
                      </a:lnTo>
                      <a:lnTo>
                        <a:pt x="0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08" name=""/>
                <p:cNvSpPr/>
                <p:nvPr/>
              </p:nvSpPr>
              <p:spPr>
                <a:xfrm rot="0">
                  <a:off x="2011" y="897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28" y="28"/>
                      </a:moveTo>
                      <a:lnTo>
                        <a:pt x="0" y="28"/>
                      </a:lnTo>
                      <a:lnTo>
                        <a:pt x="1" y="19"/>
                      </a:lnTo>
                      <a:lnTo>
                        <a:pt x="5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8" y="0"/>
                      </a:lnTo>
                      <a:lnTo>
                        <a:pt x="37" y="2"/>
                      </a:lnTo>
                      <a:lnTo>
                        <a:pt x="45" y="5"/>
                      </a:lnTo>
                      <a:lnTo>
                        <a:pt x="51" y="12"/>
                      </a:lnTo>
                      <a:lnTo>
                        <a:pt x="55" y="19"/>
                      </a:lnTo>
                      <a:lnTo>
                        <a:pt x="57" y="28"/>
                      </a:lnTo>
                      <a:lnTo>
                        <a:pt x="28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09" name=""/>
                <p:cNvSpPr/>
                <p:nvPr/>
              </p:nvSpPr>
              <p:spPr>
                <a:xfrm rot="0">
                  <a:off x="2011" y="897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0" y="28"/>
                      </a:moveTo>
                      <a:lnTo>
                        <a:pt x="1" y="19"/>
                      </a:lnTo>
                      <a:lnTo>
                        <a:pt x="5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8" y="0"/>
                      </a:lnTo>
                      <a:lnTo>
                        <a:pt x="37" y="2"/>
                      </a:lnTo>
                      <a:lnTo>
                        <a:pt x="45" y="5"/>
                      </a:lnTo>
                      <a:lnTo>
                        <a:pt x="51" y="12"/>
                      </a:lnTo>
                      <a:lnTo>
                        <a:pt x="55" y="19"/>
                      </a:lnTo>
                      <a:lnTo>
                        <a:pt x="57" y="2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10" name=""/>
                <p:cNvSpPr/>
                <p:nvPr/>
              </p:nvSpPr>
              <p:spPr>
                <a:xfrm rot="0">
                  <a:off x="2011" y="904"/>
                  <a:ext cx="14" cy="325"/>
                </a:xfrm>
                <a:custGeom>
                  <a:avLst/>
                  <a:ahLst/>
                  <a:rect l="0" t="0" r="r" b="b"/>
                  <a:pathLst>
                    <a:path w="57" h="1301">
                      <a:moveTo>
                        <a:pt x="57" y="0"/>
                      </a:move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0" y="1301"/>
                      </a:lnTo>
                      <a:lnTo>
                        <a:pt x="28" y="1301"/>
                      </a:lnTo>
                      <a:lnTo>
                        <a:pt x="57" y="1301"/>
                      </a:lnTo>
                      <a:lnTo>
                        <a:pt x="5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11" name=""/>
                <p:cNvSpPr/>
                <p:nvPr/>
              </p:nvSpPr>
              <p:spPr>
                <a:xfrm rot="0">
                  <a:off x="2011" y="904"/>
                  <a:ext cx="14" cy="325"/>
                </a:xfrm>
                <a:custGeom>
                  <a:avLst/>
                  <a:ahLst/>
                  <a:rect l="0" t="0" r="r" b="b"/>
                  <a:pathLst>
                    <a:path w="57" h="1301">
                      <a:moveTo>
                        <a:pt x="57" y="0"/>
                      </a:move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0" y="1301"/>
                      </a:lnTo>
                      <a:lnTo>
                        <a:pt x="28" y="1301"/>
                      </a:lnTo>
                      <a:lnTo>
                        <a:pt x="57" y="1301"/>
                      </a:lnTo>
                      <a:lnTo>
                        <a:pt x="5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12" name=""/>
                <p:cNvSpPr/>
                <p:nvPr/>
              </p:nvSpPr>
              <p:spPr>
                <a:xfrm rot="0">
                  <a:off x="2011" y="1229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28" y="0"/>
                      </a:moveTo>
                      <a:lnTo>
                        <a:pt x="57" y="0"/>
                      </a:lnTo>
                      <a:lnTo>
                        <a:pt x="55" y="9"/>
                      </a:lnTo>
                      <a:lnTo>
                        <a:pt x="51" y="17"/>
                      </a:lnTo>
                      <a:lnTo>
                        <a:pt x="45" y="24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1" y="24"/>
                      </a:lnTo>
                      <a:lnTo>
                        <a:pt x="5" y="17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13" name=""/>
                <p:cNvSpPr/>
                <p:nvPr/>
              </p:nvSpPr>
              <p:spPr>
                <a:xfrm rot="0">
                  <a:off x="2011" y="1229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57" y="0"/>
                      </a:moveTo>
                      <a:lnTo>
                        <a:pt x="55" y="9"/>
                      </a:lnTo>
                      <a:lnTo>
                        <a:pt x="51" y="17"/>
                      </a:lnTo>
                      <a:lnTo>
                        <a:pt x="45" y="24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1" y="24"/>
                      </a:lnTo>
                      <a:lnTo>
                        <a:pt x="5" y="17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14" name=""/>
                <p:cNvSpPr/>
                <p:nvPr/>
              </p:nvSpPr>
              <p:spPr>
                <a:xfrm rot="0">
                  <a:off x="1361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7" h="56">
                      <a:moveTo>
                        <a:pt x="27" y="28"/>
                      </a:moveTo>
                      <a:lnTo>
                        <a:pt x="27" y="56"/>
                      </a:lnTo>
                      <a:lnTo>
                        <a:pt x="19" y="55"/>
                      </a:lnTo>
                      <a:lnTo>
                        <a:pt x="11" y="52"/>
                      </a:lnTo>
                      <a:lnTo>
                        <a:pt x="4" y="45"/>
                      </a:lnTo>
                      <a:lnTo>
                        <a:pt x="1" y="37"/>
                      </a:lnTo>
                      <a:lnTo>
                        <a:pt x="0" y="28"/>
                      </a:lnTo>
                      <a:lnTo>
                        <a:pt x="1" y="19"/>
                      </a:lnTo>
                      <a:lnTo>
                        <a:pt x="4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7" y="0"/>
                      </a:lnTo>
                      <a:lnTo>
                        <a:pt x="27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15" name=""/>
                <p:cNvSpPr/>
                <p:nvPr/>
              </p:nvSpPr>
              <p:spPr>
                <a:xfrm rot="0">
                  <a:off x="1361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7" h="56">
                      <a:moveTo>
                        <a:pt x="27" y="56"/>
                      </a:moveTo>
                      <a:lnTo>
                        <a:pt x="19" y="55"/>
                      </a:lnTo>
                      <a:lnTo>
                        <a:pt x="11" y="52"/>
                      </a:lnTo>
                      <a:lnTo>
                        <a:pt x="4" y="45"/>
                      </a:lnTo>
                      <a:lnTo>
                        <a:pt x="1" y="37"/>
                      </a:lnTo>
                      <a:lnTo>
                        <a:pt x="0" y="28"/>
                      </a:lnTo>
                      <a:lnTo>
                        <a:pt x="1" y="19"/>
                      </a:lnTo>
                      <a:lnTo>
                        <a:pt x="4" y="12"/>
                      </a:lnTo>
                      <a:lnTo>
                        <a:pt x="11" y="5"/>
                      </a:lnTo>
                      <a:lnTo>
                        <a:pt x="19" y="2"/>
                      </a:lnTo>
                      <a:lnTo>
                        <a:pt x="2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16" name=""/>
                <p:cNvSpPr/>
                <p:nvPr/>
              </p:nvSpPr>
              <p:spPr>
                <a:xfrm rot="0">
                  <a:off x="1368" y="897"/>
                  <a:ext cx="650" cy="14"/>
                </a:xfrm>
                <a:custGeom>
                  <a:avLst/>
                  <a:ahLst/>
                  <a:rect l="0" t="0" r="r" b="b"/>
                  <a:pathLst>
                    <a:path w="2601" h="56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0" y="56"/>
                      </a:lnTo>
                      <a:lnTo>
                        <a:pt x="2601" y="56"/>
                      </a:lnTo>
                      <a:lnTo>
                        <a:pt x="2601" y="28"/>
                      </a:lnTo>
                      <a:lnTo>
                        <a:pt x="260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17" name=""/>
                <p:cNvSpPr/>
                <p:nvPr/>
              </p:nvSpPr>
              <p:spPr>
                <a:xfrm rot="0">
                  <a:off x="1368" y="897"/>
                  <a:ext cx="650" cy="14"/>
                </a:xfrm>
                <a:custGeom>
                  <a:avLst/>
                  <a:ahLst/>
                  <a:rect l="0" t="0" r="r" b="b"/>
                  <a:pathLst>
                    <a:path w="2601" h="56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0" y="56"/>
                      </a:lnTo>
                      <a:lnTo>
                        <a:pt x="2601" y="56"/>
                      </a:lnTo>
                      <a:lnTo>
                        <a:pt x="2601" y="28"/>
                      </a:lnTo>
                      <a:lnTo>
                        <a:pt x="260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18" name=""/>
                <p:cNvSpPr/>
                <p:nvPr/>
              </p:nvSpPr>
              <p:spPr>
                <a:xfrm rot="0">
                  <a:off x="2018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6">
                      <a:moveTo>
                        <a:pt x="0" y="28"/>
                      </a:moveTo>
                      <a:lnTo>
                        <a:pt x="0" y="0"/>
                      </a:lnTo>
                      <a:lnTo>
                        <a:pt x="9" y="2"/>
                      </a:lnTo>
                      <a:lnTo>
                        <a:pt x="17" y="5"/>
                      </a:lnTo>
                      <a:lnTo>
                        <a:pt x="23" y="12"/>
                      </a:lnTo>
                      <a:lnTo>
                        <a:pt x="27" y="19"/>
                      </a:lnTo>
                      <a:lnTo>
                        <a:pt x="29" y="28"/>
                      </a:lnTo>
                      <a:lnTo>
                        <a:pt x="27" y="37"/>
                      </a:lnTo>
                      <a:lnTo>
                        <a:pt x="23" y="45"/>
                      </a:lnTo>
                      <a:lnTo>
                        <a:pt x="17" y="52"/>
                      </a:lnTo>
                      <a:lnTo>
                        <a:pt x="9" y="55"/>
                      </a:lnTo>
                      <a:lnTo>
                        <a:pt x="0" y="56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19" name=""/>
                <p:cNvSpPr/>
                <p:nvPr/>
              </p:nvSpPr>
              <p:spPr>
                <a:xfrm rot="0">
                  <a:off x="2018" y="897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6">
                      <a:moveTo>
                        <a:pt x="0" y="0"/>
                      </a:moveTo>
                      <a:lnTo>
                        <a:pt x="9" y="2"/>
                      </a:lnTo>
                      <a:lnTo>
                        <a:pt x="17" y="5"/>
                      </a:lnTo>
                      <a:lnTo>
                        <a:pt x="23" y="12"/>
                      </a:lnTo>
                      <a:lnTo>
                        <a:pt x="27" y="19"/>
                      </a:lnTo>
                      <a:lnTo>
                        <a:pt x="29" y="28"/>
                      </a:lnTo>
                      <a:lnTo>
                        <a:pt x="27" y="37"/>
                      </a:lnTo>
                      <a:lnTo>
                        <a:pt x="23" y="45"/>
                      </a:lnTo>
                      <a:lnTo>
                        <a:pt x="17" y="52"/>
                      </a:lnTo>
                      <a:lnTo>
                        <a:pt x="9" y="55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20" name=""/>
                <p:cNvSpPr/>
                <p:nvPr/>
              </p:nvSpPr>
              <p:spPr>
                <a:xfrm rot="0">
                  <a:off x="2289" y="2981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29"/>
                      </a:moveTo>
                      <a:lnTo>
                        <a:pt x="0" y="0"/>
                      </a:lnTo>
                      <a:lnTo>
                        <a:pt x="9" y="2"/>
                      </a:lnTo>
                      <a:lnTo>
                        <a:pt x="17" y="6"/>
                      </a:lnTo>
                      <a:lnTo>
                        <a:pt x="24" y="12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2"/>
                      </a:lnTo>
                      <a:lnTo>
                        <a:pt x="9" y="56"/>
                      </a:lnTo>
                      <a:lnTo>
                        <a:pt x="0" y="57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21" name=""/>
                <p:cNvSpPr/>
                <p:nvPr/>
              </p:nvSpPr>
              <p:spPr>
                <a:xfrm rot="0">
                  <a:off x="2289" y="2981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0"/>
                      </a:moveTo>
                      <a:lnTo>
                        <a:pt x="9" y="2"/>
                      </a:lnTo>
                      <a:lnTo>
                        <a:pt x="17" y="6"/>
                      </a:lnTo>
                      <a:lnTo>
                        <a:pt x="24" y="12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2"/>
                      </a:lnTo>
                      <a:lnTo>
                        <a:pt x="9" y="56"/>
                      </a:lnTo>
                      <a:lnTo>
                        <a:pt x="0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22" name=""/>
                <p:cNvSpPr/>
                <p:nvPr/>
              </p:nvSpPr>
              <p:spPr>
                <a:xfrm rot="0">
                  <a:off x="1097" y="2981"/>
                  <a:ext cx="1192" cy="14"/>
                </a:xfrm>
                <a:custGeom>
                  <a:avLst/>
                  <a:ahLst/>
                  <a:rect l="0" t="0" r="r" b="b"/>
                  <a:pathLst>
                    <a:path w="4766" h="57">
                      <a:moveTo>
                        <a:pt x="4766" y="57"/>
                      </a:moveTo>
                      <a:lnTo>
                        <a:pt x="4766" y="29"/>
                      </a:lnTo>
                      <a:lnTo>
                        <a:pt x="4766" y="0"/>
                      </a:lnTo>
                      <a:lnTo>
                        <a:pt x="0" y="0"/>
                      </a:ln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4766" y="5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23" name=""/>
                <p:cNvSpPr/>
                <p:nvPr/>
              </p:nvSpPr>
              <p:spPr>
                <a:xfrm rot="0">
                  <a:off x="1097" y="2981"/>
                  <a:ext cx="1192" cy="14"/>
                </a:xfrm>
                <a:custGeom>
                  <a:avLst/>
                  <a:ahLst/>
                  <a:rect l="0" t="0" r="r" b="b"/>
                  <a:pathLst>
                    <a:path w="4766" h="57">
                      <a:moveTo>
                        <a:pt x="4766" y="57"/>
                      </a:moveTo>
                      <a:lnTo>
                        <a:pt x="4766" y="29"/>
                      </a:lnTo>
                      <a:lnTo>
                        <a:pt x="4766" y="0"/>
                      </a:lnTo>
                      <a:lnTo>
                        <a:pt x="0" y="0"/>
                      </a:ln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4766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24" name=""/>
                <p:cNvSpPr/>
                <p:nvPr/>
              </p:nvSpPr>
              <p:spPr>
                <a:xfrm rot="0">
                  <a:off x="1090" y="2981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29"/>
                      </a:moveTo>
                      <a:lnTo>
                        <a:pt x="28" y="57"/>
                      </a:lnTo>
                      <a:lnTo>
                        <a:pt x="19" y="56"/>
                      </a:lnTo>
                      <a:lnTo>
                        <a:pt x="11" y="52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2"/>
                      </a:lnTo>
                      <a:lnTo>
                        <a:pt x="11" y="6"/>
                      </a:lnTo>
                      <a:lnTo>
                        <a:pt x="19" y="2"/>
                      </a:lnTo>
                      <a:lnTo>
                        <a:pt x="28" y="0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25" name=""/>
                <p:cNvSpPr/>
                <p:nvPr/>
              </p:nvSpPr>
              <p:spPr>
                <a:xfrm rot="0">
                  <a:off x="1090" y="2981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57"/>
                      </a:moveTo>
                      <a:lnTo>
                        <a:pt x="19" y="56"/>
                      </a:lnTo>
                      <a:lnTo>
                        <a:pt x="11" y="52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2"/>
                      </a:lnTo>
                      <a:lnTo>
                        <a:pt x="11" y="6"/>
                      </a:lnTo>
                      <a:lnTo>
                        <a:pt x="19" y="2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26" name=""/>
                <p:cNvSpPr/>
                <p:nvPr/>
              </p:nvSpPr>
              <p:spPr>
                <a:xfrm rot="0">
                  <a:off x="2282" y="2005"/>
                  <a:ext cx="14" cy="8"/>
                </a:xfrm>
                <a:custGeom>
                  <a:avLst/>
                  <a:ahLst/>
                  <a:rect l="0" t="0" r="r" b="b"/>
                  <a:pathLst>
                    <a:path w="56" h="29">
                      <a:moveTo>
                        <a:pt x="27" y="29"/>
                      </a:move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4" y="13"/>
                      </a:lnTo>
                      <a:lnTo>
                        <a:pt x="11" y="6"/>
                      </a:lnTo>
                      <a:lnTo>
                        <a:pt x="18" y="3"/>
                      </a:lnTo>
                      <a:lnTo>
                        <a:pt x="27" y="0"/>
                      </a:lnTo>
                      <a:lnTo>
                        <a:pt x="36" y="3"/>
                      </a:lnTo>
                      <a:lnTo>
                        <a:pt x="44" y="6"/>
                      </a:lnTo>
                      <a:lnTo>
                        <a:pt x="51" y="13"/>
                      </a:lnTo>
                      <a:lnTo>
                        <a:pt x="54" y="20"/>
                      </a:lnTo>
                      <a:lnTo>
                        <a:pt x="56" y="29"/>
                      </a:lnTo>
                      <a:lnTo>
                        <a:pt x="27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27" name=""/>
                <p:cNvSpPr/>
                <p:nvPr/>
              </p:nvSpPr>
              <p:spPr>
                <a:xfrm rot="0">
                  <a:off x="2282" y="2005"/>
                  <a:ext cx="14" cy="8"/>
                </a:xfrm>
                <a:custGeom>
                  <a:avLst/>
                  <a:ahLst/>
                  <a:rect l="0" t="0" r="r" b="b"/>
                  <a:pathLst>
                    <a:path w="56" h="29">
                      <a:moveTo>
                        <a:pt x="0" y="29"/>
                      </a:moveTo>
                      <a:lnTo>
                        <a:pt x="1" y="20"/>
                      </a:lnTo>
                      <a:lnTo>
                        <a:pt x="4" y="13"/>
                      </a:lnTo>
                      <a:lnTo>
                        <a:pt x="11" y="6"/>
                      </a:lnTo>
                      <a:lnTo>
                        <a:pt x="18" y="3"/>
                      </a:lnTo>
                      <a:lnTo>
                        <a:pt x="27" y="0"/>
                      </a:lnTo>
                      <a:lnTo>
                        <a:pt x="36" y="3"/>
                      </a:lnTo>
                      <a:lnTo>
                        <a:pt x="44" y="6"/>
                      </a:lnTo>
                      <a:lnTo>
                        <a:pt x="51" y="13"/>
                      </a:lnTo>
                      <a:lnTo>
                        <a:pt x="54" y="20"/>
                      </a:lnTo>
                      <a:lnTo>
                        <a:pt x="56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28" name=""/>
                <p:cNvSpPr/>
                <p:nvPr/>
              </p:nvSpPr>
              <p:spPr>
                <a:xfrm rot="0">
                  <a:off x="2282" y="2013"/>
                  <a:ext cx="14" cy="975"/>
                </a:xfrm>
                <a:custGeom>
                  <a:avLst/>
                  <a:ahLst/>
                  <a:rect l="0" t="0" r="r" b="b"/>
                  <a:pathLst>
                    <a:path w="56" h="3904">
                      <a:moveTo>
                        <a:pt x="56" y="0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3904"/>
                      </a:lnTo>
                      <a:lnTo>
                        <a:pt x="27" y="3904"/>
                      </a:lnTo>
                      <a:lnTo>
                        <a:pt x="56" y="3904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29" name=""/>
                <p:cNvSpPr/>
                <p:nvPr/>
              </p:nvSpPr>
              <p:spPr>
                <a:xfrm rot="0">
                  <a:off x="2282" y="2013"/>
                  <a:ext cx="14" cy="975"/>
                </a:xfrm>
                <a:custGeom>
                  <a:avLst/>
                  <a:ahLst/>
                  <a:rect l="0" t="0" r="r" b="b"/>
                  <a:pathLst>
                    <a:path w="56" h="3904">
                      <a:moveTo>
                        <a:pt x="56" y="0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3904"/>
                      </a:lnTo>
                      <a:lnTo>
                        <a:pt x="27" y="3904"/>
                      </a:lnTo>
                      <a:lnTo>
                        <a:pt x="56" y="3904"/>
                      </a:lnTo>
                      <a:lnTo>
                        <a:pt x="5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30" name=""/>
                <p:cNvSpPr/>
                <p:nvPr/>
              </p:nvSpPr>
              <p:spPr>
                <a:xfrm rot="0">
                  <a:off x="2282" y="2988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27" y="0"/>
                      </a:moveTo>
                      <a:lnTo>
                        <a:pt x="56" y="0"/>
                      </a:lnTo>
                      <a:lnTo>
                        <a:pt x="54" y="9"/>
                      </a:lnTo>
                      <a:lnTo>
                        <a:pt x="51" y="17"/>
                      </a:lnTo>
                      <a:lnTo>
                        <a:pt x="44" y="23"/>
                      </a:lnTo>
                      <a:lnTo>
                        <a:pt x="36" y="27"/>
                      </a:lnTo>
                      <a:lnTo>
                        <a:pt x="27" y="28"/>
                      </a:lnTo>
                      <a:lnTo>
                        <a:pt x="18" y="27"/>
                      </a:lnTo>
                      <a:lnTo>
                        <a:pt x="11" y="23"/>
                      </a:lnTo>
                      <a:lnTo>
                        <a:pt x="4" y="17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31" name=""/>
                <p:cNvSpPr/>
                <p:nvPr/>
              </p:nvSpPr>
              <p:spPr>
                <a:xfrm rot="0">
                  <a:off x="2282" y="2988"/>
                  <a:ext cx="14" cy="7"/>
                </a:xfrm>
                <a:custGeom>
                  <a:avLst/>
                  <a:ahLst/>
                  <a:rect l="0" t="0" r="r" b="b"/>
                  <a:pathLst>
                    <a:path w="56" h="28">
                      <a:moveTo>
                        <a:pt x="56" y="0"/>
                      </a:moveTo>
                      <a:lnTo>
                        <a:pt x="54" y="9"/>
                      </a:lnTo>
                      <a:lnTo>
                        <a:pt x="51" y="17"/>
                      </a:lnTo>
                      <a:lnTo>
                        <a:pt x="44" y="23"/>
                      </a:lnTo>
                      <a:lnTo>
                        <a:pt x="36" y="27"/>
                      </a:lnTo>
                      <a:lnTo>
                        <a:pt x="27" y="28"/>
                      </a:lnTo>
                      <a:lnTo>
                        <a:pt x="18" y="27"/>
                      </a:lnTo>
                      <a:lnTo>
                        <a:pt x="11" y="23"/>
                      </a:lnTo>
                      <a:lnTo>
                        <a:pt x="4" y="17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32" name=""/>
                <p:cNvSpPr/>
                <p:nvPr/>
              </p:nvSpPr>
              <p:spPr>
                <a:xfrm rot="0">
                  <a:off x="1090" y="2005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29"/>
                      </a:moveTo>
                      <a:lnTo>
                        <a:pt x="28" y="57"/>
                      </a:lnTo>
                      <a:lnTo>
                        <a:pt x="19" y="56"/>
                      </a:lnTo>
                      <a:lnTo>
                        <a:pt x="11" y="52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33" name=""/>
                <p:cNvSpPr/>
                <p:nvPr/>
              </p:nvSpPr>
              <p:spPr>
                <a:xfrm rot="0">
                  <a:off x="1090" y="2005"/>
                  <a:ext cx="7" cy="14"/>
                </a:xfrm>
                <a:custGeom>
                  <a:avLst/>
                  <a:ahLst/>
                  <a:rect l="0" t="0" r="r" b="b"/>
                  <a:pathLst>
                    <a:path w="28" h="57">
                      <a:moveTo>
                        <a:pt x="28" y="57"/>
                      </a:moveTo>
                      <a:lnTo>
                        <a:pt x="19" y="56"/>
                      </a:lnTo>
                      <a:lnTo>
                        <a:pt x="11" y="52"/>
                      </a:lnTo>
                      <a:lnTo>
                        <a:pt x="5" y="46"/>
                      </a:lnTo>
                      <a:lnTo>
                        <a:pt x="1" y="38"/>
                      </a:ln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34" name=""/>
                <p:cNvSpPr/>
                <p:nvPr/>
              </p:nvSpPr>
              <p:spPr>
                <a:xfrm rot="0">
                  <a:off x="1097" y="2005"/>
                  <a:ext cx="1192" cy="14"/>
                </a:xfrm>
                <a:custGeom>
                  <a:avLst/>
                  <a:ahLst/>
                  <a:rect l="0" t="0" r="r" b="b"/>
                  <a:pathLst>
                    <a:path w="4766" h="57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4766" y="57"/>
                      </a:lnTo>
                      <a:lnTo>
                        <a:pt x="4766" y="29"/>
                      </a:lnTo>
                      <a:lnTo>
                        <a:pt x="4766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35" name=""/>
                <p:cNvSpPr/>
                <p:nvPr/>
              </p:nvSpPr>
              <p:spPr>
                <a:xfrm rot="0">
                  <a:off x="1097" y="2005"/>
                  <a:ext cx="1192" cy="14"/>
                </a:xfrm>
                <a:custGeom>
                  <a:avLst/>
                  <a:ahLst/>
                  <a:rect l="0" t="0" r="r" b="b"/>
                  <a:pathLst>
                    <a:path w="4766" h="57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7"/>
                      </a:lnTo>
                      <a:lnTo>
                        <a:pt x="4766" y="57"/>
                      </a:lnTo>
                      <a:lnTo>
                        <a:pt x="4766" y="29"/>
                      </a:lnTo>
                      <a:lnTo>
                        <a:pt x="476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36" name=""/>
                <p:cNvSpPr/>
                <p:nvPr/>
              </p:nvSpPr>
              <p:spPr>
                <a:xfrm rot="0">
                  <a:off x="2289" y="2005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29"/>
                      </a:moveTo>
                      <a:lnTo>
                        <a:pt x="0" y="0"/>
                      </a:lnTo>
                      <a:lnTo>
                        <a:pt x="9" y="3"/>
                      </a:lnTo>
                      <a:lnTo>
                        <a:pt x="17" y="6"/>
                      </a:lnTo>
                      <a:lnTo>
                        <a:pt x="24" y="13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2"/>
                      </a:lnTo>
                      <a:lnTo>
                        <a:pt x="9" y="56"/>
                      </a:lnTo>
                      <a:lnTo>
                        <a:pt x="0" y="57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37" name=""/>
                <p:cNvSpPr/>
                <p:nvPr/>
              </p:nvSpPr>
              <p:spPr>
                <a:xfrm rot="0">
                  <a:off x="2289" y="2005"/>
                  <a:ext cx="7" cy="14"/>
                </a:xfrm>
                <a:custGeom>
                  <a:avLst/>
                  <a:ahLst/>
                  <a:rect l="0" t="0" r="r" b="b"/>
                  <a:pathLst>
                    <a:path w="29" h="57">
                      <a:moveTo>
                        <a:pt x="0" y="0"/>
                      </a:moveTo>
                      <a:lnTo>
                        <a:pt x="9" y="3"/>
                      </a:lnTo>
                      <a:lnTo>
                        <a:pt x="17" y="6"/>
                      </a:lnTo>
                      <a:lnTo>
                        <a:pt x="24" y="13"/>
                      </a:lnTo>
                      <a:lnTo>
                        <a:pt x="27" y="20"/>
                      </a:lnTo>
                      <a:lnTo>
                        <a:pt x="29" y="29"/>
                      </a:lnTo>
                      <a:lnTo>
                        <a:pt x="27" y="38"/>
                      </a:lnTo>
                      <a:lnTo>
                        <a:pt x="24" y="46"/>
                      </a:lnTo>
                      <a:lnTo>
                        <a:pt x="17" y="52"/>
                      </a:lnTo>
                      <a:lnTo>
                        <a:pt x="9" y="56"/>
                      </a:lnTo>
                      <a:lnTo>
                        <a:pt x="0" y="5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38" name=""/>
                <p:cNvSpPr/>
                <p:nvPr/>
              </p:nvSpPr>
              <p:spPr>
                <a:xfrm rot="0">
                  <a:off x="1090" y="2988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28" y="0"/>
                      </a:moveTo>
                      <a:lnTo>
                        <a:pt x="57" y="0"/>
                      </a:lnTo>
                      <a:lnTo>
                        <a:pt x="55" y="9"/>
                      </a:lnTo>
                      <a:lnTo>
                        <a:pt x="51" y="17"/>
                      </a:lnTo>
                      <a:lnTo>
                        <a:pt x="45" y="23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1" y="23"/>
                      </a:lnTo>
                      <a:lnTo>
                        <a:pt x="5" y="17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39" name=""/>
                <p:cNvSpPr/>
                <p:nvPr/>
              </p:nvSpPr>
              <p:spPr>
                <a:xfrm rot="0">
                  <a:off x="1090" y="2988"/>
                  <a:ext cx="14" cy="7"/>
                </a:xfrm>
                <a:custGeom>
                  <a:avLst/>
                  <a:ahLst/>
                  <a:rect l="0" t="0" r="r" b="b"/>
                  <a:pathLst>
                    <a:path w="57" h="28">
                      <a:moveTo>
                        <a:pt x="57" y="0"/>
                      </a:moveTo>
                      <a:lnTo>
                        <a:pt x="55" y="9"/>
                      </a:lnTo>
                      <a:lnTo>
                        <a:pt x="51" y="17"/>
                      </a:lnTo>
                      <a:lnTo>
                        <a:pt x="45" y="23"/>
                      </a:lnTo>
                      <a:lnTo>
                        <a:pt x="37" y="27"/>
                      </a:lnTo>
                      <a:lnTo>
                        <a:pt x="28" y="28"/>
                      </a:lnTo>
                      <a:lnTo>
                        <a:pt x="19" y="27"/>
                      </a:lnTo>
                      <a:lnTo>
                        <a:pt x="11" y="23"/>
                      </a:lnTo>
                      <a:lnTo>
                        <a:pt x="5" y="17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40" name=""/>
                <p:cNvSpPr/>
                <p:nvPr/>
              </p:nvSpPr>
              <p:spPr>
                <a:xfrm rot="0">
                  <a:off x="1090" y="2013"/>
                  <a:ext cx="14" cy="975"/>
                </a:xfrm>
                <a:custGeom>
                  <a:avLst/>
                  <a:ahLst/>
                  <a:rect l="0" t="0" r="r" b="b"/>
                  <a:pathLst>
                    <a:path w="57" h="3904">
                      <a:moveTo>
                        <a:pt x="0" y="3904"/>
                      </a:moveTo>
                      <a:lnTo>
                        <a:pt x="28" y="3904"/>
                      </a:lnTo>
                      <a:lnTo>
                        <a:pt x="57" y="3904"/>
                      </a:lnTo>
                      <a:lnTo>
                        <a:pt x="57" y="0"/>
                      </a:ln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0" y="390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41" name=""/>
                <p:cNvSpPr/>
                <p:nvPr/>
              </p:nvSpPr>
              <p:spPr>
                <a:xfrm rot="0">
                  <a:off x="1090" y="2013"/>
                  <a:ext cx="14" cy="975"/>
                </a:xfrm>
                <a:custGeom>
                  <a:avLst/>
                  <a:ahLst/>
                  <a:rect l="0" t="0" r="r" b="b"/>
                  <a:pathLst>
                    <a:path w="57" h="3904">
                      <a:moveTo>
                        <a:pt x="0" y="3904"/>
                      </a:moveTo>
                      <a:lnTo>
                        <a:pt x="28" y="3904"/>
                      </a:lnTo>
                      <a:lnTo>
                        <a:pt x="57" y="3904"/>
                      </a:lnTo>
                      <a:lnTo>
                        <a:pt x="57" y="0"/>
                      </a:ln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0" y="390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42" name=""/>
                <p:cNvSpPr/>
                <p:nvPr/>
              </p:nvSpPr>
              <p:spPr>
                <a:xfrm rot="0">
                  <a:off x="1090" y="2005"/>
                  <a:ext cx="14" cy="8"/>
                </a:xfrm>
                <a:custGeom>
                  <a:avLst/>
                  <a:ahLst/>
                  <a:rect l="0" t="0" r="r" b="b"/>
                  <a:pathLst>
                    <a:path w="57" h="29">
                      <a:moveTo>
                        <a:pt x="28" y="29"/>
                      </a:moveTo>
                      <a:lnTo>
                        <a:pt x="0" y="29"/>
                      </a:ln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37" y="3"/>
                      </a:lnTo>
                      <a:lnTo>
                        <a:pt x="45" y="6"/>
                      </a:lnTo>
                      <a:lnTo>
                        <a:pt x="51" y="13"/>
                      </a:lnTo>
                      <a:lnTo>
                        <a:pt x="55" y="20"/>
                      </a:lnTo>
                      <a:lnTo>
                        <a:pt x="57" y="29"/>
                      </a:lnTo>
                      <a:lnTo>
                        <a:pt x="28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43" name=""/>
                <p:cNvSpPr/>
                <p:nvPr/>
              </p:nvSpPr>
              <p:spPr>
                <a:xfrm rot="0">
                  <a:off x="1090" y="2005"/>
                  <a:ext cx="14" cy="8"/>
                </a:xfrm>
                <a:custGeom>
                  <a:avLst/>
                  <a:ahLst/>
                  <a:rect l="0" t="0" r="r" b="b"/>
                  <a:pathLst>
                    <a:path w="57" h="29">
                      <a:moveTo>
                        <a:pt x="0" y="29"/>
                      </a:moveTo>
                      <a:lnTo>
                        <a:pt x="1" y="20"/>
                      </a:lnTo>
                      <a:lnTo>
                        <a:pt x="5" y="13"/>
                      </a:lnTo>
                      <a:lnTo>
                        <a:pt x="11" y="6"/>
                      </a:lnTo>
                      <a:lnTo>
                        <a:pt x="19" y="3"/>
                      </a:lnTo>
                      <a:lnTo>
                        <a:pt x="28" y="0"/>
                      </a:lnTo>
                      <a:lnTo>
                        <a:pt x="37" y="3"/>
                      </a:lnTo>
                      <a:lnTo>
                        <a:pt x="45" y="6"/>
                      </a:lnTo>
                      <a:lnTo>
                        <a:pt x="51" y="13"/>
                      </a:lnTo>
                      <a:lnTo>
                        <a:pt x="55" y="20"/>
                      </a:lnTo>
                      <a:lnTo>
                        <a:pt x="57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44" name=""/>
                <p:cNvSpPr/>
                <p:nvPr/>
              </p:nvSpPr>
              <p:spPr>
                <a:xfrm rot="0">
                  <a:off x="2011" y="2482"/>
                  <a:ext cx="14" cy="19"/>
                </a:xfrm>
                <a:custGeom>
                  <a:avLst/>
                  <a:ahLst/>
                  <a:rect l="0" t="0" r="r" b="b"/>
                  <a:pathLst>
                    <a:path w="58" h="73">
                      <a:moveTo>
                        <a:pt x="2" y="73"/>
                      </a:moveTo>
                      <a:lnTo>
                        <a:pt x="30" y="72"/>
                      </a:lnTo>
                      <a:lnTo>
                        <a:pt x="58" y="71"/>
                      </a:lnTo>
                      <a:lnTo>
                        <a:pt x="55" y="0"/>
                      </a:lnTo>
                      <a:lnTo>
                        <a:pt x="28" y="1"/>
                      </a:lnTo>
                      <a:lnTo>
                        <a:pt x="0" y="2"/>
                      </a:lnTo>
                      <a:lnTo>
                        <a:pt x="2" y="7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45" name=""/>
                <p:cNvSpPr/>
                <p:nvPr/>
              </p:nvSpPr>
              <p:spPr>
                <a:xfrm rot="0">
                  <a:off x="2011" y="2482"/>
                  <a:ext cx="14" cy="19"/>
                </a:xfrm>
                <a:custGeom>
                  <a:avLst/>
                  <a:ahLst/>
                  <a:rect l="0" t="0" r="r" b="b"/>
                  <a:pathLst>
                    <a:path w="58" h="73">
                      <a:moveTo>
                        <a:pt x="2" y="73"/>
                      </a:moveTo>
                      <a:lnTo>
                        <a:pt x="30" y="72"/>
                      </a:lnTo>
                      <a:lnTo>
                        <a:pt x="58" y="71"/>
                      </a:lnTo>
                      <a:lnTo>
                        <a:pt x="55" y="0"/>
                      </a:lnTo>
                      <a:lnTo>
                        <a:pt x="28" y="1"/>
                      </a:lnTo>
                      <a:lnTo>
                        <a:pt x="0" y="2"/>
                      </a:lnTo>
                      <a:lnTo>
                        <a:pt x="2" y="7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46" name=""/>
                <p:cNvSpPr/>
                <p:nvPr/>
              </p:nvSpPr>
              <p:spPr>
                <a:xfrm rot="0">
                  <a:off x="2018" y="2482"/>
                  <a:ext cx="7" cy="1"/>
                </a:xfrm>
                <a:custGeom>
                  <a:avLst/>
                  <a:ahLst/>
                  <a:rect l="0" t="0" r="r" b="b"/>
                  <a:pathLst>
                    <a:path w="27" h="2">
                      <a:moveTo>
                        <a:pt x="0" y="2"/>
                      </a:move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47" name=""/>
                <p:cNvSpPr/>
                <p:nvPr/>
              </p:nvSpPr>
              <p:spPr>
                <a:xfrm rot="0" flipV="1">
                  <a:off x="2025" y="24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48" name=""/>
                <p:cNvSpPr/>
                <p:nvPr/>
              </p:nvSpPr>
              <p:spPr>
                <a:xfrm rot="0">
                  <a:off x="2009" y="2465"/>
                  <a:ext cx="16" cy="18"/>
                </a:xfrm>
                <a:custGeom>
                  <a:avLst/>
                  <a:ahLst/>
                  <a:rect l="0" t="0" r="r" b="b"/>
                  <a:pathLst>
                    <a:path w="61" h="74">
                      <a:moveTo>
                        <a:pt x="6" y="74"/>
                      </a:moveTo>
                      <a:lnTo>
                        <a:pt x="34" y="72"/>
                      </a:lnTo>
                      <a:lnTo>
                        <a:pt x="61" y="70"/>
                      </a:lnTo>
                      <a:lnTo>
                        <a:pt x="56" y="0"/>
                      </a:lnTo>
                      <a:lnTo>
                        <a:pt x="28" y="2"/>
                      </a:lnTo>
                      <a:lnTo>
                        <a:pt x="0" y="4"/>
                      </a:lnTo>
                      <a:lnTo>
                        <a:pt x="6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49" name=""/>
                <p:cNvSpPr/>
                <p:nvPr/>
              </p:nvSpPr>
              <p:spPr>
                <a:xfrm rot="0">
                  <a:off x="2009" y="2465"/>
                  <a:ext cx="16" cy="18"/>
                </a:xfrm>
                <a:custGeom>
                  <a:avLst/>
                  <a:ahLst/>
                  <a:rect l="0" t="0" r="r" b="b"/>
                  <a:pathLst>
                    <a:path w="61" h="74">
                      <a:moveTo>
                        <a:pt x="6" y="74"/>
                      </a:moveTo>
                      <a:lnTo>
                        <a:pt x="34" y="72"/>
                      </a:lnTo>
                      <a:lnTo>
                        <a:pt x="61" y="70"/>
                      </a:lnTo>
                      <a:lnTo>
                        <a:pt x="56" y="0"/>
                      </a:lnTo>
                      <a:lnTo>
                        <a:pt x="28" y="2"/>
                      </a:lnTo>
                      <a:lnTo>
                        <a:pt x="0" y="4"/>
                      </a:lnTo>
                      <a:lnTo>
                        <a:pt x="6" y="7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50" name=""/>
                <p:cNvSpPr/>
                <p:nvPr/>
              </p:nvSpPr>
              <p:spPr>
                <a:xfrm rot="0">
                  <a:off x="2016" y="2464"/>
                  <a:ext cx="7" cy="1"/>
                </a:xfrm>
                <a:custGeom>
                  <a:avLst/>
                  <a:ahLst/>
                  <a:rect l="0" t="0" r="r" b="b"/>
                  <a:pathLst>
                    <a:path w="28" h="4">
                      <a:moveTo>
                        <a:pt x="0" y="4"/>
                      </a:moveTo>
                      <a:lnTo>
                        <a:pt x="28" y="2"/>
                      </a:lnTo>
                      <a:lnTo>
                        <a:pt x="28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51" name=""/>
                <p:cNvSpPr/>
                <p:nvPr/>
              </p:nvSpPr>
              <p:spPr>
                <a:xfrm rot="0" flipV="1">
                  <a:off x="2023" y="246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52" name=""/>
                <p:cNvSpPr/>
                <p:nvPr/>
              </p:nvSpPr>
              <p:spPr>
                <a:xfrm rot="0">
                  <a:off x="2007" y="2447"/>
                  <a:ext cx="16" cy="19"/>
                </a:xfrm>
                <a:custGeom>
                  <a:avLst/>
                  <a:ahLst/>
                  <a:rect l="0" t="0" r="r" b="b"/>
                  <a:pathLst>
                    <a:path w="65" h="79">
                      <a:moveTo>
                        <a:pt x="9" y="79"/>
                      </a:moveTo>
                      <a:lnTo>
                        <a:pt x="37" y="74"/>
                      </a:lnTo>
                      <a:lnTo>
                        <a:pt x="65" y="70"/>
                      </a:lnTo>
                      <a:lnTo>
                        <a:pt x="55" y="0"/>
                      </a:lnTo>
                      <a:lnTo>
                        <a:pt x="27" y="4"/>
                      </a:lnTo>
                      <a:lnTo>
                        <a:pt x="0" y="9"/>
                      </a:lnTo>
                      <a:lnTo>
                        <a:pt x="9" y="7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53" name=""/>
                <p:cNvSpPr/>
                <p:nvPr/>
              </p:nvSpPr>
              <p:spPr>
                <a:xfrm rot="0">
                  <a:off x="2007" y="2447"/>
                  <a:ext cx="16" cy="19"/>
                </a:xfrm>
                <a:custGeom>
                  <a:avLst/>
                  <a:ahLst/>
                  <a:rect l="0" t="0" r="r" b="b"/>
                  <a:pathLst>
                    <a:path w="65" h="79">
                      <a:moveTo>
                        <a:pt x="9" y="79"/>
                      </a:moveTo>
                      <a:lnTo>
                        <a:pt x="37" y="74"/>
                      </a:lnTo>
                      <a:lnTo>
                        <a:pt x="65" y="70"/>
                      </a:lnTo>
                      <a:lnTo>
                        <a:pt x="55" y="0"/>
                      </a:lnTo>
                      <a:lnTo>
                        <a:pt x="27" y="4"/>
                      </a:lnTo>
                      <a:lnTo>
                        <a:pt x="0" y="9"/>
                      </a:lnTo>
                      <a:lnTo>
                        <a:pt x="9" y="7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54" name=""/>
                <p:cNvSpPr/>
                <p:nvPr/>
              </p:nvSpPr>
              <p:spPr>
                <a:xfrm rot="0">
                  <a:off x="2014" y="2446"/>
                  <a:ext cx="7" cy="2"/>
                </a:xfrm>
                <a:custGeom>
                  <a:avLst/>
                  <a:ahLst/>
                  <a:rect l="0" t="0" r="r" b="b"/>
                  <a:pathLst>
                    <a:path w="28" h="5">
                      <a:moveTo>
                        <a:pt x="0" y="5"/>
                      </a:moveTo>
                      <a:lnTo>
                        <a:pt x="28" y="1"/>
                      </a:lnTo>
                      <a:lnTo>
                        <a:pt x="28" y="0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55" name=""/>
                <p:cNvSpPr/>
                <p:nvPr/>
              </p:nvSpPr>
              <p:spPr>
                <a:xfrm rot="0" flipV="1">
                  <a:off x="2021" y="244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56" name=""/>
                <p:cNvSpPr/>
                <p:nvPr/>
              </p:nvSpPr>
              <p:spPr>
                <a:xfrm rot="0">
                  <a:off x="2004" y="2429"/>
                  <a:ext cx="17" cy="20"/>
                </a:xfrm>
                <a:custGeom>
                  <a:avLst/>
                  <a:ahLst/>
                  <a:rect l="0" t="0" r="r" b="b"/>
                  <a:pathLst>
                    <a:path w="69" h="81">
                      <a:moveTo>
                        <a:pt x="14" y="81"/>
                      </a:moveTo>
                      <a:lnTo>
                        <a:pt x="41" y="75"/>
                      </a:lnTo>
                      <a:lnTo>
                        <a:pt x="69" y="70"/>
                      </a:lnTo>
                      <a:lnTo>
                        <a:pt x="56" y="0"/>
                      </a:lnTo>
                      <a:lnTo>
                        <a:pt x="28" y="5"/>
                      </a:lnTo>
                      <a:lnTo>
                        <a:pt x="0" y="11"/>
                      </a:lnTo>
                      <a:lnTo>
                        <a:pt x="14" y="8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57" name=""/>
                <p:cNvSpPr/>
                <p:nvPr/>
              </p:nvSpPr>
              <p:spPr>
                <a:xfrm rot="0">
                  <a:off x="2004" y="2429"/>
                  <a:ext cx="17" cy="20"/>
                </a:xfrm>
                <a:custGeom>
                  <a:avLst/>
                  <a:ahLst/>
                  <a:rect l="0" t="0" r="r" b="b"/>
                  <a:pathLst>
                    <a:path w="69" h="81">
                      <a:moveTo>
                        <a:pt x="14" y="81"/>
                      </a:moveTo>
                      <a:lnTo>
                        <a:pt x="41" y="75"/>
                      </a:lnTo>
                      <a:lnTo>
                        <a:pt x="69" y="70"/>
                      </a:lnTo>
                      <a:lnTo>
                        <a:pt x="56" y="0"/>
                      </a:lnTo>
                      <a:lnTo>
                        <a:pt x="28" y="5"/>
                      </a:lnTo>
                      <a:lnTo>
                        <a:pt x="0" y="11"/>
                      </a:lnTo>
                      <a:lnTo>
                        <a:pt x="14" y="8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58" name=""/>
                <p:cNvSpPr/>
                <p:nvPr/>
              </p:nvSpPr>
              <p:spPr>
                <a:xfrm rot="0">
                  <a:off x="2010" y="2429"/>
                  <a:ext cx="7" cy="1"/>
                </a:xfrm>
                <a:custGeom>
                  <a:avLst/>
                  <a:ahLst/>
                  <a:rect l="0" t="0" r="r" b="b"/>
                  <a:pathLst>
                    <a:path w="28" h="6">
                      <a:moveTo>
                        <a:pt x="0" y="6"/>
                      </a:moveTo>
                      <a:lnTo>
                        <a:pt x="28" y="1"/>
                      </a:lnTo>
                      <a:lnTo>
                        <a:pt x="28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59" name=""/>
                <p:cNvSpPr/>
                <p:nvPr/>
              </p:nvSpPr>
              <p:spPr>
                <a:xfrm rot="0" flipV="1">
                  <a:off x="2017" y="24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60" name=""/>
                <p:cNvSpPr/>
                <p:nvPr/>
              </p:nvSpPr>
              <p:spPr>
                <a:xfrm rot="0">
                  <a:off x="1999" y="2412"/>
                  <a:ext cx="18" cy="20"/>
                </a:xfrm>
                <a:custGeom>
                  <a:avLst/>
                  <a:ahLst/>
                  <a:rect l="0" t="0" r="r" b="b"/>
                  <a:pathLst>
                    <a:path w="72" h="81">
                      <a:moveTo>
                        <a:pt x="16" y="81"/>
                      </a:moveTo>
                      <a:lnTo>
                        <a:pt x="44" y="74"/>
                      </a:lnTo>
                      <a:lnTo>
                        <a:pt x="72" y="68"/>
                      </a:lnTo>
                      <a:lnTo>
                        <a:pt x="55" y="0"/>
                      </a:lnTo>
                      <a:lnTo>
                        <a:pt x="27" y="7"/>
                      </a:lnTo>
                      <a:lnTo>
                        <a:pt x="0" y="13"/>
                      </a:lnTo>
                      <a:lnTo>
                        <a:pt x="16" y="8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61" name=""/>
                <p:cNvSpPr/>
                <p:nvPr/>
              </p:nvSpPr>
              <p:spPr>
                <a:xfrm rot="0">
                  <a:off x="1999" y="2412"/>
                  <a:ext cx="18" cy="20"/>
                </a:xfrm>
                <a:custGeom>
                  <a:avLst/>
                  <a:ahLst/>
                  <a:rect l="0" t="0" r="r" b="b"/>
                  <a:pathLst>
                    <a:path w="72" h="81">
                      <a:moveTo>
                        <a:pt x="16" y="81"/>
                      </a:moveTo>
                      <a:lnTo>
                        <a:pt x="44" y="74"/>
                      </a:lnTo>
                      <a:lnTo>
                        <a:pt x="72" y="68"/>
                      </a:lnTo>
                      <a:lnTo>
                        <a:pt x="55" y="0"/>
                      </a:lnTo>
                      <a:lnTo>
                        <a:pt x="27" y="7"/>
                      </a:lnTo>
                      <a:lnTo>
                        <a:pt x="0" y="13"/>
                      </a:lnTo>
                      <a:lnTo>
                        <a:pt x="16" y="8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62" name=""/>
                <p:cNvSpPr/>
                <p:nvPr/>
              </p:nvSpPr>
              <p:spPr>
                <a:xfrm rot="0">
                  <a:off x="2006" y="2411"/>
                  <a:ext cx="7" cy="2"/>
                </a:xfrm>
                <a:custGeom>
                  <a:avLst/>
                  <a:ahLst/>
                  <a:rect l="0" t="0" r="r" b="b"/>
                  <a:pathLst>
                    <a:path w="28" h="9">
                      <a:moveTo>
                        <a:pt x="0" y="9"/>
                      </a:moveTo>
                      <a:lnTo>
                        <a:pt x="28" y="2"/>
                      </a:lnTo>
                      <a:lnTo>
                        <a:pt x="27" y="0"/>
                      </a:lnTo>
                      <a:lnTo>
                        <a:pt x="0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63" name=""/>
                <p:cNvSpPr/>
                <p:nvPr/>
              </p:nvSpPr>
              <p:spPr>
                <a:xfrm rot="0" flipH="1" flipV="1">
                  <a:off x="2013" y="241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64" name=""/>
                <p:cNvSpPr/>
                <p:nvPr/>
              </p:nvSpPr>
              <p:spPr>
                <a:xfrm rot="0">
                  <a:off x="1994" y="2394"/>
                  <a:ext cx="19" cy="22"/>
                </a:xfrm>
                <a:custGeom>
                  <a:avLst/>
                  <a:ahLst/>
                  <a:rect l="0" t="0" r="r" b="b"/>
                  <a:pathLst>
                    <a:path w="74" h="86">
                      <a:moveTo>
                        <a:pt x="21" y="86"/>
                      </a:moveTo>
                      <a:lnTo>
                        <a:pt x="47" y="77"/>
                      </a:lnTo>
                      <a:lnTo>
                        <a:pt x="74" y="68"/>
                      </a:lnTo>
                      <a:lnTo>
                        <a:pt x="53" y="0"/>
                      </a:lnTo>
                      <a:lnTo>
                        <a:pt x="26" y="9"/>
                      </a:lnTo>
                      <a:lnTo>
                        <a:pt x="0" y="18"/>
                      </a:lnTo>
                      <a:lnTo>
                        <a:pt x="21" y="8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65" name=""/>
                <p:cNvSpPr/>
                <p:nvPr/>
              </p:nvSpPr>
              <p:spPr>
                <a:xfrm rot="0">
                  <a:off x="1994" y="2394"/>
                  <a:ext cx="19" cy="22"/>
                </a:xfrm>
                <a:custGeom>
                  <a:avLst/>
                  <a:ahLst/>
                  <a:rect l="0" t="0" r="r" b="b"/>
                  <a:pathLst>
                    <a:path w="74" h="86">
                      <a:moveTo>
                        <a:pt x="21" y="86"/>
                      </a:moveTo>
                      <a:lnTo>
                        <a:pt x="47" y="77"/>
                      </a:lnTo>
                      <a:lnTo>
                        <a:pt x="74" y="68"/>
                      </a:lnTo>
                      <a:lnTo>
                        <a:pt x="53" y="0"/>
                      </a:lnTo>
                      <a:lnTo>
                        <a:pt x="26" y="9"/>
                      </a:lnTo>
                      <a:lnTo>
                        <a:pt x="0" y="18"/>
                      </a:lnTo>
                      <a:lnTo>
                        <a:pt x="21" y="8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66" name=""/>
                <p:cNvSpPr/>
                <p:nvPr/>
              </p:nvSpPr>
              <p:spPr>
                <a:xfrm rot="0">
                  <a:off x="2001" y="2394"/>
                  <a:ext cx="7" cy="3"/>
                </a:xfrm>
                <a:custGeom>
                  <a:avLst/>
                  <a:ahLst/>
                  <a:rect l="0" t="0" r="r" b="b"/>
                  <a:pathLst>
                    <a:path w="27" h="10">
                      <a:moveTo>
                        <a:pt x="0" y="10"/>
                      </a:move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67" name=""/>
                <p:cNvSpPr/>
                <p:nvPr/>
              </p:nvSpPr>
              <p:spPr>
                <a:xfrm rot="0" flipV="1">
                  <a:off x="2008" y="239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68" name=""/>
                <p:cNvSpPr/>
                <p:nvPr/>
              </p:nvSpPr>
              <p:spPr>
                <a:xfrm rot="0">
                  <a:off x="1988" y="2377"/>
                  <a:ext cx="20" cy="22"/>
                </a:xfrm>
                <a:custGeom>
                  <a:avLst/>
                  <a:ahLst/>
                  <a:rect l="0" t="0" r="r" b="b"/>
                  <a:pathLst>
                    <a:path w="78" h="86">
                      <a:moveTo>
                        <a:pt x="25" y="86"/>
                      </a:moveTo>
                      <a:lnTo>
                        <a:pt x="51" y="76"/>
                      </a:lnTo>
                      <a:lnTo>
                        <a:pt x="78" y="66"/>
                      </a:lnTo>
                      <a:lnTo>
                        <a:pt x="53" y="0"/>
                      </a:lnTo>
                      <a:lnTo>
                        <a:pt x="27" y="10"/>
                      </a:lnTo>
                      <a:lnTo>
                        <a:pt x="0" y="20"/>
                      </a:lnTo>
                      <a:lnTo>
                        <a:pt x="25" y="8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69" name=""/>
                <p:cNvSpPr/>
                <p:nvPr/>
              </p:nvSpPr>
              <p:spPr>
                <a:xfrm rot="0">
                  <a:off x="1988" y="2377"/>
                  <a:ext cx="20" cy="22"/>
                </a:xfrm>
                <a:custGeom>
                  <a:avLst/>
                  <a:ahLst/>
                  <a:rect l="0" t="0" r="r" b="b"/>
                  <a:pathLst>
                    <a:path w="78" h="86">
                      <a:moveTo>
                        <a:pt x="25" y="86"/>
                      </a:moveTo>
                      <a:lnTo>
                        <a:pt x="51" y="76"/>
                      </a:lnTo>
                      <a:lnTo>
                        <a:pt x="78" y="66"/>
                      </a:lnTo>
                      <a:lnTo>
                        <a:pt x="53" y="0"/>
                      </a:lnTo>
                      <a:lnTo>
                        <a:pt x="27" y="10"/>
                      </a:lnTo>
                      <a:lnTo>
                        <a:pt x="0" y="20"/>
                      </a:lnTo>
                      <a:lnTo>
                        <a:pt x="25" y="8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70" name=""/>
                <p:cNvSpPr/>
                <p:nvPr/>
              </p:nvSpPr>
              <p:spPr>
                <a:xfrm rot="0">
                  <a:off x="1995" y="2377"/>
                  <a:ext cx="7" cy="3"/>
                </a:xfrm>
                <a:custGeom>
                  <a:avLst/>
                  <a:ahLst/>
                  <a:rect l="0" t="0" r="r" b="b"/>
                  <a:pathLst>
                    <a:path w="26" h="11">
                      <a:moveTo>
                        <a:pt x="0" y="11"/>
                      </a:moveTo>
                      <a:lnTo>
                        <a:pt x="26" y="1"/>
                      </a:lnTo>
                      <a:lnTo>
                        <a:pt x="25" y="0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71" name=""/>
                <p:cNvSpPr/>
                <p:nvPr/>
              </p:nvSpPr>
              <p:spPr>
                <a:xfrm rot="0" flipH="1" flipV="1">
                  <a:off x="2001" y="237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72" name=""/>
                <p:cNvSpPr/>
                <p:nvPr/>
              </p:nvSpPr>
              <p:spPr>
                <a:xfrm rot="0">
                  <a:off x="1982" y="2361"/>
                  <a:ext cx="19" cy="22"/>
                </a:xfrm>
                <a:custGeom>
                  <a:avLst/>
                  <a:ahLst/>
                  <a:rect l="0" t="0" r="r" b="b"/>
                  <a:pathLst>
                    <a:path w="78" h="87">
                      <a:moveTo>
                        <a:pt x="27" y="87"/>
                      </a:moveTo>
                      <a:lnTo>
                        <a:pt x="53" y="76"/>
                      </a:lnTo>
                      <a:lnTo>
                        <a:pt x="78" y="65"/>
                      </a:lnTo>
                      <a:lnTo>
                        <a:pt x="51" y="0"/>
                      </a:lnTo>
                      <a:lnTo>
                        <a:pt x="25" y="11"/>
                      </a:lnTo>
                      <a:lnTo>
                        <a:pt x="0" y="22"/>
                      </a:lnTo>
                      <a:lnTo>
                        <a:pt x="27" y="8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73" name=""/>
                <p:cNvSpPr/>
                <p:nvPr/>
              </p:nvSpPr>
              <p:spPr>
                <a:xfrm rot="0">
                  <a:off x="1982" y="2361"/>
                  <a:ext cx="19" cy="22"/>
                </a:xfrm>
                <a:custGeom>
                  <a:avLst/>
                  <a:ahLst/>
                  <a:rect l="0" t="0" r="r" b="b"/>
                  <a:pathLst>
                    <a:path w="78" h="87">
                      <a:moveTo>
                        <a:pt x="27" y="87"/>
                      </a:moveTo>
                      <a:lnTo>
                        <a:pt x="53" y="76"/>
                      </a:lnTo>
                      <a:lnTo>
                        <a:pt x="78" y="65"/>
                      </a:lnTo>
                      <a:lnTo>
                        <a:pt x="51" y="0"/>
                      </a:lnTo>
                      <a:lnTo>
                        <a:pt x="25" y="11"/>
                      </a:lnTo>
                      <a:lnTo>
                        <a:pt x="0" y="22"/>
                      </a:lnTo>
                      <a:lnTo>
                        <a:pt x="27" y="8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74" name=""/>
                <p:cNvSpPr/>
                <p:nvPr/>
              </p:nvSpPr>
              <p:spPr>
                <a:xfrm rot="0">
                  <a:off x="1988" y="2361"/>
                  <a:ext cx="6" cy="3"/>
                </a:xfrm>
                <a:custGeom>
                  <a:avLst/>
                  <a:ahLst/>
                  <a:rect l="0" t="0" r="r" b="b"/>
                  <a:pathLst>
                    <a:path w="26" h="12">
                      <a:moveTo>
                        <a:pt x="0" y="12"/>
                      </a:moveTo>
                      <a:lnTo>
                        <a:pt x="26" y="1"/>
                      </a:lnTo>
                      <a:lnTo>
                        <a:pt x="26" y="0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75" name=""/>
                <p:cNvSpPr/>
                <p:nvPr/>
              </p:nvSpPr>
              <p:spPr>
                <a:xfrm rot="0" flipV="1">
                  <a:off x="1994" y="236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76" name=""/>
                <p:cNvSpPr/>
                <p:nvPr/>
              </p:nvSpPr>
              <p:spPr>
                <a:xfrm rot="0">
                  <a:off x="1974" y="2345"/>
                  <a:ext cx="20" cy="22"/>
                </a:xfrm>
                <a:custGeom>
                  <a:avLst/>
                  <a:ahLst/>
                  <a:rect l="0" t="0" r="r" b="b"/>
                  <a:pathLst>
                    <a:path w="82" h="87">
                      <a:moveTo>
                        <a:pt x="31" y="87"/>
                      </a:moveTo>
                      <a:lnTo>
                        <a:pt x="56" y="75"/>
                      </a:lnTo>
                      <a:lnTo>
                        <a:pt x="82" y="63"/>
                      </a:lnTo>
                      <a:lnTo>
                        <a:pt x="51" y="0"/>
                      </a:lnTo>
                      <a:lnTo>
                        <a:pt x="25" y="12"/>
                      </a:lnTo>
                      <a:lnTo>
                        <a:pt x="0" y="24"/>
                      </a:lnTo>
                      <a:lnTo>
                        <a:pt x="31" y="8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77" name=""/>
                <p:cNvSpPr/>
                <p:nvPr/>
              </p:nvSpPr>
              <p:spPr>
                <a:xfrm rot="0">
                  <a:off x="1974" y="2345"/>
                  <a:ext cx="20" cy="22"/>
                </a:xfrm>
                <a:custGeom>
                  <a:avLst/>
                  <a:ahLst/>
                  <a:rect l="0" t="0" r="r" b="b"/>
                  <a:pathLst>
                    <a:path w="82" h="87">
                      <a:moveTo>
                        <a:pt x="31" y="87"/>
                      </a:moveTo>
                      <a:lnTo>
                        <a:pt x="56" y="75"/>
                      </a:lnTo>
                      <a:lnTo>
                        <a:pt x="82" y="63"/>
                      </a:lnTo>
                      <a:lnTo>
                        <a:pt x="51" y="0"/>
                      </a:lnTo>
                      <a:lnTo>
                        <a:pt x="25" y="12"/>
                      </a:lnTo>
                      <a:lnTo>
                        <a:pt x="0" y="24"/>
                      </a:lnTo>
                      <a:lnTo>
                        <a:pt x="31" y="8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78" name=""/>
                <p:cNvSpPr/>
                <p:nvPr/>
              </p:nvSpPr>
              <p:spPr>
                <a:xfrm rot="0">
                  <a:off x="1980" y="2344"/>
                  <a:ext cx="7" cy="4"/>
                </a:xfrm>
                <a:custGeom>
                  <a:avLst/>
                  <a:ahLst/>
                  <a:rect l="0" t="0" r="r" b="b"/>
                  <a:pathLst>
                    <a:path w="26" h="14">
                      <a:moveTo>
                        <a:pt x="0" y="14"/>
                      </a:moveTo>
                      <a:lnTo>
                        <a:pt x="26" y="2"/>
                      </a:lnTo>
                      <a:lnTo>
                        <a:pt x="24" y="0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79" name=""/>
                <p:cNvSpPr/>
                <p:nvPr/>
              </p:nvSpPr>
              <p:spPr>
                <a:xfrm rot="0" flipH="1" flipV="1">
                  <a:off x="1986" y="23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80" name=""/>
                <p:cNvSpPr/>
                <p:nvPr/>
              </p:nvSpPr>
              <p:spPr>
                <a:xfrm rot="0">
                  <a:off x="1966" y="2329"/>
                  <a:ext cx="20" cy="23"/>
                </a:xfrm>
                <a:custGeom>
                  <a:avLst/>
                  <a:ahLst/>
                  <a:rect l="0" t="0" r="r" b="b"/>
                  <a:pathLst>
                    <a:path w="83" h="89">
                      <a:moveTo>
                        <a:pt x="35" y="89"/>
                      </a:moveTo>
                      <a:lnTo>
                        <a:pt x="59" y="75"/>
                      </a:lnTo>
                      <a:lnTo>
                        <a:pt x="83" y="61"/>
                      </a:lnTo>
                      <a:lnTo>
                        <a:pt x="49" y="0"/>
                      </a:lnTo>
                      <a:lnTo>
                        <a:pt x="25" y="14"/>
                      </a:lnTo>
                      <a:lnTo>
                        <a:pt x="0" y="28"/>
                      </a:lnTo>
                      <a:lnTo>
                        <a:pt x="35" y="8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81" name=""/>
                <p:cNvSpPr/>
                <p:nvPr/>
              </p:nvSpPr>
              <p:spPr>
                <a:xfrm rot="0">
                  <a:off x="1966" y="2329"/>
                  <a:ext cx="20" cy="23"/>
                </a:xfrm>
                <a:custGeom>
                  <a:avLst/>
                  <a:ahLst/>
                  <a:rect l="0" t="0" r="r" b="b"/>
                  <a:pathLst>
                    <a:path w="83" h="89">
                      <a:moveTo>
                        <a:pt x="35" y="89"/>
                      </a:moveTo>
                      <a:lnTo>
                        <a:pt x="59" y="75"/>
                      </a:lnTo>
                      <a:lnTo>
                        <a:pt x="83" y="61"/>
                      </a:lnTo>
                      <a:lnTo>
                        <a:pt x="49" y="0"/>
                      </a:lnTo>
                      <a:lnTo>
                        <a:pt x="25" y="14"/>
                      </a:lnTo>
                      <a:lnTo>
                        <a:pt x="0" y="28"/>
                      </a:lnTo>
                      <a:lnTo>
                        <a:pt x="35" y="8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82" name=""/>
                <p:cNvSpPr/>
                <p:nvPr/>
              </p:nvSpPr>
              <p:spPr>
                <a:xfrm rot="0">
                  <a:off x="1972" y="2329"/>
                  <a:ext cx="6" cy="4"/>
                </a:xfrm>
                <a:custGeom>
                  <a:avLst/>
                  <a:ahLst/>
                  <a:rect l="0" t="0" r="r" b="b"/>
                  <a:pathLst>
                    <a:path w="24" h="15">
                      <a:moveTo>
                        <a:pt x="0" y="15"/>
                      </a:moveTo>
                      <a:lnTo>
                        <a:pt x="24" y="1"/>
                      </a:lnTo>
                      <a:lnTo>
                        <a:pt x="2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83" name=""/>
                <p:cNvSpPr/>
                <p:nvPr/>
              </p:nvSpPr>
              <p:spPr>
                <a:xfrm rot="0" flipV="1">
                  <a:off x="1978" y="23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84" name=""/>
                <p:cNvSpPr/>
                <p:nvPr/>
              </p:nvSpPr>
              <p:spPr>
                <a:xfrm rot="0">
                  <a:off x="1956" y="2314"/>
                  <a:ext cx="22" cy="23"/>
                </a:xfrm>
                <a:custGeom>
                  <a:avLst/>
                  <a:ahLst/>
                  <a:rect l="0" t="0" r="r" b="b"/>
                  <a:pathLst>
                    <a:path w="86" h="91">
                      <a:moveTo>
                        <a:pt x="37" y="91"/>
                      </a:moveTo>
                      <a:lnTo>
                        <a:pt x="62" y="75"/>
                      </a:lnTo>
                      <a:lnTo>
                        <a:pt x="86" y="60"/>
                      </a:lnTo>
                      <a:lnTo>
                        <a:pt x="48" y="0"/>
                      </a:lnTo>
                      <a:lnTo>
                        <a:pt x="24" y="15"/>
                      </a:lnTo>
                      <a:lnTo>
                        <a:pt x="0" y="31"/>
                      </a:lnTo>
                      <a:lnTo>
                        <a:pt x="37" y="9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85" name=""/>
                <p:cNvSpPr/>
                <p:nvPr/>
              </p:nvSpPr>
              <p:spPr>
                <a:xfrm rot="0">
                  <a:off x="1956" y="2314"/>
                  <a:ext cx="22" cy="23"/>
                </a:xfrm>
                <a:custGeom>
                  <a:avLst/>
                  <a:ahLst/>
                  <a:rect l="0" t="0" r="r" b="b"/>
                  <a:pathLst>
                    <a:path w="86" h="91">
                      <a:moveTo>
                        <a:pt x="37" y="91"/>
                      </a:moveTo>
                      <a:lnTo>
                        <a:pt x="62" y="75"/>
                      </a:lnTo>
                      <a:lnTo>
                        <a:pt x="86" y="60"/>
                      </a:lnTo>
                      <a:lnTo>
                        <a:pt x="48" y="0"/>
                      </a:lnTo>
                      <a:lnTo>
                        <a:pt x="24" y="15"/>
                      </a:lnTo>
                      <a:lnTo>
                        <a:pt x="0" y="31"/>
                      </a:lnTo>
                      <a:lnTo>
                        <a:pt x="37" y="9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86" name=""/>
                <p:cNvSpPr/>
                <p:nvPr/>
              </p:nvSpPr>
              <p:spPr>
                <a:xfrm rot="0">
                  <a:off x="1962" y="2314"/>
                  <a:ext cx="6" cy="4"/>
                </a:xfrm>
                <a:custGeom>
                  <a:avLst/>
                  <a:ahLst/>
                  <a:rect l="0" t="0" r="r" b="b"/>
                  <a:pathLst>
                    <a:path w="24" h="16">
                      <a:moveTo>
                        <a:pt x="0" y="16"/>
                      </a:moveTo>
                      <a:lnTo>
                        <a:pt x="24" y="1"/>
                      </a:lnTo>
                      <a:lnTo>
                        <a:pt x="23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87" name=""/>
                <p:cNvSpPr/>
                <p:nvPr/>
              </p:nvSpPr>
              <p:spPr>
                <a:xfrm rot="0" flipH="1" flipV="1">
                  <a:off x="1968" y="231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88" name=""/>
                <p:cNvSpPr/>
                <p:nvPr/>
              </p:nvSpPr>
              <p:spPr>
                <a:xfrm rot="0">
                  <a:off x="1946" y="2299"/>
                  <a:ext cx="22" cy="23"/>
                </a:xfrm>
                <a:custGeom>
                  <a:avLst/>
                  <a:ahLst/>
                  <a:rect l="0" t="0" r="r" b="b"/>
                  <a:pathLst>
                    <a:path w="87" h="90">
                      <a:moveTo>
                        <a:pt x="41" y="90"/>
                      </a:moveTo>
                      <a:lnTo>
                        <a:pt x="64" y="73"/>
                      </a:lnTo>
                      <a:lnTo>
                        <a:pt x="87" y="57"/>
                      </a:lnTo>
                      <a:lnTo>
                        <a:pt x="46" y="0"/>
                      </a:lnTo>
                      <a:lnTo>
                        <a:pt x="23" y="17"/>
                      </a:lnTo>
                      <a:lnTo>
                        <a:pt x="0" y="33"/>
                      </a:lnTo>
                      <a:lnTo>
                        <a:pt x="41" y="9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89" name=""/>
                <p:cNvSpPr/>
                <p:nvPr/>
              </p:nvSpPr>
              <p:spPr>
                <a:xfrm rot="0">
                  <a:off x="1946" y="2299"/>
                  <a:ext cx="22" cy="23"/>
                </a:xfrm>
                <a:custGeom>
                  <a:avLst/>
                  <a:ahLst/>
                  <a:rect l="0" t="0" r="r" b="b"/>
                  <a:pathLst>
                    <a:path w="87" h="90">
                      <a:moveTo>
                        <a:pt x="41" y="90"/>
                      </a:moveTo>
                      <a:lnTo>
                        <a:pt x="64" y="73"/>
                      </a:lnTo>
                      <a:lnTo>
                        <a:pt x="87" y="57"/>
                      </a:lnTo>
                      <a:lnTo>
                        <a:pt x="46" y="0"/>
                      </a:lnTo>
                      <a:lnTo>
                        <a:pt x="23" y="17"/>
                      </a:lnTo>
                      <a:lnTo>
                        <a:pt x="0" y="33"/>
                      </a:lnTo>
                      <a:lnTo>
                        <a:pt x="41" y="9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90" name=""/>
                <p:cNvSpPr/>
                <p:nvPr/>
              </p:nvSpPr>
              <p:spPr>
                <a:xfrm rot="0">
                  <a:off x="1952" y="2299"/>
                  <a:ext cx="6" cy="5"/>
                </a:xfrm>
                <a:custGeom>
                  <a:avLst/>
                  <a:ahLst/>
                  <a:rect l="0" t="0" r="r" b="b"/>
                  <a:pathLst>
                    <a:path w="23" h="18">
                      <a:moveTo>
                        <a:pt x="0" y="18"/>
                      </a:moveTo>
                      <a:lnTo>
                        <a:pt x="23" y="1"/>
                      </a:lnTo>
                      <a:lnTo>
                        <a:pt x="22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91" name=""/>
                <p:cNvSpPr/>
                <p:nvPr/>
              </p:nvSpPr>
              <p:spPr>
                <a:xfrm rot="0" flipH="1" flipV="1">
                  <a:off x="1958" y="229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92" name=""/>
                <p:cNvSpPr/>
                <p:nvPr/>
              </p:nvSpPr>
              <p:spPr>
                <a:xfrm rot="0">
                  <a:off x="1935" y="2285"/>
                  <a:ext cx="23" cy="23"/>
                </a:xfrm>
                <a:custGeom>
                  <a:avLst/>
                  <a:ahLst/>
                  <a:rect l="0" t="0" r="r" b="b"/>
                  <a:pathLst>
                    <a:path w="89" h="91">
                      <a:moveTo>
                        <a:pt x="45" y="91"/>
                      </a:moveTo>
                      <a:lnTo>
                        <a:pt x="67" y="74"/>
                      </a:lnTo>
                      <a:lnTo>
                        <a:pt x="89" y="56"/>
                      </a:lnTo>
                      <a:lnTo>
                        <a:pt x="45" y="0"/>
                      </a:lnTo>
                      <a:lnTo>
                        <a:pt x="23" y="18"/>
                      </a:lnTo>
                      <a:lnTo>
                        <a:pt x="0" y="36"/>
                      </a:lnTo>
                      <a:lnTo>
                        <a:pt x="45" y="9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93" name=""/>
                <p:cNvSpPr/>
                <p:nvPr/>
              </p:nvSpPr>
              <p:spPr>
                <a:xfrm rot="0">
                  <a:off x="1935" y="2285"/>
                  <a:ext cx="23" cy="23"/>
                </a:xfrm>
                <a:custGeom>
                  <a:avLst/>
                  <a:ahLst/>
                  <a:rect l="0" t="0" r="r" b="b"/>
                  <a:pathLst>
                    <a:path w="89" h="91">
                      <a:moveTo>
                        <a:pt x="45" y="91"/>
                      </a:moveTo>
                      <a:lnTo>
                        <a:pt x="67" y="74"/>
                      </a:lnTo>
                      <a:lnTo>
                        <a:pt x="89" y="56"/>
                      </a:lnTo>
                      <a:lnTo>
                        <a:pt x="45" y="0"/>
                      </a:lnTo>
                      <a:lnTo>
                        <a:pt x="23" y="18"/>
                      </a:lnTo>
                      <a:lnTo>
                        <a:pt x="0" y="36"/>
                      </a:lnTo>
                      <a:lnTo>
                        <a:pt x="45" y="9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94" name=""/>
                <p:cNvSpPr/>
                <p:nvPr/>
              </p:nvSpPr>
              <p:spPr>
                <a:xfrm rot="0">
                  <a:off x="1941" y="2285"/>
                  <a:ext cx="5" cy="5"/>
                </a:xfrm>
                <a:custGeom>
                  <a:avLst/>
                  <a:ahLst/>
                  <a:rect l="0" t="0" r="r" b="b"/>
                  <a:pathLst>
                    <a:path w="22" h="19">
                      <a:moveTo>
                        <a:pt x="0" y="19"/>
                      </a:moveTo>
                      <a:lnTo>
                        <a:pt x="22" y="1"/>
                      </a:lnTo>
                      <a:lnTo>
                        <a:pt x="21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95" name=""/>
                <p:cNvSpPr/>
                <p:nvPr/>
              </p:nvSpPr>
              <p:spPr>
                <a:xfrm rot="0" flipH="1" flipV="1">
                  <a:off x="1946" y="228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96" name=""/>
                <p:cNvSpPr/>
                <p:nvPr/>
              </p:nvSpPr>
              <p:spPr>
                <a:xfrm rot="0">
                  <a:off x="1924" y="2272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48" y="90"/>
                      </a:moveTo>
                      <a:lnTo>
                        <a:pt x="69" y="71"/>
                      </a:lnTo>
                      <a:lnTo>
                        <a:pt x="90" y="52"/>
                      </a:lnTo>
                      <a:lnTo>
                        <a:pt x="42" y="0"/>
                      </a:lnTo>
                      <a:lnTo>
                        <a:pt x="21" y="19"/>
                      </a:lnTo>
                      <a:lnTo>
                        <a:pt x="0" y="38"/>
                      </a:lnTo>
                      <a:lnTo>
                        <a:pt x="48" y="9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97" name=""/>
                <p:cNvSpPr/>
                <p:nvPr/>
              </p:nvSpPr>
              <p:spPr>
                <a:xfrm rot="0">
                  <a:off x="1924" y="2272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48" y="90"/>
                      </a:moveTo>
                      <a:lnTo>
                        <a:pt x="69" y="71"/>
                      </a:lnTo>
                      <a:lnTo>
                        <a:pt x="90" y="52"/>
                      </a:lnTo>
                      <a:lnTo>
                        <a:pt x="42" y="0"/>
                      </a:lnTo>
                      <a:lnTo>
                        <a:pt x="21" y="19"/>
                      </a:lnTo>
                      <a:lnTo>
                        <a:pt x="0" y="38"/>
                      </a:lnTo>
                      <a:lnTo>
                        <a:pt x="48" y="9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198" name=""/>
                <p:cNvSpPr/>
                <p:nvPr/>
              </p:nvSpPr>
              <p:spPr>
                <a:xfrm rot="0">
                  <a:off x="1929" y="2272"/>
                  <a:ext cx="5" cy="5"/>
                </a:xfrm>
                <a:custGeom>
                  <a:avLst/>
                  <a:ahLst/>
                  <a:rect l="0" t="0" r="r" b="b"/>
                  <a:pathLst>
                    <a:path w="21" h="20">
                      <a:moveTo>
                        <a:pt x="0" y="20"/>
                      </a:moveTo>
                      <a:lnTo>
                        <a:pt x="21" y="1"/>
                      </a:lnTo>
                      <a:lnTo>
                        <a:pt x="20" y="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199" name=""/>
                <p:cNvSpPr/>
                <p:nvPr/>
              </p:nvSpPr>
              <p:spPr>
                <a:xfrm rot="0" flipH="1" flipV="1">
                  <a:off x="1934" y="227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00" name=""/>
                <p:cNvSpPr/>
                <p:nvPr/>
              </p:nvSpPr>
              <p:spPr>
                <a:xfrm rot="0">
                  <a:off x="1912" y="2259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50" y="90"/>
                      </a:moveTo>
                      <a:lnTo>
                        <a:pt x="70" y="70"/>
                      </a:lnTo>
                      <a:lnTo>
                        <a:pt x="90" y="50"/>
                      </a:lnTo>
                      <a:lnTo>
                        <a:pt x="40" y="0"/>
                      </a:lnTo>
                      <a:lnTo>
                        <a:pt x="20" y="20"/>
                      </a:lnTo>
                      <a:lnTo>
                        <a:pt x="0" y="40"/>
                      </a:lnTo>
                      <a:lnTo>
                        <a:pt x="50" y="9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01" name=""/>
                <p:cNvSpPr/>
                <p:nvPr/>
              </p:nvSpPr>
              <p:spPr>
                <a:xfrm rot="0">
                  <a:off x="1912" y="2259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50" y="90"/>
                      </a:moveTo>
                      <a:lnTo>
                        <a:pt x="70" y="70"/>
                      </a:lnTo>
                      <a:lnTo>
                        <a:pt x="90" y="50"/>
                      </a:lnTo>
                      <a:lnTo>
                        <a:pt x="40" y="0"/>
                      </a:lnTo>
                      <a:lnTo>
                        <a:pt x="20" y="20"/>
                      </a:lnTo>
                      <a:lnTo>
                        <a:pt x="0" y="40"/>
                      </a:lnTo>
                      <a:lnTo>
                        <a:pt x="50" y="9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02" name=""/>
                <p:cNvSpPr/>
                <p:nvPr/>
              </p:nvSpPr>
              <p:spPr>
                <a:xfrm rot="0">
                  <a:off x="1916" y="2259"/>
                  <a:ext cx="5" cy="5"/>
                </a:xfrm>
                <a:custGeom>
                  <a:avLst/>
                  <a:ahLst/>
                  <a:rect l="0" t="0" r="r" b="b"/>
                  <a:pathLst>
                    <a:path w="20" h="21">
                      <a:moveTo>
                        <a:pt x="0" y="21"/>
                      </a:moveTo>
                      <a:lnTo>
                        <a:pt x="20" y="1"/>
                      </a:lnTo>
                      <a:lnTo>
                        <a:pt x="19" y="0"/>
                      </a:lnTo>
                      <a:lnTo>
                        <a:pt x="0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03" name=""/>
                <p:cNvSpPr/>
                <p:nvPr/>
              </p:nvSpPr>
              <p:spPr>
                <a:xfrm rot="0" flipH="1" flipV="1">
                  <a:off x="1921" y="225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04" name=""/>
                <p:cNvSpPr/>
                <p:nvPr/>
              </p:nvSpPr>
              <p:spPr>
                <a:xfrm rot="0">
                  <a:off x="1899" y="2247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52" y="90"/>
                      </a:moveTo>
                      <a:lnTo>
                        <a:pt x="71" y="69"/>
                      </a:lnTo>
                      <a:lnTo>
                        <a:pt x="90" y="48"/>
                      </a:lnTo>
                      <a:lnTo>
                        <a:pt x="38" y="0"/>
                      </a:lnTo>
                      <a:lnTo>
                        <a:pt x="19" y="21"/>
                      </a:lnTo>
                      <a:lnTo>
                        <a:pt x="0" y="43"/>
                      </a:lnTo>
                      <a:lnTo>
                        <a:pt x="52" y="9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05" name=""/>
                <p:cNvSpPr/>
                <p:nvPr/>
              </p:nvSpPr>
              <p:spPr>
                <a:xfrm rot="0">
                  <a:off x="1899" y="2247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52" y="90"/>
                      </a:moveTo>
                      <a:lnTo>
                        <a:pt x="71" y="69"/>
                      </a:lnTo>
                      <a:lnTo>
                        <a:pt x="90" y="48"/>
                      </a:lnTo>
                      <a:lnTo>
                        <a:pt x="38" y="0"/>
                      </a:lnTo>
                      <a:lnTo>
                        <a:pt x="19" y="21"/>
                      </a:lnTo>
                      <a:lnTo>
                        <a:pt x="0" y="43"/>
                      </a:lnTo>
                      <a:lnTo>
                        <a:pt x="52" y="9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06" name=""/>
                <p:cNvSpPr/>
                <p:nvPr/>
              </p:nvSpPr>
              <p:spPr>
                <a:xfrm rot="0">
                  <a:off x="1903" y="2247"/>
                  <a:ext cx="5" cy="5"/>
                </a:xfrm>
                <a:custGeom>
                  <a:avLst/>
                  <a:ahLst/>
                  <a:rect l="0" t="0" r="r" b="b"/>
                  <a:pathLst>
                    <a:path w="19" h="22">
                      <a:moveTo>
                        <a:pt x="0" y="22"/>
                      </a:moveTo>
                      <a:lnTo>
                        <a:pt x="19" y="1"/>
                      </a:lnTo>
                      <a:lnTo>
                        <a:pt x="18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07" name=""/>
                <p:cNvSpPr/>
                <p:nvPr/>
              </p:nvSpPr>
              <p:spPr>
                <a:xfrm rot="0" flipH="1" flipV="1">
                  <a:off x="1908" y="224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08" name=""/>
                <p:cNvSpPr/>
                <p:nvPr/>
              </p:nvSpPr>
              <p:spPr>
                <a:xfrm rot="0">
                  <a:off x="1885" y="2236"/>
                  <a:ext cx="23" cy="22"/>
                </a:xfrm>
                <a:custGeom>
                  <a:avLst/>
                  <a:ahLst/>
                  <a:rect l="0" t="0" r="r" b="b"/>
                  <a:pathLst>
                    <a:path w="90" h="88">
                      <a:moveTo>
                        <a:pt x="54" y="88"/>
                      </a:moveTo>
                      <a:lnTo>
                        <a:pt x="72" y="65"/>
                      </a:lnTo>
                      <a:lnTo>
                        <a:pt x="90" y="43"/>
                      </a:lnTo>
                      <a:lnTo>
                        <a:pt x="35" y="0"/>
                      </a:lnTo>
                      <a:lnTo>
                        <a:pt x="18" y="22"/>
                      </a:lnTo>
                      <a:lnTo>
                        <a:pt x="0" y="44"/>
                      </a:lnTo>
                      <a:lnTo>
                        <a:pt x="54" y="8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09" name=""/>
                <p:cNvSpPr/>
                <p:nvPr/>
              </p:nvSpPr>
              <p:spPr>
                <a:xfrm rot="0">
                  <a:off x="1885" y="2236"/>
                  <a:ext cx="23" cy="22"/>
                </a:xfrm>
                <a:custGeom>
                  <a:avLst/>
                  <a:ahLst/>
                  <a:rect l="0" t="0" r="r" b="b"/>
                  <a:pathLst>
                    <a:path w="90" h="88">
                      <a:moveTo>
                        <a:pt x="54" y="88"/>
                      </a:moveTo>
                      <a:lnTo>
                        <a:pt x="72" y="65"/>
                      </a:lnTo>
                      <a:lnTo>
                        <a:pt x="90" y="43"/>
                      </a:lnTo>
                      <a:lnTo>
                        <a:pt x="35" y="0"/>
                      </a:lnTo>
                      <a:lnTo>
                        <a:pt x="18" y="22"/>
                      </a:lnTo>
                      <a:lnTo>
                        <a:pt x="0" y="44"/>
                      </a:lnTo>
                      <a:lnTo>
                        <a:pt x="54" y="8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10" name=""/>
                <p:cNvSpPr/>
                <p:nvPr/>
              </p:nvSpPr>
              <p:spPr>
                <a:xfrm rot="0">
                  <a:off x="1890" y="2236"/>
                  <a:ext cx="4" cy="6"/>
                </a:xfrm>
                <a:custGeom>
                  <a:avLst/>
                  <a:ahLst/>
                  <a:rect l="0" t="0" r="r" b="b"/>
                  <a:pathLst>
                    <a:path w="17" h="23">
                      <a:moveTo>
                        <a:pt x="0" y="23"/>
                      </a:moveTo>
                      <a:lnTo>
                        <a:pt x="17" y="1"/>
                      </a:lnTo>
                      <a:lnTo>
                        <a:pt x="16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11" name=""/>
                <p:cNvSpPr/>
                <p:nvPr/>
              </p:nvSpPr>
              <p:spPr>
                <a:xfrm rot="0" flipH="1" flipV="1">
                  <a:off x="1894" y="223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12" name=""/>
                <p:cNvSpPr/>
                <p:nvPr/>
              </p:nvSpPr>
              <p:spPr>
                <a:xfrm rot="0">
                  <a:off x="1871" y="2225"/>
                  <a:ext cx="23" cy="22"/>
                </a:xfrm>
                <a:custGeom>
                  <a:avLst/>
                  <a:ahLst/>
                  <a:rect l="0" t="0" r="r" b="b"/>
                  <a:pathLst>
                    <a:path w="91" h="89">
                      <a:moveTo>
                        <a:pt x="58" y="89"/>
                      </a:moveTo>
                      <a:lnTo>
                        <a:pt x="75" y="65"/>
                      </a:lnTo>
                      <a:lnTo>
                        <a:pt x="91" y="42"/>
                      </a:lnTo>
                      <a:lnTo>
                        <a:pt x="33" y="0"/>
                      </a:lnTo>
                      <a:lnTo>
                        <a:pt x="17" y="23"/>
                      </a:lnTo>
                      <a:lnTo>
                        <a:pt x="0" y="46"/>
                      </a:lnTo>
                      <a:lnTo>
                        <a:pt x="58" y="8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13" name=""/>
                <p:cNvSpPr/>
                <p:nvPr/>
              </p:nvSpPr>
              <p:spPr>
                <a:xfrm rot="0">
                  <a:off x="1871" y="2225"/>
                  <a:ext cx="23" cy="22"/>
                </a:xfrm>
                <a:custGeom>
                  <a:avLst/>
                  <a:ahLst/>
                  <a:rect l="0" t="0" r="r" b="b"/>
                  <a:pathLst>
                    <a:path w="91" h="89">
                      <a:moveTo>
                        <a:pt x="58" y="89"/>
                      </a:moveTo>
                      <a:lnTo>
                        <a:pt x="75" y="65"/>
                      </a:lnTo>
                      <a:lnTo>
                        <a:pt x="91" y="42"/>
                      </a:lnTo>
                      <a:lnTo>
                        <a:pt x="33" y="0"/>
                      </a:lnTo>
                      <a:lnTo>
                        <a:pt x="17" y="23"/>
                      </a:lnTo>
                      <a:lnTo>
                        <a:pt x="0" y="46"/>
                      </a:lnTo>
                      <a:lnTo>
                        <a:pt x="58" y="8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14" name=""/>
                <p:cNvSpPr/>
                <p:nvPr/>
              </p:nvSpPr>
              <p:spPr>
                <a:xfrm rot="0">
                  <a:off x="1875" y="2225"/>
                  <a:ext cx="5" cy="6"/>
                </a:xfrm>
                <a:custGeom>
                  <a:avLst/>
                  <a:ahLst/>
                  <a:rect l="0" t="0" r="r" b="b"/>
                  <a:pathLst>
                    <a:path w="16" h="23">
                      <a:moveTo>
                        <a:pt x="0" y="23"/>
                      </a:move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15" name=""/>
                <p:cNvSpPr/>
                <p:nvPr/>
              </p:nvSpPr>
              <p:spPr>
                <a:xfrm rot="0" flipH="1">
                  <a:off x="1879" y="222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16" name=""/>
                <p:cNvSpPr/>
                <p:nvPr/>
              </p:nvSpPr>
              <p:spPr>
                <a:xfrm rot="0">
                  <a:off x="1857" y="2216"/>
                  <a:ext cx="22" cy="21"/>
                </a:xfrm>
                <a:custGeom>
                  <a:avLst/>
                  <a:ahLst/>
                  <a:rect l="0" t="0" r="r" b="b"/>
                  <a:pathLst>
                    <a:path w="89" h="84">
                      <a:moveTo>
                        <a:pt x="58" y="84"/>
                      </a:moveTo>
                      <a:lnTo>
                        <a:pt x="74" y="61"/>
                      </a:lnTo>
                      <a:lnTo>
                        <a:pt x="89" y="38"/>
                      </a:lnTo>
                      <a:lnTo>
                        <a:pt x="31" y="0"/>
                      </a:lnTo>
                      <a:lnTo>
                        <a:pt x="15" y="23"/>
                      </a:lnTo>
                      <a:lnTo>
                        <a:pt x="0" y="47"/>
                      </a:lnTo>
                      <a:lnTo>
                        <a:pt x="58" y="8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17" name=""/>
                <p:cNvSpPr/>
                <p:nvPr/>
              </p:nvSpPr>
              <p:spPr>
                <a:xfrm rot="0">
                  <a:off x="1857" y="2216"/>
                  <a:ext cx="22" cy="21"/>
                </a:xfrm>
                <a:custGeom>
                  <a:avLst/>
                  <a:ahLst/>
                  <a:rect l="0" t="0" r="r" b="b"/>
                  <a:pathLst>
                    <a:path w="89" h="84">
                      <a:moveTo>
                        <a:pt x="58" y="84"/>
                      </a:moveTo>
                      <a:lnTo>
                        <a:pt x="74" y="61"/>
                      </a:lnTo>
                      <a:lnTo>
                        <a:pt x="89" y="38"/>
                      </a:lnTo>
                      <a:lnTo>
                        <a:pt x="31" y="0"/>
                      </a:lnTo>
                      <a:lnTo>
                        <a:pt x="15" y="23"/>
                      </a:lnTo>
                      <a:lnTo>
                        <a:pt x="0" y="47"/>
                      </a:lnTo>
                      <a:lnTo>
                        <a:pt x="58" y="8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18" name=""/>
                <p:cNvSpPr/>
                <p:nvPr/>
              </p:nvSpPr>
              <p:spPr>
                <a:xfrm rot="0">
                  <a:off x="1861" y="2215"/>
                  <a:ext cx="4" cy="7"/>
                </a:xfrm>
                <a:custGeom>
                  <a:avLst/>
                  <a:ahLst/>
                  <a:rect l="0" t="0" r="r" b="b"/>
                  <a:pathLst>
                    <a:path w="16" h="24">
                      <a:moveTo>
                        <a:pt x="0" y="24"/>
                      </a:moveTo>
                      <a:lnTo>
                        <a:pt x="16" y="1"/>
                      </a:lnTo>
                      <a:lnTo>
                        <a:pt x="13" y="0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19" name=""/>
                <p:cNvSpPr/>
                <p:nvPr/>
              </p:nvSpPr>
              <p:spPr>
                <a:xfrm rot="0" flipH="1" flipV="1">
                  <a:off x="1864" y="221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20" name=""/>
                <p:cNvSpPr/>
                <p:nvPr/>
              </p:nvSpPr>
              <p:spPr>
                <a:xfrm rot="0">
                  <a:off x="1842" y="2207"/>
                  <a:ext cx="22" cy="21"/>
                </a:xfrm>
                <a:custGeom>
                  <a:avLst/>
                  <a:ahLst/>
                  <a:rect l="0" t="0" r="r" b="b"/>
                  <a:pathLst>
                    <a:path w="88" h="83">
                      <a:moveTo>
                        <a:pt x="62" y="83"/>
                      </a:moveTo>
                      <a:lnTo>
                        <a:pt x="75" y="58"/>
                      </a:lnTo>
                      <a:lnTo>
                        <a:pt x="88" y="34"/>
                      </a:lnTo>
                      <a:lnTo>
                        <a:pt x="26" y="0"/>
                      </a:lnTo>
                      <a:lnTo>
                        <a:pt x="13" y="24"/>
                      </a:lnTo>
                      <a:lnTo>
                        <a:pt x="0" y="48"/>
                      </a:lnTo>
                      <a:lnTo>
                        <a:pt x="62" y="8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21" name=""/>
                <p:cNvSpPr/>
                <p:nvPr/>
              </p:nvSpPr>
              <p:spPr>
                <a:xfrm rot="0">
                  <a:off x="1842" y="2207"/>
                  <a:ext cx="22" cy="21"/>
                </a:xfrm>
                <a:custGeom>
                  <a:avLst/>
                  <a:ahLst/>
                  <a:rect l="0" t="0" r="r" b="b"/>
                  <a:pathLst>
                    <a:path w="88" h="83">
                      <a:moveTo>
                        <a:pt x="62" y="83"/>
                      </a:moveTo>
                      <a:lnTo>
                        <a:pt x="75" y="58"/>
                      </a:lnTo>
                      <a:lnTo>
                        <a:pt x="88" y="34"/>
                      </a:lnTo>
                      <a:lnTo>
                        <a:pt x="26" y="0"/>
                      </a:lnTo>
                      <a:lnTo>
                        <a:pt x="13" y="24"/>
                      </a:lnTo>
                      <a:lnTo>
                        <a:pt x="0" y="48"/>
                      </a:lnTo>
                      <a:lnTo>
                        <a:pt x="62" y="8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22" name=""/>
                <p:cNvSpPr/>
                <p:nvPr/>
              </p:nvSpPr>
              <p:spPr>
                <a:xfrm rot="0">
                  <a:off x="1845" y="2207"/>
                  <a:ext cx="4" cy="6"/>
                </a:xfrm>
                <a:custGeom>
                  <a:avLst/>
                  <a:ahLst/>
                  <a:rect l="0" t="0" r="r" b="b"/>
                  <a:pathLst>
                    <a:path w="13" h="26">
                      <a:moveTo>
                        <a:pt x="0" y="26"/>
                      </a:moveTo>
                      <a:lnTo>
                        <a:pt x="13" y="2"/>
                      </a:lnTo>
                      <a:lnTo>
                        <a:pt x="12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23" name=""/>
                <p:cNvSpPr/>
                <p:nvPr/>
              </p:nvSpPr>
              <p:spPr>
                <a:xfrm rot="0" flipH="1" flipV="1">
                  <a:off x="1848" y="220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24" name=""/>
                <p:cNvSpPr/>
                <p:nvPr/>
              </p:nvSpPr>
              <p:spPr>
                <a:xfrm rot="0">
                  <a:off x="1827" y="2199"/>
                  <a:ext cx="21" cy="20"/>
                </a:xfrm>
                <a:custGeom>
                  <a:avLst/>
                  <a:ahLst/>
                  <a:rect l="0" t="0" r="r" b="b"/>
                  <a:pathLst>
                    <a:path w="86" h="82">
                      <a:moveTo>
                        <a:pt x="62" y="82"/>
                      </a:moveTo>
                      <a:lnTo>
                        <a:pt x="74" y="57"/>
                      </a:lnTo>
                      <a:lnTo>
                        <a:pt x="86" y="31"/>
                      </a:lnTo>
                      <a:lnTo>
                        <a:pt x="24" y="0"/>
                      </a:lnTo>
                      <a:lnTo>
                        <a:pt x="12" y="26"/>
                      </a:lnTo>
                      <a:lnTo>
                        <a:pt x="0" y="51"/>
                      </a:lnTo>
                      <a:lnTo>
                        <a:pt x="62" y="8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25" name=""/>
                <p:cNvSpPr/>
                <p:nvPr/>
              </p:nvSpPr>
              <p:spPr>
                <a:xfrm rot="0">
                  <a:off x="1827" y="2199"/>
                  <a:ext cx="21" cy="20"/>
                </a:xfrm>
                <a:custGeom>
                  <a:avLst/>
                  <a:ahLst/>
                  <a:rect l="0" t="0" r="r" b="b"/>
                  <a:pathLst>
                    <a:path w="86" h="82">
                      <a:moveTo>
                        <a:pt x="62" y="82"/>
                      </a:moveTo>
                      <a:lnTo>
                        <a:pt x="74" y="57"/>
                      </a:lnTo>
                      <a:lnTo>
                        <a:pt x="86" y="31"/>
                      </a:lnTo>
                      <a:lnTo>
                        <a:pt x="24" y="0"/>
                      </a:lnTo>
                      <a:lnTo>
                        <a:pt x="12" y="26"/>
                      </a:lnTo>
                      <a:lnTo>
                        <a:pt x="0" y="51"/>
                      </a:lnTo>
                      <a:lnTo>
                        <a:pt x="62" y="8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26" name=""/>
                <p:cNvSpPr/>
                <p:nvPr/>
              </p:nvSpPr>
              <p:spPr>
                <a:xfrm rot="0">
                  <a:off x="1830" y="2199"/>
                  <a:ext cx="3" cy="6"/>
                </a:xfrm>
                <a:custGeom>
                  <a:avLst/>
                  <a:ahLst/>
                  <a:rect l="0" t="0" r="r" b="b"/>
                  <a:pathLst>
                    <a:path w="12" h="26">
                      <a:moveTo>
                        <a:pt x="0" y="26"/>
                      </a:moveTo>
                      <a:lnTo>
                        <a:pt x="12" y="0"/>
                      </a:lnTo>
                      <a:lnTo>
                        <a:pt x="11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27" name=""/>
                <p:cNvSpPr/>
                <p:nvPr/>
              </p:nvSpPr>
              <p:spPr>
                <a:xfrm rot="0" flipH="1">
                  <a:off x="1832" y="219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</p:grpSp>
          <p:grpSp>
            <p:nvGrpSpPr>
              <p:cNvPr id="400" name=""/>
              <p:cNvGrpSpPr/>
              <p:nvPr/>
            </p:nvGrpSpPr>
            <p:grpSpPr>
              <a:xfrm rot="0">
                <a:off x="1361" y="2168"/>
                <a:ext cx="471" cy="548"/>
                <a:chOff x="1361" y="2168"/>
                <a:chExt cx="471" cy="548"/>
              </a:xfrm>
            </p:grpSpPr>
            <p:sp>
              <p:nvSpPr>
                <p:cNvPr id="1078228" name=""/>
                <p:cNvSpPr/>
                <p:nvPr/>
              </p:nvSpPr>
              <p:spPr>
                <a:xfrm rot="0">
                  <a:off x="1811" y="2192"/>
                  <a:ext cx="21" cy="20"/>
                </a:xfrm>
                <a:custGeom>
                  <a:avLst/>
                  <a:ahLst/>
                  <a:rect l="0" t="0" r="r" b="b"/>
                  <a:pathLst>
                    <a:path w="88" h="78">
                      <a:moveTo>
                        <a:pt x="66" y="78"/>
                      </a:moveTo>
                      <a:lnTo>
                        <a:pt x="77" y="53"/>
                      </a:lnTo>
                      <a:lnTo>
                        <a:pt x="88" y="27"/>
                      </a:lnTo>
                      <a:lnTo>
                        <a:pt x="23" y="0"/>
                      </a:lnTo>
                      <a:lnTo>
                        <a:pt x="11" y="25"/>
                      </a:lnTo>
                      <a:lnTo>
                        <a:pt x="0" y="51"/>
                      </a:lnTo>
                      <a:lnTo>
                        <a:pt x="66" y="7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29" name=""/>
                <p:cNvSpPr/>
                <p:nvPr/>
              </p:nvSpPr>
              <p:spPr>
                <a:xfrm rot="0">
                  <a:off x="1811" y="2192"/>
                  <a:ext cx="21" cy="20"/>
                </a:xfrm>
                <a:custGeom>
                  <a:avLst/>
                  <a:ahLst/>
                  <a:rect l="0" t="0" r="r" b="b"/>
                  <a:pathLst>
                    <a:path w="88" h="78">
                      <a:moveTo>
                        <a:pt x="66" y="78"/>
                      </a:moveTo>
                      <a:lnTo>
                        <a:pt x="77" y="53"/>
                      </a:lnTo>
                      <a:lnTo>
                        <a:pt x="88" y="27"/>
                      </a:lnTo>
                      <a:lnTo>
                        <a:pt x="23" y="0"/>
                      </a:lnTo>
                      <a:lnTo>
                        <a:pt x="11" y="25"/>
                      </a:lnTo>
                      <a:lnTo>
                        <a:pt x="0" y="51"/>
                      </a:lnTo>
                      <a:lnTo>
                        <a:pt x="66" y="7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30" name=""/>
                <p:cNvSpPr/>
                <p:nvPr/>
              </p:nvSpPr>
              <p:spPr>
                <a:xfrm rot="0">
                  <a:off x="1813" y="2192"/>
                  <a:ext cx="3" cy="6"/>
                </a:xfrm>
                <a:custGeom>
                  <a:avLst/>
                  <a:ahLst/>
                  <a:rect l="0" t="0" r="r" b="b"/>
                  <a:pathLst>
                    <a:path w="12" h="26">
                      <a:moveTo>
                        <a:pt x="0" y="26"/>
                      </a:moveTo>
                      <a:lnTo>
                        <a:pt x="12" y="1"/>
                      </a:lnTo>
                      <a:lnTo>
                        <a:pt x="10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31" name=""/>
                <p:cNvSpPr/>
                <p:nvPr/>
              </p:nvSpPr>
              <p:spPr>
                <a:xfrm rot="0" flipH="1" flipV="1">
                  <a:off x="1816" y="219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32" name=""/>
                <p:cNvSpPr/>
                <p:nvPr/>
              </p:nvSpPr>
              <p:spPr>
                <a:xfrm rot="0">
                  <a:off x="1795" y="2186"/>
                  <a:ext cx="21" cy="19"/>
                </a:xfrm>
                <a:custGeom>
                  <a:avLst/>
                  <a:ahLst/>
                  <a:rect l="0" t="0" r="r" b="b"/>
                  <a:pathLst>
                    <a:path w="85" h="78">
                      <a:moveTo>
                        <a:pt x="65" y="78"/>
                      </a:moveTo>
                      <a:lnTo>
                        <a:pt x="75" y="51"/>
                      </a:lnTo>
                      <a:lnTo>
                        <a:pt x="85" y="25"/>
                      </a:lnTo>
                      <a:lnTo>
                        <a:pt x="20" y="0"/>
                      </a:lnTo>
                      <a:lnTo>
                        <a:pt x="10" y="27"/>
                      </a:lnTo>
                      <a:lnTo>
                        <a:pt x="0" y="53"/>
                      </a:lnTo>
                      <a:lnTo>
                        <a:pt x="65" y="7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33" name=""/>
                <p:cNvSpPr/>
                <p:nvPr/>
              </p:nvSpPr>
              <p:spPr>
                <a:xfrm rot="0">
                  <a:off x="1795" y="2186"/>
                  <a:ext cx="21" cy="19"/>
                </a:xfrm>
                <a:custGeom>
                  <a:avLst/>
                  <a:ahLst/>
                  <a:rect l="0" t="0" r="r" b="b"/>
                  <a:pathLst>
                    <a:path w="85" h="78">
                      <a:moveTo>
                        <a:pt x="65" y="78"/>
                      </a:moveTo>
                      <a:lnTo>
                        <a:pt x="75" y="51"/>
                      </a:lnTo>
                      <a:lnTo>
                        <a:pt x="85" y="25"/>
                      </a:lnTo>
                      <a:lnTo>
                        <a:pt x="20" y="0"/>
                      </a:lnTo>
                      <a:lnTo>
                        <a:pt x="10" y="27"/>
                      </a:lnTo>
                      <a:lnTo>
                        <a:pt x="0" y="53"/>
                      </a:lnTo>
                      <a:lnTo>
                        <a:pt x="65" y="7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34" name=""/>
                <p:cNvSpPr/>
                <p:nvPr/>
              </p:nvSpPr>
              <p:spPr>
                <a:xfrm rot="0">
                  <a:off x="1797" y="2186"/>
                  <a:ext cx="2" cy="6"/>
                </a:xfrm>
                <a:custGeom>
                  <a:avLst/>
                  <a:ahLst/>
                  <a:rect l="0" t="0" r="r" b="b"/>
                  <a:pathLst>
                    <a:path w="10" h="27">
                      <a:moveTo>
                        <a:pt x="0" y="27"/>
                      </a:move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35" name=""/>
                <p:cNvSpPr/>
                <p:nvPr/>
              </p:nvSpPr>
              <p:spPr>
                <a:xfrm rot="0" flipH="1">
                  <a:off x="1799" y="21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36" name=""/>
                <p:cNvSpPr/>
                <p:nvPr/>
              </p:nvSpPr>
              <p:spPr>
                <a:xfrm rot="0">
                  <a:off x="1778" y="2180"/>
                  <a:ext cx="21" cy="19"/>
                </a:xfrm>
                <a:custGeom>
                  <a:avLst/>
                  <a:ahLst/>
                  <a:rect l="0" t="0" r="r" b="b"/>
                  <a:pathLst>
                    <a:path w="86" h="74">
                      <a:moveTo>
                        <a:pt x="68" y="74"/>
                      </a:moveTo>
                      <a:lnTo>
                        <a:pt x="77" y="48"/>
                      </a:lnTo>
                      <a:lnTo>
                        <a:pt x="86" y="21"/>
                      </a:lnTo>
                      <a:lnTo>
                        <a:pt x="18" y="0"/>
                      </a:lnTo>
                      <a:lnTo>
                        <a:pt x="9" y="27"/>
                      </a:lnTo>
                      <a:lnTo>
                        <a:pt x="0" y="53"/>
                      </a:lnTo>
                      <a:lnTo>
                        <a:pt x="68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37" name=""/>
                <p:cNvSpPr/>
                <p:nvPr/>
              </p:nvSpPr>
              <p:spPr>
                <a:xfrm rot="0">
                  <a:off x="1778" y="2180"/>
                  <a:ext cx="21" cy="19"/>
                </a:xfrm>
                <a:custGeom>
                  <a:avLst/>
                  <a:ahLst/>
                  <a:rect l="0" t="0" r="r" b="b"/>
                  <a:pathLst>
                    <a:path w="86" h="74">
                      <a:moveTo>
                        <a:pt x="68" y="74"/>
                      </a:moveTo>
                      <a:lnTo>
                        <a:pt x="77" y="48"/>
                      </a:lnTo>
                      <a:lnTo>
                        <a:pt x="86" y="21"/>
                      </a:lnTo>
                      <a:lnTo>
                        <a:pt x="18" y="0"/>
                      </a:lnTo>
                      <a:lnTo>
                        <a:pt x="9" y="27"/>
                      </a:lnTo>
                      <a:lnTo>
                        <a:pt x="0" y="53"/>
                      </a:lnTo>
                      <a:lnTo>
                        <a:pt x="68" y="7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38" name=""/>
                <p:cNvSpPr/>
                <p:nvPr/>
              </p:nvSpPr>
              <p:spPr>
                <a:xfrm rot="0">
                  <a:off x="1780" y="2180"/>
                  <a:ext cx="2" cy="7"/>
                </a:xfrm>
                <a:custGeom>
                  <a:avLst/>
                  <a:ahLst/>
                  <a:rect l="0" t="0" r="r" b="b"/>
                  <a:pathLst>
                    <a:path w="9" h="28">
                      <a:moveTo>
                        <a:pt x="0" y="28"/>
                      </a:moveTo>
                      <a:lnTo>
                        <a:pt x="9" y="1"/>
                      </a:lnTo>
                      <a:lnTo>
                        <a:pt x="7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39" name=""/>
                <p:cNvSpPr/>
                <p:nvPr/>
              </p:nvSpPr>
              <p:spPr>
                <a:xfrm rot="0" flipH="1" flipV="1">
                  <a:off x="1782" y="218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40" name=""/>
                <p:cNvSpPr/>
                <p:nvPr/>
              </p:nvSpPr>
              <p:spPr>
                <a:xfrm rot="0">
                  <a:off x="1761" y="2176"/>
                  <a:ext cx="21" cy="18"/>
                </a:xfrm>
                <a:custGeom>
                  <a:avLst/>
                  <a:ahLst/>
                  <a:rect l="0" t="0" r="r" b="b"/>
                  <a:pathLst>
                    <a:path w="82" h="72">
                      <a:moveTo>
                        <a:pt x="69" y="72"/>
                      </a:moveTo>
                      <a:lnTo>
                        <a:pt x="75" y="45"/>
                      </a:lnTo>
                      <a:lnTo>
                        <a:pt x="82" y="17"/>
                      </a:lnTo>
                      <a:lnTo>
                        <a:pt x="13" y="0"/>
                      </a:lnTo>
                      <a:lnTo>
                        <a:pt x="7" y="28"/>
                      </a:lnTo>
                      <a:lnTo>
                        <a:pt x="0" y="56"/>
                      </a:lnTo>
                      <a:lnTo>
                        <a:pt x="69" y="7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41" name=""/>
                <p:cNvSpPr/>
                <p:nvPr/>
              </p:nvSpPr>
              <p:spPr>
                <a:xfrm rot="0">
                  <a:off x="1761" y="2176"/>
                  <a:ext cx="21" cy="18"/>
                </a:xfrm>
                <a:custGeom>
                  <a:avLst/>
                  <a:ahLst/>
                  <a:rect l="0" t="0" r="r" b="b"/>
                  <a:pathLst>
                    <a:path w="82" h="72">
                      <a:moveTo>
                        <a:pt x="69" y="72"/>
                      </a:moveTo>
                      <a:lnTo>
                        <a:pt x="75" y="45"/>
                      </a:lnTo>
                      <a:lnTo>
                        <a:pt x="82" y="17"/>
                      </a:lnTo>
                      <a:lnTo>
                        <a:pt x="13" y="0"/>
                      </a:lnTo>
                      <a:lnTo>
                        <a:pt x="7" y="28"/>
                      </a:lnTo>
                      <a:lnTo>
                        <a:pt x="0" y="56"/>
                      </a:lnTo>
                      <a:lnTo>
                        <a:pt x="69" y="7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42" name=""/>
                <p:cNvSpPr/>
                <p:nvPr/>
              </p:nvSpPr>
              <p:spPr>
                <a:xfrm rot="0">
                  <a:off x="1763" y="2176"/>
                  <a:ext cx="2" cy="7"/>
                </a:xfrm>
                <a:custGeom>
                  <a:avLst/>
                  <a:ahLst/>
                  <a:rect l="0" t="0" r="r" b="b"/>
                  <a:pathLst>
                    <a:path w="6" h="28">
                      <a:moveTo>
                        <a:pt x="0" y="28"/>
                      </a:move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43" name=""/>
                <p:cNvSpPr/>
                <p:nvPr/>
              </p:nvSpPr>
              <p:spPr>
                <a:xfrm rot="0" flipH="1">
                  <a:off x="1764" y="217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44" name=""/>
                <p:cNvSpPr/>
                <p:nvPr/>
              </p:nvSpPr>
              <p:spPr>
                <a:xfrm rot="0">
                  <a:off x="1744" y="2173"/>
                  <a:ext cx="20" cy="17"/>
                </a:xfrm>
                <a:custGeom>
                  <a:avLst/>
                  <a:ahLst/>
                  <a:rect l="0" t="0" r="r" b="b"/>
                  <a:pathLst>
                    <a:path w="80" h="69">
                      <a:moveTo>
                        <a:pt x="69" y="69"/>
                      </a:moveTo>
                      <a:lnTo>
                        <a:pt x="75" y="41"/>
                      </a:lnTo>
                      <a:lnTo>
                        <a:pt x="80" y="13"/>
                      </a:lnTo>
                      <a:lnTo>
                        <a:pt x="11" y="0"/>
                      </a:lnTo>
                      <a:lnTo>
                        <a:pt x="6" y="28"/>
                      </a:lnTo>
                      <a:lnTo>
                        <a:pt x="0" y="56"/>
                      </a:lnTo>
                      <a:lnTo>
                        <a:pt x="69" y="6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45" name=""/>
                <p:cNvSpPr/>
                <p:nvPr/>
              </p:nvSpPr>
              <p:spPr>
                <a:xfrm rot="0">
                  <a:off x="1744" y="2173"/>
                  <a:ext cx="20" cy="17"/>
                </a:xfrm>
                <a:custGeom>
                  <a:avLst/>
                  <a:ahLst/>
                  <a:rect l="0" t="0" r="r" b="b"/>
                  <a:pathLst>
                    <a:path w="80" h="69">
                      <a:moveTo>
                        <a:pt x="69" y="69"/>
                      </a:moveTo>
                      <a:lnTo>
                        <a:pt x="75" y="41"/>
                      </a:lnTo>
                      <a:lnTo>
                        <a:pt x="80" y="13"/>
                      </a:lnTo>
                      <a:lnTo>
                        <a:pt x="11" y="0"/>
                      </a:lnTo>
                      <a:lnTo>
                        <a:pt x="6" y="28"/>
                      </a:lnTo>
                      <a:lnTo>
                        <a:pt x="0" y="56"/>
                      </a:lnTo>
                      <a:lnTo>
                        <a:pt x="69" y="6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46" name=""/>
                <p:cNvSpPr/>
                <p:nvPr/>
              </p:nvSpPr>
              <p:spPr>
                <a:xfrm rot="0">
                  <a:off x="1746" y="2173"/>
                  <a:ext cx="1" cy="6"/>
                </a:xfrm>
                <a:custGeom>
                  <a:avLst/>
                  <a:ahLst/>
                  <a:rect l="0" t="0" r="r" b="b"/>
                  <a:pathLst>
                    <a:path w="5" h="28">
                      <a:moveTo>
                        <a:pt x="0" y="28"/>
                      </a:move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47" name=""/>
                <p:cNvSpPr/>
                <p:nvPr/>
              </p:nvSpPr>
              <p:spPr>
                <a:xfrm rot="0" flipH="1">
                  <a:off x="1747" y="21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48" name=""/>
                <p:cNvSpPr/>
                <p:nvPr/>
              </p:nvSpPr>
              <p:spPr>
                <a:xfrm rot="0">
                  <a:off x="1727" y="2170"/>
                  <a:ext cx="20" cy="16"/>
                </a:xfrm>
                <a:custGeom>
                  <a:avLst/>
                  <a:ahLst/>
                  <a:rect l="0" t="0" r="r" b="b"/>
                  <a:pathLst>
                    <a:path w="78" h="66">
                      <a:moveTo>
                        <a:pt x="69" y="66"/>
                      </a:moveTo>
                      <a:lnTo>
                        <a:pt x="74" y="38"/>
                      </a:lnTo>
                      <a:lnTo>
                        <a:pt x="78" y="10"/>
                      </a:lnTo>
                      <a:lnTo>
                        <a:pt x="8" y="0"/>
                      </a:lnTo>
                      <a:lnTo>
                        <a:pt x="4" y="28"/>
                      </a:lnTo>
                      <a:lnTo>
                        <a:pt x="0" y="56"/>
                      </a:lnTo>
                      <a:lnTo>
                        <a:pt x="69" y="6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49" name=""/>
                <p:cNvSpPr/>
                <p:nvPr/>
              </p:nvSpPr>
              <p:spPr>
                <a:xfrm rot="0">
                  <a:off x="1727" y="2170"/>
                  <a:ext cx="20" cy="16"/>
                </a:xfrm>
                <a:custGeom>
                  <a:avLst/>
                  <a:ahLst/>
                  <a:rect l="0" t="0" r="r" b="b"/>
                  <a:pathLst>
                    <a:path w="78" h="66">
                      <a:moveTo>
                        <a:pt x="69" y="66"/>
                      </a:moveTo>
                      <a:lnTo>
                        <a:pt x="74" y="38"/>
                      </a:lnTo>
                      <a:lnTo>
                        <a:pt x="78" y="10"/>
                      </a:lnTo>
                      <a:lnTo>
                        <a:pt x="8" y="0"/>
                      </a:lnTo>
                      <a:lnTo>
                        <a:pt x="4" y="28"/>
                      </a:lnTo>
                      <a:lnTo>
                        <a:pt x="0" y="56"/>
                      </a:lnTo>
                      <a:lnTo>
                        <a:pt x="69" y="6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50" name=""/>
                <p:cNvSpPr/>
                <p:nvPr/>
              </p:nvSpPr>
              <p:spPr>
                <a:xfrm rot="0">
                  <a:off x="1728" y="2170"/>
                  <a:ext cx="1" cy="7"/>
                </a:xfrm>
                <a:custGeom>
                  <a:avLst/>
                  <a:ahLst/>
                  <a:rect l="0" t="0" r="r" b="b"/>
                  <a:pathLst>
                    <a:path w="4" h="28">
                      <a:moveTo>
                        <a:pt x="0" y="28"/>
                      </a:move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51" name=""/>
                <p:cNvSpPr/>
                <p:nvPr/>
              </p:nvSpPr>
              <p:spPr>
                <a:xfrm rot="0" flipH="1">
                  <a:off x="1729" y="217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52" name=""/>
                <p:cNvSpPr/>
                <p:nvPr/>
              </p:nvSpPr>
              <p:spPr>
                <a:xfrm rot="0">
                  <a:off x="1710" y="2169"/>
                  <a:ext cx="19" cy="15"/>
                </a:xfrm>
                <a:custGeom>
                  <a:avLst/>
                  <a:ahLst/>
                  <a:rect l="0" t="0" r="r" b="b"/>
                  <a:pathLst>
                    <a:path w="74" h="61">
                      <a:moveTo>
                        <a:pt x="70" y="61"/>
                      </a:moveTo>
                      <a:lnTo>
                        <a:pt x="72" y="33"/>
                      </a:lnTo>
                      <a:lnTo>
                        <a:pt x="74" y="5"/>
                      </a:lnTo>
                      <a:lnTo>
                        <a:pt x="4" y="0"/>
                      </a:lnTo>
                      <a:lnTo>
                        <a:pt x="2" y="27"/>
                      </a:lnTo>
                      <a:lnTo>
                        <a:pt x="0" y="55"/>
                      </a:lnTo>
                      <a:lnTo>
                        <a:pt x="70" y="6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53" name=""/>
                <p:cNvSpPr/>
                <p:nvPr/>
              </p:nvSpPr>
              <p:spPr>
                <a:xfrm rot="0">
                  <a:off x="1710" y="2169"/>
                  <a:ext cx="19" cy="15"/>
                </a:xfrm>
                <a:custGeom>
                  <a:avLst/>
                  <a:ahLst/>
                  <a:rect l="0" t="0" r="r" b="b"/>
                  <a:pathLst>
                    <a:path w="74" h="61">
                      <a:moveTo>
                        <a:pt x="70" y="61"/>
                      </a:moveTo>
                      <a:lnTo>
                        <a:pt x="72" y="33"/>
                      </a:lnTo>
                      <a:lnTo>
                        <a:pt x="74" y="5"/>
                      </a:lnTo>
                      <a:lnTo>
                        <a:pt x="4" y="0"/>
                      </a:lnTo>
                      <a:lnTo>
                        <a:pt x="2" y="27"/>
                      </a:lnTo>
                      <a:lnTo>
                        <a:pt x="0" y="55"/>
                      </a:lnTo>
                      <a:lnTo>
                        <a:pt x="70" y="6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54" name=""/>
                <p:cNvSpPr/>
                <p:nvPr/>
              </p:nvSpPr>
              <p:spPr>
                <a:xfrm rot="0">
                  <a:off x="1711" y="2169"/>
                  <a:ext cx="1" cy="7"/>
                </a:xfrm>
                <a:custGeom>
                  <a:avLst/>
                  <a:ahLst/>
                  <a:rect l="0" t="0" r="r" b="b"/>
                  <a:pathLst>
                    <a:path w="2" h="27">
                      <a:moveTo>
                        <a:pt x="0" y="27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55" name=""/>
                <p:cNvSpPr/>
                <p:nvPr/>
              </p:nvSpPr>
              <p:spPr>
                <a:xfrm rot="0" flipH="1">
                  <a:off x="1711" y="216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56" name=""/>
                <p:cNvSpPr/>
                <p:nvPr/>
              </p:nvSpPr>
              <p:spPr>
                <a:xfrm rot="0">
                  <a:off x="1693" y="2168"/>
                  <a:ext cx="18" cy="14"/>
                </a:xfrm>
                <a:custGeom>
                  <a:avLst/>
                  <a:ahLst/>
                  <a:rect l="0" t="0" r="r" b="b"/>
                  <a:pathLst>
                    <a:path w="73" h="58">
                      <a:moveTo>
                        <a:pt x="71" y="58"/>
                      </a:moveTo>
                      <a:lnTo>
                        <a:pt x="72" y="30"/>
                      </a:lnTo>
                      <a:lnTo>
                        <a:pt x="73" y="3"/>
                      </a:lnTo>
                      <a:lnTo>
                        <a:pt x="2" y="0"/>
                      </a:lnTo>
                      <a:lnTo>
                        <a:pt x="1" y="28"/>
                      </a:lnTo>
                      <a:lnTo>
                        <a:pt x="0" y="56"/>
                      </a:lnTo>
                      <a:lnTo>
                        <a:pt x="71" y="5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57" name=""/>
                <p:cNvSpPr/>
                <p:nvPr/>
              </p:nvSpPr>
              <p:spPr>
                <a:xfrm rot="0">
                  <a:off x="1693" y="2168"/>
                  <a:ext cx="18" cy="14"/>
                </a:xfrm>
                <a:custGeom>
                  <a:avLst/>
                  <a:ahLst/>
                  <a:rect l="0" t="0" r="r" b="b"/>
                  <a:pathLst>
                    <a:path w="73" h="58">
                      <a:moveTo>
                        <a:pt x="71" y="58"/>
                      </a:moveTo>
                      <a:lnTo>
                        <a:pt x="72" y="30"/>
                      </a:lnTo>
                      <a:lnTo>
                        <a:pt x="73" y="3"/>
                      </a:lnTo>
                      <a:lnTo>
                        <a:pt x="2" y="0"/>
                      </a:lnTo>
                      <a:lnTo>
                        <a:pt x="1" y="28"/>
                      </a:lnTo>
                      <a:lnTo>
                        <a:pt x="0" y="56"/>
                      </a:lnTo>
                      <a:lnTo>
                        <a:pt x="71" y="5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58" name=""/>
                <p:cNvSpPr/>
                <p:nvPr/>
              </p:nvSpPr>
              <p:spPr>
                <a:xfrm rot="0">
                  <a:off x="1693" y="2168"/>
                  <a:ext cx="1" cy="7"/>
                </a:xfrm>
                <a:custGeom>
                  <a:avLst/>
                  <a:ahLst/>
                  <a:rect l="0" t="0" r="r" b="b"/>
                  <a:pathLst>
                    <a:path w="2" h="28">
                      <a:moveTo>
                        <a:pt x="1" y="28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59" name=""/>
                <p:cNvSpPr/>
                <p:nvPr/>
              </p:nvSpPr>
              <p:spPr>
                <a:xfrm rot="0" flipH="1">
                  <a:off x="1693" y="216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60" name=""/>
                <p:cNvSpPr/>
                <p:nvPr/>
              </p:nvSpPr>
              <p:spPr>
                <a:xfrm rot="0">
                  <a:off x="1675" y="2168"/>
                  <a:ext cx="18" cy="14"/>
                </a:xfrm>
                <a:custGeom>
                  <a:avLst/>
                  <a:ahLst/>
                  <a:rect l="0" t="0" r="r" b="b"/>
                  <a:pathLst>
                    <a:path w="72" h="58">
                      <a:moveTo>
                        <a:pt x="72" y="56"/>
                      </a:moveTo>
                      <a:lnTo>
                        <a:pt x="71" y="28"/>
                      </a:lnTo>
                      <a:lnTo>
                        <a:pt x="70" y="0"/>
                      </a:lnTo>
                      <a:lnTo>
                        <a:pt x="0" y="3"/>
                      </a:lnTo>
                      <a:lnTo>
                        <a:pt x="1" y="30"/>
                      </a:lnTo>
                      <a:lnTo>
                        <a:pt x="2" y="58"/>
                      </a:lnTo>
                      <a:lnTo>
                        <a:pt x="72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61" name=""/>
                <p:cNvSpPr/>
                <p:nvPr/>
              </p:nvSpPr>
              <p:spPr>
                <a:xfrm rot="0">
                  <a:off x="1675" y="2168"/>
                  <a:ext cx="18" cy="14"/>
                </a:xfrm>
                <a:custGeom>
                  <a:avLst/>
                  <a:ahLst/>
                  <a:rect l="0" t="0" r="r" b="b"/>
                  <a:pathLst>
                    <a:path w="72" h="58">
                      <a:moveTo>
                        <a:pt x="72" y="56"/>
                      </a:moveTo>
                      <a:lnTo>
                        <a:pt x="71" y="28"/>
                      </a:lnTo>
                      <a:lnTo>
                        <a:pt x="70" y="0"/>
                      </a:lnTo>
                      <a:lnTo>
                        <a:pt x="0" y="3"/>
                      </a:lnTo>
                      <a:lnTo>
                        <a:pt x="1" y="30"/>
                      </a:lnTo>
                      <a:lnTo>
                        <a:pt x="2" y="58"/>
                      </a:lnTo>
                      <a:lnTo>
                        <a:pt x="72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62" name=""/>
                <p:cNvSpPr/>
                <p:nvPr/>
              </p:nvSpPr>
              <p:spPr>
                <a:xfrm rot="0">
                  <a:off x="1675" y="2169"/>
                  <a:ext cx="1" cy="7"/>
                </a:xfrm>
                <a:custGeom>
                  <a:avLst/>
                  <a:ahLst/>
                  <a:rect l="0" t="0" r="r" b="b"/>
                  <a:pathLst>
                    <a:path w="2" h="27">
                      <a:moveTo>
                        <a:pt x="2" y="27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63" name=""/>
                <p:cNvSpPr/>
                <p:nvPr/>
              </p:nvSpPr>
              <p:spPr>
                <a:xfrm rot="0" flipH="1">
                  <a:off x="1675" y="216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64" name=""/>
                <p:cNvSpPr/>
                <p:nvPr/>
              </p:nvSpPr>
              <p:spPr>
                <a:xfrm rot="0">
                  <a:off x="1658" y="2169"/>
                  <a:ext cx="18" cy="15"/>
                </a:xfrm>
                <a:custGeom>
                  <a:avLst/>
                  <a:ahLst/>
                  <a:rect l="0" t="0" r="r" b="b"/>
                  <a:pathLst>
                    <a:path w="75" h="61">
                      <a:moveTo>
                        <a:pt x="75" y="55"/>
                      </a:moveTo>
                      <a:lnTo>
                        <a:pt x="72" y="27"/>
                      </a:lnTo>
                      <a:lnTo>
                        <a:pt x="70" y="0"/>
                      </a:lnTo>
                      <a:lnTo>
                        <a:pt x="0" y="5"/>
                      </a:lnTo>
                      <a:lnTo>
                        <a:pt x="2" y="33"/>
                      </a:lnTo>
                      <a:lnTo>
                        <a:pt x="5" y="61"/>
                      </a:lnTo>
                      <a:lnTo>
                        <a:pt x="75" y="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65" name=""/>
                <p:cNvSpPr/>
                <p:nvPr/>
              </p:nvSpPr>
              <p:spPr>
                <a:xfrm rot="0">
                  <a:off x="1658" y="2169"/>
                  <a:ext cx="18" cy="15"/>
                </a:xfrm>
                <a:custGeom>
                  <a:avLst/>
                  <a:ahLst/>
                  <a:rect l="0" t="0" r="r" b="b"/>
                  <a:pathLst>
                    <a:path w="75" h="61">
                      <a:moveTo>
                        <a:pt x="75" y="55"/>
                      </a:moveTo>
                      <a:lnTo>
                        <a:pt x="72" y="27"/>
                      </a:lnTo>
                      <a:lnTo>
                        <a:pt x="70" y="0"/>
                      </a:lnTo>
                      <a:lnTo>
                        <a:pt x="0" y="5"/>
                      </a:lnTo>
                      <a:lnTo>
                        <a:pt x="2" y="33"/>
                      </a:lnTo>
                      <a:lnTo>
                        <a:pt x="5" y="61"/>
                      </a:lnTo>
                      <a:lnTo>
                        <a:pt x="75" y="5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66" name=""/>
                <p:cNvSpPr/>
                <p:nvPr/>
              </p:nvSpPr>
              <p:spPr>
                <a:xfrm rot="0">
                  <a:off x="1657" y="2170"/>
                  <a:ext cx="1" cy="7"/>
                </a:xfrm>
                <a:custGeom>
                  <a:avLst/>
                  <a:ahLst/>
                  <a:rect l="0" t="0" r="r" b="b"/>
                  <a:pathLst>
                    <a:path w="4" h="28">
                      <a:moveTo>
                        <a:pt x="4" y="28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4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67" name=""/>
                <p:cNvSpPr/>
                <p:nvPr/>
              </p:nvSpPr>
              <p:spPr>
                <a:xfrm rot="0" flipH="1">
                  <a:off x="1657" y="217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68" name=""/>
                <p:cNvSpPr/>
                <p:nvPr/>
              </p:nvSpPr>
              <p:spPr>
                <a:xfrm rot="0">
                  <a:off x="1640" y="2170"/>
                  <a:ext cx="19" cy="16"/>
                </a:xfrm>
                <a:custGeom>
                  <a:avLst/>
                  <a:ahLst/>
                  <a:rect l="0" t="0" r="r" b="b"/>
                  <a:pathLst>
                    <a:path w="79" h="66">
                      <a:moveTo>
                        <a:pt x="79" y="56"/>
                      </a:moveTo>
                      <a:lnTo>
                        <a:pt x="74" y="28"/>
                      </a:lnTo>
                      <a:lnTo>
                        <a:pt x="70" y="0"/>
                      </a:lnTo>
                      <a:lnTo>
                        <a:pt x="0" y="10"/>
                      </a:lnTo>
                      <a:lnTo>
                        <a:pt x="5" y="38"/>
                      </a:lnTo>
                      <a:lnTo>
                        <a:pt x="9" y="66"/>
                      </a:lnTo>
                      <a:lnTo>
                        <a:pt x="79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69" name=""/>
                <p:cNvSpPr/>
                <p:nvPr/>
              </p:nvSpPr>
              <p:spPr>
                <a:xfrm rot="0">
                  <a:off x="1640" y="2170"/>
                  <a:ext cx="19" cy="16"/>
                </a:xfrm>
                <a:custGeom>
                  <a:avLst/>
                  <a:ahLst/>
                  <a:rect l="0" t="0" r="r" b="b"/>
                  <a:pathLst>
                    <a:path w="79" h="66">
                      <a:moveTo>
                        <a:pt x="79" y="56"/>
                      </a:moveTo>
                      <a:lnTo>
                        <a:pt x="74" y="28"/>
                      </a:lnTo>
                      <a:lnTo>
                        <a:pt x="70" y="0"/>
                      </a:lnTo>
                      <a:lnTo>
                        <a:pt x="0" y="10"/>
                      </a:lnTo>
                      <a:lnTo>
                        <a:pt x="5" y="38"/>
                      </a:lnTo>
                      <a:lnTo>
                        <a:pt x="9" y="66"/>
                      </a:lnTo>
                      <a:lnTo>
                        <a:pt x="79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70" name=""/>
                <p:cNvSpPr/>
                <p:nvPr/>
              </p:nvSpPr>
              <p:spPr>
                <a:xfrm rot="0">
                  <a:off x="1639" y="2173"/>
                  <a:ext cx="2" cy="6"/>
                </a:xfrm>
                <a:custGeom>
                  <a:avLst/>
                  <a:ahLst/>
                  <a:rect l="0" t="0" r="r" b="b"/>
                  <a:pathLst>
                    <a:path w="6" h="28">
                      <a:moveTo>
                        <a:pt x="6" y="28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6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71" name=""/>
                <p:cNvSpPr/>
                <p:nvPr/>
              </p:nvSpPr>
              <p:spPr>
                <a:xfrm rot="0" flipH="1">
                  <a:off x="1639" y="21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72" name=""/>
                <p:cNvSpPr/>
                <p:nvPr/>
              </p:nvSpPr>
              <p:spPr>
                <a:xfrm rot="0">
                  <a:off x="1622" y="2173"/>
                  <a:ext cx="20" cy="17"/>
                </a:xfrm>
                <a:custGeom>
                  <a:avLst/>
                  <a:ahLst/>
                  <a:rect l="0" t="0" r="r" b="b"/>
                  <a:pathLst>
                    <a:path w="81" h="69">
                      <a:moveTo>
                        <a:pt x="81" y="56"/>
                      </a:moveTo>
                      <a:lnTo>
                        <a:pt x="76" y="28"/>
                      </a:lnTo>
                      <a:lnTo>
                        <a:pt x="70" y="0"/>
                      </a:lnTo>
                      <a:lnTo>
                        <a:pt x="0" y="13"/>
                      </a:lnTo>
                      <a:lnTo>
                        <a:pt x="6" y="41"/>
                      </a:lnTo>
                      <a:lnTo>
                        <a:pt x="11" y="69"/>
                      </a:lnTo>
                      <a:lnTo>
                        <a:pt x="81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73" name=""/>
                <p:cNvSpPr/>
                <p:nvPr/>
              </p:nvSpPr>
              <p:spPr>
                <a:xfrm rot="0">
                  <a:off x="1622" y="2173"/>
                  <a:ext cx="20" cy="17"/>
                </a:xfrm>
                <a:custGeom>
                  <a:avLst/>
                  <a:ahLst/>
                  <a:rect l="0" t="0" r="r" b="b"/>
                  <a:pathLst>
                    <a:path w="81" h="69">
                      <a:moveTo>
                        <a:pt x="81" y="56"/>
                      </a:moveTo>
                      <a:lnTo>
                        <a:pt x="76" y="28"/>
                      </a:lnTo>
                      <a:lnTo>
                        <a:pt x="70" y="0"/>
                      </a:lnTo>
                      <a:lnTo>
                        <a:pt x="0" y="13"/>
                      </a:lnTo>
                      <a:lnTo>
                        <a:pt x="6" y="41"/>
                      </a:lnTo>
                      <a:lnTo>
                        <a:pt x="11" y="69"/>
                      </a:lnTo>
                      <a:lnTo>
                        <a:pt x="81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74" name=""/>
                <p:cNvSpPr/>
                <p:nvPr/>
              </p:nvSpPr>
              <p:spPr>
                <a:xfrm rot="0">
                  <a:off x="1622" y="2176"/>
                  <a:ext cx="1" cy="7"/>
                </a:xfrm>
                <a:custGeom>
                  <a:avLst/>
                  <a:ahLst/>
                  <a:rect l="0" t="0" r="r" b="b"/>
                  <a:pathLst>
                    <a:path w="7" h="28">
                      <a:moveTo>
                        <a:pt x="7" y="28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7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75" name=""/>
                <p:cNvSpPr/>
                <p:nvPr/>
              </p:nvSpPr>
              <p:spPr>
                <a:xfrm rot="0" flipH="1">
                  <a:off x="1622" y="217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76" name=""/>
                <p:cNvSpPr/>
                <p:nvPr/>
              </p:nvSpPr>
              <p:spPr>
                <a:xfrm rot="0">
                  <a:off x="1605" y="2176"/>
                  <a:ext cx="20" cy="18"/>
                </a:xfrm>
                <a:custGeom>
                  <a:avLst/>
                  <a:ahLst/>
                  <a:rect l="0" t="0" r="r" b="b"/>
                  <a:pathLst>
                    <a:path w="81" h="72">
                      <a:moveTo>
                        <a:pt x="81" y="56"/>
                      </a:moveTo>
                      <a:lnTo>
                        <a:pt x="75" y="28"/>
                      </a:lnTo>
                      <a:lnTo>
                        <a:pt x="68" y="0"/>
                      </a:lnTo>
                      <a:lnTo>
                        <a:pt x="0" y="17"/>
                      </a:lnTo>
                      <a:lnTo>
                        <a:pt x="7" y="45"/>
                      </a:lnTo>
                      <a:lnTo>
                        <a:pt x="14" y="72"/>
                      </a:lnTo>
                      <a:lnTo>
                        <a:pt x="81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77" name=""/>
                <p:cNvSpPr/>
                <p:nvPr/>
              </p:nvSpPr>
              <p:spPr>
                <a:xfrm rot="0">
                  <a:off x="1605" y="2176"/>
                  <a:ext cx="20" cy="18"/>
                </a:xfrm>
                <a:custGeom>
                  <a:avLst/>
                  <a:ahLst/>
                  <a:rect l="0" t="0" r="r" b="b"/>
                  <a:pathLst>
                    <a:path w="81" h="72">
                      <a:moveTo>
                        <a:pt x="81" y="56"/>
                      </a:moveTo>
                      <a:lnTo>
                        <a:pt x="75" y="28"/>
                      </a:lnTo>
                      <a:lnTo>
                        <a:pt x="68" y="0"/>
                      </a:lnTo>
                      <a:lnTo>
                        <a:pt x="0" y="17"/>
                      </a:lnTo>
                      <a:lnTo>
                        <a:pt x="7" y="45"/>
                      </a:lnTo>
                      <a:lnTo>
                        <a:pt x="14" y="72"/>
                      </a:lnTo>
                      <a:lnTo>
                        <a:pt x="81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78" name=""/>
                <p:cNvSpPr/>
                <p:nvPr/>
              </p:nvSpPr>
              <p:spPr>
                <a:xfrm rot="0">
                  <a:off x="1604" y="2180"/>
                  <a:ext cx="2" cy="7"/>
                </a:xfrm>
                <a:custGeom>
                  <a:avLst/>
                  <a:ahLst/>
                  <a:rect l="0" t="0" r="r" b="b"/>
                  <a:pathLst>
                    <a:path w="9" h="28">
                      <a:moveTo>
                        <a:pt x="9" y="28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9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79" name=""/>
                <p:cNvSpPr/>
                <p:nvPr/>
              </p:nvSpPr>
              <p:spPr>
                <a:xfrm rot="0" flipH="1">
                  <a:off x="1604" y="218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80" name=""/>
                <p:cNvSpPr/>
                <p:nvPr/>
              </p:nvSpPr>
              <p:spPr>
                <a:xfrm rot="0">
                  <a:off x="1587" y="2180"/>
                  <a:ext cx="21" cy="19"/>
                </a:xfrm>
                <a:custGeom>
                  <a:avLst/>
                  <a:ahLst/>
                  <a:rect l="0" t="0" r="r" b="b"/>
                  <a:pathLst>
                    <a:path w="85" h="74">
                      <a:moveTo>
                        <a:pt x="85" y="53"/>
                      </a:moveTo>
                      <a:lnTo>
                        <a:pt x="76" y="27"/>
                      </a:lnTo>
                      <a:lnTo>
                        <a:pt x="67" y="0"/>
                      </a:lnTo>
                      <a:lnTo>
                        <a:pt x="0" y="21"/>
                      </a:lnTo>
                      <a:lnTo>
                        <a:pt x="8" y="48"/>
                      </a:lnTo>
                      <a:lnTo>
                        <a:pt x="17" y="74"/>
                      </a:lnTo>
                      <a:lnTo>
                        <a:pt x="85" y="5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81" name=""/>
                <p:cNvSpPr/>
                <p:nvPr/>
              </p:nvSpPr>
              <p:spPr>
                <a:xfrm rot="0">
                  <a:off x="1587" y="2180"/>
                  <a:ext cx="21" cy="19"/>
                </a:xfrm>
                <a:custGeom>
                  <a:avLst/>
                  <a:ahLst/>
                  <a:rect l="0" t="0" r="r" b="b"/>
                  <a:pathLst>
                    <a:path w="85" h="74">
                      <a:moveTo>
                        <a:pt x="85" y="53"/>
                      </a:moveTo>
                      <a:lnTo>
                        <a:pt x="76" y="27"/>
                      </a:lnTo>
                      <a:lnTo>
                        <a:pt x="67" y="0"/>
                      </a:lnTo>
                      <a:lnTo>
                        <a:pt x="0" y="21"/>
                      </a:lnTo>
                      <a:lnTo>
                        <a:pt x="8" y="48"/>
                      </a:lnTo>
                      <a:lnTo>
                        <a:pt x="17" y="74"/>
                      </a:lnTo>
                      <a:lnTo>
                        <a:pt x="85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82" name=""/>
                <p:cNvSpPr/>
                <p:nvPr/>
              </p:nvSpPr>
              <p:spPr>
                <a:xfrm rot="0">
                  <a:off x="1587" y="2186"/>
                  <a:ext cx="2" cy="6"/>
                </a:xfrm>
                <a:custGeom>
                  <a:avLst/>
                  <a:ahLst/>
                  <a:rect l="0" t="0" r="r" b="b"/>
                  <a:pathLst>
                    <a:path w="10" h="27">
                      <a:moveTo>
                        <a:pt x="10" y="27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83" name=""/>
                <p:cNvSpPr/>
                <p:nvPr/>
              </p:nvSpPr>
              <p:spPr>
                <a:xfrm rot="0" flipH="1">
                  <a:off x="1587" y="21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84" name=""/>
                <p:cNvSpPr/>
                <p:nvPr/>
              </p:nvSpPr>
              <p:spPr>
                <a:xfrm rot="0">
                  <a:off x="1570" y="2186"/>
                  <a:ext cx="22" cy="19"/>
                </a:xfrm>
                <a:custGeom>
                  <a:avLst/>
                  <a:ahLst/>
                  <a:rect l="0" t="0" r="r" b="b"/>
                  <a:pathLst>
                    <a:path w="86" h="78">
                      <a:moveTo>
                        <a:pt x="86" y="53"/>
                      </a:moveTo>
                      <a:lnTo>
                        <a:pt x="76" y="27"/>
                      </a:lnTo>
                      <a:lnTo>
                        <a:pt x="66" y="0"/>
                      </a:lnTo>
                      <a:lnTo>
                        <a:pt x="0" y="25"/>
                      </a:lnTo>
                      <a:lnTo>
                        <a:pt x="10" y="51"/>
                      </a:lnTo>
                      <a:lnTo>
                        <a:pt x="20" y="78"/>
                      </a:lnTo>
                      <a:lnTo>
                        <a:pt x="86" y="5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85" name=""/>
                <p:cNvSpPr/>
                <p:nvPr/>
              </p:nvSpPr>
              <p:spPr>
                <a:xfrm rot="0">
                  <a:off x="1570" y="2186"/>
                  <a:ext cx="22" cy="19"/>
                </a:xfrm>
                <a:custGeom>
                  <a:avLst/>
                  <a:ahLst/>
                  <a:rect l="0" t="0" r="r" b="b"/>
                  <a:pathLst>
                    <a:path w="86" h="78">
                      <a:moveTo>
                        <a:pt x="86" y="53"/>
                      </a:moveTo>
                      <a:lnTo>
                        <a:pt x="76" y="27"/>
                      </a:lnTo>
                      <a:lnTo>
                        <a:pt x="66" y="0"/>
                      </a:lnTo>
                      <a:lnTo>
                        <a:pt x="0" y="25"/>
                      </a:lnTo>
                      <a:lnTo>
                        <a:pt x="10" y="51"/>
                      </a:lnTo>
                      <a:lnTo>
                        <a:pt x="20" y="78"/>
                      </a:lnTo>
                      <a:lnTo>
                        <a:pt x="86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86" name=""/>
                <p:cNvSpPr/>
                <p:nvPr/>
              </p:nvSpPr>
              <p:spPr>
                <a:xfrm rot="0">
                  <a:off x="1570" y="2192"/>
                  <a:ext cx="3" cy="6"/>
                </a:xfrm>
                <a:custGeom>
                  <a:avLst/>
                  <a:ahLst/>
                  <a:rect l="0" t="0" r="r" b="b"/>
                  <a:pathLst>
                    <a:path w="11" h="26">
                      <a:moveTo>
                        <a:pt x="11" y="26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1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87" name=""/>
                <p:cNvSpPr/>
                <p:nvPr/>
              </p:nvSpPr>
              <p:spPr>
                <a:xfrm rot="0" flipH="1">
                  <a:off x="1570" y="219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88" name=""/>
                <p:cNvSpPr/>
                <p:nvPr/>
              </p:nvSpPr>
              <p:spPr>
                <a:xfrm rot="0">
                  <a:off x="1554" y="2192"/>
                  <a:ext cx="21" cy="20"/>
                </a:xfrm>
                <a:custGeom>
                  <a:avLst/>
                  <a:ahLst/>
                  <a:rect l="0" t="0" r="r" b="b"/>
                  <a:pathLst>
                    <a:path w="87" h="78">
                      <a:moveTo>
                        <a:pt x="87" y="51"/>
                      </a:moveTo>
                      <a:lnTo>
                        <a:pt x="76" y="25"/>
                      </a:lnTo>
                      <a:lnTo>
                        <a:pt x="65" y="0"/>
                      </a:lnTo>
                      <a:lnTo>
                        <a:pt x="0" y="27"/>
                      </a:lnTo>
                      <a:lnTo>
                        <a:pt x="12" y="53"/>
                      </a:lnTo>
                      <a:lnTo>
                        <a:pt x="23" y="78"/>
                      </a:lnTo>
                      <a:lnTo>
                        <a:pt x="87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89" name=""/>
                <p:cNvSpPr/>
                <p:nvPr/>
              </p:nvSpPr>
              <p:spPr>
                <a:xfrm rot="0">
                  <a:off x="1554" y="2192"/>
                  <a:ext cx="21" cy="20"/>
                </a:xfrm>
                <a:custGeom>
                  <a:avLst/>
                  <a:ahLst/>
                  <a:rect l="0" t="0" r="r" b="b"/>
                  <a:pathLst>
                    <a:path w="87" h="78">
                      <a:moveTo>
                        <a:pt x="87" y="51"/>
                      </a:moveTo>
                      <a:lnTo>
                        <a:pt x="76" y="25"/>
                      </a:lnTo>
                      <a:lnTo>
                        <a:pt x="65" y="0"/>
                      </a:lnTo>
                      <a:lnTo>
                        <a:pt x="0" y="27"/>
                      </a:lnTo>
                      <a:lnTo>
                        <a:pt x="12" y="53"/>
                      </a:lnTo>
                      <a:lnTo>
                        <a:pt x="23" y="78"/>
                      </a:lnTo>
                      <a:lnTo>
                        <a:pt x="87" y="5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90" name=""/>
                <p:cNvSpPr/>
                <p:nvPr/>
              </p:nvSpPr>
              <p:spPr>
                <a:xfrm rot="0">
                  <a:off x="1554" y="2199"/>
                  <a:ext cx="3" cy="6"/>
                </a:xfrm>
                <a:custGeom>
                  <a:avLst/>
                  <a:ahLst/>
                  <a:rect l="0" t="0" r="r" b="b"/>
                  <a:pathLst>
                    <a:path w="13" h="26">
                      <a:moveTo>
                        <a:pt x="13" y="26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3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91" name=""/>
                <p:cNvSpPr/>
                <p:nvPr/>
              </p:nvSpPr>
              <p:spPr>
                <a:xfrm rot="0" flipH="1">
                  <a:off x="1554" y="219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92" name=""/>
                <p:cNvSpPr/>
                <p:nvPr/>
              </p:nvSpPr>
              <p:spPr>
                <a:xfrm rot="0">
                  <a:off x="1538" y="2199"/>
                  <a:ext cx="22" cy="20"/>
                </a:xfrm>
                <a:custGeom>
                  <a:avLst/>
                  <a:ahLst/>
                  <a:rect l="0" t="0" r="r" b="b"/>
                  <a:pathLst>
                    <a:path w="88" h="82">
                      <a:moveTo>
                        <a:pt x="88" y="51"/>
                      </a:moveTo>
                      <a:lnTo>
                        <a:pt x="76" y="26"/>
                      </a:lnTo>
                      <a:lnTo>
                        <a:pt x="63" y="0"/>
                      </a:lnTo>
                      <a:lnTo>
                        <a:pt x="0" y="31"/>
                      </a:lnTo>
                      <a:lnTo>
                        <a:pt x="12" y="57"/>
                      </a:lnTo>
                      <a:lnTo>
                        <a:pt x="25" y="82"/>
                      </a:lnTo>
                      <a:lnTo>
                        <a:pt x="88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93" name=""/>
                <p:cNvSpPr/>
                <p:nvPr/>
              </p:nvSpPr>
              <p:spPr>
                <a:xfrm rot="0">
                  <a:off x="1538" y="2199"/>
                  <a:ext cx="22" cy="20"/>
                </a:xfrm>
                <a:custGeom>
                  <a:avLst/>
                  <a:ahLst/>
                  <a:rect l="0" t="0" r="r" b="b"/>
                  <a:pathLst>
                    <a:path w="88" h="82">
                      <a:moveTo>
                        <a:pt x="88" y="51"/>
                      </a:moveTo>
                      <a:lnTo>
                        <a:pt x="76" y="26"/>
                      </a:lnTo>
                      <a:lnTo>
                        <a:pt x="63" y="0"/>
                      </a:lnTo>
                      <a:lnTo>
                        <a:pt x="0" y="31"/>
                      </a:lnTo>
                      <a:lnTo>
                        <a:pt x="12" y="57"/>
                      </a:lnTo>
                      <a:lnTo>
                        <a:pt x="25" y="82"/>
                      </a:lnTo>
                      <a:lnTo>
                        <a:pt x="88" y="5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94" name=""/>
                <p:cNvSpPr/>
                <p:nvPr/>
              </p:nvSpPr>
              <p:spPr>
                <a:xfrm rot="0">
                  <a:off x="1537" y="2207"/>
                  <a:ext cx="4" cy="6"/>
                </a:xfrm>
                <a:custGeom>
                  <a:avLst/>
                  <a:ahLst/>
                  <a:rect l="0" t="0" r="r" b="b"/>
                  <a:pathLst>
                    <a:path w="14" h="26">
                      <a:moveTo>
                        <a:pt x="14" y="26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4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95" name=""/>
                <p:cNvSpPr/>
                <p:nvPr/>
              </p:nvSpPr>
              <p:spPr>
                <a:xfrm rot="0" flipH="1">
                  <a:off x="1537" y="220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96" name=""/>
                <p:cNvSpPr/>
                <p:nvPr/>
              </p:nvSpPr>
              <p:spPr>
                <a:xfrm rot="0">
                  <a:off x="1522" y="2207"/>
                  <a:ext cx="22" cy="21"/>
                </a:xfrm>
                <a:custGeom>
                  <a:avLst/>
                  <a:ahLst/>
                  <a:rect l="0" t="0" r="r" b="b"/>
                  <a:pathLst>
                    <a:path w="90" h="83">
                      <a:moveTo>
                        <a:pt x="90" y="48"/>
                      </a:moveTo>
                      <a:lnTo>
                        <a:pt x="75" y="24"/>
                      </a:lnTo>
                      <a:lnTo>
                        <a:pt x="61" y="0"/>
                      </a:lnTo>
                      <a:lnTo>
                        <a:pt x="0" y="34"/>
                      </a:lnTo>
                      <a:lnTo>
                        <a:pt x="14" y="58"/>
                      </a:lnTo>
                      <a:lnTo>
                        <a:pt x="29" y="83"/>
                      </a:lnTo>
                      <a:lnTo>
                        <a:pt x="90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97" name=""/>
                <p:cNvSpPr/>
                <p:nvPr/>
              </p:nvSpPr>
              <p:spPr>
                <a:xfrm rot="0">
                  <a:off x="1522" y="2207"/>
                  <a:ext cx="22" cy="21"/>
                </a:xfrm>
                <a:custGeom>
                  <a:avLst/>
                  <a:ahLst/>
                  <a:rect l="0" t="0" r="r" b="b"/>
                  <a:pathLst>
                    <a:path w="90" h="83">
                      <a:moveTo>
                        <a:pt x="90" y="48"/>
                      </a:moveTo>
                      <a:lnTo>
                        <a:pt x="75" y="24"/>
                      </a:lnTo>
                      <a:lnTo>
                        <a:pt x="61" y="0"/>
                      </a:lnTo>
                      <a:lnTo>
                        <a:pt x="0" y="34"/>
                      </a:lnTo>
                      <a:lnTo>
                        <a:pt x="14" y="58"/>
                      </a:lnTo>
                      <a:lnTo>
                        <a:pt x="29" y="83"/>
                      </a:lnTo>
                      <a:lnTo>
                        <a:pt x="90" y="4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298" name=""/>
                <p:cNvSpPr/>
                <p:nvPr/>
              </p:nvSpPr>
              <p:spPr>
                <a:xfrm rot="0">
                  <a:off x="1522" y="2215"/>
                  <a:ext cx="4" cy="7"/>
                </a:xfrm>
                <a:custGeom>
                  <a:avLst/>
                  <a:ahLst/>
                  <a:rect l="0" t="0" r="r" b="b"/>
                  <a:pathLst>
                    <a:path w="15" h="24">
                      <a:moveTo>
                        <a:pt x="15" y="24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5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299" name=""/>
                <p:cNvSpPr/>
                <p:nvPr/>
              </p:nvSpPr>
              <p:spPr>
                <a:xfrm rot="0" flipH="1">
                  <a:off x="1522" y="221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00" name=""/>
                <p:cNvSpPr/>
                <p:nvPr/>
              </p:nvSpPr>
              <p:spPr>
                <a:xfrm rot="0">
                  <a:off x="1507" y="2215"/>
                  <a:ext cx="22" cy="22"/>
                </a:xfrm>
                <a:custGeom>
                  <a:avLst/>
                  <a:ahLst/>
                  <a:rect l="0" t="0" r="r" b="b"/>
                  <a:pathLst>
                    <a:path w="91" h="86">
                      <a:moveTo>
                        <a:pt x="91" y="49"/>
                      </a:moveTo>
                      <a:lnTo>
                        <a:pt x="75" y="24"/>
                      </a:lnTo>
                      <a:lnTo>
                        <a:pt x="60" y="0"/>
                      </a:lnTo>
                      <a:lnTo>
                        <a:pt x="0" y="38"/>
                      </a:lnTo>
                      <a:lnTo>
                        <a:pt x="15" y="62"/>
                      </a:lnTo>
                      <a:lnTo>
                        <a:pt x="31" y="86"/>
                      </a:lnTo>
                      <a:lnTo>
                        <a:pt x="91" y="4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01" name=""/>
                <p:cNvSpPr/>
                <p:nvPr/>
              </p:nvSpPr>
              <p:spPr>
                <a:xfrm rot="0">
                  <a:off x="1507" y="2215"/>
                  <a:ext cx="22" cy="22"/>
                </a:xfrm>
                <a:custGeom>
                  <a:avLst/>
                  <a:ahLst/>
                  <a:rect l="0" t="0" r="r" b="b"/>
                  <a:pathLst>
                    <a:path w="91" h="86">
                      <a:moveTo>
                        <a:pt x="91" y="49"/>
                      </a:moveTo>
                      <a:lnTo>
                        <a:pt x="75" y="24"/>
                      </a:lnTo>
                      <a:lnTo>
                        <a:pt x="60" y="0"/>
                      </a:lnTo>
                      <a:lnTo>
                        <a:pt x="0" y="38"/>
                      </a:lnTo>
                      <a:lnTo>
                        <a:pt x="15" y="62"/>
                      </a:lnTo>
                      <a:lnTo>
                        <a:pt x="31" y="86"/>
                      </a:lnTo>
                      <a:lnTo>
                        <a:pt x="91" y="4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02" name=""/>
                <p:cNvSpPr/>
                <p:nvPr/>
              </p:nvSpPr>
              <p:spPr>
                <a:xfrm rot="0">
                  <a:off x="1506" y="2225"/>
                  <a:ext cx="5" cy="6"/>
                </a:xfrm>
                <a:custGeom>
                  <a:avLst/>
                  <a:ahLst/>
                  <a:rect l="0" t="0" r="r" b="b"/>
                  <a:pathLst>
                    <a:path w="16" h="24">
                      <a:moveTo>
                        <a:pt x="16" y="24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6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03" name=""/>
                <p:cNvSpPr/>
                <p:nvPr/>
              </p:nvSpPr>
              <p:spPr>
                <a:xfrm rot="0" flipH="1">
                  <a:off x="1506" y="222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04" name=""/>
                <p:cNvSpPr/>
                <p:nvPr/>
              </p:nvSpPr>
              <p:spPr>
                <a:xfrm rot="0">
                  <a:off x="1492" y="2225"/>
                  <a:ext cx="23" cy="22"/>
                </a:xfrm>
                <a:custGeom>
                  <a:avLst/>
                  <a:ahLst/>
                  <a:rect l="0" t="0" r="r" b="b"/>
                  <a:pathLst>
                    <a:path w="90" h="86">
                      <a:moveTo>
                        <a:pt x="90" y="44"/>
                      </a:moveTo>
                      <a:lnTo>
                        <a:pt x="73" y="22"/>
                      </a:lnTo>
                      <a:lnTo>
                        <a:pt x="57" y="0"/>
                      </a:lnTo>
                      <a:lnTo>
                        <a:pt x="0" y="42"/>
                      </a:lnTo>
                      <a:lnTo>
                        <a:pt x="17" y="64"/>
                      </a:lnTo>
                      <a:lnTo>
                        <a:pt x="34" y="86"/>
                      </a:lnTo>
                      <a:lnTo>
                        <a:pt x="90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05" name=""/>
                <p:cNvSpPr/>
                <p:nvPr/>
              </p:nvSpPr>
              <p:spPr>
                <a:xfrm rot="0">
                  <a:off x="1492" y="2225"/>
                  <a:ext cx="23" cy="22"/>
                </a:xfrm>
                <a:custGeom>
                  <a:avLst/>
                  <a:ahLst/>
                  <a:rect l="0" t="0" r="r" b="b"/>
                  <a:pathLst>
                    <a:path w="90" h="86">
                      <a:moveTo>
                        <a:pt x="90" y="44"/>
                      </a:moveTo>
                      <a:lnTo>
                        <a:pt x="73" y="22"/>
                      </a:lnTo>
                      <a:lnTo>
                        <a:pt x="57" y="0"/>
                      </a:lnTo>
                      <a:lnTo>
                        <a:pt x="0" y="42"/>
                      </a:lnTo>
                      <a:lnTo>
                        <a:pt x="17" y="64"/>
                      </a:lnTo>
                      <a:lnTo>
                        <a:pt x="34" y="86"/>
                      </a:lnTo>
                      <a:lnTo>
                        <a:pt x="90" y="4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06" name=""/>
                <p:cNvSpPr/>
                <p:nvPr/>
              </p:nvSpPr>
              <p:spPr>
                <a:xfrm rot="0">
                  <a:off x="1492" y="2236"/>
                  <a:ext cx="4" cy="6"/>
                </a:xfrm>
                <a:custGeom>
                  <a:avLst/>
                  <a:ahLst/>
                  <a:rect l="0" t="0" r="r" b="b"/>
                  <a:pathLst>
                    <a:path w="18" h="22">
                      <a:moveTo>
                        <a:pt x="18" y="22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8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07" name=""/>
                <p:cNvSpPr/>
                <p:nvPr/>
              </p:nvSpPr>
              <p:spPr>
                <a:xfrm rot="0" flipH="1">
                  <a:off x="1492" y="223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08" name=""/>
                <p:cNvSpPr/>
                <p:nvPr/>
              </p:nvSpPr>
              <p:spPr>
                <a:xfrm rot="0">
                  <a:off x="1478" y="2236"/>
                  <a:ext cx="23" cy="22"/>
                </a:xfrm>
                <a:custGeom>
                  <a:avLst/>
                  <a:ahLst/>
                  <a:rect l="0" t="0" r="r" b="b"/>
                  <a:pathLst>
                    <a:path w="91" h="88">
                      <a:moveTo>
                        <a:pt x="91" y="44"/>
                      </a:moveTo>
                      <a:lnTo>
                        <a:pt x="73" y="22"/>
                      </a:lnTo>
                      <a:lnTo>
                        <a:pt x="55" y="0"/>
                      </a:lnTo>
                      <a:lnTo>
                        <a:pt x="0" y="43"/>
                      </a:lnTo>
                      <a:lnTo>
                        <a:pt x="17" y="65"/>
                      </a:lnTo>
                      <a:lnTo>
                        <a:pt x="35" y="88"/>
                      </a:lnTo>
                      <a:lnTo>
                        <a:pt x="91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09" name=""/>
                <p:cNvSpPr/>
                <p:nvPr/>
              </p:nvSpPr>
              <p:spPr>
                <a:xfrm rot="0">
                  <a:off x="1478" y="2236"/>
                  <a:ext cx="23" cy="22"/>
                </a:xfrm>
                <a:custGeom>
                  <a:avLst/>
                  <a:ahLst/>
                  <a:rect l="0" t="0" r="r" b="b"/>
                  <a:pathLst>
                    <a:path w="91" h="88">
                      <a:moveTo>
                        <a:pt x="91" y="44"/>
                      </a:moveTo>
                      <a:lnTo>
                        <a:pt x="73" y="22"/>
                      </a:lnTo>
                      <a:lnTo>
                        <a:pt x="55" y="0"/>
                      </a:lnTo>
                      <a:lnTo>
                        <a:pt x="0" y="43"/>
                      </a:lnTo>
                      <a:lnTo>
                        <a:pt x="17" y="65"/>
                      </a:lnTo>
                      <a:lnTo>
                        <a:pt x="35" y="88"/>
                      </a:lnTo>
                      <a:lnTo>
                        <a:pt x="91" y="4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10" name=""/>
                <p:cNvSpPr/>
                <p:nvPr/>
              </p:nvSpPr>
              <p:spPr>
                <a:xfrm rot="0">
                  <a:off x="1478" y="2247"/>
                  <a:ext cx="5" cy="5"/>
                </a:xfrm>
                <a:custGeom>
                  <a:avLst/>
                  <a:ahLst/>
                  <a:rect l="0" t="0" r="r" b="b"/>
                  <a:pathLst>
                    <a:path w="18" h="22">
                      <a:moveTo>
                        <a:pt x="18" y="22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8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11" name=""/>
                <p:cNvSpPr/>
                <p:nvPr/>
              </p:nvSpPr>
              <p:spPr>
                <a:xfrm rot="0" flipH="1">
                  <a:off x="1478" y="224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12" name=""/>
                <p:cNvSpPr/>
                <p:nvPr/>
              </p:nvSpPr>
              <p:spPr>
                <a:xfrm rot="0">
                  <a:off x="1465" y="2247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90" y="43"/>
                      </a:moveTo>
                      <a:lnTo>
                        <a:pt x="71" y="21"/>
                      </a:lnTo>
                      <a:lnTo>
                        <a:pt x="53" y="0"/>
                      </a:lnTo>
                      <a:lnTo>
                        <a:pt x="0" y="48"/>
                      </a:lnTo>
                      <a:lnTo>
                        <a:pt x="19" y="69"/>
                      </a:lnTo>
                      <a:lnTo>
                        <a:pt x="38" y="90"/>
                      </a:lnTo>
                      <a:lnTo>
                        <a:pt x="90" y="4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13" name=""/>
                <p:cNvSpPr/>
                <p:nvPr/>
              </p:nvSpPr>
              <p:spPr>
                <a:xfrm rot="0">
                  <a:off x="1465" y="2247"/>
                  <a:ext cx="22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90" y="43"/>
                      </a:moveTo>
                      <a:lnTo>
                        <a:pt x="71" y="21"/>
                      </a:lnTo>
                      <a:lnTo>
                        <a:pt x="53" y="0"/>
                      </a:lnTo>
                      <a:lnTo>
                        <a:pt x="0" y="48"/>
                      </a:lnTo>
                      <a:lnTo>
                        <a:pt x="19" y="69"/>
                      </a:lnTo>
                      <a:lnTo>
                        <a:pt x="38" y="90"/>
                      </a:lnTo>
                      <a:lnTo>
                        <a:pt x="90" y="4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14" name=""/>
                <p:cNvSpPr/>
                <p:nvPr/>
              </p:nvSpPr>
              <p:spPr>
                <a:xfrm rot="0">
                  <a:off x="1465" y="2259"/>
                  <a:ext cx="5" cy="5"/>
                </a:xfrm>
                <a:custGeom>
                  <a:avLst/>
                  <a:ahLst/>
                  <a:rect l="0" t="0" r="r" b="b"/>
                  <a:pathLst>
                    <a:path w="20" h="21">
                      <a:moveTo>
                        <a:pt x="20" y="2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0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15" name=""/>
                <p:cNvSpPr/>
                <p:nvPr/>
              </p:nvSpPr>
              <p:spPr>
                <a:xfrm rot="0" flipH="1">
                  <a:off x="1465" y="225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16" name=""/>
                <p:cNvSpPr/>
                <p:nvPr/>
              </p:nvSpPr>
              <p:spPr>
                <a:xfrm rot="0">
                  <a:off x="1452" y="2259"/>
                  <a:ext cx="23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90" y="40"/>
                      </a:moveTo>
                      <a:lnTo>
                        <a:pt x="70" y="20"/>
                      </a:lnTo>
                      <a:lnTo>
                        <a:pt x="50" y="0"/>
                      </a:lnTo>
                      <a:lnTo>
                        <a:pt x="0" y="50"/>
                      </a:lnTo>
                      <a:lnTo>
                        <a:pt x="20" y="70"/>
                      </a:lnTo>
                      <a:lnTo>
                        <a:pt x="40" y="90"/>
                      </a:lnTo>
                      <a:lnTo>
                        <a:pt x="90" y="4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17" name=""/>
                <p:cNvSpPr/>
                <p:nvPr/>
              </p:nvSpPr>
              <p:spPr>
                <a:xfrm rot="0">
                  <a:off x="1452" y="2259"/>
                  <a:ext cx="23" cy="23"/>
                </a:xfrm>
                <a:custGeom>
                  <a:avLst/>
                  <a:ahLst/>
                  <a:rect l="0" t="0" r="r" b="b"/>
                  <a:pathLst>
                    <a:path w="90" h="90">
                      <a:moveTo>
                        <a:pt x="90" y="40"/>
                      </a:moveTo>
                      <a:lnTo>
                        <a:pt x="70" y="20"/>
                      </a:lnTo>
                      <a:lnTo>
                        <a:pt x="50" y="0"/>
                      </a:lnTo>
                      <a:lnTo>
                        <a:pt x="0" y="50"/>
                      </a:lnTo>
                      <a:lnTo>
                        <a:pt x="20" y="70"/>
                      </a:lnTo>
                      <a:lnTo>
                        <a:pt x="40" y="90"/>
                      </a:lnTo>
                      <a:lnTo>
                        <a:pt x="90" y="4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18" name=""/>
                <p:cNvSpPr/>
                <p:nvPr/>
              </p:nvSpPr>
              <p:spPr>
                <a:xfrm rot="0">
                  <a:off x="1452" y="2272"/>
                  <a:ext cx="5" cy="5"/>
                </a:xfrm>
                <a:custGeom>
                  <a:avLst/>
                  <a:ahLst/>
                  <a:rect l="0" t="0" r="r" b="b"/>
                  <a:pathLst>
                    <a:path w="21" h="20">
                      <a:moveTo>
                        <a:pt x="21" y="2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1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19" name=""/>
                <p:cNvSpPr/>
                <p:nvPr/>
              </p:nvSpPr>
              <p:spPr>
                <a:xfrm rot="0" flipH="1">
                  <a:off x="1452" y="227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20" name=""/>
                <p:cNvSpPr/>
                <p:nvPr/>
              </p:nvSpPr>
              <p:spPr>
                <a:xfrm rot="0">
                  <a:off x="1440" y="2272"/>
                  <a:ext cx="22" cy="23"/>
                </a:xfrm>
                <a:custGeom>
                  <a:avLst/>
                  <a:ahLst/>
                  <a:rect l="0" t="0" r="r" b="b"/>
                  <a:pathLst>
                    <a:path w="88" h="90">
                      <a:moveTo>
                        <a:pt x="88" y="38"/>
                      </a:moveTo>
                      <a:lnTo>
                        <a:pt x="67" y="19"/>
                      </a:lnTo>
                      <a:lnTo>
                        <a:pt x="46" y="0"/>
                      </a:lnTo>
                      <a:lnTo>
                        <a:pt x="0" y="52"/>
                      </a:lnTo>
                      <a:lnTo>
                        <a:pt x="21" y="71"/>
                      </a:lnTo>
                      <a:lnTo>
                        <a:pt x="42" y="90"/>
                      </a:lnTo>
                      <a:lnTo>
                        <a:pt x="88" y="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21" name=""/>
                <p:cNvSpPr/>
                <p:nvPr/>
              </p:nvSpPr>
              <p:spPr>
                <a:xfrm rot="0">
                  <a:off x="1440" y="2272"/>
                  <a:ext cx="22" cy="23"/>
                </a:xfrm>
                <a:custGeom>
                  <a:avLst/>
                  <a:ahLst/>
                  <a:rect l="0" t="0" r="r" b="b"/>
                  <a:pathLst>
                    <a:path w="88" h="90">
                      <a:moveTo>
                        <a:pt x="88" y="38"/>
                      </a:moveTo>
                      <a:lnTo>
                        <a:pt x="67" y="19"/>
                      </a:lnTo>
                      <a:lnTo>
                        <a:pt x="46" y="0"/>
                      </a:lnTo>
                      <a:lnTo>
                        <a:pt x="0" y="52"/>
                      </a:lnTo>
                      <a:lnTo>
                        <a:pt x="21" y="71"/>
                      </a:lnTo>
                      <a:lnTo>
                        <a:pt x="42" y="90"/>
                      </a:lnTo>
                      <a:lnTo>
                        <a:pt x="88" y="3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22" name=""/>
                <p:cNvSpPr/>
                <p:nvPr/>
              </p:nvSpPr>
              <p:spPr>
                <a:xfrm rot="0">
                  <a:off x="1440" y="2285"/>
                  <a:ext cx="5" cy="5"/>
                </a:xfrm>
                <a:custGeom>
                  <a:avLst/>
                  <a:ahLst/>
                  <a:rect l="0" t="0" r="r" b="b"/>
                  <a:pathLst>
                    <a:path w="22" h="19">
                      <a:moveTo>
                        <a:pt x="22" y="19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2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23" name=""/>
                <p:cNvSpPr/>
                <p:nvPr/>
              </p:nvSpPr>
              <p:spPr>
                <a:xfrm rot="0" flipH="1">
                  <a:off x="1440" y="228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24" name=""/>
                <p:cNvSpPr/>
                <p:nvPr/>
              </p:nvSpPr>
              <p:spPr>
                <a:xfrm rot="0">
                  <a:off x="1429" y="2285"/>
                  <a:ext cx="22" cy="23"/>
                </a:xfrm>
                <a:custGeom>
                  <a:avLst/>
                  <a:ahLst/>
                  <a:rect l="0" t="0" r="r" b="b"/>
                  <a:pathLst>
                    <a:path w="89" h="91">
                      <a:moveTo>
                        <a:pt x="89" y="36"/>
                      </a:moveTo>
                      <a:lnTo>
                        <a:pt x="67" y="18"/>
                      </a:lnTo>
                      <a:lnTo>
                        <a:pt x="45" y="0"/>
                      </a:lnTo>
                      <a:lnTo>
                        <a:pt x="0" y="56"/>
                      </a:lnTo>
                      <a:lnTo>
                        <a:pt x="22" y="74"/>
                      </a:lnTo>
                      <a:lnTo>
                        <a:pt x="45" y="91"/>
                      </a:lnTo>
                      <a:lnTo>
                        <a:pt x="89" y="3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25" name=""/>
                <p:cNvSpPr/>
                <p:nvPr/>
              </p:nvSpPr>
              <p:spPr>
                <a:xfrm rot="0">
                  <a:off x="1429" y="2285"/>
                  <a:ext cx="22" cy="23"/>
                </a:xfrm>
                <a:custGeom>
                  <a:avLst/>
                  <a:ahLst/>
                  <a:rect l="0" t="0" r="r" b="b"/>
                  <a:pathLst>
                    <a:path w="89" h="91">
                      <a:moveTo>
                        <a:pt x="89" y="36"/>
                      </a:moveTo>
                      <a:lnTo>
                        <a:pt x="67" y="18"/>
                      </a:lnTo>
                      <a:lnTo>
                        <a:pt x="45" y="0"/>
                      </a:lnTo>
                      <a:lnTo>
                        <a:pt x="0" y="56"/>
                      </a:lnTo>
                      <a:lnTo>
                        <a:pt x="22" y="74"/>
                      </a:lnTo>
                      <a:lnTo>
                        <a:pt x="45" y="91"/>
                      </a:lnTo>
                      <a:lnTo>
                        <a:pt x="89" y="3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26" name=""/>
                <p:cNvSpPr/>
                <p:nvPr/>
              </p:nvSpPr>
              <p:spPr>
                <a:xfrm rot="0">
                  <a:off x="1429" y="2299"/>
                  <a:ext cx="5" cy="5"/>
                </a:xfrm>
                <a:custGeom>
                  <a:avLst/>
                  <a:ahLst/>
                  <a:rect l="0" t="0" r="r" b="b"/>
                  <a:pathLst>
                    <a:path w="23" h="18">
                      <a:moveTo>
                        <a:pt x="23" y="18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3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27" name=""/>
                <p:cNvSpPr/>
                <p:nvPr/>
              </p:nvSpPr>
              <p:spPr>
                <a:xfrm rot="0" flipH="1">
                  <a:off x="1429" y="229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28" name=""/>
                <p:cNvSpPr/>
                <p:nvPr/>
              </p:nvSpPr>
              <p:spPr>
                <a:xfrm rot="0">
                  <a:off x="1418" y="2299"/>
                  <a:ext cx="22" cy="23"/>
                </a:xfrm>
                <a:custGeom>
                  <a:avLst/>
                  <a:ahLst/>
                  <a:rect l="0" t="0" r="r" b="b"/>
                  <a:pathLst>
                    <a:path w="88" h="90">
                      <a:moveTo>
                        <a:pt x="88" y="33"/>
                      </a:moveTo>
                      <a:lnTo>
                        <a:pt x="64" y="17"/>
                      </a:lnTo>
                      <a:lnTo>
                        <a:pt x="41" y="0"/>
                      </a:lnTo>
                      <a:lnTo>
                        <a:pt x="0" y="57"/>
                      </a:lnTo>
                      <a:lnTo>
                        <a:pt x="23" y="73"/>
                      </a:lnTo>
                      <a:lnTo>
                        <a:pt x="47" y="90"/>
                      </a:lnTo>
                      <a:lnTo>
                        <a:pt x="88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29" name=""/>
                <p:cNvSpPr/>
                <p:nvPr/>
              </p:nvSpPr>
              <p:spPr>
                <a:xfrm rot="0">
                  <a:off x="1418" y="2299"/>
                  <a:ext cx="22" cy="23"/>
                </a:xfrm>
                <a:custGeom>
                  <a:avLst/>
                  <a:ahLst/>
                  <a:rect l="0" t="0" r="r" b="b"/>
                  <a:pathLst>
                    <a:path w="88" h="90">
                      <a:moveTo>
                        <a:pt x="88" y="33"/>
                      </a:moveTo>
                      <a:lnTo>
                        <a:pt x="64" y="17"/>
                      </a:lnTo>
                      <a:lnTo>
                        <a:pt x="41" y="0"/>
                      </a:lnTo>
                      <a:lnTo>
                        <a:pt x="0" y="57"/>
                      </a:lnTo>
                      <a:lnTo>
                        <a:pt x="23" y="73"/>
                      </a:lnTo>
                      <a:lnTo>
                        <a:pt x="47" y="90"/>
                      </a:lnTo>
                      <a:lnTo>
                        <a:pt x="88" y="3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30" name=""/>
                <p:cNvSpPr/>
                <p:nvPr/>
              </p:nvSpPr>
              <p:spPr>
                <a:xfrm rot="0">
                  <a:off x="1418" y="2314"/>
                  <a:ext cx="6" cy="4"/>
                </a:xfrm>
                <a:custGeom>
                  <a:avLst/>
                  <a:ahLst/>
                  <a:rect l="0" t="0" r="r" b="b"/>
                  <a:pathLst>
                    <a:path w="24" h="16">
                      <a:moveTo>
                        <a:pt x="24" y="16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4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31" name=""/>
                <p:cNvSpPr/>
                <p:nvPr/>
              </p:nvSpPr>
              <p:spPr>
                <a:xfrm rot="0" flipH="1">
                  <a:off x="1418" y="231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32" name=""/>
                <p:cNvSpPr/>
                <p:nvPr/>
              </p:nvSpPr>
              <p:spPr>
                <a:xfrm rot="0">
                  <a:off x="1409" y="2314"/>
                  <a:ext cx="21" cy="23"/>
                </a:xfrm>
                <a:custGeom>
                  <a:avLst/>
                  <a:ahLst/>
                  <a:rect l="0" t="0" r="r" b="b"/>
                  <a:pathLst>
                    <a:path w="87" h="91">
                      <a:moveTo>
                        <a:pt x="87" y="31"/>
                      </a:moveTo>
                      <a:lnTo>
                        <a:pt x="62" y="15"/>
                      </a:lnTo>
                      <a:lnTo>
                        <a:pt x="38" y="0"/>
                      </a:lnTo>
                      <a:lnTo>
                        <a:pt x="0" y="60"/>
                      </a:lnTo>
                      <a:lnTo>
                        <a:pt x="25" y="75"/>
                      </a:lnTo>
                      <a:lnTo>
                        <a:pt x="49" y="91"/>
                      </a:lnTo>
                      <a:lnTo>
                        <a:pt x="87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33" name=""/>
                <p:cNvSpPr/>
                <p:nvPr/>
              </p:nvSpPr>
              <p:spPr>
                <a:xfrm rot="0">
                  <a:off x="1409" y="2314"/>
                  <a:ext cx="21" cy="23"/>
                </a:xfrm>
                <a:custGeom>
                  <a:avLst/>
                  <a:ahLst/>
                  <a:rect l="0" t="0" r="r" b="b"/>
                  <a:pathLst>
                    <a:path w="87" h="91">
                      <a:moveTo>
                        <a:pt x="87" y="31"/>
                      </a:moveTo>
                      <a:lnTo>
                        <a:pt x="62" y="15"/>
                      </a:lnTo>
                      <a:lnTo>
                        <a:pt x="38" y="0"/>
                      </a:lnTo>
                      <a:lnTo>
                        <a:pt x="0" y="60"/>
                      </a:lnTo>
                      <a:lnTo>
                        <a:pt x="25" y="75"/>
                      </a:lnTo>
                      <a:lnTo>
                        <a:pt x="49" y="91"/>
                      </a:lnTo>
                      <a:lnTo>
                        <a:pt x="87" y="3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34" name=""/>
                <p:cNvSpPr/>
                <p:nvPr/>
              </p:nvSpPr>
              <p:spPr>
                <a:xfrm rot="0">
                  <a:off x="1409" y="2329"/>
                  <a:ext cx="6" cy="4"/>
                </a:xfrm>
                <a:custGeom>
                  <a:avLst/>
                  <a:ahLst/>
                  <a:rect l="0" t="0" r="r" b="b"/>
                  <a:pathLst>
                    <a:path w="25" h="15">
                      <a:moveTo>
                        <a:pt x="25" y="15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5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35" name=""/>
                <p:cNvSpPr/>
                <p:nvPr/>
              </p:nvSpPr>
              <p:spPr>
                <a:xfrm rot="0">
                  <a:off x="1409" y="23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36" name=""/>
                <p:cNvSpPr/>
                <p:nvPr/>
              </p:nvSpPr>
              <p:spPr>
                <a:xfrm rot="0">
                  <a:off x="1400" y="2329"/>
                  <a:ext cx="21" cy="23"/>
                </a:xfrm>
                <a:custGeom>
                  <a:avLst/>
                  <a:ahLst/>
                  <a:rect l="0" t="0" r="r" b="b"/>
                  <a:pathLst>
                    <a:path w="83" h="89">
                      <a:moveTo>
                        <a:pt x="83" y="28"/>
                      </a:moveTo>
                      <a:lnTo>
                        <a:pt x="59" y="14"/>
                      </a:lnTo>
                      <a:lnTo>
                        <a:pt x="34" y="0"/>
                      </a:lnTo>
                      <a:lnTo>
                        <a:pt x="0" y="61"/>
                      </a:lnTo>
                      <a:lnTo>
                        <a:pt x="24" y="75"/>
                      </a:lnTo>
                      <a:lnTo>
                        <a:pt x="49" y="89"/>
                      </a:lnTo>
                      <a:lnTo>
                        <a:pt x="83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37" name=""/>
                <p:cNvSpPr/>
                <p:nvPr/>
              </p:nvSpPr>
              <p:spPr>
                <a:xfrm rot="0">
                  <a:off x="1400" y="2329"/>
                  <a:ext cx="21" cy="23"/>
                </a:xfrm>
                <a:custGeom>
                  <a:avLst/>
                  <a:ahLst/>
                  <a:rect l="0" t="0" r="r" b="b"/>
                  <a:pathLst>
                    <a:path w="83" h="89">
                      <a:moveTo>
                        <a:pt x="83" y="28"/>
                      </a:moveTo>
                      <a:lnTo>
                        <a:pt x="59" y="14"/>
                      </a:lnTo>
                      <a:lnTo>
                        <a:pt x="34" y="0"/>
                      </a:lnTo>
                      <a:lnTo>
                        <a:pt x="0" y="61"/>
                      </a:lnTo>
                      <a:lnTo>
                        <a:pt x="24" y="75"/>
                      </a:lnTo>
                      <a:lnTo>
                        <a:pt x="49" y="89"/>
                      </a:lnTo>
                      <a:lnTo>
                        <a:pt x="83" y="2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38" name=""/>
                <p:cNvSpPr/>
                <p:nvPr/>
              </p:nvSpPr>
              <p:spPr>
                <a:xfrm rot="0">
                  <a:off x="1400" y="2344"/>
                  <a:ext cx="6" cy="4"/>
                </a:xfrm>
                <a:custGeom>
                  <a:avLst/>
                  <a:ahLst/>
                  <a:rect l="0" t="0" r="r" b="b"/>
                  <a:pathLst>
                    <a:path w="25" h="14">
                      <a:moveTo>
                        <a:pt x="25" y="1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5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39" name=""/>
                <p:cNvSpPr/>
                <p:nvPr/>
              </p:nvSpPr>
              <p:spPr>
                <a:xfrm rot="0" flipH="1">
                  <a:off x="1400" y="23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40" name=""/>
                <p:cNvSpPr/>
                <p:nvPr/>
              </p:nvSpPr>
              <p:spPr>
                <a:xfrm rot="0">
                  <a:off x="1392" y="2345"/>
                  <a:ext cx="20" cy="22"/>
                </a:xfrm>
                <a:custGeom>
                  <a:avLst/>
                  <a:ahLst/>
                  <a:rect l="0" t="0" r="r" b="b"/>
                  <a:pathLst>
                    <a:path w="83" h="90">
                      <a:moveTo>
                        <a:pt x="83" y="26"/>
                      </a:moveTo>
                      <a:lnTo>
                        <a:pt x="57" y="13"/>
                      </a:lnTo>
                      <a:lnTo>
                        <a:pt x="32" y="0"/>
                      </a:lnTo>
                      <a:lnTo>
                        <a:pt x="0" y="63"/>
                      </a:lnTo>
                      <a:lnTo>
                        <a:pt x="25" y="76"/>
                      </a:lnTo>
                      <a:lnTo>
                        <a:pt x="51" y="90"/>
                      </a:lnTo>
                      <a:lnTo>
                        <a:pt x="83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41" name=""/>
                <p:cNvSpPr/>
                <p:nvPr/>
              </p:nvSpPr>
              <p:spPr>
                <a:xfrm rot="0">
                  <a:off x="1392" y="2345"/>
                  <a:ext cx="20" cy="22"/>
                </a:xfrm>
                <a:custGeom>
                  <a:avLst/>
                  <a:ahLst/>
                  <a:rect l="0" t="0" r="r" b="b"/>
                  <a:pathLst>
                    <a:path w="83" h="90">
                      <a:moveTo>
                        <a:pt x="83" y="26"/>
                      </a:moveTo>
                      <a:lnTo>
                        <a:pt x="57" y="13"/>
                      </a:lnTo>
                      <a:lnTo>
                        <a:pt x="32" y="0"/>
                      </a:lnTo>
                      <a:lnTo>
                        <a:pt x="0" y="63"/>
                      </a:lnTo>
                      <a:lnTo>
                        <a:pt x="25" y="76"/>
                      </a:lnTo>
                      <a:lnTo>
                        <a:pt x="51" y="90"/>
                      </a:lnTo>
                      <a:lnTo>
                        <a:pt x="83" y="2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42" name=""/>
                <p:cNvSpPr/>
                <p:nvPr/>
              </p:nvSpPr>
              <p:spPr>
                <a:xfrm rot="0">
                  <a:off x="1392" y="2360"/>
                  <a:ext cx="6" cy="4"/>
                </a:xfrm>
                <a:custGeom>
                  <a:avLst/>
                  <a:ahLst/>
                  <a:rect l="0" t="0" r="r" b="b"/>
                  <a:pathLst>
                    <a:path w="25" h="13">
                      <a:moveTo>
                        <a:pt x="25" y="13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5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43" name=""/>
                <p:cNvSpPr/>
                <p:nvPr/>
              </p:nvSpPr>
              <p:spPr>
                <a:xfrm rot="0">
                  <a:off x="1392" y="236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44" name=""/>
                <p:cNvSpPr/>
                <p:nvPr/>
              </p:nvSpPr>
              <p:spPr>
                <a:xfrm rot="0">
                  <a:off x="1385" y="2361"/>
                  <a:ext cx="19" cy="22"/>
                </a:xfrm>
                <a:custGeom>
                  <a:avLst/>
                  <a:ahLst/>
                  <a:rect l="0" t="0" r="r" b="b"/>
                  <a:pathLst>
                    <a:path w="79" h="87">
                      <a:moveTo>
                        <a:pt x="79" y="22"/>
                      </a:moveTo>
                      <a:lnTo>
                        <a:pt x="53" y="11"/>
                      </a:lnTo>
                      <a:lnTo>
                        <a:pt x="28" y="0"/>
                      </a:lnTo>
                      <a:lnTo>
                        <a:pt x="0" y="65"/>
                      </a:lnTo>
                      <a:lnTo>
                        <a:pt x="25" y="76"/>
                      </a:lnTo>
                      <a:lnTo>
                        <a:pt x="51" y="87"/>
                      </a:lnTo>
                      <a:lnTo>
                        <a:pt x="79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45" name=""/>
                <p:cNvSpPr/>
                <p:nvPr/>
              </p:nvSpPr>
              <p:spPr>
                <a:xfrm rot="0">
                  <a:off x="1385" y="2361"/>
                  <a:ext cx="19" cy="22"/>
                </a:xfrm>
                <a:custGeom>
                  <a:avLst/>
                  <a:ahLst/>
                  <a:rect l="0" t="0" r="r" b="b"/>
                  <a:pathLst>
                    <a:path w="79" h="87">
                      <a:moveTo>
                        <a:pt x="79" y="22"/>
                      </a:moveTo>
                      <a:lnTo>
                        <a:pt x="53" y="11"/>
                      </a:lnTo>
                      <a:lnTo>
                        <a:pt x="28" y="0"/>
                      </a:lnTo>
                      <a:lnTo>
                        <a:pt x="0" y="65"/>
                      </a:lnTo>
                      <a:lnTo>
                        <a:pt x="25" y="76"/>
                      </a:lnTo>
                      <a:lnTo>
                        <a:pt x="51" y="87"/>
                      </a:lnTo>
                      <a:lnTo>
                        <a:pt x="79" y="2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46" name=""/>
                <p:cNvSpPr/>
                <p:nvPr/>
              </p:nvSpPr>
              <p:spPr>
                <a:xfrm rot="0">
                  <a:off x="1384" y="2377"/>
                  <a:ext cx="7" cy="3"/>
                </a:xfrm>
                <a:custGeom>
                  <a:avLst/>
                  <a:ahLst/>
                  <a:rect l="0" t="0" r="r" b="b"/>
                  <a:pathLst>
                    <a:path w="26" h="11">
                      <a:moveTo>
                        <a:pt x="26" y="1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6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47" name=""/>
                <p:cNvSpPr/>
                <p:nvPr/>
              </p:nvSpPr>
              <p:spPr>
                <a:xfrm rot="0" flipH="1">
                  <a:off x="1384" y="237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48" name=""/>
                <p:cNvSpPr/>
                <p:nvPr/>
              </p:nvSpPr>
              <p:spPr>
                <a:xfrm rot="0">
                  <a:off x="1378" y="2377"/>
                  <a:ext cx="20" cy="22"/>
                </a:xfrm>
                <a:custGeom>
                  <a:avLst/>
                  <a:ahLst/>
                  <a:rect l="0" t="0" r="r" b="b"/>
                  <a:pathLst>
                    <a:path w="78" h="86">
                      <a:moveTo>
                        <a:pt x="78" y="20"/>
                      </a:moveTo>
                      <a:lnTo>
                        <a:pt x="51" y="10"/>
                      </a:lnTo>
                      <a:lnTo>
                        <a:pt x="25" y="0"/>
                      </a:lnTo>
                      <a:lnTo>
                        <a:pt x="0" y="66"/>
                      </a:lnTo>
                      <a:lnTo>
                        <a:pt x="27" y="76"/>
                      </a:lnTo>
                      <a:lnTo>
                        <a:pt x="54" y="86"/>
                      </a:lnTo>
                      <a:lnTo>
                        <a:pt x="78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49" name=""/>
                <p:cNvSpPr/>
                <p:nvPr/>
              </p:nvSpPr>
              <p:spPr>
                <a:xfrm rot="0">
                  <a:off x="1378" y="2377"/>
                  <a:ext cx="20" cy="22"/>
                </a:xfrm>
                <a:custGeom>
                  <a:avLst/>
                  <a:ahLst/>
                  <a:rect l="0" t="0" r="r" b="b"/>
                  <a:pathLst>
                    <a:path w="78" h="86">
                      <a:moveTo>
                        <a:pt x="78" y="20"/>
                      </a:moveTo>
                      <a:lnTo>
                        <a:pt x="51" y="10"/>
                      </a:lnTo>
                      <a:lnTo>
                        <a:pt x="25" y="0"/>
                      </a:lnTo>
                      <a:lnTo>
                        <a:pt x="0" y="66"/>
                      </a:lnTo>
                      <a:lnTo>
                        <a:pt x="27" y="76"/>
                      </a:lnTo>
                      <a:lnTo>
                        <a:pt x="54" y="86"/>
                      </a:lnTo>
                      <a:lnTo>
                        <a:pt x="78" y="2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50" name=""/>
                <p:cNvSpPr/>
                <p:nvPr/>
              </p:nvSpPr>
              <p:spPr>
                <a:xfrm rot="0">
                  <a:off x="1378" y="2394"/>
                  <a:ext cx="7" cy="3"/>
                </a:xfrm>
                <a:custGeom>
                  <a:avLst/>
                  <a:ahLst/>
                  <a:rect l="0" t="0" r="r" b="b"/>
                  <a:pathLst>
                    <a:path w="27" h="10">
                      <a:moveTo>
                        <a:pt x="27" y="1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7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51" name=""/>
                <p:cNvSpPr/>
                <p:nvPr/>
              </p:nvSpPr>
              <p:spPr>
                <a:xfrm rot="0">
                  <a:off x="1378" y="239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52" name=""/>
                <p:cNvSpPr/>
                <p:nvPr/>
              </p:nvSpPr>
              <p:spPr>
                <a:xfrm rot="0">
                  <a:off x="1373" y="2395"/>
                  <a:ext cx="19" cy="20"/>
                </a:xfrm>
                <a:custGeom>
                  <a:avLst/>
                  <a:ahLst/>
                  <a:rect l="0" t="0" r="r" b="b"/>
                  <a:pathLst>
                    <a:path w="73" h="84">
                      <a:moveTo>
                        <a:pt x="73" y="16"/>
                      </a:moveTo>
                      <a:lnTo>
                        <a:pt x="46" y="8"/>
                      </a:lnTo>
                      <a:lnTo>
                        <a:pt x="19" y="0"/>
                      </a:lnTo>
                      <a:lnTo>
                        <a:pt x="0" y="68"/>
                      </a:lnTo>
                      <a:lnTo>
                        <a:pt x="26" y="76"/>
                      </a:lnTo>
                      <a:lnTo>
                        <a:pt x="53" y="84"/>
                      </a:lnTo>
                      <a:lnTo>
                        <a:pt x="73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53" name=""/>
                <p:cNvSpPr/>
                <p:nvPr/>
              </p:nvSpPr>
              <p:spPr>
                <a:xfrm rot="0">
                  <a:off x="1373" y="2395"/>
                  <a:ext cx="19" cy="20"/>
                </a:xfrm>
                <a:custGeom>
                  <a:avLst/>
                  <a:ahLst/>
                  <a:rect l="0" t="0" r="r" b="b"/>
                  <a:pathLst>
                    <a:path w="73" h="84">
                      <a:moveTo>
                        <a:pt x="73" y="16"/>
                      </a:moveTo>
                      <a:lnTo>
                        <a:pt x="46" y="8"/>
                      </a:lnTo>
                      <a:lnTo>
                        <a:pt x="19" y="0"/>
                      </a:lnTo>
                      <a:lnTo>
                        <a:pt x="0" y="68"/>
                      </a:lnTo>
                      <a:lnTo>
                        <a:pt x="26" y="76"/>
                      </a:lnTo>
                      <a:lnTo>
                        <a:pt x="53" y="84"/>
                      </a:lnTo>
                      <a:lnTo>
                        <a:pt x="73" y="1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54" name=""/>
                <p:cNvSpPr/>
                <p:nvPr/>
              </p:nvSpPr>
              <p:spPr>
                <a:xfrm rot="0">
                  <a:off x="1373" y="2412"/>
                  <a:ext cx="7" cy="1"/>
                </a:xfrm>
                <a:custGeom>
                  <a:avLst/>
                  <a:ahLst/>
                  <a:rect l="0" t="0" r="r" b="b"/>
                  <a:pathLst>
                    <a:path w="28" h="8">
                      <a:moveTo>
                        <a:pt x="28" y="8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28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55" name=""/>
                <p:cNvSpPr/>
                <p:nvPr/>
              </p:nvSpPr>
              <p:spPr>
                <a:xfrm rot="0" flipH="1">
                  <a:off x="1373" y="24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56" name=""/>
                <p:cNvSpPr/>
                <p:nvPr/>
              </p:nvSpPr>
              <p:spPr>
                <a:xfrm rot="0">
                  <a:off x="1369" y="2412"/>
                  <a:ext cx="18" cy="20"/>
                </a:xfrm>
                <a:custGeom>
                  <a:avLst/>
                  <a:ahLst/>
                  <a:rect l="0" t="0" r="r" b="b"/>
                  <a:pathLst>
                    <a:path w="73" h="81">
                      <a:moveTo>
                        <a:pt x="73" y="13"/>
                      </a:moveTo>
                      <a:lnTo>
                        <a:pt x="45" y="7"/>
                      </a:lnTo>
                      <a:lnTo>
                        <a:pt x="17" y="0"/>
                      </a:lnTo>
                      <a:lnTo>
                        <a:pt x="0" y="68"/>
                      </a:lnTo>
                      <a:lnTo>
                        <a:pt x="27" y="74"/>
                      </a:lnTo>
                      <a:lnTo>
                        <a:pt x="55" y="81"/>
                      </a:lnTo>
                      <a:lnTo>
                        <a:pt x="73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57" name=""/>
                <p:cNvSpPr/>
                <p:nvPr/>
              </p:nvSpPr>
              <p:spPr>
                <a:xfrm rot="0">
                  <a:off x="1369" y="2412"/>
                  <a:ext cx="18" cy="20"/>
                </a:xfrm>
                <a:custGeom>
                  <a:avLst/>
                  <a:ahLst/>
                  <a:rect l="0" t="0" r="r" b="b"/>
                  <a:pathLst>
                    <a:path w="73" h="81">
                      <a:moveTo>
                        <a:pt x="73" y="13"/>
                      </a:moveTo>
                      <a:lnTo>
                        <a:pt x="45" y="7"/>
                      </a:lnTo>
                      <a:lnTo>
                        <a:pt x="17" y="0"/>
                      </a:lnTo>
                      <a:lnTo>
                        <a:pt x="0" y="68"/>
                      </a:lnTo>
                      <a:lnTo>
                        <a:pt x="27" y="74"/>
                      </a:lnTo>
                      <a:lnTo>
                        <a:pt x="55" y="81"/>
                      </a:lnTo>
                      <a:lnTo>
                        <a:pt x="73" y="1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58" name=""/>
                <p:cNvSpPr/>
                <p:nvPr/>
              </p:nvSpPr>
              <p:spPr>
                <a:xfrm rot="0">
                  <a:off x="1369" y="2429"/>
                  <a:ext cx="7" cy="1"/>
                </a:xfrm>
                <a:custGeom>
                  <a:avLst/>
                  <a:ahLst/>
                  <a:rect l="0" t="0" r="r" b="b"/>
                  <a:pathLst>
                    <a:path w="27" h="6">
                      <a:moveTo>
                        <a:pt x="27" y="6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7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59" name=""/>
                <p:cNvSpPr/>
                <p:nvPr/>
              </p:nvSpPr>
              <p:spPr>
                <a:xfrm rot="0">
                  <a:off x="1369" y="24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60" name=""/>
                <p:cNvSpPr/>
                <p:nvPr/>
              </p:nvSpPr>
              <p:spPr>
                <a:xfrm rot="0">
                  <a:off x="1366" y="2429"/>
                  <a:ext cx="17" cy="20"/>
                </a:xfrm>
                <a:custGeom>
                  <a:avLst/>
                  <a:ahLst/>
                  <a:rect l="0" t="0" r="r" b="b"/>
                  <a:pathLst>
                    <a:path w="68" h="79">
                      <a:moveTo>
                        <a:pt x="68" y="9"/>
                      </a:moveTo>
                      <a:lnTo>
                        <a:pt x="40" y="4"/>
                      </a:lnTo>
                      <a:lnTo>
                        <a:pt x="13" y="0"/>
                      </a:lnTo>
                      <a:lnTo>
                        <a:pt x="0" y="70"/>
                      </a:lnTo>
                      <a:lnTo>
                        <a:pt x="28" y="74"/>
                      </a:lnTo>
                      <a:lnTo>
                        <a:pt x="56" y="79"/>
                      </a:lnTo>
                      <a:lnTo>
                        <a:pt x="68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61" name=""/>
                <p:cNvSpPr/>
                <p:nvPr/>
              </p:nvSpPr>
              <p:spPr>
                <a:xfrm rot="0">
                  <a:off x="1366" y="2429"/>
                  <a:ext cx="17" cy="20"/>
                </a:xfrm>
                <a:custGeom>
                  <a:avLst/>
                  <a:ahLst/>
                  <a:rect l="0" t="0" r="r" b="b"/>
                  <a:pathLst>
                    <a:path w="68" h="79">
                      <a:moveTo>
                        <a:pt x="68" y="9"/>
                      </a:moveTo>
                      <a:lnTo>
                        <a:pt x="40" y="4"/>
                      </a:lnTo>
                      <a:lnTo>
                        <a:pt x="13" y="0"/>
                      </a:lnTo>
                      <a:lnTo>
                        <a:pt x="0" y="70"/>
                      </a:lnTo>
                      <a:lnTo>
                        <a:pt x="28" y="74"/>
                      </a:lnTo>
                      <a:lnTo>
                        <a:pt x="56" y="79"/>
                      </a:lnTo>
                      <a:lnTo>
                        <a:pt x="68" y="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62" name=""/>
                <p:cNvSpPr/>
                <p:nvPr/>
              </p:nvSpPr>
              <p:spPr>
                <a:xfrm rot="0">
                  <a:off x="1366" y="2447"/>
                  <a:ext cx="7" cy="1"/>
                </a:xfrm>
                <a:custGeom>
                  <a:avLst/>
                  <a:ahLst/>
                  <a:rect l="0" t="0" r="r" b="b"/>
                  <a:pathLst>
                    <a:path w="28" h="4">
                      <a:moveTo>
                        <a:pt x="28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8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63" name=""/>
                <p:cNvSpPr/>
                <p:nvPr/>
              </p:nvSpPr>
              <p:spPr>
                <a:xfrm rot="0">
                  <a:off x="1366" y="244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64" name=""/>
                <p:cNvSpPr/>
                <p:nvPr/>
              </p:nvSpPr>
              <p:spPr>
                <a:xfrm rot="0">
                  <a:off x="1363" y="2447"/>
                  <a:ext cx="16" cy="19"/>
                </a:xfrm>
                <a:custGeom>
                  <a:avLst/>
                  <a:ahLst/>
                  <a:rect l="0" t="0" r="r" b="b"/>
                  <a:pathLst>
                    <a:path w="66" h="79">
                      <a:moveTo>
                        <a:pt x="66" y="9"/>
                      </a:moveTo>
                      <a:lnTo>
                        <a:pt x="38" y="4"/>
                      </a:lnTo>
                      <a:lnTo>
                        <a:pt x="10" y="0"/>
                      </a:lnTo>
                      <a:lnTo>
                        <a:pt x="0" y="70"/>
                      </a:lnTo>
                      <a:lnTo>
                        <a:pt x="28" y="74"/>
                      </a:lnTo>
                      <a:lnTo>
                        <a:pt x="56" y="79"/>
                      </a:lnTo>
                      <a:lnTo>
                        <a:pt x="66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65" name=""/>
                <p:cNvSpPr/>
                <p:nvPr/>
              </p:nvSpPr>
              <p:spPr>
                <a:xfrm rot="0">
                  <a:off x="1363" y="2447"/>
                  <a:ext cx="16" cy="19"/>
                </a:xfrm>
                <a:custGeom>
                  <a:avLst/>
                  <a:ahLst/>
                  <a:rect l="0" t="0" r="r" b="b"/>
                  <a:pathLst>
                    <a:path w="66" h="79">
                      <a:moveTo>
                        <a:pt x="66" y="9"/>
                      </a:moveTo>
                      <a:lnTo>
                        <a:pt x="38" y="4"/>
                      </a:lnTo>
                      <a:lnTo>
                        <a:pt x="10" y="0"/>
                      </a:lnTo>
                      <a:lnTo>
                        <a:pt x="0" y="70"/>
                      </a:lnTo>
                      <a:lnTo>
                        <a:pt x="28" y="74"/>
                      </a:lnTo>
                      <a:lnTo>
                        <a:pt x="56" y="79"/>
                      </a:lnTo>
                      <a:lnTo>
                        <a:pt x="66" y="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66" name=""/>
                <p:cNvSpPr/>
                <p:nvPr/>
              </p:nvSpPr>
              <p:spPr>
                <a:xfrm rot="0">
                  <a:off x="1363" y="2464"/>
                  <a:ext cx="7" cy="1"/>
                </a:xfrm>
                <a:custGeom>
                  <a:avLst/>
                  <a:ahLst/>
                  <a:rect l="0" t="0" r="r" b="b"/>
                  <a:pathLst>
                    <a:path w="28" h="4">
                      <a:moveTo>
                        <a:pt x="28" y="4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8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67" name=""/>
                <p:cNvSpPr/>
                <p:nvPr/>
              </p:nvSpPr>
              <p:spPr>
                <a:xfrm rot="0">
                  <a:off x="1363" y="246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68" name=""/>
                <p:cNvSpPr/>
                <p:nvPr/>
              </p:nvSpPr>
              <p:spPr>
                <a:xfrm rot="0">
                  <a:off x="1362" y="2465"/>
                  <a:ext cx="15" cy="18"/>
                </a:xfrm>
                <a:custGeom>
                  <a:avLst/>
                  <a:ahLst/>
                  <a:rect l="0" t="0" r="r" b="b"/>
                  <a:pathLst>
                    <a:path w="61" h="74">
                      <a:moveTo>
                        <a:pt x="61" y="4"/>
                      </a:moveTo>
                      <a:lnTo>
                        <a:pt x="33" y="2"/>
                      </a:lnTo>
                      <a:lnTo>
                        <a:pt x="5" y="0"/>
                      </a:lnTo>
                      <a:lnTo>
                        <a:pt x="0" y="70"/>
                      </a:lnTo>
                      <a:lnTo>
                        <a:pt x="28" y="72"/>
                      </a:lnTo>
                      <a:lnTo>
                        <a:pt x="55" y="74"/>
                      </a:lnTo>
                      <a:lnTo>
                        <a:pt x="61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69" name=""/>
                <p:cNvSpPr/>
                <p:nvPr/>
              </p:nvSpPr>
              <p:spPr>
                <a:xfrm rot="0">
                  <a:off x="1362" y="2465"/>
                  <a:ext cx="15" cy="18"/>
                </a:xfrm>
                <a:custGeom>
                  <a:avLst/>
                  <a:ahLst/>
                  <a:rect l="0" t="0" r="r" b="b"/>
                  <a:pathLst>
                    <a:path w="61" h="74">
                      <a:moveTo>
                        <a:pt x="61" y="4"/>
                      </a:moveTo>
                      <a:lnTo>
                        <a:pt x="33" y="2"/>
                      </a:lnTo>
                      <a:lnTo>
                        <a:pt x="5" y="0"/>
                      </a:lnTo>
                      <a:lnTo>
                        <a:pt x="0" y="70"/>
                      </a:lnTo>
                      <a:lnTo>
                        <a:pt x="28" y="72"/>
                      </a:lnTo>
                      <a:lnTo>
                        <a:pt x="55" y="74"/>
                      </a:lnTo>
                      <a:lnTo>
                        <a:pt x="61" y="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70" name=""/>
                <p:cNvSpPr/>
                <p:nvPr/>
              </p:nvSpPr>
              <p:spPr>
                <a:xfrm rot="0">
                  <a:off x="1362" y="2482"/>
                  <a:ext cx="7" cy="1"/>
                </a:xfrm>
                <a:custGeom>
                  <a:avLst/>
                  <a:ahLst/>
                  <a:rect l="0" t="0" r="r" b="b"/>
                  <a:pathLst>
                    <a:path w="28" h="2">
                      <a:moveTo>
                        <a:pt x="28" y="2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8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71" name=""/>
                <p:cNvSpPr/>
                <p:nvPr/>
              </p:nvSpPr>
              <p:spPr>
                <a:xfrm rot="0">
                  <a:off x="1362" y="24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72" name=""/>
                <p:cNvSpPr/>
                <p:nvPr/>
              </p:nvSpPr>
              <p:spPr>
                <a:xfrm rot="0">
                  <a:off x="1361" y="2482"/>
                  <a:ext cx="15" cy="19"/>
                </a:xfrm>
                <a:custGeom>
                  <a:avLst/>
                  <a:ahLst/>
                  <a:rect l="0" t="0" r="r" b="b"/>
                  <a:pathLst>
                    <a:path w="57" h="73">
                      <a:moveTo>
                        <a:pt x="57" y="2"/>
                      </a:moveTo>
                      <a:lnTo>
                        <a:pt x="30" y="1"/>
                      </a:lnTo>
                      <a:lnTo>
                        <a:pt x="2" y="0"/>
                      </a:lnTo>
                      <a:lnTo>
                        <a:pt x="0" y="71"/>
                      </a:lnTo>
                      <a:lnTo>
                        <a:pt x="27" y="72"/>
                      </a:lnTo>
                      <a:lnTo>
                        <a:pt x="55" y="73"/>
                      </a:lnTo>
                      <a:lnTo>
                        <a:pt x="57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73" name=""/>
                <p:cNvSpPr/>
                <p:nvPr/>
              </p:nvSpPr>
              <p:spPr>
                <a:xfrm rot="0">
                  <a:off x="1361" y="2482"/>
                  <a:ext cx="15" cy="19"/>
                </a:xfrm>
                <a:custGeom>
                  <a:avLst/>
                  <a:ahLst/>
                  <a:rect l="0" t="0" r="r" b="b"/>
                  <a:pathLst>
                    <a:path w="57" h="73">
                      <a:moveTo>
                        <a:pt x="57" y="2"/>
                      </a:moveTo>
                      <a:lnTo>
                        <a:pt x="30" y="1"/>
                      </a:lnTo>
                      <a:lnTo>
                        <a:pt x="2" y="0"/>
                      </a:lnTo>
                      <a:lnTo>
                        <a:pt x="0" y="71"/>
                      </a:lnTo>
                      <a:lnTo>
                        <a:pt x="27" y="72"/>
                      </a:lnTo>
                      <a:lnTo>
                        <a:pt x="55" y="73"/>
                      </a:lnTo>
                      <a:lnTo>
                        <a:pt x="57" y="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74" name=""/>
                <p:cNvSpPr/>
                <p:nvPr/>
              </p:nvSpPr>
              <p:spPr>
                <a:xfrm rot="0">
                  <a:off x="1361" y="2500"/>
                  <a:ext cx="7" cy="1"/>
                </a:xfrm>
                <a:custGeom>
                  <a:avLst/>
                  <a:ahLst/>
                  <a:rect l="0" t="0" r="r" b="b"/>
                  <a:pathLst>
                    <a:path w="27" h="2">
                      <a:moveTo>
                        <a:pt x="27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7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75" name=""/>
                <p:cNvSpPr/>
                <p:nvPr/>
              </p:nvSpPr>
              <p:spPr>
                <a:xfrm rot="0">
                  <a:off x="1361" y="250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76" name=""/>
                <p:cNvSpPr/>
                <p:nvPr/>
              </p:nvSpPr>
              <p:spPr>
                <a:xfrm rot="0">
                  <a:off x="1361" y="2500"/>
                  <a:ext cx="15" cy="18"/>
                </a:xfrm>
                <a:custGeom>
                  <a:avLst/>
                  <a:ahLst/>
                  <a:rect l="0" t="0" r="r" b="b"/>
                  <a:pathLst>
                    <a:path w="57" h="72">
                      <a:moveTo>
                        <a:pt x="55" y="0"/>
                      </a:moveTo>
                      <a:lnTo>
                        <a:pt x="27" y="1"/>
                      </a:lnTo>
                      <a:lnTo>
                        <a:pt x="0" y="2"/>
                      </a:lnTo>
                      <a:lnTo>
                        <a:pt x="2" y="72"/>
                      </a:lnTo>
                      <a:lnTo>
                        <a:pt x="30" y="71"/>
                      </a:lnTo>
                      <a:lnTo>
                        <a:pt x="57" y="70"/>
                      </a:lnTo>
                      <a:lnTo>
                        <a:pt x="5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77" name=""/>
                <p:cNvSpPr/>
                <p:nvPr/>
              </p:nvSpPr>
              <p:spPr>
                <a:xfrm rot="0">
                  <a:off x="1361" y="2500"/>
                  <a:ext cx="15" cy="18"/>
                </a:xfrm>
                <a:custGeom>
                  <a:avLst/>
                  <a:ahLst/>
                  <a:rect l="0" t="0" r="r" b="b"/>
                  <a:pathLst>
                    <a:path w="57" h="72">
                      <a:moveTo>
                        <a:pt x="55" y="0"/>
                      </a:moveTo>
                      <a:lnTo>
                        <a:pt x="27" y="1"/>
                      </a:lnTo>
                      <a:lnTo>
                        <a:pt x="0" y="2"/>
                      </a:lnTo>
                      <a:lnTo>
                        <a:pt x="2" y="72"/>
                      </a:lnTo>
                      <a:lnTo>
                        <a:pt x="30" y="71"/>
                      </a:lnTo>
                      <a:lnTo>
                        <a:pt x="57" y="70"/>
                      </a:lnTo>
                      <a:lnTo>
                        <a:pt x="5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78" name=""/>
                <p:cNvSpPr/>
                <p:nvPr/>
              </p:nvSpPr>
              <p:spPr>
                <a:xfrm rot="0">
                  <a:off x="1362" y="2518"/>
                  <a:ext cx="7" cy="1"/>
                </a:xfrm>
                <a:custGeom>
                  <a:avLst/>
                  <a:ahLst/>
                  <a:rect l="0" t="0" r="r" b="b"/>
                  <a:pathLst>
                    <a:path w="28" h="2">
                      <a:moveTo>
                        <a:pt x="28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79" name=""/>
                <p:cNvSpPr/>
                <p:nvPr/>
              </p:nvSpPr>
              <p:spPr>
                <a:xfrm rot="0">
                  <a:off x="1362" y="251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80" name=""/>
                <p:cNvSpPr/>
                <p:nvPr/>
              </p:nvSpPr>
              <p:spPr>
                <a:xfrm rot="0">
                  <a:off x="1362" y="2517"/>
                  <a:ext cx="15" cy="19"/>
                </a:xfrm>
                <a:custGeom>
                  <a:avLst/>
                  <a:ahLst/>
                  <a:rect l="0" t="0" r="r" b="b"/>
                  <a:pathLst>
                    <a:path w="61" h="75">
                      <a:moveTo>
                        <a:pt x="55" y="0"/>
                      </a:moveTo>
                      <a:lnTo>
                        <a:pt x="28" y="2"/>
                      </a:lnTo>
                      <a:lnTo>
                        <a:pt x="0" y="4"/>
                      </a:lnTo>
                      <a:lnTo>
                        <a:pt x="5" y="75"/>
                      </a:lnTo>
                      <a:lnTo>
                        <a:pt x="33" y="73"/>
                      </a:lnTo>
                      <a:lnTo>
                        <a:pt x="61" y="71"/>
                      </a:lnTo>
                      <a:lnTo>
                        <a:pt x="5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81" name=""/>
                <p:cNvSpPr/>
                <p:nvPr/>
              </p:nvSpPr>
              <p:spPr>
                <a:xfrm rot="0">
                  <a:off x="1362" y="2517"/>
                  <a:ext cx="15" cy="19"/>
                </a:xfrm>
                <a:custGeom>
                  <a:avLst/>
                  <a:ahLst/>
                  <a:rect l="0" t="0" r="r" b="b"/>
                  <a:pathLst>
                    <a:path w="61" h="75">
                      <a:moveTo>
                        <a:pt x="55" y="0"/>
                      </a:moveTo>
                      <a:lnTo>
                        <a:pt x="28" y="2"/>
                      </a:lnTo>
                      <a:lnTo>
                        <a:pt x="0" y="4"/>
                      </a:lnTo>
                      <a:lnTo>
                        <a:pt x="5" y="75"/>
                      </a:lnTo>
                      <a:lnTo>
                        <a:pt x="33" y="73"/>
                      </a:lnTo>
                      <a:lnTo>
                        <a:pt x="61" y="71"/>
                      </a:lnTo>
                      <a:lnTo>
                        <a:pt x="5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82" name=""/>
                <p:cNvSpPr/>
                <p:nvPr/>
              </p:nvSpPr>
              <p:spPr>
                <a:xfrm rot="0">
                  <a:off x="1363" y="2536"/>
                  <a:ext cx="7" cy="1"/>
                </a:xfrm>
                <a:custGeom>
                  <a:avLst/>
                  <a:ahLst/>
                  <a:rect l="0" t="0" r="r" b="b"/>
                  <a:pathLst>
                    <a:path w="28" h="4">
                      <a:moveTo>
                        <a:pt x="28" y="0"/>
                      </a:move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83" name=""/>
                <p:cNvSpPr/>
                <p:nvPr/>
              </p:nvSpPr>
              <p:spPr>
                <a:xfrm rot="0">
                  <a:off x="1363" y="253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84" name=""/>
                <p:cNvSpPr/>
                <p:nvPr/>
              </p:nvSpPr>
              <p:spPr>
                <a:xfrm rot="0">
                  <a:off x="1363" y="2535"/>
                  <a:ext cx="16" cy="19"/>
                </a:xfrm>
                <a:custGeom>
                  <a:avLst/>
                  <a:ahLst/>
                  <a:rect l="0" t="0" r="r" b="b"/>
                  <a:pathLst>
                    <a:path w="66" h="79">
                      <a:moveTo>
                        <a:pt x="56" y="0"/>
                      </a:moveTo>
                      <a:lnTo>
                        <a:pt x="28" y="5"/>
                      </a:lnTo>
                      <a:lnTo>
                        <a:pt x="0" y="9"/>
                      </a:lnTo>
                      <a:lnTo>
                        <a:pt x="10" y="79"/>
                      </a:lnTo>
                      <a:lnTo>
                        <a:pt x="38" y="75"/>
                      </a:lnTo>
                      <a:lnTo>
                        <a:pt x="66" y="70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85" name=""/>
                <p:cNvSpPr/>
                <p:nvPr/>
              </p:nvSpPr>
              <p:spPr>
                <a:xfrm rot="0">
                  <a:off x="1363" y="2535"/>
                  <a:ext cx="16" cy="19"/>
                </a:xfrm>
                <a:custGeom>
                  <a:avLst/>
                  <a:ahLst/>
                  <a:rect l="0" t="0" r="r" b="b"/>
                  <a:pathLst>
                    <a:path w="66" h="79">
                      <a:moveTo>
                        <a:pt x="56" y="0"/>
                      </a:moveTo>
                      <a:lnTo>
                        <a:pt x="28" y="5"/>
                      </a:lnTo>
                      <a:lnTo>
                        <a:pt x="0" y="9"/>
                      </a:lnTo>
                      <a:lnTo>
                        <a:pt x="10" y="79"/>
                      </a:lnTo>
                      <a:lnTo>
                        <a:pt x="38" y="75"/>
                      </a:lnTo>
                      <a:lnTo>
                        <a:pt x="66" y="70"/>
                      </a:lnTo>
                      <a:lnTo>
                        <a:pt x="5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86" name=""/>
                <p:cNvSpPr/>
                <p:nvPr/>
              </p:nvSpPr>
              <p:spPr>
                <a:xfrm rot="0">
                  <a:off x="1366" y="2553"/>
                  <a:ext cx="7" cy="1"/>
                </a:xfrm>
                <a:custGeom>
                  <a:avLst/>
                  <a:ahLst/>
                  <a:rect l="0" t="0" r="r" b="b"/>
                  <a:pathLst>
                    <a:path w="28" h="4">
                      <a:moveTo>
                        <a:pt x="28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87" name=""/>
                <p:cNvSpPr/>
                <p:nvPr/>
              </p:nvSpPr>
              <p:spPr>
                <a:xfrm rot="0">
                  <a:off x="1366" y="255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88" name=""/>
                <p:cNvSpPr/>
                <p:nvPr/>
              </p:nvSpPr>
              <p:spPr>
                <a:xfrm rot="0">
                  <a:off x="1366" y="2552"/>
                  <a:ext cx="17" cy="19"/>
                </a:xfrm>
                <a:custGeom>
                  <a:avLst/>
                  <a:ahLst/>
                  <a:rect l="0" t="0" r="r" b="b"/>
                  <a:pathLst>
                    <a:path w="68" h="78">
                      <a:moveTo>
                        <a:pt x="56" y="0"/>
                      </a:moveTo>
                      <a:lnTo>
                        <a:pt x="28" y="5"/>
                      </a:lnTo>
                      <a:lnTo>
                        <a:pt x="0" y="9"/>
                      </a:lnTo>
                      <a:lnTo>
                        <a:pt x="13" y="78"/>
                      </a:lnTo>
                      <a:lnTo>
                        <a:pt x="40" y="73"/>
                      </a:lnTo>
                      <a:lnTo>
                        <a:pt x="68" y="69"/>
                      </a:lnTo>
                      <a:lnTo>
                        <a:pt x="5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89" name=""/>
                <p:cNvSpPr/>
                <p:nvPr/>
              </p:nvSpPr>
              <p:spPr>
                <a:xfrm rot="0">
                  <a:off x="1366" y="2552"/>
                  <a:ext cx="17" cy="19"/>
                </a:xfrm>
                <a:custGeom>
                  <a:avLst/>
                  <a:ahLst/>
                  <a:rect l="0" t="0" r="r" b="b"/>
                  <a:pathLst>
                    <a:path w="68" h="78">
                      <a:moveTo>
                        <a:pt x="56" y="0"/>
                      </a:moveTo>
                      <a:lnTo>
                        <a:pt x="28" y="5"/>
                      </a:lnTo>
                      <a:lnTo>
                        <a:pt x="0" y="9"/>
                      </a:lnTo>
                      <a:lnTo>
                        <a:pt x="13" y="78"/>
                      </a:lnTo>
                      <a:lnTo>
                        <a:pt x="40" y="73"/>
                      </a:lnTo>
                      <a:lnTo>
                        <a:pt x="68" y="69"/>
                      </a:lnTo>
                      <a:lnTo>
                        <a:pt x="5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90" name=""/>
                <p:cNvSpPr/>
                <p:nvPr/>
              </p:nvSpPr>
              <p:spPr>
                <a:xfrm rot="0">
                  <a:off x="1369" y="2570"/>
                  <a:ext cx="7" cy="2"/>
                </a:xfrm>
                <a:custGeom>
                  <a:avLst/>
                  <a:ahLst/>
                  <a:rect l="0" t="0" r="r" b="b"/>
                  <a:pathLst>
                    <a:path w="27" h="7">
                      <a:moveTo>
                        <a:pt x="27" y="0"/>
                      </a:move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91" name=""/>
                <p:cNvSpPr/>
                <p:nvPr/>
              </p:nvSpPr>
              <p:spPr>
                <a:xfrm rot="0">
                  <a:off x="1369" y="25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92" name=""/>
                <p:cNvSpPr/>
                <p:nvPr/>
              </p:nvSpPr>
              <p:spPr>
                <a:xfrm rot="0">
                  <a:off x="1369" y="2569"/>
                  <a:ext cx="18" cy="20"/>
                </a:xfrm>
                <a:custGeom>
                  <a:avLst/>
                  <a:ahLst/>
                  <a:rect l="0" t="0" r="r" b="b"/>
                  <a:pathLst>
                    <a:path w="73" h="82">
                      <a:moveTo>
                        <a:pt x="55" y="0"/>
                      </a:moveTo>
                      <a:lnTo>
                        <a:pt x="27" y="6"/>
                      </a:lnTo>
                      <a:lnTo>
                        <a:pt x="0" y="13"/>
                      </a:lnTo>
                      <a:lnTo>
                        <a:pt x="17" y="82"/>
                      </a:lnTo>
                      <a:lnTo>
                        <a:pt x="45" y="75"/>
                      </a:lnTo>
                      <a:lnTo>
                        <a:pt x="73" y="69"/>
                      </a:lnTo>
                      <a:lnTo>
                        <a:pt x="5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93" name=""/>
                <p:cNvSpPr/>
                <p:nvPr/>
              </p:nvSpPr>
              <p:spPr>
                <a:xfrm rot="0">
                  <a:off x="1369" y="2569"/>
                  <a:ext cx="18" cy="20"/>
                </a:xfrm>
                <a:custGeom>
                  <a:avLst/>
                  <a:ahLst/>
                  <a:rect l="0" t="0" r="r" b="b"/>
                  <a:pathLst>
                    <a:path w="73" h="82">
                      <a:moveTo>
                        <a:pt x="55" y="0"/>
                      </a:moveTo>
                      <a:lnTo>
                        <a:pt x="27" y="6"/>
                      </a:lnTo>
                      <a:lnTo>
                        <a:pt x="0" y="13"/>
                      </a:lnTo>
                      <a:lnTo>
                        <a:pt x="17" y="82"/>
                      </a:lnTo>
                      <a:lnTo>
                        <a:pt x="45" y="75"/>
                      </a:lnTo>
                      <a:lnTo>
                        <a:pt x="73" y="69"/>
                      </a:lnTo>
                      <a:lnTo>
                        <a:pt x="5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94" name=""/>
                <p:cNvSpPr/>
                <p:nvPr/>
              </p:nvSpPr>
              <p:spPr>
                <a:xfrm rot="0">
                  <a:off x="1373" y="2588"/>
                  <a:ext cx="7" cy="2"/>
                </a:xfrm>
                <a:custGeom>
                  <a:avLst/>
                  <a:ahLst/>
                  <a:rect l="0" t="0" r="r" b="b"/>
                  <a:pathLst>
                    <a:path w="28" h="8">
                      <a:moveTo>
                        <a:pt x="28" y="0"/>
                      </a:moveTo>
                      <a:lnTo>
                        <a:pt x="0" y="7"/>
                      </a:lnTo>
                      <a:lnTo>
                        <a:pt x="2" y="8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95" name=""/>
                <p:cNvSpPr/>
                <p:nvPr/>
              </p:nvSpPr>
              <p:spPr>
                <a:xfrm rot="0">
                  <a:off x="1373" y="258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96" name=""/>
                <p:cNvSpPr/>
                <p:nvPr/>
              </p:nvSpPr>
              <p:spPr>
                <a:xfrm rot="0">
                  <a:off x="1373" y="2586"/>
                  <a:ext cx="19" cy="20"/>
                </a:xfrm>
                <a:custGeom>
                  <a:avLst/>
                  <a:ahLst/>
                  <a:rect l="0" t="0" r="r" b="b"/>
                  <a:pathLst>
                    <a:path w="73" h="83">
                      <a:moveTo>
                        <a:pt x="53" y="0"/>
                      </a:moveTo>
                      <a:lnTo>
                        <a:pt x="26" y="8"/>
                      </a:lnTo>
                      <a:lnTo>
                        <a:pt x="0" y="16"/>
                      </a:lnTo>
                      <a:lnTo>
                        <a:pt x="19" y="83"/>
                      </a:lnTo>
                      <a:lnTo>
                        <a:pt x="46" y="75"/>
                      </a:lnTo>
                      <a:lnTo>
                        <a:pt x="73" y="67"/>
                      </a:lnTo>
                      <a:lnTo>
                        <a:pt x="5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97" name=""/>
                <p:cNvSpPr/>
                <p:nvPr/>
              </p:nvSpPr>
              <p:spPr>
                <a:xfrm rot="0">
                  <a:off x="1373" y="2586"/>
                  <a:ext cx="19" cy="20"/>
                </a:xfrm>
                <a:custGeom>
                  <a:avLst/>
                  <a:ahLst/>
                  <a:rect l="0" t="0" r="r" b="b"/>
                  <a:pathLst>
                    <a:path w="73" h="83">
                      <a:moveTo>
                        <a:pt x="53" y="0"/>
                      </a:moveTo>
                      <a:lnTo>
                        <a:pt x="26" y="8"/>
                      </a:lnTo>
                      <a:lnTo>
                        <a:pt x="0" y="16"/>
                      </a:lnTo>
                      <a:lnTo>
                        <a:pt x="19" y="83"/>
                      </a:lnTo>
                      <a:lnTo>
                        <a:pt x="46" y="75"/>
                      </a:lnTo>
                      <a:lnTo>
                        <a:pt x="73" y="67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398" name=""/>
                <p:cNvSpPr/>
                <p:nvPr/>
              </p:nvSpPr>
              <p:spPr>
                <a:xfrm rot="0">
                  <a:off x="1378" y="2604"/>
                  <a:ext cx="7" cy="3"/>
                </a:xfrm>
                <a:custGeom>
                  <a:avLst/>
                  <a:ahLst/>
                  <a:rect l="0" t="0" r="r" b="b"/>
                  <a:pathLst>
                    <a:path w="27" h="10">
                      <a:moveTo>
                        <a:pt x="27" y="0"/>
                      </a:move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399" name=""/>
                <p:cNvSpPr/>
                <p:nvPr/>
              </p:nvSpPr>
              <p:spPr>
                <a:xfrm rot="0">
                  <a:off x="1378" y="260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00" name=""/>
                <p:cNvSpPr/>
                <p:nvPr/>
              </p:nvSpPr>
              <p:spPr>
                <a:xfrm rot="0">
                  <a:off x="1378" y="2602"/>
                  <a:ext cx="20" cy="21"/>
                </a:xfrm>
                <a:custGeom>
                  <a:avLst/>
                  <a:ahLst/>
                  <a:rect l="0" t="0" r="r" b="b"/>
                  <a:pathLst>
                    <a:path w="78" h="86">
                      <a:moveTo>
                        <a:pt x="54" y="0"/>
                      </a:moveTo>
                      <a:lnTo>
                        <a:pt x="27" y="10"/>
                      </a:lnTo>
                      <a:lnTo>
                        <a:pt x="0" y="20"/>
                      </a:lnTo>
                      <a:lnTo>
                        <a:pt x="25" y="86"/>
                      </a:lnTo>
                      <a:lnTo>
                        <a:pt x="51" y="76"/>
                      </a:lnTo>
                      <a:lnTo>
                        <a:pt x="78" y="66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01" name=""/>
                <p:cNvSpPr/>
                <p:nvPr/>
              </p:nvSpPr>
              <p:spPr>
                <a:xfrm rot="0">
                  <a:off x="1378" y="2602"/>
                  <a:ext cx="20" cy="21"/>
                </a:xfrm>
                <a:custGeom>
                  <a:avLst/>
                  <a:ahLst/>
                  <a:rect l="0" t="0" r="r" b="b"/>
                  <a:pathLst>
                    <a:path w="78" h="86">
                      <a:moveTo>
                        <a:pt x="54" y="0"/>
                      </a:moveTo>
                      <a:lnTo>
                        <a:pt x="27" y="10"/>
                      </a:lnTo>
                      <a:lnTo>
                        <a:pt x="0" y="20"/>
                      </a:lnTo>
                      <a:lnTo>
                        <a:pt x="25" y="86"/>
                      </a:lnTo>
                      <a:lnTo>
                        <a:pt x="51" y="76"/>
                      </a:lnTo>
                      <a:lnTo>
                        <a:pt x="78" y="66"/>
                      </a:lnTo>
                      <a:lnTo>
                        <a:pt x="54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02" name=""/>
                <p:cNvSpPr/>
                <p:nvPr/>
              </p:nvSpPr>
              <p:spPr>
                <a:xfrm rot="0">
                  <a:off x="1384" y="2621"/>
                  <a:ext cx="7" cy="3"/>
                </a:xfrm>
                <a:custGeom>
                  <a:avLst/>
                  <a:ahLst/>
                  <a:rect l="0" t="0" r="r" b="b"/>
                  <a:pathLst>
                    <a:path w="26" h="11">
                      <a:moveTo>
                        <a:pt x="26" y="0"/>
                      </a:moveTo>
                      <a:lnTo>
                        <a:pt x="0" y="10"/>
                      </a:lnTo>
                      <a:lnTo>
                        <a:pt x="1" y="11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03" name=""/>
                <p:cNvSpPr/>
                <p:nvPr/>
              </p:nvSpPr>
              <p:spPr>
                <a:xfrm rot="0">
                  <a:off x="1384" y="262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04" name=""/>
                <p:cNvSpPr/>
                <p:nvPr/>
              </p:nvSpPr>
              <p:spPr>
                <a:xfrm rot="0">
                  <a:off x="1385" y="2618"/>
                  <a:ext cx="19" cy="22"/>
                </a:xfrm>
                <a:custGeom>
                  <a:avLst/>
                  <a:ahLst/>
                  <a:rect l="0" t="0" r="r" b="b"/>
                  <a:pathLst>
                    <a:path w="79" h="87">
                      <a:moveTo>
                        <a:pt x="51" y="0"/>
                      </a:moveTo>
                      <a:lnTo>
                        <a:pt x="25" y="11"/>
                      </a:lnTo>
                      <a:lnTo>
                        <a:pt x="0" y="22"/>
                      </a:lnTo>
                      <a:lnTo>
                        <a:pt x="28" y="87"/>
                      </a:lnTo>
                      <a:lnTo>
                        <a:pt x="53" y="76"/>
                      </a:lnTo>
                      <a:lnTo>
                        <a:pt x="79" y="65"/>
                      </a:lnTo>
                      <a:lnTo>
                        <a:pt x="5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05" name=""/>
                <p:cNvSpPr/>
                <p:nvPr/>
              </p:nvSpPr>
              <p:spPr>
                <a:xfrm rot="0">
                  <a:off x="1385" y="2618"/>
                  <a:ext cx="19" cy="22"/>
                </a:xfrm>
                <a:custGeom>
                  <a:avLst/>
                  <a:ahLst/>
                  <a:rect l="0" t="0" r="r" b="b"/>
                  <a:pathLst>
                    <a:path w="79" h="87">
                      <a:moveTo>
                        <a:pt x="51" y="0"/>
                      </a:moveTo>
                      <a:lnTo>
                        <a:pt x="25" y="11"/>
                      </a:lnTo>
                      <a:lnTo>
                        <a:pt x="0" y="22"/>
                      </a:lnTo>
                      <a:lnTo>
                        <a:pt x="28" y="87"/>
                      </a:lnTo>
                      <a:lnTo>
                        <a:pt x="53" y="76"/>
                      </a:lnTo>
                      <a:lnTo>
                        <a:pt x="79" y="65"/>
                      </a:lnTo>
                      <a:lnTo>
                        <a:pt x="51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06" name=""/>
                <p:cNvSpPr/>
                <p:nvPr/>
              </p:nvSpPr>
              <p:spPr>
                <a:xfrm rot="0">
                  <a:off x="1392" y="2637"/>
                  <a:ext cx="6" cy="3"/>
                </a:xfrm>
                <a:custGeom>
                  <a:avLst/>
                  <a:ahLst/>
                  <a:rect l="0" t="0" r="r" b="b"/>
                  <a:pathLst>
                    <a:path w="25" h="13">
                      <a:moveTo>
                        <a:pt x="25" y="0"/>
                      </a:move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07" name=""/>
                <p:cNvSpPr/>
                <p:nvPr/>
              </p:nvSpPr>
              <p:spPr>
                <a:xfrm rot="0">
                  <a:off x="1392" y="264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08" name=""/>
                <p:cNvSpPr/>
                <p:nvPr/>
              </p:nvSpPr>
              <p:spPr>
                <a:xfrm rot="0">
                  <a:off x="1392" y="2634"/>
                  <a:ext cx="20" cy="22"/>
                </a:xfrm>
                <a:custGeom>
                  <a:avLst/>
                  <a:ahLst/>
                  <a:rect l="0" t="0" r="r" b="b"/>
                  <a:pathLst>
                    <a:path w="83" h="90">
                      <a:moveTo>
                        <a:pt x="51" y="0"/>
                      </a:moveTo>
                      <a:lnTo>
                        <a:pt x="25" y="14"/>
                      </a:lnTo>
                      <a:lnTo>
                        <a:pt x="0" y="27"/>
                      </a:lnTo>
                      <a:lnTo>
                        <a:pt x="32" y="90"/>
                      </a:lnTo>
                      <a:lnTo>
                        <a:pt x="57" y="77"/>
                      </a:lnTo>
                      <a:lnTo>
                        <a:pt x="83" y="64"/>
                      </a:lnTo>
                      <a:lnTo>
                        <a:pt x="5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09" name=""/>
                <p:cNvSpPr/>
                <p:nvPr/>
              </p:nvSpPr>
              <p:spPr>
                <a:xfrm rot="0">
                  <a:off x="1392" y="2634"/>
                  <a:ext cx="20" cy="22"/>
                </a:xfrm>
                <a:custGeom>
                  <a:avLst/>
                  <a:ahLst/>
                  <a:rect l="0" t="0" r="r" b="b"/>
                  <a:pathLst>
                    <a:path w="83" h="90">
                      <a:moveTo>
                        <a:pt x="51" y="0"/>
                      </a:moveTo>
                      <a:lnTo>
                        <a:pt x="25" y="14"/>
                      </a:lnTo>
                      <a:lnTo>
                        <a:pt x="0" y="27"/>
                      </a:lnTo>
                      <a:lnTo>
                        <a:pt x="32" y="90"/>
                      </a:lnTo>
                      <a:lnTo>
                        <a:pt x="57" y="77"/>
                      </a:lnTo>
                      <a:lnTo>
                        <a:pt x="83" y="64"/>
                      </a:lnTo>
                      <a:lnTo>
                        <a:pt x="51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10" name=""/>
                <p:cNvSpPr/>
                <p:nvPr/>
              </p:nvSpPr>
              <p:spPr>
                <a:xfrm rot="0">
                  <a:off x="1400" y="2653"/>
                  <a:ext cx="6" cy="3"/>
                </a:xfrm>
                <a:custGeom>
                  <a:avLst/>
                  <a:ahLst/>
                  <a:rect l="0" t="0" r="r" b="b"/>
                  <a:pathLst>
                    <a:path w="25" h="13">
                      <a:moveTo>
                        <a:pt x="25" y="0"/>
                      </a:move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11" name=""/>
                <p:cNvSpPr/>
                <p:nvPr/>
              </p:nvSpPr>
              <p:spPr>
                <a:xfrm rot="0">
                  <a:off x="1400" y="265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12" name=""/>
                <p:cNvSpPr/>
                <p:nvPr/>
              </p:nvSpPr>
              <p:spPr>
                <a:xfrm rot="0">
                  <a:off x="1400" y="2649"/>
                  <a:ext cx="21" cy="23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49" y="0"/>
                      </a:moveTo>
                      <a:lnTo>
                        <a:pt x="24" y="13"/>
                      </a:lnTo>
                      <a:lnTo>
                        <a:pt x="0" y="26"/>
                      </a:lnTo>
                      <a:lnTo>
                        <a:pt x="34" y="88"/>
                      </a:lnTo>
                      <a:lnTo>
                        <a:pt x="59" y="75"/>
                      </a:lnTo>
                      <a:lnTo>
                        <a:pt x="83" y="62"/>
                      </a:lnTo>
                      <a:lnTo>
                        <a:pt x="4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13" name=""/>
                <p:cNvSpPr/>
                <p:nvPr/>
              </p:nvSpPr>
              <p:spPr>
                <a:xfrm rot="0">
                  <a:off x="1400" y="2649"/>
                  <a:ext cx="21" cy="23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49" y="0"/>
                      </a:moveTo>
                      <a:lnTo>
                        <a:pt x="24" y="13"/>
                      </a:lnTo>
                      <a:lnTo>
                        <a:pt x="0" y="26"/>
                      </a:lnTo>
                      <a:lnTo>
                        <a:pt x="34" y="88"/>
                      </a:lnTo>
                      <a:lnTo>
                        <a:pt x="59" y="75"/>
                      </a:lnTo>
                      <a:lnTo>
                        <a:pt x="83" y="62"/>
                      </a:lnTo>
                      <a:lnTo>
                        <a:pt x="49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14" name=""/>
                <p:cNvSpPr/>
                <p:nvPr/>
              </p:nvSpPr>
              <p:spPr>
                <a:xfrm rot="0">
                  <a:off x="1409" y="2668"/>
                  <a:ext cx="6" cy="4"/>
                </a:xfrm>
                <a:custGeom>
                  <a:avLst/>
                  <a:ahLst/>
                  <a:rect l="0" t="0" r="r" b="b"/>
                  <a:pathLst>
                    <a:path w="25" h="16">
                      <a:moveTo>
                        <a:pt x="25" y="0"/>
                      </a:moveTo>
                      <a:lnTo>
                        <a:pt x="0" y="13"/>
                      </a:lnTo>
                      <a:lnTo>
                        <a:pt x="1" y="16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15" name=""/>
                <p:cNvSpPr/>
                <p:nvPr/>
              </p:nvSpPr>
              <p:spPr>
                <a:xfrm rot="0">
                  <a:off x="1409" y="267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16" name=""/>
                <p:cNvSpPr/>
                <p:nvPr/>
              </p:nvSpPr>
              <p:spPr>
                <a:xfrm rot="0">
                  <a:off x="1409" y="2664"/>
                  <a:ext cx="21" cy="23"/>
                </a:xfrm>
                <a:custGeom>
                  <a:avLst/>
                  <a:ahLst/>
                  <a:rect l="0" t="0" r="r" b="b"/>
                  <a:pathLst>
                    <a:path w="85" h="90">
                      <a:moveTo>
                        <a:pt x="47" y="0"/>
                      </a:moveTo>
                      <a:lnTo>
                        <a:pt x="24" y="16"/>
                      </a:lnTo>
                      <a:lnTo>
                        <a:pt x="0" y="32"/>
                      </a:lnTo>
                      <a:lnTo>
                        <a:pt x="38" y="90"/>
                      </a:lnTo>
                      <a:lnTo>
                        <a:pt x="61" y="75"/>
                      </a:lnTo>
                      <a:lnTo>
                        <a:pt x="85" y="59"/>
                      </a:lnTo>
                      <a:lnTo>
                        <a:pt x="4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17" name=""/>
                <p:cNvSpPr/>
                <p:nvPr/>
              </p:nvSpPr>
              <p:spPr>
                <a:xfrm rot="0">
                  <a:off x="1409" y="2664"/>
                  <a:ext cx="21" cy="23"/>
                </a:xfrm>
                <a:custGeom>
                  <a:avLst/>
                  <a:ahLst/>
                  <a:rect l="0" t="0" r="r" b="b"/>
                  <a:pathLst>
                    <a:path w="85" h="90">
                      <a:moveTo>
                        <a:pt x="47" y="0"/>
                      </a:moveTo>
                      <a:lnTo>
                        <a:pt x="24" y="16"/>
                      </a:lnTo>
                      <a:lnTo>
                        <a:pt x="0" y="32"/>
                      </a:lnTo>
                      <a:lnTo>
                        <a:pt x="38" y="90"/>
                      </a:lnTo>
                      <a:lnTo>
                        <a:pt x="61" y="75"/>
                      </a:lnTo>
                      <a:lnTo>
                        <a:pt x="85" y="59"/>
                      </a:lnTo>
                      <a:lnTo>
                        <a:pt x="4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18" name=""/>
                <p:cNvSpPr/>
                <p:nvPr/>
              </p:nvSpPr>
              <p:spPr>
                <a:xfrm rot="0">
                  <a:off x="1418" y="2683"/>
                  <a:ext cx="6" cy="4"/>
                </a:xfrm>
                <a:custGeom>
                  <a:avLst/>
                  <a:ahLst/>
                  <a:rect l="0" t="0" r="r" b="b"/>
                  <a:pathLst>
                    <a:path w="23" h="16">
                      <a:moveTo>
                        <a:pt x="23" y="0"/>
                      </a:move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2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19" name=""/>
                <p:cNvSpPr/>
                <p:nvPr/>
              </p:nvSpPr>
              <p:spPr>
                <a:xfrm rot="0">
                  <a:off x="1418" y="268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20" name=""/>
                <p:cNvSpPr/>
                <p:nvPr/>
              </p:nvSpPr>
              <p:spPr>
                <a:xfrm rot="0">
                  <a:off x="1418" y="2679"/>
                  <a:ext cx="22" cy="23"/>
                </a:xfrm>
                <a:custGeom>
                  <a:avLst/>
                  <a:ahLst/>
                  <a:rect l="0" t="0" r="r" b="b"/>
                  <a:pathLst>
                    <a:path w="88" h="91">
                      <a:moveTo>
                        <a:pt x="47" y="0"/>
                      </a:moveTo>
                      <a:lnTo>
                        <a:pt x="23" y="17"/>
                      </a:lnTo>
                      <a:lnTo>
                        <a:pt x="0" y="33"/>
                      </a:lnTo>
                      <a:lnTo>
                        <a:pt x="41" y="91"/>
                      </a:lnTo>
                      <a:lnTo>
                        <a:pt x="64" y="74"/>
                      </a:lnTo>
                      <a:lnTo>
                        <a:pt x="88" y="58"/>
                      </a:lnTo>
                      <a:lnTo>
                        <a:pt x="4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21" name=""/>
                <p:cNvSpPr/>
                <p:nvPr/>
              </p:nvSpPr>
              <p:spPr>
                <a:xfrm rot="0">
                  <a:off x="1418" y="2679"/>
                  <a:ext cx="22" cy="23"/>
                </a:xfrm>
                <a:custGeom>
                  <a:avLst/>
                  <a:ahLst/>
                  <a:rect l="0" t="0" r="r" b="b"/>
                  <a:pathLst>
                    <a:path w="88" h="91">
                      <a:moveTo>
                        <a:pt x="47" y="0"/>
                      </a:moveTo>
                      <a:lnTo>
                        <a:pt x="23" y="17"/>
                      </a:lnTo>
                      <a:lnTo>
                        <a:pt x="0" y="33"/>
                      </a:lnTo>
                      <a:lnTo>
                        <a:pt x="41" y="91"/>
                      </a:lnTo>
                      <a:lnTo>
                        <a:pt x="64" y="74"/>
                      </a:lnTo>
                      <a:lnTo>
                        <a:pt x="88" y="58"/>
                      </a:lnTo>
                      <a:lnTo>
                        <a:pt x="4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22" name=""/>
                <p:cNvSpPr/>
                <p:nvPr/>
              </p:nvSpPr>
              <p:spPr>
                <a:xfrm rot="0">
                  <a:off x="1429" y="2697"/>
                  <a:ext cx="5" cy="5"/>
                </a:xfrm>
                <a:custGeom>
                  <a:avLst/>
                  <a:ahLst/>
                  <a:rect l="0" t="0" r="r" b="b"/>
                  <a:pathLst>
                    <a:path w="23" h="18">
                      <a:moveTo>
                        <a:pt x="23" y="0"/>
                      </a:moveTo>
                      <a:lnTo>
                        <a:pt x="0" y="17"/>
                      </a:lnTo>
                      <a:lnTo>
                        <a:pt x="1" y="18"/>
                      </a:lnTo>
                      <a:lnTo>
                        <a:pt x="2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23" name=""/>
                <p:cNvSpPr/>
                <p:nvPr/>
              </p:nvSpPr>
              <p:spPr>
                <a:xfrm rot="0">
                  <a:off x="1429" y="270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24" name=""/>
                <p:cNvSpPr/>
                <p:nvPr/>
              </p:nvSpPr>
              <p:spPr>
                <a:xfrm rot="0">
                  <a:off x="1429" y="2693"/>
                  <a:ext cx="22" cy="22"/>
                </a:xfrm>
                <a:custGeom>
                  <a:avLst/>
                  <a:ahLst/>
                  <a:rect l="0" t="0" r="r" b="b"/>
                  <a:pathLst>
                    <a:path w="89" h="90">
                      <a:moveTo>
                        <a:pt x="45" y="0"/>
                      </a:moveTo>
                      <a:lnTo>
                        <a:pt x="22" y="17"/>
                      </a:lnTo>
                      <a:lnTo>
                        <a:pt x="0" y="35"/>
                      </a:lnTo>
                      <a:lnTo>
                        <a:pt x="45" y="90"/>
                      </a:lnTo>
                      <a:lnTo>
                        <a:pt x="67" y="72"/>
                      </a:lnTo>
                      <a:lnTo>
                        <a:pt x="89" y="54"/>
                      </a:lnTo>
                      <a:lnTo>
                        <a:pt x="4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25" name=""/>
                <p:cNvSpPr/>
                <p:nvPr/>
              </p:nvSpPr>
              <p:spPr>
                <a:xfrm rot="0">
                  <a:off x="1429" y="2693"/>
                  <a:ext cx="22" cy="22"/>
                </a:xfrm>
                <a:custGeom>
                  <a:avLst/>
                  <a:ahLst/>
                  <a:rect l="0" t="0" r="r" b="b"/>
                  <a:pathLst>
                    <a:path w="89" h="90">
                      <a:moveTo>
                        <a:pt x="45" y="0"/>
                      </a:moveTo>
                      <a:lnTo>
                        <a:pt x="22" y="17"/>
                      </a:lnTo>
                      <a:lnTo>
                        <a:pt x="0" y="35"/>
                      </a:lnTo>
                      <a:lnTo>
                        <a:pt x="45" y="90"/>
                      </a:lnTo>
                      <a:lnTo>
                        <a:pt x="67" y="72"/>
                      </a:lnTo>
                      <a:lnTo>
                        <a:pt x="89" y="54"/>
                      </a:lnTo>
                      <a:lnTo>
                        <a:pt x="4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8426" name=""/>
                <p:cNvSpPr/>
                <p:nvPr/>
              </p:nvSpPr>
              <p:spPr>
                <a:xfrm rot="0">
                  <a:off x="1440" y="2711"/>
                  <a:ext cx="5" cy="5"/>
                </a:xfrm>
                <a:custGeom>
                  <a:avLst/>
                  <a:ahLst/>
                  <a:rect l="0" t="0" r="r" b="b"/>
                  <a:pathLst>
                    <a:path w="22" h="19">
                      <a:moveTo>
                        <a:pt x="22" y="0"/>
                      </a:move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8427" name=""/>
                <p:cNvSpPr/>
                <p:nvPr/>
              </p:nvSpPr>
              <p:spPr>
                <a:xfrm rot="0">
                  <a:off x="1440" y="271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</p:grpSp>
          <p:sp>
            <p:nvSpPr>
              <p:cNvPr id="1078428" name=""/>
              <p:cNvSpPr/>
              <p:nvPr/>
            </p:nvSpPr>
            <p:spPr>
              <a:xfrm rot="0">
                <a:off x="1440" y="2706"/>
                <a:ext cx="22" cy="23"/>
              </a:xfrm>
              <a:custGeom>
                <a:avLst/>
                <a:ahLst/>
                <a:rect l="0" t="0" r="r" b="b"/>
                <a:pathLst>
                  <a:path w="88" h="91">
                    <a:moveTo>
                      <a:pt x="42" y="0"/>
                    </a:moveTo>
                    <a:lnTo>
                      <a:pt x="21" y="19"/>
                    </a:lnTo>
                    <a:lnTo>
                      <a:pt x="0" y="38"/>
                    </a:lnTo>
                    <a:lnTo>
                      <a:pt x="46" y="91"/>
                    </a:lnTo>
                    <a:lnTo>
                      <a:pt x="67" y="72"/>
                    </a:lnTo>
                    <a:lnTo>
                      <a:pt x="88" y="53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29" name=""/>
              <p:cNvSpPr/>
              <p:nvPr/>
            </p:nvSpPr>
            <p:spPr>
              <a:xfrm rot="0">
                <a:off x="1440" y="2706"/>
                <a:ext cx="22" cy="23"/>
              </a:xfrm>
              <a:custGeom>
                <a:avLst/>
                <a:ahLst/>
                <a:rect l="0" t="0" r="r" b="b"/>
                <a:pathLst>
                  <a:path w="88" h="91">
                    <a:moveTo>
                      <a:pt x="42" y="0"/>
                    </a:moveTo>
                    <a:lnTo>
                      <a:pt x="21" y="19"/>
                    </a:lnTo>
                    <a:lnTo>
                      <a:pt x="0" y="38"/>
                    </a:lnTo>
                    <a:lnTo>
                      <a:pt x="46" y="91"/>
                    </a:lnTo>
                    <a:lnTo>
                      <a:pt x="67" y="72"/>
                    </a:lnTo>
                    <a:lnTo>
                      <a:pt x="88" y="53"/>
                    </a:lnTo>
                    <a:lnTo>
                      <a:pt x="4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30" name=""/>
              <p:cNvSpPr/>
              <p:nvPr/>
            </p:nvSpPr>
            <p:spPr>
              <a:xfrm rot="0">
                <a:off x="1452" y="2724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21" y="0"/>
                    </a:moveTo>
                    <a:lnTo>
                      <a:pt x="0" y="19"/>
                    </a:lnTo>
                    <a:lnTo>
                      <a:pt x="1" y="20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31" name=""/>
              <p:cNvSpPr/>
              <p:nvPr/>
            </p:nvSpPr>
            <p:spPr>
              <a:xfrm rot="0">
                <a:off x="1452" y="27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32" name=""/>
              <p:cNvSpPr/>
              <p:nvPr/>
            </p:nvSpPr>
            <p:spPr>
              <a:xfrm rot="0">
                <a:off x="1452" y="2719"/>
                <a:ext cx="23" cy="23"/>
              </a:xfrm>
              <a:custGeom>
                <a:avLst/>
                <a:ahLst/>
                <a:rect l="0" t="0" r="r" b="b"/>
                <a:pathLst>
                  <a:path w="90" h="90">
                    <a:moveTo>
                      <a:pt x="40" y="0"/>
                    </a:moveTo>
                    <a:lnTo>
                      <a:pt x="20" y="20"/>
                    </a:lnTo>
                    <a:lnTo>
                      <a:pt x="0" y="40"/>
                    </a:lnTo>
                    <a:lnTo>
                      <a:pt x="50" y="90"/>
                    </a:lnTo>
                    <a:lnTo>
                      <a:pt x="70" y="70"/>
                    </a:lnTo>
                    <a:lnTo>
                      <a:pt x="90" y="50"/>
                    </a:lnTo>
                    <a:lnTo>
                      <a:pt x="4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33" name=""/>
              <p:cNvSpPr/>
              <p:nvPr/>
            </p:nvSpPr>
            <p:spPr>
              <a:xfrm rot="0">
                <a:off x="1452" y="2719"/>
                <a:ext cx="23" cy="23"/>
              </a:xfrm>
              <a:custGeom>
                <a:avLst/>
                <a:ahLst/>
                <a:rect l="0" t="0" r="r" b="b"/>
                <a:pathLst>
                  <a:path w="90" h="90">
                    <a:moveTo>
                      <a:pt x="40" y="0"/>
                    </a:moveTo>
                    <a:lnTo>
                      <a:pt x="20" y="20"/>
                    </a:lnTo>
                    <a:lnTo>
                      <a:pt x="0" y="40"/>
                    </a:lnTo>
                    <a:lnTo>
                      <a:pt x="50" y="90"/>
                    </a:lnTo>
                    <a:lnTo>
                      <a:pt x="70" y="70"/>
                    </a:lnTo>
                    <a:lnTo>
                      <a:pt x="90" y="50"/>
                    </a:lnTo>
                    <a:lnTo>
                      <a:pt x="4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34" name=""/>
              <p:cNvSpPr/>
              <p:nvPr/>
            </p:nvSpPr>
            <p:spPr>
              <a:xfrm rot="0">
                <a:off x="1465" y="2737"/>
                <a:ext cx="5" cy="5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20" y="0"/>
                    </a:moveTo>
                    <a:lnTo>
                      <a:pt x="0" y="20"/>
                    </a:lnTo>
                    <a:lnTo>
                      <a:pt x="1" y="21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35" name=""/>
              <p:cNvSpPr/>
              <p:nvPr/>
            </p:nvSpPr>
            <p:spPr>
              <a:xfrm rot="0">
                <a:off x="1465" y="27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36" name=""/>
              <p:cNvSpPr/>
              <p:nvPr/>
            </p:nvSpPr>
            <p:spPr>
              <a:xfrm rot="0">
                <a:off x="1465" y="2731"/>
                <a:ext cx="22" cy="23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38" y="0"/>
                    </a:moveTo>
                    <a:lnTo>
                      <a:pt x="19" y="21"/>
                    </a:lnTo>
                    <a:lnTo>
                      <a:pt x="0" y="42"/>
                    </a:lnTo>
                    <a:lnTo>
                      <a:pt x="53" y="89"/>
                    </a:lnTo>
                    <a:lnTo>
                      <a:pt x="71" y="67"/>
                    </a:lnTo>
                    <a:lnTo>
                      <a:pt x="90" y="46"/>
                    </a:lnTo>
                    <a:lnTo>
                      <a:pt x="3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37" name=""/>
              <p:cNvSpPr/>
              <p:nvPr/>
            </p:nvSpPr>
            <p:spPr>
              <a:xfrm rot="0">
                <a:off x="1465" y="2731"/>
                <a:ext cx="22" cy="23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38" y="0"/>
                    </a:moveTo>
                    <a:lnTo>
                      <a:pt x="19" y="21"/>
                    </a:lnTo>
                    <a:lnTo>
                      <a:pt x="0" y="42"/>
                    </a:lnTo>
                    <a:lnTo>
                      <a:pt x="53" y="89"/>
                    </a:lnTo>
                    <a:lnTo>
                      <a:pt x="71" y="67"/>
                    </a:lnTo>
                    <a:lnTo>
                      <a:pt x="90" y="46"/>
                    </a:lnTo>
                    <a:lnTo>
                      <a:pt x="3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38" name=""/>
              <p:cNvSpPr/>
              <p:nvPr/>
            </p:nvSpPr>
            <p:spPr>
              <a:xfrm rot="0">
                <a:off x="1478" y="2748"/>
                <a:ext cx="5" cy="6"/>
              </a:xfrm>
              <a:custGeom>
                <a:avLst/>
                <a:ahLst/>
                <a:rect l="0" t="0" r="r" b="b"/>
                <a:pathLst>
                  <a:path w="18" h="23">
                    <a:moveTo>
                      <a:pt x="18" y="0"/>
                    </a:moveTo>
                    <a:lnTo>
                      <a:pt x="0" y="22"/>
                    </a:lnTo>
                    <a:lnTo>
                      <a:pt x="1" y="23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39" name=""/>
              <p:cNvSpPr/>
              <p:nvPr/>
            </p:nvSpPr>
            <p:spPr>
              <a:xfrm rot="0">
                <a:off x="1478" y="275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40" name=""/>
              <p:cNvSpPr/>
              <p:nvPr/>
            </p:nvSpPr>
            <p:spPr>
              <a:xfrm rot="0">
                <a:off x="1478" y="2743"/>
                <a:ext cx="23" cy="22"/>
              </a:xfrm>
              <a:custGeom>
                <a:avLst/>
                <a:ahLst/>
                <a:rect l="0" t="0" r="r" b="b"/>
                <a:pathLst>
                  <a:path w="91" h="89">
                    <a:moveTo>
                      <a:pt x="35" y="0"/>
                    </a:moveTo>
                    <a:lnTo>
                      <a:pt x="17" y="22"/>
                    </a:lnTo>
                    <a:lnTo>
                      <a:pt x="0" y="45"/>
                    </a:lnTo>
                    <a:lnTo>
                      <a:pt x="55" y="89"/>
                    </a:lnTo>
                    <a:lnTo>
                      <a:pt x="73" y="67"/>
                    </a:lnTo>
                    <a:lnTo>
                      <a:pt x="91" y="45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41" name=""/>
              <p:cNvSpPr/>
              <p:nvPr/>
            </p:nvSpPr>
            <p:spPr>
              <a:xfrm rot="0">
                <a:off x="1478" y="2743"/>
                <a:ext cx="23" cy="22"/>
              </a:xfrm>
              <a:custGeom>
                <a:avLst/>
                <a:ahLst/>
                <a:rect l="0" t="0" r="r" b="b"/>
                <a:pathLst>
                  <a:path w="91" h="89">
                    <a:moveTo>
                      <a:pt x="35" y="0"/>
                    </a:moveTo>
                    <a:lnTo>
                      <a:pt x="17" y="22"/>
                    </a:lnTo>
                    <a:lnTo>
                      <a:pt x="0" y="45"/>
                    </a:lnTo>
                    <a:lnTo>
                      <a:pt x="55" y="89"/>
                    </a:lnTo>
                    <a:lnTo>
                      <a:pt x="73" y="67"/>
                    </a:lnTo>
                    <a:lnTo>
                      <a:pt x="91" y="45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42" name=""/>
              <p:cNvSpPr/>
              <p:nvPr/>
            </p:nvSpPr>
            <p:spPr>
              <a:xfrm rot="0">
                <a:off x="1492" y="2759"/>
                <a:ext cx="4" cy="6"/>
              </a:xfrm>
              <a:custGeom>
                <a:avLst/>
                <a:ahLst/>
                <a:rect l="0" t="0" r="r" b="b"/>
                <a:pathLst>
                  <a:path w="18" h="23">
                    <a:moveTo>
                      <a:pt x="18" y="0"/>
                    </a:moveTo>
                    <a:lnTo>
                      <a:pt x="0" y="22"/>
                    </a:lnTo>
                    <a:lnTo>
                      <a:pt x="1" y="23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43" name=""/>
              <p:cNvSpPr/>
              <p:nvPr/>
            </p:nvSpPr>
            <p:spPr>
              <a:xfrm rot="0">
                <a:off x="1492" y="276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44" name=""/>
              <p:cNvSpPr/>
              <p:nvPr/>
            </p:nvSpPr>
            <p:spPr>
              <a:xfrm rot="0">
                <a:off x="1492" y="2754"/>
                <a:ext cx="23" cy="22"/>
              </a:xfrm>
              <a:custGeom>
                <a:avLst/>
                <a:ahLst/>
                <a:rect l="0" t="0" r="r" b="b"/>
                <a:pathLst>
                  <a:path w="90" h="87">
                    <a:moveTo>
                      <a:pt x="34" y="0"/>
                    </a:moveTo>
                    <a:lnTo>
                      <a:pt x="17" y="23"/>
                    </a:lnTo>
                    <a:lnTo>
                      <a:pt x="0" y="46"/>
                    </a:lnTo>
                    <a:lnTo>
                      <a:pt x="57" y="87"/>
                    </a:lnTo>
                    <a:lnTo>
                      <a:pt x="73" y="64"/>
                    </a:lnTo>
                    <a:lnTo>
                      <a:pt x="90" y="41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45" name=""/>
              <p:cNvSpPr/>
              <p:nvPr/>
            </p:nvSpPr>
            <p:spPr>
              <a:xfrm rot="0">
                <a:off x="1492" y="2754"/>
                <a:ext cx="23" cy="22"/>
              </a:xfrm>
              <a:custGeom>
                <a:avLst/>
                <a:ahLst/>
                <a:rect l="0" t="0" r="r" b="b"/>
                <a:pathLst>
                  <a:path w="90" h="87">
                    <a:moveTo>
                      <a:pt x="34" y="0"/>
                    </a:moveTo>
                    <a:lnTo>
                      <a:pt x="17" y="23"/>
                    </a:lnTo>
                    <a:lnTo>
                      <a:pt x="0" y="46"/>
                    </a:lnTo>
                    <a:lnTo>
                      <a:pt x="57" y="87"/>
                    </a:lnTo>
                    <a:lnTo>
                      <a:pt x="73" y="64"/>
                    </a:lnTo>
                    <a:lnTo>
                      <a:pt x="90" y="41"/>
                    </a:lnTo>
                    <a:lnTo>
                      <a:pt x="3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46" name=""/>
              <p:cNvSpPr/>
              <p:nvPr/>
            </p:nvSpPr>
            <p:spPr>
              <a:xfrm rot="0">
                <a:off x="1506" y="2770"/>
                <a:ext cx="5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0" y="23"/>
                    </a:lnTo>
                    <a:lnTo>
                      <a:pt x="1" y="24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47" name=""/>
              <p:cNvSpPr/>
              <p:nvPr/>
            </p:nvSpPr>
            <p:spPr>
              <a:xfrm rot="0">
                <a:off x="1506" y="27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48" name=""/>
              <p:cNvSpPr/>
              <p:nvPr/>
            </p:nvSpPr>
            <p:spPr>
              <a:xfrm rot="0">
                <a:off x="1507" y="2764"/>
                <a:ext cx="22" cy="21"/>
              </a:xfrm>
              <a:custGeom>
                <a:avLst/>
                <a:ahLst/>
                <a:rect l="0" t="0" r="r" b="b"/>
                <a:pathLst>
                  <a:path w="91" h="87">
                    <a:moveTo>
                      <a:pt x="31" y="0"/>
                    </a:moveTo>
                    <a:lnTo>
                      <a:pt x="15" y="25"/>
                    </a:lnTo>
                    <a:lnTo>
                      <a:pt x="0" y="49"/>
                    </a:lnTo>
                    <a:lnTo>
                      <a:pt x="60" y="87"/>
                    </a:lnTo>
                    <a:lnTo>
                      <a:pt x="75" y="63"/>
                    </a:lnTo>
                    <a:lnTo>
                      <a:pt x="91" y="38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49" name=""/>
              <p:cNvSpPr/>
              <p:nvPr/>
            </p:nvSpPr>
            <p:spPr>
              <a:xfrm rot="0">
                <a:off x="1507" y="2764"/>
                <a:ext cx="22" cy="21"/>
              </a:xfrm>
              <a:custGeom>
                <a:avLst/>
                <a:ahLst/>
                <a:rect l="0" t="0" r="r" b="b"/>
                <a:pathLst>
                  <a:path w="91" h="87">
                    <a:moveTo>
                      <a:pt x="31" y="0"/>
                    </a:moveTo>
                    <a:lnTo>
                      <a:pt x="15" y="25"/>
                    </a:lnTo>
                    <a:lnTo>
                      <a:pt x="0" y="49"/>
                    </a:lnTo>
                    <a:lnTo>
                      <a:pt x="60" y="87"/>
                    </a:lnTo>
                    <a:lnTo>
                      <a:pt x="75" y="63"/>
                    </a:lnTo>
                    <a:lnTo>
                      <a:pt x="91" y="38"/>
                    </a:lnTo>
                    <a:lnTo>
                      <a:pt x="3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50" name=""/>
              <p:cNvSpPr/>
              <p:nvPr/>
            </p:nvSpPr>
            <p:spPr>
              <a:xfrm rot="0">
                <a:off x="1522" y="2779"/>
                <a:ext cx="4" cy="6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15" y="0"/>
                    </a:moveTo>
                    <a:lnTo>
                      <a:pt x="0" y="24"/>
                    </a:lnTo>
                    <a:lnTo>
                      <a:pt x="1" y="24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51" name=""/>
              <p:cNvSpPr/>
              <p:nvPr/>
            </p:nvSpPr>
            <p:spPr>
              <a:xfrm rot="0">
                <a:off x="1522" y="27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52" name=""/>
              <p:cNvSpPr/>
              <p:nvPr/>
            </p:nvSpPr>
            <p:spPr>
              <a:xfrm rot="0">
                <a:off x="1522" y="2773"/>
                <a:ext cx="22" cy="21"/>
              </a:xfrm>
              <a:custGeom>
                <a:avLst/>
                <a:ahLst/>
                <a:rect l="0" t="0" r="r" b="b"/>
                <a:pathLst>
                  <a:path w="90" h="83">
                    <a:moveTo>
                      <a:pt x="29" y="0"/>
                    </a:moveTo>
                    <a:lnTo>
                      <a:pt x="14" y="25"/>
                    </a:lnTo>
                    <a:lnTo>
                      <a:pt x="0" y="49"/>
                    </a:lnTo>
                    <a:lnTo>
                      <a:pt x="61" y="83"/>
                    </a:lnTo>
                    <a:lnTo>
                      <a:pt x="75" y="59"/>
                    </a:lnTo>
                    <a:lnTo>
                      <a:pt x="90" y="35"/>
                    </a:lnTo>
                    <a:lnTo>
                      <a:pt x="2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53" name=""/>
              <p:cNvSpPr/>
              <p:nvPr/>
            </p:nvSpPr>
            <p:spPr>
              <a:xfrm rot="0">
                <a:off x="1522" y="2773"/>
                <a:ext cx="22" cy="21"/>
              </a:xfrm>
              <a:custGeom>
                <a:avLst/>
                <a:ahLst/>
                <a:rect l="0" t="0" r="r" b="b"/>
                <a:pathLst>
                  <a:path w="90" h="83">
                    <a:moveTo>
                      <a:pt x="29" y="0"/>
                    </a:moveTo>
                    <a:lnTo>
                      <a:pt x="14" y="25"/>
                    </a:lnTo>
                    <a:lnTo>
                      <a:pt x="0" y="49"/>
                    </a:lnTo>
                    <a:lnTo>
                      <a:pt x="61" y="83"/>
                    </a:lnTo>
                    <a:lnTo>
                      <a:pt x="75" y="59"/>
                    </a:lnTo>
                    <a:lnTo>
                      <a:pt x="90" y="35"/>
                    </a:lnTo>
                    <a:lnTo>
                      <a:pt x="2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54" name=""/>
              <p:cNvSpPr/>
              <p:nvPr/>
            </p:nvSpPr>
            <p:spPr>
              <a:xfrm rot="0">
                <a:off x="1537" y="2788"/>
                <a:ext cx="4" cy="6"/>
              </a:xfrm>
              <a:custGeom>
                <a:avLst/>
                <a:ahLst/>
                <a:rect l="0" t="0" r="r" b="b"/>
                <a:pathLst>
                  <a:path w="14" h="25">
                    <a:moveTo>
                      <a:pt x="14" y="0"/>
                    </a:moveTo>
                    <a:lnTo>
                      <a:pt x="0" y="24"/>
                    </a:lnTo>
                    <a:lnTo>
                      <a:pt x="1" y="25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55" name=""/>
              <p:cNvSpPr/>
              <p:nvPr/>
            </p:nvSpPr>
            <p:spPr>
              <a:xfrm rot="0">
                <a:off x="1537" y="27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56" name=""/>
              <p:cNvSpPr/>
              <p:nvPr/>
            </p:nvSpPr>
            <p:spPr>
              <a:xfrm rot="0">
                <a:off x="1538" y="2781"/>
                <a:ext cx="22" cy="21"/>
              </a:xfrm>
              <a:custGeom>
                <a:avLst/>
                <a:ahLst/>
                <a:rect l="0" t="0" r="r" b="b"/>
                <a:pathLst>
                  <a:path w="90" h="84">
                    <a:moveTo>
                      <a:pt x="27" y="0"/>
                    </a:moveTo>
                    <a:lnTo>
                      <a:pt x="13" y="26"/>
                    </a:lnTo>
                    <a:lnTo>
                      <a:pt x="0" y="51"/>
                    </a:lnTo>
                    <a:lnTo>
                      <a:pt x="63" y="84"/>
                    </a:lnTo>
                    <a:lnTo>
                      <a:pt x="77" y="58"/>
                    </a:lnTo>
                    <a:lnTo>
                      <a:pt x="90" y="33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57" name=""/>
              <p:cNvSpPr/>
              <p:nvPr/>
            </p:nvSpPr>
            <p:spPr>
              <a:xfrm rot="0">
                <a:off x="1538" y="2781"/>
                <a:ext cx="22" cy="21"/>
              </a:xfrm>
              <a:custGeom>
                <a:avLst/>
                <a:ahLst/>
                <a:rect l="0" t="0" r="r" b="b"/>
                <a:pathLst>
                  <a:path w="90" h="84">
                    <a:moveTo>
                      <a:pt x="27" y="0"/>
                    </a:moveTo>
                    <a:lnTo>
                      <a:pt x="13" y="26"/>
                    </a:lnTo>
                    <a:lnTo>
                      <a:pt x="0" y="51"/>
                    </a:lnTo>
                    <a:lnTo>
                      <a:pt x="63" y="84"/>
                    </a:lnTo>
                    <a:lnTo>
                      <a:pt x="77" y="58"/>
                    </a:lnTo>
                    <a:lnTo>
                      <a:pt x="90" y="33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58" name=""/>
              <p:cNvSpPr/>
              <p:nvPr/>
            </p:nvSpPr>
            <p:spPr>
              <a:xfrm rot="0">
                <a:off x="1553" y="2796"/>
                <a:ext cx="4" cy="6"/>
              </a:xfrm>
              <a:custGeom>
                <a:avLst/>
                <a:ahLst/>
                <a:rect l="0" t="0" r="r" b="b"/>
                <a:pathLst>
                  <a:path w="14" h="26">
                    <a:moveTo>
                      <a:pt x="14" y="0"/>
                    </a:moveTo>
                    <a:lnTo>
                      <a:pt x="0" y="26"/>
                    </a:lnTo>
                    <a:lnTo>
                      <a:pt x="2" y="26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59" name=""/>
              <p:cNvSpPr/>
              <p:nvPr/>
            </p:nvSpPr>
            <p:spPr>
              <a:xfrm rot="0">
                <a:off x="1553" y="2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60" name=""/>
              <p:cNvSpPr/>
              <p:nvPr/>
            </p:nvSpPr>
            <p:spPr>
              <a:xfrm rot="0">
                <a:off x="1554" y="2789"/>
                <a:ext cx="21" cy="20"/>
              </a:xfrm>
              <a:custGeom>
                <a:avLst/>
                <a:ahLst/>
                <a:rect l="0" t="0" r="r" b="b"/>
                <a:pathLst>
                  <a:path w="87" h="78">
                    <a:moveTo>
                      <a:pt x="23" y="0"/>
                    </a:moveTo>
                    <a:lnTo>
                      <a:pt x="12" y="25"/>
                    </a:lnTo>
                    <a:lnTo>
                      <a:pt x="0" y="51"/>
                    </a:lnTo>
                    <a:lnTo>
                      <a:pt x="65" y="78"/>
                    </a:lnTo>
                    <a:lnTo>
                      <a:pt x="76" y="53"/>
                    </a:lnTo>
                    <a:lnTo>
                      <a:pt x="87" y="27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61" name=""/>
              <p:cNvSpPr/>
              <p:nvPr/>
            </p:nvSpPr>
            <p:spPr>
              <a:xfrm rot="0">
                <a:off x="1554" y="2789"/>
                <a:ext cx="21" cy="20"/>
              </a:xfrm>
              <a:custGeom>
                <a:avLst/>
                <a:ahLst/>
                <a:rect l="0" t="0" r="r" b="b"/>
                <a:pathLst>
                  <a:path w="87" h="78">
                    <a:moveTo>
                      <a:pt x="23" y="0"/>
                    </a:moveTo>
                    <a:lnTo>
                      <a:pt x="12" y="25"/>
                    </a:lnTo>
                    <a:lnTo>
                      <a:pt x="0" y="51"/>
                    </a:lnTo>
                    <a:lnTo>
                      <a:pt x="65" y="78"/>
                    </a:lnTo>
                    <a:lnTo>
                      <a:pt x="76" y="53"/>
                    </a:lnTo>
                    <a:lnTo>
                      <a:pt x="87" y="27"/>
                    </a:lnTo>
                    <a:lnTo>
                      <a:pt x="2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62" name=""/>
              <p:cNvSpPr/>
              <p:nvPr/>
            </p:nvSpPr>
            <p:spPr>
              <a:xfrm rot="0">
                <a:off x="1570" y="2803"/>
                <a:ext cx="3" cy="6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11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63" name=""/>
              <p:cNvSpPr/>
              <p:nvPr/>
            </p:nvSpPr>
            <p:spPr>
              <a:xfrm rot="0">
                <a:off x="1570" y="28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64" name=""/>
              <p:cNvSpPr/>
              <p:nvPr/>
            </p:nvSpPr>
            <p:spPr>
              <a:xfrm rot="0">
                <a:off x="1570" y="2796"/>
                <a:ext cx="22" cy="19"/>
              </a:xfrm>
              <a:custGeom>
                <a:avLst/>
                <a:ahLst/>
                <a:rect l="0" t="0" r="r" b="b"/>
                <a:pathLst>
                  <a:path w="86" h="78">
                    <a:moveTo>
                      <a:pt x="20" y="0"/>
                    </a:moveTo>
                    <a:lnTo>
                      <a:pt x="10" y="27"/>
                    </a:lnTo>
                    <a:lnTo>
                      <a:pt x="0" y="53"/>
                    </a:lnTo>
                    <a:lnTo>
                      <a:pt x="66" y="78"/>
                    </a:lnTo>
                    <a:lnTo>
                      <a:pt x="76" y="51"/>
                    </a:lnTo>
                    <a:lnTo>
                      <a:pt x="86" y="25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65" name=""/>
              <p:cNvSpPr/>
              <p:nvPr/>
            </p:nvSpPr>
            <p:spPr>
              <a:xfrm rot="0">
                <a:off x="1570" y="2796"/>
                <a:ext cx="22" cy="19"/>
              </a:xfrm>
              <a:custGeom>
                <a:avLst/>
                <a:ahLst/>
                <a:rect l="0" t="0" r="r" b="b"/>
                <a:pathLst>
                  <a:path w="86" h="78">
                    <a:moveTo>
                      <a:pt x="20" y="0"/>
                    </a:moveTo>
                    <a:lnTo>
                      <a:pt x="10" y="27"/>
                    </a:lnTo>
                    <a:lnTo>
                      <a:pt x="0" y="53"/>
                    </a:lnTo>
                    <a:lnTo>
                      <a:pt x="66" y="78"/>
                    </a:lnTo>
                    <a:lnTo>
                      <a:pt x="76" y="51"/>
                    </a:lnTo>
                    <a:lnTo>
                      <a:pt x="86" y="25"/>
                    </a:lnTo>
                    <a:lnTo>
                      <a:pt x="2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66" name=""/>
              <p:cNvSpPr/>
              <p:nvPr/>
            </p:nvSpPr>
            <p:spPr>
              <a:xfrm rot="0">
                <a:off x="1587" y="2809"/>
                <a:ext cx="2" cy="6"/>
              </a:xfrm>
              <a:custGeom>
                <a:avLst/>
                <a:ahLst/>
                <a:rect l="0" t="0" r="r" b="b"/>
                <a:pathLst>
                  <a:path w="10" h="27">
                    <a:moveTo>
                      <a:pt x="10" y="0"/>
                    </a:moveTo>
                    <a:lnTo>
                      <a:pt x="0" y="27"/>
                    </a:lnTo>
                    <a:lnTo>
                      <a:pt x="3" y="27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67" name=""/>
              <p:cNvSpPr/>
              <p:nvPr/>
            </p:nvSpPr>
            <p:spPr>
              <a:xfrm rot="0">
                <a:off x="1587" y="281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68" name=""/>
              <p:cNvSpPr/>
              <p:nvPr/>
            </p:nvSpPr>
            <p:spPr>
              <a:xfrm rot="0">
                <a:off x="1587" y="2802"/>
                <a:ext cx="21" cy="18"/>
              </a:xfrm>
              <a:custGeom>
                <a:avLst/>
                <a:ahLst/>
                <a:rect l="0" t="0" r="r" b="b"/>
                <a:pathLst>
                  <a:path w="83" h="73">
                    <a:moveTo>
                      <a:pt x="15" y="0"/>
                    </a:moveTo>
                    <a:lnTo>
                      <a:pt x="7" y="26"/>
                    </a:lnTo>
                    <a:lnTo>
                      <a:pt x="0" y="53"/>
                    </a:lnTo>
                    <a:lnTo>
                      <a:pt x="67" y="73"/>
                    </a:lnTo>
                    <a:lnTo>
                      <a:pt x="75" y="46"/>
                    </a:lnTo>
                    <a:lnTo>
                      <a:pt x="83" y="20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69" name=""/>
              <p:cNvSpPr/>
              <p:nvPr/>
            </p:nvSpPr>
            <p:spPr>
              <a:xfrm rot="0">
                <a:off x="1587" y="2802"/>
                <a:ext cx="21" cy="18"/>
              </a:xfrm>
              <a:custGeom>
                <a:avLst/>
                <a:ahLst/>
                <a:rect l="0" t="0" r="r" b="b"/>
                <a:pathLst>
                  <a:path w="83" h="73">
                    <a:moveTo>
                      <a:pt x="15" y="0"/>
                    </a:moveTo>
                    <a:lnTo>
                      <a:pt x="7" y="26"/>
                    </a:lnTo>
                    <a:lnTo>
                      <a:pt x="0" y="53"/>
                    </a:lnTo>
                    <a:lnTo>
                      <a:pt x="67" y="73"/>
                    </a:lnTo>
                    <a:lnTo>
                      <a:pt x="75" y="46"/>
                    </a:lnTo>
                    <a:lnTo>
                      <a:pt x="83" y="20"/>
                    </a:lnTo>
                    <a:lnTo>
                      <a:pt x="1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70" name=""/>
              <p:cNvSpPr/>
              <p:nvPr/>
            </p:nvSpPr>
            <p:spPr>
              <a:xfrm rot="0">
                <a:off x="1604" y="2814"/>
                <a:ext cx="2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0" y="27"/>
                    </a:lnTo>
                    <a:lnTo>
                      <a:pt x="1" y="28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71" name=""/>
              <p:cNvSpPr/>
              <p:nvPr/>
            </p:nvSpPr>
            <p:spPr>
              <a:xfrm rot="0">
                <a:off x="1604" y="282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72" name=""/>
              <p:cNvSpPr/>
              <p:nvPr/>
            </p:nvSpPr>
            <p:spPr>
              <a:xfrm rot="0">
                <a:off x="1605" y="2807"/>
                <a:ext cx="20" cy="18"/>
              </a:xfrm>
              <a:custGeom>
                <a:avLst/>
                <a:ahLst/>
                <a:rect l="0" t="0" r="r" b="b"/>
                <a:pathLst>
                  <a:path w="81" h="74">
                    <a:moveTo>
                      <a:pt x="14" y="0"/>
                    </a:moveTo>
                    <a:lnTo>
                      <a:pt x="7" y="28"/>
                    </a:lnTo>
                    <a:lnTo>
                      <a:pt x="0" y="56"/>
                    </a:lnTo>
                    <a:lnTo>
                      <a:pt x="68" y="74"/>
                    </a:lnTo>
                    <a:lnTo>
                      <a:pt x="75" y="46"/>
                    </a:lnTo>
                    <a:lnTo>
                      <a:pt x="81" y="18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73" name=""/>
              <p:cNvSpPr/>
              <p:nvPr/>
            </p:nvSpPr>
            <p:spPr>
              <a:xfrm rot="0">
                <a:off x="1605" y="2807"/>
                <a:ext cx="20" cy="18"/>
              </a:xfrm>
              <a:custGeom>
                <a:avLst/>
                <a:ahLst/>
                <a:rect l="0" t="0" r="r" b="b"/>
                <a:pathLst>
                  <a:path w="81" h="74">
                    <a:moveTo>
                      <a:pt x="14" y="0"/>
                    </a:moveTo>
                    <a:lnTo>
                      <a:pt x="7" y="28"/>
                    </a:lnTo>
                    <a:lnTo>
                      <a:pt x="0" y="56"/>
                    </a:lnTo>
                    <a:lnTo>
                      <a:pt x="68" y="74"/>
                    </a:lnTo>
                    <a:lnTo>
                      <a:pt x="75" y="46"/>
                    </a:lnTo>
                    <a:lnTo>
                      <a:pt x="81" y="18"/>
                    </a:lnTo>
                    <a:lnTo>
                      <a:pt x="1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74" name=""/>
              <p:cNvSpPr/>
              <p:nvPr/>
            </p:nvSpPr>
            <p:spPr>
              <a:xfrm rot="0">
                <a:off x="1622" y="2818"/>
                <a:ext cx="1" cy="7"/>
              </a:xfrm>
              <a:custGeom>
                <a:avLst/>
                <a:ahLst/>
                <a:rect l="0" t="0" r="r" b="b"/>
                <a:pathLst>
                  <a:path w="7" h="28">
                    <a:moveTo>
                      <a:pt x="7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75" name=""/>
              <p:cNvSpPr/>
              <p:nvPr/>
            </p:nvSpPr>
            <p:spPr>
              <a:xfrm rot="0">
                <a:off x="1622" y="28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76" name=""/>
              <p:cNvSpPr/>
              <p:nvPr/>
            </p:nvSpPr>
            <p:spPr>
              <a:xfrm rot="0">
                <a:off x="1622" y="2811"/>
                <a:ext cx="20" cy="17"/>
              </a:xfrm>
              <a:custGeom>
                <a:avLst/>
                <a:ahLst/>
                <a:rect l="0" t="0" r="r" b="b"/>
                <a:pathLst>
                  <a:path w="81" h="69">
                    <a:moveTo>
                      <a:pt x="11" y="0"/>
                    </a:moveTo>
                    <a:lnTo>
                      <a:pt x="6" y="28"/>
                    </a:lnTo>
                    <a:lnTo>
                      <a:pt x="0" y="56"/>
                    </a:lnTo>
                    <a:lnTo>
                      <a:pt x="70" y="69"/>
                    </a:lnTo>
                    <a:lnTo>
                      <a:pt x="76" y="41"/>
                    </a:lnTo>
                    <a:lnTo>
                      <a:pt x="81" y="14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77" name=""/>
              <p:cNvSpPr/>
              <p:nvPr/>
            </p:nvSpPr>
            <p:spPr>
              <a:xfrm rot="0">
                <a:off x="1622" y="2811"/>
                <a:ext cx="20" cy="17"/>
              </a:xfrm>
              <a:custGeom>
                <a:avLst/>
                <a:ahLst/>
                <a:rect l="0" t="0" r="r" b="b"/>
                <a:pathLst>
                  <a:path w="81" h="69">
                    <a:moveTo>
                      <a:pt x="11" y="0"/>
                    </a:moveTo>
                    <a:lnTo>
                      <a:pt x="6" y="28"/>
                    </a:lnTo>
                    <a:lnTo>
                      <a:pt x="0" y="56"/>
                    </a:lnTo>
                    <a:lnTo>
                      <a:pt x="70" y="69"/>
                    </a:lnTo>
                    <a:lnTo>
                      <a:pt x="76" y="41"/>
                    </a:lnTo>
                    <a:lnTo>
                      <a:pt x="81" y="14"/>
                    </a:lnTo>
                    <a:lnTo>
                      <a:pt x="1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78" name=""/>
              <p:cNvSpPr/>
              <p:nvPr/>
            </p:nvSpPr>
            <p:spPr>
              <a:xfrm rot="0">
                <a:off x="1639" y="2822"/>
                <a:ext cx="2" cy="6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6" y="0"/>
                    </a:moveTo>
                    <a:lnTo>
                      <a:pt x="0" y="28"/>
                    </a:lnTo>
                    <a:lnTo>
                      <a:pt x="2" y="28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79" name=""/>
              <p:cNvSpPr/>
              <p:nvPr/>
            </p:nvSpPr>
            <p:spPr>
              <a:xfrm rot="0">
                <a:off x="1639" y="28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80" name=""/>
              <p:cNvSpPr/>
              <p:nvPr/>
            </p:nvSpPr>
            <p:spPr>
              <a:xfrm rot="0">
                <a:off x="1640" y="2815"/>
                <a:ext cx="19" cy="16"/>
              </a:xfrm>
              <a:custGeom>
                <a:avLst/>
                <a:ahLst/>
                <a:rect l="0" t="0" r="r" b="b"/>
                <a:pathLst>
                  <a:path w="77" h="64">
                    <a:moveTo>
                      <a:pt x="7" y="0"/>
                    </a:moveTo>
                    <a:lnTo>
                      <a:pt x="4" y="27"/>
                    </a:lnTo>
                    <a:lnTo>
                      <a:pt x="0" y="55"/>
                    </a:lnTo>
                    <a:lnTo>
                      <a:pt x="70" y="64"/>
                    </a:lnTo>
                    <a:lnTo>
                      <a:pt x="73" y="36"/>
                    </a:lnTo>
                    <a:lnTo>
                      <a:pt x="77" y="8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81" name=""/>
              <p:cNvSpPr/>
              <p:nvPr/>
            </p:nvSpPr>
            <p:spPr>
              <a:xfrm rot="0">
                <a:off x="1640" y="2815"/>
                <a:ext cx="19" cy="16"/>
              </a:xfrm>
              <a:custGeom>
                <a:avLst/>
                <a:ahLst/>
                <a:rect l="0" t="0" r="r" b="b"/>
                <a:pathLst>
                  <a:path w="77" h="64">
                    <a:moveTo>
                      <a:pt x="7" y="0"/>
                    </a:moveTo>
                    <a:lnTo>
                      <a:pt x="4" y="27"/>
                    </a:lnTo>
                    <a:lnTo>
                      <a:pt x="0" y="55"/>
                    </a:lnTo>
                    <a:lnTo>
                      <a:pt x="70" y="64"/>
                    </a:lnTo>
                    <a:lnTo>
                      <a:pt x="73" y="36"/>
                    </a:lnTo>
                    <a:lnTo>
                      <a:pt x="77" y="8"/>
                    </a:lnTo>
                    <a:lnTo>
                      <a:pt x="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82" name=""/>
              <p:cNvSpPr/>
              <p:nvPr/>
            </p:nvSpPr>
            <p:spPr>
              <a:xfrm rot="0">
                <a:off x="1657" y="2824"/>
                <a:ext cx="1" cy="7"/>
              </a:xfrm>
              <a:custGeom>
                <a:avLst/>
                <a:ahLst/>
                <a:rect l="0" t="0" r="r" b="b"/>
                <a:pathLst>
                  <a:path w="3" h="28">
                    <a:moveTo>
                      <a:pt x="3" y="0"/>
                    </a:moveTo>
                    <a:lnTo>
                      <a:pt x="0" y="28"/>
                    </a:lnTo>
                    <a:lnTo>
                      <a:pt x="1" y="28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83" name=""/>
              <p:cNvSpPr/>
              <p:nvPr/>
            </p:nvSpPr>
            <p:spPr>
              <a:xfrm rot="0">
                <a:off x="1657" y="28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84" name=""/>
              <p:cNvSpPr/>
              <p:nvPr/>
            </p:nvSpPr>
            <p:spPr>
              <a:xfrm rot="0">
                <a:off x="1658" y="2817"/>
                <a:ext cx="18" cy="15"/>
              </a:xfrm>
              <a:custGeom>
                <a:avLst/>
                <a:ahLst/>
                <a:rect l="0" t="0" r="r" b="b"/>
                <a:pathLst>
                  <a:path w="75" h="61">
                    <a:moveTo>
                      <a:pt x="5" y="0"/>
                    </a:moveTo>
                    <a:lnTo>
                      <a:pt x="2" y="28"/>
                    </a:lnTo>
                    <a:lnTo>
                      <a:pt x="0" y="56"/>
                    </a:lnTo>
                    <a:lnTo>
                      <a:pt x="70" y="61"/>
                    </a:lnTo>
                    <a:lnTo>
                      <a:pt x="72" y="34"/>
                    </a:lnTo>
                    <a:lnTo>
                      <a:pt x="75" y="6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85" name=""/>
              <p:cNvSpPr/>
              <p:nvPr/>
            </p:nvSpPr>
            <p:spPr>
              <a:xfrm rot="0">
                <a:off x="1658" y="2817"/>
                <a:ext cx="18" cy="15"/>
              </a:xfrm>
              <a:custGeom>
                <a:avLst/>
                <a:ahLst/>
                <a:rect l="0" t="0" r="r" b="b"/>
                <a:pathLst>
                  <a:path w="75" h="61">
                    <a:moveTo>
                      <a:pt x="5" y="0"/>
                    </a:moveTo>
                    <a:lnTo>
                      <a:pt x="2" y="28"/>
                    </a:lnTo>
                    <a:lnTo>
                      <a:pt x="0" y="56"/>
                    </a:lnTo>
                    <a:lnTo>
                      <a:pt x="70" y="61"/>
                    </a:lnTo>
                    <a:lnTo>
                      <a:pt x="72" y="34"/>
                    </a:lnTo>
                    <a:lnTo>
                      <a:pt x="75" y="6"/>
                    </a:lnTo>
                    <a:lnTo>
                      <a:pt x="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86" name=""/>
              <p:cNvSpPr/>
              <p:nvPr/>
            </p:nvSpPr>
            <p:spPr>
              <a:xfrm rot="0">
                <a:off x="1675" y="2825"/>
                <a:ext cx="1" cy="7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87" name=""/>
              <p:cNvSpPr/>
              <p:nvPr/>
            </p:nvSpPr>
            <p:spPr>
              <a:xfrm rot="0">
                <a:off x="1675" y="283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88" name=""/>
              <p:cNvSpPr/>
              <p:nvPr/>
            </p:nvSpPr>
            <p:spPr>
              <a:xfrm rot="0">
                <a:off x="1675" y="2818"/>
                <a:ext cx="18" cy="15"/>
              </a:xfrm>
              <a:custGeom>
                <a:avLst/>
                <a:ahLst/>
                <a:rect l="0" t="0" r="r" b="b"/>
                <a:pathLst>
                  <a:path w="72" h="58">
                    <a:moveTo>
                      <a:pt x="2" y="0"/>
                    </a:moveTo>
                    <a:lnTo>
                      <a:pt x="1" y="28"/>
                    </a:lnTo>
                    <a:lnTo>
                      <a:pt x="0" y="55"/>
                    </a:lnTo>
                    <a:lnTo>
                      <a:pt x="70" y="58"/>
                    </a:lnTo>
                    <a:lnTo>
                      <a:pt x="71" y="30"/>
                    </a:lnTo>
                    <a:lnTo>
                      <a:pt x="72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89" name=""/>
              <p:cNvSpPr/>
              <p:nvPr/>
            </p:nvSpPr>
            <p:spPr>
              <a:xfrm rot="0">
                <a:off x="1675" y="2818"/>
                <a:ext cx="18" cy="15"/>
              </a:xfrm>
              <a:custGeom>
                <a:avLst/>
                <a:ahLst/>
                <a:rect l="0" t="0" r="r" b="b"/>
                <a:pathLst>
                  <a:path w="72" h="58">
                    <a:moveTo>
                      <a:pt x="2" y="0"/>
                    </a:moveTo>
                    <a:lnTo>
                      <a:pt x="1" y="28"/>
                    </a:lnTo>
                    <a:lnTo>
                      <a:pt x="0" y="55"/>
                    </a:lnTo>
                    <a:lnTo>
                      <a:pt x="70" y="58"/>
                    </a:lnTo>
                    <a:lnTo>
                      <a:pt x="71" y="30"/>
                    </a:lnTo>
                    <a:lnTo>
                      <a:pt x="72" y="2"/>
                    </a:lnTo>
                    <a:lnTo>
                      <a:pt x="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90" name=""/>
              <p:cNvSpPr/>
              <p:nvPr/>
            </p:nvSpPr>
            <p:spPr>
              <a:xfrm rot="0">
                <a:off x="1693" y="2826"/>
                <a:ext cx="1" cy="7"/>
              </a:xfrm>
              <a:custGeom>
                <a:avLst/>
                <a:ahLst/>
                <a:rect l="0" t="0" r="r" b="b"/>
                <a:pathLst>
                  <a:path w="2" h="28">
                    <a:moveTo>
                      <a:pt x="1" y="0"/>
                    </a:moveTo>
                    <a:lnTo>
                      <a:pt x="0" y="28"/>
                    </a:lnTo>
                    <a:lnTo>
                      <a:pt x="2" y="28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91" name=""/>
              <p:cNvSpPr/>
              <p:nvPr/>
            </p:nvSpPr>
            <p:spPr>
              <a:xfrm rot="0">
                <a:off x="1693" y="28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92" name=""/>
              <p:cNvSpPr/>
              <p:nvPr/>
            </p:nvSpPr>
            <p:spPr>
              <a:xfrm rot="0">
                <a:off x="1693" y="2818"/>
                <a:ext cx="18" cy="15"/>
              </a:xfrm>
              <a:custGeom>
                <a:avLst/>
                <a:ahLst/>
                <a:rect l="0" t="0" r="r" b="b"/>
                <a:pathLst>
                  <a:path w="73" h="58">
                    <a:moveTo>
                      <a:pt x="0" y="2"/>
                    </a:moveTo>
                    <a:lnTo>
                      <a:pt x="1" y="30"/>
                    </a:lnTo>
                    <a:lnTo>
                      <a:pt x="2" y="58"/>
                    </a:lnTo>
                    <a:lnTo>
                      <a:pt x="73" y="55"/>
                    </a:lnTo>
                    <a:lnTo>
                      <a:pt x="72" y="28"/>
                    </a:lnTo>
                    <a:lnTo>
                      <a:pt x="71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93" name=""/>
              <p:cNvSpPr/>
              <p:nvPr/>
            </p:nvSpPr>
            <p:spPr>
              <a:xfrm rot="0">
                <a:off x="1693" y="2818"/>
                <a:ext cx="18" cy="15"/>
              </a:xfrm>
              <a:custGeom>
                <a:avLst/>
                <a:ahLst/>
                <a:rect l="0" t="0" r="r" b="b"/>
                <a:pathLst>
                  <a:path w="73" h="58">
                    <a:moveTo>
                      <a:pt x="0" y="2"/>
                    </a:moveTo>
                    <a:lnTo>
                      <a:pt x="1" y="30"/>
                    </a:lnTo>
                    <a:lnTo>
                      <a:pt x="2" y="58"/>
                    </a:lnTo>
                    <a:lnTo>
                      <a:pt x="73" y="55"/>
                    </a:lnTo>
                    <a:lnTo>
                      <a:pt x="72" y="28"/>
                    </a:lnTo>
                    <a:lnTo>
                      <a:pt x="71" y="0"/>
                    </a:lnTo>
                    <a:lnTo>
                      <a:pt x="0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94" name=""/>
              <p:cNvSpPr/>
              <p:nvPr/>
            </p:nvSpPr>
            <p:spPr>
              <a:xfrm rot="0">
                <a:off x="1711" y="2825"/>
                <a:ext cx="1" cy="7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0" y="0"/>
                    </a:moveTo>
                    <a:lnTo>
                      <a:pt x="1" y="27"/>
                    </a:lnTo>
                    <a:lnTo>
                      <a:pt x="2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95" name=""/>
              <p:cNvSpPr/>
              <p:nvPr/>
            </p:nvSpPr>
            <p:spPr>
              <a:xfrm rot="0">
                <a:off x="1711" y="283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96" name=""/>
              <p:cNvSpPr/>
              <p:nvPr/>
            </p:nvSpPr>
            <p:spPr>
              <a:xfrm rot="0">
                <a:off x="1710" y="2817"/>
                <a:ext cx="19" cy="15"/>
              </a:xfrm>
              <a:custGeom>
                <a:avLst/>
                <a:ahLst/>
                <a:rect l="0" t="0" r="r" b="b"/>
                <a:pathLst>
                  <a:path w="74" h="61">
                    <a:moveTo>
                      <a:pt x="0" y="6"/>
                    </a:moveTo>
                    <a:lnTo>
                      <a:pt x="2" y="34"/>
                    </a:lnTo>
                    <a:lnTo>
                      <a:pt x="4" y="61"/>
                    </a:lnTo>
                    <a:lnTo>
                      <a:pt x="74" y="56"/>
                    </a:lnTo>
                    <a:lnTo>
                      <a:pt x="72" y="28"/>
                    </a:lnTo>
                    <a:lnTo>
                      <a:pt x="70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97" name=""/>
              <p:cNvSpPr/>
              <p:nvPr/>
            </p:nvSpPr>
            <p:spPr>
              <a:xfrm rot="0">
                <a:off x="1710" y="2817"/>
                <a:ext cx="19" cy="15"/>
              </a:xfrm>
              <a:custGeom>
                <a:avLst/>
                <a:ahLst/>
                <a:rect l="0" t="0" r="r" b="b"/>
                <a:pathLst>
                  <a:path w="74" h="61">
                    <a:moveTo>
                      <a:pt x="0" y="6"/>
                    </a:moveTo>
                    <a:lnTo>
                      <a:pt x="2" y="34"/>
                    </a:lnTo>
                    <a:lnTo>
                      <a:pt x="4" y="61"/>
                    </a:lnTo>
                    <a:lnTo>
                      <a:pt x="74" y="56"/>
                    </a:lnTo>
                    <a:lnTo>
                      <a:pt x="72" y="28"/>
                    </a:lnTo>
                    <a:lnTo>
                      <a:pt x="70" y="0"/>
                    </a:lnTo>
                    <a:lnTo>
                      <a:pt x="0" y="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498" name=""/>
              <p:cNvSpPr/>
              <p:nvPr/>
            </p:nvSpPr>
            <p:spPr>
              <a:xfrm rot="0">
                <a:off x="1728" y="2824"/>
                <a:ext cx="1" cy="7"/>
              </a:xfrm>
              <a:custGeom>
                <a:avLst/>
                <a:ahLst/>
                <a:rect l="0" t="0" r="r" b="b"/>
                <a:pathLst>
                  <a:path w="3" h="28">
                    <a:moveTo>
                      <a:pt x="0" y="0"/>
                    </a:moveTo>
                    <a:lnTo>
                      <a:pt x="2" y="28"/>
                    </a:lnTo>
                    <a:lnTo>
                      <a:pt x="3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499" name=""/>
              <p:cNvSpPr/>
              <p:nvPr/>
            </p:nvSpPr>
            <p:spPr>
              <a:xfrm rot="0">
                <a:off x="1729" y="28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00" name=""/>
              <p:cNvSpPr/>
              <p:nvPr/>
            </p:nvSpPr>
            <p:spPr>
              <a:xfrm rot="0">
                <a:off x="1727" y="2815"/>
                <a:ext cx="20" cy="16"/>
              </a:xfrm>
              <a:custGeom>
                <a:avLst/>
                <a:ahLst/>
                <a:rect l="0" t="0" r="r" b="b"/>
                <a:pathLst>
                  <a:path w="76" h="64">
                    <a:moveTo>
                      <a:pt x="0" y="8"/>
                    </a:moveTo>
                    <a:lnTo>
                      <a:pt x="3" y="36"/>
                    </a:lnTo>
                    <a:lnTo>
                      <a:pt x="6" y="64"/>
                    </a:lnTo>
                    <a:lnTo>
                      <a:pt x="76" y="55"/>
                    </a:lnTo>
                    <a:lnTo>
                      <a:pt x="73" y="27"/>
                    </a:lnTo>
                    <a:lnTo>
                      <a:pt x="70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01" name=""/>
              <p:cNvSpPr/>
              <p:nvPr/>
            </p:nvSpPr>
            <p:spPr>
              <a:xfrm rot="0">
                <a:off x="1727" y="2815"/>
                <a:ext cx="20" cy="16"/>
              </a:xfrm>
              <a:custGeom>
                <a:avLst/>
                <a:ahLst/>
                <a:rect l="0" t="0" r="r" b="b"/>
                <a:pathLst>
                  <a:path w="76" h="64">
                    <a:moveTo>
                      <a:pt x="0" y="8"/>
                    </a:moveTo>
                    <a:lnTo>
                      <a:pt x="3" y="36"/>
                    </a:lnTo>
                    <a:lnTo>
                      <a:pt x="6" y="64"/>
                    </a:lnTo>
                    <a:lnTo>
                      <a:pt x="76" y="55"/>
                    </a:lnTo>
                    <a:lnTo>
                      <a:pt x="73" y="27"/>
                    </a:lnTo>
                    <a:lnTo>
                      <a:pt x="70" y="0"/>
                    </a:lnTo>
                    <a:lnTo>
                      <a:pt x="0" y="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02" name=""/>
              <p:cNvSpPr/>
              <p:nvPr/>
            </p:nvSpPr>
            <p:spPr>
              <a:xfrm rot="0">
                <a:off x="1746" y="2822"/>
                <a:ext cx="1" cy="6"/>
              </a:xfrm>
              <a:custGeom>
                <a:avLst/>
                <a:ahLst/>
                <a:rect l="0" t="0" r="r" b="b"/>
                <a:pathLst>
                  <a:path w="5" h="28">
                    <a:moveTo>
                      <a:pt x="0" y="0"/>
                    </a:moveTo>
                    <a:lnTo>
                      <a:pt x="3" y="28"/>
                    </a:lnTo>
                    <a:lnTo>
                      <a:pt x="5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03" name=""/>
              <p:cNvSpPr/>
              <p:nvPr/>
            </p:nvSpPr>
            <p:spPr>
              <a:xfrm rot="0">
                <a:off x="1747" y="28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04" name=""/>
              <p:cNvSpPr/>
              <p:nvPr/>
            </p:nvSpPr>
            <p:spPr>
              <a:xfrm rot="0">
                <a:off x="1744" y="2811"/>
                <a:ext cx="20" cy="17"/>
              </a:xfrm>
              <a:custGeom>
                <a:avLst/>
                <a:ahLst/>
                <a:rect l="0" t="0" r="r" b="b"/>
                <a:pathLst>
                  <a:path w="80" h="69">
                    <a:moveTo>
                      <a:pt x="0" y="14"/>
                    </a:moveTo>
                    <a:lnTo>
                      <a:pt x="6" y="41"/>
                    </a:lnTo>
                    <a:lnTo>
                      <a:pt x="11" y="69"/>
                    </a:lnTo>
                    <a:lnTo>
                      <a:pt x="80" y="56"/>
                    </a:lnTo>
                    <a:lnTo>
                      <a:pt x="75" y="28"/>
                    </a:lnTo>
                    <a:lnTo>
                      <a:pt x="69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05" name=""/>
              <p:cNvSpPr/>
              <p:nvPr/>
            </p:nvSpPr>
            <p:spPr>
              <a:xfrm rot="0">
                <a:off x="1744" y="2811"/>
                <a:ext cx="20" cy="17"/>
              </a:xfrm>
              <a:custGeom>
                <a:avLst/>
                <a:ahLst/>
                <a:rect l="0" t="0" r="r" b="b"/>
                <a:pathLst>
                  <a:path w="80" h="69">
                    <a:moveTo>
                      <a:pt x="0" y="14"/>
                    </a:moveTo>
                    <a:lnTo>
                      <a:pt x="6" y="41"/>
                    </a:lnTo>
                    <a:lnTo>
                      <a:pt x="11" y="69"/>
                    </a:lnTo>
                    <a:lnTo>
                      <a:pt x="80" y="56"/>
                    </a:lnTo>
                    <a:lnTo>
                      <a:pt x="75" y="28"/>
                    </a:lnTo>
                    <a:lnTo>
                      <a:pt x="69" y="0"/>
                    </a:lnTo>
                    <a:lnTo>
                      <a:pt x="0" y="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06" name=""/>
              <p:cNvSpPr/>
              <p:nvPr/>
            </p:nvSpPr>
            <p:spPr>
              <a:xfrm rot="0">
                <a:off x="1763" y="2818"/>
                <a:ext cx="2" cy="7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0" y="0"/>
                    </a:moveTo>
                    <a:lnTo>
                      <a:pt x="5" y="28"/>
                    </a:lnTo>
                    <a:lnTo>
                      <a:pt x="6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07" name=""/>
              <p:cNvSpPr/>
              <p:nvPr/>
            </p:nvSpPr>
            <p:spPr>
              <a:xfrm rot="0">
                <a:off x="1764" y="28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08" name=""/>
              <p:cNvSpPr/>
              <p:nvPr/>
            </p:nvSpPr>
            <p:spPr>
              <a:xfrm rot="0">
                <a:off x="1761" y="2807"/>
                <a:ext cx="21" cy="18"/>
              </a:xfrm>
              <a:custGeom>
                <a:avLst/>
                <a:ahLst/>
                <a:rect l="0" t="0" r="r" b="b"/>
                <a:pathLst>
                  <a:path w="82" h="74">
                    <a:moveTo>
                      <a:pt x="0" y="18"/>
                    </a:moveTo>
                    <a:lnTo>
                      <a:pt x="7" y="46"/>
                    </a:lnTo>
                    <a:lnTo>
                      <a:pt x="13" y="74"/>
                    </a:lnTo>
                    <a:lnTo>
                      <a:pt x="82" y="56"/>
                    </a:lnTo>
                    <a:lnTo>
                      <a:pt x="75" y="28"/>
                    </a:lnTo>
                    <a:lnTo>
                      <a:pt x="69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09" name=""/>
              <p:cNvSpPr/>
              <p:nvPr/>
            </p:nvSpPr>
            <p:spPr>
              <a:xfrm rot="0">
                <a:off x="1761" y="2807"/>
                <a:ext cx="21" cy="18"/>
              </a:xfrm>
              <a:custGeom>
                <a:avLst/>
                <a:ahLst/>
                <a:rect l="0" t="0" r="r" b="b"/>
                <a:pathLst>
                  <a:path w="82" h="74">
                    <a:moveTo>
                      <a:pt x="0" y="18"/>
                    </a:moveTo>
                    <a:lnTo>
                      <a:pt x="7" y="46"/>
                    </a:lnTo>
                    <a:lnTo>
                      <a:pt x="13" y="74"/>
                    </a:lnTo>
                    <a:lnTo>
                      <a:pt x="82" y="56"/>
                    </a:lnTo>
                    <a:lnTo>
                      <a:pt x="75" y="28"/>
                    </a:lnTo>
                    <a:lnTo>
                      <a:pt x="69" y="0"/>
                    </a:lnTo>
                    <a:lnTo>
                      <a:pt x="0" y="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10" name=""/>
              <p:cNvSpPr/>
              <p:nvPr/>
            </p:nvSpPr>
            <p:spPr>
              <a:xfrm rot="0">
                <a:off x="1780" y="2814"/>
                <a:ext cx="2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7" y="28"/>
                    </a:lnTo>
                    <a:lnTo>
                      <a:pt x="8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11" name=""/>
              <p:cNvSpPr/>
              <p:nvPr/>
            </p:nvSpPr>
            <p:spPr>
              <a:xfrm rot="0" flipV="1">
                <a:off x="1782" y="282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12" name=""/>
              <p:cNvSpPr/>
              <p:nvPr/>
            </p:nvSpPr>
            <p:spPr>
              <a:xfrm rot="0">
                <a:off x="1778" y="2802"/>
                <a:ext cx="21" cy="18"/>
              </a:xfrm>
              <a:custGeom>
                <a:avLst/>
                <a:ahLst/>
                <a:rect l="0" t="0" r="r" b="b"/>
                <a:pathLst>
                  <a:path w="83" h="73">
                    <a:moveTo>
                      <a:pt x="0" y="20"/>
                    </a:moveTo>
                    <a:lnTo>
                      <a:pt x="7" y="46"/>
                    </a:lnTo>
                    <a:lnTo>
                      <a:pt x="15" y="73"/>
                    </a:lnTo>
                    <a:lnTo>
                      <a:pt x="83" y="53"/>
                    </a:lnTo>
                    <a:lnTo>
                      <a:pt x="75" y="26"/>
                    </a:lnTo>
                    <a:lnTo>
                      <a:pt x="67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13" name=""/>
              <p:cNvSpPr/>
              <p:nvPr/>
            </p:nvSpPr>
            <p:spPr>
              <a:xfrm rot="0">
                <a:off x="1778" y="2802"/>
                <a:ext cx="21" cy="18"/>
              </a:xfrm>
              <a:custGeom>
                <a:avLst/>
                <a:ahLst/>
                <a:rect l="0" t="0" r="r" b="b"/>
                <a:pathLst>
                  <a:path w="83" h="73">
                    <a:moveTo>
                      <a:pt x="0" y="20"/>
                    </a:moveTo>
                    <a:lnTo>
                      <a:pt x="7" y="46"/>
                    </a:lnTo>
                    <a:lnTo>
                      <a:pt x="15" y="73"/>
                    </a:lnTo>
                    <a:lnTo>
                      <a:pt x="83" y="53"/>
                    </a:lnTo>
                    <a:lnTo>
                      <a:pt x="75" y="26"/>
                    </a:lnTo>
                    <a:lnTo>
                      <a:pt x="67" y="0"/>
                    </a:lnTo>
                    <a:lnTo>
                      <a:pt x="0" y="2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14" name=""/>
              <p:cNvSpPr/>
              <p:nvPr/>
            </p:nvSpPr>
            <p:spPr>
              <a:xfrm rot="0">
                <a:off x="1797" y="2809"/>
                <a:ext cx="2" cy="6"/>
              </a:xfrm>
              <a:custGeom>
                <a:avLst/>
                <a:ahLst/>
                <a:rect l="0" t="0" r="r" b="b"/>
                <a:pathLst>
                  <a:path w="10" h="27">
                    <a:moveTo>
                      <a:pt x="0" y="0"/>
                    </a:moveTo>
                    <a:lnTo>
                      <a:pt x="8" y="27"/>
                    </a:lnTo>
                    <a:lnTo>
                      <a:pt x="10" y="2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15" name=""/>
              <p:cNvSpPr/>
              <p:nvPr/>
            </p:nvSpPr>
            <p:spPr>
              <a:xfrm rot="0">
                <a:off x="1799" y="281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16" name=""/>
              <p:cNvSpPr/>
              <p:nvPr/>
            </p:nvSpPr>
            <p:spPr>
              <a:xfrm rot="0">
                <a:off x="1795" y="2796"/>
                <a:ext cx="21" cy="19"/>
              </a:xfrm>
              <a:custGeom>
                <a:avLst/>
                <a:ahLst/>
                <a:rect l="0" t="0" r="r" b="b"/>
                <a:pathLst>
                  <a:path w="85" h="78">
                    <a:moveTo>
                      <a:pt x="0" y="25"/>
                    </a:moveTo>
                    <a:lnTo>
                      <a:pt x="10" y="51"/>
                    </a:lnTo>
                    <a:lnTo>
                      <a:pt x="20" y="78"/>
                    </a:lnTo>
                    <a:lnTo>
                      <a:pt x="85" y="53"/>
                    </a:lnTo>
                    <a:lnTo>
                      <a:pt x="75" y="27"/>
                    </a:lnTo>
                    <a:lnTo>
                      <a:pt x="65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17" name=""/>
              <p:cNvSpPr/>
              <p:nvPr/>
            </p:nvSpPr>
            <p:spPr>
              <a:xfrm rot="0">
                <a:off x="1795" y="2796"/>
                <a:ext cx="21" cy="19"/>
              </a:xfrm>
              <a:custGeom>
                <a:avLst/>
                <a:ahLst/>
                <a:rect l="0" t="0" r="r" b="b"/>
                <a:pathLst>
                  <a:path w="85" h="78">
                    <a:moveTo>
                      <a:pt x="0" y="25"/>
                    </a:moveTo>
                    <a:lnTo>
                      <a:pt x="10" y="51"/>
                    </a:lnTo>
                    <a:lnTo>
                      <a:pt x="20" y="78"/>
                    </a:lnTo>
                    <a:lnTo>
                      <a:pt x="85" y="53"/>
                    </a:lnTo>
                    <a:lnTo>
                      <a:pt x="75" y="27"/>
                    </a:lnTo>
                    <a:lnTo>
                      <a:pt x="65" y="0"/>
                    </a:lnTo>
                    <a:lnTo>
                      <a:pt x="0" y="2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18" name=""/>
              <p:cNvSpPr/>
              <p:nvPr/>
            </p:nvSpPr>
            <p:spPr>
              <a:xfrm rot="0">
                <a:off x="1813" y="2803"/>
                <a:ext cx="3" cy="6"/>
              </a:xfrm>
              <a:custGeom>
                <a:avLst/>
                <a:ahLst/>
                <a:rect l="0" t="0" r="r" b="b"/>
                <a:pathLst>
                  <a:path w="12" h="26">
                    <a:moveTo>
                      <a:pt x="0" y="0"/>
                    </a:moveTo>
                    <a:lnTo>
                      <a:pt x="10" y="26"/>
                    </a:lnTo>
                    <a:lnTo>
                      <a:pt x="12" y="2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19" name=""/>
              <p:cNvSpPr/>
              <p:nvPr/>
            </p:nvSpPr>
            <p:spPr>
              <a:xfrm rot="0" flipV="1">
                <a:off x="1816" y="28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20" name=""/>
              <p:cNvSpPr/>
              <p:nvPr/>
            </p:nvSpPr>
            <p:spPr>
              <a:xfrm rot="0">
                <a:off x="1811" y="2789"/>
                <a:ext cx="21" cy="20"/>
              </a:xfrm>
              <a:custGeom>
                <a:avLst/>
                <a:ahLst/>
                <a:rect l="0" t="0" r="r" b="b"/>
                <a:pathLst>
                  <a:path w="88" h="78">
                    <a:moveTo>
                      <a:pt x="0" y="27"/>
                    </a:moveTo>
                    <a:lnTo>
                      <a:pt x="11" y="53"/>
                    </a:lnTo>
                    <a:lnTo>
                      <a:pt x="23" y="78"/>
                    </a:lnTo>
                    <a:lnTo>
                      <a:pt x="88" y="51"/>
                    </a:lnTo>
                    <a:lnTo>
                      <a:pt x="77" y="25"/>
                    </a:lnTo>
                    <a:lnTo>
                      <a:pt x="66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21" name=""/>
              <p:cNvSpPr/>
              <p:nvPr/>
            </p:nvSpPr>
            <p:spPr>
              <a:xfrm rot="0">
                <a:off x="1811" y="2789"/>
                <a:ext cx="21" cy="20"/>
              </a:xfrm>
              <a:custGeom>
                <a:avLst/>
                <a:ahLst/>
                <a:rect l="0" t="0" r="r" b="b"/>
                <a:pathLst>
                  <a:path w="88" h="78">
                    <a:moveTo>
                      <a:pt x="0" y="27"/>
                    </a:moveTo>
                    <a:lnTo>
                      <a:pt x="11" y="53"/>
                    </a:lnTo>
                    <a:lnTo>
                      <a:pt x="23" y="78"/>
                    </a:lnTo>
                    <a:lnTo>
                      <a:pt x="88" y="51"/>
                    </a:lnTo>
                    <a:lnTo>
                      <a:pt x="77" y="25"/>
                    </a:lnTo>
                    <a:lnTo>
                      <a:pt x="66" y="0"/>
                    </a:lnTo>
                    <a:lnTo>
                      <a:pt x="0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22" name=""/>
              <p:cNvSpPr/>
              <p:nvPr/>
            </p:nvSpPr>
            <p:spPr>
              <a:xfrm rot="0">
                <a:off x="1830" y="2796"/>
                <a:ext cx="3" cy="6"/>
              </a:xfrm>
              <a:custGeom>
                <a:avLst/>
                <a:ahLst/>
                <a:rect l="0" t="0" r="r" b="b"/>
                <a:pathLst>
                  <a:path w="13" h="26">
                    <a:moveTo>
                      <a:pt x="0" y="0"/>
                    </a:moveTo>
                    <a:lnTo>
                      <a:pt x="11" y="26"/>
                    </a:lnTo>
                    <a:lnTo>
                      <a:pt x="13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23" name=""/>
              <p:cNvSpPr/>
              <p:nvPr/>
            </p:nvSpPr>
            <p:spPr>
              <a:xfrm rot="0">
                <a:off x="1832" y="2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24" name=""/>
              <p:cNvSpPr/>
              <p:nvPr/>
            </p:nvSpPr>
            <p:spPr>
              <a:xfrm rot="0">
                <a:off x="1826" y="2781"/>
                <a:ext cx="23" cy="21"/>
              </a:xfrm>
              <a:custGeom>
                <a:avLst/>
                <a:ahLst/>
                <a:rect l="0" t="0" r="r" b="b"/>
                <a:pathLst>
                  <a:path w="88" h="84">
                    <a:moveTo>
                      <a:pt x="0" y="33"/>
                    </a:moveTo>
                    <a:lnTo>
                      <a:pt x="13" y="58"/>
                    </a:lnTo>
                    <a:lnTo>
                      <a:pt x="26" y="84"/>
                    </a:lnTo>
                    <a:lnTo>
                      <a:pt x="88" y="51"/>
                    </a:lnTo>
                    <a:lnTo>
                      <a:pt x="75" y="26"/>
                    </a:lnTo>
                    <a:lnTo>
                      <a:pt x="62" y="0"/>
                    </a:lnTo>
                    <a:lnTo>
                      <a:pt x="0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25" name=""/>
              <p:cNvSpPr/>
              <p:nvPr/>
            </p:nvSpPr>
            <p:spPr>
              <a:xfrm rot="0">
                <a:off x="1826" y="2781"/>
                <a:ext cx="23" cy="21"/>
              </a:xfrm>
              <a:custGeom>
                <a:avLst/>
                <a:ahLst/>
                <a:rect l="0" t="0" r="r" b="b"/>
                <a:pathLst>
                  <a:path w="88" h="84">
                    <a:moveTo>
                      <a:pt x="0" y="33"/>
                    </a:moveTo>
                    <a:lnTo>
                      <a:pt x="13" y="58"/>
                    </a:lnTo>
                    <a:lnTo>
                      <a:pt x="26" y="84"/>
                    </a:lnTo>
                    <a:lnTo>
                      <a:pt x="88" y="51"/>
                    </a:lnTo>
                    <a:lnTo>
                      <a:pt x="75" y="26"/>
                    </a:lnTo>
                    <a:lnTo>
                      <a:pt x="62" y="0"/>
                    </a:lnTo>
                    <a:lnTo>
                      <a:pt x="0" y="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26" name=""/>
              <p:cNvSpPr/>
              <p:nvPr/>
            </p:nvSpPr>
            <p:spPr>
              <a:xfrm rot="0">
                <a:off x="1845" y="2788"/>
                <a:ext cx="4" cy="6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0"/>
                    </a:moveTo>
                    <a:lnTo>
                      <a:pt x="13" y="25"/>
                    </a:lnTo>
                    <a:lnTo>
                      <a:pt x="13" y="2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27" name=""/>
              <p:cNvSpPr/>
              <p:nvPr/>
            </p:nvSpPr>
            <p:spPr>
              <a:xfrm rot="0" flipV="1">
                <a:off x="1849" y="27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28" name=""/>
              <p:cNvSpPr/>
              <p:nvPr/>
            </p:nvSpPr>
            <p:spPr>
              <a:xfrm rot="0">
                <a:off x="1842" y="2773"/>
                <a:ext cx="22" cy="21"/>
              </a:xfrm>
              <a:custGeom>
                <a:avLst/>
                <a:ahLst/>
                <a:rect l="0" t="0" r="r" b="b"/>
                <a:pathLst>
                  <a:path w="88" h="83">
                    <a:moveTo>
                      <a:pt x="0" y="35"/>
                    </a:moveTo>
                    <a:lnTo>
                      <a:pt x="13" y="59"/>
                    </a:lnTo>
                    <a:lnTo>
                      <a:pt x="26" y="83"/>
                    </a:lnTo>
                    <a:lnTo>
                      <a:pt x="88" y="49"/>
                    </a:lnTo>
                    <a:lnTo>
                      <a:pt x="75" y="25"/>
                    </a:lnTo>
                    <a:lnTo>
                      <a:pt x="62" y="0"/>
                    </a:lnTo>
                    <a:lnTo>
                      <a:pt x="0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29" name=""/>
              <p:cNvSpPr/>
              <p:nvPr/>
            </p:nvSpPr>
            <p:spPr>
              <a:xfrm rot="0">
                <a:off x="1842" y="2773"/>
                <a:ext cx="22" cy="21"/>
              </a:xfrm>
              <a:custGeom>
                <a:avLst/>
                <a:ahLst/>
                <a:rect l="0" t="0" r="r" b="b"/>
                <a:pathLst>
                  <a:path w="88" h="83">
                    <a:moveTo>
                      <a:pt x="0" y="35"/>
                    </a:moveTo>
                    <a:lnTo>
                      <a:pt x="13" y="59"/>
                    </a:lnTo>
                    <a:lnTo>
                      <a:pt x="26" y="83"/>
                    </a:lnTo>
                    <a:lnTo>
                      <a:pt x="88" y="49"/>
                    </a:lnTo>
                    <a:lnTo>
                      <a:pt x="75" y="25"/>
                    </a:lnTo>
                    <a:lnTo>
                      <a:pt x="62" y="0"/>
                    </a:lnTo>
                    <a:lnTo>
                      <a:pt x="0" y="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30" name=""/>
              <p:cNvSpPr/>
              <p:nvPr/>
            </p:nvSpPr>
            <p:spPr>
              <a:xfrm rot="0">
                <a:off x="1861" y="2779"/>
                <a:ext cx="4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0" y="0"/>
                    </a:moveTo>
                    <a:lnTo>
                      <a:pt x="13" y="24"/>
                    </a:lnTo>
                    <a:lnTo>
                      <a:pt x="16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31" name=""/>
              <p:cNvSpPr/>
              <p:nvPr/>
            </p:nvSpPr>
            <p:spPr>
              <a:xfrm rot="0" flipV="1">
                <a:off x="1864" y="27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32" name=""/>
              <p:cNvSpPr/>
              <p:nvPr/>
            </p:nvSpPr>
            <p:spPr>
              <a:xfrm rot="0">
                <a:off x="1857" y="2764"/>
                <a:ext cx="22" cy="21"/>
              </a:xfrm>
              <a:custGeom>
                <a:avLst/>
                <a:ahLst/>
                <a:rect l="0" t="0" r="r" b="b"/>
                <a:pathLst>
                  <a:path w="89" h="84">
                    <a:moveTo>
                      <a:pt x="0" y="37"/>
                    </a:moveTo>
                    <a:lnTo>
                      <a:pt x="15" y="61"/>
                    </a:lnTo>
                    <a:lnTo>
                      <a:pt x="31" y="84"/>
                    </a:lnTo>
                    <a:lnTo>
                      <a:pt x="89" y="46"/>
                    </a:lnTo>
                    <a:lnTo>
                      <a:pt x="74" y="23"/>
                    </a:lnTo>
                    <a:lnTo>
                      <a:pt x="58" y="0"/>
                    </a:lnTo>
                    <a:lnTo>
                      <a:pt x="0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33" name=""/>
              <p:cNvSpPr/>
              <p:nvPr/>
            </p:nvSpPr>
            <p:spPr>
              <a:xfrm rot="0">
                <a:off x="1857" y="2764"/>
                <a:ext cx="22" cy="21"/>
              </a:xfrm>
              <a:custGeom>
                <a:avLst/>
                <a:ahLst/>
                <a:rect l="0" t="0" r="r" b="b"/>
                <a:pathLst>
                  <a:path w="89" h="84">
                    <a:moveTo>
                      <a:pt x="0" y="37"/>
                    </a:moveTo>
                    <a:lnTo>
                      <a:pt x="15" y="61"/>
                    </a:lnTo>
                    <a:lnTo>
                      <a:pt x="31" y="84"/>
                    </a:lnTo>
                    <a:lnTo>
                      <a:pt x="89" y="46"/>
                    </a:lnTo>
                    <a:lnTo>
                      <a:pt x="74" y="23"/>
                    </a:lnTo>
                    <a:lnTo>
                      <a:pt x="58" y="0"/>
                    </a:lnTo>
                    <a:lnTo>
                      <a:pt x="0" y="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34" name=""/>
              <p:cNvSpPr/>
              <p:nvPr/>
            </p:nvSpPr>
            <p:spPr>
              <a:xfrm rot="0">
                <a:off x="1875" y="2770"/>
                <a:ext cx="5" cy="6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0" y="0"/>
                    </a:moveTo>
                    <a:lnTo>
                      <a:pt x="15" y="23"/>
                    </a:lnTo>
                    <a:lnTo>
                      <a:pt x="16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35" name=""/>
              <p:cNvSpPr/>
              <p:nvPr/>
            </p:nvSpPr>
            <p:spPr>
              <a:xfrm rot="0">
                <a:off x="1879" y="27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36" name=""/>
              <p:cNvSpPr/>
              <p:nvPr/>
            </p:nvSpPr>
            <p:spPr>
              <a:xfrm rot="0">
                <a:off x="1871" y="2754"/>
                <a:ext cx="23" cy="22"/>
              </a:xfrm>
              <a:custGeom>
                <a:avLst/>
                <a:ahLst/>
                <a:rect l="0" t="0" r="r" b="b"/>
                <a:pathLst>
                  <a:path w="91" h="87">
                    <a:moveTo>
                      <a:pt x="0" y="41"/>
                    </a:moveTo>
                    <a:lnTo>
                      <a:pt x="17" y="64"/>
                    </a:lnTo>
                    <a:lnTo>
                      <a:pt x="33" y="87"/>
                    </a:lnTo>
                    <a:lnTo>
                      <a:pt x="91" y="46"/>
                    </a:lnTo>
                    <a:lnTo>
                      <a:pt x="75" y="23"/>
                    </a:lnTo>
                    <a:lnTo>
                      <a:pt x="58" y="0"/>
                    </a:lnTo>
                    <a:lnTo>
                      <a:pt x="0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37" name=""/>
              <p:cNvSpPr/>
              <p:nvPr/>
            </p:nvSpPr>
            <p:spPr>
              <a:xfrm rot="0">
                <a:off x="1871" y="2754"/>
                <a:ext cx="23" cy="22"/>
              </a:xfrm>
              <a:custGeom>
                <a:avLst/>
                <a:ahLst/>
                <a:rect l="0" t="0" r="r" b="b"/>
                <a:pathLst>
                  <a:path w="91" h="87">
                    <a:moveTo>
                      <a:pt x="0" y="41"/>
                    </a:moveTo>
                    <a:lnTo>
                      <a:pt x="17" y="64"/>
                    </a:lnTo>
                    <a:lnTo>
                      <a:pt x="33" y="87"/>
                    </a:lnTo>
                    <a:lnTo>
                      <a:pt x="91" y="46"/>
                    </a:lnTo>
                    <a:lnTo>
                      <a:pt x="75" y="23"/>
                    </a:lnTo>
                    <a:lnTo>
                      <a:pt x="58" y="0"/>
                    </a:lnTo>
                    <a:lnTo>
                      <a:pt x="0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38" name=""/>
              <p:cNvSpPr/>
              <p:nvPr/>
            </p:nvSpPr>
            <p:spPr>
              <a:xfrm rot="0">
                <a:off x="1890" y="2759"/>
                <a:ext cx="4" cy="6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0" y="0"/>
                    </a:moveTo>
                    <a:lnTo>
                      <a:pt x="16" y="23"/>
                    </a:lnTo>
                    <a:lnTo>
                      <a:pt x="17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39" name=""/>
              <p:cNvSpPr/>
              <p:nvPr/>
            </p:nvSpPr>
            <p:spPr>
              <a:xfrm rot="0" flipV="1">
                <a:off x="1894" y="276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40" name=""/>
              <p:cNvSpPr/>
              <p:nvPr/>
            </p:nvSpPr>
            <p:spPr>
              <a:xfrm rot="0">
                <a:off x="1885" y="2743"/>
                <a:ext cx="23" cy="22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0" y="45"/>
                    </a:moveTo>
                    <a:lnTo>
                      <a:pt x="18" y="67"/>
                    </a:lnTo>
                    <a:lnTo>
                      <a:pt x="35" y="89"/>
                    </a:lnTo>
                    <a:lnTo>
                      <a:pt x="90" y="45"/>
                    </a:lnTo>
                    <a:lnTo>
                      <a:pt x="72" y="22"/>
                    </a:lnTo>
                    <a:lnTo>
                      <a:pt x="54" y="0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41" name=""/>
              <p:cNvSpPr/>
              <p:nvPr/>
            </p:nvSpPr>
            <p:spPr>
              <a:xfrm rot="0">
                <a:off x="1885" y="2743"/>
                <a:ext cx="23" cy="22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0" y="45"/>
                    </a:moveTo>
                    <a:lnTo>
                      <a:pt x="18" y="67"/>
                    </a:lnTo>
                    <a:lnTo>
                      <a:pt x="35" y="89"/>
                    </a:lnTo>
                    <a:lnTo>
                      <a:pt x="90" y="45"/>
                    </a:lnTo>
                    <a:lnTo>
                      <a:pt x="72" y="22"/>
                    </a:lnTo>
                    <a:lnTo>
                      <a:pt x="54" y="0"/>
                    </a:lnTo>
                    <a:lnTo>
                      <a:pt x="0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42" name=""/>
              <p:cNvSpPr/>
              <p:nvPr/>
            </p:nvSpPr>
            <p:spPr>
              <a:xfrm rot="0">
                <a:off x="1903" y="2748"/>
                <a:ext cx="5" cy="6"/>
              </a:xfrm>
              <a:custGeom>
                <a:avLst/>
                <a:ahLst/>
                <a:rect l="0" t="0" r="r" b="b"/>
                <a:pathLst>
                  <a:path w="19" h="23">
                    <a:moveTo>
                      <a:pt x="0" y="0"/>
                    </a:moveTo>
                    <a:lnTo>
                      <a:pt x="18" y="23"/>
                    </a:lnTo>
                    <a:lnTo>
                      <a:pt x="19" y="2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43" name=""/>
              <p:cNvSpPr/>
              <p:nvPr/>
            </p:nvSpPr>
            <p:spPr>
              <a:xfrm rot="0" flipV="1">
                <a:off x="1908" y="275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44" name=""/>
              <p:cNvSpPr/>
              <p:nvPr/>
            </p:nvSpPr>
            <p:spPr>
              <a:xfrm rot="0">
                <a:off x="1899" y="2731"/>
                <a:ext cx="22" cy="23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0" y="46"/>
                    </a:moveTo>
                    <a:lnTo>
                      <a:pt x="19" y="67"/>
                    </a:lnTo>
                    <a:lnTo>
                      <a:pt x="38" y="89"/>
                    </a:lnTo>
                    <a:lnTo>
                      <a:pt x="90" y="42"/>
                    </a:lnTo>
                    <a:lnTo>
                      <a:pt x="71" y="21"/>
                    </a:lnTo>
                    <a:lnTo>
                      <a:pt x="52" y="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45" name=""/>
              <p:cNvSpPr/>
              <p:nvPr/>
            </p:nvSpPr>
            <p:spPr>
              <a:xfrm rot="0">
                <a:off x="1899" y="2731"/>
                <a:ext cx="22" cy="23"/>
              </a:xfrm>
              <a:custGeom>
                <a:avLst/>
                <a:ahLst/>
                <a:rect l="0" t="0" r="r" b="b"/>
                <a:pathLst>
                  <a:path w="90" h="89">
                    <a:moveTo>
                      <a:pt x="0" y="46"/>
                    </a:moveTo>
                    <a:lnTo>
                      <a:pt x="19" y="67"/>
                    </a:lnTo>
                    <a:lnTo>
                      <a:pt x="38" y="89"/>
                    </a:lnTo>
                    <a:lnTo>
                      <a:pt x="90" y="42"/>
                    </a:lnTo>
                    <a:lnTo>
                      <a:pt x="71" y="21"/>
                    </a:lnTo>
                    <a:lnTo>
                      <a:pt x="52" y="0"/>
                    </a:lnTo>
                    <a:lnTo>
                      <a:pt x="0" y="4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46" name=""/>
              <p:cNvSpPr/>
              <p:nvPr/>
            </p:nvSpPr>
            <p:spPr>
              <a:xfrm rot="0">
                <a:off x="1916" y="2737"/>
                <a:ext cx="5" cy="5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0" y="0"/>
                    </a:moveTo>
                    <a:lnTo>
                      <a:pt x="19" y="21"/>
                    </a:lnTo>
                    <a:lnTo>
                      <a:pt x="20" y="2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47" name=""/>
              <p:cNvSpPr/>
              <p:nvPr/>
            </p:nvSpPr>
            <p:spPr>
              <a:xfrm rot="0" flipV="1">
                <a:off x="1921" y="27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48" name=""/>
              <p:cNvSpPr/>
              <p:nvPr/>
            </p:nvSpPr>
            <p:spPr>
              <a:xfrm rot="0">
                <a:off x="1912" y="2719"/>
                <a:ext cx="22" cy="23"/>
              </a:xfrm>
              <a:custGeom>
                <a:avLst/>
                <a:ahLst/>
                <a:rect l="0" t="0" r="r" b="b"/>
                <a:pathLst>
                  <a:path w="90" h="90">
                    <a:moveTo>
                      <a:pt x="0" y="50"/>
                    </a:moveTo>
                    <a:lnTo>
                      <a:pt x="20" y="70"/>
                    </a:lnTo>
                    <a:lnTo>
                      <a:pt x="40" y="90"/>
                    </a:lnTo>
                    <a:lnTo>
                      <a:pt x="90" y="40"/>
                    </a:lnTo>
                    <a:lnTo>
                      <a:pt x="70" y="20"/>
                    </a:lnTo>
                    <a:lnTo>
                      <a:pt x="50" y="0"/>
                    </a:lnTo>
                    <a:lnTo>
                      <a:pt x="0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49" name=""/>
              <p:cNvSpPr/>
              <p:nvPr/>
            </p:nvSpPr>
            <p:spPr>
              <a:xfrm rot="0">
                <a:off x="1912" y="2719"/>
                <a:ext cx="22" cy="23"/>
              </a:xfrm>
              <a:custGeom>
                <a:avLst/>
                <a:ahLst/>
                <a:rect l="0" t="0" r="r" b="b"/>
                <a:pathLst>
                  <a:path w="90" h="90">
                    <a:moveTo>
                      <a:pt x="0" y="50"/>
                    </a:moveTo>
                    <a:lnTo>
                      <a:pt x="20" y="70"/>
                    </a:lnTo>
                    <a:lnTo>
                      <a:pt x="40" y="90"/>
                    </a:lnTo>
                    <a:lnTo>
                      <a:pt x="90" y="40"/>
                    </a:lnTo>
                    <a:lnTo>
                      <a:pt x="70" y="20"/>
                    </a:lnTo>
                    <a:lnTo>
                      <a:pt x="50" y="0"/>
                    </a:lnTo>
                    <a:lnTo>
                      <a:pt x="0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50" name=""/>
              <p:cNvSpPr/>
              <p:nvPr/>
            </p:nvSpPr>
            <p:spPr>
              <a:xfrm rot="0">
                <a:off x="1929" y="2724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0" y="0"/>
                    </a:moveTo>
                    <a:lnTo>
                      <a:pt x="20" y="20"/>
                    </a:lnTo>
                    <a:lnTo>
                      <a:pt x="21" y="1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51" name=""/>
              <p:cNvSpPr/>
              <p:nvPr/>
            </p:nvSpPr>
            <p:spPr>
              <a:xfrm rot="0" flipV="1">
                <a:off x="1934" y="27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52" name=""/>
              <p:cNvSpPr/>
              <p:nvPr/>
            </p:nvSpPr>
            <p:spPr>
              <a:xfrm rot="0">
                <a:off x="1924" y="2706"/>
                <a:ext cx="22" cy="23"/>
              </a:xfrm>
              <a:custGeom>
                <a:avLst/>
                <a:ahLst/>
                <a:rect l="0" t="0" r="r" b="b"/>
                <a:pathLst>
                  <a:path w="90" h="91">
                    <a:moveTo>
                      <a:pt x="0" y="53"/>
                    </a:moveTo>
                    <a:lnTo>
                      <a:pt x="21" y="72"/>
                    </a:lnTo>
                    <a:lnTo>
                      <a:pt x="42" y="91"/>
                    </a:lnTo>
                    <a:lnTo>
                      <a:pt x="90" y="38"/>
                    </a:lnTo>
                    <a:lnTo>
                      <a:pt x="69" y="19"/>
                    </a:lnTo>
                    <a:lnTo>
                      <a:pt x="48" y="0"/>
                    </a:lnTo>
                    <a:lnTo>
                      <a:pt x="0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53" name=""/>
              <p:cNvSpPr/>
              <p:nvPr/>
            </p:nvSpPr>
            <p:spPr>
              <a:xfrm rot="0">
                <a:off x="1924" y="2706"/>
                <a:ext cx="22" cy="23"/>
              </a:xfrm>
              <a:custGeom>
                <a:avLst/>
                <a:ahLst/>
                <a:rect l="0" t="0" r="r" b="b"/>
                <a:pathLst>
                  <a:path w="90" h="91">
                    <a:moveTo>
                      <a:pt x="0" y="53"/>
                    </a:moveTo>
                    <a:lnTo>
                      <a:pt x="21" y="72"/>
                    </a:lnTo>
                    <a:lnTo>
                      <a:pt x="42" y="91"/>
                    </a:lnTo>
                    <a:lnTo>
                      <a:pt x="90" y="38"/>
                    </a:lnTo>
                    <a:lnTo>
                      <a:pt x="69" y="19"/>
                    </a:lnTo>
                    <a:lnTo>
                      <a:pt x="48" y="0"/>
                    </a:lnTo>
                    <a:lnTo>
                      <a:pt x="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54" name=""/>
              <p:cNvSpPr/>
              <p:nvPr/>
            </p:nvSpPr>
            <p:spPr>
              <a:xfrm rot="0">
                <a:off x="1941" y="2711"/>
                <a:ext cx="5" cy="5"/>
              </a:xfrm>
              <a:custGeom>
                <a:avLst/>
                <a:ahLst/>
                <a:rect l="0" t="0" r="r" b="b"/>
                <a:pathLst>
                  <a:path w="22" h="19">
                    <a:moveTo>
                      <a:pt x="0" y="0"/>
                    </a:moveTo>
                    <a:lnTo>
                      <a:pt x="21" y="19"/>
                    </a:lnTo>
                    <a:lnTo>
                      <a:pt x="22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55" name=""/>
              <p:cNvSpPr/>
              <p:nvPr/>
            </p:nvSpPr>
            <p:spPr>
              <a:xfrm rot="0" flipV="1">
                <a:off x="1946" y="271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56" name=""/>
              <p:cNvSpPr/>
              <p:nvPr/>
            </p:nvSpPr>
            <p:spPr>
              <a:xfrm rot="0">
                <a:off x="1935" y="2693"/>
                <a:ext cx="23" cy="22"/>
              </a:xfrm>
              <a:custGeom>
                <a:avLst/>
                <a:ahLst/>
                <a:rect l="0" t="0" r="r" b="b"/>
                <a:pathLst>
                  <a:path w="89" h="90">
                    <a:moveTo>
                      <a:pt x="0" y="54"/>
                    </a:moveTo>
                    <a:lnTo>
                      <a:pt x="23" y="72"/>
                    </a:lnTo>
                    <a:lnTo>
                      <a:pt x="45" y="90"/>
                    </a:lnTo>
                    <a:lnTo>
                      <a:pt x="89" y="35"/>
                    </a:lnTo>
                    <a:lnTo>
                      <a:pt x="67" y="17"/>
                    </a:lnTo>
                    <a:lnTo>
                      <a:pt x="45" y="0"/>
                    </a:lnTo>
                    <a:lnTo>
                      <a:pt x="0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57" name=""/>
              <p:cNvSpPr/>
              <p:nvPr/>
            </p:nvSpPr>
            <p:spPr>
              <a:xfrm rot="0">
                <a:off x="1935" y="2693"/>
                <a:ext cx="23" cy="22"/>
              </a:xfrm>
              <a:custGeom>
                <a:avLst/>
                <a:ahLst/>
                <a:rect l="0" t="0" r="r" b="b"/>
                <a:pathLst>
                  <a:path w="89" h="90">
                    <a:moveTo>
                      <a:pt x="0" y="54"/>
                    </a:moveTo>
                    <a:lnTo>
                      <a:pt x="23" y="72"/>
                    </a:lnTo>
                    <a:lnTo>
                      <a:pt x="45" y="90"/>
                    </a:lnTo>
                    <a:lnTo>
                      <a:pt x="89" y="35"/>
                    </a:lnTo>
                    <a:lnTo>
                      <a:pt x="67" y="17"/>
                    </a:lnTo>
                    <a:lnTo>
                      <a:pt x="45" y="0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58" name=""/>
              <p:cNvSpPr/>
              <p:nvPr/>
            </p:nvSpPr>
            <p:spPr>
              <a:xfrm rot="0">
                <a:off x="1952" y="2697"/>
                <a:ext cx="6" cy="5"/>
              </a:xfrm>
              <a:custGeom>
                <a:avLst/>
                <a:ahLst/>
                <a:rect l="0" t="0" r="r" b="b"/>
                <a:pathLst>
                  <a:path w="23" h="18">
                    <a:moveTo>
                      <a:pt x="0" y="0"/>
                    </a:moveTo>
                    <a:lnTo>
                      <a:pt x="22" y="18"/>
                    </a:lnTo>
                    <a:lnTo>
                      <a:pt x="23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59" name=""/>
              <p:cNvSpPr/>
              <p:nvPr/>
            </p:nvSpPr>
            <p:spPr>
              <a:xfrm rot="0" flipV="1">
                <a:off x="1958" y="27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60" name=""/>
              <p:cNvSpPr/>
              <p:nvPr/>
            </p:nvSpPr>
            <p:spPr>
              <a:xfrm rot="0">
                <a:off x="1946" y="2679"/>
                <a:ext cx="22" cy="23"/>
              </a:xfrm>
              <a:custGeom>
                <a:avLst/>
                <a:ahLst/>
                <a:rect l="0" t="0" r="r" b="b"/>
                <a:pathLst>
                  <a:path w="87" h="91">
                    <a:moveTo>
                      <a:pt x="0" y="58"/>
                    </a:moveTo>
                    <a:lnTo>
                      <a:pt x="23" y="74"/>
                    </a:lnTo>
                    <a:lnTo>
                      <a:pt x="46" y="91"/>
                    </a:lnTo>
                    <a:lnTo>
                      <a:pt x="87" y="33"/>
                    </a:lnTo>
                    <a:lnTo>
                      <a:pt x="64" y="17"/>
                    </a:lnTo>
                    <a:lnTo>
                      <a:pt x="41" y="0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61" name=""/>
              <p:cNvSpPr/>
              <p:nvPr/>
            </p:nvSpPr>
            <p:spPr>
              <a:xfrm rot="0">
                <a:off x="1946" y="2679"/>
                <a:ext cx="22" cy="23"/>
              </a:xfrm>
              <a:custGeom>
                <a:avLst/>
                <a:ahLst/>
                <a:rect l="0" t="0" r="r" b="b"/>
                <a:pathLst>
                  <a:path w="87" h="91">
                    <a:moveTo>
                      <a:pt x="0" y="58"/>
                    </a:moveTo>
                    <a:lnTo>
                      <a:pt x="23" y="74"/>
                    </a:lnTo>
                    <a:lnTo>
                      <a:pt x="46" y="91"/>
                    </a:lnTo>
                    <a:lnTo>
                      <a:pt x="87" y="33"/>
                    </a:lnTo>
                    <a:lnTo>
                      <a:pt x="64" y="17"/>
                    </a:lnTo>
                    <a:lnTo>
                      <a:pt x="41" y="0"/>
                    </a:lnTo>
                    <a:lnTo>
                      <a:pt x="0" y="5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62" name=""/>
              <p:cNvSpPr/>
              <p:nvPr/>
            </p:nvSpPr>
            <p:spPr>
              <a:xfrm rot="0">
                <a:off x="1962" y="2683"/>
                <a:ext cx="6" cy="4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0" y="0"/>
                    </a:moveTo>
                    <a:lnTo>
                      <a:pt x="23" y="16"/>
                    </a:lnTo>
                    <a:lnTo>
                      <a:pt x="23" y="1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63" name=""/>
              <p:cNvSpPr/>
              <p:nvPr/>
            </p:nvSpPr>
            <p:spPr>
              <a:xfrm rot="0" flipV="1">
                <a:off x="1968" y="26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64" name=""/>
              <p:cNvSpPr/>
              <p:nvPr/>
            </p:nvSpPr>
            <p:spPr>
              <a:xfrm rot="0">
                <a:off x="1956" y="2664"/>
                <a:ext cx="21" cy="23"/>
              </a:xfrm>
              <a:custGeom>
                <a:avLst/>
                <a:ahLst/>
                <a:rect l="0" t="0" r="r" b="b"/>
                <a:pathLst>
                  <a:path w="84" h="90">
                    <a:moveTo>
                      <a:pt x="0" y="59"/>
                    </a:moveTo>
                    <a:lnTo>
                      <a:pt x="23" y="75"/>
                    </a:lnTo>
                    <a:lnTo>
                      <a:pt x="46" y="90"/>
                    </a:lnTo>
                    <a:lnTo>
                      <a:pt x="84" y="32"/>
                    </a:lnTo>
                    <a:lnTo>
                      <a:pt x="61" y="16"/>
                    </a:lnTo>
                    <a:lnTo>
                      <a:pt x="37" y="0"/>
                    </a:lnTo>
                    <a:lnTo>
                      <a:pt x="0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65" name=""/>
              <p:cNvSpPr/>
              <p:nvPr/>
            </p:nvSpPr>
            <p:spPr>
              <a:xfrm rot="0">
                <a:off x="1956" y="2664"/>
                <a:ext cx="21" cy="23"/>
              </a:xfrm>
              <a:custGeom>
                <a:avLst/>
                <a:ahLst/>
                <a:rect l="0" t="0" r="r" b="b"/>
                <a:pathLst>
                  <a:path w="84" h="90">
                    <a:moveTo>
                      <a:pt x="0" y="59"/>
                    </a:moveTo>
                    <a:lnTo>
                      <a:pt x="23" y="75"/>
                    </a:lnTo>
                    <a:lnTo>
                      <a:pt x="46" y="90"/>
                    </a:lnTo>
                    <a:lnTo>
                      <a:pt x="84" y="32"/>
                    </a:lnTo>
                    <a:lnTo>
                      <a:pt x="61" y="16"/>
                    </a:lnTo>
                    <a:lnTo>
                      <a:pt x="37" y="0"/>
                    </a:lnTo>
                    <a:lnTo>
                      <a:pt x="0" y="5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66" name=""/>
              <p:cNvSpPr/>
              <p:nvPr/>
            </p:nvSpPr>
            <p:spPr>
              <a:xfrm rot="0">
                <a:off x="1972" y="2668"/>
                <a:ext cx="6" cy="4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23" y="16"/>
                    </a:lnTo>
                    <a:lnTo>
                      <a:pt x="24" y="1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67" name=""/>
              <p:cNvSpPr/>
              <p:nvPr/>
            </p:nvSpPr>
            <p:spPr>
              <a:xfrm rot="0" flipV="1">
                <a:off x="1977" y="26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68" name=""/>
              <p:cNvSpPr/>
              <p:nvPr/>
            </p:nvSpPr>
            <p:spPr>
              <a:xfrm rot="0">
                <a:off x="1966" y="2649"/>
                <a:ext cx="20" cy="23"/>
              </a:xfrm>
              <a:custGeom>
                <a:avLst/>
                <a:ahLst/>
                <a:rect l="0" t="0" r="r" b="b"/>
                <a:pathLst>
                  <a:path w="83" h="88">
                    <a:moveTo>
                      <a:pt x="0" y="62"/>
                    </a:moveTo>
                    <a:lnTo>
                      <a:pt x="25" y="75"/>
                    </a:lnTo>
                    <a:lnTo>
                      <a:pt x="49" y="88"/>
                    </a:lnTo>
                    <a:lnTo>
                      <a:pt x="83" y="26"/>
                    </a:lnTo>
                    <a:lnTo>
                      <a:pt x="59" y="13"/>
                    </a:lnTo>
                    <a:lnTo>
                      <a:pt x="35" y="0"/>
                    </a:lnTo>
                    <a:lnTo>
                      <a:pt x="0" y="6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69" name=""/>
              <p:cNvSpPr/>
              <p:nvPr/>
            </p:nvSpPr>
            <p:spPr>
              <a:xfrm rot="0">
                <a:off x="1966" y="2649"/>
                <a:ext cx="20" cy="23"/>
              </a:xfrm>
              <a:custGeom>
                <a:avLst/>
                <a:ahLst/>
                <a:rect l="0" t="0" r="r" b="b"/>
                <a:pathLst>
                  <a:path w="83" h="88">
                    <a:moveTo>
                      <a:pt x="0" y="62"/>
                    </a:moveTo>
                    <a:lnTo>
                      <a:pt x="25" y="75"/>
                    </a:lnTo>
                    <a:lnTo>
                      <a:pt x="49" y="88"/>
                    </a:lnTo>
                    <a:lnTo>
                      <a:pt x="83" y="26"/>
                    </a:lnTo>
                    <a:lnTo>
                      <a:pt x="59" y="13"/>
                    </a:lnTo>
                    <a:lnTo>
                      <a:pt x="35" y="0"/>
                    </a:lnTo>
                    <a:lnTo>
                      <a:pt x="0" y="6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70" name=""/>
              <p:cNvSpPr/>
              <p:nvPr/>
            </p:nvSpPr>
            <p:spPr>
              <a:xfrm rot="0">
                <a:off x="1980" y="2653"/>
                <a:ext cx="7" cy="3"/>
              </a:xfrm>
              <a:custGeom>
                <a:avLst/>
                <a:ahLst/>
                <a:rect l="0" t="0" r="r" b="b"/>
                <a:pathLst>
                  <a:path w="26" h="13">
                    <a:moveTo>
                      <a:pt x="0" y="0"/>
                    </a:moveTo>
                    <a:lnTo>
                      <a:pt x="24" y="13"/>
                    </a:lnTo>
                    <a:lnTo>
                      <a:pt x="26" y="1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71" name=""/>
              <p:cNvSpPr/>
              <p:nvPr/>
            </p:nvSpPr>
            <p:spPr>
              <a:xfrm rot="0" flipV="1">
                <a:off x="1986" y="26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72" name=""/>
              <p:cNvSpPr/>
              <p:nvPr/>
            </p:nvSpPr>
            <p:spPr>
              <a:xfrm rot="0">
                <a:off x="1974" y="2634"/>
                <a:ext cx="20" cy="22"/>
              </a:xfrm>
              <a:custGeom>
                <a:avLst/>
                <a:ahLst/>
                <a:rect l="0" t="0" r="r" b="b"/>
                <a:pathLst>
                  <a:path w="82" h="88">
                    <a:moveTo>
                      <a:pt x="0" y="64"/>
                    </a:moveTo>
                    <a:lnTo>
                      <a:pt x="25" y="76"/>
                    </a:lnTo>
                    <a:lnTo>
                      <a:pt x="51" y="88"/>
                    </a:lnTo>
                    <a:lnTo>
                      <a:pt x="82" y="25"/>
                    </a:lnTo>
                    <a:lnTo>
                      <a:pt x="56" y="13"/>
                    </a:lnTo>
                    <a:lnTo>
                      <a:pt x="31" y="0"/>
                    </a:lnTo>
                    <a:lnTo>
                      <a:pt x="0" y="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73" name=""/>
              <p:cNvSpPr/>
              <p:nvPr/>
            </p:nvSpPr>
            <p:spPr>
              <a:xfrm rot="0">
                <a:off x="1974" y="2634"/>
                <a:ext cx="20" cy="22"/>
              </a:xfrm>
              <a:custGeom>
                <a:avLst/>
                <a:ahLst/>
                <a:rect l="0" t="0" r="r" b="b"/>
                <a:pathLst>
                  <a:path w="82" h="88">
                    <a:moveTo>
                      <a:pt x="0" y="64"/>
                    </a:moveTo>
                    <a:lnTo>
                      <a:pt x="25" y="76"/>
                    </a:lnTo>
                    <a:lnTo>
                      <a:pt x="51" y="88"/>
                    </a:lnTo>
                    <a:lnTo>
                      <a:pt x="82" y="25"/>
                    </a:lnTo>
                    <a:lnTo>
                      <a:pt x="56" y="13"/>
                    </a:lnTo>
                    <a:lnTo>
                      <a:pt x="31" y="0"/>
                    </a:lnTo>
                    <a:lnTo>
                      <a:pt x="0" y="6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74" name=""/>
              <p:cNvSpPr/>
              <p:nvPr/>
            </p:nvSpPr>
            <p:spPr>
              <a:xfrm rot="0">
                <a:off x="1988" y="2637"/>
                <a:ext cx="6" cy="3"/>
              </a:xfrm>
              <a:custGeom>
                <a:avLst/>
                <a:ahLst/>
                <a:rect l="0" t="0" r="r" b="b"/>
                <a:pathLst>
                  <a:path w="26" h="12">
                    <a:moveTo>
                      <a:pt x="0" y="0"/>
                    </a:moveTo>
                    <a:lnTo>
                      <a:pt x="26" y="12"/>
                    </a:lnTo>
                    <a:lnTo>
                      <a:pt x="26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75" name=""/>
              <p:cNvSpPr/>
              <p:nvPr/>
            </p:nvSpPr>
            <p:spPr>
              <a:xfrm rot="0" flipV="1">
                <a:off x="1994" y="26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76" name=""/>
              <p:cNvSpPr/>
              <p:nvPr/>
            </p:nvSpPr>
            <p:spPr>
              <a:xfrm rot="0">
                <a:off x="1982" y="2618"/>
                <a:ext cx="19" cy="22"/>
              </a:xfrm>
              <a:custGeom>
                <a:avLst/>
                <a:ahLst/>
                <a:rect l="0" t="0" r="r" b="b"/>
                <a:pathLst>
                  <a:path w="78" h="87">
                    <a:moveTo>
                      <a:pt x="0" y="65"/>
                    </a:moveTo>
                    <a:lnTo>
                      <a:pt x="25" y="76"/>
                    </a:lnTo>
                    <a:lnTo>
                      <a:pt x="51" y="87"/>
                    </a:lnTo>
                    <a:lnTo>
                      <a:pt x="78" y="22"/>
                    </a:lnTo>
                    <a:lnTo>
                      <a:pt x="53" y="11"/>
                    </a:lnTo>
                    <a:lnTo>
                      <a:pt x="27" y="0"/>
                    </a:lnTo>
                    <a:lnTo>
                      <a:pt x="0" y="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77" name=""/>
              <p:cNvSpPr/>
              <p:nvPr/>
            </p:nvSpPr>
            <p:spPr>
              <a:xfrm rot="0">
                <a:off x="1982" y="2618"/>
                <a:ext cx="19" cy="22"/>
              </a:xfrm>
              <a:custGeom>
                <a:avLst/>
                <a:ahLst/>
                <a:rect l="0" t="0" r="r" b="b"/>
                <a:pathLst>
                  <a:path w="78" h="87">
                    <a:moveTo>
                      <a:pt x="0" y="65"/>
                    </a:moveTo>
                    <a:lnTo>
                      <a:pt x="25" y="76"/>
                    </a:lnTo>
                    <a:lnTo>
                      <a:pt x="51" y="87"/>
                    </a:lnTo>
                    <a:lnTo>
                      <a:pt x="78" y="22"/>
                    </a:lnTo>
                    <a:lnTo>
                      <a:pt x="53" y="11"/>
                    </a:lnTo>
                    <a:lnTo>
                      <a:pt x="27" y="0"/>
                    </a:lnTo>
                    <a:lnTo>
                      <a:pt x="0" y="6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78" name=""/>
              <p:cNvSpPr/>
              <p:nvPr/>
            </p:nvSpPr>
            <p:spPr>
              <a:xfrm rot="0">
                <a:off x="1995" y="2621"/>
                <a:ext cx="7" cy="3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0"/>
                    </a:moveTo>
                    <a:lnTo>
                      <a:pt x="25" y="11"/>
                    </a:lnTo>
                    <a:lnTo>
                      <a:pt x="26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79" name=""/>
              <p:cNvSpPr/>
              <p:nvPr/>
            </p:nvSpPr>
            <p:spPr>
              <a:xfrm rot="0" flipV="1">
                <a:off x="2001" y="262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80" name=""/>
              <p:cNvSpPr/>
              <p:nvPr/>
            </p:nvSpPr>
            <p:spPr>
              <a:xfrm rot="0">
                <a:off x="1988" y="2602"/>
                <a:ext cx="20" cy="21"/>
              </a:xfrm>
              <a:custGeom>
                <a:avLst/>
                <a:ahLst/>
                <a:rect l="0" t="0" r="r" b="b"/>
                <a:pathLst>
                  <a:path w="78" h="86">
                    <a:moveTo>
                      <a:pt x="0" y="66"/>
                    </a:moveTo>
                    <a:lnTo>
                      <a:pt x="27" y="76"/>
                    </a:lnTo>
                    <a:lnTo>
                      <a:pt x="53" y="86"/>
                    </a:lnTo>
                    <a:lnTo>
                      <a:pt x="78" y="20"/>
                    </a:lnTo>
                    <a:lnTo>
                      <a:pt x="51" y="10"/>
                    </a:lnTo>
                    <a:lnTo>
                      <a:pt x="25" y="0"/>
                    </a:lnTo>
                    <a:lnTo>
                      <a:pt x="0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81" name=""/>
              <p:cNvSpPr/>
              <p:nvPr/>
            </p:nvSpPr>
            <p:spPr>
              <a:xfrm rot="0">
                <a:off x="1988" y="2602"/>
                <a:ext cx="20" cy="21"/>
              </a:xfrm>
              <a:custGeom>
                <a:avLst/>
                <a:ahLst/>
                <a:rect l="0" t="0" r="r" b="b"/>
                <a:pathLst>
                  <a:path w="78" h="86">
                    <a:moveTo>
                      <a:pt x="0" y="66"/>
                    </a:moveTo>
                    <a:lnTo>
                      <a:pt x="27" y="76"/>
                    </a:lnTo>
                    <a:lnTo>
                      <a:pt x="53" y="86"/>
                    </a:lnTo>
                    <a:lnTo>
                      <a:pt x="78" y="20"/>
                    </a:lnTo>
                    <a:lnTo>
                      <a:pt x="51" y="10"/>
                    </a:lnTo>
                    <a:lnTo>
                      <a:pt x="25" y="0"/>
                    </a:lnTo>
                    <a:lnTo>
                      <a:pt x="0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82" name=""/>
              <p:cNvSpPr/>
              <p:nvPr/>
            </p:nvSpPr>
            <p:spPr>
              <a:xfrm rot="0">
                <a:off x="2001" y="2604"/>
                <a:ext cx="7" cy="3"/>
              </a:xfrm>
              <a:custGeom>
                <a:avLst/>
                <a:ahLst/>
                <a:rect l="0" t="0" r="r" b="b"/>
                <a:pathLst>
                  <a:path w="27" h="10">
                    <a:moveTo>
                      <a:pt x="0" y="0"/>
                    </a:moveTo>
                    <a:lnTo>
                      <a:pt x="27" y="10"/>
                    </a:lnTo>
                    <a:lnTo>
                      <a:pt x="27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83" name=""/>
              <p:cNvSpPr/>
              <p:nvPr/>
            </p:nvSpPr>
            <p:spPr>
              <a:xfrm rot="0" flipV="1">
                <a:off x="2008" y="26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84" name=""/>
              <p:cNvSpPr/>
              <p:nvPr/>
            </p:nvSpPr>
            <p:spPr>
              <a:xfrm rot="0">
                <a:off x="1994" y="2585"/>
                <a:ext cx="19" cy="21"/>
              </a:xfrm>
              <a:custGeom>
                <a:avLst/>
                <a:ahLst/>
                <a:rect l="0" t="0" r="r" b="b"/>
                <a:pathLst>
                  <a:path w="74" h="85">
                    <a:moveTo>
                      <a:pt x="0" y="67"/>
                    </a:moveTo>
                    <a:lnTo>
                      <a:pt x="26" y="76"/>
                    </a:lnTo>
                    <a:lnTo>
                      <a:pt x="53" y="85"/>
                    </a:lnTo>
                    <a:lnTo>
                      <a:pt x="74" y="18"/>
                    </a:lnTo>
                    <a:lnTo>
                      <a:pt x="47" y="9"/>
                    </a:lnTo>
                    <a:lnTo>
                      <a:pt x="21" y="0"/>
                    </a:lnTo>
                    <a:lnTo>
                      <a:pt x="0" y="6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85" name=""/>
              <p:cNvSpPr/>
              <p:nvPr/>
            </p:nvSpPr>
            <p:spPr>
              <a:xfrm rot="0">
                <a:off x="1994" y="2585"/>
                <a:ext cx="19" cy="21"/>
              </a:xfrm>
              <a:custGeom>
                <a:avLst/>
                <a:ahLst/>
                <a:rect l="0" t="0" r="r" b="b"/>
                <a:pathLst>
                  <a:path w="74" h="85">
                    <a:moveTo>
                      <a:pt x="0" y="67"/>
                    </a:moveTo>
                    <a:lnTo>
                      <a:pt x="26" y="76"/>
                    </a:lnTo>
                    <a:lnTo>
                      <a:pt x="53" y="85"/>
                    </a:lnTo>
                    <a:lnTo>
                      <a:pt x="74" y="18"/>
                    </a:lnTo>
                    <a:lnTo>
                      <a:pt x="47" y="9"/>
                    </a:lnTo>
                    <a:lnTo>
                      <a:pt x="21" y="0"/>
                    </a:lnTo>
                    <a:lnTo>
                      <a:pt x="0" y="6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86" name=""/>
              <p:cNvSpPr/>
              <p:nvPr/>
            </p:nvSpPr>
            <p:spPr>
              <a:xfrm rot="0">
                <a:off x="2006" y="2588"/>
                <a:ext cx="7" cy="2"/>
              </a:xfrm>
              <a:custGeom>
                <a:avLst/>
                <a:ahLst/>
                <a:rect l="0" t="0" r="r" b="b"/>
                <a:pathLst>
                  <a:path w="28" h="9">
                    <a:moveTo>
                      <a:pt x="0" y="0"/>
                    </a:moveTo>
                    <a:lnTo>
                      <a:pt x="27" y="9"/>
                    </a:lnTo>
                    <a:lnTo>
                      <a:pt x="2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87" name=""/>
              <p:cNvSpPr/>
              <p:nvPr/>
            </p:nvSpPr>
            <p:spPr>
              <a:xfrm rot="0" flipV="1">
                <a:off x="2013" y="25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88" name=""/>
              <p:cNvSpPr/>
              <p:nvPr/>
            </p:nvSpPr>
            <p:spPr>
              <a:xfrm rot="0">
                <a:off x="1999" y="2569"/>
                <a:ext cx="18" cy="20"/>
              </a:xfrm>
              <a:custGeom>
                <a:avLst/>
                <a:ahLst/>
                <a:rect l="0" t="0" r="r" b="b"/>
                <a:pathLst>
                  <a:path w="72" h="82">
                    <a:moveTo>
                      <a:pt x="0" y="69"/>
                    </a:moveTo>
                    <a:lnTo>
                      <a:pt x="27" y="75"/>
                    </a:lnTo>
                    <a:lnTo>
                      <a:pt x="55" y="82"/>
                    </a:lnTo>
                    <a:lnTo>
                      <a:pt x="72" y="13"/>
                    </a:lnTo>
                    <a:lnTo>
                      <a:pt x="44" y="6"/>
                    </a:lnTo>
                    <a:lnTo>
                      <a:pt x="16" y="0"/>
                    </a:lnTo>
                    <a:lnTo>
                      <a:pt x="0" y="6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89" name=""/>
              <p:cNvSpPr/>
              <p:nvPr/>
            </p:nvSpPr>
            <p:spPr>
              <a:xfrm rot="0">
                <a:off x="1999" y="2569"/>
                <a:ext cx="18" cy="20"/>
              </a:xfrm>
              <a:custGeom>
                <a:avLst/>
                <a:ahLst/>
                <a:rect l="0" t="0" r="r" b="b"/>
                <a:pathLst>
                  <a:path w="72" h="82">
                    <a:moveTo>
                      <a:pt x="0" y="69"/>
                    </a:moveTo>
                    <a:lnTo>
                      <a:pt x="27" y="75"/>
                    </a:lnTo>
                    <a:lnTo>
                      <a:pt x="55" y="82"/>
                    </a:lnTo>
                    <a:lnTo>
                      <a:pt x="72" y="13"/>
                    </a:lnTo>
                    <a:lnTo>
                      <a:pt x="44" y="6"/>
                    </a:lnTo>
                    <a:lnTo>
                      <a:pt x="16" y="0"/>
                    </a:lnTo>
                    <a:lnTo>
                      <a:pt x="0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90" name=""/>
              <p:cNvSpPr/>
              <p:nvPr/>
            </p:nvSpPr>
            <p:spPr>
              <a:xfrm rot="0">
                <a:off x="2010" y="2570"/>
                <a:ext cx="7" cy="2"/>
              </a:xfrm>
              <a:custGeom>
                <a:avLst/>
                <a:ahLst/>
                <a:rect l="0" t="0" r="r" b="b"/>
                <a:pathLst>
                  <a:path w="28" h="7">
                    <a:moveTo>
                      <a:pt x="0" y="0"/>
                    </a:moveTo>
                    <a:lnTo>
                      <a:pt x="28" y="7"/>
                    </a:lnTo>
                    <a:lnTo>
                      <a:pt x="28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91" name=""/>
              <p:cNvSpPr/>
              <p:nvPr/>
            </p:nvSpPr>
            <p:spPr>
              <a:xfrm rot="0" flipV="1">
                <a:off x="2017" y="25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92" name=""/>
              <p:cNvSpPr/>
              <p:nvPr/>
            </p:nvSpPr>
            <p:spPr>
              <a:xfrm rot="0">
                <a:off x="2004" y="2552"/>
                <a:ext cx="17" cy="20"/>
              </a:xfrm>
              <a:custGeom>
                <a:avLst/>
                <a:ahLst/>
                <a:rect l="0" t="0" r="r" b="b"/>
                <a:pathLst>
                  <a:path w="69" h="80">
                    <a:moveTo>
                      <a:pt x="0" y="69"/>
                    </a:moveTo>
                    <a:lnTo>
                      <a:pt x="28" y="74"/>
                    </a:lnTo>
                    <a:lnTo>
                      <a:pt x="56" y="80"/>
                    </a:lnTo>
                    <a:lnTo>
                      <a:pt x="69" y="11"/>
                    </a:lnTo>
                    <a:lnTo>
                      <a:pt x="41" y="6"/>
                    </a:lnTo>
                    <a:lnTo>
                      <a:pt x="14" y="0"/>
                    </a:lnTo>
                    <a:lnTo>
                      <a:pt x="0" y="6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93" name=""/>
              <p:cNvSpPr/>
              <p:nvPr/>
            </p:nvSpPr>
            <p:spPr>
              <a:xfrm rot="0">
                <a:off x="2004" y="2552"/>
                <a:ext cx="17" cy="20"/>
              </a:xfrm>
              <a:custGeom>
                <a:avLst/>
                <a:ahLst/>
                <a:rect l="0" t="0" r="r" b="b"/>
                <a:pathLst>
                  <a:path w="69" h="80">
                    <a:moveTo>
                      <a:pt x="0" y="69"/>
                    </a:moveTo>
                    <a:lnTo>
                      <a:pt x="28" y="74"/>
                    </a:lnTo>
                    <a:lnTo>
                      <a:pt x="56" y="80"/>
                    </a:lnTo>
                    <a:lnTo>
                      <a:pt x="69" y="11"/>
                    </a:lnTo>
                    <a:lnTo>
                      <a:pt x="41" y="6"/>
                    </a:lnTo>
                    <a:lnTo>
                      <a:pt x="14" y="0"/>
                    </a:lnTo>
                    <a:lnTo>
                      <a:pt x="0" y="6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94" name=""/>
              <p:cNvSpPr/>
              <p:nvPr/>
            </p:nvSpPr>
            <p:spPr>
              <a:xfrm rot="0">
                <a:off x="2014" y="2553"/>
                <a:ext cx="7" cy="2"/>
              </a:xfrm>
              <a:custGeom>
                <a:avLst/>
                <a:ahLst/>
                <a:rect l="0" t="0" r="r" b="b"/>
                <a:pathLst>
                  <a:path w="28" h="5">
                    <a:moveTo>
                      <a:pt x="0" y="0"/>
                    </a:moveTo>
                    <a:lnTo>
                      <a:pt x="28" y="5"/>
                    </a:lnTo>
                    <a:lnTo>
                      <a:pt x="28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95" name=""/>
              <p:cNvSpPr/>
              <p:nvPr/>
            </p:nvSpPr>
            <p:spPr>
              <a:xfrm rot="0" flipV="1">
                <a:off x="2021" y="255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96" name=""/>
              <p:cNvSpPr/>
              <p:nvPr/>
            </p:nvSpPr>
            <p:spPr>
              <a:xfrm rot="0">
                <a:off x="2007" y="2535"/>
                <a:ext cx="16" cy="19"/>
              </a:xfrm>
              <a:custGeom>
                <a:avLst/>
                <a:ahLst/>
                <a:rect l="0" t="0" r="r" b="b"/>
                <a:pathLst>
                  <a:path w="65" h="79">
                    <a:moveTo>
                      <a:pt x="0" y="70"/>
                    </a:moveTo>
                    <a:lnTo>
                      <a:pt x="27" y="75"/>
                    </a:lnTo>
                    <a:lnTo>
                      <a:pt x="55" y="79"/>
                    </a:lnTo>
                    <a:lnTo>
                      <a:pt x="65" y="9"/>
                    </a:lnTo>
                    <a:lnTo>
                      <a:pt x="37" y="5"/>
                    </a:lnTo>
                    <a:lnTo>
                      <a:pt x="9" y="0"/>
                    </a:lnTo>
                    <a:lnTo>
                      <a:pt x="0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97" name=""/>
              <p:cNvSpPr/>
              <p:nvPr/>
            </p:nvSpPr>
            <p:spPr>
              <a:xfrm rot="0">
                <a:off x="2007" y="2535"/>
                <a:ext cx="16" cy="19"/>
              </a:xfrm>
              <a:custGeom>
                <a:avLst/>
                <a:ahLst/>
                <a:rect l="0" t="0" r="r" b="b"/>
                <a:pathLst>
                  <a:path w="65" h="79">
                    <a:moveTo>
                      <a:pt x="0" y="70"/>
                    </a:moveTo>
                    <a:lnTo>
                      <a:pt x="27" y="75"/>
                    </a:lnTo>
                    <a:lnTo>
                      <a:pt x="55" y="79"/>
                    </a:lnTo>
                    <a:lnTo>
                      <a:pt x="65" y="9"/>
                    </a:lnTo>
                    <a:lnTo>
                      <a:pt x="37" y="5"/>
                    </a:lnTo>
                    <a:lnTo>
                      <a:pt x="9" y="0"/>
                    </a:lnTo>
                    <a:lnTo>
                      <a:pt x="0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598" name=""/>
              <p:cNvSpPr/>
              <p:nvPr/>
            </p:nvSpPr>
            <p:spPr>
              <a:xfrm rot="0">
                <a:off x="2016" y="2536"/>
                <a:ext cx="7" cy="1"/>
              </a:xfrm>
              <a:custGeom>
                <a:avLst/>
                <a:ahLst/>
                <a:rect l="0" t="0" r="r" b="b"/>
                <a:pathLst>
                  <a:path w="28" h="4">
                    <a:moveTo>
                      <a:pt x="0" y="0"/>
                    </a:moveTo>
                    <a:lnTo>
                      <a:pt x="28" y="4"/>
                    </a:lnTo>
                    <a:lnTo>
                      <a:pt x="28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599" name=""/>
              <p:cNvSpPr/>
              <p:nvPr/>
            </p:nvSpPr>
            <p:spPr>
              <a:xfrm rot="0" flipV="1">
                <a:off x="2023" y="253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00" name=""/>
              <p:cNvSpPr/>
              <p:nvPr/>
            </p:nvSpPr>
            <p:spPr>
              <a:xfrm rot="0">
                <a:off x="2009" y="2517"/>
                <a:ext cx="16" cy="19"/>
              </a:xfrm>
              <a:custGeom>
                <a:avLst/>
                <a:ahLst/>
                <a:rect l="0" t="0" r="r" b="b"/>
                <a:pathLst>
                  <a:path w="61" h="75">
                    <a:moveTo>
                      <a:pt x="0" y="71"/>
                    </a:moveTo>
                    <a:lnTo>
                      <a:pt x="28" y="73"/>
                    </a:lnTo>
                    <a:lnTo>
                      <a:pt x="56" y="75"/>
                    </a:lnTo>
                    <a:lnTo>
                      <a:pt x="61" y="4"/>
                    </a:lnTo>
                    <a:lnTo>
                      <a:pt x="34" y="2"/>
                    </a:lnTo>
                    <a:lnTo>
                      <a:pt x="6" y="0"/>
                    </a:lnTo>
                    <a:lnTo>
                      <a:pt x="0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601" name=""/>
              <p:cNvSpPr/>
              <p:nvPr/>
            </p:nvSpPr>
            <p:spPr>
              <a:xfrm rot="0">
                <a:off x="2009" y="2517"/>
                <a:ext cx="16" cy="19"/>
              </a:xfrm>
              <a:custGeom>
                <a:avLst/>
                <a:ahLst/>
                <a:rect l="0" t="0" r="r" b="b"/>
                <a:pathLst>
                  <a:path w="61" h="75">
                    <a:moveTo>
                      <a:pt x="0" y="71"/>
                    </a:moveTo>
                    <a:lnTo>
                      <a:pt x="28" y="73"/>
                    </a:lnTo>
                    <a:lnTo>
                      <a:pt x="56" y="75"/>
                    </a:lnTo>
                    <a:lnTo>
                      <a:pt x="61" y="4"/>
                    </a:lnTo>
                    <a:lnTo>
                      <a:pt x="34" y="2"/>
                    </a:lnTo>
                    <a:lnTo>
                      <a:pt x="6" y="0"/>
                    </a:lnTo>
                    <a:lnTo>
                      <a:pt x="0" y="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02" name=""/>
              <p:cNvSpPr/>
              <p:nvPr/>
            </p:nvSpPr>
            <p:spPr>
              <a:xfrm rot="0">
                <a:off x="2018" y="2518"/>
                <a:ext cx="7" cy="1"/>
              </a:xfrm>
              <a:custGeom>
                <a:avLst/>
                <a:ahLst/>
                <a:rect l="0" t="0" r="r" b="b"/>
                <a:pathLst>
                  <a:path w="27" h="2">
                    <a:moveTo>
                      <a:pt x="0" y="0"/>
                    </a:moveTo>
                    <a:lnTo>
                      <a:pt x="27" y="2"/>
                    </a:lnTo>
                    <a:lnTo>
                      <a:pt x="27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603" name=""/>
              <p:cNvSpPr/>
              <p:nvPr/>
            </p:nvSpPr>
            <p:spPr>
              <a:xfrm rot="0" flipV="1">
                <a:off x="2025" y="25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04" name=""/>
              <p:cNvSpPr/>
              <p:nvPr/>
            </p:nvSpPr>
            <p:spPr>
              <a:xfrm rot="0">
                <a:off x="2011" y="2500"/>
                <a:ext cx="14" cy="18"/>
              </a:xfrm>
              <a:custGeom>
                <a:avLst/>
                <a:ahLst/>
                <a:rect l="0" t="0" r="r" b="b"/>
                <a:pathLst>
                  <a:path w="58" h="72">
                    <a:moveTo>
                      <a:pt x="0" y="70"/>
                    </a:moveTo>
                    <a:lnTo>
                      <a:pt x="28" y="71"/>
                    </a:lnTo>
                    <a:lnTo>
                      <a:pt x="55" y="72"/>
                    </a:lnTo>
                    <a:lnTo>
                      <a:pt x="58" y="2"/>
                    </a:lnTo>
                    <a:lnTo>
                      <a:pt x="30" y="1"/>
                    </a:lnTo>
                    <a:lnTo>
                      <a:pt x="2" y="0"/>
                    </a:lnTo>
                    <a:lnTo>
                      <a:pt x="0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605" name=""/>
              <p:cNvSpPr/>
              <p:nvPr/>
            </p:nvSpPr>
            <p:spPr>
              <a:xfrm rot="0">
                <a:off x="2011" y="2500"/>
                <a:ext cx="14" cy="18"/>
              </a:xfrm>
              <a:custGeom>
                <a:avLst/>
                <a:ahLst/>
                <a:rect l="0" t="0" r="r" b="b"/>
                <a:pathLst>
                  <a:path w="58" h="72">
                    <a:moveTo>
                      <a:pt x="0" y="70"/>
                    </a:moveTo>
                    <a:lnTo>
                      <a:pt x="28" y="71"/>
                    </a:lnTo>
                    <a:lnTo>
                      <a:pt x="55" y="72"/>
                    </a:lnTo>
                    <a:lnTo>
                      <a:pt x="58" y="2"/>
                    </a:lnTo>
                    <a:lnTo>
                      <a:pt x="30" y="1"/>
                    </a:lnTo>
                    <a:lnTo>
                      <a:pt x="2" y="0"/>
                    </a:lnTo>
                    <a:lnTo>
                      <a:pt x="0" y="7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06" name=""/>
              <p:cNvSpPr/>
              <p:nvPr/>
            </p:nvSpPr>
            <p:spPr>
              <a:xfrm rot="0">
                <a:off x="2018" y="2500"/>
                <a:ext cx="7" cy="1"/>
              </a:xfrm>
              <a:custGeom>
                <a:avLst/>
                <a:ahLst/>
                <a:rect l="0" t="0" r="r" b="b"/>
                <a:pathLst>
                  <a:path w="28" h="2">
                    <a:moveTo>
                      <a:pt x="0" y="1"/>
                    </a:moveTo>
                    <a:lnTo>
                      <a:pt x="28" y="2"/>
                    </a:lnTo>
                    <a:lnTo>
                      <a:pt x="28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8607" name=""/>
              <p:cNvSpPr/>
              <p:nvPr/>
            </p:nvSpPr>
            <p:spPr>
              <a:xfrm rot="0" flipV="1">
                <a:off x="2025" y="25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08" name=""/>
              <p:cNvSpPr/>
              <p:nvPr/>
            </p:nvSpPr>
            <p:spPr>
              <a:xfrm rot="0">
                <a:off x="958" y="2501"/>
                <a:ext cx="21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09" name=""/>
              <p:cNvSpPr/>
              <p:nvPr/>
            </p:nvSpPr>
            <p:spPr>
              <a:xfrm rot="0">
                <a:off x="1216" y="2501"/>
                <a:ext cx="4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0" name=""/>
              <p:cNvSpPr/>
              <p:nvPr/>
            </p:nvSpPr>
            <p:spPr>
              <a:xfrm rot="0">
                <a:off x="1313" y="2501"/>
                <a:ext cx="29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1" name=""/>
              <p:cNvSpPr/>
              <p:nvPr/>
            </p:nvSpPr>
            <p:spPr>
              <a:xfrm rot="0">
                <a:off x="1651" y="2501"/>
                <a:ext cx="49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2" name=""/>
              <p:cNvSpPr/>
              <p:nvPr/>
            </p:nvSpPr>
            <p:spPr>
              <a:xfrm rot="0">
                <a:off x="1748" y="2501"/>
                <a:ext cx="29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3" name=""/>
              <p:cNvSpPr/>
              <p:nvPr/>
            </p:nvSpPr>
            <p:spPr>
              <a:xfrm rot="0">
                <a:off x="2087" y="2501"/>
                <a:ext cx="48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4" name=""/>
              <p:cNvSpPr/>
              <p:nvPr/>
            </p:nvSpPr>
            <p:spPr>
              <a:xfrm rot="0">
                <a:off x="2183" y="2501"/>
                <a:ext cx="210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5" name=""/>
              <p:cNvSpPr/>
              <p:nvPr/>
            </p:nvSpPr>
            <p:spPr>
              <a:xfrm rot="0">
                <a:off x="1693" y="2082"/>
                <a:ext cx="1" cy="3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6" name=""/>
              <p:cNvSpPr/>
              <p:nvPr/>
            </p:nvSpPr>
            <p:spPr>
              <a:xfrm rot="0">
                <a:off x="1693" y="2461"/>
                <a:ext cx="1" cy="4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8617" name=""/>
              <p:cNvSpPr/>
              <p:nvPr/>
            </p:nvSpPr>
            <p:spPr>
              <a:xfrm rot="0">
                <a:off x="1693" y="2558"/>
                <a:ext cx="1" cy="330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78618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47</a:t>
            </a:r>
          </a:p>
        </p:txBody>
      </p:sp>
      <p:sp>
        <p:nvSpPr>
          <p:cNvPr id="1078619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sp>
        <p:nvSpPr>
          <p:cNvPr id="1078620" name=""/>
          <p:cNvSpPr txBox="1"/>
          <p:nvPr/>
        </p:nvSpPr>
        <p:spPr>
          <a:xfrm rot="0">
            <a:off x="6877050" y="1016000"/>
            <a:ext cx="1979612" cy="1004887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/>
              <a:t>先求特殊点</a:t>
            </a:r>
          </a:p>
          <a:p>
            <a:pPr lvl="0">
              <a:spcBef>
                <a:spcPct val="50000"/>
              </a:spcBef>
            </a:pPr>
            <a:r>
              <a:rPr altLang="en-US" lang="zh-CN"/>
              <a:t>再求一般点</a:t>
            </a:r>
          </a:p>
        </p:txBody>
      </p:sp>
    </p:spTree>
  </p:cSld>
  <p:clrMapOvr>
    <a:masterClrMapping/>
  </p:clrMapOvr>
  <p:timing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0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78621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47</a:t>
            </a:r>
          </a:p>
        </p:txBody>
      </p:sp>
      <p:sp>
        <p:nvSpPr>
          <p:cNvPr id="1078622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grpSp>
        <p:nvGrpSpPr>
          <p:cNvPr id="402" name=""/>
          <p:cNvGrpSpPr/>
          <p:nvPr/>
        </p:nvGrpSpPr>
        <p:grpSpPr>
          <a:xfrm rot="0">
            <a:off x="1382712" y="1717675"/>
            <a:ext cx="4530725" cy="4622800"/>
            <a:chOff x="871" y="1082"/>
            <a:chExt cx="2854" cy="2912"/>
          </a:xfrm>
        </p:grpSpPr>
        <p:sp>
          <p:nvSpPr>
            <p:cNvPr id="1078623" name=""/>
            <p:cNvSpPr/>
            <p:nvPr/>
          </p:nvSpPr>
          <p:spPr>
            <a:xfrm rot="0">
              <a:off x="3594" y="1762"/>
              <a:ext cx="4" cy="5"/>
            </a:xfrm>
            <a:custGeom>
              <a:avLst/>
              <a:ahLst/>
              <a:rect l="0" t="0" r="r" b="b"/>
              <a:pathLst>
                <a:path w="15" h="24">
                  <a:moveTo>
                    <a:pt x="0" y="24"/>
                  </a:moveTo>
                  <a:lnTo>
                    <a:pt x="15" y="1"/>
                  </a:lnTo>
                  <a:lnTo>
                    <a:pt x="1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24" name=""/>
            <p:cNvSpPr/>
            <p:nvPr/>
          </p:nvSpPr>
          <p:spPr>
            <a:xfrm rot="0" flipH="1" flipV="1">
              <a:off x="3597" y="1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25" name=""/>
            <p:cNvSpPr/>
            <p:nvPr/>
          </p:nvSpPr>
          <p:spPr>
            <a:xfrm rot="0">
              <a:off x="3568" y="1748"/>
              <a:ext cx="29" cy="25"/>
            </a:xfrm>
            <a:custGeom>
              <a:avLst/>
              <a:ahLst/>
              <a:rect l="0" t="0" r="r" b="b"/>
              <a:pathLst>
                <a:path w="116" h="101">
                  <a:moveTo>
                    <a:pt x="88" y="101"/>
                  </a:moveTo>
                  <a:lnTo>
                    <a:pt x="102" y="77"/>
                  </a:lnTo>
                  <a:lnTo>
                    <a:pt x="116" y="53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88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26" name=""/>
            <p:cNvSpPr/>
            <p:nvPr/>
          </p:nvSpPr>
          <p:spPr>
            <a:xfrm rot="0">
              <a:off x="3568" y="1748"/>
              <a:ext cx="29" cy="25"/>
            </a:xfrm>
            <a:custGeom>
              <a:avLst/>
              <a:ahLst/>
              <a:rect l="0" t="0" r="r" b="b"/>
              <a:pathLst>
                <a:path w="116" h="101">
                  <a:moveTo>
                    <a:pt x="88" y="101"/>
                  </a:moveTo>
                  <a:lnTo>
                    <a:pt x="102" y="77"/>
                  </a:lnTo>
                  <a:lnTo>
                    <a:pt x="116" y="53"/>
                  </a:lnTo>
                  <a:lnTo>
                    <a:pt x="28" y="0"/>
                  </a:lnTo>
                  <a:lnTo>
                    <a:pt x="14" y="23"/>
                  </a:lnTo>
                  <a:lnTo>
                    <a:pt x="0" y="47"/>
                  </a:lnTo>
                  <a:lnTo>
                    <a:pt x="88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27" name=""/>
            <p:cNvSpPr/>
            <p:nvPr/>
          </p:nvSpPr>
          <p:spPr>
            <a:xfrm rot="0">
              <a:off x="3572" y="1748"/>
              <a:ext cx="3" cy="6"/>
            </a:xfrm>
            <a:custGeom>
              <a:avLst/>
              <a:ahLst/>
              <a:rect l="0" t="0" r="r" b="b"/>
              <a:pathLst>
                <a:path w="14" h="23">
                  <a:moveTo>
                    <a:pt x="0" y="23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28" name=""/>
            <p:cNvSpPr/>
            <p:nvPr/>
          </p:nvSpPr>
          <p:spPr>
            <a:xfrm rot="0" flipH="1">
              <a:off x="3575" y="1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29" name=""/>
            <p:cNvSpPr/>
            <p:nvPr/>
          </p:nvSpPr>
          <p:spPr>
            <a:xfrm rot="0">
              <a:off x="3546" y="173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90" y="97"/>
                  </a:moveTo>
                  <a:lnTo>
                    <a:pt x="103" y="73"/>
                  </a:lnTo>
                  <a:lnTo>
                    <a:pt x="116" y="50"/>
                  </a:lnTo>
                  <a:lnTo>
                    <a:pt x="25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90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30" name=""/>
            <p:cNvSpPr/>
            <p:nvPr/>
          </p:nvSpPr>
          <p:spPr>
            <a:xfrm rot="0">
              <a:off x="3546" y="173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90" y="97"/>
                  </a:moveTo>
                  <a:lnTo>
                    <a:pt x="103" y="73"/>
                  </a:lnTo>
                  <a:lnTo>
                    <a:pt x="116" y="50"/>
                  </a:lnTo>
                  <a:lnTo>
                    <a:pt x="25" y="0"/>
                  </a:lnTo>
                  <a:lnTo>
                    <a:pt x="13" y="24"/>
                  </a:lnTo>
                  <a:lnTo>
                    <a:pt x="0" y="47"/>
                  </a:lnTo>
                  <a:lnTo>
                    <a:pt x="90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31" name=""/>
            <p:cNvSpPr/>
            <p:nvPr/>
          </p:nvSpPr>
          <p:spPr>
            <a:xfrm rot="0">
              <a:off x="3549" y="1736"/>
              <a:ext cx="3" cy="6"/>
            </a:xfrm>
            <a:custGeom>
              <a:avLst/>
              <a:ahLst/>
              <a:rect l="0" t="0" r="r" b="b"/>
              <a:pathLst>
                <a:path w="12" h="25">
                  <a:moveTo>
                    <a:pt x="0" y="25"/>
                  </a:moveTo>
                  <a:lnTo>
                    <a:pt x="12" y="1"/>
                  </a:lnTo>
                  <a:lnTo>
                    <a:pt x="11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32" name=""/>
            <p:cNvSpPr/>
            <p:nvPr/>
          </p:nvSpPr>
          <p:spPr>
            <a:xfrm rot="0" flipH="1" flipV="1">
              <a:off x="3552" y="17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33" name=""/>
            <p:cNvSpPr/>
            <p:nvPr/>
          </p:nvSpPr>
          <p:spPr>
            <a:xfrm rot="0">
              <a:off x="3523" y="1724"/>
              <a:ext cx="29" cy="24"/>
            </a:xfrm>
            <a:custGeom>
              <a:avLst/>
              <a:ahLst/>
              <a:rect l="0" t="0" r="r" b="b"/>
              <a:pathLst>
                <a:path w="117" h="94">
                  <a:moveTo>
                    <a:pt x="94" y="94"/>
                  </a:moveTo>
                  <a:lnTo>
                    <a:pt x="106" y="70"/>
                  </a:lnTo>
                  <a:lnTo>
                    <a:pt x="117" y="45"/>
                  </a:lnTo>
                  <a:lnTo>
                    <a:pt x="24" y="0"/>
                  </a:lnTo>
                  <a:lnTo>
                    <a:pt x="12" y="25"/>
                  </a:lnTo>
                  <a:lnTo>
                    <a:pt x="0" y="49"/>
                  </a:lnTo>
                  <a:lnTo>
                    <a:pt x="94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34" name=""/>
            <p:cNvSpPr/>
            <p:nvPr/>
          </p:nvSpPr>
          <p:spPr>
            <a:xfrm rot="0">
              <a:off x="3523" y="1724"/>
              <a:ext cx="29" cy="24"/>
            </a:xfrm>
            <a:custGeom>
              <a:avLst/>
              <a:ahLst/>
              <a:rect l="0" t="0" r="r" b="b"/>
              <a:pathLst>
                <a:path w="117" h="94">
                  <a:moveTo>
                    <a:pt x="94" y="94"/>
                  </a:moveTo>
                  <a:lnTo>
                    <a:pt x="106" y="70"/>
                  </a:lnTo>
                  <a:lnTo>
                    <a:pt x="117" y="45"/>
                  </a:lnTo>
                  <a:lnTo>
                    <a:pt x="24" y="0"/>
                  </a:lnTo>
                  <a:lnTo>
                    <a:pt x="12" y="25"/>
                  </a:lnTo>
                  <a:lnTo>
                    <a:pt x="0" y="49"/>
                  </a:lnTo>
                  <a:lnTo>
                    <a:pt x="94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35" name=""/>
            <p:cNvSpPr/>
            <p:nvPr/>
          </p:nvSpPr>
          <p:spPr>
            <a:xfrm rot="0">
              <a:off x="3526" y="1724"/>
              <a:ext cx="3" cy="6"/>
            </a:xfrm>
            <a:custGeom>
              <a:avLst/>
              <a:ahLst/>
              <a:rect l="0" t="0" r="r" b="b"/>
              <a:pathLst>
                <a:path w="12" h="26">
                  <a:moveTo>
                    <a:pt x="0" y="26"/>
                  </a:moveTo>
                  <a:lnTo>
                    <a:pt x="12" y="1"/>
                  </a:lnTo>
                  <a:lnTo>
                    <a:pt x="1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36" name=""/>
            <p:cNvSpPr/>
            <p:nvPr/>
          </p:nvSpPr>
          <p:spPr>
            <a:xfrm rot="0" flipH="1" flipV="1">
              <a:off x="3528" y="17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37" name=""/>
            <p:cNvSpPr/>
            <p:nvPr/>
          </p:nvSpPr>
          <p:spPr>
            <a:xfrm rot="0">
              <a:off x="3499" y="1714"/>
              <a:ext cx="29" cy="23"/>
            </a:xfrm>
            <a:custGeom>
              <a:avLst/>
              <a:ahLst/>
              <a:rect l="0" t="0" r="r" b="b"/>
              <a:pathLst>
                <a:path w="117" h="90">
                  <a:moveTo>
                    <a:pt x="95" y="90"/>
                  </a:moveTo>
                  <a:lnTo>
                    <a:pt x="106" y="65"/>
                  </a:lnTo>
                  <a:lnTo>
                    <a:pt x="117" y="39"/>
                  </a:lnTo>
                  <a:lnTo>
                    <a:pt x="21" y="0"/>
                  </a:lnTo>
                  <a:lnTo>
                    <a:pt x="10" y="26"/>
                  </a:lnTo>
                  <a:lnTo>
                    <a:pt x="0" y="52"/>
                  </a:lnTo>
                  <a:lnTo>
                    <a:pt x="95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38" name=""/>
            <p:cNvSpPr/>
            <p:nvPr/>
          </p:nvSpPr>
          <p:spPr>
            <a:xfrm rot="0">
              <a:off x="3499" y="1714"/>
              <a:ext cx="29" cy="23"/>
            </a:xfrm>
            <a:custGeom>
              <a:avLst/>
              <a:ahLst/>
              <a:rect l="0" t="0" r="r" b="b"/>
              <a:pathLst>
                <a:path w="117" h="90">
                  <a:moveTo>
                    <a:pt x="95" y="90"/>
                  </a:moveTo>
                  <a:lnTo>
                    <a:pt x="106" y="65"/>
                  </a:lnTo>
                  <a:lnTo>
                    <a:pt x="117" y="39"/>
                  </a:lnTo>
                  <a:lnTo>
                    <a:pt x="21" y="0"/>
                  </a:lnTo>
                  <a:lnTo>
                    <a:pt x="10" y="26"/>
                  </a:lnTo>
                  <a:lnTo>
                    <a:pt x="0" y="52"/>
                  </a:lnTo>
                  <a:lnTo>
                    <a:pt x="95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39" name=""/>
            <p:cNvSpPr/>
            <p:nvPr/>
          </p:nvSpPr>
          <p:spPr>
            <a:xfrm rot="0">
              <a:off x="3502" y="1714"/>
              <a:ext cx="3" cy="7"/>
            </a:xfrm>
            <a:custGeom>
              <a:avLst/>
              <a:ahLst/>
              <a:rect l="0" t="0" r="r" b="b"/>
              <a:pathLst>
                <a:path w="11" h="26">
                  <a:moveTo>
                    <a:pt x="0" y="26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40" name=""/>
            <p:cNvSpPr/>
            <p:nvPr/>
          </p:nvSpPr>
          <p:spPr>
            <a:xfrm rot="0" flipH="1">
              <a:off x="3504" y="1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41" name=""/>
            <p:cNvSpPr/>
            <p:nvPr/>
          </p:nvSpPr>
          <p:spPr>
            <a:xfrm rot="0">
              <a:off x="3475" y="1706"/>
              <a:ext cx="29" cy="21"/>
            </a:xfrm>
            <a:custGeom>
              <a:avLst/>
              <a:ahLst/>
              <a:rect l="0" t="0" r="r" b="b"/>
              <a:pathLst>
                <a:path w="116" h="86">
                  <a:moveTo>
                    <a:pt x="97" y="86"/>
                  </a:moveTo>
                  <a:lnTo>
                    <a:pt x="106" y="60"/>
                  </a:lnTo>
                  <a:lnTo>
                    <a:pt x="116" y="34"/>
                  </a:lnTo>
                  <a:lnTo>
                    <a:pt x="19" y="0"/>
                  </a:lnTo>
                  <a:lnTo>
                    <a:pt x="10" y="26"/>
                  </a:lnTo>
                  <a:lnTo>
                    <a:pt x="0" y="51"/>
                  </a:lnTo>
                  <a:lnTo>
                    <a:pt x="9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42" name=""/>
            <p:cNvSpPr/>
            <p:nvPr/>
          </p:nvSpPr>
          <p:spPr>
            <a:xfrm rot="0">
              <a:off x="3475" y="1706"/>
              <a:ext cx="29" cy="21"/>
            </a:xfrm>
            <a:custGeom>
              <a:avLst/>
              <a:ahLst/>
              <a:rect l="0" t="0" r="r" b="b"/>
              <a:pathLst>
                <a:path w="116" h="86">
                  <a:moveTo>
                    <a:pt x="97" y="86"/>
                  </a:moveTo>
                  <a:lnTo>
                    <a:pt x="106" y="60"/>
                  </a:lnTo>
                  <a:lnTo>
                    <a:pt x="116" y="34"/>
                  </a:lnTo>
                  <a:lnTo>
                    <a:pt x="19" y="0"/>
                  </a:lnTo>
                  <a:lnTo>
                    <a:pt x="10" y="26"/>
                  </a:lnTo>
                  <a:lnTo>
                    <a:pt x="0" y="51"/>
                  </a:lnTo>
                  <a:lnTo>
                    <a:pt x="9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43" name=""/>
            <p:cNvSpPr/>
            <p:nvPr/>
          </p:nvSpPr>
          <p:spPr>
            <a:xfrm rot="0">
              <a:off x="3478" y="1706"/>
              <a:ext cx="2" cy="6"/>
            </a:xfrm>
            <a:custGeom>
              <a:avLst/>
              <a:ahLst/>
              <a:rect l="0" t="0" r="r" b="b"/>
              <a:pathLst>
                <a:path w="9" h="26">
                  <a:moveTo>
                    <a:pt x="0" y="26"/>
                  </a:moveTo>
                  <a:lnTo>
                    <a:pt x="9" y="0"/>
                  </a:lnTo>
                  <a:lnTo>
                    <a:pt x="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44" name=""/>
            <p:cNvSpPr/>
            <p:nvPr/>
          </p:nvSpPr>
          <p:spPr>
            <a:xfrm rot="0" flipH="1">
              <a:off x="3480" y="1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45" name=""/>
            <p:cNvSpPr/>
            <p:nvPr/>
          </p:nvSpPr>
          <p:spPr>
            <a:xfrm rot="0">
              <a:off x="3451" y="1698"/>
              <a:ext cx="29" cy="21"/>
            </a:xfrm>
            <a:custGeom>
              <a:avLst/>
              <a:ahLst/>
              <a:rect l="0" t="0" r="r" b="b"/>
              <a:pathLst>
                <a:path w="115" h="81">
                  <a:moveTo>
                    <a:pt x="100" y="81"/>
                  </a:moveTo>
                  <a:lnTo>
                    <a:pt x="108" y="56"/>
                  </a:lnTo>
                  <a:lnTo>
                    <a:pt x="115" y="30"/>
                  </a:lnTo>
                  <a:lnTo>
                    <a:pt x="15" y="0"/>
                  </a:lnTo>
                  <a:lnTo>
                    <a:pt x="8" y="25"/>
                  </a:lnTo>
                  <a:lnTo>
                    <a:pt x="0" y="51"/>
                  </a:lnTo>
                  <a:lnTo>
                    <a:pt x="10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46" name=""/>
            <p:cNvSpPr/>
            <p:nvPr/>
          </p:nvSpPr>
          <p:spPr>
            <a:xfrm rot="0">
              <a:off x="3451" y="1698"/>
              <a:ext cx="29" cy="21"/>
            </a:xfrm>
            <a:custGeom>
              <a:avLst/>
              <a:ahLst/>
              <a:rect l="0" t="0" r="r" b="b"/>
              <a:pathLst>
                <a:path w="115" h="81">
                  <a:moveTo>
                    <a:pt x="100" y="81"/>
                  </a:moveTo>
                  <a:lnTo>
                    <a:pt x="108" y="56"/>
                  </a:lnTo>
                  <a:lnTo>
                    <a:pt x="115" y="30"/>
                  </a:lnTo>
                  <a:lnTo>
                    <a:pt x="15" y="0"/>
                  </a:lnTo>
                  <a:lnTo>
                    <a:pt x="8" y="25"/>
                  </a:lnTo>
                  <a:lnTo>
                    <a:pt x="0" y="51"/>
                  </a:lnTo>
                  <a:lnTo>
                    <a:pt x="10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47" name=""/>
            <p:cNvSpPr/>
            <p:nvPr/>
          </p:nvSpPr>
          <p:spPr>
            <a:xfrm rot="0">
              <a:off x="3453" y="1698"/>
              <a:ext cx="2" cy="7"/>
            </a:xfrm>
            <a:custGeom>
              <a:avLst/>
              <a:ahLst/>
              <a:rect l="0" t="0" r="r" b="b"/>
              <a:pathLst>
                <a:path w="7" h="26">
                  <a:moveTo>
                    <a:pt x="0" y="26"/>
                  </a:moveTo>
                  <a:lnTo>
                    <a:pt x="7" y="1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48" name=""/>
            <p:cNvSpPr/>
            <p:nvPr/>
          </p:nvSpPr>
          <p:spPr>
            <a:xfrm rot="0" flipH="1" flipV="1">
              <a:off x="3454" y="16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49" name=""/>
            <p:cNvSpPr/>
            <p:nvPr/>
          </p:nvSpPr>
          <p:spPr>
            <a:xfrm rot="0">
              <a:off x="3426" y="1692"/>
              <a:ext cx="28" cy="19"/>
            </a:xfrm>
            <a:custGeom>
              <a:avLst/>
              <a:ahLst/>
              <a:rect l="0" t="0" r="r" b="b"/>
              <a:pathLst>
                <a:path w="113" h="77">
                  <a:moveTo>
                    <a:pt x="100" y="77"/>
                  </a:moveTo>
                  <a:lnTo>
                    <a:pt x="107" y="50"/>
                  </a:lnTo>
                  <a:lnTo>
                    <a:pt x="113" y="24"/>
                  </a:lnTo>
                  <a:lnTo>
                    <a:pt x="13" y="0"/>
                  </a:lnTo>
                  <a:lnTo>
                    <a:pt x="7" y="27"/>
                  </a:lnTo>
                  <a:lnTo>
                    <a:pt x="0" y="54"/>
                  </a:lnTo>
                  <a:lnTo>
                    <a:pt x="10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50" name=""/>
            <p:cNvSpPr/>
            <p:nvPr/>
          </p:nvSpPr>
          <p:spPr>
            <a:xfrm rot="0">
              <a:off x="3426" y="1692"/>
              <a:ext cx="28" cy="19"/>
            </a:xfrm>
            <a:custGeom>
              <a:avLst/>
              <a:ahLst/>
              <a:rect l="0" t="0" r="r" b="b"/>
              <a:pathLst>
                <a:path w="113" h="77">
                  <a:moveTo>
                    <a:pt x="100" y="77"/>
                  </a:moveTo>
                  <a:lnTo>
                    <a:pt x="107" y="50"/>
                  </a:lnTo>
                  <a:lnTo>
                    <a:pt x="113" y="24"/>
                  </a:lnTo>
                  <a:lnTo>
                    <a:pt x="13" y="0"/>
                  </a:lnTo>
                  <a:lnTo>
                    <a:pt x="7" y="27"/>
                  </a:lnTo>
                  <a:lnTo>
                    <a:pt x="0" y="54"/>
                  </a:lnTo>
                  <a:lnTo>
                    <a:pt x="10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51" name=""/>
            <p:cNvSpPr/>
            <p:nvPr/>
          </p:nvSpPr>
          <p:spPr>
            <a:xfrm rot="0">
              <a:off x="3428" y="1692"/>
              <a:ext cx="1" cy="7"/>
            </a:xfrm>
            <a:custGeom>
              <a:avLst/>
              <a:ahLst/>
              <a:rect l="0" t="0" r="r" b="b"/>
              <a:pathLst>
                <a:path w="6" h="27">
                  <a:moveTo>
                    <a:pt x="0" y="27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52" name=""/>
            <p:cNvSpPr/>
            <p:nvPr/>
          </p:nvSpPr>
          <p:spPr>
            <a:xfrm rot="0" flipH="1">
              <a:off x="3429" y="16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53" name=""/>
            <p:cNvSpPr/>
            <p:nvPr/>
          </p:nvSpPr>
          <p:spPr>
            <a:xfrm rot="0">
              <a:off x="3401" y="1687"/>
              <a:ext cx="28" cy="18"/>
            </a:xfrm>
            <a:custGeom>
              <a:avLst/>
              <a:ahLst/>
              <a:rect l="0" t="0" r="r" b="b"/>
              <a:pathLst>
                <a:path w="113" h="73">
                  <a:moveTo>
                    <a:pt x="102" y="73"/>
                  </a:moveTo>
                  <a:lnTo>
                    <a:pt x="108" y="46"/>
                  </a:lnTo>
                  <a:lnTo>
                    <a:pt x="113" y="19"/>
                  </a:lnTo>
                  <a:lnTo>
                    <a:pt x="11" y="0"/>
                  </a:lnTo>
                  <a:lnTo>
                    <a:pt x="6" y="26"/>
                  </a:lnTo>
                  <a:lnTo>
                    <a:pt x="0" y="53"/>
                  </a:lnTo>
                  <a:lnTo>
                    <a:pt x="102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54" name=""/>
            <p:cNvSpPr/>
            <p:nvPr/>
          </p:nvSpPr>
          <p:spPr>
            <a:xfrm rot="0">
              <a:off x="3401" y="1687"/>
              <a:ext cx="28" cy="18"/>
            </a:xfrm>
            <a:custGeom>
              <a:avLst/>
              <a:ahLst/>
              <a:rect l="0" t="0" r="r" b="b"/>
              <a:pathLst>
                <a:path w="113" h="73">
                  <a:moveTo>
                    <a:pt x="102" y="73"/>
                  </a:moveTo>
                  <a:lnTo>
                    <a:pt x="108" y="46"/>
                  </a:lnTo>
                  <a:lnTo>
                    <a:pt x="113" y="19"/>
                  </a:lnTo>
                  <a:lnTo>
                    <a:pt x="11" y="0"/>
                  </a:lnTo>
                  <a:lnTo>
                    <a:pt x="6" y="26"/>
                  </a:lnTo>
                  <a:lnTo>
                    <a:pt x="0" y="53"/>
                  </a:lnTo>
                  <a:lnTo>
                    <a:pt x="102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55" name=""/>
            <p:cNvSpPr/>
            <p:nvPr/>
          </p:nvSpPr>
          <p:spPr>
            <a:xfrm rot="0">
              <a:off x="3402" y="1687"/>
              <a:ext cx="2" cy="7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56" name=""/>
            <p:cNvSpPr/>
            <p:nvPr/>
          </p:nvSpPr>
          <p:spPr>
            <a:xfrm rot="0" flipH="1">
              <a:off x="3403" y="16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57" name=""/>
            <p:cNvSpPr/>
            <p:nvPr/>
          </p:nvSpPr>
          <p:spPr>
            <a:xfrm rot="0">
              <a:off x="3376" y="1684"/>
              <a:ext cx="27" cy="17"/>
            </a:xfrm>
            <a:custGeom>
              <a:avLst/>
              <a:ahLst/>
              <a:rect l="0" t="0" r="r" b="b"/>
              <a:pathLst>
                <a:path w="109" h="66">
                  <a:moveTo>
                    <a:pt x="103" y="66"/>
                  </a:moveTo>
                  <a:lnTo>
                    <a:pt x="106" y="39"/>
                  </a:lnTo>
                  <a:lnTo>
                    <a:pt x="109" y="13"/>
                  </a:lnTo>
                  <a:lnTo>
                    <a:pt x="7" y="0"/>
                  </a:lnTo>
                  <a:lnTo>
                    <a:pt x="4" y="27"/>
                  </a:lnTo>
                  <a:lnTo>
                    <a:pt x="0" y="53"/>
                  </a:lnTo>
                  <a:lnTo>
                    <a:pt x="103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58" name=""/>
            <p:cNvSpPr/>
            <p:nvPr/>
          </p:nvSpPr>
          <p:spPr>
            <a:xfrm rot="0">
              <a:off x="3376" y="1684"/>
              <a:ext cx="27" cy="17"/>
            </a:xfrm>
            <a:custGeom>
              <a:avLst/>
              <a:ahLst/>
              <a:rect l="0" t="0" r="r" b="b"/>
              <a:pathLst>
                <a:path w="109" h="66">
                  <a:moveTo>
                    <a:pt x="103" y="66"/>
                  </a:moveTo>
                  <a:lnTo>
                    <a:pt x="106" y="39"/>
                  </a:lnTo>
                  <a:lnTo>
                    <a:pt x="109" y="13"/>
                  </a:lnTo>
                  <a:lnTo>
                    <a:pt x="7" y="0"/>
                  </a:lnTo>
                  <a:lnTo>
                    <a:pt x="4" y="27"/>
                  </a:lnTo>
                  <a:lnTo>
                    <a:pt x="0" y="53"/>
                  </a:lnTo>
                  <a:lnTo>
                    <a:pt x="10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59" name=""/>
            <p:cNvSpPr/>
            <p:nvPr/>
          </p:nvSpPr>
          <p:spPr>
            <a:xfrm rot="0">
              <a:off x="3377" y="1684"/>
              <a:ext cx="1" cy="7"/>
            </a:xfrm>
            <a:custGeom>
              <a:avLst/>
              <a:ahLst/>
              <a:rect l="0" t="0" r="r" b="b"/>
              <a:pathLst>
                <a:path w="3" h="27">
                  <a:moveTo>
                    <a:pt x="0" y="27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60" name=""/>
            <p:cNvSpPr/>
            <p:nvPr/>
          </p:nvSpPr>
          <p:spPr>
            <a:xfrm rot="0" flipH="1">
              <a:off x="3377" y="16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61" name=""/>
            <p:cNvSpPr/>
            <p:nvPr/>
          </p:nvSpPr>
          <p:spPr>
            <a:xfrm rot="0">
              <a:off x="3350" y="1682"/>
              <a:ext cx="27" cy="15"/>
            </a:xfrm>
            <a:custGeom>
              <a:avLst/>
              <a:ahLst/>
              <a:rect l="0" t="0" r="r" b="b"/>
              <a:pathLst>
                <a:path w="108" h="62">
                  <a:moveTo>
                    <a:pt x="103" y="62"/>
                  </a:moveTo>
                  <a:lnTo>
                    <a:pt x="106" y="36"/>
                  </a:lnTo>
                  <a:lnTo>
                    <a:pt x="108" y="9"/>
                  </a:lnTo>
                  <a:lnTo>
                    <a:pt x="5" y="0"/>
                  </a:lnTo>
                  <a:lnTo>
                    <a:pt x="2" y="27"/>
                  </a:lnTo>
                  <a:lnTo>
                    <a:pt x="0" y="54"/>
                  </a:lnTo>
                  <a:lnTo>
                    <a:pt x="103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62" name=""/>
            <p:cNvSpPr/>
            <p:nvPr/>
          </p:nvSpPr>
          <p:spPr>
            <a:xfrm rot="0">
              <a:off x="3350" y="1682"/>
              <a:ext cx="27" cy="15"/>
            </a:xfrm>
            <a:custGeom>
              <a:avLst/>
              <a:ahLst/>
              <a:rect l="0" t="0" r="r" b="b"/>
              <a:pathLst>
                <a:path w="108" h="62">
                  <a:moveTo>
                    <a:pt x="103" y="62"/>
                  </a:moveTo>
                  <a:lnTo>
                    <a:pt x="106" y="36"/>
                  </a:lnTo>
                  <a:lnTo>
                    <a:pt x="108" y="9"/>
                  </a:lnTo>
                  <a:lnTo>
                    <a:pt x="5" y="0"/>
                  </a:lnTo>
                  <a:lnTo>
                    <a:pt x="2" y="27"/>
                  </a:lnTo>
                  <a:lnTo>
                    <a:pt x="0" y="54"/>
                  </a:lnTo>
                  <a:lnTo>
                    <a:pt x="103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63" name=""/>
            <p:cNvSpPr/>
            <p:nvPr/>
          </p:nvSpPr>
          <p:spPr>
            <a:xfrm rot="0">
              <a:off x="3351" y="1682"/>
              <a:ext cx="1" cy="6"/>
            </a:xfrm>
            <a:custGeom>
              <a:avLst/>
              <a:ahLst/>
              <a:rect l="0" t="0" r="r" b="b"/>
              <a:pathLst>
                <a:path w="3" h="27">
                  <a:moveTo>
                    <a:pt x="0" y="27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64" name=""/>
            <p:cNvSpPr/>
            <p:nvPr/>
          </p:nvSpPr>
          <p:spPr>
            <a:xfrm rot="0" flipH="1">
              <a:off x="3351" y="1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65" name=""/>
            <p:cNvSpPr/>
            <p:nvPr/>
          </p:nvSpPr>
          <p:spPr>
            <a:xfrm rot="0">
              <a:off x="3325" y="1681"/>
              <a:ext cx="26" cy="14"/>
            </a:xfrm>
            <a:custGeom>
              <a:avLst/>
              <a:ahLst/>
              <a:rect l="0" t="0" r="r" b="b"/>
              <a:pathLst>
                <a:path w="106" h="56">
                  <a:moveTo>
                    <a:pt x="103" y="56"/>
                  </a:moveTo>
                  <a:lnTo>
                    <a:pt x="104" y="29"/>
                  </a:lnTo>
                  <a:lnTo>
                    <a:pt x="106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4"/>
                  </a:lnTo>
                  <a:lnTo>
                    <a:pt x="103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66" name=""/>
            <p:cNvSpPr/>
            <p:nvPr/>
          </p:nvSpPr>
          <p:spPr>
            <a:xfrm rot="0">
              <a:off x="3325" y="1681"/>
              <a:ext cx="26" cy="14"/>
            </a:xfrm>
            <a:custGeom>
              <a:avLst/>
              <a:ahLst/>
              <a:rect l="0" t="0" r="r" b="b"/>
              <a:pathLst>
                <a:path w="106" h="56">
                  <a:moveTo>
                    <a:pt x="103" y="56"/>
                  </a:moveTo>
                  <a:lnTo>
                    <a:pt x="104" y="29"/>
                  </a:lnTo>
                  <a:lnTo>
                    <a:pt x="106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4"/>
                  </a:lnTo>
                  <a:lnTo>
                    <a:pt x="103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67" name=""/>
            <p:cNvSpPr/>
            <p:nvPr/>
          </p:nvSpPr>
          <p:spPr>
            <a:xfrm rot="0">
              <a:off x="3325" y="1681"/>
              <a:ext cx="1" cy="7"/>
            </a:xfrm>
            <a:custGeom>
              <a:avLst/>
              <a:ahLst/>
              <a:rect l="0" t="0" r="r" b="b"/>
              <a:pathLst>
                <a:path w="2" h="27">
                  <a:moveTo>
                    <a:pt x="1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68" name=""/>
            <p:cNvSpPr/>
            <p:nvPr/>
          </p:nvSpPr>
          <p:spPr>
            <a:xfrm rot="0" flipH="1">
              <a:off x="3325" y="1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69" name=""/>
            <p:cNvSpPr/>
            <p:nvPr/>
          </p:nvSpPr>
          <p:spPr>
            <a:xfrm rot="0">
              <a:off x="3299" y="1681"/>
              <a:ext cx="26" cy="14"/>
            </a:xfrm>
            <a:custGeom>
              <a:avLst/>
              <a:ahLst/>
              <a:rect l="0" t="0" r="r" b="b"/>
              <a:pathLst>
                <a:path w="105" h="56">
                  <a:moveTo>
                    <a:pt x="105" y="54"/>
                  </a:moveTo>
                  <a:lnTo>
                    <a:pt x="104" y="27"/>
                  </a:lnTo>
                  <a:lnTo>
                    <a:pt x="103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6"/>
                  </a:lnTo>
                  <a:lnTo>
                    <a:pt x="10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70" name=""/>
            <p:cNvSpPr/>
            <p:nvPr/>
          </p:nvSpPr>
          <p:spPr>
            <a:xfrm rot="0">
              <a:off x="3299" y="1681"/>
              <a:ext cx="26" cy="14"/>
            </a:xfrm>
            <a:custGeom>
              <a:avLst/>
              <a:ahLst/>
              <a:rect l="0" t="0" r="r" b="b"/>
              <a:pathLst>
                <a:path w="105" h="56">
                  <a:moveTo>
                    <a:pt x="105" y="54"/>
                  </a:moveTo>
                  <a:lnTo>
                    <a:pt x="104" y="27"/>
                  </a:lnTo>
                  <a:lnTo>
                    <a:pt x="103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6"/>
                  </a:lnTo>
                  <a:lnTo>
                    <a:pt x="105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71" name=""/>
            <p:cNvSpPr/>
            <p:nvPr/>
          </p:nvSpPr>
          <p:spPr>
            <a:xfrm rot="0">
              <a:off x="3299" y="1682"/>
              <a:ext cx="1" cy="6"/>
            </a:xfrm>
            <a:custGeom>
              <a:avLst/>
              <a:ahLst/>
              <a:rect l="0" t="0" r="r" b="b"/>
              <a:pathLst>
                <a:path w="2" h="27">
                  <a:moveTo>
                    <a:pt x="2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72" name=""/>
            <p:cNvSpPr/>
            <p:nvPr/>
          </p:nvSpPr>
          <p:spPr>
            <a:xfrm rot="0" flipH="1">
              <a:off x="3299" y="16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73" name=""/>
            <p:cNvSpPr/>
            <p:nvPr/>
          </p:nvSpPr>
          <p:spPr>
            <a:xfrm rot="0">
              <a:off x="3273" y="1682"/>
              <a:ext cx="27" cy="15"/>
            </a:xfrm>
            <a:custGeom>
              <a:avLst/>
              <a:ahLst/>
              <a:rect l="0" t="0" r="r" b="b"/>
              <a:pathLst>
                <a:path w="107" h="62">
                  <a:moveTo>
                    <a:pt x="107" y="54"/>
                  </a:moveTo>
                  <a:lnTo>
                    <a:pt x="105" y="27"/>
                  </a:lnTo>
                  <a:lnTo>
                    <a:pt x="103" y="0"/>
                  </a:lnTo>
                  <a:lnTo>
                    <a:pt x="0" y="9"/>
                  </a:lnTo>
                  <a:lnTo>
                    <a:pt x="2" y="36"/>
                  </a:lnTo>
                  <a:lnTo>
                    <a:pt x="4" y="62"/>
                  </a:lnTo>
                  <a:lnTo>
                    <a:pt x="107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74" name=""/>
            <p:cNvSpPr/>
            <p:nvPr/>
          </p:nvSpPr>
          <p:spPr>
            <a:xfrm rot="0">
              <a:off x="3273" y="1682"/>
              <a:ext cx="27" cy="15"/>
            </a:xfrm>
            <a:custGeom>
              <a:avLst/>
              <a:ahLst/>
              <a:rect l="0" t="0" r="r" b="b"/>
              <a:pathLst>
                <a:path w="107" h="62">
                  <a:moveTo>
                    <a:pt x="107" y="54"/>
                  </a:moveTo>
                  <a:lnTo>
                    <a:pt x="105" y="27"/>
                  </a:lnTo>
                  <a:lnTo>
                    <a:pt x="103" y="0"/>
                  </a:lnTo>
                  <a:lnTo>
                    <a:pt x="0" y="9"/>
                  </a:lnTo>
                  <a:lnTo>
                    <a:pt x="2" y="36"/>
                  </a:lnTo>
                  <a:lnTo>
                    <a:pt x="4" y="62"/>
                  </a:lnTo>
                  <a:lnTo>
                    <a:pt x="10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75" name=""/>
            <p:cNvSpPr/>
            <p:nvPr/>
          </p:nvSpPr>
          <p:spPr>
            <a:xfrm rot="0">
              <a:off x="3273" y="1684"/>
              <a:ext cx="1" cy="7"/>
            </a:xfrm>
            <a:custGeom>
              <a:avLst/>
              <a:ahLst/>
              <a:rect l="0" t="0" r="r" b="b"/>
              <a:pathLst>
                <a:path w="3" h="27">
                  <a:moveTo>
                    <a:pt x="3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76" name=""/>
            <p:cNvSpPr/>
            <p:nvPr/>
          </p:nvSpPr>
          <p:spPr>
            <a:xfrm rot="0" flipH="1">
              <a:off x="3273" y="16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77" name=""/>
            <p:cNvSpPr/>
            <p:nvPr/>
          </p:nvSpPr>
          <p:spPr>
            <a:xfrm rot="0">
              <a:off x="3247" y="1684"/>
              <a:ext cx="27" cy="17"/>
            </a:xfrm>
            <a:custGeom>
              <a:avLst/>
              <a:ahLst/>
              <a:rect l="0" t="0" r="r" b="b"/>
              <a:pathLst>
                <a:path w="108" h="66">
                  <a:moveTo>
                    <a:pt x="108" y="53"/>
                  </a:moveTo>
                  <a:lnTo>
                    <a:pt x="105" y="27"/>
                  </a:lnTo>
                  <a:lnTo>
                    <a:pt x="102" y="0"/>
                  </a:lnTo>
                  <a:lnTo>
                    <a:pt x="0" y="13"/>
                  </a:lnTo>
                  <a:lnTo>
                    <a:pt x="3" y="39"/>
                  </a:lnTo>
                  <a:lnTo>
                    <a:pt x="6" y="66"/>
                  </a:lnTo>
                  <a:lnTo>
                    <a:pt x="108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78" name=""/>
            <p:cNvSpPr/>
            <p:nvPr/>
          </p:nvSpPr>
          <p:spPr>
            <a:xfrm rot="0">
              <a:off x="3247" y="1684"/>
              <a:ext cx="27" cy="17"/>
            </a:xfrm>
            <a:custGeom>
              <a:avLst/>
              <a:ahLst/>
              <a:rect l="0" t="0" r="r" b="b"/>
              <a:pathLst>
                <a:path w="108" h="66">
                  <a:moveTo>
                    <a:pt x="108" y="53"/>
                  </a:moveTo>
                  <a:lnTo>
                    <a:pt x="105" y="27"/>
                  </a:lnTo>
                  <a:lnTo>
                    <a:pt x="102" y="0"/>
                  </a:lnTo>
                  <a:lnTo>
                    <a:pt x="0" y="13"/>
                  </a:lnTo>
                  <a:lnTo>
                    <a:pt x="3" y="39"/>
                  </a:lnTo>
                  <a:lnTo>
                    <a:pt x="6" y="66"/>
                  </a:lnTo>
                  <a:lnTo>
                    <a:pt x="108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79" name=""/>
            <p:cNvSpPr/>
            <p:nvPr/>
          </p:nvSpPr>
          <p:spPr>
            <a:xfrm rot="0">
              <a:off x="3247" y="1687"/>
              <a:ext cx="1" cy="7"/>
            </a:xfrm>
            <a:custGeom>
              <a:avLst/>
              <a:ahLst/>
              <a:rect l="0" t="0" r="r" b="b"/>
              <a:pathLst>
                <a:path w="5" h="26">
                  <a:moveTo>
                    <a:pt x="5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80" name=""/>
            <p:cNvSpPr/>
            <p:nvPr/>
          </p:nvSpPr>
          <p:spPr>
            <a:xfrm rot="0" flipH="1">
              <a:off x="3247" y="16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81" name=""/>
            <p:cNvSpPr/>
            <p:nvPr/>
          </p:nvSpPr>
          <p:spPr>
            <a:xfrm rot="0">
              <a:off x="3221" y="1687"/>
              <a:ext cx="28" cy="18"/>
            </a:xfrm>
            <a:custGeom>
              <a:avLst/>
              <a:ahLst/>
              <a:rect l="0" t="0" r="r" b="b"/>
              <a:pathLst>
                <a:path w="113" h="73">
                  <a:moveTo>
                    <a:pt x="113" y="53"/>
                  </a:moveTo>
                  <a:lnTo>
                    <a:pt x="108" y="26"/>
                  </a:lnTo>
                  <a:lnTo>
                    <a:pt x="103" y="0"/>
                  </a:lnTo>
                  <a:lnTo>
                    <a:pt x="0" y="19"/>
                  </a:lnTo>
                  <a:lnTo>
                    <a:pt x="6" y="46"/>
                  </a:lnTo>
                  <a:lnTo>
                    <a:pt x="11" y="73"/>
                  </a:lnTo>
                  <a:lnTo>
                    <a:pt x="11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82" name=""/>
            <p:cNvSpPr/>
            <p:nvPr/>
          </p:nvSpPr>
          <p:spPr>
            <a:xfrm rot="0">
              <a:off x="3221" y="1687"/>
              <a:ext cx="28" cy="18"/>
            </a:xfrm>
            <a:custGeom>
              <a:avLst/>
              <a:ahLst/>
              <a:rect l="0" t="0" r="r" b="b"/>
              <a:pathLst>
                <a:path w="113" h="73">
                  <a:moveTo>
                    <a:pt x="113" y="53"/>
                  </a:moveTo>
                  <a:lnTo>
                    <a:pt x="108" y="26"/>
                  </a:lnTo>
                  <a:lnTo>
                    <a:pt x="103" y="0"/>
                  </a:lnTo>
                  <a:lnTo>
                    <a:pt x="0" y="19"/>
                  </a:lnTo>
                  <a:lnTo>
                    <a:pt x="6" y="46"/>
                  </a:lnTo>
                  <a:lnTo>
                    <a:pt x="11" y="73"/>
                  </a:lnTo>
                  <a:lnTo>
                    <a:pt x="113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83" name=""/>
            <p:cNvSpPr/>
            <p:nvPr/>
          </p:nvSpPr>
          <p:spPr>
            <a:xfrm rot="0">
              <a:off x="3221" y="1692"/>
              <a:ext cx="1" cy="7"/>
            </a:xfrm>
            <a:custGeom>
              <a:avLst/>
              <a:ahLst/>
              <a:rect l="0" t="0" r="r" b="b"/>
              <a:pathLst>
                <a:path w="7" h="27">
                  <a:moveTo>
                    <a:pt x="7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84" name=""/>
            <p:cNvSpPr/>
            <p:nvPr/>
          </p:nvSpPr>
          <p:spPr>
            <a:xfrm rot="0" flipH="1">
              <a:off x="3221" y="16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85" name=""/>
            <p:cNvSpPr/>
            <p:nvPr/>
          </p:nvSpPr>
          <p:spPr>
            <a:xfrm rot="0">
              <a:off x="3196" y="1692"/>
              <a:ext cx="28" cy="19"/>
            </a:xfrm>
            <a:custGeom>
              <a:avLst/>
              <a:ahLst/>
              <a:rect l="0" t="0" r="r" b="b"/>
              <a:pathLst>
                <a:path w="113" h="77">
                  <a:moveTo>
                    <a:pt x="113" y="54"/>
                  </a:moveTo>
                  <a:lnTo>
                    <a:pt x="107" y="27"/>
                  </a:lnTo>
                  <a:lnTo>
                    <a:pt x="100" y="0"/>
                  </a:lnTo>
                  <a:lnTo>
                    <a:pt x="0" y="24"/>
                  </a:lnTo>
                  <a:lnTo>
                    <a:pt x="7" y="50"/>
                  </a:lnTo>
                  <a:lnTo>
                    <a:pt x="13" y="77"/>
                  </a:lnTo>
                  <a:lnTo>
                    <a:pt x="11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86" name=""/>
            <p:cNvSpPr/>
            <p:nvPr/>
          </p:nvSpPr>
          <p:spPr>
            <a:xfrm rot="0">
              <a:off x="3196" y="1692"/>
              <a:ext cx="28" cy="19"/>
            </a:xfrm>
            <a:custGeom>
              <a:avLst/>
              <a:ahLst/>
              <a:rect l="0" t="0" r="r" b="b"/>
              <a:pathLst>
                <a:path w="113" h="77">
                  <a:moveTo>
                    <a:pt x="113" y="54"/>
                  </a:moveTo>
                  <a:lnTo>
                    <a:pt x="107" y="27"/>
                  </a:lnTo>
                  <a:lnTo>
                    <a:pt x="100" y="0"/>
                  </a:lnTo>
                  <a:lnTo>
                    <a:pt x="0" y="24"/>
                  </a:lnTo>
                  <a:lnTo>
                    <a:pt x="7" y="50"/>
                  </a:lnTo>
                  <a:lnTo>
                    <a:pt x="13" y="77"/>
                  </a:lnTo>
                  <a:lnTo>
                    <a:pt x="11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87" name=""/>
            <p:cNvSpPr/>
            <p:nvPr/>
          </p:nvSpPr>
          <p:spPr>
            <a:xfrm rot="0">
              <a:off x="3196" y="1698"/>
              <a:ext cx="1" cy="7"/>
            </a:xfrm>
            <a:custGeom>
              <a:avLst/>
              <a:ahLst/>
              <a:rect l="0" t="0" r="r" b="b"/>
              <a:pathLst>
                <a:path w="8" h="26">
                  <a:moveTo>
                    <a:pt x="8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88" name=""/>
            <p:cNvSpPr/>
            <p:nvPr/>
          </p:nvSpPr>
          <p:spPr>
            <a:xfrm rot="0" flipH="1">
              <a:off x="3196" y="16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89" name=""/>
            <p:cNvSpPr/>
            <p:nvPr/>
          </p:nvSpPr>
          <p:spPr>
            <a:xfrm rot="0">
              <a:off x="3171" y="1698"/>
              <a:ext cx="28" cy="21"/>
            </a:xfrm>
            <a:custGeom>
              <a:avLst/>
              <a:ahLst/>
              <a:rect l="0" t="0" r="r" b="b"/>
              <a:pathLst>
                <a:path w="114" h="81">
                  <a:moveTo>
                    <a:pt x="114" y="51"/>
                  </a:moveTo>
                  <a:lnTo>
                    <a:pt x="107" y="25"/>
                  </a:lnTo>
                  <a:lnTo>
                    <a:pt x="99" y="0"/>
                  </a:lnTo>
                  <a:lnTo>
                    <a:pt x="0" y="30"/>
                  </a:lnTo>
                  <a:lnTo>
                    <a:pt x="8" y="56"/>
                  </a:lnTo>
                  <a:lnTo>
                    <a:pt x="15" y="81"/>
                  </a:lnTo>
                  <a:lnTo>
                    <a:pt x="11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90" name=""/>
            <p:cNvSpPr/>
            <p:nvPr/>
          </p:nvSpPr>
          <p:spPr>
            <a:xfrm rot="0">
              <a:off x="3171" y="1698"/>
              <a:ext cx="28" cy="21"/>
            </a:xfrm>
            <a:custGeom>
              <a:avLst/>
              <a:ahLst/>
              <a:rect l="0" t="0" r="r" b="b"/>
              <a:pathLst>
                <a:path w="114" h="81">
                  <a:moveTo>
                    <a:pt x="114" y="51"/>
                  </a:moveTo>
                  <a:lnTo>
                    <a:pt x="107" y="25"/>
                  </a:lnTo>
                  <a:lnTo>
                    <a:pt x="99" y="0"/>
                  </a:lnTo>
                  <a:lnTo>
                    <a:pt x="0" y="30"/>
                  </a:lnTo>
                  <a:lnTo>
                    <a:pt x="8" y="56"/>
                  </a:lnTo>
                  <a:lnTo>
                    <a:pt x="15" y="81"/>
                  </a:lnTo>
                  <a:lnTo>
                    <a:pt x="11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91" name=""/>
            <p:cNvSpPr/>
            <p:nvPr/>
          </p:nvSpPr>
          <p:spPr>
            <a:xfrm rot="0">
              <a:off x="3171" y="1706"/>
              <a:ext cx="2" cy="6"/>
            </a:xfrm>
            <a:custGeom>
              <a:avLst/>
              <a:ahLst/>
              <a:rect l="0" t="0" r="r" b="b"/>
              <a:pathLst>
                <a:path w="9" h="26">
                  <a:moveTo>
                    <a:pt x="9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92" name=""/>
            <p:cNvSpPr/>
            <p:nvPr/>
          </p:nvSpPr>
          <p:spPr>
            <a:xfrm rot="0" flipH="1">
              <a:off x="3171" y="1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93" name=""/>
            <p:cNvSpPr/>
            <p:nvPr/>
          </p:nvSpPr>
          <p:spPr>
            <a:xfrm rot="0">
              <a:off x="3146" y="1706"/>
              <a:ext cx="29" cy="21"/>
            </a:xfrm>
            <a:custGeom>
              <a:avLst/>
              <a:ahLst/>
              <a:rect l="0" t="0" r="r" b="b"/>
              <a:pathLst>
                <a:path w="115" h="86">
                  <a:moveTo>
                    <a:pt x="115" y="51"/>
                  </a:moveTo>
                  <a:lnTo>
                    <a:pt x="106" y="26"/>
                  </a:lnTo>
                  <a:lnTo>
                    <a:pt x="97" y="0"/>
                  </a:lnTo>
                  <a:lnTo>
                    <a:pt x="0" y="34"/>
                  </a:lnTo>
                  <a:lnTo>
                    <a:pt x="8" y="60"/>
                  </a:lnTo>
                  <a:lnTo>
                    <a:pt x="17" y="86"/>
                  </a:lnTo>
                  <a:lnTo>
                    <a:pt x="11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94" name=""/>
            <p:cNvSpPr/>
            <p:nvPr/>
          </p:nvSpPr>
          <p:spPr>
            <a:xfrm rot="0">
              <a:off x="3146" y="1706"/>
              <a:ext cx="29" cy="21"/>
            </a:xfrm>
            <a:custGeom>
              <a:avLst/>
              <a:ahLst/>
              <a:rect l="0" t="0" r="r" b="b"/>
              <a:pathLst>
                <a:path w="115" h="86">
                  <a:moveTo>
                    <a:pt x="115" y="51"/>
                  </a:moveTo>
                  <a:lnTo>
                    <a:pt x="106" y="26"/>
                  </a:lnTo>
                  <a:lnTo>
                    <a:pt x="97" y="0"/>
                  </a:lnTo>
                  <a:lnTo>
                    <a:pt x="0" y="34"/>
                  </a:lnTo>
                  <a:lnTo>
                    <a:pt x="8" y="60"/>
                  </a:lnTo>
                  <a:lnTo>
                    <a:pt x="17" y="86"/>
                  </a:lnTo>
                  <a:lnTo>
                    <a:pt x="11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95" name=""/>
            <p:cNvSpPr/>
            <p:nvPr/>
          </p:nvSpPr>
          <p:spPr>
            <a:xfrm rot="0">
              <a:off x="3146" y="1714"/>
              <a:ext cx="2" cy="7"/>
            </a:xfrm>
            <a:custGeom>
              <a:avLst/>
              <a:ahLst/>
              <a:rect l="0" t="0" r="r" b="b"/>
              <a:pathLst>
                <a:path w="11" h="26">
                  <a:moveTo>
                    <a:pt x="11" y="26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96" name=""/>
            <p:cNvSpPr/>
            <p:nvPr/>
          </p:nvSpPr>
          <p:spPr>
            <a:xfrm rot="0" flipH="1">
              <a:off x="3146" y="1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97" name=""/>
            <p:cNvSpPr/>
            <p:nvPr/>
          </p:nvSpPr>
          <p:spPr>
            <a:xfrm rot="0">
              <a:off x="3122" y="1714"/>
              <a:ext cx="29" cy="23"/>
            </a:xfrm>
            <a:custGeom>
              <a:avLst/>
              <a:ahLst/>
              <a:rect l="0" t="0" r="r" b="b"/>
              <a:pathLst>
                <a:path w="117" h="90">
                  <a:moveTo>
                    <a:pt x="117" y="52"/>
                  </a:moveTo>
                  <a:lnTo>
                    <a:pt x="106" y="26"/>
                  </a:lnTo>
                  <a:lnTo>
                    <a:pt x="95" y="0"/>
                  </a:lnTo>
                  <a:lnTo>
                    <a:pt x="0" y="39"/>
                  </a:lnTo>
                  <a:lnTo>
                    <a:pt x="11" y="65"/>
                  </a:lnTo>
                  <a:lnTo>
                    <a:pt x="21" y="90"/>
                  </a:lnTo>
                  <a:lnTo>
                    <a:pt x="117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698" name=""/>
            <p:cNvSpPr/>
            <p:nvPr/>
          </p:nvSpPr>
          <p:spPr>
            <a:xfrm rot="0">
              <a:off x="3122" y="1714"/>
              <a:ext cx="29" cy="23"/>
            </a:xfrm>
            <a:custGeom>
              <a:avLst/>
              <a:ahLst/>
              <a:rect l="0" t="0" r="r" b="b"/>
              <a:pathLst>
                <a:path w="117" h="90">
                  <a:moveTo>
                    <a:pt x="117" y="52"/>
                  </a:moveTo>
                  <a:lnTo>
                    <a:pt x="106" y="26"/>
                  </a:lnTo>
                  <a:lnTo>
                    <a:pt x="95" y="0"/>
                  </a:lnTo>
                  <a:lnTo>
                    <a:pt x="0" y="39"/>
                  </a:lnTo>
                  <a:lnTo>
                    <a:pt x="11" y="65"/>
                  </a:lnTo>
                  <a:lnTo>
                    <a:pt x="21" y="90"/>
                  </a:lnTo>
                  <a:lnTo>
                    <a:pt x="117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699" name=""/>
            <p:cNvSpPr/>
            <p:nvPr/>
          </p:nvSpPr>
          <p:spPr>
            <a:xfrm rot="0">
              <a:off x="3121" y="1724"/>
              <a:ext cx="3" cy="6"/>
            </a:xfrm>
            <a:custGeom>
              <a:avLst/>
              <a:ahLst/>
              <a:rect l="0" t="0" r="r" b="b"/>
              <a:pathLst>
                <a:path w="12" h="26">
                  <a:moveTo>
                    <a:pt x="12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00" name=""/>
            <p:cNvSpPr/>
            <p:nvPr/>
          </p:nvSpPr>
          <p:spPr>
            <a:xfrm rot="0" flipH="1">
              <a:off x="3121" y="17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01" name=""/>
            <p:cNvSpPr/>
            <p:nvPr/>
          </p:nvSpPr>
          <p:spPr>
            <a:xfrm rot="0">
              <a:off x="3098" y="1724"/>
              <a:ext cx="29" cy="24"/>
            </a:xfrm>
            <a:custGeom>
              <a:avLst/>
              <a:ahLst/>
              <a:rect l="0" t="0" r="r" b="b"/>
              <a:pathLst>
                <a:path w="117" h="94">
                  <a:moveTo>
                    <a:pt x="117" y="49"/>
                  </a:moveTo>
                  <a:lnTo>
                    <a:pt x="106" y="25"/>
                  </a:lnTo>
                  <a:lnTo>
                    <a:pt x="94" y="0"/>
                  </a:lnTo>
                  <a:lnTo>
                    <a:pt x="0" y="45"/>
                  </a:lnTo>
                  <a:lnTo>
                    <a:pt x="12" y="70"/>
                  </a:lnTo>
                  <a:lnTo>
                    <a:pt x="24" y="94"/>
                  </a:lnTo>
                  <a:lnTo>
                    <a:pt x="11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02" name=""/>
            <p:cNvSpPr/>
            <p:nvPr/>
          </p:nvSpPr>
          <p:spPr>
            <a:xfrm rot="0">
              <a:off x="3098" y="1724"/>
              <a:ext cx="29" cy="24"/>
            </a:xfrm>
            <a:custGeom>
              <a:avLst/>
              <a:ahLst/>
              <a:rect l="0" t="0" r="r" b="b"/>
              <a:pathLst>
                <a:path w="117" h="94">
                  <a:moveTo>
                    <a:pt x="117" y="49"/>
                  </a:moveTo>
                  <a:lnTo>
                    <a:pt x="106" y="25"/>
                  </a:lnTo>
                  <a:lnTo>
                    <a:pt x="94" y="0"/>
                  </a:lnTo>
                  <a:lnTo>
                    <a:pt x="0" y="45"/>
                  </a:lnTo>
                  <a:lnTo>
                    <a:pt x="12" y="70"/>
                  </a:lnTo>
                  <a:lnTo>
                    <a:pt x="24" y="94"/>
                  </a:lnTo>
                  <a:lnTo>
                    <a:pt x="117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03" name=""/>
            <p:cNvSpPr/>
            <p:nvPr/>
          </p:nvSpPr>
          <p:spPr>
            <a:xfrm rot="0">
              <a:off x="3098" y="1736"/>
              <a:ext cx="3" cy="6"/>
            </a:xfrm>
            <a:custGeom>
              <a:avLst/>
              <a:ahLst/>
              <a:rect l="0" t="0" r="r" b="b"/>
              <a:pathLst>
                <a:path w="13" h="25">
                  <a:moveTo>
                    <a:pt x="13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04" name=""/>
            <p:cNvSpPr/>
            <p:nvPr/>
          </p:nvSpPr>
          <p:spPr>
            <a:xfrm rot="0" flipH="1">
              <a:off x="3098" y="17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05" name=""/>
            <p:cNvSpPr/>
            <p:nvPr/>
          </p:nvSpPr>
          <p:spPr>
            <a:xfrm rot="0">
              <a:off x="3075" y="173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116" y="47"/>
                  </a:moveTo>
                  <a:lnTo>
                    <a:pt x="103" y="24"/>
                  </a:lnTo>
                  <a:lnTo>
                    <a:pt x="90" y="0"/>
                  </a:lnTo>
                  <a:lnTo>
                    <a:pt x="0" y="50"/>
                  </a:lnTo>
                  <a:lnTo>
                    <a:pt x="13" y="73"/>
                  </a:lnTo>
                  <a:lnTo>
                    <a:pt x="26" y="97"/>
                  </a:lnTo>
                  <a:lnTo>
                    <a:pt x="116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06" name=""/>
            <p:cNvSpPr/>
            <p:nvPr/>
          </p:nvSpPr>
          <p:spPr>
            <a:xfrm rot="0">
              <a:off x="3075" y="1736"/>
              <a:ext cx="29" cy="24"/>
            </a:xfrm>
            <a:custGeom>
              <a:avLst/>
              <a:ahLst/>
              <a:rect l="0" t="0" r="r" b="b"/>
              <a:pathLst>
                <a:path w="116" h="97">
                  <a:moveTo>
                    <a:pt x="116" y="47"/>
                  </a:moveTo>
                  <a:lnTo>
                    <a:pt x="103" y="24"/>
                  </a:lnTo>
                  <a:lnTo>
                    <a:pt x="90" y="0"/>
                  </a:lnTo>
                  <a:lnTo>
                    <a:pt x="0" y="50"/>
                  </a:lnTo>
                  <a:lnTo>
                    <a:pt x="13" y="73"/>
                  </a:lnTo>
                  <a:lnTo>
                    <a:pt x="26" y="97"/>
                  </a:lnTo>
                  <a:lnTo>
                    <a:pt x="116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07" name=""/>
            <p:cNvSpPr/>
            <p:nvPr/>
          </p:nvSpPr>
          <p:spPr>
            <a:xfrm rot="0">
              <a:off x="3075" y="1748"/>
              <a:ext cx="3" cy="6"/>
            </a:xfrm>
            <a:custGeom>
              <a:avLst/>
              <a:ahLst/>
              <a:rect l="0" t="0" r="r" b="b"/>
              <a:pathLst>
                <a:path w="14" h="23">
                  <a:moveTo>
                    <a:pt x="14" y="2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08" name=""/>
            <p:cNvSpPr/>
            <p:nvPr/>
          </p:nvSpPr>
          <p:spPr>
            <a:xfrm rot="0" flipH="1">
              <a:off x="3075" y="1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09" name=""/>
            <p:cNvSpPr/>
            <p:nvPr/>
          </p:nvSpPr>
          <p:spPr>
            <a:xfrm rot="0">
              <a:off x="3053" y="1748"/>
              <a:ext cx="29" cy="25"/>
            </a:xfrm>
            <a:custGeom>
              <a:avLst/>
              <a:ahLst/>
              <a:rect l="0" t="0" r="r" b="b"/>
              <a:pathLst>
                <a:path w="116" h="101">
                  <a:moveTo>
                    <a:pt x="116" y="47"/>
                  </a:moveTo>
                  <a:lnTo>
                    <a:pt x="102" y="23"/>
                  </a:lnTo>
                  <a:lnTo>
                    <a:pt x="88" y="0"/>
                  </a:lnTo>
                  <a:lnTo>
                    <a:pt x="0" y="53"/>
                  </a:lnTo>
                  <a:lnTo>
                    <a:pt x="14" y="77"/>
                  </a:lnTo>
                  <a:lnTo>
                    <a:pt x="28" y="101"/>
                  </a:lnTo>
                  <a:lnTo>
                    <a:pt x="116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10" name=""/>
            <p:cNvSpPr/>
            <p:nvPr/>
          </p:nvSpPr>
          <p:spPr>
            <a:xfrm rot="0">
              <a:off x="3053" y="1748"/>
              <a:ext cx="29" cy="25"/>
            </a:xfrm>
            <a:custGeom>
              <a:avLst/>
              <a:ahLst/>
              <a:rect l="0" t="0" r="r" b="b"/>
              <a:pathLst>
                <a:path w="116" h="101">
                  <a:moveTo>
                    <a:pt x="116" y="47"/>
                  </a:moveTo>
                  <a:lnTo>
                    <a:pt x="102" y="23"/>
                  </a:lnTo>
                  <a:lnTo>
                    <a:pt x="88" y="0"/>
                  </a:lnTo>
                  <a:lnTo>
                    <a:pt x="0" y="53"/>
                  </a:lnTo>
                  <a:lnTo>
                    <a:pt x="14" y="77"/>
                  </a:lnTo>
                  <a:lnTo>
                    <a:pt x="28" y="101"/>
                  </a:lnTo>
                  <a:lnTo>
                    <a:pt x="116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11" name=""/>
            <p:cNvSpPr/>
            <p:nvPr/>
          </p:nvSpPr>
          <p:spPr>
            <a:xfrm rot="0">
              <a:off x="3052" y="1762"/>
              <a:ext cx="4" cy="5"/>
            </a:xfrm>
            <a:custGeom>
              <a:avLst/>
              <a:ahLst/>
              <a:rect l="0" t="0" r="r" b="b"/>
              <a:pathLst>
                <a:path w="16" h="24">
                  <a:moveTo>
                    <a:pt x="16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12" name=""/>
            <p:cNvSpPr/>
            <p:nvPr/>
          </p:nvSpPr>
          <p:spPr>
            <a:xfrm rot="0" flipH="1">
              <a:off x="3052" y="1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13" name=""/>
            <p:cNvSpPr/>
            <p:nvPr/>
          </p:nvSpPr>
          <p:spPr>
            <a:xfrm rot="0">
              <a:off x="3031" y="1762"/>
              <a:ext cx="29" cy="26"/>
            </a:xfrm>
            <a:custGeom>
              <a:avLst/>
              <a:ahLst/>
              <a:rect l="0" t="0" r="r" b="b"/>
              <a:pathLst>
                <a:path w="117" h="105">
                  <a:moveTo>
                    <a:pt x="117" y="45"/>
                  </a:moveTo>
                  <a:lnTo>
                    <a:pt x="101" y="23"/>
                  </a:lnTo>
                  <a:lnTo>
                    <a:pt x="85" y="0"/>
                  </a:lnTo>
                  <a:lnTo>
                    <a:pt x="0" y="59"/>
                  </a:lnTo>
                  <a:lnTo>
                    <a:pt x="16" y="82"/>
                  </a:lnTo>
                  <a:lnTo>
                    <a:pt x="32" y="105"/>
                  </a:lnTo>
                  <a:lnTo>
                    <a:pt x="11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14" name=""/>
            <p:cNvSpPr/>
            <p:nvPr/>
          </p:nvSpPr>
          <p:spPr>
            <a:xfrm rot="0">
              <a:off x="3031" y="1762"/>
              <a:ext cx="29" cy="26"/>
            </a:xfrm>
            <a:custGeom>
              <a:avLst/>
              <a:ahLst/>
              <a:rect l="0" t="0" r="r" b="b"/>
              <a:pathLst>
                <a:path w="117" h="105">
                  <a:moveTo>
                    <a:pt x="117" y="45"/>
                  </a:moveTo>
                  <a:lnTo>
                    <a:pt x="101" y="23"/>
                  </a:lnTo>
                  <a:lnTo>
                    <a:pt x="85" y="0"/>
                  </a:lnTo>
                  <a:lnTo>
                    <a:pt x="0" y="59"/>
                  </a:lnTo>
                  <a:lnTo>
                    <a:pt x="16" y="82"/>
                  </a:lnTo>
                  <a:lnTo>
                    <a:pt x="32" y="105"/>
                  </a:lnTo>
                  <a:lnTo>
                    <a:pt x="117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15" name=""/>
            <p:cNvSpPr/>
            <p:nvPr/>
          </p:nvSpPr>
          <p:spPr>
            <a:xfrm rot="0">
              <a:off x="3031" y="1777"/>
              <a:ext cx="4" cy="5"/>
            </a:xfrm>
            <a:custGeom>
              <a:avLst/>
              <a:ahLst/>
              <a:rect l="0" t="0" r="r" b="b"/>
              <a:pathLst>
                <a:path w="16" h="23">
                  <a:moveTo>
                    <a:pt x="16" y="2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16" name=""/>
            <p:cNvSpPr/>
            <p:nvPr/>
          </p:nvSpPr>
          <p:spPr>
            <a:xfrm rot="0">
              <a:off x="3031" y="17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17" name=""/>
            <p:cNvSpPr/>
            <p:nvPr/>
          </p:nvSpPr>
          <p:spPr>
            <a:xfrm rot="0">
              <a:off x="3010" y="1777"/>
              <a:ext cx="29" cy="26"/>
            </a:xfrm>
            <a:custGeom>
              <a:avLst/>
              <a:ahLst/>
              <a:rect l="0" t="0" r="r" b="b"/>
              <a:pathLst>
                <a:path w="115" h="105">
                  <a:moveTo>
                    <a:pt x="115" y="43"/>
                  </a:moveTo>
                  <a:lnTo>
                    <a:pt x="99" y="21"/>
                  </a:lnTo>
                  <a:lnTo>
                    <a:pt x="83" y="0"/>
                  </a:lnTo>
                  <a:lnTo>
                    <a:pt x="0" y="62"/>
                  </a:lnTo>
                  <a:lnTo>
                    <a:pt x="16" y="83"/>
                  </a:lnTo>
                  <a:lnTo>
                    <a:pt x="32" y="105"/>
                  </a:lnTo>
                  <a:lnTo>
                    <a:pt x="11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18" name=""/>
            <p:cNvSpPr/>
            <p:nvPr/>
          </p:nvSpPr>
          <p:spPr>
            <a:xfrm rot="0">
              <a:off x="3010" y="1777"/>
              <a:ext cx="29" cy="26"/>
            </a:xfrm>
            <a:custGeom>
              <a:avLst/>
              <a:ahLst/>
              <a:rect l="0" t="0" r="r" b="b"/>
              <a:pathLst>
                <a:path w="115" h="105">
                  <a:moveTo>
                    <a:pt x="115" y="43"/>
                  </a:moveTo>
                  <a:lnTo>
                    <a:pt x="99" y="21"/>
                  </a:lnTo>
                  <a:lnTo>
                    <a:pt x="83" y="0"/>
                  </a:lnTo>
                  <a:lnTo>
                    <a:pt x="0" y="62"/>
                  </a:lnTo>
                  <a:lnTo>
                    <a:pt x="16" y="83"/>
                  </a:lnTo>
                  <a:lnTo>
                    <a:pt x="32" y="105"/>
                  </a:lnTo>
                  <a:lnTo>
                    <a:pt x="115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19" name=""/>
            <p:cNvSpPr/>
            <p:nvPr/>
          </p:nvSpPr>
          <p:spPr>
            <a:xfrm rot="0">
              <a:off x="3010" y="1792"/>
              <a:ext cx="5" cy="6"/>
            </a:xfrm>
            <a:custGeom>
              <a:avLst/>
              <a:ahLst/>
              <a:rect l="0" t="0" r="r" b="b"/>
              <a:pathLst>
                <a:path w="18" h="21">
                  <a:moveTo>
                    <a:pt x="18" y="2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20" name=""/>
            <p:cNvSpPr/>
            <p:nvPr/>
          </p:nvSpPr>
          <p:spPr>
            <a:xfrm rot="0" flipH="1">
              <a:off x="3010" y="17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21" name=""/>
            <p:cNvSpPr/>
            <p:nvPr/>
          </p:nvSpPr>
          <p:spPr>
            <a:xfrm rot="0">
              <a:off x="2990" y="1793"/>
              <a:ext cx="29" cy="27"/>
            </a:xfrm>
            <a:custGeom>
              <a:avLst/>
              <a:ahLst/>
              <a:rect l="0" t="0" r="r" b="b"/>
              <a:pathLst>
                <a:path w="115" h="108">
                  <a:moveTo>
                    <a:pt x="115" y="41"/>
                  </a:moveTo>
                  <a:lnTo>
                    <a:pt x="97" y="20"/>
                  </a:lnTo>
                  <a:lnTo>
                    <a:pt x="79" y="0"/>
                  </a:lnTo>
                  <a:lnTo>
                    <a:pt x="0" y="68"/>
                  </a:lnTo>
                  <a:lnTo>
                    <a:pt x="19" y="88"/>
                  </a:lnTo>
                  <a:lnTo>
                    <a:pt x="37" y="108"/>
                  </a:lnTo>
                  <a:lnTo>
                    <a:pt x="115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22" name=""/>
            <p:cNvSpPr/>
            <p:nvPr/>
          </p:nvSpPr>
          <p:spPr>
            <a:xfrm rot="0">
              <a:off x="2990" y="1793"/>
              <a:ext cx="29" cy="27"/>
            </a:xfrm>
            <a:custGeom>
              <a:avLst/>
              <a:ahLst/>
              <a:rect l="0" t="0" r="r" b="b"/>
              <a:pathLst>
                <a:path w="115" h="108">
                  <a:moveTo>
                    <a:pt x="115" y="41"/>
                  </a:moveTo>
                  <a:lnTo>
                    <a:pt x="97" y="20"/>
                  </a:lnTo>
                  <a:lnTo>
                    <a:pt x="79" y="0"/>
                  </a:lnTo>
                  <a:lnTo>
                    <a:pt x="0" y="68"/>
                  </a:lnTo>
                  <a:lnTo>
                    <a:pt x="19" y="88"/>
                  </a:lnTo>
                  <a:lnTo>
                    <a:pt x="37" y="108"/>
                  </a:lnTo>
                  <a:lnTo>
                    <a:pt x="115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23" name=""/>
            <p:cNvSpPr/>
            <p:nvPr/>
          </p:nvSpPr>
          <p:spPr>
            <a:xfrm rot="0">
              <a:off x="2990" y="1810"/>
              <a:ext cx="5" cy="5"/>
            </a:xfrm>
            <a:custGeom>
              <a:avLst/>
              <a:ahLst/>
              <a:rect l="0" t="0" r="r" b="b"/>
              <a:pathLst>
                <a:path w="19" h="20">
                  <a:moveTo>
                    <a:pt x="19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24" name=""/>
            <p:cNvSpPr/>
            <p:nvPr/>
          </p:nvSpPr>
          <p:spPr>
            <a:xfrm rot="0">
              <a:off x="2990" y="1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25" name=""/>
            <p:cNvSpPr/>
            <p:nvPr/>
          </p:nvSpPr>
          <p:spPr>
            <a:xfrm rot="0">
              <a:off x="2972" y="1810"/>
              <a:ext cx="27" cy="28"/>
            </a:xfrm>
            <a:custGeom>
              <a:avLst/>
              <a:ahLst/>
              <a:rect l="0" t="0" r="r" b="b"/>
              <a:pathLst>
                <a:path w="112" h="111">
                  <a:moveTo>
                    <a:pt x="112" y="40"/>
                  </a:moveTo>
                  <a:lnTo>
                    <a:pt x="94" y="20"/>
                  </a:lnTo>
                  <a:lnTo>
                    <a:pt x="75" y="0"/>
                  </a:lnTo>
                  <a:lnTo>
                    <a:pt x="0" y="71"/>
                  </a:lnTo>
                  <a:lnTo>
                    <a:pt x="18" y="91"/>
                  </a:lnTo>
                  <a:lnTo>
                    <a:pt x="37" y="111"/>
                  </a:lnTo>
                  <a:lnTo>
                    <a:pt x="112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26" name=""/>
            <p:cNvSpPr/>
            <p:nvPr/>
          </p:nvSpPr>
          <p:spPr>
            <a:xfrm rot="0">
              <a:off x="2972" y="1810"/>
              <a:ext cx="27" cy="28"/>
            </a:xfrm>
            <a:custGeom>
              <a:avLst/>
              <a:ahLst/>
              <a:rect l="0" t="0" r="r" b="b"/>
              <a:pathLst>
                <a:path w="112" h="111">
                  <a:moveTo>
                    <a:pt x="112" y="40"/>
                  </a:moveTo>
                  <a:lnTo>
                    <a:pt x="94" y="20"/>
                  </a:lnTo>
                  <a:lnTo>
                    <a:pt x="75" y="0"/>
                  </a:lnTo>
                  <a:lnTo>
                    <a:pt x="0" y="71"/>
                  </a:lnTo>
                  <a:lnTo>
                    <a:pt x="18" y="91"/>
                  </a:lnTo>
                  <a:lnTo>
                    <a:pt x="37" y="111"/>
                  </a:lnTo>
                  <a:lnTo>
                    <a:pt x="112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27" name=""/>
            <p:cNvSpPr/>
            <p:nvPr/>
          </p:nvSpPr>
          <p:spPr>
            <a:xfrm rot="0">
              <a:off x="2971" y="1827"/>
              <a:ext cx="5" cy="5"/>
            </a:xfrm>
            <a:custGeom>
              <a:avLst/>
              <a:ahLst/>
              <a:rect l="0" t="0" r="r" b="b"/>
              <a:pathLst>
                <a:path w="20" h="20">
                  <a:moveTo>
                    <a:pt x="20" y="2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28" name=""/>
            <p:cNvSpPr/>
            <p:nvPr/>
          </p:nvSpPr>
          <p:spPr>
            <a:xfrm rot="0" flipH="1">
              <a:off x="2971" y="18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29" name=""/>
            <p:cNvSpPr/>
            <p:nvPr/>
          </p:nvSpPr>
          <p:spPr>
            <a:xfrm rot="0">
              <a:off x="2953" y="1828"/>
              <a:ext cx="28" cy="28"/>
            </a:xfrm>
            <a:custGeom>
              <a:avLst/>
              <a:ahLst/>
              <a:rect l="0" t="0" r="r" b="b"/>
              <a:pathLst>
                <a:path w="112" h="111">
                  <a:moveTo>
                    <a:pt x="112" y="36"/>
                  </a:moveTo>
                  <a:lnTo>
                    <a:pt x="91" y="18"/>
                  </a:lnTo>
                  <a:lnTo>
                    <a:pt x="71" y="0"/>
                  </a:lnTo>
                  <a:lnTo>
                    <a:pt x="0" y="75"/>
                  </a:lnTo>
                  <a:lnTo>
                    <a:pt x="20" y="93"/>
                  </a:lnTo>
                  <a:lnTo>
                    <a:pt x="41" y="111"/>
                  </a:lnTo>
                  <a:lnTo>
                    <a:pt x="11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30" name=""/>
            <p:cNvSpPr/>
            <p:nvPr/>
          </p:nvSpPr>
          <p:spPr>
            <a:xfrm rot="0">
              <a:off x="2953" y="1828"/>
              <a:ext cx="28" cy="28"/>
            </a:xfrm>
            <a:custGeom>
              <a:avLst/>
              <a:ahLst/>
              <a:rect l="0" t="0" r="r" b="b"/>
              <a:pathLst>
                <a:path w="112" h="111">
                  <a:moveTo>
                    <a:pt x="112" y="36"/>
                  </a:moveTo>
                  <a:lnTo>
                    <a:pt x="91" y="18"/>
                  </a:lnTo>
                  <a:lnTo>
                    <a:pt x="71" y="0"/>
                  </a:lnTo>
                  <a:lnTo>
                    <a:pt x="0" y="75"/>
                  </a:lnTo>
                  <a:lnTo>
                    <a:pt x="20" y="93"/>
                  </a:lnTo>
                  <a:lnTo>
                    <a:pt x="41" y="111"/>
                  </a:lnTo>
                  <a:lnTo>
                    <a:pt x="112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31" name=""/>
            <p:cNvSpPr/>
            <p:nvPr/>
          </p:nvSpPr>
          <p:spPr>
            <a:xfrm rot="0">
              <a:off x="2953" y="1847"/>
              <a:ext cx="5" cy="4"/>
            </a:xfrm>
            <a:custGeom>
              <a:avLst/>
              <a:ahLst/>
              <a:rect l="0" t="0" r="r" b="b"/>
              <a:pathLst>
                <a:path w="20" h="18">
                  <a:moveTo>
                    <a:pt x="20" y="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32" name=""/>
            <p:cNvSpPr/>
            <p:nvPr/>
          </p:nvSpPr>
          <p:spPr>
            <a:xfrm rot="0">
              <a:off x="2953" y="18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33" name=""/>
            <p:cNvSpPr/>
            <p:nvPr/>
          </p:nvSpPr>
          <p:spPr>
            <a:xfrm rot="0">
              <a:off x="2937" y="1847"/>
              <a:ext cx="26" cy="28"/>
            </a:xfrm>
            <a:custGeom>
              <a:avLst/>
              <a:ahLst/>
              <a:rect l="0" t="0" r="r" b="b"/>
              <a:pathLst>
                <a:path w="108" h="115">
                  <a:moveTo>
                    <a:pt x="108" y="36"/>
                  </a:moveTo>
                  <a:lnTo>
                    <a:pt x="87" y="18"/>
                  </a:lnTo>
                  <a:lnTo>
                    <a:pt x="67" y="0"/>
                  </a:lnTo>
                  <a:lnTo>
                    <a:pt x="0" y="78"/>
                  </a:lnTo>
                  <a:lnTo>
                    <a:pt x="21" y="97"/>
                  </a:lnTo>
                  <a:lnTo>
                    <a:pt x="41" y="115"/>
                  </a:lnTo>
                  <a:lnTo>
                    <a:pt x="108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34" name=""/>
            <p:cNvSpPr/>
            <p:nvPr/>
          </p:nvSpPr>
          <p:spPr>
            <a:xfrm rot="0">
              <a:off x="2937" y="1847"/>
              <a:ext cx="26" cy="28"/>
            </a:xfrm>
            <a:custGeom>
              <a:avLst/>
              <a:ahLst/>
              <a:rect l="0" t="0" r="r" b="b"/>
              <a:pathLst>
                <a:path w="108" h="115">
                  <a:moveTo>
                    <a:pt x="108" y="36"/>
                  </a:moveTo>
                  <a:lnTo>
                    <a:pt x="87" y="18"/>
                  </a:lnTo>
                  <a:lnTo>
                    <a:pt x="67" y="0"/>
                  </a:lnTo>
                  <a:lnTo>
                    <a:pt x="0" y="78"/>
                  </a:lnTo>
                  <a:lnTo>
                    <a:pt x="21" y="97"/>
                  </a:lnTo>
                  <a:lnTo>
                    <a:pt x="41" y="115"/>
                  </a:lnTo>
                  <a:lnTo>
                    <a:pt x="108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35" name=""/>
            <p:cNvSpPr/>
            <p:nvPr/>
          </p:nvSpPr>
          <p:spPr>
            <a:xfrm rot="0">
              <a:off x="2936" y="1866"/>
              <a:ext cx="6" cy="5"/>
            </a:xfrm>
            <a:custGeom>
              <a:avLst/>
              <a:ahLst/>
              <a:rect l="0" t="0" r="r" b="b"/>
              <a:pathLst>
                <a:path w="22" h="19">
                  <a:moveTo>
                    <a:pt x="22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36" name=""/>
            <p:cNvSpPr/>
            <p:nvPr/>
          </p:nvSpPr>
          <p:spPr>
            <a:xfrm rot="0" flipH="1">
              <a:off x="2936" y="18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37" name=""/>
            <p:cNvSpPr/>
            <p:nvPr/>
          </p:nvSpPr>
          <p:spPr>
            <a:xfrm rot="0">
              <a:off x="2920" y="1867"/>
              <a:ext cx="27" cy="29"/>
            </a:xfrm>
            <a:custGeom>
              <a:avLst/>
              <a:ahLst/>
              <a:rect l="0" t="0" r="r" b="b"/>
              <a:pathLst>
                <a:path w="106" h="117">
                  <a:moveTo>
                    <a:pt x="106" y="35"/>
                  </a:moveTo>
                  <a:lnTo>
                    <a:pt x="85" y="18"/>
                  </a:lnTo>
                  <a:lnTo>
                    <a:pt x="63" y="0"/>
                  </a:lnTo>
                  <a:lnTo>
                    <a:pt x="0" y="82"/>
                  </a:lnTo>
                  <a:lnTo>
                    <a:pt x="21" y="99"/>
                  </a:lnTo>
                  <a:lnTo>
                    <a:pt x="43" y="117"/>
                  </a:lnTo>
                  <a:lnTo>
                    <a:pt x="106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38" name=""/>
            <p:cNvSpPr/>
            <p:nvPr/>
          </p:nvSpPr>
          <p:spPr>
            <a:xfrm rot="0">
              <a:off x="2920" y="1867"/>
              <a:ext cx="27" cy="29"/>
            </a:xfrm>
            <a:custGeom>
              <a:avLst/>
              <a:ahLst/>
              <a:rect l="0" t="0" r="r" b="b"/>
              <a:pathLst>
                <a:path w="106" h="117">
                  <a:moveTo>
                    <a:pt x="106" y="35"/>
                  </a:moveTo>
                  <a:lnTo>
                    <a:pt x="85" y="18"/>
                  </a:lnTo>
                  <a:lnTo>
                    <a:pt x="63" y="0"/>
                  </a:lnTo>
                  <a:lnTo>
                    <a:pt x="0" y="82"/>
                  </a:lnTo>
                  <a:lnTo>
                    <a:pt x="21" y="99"/>
                  </a:lnTo>
                  <a:lnTo>
                    <a:pt x="43" y="117"/>
                  </a:lnTo>
                  <a:lnTo>
                    <a:pt x="106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39" name=""/>
            <p:cNvSpPr/>
            <p:nvPr/>
          </p:nvSpPr>
          <p:spPr>
            <a:xfrm rot="0">
              <a:off x="2920" y="1887"/>
              <a:ext cx="6" cy="4"/>
            </a:xfrm>
            <a:custGeom>
              <a:avLst/>
              <a:ahLst/>
              <a:rect l="0" t="0" r="r" b="b"/>
              <a:pathLst>
                <a:path w="22" h="17">
                  <a:moveTo>
                    <a:pt x="22" y="1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40" name=""/>
            <p:cNvSpPr/>
            <p:nvPr/>
          </p:nvSpPr>
          <p:spPr>
            <a:xfrm rot="0" flipH="1">
              <a:off x="2920" y="1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41" name=""/>
            <p:cNvSpPr/>
            <p:nvPr/>
          </p:nvSpPr>
          <p:spPr>
            <a:xfrm rot="0">
              <a:off x="2906" y="1888"/>
              <a:ext cx="25" cy="29"/>
            </a:xfrm>
            <a:custGeom>
              <a:avLst/>
              <a:ahLst/>
              <a:rect l="0" t="0" r="r" b="b"/>
              <a:pathLst>
                <a:path w="103" h="116">
                  <a:moveTo>
                    <a:pt x="103" y="30"/>
                  </a:moveTo>
                  <a:lnTo>
                    <a:pt x="80" y="15"/>
                  </a:lnTo>
                  <a:lnTo>
                    <a:pt x="58" y="0"/>
                  </a:lnTo>
                  <a:lnTo>
                    <a:pt x="0" y="86"/>
                  </a:lnTo>
                  <a:lnTo>
                    <a:pt x="22" y="101"/>
                  </a:lnTo>
                  <a:lnTo>
                    <a:pt x="45" y="116"/>
                  </a:lnTo>
                  <a:lnTo>
                    <a:pt x="103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42" name=""/>
            <p:cNvSpPr/>
            <p:nvPr/>
          </p:nvSpPr>
          <p:spPr>
            <a:xfrm rot="0">
              <a:off x="2906" y="1888"/>
              <a:ext cx="25" cy="29"/>
            </a:xfrm>
            <a:custGeom>
              <a:avLst/>
              <a:ahLst/>
              <a:rect l="0" t="0" r="r" b="b"/>
              <a:pathLst>
                <a:path w="103" h="116">
                  <a:moveTo>
                    <a:pt x="103" y="30"/>
                  </a:moveTo>
                  <a:lnTo>
                    <a:pt x="80" y="15"/>
                  </a:lnTo>
                  <a:lnTo>
                    <a:pt x="58" y="0"/>
                  </a:lnTo>
                  <a:lnTo>
                    <a:pt x="0" y="86"/>
                  </a:lnTo>
                  <a:lnTo>
                    <a:pt x="22" y="101"/>
                  </a:lnTo>
                  <a:lnTo>
                    <a:pt x="45" y="116"/>
                  </a:lnTo>
                  <a:lnTo>
                    <a:pt x="103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43" name=""/>
            <p:cNvSpPr/>
            <p:nvPr/>
          </p:nvSpPr>
          <p:spPr>
            <a:xfrm rot="0">
              <a:off x="2905" y="1909"/>
              <a:ext cx="6" cy="4"/>
            </a:xfrm>
            <a:custGeom>
              <a:avLst/>
              <a:ahLst/>
              <a:rect l="0" t="0" r="r" b="b"/>
              <a:pathLst>
                <a:path w="23" h="15">
                  <a:moveTo>
                    <a:pt x="23" y="1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44" name=""/>
            <p:cNvSpPr/>
            <p:nvPr/>
          </p:nvSpPr>
          <p:spPr>
            <a:xfrm rot="0" flipH="1">
              <a:off x="2905" y="19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45" name=""/>
            <p:cNvSpPr/>
            <p:nvPr/>
          </p:nvSpPr>
          <p:spPr>
            <a:xfrm rot="0">
              <a:off x="2892" y="1909"/>
              <a:ext cx="25" cy="29"/>
            </a:xfrm>
            <a:custGeom>
              <a:avLst/>
              <a:ahLst/>
              <a:rect l="0" t="0" r="r" b="b"/>
              <a:pathLst>
                <a:path w="101" h="116">
                  <a:moveTo>
                    <a:pt x="101" y="28"/>
                  </a:moveTo>
                  <a:lnTo>
                    <a:pt x="77" y="14"/>
                  </a:lnTo>
                  <a:lnTo>
                    <a:pt x="54" y="0"/>
                  </a:lnTo>
                  <a:lnTo>
                    <a:pt x="0" y="88"/>
                  </a:lnTo>
                  <a:lnTo>
                    <a:pt x="24" y="102"/>
                  </a:lnTo>
                  <a:lnTo>
                    <a:pt x="47" y="116"/>
                  </a:lnTo>
                  <a:lnTo>
                    <a:pt x="10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46" name=""/>
            <p:cNvSpPr/>
            <p:nvPr/>
          </p:nvSpPr>
          <p:spPr>
            <a:xfrm rot="0">
              <a:off x="2892" y="1909"/>
              <a:ext cx="25" cy="29"/>
            </a:xfrm>
            <a:custGeom>
              <a:avLst/>
              <a:ahLst/>
              <a:rect l="0" t="0" r="r" b="b"/>
              <a:pathLst>
                <a:path w="101" h="116">
                  <a:moveTo>
                    <a:pt x="101" y="28"/>
                  </a:moveTo>
                  <a:lnTo>
                    <a:pt x="77" y="14"/>
                  </a:lnTo>
                  <a:lnTo>
                    <a:pt x="54" y="0"/>
                  </a:lnTo>
                  <a:lnTo>
                    <a:pt x="0" y="88"/>
                  </a:lnTo>
                  <a:lnTo>
                    <a:pt x="24" y="102"/>
                  </a:lnTo>
                  <a:lnTo>
                    <a:pt x="47" y="116"/>
                  </a:lnTo>
                  <a:lnTo>
                    <a:pt x="101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47" name=""/>
            <p:cNvSpPr/>
            <p:nvPr/>
          </p:nvSpPr>
          <p:spPr>
            <a:xfrm rot="0">
              <a:off x="2892" y="1931"/>
              <a:ext cx="6" cy="4"/>
            </a:xfrm>
            <a:custGeom>
              <a:avLst/>
              <a:ahLst/>
              <a:rect l="0" t="0" r="r" b="b"/>
              <a:pathLst>
                <a:path w="24" h="14">
                  <a:moveTo>
                    <a:pt x="24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48" name=""/>
            <p:cNvSpPr/>
            <p:nvPr/>
          </p:nvSpPr>
          <p:spPr>
            <a:xfrm rot="0">
              <a:off x="2892" y="1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49" name=""/>
            <p:cNvSpPr/>
            <p:nvPr/>
          </p:nvSpPr>
          <p:spPr>
            <a:xfrm rot="0">
              <a:off x="2880" y="1932"/>
              <a:ext cx="24" cy="29"/>
            </a:xfrm>
            <a:custGeom>
              <a:avLst/>
              <a:ahLst/>
              <a:rect l="0" t="0" r="r" b="b"/>
              <a:pathLst>
                <a:path w="96" h="116">
                  <a:moveTo>
                    <a:pt x="96" y="25"/>
                  </a:moveTo>
                  <a:lnTo>
                    <a:pt x="73" y="12"/>
                  </a:lnTo>
                  <a:lnTo>
                    <a:pt x="49" y="0"/>
                  </a:lnTo>
                  <a:lnTo>
                    <a:pt x="0" y="90"/>
                  </a:lnTo>
                  <a:lnTo>
                    <a:pt x="23" y="103"/>
                  </a:lnTo>
                  <a:lnTo>
                    <a:pt x="47" y="116"/>
                  </a:lnTo>
                  <a:lnTo>
                    <a:pt x="9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50" name=""/>
            <p:cNvSpPr/>
            <p:nvPr/>
          </p:nvSpPr>
          <p:spPr>
            <a:xfrm rot="0">
              <a:off x="2880" y="1932"/>
              <a:ext cx="24" cy="29"/>
            </a:xfrm>
            <a:custGeom>
              <a:avLst/>
              <a:ahLst/>
              <a:rect l="0" t="0" r="r" b="b"/>
              <a:pathLst>
                <a:path w="96" h="116">
                  <a:moveTo>
                    <a:pt x="96" y="25"/>
                  </a:moveTo>
                  <a:lnTo>
                    <a:pt x="73" y="12"/>
                  </a:lnTo>
                  <a:lnTo>
                    <a:pt x="49" y="0"/>
                  </a:lnTo>
                  <a:lnTo>
                    <a:pt x="0" y="90"/>
                  </a:lnTo>
                  <a:lnTo>
                    <a:pt x="23" y="103"/>
                  </a:lnTo>
                  <a:lnTo>
                    <a:pt x="47" y="116"/>
                  </a:lnTo>
                  <a:lnTo>
                    <a:pt x="96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51" name=""/>
            <p:cNvSpPr/>
            <p:nvPr/>
          </p:nvSpPr>
          <p:spPr>
            <a:xfrm rot="0">
              <a:off x="2879" y="1954"/>
              <a:ext cx="7" cy="3"/>
            </a:xfrm>
            <a:custGeom>
              <a:avLst/>
              <a:ahLst/>
              <a:rect l="0" t="0" r="r" b="b"/>
              <a:pathLst>
                <a:path w="25" h="13">
                  <a:moveTo>
                    <a:pt x="25" y="1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52" name=""/>
            <p:cNvSpPr/>
            <p:nvPr/>
          </p:nvSpPr>
          <p:spPr>
            <a:xfrm rot="0" flipH="1">
              <a:off x="2879" y="1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53" name=""/>
            <p:cNvSpPr/>
            <p:nvPr/>
          </p:nvSpPr>
          <p:spPr>
            <a:xfrm rot="0">
              <a:off x="2868" y="1954"/>
              <a:ext cx="24" cy="30"/>
            </a:xfrm>
            <a:custGeom>
              <a:avLst/>
              <a:ahLst/>
              <a:rect l="0" t="0" r="r" b="b"/>
              <a:pathLst>
                <a:path w="95" h="117">
                  <a:moveTo>
                    <a:pt x="95" y="24"/>
                  </a:moveTo>
                  <a:lnTo>
                    <a:pt x="70" y="12"/>
                  </a:lnTo>
                  <a:lnTo>
                    <a:pt x="45" y="0"/>
                  </a:lnTo>
                  <a:lnTo>
                    <a:pt x="0" y="93"/>
                  </a:lnTo>
                  <a:lnTo>
                    <a:pt x="25" y="105"/>
                  </a:lnTo>
                  <a:lnTo>
                    <a:pt x="50" y="117"/>
                  </a:lnTo>
                  <a:lnTo>
                    <a:pt x="9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54" name=""/>
            <p:cNvSpPr/>
            <p:nvPr/>
          </p:nvSpPr>
          <p:spPr>
            <a:xfrm rot="0">
              <a:off x="2868" y="1954"/>
              <a:ext cx="24" cy="30"/>
            </a:xfrm>
            <a:custGeom>
              <a:avLst/>
              <a:ahLst/>
              <a:rect l="0" t="0" r="r" b="b"/>
              <a:pathLst>
                <a:path w="95" h="117">
                  <a:moveTo>
                    <a:pt x="95" y="24"/>
                  </a:moveTo>
                  <a:lnTo>
                    <a:pt x="70" y="12"/>
                  </a:lnTo>
                  <a:lnTo>
                    <a:pt x="45" y="0"/>
                  </a:lnTo>
                  <a:lnTo>
                    <a:pt x="0" y="93"/>
                  </a:lnTo>
                  <a:lnTo>
                    <a:pt x="25" y="105"/>
                  </a:lnTo>
                  <a:lnTo>
                    <a:pt x="50" y="117"/>
                  </a:lnTo>
                  <a:lnTo>
                    <a:pt x="95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55" name=""/>
            <p:cNvSpPr/>
            <p:nvPr/>
          </p:nvSpPr>
          <p:spPr>
            <a:xfrm rot="0">
              <a:off x="2868" y="1978"/>
              <a:ext cx="6" cy="3"/>
            </a:xfrm>
            <a:custGeom>
              <a:avLst/>
              <a:ahLst/>
              <a:rect l="0" t="0" r="r" b="b"/>
              <a:pathLst>
                <a:path w="26" h="12">
                  <a:moveTo>
                    <a:pt x="26" y="1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56" name=""/>
            <p:cNvSpPr/>
            <p:nvPr/>
          </p:nvSpPr>
          <p:spPr>
            <a:xfrm rot="0" flipH="1">
              <a:off x="2868" y="1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57" name=""/>
            <p:cNvSpPr/>
            <p:nvPr/>
          </p:nvSpPr>
          <p:spPr>
            <a:xfrm rot="0">
              <a:off x="2858" y="1978"/>
              <a:ext cx="23" cy="29"/>
            </a:xfrm>
            <a:custGeom>
              <a:avLst/>
              <a:ahLst/>
              <a:rect l="0" t="0" r="r" b="b"/>
              <a:pathLst>
                <a:path w="92" h="118">
                  <a:moveTo>
                    <a:pt x="92" y="22"/>
                  </a:moveTo>
                  <a:lnTo>
                    <a:pt x="66" y="11"/>
                  </a:lnTo>
                  <a:lnTo>
                    <a:pt x="40" y="0"/>
                  </a:lnTo>
                  <a:lnTo>
                    <a:pt x="0" y="96"/>
                  </a:lnTo>
                  <a:lnTo>
                    <a:pt x="26" y="107"/>
                  </a:lnTo>
                  <a:lnTo>
                    <a:pt x="52" y="118"/>
                  </a:lnTo>
                  <a:lnTo>
                    <a:pt x="9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58" name=""/>
            <p:cNvSpPr/>
            <p:nvPr/>
          </p:nvSpPr>
          <p:spPr>
            <a:xfrm rot="0">
              <a:off x="2858" y="1978"/>
              <a:ext cx="23" cy="29"/>
            </a:xfrm>
            <a:custGeom>
              <a:avLst/>
              <a:ahLst/>
              <a:rect l="0" t="0" r="r" b="b"/>
              <a:pathLst>
                <a:path w="92" h="118">
                  <a:moveTo>
                    <a:pt x="92" y="22"/>
                  </a:moveTo>
                  <a:lnTo>
                    <a:pt x="66" y="11"/>
                  </a:lnTo>
                  <a:lnTo>
                    <a:pt x="40" y="0"/>
                  </a:lnTo>
                  <a:lnTo>
                    <a:pt x="0" y="96"/>
                  </a:lnTo>
                  <a:lnTo>
                    <a:pt x="26" y="107"/>
                  </a:lnTo>
                  <a:lnTo>
                    <a:pt x="52" y="118"/>
                  </a:lnTo>
                  <a:lnTo>
                    <a:pt x="92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59" name=""/>
            <p:cNvSpPr/>
            <p:nvPr/>
          </p:nvSpPr>
          <p:spPr>
            <a:xfrm rot="0">
              <a:off x="2858" y="2002"/>
              <a:ext cx="6" cy="3"/>
            </a:xfrm>
            <a:custGeom>
              <a:avLst/>
              <a:ahLst/>
              <a:rect l="0" t="0" r="r" b="b"/>
              <a:pathLst>
                <a:path w="26" h="11">
                  <a:moveTo>
                    <a:pt x="26" y="1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60" name=""/>
            <p:cNvSpPr/>
            <p:nvPr/>
          </p:nvSpPr>
          <p:spPr>
            <a:xfrm rot="0">
              <a:off x="2858" y="20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61" name=""/>
            <p:cNvSpPr/>
            <p:nvPr/>
          </p:nvSpPr>
          <p:spPr>
            <a:xfrm rot="0">
              <a:off x="2849" y="2003"/>
              <a:ext cx="22" cy="28"/>
            </a:xfrm>
            <a:custGeom>
              <a:avLst/>
              <a:ahLst/>
              <a:rect l="0" t="0" r="r" b="b"/>
              <a:pathLst>
                <a:path w="86" h="115">
                  <a:moveTo>
                    <a:pt x="86" y="17"/>
                  </a:moveTo>
                  <a:lnTo>
                    <a:pt x="60" y="9"/>
                  </a:lnTo>
                  <a:lnTo>
                    <a:pt x="34" y="0"/>
                  </a:lnTo>
                  <a:lnTo>
                    <a:pt x="0" y="98"/>
                  </a:lnTo>
                  <a:lnTo>
                    <a:pt x="26" y="107"/>
                  </a:lnTo>
                  <a:lnTo>
                    <a:pt x="52" y="115"/>
                  </a:lnTo>
                  <a:lnTo>
                    <a:pt x="8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62" name=""/>
            <p:cNvSpPr/>
            <p:nvPr/>
          </p:nvSpPr>
          <p:spPr>
            <a:xfrm rot="0">
              <a:off x="2849" y="2003"/>
              <a:ext cx="22" cy="28"/>
            </a:xfrm>
            <a:custGeom>
              <a:avLst/>
              <a:ahLst/>
              <a:rect l="0" t="0" r="r" b="b"/>
              <a:pathLst>
                <a:path w="86" h="115">
                  <a:moveTo>
                    <a:pt x="86" y="17"/>
                  </a:moveTo>
                  <a:lnTo>
                    <a:pt x="60" y="9"/>
                  </a:lnTo>
                  <a:lnTo>
                    <a:pt x="34" y="0"/>
                  </a:lnTo>
                  <a:lnTo>
                    <a:pt x="0" y="98"/>
                  </a:lnTo>
                  <a:lnTo>
                    <a:pt x="26" y="107"/>
                  </a:lnTo>
                  <a:lnTo>
                    <a:pt x="52" y="115"/>
                  </a:lnTo>
                  <a:lnTo>
                    <a:pt x="86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63" name=""/>
            <p:cNvSpPr/>
            <p:nvPr/>
          </p:nvSpPr>
          <p:spPr>
            <a:xfrm rot="0">
              <a:off x="2849" y="2027"/>
              <a:ext cx="7" cy="2"/>
            </a:xfrm>
            <a:custGeom>
              <a:avLst/>
              <a:ahLst/>
              <a:rect l="0" t="0" r="r" b="b"/>
              <a:pathLst>
                <a:path w="26" h="9">
                  <a:moveTo>
                    <a:pt x="26" y="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64" name=""/>
            <p:cNvSpPr/>
            <p:nvPr/>
          </p:nvSpPr>
          <p:spPr>
            <a:xfrm rot="0">
              <a:off x="2849" y="20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65" name=""/>
            <p:cNvSpPr/>
            <p:nvPr/>
          </p:nvSpPr>
          <p:spPr>
            <a:xfrm rot="0">
              <a:off x="2842" y="2027"/>
              <a:ext cx="20" cy="29"/>
            </a:xfrm>
            <a:custGeom>
              <a:avLst/>
              <a:ahLst/>
              <a:rect l="0" t="0" r="r" b="b"/>
              <a:pathLst>
                <a:path w="81" h="114">
                  <a:moveTo>
                    <a:pt x="81" y="15"/>
                  </a:moveTo>
                  <a:lnTo>
                    <a:pt x="55" y="8"/>
                  </a:lnTo>
                  <a:lnTo>
                    <a:pt x="29" y="0"/>
                  </a:lnTo>
                  <a:lnTo>
                    <a:pt x="0" y="99"/>
                  </a:lnTo>
                  <a:lnTo>
                    <a:pt x="26" y="106"/>
                  </a:lnTo>
                  <a:lnTo>
                    <a:pt x="52" y="114"/>
                  </a:lnTo>
                  <a:lnTo>
                    <a:pt x="8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66" name=""/>
            <p:cNvSpPr/>
            <p:nvPr/>
          </p:nvSpPr>
          <p:spPr>
            <a:xfrm rot="0">
              <a:off x="2842" y="2027"/>
              <a:ext cx="20" cy="29"/>
            </a:xfrm>
            <a:custGeom>
              <a:avLst/>
              <a:ahLst/>
              <a:rect l="0" t="0" r="r" b="b"/>
              <a:pathLst>
                <a:path w="81" h="114">
                  <a:moveTo>
                    <a:pt x="81" y="15"/>
                  </a:moveTo>
                  <a:lnTo>
                    <a:pt x="55" y="8"/>
                  </a:lnTo>
                  <a:lnTo>
                    <a:pt x="29" y="0"/>
                  </a:lnTo>
                  <a:lnTo>
                    <a:pt x="0" y="99"/>
                  </a:lnTo>
                  <a:lnTo>
                    <a:pt x="26" y="106"/>
                  </a:lnTo>
                  <a:lnTo>
                    <a:pt x="52" y="114"/>
                  </a:lnTo>
                  <a:lnTo>
                    <a:pt x="81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67" name=""/>
            <p:cNvSpPr/>
            <p:nvPr/>
          </p:nvSpPr>
          <p:spPr>
            <a:xfrm rot="0">
              <a:off x="2842" y="2052"/>
              <a:ext cx="6" cy="2"/>
            </a:xfrm>
            <a:custGeom>
              <a:avLst/>
              <a:ahLst/>
              <a:rect l="0" t="0" r="r" b="b"/>
              <a:pathLst>
                <a:path w="27" h="7">
                  <a:moveTo>
                    <a:pt x="27" y="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68" name=""/>
            <p:cNvSpPr/>
            <p:nvPr/>
          </p:nvSpPr>
          <p:spPr>
            <a:xfrm rot="0" flipH="1">
              <a:off x="2842" y="20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69" name=""/>
            <p:cNvSpPr/>
            <p:nvPr/>
          </p:nvSpPr>
          <p:spPr>
            <a:xfrm rot="0">
              <a:off x="2836" y="2052"/>
              <a:ext cx="19" cy="29"/>
            </a:xfrm>
            <a:custGeom>
              <a:avLst/>
              <a:ahLst/>
              <a:rect l="0" t="0" r="r" b="b"/>
              <a:pathLst>
                <a:path w="78" h="114">
                  <a:moveTo>
                    <a:pt x="78" y="13"/>
                  </a:moveTo>
                  <a:lnTo>
                    <a:pt x="51" y="6"/>
                  </a:lnTo>
                  <a:lnTo>
                    <a:pt x="24" y="0"/>
                  </a:lnTo>
                  <a:lnTo>
                    <a:pt x="0" y="101"/>
                  </a:lnTo>
                  <a:lnTo>
                    <a:pt x="27" y="107"/>
                  </a:lnTo>
                  <a:lnTo>
                    <a:pt x="54" y="114"/>
                  </a:lnTo>
                  <a:lnTo>
                    <a:pt x="78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70" name=""/>
            <p:cNvSpPr/>
            <p:nvPr/>
          </p:nvSpPr>
          <p:spPr>
            <a:xfrm rot="0">
              <a:off x="2836" y="2052"/>
              <a:ext cx="19" cy="29"/>
            </a:xfrm>
            <a:custGeom>
              <a:avLst/>
              <a:ahLst/>
              <a:rect l="0" t="0" r="r" b="b"/>
              <a:pathLst>
                <a:path w="78" h="114">
                  <a:moveTo>
                    <a:pt x="78" y="13"/>
                  </a:moveTo>
                  <a:lnTo>
                    <a:pt x="51" y="6"/>
                  </a:lnTo>
                  <a:lnTo>
                    <a:pt x="24" y="0"/>
                  </a:lnTo>
                  <a:lnTo>
                    <a:pt x="0" y="101"/>
                  </a:lnTo>
                  <a:lnTo>
                    <a:pt x="27" y="107"/>
                  </a:lnTo>
                  <a:lnTo>
                    <a:pt x="54" y="114"/>
                  </a:lnTo>
                  <a:lnTo>
                    <a:pt x="78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71" name=""/>
            <p:cNvSpPr/>
            <p:nvPr/>
          </p:nvSpPr>
          <p:spPr>
            <a:xfrm rot="0">
              <a:off x="2836" y="2078"/>
              <a:ext cx="7" cy="1"/>
            </a:xfrm>
            <a:custGeom>
              <a:avLst/>
              <a:ahLst/>
              <a:rect l="0" t="0" r="r" b="b"/>
              <a:pathLst>
                <a:path w="27" h="6">
                  <a:moveTo>
                    <a:pt x="27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72" name=""/>
            <p:cNvSpPr/>
            <p:nvPr/>
          </p:nvSpPr>
          <p:spPr>
            <a:xfrm rot="0">
              <a:off x="2836" y="20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73" name=""/>
            <p:cNvSpPr/>
            <p:nvPr/>
          </p:nvSpPr>
          <p:spPr>
            <a:xfrm rot="0">
              <a:off x="2831" y="2078"/>
              <a:ext cx="18" cy="28"/>
            </a:xfrm>
            <a:custGeom>
              <a:avLst/>
              <a:ahLst/>
              <a:rect l="0" t="0" r="r" b="b"/>
              <a:pathLst>
                <a:path w="73" h="112">
                  <a:moveTo>
                    <a:pt x="73" y="11"/>
                  </a:moveTo>
                  <a:lnTo>
                    <a:pt x="46" y="5"/>
                  </a:lnTo>
                  <a:lnTo>
                    <a:pt x="19" y="0"/>
                  </a:lnTo>
                  <a:lnTo>
                    <a:pt x="0" y="101"/>
                  </a:lnTo>
                  <a:lnTo>
                    <a:pt x="27" y="107"/>
                  </a:lnTo>
                  <a:lnTo>
                    <a:pt x="54" y="112"/>
                  </a:lnTo>
                  <a:lnTo>
                    <a:pt x="7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74" name=""/>
            <p:cNvSpPr/>
            <p:nvPr/>
          </p:nvSpPr>
          <p:spPr>
            <a:xfrm rot="0">
              <a:off x="2831" y="2078"/>
              <a:ext cx="18" cy="28"/>
            </a:xfrm>
            <a:custGeom>
              <a:avLst/>
              <a:ahLst/>
              <a:rect l="0" t="0" r="r" b="b"/>
              <a:pathLst>
                <a:path w="73" h="112">
                  <a:moveTo>
                    <a:pt x="73" y="11"/>
                  </a:moveTo>
                  <a:lnTo>
                    <a:pt x="46" y="5"/>
                  </a:lnTo>
                  <a:lnTo>
                    <a:pt x="19" y="0"/>
                  </a:lnTo>
                  <a:lnTo>
                    <a:pt x="0" y="101"/>
                  </a:lnTo>
                  <a:lnTo>
                    <a:pt x="27" y="107"/>
                  </a:lnTo>
                  <a:lnTo>
                    <a:pt x="54" y="112"/>
                  </a:lnTo>
                  <a:lnTo>
                    <a:pt x="73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75" name=""/>
            <p:cNvSpPr/>
            <p:nvPr/>
          </p:nvSpPr>
          <p:spPr>
            <a:xfrm rot="0">
              <a:off x="2831" y="2103"/>
              <a:ext cx="7" cy="1"/>
            </a:xfrm>
            <a:custGeom>
              <a:avLst/>
              <a:ahLst/>
              <a:rect l="0" t="0" r="r" b="b"/>
              <a:pathLst>
                <a:path w="27" h="6">
                  <a:moveTo>
                    <a:pt x="27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76" name=""/>
            <p:cNvSpPr/>
            <p:nvPr/>
          </p:nvSpPr>
          <p:spPr>
            <a:xfrm rot="0">
              <a:off x="2831" y="21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77" name=""/>
            <p:cNvSpPr/>
            <p:nvPr/>
          </p:nvSpPr>
          <p:spPr>
            <a:xfrm rot="0">
              <a:off x="2828" y="2104"/>
              <a:ext cx="16" cy="27"/>
            </a:xfrm>
            <a:custGeom>
              <a:avLst/>
              <a:ahLst/>
              <a:rect l="0" t="0" r="r" b="b"/>
              <a:pathLst>
                <a:path w="67" h="110">
                  <a:moveTo>
                    <a:pt x="67" y="7"/>
                  </a:moveTo>
                  <a:lnTo>
                    <a:pt x="40" y="4"/>
                  </a:lnTo>
                  <a:lnTo>
                    <a:pt x="13" y="0"/>
                  </a:lnTo>
                  <a:lnTo>
                    <a:pt x="0" y="103"/>
                  </a:lnTo>
                  <a:lnTo>
                    <a:pt x="27" y="107"/>
                  </a:lnTo>
                  <a:lnTo>
                    <a:pt x="54" y="110"/>
                  </a:lnTo>
                  <a:lnTo>
                    <a:pt x="6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78" name=""/>
            <p:cNvSpPr/>
            <p:nvPr/>
          </p:nvSpPr>
          <p:spPr>
            <a:xfrm rot="0">
              <a:off x="2828" y="2104"/>
              <a:ext cx="16" cy="27"/>
            </a:xfrm>
            <a:custGeom>
              <a:avLst/>
              <a:ahLst/>
              <a:rect l="0" t="0" r="r" b="b"/>
              <a:pathLst>
                <a:path w="67" h="110">
                  <a:moveTo>
                    <a:pt x="67" y="7"/>
                  </a:moveTo>
                  <a:lnTo>
                    <a:pt x="40" y="4"/>
                  </a:lnTo>
                  <a:lnTo>
                    <a:pt x="13" y="0"/>
                  </a:lnTo>
                  <a:lnTo>
                    <a:pt x="0" y="103"/>
                  </a:lnTo>
                  <a:lnTo>
                    <a:pt x="27" y="107"/>
                  </a:lnTo>
                  <a:lnTo>
                    <a:pt x="54" y="110"/>
                  </a:lnTo>
                  <a:lnTo>
                    <a:pt x="67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79" name=""/>
            <p:cNvSpPr/>
            <p:nvPr/>
          </p:nvSpPr>
          <p:spPr>
            <a:xfrm rot="0">
              <a:off x="2828" y="2129"/>
              <a:ext cx="6" cy="1"/>
            </a:xfrm>
            <a:custGeom>
              <a:avLst/>
              <a:ahLst/>
              <a:rect l="0" t="0" r="r" b="b"/>
              <a:pathLst>
                <a:path w="27" h="4">
                  <a:moveTo>
                    <a:pt x="27" y="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80" name=""/>
            <p:cNvSpPr/>
            <p:nvPr/>
          </p:nvSpPr>
          <p:spPr>
            <a:xfrm rot="0">
              <a:off x="2828" y="21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81" name=""/>
            <p:cNvSpPr/>
            <p:nvPr/>
          </p:nvSpPr>
          <p:spPr>
            <a:xfrm rot="0">
              <a:off x="2826" y="2130"/>
              <a:ext cx="15" cy="26"/>
            </a:xfrm>
            <a:custGeom>
              <a:avLst/>
              <a:ahLst/>
              <a:rect l="0" t="0" r="r" b="b"/>
              <a:pathLst>
                <a:path w="62" h="107">
                  <a:moveTo>
                    <a:pt x="62" y="4"/>
                  </a:moveTo>
                  <a:lnTo>
                    <a:pt x="35" y="2"/>
                  </a:lnTo>
                  <a:lnTo>
                    <a:pt x="8" y="0"/>
                  </a:lnTo>
                  <a:lnTo>
                    <a:pt x="0" y="103"/>
                  </a:lnTo>
                  <a:lnTo>
                    <a:pt x="26" y="105"/>
                  </a:lnTo>
                  <a:lnTo>
                    <a:pt x="53" y="107"/>
                  </a:lnTo>
                  <a:lnTo>
                    <a:pt x="6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82" name=""/>
            <p:cNvSpPr/>
            <p:nvPr/>
          </p:nvSpPr>
          <p:spPr>
            <a:xfrm rot="0">
              <a:off x="2826" y="2130"/>
              <a:ext cx="15" cy="26"/>
            </a:xfrm>
            <a:custGeom>
              <a:avLst/>
              <a:ahLst/>
              <a:rect l="0" t="0" r="r" b="b"/>
              <a:pathLst>
                <a:path w="62" h="107">
                  <a:moveTo>
                    <a:pt x="62" y="4"/>
                  </a:moveTo>
                  <a:lnTo>
                    <a:pt x="35" y="2"/>
                  </a:lnTo>
                  <a:lnTo>
                    <a:pt x="8" y="0"/>
                  </a:lnTo>
                  <a:lnTo>
                    <a:pt x="0" y="103"/>
                  </a:lnTo>
                  <a:lnTo>
                    <a:pt x="26" y="105"/>
                  </a:lnTo>
                  <a:lnTo>
                    <a:pt x="53" y="107"/>
                  </a:lnTo>
                  <a:lnTo>
                    <a:pt x="62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83" name=""/>
            <p:cNvSpPr/>
            <p:nvPr/>
          </p:nvSpPr>
          <p:spPr>
            <a:xfrm rot="0">
              <a:off x="2826" y="2155"/>
              <a:ext cx="6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84" name=""/>
            <p:cNvSpPr/>
            <p:nvPr/>
          </p:nvSpPr>
          <p:spPr>
            <a:xfrm rot="0">
              <a:off x="2826" y="2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85" name=""/>
            <p:cNvSpPr/>
            <p:nvPr/>
          </p:nvSpPr>
          <p:spPr>
            <a:xfrm rot="0">
              <a:off x="2825" y="2156"/>
              <a:ext cx="14" cy="26"/>
            </a:xfrm>
            <a:custGeom>
              <a:avLst/>
              <a:ahLst/>
              <a:rect l="0" t="0" r="r" b="b"/>
              <a:pathLst>
                <a:path w="57" h="105">
                  <a:moveTo>
                    <a:pt x="57" y="2"/>
                  </a:moveTo>
                  <a:lnTo>
                    <a:pt x="30" y="1"/>
                  </a:lnTo>
                  <a:lnTo>
                    <a:pt x="4" y="0"/>
                  </a:lnTo>
                  <a:lnTo>
                    <a:pt x="0" y="103"/>
                  </a:lnTo>
                  <a:lnTo>
                    <a:pt x="27" y="104"/>
                  </a:lnTo>
                  <a:lnTo>
                    <a:pt x="54" y="105"/>
                  </a:lnTo>
                  <a:lnTo>
                    <a:pt x="5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86" name=""/>
            <p:cNvSpPr/>
            <p:nvPr/>
          </p:nvSpPr>
          <p:spPr>
            <a:xfrm rot="0">
              <a:off x="2825" y="2156"/>
              <a:ext cx="14" cy="26"/>
            </a:xfrm>
            <a:custGeom>
              <a:avLst/>
              <a:ahLst/>
              <a:rect l="0" t="0" r="r" b="b"/>
              <a:pathLst>
                <a:path w="57" h="105">
                  <a:moveTo>
                    <a:pt x="57" y="2"/>
                  </a:moveTo>
                  <a:lnTo>
                    <a:pt x="30" y="1"/>
                  </a:lnTo>
                  <a:lnTo>
                    <a:pt x="4" y="0"/>
                  </a:lnTo>
                  <a:lnTo>
                    <a:pt x="0" y="103"/>
                  </a:lnTo>
                  <a:lnTo>
                    <a:pt x="27" y="104"/>
                  </a:lnTo>
                  <a:lnTo>
                    <a:pt x="54" y="105"/>
                  </a:lnTo>
                  <a:lnTo>
                    <a:pt x="57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87" name=""/>
            <p:cNvSpPr/>
            <p:nvPr/>
          </p:nvSpPr>
          <p:spPr>
            <a:xfrm rot="0">
              <a:off x="2825" y="2181"/>
              <a:ext cx="13" cy="7"/>
            </a:xfrm>
            <a:custGeom>
              <a:avLst/>
              <a:ahLst/>
              <a:rect l="0" t="0" r="r" b="b"/>
              <a:pathLst>
                <a:path w="54" h="28">
                  <a:moveTo>
                    <a:pt x="27" y="1"/>
                  </a:moveTo>
                  <a:lnTo>
                    <a:pt x="54" y="2"/>
                  </a:lnTo>
                  <a:lnTo>
                    <a:pt x="53" y="11"/>
                  </a:lnTo>
                  <a:lnTo>
                    <a:pt x="49" y="18"/>
                  </a:lnTo>
                  <a:lnTo>
                    <a:pt x="42" y="24"/>
                  </a:lnTo>
                  <a:lnTo>
                    <a:pt x="35" y="27"/>
                  </a:lnTo>
                  <a:lnTo>
                    <a:pt x="26" y="28"/>
                  </a:lnTo>
                  <a:lnTo>
                    <a:pt x="17" y="27"/>
                  </a:lnTo>
                  <a:lnTo>
                    <a:pt x="10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88" name=""/>
            <p:cNvSpPr/>
            <p:nvPr/>
          </p:nvSpPr>
          <p:spPr>
            <a:xfrm rot="0">
              <a:off x="2825" y="2181"/>
              <a:ext cx="13" cy="7"/>
            </a:xfrm>
            <a:custGeom>
              <a:avLst/>
              <a:ahLst/>
              <a:rect l="0" t="0" r="r" b="b"/>
              <a:pathLst>
                <a:path w="54" h="28">
                  <a:moveTo>
                    <a:pt x="54" y="2"/>
                  </a:moveTo>
                  <a:lnTo>
                    <a:pt x="53" y="11"/>
                  </a:lnTo>
                  <a:lnTo>
                    <a:pt x="49" y="18"/>
                  </a:lnTo>
                  <a:lnTo>
                    <a:pt x="42" y="24"/>
                  </a:lnTo>
                  <a:lnTo>
                    <a:pt x="35" y="27"/>
                  </a:lnTo>
                  <a:lnTo>
                    <a:pt x="26" y="28"/>
                  </a:lnTo>
                  <a:lnTo>
                    <a:pt x="17" y="27"/>
                  </a:lnTo>
                  <a:lnTo>
                    <a:pt x="10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89" name=""/>
            <p:cNvSpPr/>
            <p:nvPr/>
          </p:nvSpPr>
          <p:spPr>
            <a:xfrm rot="0">
              <a:off x="2926" y="1082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1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90" name=""/>
            <p:cNvSpPr/>
            <p:nvPr/>
          </p:nvSpPr>
          <p:spPr>
            <a:xfrm rot="0">
              <a:off x="2926" y="1082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1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91" name=""/>
            <p:cNvSpPr/>
            <p:nvPr/>
          </p:nvSpPr>
          <p:spPr>
            <a:xfrm rot="0">
              <a:off x="2926" y="1089"/>
              <a:ext cx="13" cy="515"/>
            </a:xfrm>
            <a:custGeom>
              <a:avLst/>
              <a:ahLst/>
              <a:rect l="0" t="0" r="r" b="b"/>
              <a:pathLst>
                <a:path w="55" h="2057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057"/>
                  </a:lnTo>
                  <a:lnTo>
                    <a:pt x="27" y="2057"/>
                  </a:lnTo>
                  <a:lnTo>
                    <a:pt x="55" y="2057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92" name=""/>
            <p:cNvSpPr/>
            <p:nvPr/>
          </p:nvSpPr>
          <p:spPr>
            <a:xfrm rot="0">
              <a:off x="2926" y="1089"/>
              <a:ext cx="13" cy="515"/>
            </a:xfrm>
            <a:custGeom>
              <a:avLst/>
              <a:ahLst/>
              <a:rect l="0" t="0" r="r" b="b"/>
              <a:pathLst>
                <a:path w="55" h="2057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057"/>
                  </a:lnTo>
                  <a:lnTo>
                    <a:pt x="27" y="2057"/>
                  </a:lnTo>
                  <a:lnTo>
                    <a:pt x="55" y="2057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93" name=""/>
            <p:cNvSpPr/>
            <p:nvPr/>
          </p:nvSpPr>
          <p:spPr>
            <a:xfrm rot="0">
              <a:off x="2926" y="1604"/>
              <a:ext cx="13" cy="7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94" name=""/>
            <p:cNvSpPr/>
            <p:nvPr/>
          </p:nvSpPr>
          <p:spPr>
            <a:xfrm rot="0">
              <a:off x="2926" y="1604"/>
              <a:ext cx="13" cy="7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95" name=""/>
            <p:cNvSpPr/>
            <p:nvPr/>
          </p:nvSpPr>
          <p:spPr>
            <a:xfrm rot="0">
              <a:off x="3711" y="1604"/>
              <a:ext cx="14" cy="6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7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96" name=""/>
            <p:cNvSpPr/>
            <p:nvPr/>
          </p:nvSpPr>
          <p:spPr>
            <a:xfrm rot="0">
              <a:off x="3711" y="1604"/>
              <a:ext cx="14" cy="6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7"/>
                  </a:lnTo>
                  <a:lnTo>
                    <a:pt x="43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97" name=""/>
            <p:cNvSpPr/>
            <p:nvPr/>
          </p:nvSpPr>
          <p:spPr>
            <a:xfrm rot="0">
              <a:off x="3711" y="1089"/>
              <a:ext cx="14" cy="515"/>
            </a:xfrm>
            <a:custGeom>
              <a:avLst/>
              <a:ahLst/>
              <a:rect l="0" t="0" r="r" b="b"/>
              <a:pathLst>
                <a:path w="54" h="2056">
                  <a:moveTo>
                    <a:pt x="0" y="2056"/>
                  </a:moveTo>
                  <a:lnTo>
                    <a:pt x="26" y="2056"/>
                  </a:lnTo>
                  <a:lnTo>
                    <a:pt x="54" y="2056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0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798" name=""/>
            <p:cNvSpPr/>
            <p:nvPr/>
          </p:nvSpPr>
          <p:spPr>
            <a:xfrm rot="0">
              <a:off x="3711" y="1089"/>
              <a:ext cx="14" cy="515"/>
            </a:xfrm>
            <a:custGeom>
              <a:avLst/>
              <a:ahLst/>
              <a:rect l="0" t="0" r="r" b="b"/>
              <a:pathLst>
                <a:path w="54" h="2056">
                  <a:moveTo>
                    <a:pt x="0" y="2056"/>
                  </a:moveTo>
                  <a:lnTo>
                    <a:pt x="26" y="2056"/>
                  </a:lnTo>
                  <a:lnTo>
                    <a:pt x="54" y="2056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0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799" name=""/>
            <p:cNvSpPr/>
            <p:nvPr/>
          </p:nvSpPr>
          <p:spPr>
            <a:xfrm rot="0">
              <a:off x="3711" y="1082"/>
              <a:ext cx="14" cy="7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00" name=""/>
            <p:cNvSpPr/>
            <p:nvPr/>
          </p:nvSpPr>
          <p:spPr>
            <a:xfrm rot="0">
              <a:off x="3711" y="1082"/>
              <a:ext cx="14" cy="7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1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1" name=""/>
            <p:cNvSpPr/>
            <p:nvPr/>
          </p:nvSpPr>
          <p:spPr>
            <a:xfrm rot="0">
              <a:off x="878" y="3782"/>
              <a:ext cx="9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2" name=""/>
            <p:cNvSpPr/>
            <p:nvPr/>
          </p:nvSpPr>
          <p:spPr>
            <a:xfrm rot="0">
              <a:off x="1020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3" name=""/>
            <p:cNvSpPr/>
            <p:nvPr/>
          </p:nvSpPr>
          <p:spPr>
            <a:xfrm rot="0">
              <a:off x="1154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4" name=""/>
            <p:cNvSpPr/>
            <p:nvPr/>
          </p:nvSpPr>
          <p:spPr>
            <a:xfrm rot="0">
              <a:off x="1288" y="3782"/>
              <a:ext cx="8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5" name=""/>
            <p:cNvSpPr/>
            <p:nvPr/>
          </p:nvSpPr>
          <p:spPr>
            <a:xfrm rot="0">
              <a:off x="1421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6" name=""/>
            <p:cNvSpPr/>
            <p:nvPr/>
          </p:nvSpPr>
          <p:spPr>
            <a:xfrm rot="0">
              <a:off x="1555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7" name=""/>
            <p:cNvSpPr/>
            <p:nvPr/>
          </p:nvSpPr>
          <p:spPr>
            <a:xfrm rot="0">
              <a:off x="1688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8" name=""/>
            <p:cNvSpPr/>
            <p:nvPr/>
          </p:nvSpPr>
          <p:spPr>
            <a:xfrm rot="0">
              <a:off x="1822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09" name=""/>
            <p:cNvSpPr/>
            <p:nvPr/>
          </p:nvSpPr>
          <p:spPr>
            <a:xfrm rot="0">
              <a:off x="1956" y="3782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0" name=""/>
            <p:cNvSpPr/>
            <p:nvPr/>
          </p:nvSpPr>
          <p:spPr>
            <a:xfrm rot="0">
              <a:off x="2089" y="3782"/>
              <a:ext cx="9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1" name=""/>
            <p:cNvSpPr/>
            <p:nvPr/>
          </p:nvSpPr>
          <p:spPr>
            <a:xfrm rot="0" flipH="1">
              <a:off x="2089" y="2794"/>
              <a:ext cx="9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2" name=""/>
            <p:cNvSpPr/>
            <p:nvPr/>
          </p:nvSpPr>
          <p:spPr>
            <a:xfrm rot="0" flipH="1">
              <a:off x="1956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3" name=""/>
            <p:cNvSpPr/>
            <p:nvPr/>
          </p:nvSpPr>
          <p:spPr>
            <a:xfrm rot="0" flipH="1">
              <a:off x="1822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4" name=""/>
            <p:cNvSpPr/>
            <p:nvPr/>
          </p:nvSpPr>
          <p:spPr>
            <a:xfrm rot="0" flipH="1">
              <a:off x="1688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5" name=""/>
            <p:cNvSpPr/>
            <p:nvPr/>
          </p:nvSpPr>
          <p:spPr>
            <a:xfrm rot="0" flipH="1">
              <a:off x="1555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6" name=""/>
            <p:cNvSpPr/>
            <p:nvPr/>
          </p:nvSpPr>
          <p:spPr>
            <a:xfrm rot="0" flipH="1">
              <a:off x="1421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7" name=""/>
            <p:cNvSpPr/>
            <p:nvPr/>
          </p:nvSpPr>
          <p:spPr>
            <a:xfrm rot="0" flipH="1">
              <a:off x="1288" y="2794"/>
              <a:ext cx="8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8" name=""/>
            <p:cNvSpPr/>
            <p:nvPr/>
          </p:nvSpPr>
          <p:spPr>
            <a:xfrm rot="0" flipH="1">
              <a:off x="1154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19" name=""/>
            <p:cNvSpPr/>
            <p:nvPr/>
          </p:nvSpPr>
          <p:spPr>
            <a:xfrm rot="0" flipH="1">
              <a:off x="1020" y="2794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20" name=""/>
            <p:cNvSpPr/>
            <p:nvPr/>
          </p:nvSpPr>
          <p:spPr>
            <a:xfrm rot="0" flipH="1">
              <a:off x="878" y="2794"/>
              <a:ext cx="9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21" name=""/>
            <p:cNvSpPr/>
            <p:nvPr/>
          </p:nvSpPr>
          <p:spPr>
            <a:xfrm rot="0">
              <a:off x="871" y="3987"/>
              <a:ext cx="14" cy="7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22" name=""/>
            <p:cNvSpPr/>
            <p:nvPr/>
          </p:nvSpPr>
          <p:spPr>
            <a:xfrm rot="0">
              <a:off x="871" y="3987"/>
              <a:ext cx="14" cy="7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7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7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03" name=""/>
          <p:cNvGrpSpPr/>
          <p:nvPr/>
        </p:nvGrpSpPr>
        <p:grpSpPr>
          <a:xfrm rot="0">
            <a:off x="1382712" y="1717675"/>
            <a:ext cx="2100262" cy="3883025"/>
            <a:chOff x="871" y="1082"/>
            <a:chExt cx="1323" cy="2446"/>
          </a:xfrm>
        </p:grpSpPr>
        <p:sp>
          <p:nvSpPr>
            <p:cNvPr id="1078823" name=""/>
            <p:cNvSpPr/>
            <p:nvPr/>
          </p:nvSpPr>
          <p:spPr>
            <a:xfrm rot="0">
              <a:off x="1299" y="3340"/>
              <a:ext cx="7" cy="1"/>
            </a:xfrm>
            <a:custGeom>
              <a:avLst/>
              <a:ahLst/>
              <a:rect l="0" t="0" r="r" b="b"/>
              <a:pathLst>
                <a:path w="27" h="6">
                  <a:moveTo>
                    <a:pt x="27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24" name=""/>
            <p:cNvSpPr/>
            <p:nvPr/>
          </p:nvSpPr>
          <p:spPr>
            <a:xfrm rot="0">
              <a:off x="1299" y="33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25" name=""/>
            <p:cNvSpPr/>
            <p:nvPr/>
          </p:nvSpPr>
          <p:spPr>
            <a:xfrm rot="0">
              <a:off x="1299" y="3338"/>
              <a:ext cx="18" cy="20"/>
            </a:xfrm>
            <a:custGeom>
              <a:avLst/>
              <a:ahLst/>
              <a:rect l="0" t="0" r="r" b="b"/>
              <a:pathLst>
                <a:path w="71" h="80">
                  <a:moveTo>
                    <a:pt x="54" y="0"/>
                  </a:moveTo>
                  <a:lnTo>
                    <a:pt x="27" y="7"/>
                  </a:lnTo>
                  <a:lnTo>
                    <a:pt x="0" y="13"/>
                  </a:lnTo>
                  <a:lnTo>
                    <a:pt x="18" y="80"/>
                  </a:lnTo>
                  <a:lnTo>
                    <a:pt x="44" y="73"/>
                  </a:lnTo>
                  <a:lnTo>
                    <a:pt x="71" y="6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26" name=""/>
            <p:cNvSpPr/>
            <p:nvPr/>
          </p:nvSpPr>
          <p:spPr>
            <a:xfrm rot="0">
              <a:off x="1299" y="3338"/>
              <a:ext cx="18" cy="20"/>
            </a:xfrm>
            <a:custGeom>
              <a:avLst/>
              <a:ahLst/>
              <a:rect l="0" t="0" r="r" b="b"/>
              <a:pathLst>
                <a:path w="71" h="80">
                  <a:moveTo>
                    <a:pt x="54" y="0"/>
                  </a:moveTo>
                  <a:lnTo>
                    <a:pt x="27" y="7"/>
                  </a:lnTo>
                  <a:lnTo>
                    <a:pt x="0" y="13"/>
                  </a:lnTo>
                  <a:lnTo>
                    <a:pt x="18" y="80"/>
                  </a:lnTo>
                  <a:lnTo>
                    <a:pt x="44" y="73"/>
                  </a:lnTo>
                  <a:lnTo>
                    <a:pt x="71" y="6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27" name=""/>
            <p:cNvSpPr/>
            <p:nvPr/>
          </p:nvSpPr>
          <p:spPr>
            <a:xfrm rot="0">
              <a:off x="1304" y="3356"/>
              <a:ext cx="6" cy="3"/>
            </a:xfrm>
            <a:custGeom>
              <a:avLst/>
              <a:ahLst/>
              <a:rect l="0" t="0" r="r" b="b"/>
              <a:pathLst>
                <a:path w="26" h="10">
                  <a:moveTo>
                    <a:pt x="26" y="0"/>
                  </a:moveTo>
                  <a:lnTo>
                    <a:pt x="0" y="7"/>
                  </a:lnTo>
                  <a:lnTo>
                    <a:pt x="1" y="1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28" name=""/>
            <p:cNvSpPr/>
            <p:nvPr/>
          </p:nvSpPr>
          <p:spPr>
            <a:xfrm rot="0">
              <a:off x="1304" y="33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29" name=""/>
            <p:cNvSpPr/>
            <p:nvPr/>
          </p:nvSpPr>
          <p:spPr>
            <a:xfrm rot="0">
              <a:off x="1304" y="3354"/>
              <a:ext cx="19" cy="21"/>
            </a:xfrm>
            <a:custGeom>
              <a:avLst/>
              <a:ahLst/>
              <a:rect l="0" t="0" r="r" b="b"/>
              <a:pathLst>
                <a:path w="75" h="85">
                  <a:moveTo>
                    <a:pt x="51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3" y="85"/>
                  </a:lnTo>
                  <a:lnTo>
                    <a:pt x="49" y="75"/>
                  </a:lnTo>
                  <a:lnTo>
                    <a:pt x="75" y="65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30" name=""/>
            <p:cNvSpPr/>
            <p:nvPr/>
          </p:nvSpPr>
          <p:spPr>
            <a:xfrm rot="0">
              <a:off x="1304" y="3354"/>
              <a:ext cx="19" cy="21"/>
            </a:xfrm>
            <a:custGeom>
              <a:avLst/>
              <a:ahLst/>
              <a:rect l="0" t="0" r="r" b="b"/>
              <a:pathLst>
                <a:path w="75" h="85">
                  <a:moveTo>
                    <a:pt x="51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3" y="85"/>
                  </a:lnTo>
                  <a:lnTo>
                    <a:pt x="49" y="75"/>
                  </a:lnTo>
                  <a:lnTo>
                    <a:pt x="75" y="65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31" name=""/>
            <p:cNvSpPr/>
            <p:nvPr/>
          </p:nvSpPr>
          <p:spPr>
            <a:xfrm rot="0">
              <a:off x="1310" y="3373"/>
              <a:ext cx="6" cy="2"/>
            </a:xfrm>
            <a:custGeom>
              <a:avLst/>
              <a:ahLst/>
              <a:rect l="0" t="0" r="r" b="b"/>
              <a:pathLst>
                <a:path w="26" h="11">
                  <a:moveTo>
                    <a:pt x="26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32" name=""/>
            <p:cNvSpPr/>
            <p:nvPr/>
          </p:nvSpPr>
          <p:spPr>
            <a:xfrm rot="0">
              <a:off x="1310" y="33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33" name=""/>
            <p:cNvSpPr/>
            <p:nvPr/>
          </p:nvSpPr>
          <p:spPr>
            <a:xfrm rot="0">
              <a:off x="1310" y="3370"/>
              <a:ext cx="19" cy="22"/>
            </a:xfrm>
            <a:custGeom>
              <a:avLst/>
              <a:ahLst/>
              <a:rect l="0" t="0" r="r" b="b"/>
              <a:pathLst>
                <a:path w="78" h="86">
                  <a:moveTo>
                    <a:pt x="50" y="0"/>
                  </a:moveTo>
                  <a:lnTo>
                    <a:pt x="25" y="11"/>
                  </a:lnTo>
                  <a:lnTo>
                    <a:pt x="0" y="22"/>
                  </a:lnTo>
                  <a:lnTo>
                    <a:pt x="28" y="86"/>
                  </a:lnTo>
                  <a:lnTo>
                    <a:pt x="53" y="75"/>
                  </a:lnTo>
                  <a:lnTo>
                    <a:pt x="78" y="65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34" name=""/>
            <p:cNvSpPr/>
            <p:nvPr/>
          </p:nvSpPr>
          <p:spPr>
            <a:xfrm rot="0">
              <a:off x="1310" y="3370"/>
              <a:ext cx="19" cy="22"/>
            </a:xfrm>
            <a:custGeom>
              <a:avLst/>
              <a:ahLst/>
              <a:rect l="0" t="0" r="r" b="b"/>
              <a:pathLst>
                <a:path w="78" h="86">
                  <a:moveTo>
                    <a:pt x="50" y="0"/>
                  </a:moveTo>
                  <a:lnTo>
                    <a:pt x="25" y="11"/>
                  </a:lnTo>
                  <a:lnTo>
                    <a:pt x="0" y="22"/>
                  </a:lnTo>
                  <a:lnTo>
                    <a:pt x="28" y="86"/>
                  </a:lnTo>
                  <a:lnTo>
                    <a:pt x="53" y="75"/>
                  </a:lnTo>
                  <a:lnTo>
                    <a:pt x="78" y="65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35" name=""/>
            <p:cNvSpPr/>
            <p:nvPr/>
          </p:nvSpPr>
          <p:spPr>
            <a:xfrm rot="0">
              <a:off x="1317" y="3389"/>
              <a:ext cx="6" cy="3"/>
            </a:xfrm>
            <a:custGeom>
              <a:avLst/>
              <a:ahLst/>
              <a:rect l="0" t="0" r="r" b="b"/>
              <a:pathLst>
                <a:path w="25" h="13">
                  <a:moveTo>
                    <a:pt x="25" y="0"/>
                  </a:moveTo>
                  <a:lnTo>
                    <a:pt x="0" y="11"/>
                  </a:lnTo>
                  <a:lnTo>
                    <a:pt x="0" y="1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36" name=""/>
            <p:cNvSpPr/>
            <p:nvPr/>
          </p:nvSpPr>
          <p:spPr>
            <a:xfrm rot="0">
              <a:off x="1317" y="3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37" name=""/>
            <p:cNvSpPr/>
            <p:nvPr/>
          </p:nvSpPr>
          <p:spPr>
            <a:xfrm rot="0">
              <a:off x="1317" y="3386"/>
              <a:ext cx="20" cy="21"/>
            </a:xfrm>
            <a:custGeom>
              <a:avLst/>
              <a:ahLst/>
              <a:rect l="0" t="0" r="r" b="b"/>
              <a:pathLst>
                <a:path w="82" h="87">
                  <a:moveTo>
                    <a:pt x="50" y="0"/>
                  </a:moveTo>
                  <a:lnTo>
                    <a:pt x="25" y="13"/>
                  </a:lnTo>
                  <a:lnTo>
                    <a:pt x="0" y="26"/>
                  </a:lnTo>
                  <a:lnTo>
                    <a:pt x="33" y="87"/>
                  </a:lnTo>
                  <a:lnTo>
                    <a:pt x="57" y="75"/>
                  </a:lnTo>
                  <a:lnTo>
                    <a:pt x="82" y="62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38" name=""/>
            <p:cNvSpPr/>
            <p:nvPr/>
          </p:nvSpPr>
          <p:spPr>
            <a:xfrm rot="0">
              <a:off x="1317" y="3386"/>
              <a:ext cx="20" cy="21"/>
            </a:xfrm>
            <a:custGeom>
              <a:avLst/>
              <a:ahLst/>
              <a:rect l="0" t="0" r="r" b="b"/>
              <a:pathLst>
                <a:path w="82" h="87">
                  <a:moveTo>
                    <a:pt x="50" y="0"/>
                  </a:moveTo>
                  <a:lnTo>
                    <a:pt x="25" y="13"/>
                  </a:lnTo>
                  <a:lnTo>
                    <a:pt x="0" y="26"/>
                  </a:lnTo>
                  <a:lnTo>
                    <a:pt x="33" y="87"/>
                  </a:lnTo>
                  <a:lnTo>
                    <a:pt x="57" y="75"/>
                  </a:lnTo>
                  <a:lnTo>
                    <a:pt x="82" y="62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39" name=""/>
            <p:cNvSpPr/>
            <p:nvPr/>
          </p:nvSpPr>
          <p:spPr>
            <a:xfrm rot="0">
              <a:off x="1325" y="3404"/>
              <a:ext cx="6" cy="4"/>
            </a:xfrm>
            <a:custGeom>
              <a:avLst/>
              <a:ahLst/>
              <a:rect l="0" t="0" r="r" b="b"/>
              <a:pathLst>
                <a:path w="24" h="14">
                  <a:moveTo>
                    <a:pt x="24" y="0"/>
                  </a:moveTo>
                  <a:lnTo>
                    <a:pt x="0" y="12"/>
                  </a:lnTo>
                  <a:lnTo>
                    <a:pt x="1" y="14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40" name=""/>
            <p:cNvSpPr/>
            <p:nvPr/>
          </p:nvSpPr>
          <p:spPr>
            <a:xfrm rot="0">
              <a:off x="1325" y="34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41" name=""/>
            <p:cNvSpPr/>
            <p:nvPr/>
          </p:nvSpPr>
          <p:spPr>
            <a:xfrm rot="0">
              <a:off x="1325" y="3401"/>
              <a:ext cx="21" cy="21"/>
            </a:xfrm>
            <a:custGeom>
              <a:avLst/>
              <a:ahLst/>
              <a:rect l="0" t="0" r="r" b="b"/>
              <a:pathLst>
                <a:path w="83" h="87">
                  <a:moveTo>
                    <a:pt x="47" y="0"/>
                  </a:moveTo>
                  <a:lnTo>
                    <a:pt x="23" y="14"/>
                  </a:lnTo>
                  <a:lnTo>
                    <a:pt x="0" y="28"/>
                  </a:lnTo>
                  <a:lnTo>
                    <a:pt x="36" y="87"/>
                  </a:lnTo>
                  <a:lnTo>
                    <a:pt x="60" y="73"/>
                  </a:lnTo>
                  <a:lnTo>
                    <a:pt x="83" y="59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42" name=""/>
            <p:cNvSpPr/>
            <p:nvPr/>
          </p:nvSpPr>
          <p:spPr>
            <a:xfrm rot="0">
              <a:off x="1325" y="3401"/>
              <a:ext cx="21" cy="21"/>
            </a:xfrm>
            <a:custGeom>
              <a:avLst/>
              <a:ahLst/>
              <a:rect l="0" t="0" r="r" b="b"/>
              <a:pathLst>
                <a:path w="83" h="87">
                  <a:moveTo>
                    <a:pt x="47" y="0"/>
                  </a:moveTo>
                  <a:lnTo>
                    <a:pt x="23" y="14"/>
                  </a:lnTo>
                  <a:lnTo>
                    <a:pt x="0" y="28"/>
                  </a:lnTo>
                  <a:lnTo>
                    <a:pt x="36" y="87"/>
                  </a:lnTo>
                  <a:lnTo>
                    <a:pt x="60" y="73"/>
                  </a:lnTo>
                  <a:lnTo>
                    <a:pt x="83" y="59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43" name=""/>
            <p:cNvSpPr/>
            <p:nvPr/>
          </p:nvSpPr>
          <p:spPr>
            <a:xfrm rot="0">
              <a:off x="1335" y="3419"/>
              <a:ext cx="5" cy="4"/>
            </a:xfrm>
            <a:custGeom>
              <a:avLst/>
              <a:ahLst/>
              <a:rect l="0" t="0" r="r" b="b"/>
              <a:pathLst>
                <a:path w="24" h="16">
                  <a:moveTo>
                    <a:pt x="24" y="0"/>
                  </a:moveTo>
                  <a:lnTo>
                    <a:pt x="0" y="14"/>
                  </a:lnTo>
                  <a:lnTo>
                    <a:pt x="2" y="16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44" name=""/>
            <p:cNvSpPr/>
            <p:nvPr/>
          </p:nvSpPr>
          <p:spPr>
            <a:xfrm rot="0">
              <a:off x="1335" y="3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45" name=""/>
            <p:cNvSpPr/>
            <p:nvPr/>
          </p:nvSpPr>
          <p:spPr>
            <a:xfrm rot="0">
              <a:off x="1335" y="3415"/>
              <a:ext cx="21" cy="22"/>
            </a:xfrm>
            <a:custGeom>
              <a:avLst/>
              <a:ahLst/>
              <a:rect l="0" t="0" r="r" b="b"/>
              <a:pathLst>
                <a:path w="85" h="88">
                  <a:moveTo>
                    <a:pt x="43" y="0"/>
                  </a:moveTo>
                  <a:lnTo>
                    <a:pt x="22" y="16"/>
                  </a:lnTo>
                  <a:lnTo>
                    <a:pt x="0" y="32"/>
                  </a:lnTo>
                  <a:lnTo>
                    <a:pt x="42" y="88"/>
                  </a:lnTo>
                  <a:lnTo>
                    <a:pt x="64" y="72"/>
                  </a:lnTo>
                  <a:lnTo>
                    <a:pt x="85" y="55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46" name=""/>
            <p:cNvSpPr/>
            <p:nvPr/>
          </p:nvSpPr>
          <p:spPr>
            <a:xfrm rot="0">
              <a:off x="1335" y="3415"/>
              <a:ext cx="21" cy="22"/>
            </a:xfrm>
            <a:custGeom>
              <a:avLst/>
              <a:ahLst/>
              <a:rect l="0" t="0" r="r" b="b"/>
              <a:pathLst>
                <a:path w="85" h="88">
                  <a:moveTo>
                    <a:pt x="43" y="0"/>
                  </a:moveTo>
                  <a:lnTo>
                    <a:pt x="22" y="16"/>
                  </a:lnTo>
                  <a:lnTo>
                    <a:pt x="0" y="32"/>
                  </a:lnTo>
                  <a:lnTo>
                    <a:pt x="42" y="88"/>
                  </a:lnTo>
                  <a:lnTo>
                    <a:pt x="64" y="72"/>
                  </a:lnTo>
                  <a:lnTo>
                    <a:pt x="85" y="55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47" name=""/>
            <p:cNvSpPr/>
            <p:nvPr/>
          </p:nvSpPr>
          <p:spPr>
            <a:xfrm rot="0">
              <a:off x="1346" y="3433"/>
              <a:ext cx="5" cy="4"/>
            </a:xfrm>
            <a:custGeom>
              <a:avLst/>
              <a:ahLst/>
              <a:rect l="0" t="0" r="r" b="b"/>
              <a:pathLst>
                <a:path w="22" h="18">
                  <a:moveTo>
                    <a:pt x="22" y="0"/>
                  </a:moveTo>
                  <a:lnTo>
                    <a:pt x="0" y="16"/>
                  </a:lnTo>
                  <a:lnTo>
                    <a:pt x="1" y="18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48" name=""/>
            <p:cNvSpPr/>
            <p:nvPr/>
          </p:nvSpPr>
          <p:spPr>
            <a:xfrm rot="0">
              <a:off x="1346" y="34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49" name=""/>
            <p:cNvSpPr/>
            <p:nvPr/>
          </p:nvSpPr>
          <p:spPr>
            <a:xfrm rot="0">
              <a:off x="1346" y="3428"/>
              <a:ext cx="21" cy="23"/>
            </a:xfrm>
            <a:custGeom>
              <a:avLst/>
              <a:ahLst/>
              <a:rect l="0" t="0" r="r" b="b"/>
              <a:pathLst>
                <a:path w="86" h="89">
                  <a:moveTo>
                    <a:pt x="41" y="0"/>
                  </a:moveTo>
                  <a:lnTo>
                    <a:pt x="21" y="19"/>
                  </a:lnTo>
                  <a:lnTo>
                    <a:pt x="0" y="37"/>
                  </a:lnTo>
                  <a:lnTo>
                    <a:pt x="45" y="89"/>
                  </a:lnTo>
                  <a:lnTo>
                    <a:pt x="66" y="71"/>
                  </a:lnTo>
                  <a:lnTo>
                    <a:pt x="86" y="53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50" name=""/>
            <p:cNvSpPr/>
            <p:nvPr/>
          </p:nvSpPr>
          <p:spPr>
            <a:xfrm rot="0">
              <a:off x="1346" y="3428"/>
              <a:ext cx="21" cy="23"/>
            </a:xfrm>
            <a:custGeom>
              <a:avLst/>
              <a:ahLst/>
              <a:rect l="0" t="0" r="r" b="b"/>
              <a:pathLst>
                <a:path w="86" h="89">
                  <a:moveTo>
                    <a:pt x="41" y="0"/>
                  </a:moveTo>
                  <a:lnTo>
                    <a:pt x="21" y="19"/>
                  </a:lnTo>
                  <a:lnTo>
                    <a:pt x="0" y="37"/>
                  </a:lnTo>
                  <a:lnTo>
                    <a:pt x="45" y="89"/>
                  </a:lnTo>
                  <a:lnTo>
                    <a:pt x="66" y="71"/>
                  </a:lnTo>
                  <a:lnTo>
                    <a:pt x="86" y="53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51" name=""/>
            <p:cNvSpPr/>
            <p:nvPr/>
          </p:nvSpPr>
          <p:spPr>
            <a:xfrm rot="0">
              <a:off x="1357" y="3446"/>
              <a:ext cx="5" cy="5"/>
            </a:xfrm>
            <a:custGeom>
              <a:avLst/>
              <a:ahLst/>
              <a:rect l="0" t="0" r="r" b="b"/>
              <a:pathLst>
                <a:path w="21" h="20">
                  <a:moveTo>
                    <a:pt x="21" y="0"/>
                  </a:moveTo>
                  <a:lnTo>
                    <a:pt x="0" y="18"/>
                  </a:lnTo>
                  <a:lnTo>
                    <a:pt x="1" y="20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52" name=""/>
            <p:cNvSpPr/>
            <p:nvPr/>
          </p:nvSpPr>
          <p:spPr>
            <a:xfrm rot="0">
              <a:off x="1357" y="34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53" name=""/>
            <p:cNvSpPr/>
            <p:nvPr/>
          </p:nvSpPr>
          <p:spPr>
            <a:xfrm rot="0">
              <a:off x="1357" y="3441"/>
              <a:ext cx="22" cy="22"/>
            </a:xfrm>
            <a:custGeom>
              <a:avLst/>
              <a:ahLst/>
              <a:rect l="0" t="0" r="r" b="b"/>
              <a:pathLst>
                <a:path w="88" h="88">
                  <a:moveTo>
                    <a:pt x="39" y="0"/>
                  </a:moveTo>
                  <a:lnTo>
                    <a:pt x="20" y="19"/>
                  </a:lnTo>
                  <a:lnTo>
                    <a:pt x="0" y="39"/>
                  </a:lnTo>
                  <a:lnTo>
                    <a:pt x="49" y="88"/>
                  </a:lnTo>
                  <a:lnTo>
                    <a:pt x="68" y="69"/>
                  </a:lnTo>
                  <a:lnTo>
                    <a:pt x="88" y="49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54" name=""/>
            <p:cNvSpPr/>
            <p:nvPr/>
          </p:nvSpPr>
          <p:spPr>
            <a:xfrm rot="0">
              <a:off x="1357" y="3441"/>
              <a:ext cx="22" cy="22"/>
            </a:xfrm>
            <a:custGeom>
              <a:avLst/>
              <a:ahLst/>
              <a:rect l="0" t="0" r="r" b="b"/>
              <a:pathLst>
                <a:path w="88" h="88">
                  <a:moveTo>
                    <a:pt x="39" y="0"/>
                  </a:moveTo>
                  <a:lnTo>
                    <a:pt x="20" y="19"/>
                  </a:lnTo>
                  <a:lnTo>
                    <a:pt x="0" y="39"/>
                  </a:lnTo>
                  <a:lnTo>
                    <a:pt x="49" y="88"/>
                  </a:lnTo>
                  <a:lnTo>
                    <a:pt x="68" y="69"/>
                  </a:lnTo>
                  <a:lnTo>
                    <a:pt x="88" y="49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55" name=""/>
            <p:cNvSpPr/>
            <p:nvPr/>
          </p:nvSpPr>
          <p:spPr>
            <a:xfrm rot="0">
              <a:off x="1369" y="3458"/>
              <a:ext cx="5" cy="6"/>
            </a:xfrm>
            <a:custGeom>
              <a:avLst/>
              <a:ahLst/>
              <a:rect l="0" t="0" r="r" b="b"/>
              <a:pathLst>
                <a:path w="19" h="20">
                  <a:moveTo>
                    <a:pt x="19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56" name=""/>
            <p:cNvSpPr/>
            <p:nvPr/>
          </p:nvSpPr>
          <p:spPr>
            <a:xfrm rot="0">
              <a:off x="1369" y="34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57" name=""/>
            <p:cNvSpPr/>
            <p:nvPr/>
          </p:nvSpPr>
          <p:spPr>
            <a:xfrm rot="0">
              <a:off x="1370" y="3453"/>
              <a:ext cx="22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36" y="0"/>
                  </a:moveTo>
                  <a:lnTo>
                    <a:pt x="18" y="21"/>
                  </a:lnTo>
                  <a:lnTo>
                    <a:pt x="0" y="41"/>
                  </a:lnTo>
                  <a:lnTo>
                    <a:pt x="53" y="86"/>
                  </a:lnTo>
                  <a:lnTo>
                    <a:pt x="71" y="66"/>
                  </a:lnTo>
                  <a:lnTo>
                    <a:pt x="89" y="45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58" name=""/>
            <p:cNvSpPr/>
            <p:nvPr/>
          </p:nvSpPr>
          <p:spPr>
            <a:xfrm rot="0">
              <a:off x="1370" y="3453"/>
              <a:ext cx="22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36" y="0"/>
                  </a:moveTo>
                  <a:lnTo>
                    <a:pt x="18" y="21"/>
                  </a:lnTo>
                  <a:lnTo>
                    <a:pt x="0" y="41"/>
                  </a:lnTo>
                  <a:lnTo>
                    <a:pt x="53" y="86"/>
                  </a:lnTo>
                  <a:lnTo>
                    <a:pt x="71" y="66"/>
                  </a:lnTo>
                  <a:lnTo>
                    <a:pt x="89" y="45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59" name=""/>
            <p:cNvSpPr/>
            <p:nvPr/>
          </p:nvSpPr>
          <p:spPr>
            <a:xfrm rot="0">
              <a:off x="1383" y="3470"/>
              <a:ext cx="4" cy="5"/>
            </a:xfrm>
            <a:custGeom>
              <a:avLst/>
              <a:ahLst/>
              <a:rect l="0" t="0" r="r" b="b"/>
              <a:pathLst>
                <a:path w="18" h="22">
                  <a:moveTo>
                    <a:pt x="18" y="0"/>
                  </a:moveTo>
                  <a:lnTo>
                    <a:pt x="0" y="20"/>
                  </a:lnTo>
                  <a:lnTo>
                    <a:pt x="2" y="22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60" name=""/>
            <p:cNvSpPr/>
            <p:nvPr/>
          </p:nvSpPr>
          <p:spPr>
            <a:xfrm rot="0">
              <a:off x="1383" y="3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61" name=""/>
            <p:cNvSpPr/>
            <p:nvPr/>
          </p:nvSpPr>
          <p:spPr>
            <a:xfrm rot="0">
              <a:off x="1383" y="3464"/>
              <a:ext cx="23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32" y="0"/>
                  </a:moveTo>
                  <a:lnTo>
                    <a:pt x="16" y="23"/>
                  </a:lnTo>
                  <a:lnTo>
                    <a:pt x="0" y="45"/>
                  </a:lnTo>
                  <a:lnTo>
                    <a:pt x="57" y="86"/>
                  </a:lnTo>
                  <a:lnTo>
                    <a:pt x="73" y="64"/>
                  </a:lnTo>
                  <a:lnTo>
                    <a:pt x="89" y="41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62" name=""/>
            <p:cNvSpPr/>
            <p:nvPr/>
          </p:nvSpPr>
          <p:spPr>
            <a:xfrm rot="0">
              <a:off x="1383" y="3464"/>
              <a:ext cx="23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32" y="0"/>
                  </a:moveTo>
                  <a:lnTo>
                    <a:pt x="16" y="23"/>
                  </a:lnTo>
                  <a:lnTo>
                    <a:pt x="0" y="45"/>
                  </a:lnTo>
                  <a:lnTo>
                    <a:pt x="57" y="86"/>
                  </a:lnTo>
                  <a:lnTo>
                    <a:pt x="73" y="64"/>
                  </a:lnTo>
                  <a:lnTo>
                    <a:pt x="89" y="41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63" name=""/>
            <p:cNvSpPr/>
            <p:nvPr/>
          </p:nvSpPr>
          <p:spPr>
            <a:xfrm rot="0">
              <a:off x="1398" y="3480"/>
              <a:ext cx="4" cy="6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2"/>
                  </a:lnTo>
                  <a:lnTo>
                    <a:pt x="1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64" name=""/>
            <p:cNvSpPr/>
            <p:nvPr/>
          </p:nvSpPr>
          <p:spPr>
            <a:xfrm rot="0">
              <a:off x="1398" y="34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65" name=""/>
            <p:cNvSpPr/>
            <p:nvPr/>
          </p:nvSpPr>
          <p:spPr>
            <a:xfrm rot="0">
              <a:off x="1398" y="3474"/>
              <a:ext cx="22" cy="21"/>
            </a:xfrm>
            <a:custGeom>
              <a:avLst/>
              <a:ahLst/>
              <a:rect l="0" t="0" r="r" b="b"/>
              <a:pathLst>
                <a:path w="88" h="83">
                  <a:moveTo>
                    <a:pt x="30" y="0"/>
                  </a:moveTo>
                  <a:lnTo>
                    <a:pt x="15" y="23"/>
                  </a:lnTo>
                  <a:lnTo>
                    <a:pt x="0" y="45"/>
                  </a:lnTo>
                  <a:lnTo>
                    <a:pt x="58" y="83"/>
                  </a:lnTo>
                  <a:lnTo>
                    <a:pt x="73" y="60"/>
                  </a:lnTo>
                  <a:lnTo>
                    <a:pt x="88" y="38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66" name=""/>
            <p:cNvSpPr/>
            <p:nvPr/>
          </p:nvSpPr>
          <p:spPr>
            <a:xfrm rot="0">
              <a:off x="1398" y="3474"/>
              <a:ext cx="22" cy="21"/>
            </a:xfrm>
            <a:custGeom>
              <a:avLst/>
              <a:ahLst/>
              <a:rect l="0" t="0" r="r" b="b"/>
              <a:pathLst>
                <a:path w="88" h="83">
                  <a:moveTo>
                    <a:pt x="30" y="0"/>
                  </a:moveTo>
                  <a:lnTo>
                    <a:pt x="15" y="23"/>
                  </a:lnTo>
                  <a:lnTo>
                    <a:pt x="0" y="45"/>
                  </a:lnTo>
                  <a:lnTo>
                    <a:pt x="58" y="83"/>
                  </a:lnTo>
                  <a:lnTo>
                    <a:pt x="73" y="60"/>
                  </a:lnTo>
                  <a:lnTo>
                    <a:pt x="88" y="38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67" name=""/>
            <p:cNvSpPr/>
            <p:nvPr/>
          </p:nvSpPr>
          <p:spPr>
            <a:xfrm rot="0">
              <a:off x="1412" y="3489"/>
              <a:ext cx="4" cy="6"/>
            </a:xfrm>
            <a:custGeom>
              <a:avLst/>
              <a:ahLst/>
              <a:rect l="0" t="0" r="r" b="b"/>
              <a:pathLst>
                <a:path w="15" h="25">
                  <a:moveTo>
                    <a:pt x="15" y="0"/>
                  </a:moveTo>
                  <a:lnTo>
                    <a:pt x="0" y="23"/>
                  </a:lnTo>
                  <a:lnTo>
                    <a:pt x="2" y="25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68" name=""/>
            <p:cNvSpPr/>
            <p:nvPr/>
          </p:nvSpPr>
          <p:spPr>
            <a:xfrm rot="0">
              <a:off x="1412" y="3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69" name=""/>
            <p:cNvSpPr/>
            <p:nvPr/>
          </p:nvSpPr>
          <p:spPr>
            <a:xfrm rot="0">
              <a:off x="1413" y="3483"/>
              <a:ext cx="22" cy="21"/>
            </a:xfrm>
            <a:custGeom>
              <a:avLst/>
              <a:ahLst/>
              <a:rect l="0" t="0" r="r" b="b"/>
              <a:pathLst>
                <a:path w="87" h="81">
                  <a:moveTo>
                    <a:pt x="26" y="0"/>
                  </a:moveTo>
                  <a:lnTo>
                    <a:pt x="13" y="24"/>
                  </a:lnTo>
                  <a:lnTo>
                    <a:pt x="0" y="49"/>
                  </a:lnTo>
                  <a:lnTo>
                    <a:pt x="61" y="81"/>
                  </a:lnTo>
                  <a:lnTo>
                    <a:pt x="74" y="56"/>
                  </a:lnTo>
                  <a:lnTo>
                    <a:pt x="87" y="3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70" name=""/>
            <p:cNvSpPr/>
            <p:nvPr/>
          </p:nvSpPr>
          <p:spPr>
            <a:xfrm rot="0">
              <a:off x="1413" y="3483"/>
              <a:ext cx="22" cy="21"/>
            </a:xfrm>
            <a:custGeom>
              <a:avLst/>
              <a:ahLst/>
              <a:rect l="0" t="0" r="r" b="b"/>
              <a:pathLst>
                <a:path w="87" h="81">
                  <a:moveTo>
                    <a:pt x="26" y="0"/>
                  </a:moveTo>
                  <a:lnTo>
                    <a:pt x="13" y="24"/>
                  </a:lnTo>
                  <a:lnTo>
                    <a:pt x="0" y="49"/>
                  </a:lnTo>
                  <a:lnTo>
                    <a:pt x="61" y="81"/>
                  </a:lnTo>
                  <a:lnTo>
                    <a:pt x="74" y="56"/>
                  </a:lnTo>
                  <a:lnTo>
                    <a:pt x="87" y="3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71" name=""/>
            <p:cNvSpPr/>
            <p:nvPr/>
          </p:nvSpPr>
          <p:spPr>
            <a:xfrm rot="0">
              <a:off x="1428" y="3497"/>
              <a:ext cx="4" cy="7"/>
            </a:xfrm>
            <a:custGeom>
              <a:avLst/>
              <a:ahLst/>
              <a:rect l="0" t="0" r="r" b="b"/>
              <a:pathLst>
                <a:path w="13" h="25">
                  <a:moveTo>
                    <a:pt x="13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72" name=""/>
            <p:cNvSpPr/>
            <p:nvPr/>
          </p:nvSpPr>
          <p:spPr>
            <a:xfrm rot="0">
              <a:off x="1428" y="3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73" name=""/>
            <p:cNvSpPr/>
            <p:nvPr/>
          </p:nvSpPr>
          <p:spPr>
            <a:xfrm rot="0">
              <a:off x="1429" y="3491"/>
              <a:ext cx="21" cy="20"/>
            </a:xfrm>
            <a:custGeom>
              <a:avLst/>
              <a:ahLst/>
              <a:rect l="0" t="0" r="r" b="b"/>
              <a:pathLst>
                <a:path w="86" h="77">
                  <a:moveTo>
                    <a:pt x="22" y="0"/>
                  </a:moveTo>
                  <a:lnTo>
                    <a:pt x="11" y="24"/>
                  </a:lnTo>
                  <a:lnTo>
                    <a:pt x="0" y="49"/>
                  </a:lnTo>
                  <a:lnTo>
                    <a:pt x="65" y="77"/>
                  </a:lnTo>
                  <a:lnTo>
                    <a:pt x="76" y="52"/>
                  </a:lnTo>
                  <a:lnTo>
                    <a:pt x="86" y="28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74" name=""/>
            <p:cNvSpPr/>
            <p:nvPr/>
          </p:nvSpPr>
          <p:spPr>
            <a:xfrm rot="0">
              <a:off x="1429" y="3491"/>
              <a:ext cx="21" cy="20"/>
            </a:xfrm>
            <a:custGeom>
              <a:avLst/>
              <a:ahLst/>
              <a:rect l="0" t="0" r="r" b="b"/>
              <a:pathLst>
                <a:path w="86" h="77">
                  <a:moveTo>
                    <a:pt x="22" y="0"/>
                  </a:moveTo>
                  <a:lnTo>
                    <a:pt x="11" y="24"/>
                  </a:lnTo>
                  <a:lnTo>
                    <a:pt x="0" y="49"/>
                  </a:lnTo>
                  <a:lnTo>
                    <a:pt x="65" y="77"/>
                  </a:lnTo>
                  <a:lnTo>
                    <a:pt x="76" y="52"/>
                  </a:lnTo>
                  <a:lnTo>
                    <a:pt x="86" y="28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75" name=""/>
            <p:cNvSpPr/>
            <p:nvPr/>
          </p:nvSpPr>
          <p:spPr>
            <a:xfrm rot="0">
              <a:off x="1445" y="3504"/>
              <a:ext cx="3" cy="7"/>
            </a:xfrm>
            <a:custGeom>
              <a:avLst/>
              <a:ahLst/>
              <a:rect l="0" t="0" r="r" b="b"/>
              <a:pathLst>
                <a:path w="11" h="26">
                  <a:moveTo>
                    <a:pt x="11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76" name=""/>
            <p:cNvSpPr/>
            <p:nvPr/>
          </p:nvSpPr>
          <p:spPr>
            <a:xfrm rot="0">
              <a:off x="1445" y="35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77" name=""/>
            <p:cNvSpPr/>
            <p:nvPr/>
          </p:nvSpPr>
          <p:spPr>
            <a:xfrm rot="0">
              <a:off x="1445" y="3498"/>
              <a:ext cx="21" cy="18"/>
            </a:xfrm>
            <a:custGeom>
              <a:avLst/>
              <a:ahLst/>
              <a:rect l="0" t="0" r="r" b="b"/>
              <a:pathLst>
                <a:path w="83" h="74">
                  <a:moveTo>
                    <a:pt x="17" y="0"/>
                  </a:moveTo>
                  <a:lnTo>
                    <a:pt x="9" y="25"/>
                  </a:lnTo>
                  <a:lnTo>
                    <a:pt x="0" y="51"/>
                  </a:lnTo>
                  <a:lnTo>
                    <a:pt x="66" y="74"/>
                  </a:lnTo>
                  <a:lnTo>
                    <a:pt x="74" y="48"/>
                  </a:lnTo>
                  <a:lnTo>
                    <a:pt x="83" y="2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78" name=""/>
            <p:cNvSpPr/>
            <p:nvPr/>
          </p:nvSpPr>
          <p:spPr>
            <a:xfrm rot="0">
              <a:off x="1445" y="3498"/>
              <a:ext cx="21" cy="18"/>
            </a:xfrm>
            <a:custGeom>
              <a:avLst/>
              <a:ahLst/>
              <a:rect l="0" t="0" r="r" b="b"/>
              <a:pathLst>
                <a:path w="83" h="74">
                  <a:moveTo>
                    <a:pt x="17" y="0"/>
                  </a:moveTo>
                  <a:lnTo>
                    <a:pt x="9" y="25"/>
                  </a:lnTo>
                  <a:lnTo>
                    <a:pt x="0" y="51"/>
                  </a:lnTo>
                  <a:lnTo>
                    <a:pt x="66" y="74"/>
                  </a:lnTo>
                  <a:lnTo>
                    <a:pt x="74" y="48"/>
                  </a:lnTo>
                  <a:lnTo>
                    <a:pt x="83" y="22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79" name=""/>
            <p:cNvSpPr/>
            <p:nvPr/>
          </p:nvSpPr>
          <p:spPr>
            <a:xfrm rot="0">
              <a:off x="1462" y="3510"/>
              <a:ext cx="2" cy="7"/>
            </a:xfrm>
            <a:custGeom>
              <a:avLst/>
              <a:ahLst/>
              <a:rect l="0" t="0" r="r" b="b"/>
              <a:pathLst>
                <a:path w="8" h="27">
                  <a:moveTo>
                    <a:pt x="8" y="0"/>
                  </a:moveTo>
                  <a:lnTo>
                    <a:pt x="0" y="26"/>
                  </a:lnTo>
                  <a:lnTo>
                    <a:pt x="1" y="27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80" name=""/>
            <p:cNvSpPr/>
            <p:nvPr/>
          </p:nvSpPr>
          <p:spPr>
            <a:xfrm rot="0">
              <a:off x="1462" y="35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81" name=""/>
            <p:cNvSpPr/>
            <p:nvPr/>
          </p:nvSpPr>
          <p:spPr>
            <a:xfrm rot="0">
              <a:off x="1462" y="3503"/>
              <a:ext cx="21" cy="18"/>
            </a:xfrm>
            <a:custGeom>
              <a:avLst/>
              <a:ahLst/>
              <a:rect l="0" t="0" r="r" b="b"/>
              <a:pathLst>
                <a:path w="81" h="72">
                  <a:moveTo>
                    <a:pt x="15" y="0"/>
                  </a:moveTo>
                  <a:lnTo>
                    <a:pt x="7" y="27"/>
                  </a:lnTo>
                  <a:lnTo>
                    <a:pt x="0" y="54"/>
                  </a:lnTo>
                  <a:lnTo>
                    <a:pt x="66" y="72"/>
                  </a:lnTo>
                  <a:lnTo>
                    <a:pt x="74" y="45"/>
                  </a:lnTo>
                  <a:lnTo>
                    <a:pt x="81" y="18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82" name=""/>
            <p:cNvSpPr/>
            <p:nvPr/>
          </p:nvSpPr>
          <p:spPr>
            <a:xfrm rot="0">
              <a:off x="1462" y="3503"/>
              <a:ext cx="21" cy="18"/>
            </a:xfrm>
            <a:custGeom>
              <a:avLst/>
              <a:ahLst/>
              <a:rect l="0" t="0" r="r" b="b"/>
              <a:pathLst>
                <a:path w="81" h="72">
                  <a:moveTo>
                    <a:pt x="15" y="0"/>
                  </a:moveTo>
                  <a:lnTo>
                    <a:pt x="7" y="27"/>
                  </a:lnTo>
                  <a:lnTo>
                    <a:pt x="0" y="54"/>
                  </a:lnTo>
                  <a:lnTo>
                    <a:pt x="66" y="72"/>
                  </a:lnTo>
                  <a:lnTo>
                    <a:pt x="74" y="45"/>
                  </a:lnTo>
                  <a:lnTo>
                    <a:pt x="81" y="18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83" name=""/>
            <p:cNvSpPr/>
            <p:nvPr/>
          </p:nvSpPr>
          <p:spPr>
            <a:xfrm rot="0">
              <a:off x="1479" y="3515"/>
              <a:ext cx="2" cy="6"/>
            </a:xfrm>
            <a:custGeom>
              <a:avLst/>
              <a:ahLst/>
              <a:rect l="0" t="0" r="r" b="b"/>
              <a:pathLst>
                <a:path w="8" h="27">
                  <a:moveTo>
                    <a:pt x="8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84" name=""/>
            <p:cNvSpPr/>
            <p:nvPr/>
          </p:nvSpPr>
          <p:spPr>
            <a:xfrm rot="0">
              <a:off x="1479" y="3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85" name=""/>
            <p:cNvSpPr/>
            <p:nvPr/>
          </p:nvSpPr>
          <p:spPr>
            <a:xfrm rot="0">
              <a:off x="1479" y="3508"/>
              <a:ext cx="20" cy="17"/>
            </a:xfrm>
            <a:custGeom>
              <a:avLst/>
              <a:ahLst/>
              <a:rect l="0" t="0" r="r" b="b"/>
              <a:pathLst>
                <a:path w="80" h="67">
                  <a:moveTo>
                    <a:pt x="11" y="0"/>
                  </a:moveTo>
                  <a:lnTo>
                    <a:pt x="6" y="27"/>
                  </a:lnTo>
                  <a:lnTo>
                    <a:pt x="0" y="54"/>
                  </a:lnTo>
                  <a:lnTo>
                    <a:pt x="69" y="67"/>
                  </a:lnTo>
                  <a:lnTo>
                    <a:pt x="75" y="40"/>
                  </a:lnTo>
                  <a:lnTo>
                    <a:pt x="80" y="13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86" name=""/>
            <p:cNvSpPr/>
            <p:nvPr/>
          </p:nvSpPr>
          <p:spPr>
            <a:xfrm rot="0">
              <a:off x="1479" y="3508"/>
              <a:ext cx="20" cy="17"/>
            </a:xfrm>
            <a:custGeom>
              <a:avLst/>
              <a:ahLst/>
              <a:rect l="0" t="0" r="r" b="b"/>
              <a:pathLst>
                <a:path w="80" h="67">
                  <a:moveTo>
                    <a:pt x="11" y="0"/>
                  </a:moveTo>
                  <a:lnTo>
                    <a:pt x="6" y="27"/>
                  </a:lnTo>
                  <a:lnTo>
                    <a:pt x="0" y="54"/>
                  </a:lnTo>
                  <a:lnTo>
                    <a:pt x="69" y="67"/>
                  </a:lnTo>
                  <a:lnTo>
                    <a:pt x="75" y="40"/>
                  </a:lnTo>
                  <a:lnTo>
                    <a:pt x="80" y="13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87" name=""/>
            <p:cNvSpPr/>
            <p:nvPr/>
          </p:nvSpPr>
          <p:spPr>
            <a:xfrm rot="0">
              <a:off x="1497" y="3518"/>
              <a:ext cx="1" cy="7"/>
            </a:xfrm>
            <a:custGeom>
              <a:avLst/>
              <a:ahLst/>
              <a:rect l="0" t="0" r="r" b="b"/>
              <a:pathLst>
                <a:path w="6" h="27">
                  <a:moveTo>
                    <a:pt x="6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88" name=""/>
            <p:cNvSpPr/>
            <p:nvPr/>
          </p:nvSpPr>
          <p:spPr>
            <a:xfrm rot="0">
              <a:off x="1497" y="3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89" name=""/>
            <p:cNvSpPr/>
            <p:nvPr/>
          </p:nvSpPr>
          <p:spPr>
            <a:xfrm rot="0">
              <a:off x="1497" y="3511"/>
              <a:ext cx="19" cy="15"/>
            </a:xfrm>
            <a:custGeom>
              <a:avLst/>
              <a:ahLst/>
              <a:rect l="0" t="0" r="r" b="b"/>
              <a:pathLst>
                <a:path w="76" h="62">
                  <a:moveTo>
                    <a:pt x="7" y="0"/>
                  </a:moveTo>
                  <a:lnTo>
                    <a:pt x="4" y="27"/>
                  </a:lnTo>
                  <a:lnTo>
                    <a:pt x="0" y="54"/>
                  </a:lnTo>
                  <a:lnTo>
                    <a:pt x="69" y="62"/>
                  </a:lnTo>
                  <a:lnTo>
                    <a:pt x="72" y="35"/>
                  </a:lnTo>
                  <a:lnTo>
                    <a:pt x="76" y="8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90" name=""/>
            <p:cNvSpPr/>
            <p:nvPr/>
          </p:nvSpPr>
          <p:spPr>
            <a:xfrm rot="0">
              <a:off x="1497" y="3511"/>
              <a:ext cx="19" cy="15"/>
            </a:xfrm>
            <a:custGeom>
              <a:avLst/>
              <a:ahLst/>
              <a:rect l="0" t="0" r="r" b="b"/>
              <a:pathLst>
                <a:path w="76" h="62">
                  <a:moveTo>
                    <a:pt x="7" y="0"/>
                  </a:moveTo>
                  <a:lnTo>
                    <a:pt x="4" y="27"/>
                  </a:lnTo>
                  <a:lnTo>
                    <a:pt x="0" y="54"/>
                  </a:lnTo>
                  <a:lnTo>
                    <a:pt x="69" y="62"/>
                  </a:lnTo>
                  <a:lnTo>
                    <a:pt x="72" y="35"/>
                  </a:lnTo>
                  <a:lnTo>
                    <a:pt x="76" y="8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91" name=""/>
            <p:cNvSpPr/>
            <p:nvPr/>
          </p:nvSpPr>
          <p:spPr>
            <a:xfrm rot="0">
              <a:off x="1514" y="3520"/>
              <a:ext cx="1" cy="6"/>
            </a:xfrm>
            <a:custGeom>
              <a:avLst/>
              <a:ahLst/>
              <a:rect l="0" t="0" r="r" b="b"/>
              <a:pathLst>
                <a:path w="3" h="27">
                  <a:moveTo>
                    <a:pt x="3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92" name=""/>
            <p:cNvSpPr/>
            <p:nvPr/>
          </p:nvSpPr>
          <p:spPr>
            <a:xfrm rot="0">
              <a:off x="1514" y="3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93" name=""/>
            <p:cNvSpPr/>
            <p:nvPr/>
          </p:nvSpPr>
          <p:spPr>
            <a:xfrm rot="0">
              <a:off x="1515" y="3513"/>
              <a:ext cx="18" cy="14"/>
            </a:xfrm>
            <a:custGeom>
              <a:avLst/>
              <a:ahLst/>
              <a:rect l="0" t="0" r="r" b="b"/>
              <a:pathLst>
                <a:path w="72" h="57">
                  <a:moveTo>
                    <a:pt x="2" y="0"/>
                  </a:moveTo>
                  <a:lnTo>
                    <a:pt x="1" y="27"/>
                  </a:lnTo>
                  <a:lnTo>
                    <a:pt x="0" y="54"/>
                  </a:lnTo>
                  <a:lnTo>
                    <a:pt x="70" y="57"/>
                  </a:lnTo>
                  <a:lnTo>
                    <a:pt x="71" y="30"/>
                  </a:lnTo>
                  <a:lnTo>
                    <a:pt x="72" y="3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94" name=""/>
            <p:cNvSpPr/>
            <p:nvPr/>
          </p:nvSpPr>
          <p:spPr>
            <a:xfrm rot="0">
              <a:off x="1515" y="3513"/>
              <a:ext cx="18" cy="14"/>
            </a:xfrm>
            <a:custGeom>
              <a:avLst/>
              <a:ahLst/>
              <a:rect l="0" t="0" r="r" b="b"/>
              <a:pathLst>
                <a:path w="72" h="57">
                  <a:moveTo>
                    <a:pt x="2" y="0"/>
                  </a:moveTo>
                  <a:lnTo>
                    <a:pt x="1" y="27"/>
                  </a:lnTo>
                  <a:lnTo>
                    <a:pt x="0" y="54"/>
                  </a:lnTo>
                  <a:lnTo>
                    <a:pt x="70" y="57"/>
                  </a:lnTo>
                  <a:lnTo>
                    <a:pt x="71" y="30"/>
                  </a:lnTo>
                  <a:lnTo>
                    <a:pt x="72" y="3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95" name=""/>
            <p:cNvSpPr/>
            <p:nvPr/>
          </p:nvSpPr>
          <p:spPr>
            <a:xfrm rot="0">
              <a:off x="1532" y="3520"/>
              <a:ext cx="1" cy="7"/>
            </a:xfrm>
            <a:custGeom>
              <a:avLst/>
              <a:ahLst/>
              <a:rect l="0" t="0" r="r" b="b"/>
              <a:pathLst>
                <a:path w="2" h="27">
                  <a:moveTo>
                    <a:pt x="1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96" name=""/>
            <p:cNvSpPr/>
            <p:nvPr/>
          </p:nvSpPr>
          <p:spPr>
            <a:xfrm rot="0">
              <a:off x="1532" y="35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97" name=""/>
            <p:cNvSpPr/>
            <p:nvPr/>
          </p:nvSpPr>
          <p:spPr>
            <a:xfrm rot="0">
              <a:off x="1532" y="3513"/>
              <a:ext cx="18" cy="14"/>
            </a:xfrm>
            <a:custGeom>
              <a:avLst/>
              <a:ahLst/>
              <a:rect l="0" t="0" r="r" b="b"/>
              <a:pathLst>
                <a:path w="71" h="57">
                  <a:moveTo>
                    <a:pt x="0" y="3"/>
                  </a:moveTo>
                  <a:lnTo>
                    <a:pt x="1" y="30"/>
                  </a:lnTo>
                  <a:lnTo>
                    <a:pt x="2" y="57"/>
                  </a:lnTo>
                  <a:lnTo>
                    <a:pt x="71" y="54"/>
                  </a:lnTo>
                  <a:lnTo>
                    <a:pt x="70" y="27"/>
                  </a:lnTo>
                  <a:lnTo>
                    <a:pt x="69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898" name=""/>
            <p:cNvSpPr/>
            <p:nvPr/>
          </p:nvSpPr>
          <p:spPr>
            <a:xfrm rot="0">
              <a:off x="1532" y="3513"/>
              <a:ext cx="18" cy="14"/>
            </a:xfrm>
            <a:custGeom>
              <a:avLst/>
              <a:ahLst/>
              <a:rect l="0" t="0" r="r" b="b"/>
              <a:pathLst>
                <a:path w="71" h="57">
                  <a:moveTo>
                    <a:pt x="0" y="3"/>
                  </a:moveTo>
                  <a:lnTo>
                    <a:pt x="1" y="30"/>
                  </a:lnTo>
                  <a:lnTo>
                    <a:pt x="2" y="57"/>
                  </a:lnTo>
                  <a:lnTo>
                    <a:pt x="71" y="54"/>
                  </a:lnTo>
                  <a:lnTo>
                    <a:pt x="70" y="27"/>
                  </a:lnTo>
                  <a:lnTo>
                    <a:pt x="69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899" name=""/>
            <p:cNvSpPr/>
            <p:nvPr/>
          </p:nvSpPr>
          <p:spPr>
            <a:xfrm rot="0">
              <a:off x="1550" y="3520"/>
              <a:ext cx="1" cy="6"/>
            </a:xfrm>
            <a:custGeom>
              <a:avLst/>
              <a:ahLst/>
              <a:rect l="0" t="0" r="r" b="b"/>
              <a:pathLst>
                <a:path w="3" h="27">
                  <a:moveTo>
                    <a:pt x="0" y="0"/>
                  </a:moveTo>
                  <a:lnTo>
                    <a:pt x="1" y="27"/>
                  </a:lnTo>
                  <a:lnTo>
                    <a:pt x="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00" name=""/>
            <p:cNvSpPr/>
            <p:nvPr/>
          </p:nvSpPr>
          <p:spPr>
            <a:xfrm rot="0">
              <a:off x="1550" y="3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01" name=""/>
            <p:cNvSpPr/>
            <p:nvPr/>
          </p:nvSpPr>
          <p:spPr>
            <a:xfrm rot="0">
              <a:off x="1549" y="3511"/>
              <a:ext cx="19" cy="15"/>
            </a:xfrm>
            <a:custGeom>
              <a:avLst/>
              <a:ahLst/>
              <a:rect l="0" t="0" r="r" b="b"/>
              <a:pathLst>
                <a:path w="75" h="62">
                  <a:moveTo>
                    <a:pt x="0" y="8"/>
                  </a:moveTo>
                  <a:lnTo>
                    <a:pt x="3" y="35"/>
                  </a:lnTo>
                  <a:lnTo>
                    <a:pt x="6" y="62"/>
                  </a:lnTo>
                  <a:lnTo>
                    <a:pt x="75" y="54"/>
                  </a:lnTo>
                  <a:lnTo>
                    <a:pt x="72" y="27"/>
                  </a:lnTo>
                  <a:lnTo>
                    <a:pt x="69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02" name=""/>
            <p:cNvSpPr/>
            <p:nvPr/>
          </p:nvSpPr>
          <p:spPr>
            <a:xfrm rot="0">
              <a:off x="1549" y="3511"/>
              <a:ext cx="19" cy="15"/>
            </a:xfrm>
            <a:custGeom>
              <a:avLst/>
              <a:ahLst/>
              <a:rect l="0" t="0" r="r" b="b"/>
              <a:pathLst>
                <a:path w="75" h="62">
                  <a:moveTo>
                    <a:pt x="0" y="8"/>
                  </a:moveTo>
                  <a:lnTo>
                    <a:pt x="3" y="35"/>
                  </a:lnTo>
                  <a:lnTo>
                    <a:pt x="6" y="62"/>
                  </a:lnTo>
                  <a:lnTo>
                    <a:pt x="75" y="54"/>
                  </a:lnTo>
                  <a:lnTo>
                    <a:pt x="72" y="27"/>
                  </a:lnTo>
                  <a:lnTo>
                    <a:pt x="69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03" name=""/>
            <p:cNvSpPr/>
            <p:nvPr/>
          </p:nvSpPr>
          <p:spPr>
            <a:xfrm rot="0">
              <a:off x="1567" y="3518"/>
              <a:ext cx="1" cy="7"/>
            </a:xfrm>
            <a:custGeom>
              <a:avLst/>
              <a:ahLst/>
              <a:rect l="0" t="0" r="r" b="b"/>
              <a:pathLst>
                <a:path w="5" h="27">
                  <a:moveTo>
                    <a:pt x="0" y="0"/>
                  </a:moveTo>
                  <a:lnTo>
                    <a:pt x="3" y="27"/>
                  </a:lnTo>
                  <a:lnTo>
                    <a:pt x="5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04" name=""/>
            <p:cNvSpPr/>
            <p:nvPr/>
          </p:nvSpPr>
          <p:spPr>
            <a:xfrm rot="0">
              <a:off x="1568" y="3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05" name=""/>
            <p:cNvSpPr/>
            <p:nvPr/>
          </p:nvSpPr>
          <p:spPr>
            <a:xfrm rot="0">
              <a:off x="1566" y="3508"/>
              <a:ext cx="19" cy="17"/>
            </a:xfrm>
            <a:custGeom>
              <a:avLst/>
              <a:ahLst/>
              <a:rect l="0" t="0" r="r" b="b"/>
              <a:pathLst>
                <a:path w="80" h="67">
                  <a:moveTo>
                    <a:pt x="0" y="13"/>
                  </a:moveTo>
                  <a:lnTo>
                    <a:pt x="6" y="40"/>
                  </a:lnTo>
                  <a:lnTo>
                    <a:pt x="11" y="67"/>
                  </a:lnTo>
                  <a:lnTo>
                    <a:pt x="80" y="54"/>
                  </a:lnTo>
                  <a:lnTo>
                    <a:pt x="75" y="27"/>
                  </a:lnTo>
                  <a:lnTo>
                    <a:pt x="69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06" name=""/>
            <p:cNvSpPr/>
            <p:nvPr/>
          </p:nvSpPr>
          <p:spPr>
            <a:xfrm rot="0">
              <a:off x="1566" y="3508"/>
              <a:ext cx="19" cy="17"/>
            </a:xfrm>
            <a:custGeom>
              <a:avLst/>
              <a:ahLst/>
              <a:rect l="0" t="0" r="r" b="b"/>
              <a:pathLst>
                <a:path w="80" h="67">
                  <a:moveTo>
                    <a:pt x="0" y="13"/>
                  </a:moveTo>
                  <a:lnTo>
                    <a:pt x="6" y="40"/>
                  </a:lnTo>
                  <a:lnTo>
                    <a:pt x="11" y="67"/>
                  </a:lnTo>
                  <a:lnTo>
                    <a:pt x="80" y="54"/>
                  </a:lnTo>
                  <a:lnTo>
                    <a:pt x="75" y="27"/>
                  </a:lnTo>
                  <a:lnTo>
                    <a:pt x="69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07" name=""/>
            <p:cNvSpPr/>
            <p:nvPr/>
          </p:nvSpPr>
          <p:spPr>
            <a:xfrm rot="0">
              <a:off x="1584" y="3515"/>
              <a:ext cx="2" cy="6"/>
            </a:xfrm>
            <a:custGeom>
              <a:avLst/>
              <a:ahLst/>
              <a:rect l="0" t="0" r="r" b="b"/>
              <a:pathLst>
                <a:path w="7" h="27">
                  <a:moveTo>
                    <a:pt x="0" y="0"/>
                  </a:moveTo>
                  <a:lnTo>
                    <a:pt x="5" y="27"/>
                  </a:lnTo>
                  <a:lnTo>
                    <a:pt x="7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08" name=""/>
            <p:cNvSpPr/>
            <p:nvPr/>
          </p:nvSpPr>
          <p:spPr>
            <a:xfrm rot="0">
              <a:off x="1585" y="3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09" name=""/>
            <p:cNvSpPr/>
            <p:nvPr/>
          </p:nvSpPr>
          <p:spPr>
            <a:xfrm rot="0">
              <a:off x="1582" y="3503"/>
              <a:ext cx="21" cy="18"/>
            </a:xfrm>
            <a:custGeom>
              <a:avLst/>
              <a:ahLst/>
              <a:rect l="0" t="0" r="r" b="b"/>
              <a:pathLst>
                <a:path w="82" h="72">
                  <a:moveTo>
                    <a:pt x="0" y="18"/>
                  </a:moveTo>
                  <a:lnTo>
                    <a:pt x="8" y="45"/>
                  </a:lnTo>
                  <a:lnTo>
                    <a:pt x="15" y="72"/>
                  </a:lnTo>
                  <a:lnTo>
                    <a:pt x="82" y="54"/>
                  </a:lnTo>
                  <a:lnTo>
                    <a:pt x="74" y="27"/>
                  </a:lnTo>
                  <a:lnTo>
                    <a:pt x="67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10" name=""/>
            <p:cNvSpPr/>
            <p:nvPr/>
          </p:nvSpPr>
          <p:spPr>
            <a:xfrm rot="0">
              <a:off x="1582" y="3503"/>
              <a:ext cx="21" cy="18"/>
            </a:xfrm>
            <a:custGeom>
              <a:avLst/>
              <a:ahLst/>
              <a:rect l="0" t="0" r="r" b="b"/>
              <a:pathLst>
                <a:path w="82" h="72">
                  <a:moveTo>
                    <a:pt x="0" y="18"/>
                  </a:moveTo>
                  <a:lnTo>
                    <a:pt x="8" y="45"/>
                  </a:lnTo>
                  <a:lnTo>
                    <a:pt x="15" y="72"/>
                  </a:lnTo>
                  <a:lnTo>
                    <a:pt x="82" y="54"/>
                  </a:lnTo>
                  <a:lnTo>
                    <a:pt x="74" y="27"/>
                  </a:lnTo>
                  <a:lnTo>
                    <a:pt x="67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11" name=""/>
            <p:cNvSpPr/>
            <p:nvPr/>
          </p:nvSpPr>
          <p:spPr>
            <a:xfrm rot="0">
              <a:off x="1601" y="3510"/>
              <a:ext cx="2" cy="7"/>
            </a:xfrm>
            <a:custGeom>
              <a:avLst/>
              <a:ahLst/>
              <a:rect l="0" t="0" r="r" b="b"/>
              <a:pathLst>
                <a:path w="9" h="27">
                  <a:moveTo>
                    <a:pt x="0" y="0"/>
                  </a:moveTo>
                  <a:lnTo>
                    <a:pt x="8" y="27"/>
                  </a:lnTo>
                  <a:lnTo>
                    <a:pt x="9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12" name=""/>
            <p:cNvSpPr/>
            <p:nvPr/>
          </p:nvSpPr>
          <p:spPr>
            <a:xfrm rot="0" flipV="1">
              <a:off x="1603" y="35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13" name=""/>
            <p:cNvSpPr/>
            <p:nvPr/>
          </p:nvSpPr>
          <p:spPr>
            <a:xfrm rot="0">
              <a:off x="1599" y="3498"/>
              <a:ext cx="20" cy="18"/>
            </a:xfrm>
            <a:custGeom>
              <a:avLst/>
              <a:ahLst/>
              <a:rect l="0" t="0" r="r" b="b"/>
              <a:pathLst>
                <a:path w="82" h="74">
                  <a:moveTo>
                    <a:pt x="0" y="22"/>
                  </a:moveTo>
                  <a:lnTo>
                    <a:pt x="8" y="48"/>
                  </a:lnTo>
                  <a:lnTo>
                    <a:pt x="17" y="74"/>
                  </a:lnTo>
                  <a:lnTo>
                    <a:pt x="82" y="51"/>
                  </a:lnTo>
                  <a:lnTo>
                    <a:pt x="74" y="25"/>
                  </a:lnTo>
                  <a:lnTo>
                    <a:pt x="6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14" name=""/>
            <p:cNvSpPr/>
            <p:nvPr/>
          </p:nvSpPr>
          <p:spPr>
            <a:xfrm rot="0">
              <a:off x="1599" y="3498"/>
              <a:ext cx="20" cy="18"/>
            </a:xfrm>
            <a:custGeom>
              <a:avLst/>
              <a:ahLst/>
              <a:rect l="0" t="0" r="r" b="b"/>
              <a:pathLst>
                <a:path w="82" h="74">
                  <a:moveTo>
                    <a:pt x="0" y="22"/>
                  </a:moveTo>
                  <a:lnTo>
                    <a:pt x="8" y="48"/>
                  </a:lnTo>
                  <a:lnTo>
                    <a:pt x="17" y="74"/>
                  </a:lnTo>
                  <a:lnTo>
                    <a:pt x="82" y="51"/>
                  </a:lnTo>
                  <a:lnTo>
                    <a:pt x="74" y="25"/>
                  </a:lnTo>
                  <a:lnTo>
                    <a:pt x="65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15" name=""/>
            <p:cNvSpPr/>
            <p:nvPr/>
          </p:nvSpPr>
          <p:spPr>
            <a:xfrm rot="0">
              <a:off x="1617" y="3504"/>
              <a:ext cx="3" cy="7"/>
            </a:xfrm>
            <a:custGeom>
              <a:avLst/>
              <a:ahLst/>
              <a:rect l="0" t="0" r="r" b="b"/>
              <a:pathLst>
                <a:path w="10" h="26">
                  <a:moveTo>
                    <a:pt x="0" y="0"/>
                  </a:moveTo>
                  <a:lnTo>
                    <a:pt x="8" y="26"/>
                  </a:lnTo>
                  <a:lnTo>
                    <a:pt x="10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16" name=""/>
            <p:cNvSpPr/>
            <p:nvPr/>
          </p:nvSpPr>
          <p:spPr>
            <a:xfrm rot="0" flipV="1">
              <a:off x="1619" y="35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17" name=""/>
            <p:cNvSpPr/>
            <p:nvPr/>
          </p:nvSpPr>
          <p:spPr>
            <a:xfrm rot="0">
              <a:off x="1614" y="3491"/>
              <a:ext cx="22" cy="20"/>
            </a:xfrm>
            <a:custGeom>
              <a:avLst/>
              <a:ahLst/>
              <a:rect l="0" t="0" r="r" b="b"/>
              <a:pathLst>
                <a:path w="86" h="77">
                  <a:moveTo>
                    <a:pt x="0" y="28"/>
                  </a:moveTo>
                  <a:lnTo>
                    <a:pt x="11" y="52"/>
                  </a:lnTo>
                  <a:lnTo>
                    <a:pt x="21" y="77"/>
                  </a:lnTo>
                  <a:lnTo>
                    <a:pt x="86" y="49"/>
                  </a:lnTo>
                  <a:lnTo>
                    <a:pt x="75" y="24"/>
                  </a:lnTo>
                  <a:lnTo>
                    <a:pt x="64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18" name=""/>
            <p:cNvSpPr/>
            <p:nvPr/>
          </p:nvSpPr>
          <p:spPr>
            <a:xfrm rot="0">
              <a:off x="1614" y="3491"/>
              <a:ext cx="22" cy="20"/>
            </a:xfrm>
            <a:custGeom>
              <a:avLst/>
              <a:ahLst/>
              <a:rect l="0" t="0" r="r" b="b"/>
              <a:pathLst>
                <a:path w="86" h="77">
                  <a:moveTo>
                    <a:pt x="0" y="28"/>
                  </a:moveTo>
                  <a:lnTo>
                    <a:pt x="11" y="52"/>
                  </a:lnTo>
                  <a:lnTo>
                    <a:pt x="21" y="77"/>
                  </a:lnTo>
                  <a:lnTo>
                    <a:pt x="86" y="49"/>
                  </a:lnTo>
                  <a:lnTo>
                    <a:pt x="75" y="24"/>
                  </a:lnTo>
                  <a:lnTo>
                    <a:pt x="64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19" name=""/>
            <p:cNvSpPr/>
            <p:nvPr/>
          </p:nvSpPr>
          <p:spPr>
            <a:xfrm rot="0">
              <a:off x="1633" y="3497"/>
              <a:ext cx="4" cy="7"/>
            </a:xfrm>
            <a:custGeom>
              <a:avLst/>
              <a:ahLst/>
              <a:rect l="0" t="0" r="r" b="b"/>
              <a:pathLst>
                <a:path w="13" h="25">
                  <a:moveTo>
                    <a:pt x="0" y="0"/>
                  </a:moveTo>
                  <a:lnTo>
                    <a:pt x="11" y="25"/>
                  </a:lnTo>
                  <a:lnTo>
                    <a:pt x="13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20" name=""/>
            <p:cNvSpPr/>
            <p:nvPr/>
          </p:nvSpPr>
          <p:spPr>
            <a:xfrm rot="0">
              <a:off x="1636" y="3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21" name=""/>
            <p:cNvSpPr/>
            <p:nvPr/>
          </p:nvSpPr>
          <p:spPr>
            <a:xfrm rot="0">
              <a:off x="1630" y="3483"/>
              <a:ext cx="22" cy="21"/>
            </a:xfrm>
            <a:custGeom>
              <a:avLst/>
              <a:ahLst/>
              <a:rect l="0" t="0" r="r" b="b"/>
              <a:pathLst>
                <a:path w="87" h="81">
                  <a:moveTo>
                    <a:pt x="0" y="32"/>
                  </a:moveTo>
                  <a:lnTo>
                    <a:pt x="13" y="56"/>
                  </a:lnTo>
                  <a:lnTo>
                    <a:pt x="26" y="81"/>
                  </a:lnTo>
                  <a:lnTo>
                    <a:pt x="87" y="49"/>
                  </a:lnTo>
                  <a:lnTo>
                    <a:pt x="74" y="24"/>
                  </a:lnTo>
                  <a:lnTo>
                    <a:pt x="6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22" name=""/>
            <p:cNvSpPr/>
            <p:nvPr/>
          </p:nvSpPr>
          <p:spPr>
            <a:xfrm rot="0">
              <a:off x="1630" y="3483"/>
              <a:ext cx="22" cy="21"/>
            </a:xfrm>
            <a:custGeom>
              <a:avLst/>
              <a:ahLst/>
              <a:rect l="0" t="0" r="r" b="b"/>
              <a:pathLst>
                <a:path w="87" h="81">
                  <a:moveTo>
                    <a:pt x="0" y="32"/>
                  </a:moveTo>
                  <a:lnTo>
                    <a:pt x="13" y="56"/>
                  </a:lnTo>
                  <a:lnTo>
                    <a:pt x="26" y="81"/>
                  </a:lnTo>
                  <a:lnTo>
                    <a:pt x="87" y="49"/>
                  </a:lnTo>
                  <a:lnTo>
                    <a:pt x="74" y="24"/>
                  </a:lnTo>
                  <a:lnTo>
                    <a:pt x="62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23" name=""/>
            <p:cNvSpPr/>
            <p:nvPr/>
          </p:nvSpPr>
          <p:spPr>
            <a:xfrm rot="0">
              <a:off x="1649" y="3489"/>
              <a:ext cx="3" cy="6"/>
            </a:xfrm>
            <a:custGeom>
              <a:avLst/>
              <a:ahLst/>
              <a:rect l="0" t="0" r="r" b="b"/>
              <a:pathLst>
                <a:path w="15" h="25">
                  <a:moveTo>
                    <a:pt x="0" y="0"/>
                  </a:moveTo>
                  <a:lnTo>
                    <a:pt x="13" y="25"/>
                  </a:lnTo>
                  <a:lnTo>
                    <a:pt x="15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24" name=""/>
            <p:cNvSpPr/>
            <p:nvPr/>
          </p:nvSpPr>
          <p:spPr>
            <a:xfrm rot="0" flipV="1">
              <a:off x="1652" y="34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25" name=""/>
            <p:cNvSpPr/>
            <p:nvPr/>
          </p:nvSpPr>
          <p:spPr>
            <a:xfrm rot="0">
              <a:off x="1645" y="3474"/>
              <a:ext cx="22" cy="21"/>
            </a:xfrm>
            <a:custGeom>
              <a:avLst/>
              <a:ahLst/>
              <a:rect l="0" t="0" r="r" b="b"/>
              <a:pathLst>
                <a:path w="90" h="85">
                  <a:moveTo>
                    <a:pt x="0" y="38"/>
                  </a:moveTo>
                  <a:lnTo>
                    <a:pt x="15" y="61"/>
                  </a:lnTo>
                  <a:lnTo>
                    <a:pt x="30" y="85"/>
                  </a:lnTo>
                  <a:lnTo>
                    <a:pt x="90" y="47"/>
                  </a:lnTo>
                  <a:lnTo>
                    <a:pt x="75" y="24"/>
                  </a:lnTo>
                  <a:lnTo>
                    <a:pt x="59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26" name=""/>
            <p:cNvSpPr/>
            <p:nvPr/>
          </p:nvSpPr>
          <p:spPr>
            <a:xfrm rot="0">
              <a:off x="1645" y="3474"/>
              <a:ext cx="22" cy="21"/>
            </a:xfrm>
            <a:custGeom>
              <a:avLst/>
              <a:ahLst/>
              <a:rect l="0" t="0" r="r" b="b"/>
              <a:pathLst>
                <a:path w="90" h="85">
                  <a:moveTo>
                    <a:pt x="0" y="38"/>
                  </a:moveTo>
                  <a:lnTo>
                    <a:pt x="15" y="61"/>
                  </a:lnTo>
                  <a:lnTo>
                    <a:pt x="30" y="85"/>
                  </a:lnTo>
                  <a:lnTo>
                    <a:pt x="90" y="47"/>
                  </a:lnTo>
                  <a:lnTo>
                    <a:pt x="75" y="24"/>
                  </a:lnTo>
                  <a:lnTo>
                    <a:pt x="59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27" name=""/>
            <p:cNvSpPr/>
            <p:nvPr/>
          </p:nvSpPr>
          <p:spPr>
            <a:xfrm rot="0">
              <a:off x="1663" y="3480"/>
              <a:ext cx="4" cy="6"/>
            </a:xfrm>
            <a:custGeom>
              <a:avLst/>
              <a:ahLst/>
              <a:rect l="0" t="0" r="r" b="b"/>
              <a:pathLst>
                <a:path w="16" h="23">
                  <a:moveTo>
                    <a:pt x="0" y="0"/>
                  </a:moveTo>
                  <a:lnTo>
                    <a:pt x="15" y="23"/>
                  </a:lnTo>
                  <a:lnTo>
                    <a:pt x="16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28" name=""/>
            <p:cNvSpPr/>
            <p:nvPr/>
          </p:nvSpPr>
          <p:spPr>
            <a:xfrm rot="0" flipV="1">
              <a:off x="1667" y="34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29" name=""/>
            <p:cNvSpPr/>
            <p:nvPr/>
          </p:nvSpPr>
          <p:spPr>
            <a:xfrm rot="0">
              <a:off x="1659" y="3464"/>
              <a:ext cx="22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0" y="41"/>
                  </a:moveTo>
                  <a:lnTo>
                    <a:pt x="17" y="64"/>
                  </a:lnTo>
                  <a:lnTo>
                    <a:pt x="33" y="86"/>
                  </a:lnTo>
                  <a:lnTo>
                    <a:pt x="89" y="45"/>
                  </a:lnTo>
                  <a:lnTo>
                    <a:pt x="72" y="23"/>
                  </a:lnTo>
                  <a:lnTo>
                    <a:pt x="56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30" name=""/>
            <p:cNvSpPr/>
            <p:nvPr/>
          </p:nvSpPr>
          <p:spPr>
            <a:xfrm rot="0">
              <a:off x="1659" y="3464"/>
              <a:ext cx="22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0" y="41"/>
                  </a:moveTo>
                  <a:lnTo>
                    <a:pt x="17" y="64"/>
                  </a:lnTo>
                  <a:lnTo>
                    <a:pt x="33" y="86"/>
                  </a:lnTo>
                  <a:lnTo>
                    <a:pt x="89" y="45"/>
                  </a:lnTo>
                  <a:lnTo>
                    <a:pt x="72" y="23"/>
                  </a:lnTo>
                  <a:lnTo>
                    <a:pt x="56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31" name=""/>
            <p:cNvSpPr/>
            <p:nvPr/>
          </p:nvSpPr>
          <p:spPr>
            <a:xfrm rot="0">
              <a:off x="1677" y="3470"/>
              <a:ext cx="5" cy="5"/>
            </a:xfrm>
            <a:custGeom>
              <a:avLst/>
              <a:ahLst/>
              <a:rect l="0" t="0" r="r" b="b"/>
              <a:pathLst>
                <a:path w="19" h="22">
                  <a:moveTo>
                    <a:pt x="0" y="0"/>
                  </a:moveTo>
                  <a:lnTo>
                    <a:pt x="17" y="22"/>
                  </a:lnTo>
                  <a:lnTo>
                    <a:pt x="19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32" name=""/>
            <p:cNvSpPr/>
            <p:nvPr/>
          </p:nvSpPr>
          <p:spPr>
            <a:xfrm rot="0" flipV="1">
              <a:off x="1681" y="34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33" name=""/>
            <p:cNvSpPr/>
            <p:nvPr/>
          </p:nvSpPr>
          <p:spPr>
            <a:xfrm rot="0">
              <a:off x="1673" y="3453"/>
              <a:ext cx="22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0" y="45"/>
                  </a:moveTo>
                  <a:lnTo>
                    <a:pt x="18" y="66"/>
                  </a:lnTo>
                  <a:lnTo>
                    <a:pt x="37" y="86"/>
                  </a:lnTo>
                  <a:lnTo>
                    <a:pt x="89" y="41"/>
                  </a:lnTo>
                  <a:lnTo>
                    <a:pt x="71" y="21"/>
                  </a:lnTo>
                  <a:lnTo>
                    <a:pt x="53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34" name=""/>
            <p:cNvSpPr/>
            <p:nvPr/>
          </p:nvSpPr>
          <p:spPr>
            <a:xfrm rot="0">
              <a:off x="1673" y="3453"/>
              <a:ext cx="22" cy="22"/>
            </a:xfrm>
            <a:custGeom>
              <a:avLst/>
              <a:ahLst/>
              <a:rect l="0" t="0" r="r" b="b"/>
              <a:pathLst>
                <a:path w="89" h="86">
                  <a:moveTo>
                    <a:pt x="0" y="45"/>
                  </a:moveTo>
                  <a:lnTo>
                    <a:pt x="18" y="66"/>
                  </a:lnTo>
                  <a:lnTo>
                    <a:pt x="37" y="86"/>
                  </a:lnTo>
                  <a:lnTo>
                    <a:pt x="89" y="41"/>
                  </a:lnTo>
                  <a:lnTo>
                    <a:pt x="71" y="21"/>
                  </a:lnTo>
                  <a:lnTo>
                    <a:pt x="53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35" name=""/>
            <p:cNvSpPr/>
            <p:nvPr/>
          </p:nvSpPr>
          <p:spPr>
            <a:xfrm rot="0">
              <a:off x="1691" y="3458"/>
              <a:ext cx="4" cy="6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8" y="20"/>
                  </a:lnTo>
                  <a:lnTo>
                    <a:pt x="19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36" name=""/>
            <p:cNvSpPr/>
            <p:nvPr/>
          </p:nvSpPr>
          <p:spPr>
            <a:xfrm rot="0" flipV="1">
              <a:off x="1695" y="34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37" name=""/>
            <p:cNvSpPr/>
            <p:nvPr/>
          </p:nvSpPr>
          <p:spPr>
            <a:xfrm rot="0">
              <a:off x="1686" y="3441"/>
              <a:ext cx="21" cy="22"/>
            </a:xfrm>
            <a:custGeom>
              <a:avLst/>
              <a:ahLst/>
              <a:rect l="0" t="0" r="r" b="b"/>
              <a:pathLst>
                <a:path w="87" h="88">
                  <a:moveTo>
                    <a:pt x="0" y="49"/>
                  </a:moveTo>
                  <a:lnTo>
                    <a:pt x="19" y="69"/>
                  </a:lnTo>
                  <a:lnTo>
                    <a:pt x="38" y="88"/>
                  </a:lnTo>
                  <a:lnTo>
                    <a:pt x="87" y="39"/>
                  </a:lnTo>
                  <a:lnTo>
                    <a:pt x="67" y="19"/>
                  </a:lnTo>
                  <a:lnTo>
                    <a:pt x="48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38" name=""/>
            <p:cNvSpPr/>
            <p:nvPr/>
          </p:nvSpPr>
          <p:spPr>
            <a:xfrm rot="0">
              <a:off x="1686" y="3441"/>
              <a:ext cx="21" cy="22"/>
            </a:xfrm>
            <a:custGeom>
              <a:avLst/>
              <a:ahLst/>
              <a:rect l="0" t="0" r="r" b="b"/>
              <a:pathLst>
                <a:path w="87" h="88">
                  <a:moveTo>
                    <a:pt x="0" y="49"/>
                  </a:moveTo>
                  <a:lnTo>
                    <a:pt x="19" y="69"/>
                  </a:lnTo>
                  <a:lnTo>
                    <a:pt x="38" y="88"/>
                  </a:lnTo>
                  <a:lnTo>
                    <a:pt x="87" y="39"/>
                  </a:lnTo>
                  <a:lnTo>
                    <a:pt x="67" y="19"/>
                  </a:lnTo>
                  <a:lnTo>
                    <a:pt x="48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39" name=""/>
            <p:cNvSpPr/>
            <p:nvPr/>
          </p:nvSpPr>
          <p:spPr>
            <a:xfrm rot="0">
              <a:off x="1703" y="3446"/>
              <a:ext cx="5" cy="5"/>
            </a:xfrm>
            <a:custGeom>
              <a:avLst/>
              <a:ahLst/>
              <a:rect l="0" t="0" r="r" b="b"/>
              <a:pathLst>
                <a:path w="21" h="20">
                  <a:moveTo>
                    <a:pt x="0" y="0"/>
                  </a:moveTo>
                  <a:lnTo>
                    <a:pt x="20" y="20"/>
                  </a:lnTo>
                  <a:lnTo>
                    <a:pt x="21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40" name=""/>
            <p:cNvSpPr/>
            <p:nvPr/>
          </p:nvSpPr>
          <p:spPr>
            <a:xfrm rot="0" flipV="1">
              <a:off x="1707" y="34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41" name=""/>
            <p:cNvSpPr/>
            <p:nvPr/>
          </p:nvSpPr>
          <p:spPr>
            <a:xfrm rot="0">
              <a:off x="1698" y="3428"/>
              <a:ext cx="21" cy="23"/>
            </a:xfrm>
            <a:custGeom>
              <a:avLst/>
              <a:ahLst/>
              <a:rect l="0" t="0" r="r" b="b"/>
              <a:pathLst>
                <a:path w="87" h="89">
                  <a:moveTo>
                    <a:pt x="0" y="53"/>
                  </a:moveTo>
                  <a:lnTo>
                    <a:pt x="20" y="71"/>
                  </a:lnTo>
                  <a:lnTo>
                    <a:pt x="41" y="89"/>
                  </a:lnTo>
                  <a:lnTo>
                    <a:pt x="87" y="37"/>
                  </a:lnTo>
                  <a:lnTo>
                    <a:pt x="67" y="19"/>
                  </a:lnTo>
                  <a:lnTo>
                    <a:pt x="46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42" name=""/>
            <p:cNvSpPr/>
            <p:nvPr/>
          </p:nvSpPr>
          <p:spPr>
            <a:xfrm rot="0">
              <a:off x="1698" y="3428"/>
              <a:ext cx="21" cy="23"/>
            </a:xfrm>
            <a:custGeom>
              <a:avLst/>
              <a:ahLst/>
              <a:rect l="0" t="0" r="r" b="b"/>
              <a:pathLst>
                <a:path w="87" h="89">
                  <a:moveTo>
                    <a:pt x="0" y="53"/>
                  </a:moveTo>
                  <a:lnTo>
                    <a:pt x="20" y="71"/>
                  </a:lnTo>
                  <a:lnTo>
                    <a:pt x="41" y="89"/>
                  </a:lnTo>
                  <a:lnTo>
                    <a:pt x="87" y="37"/>
                  </a:lnTo>
                  <a:lnTo>
                    <a:pt x="67" y="19"/>
                  </a:lnTo>
                  <a:lnTo>
                    <a:pt x="46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43" name=""/>
            <p:cNvSpPr/>
            <p:nvPr/>
          </p:nvSpPr>
          <p:spPr>
            <a:xfrm rot="0">
              <a:off x="1714" y="3433"/>
              <a:ext cx="6" cy="4"/>
            </a:xfrm>
            <a:custGeom>
              <a:avLst/>
              <a:ahLst/>
              <a:rect l="0" t="0" r="r" b="b"/>
              <a:pathLst>
                <a:path w="22" h="18">
                  <a:moveTo>
                    <a:pt x="0" y="0"/>
                  </a:moveTo>
                  <a:lnTo>
                    <a:pt x="20" y="18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44" name=""/>
            <p:cNvSpPr/>
            <p:nvPr/>
          </p:nvSpPr>
          <p:spPr>
            <a:xfrm rot="0" flipV="1">
              <a:off x="1719" y="34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45" name=""/>
            <p:cNvSpPr/>
            <p:nvPr/>
          </p:nvSpPr>
          <p:spPr>
            <a:xfrm rot="0">
              <a:off x="1709" y="3415"/>
              <a:ext cx="21" cy="22"/>
            </a:xfrm>
            <a:custGeom>
              <a:avLst/>
              <a:ahLst/>
              <a:rect l="0" t="0" r="r" b="b"/>
              <a:pathLst>
                <a:path w="86" h="88">
                  <a:moveTo>
                    <a:pt x="0" y="55"/>
                  </a:moveTo>
                  <a:lnTo>
                    <a:pt x="23" y="72"/>
                  </a:lnTo>
                  <a:lnTo>
                    <a:pt x="45" y="88"/>
                  </a:lnTo>
                  <a:lnTo>
                    <a:pt x="86" y="32"/>
                  </a:lnTo>
                  <a:lnTo>
                    <a:pt x="63" y="16"/>
                  </a:lnTo>
                  <a:lnTo>
                    <a:pt x="41" y="0"/>
                  </a:lnTo>
                  <a:lnTo>
                    <a:pt x="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46" name=""/>
            <p:cNvSpPr/>
            <p:nvPr/>
          </p:nvSpPr>
          <p:spPr>
            <a:xfrm rot="0">
              <a:off x="1709" y="3415"/>
              <a:ext cx="21" cy="22"/>
            </a:xfrm>
            <a:custGeom>
              <a:avLst/>
              <a:ahLst/>
              <a:rect l="0" t="0" r="r" b="b"/>
              <a:pathLst>
                <a:path w="86" h="88">
                  <a:moveTo>
                    <a:pt x="0" y="55"/>
                  </a:moveTo>
                  <a:lnTo>
                    <a:pt x="23" y="72"/>
                  </a:lnTo>
                  <a:lnTo>
                    <a:pt x="45" y="88"/>
                  </a:lnTo>
                  <a:lnTo>
                    <a:pt x="86" y="32"/>
                  </a:lnTo>
                  <a:lnTo>
                    <a:pt x="63" y="16"/>
                  </a:lnTo>
                  <a:lnTo>
                    <a:pt x="41" y="0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47" name=""/>
            <p:cNvSpPr/>
            <p:nvPr/>
          </p:nvSpPr>
          <p:spPr>
            <a:xfrm rot="0">
              <a:off x="1724" y="3419"/>
              <a:ext cx="6" cy="4"/>
            </a:xfrm>
            <a:custGeom>
              <a:avLst/>
              <a:ahLst/>
              <a:rect l="0" t="0" r="r" b="b"/>
              <a:pathLst>
                <a:path w="24" h="16">
                  <a:moveTo>
                    <a:pt x="0" y="0"/>
                  </a:moveTo>
                  <a:lnTo>
                    <a:pt x="23" y="16"/>
                  </a:lnTo>
                  <a:lnTo>
                    <a:pt x="24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48" name=""/>
            <p:cNvSpPr/>
            <p:nvPr/>
          </p:nvSpPr>
          <p:spPr>
            <a:xfrm rot="0" flipV="1">
              <a:off x="1730" y="3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49" name=""/>
            <p:cNvSpPr/>
            <p:nvPr/>
          </p:nvSpPr>
          <p:spPr>
            <a:xfrm rot="0">
              <a:off x="1718" y="3401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0" y="59"/>
                  </a:moveTo>
                  <a:lnTo>
                    <a:pt x="23" y="73"/>
                  </a:lnTo>
                  <a:lnTo>
                    <a:pt x="47" y="87"/>
                  </a:lnTo>
                  <a:lnTo>
                    <a:pt x="84" y="28"/>
                  </a:lnTo>
                  <a:lnTo>
                    <a:pt x="60" y="14"/>
                  </a:lnTo>
                  <a:lnTo>
                    <a:pt x="36" y="0"/>
                  </a:lnTo>
                  <a:lnTo>
                    <a:pt x="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50" name=""/>
            <p:cNvSpPr/>
            <p:nvPr/>
          </p:nvSpPr>
          <p:spPr>
            <a:xfrm rot="0">
              <a:off x="1718" y="3401"/>
              <a:ext cx="21" cy="21"/>
            </a:xfrm>
            <a:custGeom>
              <a:avLst/>
              <a:ahLst/>
              <a:rect l="0" t="0" r="r" b="b"/>
              <a:pathLst>
                <a:path w="84" h="87">
                  <a:moveTo>
                    <a:pt x="0" y="59"/>
                  </a:moveTo>
                  <a:lnTo>
                    <a:pt x="23" y="73"/>
                  </a:lnTo>
                  <a:lnTo>
                    <a:pt x="47" y="87"/>
                  </a:lnTo>
                  <a:lnTo>
                    <a:pt x="84" y="28"/>
                  </a:lnTo>
                  <a:lnTo>
                    <a:pt x="60" y="14"/>
                  </a:lnTo>
                  <a:lnTo>
                    <a:pt x="36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51" name=""/>
            <p:cNvSpPr/>
            <p:nvPr/>
          </p:nvSpPr>
          <p:spPr>
            <a:xfrm rot="0">
              <a:off x="1734" y="3404"/>
              <a:ext cx="5" cy="4"/>
            </a:xfrm>
            <a:custGeom>
              <a:avLst/>
              <a:ahLst/>
              <a:rect l="0" t="0" r="r" b="b"/>
              <a:pathLst>
                <a:path w="24" h="14">
                  <a:moveTo>
                    <a:pt x="0" y="0"/>
                  </a:moveTo>
                  <a:lnTo>
                    <a:pt x="24" y="14"/>
                  </a:lnTo>
                  <a:lnTo>
                    <a:pt x="2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52" name=""/>
            <p:cNvSpPr/>
            <p:nvPr/>
          </p:nvSpPr>
          <p:spPr>
            <a:xfrm rot="0" flipV="1">
              <a:off x="1739" y="34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53" name=""/>
            <p:cNvSpPr/>
            <p:nvPr/>
          </p:nvSpPr>
          <p:spPr>
            <a:xfrm rot="0">
              <a:off x="1728" y="3386"/>
              <a:ext cx="20" cy="21"/>
            </a:xfrm>
            <a:custGeom>
              <a:avLst/>
              <a:ahLst/>
              <a:rect l="0" t="0" r="r" b="b"/>
              <a:pathLst>
                <a:path w="81" h="87">
                  <a:moveTo>
                    <a:pt x="0" y="62"/>
                  </a:moveTo>
                  <a:lnTo>
                    <a:pt x="24" y="75"/>
                  </a:lnTo>
                  <a:lnTo>
                    <a:pt x="48" y="87"/>
                  </a:lnTo>
                  <a:lnTo>
                    <a:pt x="81" y="26"/>
                  </a:lnTo>
                  <a:lnTo>
                    <a:pt x="57" y="13"/>
                  </a:lnTo>
                  <a:lnTo>
                    <a:pt x="34" y="0"/>
                  </a:lnTo>
                  <a:lnTo>
                    <a:pt x="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54" name=""/>
            <p:cNvSpPr/>
            <p:nvPr/>
          </p:nvSpPr>
          <p:spPr>
            <a:xfrm rot="0">
              <a:off x="1728" y="3386"/>
              <a:ext cx="20" cy="21"/>
            </a:xfrm>
            <a:custGeom>
              <a:avLst/>
              <a:ahLst/>
              <a:rect l="0" t="0" r="r" b="b"/>
              <a:pathLst>
                <a:path w="81" h="87">
                  <a:moveTo>
                    <a:pt x="0" y="62"/>
                  </a:moveTo>
                  <a:lnTo>
                    <a:pt x="24" y="75"/>
                  </a:lnTo>
                  <a:lnTo>
                    <a:pt x="48" y="87"/>
                  </a:lnTo>
                  <a:lnTo>
                    <a:pt x="81" y="26"/>
                  </a:lnTo>
                  <a:lnTo>
                    <a:pt x="57" y="13"/>
                  </a:lnTo>
                  <a:lnTo>
                    <a:pt x="34" y="0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55" name=""/>
            <p:cNvSpPr/>
            <p:nvPr/>
          </p:nvSpPr>
          <p:spPr>
            <a:xfrm rot="0">
              <a:off x="1742" y="3389"/>
              <a:ext cx="6" cy="3"/>
            </a:xfrm>
            <a:custGeom>
              <a:avLst/>
              <a:ahLst/>
              <a:rect l="0" t="0" r="r" b="b"/>
              <a:pathLst>
                <a:path w="26" h="13">
                  <a:moveTo>
                    <a:pt x="0" y="0"/>
                  </a:moveTo>
                  <a:lnTo>
                    <a:pt x="24" y="13"/>
                  </a:lnTo>
                  <a:lnTo>
                    <a:pt x="26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56" name=""/>
            <p:cNvSpPr/>
            <p:nvPr/>
          </p:nvSpPr>
          <p:spPr>
            <a:xfrm rot="0" flipV="1">
              <a:off x="1748" y="3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57" name=""/>
            <p:cNvSpPr/>
            <p:nvPr/>
          </p:nvSpPr>
          <p:spPr>
            <a:xfrm rot="0">
              <a:off x="1735" y="3370"/>
              <a:ext cx="20" cy="22"/>
            </a:xfrm>
            <a:custGeom>
              <a:avLst/>
              <a:ahLst/>
              <a:rect l="0" t="0" r="r" b="b"/>
              <a:pathLst>
                <a:path w="78" h="86">
                  <a:moveTo>
                    <a:pt x="0" y="65"/>
                  </a:moveTo>
                  <a:lnTo>
                    <a:pt x="25" y="75"/>
                  </a:lnTo>
                  <a:lnTo>
                    <a:pt x="51" y="86"/>
                  </a:lnTo>
                  <a:lnTo>
                    <a:pt x="78" y="22"/>
                  </a:lnTo>
                  <a:lnTo>
                    <a:pt x="52" y="11"/>
                  </a:lnTo>
                  <a:lnTo>
                    <a:pt x="26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58" name=""/>
            <p:cNvSpPr/>
            <p:nvPr/>
          </p:nvSpPr>
          <p:spPr>
            <a:xfrm rot="0">
              <a:off x="1735" y="3370"/>
              <a:ext cx="20" cy="22"/>
            </a:xfrm>
            <a:custGeom>
              <a:avLst/>
              <a:ahLst/>
              <a:rect l="0" t="0" r="r" b="b"/>
              <a:pathLst>
                <a:path w="78" h="86">
                  <a:moveTo>
                    <a:pt x="0" y="65"/>
                  </a:moveTo>
                  <a:lnTo>
                    <a:pt x="25" y="75"/>
                  </a:lnTo>
                  <a:lnTo>
                    <a:pt x="51" y="86"/>
                  </a:lnTo>
                  <a:lnTo>
                    <a:pt x="78" y="22"/>
                  </a:lnTo>
                  <a:lnTo>
                    <a:pt x="52" y="11"/>
                  </a:lnTo>
                  <a:lnTo>
                    <a:pt x="26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59" name=""/>
            <p:cNvSpPr/>
            <p:nvPr/>
          </p:nvSpPr>
          <p:spPr>
            <a:xfrm rot="0">
              <a:off x="1749" y="3373"/>
              <a:ext cx="6" cy="2"/>
            </a:xfrm>
            <a:custGeom>
              <a:avLst/>
              <a:ahLst/>
              <a:rect l="0" t="0" r="r" b="b"/>
              <a:pathLst>
                <a:path w="26" h="11">
                  <a:moveTo>
                    <a:pt x="0" y="0"/>
                  </a:moveTo>
                  <a:lnTo>
                    <a:pt x="26" y="11"/>
                  </a:lnTo>
                  <a:lnTo>
                    <a:pt x="26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60" name=""/>
            <p:cNvSpPr/>
            <p:nvPr/>
          </p:nvSpPr>
          <p:spPr>
            <a:xfrm rot="0" flipV="1">
              <a:off x="1755" y="33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61" name=""/>
            <p:cNvSpPr/>
            <p:nvPr/>
          </p:nvSpPr>
          <p:spPr>
            <a:xfrm rot="0">
              <a:off x="1742" y="3354"/>
              <a:ext cx="19" cy="21"/>
            </a:xfrm>
            <a:custGeom>
              <a:avLst/>
              <a:ahLst/>
              <a:rect l="0" t="0" r="r" b="b"/>
              <a:pathLst>
                <a:path w="76" h="85">
                  <a:moveTo>
                    <a:pt x="0" y="65"/>
                  </a:moveTo>
                  <a:lnTo>
                    <a:pt x="26" y="75"/>
                  </a:lnTo>
                  <a:lnTo>
                    <a:pt x="52" y="85"/>
                  </a:lnTo>
                  <a:lnTo>
                    <a:pt x="76" y="19"/>
                  </a:lnTo>
                  <a:lnTo>
                    <a:pt x="50" y="9"/>
                  </a:lnTo>
                  <a:lnTo>
                    <a:pt x="24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62" name=""/>
            <p:cNvSpPr/>
            <p:nvPr/>
          </p:nvSpPr>
          <p:spPr>
            <a:xfrm rot="0">
              <a:off x="1742" y="3354"/>
              <a:ext cx="19" cy="21"/>
            </a:xfrm>
            <a:custGeom>
              <a:avLst/>
              <a:ahLst/>
              <a:rect l="0" t="0" r="r" b="b"/>
              <a:pathLst>
                <a:path w="76" h="85">
                  <a:moveTo>
                    <a:pt x="0" y="65"/>
                  </a:moveTo>
                  <a:lnTo>
                    <a:pt x="26" y="75"/>
                  </a:lnTo>
                  <a:lnTo>
                    <a:pt x="52" y="85"/>
                  </a:lnTo>
                  <a:lnTo>
                    <a:pt x="76" y="19"/>
                  </a:lnTo>
                  <a:lnTo>
                    <a:pt x="50" y="9"/>
                  </a:lnTo>
                  <a:lnTo>
                    <a:pt x="24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63" name=""/>
            <p:cNvSpPr/>
            <p:nvPr/>
          </p:nvSpPr>
          <p:spPr>
            <a:xfrm rot="0">
              <a:off x="1754" y="3356"/>
              <a:ext cx="7" cy="3"/>
            </a:xfrm>
            <a:custGeom>
              <a:avLst/>
              <a:ahLst/>
              <a:rect l="0" t="0" r="r" b="b"/>
              <a:pathLst>
                <a:path w="27" h="10">
                  <a:moveTo>
                    <a:pt x="0" y="0"/>
                  </a:moveTo>
                  <a:lnTo>
                    <a:pt x="26" y="10"/>
                  </a:lnTo>
                  <a:lnTo>
                    <a:pt x="27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64" name=""/>
            <p:cNvSpPr/>
            <p:nvPr/>
          </p:nvSpPr>
          <p:spPr>
            <a:xfrm rot="0" flipV="1">
              <a:off x="1761" y="33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65" name=""/>
            <p:cNvSpPr/>
            <p:nvPr/>
          </p:nvSpPr>
          <p:spPr>
            <a:xfrm rot="0">
              <a:off x="1748" y="3338"/>
              <a:ext cx="17" cy="20"/>
            </a:xfrm>
            <a:custGeom>
              <a:avLst/>
              <a:ahLst/>
              <a:rect l="0" t="0" r="r" b="b"/>
              <a:pathLst>
                <a:path w="71" h="80">
                  <a:moveTo>
                    <a:pt x="0" y="67"/>
                  </a:moveTo>
                  <a:lnTo>
                    <a:pt x="27" y="73"/>
                  </a:lnTo>
                  <a:lnTo>
                    <a:pt x="54" y="80"/>
                  </a:lnTo>
                  <a:lnTo>
                    <a:pt x="71" y="13"/>
                  </a:lnTo>
                  <a:lnTo>
                    <a:pt x="44" y="7"/>
                  </a:lnTo>
                  <a:lnTo>
                    <a:pt x="17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66" name=""/>
            <p:cNvSpPr/>
            <p:nvPr/>
          </p:nvSpPr>
          <p:spPr>
            <a:xfrm rot="0">
              <a:off x="1748" y="3338"/>
              <a:ext cx="17" cy="20"/>
            </a:xfrm>
            <a:custGeom>
              <a:avLst/>
              <a:ahLst/>
              <a:rect l="0" t="0" r="r" b="b"/>
              <a:pathLst>
                <a:path w="71" h="80">
                  <a:moveTo>
                    <a:pt x="0" y="67"/>
                  </a:moveTo>
                  <a:lnTo>
                    <a:pt x="27" y="73"/>
                  </a:lnTo>
                  <a:lnTo>
                    <a:pt x="54" y="80"/>
                  </a:lnTo>
                  <a:lnTo>
                    <a:pt x="71" y="13"/>
                  </a:lnTo>
                  <a:lnTo>
                    <a:pt x="44" y="7"/>
                  </a:lnTo>
                  <a:lnTo>
                    <a:pt x="17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67" name=""/>
            <p:cNvSpPr/>
            <p:nvPr/>
          </p:nvSpPr>
          <p:spPr>
            <a:xfrm rot="0">
              <a:off x="1759" y="3340"/>
              <a:ext cx="6" cy="1"/>
            </a:xfrm>
            <a:custGeom>
              <a:avLst/>
              <a:ahLst/>
              <a:rect l="0" t="0" r="r" b="b"/>
              <a:pathLst>
                <a:path w="27" h="6">
                  <a:moveTo>
                    <a:pt x="0" y="0"/>
                  </a:moveTo>
                  <a:lnTo>
                    <a:pt x="27" y="6"/>
                  </a:lnTo>
                  <a:lnTo>
                    <a:pt x="27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68" name=""/>
            <p:cNvSpPr/>
            <p:nvPr/>
          </p:nvSpPr>
          <p:spPr>
            <a:xfrm rot="0" flipV="1">
              <a:off x="1765" y="33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69" name=""/>
            <p:cNvSpPr/>
            <p:nvPr/>
          </p:nvSpPr>
          <p:spPr>
            <a:xfrm rot="0">
              <a:off x="1752" y="3321"/>
              <a:ext cx="17" cy="20"/>
            </a:xfrm>
            <a:custGeom>
              <a:avLst/>
              <a:ahLst/>
              <a:rect l="0" t="0" r="r" b="b"/>
              <a:pathLst>
                <a:path w="67" h="79">
                  <a:moveTo>
                    <a:pt x="0" y="68"/>
                  </a:moveTo>
                  <a:lnTo>
                    <a:pt x="27" y="74"/>
                  </a:lnTo>
                  <a:lnTo>
                    <a:pt x="54" y="79"/>
                  </a:lnTo>
                  <a:lnTo>
                    <a:pt x="67" y="10"/>
                  </a:lnTo>
                  <a:lnTo>
                    <a:pt x="40" y="5"/>
                  </a:lnTo>
                  <a:lnTo>
                    <a:pt x="13" y="0"/>
                  </a:lnTo>
                  <a:lnTo>
                    <a:pt x="0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70" name=""/>
            <p:cNvSpPr/>
            <p:nvPr/>
          </p:nvSpPr>
          <p:spPr>
            <a:xfrm rot="0">
              <a:off x="1752" y="3321"/>
              <a:ext cx="17" cy="20"/>
            </a:xfrm>
            <a:custGeom>
              <a:avLst/>
              <a:ahLst/>
              <a:rect l="0" t="0" r="r" b="b"/>
              <a:pathLst>
                <a:path w="67" h="79">
                  <a:moveTo>
                    <a:pt x="0" y="68"/>
                  </a:moveTo>
                  <a:lnTo>
                    <a:pt x="27" y="74"/>
                  </a:lnTo>
                  <a:lnTo>
                    <a:pt x="54" y="79"/>
                  </a:lnTo>
                  <a:lnTo>
                    <a:pt x="67" y="10"/>
                  </a:lnTo>
                  <a:lnTo>
                    <a:pt x="40" y="5"/>
                  </a:lnTo>
                  <a:lnTo>
                    <a:pt x="13" y="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71" name=""/>
            <p:cNvSpPr/>
            <p:nvPr/>
          </p:nvSpPr>
          <p:spPr>
            <a:xfrm rot="0">
              <a:off x="1762" y="3322"/>
              <a:ext cx="7" cy="2"/>
            </a:xfrm>
            <a:custGeom>
              <a:avLst/>
              <a:ahLst/>
              <a:rect l="0" t="0" r="r" b="b"/>
              <a:pathLst>
                <a:path w="27" h="5">
                  <a:moveTo>
                    <a:pt x="0" y="0"/>
                  </a:moveTo>
                  <a:lnTo>
                    <a:pt x="27" y="5"/>
                  </a:lnTo>
                  <a:lnTo>
                    <a:pt x="27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72" name=""/>
            <p:cNvSpPr/>
            <p:nvPr/>
          </p:nvSpPr>
          <p:spPr>
            <a:xfrm rot="0" flipV="1">
              <a:off x="1769" y="33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73" name=""/>
            <p:cNvSpPr/>
            <p:nvPr/>
          </p:nvSpPr>
          <p:spPr>
            <a:xfrm rot="0">
              <a:off x="1755" y="3304"/>
              <a:ext cx="16" cy="19"/>
            </a:xfrm>
            <a:custGeom>
              <a:avLst/>
              <a:ahLst/>
              <a:rect l="0" t="0" r="r" b="b"/>
              <a:pathLst>
                <a:path w="62" h="75">
                  <a:moveTo>
                    <a:pt x="0" y="69"/>
                  </a:moveTo>
                  <a:lnTo>
                    <a:pt x="27" y="72"/>
                  </a:lnTo>
                  <a:lnTo>
                    <a:pt x="54" y="75"/>
                  </a:lnTo>
                  <a:lnTo>
                    <a:pt x="62" y="6"/>
                  </a:lnTo>
                  <a:lnTo>
                    <a:pt x="36" y="3"/>
                  </a:lnTo>
                  <a:lnTo>
                    <a:pt x="9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74" name=""/>
            <p:cNvSpPr/>
            <p:nvPr/>
          </p:nvSpPr>
          <p:spPr>
            <a:xfrm rot="0">
              <a:off x="1755" y="3304"/>
              <a:ext cx="16" cy="19"/>
            </a:xfrm>
            <a:custGeom>
              <a:avLst/>
              <a:ahLst/>
              <a:rect l="0" t="0" r="r" b="b"/>
              <a:pathLst>
                <a:path w="62" h="75">
                  <a:moveTo>
                    <a:pt x="0" y="69"/>
                  </a:moveTo>
                  <a:lnTo>
                    <a:pt x="27" y="72"/>
                  </a:lnTo>
                  <a:lnTo>
                    <a:pt x="54" y="75"/>
                  </a:lnTo>
                  <a:lnTo>
                    <a:pt x="62" y="6"/>
                  </a:lnTo>
                  <a:lnTo>
                    <a:pt x="36" y="3"/>
                  </a:lnTo>
                  <a:lnTo>
                    <a:pt x="9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75" name=""/>
            <p:cNvSpPr/>
            <p:nvPr/>
          </p:nvSpPr>
          <p:spPr>
            <a:xfrm rot="0">
              <a:off x="1764" y="3305"/>
              <a:ext cx="7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76" name=""/>
            <p:cNvSpPr/>
            <p:nvPr/>
          </p:nvSpPr>
          <p:spPr>
            <a:xfrm rot="0" flipV="1">
              <a:off x="1771" y="33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77" name=""/>
            <p:cNvSpPr/>
            <p:nvPr/>
          </p:nvSpPr>
          <p:spPr>
            <a:xfrm rot="0">
              <a:off x="1757" y="3288"/>
              <a:ext cx="14" cy="18"/>
            </a:xfrm>
            <a:custGeom>
              <a:avLst/>
              <a:ahLst/>
              <a:rect l="0" t="0" r="r" b="b"/>
              <a:pathLst>
                <a:path w="56" h="72">
                  <a:moveTo>
                    <a:pt x="0" y="70"/>
                  </a:moveTo>
                  <a:lnTo>
                    <a:pt x="27" y="71"/>
                  </a:lnTo>
                  <a:lnTo>
                    <a:pt x="53" y="72"/>
                  </a:lnTo>
                  <a:lnTo>
                    <a:pt x="56" y="2"/>
                  </a:lnTo>
                  <a:lnTo>
                    <a:pt x="29" y="1"/>
                  </a:lnTo>
                  <a:lnTo>
                    <a:pt x="2" y="0"/>
                  </a:lnTo>
                  <a:lnTo>
                    <a:pt x="0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78" name=""/>
            <p:cNvSpPr/>
            <p:nvPr/>
          </p:nvSpPr>
          <p:spPr>
            <a:xfrm rot="0">
              <a:off x="1757" y="3288"/>
              <a:ext cx="14" cy="18"/>
            </a:xfrm>
            <a:custGeom>
              <a:avLst/>
              <a:ahLst/>
              <a:rect l="0" t="0" r="r" b="b"/>
              <a:pathLst>
                <a:path w="56" h="72">
                  <a:moveTo>
                    <a:pt x="0" y="70"/>
                  </a:moveTo>
                  <a:lnTo>
                    <a:pt x="27" y="71"/>
                  </a:lnTo>
                  <a:lnTo>
                    <a:pt x="53" y="72"/>
                  </a:lnTo>
                  <a:lnTo>
                    <a:pt x="56" y="2"/>
                  </a:lnTo>
                  <a:lnTo>
                    <a:pt x="29" y="1"/>
                  </a:lnTo>
                  <a:lnTo>
                    <a:pt x="2" y="0"/>
                  </a:lnTo>
                  <a:lnTo>
                    <a:pt x="0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79" name=""/>
            <p:cNvSpPr/>
            <p:nvPr/>
          </p:nvSpPr>
          <p:spPr>
            <a:xfrm rot="0">
              <a:off x="1765" y="3288"/>
              <a:ext cx="6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1"/>
                  </a:moveTo>
                  <a:lnTo>
                    <a:pt x="27" y="2"/>
                  </a:lnTo>
                  <a:lnTo>
                    <a:pt x="27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80" name=""/>
            <p:cNvSpPr/>
            <p:nvPr/>
          </p:nvSpPr>
          <p:spPr>
            <a:xfrm rot="0" flipV="1">
              <a:off x="1771" y="32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81" name=""/>
            <p:cNvSpPr/>
            <p:nvPr/>
          </p:nvSpPr>
          <p:spPr>
            <a:xfrm rot="0">
              <a:off x="1133" y="1082"/>
              <a:ext cx="6" cy="14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82" name=""/>
            <p:cNvSpPr/>
            <p:nvPr/>
          </p:nvSpPr>
          <p:spPr>
            <a:xfrm rot="0">
              <a:off x="1133" y="1082"/>
              <a:ext cx="6" cy="14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83" name=""/>
            <p:cNvSpPr/>
            <p:nvPr/>
          </p:nvSpPr>
          <p:spPr>
            <a:xfrm rot="0">
              <a:off x="1139" y="1082"/>
              <a:ext cx="786" cy="14"/>
            </a:xfrm>
            <a:custGeom>
              <a:avLst/>
              <a:ahLst/>
              <a:rect l="0" t="0" r="r" b="b"/>
              <a:pathLst>
                <a:path w="3143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3143" y="54"/>
                  </a:lnTo>
                  <a:lnTo>
                    <a:pt x="3143" y="28"/>
                  </a:lnTo>
                  <a:lnTo>
                    <a:pt x="314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84" name=""/>
            <p:cNvSpPr/>
            <p:nvPr/>
          </p:nvSpPr>
          <p:spPr>
            <a:xfrm rot="0">
              <a:off x="1139" y="1082"/>
              <a:ext cx="786" cy="14"/>
            </a:xfrm>
            <a:custGeom>
              <a:avLst/>
              <a:ahLst/>
              <a:rect l="0" t="0" r="r" b="b"/>
              <a:pathLst>
                <a:path w="3143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3143" y="54"/>
                  </a:lnTo>
                  <a:lnTo>
                    <a:pt x="3143" y="28"/>
                  </a:lnTo>
                  <a:lnTo>
                    <a:pt x="314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85" name=""/>
            <p:cNvSpPr/>
            <p:nvPr/>
          </p:nvSpPr>
          <p:spPr>
            <a:xfrm rot="0">
              <a:off x="1925" y="1082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86" name=""/>
            <p:cNvSpPr/>
            <p:nvPr/>
          </p:nvSpPr>
          <p:spPr>
            <a:xfrm rot="0">
              <a:off x="1925" y="1082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87" name=""/>
            <p:cNvSpPr/>
            <p:nvPr/>
          </p:nvSpPr>
          <p:spPr>
            <a:xfrm rot="0">
              <a:off x="2181" y="2182"/>
              <a:ext cx="13" cy="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88" name=""/>
            <p:cNvSpPr/>
            <p:nvPr/>
          </p:nvSpPr>
          <p:spPr>
            <a:xfrm rot="0">
              <a:off x="2181" y="2182"/>
              <a:ext cx="13" cy="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89" name=""/>
            <p:cNvSpPr/>
            <p:nvPr/>
          </p:nvSpPr>
          <p:spPr>
            <a:xfrm rot="0">
              <a:off x="2181" y="1483"/>
              <a:ext cx="13" cy="699"/>
            </a:xfrm>
            <a:custGeom>
              <a:avLst/>
              <a:ahLst/>
              <a:rect l="0" t="0" r="r" b="b"/>
              <a:pathLst>
                <a:path w="55" h="2796">
                  <a:moveTo>
                    <a:pt x="0" y="2796"/>
                  </a:moveTo>
                  <a:lnTo>
                    <a:pt x="27" y="2796"/>
                  </a:lnTo>
                  <a:lnTo>
                    <a:pt x="55" y="279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90" name=""/>
            <p:cNvSpPr/>
            <p:nvPr/>
          </p:nvSpPr>
          <p:spPr>
            <a:xfrm rot="0">
              <a:off x="2181" y="1483"/>
              <a:ext cx="13" cy="699"/>
            </a:xfrm>
            <a:custGeom>
              <a:avLst/>
              <a:ahLst/>
              <a:rect l="0" t="0" r="r" b="b"/>
              <a:pathLst>
                <a:path w="55" h="2796">
                  <a:moveTo>
                    <a:pt x="0" y="2796"/>
                  </a:moveTo>
                  <a:lnTo>
                    <a:pt x="27" y="2796"/>
                  </a:lnTo>
                  <a:lnTo>
                    <a:pt x="55" y="279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91" name=""/>
            <p:cNvSpPr/>
            <p:nvPr/>
          </p:nvSpPr>
          <p:spPr>
            <a:xfrm rot="0">
              <a:off x="2181" y="1476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92" name=""/>
            <p:cNvSpPr/>
            <p:nvPr/>
          </p:nvSpPr>
          <p:spPr>
            <a:xfrm rot="0">
              <a:off x="2181" y="1476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93" name=""/>
            <p:cNvSpPr/>
            <p:nvPr/>
          </p:nvSpPr>
          <p:spPr>
            <a:xfrm rot="0">
              <a:off x="871" y="2182"/>
              <a:ext cx="14" cy="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94" name=""/>
            <p:cNvSpPr/>
            <p:nvPr/>
          </p:nvSpPr>
          <p:spPr>
            <a:xfrm rot="0">
              <a:off x="871" y="2182"/>
              <a:ext cx="14" cy="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95" name=""/>
            <p:cNvSpPr/>
            <p:nvPr/>
          </p:nvSpPr>
          <p:spPr>
            <a:xfrm rot="0">
              <a:off x="871" y="1483"/>
              <a:ext cx="14" cy="699"/>
            </a:xfrm>
            <a:custGeom>
              <a:avLst/>
              <a:ahLst/>
              <a:rect l="0" t="0" r="r" b="b"/>
              <a:pathLst>
                <a:path w="55" h="2796">
                  <a:moveTo>
                    <a:pt x="0" y="2796"/>
                  </a:moveTo>
                  <a:lnTo>
                    <a:pt x="27" y="2796"/>
                  </a:lnTo>
                  <a:lnTo>
                    <a:pt x="55" y="279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96" name=""/>
            <p:cNvSpPr/>
            <p:nvPr/>
          </p:nvSpPr>
          <p:spPr>
            <a:xfrm rot="0">
              <a:off x="871" y="1483"/>
              <a:ext cx="14" cy="699"/>
            </a:xfrm>
            <a:custGeom>
              <a:avLst/>
              <a:ahLst/>
              <a:rect l="0" t="0" r="r" b="b"/>
              <a:pathLst>
                <a:path w="55" h="2796">
                  <a:moveTo>
                    <a:pt x="0" y="2796"/>
                  </a:moveTo>
                  <a:lnTo>
                    <a:pt x="27" y="2796"/>
                  </a:lnTo>
                  <a:lnTo>
                    <a:pt x="55" y="279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97" name=""/>
            <p:cNvSpPr/>
            <p:nvPr/>
          </p:nvSpPr>
          <p:spPr>
            <a:xfrm rot="0">
              <a:off x="871" y="1476"/>
              <a:ext cx="14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8998" name=""/>
            <p:cNvSpPr/>
            <p:nvPr/>
          </p:nvSpPr>
          <p:spPr>
            <a:xfrm rot="0">
              <a:off x="871" y="1476"/>
              <a:ext cx="14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8999" name=""/>
            <p:cNvSpPr/>
            <p:nvPr/>
          </p:nvSpPr>
          <p:spPr>
            <a:xfrm rot="0">
              <a:off x="871" y="2175"/>
              <a:ext cx="7" cy="13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00" name=""/>
            <p:cNvSpPr/>
            <p:nvPr/>
          </p:nvSpPr>
          <p:spPr>
            <a:xfrm rot="0">
              <a:off x="871" y="2175"/>
              <a:ext cx="7" cy="13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1"/>
                  </a:lnTo>
                  <a:lnTo>
                    <a:pt x="5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01" name=""/>
            <p:cNvSpPr/>
            <p:nvPr/>
          </p:nvSpPr>
          <p:spPr>
            <a:xfrm rot="0">
              <a:off x="878" y="2175"/>
              <a:ext cx="1309" cy="13"/>
            </a:xfrm>
            <a:custGeom>
              <a:avLst/>
              <a:ahLst/>
              <a:rect l="0" t="0" r="r" b="b"/>
              <a:pathLst>
                <a:path w="5238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5238" y="55"/>
                  </a:lnTo>
                  <a:lnTo>
                    <a:pt x="5238" y="28"/>
                  </a:lnTo>
                  <a:lnTo>
                    <a:pt x="523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02" name=""/>
            <p:cNvSpPr/>
            <p:nvPr/>
          </p:nvSpPr>
          <p:spPr>
            <a:xfrm rot="0">
              <a:off x="878" y="2175"/>
              <a:ext cx="1309" cy="13"/>
            </a:xfrm>
            <a:custGeom>
              <a:avLst/>
              <a:ahLst/>
              <a:rect l="0" t="0" r="r" b="b"/>
              <a:pathLst>
                <a:path w="5238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5238" y="55"/>
                  </a:lnTo>
                  <a:lnTo>
                    <a:pt x="5238" y="28"/>
                  </a:lnTo>
                  <a:lnTo>
                    <a:pt x="523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03" name=""/>
            <p:cNvSpPr/>
            <p:nvPr/>
          </p:nvSpPr>
          <p:spPr>
            <a:xfrm rot="0">
              <a:off x="2187" y="2175"/>
              <a:ext cx="7" cy="13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04" name=""/>
            <p:cNvSpPr/>
            <p:nvPr/>
          </p:nvSpPr>
          <p:spPr>
            <a:xfrm rot="0">
              <a:off x="2187" y="2175"/>
              <a:ext cx="7" cy="13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05" name=""/>
            <p:cNvSpPr/>
            <p:nvPr/>
          </p:nvSpPr>
          <p:spPr>
            <a:xfrm rot="0">
              <a:off x="1133" y="1082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1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06" name=""/>
            <p:cNvSpPr/>
            <p:nvPr/>
          </p:nvSpPr>
          <p:spPr>
            <a:xfrm rot="0">
              <a:off x="1133" y="1082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1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07" name=""/>
            <p:cNvSpPr/>
            <p:nvPr/>
          </p:nvSpPr>
          <p:spPr>
            <a:xfrm rot="0">
              <a:off x="1133" y="1089"/>
              <a:ext cx="13" cy="394"/>
            </a:xfrm>
            <a:custGeom>
              <a:avLst/>
              <a:ahLst/>
              <a:rect l="0" t="0" r="r" b="b"/>
              <a:pathLst>
                <a:path w="55" h="1573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573"/>
                  </a:lnTo>
                  <a:lnTo>
                    <a:pt x="27" y="1573"/>
                  </a:lnTo>
                  <a:lnTo>
                    <a:pt x="55" y="1573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08" name=""/>
            <p:cNvSpPr/>
            <p:nvPr/>
          </p:nvSpPr>
          <p:spPr>
            <a:xfrm rot="0">
              <a:off x="1133" y="1089"/>
              <a:ext cx="13" cy="394"/>
            </a:xfrm>
            <a:custGeom>
              <a:avLst/>
              <a:ahLst/>
              <a:rect l="0" t="0" r="r" b="b"/>
              <a:pathLst>
                <a:path w="55" h="1573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1573"/>
                  </a:lnTo>
                  <a:lnTo>
                    <a:pt x="27" y="1573"/>
                  </a:lnTo>
                  <a:lnTo>
                    <a:pt x="55" y="1573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09" name=""/>
            <p:cNvSpPr/>
            <p:nvPr/>
          </p:nvSpPr>
          <p:spPr>
            <a:xfrm rot="0">
              <a:off x="1133" y="1483"/>
              <a:ext cx="13" cy="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10" name=""/>
            <p:cNvSpPr/>
            <p:nvPr/>
          </p:nvSpPr>
          <p:spPr>
            <a:xfrm rot="0">
              <a:off x="1133" y="1483"/>
              <a:ext cx="13" cy="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11" name=""/>
            <p:cNvSpPr/>
            <p:nvPr/>
          </p:nvSpPr>
          <p:spPr>
            <a:xfrm rot="0">
              <a:off x="1919" y="1483"/>
              <a:ext cx="13" cy="6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12" name=""/>
            <p:cNvSpPr/>
            <p:nvPr/>
          </p:nvSpPr>
          <p:spPr>
            <a:xfrm rot="0">
              <a:off x="1919" y="1483"/>
              <a:ext cx="13" cy="6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13" name=""/>
            <p:cNvSpPr/>
            <p:nvPr/>
          </p:nvSpPr>
          <p:spPr>
            <a:xfrm rot="0">
              <a:off x="1919" y="1089"/>
              <a:ext cx="13" cy="394"/>
            </a:xfrm>
            <a:custGeom>
              <a:avLst/>
              <a:ahLst/>
              <a:rect l="0" t="0" r="r" b="b"/>
              <a:pathLst>
                <a:path w="55" h="1573">
                  <a:moveTo>
                    <a:pt x="0" y="1573"/>
                  </a:moveTo>
                  <a:lnTo>
                    <a:pt x="27" y="1573"/>
                  </a:lnTo>
                  <a:lnTo>
                    <a:pt x="55" y="1573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5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14" name=""/>
            <p:cNvSpPr/>
            <p:nvPr/>
          </p:nvSpPr>
          <p:spPr>
            <a:xfrm rot="0">
              <a:off x="1919" y="1089"/>
              <a:ext cx="13" cy="394"/>
            </a:xfrm>
            <a:custGeom>
              <a:avLst/>
              <a:ahLst/>
              <a:rect l="0" t="0" r="r" b="b"/>
              <a:pathLst>
                <a:path w="55" h="1573">
                  <a:moveTo>
                    <a:pt x="0" y="1573"/>
                  </a:moveTo>
                  <a:lnTo>
                    <a:pt x="27" y="1573"/>
                  </a:lnTo>
                  <a:lnTo>
                    <a:pt x="55" y="1573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5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15" name=""/>
            <p:cNvSpPr/>
            <p:nvPr/>
          </p:nvSpPr>
          <p:spPr>
            <a:xfrm rot="0">
              <a:off x="1919" y="1082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1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16" name=""/>
            <p:cNvSpPr/>
            <p:nvPr/>
          </p:nvSpPr>
          <p:spPr>
            <a:xfrm rot="0">
              <a:off x="1919" y="1082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1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17" name=""/>
            <p:cNvSpPr/>
            <p:nvPr/>
          </p:nvSpPr>
          <p:spPr>
            <a:xfrm rot="0">
              <a:off x="2187" y="1476"/>
              <a:ext cx="7" cy="13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18" name=""/>
            <p:cNvSpPr/>
            <p:nvPr/>
          </p:nvSpPr>
          <p:spPr>
            <a:xfrm rot="0">
              <a:off x="2187" y="1476"/>
              <a:ext cx="7" cy="13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19" name=""/>
            <p:cNvSpPr/>
            <p:nvPr/>
          </p:nvSpPr>
          <p:spPr>
            <a:xfrm rot="0">
              <a:off x="1925" y="1476"/>
              <a:ext cx="262" cy="13"/>
            </a:xfrm>
            <a:custGeom>
              <a:avLst/>
              <a:ahLst/>
              <a:rect l="0" t="0" r="r" b="b"/>
              <a:pathLst>
                <a:path w="1048" h="55">
                  <a:moveTo>
                    <a:pt x="1048" y="55"/>
                  </a:moveTo>
                  <a:lnTo>
                    <a:pt x="1048" y="28"/>
                  </a:lnTo>
                  <a:lnTo>
                    <a:pt x="1048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4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20" name=""/>
            <p:cNvSpPr/>
            <p:nvPr/>
          </p:nvSpPr>
          <p:spPr>
            <a:xfrm rot="0">
              <a:off x="1925" y="1476"/>
              <a:ext cx="262" cy="13"/>
            </a:xfrm>
            <a:custGeom>
              <a:avLst/>
              <a:ahLst/>
              <a:rect l="0" t="0" r="r" b="b"/>
              <a:pathLst>
                <a:path w="1048" h="55">
                  <a:moveTo>
                    <a:pt x="1048" y="55"/>
                  </a:moveTo>
                  <a:lnTo>
                    <a:pt x="1048" y="28"/>
                  </a:lnTo>
                  <a:lnTo>
                    <a:pt x="1048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104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021" name=""/>
            <p:cNvSpPr/>
            <p:nvPr/>
          </p:nvSpPr>
          <p:spPr>
            <a:xfrm rot="0">
              <a:off x="1919" y="1476"/>
              <a:ext cx="6" cy="13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022" name=""/>
            <p:cNvSpPr/>
            <p:nvPr/>
          </p:nvSpPr>
          <p:spPr>
            <a:xfrm rot="0">
              <a:off x="1919" y="1476"/>
              <a:ext cx="6" cy="13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9023" name=""/>
          <p:cNvSpPr/>
          <p:nvPr/>
        </p:nvSpPr>
        <p:spPr>
          <a:xfrm rot="0">
            <a:off x="1809750" y="2343150"/>
            <a:ext cx="11112" cy="20637"/>
          </a:xfrm>
          <a:custGeom>
            <a:avLst/>
            <a:ahLst/>
            <a:rect l="0" t="0" r="r" b="b"/>
            <a:pathLst>
              <a:path w="28" h="55">
                <a:moveTo>
                  <a:pt x="0" y="28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3" y="12"/>
                </a:lnTo>
                <a:lnTo>
                  <a:pt x="26" y="19"/>
                </a:lnTo>
                <a:lnTo>
                  <a:pt x="28" y="28"/>
                </a:lnTo>
                <a:lnTo>
                  <a:pt x="26" y="36"/>
                </a:lnTo>
                <a:lnTo>
                  <a:pt x="23" y="44"/>
                </a:lnTo>
                <a:lnTo>
                  <a:pt x="16" y="50"/>
                </a:lnTo>
                <a:lnTo>
                  <a:pt x="9" y="54"/>
                </a:lnTo>
                <a:lnTo>
                  <a:pt x="0" y="55"/>
                </a:lnTo>
                <a:lnTo>
                  <a:pt x="0" y="2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9024" name=""/>
          <p:cNvSpPr/>
          <p:nvPr/>
        </p:nvSpPr>
        <p:spPr>
          <a:xfrm rot="0">
            <a:off x="1809750" y="2343150"/>
            <a:ext cx="11112" cy="20637"/>
          </a:xfrm>
          <a:custGeom>
            <a:avLst/>
            <a:ahLst/>
            <a:rect l="0" t="0" r="r" b="b"/>
            <a:pathLst>
              <a:path w="28" h="55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3" y="12"/>
                </a:lnTo>
                <a:lnTo>
                  <a:pt x="26" y="19"/>
                </a:lnTo>
                <a:lnTo>
                  <a:pt x="28" y="28"/>
                </a:lnTo>
                <a:lnTo>
                  <a:pt x="26" y="36"/>
                </a:lnTo>
                <a:lnTo>
                  <a:pt x="23" y="44"/>
                </a:lnTo>
                <a:lnTo>
                  <a:pt x="16" y="50"/>
                </a:lnTo>
                <a:lnTo>
                  <a:pt x="9" y="54"/>
                </a:lnTo>
                <a:lnTo>
                  <a:pt x="0" y="5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9025" name=""/>
          <p:cNvSpPr/>
          <p:nvPr/>
        </p:nvSpPr>
        <p:spPr>
          <a:xfrm rot="0">
            <a:off x="1393825" y="2343150"/>
            <a:ext cx="415925" cy="20637"/>
          </a:xfrm>
          <a:custGeom>
            <a:avLst/>
            <a:ahLst/>
            <a:rect l="0" t="0" r="r" b="b"/>
            <a:pathLst>
              <a:path w="1048" h="55">
                <a:moveTo>
                  <a:pt x="1048" y="55"/>
                </a:moveTo>
                <a:lnTo>
                  <a:pt x="1048" y="28"/>
                </a:lnTo>
                <a:lnTo>
                  <a:pt x="1048" y="0"/>
                </a:lnTo>
                <a:lnTo>
                  <a:pt x="0" y="0"/>
                </a:lnTo>
                <a:lnTo>
                  <a:pt x="0" y="28"/>
                </a:lnTo>
                <a:lnTo>
                  <a:pt x="0" y="55"/>
                </a:lnTo>
                <a:lnTo>
                  <a:pt x="1048" y="5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9026" name=""/>
          <p:cNvSpPr/>
          <p:nvPr/>
        </p:nvSpPr>
        <p:spPr>
          <a:xfrm rot="0">
            <a:off x="1393825" y="2343150"/>
            <a:ext cx="415925" cy="20637"/>
          </a:xfrm>
          <a:custGeom>
            <a:avLst/>
            <a:ahLst/>
            <a:rect l="0" t="0" r="r" b="b"/>
            <a:pathLst>
              <a:path w="1048" h="55">
                <a:moveTo>
                  <a:pt x="1048" y="55"/>
                </a:moveTo>
                <a:lnTo>
                  <a:pt x="1048" y="28"/>
                </a:lnTo>
                <a:lnTo>
                  <a:pt x="1048" y="0"/>
                </a:lnTo>
                <a:lnTo>
                  <a:pt x="0" y="0"/>
                </a:lnTo>
                <a:lnTo>
                  <a:pt x="0" y="28"/>
                </a:lnTo>
                <a:lnTo>
                  <a:pt x="0" y="55"/>
                </a:lnTo>
                <a:lnTo>
                  <a:pt x="1048" y="5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9027" name=""/>
          <p:cNvSpPr/>
          <p:nvPr/>
        </p:nvSpPr>
        <p:spPr>
          <a:xfrm rot="0">
            <a:off x="1382712" y="2343150"/>
            <a:ext cx="11112" cy="20637"/>
          </a:xfrm>
          <a:custGeom>
            <a:avLst/>
            <a:ahLst/>
            <a:rect l="0" t="0" r="r" b="b"/>
            <a:pathLst>
              <a:path w="27" h="55">
                <a:moveTo>
                  <a:pt x="27" y="28"/>
                </a:moveTo>
                <a:lnTo>
                  <a:pt x="27" y="55"/>
                </a:lnTo>
                <a:lnTo>
                  <a:pt x="19" y="54"/>
                </a:lnTo>
                <a:lnTo>
                  <a:pt x="11" y="50"/>
                </a:lnTo>
                <a:lnTo>
                  <a:pt x="5" y="44"/>
                </a:lnTo>
                <a:lnTo>
                  <a:pt x="1" y="36"/>
                </a:lnTo>
                <a:lnTo>
                  <a:pt x="0" y="28"/>
                </a:lnTo>
                <a:lnTo>
                  <a:pt x="1" y="19"/>
                </a:lnTo>
                <a:lnTo>
                  <a:pt x="5" y="12"/>
                </a:lnTo>
                <a:lnTo>
                  <a:pt x="11" y="5"/>
                </a:lnTo>
                <a:lnTo>
                  <a:pt x="19" y="2"/>
                </a:lnTo>
                <a:lnTo>
                  <a:pt x="27" y="0"/>
                </a:lnTo>
                <a:lnTo>
                  <a:pt x="27" y="2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79028" name=""/>
          <p:cNvSpPr/>
          <p:nvPr/>
        </p:nvSpPr>
        <p:spPr>
          <a:xfrm rot="0">
            <a:off x="1382712" y="2343150"/>
            <a:ext cx="11112" cy="20637"/>
          </a:xfrm>
          <a:custGeom>
            <a:avLst/>
            <a:ahLst/>
            <a:rect l="0" t="0" r="r" b="b"/>
            <a:pathLst>
              <a:path w="27" h="55">
                <a:moveTo>
                  <a:pt x="27" y="55"/>
                </a:moveTo>
                <a:lnTo>
                  <a:pt x="19" y="54"/>
                </a:lnTo>
                <a:lnTo>
                  <a:pt x="11" y="50"/>
                </a:lnTo>
                <a:lnTo>
                  <a:pt x="5" y="44"/>
                </a:lnTo>
                <a:lnTo>
                  <a:pt x="1" y="36"/>
                </a:lnTo>
                <a:lnTo>
                  <a:pt x="0" y="28"/>
                </a:lnTo>
                <a:lnTo>
                  <a:pt x="1" y="19"/>
                </a:lnTo>
                <a:lnTo>
                  <a:pt x="5" y="12"/>
                </a:lnTo>
                <a:lnTo>
                  <a:pt x="11" y="5"/>
                </a:lnTo>
                <a:lnTo>
                  <a:pt x="19" y="2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79029" name=""/>
          <p:cNvSpPr/>
          <p:nvPr/>
        </p:nvSpPr>
        <p:spPr>
          <a:xfrm rot="0">
            <a:off x="2433637" y="1506537"/>
            <a:ext cx="1587" cy="525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030" name=""/>
          <p:cNvSpPr/>
          <p:nvPr/>
        </p:nvSpPr>
        <p:spPr>
          <a:xfrm rot="0">
            <a:off x="2433637" y="2127250"/>
            <a:ext cx="1587" cy="936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031" name=""/>
          <p:cNvSpPr/>
          <p:nvPr/>
        </p:nvSpPr>
        <p:spPr>
          <a:xfrm rot="0">
            <a:off x="2433637" y="2316162"/>
            <a:ext cx="1587" cy="5667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032" name=""/>
          <p:cNvSpPr/>
          <p:nvPr/>
        </p:nvSpPr>
        <p:spPr>
          <a:xfrm rot="0">
            <a:off x="2433637" y="2976562"/>
            <a:ext cx="1587" cy="936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033" name=""/>
          <p:cNvSpPr/>
          <p:nvPr/>
        </p:nvSpPr>
        <p:spPr>
          <a:xfrm rot="0">
            <a:off x="2433637" y="3165475"/>
            <a:ext cx="1587" cy="5254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grpSp>
        <p:nvGrpSpPr>
          <p:cNvPr id="404" name=""/>
          <p:cNvGrpSpPr/>
          <p:nvPr/>
        </p:nvGrpSpPr>
        <p:grpSpPr>
          <a:xfrm rot="0">
            <a:off x="1244600" y="3881437"/>
            <a:ext cx="2376487" cy="2676525"/>
            <a:chOff x="784" y="2445"/>
            <a:chExt cx="1497" cy="1686"/>
          </a:xfrm>
        </p:grpSpPr>
        <p:grpSp>
          <p:nvGrpSpPr>
            <p:cNvPr id="405" name=""/>
            <p:cNvGrpSpPr/>
            <p:nvPr/>
          </p:nvGrpSpPr>
          <p:grpSpPr>
            <a:xfrm rot="0">
              <a:off x="871" y="2582"/>
              <a:ext cx="1323" cy="1412"/>
              <a:chOff x="871" y="2582"/>
              <a:chExt cx="1323" cy="1412"/>
            </a:xfrm>
          </p:grpSpPr>
          <p:sp>
            <p:nvSpPr>
              <p:cNvPr id="1079034" name=""/>
              <p:cNvSpPr/>
              <p:nvPr/>
            </p:nvSpPr>
            <p:spPr>
              <a:xfrm rot="0">
                <a:off x="871" y="2589"/>
                <a:ext cx="14" cy="1398"/>
              </a:xfrm>
              <a:custGeom>
                <a:avLst/>
                <a:ahLst/>
                <a:rect l="0" t="0" r="r" b="b"/>
                <a:pathLst>
                  <a:path w="55" h="5592">
                    <a:moveTo>
                      <a:pt x="0" y="5592"/>
                    </a:moveTo>
                    <a:lnTo>
                      <a:pt x="27" y="5592"/>
                    </a:lnTo>
                    <a:lnTo>
                      <a:pt x="55" y="5592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59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35" name=""/>
              <p:cNvSpPr/>
              <p:nvPr/>
            </p:nvSpPr>
            <p:spPr>
              <a:xfrm rot="0">
                <a:off x="871" y="2589"/>
                <a:ext cx="14" cy="1398"/>
              </a:xfrm>
              <a:custGeom>
                <a:avLst/>
                <a:ahLst/>
                <a:rect l="0" t="0" r="r" b="b"/>
                <a:pathLst>
                  <a:path w="55" h="5592">
                    <a:moveTo>
                      <a:pt x="0" y="5592"/>
                    </a:moveTo>
                    <a:lnTo>
                      <a:pt x="27" y="5592"/>
                    </a:lnTo>
                    <a:lnTo>
                      <a:pt x="55" y="5592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59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36" name=""/>
              <p:cNvSpPr/>
              <p:nvPr/>
            </p:nvSpPr>
            <p:spPr>
              <a:xfrm rot="0">
                <a:off x="871" y="2582"/>
                <a:ext cx="14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37" name=""/>
              <p:cNvSpPr/>
              <p:nvPr/>
            </p:nvSpPr>
            <p:spPr>
              <a:xfrm rot="0">
                <a:off x="871" y="2582"/>
                <a:ext cx="14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38" name=""/>
              <p:cNvSpPr/>
              <p:nvPr/>
            </p:nvSpPr>
            <p:spPr>
              <a:xfrm rot="0">
                <a:off x="2181" y="3987"/>
                <a:ext cx="13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27" y="0"/>
                    </a:moveTo>
                    <a:lnTo>
                      <a:pt x="55" y="0"/>
                    </a:ln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39" name=""/>
              <p:cNvSpPr/>
              <p:nvPr/>
            </p:nvSpPr>
            <p:spPr>
              <a:xfrm rot="0">
                <a:off x="2181" y="3987"/>
                <a:ext cx="13" cy="7"/>
              </a:xfrm>
              <a:custGeom>
                <a:avLst/>
                <a:ahLst/>
                <a:rect l="0" t="0" r="r" b="b"/>
                <a:pathLst>
                  <a:path w="55" h="27">
                    <a:moveTo>
                      <a:pt x="55" y="0"/>
                    </a:moveTo>
                    <a:lnTo>
                      <a:pt x="53" y="9"/>
                    </a:lnTo>
                    <a:lnTo>
                      <a:pt x="50" y="17"/>
                    </a:lnTo>
                    <a:lnTo>
                      <a:pt x="43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3"/>
                    </a:lnTo>
                    <a:lnTo>
                      <a:pt x="5" y="17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40" name=""/>
              <p:cNvSpPr/>
              <p:nvPr/>
            </p:nvSpPr>
            <p:spPr>
              <a:xfrm rot="0">
                <a:off x="2181" y="2589"/>
                <a:ext cx="13" cy="1398"/>
              </a:xfrm>
              <a:custGeom>
                <a:avLst/>
                <a:ahLst/>
                <a:rect l="0" t="0" r="r" b="b"/>
                <a:pathLst>
                  <a:path w="55" h="5592">
                    <a:moveTo>
                      <a:pt x="0" y="5592"/>
                    </a:moveTo>
                    <a:lnTo>
                      <a:pt x="27" y="5592"/>
                    </a:lnTo>
                    <a:lnTo>
                      <a:pt x="55" y="5592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59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41" name=""/>
              <p:cNvSpPr/>
              <p:nvPr/>
            </p:nvSpPr>
            <p:spPr>
              <a:xfrm rot="0">
                <a:off x="2181" y="2589"/>
                <a:ext cx="13" cy="1398"/>
              </a:xfrm>
              <a:custGeom>
                <a:avLst/>
                <a:ahLst/>
                <a:rect l="0" t="0" r="r" b="b"/>
                <a:pathLst>
                  <a:path w="55" h="5592">
                    <a:moveTo>
                      <a:pt x="0" y="5592"/>
                    </a:moveTo>
                    <a:lnTo>
                      <a:pt x="27" y="5592"/>
                    </a:lnTo>
                    <a:lnTo>
                      <a:pt x="55" y="5592"/>
                    </a:lnTo>
                    <a:lnTo>
                      <a:pt x="55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59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42" name=""/>
              <p:cNvSpPr/>
              <p:nvPr/>
            </p:nvSpPr>
            <p:spPr>
              <a:xfrm rot="0">
                <a:off x="2181" y="2582"/>
                <a:ext cx="13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43" name=""/>
              <p:cNvSpPr/>
              <p:nvPr/>
            </p:nvSpPr>
            <p:spPr>
              <a:xfrm rot="0">
                <a:off x="2181" y="2582"/>
                <a:ext cx="13" cy="7"/>
              </a:xfrm>
              <a:custGeom>
                <a:avLst/>
                <a:ahLst/>
                <a:rect l="0" t="0" r="r" b="b"/>
                <a:pathLst>
                  <a:path w="55" h="28">
                    <a:moveTo>
                      <a:pt x="0" y="28"/>
                    </a:moveTo>
                    <a:lnTo>
                      <a:pt x="1" y="19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3" y="6"/>
                    </a:lnTo>
                    <a:lnTo>
                      <a:pt x="50" y="12"/>
                    </a:lnTo>
                    <a:lnTo>
                      <a:pt x="53" y="19"/>
                    </a:lnTo>
                    <a:lnTo>
                      <a:pt x="55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44" name=""/>
              <p:cNvSpPr/>
              <p:nvPr/>
            </p:nvSpPr>
            <p:spPr>
              <a:xfrm rot="0">
                <a:off x="871" y="2582"/>
                <a:ext cx="7" cy="13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9" y="54"/>
                    </a:lnTo>
                    <a:lnTo>
                      <a:pt x="11" y="51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45" name=""/>
              <p:cNvSpPr/>
              <p:nvPr/>
            </p:nvSpPr>
            <p:spPr>
              <a:xfrm rot="0">
                <a:off x="871" y="2582"/>
                <a:ext cx="7" cy="13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9" y="54"/>
                    </a:lnTo>
                    <a:lnTo>
                      <a:pt x="11" y="51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46" name=""/>
              <p:cNvSpPr/>
              <p:nvPr/>
            </p:nvSpPr>
            <p:spPr>
              <a:xfrm rot="0">
                <a:off x="878" y="2582"/>
                <a:ext cx="1309" cy="13"/>
              </a:xfrm>
              <a:custGeom>
                <a:avLst/>
                <a:ahLst/>
                <a:rect l="0" t="0" r="r" b="b"/>
                <a:pathLst>
                  <a:path w="5238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5238" y="55"/>
                    </a:lnTo>
                    <a:lnTo>
                      <a:pt x="5238" y="28"/>
                    </a:lnTo>
                    <a:lnTo>
                      <a:pt x="523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47" name=""/>
              <p:cNvSpPr/>
              <p:nvPr/>
            </p:nvSpPr>
            <p:spPr>
              <a:xfrm rot="0">
                <a:off x="878" y="2582"/>
                <a:ext cx="1309" cy="13"/>
              </a:xfrm>
              <a:custGeom>
                <a:avLst/>
                <a:ahLst/>
                <a:rect l="0" t="0" r="r" b="b"/>
                <a:pathLst>
                  <a:path w="5238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5238" y="55"/>
                    </a:lnTo>
                    <a:lnTo>
                      <a:pt x="5238" y="28"/>
                    </a:lnTo>
                    <a:lnTo>
                      <a:pt x="5238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48" name=""/>
              <p:cNvSpPr/>
              <p:nvPr/>
            </p:nvSpPr>
            <p:spPr>
              <a:xfrm rot="0">
                <a:off x="2187" y="2582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49" name=""/>
              <p:cNvSpPr/>
              <p:nvPr/>
            </p:nvSpPr>
            <p:spPr>
              <a:xfrm rot="0">
                <a:off x="2187" y="2582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9" y="2"/>
                    </a:lnTo>
                    <a:lnTo>
                      <a:pt x="16" y="6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50" name=""/>
              <p:cNvSpPr/>
              <p:nvPr/>
            </p:nvSpPr>
            <p:spPr>
              <a:xfrm rot="0">
                <a:off x="871" y="3980"/>
                <a:ext cx="7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27" y="27"/>
                    </a:moveTo>
                    <a:lnTo>
                      <a:pt x="27" y="54"/>
                    </a:lnTo>
                    <a:lnTo>
                      <a:pt x="19" y="53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51" name=""/>
              <p:cNvSpPr/>
              <p:nvPr/>
            </p:nvSpPr>
            <p:spPr>
              <a:xfrm rot="0">
                <a:off x="871" y="3980"/>
                <a:ext cx="7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27" y="54"/>
                    </a:moveTo>
                    <a:lnTo>
                      <a:pt x="19" y="53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52" name=""/>
              <p:cNvSpPr/>
              <p:nvPr/>
            </p:nvSpPr>
            <p:spPr>
              <a:xfrm rot="0">
                <a:off x="878" y="3980"/>
                <a:ext cx="1309" cy="14"/>
              </a:xfrm>
              <a:custGeom>
                <a:avLst/>
                <a:ahLst/>
                <a:rect l="0" t="0" r="r" b="b"/>
                <a:pathLst>
                  <a:path w="5238" h="54">
                    <a:moveTo>
                      <a:pt x="0" y="0"/>
                    </a:moveTo>
                    <a:lnTo>
                      <a:pt x="0" y="27"/>
                    </a:lnTo>
                    <a:lnTo>
                      <a:pt x="0" y="54"/>
                    </a:lnTo>
                    <a:lnTo>
                      <a:pt x="5238" y="54"/>
                    </a:lnTo>
                    <a:lnTo>
                      <a:pt x="5238" y="27"/>
                    </a:lnTo>
                    <a:lnTo>
                      <a:pt x="523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53" name=""/>
              <p:cNvSpPr/>
              <p:nvPr/>
            </p:nvSpPr>
            <p:spPr>
              <a:xfrm rot="0">
                <a:off x="878" y="3980"/>
                <a:ext cx="1309" cy="14"/>
              </a:xfrm>
              <a:custGeom>
                <a:avLst/>
                <a:ahLst/>
                <a:rect l="0" t="0" r="r" b="b"/>
                <a:pathLst>
                  <a:path w="5238" h="54">
                    <a:moveTo>
                      <a:pt x="0" y="0"/>
                    </a:moveTo>
                    <a:lnTo>
                      <a:pt x="0" y="27"/>
                    </a:lnTo>
                    <a:lnTo>
                      <a:pt x="0" y="54"/>
                    </a:lnTo>
                    <a:lnTo>
                      <a:pt x="5238" y="54"/>
                    </a:lnTo>
                    <a:lnTo>
                      <a:pt x="5238" y="27"/>
                    </a:lnTo>
                    <a:lnTo>
                      <a:pt x="5238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54" name=""/>
              <p:cNvSpPr/>
              <p:nvPr/>
            </p:nvSpPr>
            <p:spPr>
              <a:xfrm rot="0">
                <a:off x="2187" y="3980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27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11"/>
                    </a:lnTo>
                    <a:lnTo>
                      <a:pt x="26" y="19"/>
                    </a:lnTo>
                    <a:lnTo>
                      <a:pt x="28" y="27"/>
                    </a:lnTo>
                    <a:lnTo>
                      <a:pt x="26" y="36"/>
                    </a:lnTo>
                    <a:lnTo>
                      <a:pt x="23" y="44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55" name=""/>
              <p:cNvSpPr/>
              <p:nvPr/>
            </p:nvSpPr>
            <p:spPr>
              <a:xfrm rot="0">
                <a:off x="2187" y="3980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3" y="11"/>
                    </a:lnTo>
                    <a:lnTo>
                      <a:pt x="26" y="19"/>
                    </a:lnTo>
                    <a:lnTo>
                      <a:pt x="28" y="27"/>
                    </a:lnTo>
                    <a:lnTo>
                      <a:pt x="26" y="36"/>
                    </a:lnTo>
                    <a:lnTo>
                      <a:pt x="23" y="44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56" name=""/>
              <p:cNvSpPr/>
              <p:nvPr/>
            </p:nvSpPr>
            <p:spPr>
              <a:xfrm rot="0">
                <a:off x="1757" y="3270"/>
                <a:ext cx="14" cy="18"/>
              </a:xfrm>
              <a:custGeom>
                <a:avLst/>
                <a:ahLst/>
                <a:rect l="0" t="0" r="r" b="b"/>
                <a:pathLst>
                  <a:path w="56" h="71">
                    <a:moveTo>
                      <a:pt x="2" y="71"/>
                    </a:moveTo>
                    <a:lnTo>
                      <a:pt x="29" y="70"/>
                    </a:lnTo>
                    <a:lnTo>
                      <a:pt x="56" y="69"/>
                    </a:lnTo>
                    <a:lnTo>
                      <a:pt x="53" y="0"/>
                    </a:lnTo>
                    <a:lnTo>
                      <a:pt x="27" y="1"/>
                    </a:lnTo>
                    <a:lnTo>
                      <a:pt x="0" y="3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57" name=""/>
              <p:cNvSpPr/>
              <p:nvPr/>
            </p:nvSpPr>
            <p:spPr>
              <a:xfrm rot="0">
                <a:off x="1757" y="3270"/>
                <a:ext cx="14" cy="18"/>
              </a:xfrm>
              <a:custGeom>
                <a:avLst/>
                <a:ahLst/>
                <a:rect l="0" t="0" r="r" b="b"/>
                <a:pathLst>
                  <a:path w="56" h="71">
                    <a:moveTo>
                      <a:pt x="2" y="71"/>
                    </a:moveTo>
                    <a:lnTo>
                      <a:pt x="29" y="70"/>
                    </a:lnTo>
                    <a:lnTo>
                      <a:pt x="56" y="69"/>
                    </a:lnTo>
                    <a:lnTo>
                      <a:pt x="53" y="0"/>
                    </a:lnTo>
                    <a:lnTo>
                      <a:pt x="27" y="1"/>
                    </a:lnTo>
                    <a:lnTo>
                      <a:pt x="0" y="3"/>
                    </a:lnTo>
                    <a:lnTo>
                      <a:pt x="2" y="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58" name=""/>
              <p:cNvSpPr/>
              <p:nvPr/>
            </p:nvSpPr>
            <p:spPr>
              <a:xfrm rot="0">
                <a:off x="1764" y="3270"/>
                <a:ext cx="7" cy="1"/>
              </a:xfrm>
              <a:custGeom>
                <a:avLst/>
                <a:ahLst/>
                <a:rect l="0" t="0" r="r" b="b"/>
                <a:pathLst>
                  <a:path w="26" h="3">
                    <a:moveTo>
                      <a:pt x="0" y="3"/>
                    </a:moveTo>
                    <a:lnTo>
                      <a:pt x="26" y="2"/>
                    </a:lnTo>
                    <a:lnTo>
                      <a:pt x="26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59" name=""/>
              <p:cNvSpPr/>
              <p:nvPr/>
            </p:nvSpPr>
            <p:spPr>
              <a:xfrm rot="0" flipV="1">
                <a:off x="1771" y="32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60" name=""/>
              <p:cNvSpPr/>
              <p:nvPr/>
            </p:nvSpPr>
            <p:spPr>
              <a:xfrm rot="0">
                <a:off x="1755" y="3252"/>
                <a:ext cx="16" cy="19"/>
              </a:xfrm>
              <a:custGeom>
                <a:avLst/>
                <a:ahLst/>
                <a:rect l="0" t="0" r="r" b="b"/>
                <a:pathLst>
                  <a:path w="62" h="77">
                    <a:moveTo>
                      <a:pt x="9" y="77"/>
                    </a:moveTo>
                    <a:lnTo>
                      <a:pt x="36" y="73"/>
                    </a:lnTo>
                    <a:lnTo>
                      <a:pt x="62" y="70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7"/>
                    </a:lnTo>
                    <a:lnTo>
                      <a:pt x="9" y="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61" name=""/>
              <p:cNvSpPr/>
              <p:nvPr/>
            </p:nvSpPr>
            <p:spPr>
              <a:xfrm rot="0">
                <a:off x="1755" y="3252"/>
                <a:ext cx="16" cy="19"/>
              </a:xfrm>
              <a:custGeom>
                <a:avLst/>
                <a:ahLst/>
                <a:rect l="0" t="0" r="r" b="b"/>
                <a:pathLst>
                  <a:path w="62" h="77">
                    <a:moveTo>
                      <a:pt x="9" y="77"/>
                    </a:moveTo>
                    <a:lnTo>
                      <a:pt x="36" y="73"/>
                    </a:lnTo>
                    <a:lnTo>
                      <a:pt x="62" y="70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7"/>
                    </a:lnTo>
                    <a:lnTo>
                      <a:pt x="9" y="7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62" name=""/>
              <p:cNvSpPr/>
              <p:nvPr/>
            </p:nvSpPr>
            <p:spPr>
              <a:xfrm rot="0">
                <a:off x="1762" y="3252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63" name=""/>
              <p:cNvSpPr/>
              <p:nvPr/>
            </p:nvSpPr>
            <p:spPr>
              <a:xfrm rot="0" flipV="1">
                <a:off x="1769" y="32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64" name=""/>
              <p:cNvSpPr/>
              <p:nvPr/>
            </p:nvSpPr>
            <p:spPr>
              <a:xfrm rot="0">
                <a:off x="1752" y="3235"/>
                <a:ext cx="17" cy="20"/>
              </a:xfrm>
              <a:custGeom>
                <a:avLst/>
                <a:ahLst/>
                <a:rect l="0" t="0" r="r" b="b"/>
                <a:pathLst>
                  <a:path w="67" h="78">
                    <a:moveTo>
                      <a:pt x="13" y="78"/>
                    </a:moveTo>
                    <a:lnTo>
                      <a:pt x="40" y="73"/>
                    </a:lnTo>
                    <a:lnTo>
                      <a:pt x="67" y="67"/>
                    </a:lnTo>
                    <a:lnTo>
                      <a:pt x="54" y="0"/>
                    </a:lnTo>
                    <a:lnTo>
                      <a:pt x="27" y="5"/>
                    </a:lnTo>
                    <a:lnTo>
                      <a:pt x="0" y="10"/>
                    </a:lnTo>
                    <a:lnTo>
                      <a:pt x="13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65" name=""/>
              <p:cNvSpPr/>
              <p:nvPr/>
            </p:nvSpPr>
            <p:spPr>
              <a:xfrm rot="0">
                <a:off x="1752" y="3235"/>
                <a:ext cx="17" cy="20"/>
              </a:xfrm>
              <a:custGeom>
                <a:avLst/>
                <a:ahLst/>
                <a:rect l="0" t="0" r="r" b="b"/>
                <a:pathLst>
                  <a:path w="67" h="78">
                    <a:moveTo>
                      <a:pt x="13" y="78"/>
                    </a:moveTo>
                    <a:lnTo>
                      <a:pt x="40" y="73"/>
                    </a:lnTo>
                    <a:lnTo>
                      <a:pt x="67" y="67"/>
                    </a:lnTo>
                    <a:lnTo>
                      <a:pt x="54" y="0"/>
                    </a:lnTo>
                    <a:lnTo>
                      <a:pt x="27" y="5"/>
                    </a:lnTo>
                    <a:lnTo>
                      <a:pt x="0" y="10"/>
                    </a:lnTo>
                    <a:lnTo>
                      <a:pt x="13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66" name=""/>
              <p:cNvSpPr/>
              <p:nvPr/>
            </p:nvSpPr>
            <p:spPr>
              <a:xfrm rot="0">
                <a:off x="1759" y="3235"/>
                <a:ext cx="6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0" y="7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67" name=""/>
              <p:cNvSpPr/>
              <p:nvPr/>
            </p:nvSpPr>
            <p:spPr>
              <a:xfrm rot="0" flipV="1">
                <a:off x="1765" y="323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68" name=""/>
              <p:cNvSpPr/>
              <p:nvPr/>
            </p:nvSpPr>
            <p:spPr>
              <a:xfrm rot="0">
                <a:off x="1748" y="3218"/>
                <a:ext cx="17" cy="20"/>
              </a:xfrm>
              <a:custGeom>
                <a:avLst/>
                <a:ahLst/>
                <a:rect l="0" t="0" r="r" b="b"/>
                <a:pathLst>
                  <a:path w="71" h="80">
                    <a:moveTo>
                      <a:pt x="17" y="80"/>
                    </a:moveTo>
                    <a:lnTo>
                      <a:pt x="44" y="74"/>
                    </a:lnTo>
                    <a:lnTo>
                      <a:pt x="71" y="67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3"/>
                    </a:lnTo>
                    <a:lnTo>
                      <a:pt x="17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69" name=""/>
              <p:cNvSpPr/>
              <p:nvPr/>
            </p:nvSpPr>
            <p:spPr>
              <a:xfrm rot="0">
                <a:off x="1748" y="3218"/>
                <a:ext cx="17" cy="20"/>
              </a:xfrm>
              <a:custGeom>
                <a:avLst/>
                <a:ahLst/>
                <a:rect l="0" t="0" r="r" b="b"/>
                <a:pathLst>
                  <a:path w="71" h="80">
                    <a:moveTo>
                      <a:pt x="17" y="80"/>
                    </a:moveTo>
                    <a:lnTo>
                      <a:pt x="44" y="74"/>
                    </a:lnTo>
                    <a:lnTo>
                      <a:pt x="71" y="67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3"/>
                    </a:lnTo>
                    <a:lnTo>
                      <a:pt x="17" y="8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70" name=""/>
              <p:cNvSpPr/>
              <p:nvPr/>
            </p:nvSpPr>
            <p:spPr>
              <a:xfrm rot="0">
                <a:off x="1754" y="3217"/>
                <a:ext cx="7" cy="2"/>
              </a:xfrm>
              <a:custGeom>
                <a:avLst/>
                <a:ahLst/>
                <a:rect l="0" t="0" r="r" b="b"/>
                <a:pathLst>
                  <a:path w="27" h="9">
                    <a:moveTo>
                      <a:pt x="0" y="9"/>
                    </a:moveTo>
                    <a:lnTo>
                      <a:pt x="27" y="3"/>
                    </a:lnTo>
                    <a:lnTo>
                      <a:pt x="26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71" name=""/>
              <p:cNvSpPr/>
              <p:nvPr/>
            </p:nvSpPr>
            <p:spPr>
              <a:xfrm rot="0" flipH="1" flipV="1">
                <a:off x="1761" y="32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72" name=""/>
              <p:cNvSpPr/>
              <p:nvPr/>
            </p:nvSpPr>
            <p:spPr>
              <a:xfrm rot="0">
                <a:off x="1742" y="3201"/>
                <a:ext cx="19" cy="21"/>
              </a:xfrm>
              <a:custGeom>
                <a:avLst/>
                <a:ahLst/>
                <a:rect l="0" t="0" r="r" b="b"/>
                <a:pathLst>
                  <a:path w="76" h="85">
                    <a:moveTo>
                      <a:pt x="24" y="85"/>
                    </a:moveTo>
                    <a:lnTo>
                      <a:pt x="50" y="75"/>
                    </a:lnTo>
                    <a:lnTo>
                      <a:pt x="76" y="66"/>
                    </a:lnTo>
                    <a:lnTo>
                      <a:pt x="52" y="0"/>
                    </a:lnTo>
                    <a:lnTo>
                      <a:pt x="26" y="10"/>
                    </a:lnTo>
                    <a:lnTo>
                      <a:pt x="0" y="19"/>
                    </a:lnTo>
                    <a:lnTo>
                      <a:pt x="24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73" name=""/>
              <p:cNvSpPr/>
              <p:nvPr/>
            </p:nvSpPr>
            <p:spPr>
              <a:xfrm rot="0">
                <a:off x="1742" y="3201"/>
                <a:ext cx="19" cy="21"/>
              </a:xfrm>
              <a:custGeom>
                <a:avLst/>
                <a:ahLst/>
                <a:rect l="0" t="0" r="r" b="b"/>
                <a:pathLst>
                  <a:path w="76" h="85">
                    <a:moveTo>
                      <a:pt x="24" y="85"/>
                    </a:moveTo>
                    <a:lnTo>
                      <a:pt x="50" y="75"/>
                    </a:lnTo>
                    <a:lnTo>
                      <a:pt x="76" y="66"/>
                    </a:lnTo>
                    <a:lnTo>
                      <a:pt x="52" y="0"/>
                    </a:lnTo>
                    <a:lnTo>
                      <a:pt x="26" y="10"/>
                    </a:lnTo>
                    <a:lnTo>
                      <a:pt x="0" y="19"/>
                    </a:lnTo>
                    <a:lnTo>
                      <a:pt x="24" y="8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74" name=""/>
              <p:cNvSpPr/>
              <p:nvPr/>
            </p:nvSpPr>
            <p:spPr>
              <a:xfrm rot="0">
                <a:off x="1749" y="3200"/>
                <a:ext cx="6" cy="3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11"/>
                    </a:moveTo>
                    <a:lnTo>
                      <a:pt x="26" y="1"/>
                    </a:lnTo>
                    <a:lnTo>
                      <a:pt x="25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75" name=""/>
              <p:cNvSpPr/>
              <p:nvPr/>
            </p:nvSpPr>
            <p:spPr>
              <a:xfrm rot="0" flipH="1" flipV="1">
                <a:off x="1755" y="32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76" name=""/>
              <p:cNvSpPr/>
              <p:nvPr/>
            </p:nvSpPr>
            <p:spPr>
              <a:xfrm rot="0">
                <a:off x="1736" y="3184"/>
                <a:ext cx="19" cy="22"/>
              </a:xfrm>
              <a:custGeom>
                <a:avLst/>
                <a:ahLst/>
                <a:rect l="0" t="0" r="r" b="b"/>
                <a:pathLst>
                  <a:path w="76" h="84">
                    <a:moveTo>
                      <a:pt x="26" y="84"/>
                    </a:moveTo>
                    <a:lnTo>
                      <a:pt x="51" y="74"/>
                    </a:lnTo>
                    <a:lnTo>
                      <a:pt x="76" y="63"/>
                    </a:lnTo>
                    <a:lnTo>
                      <a:pt x="49" y="0"/>
                    </a:lnTo>
                    <a:lnTo>
                      <a:pt x="24" y="10"/>
                    </a:lnTo>
                    <a:lnTo>
                      <a:pt x="0" y="21"/>
                    </a:lnTo>
                    <a:lnTo>
                      <a:pt x="26" y="8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77" name=""/>
              <p:cNvSpPr/>
              <p:nvPr/>
            </p:nvSpPr>
            <p:spPr>
              <a:xfrm rot="0">
                <a:off x="1736" y="3184"/>
                <a:ext cx="19" cy="22"/>
              </a:xfrm>
              <a:custGeom>
                <a:avLst/>
                <a:ahLst/>
                <a:rect l="0" t="0" r="r" b="b"/>
                <a:pathLst>
                  <a:path w="76" h="84">
                    <a:moveTo>
                      <a:pt x="26" y="84"/>
                    </a:moveTo>
                    <a:lnTo>
                      <a:pt x="51" y="74"/>
                    </a:lnTo>
                    <a:lnTo>
                      <a:pt x="76" y="63"/>
                    </a:lnTo>
                    <a:lnTo>
                      <a:pt x="49" y="0"/>
                    </a:lnTo>
                    <a:lnTo>
                      <a:pt x="24" y="10"/>
                    </a:lnTo>
                    <a:lnTo>
                      <a:pt x="0" y="21"/>
                    </a:lnTo>
                    <a:lnTo>
                      <a:pt x="26" y="8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78" name=""/>
              <p:cNvSpPr/>
              <p:nvPr/>
            </p:nvSpPr>
            <p:spPr>
              <a:xfrm rot="0">
                <a:off x="1742" y="3184"/>
                <a:ext cx="6" cy="3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0" y="13"/>
                    </a:moveTo>
                    <a:lnTo>
                      <a:pt x="25" y="3"/>
                    </a:lnTo>
                    <a:lnTo>
                      <a:pt x="24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79" name=""/>
              <p:cNvSpPr/>
              <p:nvPr/>
            </p:nvSpPr>
            <p:spPr>
              <a:xfrm rot="0" flipH="1" flipV="1">
                <a:off x="1748" y="31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80" name=""/>
              <p:cNvSpPr/>
              <p:nvPr/>
            </p:nvSpPr>
            <p:spPr>
              <a:xfrm rot="0">
                <a:off x="1728" y="3169"/>
                <a:ext cx="20" cy="21"/>
              </a:xfrm>
              <a:custGeom>
                <a:avLst/>
                <a:ahLst/>
                <a:rect l="0" t="0" r="r" b="b"/>
                <a:pathLst>
                  <a:path w="81" h="87">
                    <a:moveTo>
                      <a:pt x="34" y="87"/>
                    </a:moveTo>
                    <a:lnTo>
                      <a:pt x="57" y="74"/>
                    </a:lnTo>
                    <a:lnTo>
                      <a:pt x="81" y="61"/>
                    </a:lnTo>
                    <a:lnTo>
                      <a:pt x="48" y="0"/>
                    </a:lnTo>
                    <a:lnTo>
                      <a:pt x="24" y="13"/>
                    </a:lnTo>
                    <a:lnTo>
                      <a:pt x="0" y="26"/>
                    </a:lnTo>
                    <a:lnTo>
                      <a:pt x="34" y="8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81" name=""/>
              <p:cNvSpPr/>
              <p:nvPr/>
            </p:nvSpPr>
            <p:spPr>
              <a:xfrm rot="0">
                <a:off x="1728" y="3169"/>
                <a:ext cx="20" cy="21"/>
              </a:xfrm>
              <a:custGeom>
                <a:avLst/>
                <a:ahLst/>
                <a:rect l="0" t="0" r="r" b="b"/>
                <a:pathLst>
                  <a:path w="81" h="87">
                    <a:moveTo>
                      <a:pt x="34" y="87"/>
                    </a:moveTo>
                    <a:lnTo>
                      <a:pt x="57" y="74"/>
                    </a:lnTo>
                    <a:lnTo>
                      <a:pt x="81" y="61"/>
                    </a:lnTo>
                    <a:lnTo>
                      <a:pt x="48" y="0"/>
                    </a:lnTo>
                    <a:lnTo>
                      <a:pt x="24" y="13"/>
                    </a:lnTo>
                    <a:lnTo>
                      <a:pt x="0" y="26"/>
                    </a:lnTo>
                    <a:lnTo>
                      <a:pt x="34" y="8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82" name=""/>
              <p:cNvSpPr/>
              <p:nvPr/>
            </p:nvSpPr>
            <p:spPr>
              <a:xfrm rot="0">
                <a:off x="1734" y="3168"/>
                <a:ext cx="5" cy="4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14"/>
                    </a:moveTo>
                    <a:lnTo>
                      <a:pt x="24" y="1"/>
                    </a:lnTo>
                    <a:lnTo>
                      <a:pt x="24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83" name=""/>
              <p:cNvSpPr/>
              <p:nvPr/>
            </p:nvSpPr>
            <p:spPr>
              <a:xfrm rot="0" flipV="1">
                <a:off x="1739" y="31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84" name=""/>
              <p:cNvSpPr/>
              <p:nvPr/>
            </p:nvSpPr>
            <p:spPr>
              <a:xfrm rot="0">
                <a:off x="1718" y="3153"/>
                <a:ext cx="21" cy="22"/>
              </a:xfrm>
              <a:custGeom>
                <a:avLst/>
                <a:ahLst/>
                <a:rect l="0" t="0" r="r" b="b"/>
                <a:pathLst>
                  <a:path w="84" h="87">
                    <a:moveTo>
                      <a:pt x="36" y="87"/>
                    </a:moveTo>
                    <a:lnTo>
                      <a:pt x="60" y="73"/>
                    </a:lnTo>
                    <a:lnTo>
                      <a:pt x="84" y="59"/>
                    </a:lnTo>
                    <a:lnTo>
                      <a:pt x="47" y="0"/>
                    </a:lnTo>
                    <a:lnTo>
                      <a:pt x="23" y="14"/>
                    </a:lnTo>
                    <a:lnTo>
                      <a:pt x="0" y="28"/>
                    </a:lnTo>
                    <a:lnTo>
                      <a:pt x="36" y="8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85" name=""/>
              <p:cNvSpPr/>
              <p:nvPr/>
            </p:nvSpPr>
            <p:spPr>
              <a:xfrm rot="0">
                <a:off x="1718" y="3153"/>
                <a:ext cx="21" cy="22"/>
              </a:xfrm>
              <a:custGeom>
                <a:avLst/>
                <a:ahLst/>
                <a:rect l="0" t="0" r="r" b="b"/>
                <a:pathLst>
                  <a:path w="84" h="87">
                    <a:moveTo>
                      <a:pt x="36" y="87"/>
                    </a:moveTo>
                    <a:lnTo>
                      <a:pt x="60" y="73"/>
                    </a:lnTo>
                    <a:lnTo>
                      <a:pt x="84" y="59"/>
                    </a:lnTo>
                    <a:lnTo>
                      <a:pt x="47" y="0"/>
                    </a:lnTo>
                    <a:lnTo>
                      <a:pt x="23" y="14"/>
                    </a:lnTo>
                    <a:lnTo>
                      <a:pt x="0" y="28"/>
                    </a:lnTo>
                    <a:lnTo>
                      <a:pt x="36" y="8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86" name=""/>
              <p:cNvSpPr/>
              <p:nvPr/>
            </p:nvSpPr>
            <p:spPr>
              <a:xfrm rot="0">
                <a:off x="1724" y="3153"/>
                <a:ext cx="6" cy="4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0" y="16"/>
                    </a:moveTo>
                    <a:lnTo>
                      <a:pt x="24" y="2"/>
                    </a:lnTo>
                    <a:lnTo>
                      <a:pt x="23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87" name=""/>
              <p:cNvSpPr/>
              <p:nvPr/>
            </p:nvSpPr>
            <p:spPr>
              <a:xfrm rot="0" flipH="1" flipV="1">
                <a:off x="1730" y="31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88" name=""/>
              <p:cNvSpPr/>
              <p:nvPr/>
            </p:nvSpPr>
            <p:spPr>
              <a:xfrm rot="0">
                <a:off x="1709" y="3139"/>
                <a:ext cx="21" cy="22"/>
              </a:xfrm>
              <a:custGeom>
                <a:avLst/>
                <a:ahLst/>
                <a:rect l="0" t="0" r="r" b="b"/>
                <a:pathLst>
                  <a:path w="86" h="88">
                    <a:moveTo>
                      <a:pt x="41" y="88"/>
                    </a:moveTo>
                    <a:lnTo>
                      <a:pt x="63" y="72"/>
                    </a:lnTo>
                    <a:lnTo>
                      <a:pt x="86" y="56"/>
                    </a:lnTo>
                    <a:lnTo>
                      <a:pt x="45" y="0"/>
                    </a:lnTo>
                    <a:lnTo>
                      <a:pt x="23" y="16"/>
                    </a:lnTo>
                    <a:lnTo>
                      <a:pt x="0" y="32"/>
                    </a:lnTo>
                    <a:lnTo>
                      <a:pt x="41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89" name=""/>
              <p:cNvSpPr/>
              <p:nvPr/>
            </p:nvSpPr>
            <p:spPr>
              <a:xfrm rot="0">
                <a:off x="1709" y="3139"/>
                <a:ext cx="21" cy="22"/>
              </a:xfrm>
              <a:custGeom>
                <a:avLst/>
                <a:ahLst/>
                <a:rect l="0" t="0" r="r" b="b"/>
                <a:pathLst>
                  <a:path w="86" h="88">
                    <a:moveTo>
                      <a:pt x="41" y="88"/>
                    </a:moveTo>
                    <a:lnTo>
                      <a:pt x="63" y="72"/>
                    </a:lnTo>
                    <a:lnTo>
                      <a:pt x="86" y="56"/>
                    </a:lnTo>
                    <a:lnTo>
                      <a:pt x="45" y="0"/>
                    </a:lnTo>
                    <a:lnTo>
                      <a:pt x="23" y="16"/>
                    </a:lnTo>
                    <a:lnTo>
                      <a:pt x="0" y="32"/>
                    </a:lnTo>
                    <a:lnTo>
                      <a:pt x="41" y="8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90" name=""/>
              <p:cNvSpPr/>
              <p:nvPr/>
            </p:nvSpPr>
            <p:spPr>
              <a:xfrm rot="0">
                <a:off x="1714" y="3138"/>
                <a:ext cx="6" cy="5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0" y="18"/>
                    </a:moveTo>
                    <a:lnTo>
                      <a:pt x="22" y="2"/>
                    </a:lnTo>
                    <a:lnTo>
                      <a:pt x="2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91" name=""/>
              <p:cNvSpPr/>
              <p:nvPr/>
            </p:nvSpPr>
            <p:spPr>
              <a:xfrm rot="0" flipH="1" flipV="1">
                <a:off x="1719" y="313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92" name=""/>
              <p:cNvSpPr/>
              <p:nvPr/>
            </p:nvSpPr>
            <p:spPr>
              <a:xfrm rot="0">
                <a:off x="1698" y="3125"/>
                <a:ext cx="21" cy="23"/>
              </a:xfrm>
              <a:custGeom>
                <a:avLst/>
                <a:ahLst/>
                <a:rect l="0" t="0" r="r" b="b"/>
                <a:pathLst>
                  <a:path w="87" h="89">
                    <a:moveTo>
                      <a:pt x="46" y="89"/>
                    </a:moveTo>
                    <a:lnTo>
                      <a:pt x="67" y="71"/>
                    </a:lnTo>
                    <a:lnTo>
                      <a:pt x="87" y="53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7"/>
                    </a:lnTo>
                    <a:lnTo>
                      <a:pt x="46" y="8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93" name=""/>
              <p:cNvSpPr/>
              <p:nvPr/>
            </p:nvSpPr>
            <p:spPr>
              <a:xfrm rot="0">
                <a:off x="1698" y="3125"/>
                <a:ext cx="21" cy="23"/>
              </a:xfrm>
              <a:custGeom>
                <a:avLst/>
                <a:ahLst/>
                <a:rect l="0" t="0" r="r" b="b"/>
                <a:pathLst>
                  <a:path w="87" h="89">
                    <a:moveTo>
                      <a:pt x="46" y="89"/>
                    </a:moveTo>
                    <a:lnTo>
                      <a:pt x="67" y="71"/>
                    </a:lnTo>
                    <a:lnTo>
                      <a:pt x="87" y="53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7"/>
                    </a:lnTo>
                    <a:lnTo>
                      <a:pt x="46" y="8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94" name=""/>
              <p:cNvSpPr/>
              <p:nvPr/>
            </p:nvSpPr>
            <p:spPr>
              <a:xfrm rot="0">
                <a:off x="1703" y="3125"/>
                <a:ext cx="5" cy="5"/>
              </a:xfrm>
              <a:custGeom>
                <a:avLst/>
                <a:ahLst/>
                <a:rect l="0" t="0" r="r" b="b"/>
                <a:pathLst>
                  <a:path w="21" h="19">
                    <a:moveTo>
                      <a:pt x="0" y="19"/>
                    </a:moveTo>
                    <a:lnTo>
                      <a:pt x="21" y="1"/>
                    </a:lnTo>
                    <a:lnTo>
                      <a:pt x="20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95" name=""/>
              <p:cNvSpPr/>
              <p:nvPr/>
            </p:nvSpPr>
            <p:spPr>
              <a:xfrm rot="0" flipH="1" flipV="1">
                <a:off x="1707" y="31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96" name=""/>
              <p:cNvSpPr/>
              <p:nvPr/>
            </p:nvSpPr>
            <p:spPr>
              <a:xfrm rot="0">
                <a:off x="1686" y="3113"/>
                <a:ext cx="21" cy="22"/>
              </a:xfrm>
              <a:custGeom>
                <a:avLst/>
                <a:ahLst/>
                <a:rect l="0" t="0" r="r" b="b"/>
                <a:pathLst>
                  <a:path w="87" h="88">
                    <a:moveTo>
                      <a:pt x="48" y="88"/>
                    </a:moveTo>
                    <a:lnTo>
                      <a:pt x="67" y="68"/>
                    </a:lnTo>
                    <a:lnTo>
                      <a:pt x="87" y="49"/>
                    </a:lnTo>
                    <a:lnTo>
                      <a:pt x="38" y="0"/>
                    </a:lnTo>
                    <a:lnTo>
                      <a:pt x="19" y="19"/>
                    </a:lnTo>
                    <a:lnTo>
                      <a:pt x="0" y="38"/>
                    </a:lnTo>
                    <a:lnTo>
                      <a:pt x="48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97" name=""/>
              <p:cNvSpPr/>
              <p:nvPr/>
            </p:nvSpPr>
            <p:spPr>
              <a:xfrm rot="0">
                <a:off x="1686" y="3113"/>
                <a:ext cx="21" cy="22"/>
              </a:xfrm>
              <a:custGeom>
                <a:avLst/>
                <a:ahLst/>
                <a:rect l="0" t="0" r="r" b="b"/>
                <a:pathLst>
                  <a:path w="87" h="88">
                    <a:moveTo>
                      <a:pt x="48" y="88"/>
                    </a:moveTo>
                    <a:lnTo>
                      <a:pt x="67" y="68"/>
                    </a:lnTo>
                    <a:lnTo>
                      <a:pt x="87" y="49"/>
                    </a:lnTo>
                    <a:lnTo>
                      <a:pt x="38" y="0"/>
                    </a:lnTo>
                    <a:lnTo>
                      <a:pt x="19" y="19"/>
                    </a:lnTo>
                    <a:lnTo>
                      <a:pt x="0" y="38"/>
                    </a:lnTo>
                    <a:lnTo>
                      <a:pt x="48" y="8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098" name=""/>
              <p:cNvSpPr/>
              <p:nvPr/>
            </p:nvSpPr>
            <p:spPr>
              <a:xfrm rot="0">
                <a:off x="1691" y="3112"/>
                <a:ext cx="4" cy="5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0" y="20"/>
                    </a:moveTo>
                    <a:lnTo>
                      <a:pt x="19" y="1"/>
                    </a:lnTo>
                    <a:lnTo>
                      <a:pt x="18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099" name=""/>
              <p:cNvSpPr/>
              <p:nvPr/>
            </p:nvSpPr>
            <p:spPr>
              <a:xfrm rot="0" flipH="1" flipV="1">
                <a:off x="1695" y="31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00" name=""/>
              <p:cNvSpPr/>
              <p:nvPr/>
            </p:nvSpPr>
            <p:spPr>
              <a:xfrm rot="0">
                <a:off x="1673" y="3101"/>
                <a:ext cx="22" cy="22"/>
              </a:xfrm>
              <a:custGeom>
                <a:avLst/>
                <a:ahLst/>
                <a:rect l="0" t="0" r="r" b="b"/>
                <a:pathLst>
                  <a:path w="89" h="86">
                    <a:moveTo>
                      <a:pt x="53" y="86"/>
                    </a:moveTo>
                    <a:lnTo>
                      <a:pt x="71" y="66"/>
                    </a:lnTo>
                    <a:lnTo>
                      <a:pt x="89" y="46"/>
                    </a:lnTo>
                    <a:lnTo>
                      <a:pt x="37" y="0"/>
                    </a:lnTo>
                    <a:lnTo>
                      <a:pt x="18" y="21"/>
                    </a:lnTo>
                    <a:lnTo>
                      <a:pt x="0" y="41"/>
                    </a:lnTo>
                    <a:lnTo>
                      <a:pt x="53" y="8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01" name=""/>
              <p:cNvSpPr/>
              <p:nvPr/>
            </p:nvSpPr>
            <p:spPr>
              <a:xfrm rot="0">
                <a:off x="1673" y="3101"/>
                <a:ext cx="22" cy="22"/>
              </a:xfrm>
              <a:custGeom>
                <a:avLst/>
                <a:ahLst/>
                <a:rect l="0" t="0" r="r" b="b"/>
                <a:pathLst>
                  <a:path w="89" h="86">
                    <a:moveTo>
                      <a:pt x="53" y="86"/>
                    </a:moveTo>
                    <a:lnTo>
                      <a:pt x="71" y="66"/>
                    </a:lnTo>
                    <a:lnTo>
                      <a:pt x="89" y="46"/>
                    </a:lnTo>
                    <a:lnTo>
                      <a:pt x="37" y="0"/>
                    </a:lnTo>
                    <a:lnTo>
                      <a:pt x="18" y="21"/>
                    </a:lnTo>
                    <a:lnTo>
                      <a:pt x="0" y="41"/>
                    </a:lnTo>
                    <a:lnTo>
                      <a:pt x="53" y="8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02" name=""/>
              <p:cNvSpPr/>
              <p:nvPr/>
            </p:nvSpPr>
            <p:spPr>
              <a:xfrm rot="0">
                <a:off x="1677" y="3101"/>
                <a:ext cx="5" cy="5"/>
              </a:xfrm>
              <a:custGeom>
                <a:avLst/>
                <a:ahLst/>
                <a:rect l="0" t="0" r="r" b="b"/>
                <a:pathLst>
                  <a:path w="19" h="22">
                    <a:moveTo>
                      <a:pt x="0" y="22"/>
                    </a:moveTo>
                    <a:lnTo>
                      <a:pt x="19" y="1"/>
                    </a:lnTo>
                    <a:lnTo>
                      <a:pt x="1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03" name=""/>
              <p:cNvSpPr/>
              <p:nvPr/>
            </p:nvSpPr>
            <p:spPr>
              <a:xfrm rot="0" flipH="1" flipV="1">
                <a:off x="1681" y="31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04" name=""/>
              <p:cNvSpPr/>
              <p:nvPr/>
            </p:nvSpPr>
            <p:spPr>
              <a:xfrm rot="0">
                <a:off x="1659" y="3090"/>
                <a:ext cx="22" cy="22"/>
              </a:xfrm>
              <a:custGeom>
                <a:avLst/>
                <a:ahLst/>
                <a:rect l="0" t="0" r="r" b="b"/>
                <a:pathLst>
                  <a:path w="89" h="85">
                    <a:moveTo>
                      <a:pt x="56" y="85"/>
                    </a:moveTo>
                    <a:lnTo>
                      <a:pt x="72" y="64"/>
                    </a:lnTo>
                    <a:lnTo>
                      <a:pt x="89" y="42"/>
                    </a:lnTo>
                    <a:lnTo>
                      <a:pt x="33" y="0"/>
                    </a:lnTo>
                    <a:lnTo>
                      <a:pt x="17" y="22"/>
                    </a:lnTo>
                    <a:lnTo>
                      <a:pt x="0" y="43"/>
                    </a:lnTo>
                    <a:lnTo>
                      <a:pt x="56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05" name=""/>
              <p:cNvSpPr/>
              <p:nvPr/>
            </p:nvSpPr>
            <p:spPr>
              <a:xfrm rot="0">
                <a:off x="1659" y="3090"/>
                <a:ext cx="22" cy="22"/>
              </a:xfrm>
              <a:custGeom>
                <a:avLst/>
                <a:ahLst/>
                <a:rect l="0" t="0" r="r" b="b"/>
                <a:pathLst>
                  <a:path w="89" h="85">
                    <a:moveTo>
                      <a:pt x="56" y="85"/>
                    </a:moveTo>
                    <a:lnTo>
                      <a:pt x="72" y="64"/>
                    </a:lnTo>
                    <a:lnTo>
                      <a:pt x="89" y="42"/>
                    </a:lnTo>
                    <a:lnTo>
                      <a:pt x="33" y="0"/>
                    </a:lnTo>
                    <a:lnTo>
                      <a:pt x="17" y="22"/>
                    </a:lnTo>
                    <a:lnTo>
                      <a:pt x="0" y="43"/>
                    </a:lnTo>
                    <a:lnTo>
                      <a:pt x="56" y="8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06" name=""/>
              <p:cNvSpPr/>
              <p:nvPr/>
            </p:nvSpPr>
            <p:spPr>
              <a:xfrm rot="0">
                <a:off x="1663" y="3090"/>
                <a:ext cx="4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0" y="24"/>
                    </a:moveTo>
                    <a:lnTo>
                      <a:pt x="16" y="2"/>
                    </a:lnTo>
                    <a:lnTo>
                      <a:pt x="14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07" name=""/>
              <p:cNvSpPr/>
              <p:nvPr/>
            </p:nvSpPr>
            <p:spPr>
              <a:xfrm rot="0" flipH="1" flipV="1">
                <a:off x="1667" y="30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08" name=""/>
              <p:cNvSpPr/>
              <p:nvPr/>
            </p:nvSpPr>
            <p:spPr>
              <a:xfrm rot="0">
                <a:off x="1645" y="3081"/>
                <a:ext cx="22" cy="21"/>
              </a:xfrm>
              <a:custGeom>
                <a:avLst/>
                <a:ahLst/>
                <a:rect l="0" t="0" r="r" b="b"/>
                <a:pathLst>
                  <a:path w="88" h="84">
                    <a:moveTo>
                      <a:pt x="60" y="84"/>
                    </a:moveTo>
                    <a:lnTo>
                      <a:pt x="74" y="60"/>
                    </a:lnTo>
                    <a:lnTo>
                      <a:pt x="88" y="36"/>
                    </a:lnTo>
                    <a:lnTo>
                      <a:pt x="28" y="0"/>
                    </a:lnTo>
                    <a:lnTo>
                      <a:pt x="14" y="23"/>
                    </a:lnTo>
                    <a:lnTo>
                      <a:pt x="0" y="47"/>
                    </a:lnTo>
                    <a:lnTo>
                      <a:pt x="60" y="8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09" name=""/>
              <p:cNvSpPr/>
              <p:nvPr/>
            </p:nvSpPr>
            <p:spPr>
              <a:xfrm rot="0">
                <a:off x="1645" y="3081"/>
                <a:ext cx="22" cy="21"/>
              </a:xfrm>
              <a:custGeom>
                <a:avLst/>
                <a:ahLst/>
                <a:rect l="0" t="0" r="r" b="b"/>
                <a:pathLst>
                  <a:path w="88" h="84">
                    <a:moveTo>
                      <a:pt x="60" y="84"/>
                    </a:moveTo>
                    <a:lnTo>
                      <a:pt x="74" y="60"/>
                    </a:lnTo>
                    <a:lnTo>
                      <a:pt x="88" y="36"/>
                    </a:lnTo>
                    <a:lnTo>
                      <a:pt x="28" y="0"/>
                    </a:lnTo>
                    <a:lnTo>
                      <a:pt x="14" y="23"/>
                    </a:lnTo>
                    <a:lnTo>
                      <a:pt x="0" y="47"/>
                    </a:lnTo>
                    <a:lnTo>
                      <a:pt x="60" y="8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10" name=""/>
              <p:cNvSpPr/>
              <p:nvPr/>
            </p:nvSpPr>
            <p:spPr>
              <a:xfrm rot="0">
                <a:off x="1649" y="3080"/>
                <a:ext cx="3" cy="7"/>
              </a:xfrm>
              <a:custGeom>
                <a:avLst/>
                <a:ahLst/>
                <a:rect l="0" t="0" r="r" b="b"/>
                <a:pathLst>
                  <a:path w="14" h="24">
                    <a:moveTo>
                      <a:pt x="0" y="24"/>
                    </a:moveTo>
                    <a:lnTo>
                      <a:pt x="14" y="1"/>
                    </a:lnTo>
                    <a:lnTo>
                      <a:pt x="13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11" name=""/>
              <p:cNvSpPr/>
              <p:nvPr/>
            </p:nvSpPr>
            <p:spPr>
              <a:xfrm rot="0" flipH="1" flipV="1">
                <a:off x="1652" y="30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12" name=""/>
              <p:cNvSpPr/>
              <p:nvPr/>
            </p:nvSpPr>
            <p:spPr>
              <a:xfrm rot="0">
                <a:off x="1630" y="3072"/>
                <a:ext cx="22" cy="21"/>
              </a:xfrm>
              <a:custGeom>
                <a:avLst/>
                <a:ahLst/>
                <a:rect l="0" t="0" r="r" b="b"/>
                <a:pathLst>
                  <a:path w="87" h="82">
                    <a:moveTo>
                      <a:pt x="62" y="82"/>
                    </a:moveTo>
                    <a:lnTo>
                      <a:pt x="74" y="57"/>
                    </a:lnTo>
                    <a:lnTo>
                      <a:pt x="87" y="33"/>
                    </a:lnTo>
                    <a:lnTo>
                      <a:pt x="26" y="0"/>
                    </a:lnTo>
                    <a:lnTo>
                      <a:pt x="13" y="25"/>
                    </a:lnTo>
                    <a:lnTo>
                      <a:pt x="0" y="50"/>
                    </a:lnTo>
                    <a:lnTo>
                      <a:pt x="62" y="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13" name=""/>
              <p:cNvSpPr/>
              <p:nvPr/>
            </p:nvSpPr>
            <p:spPr>
              <a:xfrm rot="0">
                <a:off x="1630" y="3072"/>
                <a:ext cx="22" cy="21"/>
              </a:xfrm>
              <a:custGeom>
                <a:avLst/>
                <a:ahLst/>
                <a:rect l="0" t="0" r="r" b="b"/>
                <a:pathLst>
                  <a:path w="87" h="82">
                    <a:moveTo>
                      <a:pt x="62" y="82"/>
                    </a:moveTo>
                    <a:lnTo>
                      <a:pt x="74" y="57"/>
                    </a:lnTo>
                    <a:lnTo>
                      <a:pt x="87" y="33"/>
                    </a:lnTo>
                    <a:lnTo>
                      <a:pt x="26" y="0"/>
                    </a:lnTo>
                    <a:lnTo>
                      <a:pt x="13" y="25"/>
                    </a:lnTo>
                    <a:lnTo>
                      <a:pt x="0" y="50"/>
                    </a:lnTo>
                    <a:lnTo>
                      <a:pt x="62" y="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14" name=""/>
              <p:cNvSpPr/>
              <p:nvPr/>
            </p:nvSpPr>
            <p:spPr>
              <a:xfrm rot="0">
                <a:off x="1633" y="3072"/>
                <a:ext cx="4" cy="7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25"/>
                    </a:moveTo>
                    <a:lnTo>
                      <a:pt x="13" y="0"/>
                    </a:lnTo>
                    <a:lnTo>
                      <a:pt x="11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15" name=""/>
              <p:cNvSpPr/>
              <p:nvPr/>
            </p:nvSpPr>
            <p:spPr>
              <a:xfrm rot="0" flipH="1">
                <a:off x="1636" y="30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16" name=""/>
              <p:cNvSpPr/>
              <p:nvPr/>
            </p:nvSpPr>
            <p:spPr>
              <a:xfrm rot="0">
                <a:off x="1614" y="3065"/>
                <a:ext cx="22" cy="20"/>
              </a:xfrm>
              <a:custGeom>
                <a:avLst/>
                <a:ahLst/>
                <a:rect l="0" t="0" r="r" b="b"/>
                <a:pathLst>
                  <a:path w="86" h="78">
                    <a:moveTo>
                      <a:pt x="64" y="78"/>
                    </a:moveTo>
                    <a:lnTo>
                      <a:pt x="75" y="53"/>
                    </a:lnTo>
                    <a:lnTo>
                      <a:pt x="86" y="28"/>
                    </a:lnTo>
                    <a:lnTo>
                      <a:pt x="21" y="0"/>
                    </a:lnTo>
                    <a:lnTo>
                      <a:pt x="11" y="25"/>
                    </a:lnTo>
                    <a:lnTo>
                      <a:pt x="0" y="50"/>
                    </a:lnTo>
                    <a:lnTo>
                      <a:pt x="64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17" name=""/>
              <p:cNvSpPr/>
              <p:nvPr/>
            </p:nvSpPr>
            <p:spPr>
              <a:xfrm rot="0">
                <a:off x="1614" y="3065"/>
                <a:ext cx="22" cy="20"/>
              </a:xfrm>
              <a:custGeom>
                <a:avLst/>
                <a:ahLst/>
                <a:rect l="0" t="0" r="r" b="b"/>
                <a:pathLst>
                  <a:path w="86" h="78">
                    <a:moveTo>
                      <a:pt x="64" y="78"/>
                    </a:moveTo>
                    <a:lnTo>
                      <a:pt x="75" y="53"/>
                    </a:lnTo>
                    <a:lnTo>
                      <a:pt x="86" y="28"/>
                    </a:lnTo>
                    <a:lnTo>
                      <a:pt x="21" y="0"/>
                    </a:lnTo>
                    <a:lnTo>
                      <a:pt x="11" y="25"/>
                    </a:lnTo>
                    <a:lnTo>
                      <a:pt x="0" y="50"/>
                    </a:lnTo>
                    <a:lnTo>
                      <a:pt x="64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18" name=""/>
              <p:cNvSpPr/>
              <p:nvPr/>
            </p:nvSpPr>
            <p:spPr>
              <a:xfrm rot="0">
                <a:off x="1617" y="3065"/>
                <a:ext cx="3" cy="7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0" y="26"/>
                    </a:moveTo>
                    <a:lnTo>
                      <a:pt x="10" y="1"/>
                    </a:lnTo>
                    <a:lnTo>
                      <a:pt x="9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19" name=""/>
              <p:cNvSpPr/>
              <p:nvPr/>
            </p:nvSpPr>
            <p:spPr>
              <a:xfrm rot="0" flipH="1" flipV="1">
                <a:off x="1620" y="306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20" name=""/>
              <p:cNvSpPr/>
              <p:nvPr/>
            </p:nvSpPr>
            <p:spPr>
              <a:xfrm rot="0">
                <a:off x="1598" y="3059"/>
                <a:ext cx="22" cy="19"/>
              </a:xfrm>
              <a:custGeom>
                <a:avLst/>
                <a:ahLst/>
                <a:rect l="0" t="0" r="r" b="b"/>
                <a:pathLst>
                  <a:path w="85" h="75">
                    <a:moveTo>
                      <a:pt x="66" y="75"/>
                    </a:moveTo>
                    <a:lnTo>
                      <a:pt x="76" y="49"/>
                    </a:lnTo>
                    <a:lnTo>
                      <a:pt x="85" y="23"/>
                    </a:lnTo>
                    <a:lnTo>
                      <a:pt x="20" y="0"/>
                    </a:lnTo>
                    <a:lnTo>
                      <a:pt x="10" y="26"/>
                    </a:lnTo>
                    <a:lnTo>
                      <a:pt x="0" y="51"/>
                    </a:lnTo>
                    <a:lnTo>
                      <a:pt x="66" y="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21" name=""/>
              <p:cNvSpPr/>
              <p:nvPr/>
            </p:nvSpPr>
            <p:spPr>
              <a:xfrm rot="0">
                <a:off x="1598" y="3059"/>
                <a:ext cx="22" cy="19"/>
              </a:xfrm>
              <a:custGeom>
                <a:avLst/>
                <a:ahLst/>
                <a:rect l="0" t="0" r="r" b="b"/>
                <a:pathLst>
                  <a:path w="85" h="75">
                    <a:moveTo>
                      <a:pt x="66" y="75"/>
                    </a:moveTo>
                    <a:lnTo>
                      <a:pt x="76" y="49"/>
                    </a:lnTo>
                    <a:lnTo>
                      <a:pt x="85" y="23"/>
                    </a:lnTo>
                    <a:lnTo>
                      <a:pt x="20" y="0"/>
                    </a:lnTo>
                    <a:lnTo>
                      <a:pt x="10" y="26"/>
                    </a:lnTo>
                    <a:lnTo>
                      <a:pt x="0" y="51"/>
                    </a:lnTo>
                    <a:lnTo>
                      <a:pt x="66" y="7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22" name=""/>
              <p:cNvSpPr/>
              <p:nvPr/>
            </p:nvSpPr>
            <p:spPr>
              <a:xfrm rot="0">
                <a:off x="1601" y="3059"/>
                <a:ext cx="2" cy="7"/>
              </a:xfrm>
              <a:custGeom>
                <a:avLst/>
                <a:ahLst/>
                <a:rect l="0" t="0" r="r" b="b"/>
                <a:pathLst>
                  <a:path w="10" h="27">
                    <a:moveTo>
                      <a:pt x="0" y="27"/>
                    </a:moveTo>
                    <a:lnTo>
                      <a:pt x="10" y="1"/>
                    </a:lnTo>
                    <a:lnTo>
                      <a:pt x="7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23" name=""/>
              <p:cNvSpPr/>
              <p:nvPr/>
            </p:nvSpPr>
            <p:spPr>
              <a:xfrm rot="0" flipH="1" flipV="1">
                <a:off x="1602" y="30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24" name=""/>
              <p:cNvSpPr/>
              <p:nvPr/>
            </p:nvSpPr>
            <p:spPr>
              <a:xfrm rot="0">
                <a:off x="1583" y="3055"/>
                <a:ext cx="19" cy="17"/>
              </a:xfrm>
              <a:custGeom>
                <a:avLst/>
                <a:ahLst/>
                <a:rect l="0" t="0" r="r" b="b"/>
                <a:pathLst>
                  <a:path w="80" h="71">
                    <a:moveTo>
                      <a:pt x="67" y="71"/>
                    </a:moveTo>
                    <a:lnTo>
                      <a:pt x="73" y="45"/>
                    </a:lnTo>
                    <a:lnTo>
                      <a:pt x="80" y="18"/>
                    </a:lnTo>
                    <a:lnTo>
                      <a:pt x="13" y="0"/>
                    </a:lnTo>
                    <a:lnTo>
                      <a:pt x="7" y="27"/>
                    </a:lnTo>
                    <a:lnTo>
                      <a:pt x="0" y="54"/>
                    </a:lnTo>
                    <a:lnTo>
                      <a:pt x="67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25" name=""/>
              <p:cNvSpPr/>
              <p:nvPr/>
            </p:nvSpPr>
            <p:spPr>
              <a:xfrm rot="0">
                <a:off x="1583" y="3055"/>
                <a:ext cx="19" cy="17"/>
              </a:xfrm>
              <a:custGeom>
                <a:avLst/>
                <a:ahLst/>
                <a:rect l="0" t="0" r="r" b="b"/>
                <a:pathLst>
                  <a:path w="80" h="71">
                    <a:moveTo>
                      <a:pt x="67" y="71"/>
                    </a:moveTo>
                    <a:lnTo>
                      <a:pt x="73" y="45"/>
                    </a:lnTo>
                    <a:lnTo>
                      <a:pt x="80" y="18"/>
                    </a:lnTo>
                    <a:lnTo>
                      <a:pt x="13" y="0"/>
                    </a:lnTo>
                    <a:lnTo>
                      <a:pt x="7" y="27"/>
                    </a:lnTo>
                    <a:lnTo>
                      <a:pt x="0" y="54"/>
                    </a:lnTo>
                    <a:lnTo>
                      <a:pt x="67" y="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26" name=""/>
              <p:cNvSpPr/>
              <p:nvPr/>
            </p:nvSpPr>
            <p:spPr>
              <a:xfrm rot="0">
                <a:off x="1584" y="3055"/>
                <a:ext cx="2" cy="6"/>
              </a:xfrm>
              <a:custGeom>
                <a:avLst/>
                <a:ahLst/>
                <a:rect l="0" t="0" r="r" b="b"/>
                <a:pathLst>
                  <a:path w="6" h="27">
                    <a:moveTo>
                      <a:pt x="0" y="27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27" name=""/>
              <p:cNvSpPr/>
              <p:nvPr/>
            </p:nvSpPr>
            <p:spPr>
              <a:xfrm rot="0" flipH="1">
                <a:off x="1585" y="30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28" name=""/>
              <p:cNvSpPr/>
              <p:nvPr/>
            </p:nvSpPr>
            <p:spPr>
              <a:xfrm rot="0">
                <a:off x="1566" y="3051"/>
                <a:ext cx="19" cy="17"/>
              </a:xfrm>
              <a:custGeom>
                <a:avLst/>
                <a:ahLst/>
                <a:rect l="0" t="0" r="r" b="b"/>
                <a:pathLst>
                  <a:path w="80" h="66">
                    <a:moveTo>
                      <a:pt x="69" y="66"/>
                    </a:moveTo>
                    <a:lnTo>
                      <a:pt x="75" y="39"/>
                    </a:lnTo>
                    <a:lnTo>
                      <a:pt x="80" y="12"/>
                    </a:lnTo>
                    <a:lnTo>
                      <a:pt x="11" y="0"/>
                    </a:lnTo>
                    <a:lnTo>
                      <a:pt x="6" y="26"/>
                    </a:lnTo>
                    <a:lnTo>
                      <a:pt x="0" y="53"/>
                    </a:lnTo>
                    <a:lnTo>
                      <a:pt x="69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29" name=""/>
              <p:cNvSpPr/>
              <p:nvPr/>
            </p:nvSpPr>
            <p:spPr>
              <a:xfrm rot="0">
                <a:off x="1566" y="3051"/>
                <a:ext cx="19" cy="17"/>
              </a:xfrm>
              <a:custGeom>
                <a:avLst/>
                <a:ahLst/>
                <a:rect l="0" t="0" r="r" b="b"/>
                <a:pathLst>
                  <a:path w="80" h="66">
                    <a:moveTo>
                      <a:pt x="69" y="66"/>
                    </a:moveTo>
                    <a:lnTo>
                      <a:pt x="75" y="39"/>
                    </a:lnTo>
                    <a:lnTo>
                      <a:pt x="80" y="12"/>
                    </a:lnTo>
                    <a:lnTo>
                      <a:pt x="11" y="0"/>
                    </a:lnTo>
                    <a:lnTo>
                      <a:pt x="6" y="26"/>
                    </a:lnTo>
                    <a:lnTo>
                      <a:pt x="0" y="53"/>
                    </a:lnTo>
                    <a:lnTo>
                      <a:pt x="69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30" name=""/>
              <p:cNvSpPr/>
              <p:nvPr/>
            </p:nvSpPr>
            <p:spPr>
              <a:xfrm rot="0">
                <a:off x="1567" y="3051"/>
                <a:ext cx="1" cy="7"/>
              </a:xfrm>
              <a:custGeom>
                <a:avLst/>
                <a:ahLst/>
                <a:rect l="0" t="0" r="r" b="b"/>
                <a:pathLst>
                  <a:path w="5" h="26">
                    <a:moveTo>
                      <a:pt x="0" y="26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31" name=""/>
              <p:cNvSpPr/>
              <p:nvPr/>
            </p:nvSpPr>
            <p:spPr>
              <a:xfrm rot="0" flipH="1">
                <a:off x="1568" y="30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32" name=""/>
              <p:cNvSpPr/>
              <p:nvPr/>
            </p:nvSpPr>
            <p:spPr>
              <a:xfrm rot="0">
                <a:off x="1549" y="3049"/>
                <a:ext cx="19" cy="16"/>
              </a:xfrm>
              <a:custGeom>
                <a:avLst/>
                <a:ahLst/>
                <a:rect l="0" t="0" r="r" b="b"/>
                <a:pathLst>
                  <a:path w="75" h="62">
                    <a:moveTo>
                      <a:pt x="69" y="62"/>
                    </a:moveTo>
                    <a:lnTo>
                      <a:pt x="72" y="35"/>
                    </a:lnTo>
                    <a:lnTo>
                      <a:pt x="75" y="9"/>
                    </a:lnTo>
                    <a:lnTo>
                      <a:pt x="6" y="0"/>
                    </a:lnTo>
                    <a:lnTo>
                      <a:pt x="3" y="27"/>
                    </a:lnTo>
                    <a:lnTo>
                      <a:pt x="0" y="54"/>
                    </a:lnTo>
                    <a:lnTo>
                      <a:pt x="69" y="6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33" name=""/>
              <p:cNvSpPr/>
              <p:nvPr/>
            </p:nvSpPr>
            <p:spPr>
              <a:xfrm rot="0">
                <a:off x="1549" y="3049"/>
                <a:ext cx="19" cy="16"/>
              </a:xfrm>
              <a:custGeom>
                <a:avLst/>
                <a:ahLst/>
                <a:rect l="0" t="0" r="r" b="b"/>
                <a:pathLst>
                  <a:path w="75" h="62">
                    <a:moveTo>
                      <a:pt x="69" y="62"/>
                    </a:moveTo>
                    <a:lnTo>
                      <a:pt x="72" y="35"/>
                    </a:lnTo>
                    <a:lnTo>
                      <a:pt x="75" y="9"/>
                    </a:lnTo>
                    <a:lnTo>
                      <a:pt x="6" y="0"/>
                    </a:lnTo>
                    <a:lnTo>
                      <a:pt x="3" y="27"/>
                    </a:lnTo>
                    <a:lnTo>
                      <a:pt x="0" y="54"/>
                    </a:lnTo>
                    <a:lnTo>
                      <a:pt x="69" y="6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34" name=""/>
              <p:cNvSpPr/>
              <p:nvPr/>
            </p:nvSpPr>
            <p:spPr>
              <a:xfrm rot="0">
                <a:off x="1550" y="3049"/>
                <a:ext cx="1" cy="7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0" y="27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35" name=""/>
              <p:cNvSpPr/>
              <p:nvPr/>
            </p:nvSpPr>
            <p:spPr>
              <a:xfrm rot="0" flipH="1">
                <a:off x="1550" y="30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36" name=""/>
              <p:cNvSpPr/>
              <p:nvPr/>
            </p:nvSpPr>
            <p:spPr>
              <a:xfrm rot="0">
                <a:off x="1532" y="3049"/>
                <a:ext cx="18" cy="14"/>
              </a:xfrm>
              <a:custGeom>
                <a:avLst/>
                <a:ahLst/>
                <a:rect l="0" t="0" r="r" b="b"/>
                <a:pathLst>
                  <a:path w="71" h="56">
                    <a:moveTo>
                      <a:pt x="69" y="56"/>
                    </a:moveTo>
                    <a:lnTo>
                      <a:pt x="70" y="29"/>
                    </a:lnTo>
                    <a:lnTo>
                      <a:pt x="71" y="2"/>
                    </a:lnTo>
                    <a:lnTo>
                      <a:pt x="2" y="0"/>
                    </a:lnTo>
                    <a:lnTo>
                      <a:pt x="1" y="27"/>
                    </a:lnTo>
                    <a:lnTo>
                      <a:pt x="0" y="54"/>
                    </a:lnTo>
                    <a:lnTo>
                      <a:pt x="69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37" name=""/>
              <p:cNvSpPr/>
              <p:nvPr/>
            </p:nvSpPr>
            <p:spPr>
              <a:xfrm rot="0">
                <a:off x="1532" y="3049"/>
                <a:ext cx="18" cy="14"/>
              </a:xfrm>
              <a:custGeom>
                <a:avLst/>
                <a:ahLst/>
                <a:rect l="0" t="0" r="r" b="b"/>
                <a:pathLst>
                  <a:path w="71" h="56">
                    <a:moveTo>
                      <a:pt x="69" y="56"/>
                    </a:moveTo>
                    <a:lnTo>
                      <a:pt x="70" y="29"/>
                    </a:lnTo>
                    <a:lnTo>
                      <a:pt x="71" y="2"/>
                    </a:lnTo>
                    <a:lnTo>
                      <a:pt x="2" y="0"/>
                    </a:lnTo>
                    <a:lnTo>
                      <a:pt x="1" y="27"/>
                    </a:lnTo>
                    <a:lnTo>
                      <a:pt x="0" y="54"/>
                    </a:lnTo>
                    <a:lnTo>
                      <a:pt x="69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38" name=""/>
              <p:cNvSpPr/>
              <p:nvPr/>
            </p:nvSpPr>
            <p:spPr>
              <a:xfrm rot="0">
                <a:off x="1532" y="3049"/>
                <a:ext cx="1" cy="6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1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39" name=""/>
              <p:cNvSpPr/>
              <p:nvPr/>
            </p:nvSpPr>
            <p:spPr>
              <a:xfrm rot="0" flipH="1">
                <a:off x="1532" y="30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40" name=""/>
              <p:cNvSpPr/>
              <p:nvPr/>
            </p:nvSpPr>
            <p:spPr>
              <a:xfrm rot="0">
                <a:off x="1515" y="3049"/>
                <a:ext cx="18" cy="14"/>
              </a:xfrm>
              <a:custGeom>
                <a:avLst/>
                <a:ahLst/>
                <a:rect l="0" t="0" r="r" b="b"/>
                <a:pathLst>
                  <a:path w="72" h="56">
                    <a:moveTo>
                      <a:pt x="72" y="54"/>
                    </a:moveTo>
                    <a:lnTo>
                      <a:pt x="71" y="27"/>
                    </a:lnTo>
                    <a:lnTo>
                      <a:pt x="70" y="0"/>
                    </a:lnTo>
                    <a:lnTo>
                      <a:pt x="0" y="2"/>
                    </a:lnTo>
                    <a:lnTo>
                      <a:pt x="1" y="29"/>
                    </a:lnTo>
                    <a:lnTo>
                      <a:pt x="2" y="56"/>
                    </a:lnTo>
                    <a:lnTo>
                      <a:pt x="72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41" name=""/>
              <p:cNvSpPr/>
              <p:nvPr/>
            </p:nvSpPr>
            <p:spPr>
              <a:xfrm rot="0">
                <a:off x="1515" y="3049"/>
                <a:ext cx="18" cy="14"/>
              </a:xfrm>
              <a:custGeom>
                <a:avLst/>
                <a:ahLst/>
                <a:rect l="0" t="0" r="r" b="b"/>
                <a:pathLst>
                  <a:path w="72" h="56">
                    <a:moveTo>
                      <a:pt x="72" y="54"/>
                    </a:moveTo>
                    <a:lnTo>
                      <a:pt x="71" y="27"/>
                    </a:lnTo>
                    <a:lnTo>
                      <a:pt x="70" y="0"/>
                    </a:lnTo>
                    <a:lnTo>
                      <a:pt x="0" y="2"/>
                    </a:lnTo>
                    <a:lnTo>
                      <a:pt x="1" y="29"/>
                    </a:lnTo>
                    <a:lnTo>
                      <a:pt x="2" y="56"/>
                    </a:lnTo>
                    <a:lnTo>
                      <a:pt x="72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42" name=""/>
              <p:cNvSpPr/>
              <p:nvPr/>
            </p:nvSpPr>
            <p:spPr>
              <a:xfrm rot="0">
                <a:off x="1514" y="3049"/>
                <a:ext cx="1" cy="7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3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43" name=""/>
              <p:cNvSpPr/>
              <p:nvPr/>
            </p:nvSpPr>
            <p:spPr>
              <a:xfrm rot="0" flipH="1">
                <a:off x="1514" y="304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44" name=""/>
              <p:cNvSpPr/>
              <p:nvPr/>
            </p:nvSpPr>
            <p:spPr>
              <a:xfrm rot="0">
                <a:off x="1497" y="3049"/>
                <a:ext cx="19" cy="16"/>
              </a:xfrm>
              <a:custGeom>
                <a:avLst/>
                <a:ahLst/>
                <a:rect l="0" t="0" r="r" b="b"/>
                <a:pathLst>
                  <a:path w="76" h="62">
                    <a:moveTo>
                      <a:pt x="76" y="54"/>
                    </a:moveTo>
                    <a:lnTo>
                      <a:pt x="72" y="27"/>
                    </a:lnTo>
                    <a:lnTo>
                      <a:pt x="69" y="0"/>
                    </a:lnTo>
                    <a:lnTo>
                      <a:pt x="0" y="9"/>
                    </a:lnTo>
                    <a:lnTo>
                      <a:pt x="4" y="35"/>
                    </a:lnTo>
                    <a:lnTo>
                      <a:pt x="7" y="62"/>
                    </a:lnTo>
                    <a:lnTo>
                      <a:pt x="76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45" name=""/>
              <p:cNvSpPr/>
              <p:nvPr/>
            </p:nvSpPr>
            <p:spPr>
              <a:xfrm rot="0">
                <a:off x="1497" y="3049"/>
                <a:ext cx="19" cy="16"/>
              </a:xfrm>
              <a:custGeom>
                <a:avLst/>
                <a:ahLst/>
                <a:rect l="0" t="0" r="r" b="b"/>
                <a:pathLst>
                  <a:path w="76" h="62">
                    <a:moveTo>
                      <a:pt x="76" y="54"/>
                    </a:moveTo>
                    <a:lnTo>
                      <a:pt x="72" y="27"/>
                    </a:lnTo>
                    <a:lnTo>
                      <a:pt x="69" y="0"/>
                    </a:lnTo>
                    <a:lnTo>
                      <a:pt x="0" y="9"/>
                    </a:lnTo>
                    <a:lnTo>
                      <a:pt x="4" y="35"/>
                    </a:lnTo>
                    <a:lnTo>
                      <a:pt x="7" y="62"/>
                    </a:lnTo>
                    <a:lnTo>
                      <a:pt x="76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46" name=""/>
              <p:cNvSpPr/>
              <p:nvPr/>
            </p:nvSpPr>
            <p:spPr>
              <a:xfrm rot="0">
                <a:off x="1497" y="3051"/>
                <a:ext cx="1" cy="7"/>
              </a:xfrm>
              <a:custGeom>
                <a:avLst/>
                <a:ahLst/>
                <a:rect l="0" t="0" r="r" b="b"/>
                <a:pathLst>
                  <a:path w="6" h="26">
                    <a:moveTo>
                      <a:pt x="6" y="26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6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47" name=""/>
              <p:cNvSpPr/>
              <p:nvPr/>
            </p:nvSpPr>
            <p:spPr>
              <a:xfrm rot="0" flipH="1">
                <a:off x="1497" y="30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48" name=""/>
              <p:cNvSpPr/>
              <p:nvPr/>
            </p:nvSpPr>
            <p:spPr>
              <a:xfrm rot="0">
                <a:off x="1479" y="3051"/>
                <a:ext cx="20" cy="17"/>
              </a:xfrm>
              <a:custGeom>
                <a:avLst/>
                <a:ahLst/>
                <a:rect l="0" t="0" r="r" b="b"/>
                <a:pathLst>
                  <a:path w="80" h="66">
                    <a:moveTo>
                      <a:pt x="80" y="53"/>
                    </a:moveTo>
                    <a:lnTo>
                      <a:pt x="75" y="26"/>
                    </a:lnTo>
                    <a:lnTo>
                      <a:pt x="69" y="0"/>
                    </a:lnTo>
                    <a:lnTo>
                      <a:pt x="0" y="12"/>
                    </a:lnTo>
                    <a:lnTo>
                      <a:pt x="6" y="39"/>
                    </a:lnTo>
                    <a:lnTo>
                      <a:pt x="11" y="66"/>
                    </a:lnTo>
                    <a:lnTo>
                      <a:pt x="80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49" name=""/>
              <p:cNvSpPr/>
              <p:nvPr/>
            </p:nvSpPr>
            <p:spPr>
              <a:xfrm rot="0">
                <a:off x="1479" y="3051"/>
                <a:ext cx="20" cy="17"/>
              </a:xfrm>
              <a:custGeom>
                <a:avLst/>
                <a:ahLst/>
                <a:rect l="0" t="0" r="r" b="b"/>
                <a:pathLst>
                  <a:path w="80" h="66">
                    <a:moveTo>
                      <a:pt x="80" y="53"/>
                    </a:moveTo>
                    <a:lnTo>
                      <a:pt x="75" y="26"/>
                    </a:lnTo>
                    <a:lnTo>
                      <a:pt x="69" y="0"/>
                    </a:lnTo>
                    <a:lnTo>
                      <a:pt x="0" y="12"/>
                    </a:lnTo>
                    <a:lnTo>
                      <a:pt x="6" y="39"/>
                    </a:lnTo>
                    <a:lnTo>
                      <a:pt x="11" y="66"/>
                    </a:lnTo>
                    <a:lnTo>
                      <a:pt x="80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50" name=""/>
              <p:cNvSpPr/>
              <p:nvPr/>
            </p:nvSpPr>
            <p:spPr>
              <a:xfrm rot="0">
                <a:off x="1479" y="3055"/>
                <a:ext cx="2" cy="6"/>
              </a:xfrm>
              <a:custGeom>
                <a:avLst/>
                <a:ahLst/>
                <a:rect l="0" t="0" r="r" b="b"/>
                <a:pathLst>
                  <a:path w="7" h="27">
                    <a:moveTo>
                      <a:pt x="7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7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51" name=""/>
              <p:cNvSpPr/>
              <p:nvPr/>
            </p:nvSpPr>
            <p:spPr>
              <a:xfrm rot="0" flipH="1">
                <a:off x="1479" y="30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52" name=""/>
              <p:cNvSpPr/>
              <p:nvPr/>
            </p:nvSpPr>
            <p:spPr>
              <a:xfrm rot="0">
                <a:off x="1462" y="3055"/>
                <a:ext cx="20" cy="17"/>
              </a:xfrm>
              <a:custGeom>
                <a:avLst/>
                <a:ahLst/>
                <a:rect l="0" t="0" r="r" b="b"/>
                <a:pathLst>
                  <a:path w="79" h="71">
                    <a:moveTo>
                      <a:pt x="79" y="54"/>
                    </a:moveTo>
                    <a:lnTo>
                      <a:pt x="73" y="27"/>
                    </a:lnTo>
                    <a:lnTo>
                      <a:pt x="66" y="0"/>
                    </a:lnTo>
                    <a:lnTo>
                      <a:pt x="0" y="18"/>
                    </a:lnTo>
                    <a:lnTo>
                      <a:pt x="6" y="45"/>
                    </a:lnTo>
                    <a:lnTo>
                      <a:pt x="13" y="71"/>
                    </a:lnTo>
                    <a:lnTo>
                      <a:pt x="79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53" name=""/>
              <p:cNvSpPr/>
              <p:nvPr/>
            </p:nvSpPr>
            <p:spPr>
              <a:xfrm rot="0">
                <a:off x="1462" y="3055"/>
                <a:ext cx="20" cy="17"/>
              </a:xfrm>
              <a:custGeom>
                <a:avLst/>
                <a:ahLst/>
                <a:rect l="0" t="0" r="r" b="b"/>
                <a:pathLst>
                  <a:path w="79" h="71">
                    <a:moveTo>
                      <a:pt x="79" y="54"/>
                    </a:moveTo>
                    <a:lnTo>
                      <a:pt x="73" y="27"/>
                    </a:lnTo>
                    <a:lnTo>
                      <a:pt x="66" y="0"/>
                    </a:lnTo>
                    <a:lnTo>
                      <a:pt x="0" y="18"/>
                    </a:lnTo>
                    <a:lnTo>
                      <a:pt x="6" y="45"/>
                    </a:lnTo>
                    <a:lnTo>
                      <a:pt x="13" y="71"/>
                    </a:lnTo>
                    <a:lnTo>
                      <a:pt x="79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54" name=""/>
              <p:cNvSpPr/>
              <p:nvPr/>
            </p:nvSpPr>
            <p:spPr>
              <a:xfrm rot="0">
                <a:off x="1462" y="3059"/>
                <a:ext cx="2" cy="7"/>
              </a:xfrm>
              <a:custGeom>
                <a:avLst/>
                <a:ahLst/>
                <a:rect l="0" t="0" r="r" b="b"/>
                <a:pathLst>
                  <a:path w="10" h="27">
                    <a:moveTo>
                      <a:pt x="10" y="27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1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55" name=""/>
              <p:cNvSpPr/>
              <p:nvPr/>
            </p:nvSpPr>
            <p:spPr>
              <a:xfrm rot="0" flipH="1">
                <a:off x="1462" y="30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56" name=""/>
              <p:cNvSpPr/>
              <p:nvPr/>
            </p:nvSpPr>
            <p:spPr>
              <a:xfrm rot="0">
                <a:off x="1445" y="3059"/>
                <a:ext cx="21" cy="19"/>
              </a:xfrm>
              <a:custGeom>
                <a:avLst/>
                <a:ahLst/>
                <a:rect l="0" t="0" r="r" b="b"/>
                <a:pathLst>
                  <a:path w="85" h="75">
                    <a:moveTo>
                      <a:pt x="85" y="51"/>
                    </a:moveTo>
                    <a:lnTo>
                      <a:pt x="75" y="26"/>
                    </a:lnTo>
                    <a:lnTo>
                      <a:pt x="65" y="0"/>
                    </a:lnTo>
                    <a:lnTo>
                      <a:pt x="0" y="23"/>
                    </a:lnTo>
                    <a:lnTo>
                      <a:pt x="10" y="49"/>
                    </a:lnTo>
                    <a:lnTo>
                      <a:pt x="19" y="75"/>
                    </a:lnTo>
                    <a:lnTo>
                      <a:pt x="85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57" name=""/>
              <p:cNvSpPr/>
              <p:nvPr/>
            </p:nvSpPr>
            <p:spPr>
              <a:xfrm rot="0">
                <a:off x="1445" y="3059"/>
                <a:ext cx="21" cy="19"/>
              </a:xfrm>
              <a:custGeom>
                <a:avLst/>
                <a:ahLst/>
                <a:rect l="0" t="0" r="r" b="b"/>
                <a:pathLst>
                  <a:path w="85" h="75">
                    <a:moveTo>
                      <a:pt x="85" y="51"/>
                    </a:moveTo>
                    <a:lnTo>
                      <a:pt x="75" y="26"/>
                    </a:lnTo>
                    <a:lnTo>
                      <a:pt x="65" y="0"/>
                    </a:lnTo>
                    <a:lnTo>
                      <a:pt x="0" y="23"/>
                    </a:lnTo>
                    <a:lnTo>
                      <a:pt x="10" y="49"/>
                    </a:lnTo>
                    <a:lnTo>
                      <a:pt x="19" y="75"/>
                    </a:lnTo>
                    <a:lnTo>
                      <a:pt x="85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58" name=""/>
              <p:cNvSpPr/>
              <p:nvPr/>
            </p:nvSpPr>
            <p:spPr>
              <a:xfrm rot="0">
                <a:off x="1445" y="3065"/>
                <a:ext cx="3" cy="7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11" y="26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1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59" name=""/>
              <p:cNvSpPr/>
              <p:nvPr/>
            </p:nvSpPr>
            <p:spPr>
              <a:xfrm rot="0" flipH="1">
                <a:off x="1445" y="306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60" name=""/>
              <p:cNvSpPr/>
              <p:nvPr/>
            </p:nvSpPr>
            <p:spPr>
              <a:xfrm rot="0">
                <a:off x="1429" y="3065"/>
                <a:ext cx="21" cy="20"/>
              </a:xfrm>
              <a:custGeom>
                <a:avLst/>
                <a:ahLst/>
                <a:rect l="0" t="0" r="r" b="b"/>
                <a:pathLst>
                  <a:path w="86" h="78">
                    <a:moveTo>
                      <a:pt x="86" y="50"/>
                    </a:moveTo>
                    <a:lnTo>
                      <a:pt x="76" y="25"/>
                    </a:lnTo>
                    <a:lnTo>
                      <a:pt x="65" y="0"/>
                    </a:lnTo>
                    <a:lnTo>
                      <a:pt x="0" y="28"/>
                    </a:lnTo>
                    <a:lnTo>
                      <a:pt x="11" y="53"/>
                    </a:lnTo>
                    <a:lnTo>
                      <a:pt x="22" y="78"/>
                    </a:lnTo>
                    <a:lnTo>
                      <a:pt x="86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61" name=""/>
              <p:cNvSpPr/>
              <p:nvPr/>
            </p:nvSpPr>
            <p:spPr>
              <a:xfrm rot="0">
                <a:off x="1429" y="3065"/>
                <a:ext cx="21" cy="20"/>
              </a:xfrm>
              <a:custGeom>
                <a:avLst/>
                <a:ahLst/>
                <a:rect l="0" t="0" r="r" b="b"/>
                <a:pathLst>
                  <a:path w="86" h="78">
                    <a:moveTo>
                      <a:pt x="86" y="50"/>
                    </a:moveTo>
                    <a:lnTo>
                      <a:pt x="76" y="25"/>
                    </a:lnTo>
                    <a:lnTo>
                      <a:pt x="65" y="0"/>
                    </a:lnTo>
                    <a:lnTo>
                      <a:pt x="0" y="28"/>
                    </a:lnTo>
                    <a:lnTo>
                      <a:pt x="11" y="53"/>
                    </a:lnTo>
                    <a:lnTo>
                      <a:pt x="22" y="78"/>
                    </a:lnTo>
                    <a:lnTo>
                      <a:pt x="86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62" name=""/>
              <p:cNvSpPr/>
              <p:nvPr/>
            </p:nvSpPr>
            <p:spPr>
              <a:xfrm rot="0">
                <a:off x="1428" y="3072"/>
                <a:ext cx="4" cy="7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13" y="25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3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63" name=""/>
              <p:cNvSpPr/>
              <p:nvPr/>
            </p:nvSpPr>
            <p:spPr>
              <a:xfrm rot="0" flipH="1">
                <a:off x="1428" y="307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64" name=""/>
              <p:cNvSpPr/>
              <p:nvPr/>
            </p:nvSpPr>
            <p:spPr>
              <a:xfrm rot="0">
                <a:off x="1413" y="3072"/>
                <a:ext cx="22" cy="21"/>
              </a:xfrm>
              <a:custGeom>
                <a:avLst/>
                <a:ahLst/>
                <a:rect l="0" t="0" r="r" b="b"/>
                <a:pathLst>
                  <a:path w="87" h="82">
                    <a:moveTo>
                      <a:pt x="87" y="50"/>
                    </a:moveTo>
                    <a:lnTo>
                      <a:pt x="74" y="25"/>
                    </a:lnTo>
                    <a:lnTo>
                      <a:pt x="61" y="0"/>
                    </a:lnTo>
                    <a:lnTo>
                      <a:pt x="0" y="33"/>
                    </a:lnTo>
                    <a:lnTo>
                      <a:pt x="13" y="57"/>
                    </a:lnTo>
                    <a:lnTo>
                      <a:pt x="26" y="82"/>
                    </a:lnTo>
                    <a:lnTo>
                      <a:pt x="87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65" name=""/>
              <p:cNvSpPr/>
              <p:nvPr/>
            </p:nvSpPr>
            <p:spPr>
              <a:xfrm rot="0">
                <a:off x="1413" y="3072"/>
                <a:ext cx="22" cy="21"/>
              </a:xfrm>
              <a:custGeom>
                <a:avLst/>
                <a:ahLst/>
                <a:rect l="0" t="0" r="r" b="b"/>
                <a:pathLst>
                  <a:path w="87" h="82">
                    <a:moveTo>
                      <a:pt x="87" y="50"/>
                    </a:moveTo>
                    <a:lnTo>
                      <a:pt x="74" y="25"/>
                    </a:lnTo>
                    <a:lnTo>
                      <a:pt x="61" y="0"/>
                    </a:lnTo>
                    <a:lnTo>
                      <a:pt x="0" y="33"/>
                    </a:lnTo>
                    <a:lnTo>
                      <a:pt x="13" y="57"/>
                    </a:lnTo>
                    <a:lnTo>
                      <a:pt x="26" y="82"/>
                    </a:lnTo>
                    <a:lnTo>
                      <a:pt x="87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66" name=""/>
              <p:cNvSpPr/>
              <p:nvPr/>
            </p:nvSpPr>
            <p:spPr>
              <a:xfrm rot="0">
                <a:off x="1412" y="3080"/>
                <a:ext cx="4" cy="7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15" y="24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5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67" name=""/>
              <p:cNvSpPr/>
              <p:nvPr/>
            </p:nvSpPr>
            <p:spPr>
              <a:xfrm rot="0" flipH="1">
                <a:off x="1412" y="30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68" name=""/>
              <p:cNvSpPr/>
              <p:nvPr/>
            </p:nvSpPr>
            <p:spPr>
              <a:xfrm rot="0">
                <a:off x="1398" y="3081"/>
                <a:ext cx="22" cy="21"/>
              </a:xfrm>
              <a:custGeom>
                <a:avLst/>
                <a:ahLst/>
                <a:rect l="0" t="0" r="r" b="b"/>
                <a:pathLst>
                  <a:path w="88" h="84">
                    <a:moveTo>
                      <a:pt x="88" y="47"/>
                    </a:moveTo>
                    <a:lnTo>
                      <a:pt x="73" y="23"/>
                    </a:lnTo>
                    <a:lnTo>
                      <a:pt x="58" y="0"/>
                    </a:lnTo>
                    <a:lnTo>
                      <a:pt x="0" y="36"/>
                    </a:lnTo>
                    <a:lnTo>
                      <a:pt x="15" y="60"/>
                    </a:lnTo>
                    <a:lnTo>
                      <a:pt x="30" y="84"/>
                    </a:lnTo>
                    <a:lnTo>
                      <a:pt x="88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69" name=""/>
              <p:cNvSpPr/>
              <p:nvPr/>
            </p:nvSpPr>
            <p:spPr>
              <a:xfrm rot="0">
                <a:off x="1398" y="3081"/>
                <a:ext cx="22" cy="21"/>
              </a:xfrm>
              <a:custGeom>
                <a:avLst/>
                <a:ahLst/>
                <a:rect l="0" t="0" r="r" b="b"/>
                <a:pathLst>
                  <a:path w="88" h="84">
                    <a:moveTo>
                      <a:pt x="88" y="47"/>
                    </a:moveTo>
                    <a:lnTo>
                      <a:pt x="73" y="23"/>
                    </a:lnTo>
                    <a:lnTo>
                      <a:pt x="58" y="0"/>
                    </a:lnTo>
                    <a:lnTo>
                      <a:pt x="0" y="36"/>
                    </a:lnTo>
                    <a:lnTo>
                      <a:pt x="15" y="60"/>
                    </a:lnTo>
                    <a:lnTo>
                      <a:pt x="30" y="84"/>
                    </a:lnTo>
                    <a:lnTo>
                      <a:pt x="88" y="4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70" name=""/>
              <p:cNvSpPr/>
              <p:nvPr/>
            </p:nvSpPr>
            <p:spPr>
              <a:xfrm rot="0">
                <a:off x="1398" y="3090"/>
                <a:ext cx="4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16" y="24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6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71" name=""/>
              <p:cNvSpPr/>
              <p:nvPr/>
            </p:nvSpPr>
            <p:spPr>
              <a:xfrm rot="0" flipH="1">
                <a:off x="1398" y="30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72" name=""/>
              <p:cNvSpPr/>
              <p:nvPr/>
            </p:nvSpPr>
            <p:spPr>
              <a:xfrm rot="0">
                <a:off x="1383" y="3090"/>
                <a:ext cx="23" cy="22"/>
              </a:xfrm>
              <a:custGeom>
                <a:avLst/>
                <a:ahLst/>
                <a:rect l="0" t="0" r="r" b="b"/>
                <a:pathLst>
                  <a:path w="89" h="87">
                    <a:moveTo>
                      <a:pt x="89" y="45"/>
                    </a:moveTo>
                    <a:lnTo>
                      <a:pt x="73" y="23"/>
                    </a:lnTo>
                    <a:lnTo>
                      <a:pt x="57" y="0"/>
                    </a:lnTo>
                    <a:lnTo>
                      <a:pt x="0" y="42"/>
                    </a:lnTo>
                    <a:lnTo>
                      <a:pt x="16" y="65"/>
                    </a:lnTo>
                    <a:lnTo>
                      <a:pt x="32" y="87"/>
                    </a:lnTo>
                    <a:lnTo>
                      <a:pt x="89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73" name=""/>
              <p:cNvSpPr/>
              <p:nvPr/>
            </p:nvSpPr>
            <p:spPr>
              <a:xfrm rot="0">
                <a:off x="1383" y="3090"/>
                <a:ext cx="23" cy="22"/>
              </a:xfrm>
              <a:custGeom>
                <a:avLst/>
                <a:ahLst/>
                <a:rect l="0" t="0" r="r" b="b"/>
                <a:pathLst>
                  <a:path w="89" h="87">
                    <a:moveTo>
                      <a:pt x="89" y="45"/>
                    </a:moveTo>
                    <a:lnTo>
                      <a:pt x="73" y="23"/>
                    </a:lnTo>
                    <a:lnTo>
                      <a:pt x="57" y="0"/>
                    </a:lnTo>
                    <a:lnTo>
                      <a:pt x="0" y="42"/>
                    </a:lnTo>
                    <a:lnTo>
                      <a:pt x="16" y="65"/>
                    </a:lnTo>
                    <a:lnTo>
                      <a:pt x="32" y="87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74" name=""/>
              <p:cNvSpPr/>
              <p:nvPr/>
            </p:nvSpPr>
            <p:spPr>
              <a:xfrm rot="0">
                <a:off x="1383" y="3101"/>
                <a:ext cx="4" cy="5"/>
              </a:xfrm>
              <a:custGeom>
                <a:avLst/>
                <a:ahLst/>
                <a:rect l="0" t="0" r="r" b="b"/>
                <a:pathLst>
                  <a:path w="18" h="23">
                    <a:moveTo>
                      <a:pt x="18" y="23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8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75" name=""/>
              <p:cNvSpPr/>
              <p:nvPr/>
            </p:nvSpPr>
            <p:spPr>
              <a:xfrm rot="0" flipH="1">
                <a:off x="1383" y="310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76" name=""/>
              <p:cNvSpPr/>
              <p:nvPr/>
            </p:nvSpPr>
            <p:spPr>
              <a:xfrm rot="0">
                <a:off x="1370" y="3101"/>
                <a:ext cx="22" cy="22"/>
              </a:xfrm>
              <a:custGeom>
                <a:avLst/>
                <a:ahLst/>
                <a:rect l="0" t="0" r="r" b="b"/>
                <a:pathLst>
                  <a:path w="89" h="86">
                    <a:moveTo>
                      <a:pt x="89" y="41"/>
                    </a:moveTo>
                    <a:lnTo>
                      <a:pt x="71" y="21"/>
                    </a:lnTo>
                    <a:lnTo>
                      <a:pt x="53" y="0"/>
                    </a:lnTo>
                    <a:lnTo>
                      <a:pt x="0" y="46"/>
                    </a:lnTo>
                    <a:lnTo>
                      <a:pt x="18" y="66"/>
                    </a:lnTo>
                    <a:lnTo>
                      <a:pt x="36" y="86"/>
                    </a:lnTo>
                    <a:lnTo>
                      <a:pt x="89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77" name=""/>
              <p:cNvSpPr/>
              <p:nvPr/>
            </p:nvSpPr>
            <p:spPr>
              <a:xfrm rot="0">
                <a:off x="1370" y="3101"/>
                <a:ext cx="22" cy="22"/>
              </a:xfrm>
              <a:custGeom>
                <a:avLst/>
                <a:ahLst/>
                <a:rect l="0" t="0" r="r" b="b"/>
                <a:pathLst>
                  <a:path w="89" h="86">
                    <a:moveTo>
                      <a:pt x="89" y="41"/>
                    </a:moveTo>
                    <a:lnTo>
                      <a:pt x="71" y="21"/>
                    </a:lnTo>
                    <a:lnTo>
                      <a:pt x="53" y="0"/>
                    </a:lnTo>
                    <a:lnTo>
                      <a:pt x="0" y="46"/>
                    </a:lnTo>
                    <a:lnTo>
                      <a:pt x="18" y="66"/>
                    </a:lnTo>
                    <a:lnTo>
                      <a:pt x="36" y="86"/>
                    </a:lnTo>
                    <a:lnTo>
                      <a:pt x="89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78" name=""/>
              <p:cNvSpPr/>
              <p:nvPr/>
            </p:nvSpPr>
            <p:spPr>
              <a:xfrm rot="0">
                <a:off x="1369" y="3112"/>
                <a:ext cx="5" cy="5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19" y="2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9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79" name=""/>
              <p:cNvSpPr/>
              <p:nvPr/>
            </p:nvSpPr>
            <p:spPr>
              <a:xfrm rot="0" flipH="1">
                <a:off x="1369" y="31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80" name=""/>
              <p:cNvSpPr/>
              <p:nvPr/>
            </p:nvSpPr>
            <p:spPr>
              <a:xfrm rot="0">
                <a:off x="1357" y="3113"/>
                <a:ext cx="22" cy="22"/>
              </a:xfrm>
              <a:custGeom>
                <a:avLst/>
                <a:ahLst/>
                <a:rect l="0" t="0" r="r" b="b"/>
                <a:pathLst>
                  <a:path w="88" h="88">
                    <a:moveTo>
                      <a:pt x="88" y="38"/>
                    </a:moveTo>
                    <a:lnTo>
                      <a:pt x="68" y="19"/>
                    </a:lnTo>
                    <a:lnTo>
                      <a:pt x="49" y="0"/>
                    </a:lnTo>
                    <a:lnTo>
                      <a:pt x="0" y="49"/>
                    </a:lnTo>
                    <a:lnTo>
                      <a:pt x="20" y="68"/>
                    </a:lnTo>
                    <a:lnTo>
                      <a:pt x="39" y="88"/>
                    </a:lnTo>
                    <a:lnTo>
                      <a:pt x="88" y="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81" name=""/>
              <p:cNvSpPr/>
              <p:nvPr/>
            </p:nvSpPr>
            <p:spPr>
              <a:xfrm rot="0">
                <a:off x="1357" y="3113"/>
                <a:ext cx="22" cy="22"/>
              </a:xfrm>
              <a:custGeom>
                <a:avLst/>
                <a:ahLst/>
                <a:rect l="0" t="0" r="r" b="b"/>
                <a:pathLst>
                  <a:path w="88" h="88">
                    <a:moveTo>
                      <a:pt x="88" y="38"/>
                    </a:moveTo>
                    <a:lnTo>
                      <a:pt x="68" y="19"/>
                    </a:lnTo>
                    <a:lnTo>
                      <a:pt x="49" y="0"/>
                    </a:lnTo>
                    <a:lnTo>
                      <a:pt x="0" y="49"/>
                    </a:lnTo>
                    <a:lnTo>
                      <a:pt x="20" y="68"/>
                    </a:lnTo>
                    <a:lnTo>
                      <a:pt x="39" y="88"/>
                    </a:lnTo>
                    <a:lnTo>
                      <a:pt x="88" y="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82" name=""/>
              <p:cNvSpPr/>
              <p:nvPr/>
            </p:nvSpPr>
            <p:spPr>
              <a:xfrm rot="0">
                <a:off x="1357" y="3125"/>
                <a:ext cx="5" cy="5"/>
              </a:xfrm>
              <a:custGeom>
                <a:avLst/>
                <a:ahLst/>
                <a:rect l="0" t="0" r="r" b="b"/>
                <a:pathLst>
                  <a:path w="21" h="19">
                    <a:moveTo>
                      <a:pt x="21" y="19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1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83" name=""/>
              <p:cNvSpPr/>
              <p:nvPr/>
            </p:nvSpPr>
            <p:spPr>
              <a:xfrm rot="0" flipH="1">
                <a:off x="1357" y="312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84" name=""/>
              <p:cNvSpPr/>
              <p:nvPr/>
            </p:nvSpPr>
            <p:spPr>
              <a:xfrm rot="0">
                <a:off x="1346" y="3125"/>
                <a:ext cx="21" cy="23"/>
              </a:xfrm>
              <a:custGeom>
                <a:avLst/>
                <a:ahLst/>
                <a:rect l="0" t="0" r="r" b="b"/>
                <a:pathLst>
                  <a:path w="86" h="89">
                    <a:moveTo>
                      <a:pt x="86" y="37"/>
                    </a:moveTo>
                    <a:lnTo>
                      <a:pt x="66" y="18"/>
                    </a:lnTo>
                    <a:lnTo>
                      <a:pt x="45" y="0"/>
                    </a:lnTo>
                    <a:lnTo>
                      <a:pt x="0" y="53"/>
                    </a:lnTo>
                    <a:lnTo>
                      <a:pt x="21" y="71"/>
                    </a:lnTo>
                    <a:lnTo>
                      <a:pt x="41" y="89"/>
                    </a:lnTo>
                    <a:lnTo>
                      <a:pt x="86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85" name=""/>
              <p:cNvSpPr/>
              <p:nvPr/>
            </p:nvSpPr>
            <p:spPr>
              <a:xfrm rot="0">
                <a:off x="1346" y="3125"/>
                <a:ext cx="21" cy="23"/>
              </a:xfrm>
              <a:custGeom>
                <a:avLst/>
                <a:ahLst/>
                <a:rect l="0" t="0" r="r" b="b"/>
                <a:pathLst>
                  <a:path w="86" h="89">
                    <a:moveTo>
                      <a:pt x="86" y="37"/>
                    </a:moveTo>
                    <a:lnTo>
                      <a:pt x="66" y="18"/>
                    </a:lnTo>
                    <a:lnTo>
                      <a:pt x="45" y="0"/>
                    </a:lnTo>
                    <a:lnTo>
                      <a:pt x="0" y="53"/>
                    </a:lnTo>
                    <a:lnTo>
                      <a:pt x="21" y="71"/>
                    </a:lnTo>
                    <a:lnTo>
                      <a:pt x="41" y="89"/>
                    </a:lnTo>
                    <a:lnTo>
                      <a:pt x="86" y="3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86" name=""/>
              <p:cNvSpPr/>
              <p:nvPr/>
            </p:nvSpPr>
            <p:spPr>
              <a:xfrm rot="0">
                <a:off x="1346" y="3138"/>
                <a:ext cx="5" cy="5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18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2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87" name=""/>
              <p:cNvSpPr/>
              <p:nvPr/>
            </p:nvSpPr>
            <p:spPr>
              <a:xfrm rot="0" flipH="1">
                <a:off x="1346" y="313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88" name=""/>
              <p:cNvSpPr/>
              <p:nvPr/>
            </p:nvSpPr>
            <p:spPr>
              <a:xfrm rot="0">
                <a:off x="1335" y="3139"/>
                <a:ext cx="21" cy="22"/>
              </a:xfrm>
              <a:custGeom>
                <a:avLst/>
                <a:ahLst/>
                <a:rect l="0" t="0" r="r" b="b"/>
                <a:pathLst>
                  <a:path w="85" h="88">
                    <a:moveTo>
                      <a:pt x="85" y="32"/>
                    </a:moveTo>
                    <a:lnTo>
                      <a:pt x="64" y="16"/>
                    </a:lnTo>
                    <a:lnTo>
                      <a:pt x="42" y="0"/>
                    </a:lnTo>
                    <a:lnTo>
                      <a:pt x="0" y="56"/>
                    </a:lnTo>
                    <a:lnTo>
                      <a:pt x="22" y="72"/>
                    </a:lnTo>
                    <a:lnTo>
                      <a:pt x="43" y="88"/>
                    </a:lnTo>
                    <a:lnTo>
                      <a:pt x="85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89" name=""/>
              <p:cNvSpPr/>
              <p:nvPr/>
            </p:nvSpPr>
            <p:spPr>
              <a:xfrm rot="0">
                <a:off x="1335" y="3139"/>
                <a:ext cx="21" cy="22"/>
              </a:xfrm>
              <a:custGeom>
                <a:avLst/>
                <a:ahLst/>
                <a:rect l="0" t="0" r="r" b="b"/>
                <a:pathLst>
                  <a:path w="85" h="88">
                    <a:moveTo>
                      <a:pt x="85" y="32"/>
                    </a:moveTo>
                    <a:lnTo>
                      <a:pt x="64" y="16"/>
                    </a:lnTo>
                    <a:lnTo>
                      <a:pt x="42" y="0"/>
                    </a:lnTo>
                    <a:lnTo>
                      <a:pt x="0" y="56"/>
                    </a:lnTo>
                    <a:lnTo>
                      <a:pt x="22" y="72"/>
                    </a:lnTo>
                    <a:lnTo>
                      <a:pt x="43" y="88"/>
                    </a:lnTo>
                    <a:lnTo>
                      <a:pt x="85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90" name=""/>
              <p:cNvSpPr/>
              <p:nvPr/>
            </p:nvSpPr>
            <p:spPr>
              <a:xfrm rot="0">
                <a:off x="1335" y="3153"/>
                <a:ext cx="5" cy="4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24" y="16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4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91" name=""/>
              <p:cNvSpPr/>
              <p:nvPr/>
            </p:nvSpPr>
            <p:spPr>
              <a:xfrm rot="0" flipH="1">
                <a:off x="1335" y="315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92" name=""/>
              <p:cNvSpPr/>
              <p:nvPr/>
            </p:nvSpPr>
            <p:spPr>
              <a:xfrm rot="0">
                <a:off x="1325" y="3153"/>
                <a:ext cx="21" cy="22"/>
              </a:xfrm>
              <a:custGeom>
                <a:avLst/>
                <a:ahLst/>
                <a:rect l="0" t="0" r="r" b="b"/>
                <a:pathLst>
                  <a:path w="83" h="87">
                    <a:moveTo>
                      <a:pt x="83" y="28"/>
                    </a:moveTo>
                    <a:lnTo>
                      <a:pt x="60" y="14"/>
                    </a:lnTo>
                    <a:lnTo>
                      <a:pt x="36" y="0"/>
                    </a:lnTo>
                    <a:lnTo>
                      <a:pt x="0" y="59"/>
                    </a:lnTo>
                    <a:lnTo>
                      <a:pt x="23" y="73"/>
                    </a:lnTo>
                    <a:lnTo>
                      <a:pt x="47" y="87"/>
                    </a:lnTo>
                    <a:lnTo>
                      <a:pt x="83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93" name=""/>
              <p:cNvSpPr/>
              <p:nvPr/>
            </p:nvSpPr>
            <p:spPr>
              <a:xfrm rot="0">
                <a:off x="1325" y="3153"/>
                <a:ext cx="21" cy="22"/>
              </a:xfrm>
              <a:custGeom>
                <a:avLst/>
                <a:ahLst/>
                <a:rect l="0" t="0" r="r" b="b"/>
                <a:pathLst>
                  <a:path w="83" h="87">
                    <a:moveTo>
                      <a:pt x="83" y="28"/>
                    </a:moveTo>
                    <a:lnTo>
                      <a:pt x="60" y="14"/>
                    </a:lnTo>
                    <a:lnTo>
                      <a:pt x="36" y="0"/>
                    </a:lnTo>
                    <a:lnTo>
                      <a:pt x="0" y="59"/>
                    </a:lnTo>
                    <a:lnTo>
                      <a:pt x="23" y="73"/>
                    </a:lnTo>
                    <a:lnTo>
                      <a:pt x="47" y="87"/>
                    </a:lnTo>
                    <a:lnTo>
                      <a:pt x="83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94" name=""/>
              <p:cNvSpPr/>
              <p:nvPr/>
            </p:nvSpPr>
            <p:spPr>
              <a:xfrm rot="0">
                <a:off x="1325" y="3168"/>
                <a:ext cx="6" cy="4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24" y="14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4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95" name=""/>
              <p:cNvSpPr/>
              <p:nvPr/>
            </p:nvSpPr>
            <p:spPr>
              <a:xfrm rot="0" flipH="1">
                <a:off x="1325" y="316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96" name=""/>
              <p:cNvSpPr/>
              <p:nvPr/>
            </p:nvSpPr>
            <p:spPr>
              <a:xfrm rot="0">
                <a:off x="1317" y="3169"/>
                <a:ext cx="20" cy="21"/>
              </a:xfrm>
              <a:custGeom>
                <a:avLst/>
                <a:ahLst/>
                <a:rect l="0" t="0" r="r" b="b"/>
                <a:pathLst>
                  <a:path w="82" h="87">
                    <a:moveTo>
                      <a:pt x="82" y="26"/>
                    </a:moveTo>
                    <a:lnTo>
                      <a:pt x="57" y="13"/>
                    </a:lnTo>
                    <a:lnTo>
                      <a:pt x="33" y="0"/>
                    </a:lnTo>
                    <a:lnTo>
                      <a:pt x="0" y="61"/>
                    </a:lnTo>
                    <a:lnTo>
                      <a:pt x="25" y="74"/>
                    </a:lnTo>
                    <a:lnTo>
                      <a:pt x="50" y="87"/>
                    </a:lnTo>
                    <a:lnTo>
                      <a:pt x="82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97" name=""/>
              <p:cNvSpPr/>
              <p:nvPr/>
            </p:nvSpPr>
            <p:spPr>
              <a:xfrm rot="0">
                <a:off x="1317" y="3169"/>
                <a:ext cx="20" cy="21"/>
              </a:xfrm>
              <a:custGeom>
                <a:avLst/>
                <a:ahLst/>
                <a:rect l="0" t="0" r="r" b="b"/>
                <a:pathLst>
                  <a:path w="82" h="87">
                    <a:moveTo>
                      <a:pt x="82" y="26"/>
                    </a:moveTo>
                    <a:lnTo>
                      <a:pt x="57" y="13"/>
                    </a:lnTo>
                    <a:lnTo>
                      <a:pt x="33" y="0"/>
                    </a:lnTo>
                    <a:lnTo>
                      <a:pt x="0" y="61"/>
                    </a:lnTo>
                    <a:lnTo>
                      <a:pt x="25" y="74"/>
                    </a:lnTo>
                    <a:lnTo>
                      <a:pt x="50" y="87"/>
                    </a:lnTo>
                    <a:lnTo>
                      <a:pt x="82" y="2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198" name=""/>
              <p:cNvSpPr/>
              <p:nvPr/>
            </p:nvSpPr>
            <p:spPr>
              <a:xfrm rot="0">
                <a:off x="1317" y="3184"/>
                <a:ext cx="6" cy="3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25" y="1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5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199" name=""/>
              <p:cNvSpPr/>
              <p:nvPr/>
            </p:nvSpPr>
            <p:spPr>
              <a:xfrm rot="0">
                <a:off x="1317" y="318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00" name=""/>
              <p:cNvSpPr/>
              <p:nvPr/>
            </p:nvSpPr>
            <p:spPr>
              <a:xfrm rot="0">
                <a:off x="1310" y="3184"/>
                <a:ext cx="19" cy="22"/>
              </a:xfrm>
              <a:custGeom>
                <a:avLst/>
                <a:ahLst/>
                <a:rect l="0" t="0" r="r" b="b"/>
                <a:pathLst>
                  <a:path w="78" h="84">
                    <a:moveTo>
                      <a:pt x="78" y="21"/>
                    </a:moveTo>
                    <a:lnTo>
                      <a:pt x="53" y="10"/>
                    </a:lnTo>
                    <a:lnTo>
                      <a:pt x="28" y="0"/>
                    </a:lnTo>
                    <a:lnTo>
                      <a:pt x="0" y="63"/>
                    </a:lnTo>
                    <a:lnTo>
                      <a:pt x="25" y="74"/>
                    </a:lnTo>
                    <a:lnTo>
                      <a:pt x="50" y="84"/>
                    </a:lnTo>
                    <a:lnTo>
                      <a:pt x="78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01" name=""/>
              <p:cNvSpPr/>
              <p:nvPr/>
            </p:nvSpPr>
            <p:spPr>
              <a:xfrm rot="0">
                <a:off x="1310" y="3184"/>
                <a:ext cx="19" cy="22"/>
              </a:xfrm>
              <a:custGeom>
                <a:avLst/>
                <a:ahLst/>
                <a:rect l="0" t="0" r="r" b="b"/>
                <a:pathLst>
                  <a:path w="78" h="84">
                    <a:moveTo>
                      <a:pt x="78" y="21"/>
                    </a:moveTo>
                    <a:lnTo>
                      <a:pt x="53" y="10"/>
                    </a:lnTo>
                    <a:lnTo>
                      <a:pt x="28" y="0"/>
                    </a:lnTo>
                    <a:lnTo>
                      <a:pt x="0" y="63"/>
                    </a:lnTo>
                    <a:lnTo>
                      <a:pt x="25" y="74"/>
                    </a:lnTo>
                    <a:lnTo>
                      <a:pt x="50" y="84"/>
                    </a:lnTo>
                    <a:lnTo>
                      <a:pt x="78" y="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02" name=""/>
              <p:cNvSpPr/>
              <p:nvPr/>
            </p:nvSpPr>
            <p:spPr>
              <a:xfrm rot="0">
                <a:off x="1310" y="3200"/>
                <a:ext cx="6" cy="3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26" y="1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6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03" name=""/>
              <p:cNvSpPr/>
              <p:nvPr/>
            </p:nvSpPr>
            <p:spPr>
              <a:xfrm rot="0" flipH="1">
                <a:off x="1310" y="32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04" name=""/>
              <p:cNvSpPr/>
              <p:nvPr/>
            </p:nvSpPr>
            <p:spPr>
              <a:xfrm rot="0">
                <a:off x="1304" y="3201"/>
                <a:ext cx="19" cy="21"/>
              </a:xfrm>
              <a:custGeom>
                <a:avLst/>
                <a:ahLst/>
                <a:rect l="0" t="0" r="r" b="b"/>
                <a:pathLst>
                  <a:path w="75" h="85">
                    <a:moveTo>
                      <a:pt x="75" y="19"/>
                    </a:moveTo>
                    <a:lnTo>
                      <a:pt x="49" y="10"/>
                    </a:lnTo>
                    <a:lnTo>
                      <a:pt x="23" y="0"/>
                    </a:lnTo>
                    <a:lnTo>
                      <a:pt x="0" y="66"/>
                    </a:lnTo>
                    <a:lnTo>
                      <a:pt x="25" y="75"/>
                    </a:lnTo>
                    <a:lnTo>
                      <a:pt x="51" y="85"/>
                    </a:lnTo>
                    <a:lnTo>
                      <a:pt x="75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05" name=""/>
              <p:cNvSpPr/>
              <p:nvPr/>
            </p:nvSpPr>
            <p:spPr>
              <a:xfrm rot="0">
                <a:off x="1304" y="3201"/>
                <a:ext cx="19" cy="21"/>
              </a:xfrm>
              <a:custGeom>
                <a:avLst/>
                <a:ahLst/>
                <a:rect l="0" t="0" r="r" b="b"/>
                <a:pathLst>
                  <a:path w="75" h="85">
                    <a:moveTo>
                      <a:pt x="75" y="19"/>
                    </a:moveTo>
                    <a:lnTo>
                      <a:pt x="49" y="10"/>
                    </a:lnTo>
                    <a:lnTo>
                      <a:pt x="23" y="0"/>
                    </a:lnTo>
                    <a:lnTo>
                      <a:pt x="0" y="66"/>
                    </a:lnTo>
                    <a:lnTo>
                      <a:pt x="25" y="75"/>
                    </a:lnTo>
                    <a:lnTo>
                      <a:pt x="51" y="85"/>
                    </a:lnTo>
                    <a:lnTo>
                      <a:pt x="75" y="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06" name=""/>
              <p:cNvSpPr/>
              <p:nvPr/>
            </p:nvSpPr>
            <p:spPr>
              <a:xfrm rot="0">
                <a:off x="1304" y="3217"/>
                <a:ext cx="6" cy="2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26" y="9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6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07" name=""/>
              <p:cNvSpPr/>
              <p:nvPr/>
            </p:nvSpPr>
            <p:spPr>
              <a:xfrm rot="0" flipH="1">
                <a:off x="1304" y="321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08" name=""/>
              <p:cNvSpPr/>
              <p:nvPr/>
            </p:nvSpPr>
            <p:spPr>
              <a:xfrm rot="0">
                <a:off x="1299" y="3218"/>
                <a:ext cx="18" cy="20"/>
              </a:xfrm>
              <a:custGeom>
                <a:avLst/>
                <a:ahLst/>
                <a:rect l="0" t="0" r="r" b="b"/>
                <a:pathLst>
                  <a:path w="71" h="80">
                    <a:moveTo>
                      <a:pt x="71" y="13"/>
                    </a:moveTo>
                    <a:lnTo>
                      <a:pt x="44" y="6"/>
                    </a:lnTo>
                    <a:lnTo>
                      <a:pt x="18" y="0"/>
                    </a:lnTo>
                    <a:lnTo>
                      <a:pt x="0" y="67"/>
                    </a:lnTo>
                    <a:lnTo>
                      <a:pt x="27" y="74"/>
                    </a:lnTo>
                    <a:lnTo>
                      <a:pt x="54" y="80"/>
                    </a:lnTo>
                    <a:lnTo>
                      <a:pt x="71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09" name=""/>
              <p:cNvSpPr/>
              <p:nvPr/>
            </p:nvSpPr>
            <p:spPr>
              <a:xfrm rot="0">
                <a:off x="1299" y="3218"/>
                <a:ext cx="18" cy="20"/>
              </a:xfrm>
              <a:custGeom>
                <a:avLst/>
                <a:ahLst/>
                <a:rect l="0" t="0" r="r" b="b"/>
                <a:pathLst>
                  <a:path w="71" h="80">
                    <a:moveTo>
                      <a:pt x="71" y="13"/>
                    </a:moveTo>
                    <a:lnTo>
                      <a:pt x="44" y="6"/>
                    </a:lnTo>
                    <a:lnTo>
                      <a:pt x="18" y="0"/>
                    </a:lnTo>
                    <a:lnTo>
                      <a:pt x="0" y="67"/>
                    </a:lnTo>
                    <a:lnTo>
                      <a:pt x="27" y="74"/>
                    </a:lnTo>
                    <a:lnTo>
                      <a:pt x="54" y="80"/>
                    </a:lnTo>
                    <a:lnTo>
                      <a:pt x="71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10" name=""/>
              <p:cNvSpPr/>
              <p:nvPr/>
            </p:nvSpPr>
            <p:spPr>
              <a:xfrm rot="0">
                <a:off x="1299" y="3235"/>
                <a:ext cx="7" cy="1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27" y="7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7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11" name=""/>
              <p:cNvSpPr/>
              <p:nvPr/>
            </p:nvSpPr>
            <p:spPr>
              <a:xfrm rot="0">
                <a:off x="1299" y="323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12" name=""/>
              <p:cNvSpPr/>
              <p:nvPr/>
            </p:nvSpPr>
            <p:spPr>
              <a:xfrm rot="0">
                <a:off x="1296" y="3235"/>
                <a:ext cx="17" cy="20"/>
              </a:xfrm>
              <a:custGeom>
                <a:avLst/>
                <a:ahLst/>
                <a:rect l="0" t="0" r="r" b="b"/>
                <a:pathLst>
                  <a:path w="67" h="78">
                    <a:moveTo>
                      <a:pt x="67" y="10"/>
                    </a:moveTo>
                    <a:lnTo>
                      <a:pt x="40" y="5"/>
                    </a:lnTo>
                    <a:lnTo>
                      <a:pt x="13" y="0"/>
                    </a:lnTo>
                    <a:lnTo>
                      <a:pt x="0" y="67"/>
                    </a:lnTo>
                    <a:lnTo>
                      <a:pt x="27" y="73"/>
                    </a:lnTo>
                    <a:lnTo>
                      <a:pt x="54" y="78"/>
                    </a:lnTo>
                    <a:lnTo>
                      <a:pt x="67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13" name=""/>
              <p:cNvSpPr/>
              <p:nvPr/>
            </p:nvSpPr>
            <p:spPr>
              <a:xfrm rot="0">
                <a:off x="1296" y="3235"/>
                <a:ext cx="17" cy="20"/>
              </a:xfrm>
              <a:custGeom>
                <a:avLst/>
                <a:ahLst/>
                <a:rect l="0" t="0" r="r" b="b"/>
                <a:pathLst>
                  <a:path w="67" h="78">
                    <a:moveTo>
                      <a:pt x="67" y="10"/>
                    </a:moveTo>
                    <a:lnTo>
                      <a:pt x="40" y="5"/>
                    </a:lnTo>
                    <a:lnTo>
                      <a:pt x="13" y="0"/>
                    </a:lnTo>
                    <a:lnTo>
                      <a:pt x="0" y="67"/>
                    </a:lnTo>
                    <a:lnTo>
                      <a:pt x="27" y="73"/>
                    </a:lnTo>
                    <a:lnTo>
                      <a:pt x="54" y="78"/>
                    </a:lnTo>
                    <a:lnTo>
                      <a:pt x="67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14" name=""/>
              <p:cNvSpPr/>
              <p:nvPr/>
            </p:nvSpPr>
            <p:spPr>
              <a:xfrm rot="0">
                <a:off x="1296" y="3252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27" y="6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7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15" name=""/>
              <p:cNvSpPr/>
              <p:nvPr/>
            </p:nvSpPr>
            <p:spPr>
              <a:xfrm rot="0">
                <a:off x="1296" y="32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16" name=""/>
              <p:cNvSpPr/>
              <p:nvPr/>
            </p:nvSpPr>
            <p:spPr>
              <a:xfrm rot="0">
                <a:off x="1294" y="3252"/>
                <a:ext cx="16" cy="19"/>
              </a:xfrm>
              <a:custGeom>
                <a:avLst/>
                <a:ahLst/>
                <a:rect l="0" t="0" r="r" b="b"/>
                <a:pathLst>
                  <a:path w="62" h="77">
                    <a:moveTo>
                      <a:pt x="62" y="7"/>
                    </a:moveTo>
                    <a:lnTo>
                      <a:pt x="35" y="4"/>
                    </a:lnTo>
                    <a:lnTo>
                      <a:pt x="8" y="0"/>
                    </a:lnTo>
                    <a:lnTo>
                      <a:pt x="0" y="70"/>
                    </a:lnTo>
                    <a:lnTo>
                      <a:pt x="27" y="73"/>
                    </a:lnTo>
                    <a:lnTo>
                      <a:pt x="54" y="77"/>
                    </a:lnTo>
                    <a:lnTo>
                      <a:pt x="62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17" name=""/>
              <p:cNvSpPr/>
              <p:nvPr/>
            </p:nvSpPr>
            <p:spPr>
              <a:xfrm rot="0">
                <a:off x="1294" y="3252"/>
                <a:ext cx="16" cy="19"/>
              </a:xfrm>
              <a:custGeom>
                <a:avLst/>
                <a:ahLst/>
                <a:rect l="0" t="0" r="r" b="b"/>
                <a:pathLst>
                  <a:path w="62" h="77">
                    <a:moveTo>
                      <a:pt x="62" y="7"/>
                    </a:moveTo>
                    <a:lnTo>
                      <a:pt x="35" y="4"/>
                    </a:lnTo>
                    <a:lnTo>
                      <a:pt x="8" y="0"/>
                    </a:lnTo>
                    <a:lnTo>
                      <a:pt x="0" y="70"/>
                    </a:lnTo>
                    <a:lnTo>
                      <a:pt x="27" y="73"/>
                    </a:lnTo>
                    <a:lnTo>
                      <a:pt x="54" y="77"/>
                    </a:lnTo>
                    <a:lnTo>
                      <a:pt x="62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18" name=""/>
              <p:cNvSpPr/>
              <p:nvPr/>
            </p:nvSpPr>
            <p:spPr>
              <a:xfrm rot="0">
                <a:off x="1294" y="3270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19" name=""/>
              <p:cNvSpPr/>
              <p:nvPr/>
            </p:nvSpPr>
            <p:spPr>
              <a:xfrm rot="0">
                <a:off x="1294" y="32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20" name=""/>
              <p:cNvSpPr/>
              <p:nvPr/>
            </p:nvSpPr>
            <p:spPr>
              <a:xfrm rot="0">
                <a:off x="1293" y="3270"/>
                <a:ext cx="14" cy="18"/>
              </a:xfrm>
              <a:custGeom>
                <a:avLst/>
                <a:ahLst/>
                <a:rect l="0" t="0" r="r" b="b"/>
                <a:pathLst>
                  <a:path w="56" h="71">
                    <a:moveTo>
                      <a:pt x="56" y="3"/>
                    </a:moveTo>
                    <a:lnTo>
                      <a:pt x="29" y="1"/>
                    </a:lnTo>
                    <a:lnTo>
                      <a:pt x="2" y="0"/>
                    </a:lnTo>
                    <a:lnTo>
                      <a:pt x="0" y="69"/>
                    </a:lnTo>
                    <a:lnTo>
                      <a:pt x="27" y="70"/>
                    </a:lnTo>
                    <a:lnTo>
                      <a:pt x="53" y="71"/>
                    </a:lnTo>
                    <a:lnTo>
                      <a:pt x="5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21" name=""/>
              <p:cNvSpPr/>
              <p:nvPr/>
            </p:nvSpPr>
            <p:spPr>
              <a:xfrm rot="0">
                <a:off x="1293" y="3270"/>
                <a:ext cx="14" cy="18"/>
              </a:xfrm>
              <a:custGeom>
                <a:avLst/>
                <a:ahLst/>
                <a:rect l="0" t="0" r="r" b="b"/>
                <a:pathLst>
                  <a:path w="56" h="71">
                    <a:moveTo>
                      <a:pt x="56" y="3"/>
                    </a:moveTo>
                    <a:lnTo>
                      <a:pt x="29" y="1"/>
                    </a:lnTo>
                    <a:lnTo>
                      <a:pt x="2" y="0"/>
                    </a:lnTo>
                    <a:lnTo>
                      <a:pt x="0" y="69"/>
                    </a:lnTo>
                    <a:lnTo>
                      <a:pt x="27" y="70"/>
                    </a:lnTo>
                    <a:lnTo>
                      <a:pt x="53" y="71"/>
                    </a:lnTo>
                    <a:lnTo>
                      <a:pt x="56" y="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22" name=""/>
              <p:cNvSpPr/>
              <p:nvPr/>
            </p:nvSpPr>
            <p:spPr>
              <a:xfrm rot="0">
                <a:off x="1293" y="3288"/>
                <a:ext cx="7" cy="1"/>
              </a:xfrm>
              <a:custGeom>
                <a:avLst/>
                <a:ahLst/>
                <a:rect l="0" t="0" r="r" b="b"/>
                <a:pathLst>
                  <a:path w="27" h="2">
                    <a:moveTo>
                      <a:pt x="27" y="1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7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23" name=""/>
              <p:cNvSpPr/>
              <p:nvPr/>
            </p:nvSpPr>
            <p:spPr>
              <a:xfrm rot="0">
                <a:off x="1293" y="32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24" name=""/>
              <p:cNvSpPr/>
              <p:nvPr/>
            </p:nvSpPr>
            <p:spPr>
              <a:xfrm rot="0">
                <a:off x="1293" y="3288"/>
                <a:ext cx="14" cy="18"/>
              </a:xfrm>
              <a:custGeom>
                <a:avLst/>
                <a:ahLst/>
                <a:rect l="0" t="0" r="r" b="b"/>
                <a:pathLst>
                  <a:path w="56" h="72">
                    <a:moveTo>
                      <a:pt x="53" y="0"/>
                    </a:moveTo>
                    <a:lnTo>
                      <a:pt x="27" y="1"/>
                    </a:lnTo>
                    <a:lnTo>
                      <a:pt x="0" y="2"/>
                    </a:lnTo>
                    <a:lnTo>
                      <a:pt x="2" y="72"/>
                    </a:lnTo>
                    <a:lnTo>
                      <a:pt x="29" y="71"/>
                    </a:lnTo>
                    <a:lnTo>
                      <a:pt x="56" y="70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25" name=""/>
              <p:cNvSpPr/>
              <p:nvPr/>
            </p:nvSpPr>
            <p:spPr>
              <a:xfrm rot="0">
                <a:off x="1293" y="3288"/>
                <a:ext cx="14" cy="18"/>
              </a:xfrm>
              <a:custGeom>
                <a:avLst/>
                <a:ahLst/>
                <a:rect l="0" t="0" r="r" b="b"/>
                <a:pathLst>
                  <a:path w="56" h="72">
                    <a:moveTo>
                      <a:pt x="53" y="0"/>
                    </a:moveTo>
                    <a:lnTo>
                      <a:pt x="27" y="1"/>
                    </a:lnTo>
                    <a:lnTo>
                      <a:pt x="0" y="2"/>
                    </a:lnTo>
                    <a:lnTo>
                      <a:pt x="2" y="72"/>
                    </a:lnTo>
                    <a:lnTo>
                      <a:pt x="29" y="71"/>
                    </a:lnTo>
                    <a:lnTo>
                      <a:pt x="56" y="70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26" name=""/>
              <p:cNvSpPr/>
              <p:nvPr/>
            </p:nvSpPr>
            <p:spPr>
              <a:xfrm rot="0">
                <a:off x="1294" y="3305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27" name=""/>
              <p:cNvSpPr/>
              <p:nvPr/>
            </p:nvSpPr>
            <p:spPr>
              <a:xfrm rot="0">
                <a:off x="1294" y="33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28" name=""/>
              <p:cNvSpPr/>
              <p:nvPr/>
            </p:nvSpPr>
            <p:spPr>
              <a:xfrm rot="0">
                <a:off x="1294" y="3304"/>
                <a:ext cx="16" cy="19"/>
              </a:xfrm>
              <a:custGeom>
                <a:avLst/>
                <a:ahLst/>
                <a:rect l="0" t="0" r="r" b="b"/>
                <a:pathLst>
                  <a:path w="62" h="75">
                    <a:moveTo>
                      <a:pt x="54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8" y="75"/>
                    </a:lnTo>
                    <a:lnTo>
                      <a:pt x="35" y="72"/>
                    </a:lnTo>
                    <a:lnTo>
                      <a:pt x="62" y="69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29" name=""/>
              <p:cNvSpPr/>
              <p:nvPr/>
            </p:nvSpPr>
            <p:spPr>
              <a:xfrm rot="0">
                <a:off x="1294" y="3304"/>
                <a:ext cx="16" cy="19"/>
              </a:xfrm>
              <a:custGeom>
                <a:avLst/>
                <a:ahLst/>
                <a:rect l="0" t="0" r="r" b="b"/>
                <a:pathLst>
                  <a:path w="62" h="75">
                    <a:moveTo>
                      <a:pt x="54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8" y="75"/>
                    </a:lnTo>
                    <a:lnTo>
                      <a:pt x="35" y="72"/>
                    </a:lnTo>
                    <a:lnTo>
                      <a:pt x="62" y="69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30" name=""/>
              <p:cNvSpPr/>
              <p:nvPr/>
            </p:nvSpPr>
            <p:spPr>
              <a:xfrm rot="0">
                <a:off x="1296" y="3322"/>
                <a:ext cx="7" cy="2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27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31" name=""/>
              <p:cNvSpPr/>
              <p:nvPr/>
            </p:nvSpPr>
            <p:spPr>
              <a:xfrm rot="0">
                <a:off x="1296" y="332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32" name=""/>
              <p:cNvSpPr/>
              <p:nvPr/>
            </p:nvSpPr>
            <p:spPr>
              <a:xfrm rot="0">
                <a:off x="1296" y="3321"/>
                <a:ext cx="17" cy="20"/>
              </a:xfrm>
              <a:custGeom>
                <a:avLst/>
                <a:ahLst/>
                <a:rect l="0" t="0" r="r" b="b"/>
                <a:pathLst>
                  <a:path w="67" h="79">
                    <a:moveTo>
                      <a:pt x="54" y="0"/>
                    </a:moveTo>
                    <a:lnTo>
                      <a:pt x="27" y="5"/>
                    </a:lnTo>
                    <a:lnTo>
                      <a:pt x="0" y="10"/>
                    </a:lnTo>
                    <a:lnTo>
                      <a:pt x="13" y="79"/>
                    </a:lnTo>
                    <a:lnTo>
                      <a:pt x="40" y="74"/>
                    </a:lnTo>
                    <a:lnTo>
                      <a:pt x="67" y="68"/>
                    </a:lnTo>
                    <a:lnTo>
                      <a:pt x="5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33" name=""/>
              <p:cNvSpPr/>
              <p:nvPr/>
            </p:nvSpPr>
            <p:spPr>
              <a:xfrm rot="0">
                <a:off x="1296" y="3321"/>
                <a:ext cx="17" cy="20"/>
              </a:xfrm>
              <a:custGeom>
                <a:avLst/>
                <a:ahLst/>
                <a:rect l="0" t="0" r="r" b="b"/>
                <a:pathLst>
                  <a:path w="67" h="79">
                    <a:moveTo>
                      <a:pt x="54" y="0"/>
                    </a:moveTo>
                    <a:lnTo>
                      <a:pt x="27" y="5"/>
                    </a:lnTo>
                    <a:lnTo>
                      <a:pt x="0" y="10"/>
                    </a:lnTo>
                    <a:lnTo>
                      <a:pt x="13" y="79"/>
                    </a:lnTo>
                    <a:lnTo>
                      <a:pt x="40" y="74"/>
                    </a:lnTo>
                    <a:lnTo>
                      <a:pt x="67" y="68"/>
                    </a:lnTo>
                    <a:lnTo>
                      <a:pt x="5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79234" name=""/>
            <p:cNvSpPr/>
            <p:nvPr/>
          </p:nvSpPr>
          <p:spPr>
            <a:xfrm rot="0">
              <a:off x="784" y="3288"/>
              <a:ext cx="3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35" name=""/>
            <p:cNvSpPr/>
            <p:nvPr/>
          </p:nvSpPr>
          <p:spPr>
            <a:xfrm rot="0">
              <a:off x="1235" y="3288"/>
              <a:ext cx="6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36" name=""/>
            <p:cNvSpPr/>
            <p:nvPr/>
          </p:nvSpPr>
          <p:spPr>
            <a:xfrm rot="0">
              <a:off x="1354" y="3288"/>
              <a:ext cx="35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37" name=""/>
            <p:cNvSpPr/>
            <p:nvPr/>
          </p:nvSpPr>
          <p:spPr>
            <a:xfrm rot="0">
              <a:off x="1770" y="3288"/>
              <a:ext cx="5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38" name=""/>
            <p:cNvSpPr/>
            <p:nvPr/>
          </p:nvSpPr>
          <p:spPr>
            <a:xfrm rot="0">
              <a:off x="1889" y="3288"/>
              <a:ext cx="39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39" name=""/>
            <p:cNvSpPr/>
            <p:nvPr/>
          </p:nvSpPr>
          <p:spPr>
            <a:xfrm rot="0">
              <a:off x="1533" y="2445"/>
              <a:ext cx="1" cy="2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0" name=""/>
            <p:cNvSpPr/>
            <p:nvPr/>
          </p:nvSpPr>
          <p:spPr>
            <a:xfrm rot="0">
              <a:off x="1533" y="2723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1" name=""/>
            <p:cNvSpPr/>
            <p:nvPr/>
          </p:nvSpPr>
          <p:spPr>
            <a:xfrm rot="0">
              <a:off x="1533" y="2842"/>
              <a:ext cx="1" cy="35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2" name=""/>
            <p:cNvSpPr/>
            <p:nvPr/>
          </p:nvSpPr>
          <p:spPr>
            <a:xfrm rot="0">
              <a:off x="1533" y="3258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3" name=""/>
            <p:cNvSpPr/>
            <p:nvPr/>
          </p:nvSpPr>
          <p:spPr>
            <a:xfrm rot="0">
              <a:off x="1533" y="3377"/>
              <a:ext cx="1" cy="35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4" name=""/>
            <p:cNvSpPr/>
            <p:nvPr/>
          </p:nvSpPr>
          <p:spPr>
            <a:xfrm rot="0">
              <a:off x="1533" y="3793"/>
              <a:ext cx="1" cy="6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5" name=""/>
            <p:cNvSpPr/>
            <p:nvPr/>
          </p:nvSpPr>
          <p:spPr>
            <a:xfrm rot="0">
              <a:off x="1533" y="3912"/>
              <a:ext cx="1" cy="2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6" name=""/>
            <p:cNvSpPr/>
            <p:nvPr/>
          </p:nvSpPr>
          <p:spPr>
            <a:xfrm rot="0">
              <a:off x="1133" y="2888"/>
              <a:ext cx="6" cy="13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47" name=""/>
            <p:cNvSpPr/>
            <p:nvPr/>
          </p:nvSpPr>
          <p:spPr>
            <a:xfrm rot="0">
              <a:off x="1133" y="2888"/>
              <a:ext cx="6" cy="13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1"/>
                  </a:lnTo>
                  <a:lnTo>
                    <a:pt x="4" y="44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48" name=""/>
            <p:cNvSpPr/>
            <p:nvPr/>
          </p:nvSpPr>
          <p:spPr>
            <a:xfrm rot="0">
              <a:off x="1139" y="2888"/>
              <a:ext cx="786" cy="13"/>
            </a:xfrm>
            <a:custGeom>
              <a:avLst/>
              <a:ahLst/>
              <a:rect l="0" t="0" r="r" b="b"/>
              <a:pathLst>
                <a:path w="314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3143" y="55"/>
                  </a:lnTo>
                  <a:lnTo>
                    <a:pt x="3143" y="28"/>
                  </a:lnTo>
                  <a:lnTo>
                    <a:pt x="314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49" name=""/>
            <p:cNvSpPr/>
            <p:nvPr/>
          </p:nvSpPr>
          <p:spPr>
            <a:xfrm rot="0">
              <a:off x="1139" y="2888"/>
              <a:ext cx="786" cy="13"/>
            </a:xfrm>
            <a:custGeom>
              <a:avLst/>
              <a:ahLst/>
              <a:rect l="0" t="0" r="r" b="b"/>
              <a:pathLst>
                <a:path w="3143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3143" y="55"/>
                  </a:lnTo>
                  <a:lnTo>
                    <a:pt x="3143" y="28"/>
                  </a:lnTo>
                  <a:lnTo>
                    <a:pt x="314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50" name=""/>
            <p:cNvSpPr/>
            <p:nvPr/>
          </p:nvSpPr>
          <p:spPr>
            <a:xfrm rot="0">
              <a:off x="1925" y="2888"/>
              <a:ext cx="7" cy="13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51" name=""/>
            <p:cNvSpPr/>
            <p:nvPr/>
          </p:nvSpPr>
          <p:spPr>
            <a:xfrm rot="0">
              <a:off x="1925" y="2888"/>
              <a:ext cx="7" cy="13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4"/>
                  </a:lnTo>
                  <a:lnTo>
                    <a:pt x="16" y="51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52" name=""/>
            <p:cNvSpPr/>
            <p:nvPr/>
          </p:nvSpPr>
          <p:spPr>
            <a:xfrm rot="0">
              <a:off x="1919" y="2888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53" name=""/>
            <p:cNvSpPr/>
            <p:nvPr/>
          </p:nvSpPr>
          <p:spPr>
            <a:xfrm rot="0">
              <a:off x="1919" y="2888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54" name=""/>
            <p:cNvSpPr/>
            <p:nvPr/>
          </p:nvSpPr>
          <p:spPr>
            <a:xfrm rot="0">
              <a:off x="1919" y="2895"/>
              <a:ext cx="13" cy="786"/>
            </a:xfrm>
            <a:custGeom>
              <a:avLst/>
              <a:ahLst/>
              <a:rect l="0" t="0" r="r" b="b"/>
              <a:pathLst>
                <a:path w="55" h="3146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3146"/>
                  </a:lnTo>
                  <a:lnTo>
                    <a:pt x="27" y="3146"/>
                  </a:lnTo>
                  <a:lnTo>
                    <a:pt x="55" y="3146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55" name=""/>
            <p:cNvSpPr/>
            <p:nvPr/>
          </p:nvSpPr>
          <p:spPr>
            <a:xfrm rot="0">
              <a:off x="1919" y="2895"/>
              <a:ext cx="13" cy="786"/>
            </a:xfrm>
            <a:custGeom>
              <a:avLst/>
              <a:ahLst/>
              <a:rect l="0" t="0" r="r" b="b"/>
              <a:pathLst>
                <a:path w="55" h="3146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3146"/>
                  </a:lnTo>
                  <a:lnTo>
                    <a:pt x="27" y="3146"/>
                  </a:lnTo>
                  <a:lnTo>
                    <a:pt x="55" y="3146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56" name=""/>
            <p:cNvSpPr/>
            <p:nvPr/>
          </p:nvSpPr>
          <p:spPr>
            <a:xfrm rot="0">
              <a:off x="1919" y="3681"/>
              <a:ext cx="13" cy="7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57" name=""/>
            <p:cNvSpPr/>
            <p:nvPr/>
          </p:nvSpPr>
          <p:spPr>
            <a:xfrm rot="0">
              <a:off x="1919" y="3681"/>
              <a:ext cx="13" cy="7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58" name=""/>
            <p:cNvSpPr/>
            <p:nvPr/>
          </p:nvSpPr>
          <p:spPr>
            <a:xfrm rot="0">
              <a:off x="1925" y="3674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59" name=""/>
            <p:cNvSpPr/>
            <p:nvPr/>
          </p:nvSpPr>
          <p:spPr>
            <a:xfrm rot="0">
              <a:off x="1925" y="3674"/>
              <a:ext cx="7" cy="14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60" name=""/>
            <p:cNvSpPr/>
            <p:nvPr/>
          </p:nvSpPr>
          <p:spPr>
            <a:xfrm rot="0">
              <a:off x="1139" y="3674"/>
              <a:ext cx="786" cy="14"/>
            </a:xfrm>
            <a:custGeom>
              <a:avLst/>
              <a:ahLst/>
              <a:rect l="0" t="0" r="r" b="b"/>
              <a:pathLst>
                <a:path w="3143" h="54">
                  <a:moveTo>
                    <a:pt x="3143" y="54"/>
                  </a:moveTo>
                  <a:lnTo>
                    <a:pt x="3143" y="28"/>
                  </a:lnTo>
                  <a:lnTo>
                    <a:pt x="314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314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61" name=""/>
            <p:cNvSpPr/>
            <p:nvPr/>
          </p:nvSpPr>
          <p:spPr>
            <a:xfrm rot="0">
              <a:off x="1139" y="3674"/>
              <a:ext cx="786" cy="14"/>
            </a:xfrm>
            <a:custGeom>
              <a:avLst/>
              <a:ahLst/>
              <a:rect l="0" t="0" r="r" b="b"/>
              <a:pathLst>
                <a:path w="3143" h="54">
                  <a:moveTo>
                    <a:pt x="3143" y="54"/>
                  </a:moveTo>
                  <a:lnTo>
                    <a:pt x="3143" y="28"/>
                  </a:lnTo>
                  <a:lnTo>
                    <a:pt x="314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314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62" name=""/>
            <p:cNvSpPr/>
            <p:nvPr/>
          </p:nvSpPr>
          <p:spPr>
            <a:xfrm rot="0">
              <a:off x="1133" y="3674"/>
              <a:ext cx="6" cy="14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63" name=""/>
            <p:cNvSpPr/>
            <p:nvPr/>
          </p:nvSpPr>
          <p:spPr>
            <a:xfrm rot="0">
              <a:off x="1133" y="3674"/>
              <a:ext cx="6" cy="14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64" name=""/>
            <p:cNvSpPr/>
            <p:nvPr/>
          </p:nvSpPr>
          <p:spPr>
            <a:xfrm rot="0">
              <a:off x="1133" y="3681"/>
              <a:ext cx="13" cy="7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65" name=""/>
            <p:cNvSpPr/>
            <p:nvPr/>
          </p:nvSpPr>
          <p:spPr>
            <a:xfrm rot="0">
              <a:off x="1133" y="3681"/>
              <a:ext cx="13" cy="7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66" name=""/>
            <p:cNvSpPr/>
            <p:nvPr/>
          </p:nvSpPr>
          <p:spPr>
            <a:xfrm rot="0">
              <a:off x="1133" y="2895"/>
              <a:ext cx="13" cy="786"/>
            </a:xfrm>
            <a:custGeom>
              <a:avLst/>
              <a:ahLst/>
              <a:rect l="0" t="0" r="r" b="b"/>
              <a:pathLst>
                <a:path w="55" h="3146">
                  <a:moveTo>
                    <a:pt x="0" y="3146"/>
                  </a:moveTo>
                  <a:lnTo>
                    <a:pt x="27" y="3146"/>
                  </a:lnTo>
                  <a:lnTo>
                    <a:pt x="55" y="314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31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67" name=""/>
            <p:cNvSpPr/>
            <p:nvPr/>
          </p:nvSpPr>
          <p:spPr>
            <a:xfrm rot="0">
              <a:off x="1133" y="2895"/>
              <a:ext cx="13" cy="786"/>
            </a:xfrm>
            <a:custGeom>
              <a:avLst/>
              <a:ahLst/>
              <a:rect l="0" t="0" r="r" b="b"/>
              <a:pathLst>
                <a:path w="55" h="3146">
                  <a:moveTo>
                    <a:pt x="0" y="3146"/>
                  </a:moveTo>
                  <a:lnTo>
                    <a:pt x="27" y="3146"/>
                  </a:lnTo>
                  <a:lnTo>
                    <a:pt x="55" y="314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31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268" name=""/>
            <p:cNvSpPr/>
            <p:nvPr/>
          </p:nvSpPr>
          <p:spPr>
            <a:xfrm rot="0">
              <a:off x="1133" y="2888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269" name=""/>
            <p:cNvSpPr/>
            <p:nvPr/>
          </p:nvSpPr>
          <p:spPr>
            <a:xfrm rot="0">
              <a:off x="1133" y="2888"/>
              <a:ext cx="13" cy="7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06" name=""/>
          <p:cNvGrpSpPr/>
          <p:nvPr/>
        </p:nvGrpSpPr>
        <p:grpSpPr>
          <a:xfrm rot="0">
            <a:off x="4159250" y="1506537"/>
            <a:ext cx="2239962" cy="2184400"/>
            <a:chOff x="2620" y="949"/>
            <a:chExt cx="1411" cy="1376"/>
          </a:xfrm>
        </p:grpSpPr>
        <p:grpSp>
          <p:nvGrpSpPr>
            <p:cNvPr id="407" name=""/>
            <p:cNvGrpSpPr/>
            <p:nvPr/>
          </p:nvGrpSpPr>
          <p:grpSpPr>
            <a:xfrm rot="0">
              <a:off x="2620" y="1082"/>
              <a:ext cx="1411" cy="1106"/>
              <a:chOff x="2620" y="1082"/>
              <a:chExt cx="1411" cy="1106"/>
            </a:xfrm>
          </p:grpSpPr>
          <p:sp>
            <p:nvSpPr>
              <p:cNvPr id="1079270" name=""/>
              <p:cNvSpPr/>
              <p:nvPr/>
            </p:nvSpPr>
            <p:spPr>
              <a:xfrm rot="0" flipV="1">
                <a:off x="3557" y="1640"/>
                <a:ext cx="1" cy="10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1" name=""/>
              <p:cNvSpPr/>
              <p:nvPr/>
            </p:nvSpPr>
            <p:spPr>
              <a:xfrm rot="0" flipV="1">
                <a:off x="3557" y="1507"/>
                <a:ext cx="1" cy="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2" name=""/>
              <p:cNvSpPr/>
              <p:nvPr/>
            </p:nvSpPr>
            <p:spPr>
              <a:xfrm rot="0" flipV="1">
                <a:off x="3557" y="1373"/>
                <a:ext cx="1" cy="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3" name=""/>
              <p:cNvSpPr/>
              <p:nvPr/>
            </p:nvSpPr>
            <p:spPr>
              <a:xfrm rot="0" flipV="1">
                <a:off x="3557" y="1239"/>
                <a:ext cx="1" cy="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4" name=""/>
              <p:cNvSpPr/>
              <p:nvPr/>
            </p:nvSpPr>
            <p:spPr>
              <a:xfrm rot="0" flipV="1">
                <a:off x="3557" y="1089"/>
                <a:ext cx="1" cy="10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5" name=""/>
              <p:cNvSpPr/>
              <p:nvPr/>
            </p:nvSpPr>
            <p:spPr>
              <a:xfrm rot="0">
                <a:off x="3093" y="1089"/>
                <a:ext cx="1" cy="106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6" name=""/>
              <p:cNvSpPr/>
              <p:nvPr/>
            </p:nvSpPr>
            <p:spPr>
              <a:xfrm rot="0">
                <a:off x="3093" y="1239"/>
                <a:ext cx="1" cy="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7" name=""/>
              <p:cNvSpPr/>
              <p:nvPr/>
            </p:nvSpPr>
            <p:spPr>
              <a:xfrm rot="0">
                <a:off x="3093" y="1373"/>
                <a:ext cx="1" cy="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8" name=""/>
              <p:cNvSpPr/>
              <p:nvPr/>
            </p:nvSpPr>
            <p:spPr>
              <a:xfrm rot="0">
                <a:off x="3093" y="1507"/>
                <a:ext cx="1" cy="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79" name=""/>
              <p:cNvSpPr/>
              <p:nvPr/>
            </p:nvSpPr>
            <p:spPr>
              <a:xfrm rot="0">
                <a:off x="3093" y="1641"/>
                <a:ext cx="1" cy="105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80" name=""/>
              <p:cNvSpPr/>
              <p:nvPr/>
            </p:nvSpPr>
            <p:spPr>
              <a:xfrm rot="0">
                <a:off x="2926" y="1082"/>
                <a:ext cx="6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27" y="28"/>
                    </a:moveTo>
                    <a:lnTo>
                      <a:pt x="27" y="54"/>
                    </a:lnTo>
                    <a:lnTo>
                      <a:pt x="19" y="53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81" name=""/>
              <p:cNvSpPr/>
              <p:nvPr/>
            </p:nvSpPr>
            <p:spPr>
              <a:xfrm rot="0">
                <a:off x="2926" y="1082"/>
                <a:ext cx="6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27" y="54"/>
                    </a:moveTo>
                    <a:lnTo>
                      <a:pt x="19" y="53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82" name=""/>
              <p:cNvSpPr/>
              <p:nvPr/>
            </p:nvSpPr>
            <p:spPr>
              <a:xfrm rot="0">
                <a:off x="2932" y="1082"/>
                <a:ext cx="393" cy="14"/>
              </a:xfrm>
              <a:custGeom>
                <a:avLst/>
                <a:ahLst/>
                <a:rect l="0" t="0" r="r" b="b"/>
                <a:pathLst>
                  <a:path w="1571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1571" y="54"/>
                    </a:lnTo>
                    <a:lnTo>
                      <a:pt x="1571" y="28"/>
                    </a:lnTo>
                    <a:lnTo>
                      <a:pt x="157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83" name=""/>
              <p:cNvSpPr/>
              <p:nvPr/>
            </p:nvSpPr>
            <p:spPr>
              <a:xfrm rot="0">
                <a:off x="2932" y="1082"/>
                <a:ext cx="393" cy="14"/>
              </a:xfrm>
              <a:custGeom>
                <a:avLst/>
                <a:ahLst/>
                <a:rect l="0" t="0" r="r" b="b"/>
                <a:pathLst>
                  <a:path w="1571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1571" y="54"/>
                    </a:lnTo>
                    <a:lnTo>
                      <a:pt x="1571" y="28"/>
                    </a:lnTo>
                    <a:lnTo>
                      <a:pt x="1571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84" name=""/>
              <p:cNvSpPr/>
              <p:nvPr/>
            </p:nvSpPr>
            <p:spPr>
              <a:xfrm rot="0">
                <a:off x="3325" y="1082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11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3" y="44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85" name=""/>
              <p:cNvSpPr/>
              <p:nvPr/>
            </p:nvSpPr>
            <p:spPr>
              <a:xfrm rot="0">
                <a:off x="3325" y="1082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3" y="11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3" y="44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86" name=""/>
              <p:cNvSpPr/>
              <p:nvPr/>
            </p:nvSpPr>
            <p:spPr>
              <a:xfrm rot="0">
                <a:off x="3318" y="1082"/>
                <a:ext cx="7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27" y="28"/>
                    </a:moveTo>
                    <a:lnTo>
                      <a:pt x="27" y="54"/>
                    </a:lnTo>
                    <a:lnTo>
                      <a:pt x="19" y="53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2" y="36"/>
                    </a:lnTo>
                    <a:lnTo>
                      <a:pt x="0" y="28"/>
                    </a:lnTo>
                    <a:lnTo>
                      <a:pt x="2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87" name=""/>
              <p:cNvSpPr/>
              <p:nvPr/>
            </p:nvSpPr>
            <p:spPr>
              <a:xfrm rot="0">
                <a:off x="3318" y="1082"/>
                <a:ext cx="7" cy="14"/>
              </a:xfrm>
              <a:custGeom>
                <a:avLst/>
                <a:ahLst/>
                <a:rect l="0" t="0" r="r" b="b"/>
                <a:pathLst>
                  <a:path w="27" h="54">
                    <a:moveTo>
                      <a:pt x="27" y="54"/>
                    </a:moveTo>
                    <a:lnTo>
                      <a:pt x="19" y="53"/>
                    </a:lnTo>
                    <a:lnTo>
                      <a:pt x="11" y="50"/>
                    </a:lnTo>
                    <a:lnTo>
                      <a:pt x="5" y="44"/>
                    </a:lnTo>
                    <a:lnTo>
                      <a:pt x="2" y="36"/>
                    </a:lnTo>
                    <a:lnTo>
                      <a:pt x="0" y="28"/>
                    </a:lnTo>
                    <a:lnTo>
                      <a:pt x="2" y="19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88" name=""/>
              <p:cNvSpPr/>
              <p:nvPr/>
            </p:nvSpPr>
            <p:spPr>
              <a:xfrm rot="0">
                <a:off x="3325" y="1082"/>
                <a:ext cx="393" cy="14"/>
              </a:xfrm>
              <a:custGeom>
                <a:avLst/>
                <a:ahLst/>
                <a:rect l="0" t="0" r="r" b="b"/>
                <a:pathLst>
                  <a:path w="1571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1571" y="54"/>
                    </a:lnTo>
                    <a:lnTo>
                      <a:pt x="1571" y="28"/>
                    </a:lnTo>
                    <a:lnTo>
                      <a:pt x="1571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89" name=""/>
              <p:cNvSpPr/>
              <p:nvPr/>
            </p:nvSpPr>
            <p:spPr>
              <a:xfrm rot="0">
                <a:off x="3325" y="1082"/>
                <a:ext cx="393" cy="14"/>
              </a:xfrm>
              <a:custGeom>
                <a:avLst/>
                <a:ahLst/>
                <a:rect l="0" t="0" r="r" b="b"/>
                <a:pathLst>
                  <a:path w="1571" h="54">
                    <a:moveTo>
                      <a:pt x="0" y="0"/>
                    </a:moveTo>
                    <a:lnTo>
                      <a:pt x="0" y="28"/>
                    </a:lnTo>
                    <a:lnTo>
                      <a:pt x="0" y="54"/>
                    </a:lnTo>
                    <a:lnTo>
                      <a:pt x="1571" y="54"/>
                    </a:lnTo>
                    <a:lnTo>
                      <a:pt x="1571" y="28"/>
                    </a:lnTo>
                    <a:lnTo>
                      <a:pt x="1571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90" name=""/>
              <p:cNvSpPr/>
              <p:nvPr/>
            </p:nvSpPr>
            <p:spPr>
              <a:xfrm rot="0">
                <a:off x="3718" y="1082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11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3" y="44"/>
                    </a:lnTo>
                    <a:lnTo>
                      <a:pt x="17" y="50"/>
                    </a:lnTo>
                    <a:lnTo>
                      <a:pt x="9" y="53"/>
                    </a:lnTo>
                    <a:lnTo>
                      <a:pt x="0" y="54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91" name=""/>
              <p:cNvSpPr/>
              <p:nvPr/>
            </p:nvSpPr>
            <p:spPr>
              <a:xfrm rot="0">
                <a:off x="3718" y="1082"/>
                <a:ext cx="7" cy="14"/>
              </a:xfrm>
              <a:custGeom>
                <a:avLst/>
                <a:ahLst/>
                <a:rect l="0" t="0" r="r" b="b"/>
                <a:pathLst>
                  <a:path w="28" h="54">
                    <a:moveTo>
                      <a:pt x="0" y="0"/>
                    </a:moveTo>
                    <a:lnTo>
                      <a:pt x="9" y="2"/>
                    </a:lnTo>
                    <a:lnTo>
                      <a:pt x="17" y="5"/>
                    </a:lnTo>
                    <a:lnTo>
                      <a:pt x="23" y="11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6"/>
                    </a:lnTo>
                    <a:lnTo>
                      <a:pt x="23" y="44"/>
                    </a:lnTo>
                    <a:lnTo>
                      <a:pt x="17" y="50"/>
                    </a:lnTo>
                    <a:lnTo>
                      <a:pt x="9" y="53"/>
                    </a:lnTo>
                    <a:lnTo>
                      <a:pt x="0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92" name=""/>
              <p:cNvSpPr/>
              <p:nvPr/>
            </p:nvSpPr>
            <p:spPr>
              <a:xfrm rot="0">
                <a:off x="2620" y="2175"/>
                <a:ext cx="7" cy="13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28"/>
                    </a:moveTo>
                    <a:lnTo>
                      <a:pt x="27" y="55"/>
                    </a:lnTo>
                    <a:lnTo>
                      <a:pt x="19" y="54"/>
                    </a:lnTo>
                    <a:lnTo>
                      <a:pt x="11" y="51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93" name=""/>
              <p:cNvSpPr/>
              <p:nvPr/>
            </p:nvSpPr>
            <p:spPr>
              <a:xfrm rot="0">
                <a:off x="2620" y="2175"/>
                <a:ext cx="7" cy="13"/>
              </a:xfrm>
              <a:custGeom>
                <a:avLst/>
                <a:ahLst/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19" y="54"/>
                    </a:lnTo>
                    <a:lnTo>
                      <a:pt x="11" y="51"/>
                    </a:lnTo>
                    <a:lnTo>
                      <a:pt x="5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94" name=""/>
              <p:cNvSpPr/>
              <p:nvPr/>
            </p:nvSpPr>
            <p:spPr>
              <a:xfrm rot="0">
                <a:off x="2627" y="2175"/>
                <a:ext cx="205" cy="13"/>
              </a:xfrm>
              <a:custGeom>
                <a:avLst/>
                <a:ahLst/>
                <a:rect l="0" t="0" r="r" b="b"/>
                <a:pathLst>
                  <a:path w="819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819" y="55"/>
                    </a:lnTo>
                    <a:lnTo>
                      <a:pt x="819" y="28"/>
                    </a:lnTo>
                    <a:lnTo>
                      <a:pt x="81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95" name=""/>
              <p:cNvSpPr/>
              <p:nvPr/>
            </p:nvSpPr>
            <p:spPr>
              <a:xfrm rot="0">
                <a:off x="2627" y="2175"/>
                <a:ext cx="205" cy="13"/>
              </a:xfrm>
              <a:custGeom>
                <a:avLst/>
                <a:ahLst/>
                <a:rect l="0" t="0" r="r" b="b"/>
                <a:pathLst>
                  <a:path w="819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819" y="55"/>
                    </a:lnTo>
                    <a:lnTo>
                      <a:pt x="819" y="28"/>
                    </a:lnTo>
                    <a:lnTo>
                      <a:pt x="819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96" name=""/>
              <p:cNvSpPr/>
              <p:nvPr/>
            </p:nvSpPr>
            <p:spPr>
              <a:xfrm rot="0">
                <a:off x="2832" y="2175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97" name=""/>
              <p:cNvSpPr/>
              <p:nvPr/>
            </p:nvSpPr>
            <p:spPr>
              <a:xfrm rot="0">
                <a:off x="2832" y="2175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9" y="2"/>
                    </a:lnTo>
                    <a:lnTo>
                      <a:pt x="16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6" y="51"/>
                    </a:lnTo>
                    <a:lnTo>
                      <a:pt x="9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298" name=""/>
              <p:cNvSpPr/>
              <p:nvPr/>
            </p:nvSpPr>
            <p:spPr>
              <a:xfrm rot="0">
                <a:off x="4017" y="2181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26" y="1"/>
                    </a:moveTo>
                    <a:lnTo>
                      <a:pt x="53" y="0"/>
                    </a:lnTo>
                    <a:lnTo>
                      <a:pt x="52" y="9"/>
                    </a:lnTo>
                    <a:lnTo>
                      <a:pt x="49" y="16"/>
                    </a:lnTo>
                    <a:lnTo>
                      <a:pt x="44" y="23"/>
                    </a:lnTo>
                    <a:lnTo>
                      <a:pt x="36" y="27"/>
                    </a:lnTo>
                    <a:lnTo>
                      <a:pt x="28" y="28"/>
                    </a:lnTo>
                    <a:lnTo>
                      <a:pt x="19" y="27"/>
                    </a:lnTo>
                    <a:lnTo>
                      <a:pt x="11" y="24"/>
                    </a:lnTo>
                    <a:lnTo>
                      <a:pt x="5" y="18"/>
                    </a:lnTo>
                    <a:lnTo>
                      <a:pt x="1" y="11"/>
                    </a:lnTo>
                    <a:lnTo>
                      <a:pt x="0" y="2"/>
                    </a:lnTo>
                    <a:lnTo>
                      <a:pt x="26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299" name=""/>
              <p:cNvSpPr/>
              <p:nvPr/>
            </p:nvSpPr>
            <p:spPr>
              <a:xfrm rot="0">
                <a:off x="4017" y="2181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53" y="0"/>
                    </a:moveTo>
                    <a:lnTo>
                      <a:pt x="52" y="9"/>
                    </a:lnTo>
                    <a:lnTo>
                      <a:pt x="49" y="16"/>
                    </a:lnTo>
                    <a:lnTo>
                      <a:pt x="44" y="23"/>
                    </a:lnTo>
                    <a:lnTo>
                      <a:pt x="36" y="27"/>
                    </a:lnTo>
                    <a:lnTo>
                      <a:pt x="28" y="28"/>
                    </a:lnTo>
                    <a:lnTo>
                      <a:pt x="19" y="27"/>
                    </a:lnTo>
                    <a:lnTo>
                      <a:pt x="11" y="24"/>
                    </a:lnTo>
                    <a:lnTo>
                      <a:pt x="5" y="18"/>
                    </a:lnTo>
                    <a:lnTo>
                      <a:pt x="1" y="11"/>
                    </a:lnTo>
                    <a:lnTo>
                      <a:pt x="0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00" name=""/>
              <p:cNvSpPr/>
              <p:nvPr/>
            </p:nvSpPr>
            <p:spPr>
              <a:xfrm rot="0">
                <a:off x="4016" y="2151"/>
                <a:ext cx="14" cy="31"/>
              </a:xfrm>
              <a:custGeom>
                <a:avLst/>
                <a:ahLst/>
                <a:rect l="0" t="0" r="r" b="b"/>
                <a:pathLst>
                  <a:path w="57" h="123">
                    <a:moveTo>
                      <a:pt x="4" y="123"/>
                    </a:moveTo>
                    <a:lnTo>
                      <a:pt x="30" y="122"/>
                    </a:lnTo>
                    <a:lnTo>
                      <a:pt x="57" y="121"/>
                    </a:lnTo>
                    <a:lnTo>
                      <a:pt x="54" y="0"/>
                    </a:lnTo>
                    <a:lnTo>
                      <a:pt x="27" y="1"/>
                    </a:lnTo>
                    <a:lnTo>
                      <a:pt x="0" y="2"/>
                    </a:lnTo>
                    <a:lnTo>
                      <a:pt x="4" y="1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01" name=""/>
              <p:cNvSpPr/>
              <p:nvPr/>
            </p:nvSpPr>
            <p:spPr>
              <a:xfrm rot="0">
                <a:off x="4016" y="2151"/>
                <a:ext cx="14" cy="31"/>
              </a:xfrm>
              <a:custGeom>
                <a:avLst/>
                <a:ahLst/>
                <a:rect l="0" t="0" r="r" b="b"/>
                <a:pathLst>
                  <a:path w="57" h="123">
                    <a:moveTo>
                      <a:pt x="4" y="123"/>
                    </a:moveTo>
                    <a:lnTo>
                      <a:pt x="30" y="122"/>
                    </a:lnTo>
                    <a:lnTo>
                      <a:pt x="57" y="121"/>
                    </a:lnTo>
                    <a:lnTo>
                      <a:pt x="54" y="0"/>
                    </a:lnTo>
                    <a:lnTo>
                      <a:pt x="27" y="1"/>
                    </a:lnTo>
                    <a:lnTo>
                      <a:pt x="0" y="2"/>
                    </a:lnTo>
                    <a:lnTo>
                      <a:pt x="4" y="12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02" name=""/>
              <p:cNvSpPr/>
              <p:nvPr/>
            </p:nvSpPr>
            <p:spPr>
              <a:xfrm rot="0">
                <a:off x="4023" y="2151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03" name=""/>
              <p:cNvSpPr/>
              <p:nvPr/>
            </p:nvSpPr>
            <p:spPr>
              <a:xfrm rot="0" flipV="1">
                <a:off x="4030" y="21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04" name=""/>
              <p:cNvSpPr/>
              <p:nvPr/>
            </p:nvSpPr>
            <p:spPr>
              <a:xfrm rot="0">
                <a:off x="4014" y="2120"/>
                <a:ext cx="16" cy="32"/>
              </a:xfrm>
              <a:custGeom>
                <a:avLst/>
                <a:ahLst/>
                <a:rect l="0" t="0" r="r" b="b"/>
                <a:pathLst>
                  <a:path w="61" h="127">
                    <a:moveTo>
                      <a:pt x="7" y="127"/>
                    </a:moveTo>
                    <a:lnTo>
                      <a:pt x="34" y="125"/>
                    </a:lnTo>
                    <a:lnTo>
                      <a:pt x="61" y="122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4"/>
                    </a:lnTo>
                    <a:lnTo>
                      <a:pt x="7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05" name=""/>
              <p:cNvSpPr/>
              <p:nvPr/>
            </p:nvSpPr>
            <p:spPr>
              <a:xfrm rot="0">
                <a:off x="4014" y="2120"/>
                <a:ext cx="16" cy="32"/>
              </a:xfrm>
              <a:custGeom>
                <a:avLst/>
                <a:ahLst/>
                <a:rect l="0" t="0" r="r" b="b"/>
                <a:pathLst>
                  <a:path w="61" h="127">
                    <a:moveTo>
                      <a:pt x="7" y="127"/>
                    </a:moveTo>
                    <a:lnTo>
                      <a:pt x="34" y="125"/>
                    </a:lnTo>
                    <a:lnTo>
                      <a:pt x="61" y="122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4"/>
                    </a:lnTo>
                    <a:lnTo>
                      <a:pt x="7" y="1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06" name=""/>
              <p:cNvSpPr/>
              <p:nvPr/>
            </p:nvSpPr>
            <p:spPr>
              <a:xfrm rot="0">
                <a:off x="4021" y="2120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07" name=""/>
              <p:cNvSpPr/>
              <p:nvPr/>
            </p:nvSpPr>
            <p:spPr>
              <a:xfrm rot="0" flipV="1">
                <a:off x="4028" y="212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08" name=""/>
              <p:cNvSpPr/>
              <p:nvPr/>
            </p:nvSpPr>
            <p:spPr>
              <a:xfrm rot="0">
                <a:off x="4011" y="2090"/>
                <a:ext cx="17" cy="32"/>
              </a:xfrm>
              <a:custGeom>
                <a:avLst/>
                <a:ahLst/>
                <a:rect l="0" t="0" r="r" b="b"/>
                <a:pathLst>
                  <a:path w="68" h="128">
                    <a:moveTo>
                      <a:pt x="14" y="128"/>
                    </a:moveTo>
                    <a:lnTo>
                      <a:pt x="41" y="125"/>
                    </a:lnTo>
                    <a:lnTo>
                      <a:pt x="68" y="122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7"/>
                    </a:lnTo>
                    <a:lnTo>
                      <a:pt x="14" y="1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09" name=""/>
              <p:cNvSpPr/>
              <p:nvPr/>
            </p:nvSpPr>
            <p:spPr>
              <a:xfrm rot="0">
                <a:off x="4011" y="2090"/>
                <a:ext cx="17" cy="32"/>
              </a:xfrm>
              <a:custGeom>
                <a:avLst/>
                <a:ahLst/>
                <a:rect l="0" t="0" r="r" b="b"/>
                <a:pathLst>
                  <a:path w="68" h="128">
                    <a:moveTo>
                      <a:pt x="14" y="128"/>
                    </a:moveTo>
                    <a:lnTo>
                      <a:pt x="41" y="125"/>
                    </a:lnTo>
                    <a:lnTo>
                      <a:pt x="68" y="122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7"/>
                    </a:lnTo>
                    <a:lnTo>
                      <a:pt x="14" y="1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10" name=""/>
              <p:cNvSpPr/>
              <p:nvPr/>
            </p:nvSpPr>
            <p:spPr>
              <a:xfrm rot="0">
                <a:off x="4017" y="2089"/>
                <a:ext cx="7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0" y="5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11" name=""/>
              <p:cNvSpPr/>
              <p:nvPr/>
            </p:nvSpPr>
            <p:spPr>
              <a:xfrm rot="0" flipV="1">
                <a:off x="4024" y="20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12" name=""/>
              <p:cNvSpPr/>
              <p:nvPr/>
            </p:nvSpPr>
            <p:spPr>
              <a:xfrm rot="0">
                <a:off x="4006" y="2059"/>
                <a:ext cx="18" cy="32"/>
              </a:xfrm>
              <a:custGeom>
                <a:avLst/>
                <a:ahLst/>
                <a:rect l="0" t="0" r="r" b="b"/>
                <a:pathLst>
                  <a:path w="72" h="129">
                    <a:moveTo>
                      <a:pt x="18" y="129"/>
                    </a:moveTo>
                    <a:lnTo>
                      <a:pt x="45" y="125"/>
                    </a:lnTo>
                    <a:lnTo>
                      <a:pt x="72" y="120"/>
                    </a:lnTo>
                    <a:lnTo>
                      <a:pt x="53" y="0"/>
                    </a:lnTo>
                    <a:lnTo>
                      <a:pt x="26" y="4"/>
                    </a:lnTo>
                    <a:lnTo>
                      <a:pt x="0" y="9"/>
                    </a:lnTo>
                    <a:lnTo>
                      <a:pt x="18" y="1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13" name=""/>
              <p:cNvSpPr/>
              <p:nvPr/>
            </p:nvSpPr>
            <p:spPr>
              <a:xfrm rot="0">
                <a:off x="4006" y="2059"/>
                <a:ext cx="18" cy="32"/>
              </a:xfrm>
              <a:custGeom>
                <a:avLst/>
                <a:ahLst/>
                <a:rect l="0" t="0" r="r" b="b"/>
                <a:pathLst>
                  <a:path w="72" h="129">
                    <a:moveTo>
                      <a:pt x="18" y="129"/>
                    </a:moveTo>
                    <a:lnTo>
                      <a:pt x="45" y="125"/>
                    </a:lnTo>
                    <a:lnTo>
                      <a:pt x="72" y="120"/>
                    </a:lnTo>
                    <a:lnTo>
                      <a:pt x="53" y="0"/>
                    </a:lnTo>
                    <a:lnTo>
                      <a:pt x="26" y="4"/>
                    </a:lnTo>
                    <a:lnTo>
                      <a:pt x="0" y="9"/>
                    </a:lnTo>
                    <a:lnTo>
                      <a:pt x="18" y="1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14" name=""/>
              <p:cNvSpPr/>
              <p:nvPr/>
            </p:nvSpPr>
            <p:spPr>
              <a:xfrm rot="0">
                <a:off x="4013" y="2059"/>
                <a:ext cx="7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0" y="5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15" name=""/>
              <p:cNvSpPr/>
              <p:nvPr/>
            </p:nvSpPr>
            <p:spPr>
              <a:xfrm rot="0" flipV="1">
                <a:off x="4020" y="20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16" name=""/>
              <p:cNvSpPr/>
              <p:nvPr/>
            </p:nvSpPr>
            <p:spPr>
              <a:xfrm rot="0">
                <a:off x="4000" y="2029"/>
                <a:ext cx="20" cy="33"/>
              </a:xfrm>
              <a:custGeom>
                <a:avLst/>
                <a:ahLst/>
                <a:rect l="0" t="0" r="r" b="b"/>
                <a:pathLst>
                  <a:path w="77" h="130">
                    <a:moveTo>
                      <a:pt x="24" y="130"/>
                    </a:moveTo>
                    <a:lnTo>
                      <a:pt x="50" y="124"/>
                    </a:lnTo>
                    <a:lnTo>
                      <a:pt x="77" y="119"/>
                    </a:lnTo>
                    <a:lnTo>
                      <a:pt x="54" y="0"/>
                    </a:lnTo>
                    <a:lnTo>
                      <a:pt x="27" y="5"/>
                    </a:lnTo>
                    <a:lnTo>
                      <a:pt x="0" y="10"/>
                    </a:lnTo>
                    <a:lnTo>
                      <a:pt x="24" y="1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17" name=""/>
              <p:cNvSpPr/>
              <p:nvPr/>
            </p:nvSpPr>
            <p:spPr>
              <a:xfrm rot="0">
                <a:off x="4000" y="2029"/>
                <a:ext cx="20" cy="33"/>
              </a:xfrm>
              <a:custGeom>
                <a:avLst/>
                <a:ahLst/>
                <a:rect l="0" t="0" r="r" b="b"/>
                <a:pathLst>
                  <a:path w="77" h="130">
                    <a:moveTo>
                      <a:pt x="24" y="130"/>
                    </a:moveTo>
                    <a:lnTo>
                      <a:pt x="50" y="124"/>
                    </a:lnTo>
                    <a:lnTo>
                      <a:pt x="77" y="119"/>
                    </a:lnTo>
                    <a:lnTo>
                      <a:pt x="54" y="0"/>
                    </a:lnTo>
                    <a:lnTo>
                      <a:pt x="27" y="5"/>
                    </a:lnTo>
                    <a:lnTo>
                      <a:pt x="0" y="10"/>
                    </a:lnTo>
                    <a:lnTo>
                      <a:pt x="24" y="13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18" name=""/>
              <p:cNvSpPr/>
              <p:nvPr/>
            </p:nvSpPr>
            <p:spPr>
              <a:xfrm rot="0">
                <a:off x="4007" y="2029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19" name=""/>
              <p:cNvSpPr/>
              <p:nvPr/>
            </p:nvSpPr>
            <p:spPr>
              <a:xfrm rot="0" flipV="1">
                <a:off x="4014" y="20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20" name=""/>
              <p:cNvSpPr/>
              <p:nvPr/>
            </p:nvSpPr>
            <p:spPr>
              <a:xfrm rot="0">
                <a:off x="3993" y="1999"/>
                <a:ext cx="21" cy="33"/>
              </a:xfrm>
              <a:custGeom>
                <a:avLst/>
                <a:ahLst/>
                <a:rect l="0" t="0" r="r" b="b"/>
                <a:pathLst>
                  <a:path w="83" h="131">
                    <a:moveTo>
                      <a:pt x="29" y="131"/>
                    </a:moveTo>
                    <a:lnTo>
                      <a:pt x="56" y="125"/>
                    </a:lnTo>
                    <a:lnTo>
                      <a:pt x="83" y="119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29" y="1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21" name=""/>
              <p:cNvSpPr/>
              <p:nvPr/>
            </p:nvSpPr>
            <p:spPr>
              <a:xfrm rot="0">
                <a:off x="3993" y="1999"/>
                <a:ext cx="21" cy="33"/>
              </a:xfrm>
              <a:custGeom>
                <a:avLst/>
                <a:ahLst/>
                <a:rect l="0" t="0" r="r" b="b"/>
                <a:pathLst>
                  <a:path w="83" h="131">
                    <a:moveTo>
                      <a:pt x="29" y="131"/>
                    </a:moveTo>
                    <a:lnTo>
                      <a:pt x="56" y="125"/>
                    </a:lnTo>
                    <a:lnTo>
                      <a:pt x="83" y="119"/>
                    </a:lnTo>
                    <a:lnTo>
                      <a:pt x="54" y="0"/>
                    </a:lnTo>
                    <a:lnTo>
                      <a:pt x="27" y="7"/>
                    </a:lnTo>
                    <a:lnTo>
                      <a:pt x="0" y="13"/>
                    </a:lnTo>
                    <a:lnTo>
                      <a:pt x="29" y="1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22" name=""/>
              <p:cNvSpPr/>
              <p:nvPr/>
            </p:nvSpPr>
            <p:spPr>
              <a:xfrm rot="0">
                <a:off x="4000" y="1999"/>
                <a:ext cx="6" cy="2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8"/>
                    </a:moveTo>
                    <a:lnTo>
                      <a:pt x="27" y="1"/>
                    </a:lnTo>
                    <a:lnTo>
                      <a:pt x="26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23" name=""/>
              <p:cNvSpPr/>
              <p:nvPr/>
            </p:nvSpPr>
            <p:spPr>
              <a:xfrm rot="0" flipH="1" flipV="1">
                <a:off x="4006" y="19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24" name=""/>
              <p:cNvSpPr/>
              <p:nvPr/>
            </p:nvSpPr>
            <p:spPr>
              <a:xfrm rot="0">
                <a:off x="3985" y="1970"/>
                <a:ext cx="21" cy="33"/>
              </a:xfrm>
              <a:custGeom>
                <a:avLst/>
                <a:ahLst/>
                <a:rect l="0" t="0" r="r" b="b"/>
                <a:pathLst>
                  <a:path w="86" h="132">
                    <a:moveTo>
                      <a:pt x="34" y="132"/>
                    </a:moveTo>
                    <a:lnTo>
                      <a:pt x="60" y="125"/>
                    </a:lnTo>
                    <a:lnTo>
                      <a:pt x="86" y="117"/>
                    </a:lnTo>
                    <a:lnTo>
                      <a:pt x="51" y="0"/>
                    </a:lnTo>
                    <a:lnTo>
                      <a:pt x="25" y="8"/>
                    </a:lnTo>
                    <a:lnTo>
                      <a:pt x="0" y="15"/>
                    </a:lnTo>
                    <a:lnTo>
                      <a:pt x="34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25" name=""/>
              <p:cNvSpPr/>
              <p:nvPr/>
            </p:nvSpPr>
            <p:spPr>
              <a:xfrm rot="0">
                <a:off x="3985" y="1970"/>
                <a:ext cx="21" cy="33"/>
              </a:xfrm>
              <a:custGeom>
                <a:avLst/>
                <a:ahLst/>
                <a:rect l="0" t="0" r="r" b="b"/>
                <a:pathLst>
                  <a:path w="86" h="132">
                    <a:moveTo>
                      <a:pt x="34" y="132"/>
                    </a:moveTo>
                    <a:lnTo>
                      <a:pt x="60" y="125"/>
                    </a:lnTo>
                    <a:lnTo>
                      <a:pt x="86" y="117"/>
                    </a:lnTo>
                    <a:lnTo>
                      <a:pt x="51" y="0"/>
                    </a:lnTo>
                    <a:lnTo>
                      <a:pt x="25" y="8"/>
                    </a:lnTo>
                    <a:lnTo>
                      <a:pt x="0" y="15"/>
                    </a:lnTo>
                    <a:lnTo>
                      <a:pt x="34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26" name=""/>
              <p:cNvSpPr/>
              <p:nvPr/>
            </p:nvSpPr>
            <p:spPr>
              <a:xfrm rot="0">
                <a:off x="3991" y="1970"/>
                <a:ext cx="7" cy="2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0" y="9"/>
                    </a:moveTo>
                    <a:lnTo>
                      <a:pt x="26" y="1"/>
                    </a:lnTo>
                    <a:lnTo>
                      <a:pt x="26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27" name=""/>
              <p:cNvSpPr/>
              <p:nvPr/>
            </p:nvSpPr>
            <p:spPr>
              <a:xfrm rot="0" flipV="1">
                <a:off x="3998" y="19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28" name=""/>
              <p:cNvSpPr/>
              <p:nvPr/>
            </p:nvSpPr>
            <p:spPr>
              <a:xfrm rot="0">
                <a:off x="3975" y="1940"/>
                <a:ext cx="23" cy="34"/>
              </a:xfrm>
              <a:custGeom>
                <a:avLst/>
                <a:ahLst/>
                <a:rect l="0" t="0" r="r" b="b"/>
                <a:pathLst>
                  <a:path w="90" h="133">
                    <a:moveTo>
                      <a:pt x="39" y="133"/>
                    </a:moveTo>
                    <a:lnTo>
                      <a:pt x="64" y="125"/>
                    </a:lnTo>
                    <a:lnTo>
                      <a:pt x="90" y="116"/>
                    </a:lnTo>
                    <a:lnTo>
                      <a:pt x="51" y="0"/>
                    </a:lnTo>
                    <a:lnTo>
                      <a:pt x="26" y="9"/>
                    </a:lnTo>
                    <a:lnTo>
                      <a:pt x="0" y="17"/>
                    </a:lnTo>
                    <a:lnTo>
                      <a:pt x="39" y="1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29" name=""/>
              <p:cNvSpPr/>
              <p:nvPr/>
            </p:nvSpPr>
            <p:spPr>
              <a:xfrm rot="0">
                <a:off x="3975" y="1940"/>
                <a:ext cx="23" cy="34"/>
              </a:xfrm>
              <a:custGeom>
                <a:avLst/>
                <a:ahLst/>
                <a:rect l="0" t="0" r="r" b="b"/>
                <a:pathLst>
                  <a:path w="90" h="133">
                    <a:moveTo>
                      <a:pt x="39" y="133"/>
                    </a:moveTo>
                    <a:lnTo>
                      <a:pt x="64" y="125"/>
                    </a:lnTo>
                    <a:lnTo>
                      <a:pt x="90" y="116"/>
                    </a:lnTo>
                    <a:lnTo>
                      <a:pt x="51" y="0"/>
                    </a:lnTo>
                    <a:lnTo>
                      <a:pt x="26" y="9"/>
                    </a:lnTo>
                    <a:lnTo>
                      <a:pt x="0" y="17"/>
                    </a:lnTo>
                    <a:lnTo>
                      <a:pt x="39" y="1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30" name=""/>
              <p:cNvSpPr/>
              <p:nvPr/>
            </p:nvSpPr>
            <p:spPr>
              <a:xfrm rot="0">
                <a:off x="3981" y="1940"/>
                <a:ext cx="7" cy="3"/>
              </a:xfrm>
              <a:custGeom>
                <a:avLst/>
                <a:ahLst/>
                <a:rect l="0" t="0" r="r" b="b"/>
                <a:pathLst>
                  <a:path w="25" h="10">
                    <a:moveTo>
                      <a:pt x="0" y="10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31" name=""/>
              <p:cNvSpPr/>
              <p:nvPr/>
            </p:nvSpPr>
            <p:spPr>
              <a:xfrm rot="0" flipV="1">
                <a:off x="3988" y="19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32" name=""/>
              <p:cNvSpPr/>
              <p:nvPr/>
            </p:nvSpPr>
            <p:spPr>
              <a:xfrm rot="0">
                <a:off x="3964" y="1912"/>
                <a:ext cx="24" cy="33"/>
              </a:xfrm>
              <a:custGeom>
                <a:avLst/>
                <a:ahLst/>
                <a:rect l="0" t="0" r="r" b="b"/>
                <a:pathLst>
                  <a:path w="95" h="133">
                    <a:moveTo>
                      <a:pt x="44" y="133"/>
                    </a:moveTo>
                    <a:lnTo>
                      <a:pt x="70" y="124"/>
                    </a:lnTo>
                    <a:lnTo>
                      <a:pt x="95" y="114"/>
                    </a:lnTo>
                    <a:lnTo>
                      <a:pt x="51" y="0"/>
                    </a:lnTo>
                    <a:lnTo>
                      <a:pt x="26" y="10"/>
                    </a:lnTo>
                    <a:lnTo>
                      <a:pt x="0" y="19"/>
                    </a:lnTo>
                    <a:lnTo>
                      <a:pt x="44" y="1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33" name=""/>
              <p:cNvSpPr/>
              <p:nvPr/>
            </p:nvSpPr>
            <p:spPr>
              <a:xfrm rot="0">
                <a:off x="3964" y="1912"/>
                <a:ext cx="24" cy="33"/>
              </a:xfrm>
              <a:custGeom>
                <a:avLst/>
                <a:ahLst/>
                <a:rect l="0" t="0" r="r" b="b"/>
                <a:pathLst>
                  <a:path w="95" h="133">
                    <a:moveTo>
                      <a:pt x="44" y="133"/>
                    </a:moveTo>
                    <a:lnTo>
                      <a:pt x="70" y="124"/>
                    </a:lnTo>
                    <a:lnTo>
                      <a:pt x="95" y="114"/>
                    </a:lnTo>
                    <a:lnTo>
                      <a:pt x="51" y="0"/>
                    </a:lnTo>
                    <a:lnTo>
                      <a:pt x="26" y="10"/>
                    </a:lnTo>
                    <a:lnTo>
                      <a:pt x="0" y="19"/>
                    </a:lnTo>
                    <a:lnTo>
                      <a:pt x="44" y="1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34" name=""/>
              <p:cNvSpPr/>
              <p:nvPr/>
            </p:nvSpPr>
            <p:spPr>
              <a:xfrm rot="0">
                <a:off x="3970" y="1911"/>
                <a:ext cx="7" cy="3"/>
              </a:xfrm>
              <a:custGeom>
                <a:avLst/>
                <a:ahLst/>
                <a:rect l="0" t="0" r="r" b="b"/>
                <a:pathLst>
                  <a:path w="25" h="11">
                    <a:moveTo>
                      <a:pt x="0" y="11"/>
                    </a:moveTo>
                    <a:lnTo>
                      <a:pt x="25" y="1"/>
                    </a:lnTo>
                    <a:lnTo>
                      <a:pt x="24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35" name=""/>
              <p:cNvSpPr/>
              <p:nvPr/>
            </p:nvSpPr>
            <p:spPr>
              <a:xfrm rot="0" flipH="1" flipV="1">
                <a:off x="3977" y="19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36" name=""/>
              <p:cNvSpPr/>
              <p:nvPr/>
            </p:nvSpPr>
            <p:spPr>
              <a:xfrm rot="0">
                <a:off x="3952" y="1884"/>
                <a:ext cx="25" cy="33"/>
              </a:xfrm>
              <a:custGeom>
                <a:avLst/>
                <a:ahLst/>
                <a:rect l="0" t="0" r="r" b="b"/>
                <a:pathLst>
                  <a:path w="99" h="133">
                    <a:moveTo>
                      <a:pt x="50" y="133"/>
                    </a:moveTo>
                    <a:lnTo>
                      <a:pt x="75" y="123"/>
                    </a:lnTo>
                    <a:lnTo>
                      <a:pt x="99" y="112"/>
                    </a:lnTo>
                    <a:lnTo>
                      <a:pt x="50" y="0"/>
                    </a:lnTo>
                    <a:lnTo>
                      <a:pt x="25" y="11"/>
                    </a:lnTo>
                    <a:lnTo>
                      <a:pt x="0" y="22"/>
                    </a:lnTo>
                    <a:lnTo>
                      <a:pt x="50" y="1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37" name=""/>
              <p:cNvSpPr/>
              <p:nvPr/>
            </p:nvSpPr>
            <p:spPr>
              <a:xfrm rot="0">
                <a:off x="3952" y="1884"/>
                <a:ext cx="25" cy="33"/>
              </a:xfrm>
              <a:custGeom>
                <a:avLst/>
                <a:ahLst/>
                <a:rect l="0" t="0" r="r" b="b"/>
                <a:pathLst>
                  <a:path w="99" h="133">
                    <a:moveTo>
                      <a:pt x="50" y="133"/>
                    </a:moveTo>
                    <a:lnTo>
                      <a:pt x="75" y="123"/>
                    </a:lnTo>
                    <a:lnTo>
                      <a:pt x="99" y="112"/>
                    </a:lnTo>
                    <a:lnTo>
                      <a:pt x="50" y="0"/>
                    </a:lnTo>
                    <a:lnTo>
                      <a:pt x="25" y="11"/>
                    </a:lnTo>
                    <a:lnTo>
                      <a:pt x="0" y="22"/>
                    </a:lnTo>
                    <a:lnTo>
                      <a:pt x="50" y="1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38" name=""/>
              <p:cNvSpPr/>
              <p:nvPr/>
            </p:nvSpPr>
            <p:spPr>
              <a:xfrm rot="0">
                <a:off x="3958" y="1883"/>
                <a:ext cx="6" cy="3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0" y="12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39" name=""/>
              <p:cNvSpPr/>
              <p:nvPr/>
            </p:nvSpPr>
            <p:spPr>
              <a:xfrm rot="0" flipV="1">
                <a:off x="3964" y="188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40" name=""/>
              <p:cNvSpPr/>
              <p:nvPr/>
            </p:nvSpPr>
            <p:spPr>
              <a:xfrm rot="0">
                <a:off x="3938" y="1856"/>
                <a:ext cx="26" cy="33"/>
              </a:xfrm>
              <a:custGeom>
                <a:avLst/>
                <a:ahLst/>
                <a:rect l="0" t="0" r="r" b="b"/>
                <a:pathLst>
                  <a:path w="103" h="134">
                    <a:moveTo>
                      <a:pt x="53" y="134"/>
                    </a:moveTo>
                    <a:lnTo>
                      <a:pt x="78" y="122"/>
                    </a:lnTo>
                    <a:lnTo>
                      <a:pt x="103" y="110"/>
                    </a:lnTo>
                    <a:lnTo>
                      <a:pt x="49" y="0"/>
                    </a:lnTo>
                    <a:lnTo>
                      <a:pt x="24" y="12"/>
                    </a:lnTo>
                    <a:lnTo>
                      <a:pt x="0" y="24"/>
                    </a:lnTo>
                    <a:lnTo>
                      <a:pt x="53" y="1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41" name=""/>
              <p:cNvSpPr/>
              <p:nvPr/>
            </p:nvSpPr>
            <p:spPr>
              <a:xfrm rot="0">
                <a:off x="3938" y="1856"/>
                <a:ext cx="26" cy="33"/>
              </a:xfrm>
              <a:custGeom>
                <a:avLst/>
                <a:ahLst/>
                <a:rect l="0" t="0" r="r" b="b"/>
                <a:pathLst>
                  <a:path w="103" h="134">
                    <a:moveTo>
                      <a:pt x="53" y="134"/>
                    </a:moveTo>
                    <a:lnTo>
                      <a:pt x="78" y="122"/>
                    </a:lnTo>
                    <a:lnTo>
                      <a:pt x="103" y="110"/>
                    </a:lnTo>
                    <a:lnTo>
                      <a:pt x="49" y="0"/>
                    </a:lnTo>
                    <a:lnTo>
                      <a:pt x="24" y="12"/>
                    </a:lnTo>
                    <a:lnTo>
                      <a:pt x="0" y="24"/>
                    </a:lnTo>
                    <a:lnTo>
                      <a:pt x="53" y="1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42" name=""/>
              <p:cNvSpPr/>
              <p:nvPr/>
            </p:nvSpPr>
            <p:spPr>
              <a:xfrm rot="0">
                <a:off x="3945" y="1856"/>
                <a:ext cx="6" cy="3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0" y="13"/>
                    </a:moveTo>
                    <a:lnTo>
                      <a:pt x="25" y="1"/>
                    </a:lnTo>
                    <a:lnTo>
                      <a:pt x="24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43" name=""/>
              <p:cNvSpPr/>
              <p:nvPr/>
            </p:nvSpPr>
            <p:spPr>
              <a:xfrm rot="0" flipH="1" flipV="1">
                <a:off x="3951" y="18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44" name=""/>
              <p:cNvSpPr/>
              <p:nvPr/>
            </p:nvSpPr>
            <p:spPr>
              <a:xfrm rot="0">
                <a:off x="3924" y="1829"/>
                <a:ext cx="27" cy="33"/>
              </a:xfrm>
              <a:custGeom>
                <a:avLst/>
                <a:ahLst/>
                <a:rect l="0" t="0" r="r" b="b"/>
                <a:pathLst>
                  <a:path w="106" h="132">
                    <a:moveTo>
                      <a:pt x="59" y="132"/>
                    </a:moveTo>
                    <a:lnTo>
                      <a:pt x="82" y="119"/>
                    </a:lnTo>
                    <a:lnTo>
                      <a:pt x="106" y="106"/>
                    </a:lnTo>
                    <a:lnTo>
                      <a:pt x="47" y="0"/>
                    </a:lnTo>
                    <a:lnTo>
                      <a:pt x="23" y="13"/>
                    </a:lnTo>
                    <a:lnTo>
                      <a:pt x="0" y="26"/>
                    </a:lnTo>
                    <a:lnTo>
                      <a:pt x="59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45" name=""/>
              <p:cNvSpPr/>
              <p:nvPr/>
            </p:nvSpPr>
            <p:spPr>
              <a:xfrm rot="0">
                <a:off x="3924" y="1829"/>
                <a:ext cx="27" cy="33"/>
              </a:xfrm>
              <a:custGeom>
                <a:avLst/>
                <a:ahLst/>
                <a:rect l="0" t="0" r="r" b="b"/>
                <a:pathLst>
                  <a:path w="106" h="132">
                    <a:moveTo>
                      <a:pt x="59" y="132"/>
                    </a:moveTo>
                    <a:lnTo>
                      <a:pt x="82" y="119"/>
                    </a:lnTo>
                    <a:lnTo>
                      <a:pt x="106" y="106"/>
                    </a:lnTo>
                    <a:lnTo>
                      <a:pt x="47" y="0"/>
                    </a:lnTo>
                    <a:lnTo>
                      <a:pt x="23" y="13"/>
                    </a:lnTo>
                    <a:lnTo>
                      <a:pt x="0" y="26"/>
                    </a:lnTo>
                    <a:lnTo>
                      <a:pt x="59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46" name=""/>
              <p:cNvSpPr/>
              <p:nvPr/>
            </p:nvSpPr>
            <p:spPr>
              <a:xfrm rot="0">
                <a:off x="3930" y="1829"/>
                <a:ext cx="6" cy="3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14"/>
                    </a:moveTo>
                    <a:lnTo>
                      <a:pt x="24" y="1"/>
                    </a:lnTo>
                    <a:lnTo>
                      <a:pt x="24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47" name=""/>
              <p:cNvSpPr/>
              <p:nvPr/>
            </p:nvSpPr>
            <p:spPr>
              <a:xfrm rot="0" flipV="1">
                <a:off x="3936" y="18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48" name=""/>
              <p:cNvSpPr/>
              <p:nvPr/>
            </p:nvSpPr>
            <p:spPr>
              <a:xfrm rot="0">
                <a:off x="3908" y="1803"/>
                <a:ext cx="28" cy="33"/>
              </a:xfrm>
              <a:custGeom>
                <a:avLst/>
                <a:ahLst/>
                <a:rect l="0" t="0" r="r" b="b"/>
                <a:pathLst>
                  <a:path w="111" h="132">
                    <a:moveTo>
                      <a:pt x="64" y="132"/>
                    </a:moveTo>
                    <a:lnTo>
                      <a:pt x="87" y="118"/>
                    </a:lnTo>
                    <a:lnTo>
                      <a:pt x="111" y="104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8"/>
                    </a:lnTo>
                    <a:lnTo>
                      <a:pt x="64" y="1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49" name=""/>
              <p:cNvSpPr/>
              <p:nvPr/>
            </p:nvSpPr>
            <p:spPr>
              <a:xfrm rot="0">
                <a:off x="3908" y="1803"/>
                <a:ext cx="28" cy="33"/>
              </a:xfrm>
              <a:custGeom>
                <a:avLst/>
                <a:ahLst/>
                <a:rect l="0" t="0" r="r" b="b"/>
                <a:pathLst>
                  <a:path w="111" h="132">
                    <a:moveTo>
                      <a:pt x="64" y="132"/>
                    </a:moveTo>
                    <a:lnTo>
                      <a:pt x="87" y="118"/>
                    </a:lnTo>
                    <a:lnTo>
                      <a:pt x="111" y="104"/>
                    </a:lnTo>
                    <a:lnTo>
                      <a:pt x="48" y="0"/>
                    </a:lnTo>
                    <a:lnTo>
                      <a:pt x="24" y="14"/>
                    </a:lnTo>
                    <a:lnTo>
                      <a:pt x="0" y="28"/>
                    </a:lnTo>
                    <a:lnTo>
                      <a:pt x="64" y="1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50" name=""/>
              <p:cNvSpPr/>
              <p:nvPr/>
            </p:nvSpPr>
            <p:spPr>
              <a:xfrm rot="0">
                <a:off x="3914" y="1802"/>
                <a:ext cx="6" cy="4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0" y="15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51" name=""/>
              <p:cNvSpPr/>
              <p:nvPr/>
            </p:nvSpPr>
            <p:spPr>
              <a:xfrm rot="0" flipH="1" flipV="1">
                <a:off x="3920" y="1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52" name=""/>
              <p:cNvSpPr/>
              <p:nvPr/>
            </p:nvSpPr>
            <p:spPr>
              <a:xfrm rot="0">
                <a:off x="3891" y="1777"/>
                <a:ext cx="29" cy="33"/>
              </a:xfrm>
              <a:custGeom>
                <a:avLst/>
                <a:ahLst/>
                <a:rect l="0" t="0" r="r" b="b"/>
                <a:pathLst>
                  <a:path w="113" h="131">
                    <a:moveTo>
                      <a:pt x="67" y="131"/>
                    </a:moveTo>
                    <a:lnTo>
                      <a:pt x="90" y="116"/>
                    </a:lnTo>
                    <a:lnTo>
                      <a:pt x="113" y="101"/>
                    </a:lnTo>
                    <a:lnTo>
                      <a:pt x="45" y="0"/>
                    </a:lnTo>
                    <a:lnTo>
                      <a:pt x="22" y="15"/>
                    </a:lnTo>
                    <a:lnTo>
                      <a:pt x="0" y="30"/>
                    </a:lnTo>
                    <a:lnTo>
                      <a:pt x="67" y="1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53" name=""/>
              <p:cNvSpPr/>
              <p:nvPr/>
            </p:nvSpPr>
            <p:spPr>
              <a:xfrm rot="0">
                <a:off x="3891" y="1777"/>
                <a:ext cx="29" cy="33"/>
              </a:xfrm>
              <a:custGeom>
                <a:avLst/>
                <a:ahLst/>
                <a:rect l="0" t="0" r="r" b="b"/>
                <a:pathLst>
                  <a:path w="113" h="131">
                    <a:moveTo>
                      <a:pt x="67" y="131"/>
                    </a:moveTo>
                    <a:lnTo>
                      <a:pt x="90" y="116"/>
                    </a:lnTo>
                    <a:lnTo>
                      <a:pt x="113" y="101"/>
                    </a:lnTo>
                    <a:lnTo>
                      <a:pt x="45" y="0"/>
                    </a:lnTo>
                    <a:lnTo>
                      <a:pt x="22" y="15"/>
                    </a:lnTo>
                    <a:lnTo>
                      <a:pt x="0" y="30"/>
                    </a:lnTo>
                    <a:lnTo>
                      <a:pt x="67" y="1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54" name=""/>
              <p:cNvSpPr/>
              <p:nvPr/>
            </p:nvSpPr>
            <p:spPr>
              <a:xfrm rot="0">
                <a:off x="3897" y="1777"/>
                <a:ext cx="6" cy="4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0" y="16"/>
                    </a:moveTo>
                    <a:lnTo>
                      <a:pt x="23" y="1"/>
                    </a:lnTo>
                    <a:lnTo>
                      <a:pt x="23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55" name=""/>
              <p:cNvSpPr/>
              <p:nvPr/>
            </p:nvSpPr>
            <p:spPr>
              <a:xfrm rot="0" flipV="1">
                <a:off x="3903" y="17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56" name=""/>
              <p:cNvSpPr/>
              <p:nvPr/>
            </p:nvSpPr>
            <p:spPr>
              <a:xfrm rot="0">
                <a:off x="3873" y="1752"/>
                <a:ext cx="30" cy="33"/>
              </a:xfrm>
              <a:custGeom>
                <a:avLst/>
                <a:ahLst/>
                <a:rect l="0" t="0" r="r" b="b"/>
                <a:pathLst>
                  <a:path w="117" h="131">
                    <a:moveTo>
                      <a:pt x="72" y="131"/>
                    </a:moveTo>
                    <a:lnTo>
                      <a:pt x="94" y="115"/>
                    </a:lnTo>
                    <a:lnTo>
                      <a:pt x="117" y="99"/>
                    </a:lnTo>
                    <a:lnTo>
                      <a:pt x="45" y="0"/>
                    </a:lnTo>
                    <a:lnTo>
                      <a:pt x="22" y="16"/>
                    </a:lnTo>
                    <a:lnTo>
                      <a:pt x="0" y="32"/>
                    </a:lnTo>
                    <a:lnTo>
                      <a:pt x="72" y="1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57" name=""/>
              <p:cNvSpPr/>
              <p:nvPr/>
            </p:nvSpPr>
            <p:spPr>
              <a:xfrm rot="0">
                <a:off x="3873" y="1752"/>
                <a:ext cx="30" cy="33"/>
              </a:xfrm>
              <a:custGeom>
                <a:avLst/>
                <a:ahLst/>
                <a:rect l="0" t="0" r="r" b="b"/>
                <a:pathLst>
                  <a:path w="117" h="131">
                    <a:moveTo>
                      <a:pt x="72" y="131"/>
                    </a:moveTo>
                    <a:lnTo>
                      <a:pt x="94" y="115"/>
                    </a:lnTo>
                    <a:lnTo>
                      <a:pt x="117" y="99"/>
                    </a:lnTo>
                    <a:lnTo>
                      <a:pt x="45" y="0"/>
                    </a:lnTo>
                    <a:lnTo>
                      <a:pt x="22" y="16"/>
                    </a:lnTo>
                    <a:lnTo>
                      <a:pt x="0" y="32"/>
                    </a:lnTo>
                    <a:lnTo>
                      <a:pt x="72" y="1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58" name=""/>
              <p:cNvSpPr/>
              <p:nvPr/>
            </p:nvSpPr>
            <p:spPr>
              <a:xfrm rot="0">
                <a:off x="3879" y="1752"/>
                <a:ext cx="6" cy="4"/>
              </a:xfrm>
              <a:custGeom>
                <a:avLst/>
                <a:ahLst/>
                <a:rect l="0" t="0" r="r" b="b"/>
                <a:pathLst>
                  <a:path w="23" h="17">
                    <a:moveTo>
                      <a:pt x="0" y="17"/>
                    </a:moveTo>
                    <a:lnTo>
                      <a:pt x="23" y="1"/>
                    </a:lnTo>
                    <a:lnTo>
                      <a:pt x="22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59" name=""/>
              <p:cNvSpPr/>
              <p:nvPr/>
            </p:nvSpPr>
            <p:spPr>
              <a:xfrm rot="0" flipH="1" flipV="1">
                <a:off x="3884" y="17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60" name=""/>
              <p:cNvSpPr/>
              <p:nvPr/>
            </p:nvSpPr>
            <p:spPr>
              <a:xfrm rot="0">
                <a:off x="3855" y="1728"/>
                <a:ext cx="29" cy="32"/>
              </a:xfrm>
              <a:custGeom>
                <a:avLst/>
                <a:ahLst/>
                <a:rect l="0" t="0" r="r" b="b"/>
                <a:pathLst>
                  <a:path w="120" h="130">
                    <a:moveTo>
                      <a:pt x="77" y="130"/>
                    </a:moveTo>
                    <a:lnTo>
                      <a:pt x="98" y="113"/>
                    </a:lnTo>
                    <a:lnTo>
                      <a:pt x="120" y="96"/>
                    </a:lnTo>
                    <a:lnTo>
                      <a:pt x="43" y="0"/>
                    </a:lnTo>
                    <a:lnTo>
                      <a:pt x="22" y="17"/>
                    </a:lnTo>
                    <a:lnTo>
                      <a:pt x="0" y="34"/>
                    </a:lnTo>
                    <a:lnTo>
                      <a:pt x="77" y="1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61" name=""/>
              <p:cNvSpPr/>
              <p:nvPr/>
            </p:nvSpPr>
            <p:spPr>
              <a:xfrm rot="0">
                <a:off x="3855" y="1728"/>
                <a:ext cx="29" cy="32"/>
              </a:xfrm>
              <a:custGeom>
                <a:avLst/>
                <a:ahLst/>
                <a:rect l="0" t="0" r="r" b="b"/>
                <a:pathLst>
                  <a:path w="120" h="130">
                    <a:moveTo>
                      <a:pt x="77" y="130"/>
                    </a:moveTo>
                    <a:lnTo>
                      <a:pt x="98" y="113"/>
                    </a:lnTo>
                    <a:lnTo>
                      <a:pt x="120" y="96"/>
                    </a:lnTo>
                    <a:lnTo>
                      <a:pt x="43" y="0"/>
                    </a:lnTo>
                    <a:lnTo>
                      <a:pt x="22" y="17"/>
                    </a:lnTo>
                    <a:lnTo>
                      <a:pt x="0" y="34"/>
                    </a:lnTo>
                    <a:lnTo>
                      <a:pt x="77" y="13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62" name=""/>
              <p:cNvSpPr/>
              <p:nvPr/>
            </p:nvSpPr>
            <p:spPr>
              <a:xfrm rot="0">
                <a:off x="3860" y="1728"/>
                <a:ext cx="5" cy="4"/>
              </a:xfrm>
              <a:custGeom>
                <a:avLst/>
                <a:ahLst/>
                <a:rect l="0" t="0" r="r" b="b"/>
                <a:pathLst>
                  <a:path w="21" h="18">
                    <a:moveTo>
                      <a:pt x="0" y="18"/>
                    </a:moveTo>
                    <a:lnTo>
                      <a:pt x="21" y="1"/>
                    </a:lnTo>
                    <a:lnTo>
                      <a:pt x="2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63" name=""/>
              <p:cNvSpPr/>
              <p:nvPr/>
            </p:nvSpPr>
            <p:spPr>
              <a:xfrm rot="0" flipH="1" flipV="1">
                <a:off x="3865" y="17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64" name=""/>
              <p:cNvSpPr/>
              <p:nvPr/>
            </p:nvSpPr>
            <p:spPr>
              <a:xfrm rot="0">
                <a:off x="3835" y="1705"/>
                <a:ext cx="30" cy="32"/>
              </a:xfrm>
              <a:custGeom>
                <a:avLst/>
                <a:ahLst/>
                <a:rect l="0" t="0" r="r" b="b"/>
                <a:pathLst>
                  <a:path w="120" h="127">
                    <a:moveTo>
                      <a:pt x="80" y="127"/>
                    </a:moveTo>
                    <a:lnTo>
                      <a:pt x="100" y="109"/>
                    </a:lnTo>
                    <a:lnTo>
                      <a:pt x="120" y="91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80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65" name=""/>
              <p:cNvSpPr/>
              <p:nvPr/>
            </p:nvSpPr>
            <p:spPr>
              <a:xfrm rot="0">
                <a:off x="3835" y="1705"/>
                <a:ext cx="30" cy="32"/>
              </a:xfrm>
              <a:custGeom>
                <a:avLst/>
                <a:ahLst/>
                <a:rect l="0" t="0" r="r" b="b"/>
                <a:pathLst>
                  <a:path w="120" h="127">
                    <a:moveTo>
                      <a:pt x="80" y="127"/>
                    </a:moveTo>
                    <a:lnTo>
                      <a:pt x="100" y="109"/>
                    </a:lnTo>
                    <a:lnTo>
                      <a:pt x="120" y="91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80" y="1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66" name=""/>
              <p:cNvSpPr/>
              <p:nvPr/>
            </p:nvSpPr>
            <p:spPr>
              <a:xfrm rot="0">
                <a:off x="3840" y="1705"/>
                <a:ext cx="5" cy="4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0" y="20"/>
                    </a:moveTo>
                    <a:lnTo>
                      <a:pt x="21" y="2"/>
                    </a:lnTo>
                    <a:lnTo>
                      <a:pt x="20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67" name=""/>
              <p:cNvSpPr/>
              <p:nvPr/>
            </p:nvSpPr>
            <p:spPr>
              <a:xfrm rot="0" flipH="1" flipV="1">
                <a:off x="3845" y="17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68" name=""/>
              <p:cNvSpPr/>
              <p:nvPr/>
            </p:nvSpPr>
            <p:spPr>
              <a:xfrm rot="0">
                <a:off x="3814" y="1683"/>
                <a:ext cx="31" cy="31"/>
              </a:xfrm>
              <a:custGeom>
                <a:avLst/>
                <a:ahLst/>
                <a:rect l="0" t="0" r="r" b="b"/>
                <a:pathLst>
                  <a:path w="124" h="127">
                    <a:moveTo>
                      <a:pt x="85" y="127"/>
                    </a:moveTo>
                    <a:lnTo>
                      <a:pt x="104" y="108"/>
                    </a:lnTo>
                    <a:lnTo>
                      <a:pt x="124" y="88"/>
                    </a:lnTo>
                    <a:lnTo>
                      <a:pt x="39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85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69" name=""/>
              <p:cNvSpPr/>
              <p:nvPr/>
            </p:nvSpPr>
            <p:spPr>
              <a:xfrm rot="0">
                <a:off x="3814" y="1683"/>
                <a:ext cx="31" cy="31"/>
              </a:xfrm>
              <a:custGeom>
                <a:avLst/>
                <a:ahLst/>
                <a:rect l="0" t="0" r="r" b="b"/>
                <a:pathLst>
                  <a:path w="124" h="127">
                    <a:moveTo>
                      <a:pt x="85" y="127"/>
                    </a:moveTo>
                    <a:lnTo>
                      <a:pt x="104" y="108"/>
                    </a:lnTo>
                    <a:lnTo>
                      <a:pt x="124" y="88"/>
                    </a:lnTo>
                    <a:lnTo>
                      <a:pt x="39" y="0"/>
                    </a:lnTo>
                    <a:lnTo>
                      <a:pt x="20" y="20"/>
                    </a:lnTo>
                    <a:lnTo>
                      <a:pt x="0" y="39"/>
                    </a:lnTo>
                    <a:lnTo>
                      <a:pt x="85" y="1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70" name=""/>
              <p:cNvSpPr/>
              <p:nvPr/>
            </p:nvSpPr>
            <p:spPr>
              <a:xfrm rot="0">
                <a:off x="3819" y="1683"/>
                <a:ext cx="5" cy="4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0" y="20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71" name=""/>
              <p:cNvSpPr/>
              <p:nvPr/>
            </p:nvSpPr>
            <p:spPr>
              <a:xfrm rot="0">
                <a:off x="3824" y="168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72" name=""/>
              <p:cNvSpPr/>
              <p:nvPr/>
            </p:nvSpPr>
            <p:spPr>
              <a:xfrm rot="0">
                <a:off x="3792" y="1662"/>
                <a:ext cx="32" cy="30"/>
              </a:xfrm>
              <a:custGeom>
                <a:avLst/>
                <a:ahLst/>
                <a:rect l="0" t="0" r="r" b="b"/>
                <a:pathLst>
                  <a:path w="127" h="122">
                    <a:moveTo>
                      <a:pt x="88" y="122"/>
                    </a:moveTo>
                    <a:lnTo>
                      <a:pt x="108" y="103"/>
                    </a:lnTo>
                    <a:lnTo>
                      <a:pt x="127" y="83"/>
                    </a:lnTo>
                    <a:lnTo>
                      <a:pt x="39" y="0"/>
                    </a:lnTo>
                    <a:lnTo>
                      <a:pt x="19" y="19"/>
                    </a:lnTo>
                    <a:lnTo>
                      <a:pt x="0" y="38"/>
                    </a:lnTo>
                    <a:lnTo>
                      <a:pt x="88" y="1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73" name=""/>
              <p:cNvSpPr/>
              <p:nvPr/>
            </p:nvSpPr>
            <p:spPr>
              <a:xfrm rot="0">
                <a:off x="3792" y="1662"/>
                <a:ext cx="32" cy="30"/>
              </a:xfrm>
              <a:custGeom>
                <a:avLst/>
                <a:ahLst/>
                <a:rect l="0" t="0" r="r" b="b"/>
                <a:pathLst>
                  <a:path w="127" h="122">
                    <a:moveTo>
                      <a:pt x="88" y="122"/>
                    </a:moveTo>
                    <a:lnTo>
                      <a:pt x="108" y="103"/>
                    </a:lnTo>
                    <a:lnTo>
                      <a:pt x="127" y="83"/>
                    </a:lnTo>
                    <a:lnTo>
                      <a:pt x="39" y="0"/>
                    </a:lnTo>
                    <a:lnTo>
                      <a:pt x="19" y="19"/>
                    </a:lnTo>
                    <a:lnTo>
                      <a:pt x="0" y="38"/>
                    </a:lnTo>
                    <a:lnTo>
                      <a:pt x="88" y="1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74" name=""/>
              <p:cNvSpPr/>
              <p:nvPr/>
            </p:nvSpPr>
            <p:spPr>
              <a:xfrm rot="0">
                <a:off x="3797" y="1661"/>
                <a:ext cx="5" cy="5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0" y="21"/>
                    </a:moveTo>
                    <a:lnTo>
                      <a:pt x="20" y="2"/>
                    </a:lnTo>
                    <a:lnTo>
                      <a:pt x="19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75" name=""/>
              <p:cNvSpPr/>
              <p:nvPr/>
            </p:nvSpPr>
            <p:spPr>
              <a:xfrm rot="0" flipH="1" flipV="1">
                <a:off x="3801" y="16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76" name=""/>
              <p:cNvSpPr/>
              <p:nvPr/>
            </p:nvSpPr>
            <p:spPr>
              <a:xfrm rot="0">
                <a:off x="3769" y="1641"/>
                <a:ext cx="32" cy="31"/>
              </a:xfrm>
              <a:custGeom>
                <a:avLst/>
                <a:ahLst/>
                <a:rect l="0" t="0" r="r" b="b"/>
                <a:pathLst>
                  <a:path w="128" h="121">
                    <a:moveTo>
                      <a:pt x="91" y="121"/>
                    </a:moveTo>
                    <a:lnTo>
                      <a:pt x="109" y="101"/>
                    </a:lnTo>
                    <a:lnTo>
                      <a:pt x="128" y="80"/>
                    </a:lnTo>
                    <a:lnTo>
                      <a:pt x="36" y="0"/>
                    </a:lnTo>
                    <a:lnTo>
                      <a:pt x="18" y="20"/>
                    </a:lnTo>
                    <a:lnTo>
                      <a:pt x="0" y="41"/>
                    </a:lnTo>
                    <a:lnTo>
                      <a:pt x="91" y="1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77" name=""/>
              <p:cNvSpPr/>
              <p:nvPr/>
            </p:nvSpPr>
            <p:spPr>
              <a:xfrm rot="0">
                <a:off x="3769" y="1641"/>
                <a:ext cx="32" cy="31"/>
              </a:xfrm>
              <a:custGeom>
                <a:avLst/>
                <a:ahLst/>
                <a:rect l="0" t="0" r="r" b="b"/>
                <a:pathLst>
                  <a:path w="128" h="121">
                    <a:moveTo>
                      <a:pt x="91" y="121"/>
                    </a:moveTo>
                    <a:lnTo>
                      <a:pt x="109" y="101"/>
                    </a:lnTo>
                    <a:lnTo>
                      <a:pt x="128" y="80"/>
                    </a:lnTo>
                    <a:lnTo>
                      <a:pt x="36" y="0"/>
                    </a:lnTo>
                    <a:lnTo>
                      <a:pt x="18" y="20"/>
                    </a:lnTo>
                    <a:lnTo>
                      <a:pt x="0" y="41"/>
                    </a:lnTo>
                    <a:lnTo>
                      <a:pt x="91" y="12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78" name=""/>
              <p:cNvSpPr/>
              <p:nvPr/>
            </p:nvSpPr>
            <p:spPr>
              <a:xfrm rot="0">
                <a:off x="3774" y="1641"/>
                <a:ext cx="5" cy="5"/>
              </a:xfrm>
              <a:custGeom>
                <a:avLst/>
                <a:ahLst/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18" y="1"/>
                    </a:lnTo>
                    <a:lnTo>
                      <a:pt x="17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79" name=""/>
              <p:cNvSpPr/>
              <p:nvPr/>
            </p:nvSpPr>
            <p:spPr>
              <a:xfrm rot="0" flipH="1" flipV="1">
                <a:off x="3778" y="16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80" name=""/>
              <p:cNvSpPr/>
              <p:nvPr/>
            </p:nvSpPr>
            <p:spPr>
              <a:xfrm rot="0">
                <a:off x="3746" y="1622"/>
                <a:ext cx="32" cy="30"/>
              </a:xfrm>
              <a:custGeom>
                <a:avLst/>
                <a:ahLst/>
                <a:rect l="0" t="0" r="r" b="b"/>
                <a:pathLst>
                  <a:path w="129" h="120">
                    <a:moveTo>
                      <a:pt x="95" y="120"/>
                    </a:moveTo>
                    <a:lnTo>
                      <a:pt x="112" y="98"/>
                    </a:lnTo>
                    <a:lnTo>
                      <a:pt x="129" y="77"/>
                    </a:lnTo>
                    <a:lnTo>
                      <a:pt x="35" y="0"/>
                    </a:lnTo>
                    <a:lnTo>
                      <a:pt x="17" y="22"/>
                    </a:lnTo>
                    <a:lnTo>
                      <a:pt x="0" y="43"/>
                    </a:lnTo>
                    <a:lnTo>
                      <a:pt x="95" y="1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81" name=""/>
              <p:cNvSpPr/>
              <p:nvPr/>
            </p:nvSpPr>
            <p:spPr>
              <a:xfrm rot="0">
                <a:off x="3746" y="1622"/>
                <a:ext cx="32" cy="30"/>
              </a:xfrm>
              <a:custGeom>
                <a:avLst/>
                <a:ahLst/>
                <a:rect l="0" t="0" r="r" b="b"/>
                <a:pathLst>
                  <a:path w="129" h="120">
                    <a:moveTo>
                      <a:pt x="95" y="120"/>
                    </a:moveTo>
                    <a:lnTo>
                      <a:pt x="112" y="98"/>
                    </a:lnTo>
                    <a:lnTo>
                      <a:pt x="129" y="77"/>
                    </a:lnTo>
                    <a:lnTo>
                      <a:pt x="35" y="0"/>
                    </a:lnTo>
                    <a:lnTo>
                      <a:pt x="17" y="22"/>
                    </a:lnTo>
                    <a:lnTo>
                      <a:pt x="0" y="43"/>
                    </a:lnTo>
                    <a:lnTo>
                      <a:pt x="95" y="12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82" name=""/>
              <p:cNvSpPr/>
              <p:nvPr/>
            </p:nvSpPr>
            <p:spPr>
              <a:xfrm rot="0">
                <a:off x="3750" y="1622"/>
                <a:ext cx="5" cy="5"/>
              </a:xfrm>
              <a:custGeom>
                <a:avLst/>
                <a:ahLst/>
                <a:rect l="0" t="0" r="r" b="b"/>
                <a:pathLst>
                  <a:path w="18" h="23">
                    <a:moveTo>
                      <a:pt x="0" y="23"/>
                    </a:moveTo>
                    <a:lnTo>
                      <a:pt x="18" y="1"/>
                    </a:lnTo>
                    <a:lnTo>
                      <a:pt x="17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83" name=""/>
              <p:cNvSpPr/>
              <p:nvPr/>
            </p:nvSpPr>
            <p:spPr>
              <a:xfrm rot="0" flipH="1" flipV="1">
                <a:off x="3754" y="16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84" name=""/>
              <p:cNvSpPr/>
              <p:nvPr/>
            </p:nvSpPr>
            <p:spPr>
              <a:xfrm rot="0">
                <a:off x="3722" y="1603"/>
                <a:ext cx="32" cy="30"/>
              </a:xfrm>
              <a:custGeom>
                <a:avLst/>
                <a:ahLst/>
                <a:rect l="0" t="0" r="r" b="b"/>
                <a:pathLst>
                  <a:path w="131" h="119">
                    <a:moveTo>
                      <a:pt x="98" y="119"/>
                    </a:moveTo>
                    <a:lnTo>
                      <a:pt x="114" y="96"/>
                    </a:lnTo>
                    <a:lnTo>
                      <a:pt x="131" y="73"/>
                    </a:lnTo>
                    <a:lnTo>
                      <a:pt x="32" y="0"/>
                    </a:lnTo>
                    <a:lnTo>
                      <a:pt x="16" y="23"/>
                    </a:lnTo>
                    <a:lnTo>
                      <a:pt x="0" y="45"/>
                    </a:lnTo>
                    <a:lnTo>
                      <a:pt x="98" y="1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85" name=""/>
              <p:cNvSpPr/>
              <p:nvPr/>
            </p:nvSpPr>
            <p:spPr>
              <a:xfrm rot="0">
                <a:off x="3722" y="1603"/>
                <a:ext cx="32" cy="30"/>
              </a:xfrm>
              <a:custGeom>
                <a:avLst/>
                <a:ahLst/>
                <a:rect l="0" t="0" r="r" b="b"/>
                <a:pathLst>
                  <a:path w="131" h="119">
                    <a:moveTo>
                      <a:pt x="98" y="119"/>
                    </a:moveTo>
                    <a:lnTo>
                      <a:pt x="114" y="96"/>
                    </a:lnTo>
                    <a:lnTo>
                      <a:pt x="131" y="73"/>
                    </a:lnTo>
                    <a:lnTo>
                      <a:pt x="32" y="0"/>
                    </a:lnTo>
                    <a:lnTo>
                      <a:pt x="16" y="23"/>
                    </a:lnTo>
                    <a:lnTo>
                      <a:pt x="0" y="45"/>
                    </a:lnTo>
                    <a:lnTo>
                      <a:pt x="98" y="1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86" name=""/>
              <p:cNvSpPr/>
              <p:nvPr/>
            </p:nvSpPr>
            <p:spPr>
              <a:xfrm rot="0">
                <a:off x="3726" y="1603"/>
                <a:ext cx="4" cy="6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0" y="23"/>
                    </a:moveTo>
                    <a:lnTo>
                      <a:pt x="16" y="0"/>
                    </a:lnTo>
                    <a:lnTo>
                      <a:pt x="15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87" name=""/>
              <p:cNvSpPr/>
              <p:nvPr/>
            </p:nvSpPr>
            <p:spPr>
              <a:xfrm rot="0" flipH="1">
                <a:off x="3729" y="160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88" name=""/>
              <p:cNvSpPr/>
              <p:nvPr/>
            </p:nvSpPr>
            <p:spPr>
              <a:xfrm rot="0">
                <a:off x="3697" y="1586"/>
                <a:ext cx="32" cy="29"/>
              </a:xfrm>
              <a:custGeom>
                <a:avLst/>
                <a:ahLst/>
                <a:rect l="0" t="0" r="r" b="b"/>
                <a:pathLst>
                  <a:path w="131" h="112">
                    <a:moveTo>
                      <a:pt x="101" y="112"/>
                    </a:moveTo>
                    <a:lnTo>
                      <a:pt x="116" y="90"/>
                    </a:lnTo>
                    <a:lnTo>
                      <a:pt x="131" y="67"/>
                    </a:lnTo>
                    <a:lnTo>
                      <a:pt x="30" y="0"/>
                    </a:lnTo>
                    <a:lnTo>
                      <a:pt x="15" y="22"/>
                    </a:lnTo>
                    <a:lnTo>
                      <a:pt x="0" y="45"/>
                    </a:lnTo>
                    <a:lnTo>
                      <a:pt x="101" y="1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89" name=""/>
              <p:cNvSpPr/>
              <p:nvPr/>
            </p:nvSpPr>
            <p:spPr>
              <a:xfrm rot="0">
                <a:off x="3697" y="1586"/>
                <a:ext cx="32" cy="29"/>
              </a:xfrm>
              <a:custGeom>
                <a:avLst/>
                <a:ahLst/>
                <a:rect l="0" t="0" r="r" b="b"/>
                <a:pathLst>
                  <a:path w="131" h="112">
                    <a:moveTo>
                      <a:pt x="101" y="112"/>
                    </a:moveTo>
                    <a:lnTo>
                      <a:pt x="116" y="90"/>
                    </a:lnTo>
                    <a:lnTo>
                      <a:pt x="131" y="67"/>
                    </a:lnTo>
                    <a:lnTo>
                      <a:pt x="30" y="0"/>
                    </a:lnTo>
                    <a:lnTo>
                      <a:pt x="15" y="22"/>
                    </a:lnTo>
                    <a:lnTo>
                      <a:pt x="0" y="45"/>
                    </a:lnTo>
                    <a:lnTo>
                      <a:pt x="101" y="11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90" name=""/>
              <p:cNvSpPr/>
              <p:nvPr/>
            </p:nvSpPr>
            <p:spPr>
              <a:xfrm rot="0">
                <a:off x="3700" y="1586"/>
                <a:ext cx="4" cy="6"/>
              </a:xfrm>
              <a:custGeom>
                <a:avLst/>
                <a:ahLst/>
                <a:rect l="0" t="0" r="r" b="b"/>
                <a:pathLst>
                  <a:path w="15" h="23">
                    <a:moveTo>
                      <a:pt x="0" y="23"/>
                    </a:moveTo>
                    <a:lnTo>
                      <a:pt x="15" y="1"/>
                    </a:lnTo>
                    <a:lnTo>
                      <a:pt x="14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91" name=""/>
              <p:cNvSpPr/>
              <p:nvPr/>
            </p:nvSpPr>
            <p:spPr>
              <a:xfrm rot="0" flipH="1" flipV="1">
                <a:off x="3704" y="15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92" name=""/>
              <p:cNvSpPr/>
              <p:nvPr/>
            </p:nvSpPr>
            <p:spPr>
              <a:xfrm rot="0">
                <a:off x="3671" y="1571"/>
                <a:ext cx="33" cy="27"/>
              </a:xfrm>
              <a:custGeom>
                <a:avLst/>
                <a:ahLst/>
                <a:rect l="0" t="0" r="r" b="b"/>
                <a:pathLst>
                  <a:path w="133" h="110">
                    <a:moveTo>
                      <a:pt x="105" y="110"/>
                    </a:moveTo>
                    <a:lnTo>
                      <a:pt x="119" y="86"/>
                    </a:lnTo>
                    <a:lnTo>
                      <a:pt x="133" y="63"/>
                    </a:lnTo>
                    <a:lnTo>
                      <a:pt x="28" y="0"/>
                    </a:lnTo>
                    <a:lnTo>
                      <a:pt x="14" y="24"/>
                    </a:lnTo>
                    <a:lnTo>
                      <a:pt x="0" y="48"/>
                    </a:lnTo>
                    <a:lnTo>
                      <a:pt x="105" y="1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93" name=""/>
              <p:cNvSpPr/>
              <p:nvPr/>
            </p:nvSpPr>
            <p:spPr>
              <a:xfrm rot="0">
                <a:off x="3671" y="1571"/>
                <a:ext cx="33" cy="27"/>
              </a:xfrm>
              <a:custGeom>
                <a:avLst/>
                <a:ahLst/>
                <a:rect l="0" t="0" r="r" b="b"/>
                <a:pathLst>
                  <a:path w="133" h="110">
                    <a:moveTo>
                      <a:pt x="105" y="110"/>
                    </a:moveTo>
                    <a:lnTo>
                      <a:pt x="119" y="86"/>
                    </a:lnTo>
                    <a:lnTo>
                      <a:pt x="133" y="63"/>
                    </a:lnTo>
                    <a:lnTo>
                      <a:pt x="28" y="0"/>
                    </a:lnTo>
                    <a:lnTo>
                      <a:pt x="14" y="24"/>
                    </a:lnTo>
                    <a:lnTo>
                      <a:pt x="0" y="48"/>
                    </a:lnTo>
                    <a:lnTo>
                      <a:pt x="105" y="1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94" name=""/>
              <p:cNvSpPr/>
              <p:nvPr/>
            </p:nvSpPr>
            <p:spPr>
              <a:xfrm rot="0">
                <a:off x="3674" y="1571"/>
                <a:ext cx="4" cy="5"/>
              </a:xfrm>
              <a:custGeom>
                <a:avLst/>
                <a:ahLst/>
                <a:rect l="0" t="0" r="r" b="b"/>
                <a:pathLst>
                  <a:path w="14" h="24">
                    <a:moveTo>
                      <a:pt x="0" y="24"/>
                    </a:moveTo>
                    <a:lnTo>
                      <a:pt x="14" y="0"/>
                    </a:lnTo>
                    <a:lnTo>
                      <a:pt x="13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95" name=""/>
              <p:cNvSpPr/>
              <p:nvPr/>
            </p:nvSpPr>
            <p:spPr>
              <a:xfrm rot="0" flipH="1">
                <a:off x="3678" y="157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96" name=""/>
              <p:cNvSpPr/>
              <p:nvPr/>
            </p:nvSpPr>
            <p:spPr>
              <a:xfrm rot="0">
                <a:off x="3644" y="1556"/>
                <a:ext cx="34" cy="26"/>
              </a:xfrm>
              <a:custGeom>
                <a:avLst/>
                <a:ahLst/>
                <a:rect l="0" t="0" r="r" b="b"/>
                <a:pathLst>
                  <a:path w="133" h="107">
                    <a:moveTo>
                      <a:pt x="107" y="107"/>
                    </a:moveTo>
                    <a:lnTo>
                      <a:pt x="120" y="83"/>
                    </a:lnTo>
                    <a:lnTo>
                      <a:pt x="133" y="59"/>
                    </a:lnTo>
                    <a:lnTo>
                      <a:pt x="26" y="0"/>
                    </a:lnTo>
                    <a:lnTo>
                      <a:pt x="13" y="24"/>
                    </a:lnTo>
                    <a:lnTo>
                      <a:pt x="0" y="47"/>
                    </a:lnTo>
                    <a:lnTo>
                      <a:pt x="107" y="10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97" name=""/>
              <p:cNvSpPr/>
              <p:nvPr/>
            </p:nvSpPr>
            <p:spPr>
              <a:xfrm rot="0">
                <a:off x="3644" y="1556"/>
                <a:ext cx="34" cy="26"/>
              </a:xfrm>
              <a:custGeom>
                <a:avLst/>
                <a:ahLst/>
                <a:rect l="0" t="0" r="r" b="b"/>
                <a:pathLst>
                  <a:path w="133" h="107">
                    <a:moveTo>
                      <a:pt x="107" y="107"/>
                    </a:moveTo>
                    <a:lnTo>
                      <a:pt x="120" y="83"/>
                    </a:lnTo>
                    <a:lnTo>
                      <a:pt x="133" y="59"/>
                    </a:lnTo>
                    <a:lnTo>
                      <a:pt x="26" y="0"/>
                    </a:lnTo>
                    <a:lnTo>
                      <a:pt x="13" y="24"/>
                    </a:lnTo>
                    <a:lnTo>
                      <a:pt x="0" y="47"/>
                    </a:lnTo>
                    <a:lnTo>
                      <a:pt x="107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398" name=""/>
              <p:cNvSpPr/>
              <p:nvPr/>
            </p:nvSpPr>
            <p:spPr>
              <a:xfrm rot="0">
                <a:off x="3647" y="1556"/>
                <a:ext cx="4" cy="6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25"/>
                    </a:moveTo>
                    <a:lnTo>
                      <a:pt x="13" y="1"/>
                    </a:lnTo>
                    <a:lnTo>
                      <a:pt x="12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399" name=""/>
              <p:cNvSpPr/>
              <p:nvPr/>
            </p:nvSpPr>
            <p:spPr>
              <a:xfrm rot="0" flipH="1" flipV="1">
                <a:off x="3650" y="15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00" name=""/>
              <p:cNvSpPr/>
              <p:nvPr/>
            </p:nvSpPr>
            <p:spPr>
              <a:xfrm rot="0">
                <a:off x="3617" y="1542"/>
                <a:ext cx="33" cy="26"/>
              </a:xfrm>
              <a:custGeom>
                <a:avLst/>
                <a:ahLst/>
                <a:rect l="0" t="0" r="r" b="b"/>
                <a:pathLst>
                  <a:path w="132" h="103">
                    <a:moveTo>
                      <a:pt x="108" y="103"/>
                    </a:moveTo>
                    <a:lnTo>
                      <a:pt x="120" y="79"/>
                    </a:lnTo>
                    <a:lnTo>
                      <a:pt x="132" y="54"/>
                    </a:lnTo>
                    <a:lnTo>
                      <a:pt x="23" y="0"/>
                    </a:lnTo>
                    <a:lnTo>
                      <a:pt x="11" y="25"/>
                    </a:lnTo>
                    <a:lnTo>
                      <a:pt x="0" y="50"/>
                    </a:lnTo>
                    <a:lnTo>
                      <a:pt x="108" y="10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01" name=""/>
              <p:cNvSpPr/>
              <p:nvPr/>
            </p:nvSpPr>
            <p:spPr>
              <a:xfrm rot="0">
                <a:off x="3617" y="1542"/>
                <a:ext cx="33" cy="26"/>
              </a:xfrm>
              <a:custGeom>
                <a:avLst/>
                <a:ahLst/>
                <a:rect l="0" t="0" r="r" b="b"/>
                <a:pathLst>
                  <a:path w="132" h="103">
                    <a:moveTo>
                      <a:pt x="108" y="103"/>
                    </a:moveTo>
                    <a:lnTo>
                      <a:pt x="120" y="79"/>
                    </a:lnTo>
                    <a:lnTo>
                      <a:pt x="132" y="54"/>
                    </a:lnTo>
                    <a:lnTo>
                      <a:pt x="23" y="0"/>
                    </a:lnTo>
                    <a:lnTo>
                      <a:pt x="11" y="25"/>
                    </a:lnTo>
                    <a:lnTo>
                      <a:pt x="0" y="50"/>
                    </a:lnTo>
                    <a:lnTo>
                      <a:pt x="108" y="10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02" name=""/>
              <p:cNvSpPr/>
              <p:nvPr/>
            </p:nvSpPr>
            <p:spPr>
              <a:xfrm rot="0">
                <a:off x="3620" y="1542"/>
                <a:ext cx="3" cy="6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0" y="25"/>
                    </a:moveTo>
                    <a:lnTo>
                      <a:pt x="12" y="0"/>
                    </a:lnTo>
                    <a:lnTo>
                      <a:pt x="11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03" name=""/>
              <p:cNvSpPr/>
              <p:nvPr/>
            </p:nvSpPr>
            <p:spPr>
              <a:xfrm rot="0" flipH="1">
                <a:off x="3623" y="15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04" name=""/>
              <p:cNvSpPr/>
              <p:nvPr/>
            </p:nvSpPr>
            <p:spPr>
              <a:xfrm rot="0">
                <a:off x="3590" y="1530"/>
                <a:ext cx="33" cy="24"/>
              </a:xfrm>
              <a:custGeom>
                <a:avLst/>
                <a:ahLst/>
                <a:rect l="0" t="0" r="r" b="b"/>
                <a:pathLst>
                  <a:path w="133" h="99">
                    <a:moveTo>
                      <a:pt x="112" y="99"/>
                    </a:moveTo>
                    <a:lnTo>
                      <a:pt x="122" y="74"/>
                    </a:lnTo>
                    <a:lnTo>
                      <a:pt x="133" y="49"/>
                    </a:lnTo>
                    <a:lnTo>
                      <a:pt x="21" y="0"/>
                    </a:lnTo>
                    <a:lnTo>
                      <a:pt x="11" y="25"/>
                    </a:lnTo>
                    <a:lnTo>
                      <a:pt x="0" y="49"/>
                    </a:lnTo>
                    <a:lnTo>
                      <a:pt x="112" y="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05" name=""/>
              <p:cNvSpPr/>
              <p:nvPr/>
            </p:nvSpPr>
            <p:spPr>
              <a:xfrm rot="0">
                <a:off x="3590" y="1530"/>
                <a:ext cx="33" cy="24"/>
              </a:xfrm>
              <a:custGeom>
                <a:avLst/>
                <a:ahLst/>
                <a:rect l="0" t="0" r="r" b="b"/>
                <a:pathLst>
                  <a:path w="133" h="99">
                    <a:moveTo>
                      <a:pt x="112" y="99"/>
                    </a:moveTo>
                    <a:lnTo>
                      <a:pt x="122" y="74"/>
                    </a:lnTo>
                    <a:lnTo>
                      <a:pt x="133" y="49"/>
                    </a:lnTo>
                    <a:lnTo>
                      <a:pt x="21" y="0"/>
                    </a:lnTo>
                    <a:lnTo>
                      <a:pt x="11" y="25"/>
                    </a:lnTo>
                    <a:lnTo>
                      <a:pt x="0" y="49"/>
                    </a:lnTo>
                    <a:lnTo>
                      <a:pt x="112" y="9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06" name=""/>
              <p:cNvSpPr/>
              <p:nvPr/>
            </p:nvSpPr>
            <p:spPr>
              <a:xfrm rot="0">
                <a:off x="3592" y="1529"/>
                <a:ext cx="3" cy="7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0" y="26"/>
                    </a:moveTo>
                    <a:lnTo>
                      <a:pt x="10" y="1"/>
                    </a:lnTo>
                    <a:lnTo>
                      <a:pt x="9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07" name=""/>
              <p:cNvSpPr/>
              <p:nvPr/>
            </p:nvSpPr>
            <p:spPr>
              <a:xfrm rot="0" flipH="1" flipV="1">
                <a:off x="3595" y="15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08" name=""/>
              <p:cNvSpPr/>
              <p:nvPr/>
            </p:nvSpPr>
            <p:spPr>
              <a:xfrm rot="0">
                <a:off x="3562" y="1518"/>
                <a:ext cx="33" cy="24"/>
              </a:xfrm>
              <a:custGeom>
                <a:avLst/>
                <a:ahLst/>
                <a:rect l="0" t="0" r="r" b="b"/>
                <a:pathLst>
                  <a:path w="133" h="95">
                    <a:moveTo>
                      <a:pt x="114" y="95"/>
                    </a:moveTo>
                    <a:lnTo>
                      <a:pt x="124" y="70"/>
                    </a:lnTo>
                    <a:lnTo>
                      <a:pt x="133" y="44"/>
                    </a:lnTo>
                    <a:lnTo>
                      <a:pt x="19" y="0"/>
                    </a:lnTo>
                    <a:lnTo>
                      <a:pt x="10" y="26"/>
                    </a:lnTo>
                    <a:lnTo>
                      <a:pt x="0" y="51"/>
                    </a:lnTo>
                    <a:lnTo>
                      <a:pt x="114" y="9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09" name=""/>
              <p:cNvSpPr/>
              <p:nvPr/>
            </p:nvSpPr>
            <p:spPr>
              <a:xfrm rot="0">
                <a:off x="3562" y="1518"/>
                <a:ext cx="33" cy="24"/>
              </a:xfrm>
              <a:custGeom>
                <a:avLst/>
                <a:ahLst/>
                <a:rect l="0" t="0" r="r" b="b"/>
                <a:pathLst>
                  <a:path w="133" h="95">
                    <a:moveTo>
                      <a:pt x="114" y="95"/>
                    </a:moveTo>
                    <a:lnTo>
                      <a:pt x="124" y="70"/>
                    </a:lnTo>
                    <a:lnTo>
                      <a:pt x="133" y="44"/>
                    </a:lnTo>
                    <a:lnTo>
                      <a:pt x="19" y="0"/>
                    </a:lnTo>
                    <a:lnTo>
                      <a:pt x="10" y="26"/>
                    </a:lnTo>
                    <a:lnTo>
                      <a:pt x="0" y="51"/>
                    </a:lnTo>
                    <a:lnTo>
                      <a:pt x="114" y="9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10" name=""/>
              <p:cNvSpPr/>
              <p:nvPr/>
            </p:nvSpPr>
            <p:spPr>
              <a:xfrm rot="0">
                <a:off x="3564" y="1518"/>
                <a:ext cx="2" cy="7"/>
              </a:xfrm>
              <a:custGeom>
                <a:avLst/>
                <a:ahLst/>
                <a:rect l="0" t="0" r="r" b="b"/>
                <a:pathLst>
                  <a:path w="9" h="26">
                    <a:moveTo>
                      <a:pt x="0" y="26"/>
                    </a:moveTo>
                    <a:lnTo>
                      <a:pt x="9" y="0"/>
                    </a:lnTo>
                    <a:lnTo>
                      <a:pt x="8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11" name=""/>
              <p:cNvSpPr/>
              <p:nvPr/>
            </p:nvSpPr>
            <p:spPr>
              <a:xfrm rot="0" flipH="1">
                <a:off x="3566" y="15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12" name=""/>
              <p:cNvSpPr/>
              <p:nvPr/>
            </p:nvSpPr>
            <p:spPr>
              <a:xfrm rot="0">
                <a:off x="3533" y="1508"/>
                <a:ext cx="33" cy="23"/>
              </a:xfrm>
              <a:custGeom>
                <a:avLst/>
                <a:ahLst/>
                <a:rect l="0" t="0" r="r" b="b"/>
                <a:pathLst>
                  <a:path w="132" h="91">
                    <a:moveTo>
                      <a:pt x="115" y="91"/>
                    </a:moveTo>
                    <a:lnTo>
                      <a:pt x="124" y="66"/>
                    </a:lnTo>
                    <a:lnTo>
                      <a:pt x="132" y="40"/>
                    </a:lnTo>
                    <a:lnTo>
                      <a:pt x="17" y="0"/>
                    </a:lnTo>
                    <a:lnTo>
                      <a:pt x="9" y="26"/>
                    </a:lnTo>
                    <a:lnTo>
                      <a:pt x="0" y="52"/>
                    </a:lnTo>
                    <a:lnTo>
                      <a:pt x="115" y="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13" name=""/>
              <p:cNvSpPr/>
              <p:nvPr/>
            </p:nvSpPr>
            <p:spPr>
              <a:xfrm rot="0">
                <a:off x="3533" y="1508"/>
                <a:ext cx="33" cy="23"/>
              </a:xfrm>
              <a:custGeom>
                <a:avLst/>
                <a:ahLst/>
                <a:rect l="0" t="0" r="r" b="b"/>
                <a:pathLst>
                  <a:path w="132" h="91">
                    <a:moveTo>
                      <a:pt x="115" y="91"/>
                    </a:moveTo>
                    <a:lnTo>
                      <a:pt x="124" y="66"/>
                    </a:lnTo>
                    <a:lnTo>
                      <a:pt x="132" y="40"/>
                    </a:lnTo>
                    <a:lnTo>
                      <a:pt x="17" y="0"/>
                    </a:lnTo>
                    <a:lnTo>
                      <a:pt x="9" y="26"/>
                    </a:lnTo>
                    <a:lnTo>
                      <a:pt x="0" y="52"/>
                    </a:lnTo>
                    <a:lnTo>
                      <a:pt x="115" y="9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14" name=""/>
              <p:cNvSpPr/>
              <p:nvPr/>
            </p:nvSpPr>
            <p:spPr>
              <a:xfrm rot="0">
                <a:off x="3535" y="1508"/>
                <a:ext cx="2" cy="7"/>
              </a:xfrm>
              <a:custGeom>
                <a:avLst/>
                <a:ahLst/>
                <a:rect l="0" t="0" r="r" b="b"/>
                <a:pathLst>
                  <a:path w="8" h="27">
                    <a:moveTo>
                      <a:pt x="0" y="27"/>
                    </a:moveTo>
                    <a:lnTo>
                      <a:pt x="8" y="1"/>
                    </a:lnTo>
                    <a:lnTo>
                      <a:pt x="7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15" name=""/>
              <p:cNvSpPr/>
              <p:nvPr/>
            </p:nvSpPr>
            <p:spPr>
              <a:xfrm rot="0" flipH="1" flipV="1">
                <a:off x="3537" y="150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16" name=""/>
              <p:cNvSpPr/>
              <p:nvPr/>
            </p:nvSpPr>
            <p:spPr>
              <a:xfrm rot="0">
                <a:off x="3504" y="1500"/>
                <a:ext cx="33" cy="22"/>
              </a:xfrm>
              <a:custGeom>
                <a:avLst/>
                <a:ahLst/>
                <a:rect l="0" t="0" r="r" b="b"/>
                <a:pathLst>
                  <a:path w="132" h="87">
                    <a:moveTo>
                      <a:pt x="117" y="87"/>
                    </a:moveTo>
                    <a:lnTo>
                      <a:pt x="125" y="60"/>
                    </a:lnTo>
                    <a:lnTo>
                      <a:pt x="132" y="33"/>
                    </a:lnTo>
                    <a:lnTo>
                      <a:pt x="15" y="0"/>
                    </a:lnTo>
                    <a:lnTo>
                      <a:pt x="8" y="26"/>
                    </a:lnTo>
                    <a:lnTo>
                      <a:pt x="0" y="53"/>
                    </a:lnTo>
                    <a:lnTo>
                      <a:pt x="117" y="8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17" name=""/>
              <p:cNvSpPr/>
              <p:nvPr/>
            </p:nvSpPr>
            <p:spPr>
              <a:xfrm rot="0">
                <a:off x="3504" y="1500"/>
                <a:ext cx="33" cy="22"/>
              </a:xfrm>
              <a:custGeom>
                <a:avLst/>
                <a:ahLst/>
                <a:rect l="0" t="0" r="r" b="b"/>
                <a:pathLst>
                  <a:path w="132" h="87">
                    <a:moveTo>
                      <a:pt x="117" y="87"/>
                    </a:moveTo>
                    <a:lnTo>
                      <a:pt x="125" y="60"/>
                    </a:lnTo>
                    <a:lnTo>
                      <a:pt x="132" y="33"/>
                    </a:lnTo>
                    <a:lnTo>
                      <a:pt x="15" y="0"/>
                    </a:lnTo>
                    <a:lnTo>
                      <a:pt x="8" y="26"/>
                    </a:lnTo>
                    <a:lnTo>
                      <a:pt x="0" y="53"/>
                    </a:lnTo>
                    <a:lnTo>
                      <a:pt x="117" y="8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18" name=""/>
              <p:cNvSpPr/>
              <p:nvPr/>
            </p:nvSpPr>
            <p:spPr>
              <a:xfrm rot="0">
                <a:off x="3506" y="1500"/>
                <a:ext cx="2" cy="7"/>
              </a:xfrm>
              <a:custGeom>
                <a:avLst/>
                <a:ahLst/>
                <a:rect l="0" t="0" r="r" b="b"/>
                <a:pathLst>
                  <a:path w="7" h="26">
                    <a:moveTo>
                      <a:pt x="0" y="26"/>
                    </a:moveTo>
                    <a:lnTo>
                      <a:pt x="7" y="0"/>
                    </a:lnTo>
                    <a:lnTo>
                      <a:pt x="6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19" name=""/>
              <p:cNvSpPr/>
              <p:nvPr/>
            </p:nvSpPr>
            <p:spPr>
              <a:xfrm rot="0" flipH="1">
                <a:off x="3508" y="15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20" name=""/>
              <p:cNvSpPr/>
              <p:nvPr/>
            </p:nvSpPr>
            <p:spPr>
              <a:xfrm rot="0">
                <a:off x="3475" y="1493"/>
                <a:ext cx="33" cy="20"/>
              </a:xfrm>
              <a:custGeom>
                <a:avLst/>
                <a:ahLst/>
                <a:rect l="0" t="0" r="r" b="b"/>
                <a:pathLst>
                  <a:path w="131" h="82">
                    <a:moveTo>
                      <a:pt x="118" y="82"/>
                    </a:moveTo>
                    <a:lnTo>
                      <a:pt x="125" y="55"/>
                    </a:lnTo>
                    <a:lnTo>
                      <a:pt x="131" y="29"/>
                    </a:lnTo>
                    <a:lnTo>
                      <a:pt x="13" y="0"/>
                    </a:lnTo>
                    <a:lnTo>
                      <a:pt x="6" y="26"/>
                    </a:lnTo>
                    <a:lnTo>
                      <a:pt x="0" y="53"/>
                    </a:lnTo>
                    <a:lnTo>
                      <a:pt x="118" y="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21" name=""/>
              <p:cNvSpPr/>
              <p:nvPr/>
            </p:nvSpPr>
            <p:spPr>
              <a:xfrm rot="0">
                <a:off x="3475" y="1493"/>
                <a:ext cx="33" cy="20"/>
              </a:xfrm>
              <a:custGeom>
                <a:avLst/>
                <a:ahLst/>
                <a:rect l="0" t="0" r="r" b="b"/>
                <a:pathLst>
                  <a:path w="131" h="82">
                    <a:moveTo>
                      <a:pt x="118" y="82"/>
                    </a:moveTo>
                    <a:lnTo>
                      <a:pt x="125" y="55"/>
                    </a:lnTo>
                    <a:lnTo>
                      <a:pt x="131" y="29"/>
                    </a:lnTo>
                    <a:lnTo>
                      <a:pt x="13" y="0"/>
                    </a:lnTo>
                    <a:lnTo>
                      <a:pt x="6" y="26"/>
                    </a:lnTo>
                    <a:lnTo>
                      <a:pt x="0" y="53"/>
                    </a:lnTo>
                    <a:lnTo>
                      <a:pt x="118" y="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22" name=""/>
              <p:cNvSpPr/>
              <p:nvPr/>
            </p:nvSpPr>
            <p:spPr>
              <a:xfrm rot="0">
                <a:off x="3476" y="1493"/>
                <a:ext cx="2" cy="6"/>
              </a:xfrm>
              <a:custGeom>
                <a:avLst/>
                <a:ahLst/>
                <a:rect l="0" t="0" r="r" b="b"/>
                <a:pathLst>
                  <a:path w="7" h="26">
                    <a:moveTo>
                      <a:pt x="0" y="26"/>
                    </a:moveTo>
                    <a:lnTo>
                      <a:pt x="7" y="0"/>
                    </a:lnTo>
                    <a:lnTo>
                      <a:pt x="6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23" name=""/>
              <p:cNvSpPr/>
              <p:nvPr/>
            </p:nvSpPr>
            <p:spPr>
              <a:xfrm rot="0" flipH="1">
                <a:off x="3478" y="149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24" name=""/>
              <p:cNvSpPr/>
              <p:nvPr/>
            </p:nvSpPr>
            <p:spPr>
              <a:xfrm rot="0">
                <a:off x="3445" y="1486"/>
                <a:ext cx="33" cy="20"/>
              </a:xfrm>
              <a:custGeom>
                <a:avLst/>
                <a:ahLst/>
                <a:rect l="0" t="0" r="r" b="b"/>
                <a:pathLst>
                  <a:path w="131" h="78">
                    <a:moveTo>
                      <a:pt x="120" y="78"/>
                    </a:moveTo>
                    <a:lnTo>
                      <a:pt x="125" y="51"/>
                    </a:lnTo>
                    <a:lnTo>
                      <a:pt x="131" y="25"/>
                    </a:lnTo>
                    <a:lnTo>
                      <a:pt x="10" y="0"/>
                    </a:lnTo>
                    <a:lnTo>
                      <a:pt x="5" y="27"/>
                    </a:lnTo>
                    <a:lnTo>
                      <a:pt x="0" y="54"/>
                    </a:lnTo>
                    <a:lnTo>
                      <a:pt x="120" y="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25" name=""/>
              <p:cNvSpPr/>
              <p:nvPr/>
            </p:nvSpPr>
            <p:spPr>
              <a:xfrm rot="0">
                <a:off x="3445" y="1486"/>
                <a:ext cx="33" cy="20"/>
              </a:xfrm>
              <a:custGeom>
                <a:avLst/>
                <a:ahLst/>
                <a:rect l="0" t="0" r="r" b="b"/>
                <a:pathLst>
                  <a:path w="131" h="78">
                    <a:moveTo>
                      <a:pt x="120" y="78"/>
                    </a:moveTo>
                    <a:lnTo>
                      <a:pt x="125" y="51"/>
                    </a:lnTo>
                    <a:lnTo>
                      <a:pt x="131" y="25"/>
                    </a:lnTo>
                    <a:lnTo>
                      <a:pt x="10" y="0"/>
                    </a:lnTo>
                    <a:lnTo>
                      <a:pt x="5" y="27"/>
                    </a:lnTo>
                    <a:lnTo>
                      <a:pt x="0" y="54"/>
                    </a:lnTo>
                    <a:lnTo>
                      <a:pt x="120" y="7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26" name=""/>
              <p:cNvSpPr/>
              <p:nvPr/>
            </p:nvSpPr>
            <p:spPr>
              <a:xfrm rot="0">
                <a:off x="3446" y="1486"/>
                <a:ext cx="2" cy="7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0" y="27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27" name=""/>
              <p:cNvSpPr/>
              <p:nvPr/>
            </p:nvSpPr>
            <p:spPr>
              <a:xfrm rot="0" flipH="1">
                <a:off x="3447" y="14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28" name=""/>
              <p:cNvSpPr/>
              <p:nvPr/>
            </p:nvSpPr>
            <p:spPr>
              <a:xfrm rot="0">
                <a:off x="3415" y="1482"/>
                <a:ext cx="32" cy="18"/>
              </a:xfrm>
              <a:custGeom>
                <a:avLst/>
                <a:ahLst/>
                <a:rect l="0" t="0" r="r" b="b"/>
                <a:pathLst>
                  <a:path w="129" h="72">
                    <a:moveTo>
                      <a:pt x="121" y="72"/>
                    </a:moveTo>
                    <a:lnTo>
                      <a:pt x="125" y="45"/>
                    </a:lnTo>
                    <a:lnTo>
                      <a:pt x="129" y="18"/>
                    </a:lnTo>
                    <a:lnTo>
                      <a:pt x="9" y="0"/>
                    </a:lnTo>
                    <a:lnTo>
                      <a:pt x="5" y="26"/>
                    </a:lnTo>
                    <a:lnTo>
                      <a:pt x="0" y="53"/>
                    </a:lnTo>
                    <a:lnTo>
                      <a:pt x="121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29" name=""/>
              <p:cNvSpPr/>
              <p:nvPr/>
            </p:nvSpPr>
            <p:spPr>
              <a:xfrm rot="0">
                <a:off x="3415" y="1482"/>
                <a:ext cx="32" cy="18"/>
              </a:xfrm>
              <a:custGeom>
                <a:avLst/>
                <a:ahLst/>
                <a:rect l="0" t="0" r="r" b="b"/>
                <a:pathLst>
                  <a:path w="129" h="72">
                    <a:moveTo>
                      <a:pt x="121" y="72"/>
                    </a:moveTo>
                    <a:lnTo>
                      <a:pt x="125" y="45"/>
                    </a:lnTo>
                    <a:lnTo>
                      <a:pt x="129" y="18"/>
                    </a:lnTo>
                    <a:lnTo>
                      <a:pt x="9" y="0"/>
                    </a:lnTo>
                    <a:lnTo>
                      <a:pt x="5" y="26"/>
                    </a:lnTo>
                    <a:lnTo>
                      <a:pt x="0" y="53"/>
                    </a:lnTo>
                    <a:lnTo>
                      <a:pt x="121" y="7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30" name=""/>
              <p:cNvSpPr/>
              <p:nvPr/>
            </p:nvSpPr>
            <p:spPr>
              <a:xfrm rot="0">
                <a:off x="3416" y="1482"/>
                <a:ext cx="1" cy="7"/>
              </a:xfrm>
              <a:custGeom>
                <a:avLst/>
                <a:ahLst/>
                <a:rect l="0" t="0" r="r" b="b"/>
                <a:pathLst>
                  <a:path w="4" h="26">
                    <a:moveTo>
                      <a:pt x="0" y="26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31" name=""/>
              <p:cNvSpPr/>
              <p:nvPr/>
            </p:nvSpPr>
            <p:spPr>
              <a:xfrm rot="0" flipH="1">
                <a:off x="3417" y="14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32" name=""/>
              <p:cNvSpPr/>
              <p:nvPr/>
            </p:nvSpPr>
            <p:spPr>
              <a:xfrm rot="0">
                <a:off x="3385" y="1479"/>
                <a:ext cx="32" cy="16"/>
              </a:xfrm>
              <a:custGeom>
                <a:avLst/>
                <a:ahLst/>
                <a:rect l="0" t="0" r="r" b="b"/>
                <a:pathLst>
                  <a:path w="127" h="66">
                    <a:moveTo>
                      <a:pt x="120" y="66"/>
                    </a:moveTo>
                    <a:lnTo>
                      <a:pt x="124" y="39"/>
                    </a:lnTo>
                    <a:lnTo>
                      <a:pt x="127" y="13"/>
                    </a:lnTo>
                    <a:lnTo>
                      <a:pt x="6" y="0"/>
                    </a:lnTo>
                    <a:lnTo>
                      <a:pt x="3" y="27"/>
                    </a:lnTo>
                    <a:lnTo>
                      <a:pt x="0" y="53"/>
                    </a:lnTo>
                    <a:lnTo>
                      <a:pt x="120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33" name=""/>
              <p:cNvSpPr/>
              <p:nvPr/>
            </p:nvSpPr>
            <p:spPr>
              <a:xfrm rot="0">
                <a:off x="3385" y="1479"/>
                <a:ext cx="32" cy="16"/>
              </a:xfrm>
              <a:custGeom>
                <a:avLst/>
                <a:ahLst/>
                <a:rect l="0" t="0" r="r" b="b"/>
                <a:pathLst>
                  <a:path w="127" h="66">
                    <a:moveTo>
                      <a:pt x="120" y="66"/>
                    </a:moveTo>
                    <a:lnTo>
                      <a:pt x="124" y="39"/>
                    </a:lnTo>
                    <a:lnTo>
                      <a:pt x="127" y="13"/>
                    </a:lnTo>
                    <a:lnTo>
                      <a:pt x="6" y="0"/>
                    </a:lnTo>
                    <a:lnTo>
                      <a:pt x="3" y="27"/>
                    </a:lnTo>
                    <a:lnTo>
                      <a:pt x="0" y="53"/>
                    </a:lnTo>
                    <a:lnTo>
                      <a:pt x="120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34" name=""/>
              <p:cNvSpPr/>
              <p:nvPr/>
            </p:nvSpPr>
            <p:spPr>
              <a:xfrm rot="0">
                <a:off x="3386" y="1479"/>
                <a:ext cx="1" cy="6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0" y="27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35" name=""/>
              <p:cNvSpPr/>
              <p:nvPr/>
            </p:nvSpPr>
            <p:spPr>
              <a:xfrm rot="0" flipH="1">
                <a:off x="3387" y="147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36" name=""/>
              <p:cNvSpPr/>
              <p:nvPr/>
            </p:nvSpPr>
            <p:spPr>
              <a:xfrm rot="0">
                <a:off x="3355" y="1477"/>
                <a:ext cx="32" cy="15"/>
              </a:xfrm>
              <a:custGeom>
                <a:avLst/>
                <a:ahLst/>
                <a:rect l="0" t="0" r="r" b="b"/>
                <a:pathLst>
                  <a:path w="126" h="62">
                    <a:moveTo>
                      <a:pt x="122" y="62"/>
                    </a:moveTo>
                    <a:lnTo>
                      <a:pt x="124" y="36"/>
                    </a:lnTo>
                    <a:lnTo>
                      <a:pt x="126" y="9"/>
                    </a:lnTo>
                    <a:lnTo>
                      <a:pt x="4" y="0"/>
                    </a:lnTo>
                    <a:lnTo>
                      <a:pt x="2" y="27"/>
                    </a:lnTo>
                    <a:lnTo>
                      <a:pt x="0" y="54"/>
                    </a:lnTo>
                    <a:lnTo>
                      <a:pt x="122" y="6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37" name=""/>
              <p:cNvSpPr/>
              <p:nvPr/>
            </p:nvSpPr>
            <p:spPr>
              <a:xfrm rot="0">
                <a:off x="3355" y="1477"/>
                <a:ext cx="32" cy="15"/>
              </a:xfrm>
              <a:custGeom>
                <a:avLst/>
                <a:ahLst/>
                <a:rect l="0" t="0" r="r" b="b"/>
                <a:pathLst>
                  <a:path w="126" h="62">
                    <a:moveTo>
                      <a:pt x="122" y="62"/>
                    </a:moveTo>
                    <a:lnTo>
                      <a:pt x="124" y="36"/>
                    </a:lnTo>
                    <a:lnTo>
                      <a:pt x="126" y="9"/>
                    </a:lnTo>
                    <a:lnTo>
                      <a:pt x="4" y="0"/>
                    </a:lnTo>
                    <a:lnTo>
                      <a:pt x="2" y="27"/>
                    </a:lnTo>
                    <a:lnTo>
                      <a:pt x="0" y="54"/>
                    </a:lnTo>
                    <a:lnTo>
                      <a:pt x="122" y="6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38" name=""/>
              <p:cNvSpPr/>
              <p:nvPr/>
            </p:nvSpPr>
            <p:spPr>
              <a:xfrm rot="0">
                <a:off x="3355" y="1477"/>
                <a:ext cx="1" cy="6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0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39" name=""/>
              <p:cNvSpPr/>
              <p:nvPr/>
            </p:nvSpPr>
            <p:spPr>
              <a:xfrm rot="0" flipH="1">
                <a:off x="3355" y="14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40" name=""/>
              <p:cNvSpPr/>
              <p:nvPr/>
            </p:nvSpPr>
            <p:spPr>
              <a:xfrm rot="0">
                <a:off x="3325" y="1476"/>
                <a:ext cx="30" cy="14"/>
              </a:xfrm>
              <a:custGeom>
                <a:avLst/>
                <a:ahLst/>
                <a:rect l="0" t="0" r="r" b="b"/>
                <a:pathLst>
                  <a:path w="122" h="56">
                    <a:moveTo>
                      <a:pt x="122" y="56"/>
                    </a:moveTo>
                    <a:lnTo>
                      <a:pt x="122" y="29"/>
                    </a:lnTo>
                    <a:lnTo>
                      <a:pt x="122" y="2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4"/>
                    </a:lnTo>
                    <a:lnTo>
                      <a:pt x="122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41" name=""/>
              <p:cNvSpPr/>
              <p:nvPr/>
            </p:nvSpPr>
            <p:spPr>
              <a:xfrm rot="0">
                <a:off x="3325" y="1476"/>
                <a:ext cx="30" cy="14"/>
              </a:xfrm>
              <a:custGeom>
                <a:avLst/>
                <a:ahLst/>
                <a:rect l="0" t="0" r="r" b="b"/>
                <a:pathLst>
                  <a:path w="122" h="56">
                    <a:moveTo>
                      <a:pt x="122" y="56"/>
                    </a:moveTo>
                    <a:lnTo>
                      <a:pt x="122" y="29"/>
                    </a:lnTo>
                    <a:lnTo>
                      <a:pt x="122" y="2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0" y="54"/>
                    </a:lnTo>
                    <a:lnTo>
                      <a:pt x="122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42" name=""/>
              <p:cNvSpPr/>
              <p:nvPr/>
            </p:nvSpPr>
            <p:spPr>
              <a:xfrm rot="0">
                <a:off x="3325" y="1476"/>
                <a:ext cx="1" cy="7"/>
              </a:xfrm>
              <a:prstGeom prst="rect"/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43" name=""/>
              <p:cNvSpPr/>
              <p:nvPr/>
            </p:nvSpPr>
            <p:spPr>
              <a:xfrm rot="0">
                <a:off x="3325" y="14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44" name=""/>
              <p:cNvSpPr/>
              <p:nvPr/>
            </p:nvSpPr>
            <p:spPr>
              <a:xfrm rot="0">
                <a:off x="3295" y="1476"/>
                <a:ext cx="30" cy="14"/>
              </a:xfrm>
              <a:custGeom>
                <a:avLst/>
                <a:ahLst/>
                <a:rect l="0" t="0" r="r" b="b"/>
                <a:pathLst>
                  <a:path w="121" h="56">
                    <a:moveTo>
                      <a:pt x="121" y="54"/>
                    </a:moveTo>
                    <a:lnTo>
                      <a:pt x="121" y="27"/>
                    </a:lnTo>
                    <a:lnTo>
                      <a:pt x="121" y="0"/>
                    </a:lnTo>
                    <a:lnTo>
                      <a:pt x="0" y="2"/>
                    </a:lnTo>
                    <a:lnTo>
                      <a:pt x="0" y="29"/>
                    </a:lnTo>
                    <a:lnTo>
                      <a:pt x="0" y="56"/>
                    </a:lnTo>
                    <a:lnTo>
                      <a:pt x="121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45" name=""/>
              <p:cNvSpPr/>
              <p:nvPr/>
            </p:nvSpPr>
            <p:spPr>
              <a:xfrm rot="0">
                <a:off x="3295" y="1476"/>
                <a:ext cx="30" cy="14"/>
              </a:xfrm>
              <a:custGeom>
                <a:avLst/>
                <a:ahLst/>
                <a:rect l="0" t="0" r="r" b="b"/>
                <a:pathLst>
                  <a:path w="121" h="56">
                    <a:moveTo>
                      <a:pt x="121" y="54"/>
                    </a:moveTo>
                    <a:lnTo>
                      <a:pt x="121" y="27"/>
                    </a:lnTo>
                    <a:lnTo>
                      <a:pt x="121" y="0"/>
                    </a:lnTo>
                    <a:lnTo>
                      <a:pt x="0" y="2"/>
                    </a:lnTo>
                    <a:lnTo>
                      <a:pt x="0" y="29"/>
                    </a:lnTo>
                    <a:lnTo>
                      <a:pt x="0" y="56"/>
                    </a:lnTo>
                    <a:lnTo>
                      <a:pt x="121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46" name=""/>
              <p:cNvSpPr/>
              <p:nvPr/>
            </p:nvSpPr>
            <p:spPr>
              <a:xfrm rot="0">
                <a:off x="3294" y="1477"/>
                <a:ext cx="1" cy="6"/>
              </a:xfrm>
              <a:custGeom>
                <a:avLst/>
                <a:ahLst/>
                <a:rect l="0" t="0" r="r" b="b"/>
                <a:pathLst>
                  <a:path w="2" h="27">
                    <a:moveTo>
                      <a:pt x="2" y="27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47" name=""/>
              <p:cNvSpPr/>
              <p:nvPr/>
            </p:nvSpPr>
            <p:spPr>
              <a:xfrm rot="0" flipH="1">
                <a:off x="3294" y="14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48" name=""/>
              <p:cNvSpPr/>
              <p:nvPr/>
            </p:nvSpPr>
            <p:spPr>
              <a:xfrm rot="0">
                <a:off x="3264" y="1477"/>
                <a:ext cx="31" cy="15"/>
              </a:xfrm>
              <a:custGeom>
                <a:avLst/>
                <a:ahLst/>
                <a:rect l="0" t="0" r="r" b="b"/>
                <a:pathLst>
                  <a:path w="126" h="62">
                    <a:moveTo>
                      <a:pt x="126" y="54"/>
                    </a:moveTo>
                    <a:lnTo>
                      <a:pt x="124" y="27"/>
                    </a:lnTo>
                    <a:lnTo>
                      <a:pt x="122" y="0"/>
                    </a:lnTo>
                    <a:lnTo>
                      <a:pt x="0" y="9"/>
                    </a:lnTo>
                    <a:lnTo>
                      <a:pt x="2" y="36"/>
                    </a:lnTo>
                    <a:lnTo>
                      <a:pt x="5" y="62"/>
                    </a:lnTo>
                    <a:lnTo>
                      <a:pt x="126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49" name=""/>
              <p:cNvSpPr/>
              <p:nvPr/>
            </p:nvSpPr>
            <p:spPr>
              <a:xfrm rot="0">
                <a:off x="3264" y="1477"/>
                <a:ext cx="31" cy="15"/>
              </a:xfrm>
              <a:custGeom>
                <a:avLst/>
                <a:ahLst/>
                <a:rect l="0" t="0" r="r" b="b"/>
                <a:pathLst>
                  <a:path w="126" h="62">
                    <a:moveTo>
                      <a:pt x="126" y="54"/>
                    </a:moveTo>
                    <a:lnTo>
                      <a:pt x="124" y="27"/>
                    </a:lnTo>
                    <a:lnTo>
                      <a:pt x="122" y="0"/>
                    </a:lnTo>
                    <a:lnTo>
                      <a:pt x="0" y="9"/>
                    </a:lnTo>
                    <a:lnTo>
                      <a:pt x="2" y="36"/>
                    </a:lnTo>
                    <a:lnTo>
                      <a:pt x="5" y="62"/>
                    </a:lnTo>
                    <a:lnTo>
                      <a:pt x="126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50" name=""/>
              <p:cNvSpPr/>
              <p:nvPr/>
            </p:nvSpPr>
            <p:spPr>
              <a:xfrm rot="0">
                <a:off x="3264" y="1479"/>
                <a:ext cx="1" cy="6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3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51" name=""/>
              <p:cNvSpPr/>
              <p:nvPr/>
            </p:nvSpPr>
            <p:spPr>
              <a:xfrm rot="0" flipH="1">
                <a:off x="3264" y="147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52" name=""/>
              <p:cNvSpPr/>
              <p:nvPr/>
            </p:nvSpPr>
            <p:spPr>
              <a:xfrm rot="0">
                <a:off x="3233" y="1479"/>
                <a:ext cx="32" cy="16"/>
              </a:xfrm>
              <a:custGeom>
                <a:avLst/>
                <a:ahLst/>
                <a:rect l="0" t="0" r="r" b="b"/>
                <a:pathLst>
                  <a:path w="128" h="66">
                    <a:moveTo>
                      <a:pt x="128" y="53"/>
                    </a:moveTo>
                    <a:lnTo>
                      <a:pt x="124" y="27"/>
                    </a:lnTo>
                    <a:lnTo>
                      <a:pt x="121" y="0"/>
                    </a:lnTo>
                    <a:lnTo>
                      <a:pt x="0" y="13"/>
                    </a:lnTo>
                    <a:lnTo>
                      <a:pt x="3" y="39"/>
                    </a:lnTo>
                    <a:lnTo>
                      <a:pt x="6" y="66"/>
                    </a:lnTo>
                    <a:lnTo>
                      <a:pt x="128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53" name=""/>
              <p:cNvSpPr/>
              <p:nvPr/>
            </p:nvSpPr>
            <p:spPr>
              <a:xfrm rot="0">
                <a:off x="3233" y="1479"/>
                <a:ext cx="32" cy="16"/>
              </a:xfrm>
              <a:custGeom>
                <a:avLst/>
                <a:ahLst/>
                <a:rect l="0" t="0" r="r" b="b"/>
                <a:pathLst>
                  <a:path w="128" h="66">
                    <a:moveTo>
                      <a:pt x="128" y="53"/>
                    </a:moveTo>
                    <a:lnTo>
                      <a:pt x="124" y="27"/>
                    </a:lnTo>
                    <a:lnTo>
                      <a:pt x="121" y="0"/>
                    </a:lnTo>
                    <a:lnTo>
                      <a:pt x="0" y="13"/>
                    </a:lnTo>
                    <a:lnTo>
                      <a:pt x="3" y="39"/>
                    </a:lnTo>
                    <a:lnTo>
                      <a:pt x="6" y="66"/>
                    </a:lnTo>
                    <a:lnTo>
                      <a:pt x="128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54" name=""/>
              <p:cNvSpPr/>
              <p:nvPr/>
            </p:nvSpPr>
            <p:spPr>
              <a:xfrm rot="0">
                <a:off x="3233" y="1482"/>
                <a:ext cx="1" cy="7"/>
              </a:xfrm>
              <a:custGeom>
                <a:avLst/>
                <a:ahLst/>
                <a:rect l="0" t="0" r="r" b="b"/>
                <a:pathLst>
                  <a:path w="4" h="26">
                    <a:moveTo>
                      <a:pt x="4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4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55" name=""/>
              <p:cNvSpPr/>
              <p:nvPr/>
            </p:nvSpPr>
            <p:spPr>
              <a:xfrm rot="0" flipH="1">
                <a:off x="3233" y="14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56" name=""/>
              <p:cNvSpPr/>
              <p:nvPr/>
            </p:nvSpPr>
            <p:spPr>
              <a:xfrm rot="0">
                <a:off x="3203" y="1482"/>
                <a:ext cx="32" cy="18"/>
              </a:xfrm>
              <a:custGeom>
                <a:avLst/>
                <a:ahLst/>
                <a:rect l="0" t="0" r="r" b="b"/>
                <a:pathLst>
                  <a:path w="129" h="72">
                    <a:moveTo>
                      <a:pt x="129" y="53"/>
                    </a:moveTo>
                    <a:lnTo>
                      <a:pt x="125" y="26"/>
                    </a:lnTo>
                    <a:lnTo>
                      <a:pt x="121" y="0"/>
                    </a:lnTo>
                    <a:lnTo>
                      <a:pt x="0" y="18"/>
                    </a:lnTo>
                    <a:lnTo>
                      <a:pt x="5" y="45"/>
                    </a:lnTo>
                    <a:lnTo>
                      <a:pt x="9" y="72"/>
                    </a:lnTo>
                    <a:lnTo>
                      <a:pt x="129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57" name=""/>
              <p:cNvSpPr/>
              <p:nvPr/>
            </p:nvSpPr>
            <p:spPr>
              <a:xfrm rot="0">
                <a:off x="3203" y="1482"/>
                <a:ext cx="32" cy="18"/>
              </a:xfrm>
              <a:custGeom>
                <a:avLst/>
                <a:ahLst/>
                <a:rect l="0" t="0" r="r" b="b"/>
                <a:pathLst>
                  <a:path w="129" h="72">
                    <a:moveTo>
                      <a:pt x="129" y="53"/>
                    </a:moveTo>
                    <a:lnTo>
                      <a:pt x="125" y="26"/>
                    </a:lnTo>
                    <a:lnTo>
                      <a:pt x="121" y="0"/>
                    </a:lnTo>
                    <a:lnTo>
                      <a:pt x="0" y="18"/>
                    </a:lnTo>
                    <a:lnTo>
                      <a:pt x="5" y="45"/>
                    </a:lnTo>
                    <a:lnTo>
                      <a:pt x="9" y="72"/>
                    </a:lnTo>
                    <a:lnTo>
                      <a:pt x="129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58" name=""/>
              <p:cNvSpPr/>
              <p:nvPr/>
            </p:nvSpPr>
            <p:spPr>
              <a:xfrm rot="0">
                <a:off x="3203" y="1486"/>
                <a:ext cx="1" cy="7"/>
              </a:xfrm>
              <a:custGeom>
                <a:avLst/>
                <a:ahLst/>
                <a:rect l="0" t="0" r="r" b="b"/>
                <a:pathLst>
                  <a:path w="6" h="27">
                    <a:moveTo>
                      <a:pt x="6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6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59" name=""/>
              <p:cNvSpPr/>
              <p:nvPr/>
            </p:nvSpPr>
            <p:spPr>
              <a:xfrm rot="0" flipH="1">
                <a:off x="3203" y="14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60" name=""/>
              <p:cNvSpPr/>
              <p:nvPr/>
            </p:nvSpPr>
            <p:spPr>
              <a:xfrm rot="0">
                <a:off x="3172" y="1486"/>
                <a:ext cx="33" cy="20"/>
              </a:xfrm>
              <a:custGeom>
                <a:avLst/>
                <a:ahLst/>
                <a:rect l="0" t="0" r="r" b="b"/>
                <a:pathLst>
                  <a:path w="131" h="78">
                    <a:moveTo>
                      <a:pt x="131" y="54"/>
                    </a:moveTo>
                    <a:lnTo>
                      <a:pt x="126" y="27"/>
                    </a:lnTo>
                    <a:lnTo>
                      <a:pt x="120" y="0"/>
                    </a:lnTo>
                    <a:lnTo>
                      <a:pt x="0" y="25"/>
                    </a:lnTo>
                    <a:lnTo>
                      <a:pt x="5" y="51"/>
                    </a:lnTo>
                    <a:lnTo>
                      <a:pt x="11" y="78"/>
                    </a:lnTo>
                    <a:lnTo>
                      <a:pt x="131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61" name=""/>
              <p:cNvSpPr/>
              <p:nvPr/>
            </p:nvSpPr>
            <p:spPr>
              <a:xfrm rot="0">
                <a:off x="3172" y="1486"/>
                <a:ext cx="33" cy="20"/>
              </a:xfrm>
              <a:custGeom>
                <a:avLst/>
                <a:ahLst/>
                <a:rect l="0" t="0" r="r" b="b"/>
                <a:pathLst>
                  <a:path w="131" h="78">
                    <a:moveTo>
                      <a:pt x="131" y="54"/>
                    </a:moveTo>
                    <a:lnTo>
                      <a:pt x="126" y="27"/>
                    </a:lnTo>
                    <a:lnTo>
                      <a:pt x="120" y="0"/>
                    </a:lnTo>
                    <a:lnTo>
                      <a:pt x="0" y="25"/>
                    </a:lnTo>
                    <a:lnTo>
                      <a:pt x="5" y="51"/>
                    </a:lnTo>
                    <a:lnTo>
                      <a:pt x="11" y="78"/>
                    </a:lnTo>
                    <a:lnTo>
                      <a:pt x="131" y="5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62" name=""/>
              <p:cNvSpPr/>
              <p:nvPr/>
            </p:nvSpPr>
            <p:spPr>
              <a:xfrm rot="0">
                <a:off x="3172" y="1493"/>
                <a:ext cx="2" cy="6"/>
              </a:xfrm>
              <a:custGeom>
                <a:avLst/>
                <a:ahLst/>
                <a:rect l="0" t="0" r="r" b="b"/>
                <a:pathLst>
                  <a:path w="6" h="26">
                    <a:moveTo>
                      <a:pt x="6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6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63" name=""/>
              <p:cNvSpPr/>
              <p:nvPr/>
            </p:nvSpPr>
            <p:spPr>
              <a:xfrm rot="0" flipH="1">
                <a:off x="3172" y="149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64" name=""/>
              <p:cNvSpPr/>
              <p:nvPr/>
            </p:nvSpPr>
            <p:spPr>
              <a:xfrm rot="0">
                <a:off x="3143" y="1493"/>
                <a:ext cx="32" cy="20"/>
              </a:xfrm>
              <a:custGeom>
                <a:avLst/>
                <a:ahLst/>
                <a:rect l="0" t="0" r="r" b="b"/>
                <a:pathLst>
                  <a:path w="131" h="82">
                    <a:moveTo>
                      <a:pt x="131" y="53"/>
                    </a:moveTo>
                    <a:lnTo>
                      <a:pt x="124" y="26"/>
                    </a:lnTo>
                    <a:lnTo>
                      <a:pt x="118" y="0"/>
                    </a:lnTo>
                    <a:lnTo>
                      <a:pt x="0" y="29"/>
                    </a:lnTo>
                    <a:lnTo>
                      <a:pt x="6" y="55"/>
                    </a:lnTo>
                    <a:lnTo>
                      <a:pt x="13" y="82"/>
                    </a:lnTo>
                    <a:lnTo>
                      <a:pt x="131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65" name=""/>
              <p:cNvSpPr/>
              <p:nvPr/>
            </p:nvSpPr>
            <p:spPr>
              <a:xfrm rot="0">
                <a:off x="3143" y="1493"/>
                <a:ext cx="32" cy="20"/>
              </a:xfrm>
              <a:custGeom>
                <a:avLst/>
                <a:ahLst/>
                <a:rect l="0" t="0" r="r" b="b"/>
                <a:pathLst>
                  <a:path w="131" h="82">
                    <a:moveTo>
                      <a:pt x="131" y="53"/>
                    </a:moveTo>
                    <a:lnTo>
                      <a:pt x="124" y="26"/>
                    </a:lnTo>
                    <a:lnTo>
                      <a:pt x="118" y="0"/>
                    </a:lnTo>
                    <a:lnTo>
                      <a:pt x="0" y="29"/>
                    </a:lnTo>
                    <a:lnTo>
                      <a:pt x="6" y="55"/>
                    </a:lnTo>
                    <a:lnTo>
                      <a:pt x="13" y="82"/>
                    </a:lnTo>
                    <a:lnTo>
                      <a:pt x="131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66" name=""/>
              <p:cNvSpPr/>
              <p:nvPr/>
            </p:nvSpPr>
            <p:spPr>
              <a:xfrm rot="0">
                <a:off x="3142" y="1500"/>
                <a:ext cx="2" cy="7"/>
              </a:xfrm>
              <a:custGeom>
                <a:avLst/>
                <a:ahLst/>
                <a:rect l="0" t="0" r="r" b="b"/>
                <a:pathLst>
                  <a:path w="7" h="26">
                    <a:moveTo>
                      <a:pt x="7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7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67" name=""/>
              <p:cNvSpPr/>
              <p:nvPr/>
            </p:nvSpPr>
            <p:spPr>
              <a:xfrm rot="0" flipH="1">
                <a:off x="3142" y="150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68" name=""/>
              <p:cNvSpPr/>
              <p:nvPr/>
            </p:nvSpPr>
            <p:spPr>
              <a:xfrm rot="0">
                <a:off x="3113" y="1500"/>
                <a:ext cx="33" cy="22"/>
              </a:xfrm>
              <a:custGeom>
                <a:avLst/>
                <a:ahLst/>
                <a:rect l="0" t="0" r="r" b="b"/>
                <a:pathLst>
                  <a:path w="133" h="87">
                    <a:moveTo>
                      <a:pt x="133" y="53"/>
                    </a:moveTo>
                    <a:lnTo>
                      <a:pt x="125" y="26"/>
                    </a:lnTo>
                    <a:lnTo>
                      <a:pt x="118" y="0"/>
                    </a:lnTo>
                    <a:lnTo>
                      <a:pt x="0" y="33"/>
                    </a:lnTo>
                    <a:lnTo>
                      <a:pt x="8" y="60"/>
                    </a:lnTo>
                    <a:lnTo>
                      <a:pt x="15" y="87"/>
                    </a:lnTo>
                    <a:lnTo>
                      <a:pt x="133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69" name=""/>
              <p:cNvSpPr/>
              <p:nvPr/>
            </p:nvSpPr>
            <p:spPr>
              <a:xfrm rot="0">
                <a:off x="3113" y="1500"/>
                <a:ext cx="33" cy="22"/>
              </a:xfrm>
              <a:custGeom>
                <a:avLst/>
                <a:ahLst/>
                <a:rect l="0" t="0" r="r" b="b"/>
                <a:pathLst>
                  <a:path w="133" h="87">
                    <a:moveTo>
                      <a:pt x="133" y="53"/>
                    </a:moveTo>
                    <a:lnTo>
                      <a:pt x="125" y="26"/>
                    </a:lnTo>
                    <a:lnTo>
                      <a:pt x="118" y="0"/>
                    </a:lnTo>
                    <a:lnTo>
                      <a:pt x="0" y="33"/>
                    </a:lnTo>
                    <a:lnTo>
                      <a:pt x="8" y="60"/>
                    </a:lnTo>
                    <a:lnTo>
                      <a:pt x="15" y="87"/>
                    </a:lnTo>
                    <a:lnTo>
                      <a:pt x="133" y="5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408" name=""/>
            <p:cNvGrpSpPr/>
            <p:nvPr/>
          </p:nvGrpSpPr>
          <p:grpSpPr>
            <a:xfrm rot="0">
              <a:off x="2620" y="1508"/>
              <a:ext cx="1411" cy="680"/>
              <a:chOff x="2620" y="1508"/>
              <a:chExt cx="1411" cy="680"/>
            </a:xfrm>
          </p:grpSpPr>
          <p:sp>
            <p:nvSpPr>
              <p:cNvPr id="1079470" name=""/>
              <p:cNvSpPr/>
              <p:nvPr/>
            </p:nvSpPr>
            <p:spPr>
              <a:xfrm rot="0">
                <a:off x="3113" y="1508"/>
                <a:ext cx="2" cy="7"/>
              </a:xfrm>
              <a:custGeom>
                <a:avLst/>
                <a:ahLst/>
                <a:rect l="0" t="0" r="r" b="b"/>
                <a:pathLst>
                  <a:path w="9" h="27">
                    <a:moveTo>
                      <a:pt x="9" y="2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9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71" name=""/>
              <p:cNvSpPr/>
              <p:nvPr/>
            </p:nvSpPr>
            <p:spPr>
              <a:xfrm rot="0" flipH="1">
                <a:off x="3113" y="150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72" name=""/>
              <p:cNvSpPr/>
              <p:nvPr/>
            </p:nvSpPr>
            <p:spPr>
              <a:xfrm rot="0">
                <a:off x="3084" y="1508"/>
                <a:ext cx="33" cy="23"/>
              </a:xfrm>
              <a:custGeom>
                <a:avLst/>
                <a:ahLst/>
                <a:rect l="0" t="0" r="r" b="b"/>
                <a:pathLst>
                  <a:path w="133" h="91">
                    <a:moveTo>
                      <a:pt x="133" y="52"/>
                    </a:moveTo>
                    <a:lnTo>
                      <a:pt x="124" y="26"/>
                    </a:lnTo>
                    <a:lnTo>
                      <a:pt x="115" y="0"/>
                    </a:lnTo>
                    <a:lnTo>
                      <a:pt x="0" y="40"/>
                    </a:lnTo>
                    <a:lnTo>
                      <a:pt x="9" y="66"/>
                    </a:lnTo>
                    <a:lnTo>
                      <a:pt x="18" y="91"/>
                    </a:lnTo>
                    <a:lnTo>
                      <a:pt x="133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73" name=""/>
              <p:cNvSpPr/>
              <p:nvPr/>
            </p:nvSpPr>
            <p:spPr>
              <a:xfrm rot="0">
                <a:off x="3084" y="1508"/>
                <a:ext cx="33" cy="23"/>
              </a:xfrm>
              <a:custGeom>
                <a:avLst/>
                <a:ahLst/>
                <a:rect l="0" t="0" r="r" b="b"/>
                <a:pathLst>
                  <a:path w="133" h="91">
                    <a:moveTo>
                      <a:pt x="133" y="52"/>
                    </a:moveTo>
                    <a:lnTo>
                      <a:pt x="124" y="26"/>
                    </a:lnTo>
                    <a:lnTo>
                      <a:pt x="115" y="0"/>
                    </a:lnTo>
                    <a:lnTo>
                      <a:pt x="0" y="40"/>
                    </a:lnTo>
                    <a:lnTo>
                      <a:pt x="9" y="66"/>
                    </a:lnTo>
                    <a:lnTo>
                      <a:pt x="18" y="91"/>
                    </a:lnTo>
                    <a:lnTo>
                      <a:pt x="133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74" name=""/>
              <p:cNvSpPr/>
              <p:nvPr/>
            </p:nvSpPr>
            <p:spPr>
              <a:xfrm rot="0">
                <a:off x="3084" y="1518"/>
                <a:ext cx="2" cy="7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10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75" name=""/>
              <p:cNvSpPr/>
              <p:nvPr/>
            </p:nvSpPr>
            <p:spPr>
              <a:xfrm rot="0" flipH="1">
                <a:off x="3084" y="151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76" name=""/>
              <p:cNvSpPr/>
              <p:nvPr/>
            </p:nvSpPr>
            <p:spPr>
              <a:xfrm rot="0">
                <a:off x="3055" y="1518"/>
                <a:ext cx="34" cy="24"/>
              </a:xfrm>
              <a:custGeom>
                <a:avLst/>
                <a:ahLst/>
                <a:rect l="0" t="0" r="r" b="b"/>
                <a:pathLst>
                  <a:path w="134" h="95">
                    <a:moveTo>
                      <a:pt x="134" y="51"/>
                    </a:moveTo>
                    <a:lnTo>
                      <a:pt x="124" y="26"/>
                    </a:lnTo>
                    <a:lnTo>
                      <a:pt x="114" y="0"/>
                    </a:lnTo>
                    <a:lnTo>
                      <a:pt x="0" y="44"/>
                    </a:lnTo>
                    <a:lnTo>
                      <a:pt x="10" y="70"/>
                    </a:lnTo>
                    <a:lnTo>
                      <a:pt x="20" y="95"/>
                    </a:lnTo>
                    <a:lnTo>
                      <a:pt x="134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77" name=""/>
              <p:cNvSpPr/>
              <p:nvPr/>
            </p:nvSpPr>
            <p:spPr>
              <a:xfrm rot="0">
                <a:off x="3055" y="1518"/>
                <a:ext cx="34" cy="24"/>
              </a:xfrm>
              <a:custGeom>
                <a:avLst/>
                <a:ahLst/>
                <a:rect l="0" t="0" r="r" b="b"/>
                <a:pathLst>
                  <a:path w="134" h="95">
                    <a:moveTo>
                      <a:pt x="134" y="51"/>
                    </a:moveTo>
                    <a:lnTo>
                      <a:pt x="124" y="26"/>
                    </a:lnTo>
                    <a:lnTo>
                      <a:pt x="114" y="0"/>
                    </a:lnTo>
                    <a:lnTo>
                      <a:pt x="0" y="44"/>
                    </a:lnTo>
                    <a:lnTo>
                      <a:pt x="10" y="70"/>
                    </a:lnTo>
                    <a:lnTo>
                      <a:pt x="20" y="95"/>
                    </a:lnTo>
                    <a:lnTo>
                      <a:pt x="134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78" name=""/>
              <p:cNvSpPr/>
              <p:nvPr/>
            </p:nvSpPr>
            <p:spPr>
              <a:xfrm rot="0">
                <a:off x="3055" y="1529"/>
                <a:ext cx="3" cy="7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11" y="26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1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79" name=""/>
              <p:cNvSpPr/>
              <p:nvPr/>
            </p:nvSpPr>
            <p:spPr>
              <a:xfrm rot="0" flipH="1">
                <a:off x="3055" y="15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80" name=""/>
              <p:cNvSpPr/>
              <p:nvPr/>
            </p:nvSpPr>
            <p:spPr>
              <a:xfrm rot="0">
                <a:off x="3027" y="1530"/>
                <a:ext cx="33" cy="24"/>
              </a:xfrm>
              <a:custGeom>
                <a:avLst/>
                <a:ahLst/>
                <a:rect l="0" t="0" r="r" b="b"/>
                <a:pathLst>
                  <a:path w="133" h="99">
                    <a:moveTo>
                      <a:pt x="133" y="49"/>
                    </a:moveTo>
                    <a:lnTo>
                      <a:pt x="122" y="25"/>
                    </a:lnTo>
                    <a:lnTo>
                      <a:pt x="111" y="0"/>
                    </a:lnTo>
                    <a:lnTo>
                      <a:pt x="0" y="49"/>
                    </a:lnTo>
                    <a:lnTo>
                      <a:pt x="10" y="74"/>
                    </a:lnTo>
                    <a:lnTo>
                      <a:pt x="21" y="99"/>
                    </a:lnTo>
                    <a:lnTo>
                      <a:pt x="133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81" name=""/>
              <p:cNvSpPr/>
              <p:nvPr/>
            </p:nvSpPr>
            <p:spPr>
              <a:xfrm rot="0">
                <a:off x="3027" y="1530"/>
                <a:ext cx="33" cy="24"/>
              </a:xfrm>
              <a:custGeom>
                <a:avLst/>
                <a:ahLst/>
                <a:rect l="0" t="0" r="r" b="b"/>
                <a:pathLst>
                  <a:path w="133" h="99">
                    <a:moveTo>
                      <a:pt x="133" y="49"/>
                    </a:moveTo>
                    <a:lnTo>
                      <a:pt x="122" y="25"/>
                    </a:lnTo>
                    <a:lnTo>
                      <a:pt x="111" y="0"/>
                    </a:lnTo>
                    <a:lnTo>
                      <a:pt x="0" y="49"/>
                    </a:lnTo>
                    <a:lnTo>
                      <a:pt x="10" y="74"/>
                    </a:lnTo>
                    <a:lnTo>
                      <a:pt x="21" y="99"/>
                    </a:lnTo>
                    <a:lnTo>
                      <a:pt x="133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82" name=""/>
              <p:cNvSpPr/>
              <p:nvPr/>
            </p:nvSpPr>
            <p:spPr>
              <a:xfrm rot="0">
                <a:off x="3027" y="1542"/>
                <a:ext cx="3" cy="6"/>
              </a:xfrm>
              <a:custGeom>
                <a:avLst/>
                <a:ahLst/>
                <a:rect l="0" t="0" r="r" b="b"/>
                <a:pathLst>
                  <a:path w="12" h="25">
                    <a:moveTo>
                      <a:pt x="12" y="25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2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83" name=""/>
              <p:cNvSpPr/>
              <p:nvPr/>
            </p:nvSpPr>
            <p:spPr>
              <a:xfrm rot="0" flipH="1">
                <a:off x="3027" y="154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84" name=""/>
              <p:cNvSpPr/>
              <p:nvPr/>
            </p:nvSpPr>
            <p:spPr>
              <a:xfrm rot="0">
                <a:off x="3000" y="1542"/>
                <a:ext cx="33" cy="26"/>
              </a:xfrm>
              <a:custGeom>
                <a:avLst/>
                <a:ahLst/>
                <a:rect l="0" t="0" r="r" b="b"/>
                <a:pathLst>
                  <a:path w="132" h="103">
                    <a:moveTo>
                      <a:pt x="132" y="50"/>
                    </a:moveTo>
                    <a:lnTo>
                      <a:pt x="120" y="25"/>
                    </a:lnTo>
                    <a:lnTo>
                      <a:pt x="108" y="0"/>
                    </a:lnTo>
                    <a:lnTo>
                      <a:pt x="0" y="54"/>
                    </a:lnTo>
                    <a:lnTo>
                      <a:pt x="12" y="79"/>
                    </a:lnTo>
                    <a:lnTo>
                      <a:pt x="24" y="103"/>
                    </a:lnTo>
                    <a:lnTo>
                      <a:pt x="132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85" name=""/>
              <p:cNvSpPr/>
              <p:nvPr/>
            </p:nvSpPr>
            <p:spPr>
              <a:xfrm rot="0">
                <a:off x="3000" y="1542"/>
                <a:ext cx="33" cy="26"/>
              </a:xfrm>
              <a:custGeom>
                <a:avLst/>
                <a:ahLst/>
                <a:rect l="0" t="0" r="r" b="b"/>
                <a:pathLst>
                  <a:path w="132" h="103">
                    <a:moveTo>
                      <a:pt x="132" y="50"/>
                    </a:moveTo>
                    <a:lnTo>
                      <a:pt x="120" y="25"/>
                    </a:lnTo>
                    <a:lnTo>
                      <a:pt x="108" y="0"/>
                    </a:lnTo>
                    <a:lnTo>
                      <a:pt x="0" y="54"/>
                    </a:lnTo>
                    <a:lnTo>
                      <a:pt x="12" y="79"/>
                    </a:lnTo>
                    <a:lnTo>
                      <a:pt x="24" y="103"/>
                    </a:lnTo>
                    <a:lnTo>
                      <a:pt x="132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86" name=""/>
              <p:cNvSpPr/>
              <p:nvPr/>
            </p:nvSpPr>
            <p:spPr>
              <a:xfrm rot="0">
                <a:off x="2999" y="1556"/>
                <a:ext cx="4" cy="6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13" y="2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3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87" name=""/>
              <p:cNvSpPr/>
              <p:nvPr/>
            </p:nvSpPr>
            <p:spPr>
              <a:xfrm rot="0" flipH="1">
                <a:off x="2999" y="15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88" name=""/>
              <p:cNvSpPr/>
              <p:nvPr/>
            </p:nvSpPr>
            <p:spPr>
              <a:xfrm rot="0">
                <a:off x="2973" y="1556"/>
                <a:ext cx="33" cy="26"/>
              </a:xfrm>
              <a:custGeom>
                <a:avLst/>
                <a:ahLst/>
                <a:rect l="0" t="0" r="r" b="b"/>
                <a:pathLst>
                  <a:path w="134" h="107">
                    <a:moveTo>
                      <a:pt x="134" y="47"/>
                    </a:moveTo>
                    <a:lnTo>
                      <a:pt x="121" y="24"/>
                    </a:lnTo>
                    <a:lnTo>
                      <a:pt x="108" y="0"/>
                    </a:lnTo>
                    <a:lnTo>
                      <a:pt x="0" y="59"/>
                    </a:lnTo>
                    <a:lnTo>
                      <a:pt x="13" y="83"/>
                    </a:lnTo>
                    <a:lnTo>
                      <a:pt x="26" y="107"/>
                    </a:lnTo>
                    <a:lnTo>
                      <a:pt x="134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89" name=""/>
              <p:cNvSpPr/>
              <p:nvPr/>
            </p:nvSpPr>
            <p:spPr>
              <a:xfrm rot="0">
                <a:off x="2973" y="1556"/>
                <a:ext cx="33" cy="26"/>
              </a:xfrm>
              <a:custGeom>
                <a:avLst/>
                <a:ahLst/>
                <a:rect l="0" t="0" r="r" b="b"/>
                <a:pathLst>
                  <a:path w="134" h="107">
                    <a:moveTo>
                      <a:pt x="134" y="47"/>
                    </a:moveTo>
                    <a:lnTo>
                      <a:pt x="121" y="24"/>
                    </a:lnTo>
                    <a:lnTo>
                      <a:pt x="108" y="0"/>
                    </a:lnTo>
                    <a:lnTo>
                      <a:pt x="0" y="59"/>
                    </a:lnTo>
                    <a:lnTo>
                      <a:pt x="13" y="83"/>
                    </a:lnTo>
                    <a:lnTo>
                      <a:pt x="26" y="107"/>
                    </a:lnTo>
                    <a:lnTo>
                      <a:pt x="134" y="4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90" name=""/>
              <p:cNvSpPr/>
              <p:nvPr/>
            </p:nvSpPr>
            <p:spPr>
              <a:xfrm rot="0">
                <a:off x="2972" y="1571"/>
                <a:ext cx="4" cy="5"/>
              </a:xfrm>
              <a:custGeom>
                <a:avLst/>
                <a:ahLst/>
                <a:rect l="0" t="0" r="r" b="b"/>
                <a:pathLst>
                  <a:path w="14" h="24">
                    <a:moveTo>
                      <a:pt x="14" y="2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4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91" name=""/>
              <p:cNvSpPr/>
              <p:nvPr/>
            </p:nvSpPr>
            <p:spPr>
              <a:xfrm rot="0" flipH="1">
                <a:off x="2972" y="157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92" name=""/>
              <p:cNvSpPr/>
              <p:nvPr/>
            </p:nvSpPr>
            <p:spPr>
              <a:xfrm rot="0">
                <a:off x="2946" y="1571"/>
                <a:ext cx="33" cy="27"/>
              </a:xfrm>
              <a:custGeom>
                <a:avLst/>
                <a:ahLst/>
                <a:rect l="0" t="0" r="r" b="b"/>
                <a:pathLst>
                  <a:path w="132" h="110">
                    <a:moveTo>
                      <a:pt x="132" y="48"/>
                    </a:moveTo>
                    <a:lnTo>
                      <a:pt x="118" y="24"/>
                    </a:lnTo>
                    <a:lnTo>
                      <a:pt x="104" y="0"/>
                    </a:lnTo>
                    <a:lnTo>
                      <a:pt x="0" y="63"/>
                    </a:lnTo>
                    <a:lnTo>
                      <a:pt x="14" y="86"/>
                    </a:lnTo>
                    <a:lnTo>
                      <a:pt x="28" y="110"/>
                    </a:lnTo>
                    <a:lnTo>
                      <a:pt x="132" y="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93" name=""/>
              <p:cNvSpPr/>
              <p:nvPr/>
            </p:nvSpPr>
            <p:spPr>
              <a:xfrm rot="0">
                <a:off x="2946" y="1571"/>
                <a:ext cx="33" cy="27"/>
              </a:xfrm>
              <a:custGeom>
                <a:avLst/>
                <a:ahLst/>
                <a:rect l="0" t="0" r="r" b="b"/>
                <a:pathLst>
                  <a:path w="132" h="110">
                    <a:moveTo>
                      <a:pt x="132" y="48"/>
                    </a:moveTo>
                    <a:lnTo>
                      <a:pt x="118" y="24"/>
                    </a:lnTo>
                    <a:lnTo>
                      <a:pt x="104" y="0"/>
                    </a:lnTo>
                    <a:lnTo>
                      <a:pt x="0" y="63"/>
                    </a:lnTo>
                    <a:lnTo>
                      <a:pt x="14" y="86"/>
                    </a:lnTo>
                    <a:lnTo>
                      <a:pt x="28" y="110"/>
                    </a:lnTo>
                    <a:lnTo>
                      <a:pt x="132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94" name=""/>
              <p:cNvSpPr/>
              <p:nvPr/>
            </p:nvSpPr>
            <p:spPr>
              <a:xfrm rot="0">
                <a:off x="2946" y="1586"/>
                <a:ext cx="4" cy="6"/>
              </a:xfrm>
              <a:custGeom>
                <a:avLst/>
                <a:ahLst/>
                <a:rect l="0" t="0" r="r" b="b"/>
                <a:pathLst>
                  <a:path w="15" h="23">
                    <a:moveTo>
                      <a:pt x="15" y="2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5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95" name=""/>
              <p:cNvSpPr/>
              <p:nvPr/>
            </p:nvSpPr>
            <p:spPr>
              <a:xfrm rot="0" flipH="1">
                <a:off x="2946" y="158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96" name=""/>
              <p:cNvSpPr/>
              <p:nvPr/>
            </p:nvSpPr>
            <p:spPr>
              <a:xfrm rot="0">
                <a:off x="2921" y="1586"/>
                <a:ext cx="33" cy="29"/>
              </a:xfrm>
              <a:custGeom>
                <a:avLst/>
                <a:ahLst/>
                <a:rect l="0" t="0" r="r" b="b"/>
                <a:pathLst>
                  <a:path w="131" h="112">
                    <a:moveTo>
                      <a:pt x="131" y="45"/>
                    </a:moveTo>
                    <a:lnTo>
                      <a:pt x="116" y="22"/>
                    </a:lnTo>
                    <a:lnTo>
                      <a:pt x="101" y="0"/>
                    </a:lnTo>
                    <a:lnTo>
                      <a:pt x="0" y="67"/>
                    </a:lnTo>
                    <a:lnTo>
                      <a:pt x="15" y="90"/>
                    </a:lnTo>
                    <a:lnTo>
                      <a:pt x="30" y="112"/>
                    </a:lnTo>
                    <a:lnTo>
                      <a:pt x="131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97" name=""/>
              <p:cNvSpPr/>
              <p:nvPr/>
            </p:nvSpPr>
            <p:spPr>
              <a:xfrm rot="0">
                <a:off x="2921" y="1586"/>
                <a:ext cx="33" cy="29"/>
              </a:xfrm>
              <a:custGeom>
                <a:avLst/>
                <a:ahLst/>
                <a:rect l="0" t="0" r="r" b="b"/>
                <a:pathLst>
                  <a:path w="131" h="112">
                    <a:moveTo>
                      <a:pt x="131" y="45"/>
                    </a:moveTo>
                    <a:lnTo>
                      <a:pt x="116" y="22"/>
                    </a:lnTo>
                    <a:lnTo>
                      <a:pt x="101" y="0"/>
                    </a:lnTo>
                    <a:lnTo>
                      <a:pt x="0" y="67"/>
                    </a:lnTo>
                    <a:lnTo>
                      <a:pt x="15" y="90"/>
                    </a:lnTo>
                    <a:lnTo>
                      <a:pt x="30" y="112"/>
                    </a:lnTo>
                    <a:lnTo>
                      <a:pt x="131" y="4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498" name=""/>
              <p:cNvSpPr/>
              <p:nvPr/>
            </p:nvSpPr>
            <p:spPr>
              <a:xfrm rot="0">
                <a:off x="2920" y="1603"/>
                <a:ext cx="4" cy="6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16" y="2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6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499" name=""/>
              <p:cNvSpPr/>
              <p:nvPr/>
            </p:nvSpPr>
            <p:spPr>
              <a:xfrm rot="0" flipH="1">
                <a:off x="2920" y="160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00" name=""/>
              <p:cNvSpPr/>
              <p:nvPr/>
            </p:nvSpPr>
            <p:spPr>
              <a:xfrm rot="0">
                <a:off x="2896" y="1604"/>
                <a:ext cx="33" cy="29"/>
              </a:xfrm>
              <a:custGeom>
                <a:avLst/>
                <a:ahLst/>
                <a:rect l="0" t="0" r="r" b="b"/>
                <a:pathLst>
                  <a:path w="130" h="116">
                    <a:moveTo>
                      <a:pt x="130" y="43"/>
                    </a:moveTo>
                    <a:lnTo>
                      <a:pt x="114" y="22"/>
                    </a:lnTo>
                    <a:lnTo>
                      <a:pt x="98" y="0"/>
                    </a:lnTo>
                    <a:lnTo>
                      <a:pt x="0" y="73"/>
                    </a:lnTo>
                    <a:lnTo>
                      <a:pt x="16" y="95"/>
                    </a:lnTo>
                    <a:lnTo>
                      <a:pt x="32" y="116"/>
                    </a:lnTo>
                    <a:lnTo>
                      <a:pt x="130" y="4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01" name=""/>
              <p:cNvSpPr/>
              <p:nvPr/>
            </p:nvSpPr>
            <p:spPr>
              <a:xfrm rot="0">
                <a:off x="2896" y="1604"/>
                <a:ext cx="33" cy="29"/>
              </a:xfrm>
              <a:custGeom>
                <a:avLst/>
                <a:ahLst/>
                <a:rect l="0" t="0" r="r" b="b"/>
                <a:pathLst>
                  <a:path w="130" h="116">
                    <a:moveTo>
                      <a:pt x="130" y="43"/>
                    </a:moveTo>
                    <a:lnTo>
                      <a:pt x="114" y="22"/>
                    </a:lnTo>
                    <a:lnTo>
                      <a:pt x="98" y="0"/>
                    </a:lnTo>
                    <a:lnTo>
                      <a:pt x="0" y="73"/>
                    </a:lnTo>
                    <a:lnTo>
                      <a:pt x="16" y="95"/>
                    </a:lnTo>
                    <a:lnTo>
                      <a:pt x="32" y="116"/>
                    </a:lnTo>
                    <a:lnTo>
                      <a:pt x="130" y="4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02" name=""/>
              <p:cNvSpPr/>
              <p:nvPr/>
            </p:nvSpPr>
            <p:spPr>
              <a:xfrm rot="0">
                <a:off x="2896" y="1622"/>
                <a:ext cx="4" cy="5"/>
              </a:xfrm>
              <a:custGeom>
                <a:avLst/>
                <a:ahLst/>
                <a:rect l="0" t="0" r="r" b="b"/>
                <a:pathLst>
                  <a:path w="17" h="22">
                    <a:moveTo>
                      <a:pt x="17" y="2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7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03" name=""/>
              <p:cNvSpPr/>
              <p:nvPr/>
            </p:nvSpPr>
            <p:spPr>
              <a:xfrm rot="0" flipH="1">
                <a:off x="2896" y="16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04" name=""/>
              <p:cNvSpPr/>
              <p:nvPr/>
            </p:nvSpPr>
            <p:spPr>
              <a:xfrm rot="0">
                <a:off x="2872" y="1622"/>
                <a:ext cx="32" cy="30"/>
              </a:xfrm>
              <a:custGeom>
                <a:avLst/>
                <a:ahLst/>
                <a:rect l="0" t="0" r="r" b="b"/>
                <a:pathLst>
                  <a:path w="130" h="120">
                    <a:moveTo>
                      <a:pt x="130" y="43"/>
                    </a:moveTo>
                    <a:lnTo>
                      <a:pt x="113" y="22"/>
                    </a:lnTo>
                    <a:lnTo>
                      <a:pt x="96" y="0"/>
                    </a:lnTo>
                    <a:lnTo>
                      <a:pt x="0" y="77"/>
                    </a:lnTo>
                    <a:lnTo>
                      <a:pt x="18" y="98"/>
                    </a:lnTo>
                    <a:lnTo>
                      <a:pt x="35" y="120"/>
                    </a:lnTo>
                    <a:lnTo>
                      <a:pt x="130" y="4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05" name=""/>
              <p:cNvSpPr/>
              <p:nvPr/>
            </p:nvSpPr>
            <p:spPr>
              <a:xfrm rot="0">
                <a:off x="2872" y="1622"/>
                <a:ext cx="32" cy="30"/>
              </a:xfrm>
              <a:custGeom>
                <a:avLst/>
                <a:ahLst/>
                <a:rect l="0" t="0" r="r" b="b"/>
                <a:pathLst>
                  <a:path w="130" h="120">
                    <a:moveTo>
                      <a:pt x="130" y="43"/>
                    </a:moveTo>
                    <a:lnTo>
                      <a:pt x="113" y="22"/>
                    </a:lnTo>
                    <a:lnTo>
                      <a:pt x="96" y="0"/>
                    </a:lnTo>
                    <a:lnTo>
                      <a:pt x="0" y="77"/>
                    </a:lnTo>
                    <a:lnTo>
                      <a:pt x="18" y="98"/>
                    </a:lnTo>
                    <a:lnTo>
                      <a:pt x="35" y="120"/>
                    </a:lnTo>
                    <a:lnTo>
                      <a:pt x="130" y="4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06" name=""/>
              <p:cNvSpPr/>
              <p:nvPr/>
            </p:nvSpPr>
            <p:spPr>
              <a:xfrm rot="0">
                <a:off x="2872" y="1641"/>
                <a:ext cx="4" cy="5"/>
              </a:xfrm>
              <a:custGeom>
                <a:avLst/>
                <a:ahLst/>
                <a:rect l="0" t="0" r="r" b="b"/>
                <a:pathLst>
                  <a:path w="19" h="21">
                    <a:moveTo>
                      <a:pt x="19" y="2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9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07" name=""/>
              <p:cNvSpPr/>
              <p:nvPr/>
            </p:nvSpPr>
            <p:spPr>
              <a:xfrm rot="0" flipH="1">
                <a:off x="2872" y="164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08" name=""/>
              <p:cNvSpPr/>
              <p:nvPr/>
            </p:nvSpPr>
            <p:spPr>
              <a:xfrm rot="0">
                <a:off x="2849" y="1641"/>
                <a:ext cx="32" cy="31"/>
              </a:xfrm>
              <a:custGeom>
                <a:avLst/>
                <a:ahLst/>
                <a:rect l="0" t="0" r="r" b="b"/>
                <a:pathLst>
                  <a:path w="128" h="121">
                    <a:moveTo>
                      <a:pt x="128" y="41"/>
                    </a:moveTo>
                    <a:lnTo>
                      <a:pt x="110" y="20"/>
                    </a:lnTo>
                    <a:lnTo>
                      <a:pt x="91" y="0"/>
                    </a:lnTo>
                    <a:lnTo>
                      <a:pt x="0" y="80"/>
                    </a:lnTo>
                    <a:lnTo>
                      <a:pt x="18" y="101"/>
                    </a:lnTo>
                    <a:lnTo>
                      <a:pt x="36" y="121"/>
                    </a:lnTo>
                    <a:lnTo>
                      <a:pt x="128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09" name=""/>
              <p:cNvSpPr/>
              <p:nvPr/>
            </p:nvSpPr>
            <p:spPr>
              <a:xfrm rot="0">
                <a:off x="2849" y="1641"/>
                <a:ext cx="32" cy="31"/>
              </a:xfrm>
              <a:custGeom>
                <a:avLst/>
                <a:ahLst/>
                <a:rect l="0" t="0" r="r" b="b"/>
                <a:pathLst>
                  <a:path w="128" h="121">
                    <a:moveTo>
                      <a:pt x="128" y="41"/>
                    </a:moveTo>
                    <a:lnTo>
                      <a:pt x="110" y="20"/>
                    </a:lnTo>
                    <a:lnTo>
                      <a:pt x="91" y="0"/>
                    </a:lnTo>
                    <a:lnTo>
                      <a:pt x="0" y="80"/>
                    </a:lnTo>
                    <a:lnTo>
                      <a:pt x="18" y="101"/>
                    </a:lnTo>
                    <a:lnTo>
                      <a:pt x="36" y="121"/>
                    </a:lnTo>
                    <a:lnTo>
                      <a:pt x="128" y="4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10" name=""/>
              <p:cNvSpPr/>
              <p:nvPr/>
            </p:nvSpPr>
            <p:spPr>
              <a:xfrm rot="0">
                <a:off x="2848" y="1661"/>
                <a:ext cx="5" cy="5"/>
              </a:xfrm>
              <a:custGeom>
                <a:avLst/>
                <a:ahLst/>
                <a:rect l="0" t="0" r="r" b="b"/>
                <a:pathLst>
                  <a:path w="19" h="21">
                    <a:moveTo>
                      <a:pt x="19" y="2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9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11" name=""/>
              <p:cNvSpPr/>
              <p:nvPr/>
            </p:nvSpPr>
            <p:spPr>
              <a:xfrm rot="0" flipH="1">
                <a:off x="2848" y="166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12" name=""/>
              <p:cNvSpPr/>
              <p:nvPr/>
            </p:nvSpPr>
            <p:spPr>
              <a:xfrm rot="0">
                <a:off x="2826" y="1662"/>
                <a:ext cx="32" cy="30"/>
              </a:xfrm>
              <a:custGeom>
                <a:avLst/>
                <a:ahLst/>
                <a:rect l="0" t="0" r="r" b="b"/>
                <a:pathLst>
                  <a:path w="127" h="122">
                    <a:moveTo>
                      <a:pt x="127" y="38"/>
                    </a:moveTo>
                    <a:lnTo>
                      <a:pt x="107" y="19"/>
                    </a:lnTo>
                    <a:lnTo>
                      <a:pt x="88" y="0"/>
                    </a:lnTo>
                    <a:lnTo>
                      <a:pt x="0" y="83"/>
                    </a:lnTo>
                    <a:lnTo>
                      <a:pt x="19" y="103"/>
                    </a:lnTo>
                    <a:lnTo>
                      <a:pt x="38" y="122"/>
                    </a:lnTo>
                    <a:lnTo>
                      <a:pt x="127" y="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13" name=""/>
              <p:cNvSpPr/>
              <p:nvPr/>
            </p:nvSpPr>
            <p:spPr>
              <a:xfrm rot="0">
                <a:off x="2826" y="1662"/>
                <a:ext cx="32" cy="30"/>
              </a:xfrm>
              <a:custGeom>
                <a:avLst/>
                <a:ahLst/>
                <a:rect l="0" t="0" r="r" b="b"/>
                <a:pathLst>
                  <a:path w="127" h="122">
                    <a:moveTo>
                      <a:pt x="127" y="38"/>
                    </a:moveTo>
                    <a:lnTo>
                      <a:pt x="107" y="19"/>
                    </a:lnTo>
                    <a:lnTo>
                      <a:pt x="88" y="0"/>
                    </a:lnTo>
                    <a:lnTo>
                      <a:pt x="0" y="83"/>
                    </a:lnTo>
                    <a:lnTo>
                      <a:pt x="19" y="103"/>
                    </a:lnTo>
                    <a:lnTo>
                      <a:pt x="38" y="122"/>
                    </a:lnTo>
                    <a:lnTo>
                      <a:pt x="127" y="3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14" name=""/>
              <p:cNvSpPr/>
              <p:nvPr/>
            </p:nvSpPr>
            <p:spPr>
              <a:xfrm rot="0">
                <a:off x="2826" y="1683"/>
                <a:ext cx="5" cy="4"/>
              </a:xfrm>
              <a:custGeom>
                <a:avLst/>
                <a:ahLst/>
                <a:rect l="0" t="0" r="r" b="b"/>
                <a:pathLst>
                  <a:path w="19" h="20">
                    <a:moveTo>
                      <a:pt x="19" y="2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9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15" name=""/>
              <p:cNvSpPr/>
              <p:nvPr/>
            </p:nvSpPr>
            <p:spPr>
              <a:xfrm rot="0">
                <a:off x="2826" y="168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16" name=""/>
              <p:cNvSpPr/>
              <p:nvPr/>
            </p:nvSpPr>
            <p:spPr>
              <a:xfrm rot="0">
                <a:off x="2805" y="1683"/>
                <a:ext cx="31" cy="31"/>
              </a:xfrm>
              <a:custGeom>
                <a:avLst/>
                <a:ahLst/>
                <a:rect l="0" t="0" r="r" b="b"/>
                <a:pathLst>
                  <a:path w="122" h="127">
                    <a:moveTo>
                      <a:pt x="122" y="39"/>
                    </a:moveTo>
                    <a:lnTo>
                      <a:pt x="103" y="20"/>
                    </a:lnTo>
                    <a:lnTo>
                      <a:pt x="84" y="0"/>
                    </a:lnTo>
                    <a:lnTo>
                      <a:pt x="0" y="88"/>
                    </a:lnTo>
                    <a:lnTo>
                      <a:pt x="19" y="108"/>
                    </a:lnTo>
                    <a:lnTo>
                      <a:pt x="39" y="127"/>
                    </a:lnTo>
                    <a:lnTo>
                      <a:pt x="122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17" name=""/>
              <p:cNvSpPr/>
              <p:nvPr/>
            </p:nvSpPr>
            <p:spPr>
              <a:xfrm rot="0">
                <a:off x="2805" y="1683"/>
                <a:ext cx="31" cy="31"/>
              </a:xfrm>
              <a:custGeom>
                <a:avLst/>
                <a:ahLst/>
                <a:rect l="0" t="0" r="r" b="b"/>
                <a:pathLst>
                  <a:path w="122" h="127">
                    <a:moveTo>
                      <a:pt x="122" y="39"/>
                    </a:moveTo>
                    <a:lnTo>
                      <a:pt x="103" y="20"/>
                    </a:lnTo>
                    <a:lnTo>
                      <a:pt x="84" y="0"/>
                    </a:lnTo>
                    <a:lnTo>
                      <a:pt x="0" y="88"/>
                    </a:lnTo>
                    <a:lnTo>
                      <a:pt x="19" y="108"/>
                    </a:lnTo>
                    <a:lnTo>
                      <a:pt x="39" y="127"/>
                    </a:lnTo>
                    <a:lnTo>
                      <a:pt x="122" y="3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18" name=""/>
              <p:cNvSpPr/>
              <p:nvPr/>
            </p:nvSpPr>
            <p:spPr>
              <a:xfrm rot="0">
                <a:off x="2805" y="1705"/>
                <a:ext cx="5" cy="4"/>
              </a:xfrm>
              <a:custGeom>
                <a:avLst/>
                <a:ahLst/>
                <a:rect l="0" t="0" r="r" b="b"/>
                <a:pathLst>
                  <a:path w="20" h="20">
                    <a:moveTo>
                      <a:pt x="20" y="2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19" name=""/>
              <p:cNvSpPr/>
              <p:nvPr/>
            </p:nvSpPr>
            <p:spPr>
              <a:xfrm rot="0" flipH="1">
                <a:off x="2805" y="170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20" name=""/>
              <p:cNvSpPr/>
              <p:nvPr/>
            </p:nvSpPr>
            <p:spPr>
              <a:xfrm rot="0">
                <a:off x="2785" y="1705"/>
                <a:ext cx="30" cy="32"/>
              </a:xfrm>
              <a:custGeom>
                <a:avLst/>
                <a:ahLst/>
                <a:rect l="0" t="0" r="r" b="b"/>
                <a:pathLst>
                  <a:path w="122" h="127">
                    <a:moveTo>
                      <a:pt x="122" y="36"/>
                    </a:moveTo>
                    <a:lnTo>
                      <a:pt x="101" y="18"/>
                    </a:lnTo>
                    <a:lnTo>
                      <a:pt x="81" y="0"/>
                    </a:lnTo>
                    <a:lnTo>
                      <a:pt x="0" y="91"/>
                    </a:lnTo>
                    <a:lnTo>
                      <a:pt x="21" y="109"/>
                    </a:lnTo>
                    <a:lnTo>
                      <a:pt x="41" y="127"/>
                    </a:lnTo>
                    <a:lnTo>
                      <a:pt x="122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21" name=""/>
              <p:cNvSpPr/>
              <p:nvPr/>
            </p:nvSpPr>
            <p:spPr>
              <a:xfrm rot="0">
                <a:off x="2785" y="1705"/>
                <a:ext cx="30" cy="32"/>
              </a:xfrm>
              <a:custGeom>
                <a:avLst/>
                <a:ahLst/>
                <a:rect l="0" t="0" r="r" b="b"/>
                <a:pathLst>
                  <a:path w="122" h="127">
                    <a:moveTo>
                      <a:pt x="122" y="36"/>
                    </a:moveTo>
                    <a:lnTo>
                      <a:pt x="101" y="18"/>
                    </a:lnTo>
                    <a:lnTo>
                      <a:pt x="81" y="0"/>
                    </a:lnTo>
                    <a:lnTo>
                      <a:pt x="0" y="91"/>
                    </a:lnTo>
                    <a:lnTo>
                      <a:pt x="21" y="109"/>
                    </a:lnTo>
                    <a:lnTo>
                      <a:pt x="41" y="127"/>
                    </a:lnTo>
                    <a:lnTo>
                      <a:pt x="122" y="3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22" name=""/>
              <p:cNvSpPr/>
              <p:nvPr/>
            </p:nvSpPr>
            <p:spPr>
              <a:xfrm rot="0">
                <a:off x="2785" y="1728"/>
                <a:ext cx="5" cy="4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18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2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23" name=""/>
              <p:cNvSpPr/>
              <p:nvPr/>
            </p:nvSpPr>
            <p:spPr>
              <a:xfrm rot="0" flipH="1">
                <a:off x="2785" y="172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24" name=""/>
              <p:cNvSpPr/>
              <p:nvPr/>
            </p:nvSpPr>
            <p:spPr>
              <a:xfrm rot="0">
                <a:off x="2766" y="1728"/>
                <a:ext cx="30" cy="32"/>
              </a:xfrm>
              <a:custGeom>
                <a:avLst/>
                <a:ahLst/>
                <a:rect l="0" t="0" r="r" b="b"/>
                <a:pathLst>
                  <a:path w="119" h="130">
                    <a:moveTo>
                      <a:pt x="119" y="34"/>
                    </a:moveTo>
                    <a:lnTo>
                      <a:pt x="98" y="17"/>
                    </a:lnTo>
                    <a:lnTo>
                      <a:pt x="76" y="0"/>
                    </a:lnTo>
                    <a:lnTo>
                      <a:pt x="0" y="96"/>
                    </a:lnTo>
                    <a:lnTo>
                      <a:pt x="21" y="113"/>
                    </a:lnTo>
                    <a:lnTo>
                      <a:pt x="43" y="130"/>
                    </a:lnTo>
                    <a:lnTo>
                      <a:pt x="119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25" name=""/>
              <p:cNvSpPr/>
              <p:nvPr/>
            </p:nvSpPr>
            <p:spPr>
              <a:xfrm rot="0">
                <a:off x="2766" y="1728"/>
                <a:ext cx="30" cy="32"/>
              </a:xfrm>
              <a:custGeom>
                <a:avLst/>
                <a:ahLst/>
                <a:rect l="0" t="0" r="r" b="b"/>
                <a:pathLst>
                  <a:path w="119" h="130">
                    <a:moveTo>
                      <a:pt x="119" y="34"/>
                    </a:moveTo>
                    <a:lnTo>
                      <a:pt x="98" y="17"/>
                    </a:lnTo>
                    <a:lnTo>
                      <a:pt x="76" y="0"/>
                    </a:lnTo>
                    <a:lnTo>
                      <a:pt x="0" y="96"/>
                    </a:lnTo>
                    <a:lnTo>
                      <a:pt x="21" y="113"/>
                    </a:lnTo>
                    <a:lnTo>
                      <a:pt x="43" y="130"/>
                    </a:lnTo>
                    <a:lnTo>
                      <a:pt x="119" y="3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26" name=""/>
              <p:cNvSpPr/>
              <p:nvPr/>
            </p:nvSpPr>
            <p:spPr>
              <a:xfrm rot="0">
                <a:off x="2765" y="1752"/>
                <a:ext cx="6" cy="4"/>
              </a:xfrm>
              <a:custGeom>
                <a:avLst/>
                <a:ahLst/>
                <a:rect l="0" t="0" r="r" b="b"/>
                <a:pathLst>
                  <a:path w="22" h="17">
                    <a:moveTo>
                      <a:pt x="22" y="1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2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27" name=""/>
              <p:cNvSpPr/>
              <p:nvPr/>
            </p:nvSpPr>
            <p:spPr>
              <a:xfrm rot="0" flipH="1">
                <a:off x="2765" y="17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28" name=""/>
              <p:cNvSpPr/>
              <p:nvPr/>
            </p:nvSpPr>
            <p:spPr>
              <a:xfrm rot="0">
                <a:off x="2747" y="1752"/>
                <a:ext cx="30" cy="33"/>
              </a:xfrm>
              <a:custGeom>
                <a:avLst/>
                <a:ahLst/>
                <a:rect l="0" t="0" r="r" b="b"/>
                <a:pathLst>
                  <a:path w="117" h="131">
                    <a:moveTo>
                      <a:pt x="117" y="32"/>
                    </a:moveTo>
                    <a:lnTo>
                      <a:pt x="94" y="16"/>
                    </a:lnTo>
                    <a:lnTo>
                      <a:pt x="72" y="0"/>
                    </a:lnTo>
                    <a:lnTo>
                      <a:pt x="0" y="99"/>
                    </a:lnTo>
                    <a:lnTo>
                      <a:pt x="22" y="115"/>
                    </a:lnTo>
                    <a:lnTo>
                      <a:pt x="45" y="131"/>
                    </a:lnTo>
                    <a:lnTo>
                      <a:pt x="117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29" name=""/>
              <p:cNvSpPr/>
              <p:nvPr/>
            </p:nvSpPr>
            <p:spPr>
              <a:xfrm rot="0">
                <a:off x="2747" y="1752"/>
                <a:ext cx="30" cy="33"/>
              </a:xfrm>
              <a:custGeom>
                <a:avLst/>
                <a:ahLst/>
                <a:rect l="0" t="0" r="r" b="b"/>
                <a:pathLst>
                  <a:path w="117" h="131">
                    <a:moveTo>
                      <a:pt x="117" y="32"/>
                    </a:moveTo>
                    <a:lnTo>
                      <a:pt x="94" y="16"/>
                    </a:lnTo>
                    <a:lnTo>
                      <a:pt x="72" y="0"/>
                    </a:lnTo>
                    <a:lnTo>
                      <a:pt x="0" y="99"/>
                    </a:lnTo>
                    <a:lnTo>
                      <a:pt x="22" y="115"/>
                    </a:lnTo>
                    <a:lnTo>
                      <a:pt x="45" y="131"/>
                    </a:lnTo>
                    <a:lnTo>
                      <a:pt x="117" y="3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30" name=""/>
              <p:cNvSpPr/>
              <p:nvPr/>
            </p:nvSpPr>
            <p:spPr>
              <a:xfrm rot="0">
                <a:off x="2747" y="1777"/>
                <a:ext cx="6" cy="4"/>
              </a:xfrm>
              <a:custGeom>
                <a:avLst/>
                <a:ahLst/>
                <a:rect l="0" t="0" r="r" b="b"/>
                <a:pathLst>
                  <a:path w="22" h="16">
                    <a:moveTo>
                      <a:pt x="22" y="1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2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31" name=""/>
              <p:cNvSpPr/>
              <p:nvPr/>
            </p:nvSpPr>
            <p:spPr>
              <a:xfrm rot="0">
                <a:off x="2747" y="17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32" name=""/>
              <p:cNvSpPr/>
              <p:nvPr/>
            </p:nvSpPr>
            <p:spPr>
              <a:xfrm rot="0">
                <a:off x="2731" y="1777"/>
                <a:ext cx="28" cy="33"/>
              </a:xfrm>
              <a:custGeom>
                <a:avLst/>
                <a:ahLst/>
                <a:rect l="0" t="0" r="r" b="b"/>
                <a:pathLst>
                  <a:path w="113" h="131">
                    <a:moveTo>
                      <a:pt x="113" y="30"/>
                    </a:moveTo>
                    <a:lnTo>
                      <a:pt x="90" y="15"/>
                    </a:lnTo>
                    <a:lnTo>
                      <a:pt x="68" y="0"/>
                    </a:lnTo>
                    <a:lnTo>
                      <a:pt x="0" y="101"/>
                    </a:lnTo>
                    <a:lnTo>
                      <a:pt x="23" y="116"/>
                    </a:lnTo>
                    <a:lnTo>
                      <a:pt x="45" y="131"/>
                    </a:lnTo>
                    <a:lnTo>
                      <a:pt x="113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33" name=""/>
              <p:cNvSpPr/>
              <p:nvPr/>
            </p:nvSpPr>
            <p:spPr>
              <a:xfrm rot="0">
                <a:off x="2731" y="1777"/>
                <a:ext cx="28" cy="33"/>
              </a:xfrm>
              <a:custGeom>
                <a:avLst/>
                <a:ahLst/>
                <a:rect l="0" t="0" r="r" b="b"/>
                <a:pathLst>
                  <a:path w="113" h="131">
                    <a:moveTo>
                      <a:pt x="113" y="30"/>
                    </a:moveTo>
                    <a:lnTo>
                      <a:pt x="90" y="15"/>
                    </a:lnTo>
                    <a:lnTo>
                      <a:pt x="68" y="0"/>
                    </a:lnTo>
                    <a:lnTo>
                      <a:pt x="0" y="101"/>
                    </a:lnTo>
                    <a:lnTo>
                      <a:pt x="23" y="116"/>
                    </a:lnTo>
                    <a:lnTo>
                      <a:pt x="45" y="131"/>
                    </a:lnTo>
                    <a:lnTo>
                      <a:pt x="113" y="3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34" name=""/>
              <p:cNvSpPr/>
              <p:nvPr/>
            </p:nvSpPr>
            <p:spPr>
              <a:xfrm rot="0">
                <a:off x="2730" y="1802"/>
                <a:ext cx="6" cy="4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24" y="1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4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35" name=""/>
              <p:cNvSpPr/>
              <p:nvPr/>
            </p:nvSpPr>
            <p:spPr>
              <a:xfrm rot="0" flipH="1">
                <a:off x="2730" y="18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36" name=""/>
              <p:cNvSpPr/>
              <p:nvPr/>
            </p:nvSpPr>
            <p:spPr>
              <a:xfrm rot="0">
                <a:off x="2714" y="1803"/>
                <a:ext cx="28" cy="33"/>
              </a:xfrm>
              <a:custGeom>
                <a:avLst/>
                <a:ahLst/>
                <a:rect l="0" t="0" r="r" b="b"/>
                <a:pathLst>
                  <a:path w="110" h="132">
                    <a:moveTo>
                      <a:pt x="110" y="28"/>
                    </a:moveTo>
                    <a:lnTo>
                      <a:pt x="87" y="14"/>
                    </a:lnTo>
                    <a:lnTo>
                      <a:pt x="63" y="0"/>
                    </a:lnTo>
                    <a:lnTo>
                      <a:pt x="0" y="104"/>
                    </a:lnTo>
                    <a:lnTo>
                      <a:pt x="23" y="118"/>
                    </a:lnTo>
                    <a:lnTo>
                      <a:pt x="47" y="132"/>
                    </a:lnTo>
                    <a:lnTo>
                      <a:pt x="11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37" name=""/>
              <p:cNvSpPr/>
              <p:nvPr/>
            </p:nvSpPr>
            <p:spPr>
              <a:xfrm rot="0">
                <a:off x="2714" y="1803"/>
                <a:ext cx="28" cy="33"/>
              </a:xfrm>
              <a:custGeom>
                <a:avLst/>
                <a:ahLst/>
                <a:rect l="0" t="0" r="r" b="b"/>
                <a:pathLst>
                  <a:path w="110" h="132">
                    <a:moveTo>
                      <a:pt x="110" y="28"/>
                    </a:moveTo>
                    <a:lnTo>
                      <a:pt x="87" y="14"/>
                    </a:lnTo>
                    <a:lnTo>
                      <a:pt x="63" y="0"/>
                    </a:lnTo>
                    <a:lnTo>
                      <a:pt x="0" y="104"/>
                    </a:lnTo>
                    <a:lnTo>
                      <a:pt x="23" y="118"/>
                    </a:lnTo>
                    <a:lnTo>
                      <a:pt x="47" y="132"/>
                    </a:lnTo>
                    <a:lnTo>
                      <a:pt x="110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38" name=""/>
              <p:cNvSpPr/>
              <p:nvPr/>
            </p:nvSpPr>
            <p:spPr>
              <a:xfrm rot="0">
                <a:off x="2714" y="1829"/>
                <a:ext cx="6" cy="3"/>
              </a:xfrm>
              <a:custGeom>
                <a:avLst/>
                <a:ahLst/>
                <a:rect l="0" t="0" r="r" b="b"/>
                <a:pathLst>
                  <a:path w="23" h="14">
                    <a:moveTo>
                      <a:pt x="23" y="1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3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39" name=""/>
              <p:cNvSpPr/>
              <p:nvPr/>
            </p:nvSpPr>
            <p:spPr>
              <a:xfrm rot="0">
                <a:off x="2714" y="18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40" name=""/>
              <p:cNvSpPr/>
              <p:nvPr/>
            </p:nvSpPr>
            <p:spPr>
              <a:xfrm rot="0">
                <a:off x="2700" y="1829"/>
                <a:ext cx="26" cy="33"/>
              </a:xfrm>
              <a:custGeom>
                <a:avLst/>
                <a:ahLst/>
                <a:rect l="0" t="0" r="r" b="b"/>
                <a:pathLst>
                  <a:path w="107" h="132">
                    <a:moveTo>
                      <a:pt x="107" y="26"/>
                    </a:moveTo>
                    <a:lnTo>
                      <a:pt x="83" y="13"/>
                    </a:lnTo>
                    <a:lnTo>
                      <a:pt x="60" y="0"/>
                    </a:lnTo>
                    <a:lnTo>
                      <a:pt x="0" y="106"/>
                    </a:lnTo>
                    <a:lnTo>
                      <a:pt x="24" y="119"/>
                    </a:lnTo>
                    <a:lnTo>
                      <a:pt x="48" y="132"/>
                    </a:lnTo>
                    <a:lnTo>
                      <a:pt x="107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41" name=""/>
              <p:cNvSpPr/>
              <p:nvPr/>
            </p:nvSpPr>
            <p:spPr>
              <a:xfrm rot="0">
                <a:off x="2700" y="1829"/>
                <a:ext cx="26" cy="33"/>
              </a:xfrm>
              <a:custGeom>
                <a:avLst/>
                <a:ahLst/>
                <a:rect l="0" t="0" r="r" b="b"/>
                <a:pathLst>
                  <a:path w="107" h="132">
                    <a:moveTo>
                      <a:pt x="107" y="26"/>
                    </a:moveTo>
                    <a:lnTo>
                      <a:pt x="83" y="13"/>
                    </a:lnTo>
                    <a:lnTo>
                      <a:pt x="60" y="0"/>
                    </a:lnTo>
                    <a:lnTo>
                      <a:pt x="0" y="106"/>
                    </a:lnTo>
                    <a:lnTo>
                      <a:pt x="24" y="119"/>
                    </a:lnTo>
                    <a:lnTo>
                      <a:pt x="48" y="132"/>
                    </a:lnTo>
                    <a:lnTo>
                      <a:pt x="107" y="2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42" name=""/>
              <p:cNvSpPr/>
              <p:nvPr/>
            </p:nvSpPr>
            <p:spPr>
              <a:xfrm rot="0">
                <a:off x="2699" y="1856"/>
                <a:ext cx="7" cy="3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25" y="1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5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43" name=""/>
              <p:cNvSpPr/>
              <p:nvPr/>
            </p:nvSpPr>
            <p:spPr>
              <a:xfrm rot="0" flipH="1">
                <a:off x="2699" y="18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44" name=""/>
              <p:cNvSpPr/>
              <p:nvPr/>
            </p:nvSpPr>
            <p:spPr>
              <a:xfrm rot="0">
                <a:off x="2686" y="1856"/>
                <a:ext cx="26" cy="33"/>
              </a:xfrm>
              <a:custGeom>
                <a:avLst/>
                <a:ahLst/>
                <a:rect l="0" t="0" r="r" b="b"/>
                <a:pathLst>
                  <a:path w="103" h="134">
                    <a:moveTo>
                      <a:pt x="103" y="24"/>
                    </a:moveTo>
                    <a:lnTo>
                      <a:pt x="78" y="12"/>
                    </a:lnTo>
                    <a:lnTo>
                      <a:pt x="53" y="0"/>
                    </a:lnTo>
                    <a:lnTo>
                      <a:pt x="0" y="110"/>
                    </a:lnTo>
                    <a:lnTo>
                      <a:pt x="24" y="122"/>
                    </a:lnTo>
                    <a:lnTo>
                      <a:pt x="49" y="134"/>
                    </a:lnTo>
                    <a:lnTo>
                      <a:pt x="103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45" name=""/>
              <p:cNvSpPr/>
              <p:nvPr/>
            </p:nvSpPr>
            <p:spPr>
              <a:xfrm rot="0">
                <a:off x="2686" y="1856"/>
                <a:ext cx="26" cy="33"/>
              </a:xfrm>
              <a:custGeom>
                <a:avLst/>
                <a:ahLst/>
                <a:rect l="0" t="0" r="r" b="b"/>
                <a:pathLst>
                  <a:path w="103" h="134">
                    <a:moveTo>
                      <a:pt x="103" y="24"/>
                    </a:moveTo>
                    <a:lnTo>
                      <a:pt x="78" y="12"/>
                    </a:lnTo>
                    <a:lnTo>
                      <a:pt x="53" y="0"/>
                    </a:lnTo>
                    <a:lnTo>
                      <a:pt x="0" y="110"/>
                    </a:lnTo>
                    <a:lnTo>
                      <a:pt x="24" y="122"/>
                    </a:lnTo>
                    <a:lnTo>
                      <a:pt x="49" y="134"/>
                    </a:lnTo>
                    <a:lnTo>
                      <a:pt x="103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46" name=""/>
              <p:cNvSpPr/>
              <p:nvPr/>
            </p:nvSpPr>
            <p:spPr>
              <a:xfrm rot="0">
                <a:off x="2686" y="1883"/>
                <a:ext cx="6" cy="3"/>
              </a:xfrm>
              <a:custGeom>
                <a:avLst/>
                <a:ahLst/>
                <a:rect l="0" t="0" r="r" b="b"/>
                <a:pathLst>
                  <a:path w="24" h="12">
                    <a:moveTo>
                      <a:pt x="24" y="1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4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47" name=""/>
              <p:cNvSpPr/>
              <p:nvPr/>
            </p:nvSpPr>
            <p:spPr>
              <a:xfrm rot="0">
                <a:off x="2686" y="188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48" name=""/>
              <p:cNvSpPr/>
              <p:nvPr/>
            </p:nvSpPr>
            <p:spPr>
              <a:xfrm rot="0">
                <a:off x="2674" y="1884"/>
                <a:ext cx="24" cy="33"/>
              </a:xfrm>
              <a:custGeom>
                <a:avLst/>
                <a:ahLst/>
                <a:rect l="0" t="0" r="r" b="b"/>
                <a:pathLst>
                  <a:path w="99" h="133">
                    <a:moveTo>
                      <a:pt x="99" y="22"/>
                    </a:moveTo>
                    <a:lnTo>
                      <a:pt x="74" y="11"/>
                    </a:lnTo>
                    <a:lnTo>
                      <a:pt x="50" y="0"/>
                    </a:lnTo>
                    <a:lnTo>
                      <a:pt x="0" y="112"/>
                    </a:lnTo>
                    <a:lnTo>
                      <a:pt x="25" y="123"/>
                    </a:lnTo>
                    <a:lnTo>
                      <a:pt x="50" y="133"/>
                    </a:lnTo>
                    <a:lnTo>
                      <a:pt x="99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49" name=""/>
              <p:cNvSpPr/>
              <p:nvPr/>
            </p:nvSpPr>
            <p:spPr>
              <a:xfrm rot="0">
                <a:off x="2674" y="1884"/>
                <a:ext cx="24" cy="33"/>
              </a:xfrm>
              <a:custGeom>
                <a:avLst/>
                <a:ahLst/>
                <a:rect l="0" t="0" r="r" b="b"/>
                <a:pathLst>
                  <a:path w="99" h="133">
                    <a:moveTo>
                      <a:pt x="99" y="22"/>
                    </a:moveTo>
                    <a:lnTo>
                      <a:pt x="74" y="11"/>
                    </a:lnTo>
                    <a:lnTo>
                      <a:pt x="50" y="0"/>
                    </a:lnTo>
                    <a:lnTo>
                      <a:pt x="0" y="112"/>
                    </a:lnTo>
                    <a:lnTo>
                      <a:pt x="25" y="123"/>
                    </a:lnTo>
                    <a:lnTo>
                      <a:pt x="50" y="133"/>
                    </a:lnTo>
                    <a:lnTo>
                      <a:pt x="99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50" name=""/>
              <p:cNvSpPr/>
              <p:nvPr/>
            </p:nvSpPr>
            <p:spPr>
              <a:xfrm rot="0">
                <a:off x="2673" y="1911"/>
                <a:ext cx="7" cy="3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26" y="1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6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51" name=""/>
              <p:cNvSpPr/>
              <p:nvPr/>
            </p:nvSpPr>
            <p:spPr>
              <a:xfrm rot="0" flipH="1">
                <a:off x="2673" y="19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52" name=""/>
              <p:cNvSpPr/>
              <p:nvPr/>
            </p:nvSpPr>
            <p:spPr>
              <a:xfrm rot="0">
                <a:off x="2662" y="1912"/>
                <a:ext cx="24" cy="33"/>
              </a:xfrm>
              <a:custGeom>
                <a:avLst/>
                <a:ahLst/>
                <a:rect l="0" t="0" r="r" b="b"/>
                <a:pathLst>
                  <a:path w="96" h="133">
                    <a:moveTo>
                      <a:pt x="96" y="19"/>
                    </a:moveTo>
                    <a:lnTo>
                      <a:pt x="70" y="10"/>
                    </a:lnTo>
                    <a:lnTo>
                      <a:pt x="44" y="0"/>
                    </a:lnTo>
                    <a:lnTo>
                      <a:pt x="0" y="114"/>
                    </a:lnTo>
                    <a:lnTo>
                      <a:pt x="26" y="124"/>
                    </a:lnTo>
                    <a:lnTo>
                      <a:pt x="52" y="133"/>
                    </a:lnTo>
                    <a:lnTo>
                      <a:pt x="96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53" name=""/>
              <p:cNvSpPr/>
              <p:nvPr/>
            </p:nvSpPr>
            <p:spPr>
              <a:xfrm rot="0">
                <a:off x="2662" y="1912"/>
                <a:ext cx="24" cy="33"/>
              </a:xfrm>
              <a:custGeom>
                <a:avLst/>
                <a:ahLst/>
                <a:rect l="0" t="0" r="r" b="b"/>
                <a:pathLst>
                  <a:path w="96" h="133">
                    <a:moveTo>
                      <a:pt x="96" y="19"/>
                    </a:moveTo>
                    <a:lnTo>
                      <a:pt x="70" y="10"/>
                    </a:lnTo>
                    <a:lnTo>
                      <a:pt x="44" y="0"/>
                    </a:lnTo>
                    <a:lnTo>
                      <a:pt x="0" y="114"/>
                    </a:lnTo>
                    <a:lnTo>
                      <a:pt x="26" y="124"/>
                    </a:lnTo>
                    <a:lnTo>
                      <a:pt x="52" y="133"/>
                    </a:lnTo>
                    <a:lnTo>
                      <a:pt x="96" y="1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54" name=""/>
              <p:cNvSpPr/>
              <p:nvPr/>
            </p:nvSpPr>
            <p:spPr>
              <a:xfrm rot="0">
                <a:off x="2662" y="1940"/>
                <a:ext cx="7" cy="3"/>
              </a:xfrm>
              <a:custGeom>
                <a:avLst/>
                <a:ahLst/>
                <a:rect l="0" t="0" r="r" b="b"/>
                <a:pathLst>
                  <a:path w="26" h="10">
                    <a:moveTo>
                      <a:pt x="26" y="1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6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55" name=""/>
              <p:cNvSpPr/>
              <p:nvPr/>
            </p:nvSpPr>
            <p:spPr>
              <a:xfrm rot="0">
                <a:off x="2662" y="19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56" name=""/>
              <p:cNvSpPr/>
              <p:nvPr/>
            </p:nvSpPr>
            <p:spPr>
              <a:xfrm rot="0">
                <a:off x="2653" y="1940"/>
                <a:ext cx="22" cy="34"/>
              </a:xfrm>
              <a:custGeom>
                <a:avLst/>
                <a:ahLst/>
                <a:rect l="0" t="0" r="r" b="b"/>
                <a:pathLst>
                  <a:path w="91" h="133">
                    <a:moveTo>
                      <a:pt x="91" y="17"/>
                    </a:moveTo>
                    <a:lnTo>
                      <a:pt x="65" y="9"/>
                    </a:lnTo>
                    <a:lnTo>
                      <a:pt x="39" y="0"/>
                    </a:lnTo>
                    <a:lnTo>
                      <a:pt x="0" y="116"/>
                    </a:lnTo>
                    <a:lnTo>
                      <a:pt x="26" y="125"/>
                    </a:lnTo>
                    <a:lnTo>
                      <a:pt x="52" y="133"/>
                    </a:lnTo>
                    <a:lnTo>
                      <a:pt x="91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57" name=""/>
              <p:cNvSpPr/>
              <p:nvPr/>
            </p:nvSpPr>
            <p:spPr>
              <a:xfrm rot="0">
                <a:off x="2653" y="1940"/>
                <a:ext cx="22" cy="34"/>
              </a:xfrm>
              <a:custGeom>
                <a:avLst/>
                <a:ahLst/>
                <a:rect l="0" t="0" r="r" b="b"/>
                <a:pathLst>
                  <a:path w="91" h="133">
                    <a:moveTo>
                      <a:pt x="91" y="17"/>
                    </a:moveTo>
                    <a:lnTo>
                      <a:pt x="65" y="9"/>
                    </a:lnTo>
                    <a:lnTo>
                      <a:pt x="39" y="0"/>
                    </a:lnTo>
                    <a:lnTo>
                      <a:pt x="0" y="116"/>
                    </a:lnTo>
                    <a:lnTo>
                      <a:pt x="26" y="125"/>
                    </a:lnTo>
                    <a:lnTo>
                      <a:pt x="52" y="133"/>
                    </a:lnTo>
                    <a:lnTo>
                      <a:pt x="91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58" name=""/>
              <p:cNvSpPr/>
              <p:nvPr/>
            </p:nvSpPr>
            <p:spPr>
              <a:xfrm rot="0">
                <a:off x="2653" y="1970"/>
                <a:ext cx="6" cy="2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26" y="9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6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59" name=""/>
              <p:cNvSpPr/>
              <p:nvPr/>
            </p:nvSpPr>
            <p:spPr>
              <a:xfrm rot="0">
                <a:off x="2653" y="19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60" name=""/>
              <p:cNvSpPr/>
              <p:nvPr/>
            </p:nvSpPr>
            <p:spPr>
              <a:xfrm rot="0">
                <a:off x="2644" y="1970"/>
                <a:ext cx="22" cy="33"/>
              </a:xfrm>
              <a:custGeom>
                <a:avLst/>
                <a:ahLst/>
                <a:rect l="0" t="0" r="r" b="b"/>
                <a:pathLst>
                  <a:path w="86" h="132">
                    <a:moveTo>
                      <a:pt x="86" y="15"/>
                    </a:moveTo>
                    <a:lnTo>
                      <a:pt x="60" y="8"/>
                    </a:lnTo>
                    <a:lnTo>
                      <a:pt x="34" y="0"/>
                    </a:lnTo>
                    <a:lnTo>
                      <a:pt x="0" y="117"/>
                    </a:lnTo>
                    <a:lnTo>
                      <a:pt x="26" y="125"/>
                    </a:lnTo>
                    <a:lnTo>
                      <a:pt x="52" y="132"/>
                    </a:lnTo>
                    <a:lnTo>
                      <a:pt x="86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61" name=""/>
              <p:cNvSpPr/>
              <p:nvPr/>
            </p:nvSpPr>
            <p:spPr>
              <a:xfrm rot="0">
                <a:off x="2644" y="1970"/>
                <a:ext cx="22" cy="33"/>
              </a:xfrm>
              <a:custGeom>
                <a:avLst/>
                <a:ahLst/>
                <a:rect l="0" t="0" r="r" b="b"/>
                <a:pathLst>
                  <a:path w="86" h="132">
                    <a:moveTo>
                      <a:pt x="86" y="15"/>
                    </a:moveTo>
                    <a:lnTo>
                      <a:pt x="60" y="8"/>
                    </a:lnTo>
                    <a:lnTo>
                      <a:pt x="34" y="0"/>
                    </a:lnTo>
                    <a:lnTo>
                      <a:pt x="0" y="117"/>
                    </a:lnTo>
                    <a:lnTo>
                      <a:pt x="26" y="125"/>
                    </a:lnTo>
                    <a:lnTo>
                      <a:pt x="52" y="132"/>
                    </a:lnTo>
                    <a:lnTo>
                      <a:pt x="86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62" name=""/>
              <p:cNvSpPr/>
              <p:nvPr/>
            </p:nvSpPr>
            <p:spPr>
              <a:xfrm rot="0">
                <a:off x="2644" y="1999"/>
                <a:ext cx="6" cy="2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7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63" name=""/>
              <p:cNvSpPr/>
              <p:nvPr/>
            </p:nvSpPr>
            <p:spPr>
              <a:xfrm rot="0" flipH="1">
                <a:off x="2644" y="19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64" name=""/>
              <p:cNvSpPr/>
              <p:nvPr/>
            </p:nvSpPr>
            <p:spPr>
              <a:xfrm rot="0">
                <a:off x="2636" y="1999"/>
                <a:ext cx="21" cy="33"/>
              </a:xfrm>
              <a:custGeom>
                <a:avLst/>
                <a:ahLst/>
                <a:rect l="0" t="0" r="r" b="b"/>
                <a:pathLst>
                  <a:path w="83" h="131">
                    <a:moveTo>
                      <a:pt x="83" y="13"/>
                    </a:moveTo>
                    <a:lnTo>
                      <a:pt x="56" y="7"/>
                    </a:lnTo>
                    <a:lnTo>
                      <a:pt x="29" y="0"/>
                    </a:lnTo>
                    <a:lnTo>
                      <a:pt x="0" y="119"/>
                    </a:lnTo>
                    <a:lnTo>
                      <a:pt x="27" y="125"/>
                    </a:lnTo>
                    <a:lnTo>
                      <a:pt x="54" y="131"/>
                    </a:lnTo>
                    <a:lnTo>
                      <a:pt x="83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65" name=""/>
              <p:cNvSpPr/>
              <p:nvPr/>
            </p:nvSpPr>
            <p:spPr>
              <a:xfrm rot="0">
                <a:off x="2636" y="1999"/>
                <a:ext cx="21" cy="33"/>
              </a:xfrm>
              <a:custGeom>
                <a:avLst/>
                <a:ahLst/>
                <a:rect l="0" t="0" r="r" b="b"/>
                <a:pathLst>
                  <a:path w="83" h="131">
                    <a:moveTo>
                      <a:pt x="83" y="13"/>
                    </a:moveTo>
                    <a:lnTo>
                      <a:pt x="56" y="7"/>
                    </a:lnTo>
                    <a:lnTo>
                      <a:pt x="29" y="0"/>
                    </a:lnTo>
                    <a:lnTo>
                      <a:pt x="0" y="119"/>
                    </a:lnTo>
                    <a:lnTo>
                      <a:pt x="27" y="125"/>
                    </a:lnTo>
                    <a:lnTo>
                      <a:pt x="54" y="131"/>
                    </a:lnTo>
                    <a:lnTo>
                      <a:pt x="83" y="1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66" name=""/>
              <p:cNvSpPr/>
              <p:nvPr/>
            </p:nvSpPr>
            <p:spPr>
              <a:xfrm rot="0">
                <a:off x="2636" y="2029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27" y="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67" name=""/>
              <p:cNvSpPr/>
              <p:nvPr/>
            </p:nvSpPr>
            <p:spPr>
              <a:xfrm rot="0">
                <a:off x="2636" y="20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68" name=""/>
              <p:cNvSpPr/>
              <p:nvPr/>
            </p:nvSpPr>
            <p:spPr>
              <a:xfrm rot="0">
                <a:off x="2631" y="2029"/>
                <a:ext cx="19" cy="33"/>
              </a:xfrm>
              <a:custGeom>
                <a:avLst/>
                <a:ahLst/>
                <a:rect l="0" t="0" r="r" b="b"/>
                <a:pathLst>
                  <a:path w="78" h="130">
                    <a:moveTo>
                      <a:pt x="78" y="10"/>
                    </a:moveTo>
                    <a:lnTo>
                      <a:pt x="51" y="5"/>
                    </a:lnTo>
                    <a:lnTo>
                      <a:pt x="24" y="0"/>
                    </a:lnTo>
                    <a:lnTo>
                      <a:pt x="0" y="119"/>
                    </a:lnTo>
                    <a:lnTo>
                      <a:pt x="27" y="124"/>
                    </a:lnTo>
                    <a:lnTo>
                      <a:pt x="54" y="130"/>
                    </a:lnTo>
                    <a:lnTo>
                      <a:pt x="78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69" name=""/>
              <p:cNvSpPr/>
              <p:nvPr/>
            </p:nvSpPr>
            <p:spPr>
              <a:xfrm rot="0">
                <a:off x="2631" y="2029"/>
                <a:ext cx="19" cy="33"/>
              </a:xfrm>
              <a:custGeom>
                <a:avLst/>
                <a:ahLst/>
                <a:rect l="0" t="0" r="r" b="b"/>
                <a:pathLst>
                  <a:path w="78" h="130">
                    <a:moveTo>
                      <a:pt x="78" y="10"/>
                    </a:moveTo>
                    <a:lnTo>
                      <a:pt x="51" y="5"/>
                    </a:lnTo>
                    <a:lnTo>
                      <a:pt x="24" y="0"/>
                    </a:lnTo>
                    <a:lnTo>
                      <a:pt x="0" y="119"/>
                    </a:lnTo>
                    <a:lnTo>
                      <a:pt x="27" y="124"/>
                    </a:lnTo>
                    <a:lnTo>
                      <a:pt x="54" y="130"/>
                    </a:lnTo>
                    <a:lnTo>
                      <a:pt x="78" y="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70" name=""/>
              <p:cNvSpPr/>
              <p:nvPr/>
            </p:nvSpPr>
            <p:spPr>
              <a:xfrm rot="0">
                <a:off x="2631" y="2059"/>
                <a:ext cx="6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27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71" name=""/>
              <p:cNvSpPr/>
              <p:nvPr/>
            </p:nvSpPr>
            <p:spPr>
              <a:xfrm rot="0">
                <a:off x="2631" y="20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72" name=""/>
              <p:cNvSpPr/>
              <p:nvPr/>
            </p:nvSpPr>
            <p:spPr>
              <a:xfrm rot="0">
                <a:off x="2626" y="2059"/>
                <a:ext cx="18" cy="32"/>
              </a:xfrm>
              <a:custGeom>
                <a:avLst/>
                <a:ahLst/>
                <a:rect l="0" t="0" r="r" b="b"/>
                <a:pathLst>
                  <a:path w="72" h="129">
                    <a:moveTo>
                      <a:pt x="72" y="9"/>
                    </a:moveTo>
                    <a:lnTo>
                      <a:pt x="45" y="4"/>
                    </a:lnTo>
                    <a:lnTo>
                      <a:pt x="18" y="0"/>
                    </a:lnTo>
                    <a:lnTo>
                      <a:pt x="0" y="120"/>
                    </a:lnTo>
                    <a:lnTo>
                      <a:pt x="27" y="125"/>
                    </a:lnTo>
                    <a:lnTo>
                      <a:pt x="54" y="129"/>
                    </a:lnTo>
                    <a:lnTo>
                      <a:pt x="72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73" name=""/>
              <p:cNvSpPr/>
              <p:nvPr/>
            </p:nvSpPr>
            <p:spPr>
              <a:xfrm rot="0">
                <a:off x="2626" y="2059"/>
                <a:ext cx="18" cy="32"/>
              </a:xfrm>
              <a:custGeom>
                <a:avLst/>
                <a:ahLst/>
                <a:rect l="0" t="0" r="r" b="b"/>
                <a:pathLst>
                  <a:path w="72" h="129">
                    <a:moveTo>
                      <a:pt x="72" y="9"/>
                    </a:moveTo>
                    <a:lnTo>
                      <a:pt x="45" y="4"/>
                    </a:lnTo>
                    <a:lnTo>
                      <a:pt x="18" y="0"/>
                    </a:lnTo>
                    <a:lnTo>
                      <a:pt x="0" y="120"/>
                    </a:lnTo>
                    <a:lnTo>
                      <a:pt x="27" y="125"/>
                    </a:lnTo>
                    <a:lnTo>
                      <a:pt x="54" y="129"/>
                    </a:lnTo>
                    <a:lnTo>
                      <a:pt x="72" y="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74" name=""/>
              <p:cNvSpPr/>
              <p:nvPr/>
            </p:nvSpPr>
            <p:spPr>
              <a:xfrm rot="0">
                <a:off x="2626" y="2089"/>
                <a:ext cx="7" cy="1"/>
              </a:xfrm>
              <a:custGeom>
                <a:avLst/>
                <a:ahLst/>
                <a:rect l="0" t="0" r="r" b="b"/>
                <a:pathLst>
                  <a:path w="27" h="5">
                    <a:moveTo>
                      <a:pt x="27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75" name=""/>
              <p:cNvSpPr/>
              <p:nvPr/>
            </p:nvSpPr>
            <p:spPr>
              <a:xfrm rot="0">
                <a:off x="2626" y="20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76" name=""/>
              <p:cNvSpPr/>
              <p:nvPr/>
            </p:nvSpPr>
            <p:spPr>
              <a:xfrm rot="0">
                <a:off x="2623" y="2090"/>
                <a:ext cx="16" cy="32"/>
              </a:xfrm>
              <a:custGeom>
                <a:avLst/>
                <a:ahLst/>
                <a:rect l="0" t="0" r="r" b="b"/>
                <a:pathLst>
                  <a:path w="68" h="128">
                    <a:moveTo>
                      <a:pt x="68" y="7"/>
                    </a:moveTo>
                    <a:lnTo>
                      <a:pt x="41" y="4"/>
                    </a:lnTo>
                    <a:lnTo>
                      <a:pt x="14" y="0"/>
                    </a:lnTo>
                    <a:lnTo>
                      <a:pt x="0" y="122"/>
                    </a:lnTo>
                    <a:lnTo>
                      <a:pt x="27" y="125"/>
                    </a:lnTo>
                    <a:lnTo>
                      <a:pt x="54" y="128"/>
                    </a:lnTo>
                    <a:lnTo>
                      <a:pt x="68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77" name=""/>
              <p:cNvSpPr/>
              <p:nvPr/>
            </p:nvSpPr>
            <p:spPr>
              <a:xfrm rot="0">
                <a:off x="2623" y="2090"/>
                <a:ext cx="16" cy="32"/>
              </a:xfrm>
              <a:custGeom>
                <a:avLst/>
                <a:ahLst/>
                <a:rect l="0" t="0" r="r" b="b"/>
                <a:pathLst>
                  <a:path w="68" h="128">
                    <a:moveTo>
                      <a:pt x="68" y="7"/>
                    </a:moveTo>
                    <a:lnTo>
                      <a:pt x="41" y="4"/>
                    </a:lnTo>
                    <a:lnTo>
                      <a:pt x="14" y="0"/>
                    </a:lnTo>
                    <a:lnTo>
                      <a:pt x="0" y="122"/>
                    </a:lnTo>
                    <a:lnTo>
                      <a:pt x="27" y="125"/>
                    </a:lnTo>
                    <a:lnTo>
                      <a:pt x="54" y="128"/>
                    </a:lnTo>
                    <a:lnTo>
                      <a:pt x="68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78" name=""/>
              <p:cNvSpPr/>
              <p:nvPr/>
            </p:nvSpPr>
            <p:spPr>
              <a:xfrm rot="0">
                <a:off x="2623" y="2120"/>
                <a:ext cx="6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79" name=""/>
              <p:cNvSpPr/>
              <p:nvPr/>
            </p:nvSpPr>
            <p:spPr>
              <a:xfrm rot="0">
                <a:off x="2623" y="212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80" name=""/>
              <p:cNvSpPr/>
              <p:nvPr/>
            </p:nvSpPr>
            <p:spPr>
              <a:xfrm rot="0">
                <a:off x="2621" y="2120"/>
                <a:ext cx="15" cy="32"/>
              </a:xfrm>
              <a:custGeom>
                <a:avLst/>
                <a:ahLst/>
                <a:rect l="0" t="0" r="r" b="b"/>
                <a:pathLst>
                  <a:path w="61" h="127">
                    <a:moveTo>
                      <a:pt x="61" y="4"/>
                    </a:moveTo>
                    <a:lnTo>
                      <a:pt x="34" y="2"/>
                    </a:lnTo>
                    <a:lnTo>
                      <a:pt x="7" y="0"/>
                    </a:lnTo>
                    <a:lnTo>
                      <a:pt x="0" y="122"/>
                    </a:lnTo>
                    <a:lnTo>
                      <a:pt x="26" y="125"/>
                    </a:lnTo>
                    <a:lnTo>
                      <a:pt x="53" y="127"/>
                    </a:lnTo>
                    <a:lnTo>
                      <a:pt x="61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81" name=""/>
              <p:cNvSpPr/>
              <p:nvPr/>
            </p:nvSpPr>
            <p:spPr>
              <a:xfrm rot="0">
                <a:off x="2621" y="2120"/>
                <a:ext cx="15" cy="32"/>
              </a:xfrm>
              <a:custGeom>
                <a:avLst/>
                <a:ahLst/>
                <a:rect l="0" t="0" r="r" b="b"/>
                <a:pathLst>
                  <a:path w="61" h="127">
                    <a:moveTo>
                      <a:pt x="61" y="4"/>
                    </a:moveTo>
                    <a:lnTo>
                      <a:pt x="34" y="2"/>
                    </a:lnTo>
                    <a:lnTo>
                      <a:pt x="7" y="0"/>
                    </a:lnTo>
                    <a:lnTo>
                      <a:pt x="0" y="122"/>
                    </a:lnTo>
                    <a:lnTo>
                      <a:pt x="26" y="125"/>
                    </a:lnTo>
                    <a:lnTo>
                      <a:pt x="53" y="127"/>
                    </a:lnTo>
                    <a:lnTo>
                      <a:pt x="61" y="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82" name=""/>
              <p:cNvSpPr/>
              <p:nvPr/>
            </p:nvSpPr>
            <p:spPr>
              <a:xfrm rot="0">
                <a:off x="2621" y="2151"/>
                <a:ext cx="6" cy="1"/>
              </a:xfrm>
              <a:custGeom>
                <a:avLst/>
                <a:ahLst/>
                <a:rect l="0" t="0" r="r" b="b"/>
                <a:pathLst>
                  <a:path w="26" h="3">
                    <a:moveTo>
                      <a:pt x="26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83" name=""/>
              <p:cNvSpPr/>
              <p:nvPr/>
            </p:nvSpPr>
            <p:spPr>
              <a:xfrm rot="0">
                <a:off x="2621" y="215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84" name=""/>
              <p:cNvSpPr/>
              <p:nvPr/>
            </p:nvSpPr>
            <p:spPr>
              <a:xfrm rot="0">
                <a:off x="2620" y="2151"/>
                <a:ext cx="14" cy="31"/>
              </a:xfrm>
              <a:custGeom>
                <a:avLst/>
                <a:ahLst/>
                <a:rect l="0" t="0" r="r" b="b"/>
                <a:pathLst>
                  <a:path w="56" h="121">
                    <a:moveTo>
                      <a:pt x="56" y="0"/>
                    </a:moveTo>
                    <a:lnTo>
                      <a:pt x="29" y="0"/>
                    </a:lnTo>
                    <a:lnTo>
                      <a:pt x="3" y="0"/>
                    </a:lnTo>
                    <a:lnTo>
                      <a:pt x="0" y="121"/>
                    </a:lnTo>
                    <a:lnTo>
                      <a:pt x="27" y="121"/>
                    </a:lnTo>
                    <a:lnTo>
                      <a:pt x="54" y="121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85" name=""/>
              <p:cNvSpPr/>
              <p:nvPr/>
            </p:nvSpPr>
            <p:spPr>
              <a:xfrm rot="0">
                <a:off x="2620" y="2151"/>
                <a:ext cx="14" cy="31"/>
              </a:xfrm>
              <a:custGeom>
                <a:avLst/>
                <a:ahLst/>
                <a:rect l="0" t="0" r="r" b="b"/>
                <a:pathLst>
                  <a:path w="56" h="121">
                    <a:moveTo>
                      <a:pt x="56" y="0"/>
                    </a:moveTo>
                    <a:lnTo>
                      <a:pt x="29" y="0"/>
                    </a:lnTo>
                    <a:lnTo>
                      <a:pt x="3" y="0"/>
                    </a:lnTo>
                    <a:lnTo>
                      <a:pt x="0" y="121"/>
                    </a:lnTo>
                    <a:lnTo>
                      <a:pt x="27" y="121"/>
                    </a:lnTo>
                    <a:lnTo>
                      <a:pt x="54" y="121"/>
                    </a:lnTo>
                    <a:lnTo>
                      <a:pt x="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86" name=""/>
              <p:cNvSpPr/>
              <p:nvPr/>
            </p:nvSpPr>
            <p:spPr>
              <a:xfrm rot="0">
                <a:off x="2620" y="2182"/>
                <a:ext cx="14" cy="6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27" y="0"/>
                    </a:moveTo>
                    <a:lnTo>
                      <a:pt x="54" y="0"/>
                    </a:lnTo>
                    <a:lnTo>
                      <a:pt x="53" y="9"/>
                    </a:lnTo>
                    <a:lnTo>
                      <a:pt x="49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2"/>
                    </a:lnTo>
                    <a:lnTo>
                      <a:pt x="5" y="16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87" name=""/>
              <p:cNvSpPr/>
              <p:nvPr/>
            </p:nvSpPr>
            <p:spPr>
              <a:xfrm rot="0">
                <a:off x="2620" y="2182"/>
                <a:ext cx="14" cy="6"/>
              </a:xfrm>
              <a:custGeom>
                <a:avLst/>
                <a:ahLst/>
                <a:rect l="0" t="0" r="r" b="b"/>
                <a:pathLst>
                  <a:path w="54" h="27">
                    <a:moveTo>
                      <a:pt x="54" y="0"/>
                    </a:moveTo>
                    <a:lnTo>
                      <a:pt x="53" y="9"/>
                    </a:lnTo>
                    <a:lnTo>
                      <a:pt x="49" y="16"/>
                    </a:lnTo>
                    <a:lnTo>
                      <a:pt x="43" y="23"/>
                    </a:lnTo>
                    <a:lnTo>
                      <a:pt x="35" y="26"/>
                    </a:lnTo>
                    <a:lnTo>
                      <a:pt x="27" y="27"/>
                    </a:lnTo>
                    <a:lnTo>
                      <a:pt x="19" y="26"/>
                    </a:lnTo>
                    <a:lnTo>
                      <a:pt x="11" y="22"/>
                    </a:lnTo>
                    <a:lnTo>
                      <a:pt x="5" y="16"/>
                    </a:lnTo>
                    <a:lnTo>
                      <a:pt x="1" y="8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88" name=""/>
              <p:cNvSpPr/>
              <p:nvPr/>
            </p:nvSpPr>
            <p:spPr>
              <a:xfrm rot="0">
                <a:off x="3812" y="2175"/>
                <a:ext cx="7" cy="13"/>
              </a:xfrm>
              <a:custGeom>
                <a:avLst/>
                <a:ahLst/>
                <a:rect l="0" t="0" r="r" b="b"/>
                <a:pathLst>
                  <a:path w="26" h="55">
                    <a:moveTo>
                      <a:pt x="26" y="28"/>
                    </a:moveTo>
                    <a:lnTo>
                      <a:pt x="26" y="55"/>
                    </a:lnTo>
                    <a:lnTo>
                      <a:pt x="18" y="54"/>
                    </a:lnTo>
                    <a:lnTo>
                      <a:pt x="10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  <a:lnTo>
                      <a:pt x="2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89" name=""/>
              <p:cNvSpPr/>
              <p:nvPr/>
            </p:nvSpPr>
            <p:spPr>
              <a:xfrm rot="0">
                <a:off x="3812" y="2175"/>
                <a:ext cx="7" cy="13"/>
              </a:xfrm>
              <a:custGeom>
                <a:avLst/>
                <a:ahLst/>
                <a:rect l="0" t="0" r="r" b="b"/>
                <a:pathLst>
                  <a:path w="26" h="55">
                    <a:moveTo>
                      <a:pt x="26" y="55"/>
                    </a:moveTo>
                    <a:lnTo>
                      <a:pt x="18" y="54"/>
                    </a:lnTo>
                    <a:lnTo>
                      <a:pt x="10" y="51"/>
                    </a:lnTo>
                    <a:lnTo>
                      <a:pt x="4" y="44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19"/>
                    </a:lnTo>
                    <a:lnTo>
                      <a:pt x="4" y="12"/>
                    </a:lnTo>
                    <a:lnTo>
                      <a:pt x="10" y="5"/>
                    </a:lnTo>
                    <a:lnTo>
                      <a:pt x="18" y="2"/>
                    </a:lnTo>
                    <a:lnTo>
                      <a:pt x="2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90" name=""/>
              <p:cNvSpPr/>
              <p:nvPr/>
            </p:nvSpPr>
            <p:spPr>
              <a:xfrm rot="0">
                <a:off x="3819" y="2175"/>
                <a:ext cx="205" cy="13"/>
              </a:xfrm>
              <a:custGeom>
                <a:avLst/>
                <a:ahLst/>
                <a:rect l="0" t="0" r="r" b="b"/>
                <a:pathLst>
                  <a:path w="820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820" y="55"/>
                    </a:lnTo>
                    <a:lnTo>
                      <a:pt x="820" y="28"/>
                    </a:lnTo>
                    <a:lnTo>
                      <a:pt x="82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91" name=""/>
              <p:cNvSpPr/>
              <p:nvPr/>
            </p:nvSpPr>
            <p:spPr>
              <a:xfrm rot="0">
                <a:off x="3819" y="2175"/>
                <a:ext cx="205" cy="13"/>
              </a:xfrm>
              <a:custGeom>
                <a:avLst/>
                <a:ahLst/>
                <a:rect l="0" t="0" r="r" b="b"/>
                <a:pathLst>
                  <a:path w="820" h="55">
                    <a:moveTo>
                      <a:pt x="0" y="0"/>
                    </a:moveTo>
                    <a:lnTo>
                      <a:pt x="0" y="28"/>
                    </a:lnTo>
                    <a:lnTo>
                      <a:pt x="0" y="55"/>
                    </a:lnTo>
                    <a:lnTo>
                      <a:pt x="820" y="55"/>
                    </a:lnTo>
                    <a:lnTo>
                      <a:pt x="820" y="28"/>
                    </a:lnTo>
                    <a:lnTo>
                      <a:pt x="820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92" name=""/>
              <p:cNvSpPr/>
              <p:nvPr/>
            </p:nvSpPr>
            <p:spPr>
              <a:xfrm rot="0">
                <a:off x="4024" y="2175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7" y="51"/>
                    </a:lnTo>
                    <a:lnTo>
                      <a:pt x="9" y="54"/>
                    </a:lnTo>
                    <a:lnTo>
                      <a:pt x="0" y="55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93" name=""/>
              <p:cNvSpPr/>
              <p:nvPr/>
            </p:nvSpPr>
            <p:spPr>
              <a:xfrm rot="0">
                <a:off x="4024" y="2175"/>
                <a:ext cx="7" cy="13"/>
              </a:xfrm>
              <a:custGeom>
                <a:avLst/>
                <a:ahLst/>
                <a:rect l="0" t="0" r="r" b="b"/>
                <a:pathLst>
                  <a:path w="28" h="55">
                    <a:moveTo>
                      <a:pt x="0" y="0"/>
                    </a:move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6" y="19"/>
                    </a:lnTo>
                    <a:lnTo>
                      <a:pt x="28" y="28"/>
                    </a:lnTo>
                    <a:lnTo>
                      <a:pt x="26" y="37"/>
                    </a:lnTo>
                    <a:lnTo>
                      <a:pt x="23" y="44"/>
                    </a:lnTo>
                    <a:lnTo>
                      <a:pt x="17" y="51"/>
                    </a:lnTo>
                    <a:lnTo>
                      <a:pt x="9" y="54"/>
                    </a:lnTo>
                    <a:lnTo>
                      <a:pt x="0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94" name=""/>
              <p:cNvSpPr/>
              <p:nvPr/>
            </p:nvSpPr>
            <p:spPr>
              <a:xfrm rot="0">
                <a:off x="3812" y="2181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26" y="1"/>
                    </a:moveTo>
                    <a:lnTo>
                      <a:pt x="53" y="0"/>
                    </a:lnTo>
                    <a:lnTo>
                      <a:pt x="52" y="9"/>
                    </a:lnTo>
                    <a:lnTo>
                      <a:pt x="49" y="16"/>
                    </a:lnTo>
                    <a:lnTo>
                      <a:pt x="44" y="23"/>
                    </a:lnTo>
                    <a:lnTo>
                      <a:pt x="36" y="27"/>
                    </a:lnTo>
                    <a:lnTo>
                      <a:pt x="28" y="28"/>
                    </a:lnTo>
                    <a:lnTo>
                      <a:pt x="19" y="27"/>
                    </a:lnTo>
                    <a:lnTo>
                      <a:pt x="11" y="24"/>
                    </a:lnTo>
                    <a:lnTo>
                      <a:pt x="5" y="18"/>
                    </a:lnTo>
                    <a:lnTo>
                      <a:pt x="1" y="11"/>
                    </a:lnTo>
                    <a:lnTo>
                      <a:pt x="0" y="2"/>
                    </a:lnTo>
                    <a:lnTo>
                      <a:pt x="26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95" name=""/>
              <p:cNvSpPr/>
              <p:nvPr/>
            </p:nvSpPr>
            <p:spPr>
              <a:xfrm rot="0">
                <a:off x="3812" y="2181"/>
                <a:ext cx="13" cy="7"/>
              </a:xfrm>
              <a:custGeom>
                <a:avLst/>
                <a:ahLst/>
                <a:rect l="0" t="0" r="r" b="b"/>
                <a:pathLst>
                  <a:path w="53" h="28">
                    <a:moveTo>
                      <a:pt x="53" y="0"/>
                    </a:moveTo>
                    <a:lnTo>
                      <a:pt x="52" y="9"/>
                    </a:lnTo>
                    <a:lnTo>
                      <a:pt x="49" y="16"/>
                    </a:lnTo>
                    <a:lnTo>
                      <a:pt x="44" y="23"/>
                    </a:lnTo>
                    <a:lnTo>
                      <a:pt x="36" y="27"/>
                    </a:lnTo>
                    <a:lnTo>
                      <a:pt x="28" y="28"/>
                    </a:lnTo>
                    <a:lnTo>
                      <a:pt x="19" y="27"/>
                    </a:lnTo>
                    <a:lnTo>
                      <a:pt x="11" y="24"/>
                    </a:lnTo>
                    <a:lnTo>
                      <a:pt x="5" y="18"/>
                    </a:lnTo>
                    <a:lnTo>
                      <a:pt x="1" y="11"/>
                    </a:lnTo>
                    <a:lnTo>
                      <a:pt x="0" y="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96" name=""/>
              <p:cNvSpPr/>
              <p:nvPr/>
            </p:nvSpPr>
            <p:spPr>
              <a:xfrm rot="0">
                <a:off x="3811" y="2156"/>
                <a:ext cx="14" cy="26"/>
              </a:xfrm>
              <a:custGeom>
                <a:avLst/>
                <a:ahLst/>
                <a:rect l="0" t="0" r="r" b="b"/>
                <a:pathLst>
                  <a:path w="57" h="105">
                    <a:moveTo>
                      <a:pt x="4" y="105"/>
                    </a:moveTo>
                    <a:lnTo>
                      <a:pt x="30" y="104"/>
                    </a:lnTo>
                    <a:lnTo>
                      <a:pt x="57" y="103"/>
                    </a:lnTo>
                    <a:lnTo>
                      <a:pt x="54" y="0"/>
                    </a:lnTo>
                    <a:lnTo>
                      <a:pt x="27" y="1"/>
                    </a:lnTo>
                    <a:lnTo>
                      <a:pt x="0" y="2"/>
                    </a:lnTo>
                    <a:lnTo>
                      <a:pt x="4" y="10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97" name=""/>
              <p:cNvSpPr/>
              <p:nvPr/>
            </p:nvSpPr>
            <p:spPr>
              <a:xfrm rot="0">
                <a:off x="3811" y="2156"/>
                <a:ext cx="14" cy="26"/>
              </a:xfrm>
              <a:custGeom>
                <a:avLst/>
                <a:ahLst/>
                <a:rect l="0" t="0" r="r" b="b"/>
                <a:pathLst>
                  <a:path w="57" h="105">
                    <a:moveTo>
                      <a:pt x="4" y="105"/>
                    </a:moveTo>
                    <a:lnTo>
                      <a:pt x="30" y="104"/>
                    </a:lnTo>
                    <a:lnTo>
                      <a:pt x="57" y="103"/>
                    </a:lnTo>
                    <a:lnTo>
                      <a:pt x="54" y="0"/>
                    </a:lnTo>
                    <a:lnTo>
                      <a:pt x="27" y="1"/>
                    </a:lnTo>
                    <a:lnTo>
                      <a:pt x="0" y="2"/>
                    </a:lnTo>
                    <a:lnTo>
                      <a:pt x="4" y="10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598" name=""/>
              <p:cNvSpPr/>
              <p:nvPr/>
            </p:nvSpPr>
            <p:spPr>
              <a:xfrm rot="0">
                <a:off x="3818" y="2155"/>
                <a:ext cx="7" cy="1"/>
              </a:xfrm>
              <a:custGeom>
                <a:avLst/>
                <a:ahLst/>
                <a:rect l="0" t="0" r="r" b="b"/>
                <a:pathLst>
                  <a:path w="27" h="2">
                    <a:moveTo>
                      <a:pt x="0" y="2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599" name=""/>
              <p:cNvSpPr/>
              <p:nvPr/>
            </p:nvSpPr>
            <p:spPr>
              <a:xfrm rot="0" flipV="1">
                <a:off x="3825" y="21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00" name=""/>
              <p:cNvSpPr/>
              <p:nvPr/>
            </p:nvSpPr>
            <p:spPr>
              <a:xfrm rot="0">
                <a:off x="3809" y="2130"/>
                <a:ext cx="16" cy="26"/>
              </a:xfrm>
              <a:custGeom>
                <a:avLst/>
                <a:ahLst/>
                <a:rect l="0" t="0" r="r" b="b"/>
                <a:pathLst>
                  <a:path w="61" h="107">
                    <a:moveTo>
                      <a:pt x="7" y="107"/>
                    </a:moveTo>
                    <a:lnTo>
                      <a:pt x="34" y="105"/>
                    </a:lnTo>
                    <a:lnTo>
                      <a:pt x="61" y="103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4"/>
                    </a:lnTo>
                    <a:lnTo>
                      <a:pt x="7" y="10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01" name=""/>
              <p:cNvSpPr/>
              <p:nvPr/>
            </p:nvSpPr>
            <p:spPr>
              <a:xfrm rot="0">
                <a:off x="3809" y="2130"/>
                <a:ext cx="16" cy="26"/>
              </a:xfrm>
              <a:custGeom>
                <a:avLst/>
                <a:ahLst/>
                <a:rect l="0" t="0" r="r" b="b"/>
                <a:pathLst>
                  <a:path w="61" h="107">
                    <a:moveTo>
                      <a:pt x="7" y="107"/>
                    </a:moveTo>
                    <a:lnTo>
                      <a:pt x="34" y="105"/>
                    </a:lnTo>
                    <a:lnTo>
                      <a:pt x="61" y="103"/>
                    </a:lnTo>
                    <a:lnTo>
                      <a:pt x="54" y="0"/>
                    </a:lnTo>
                    <a:lnTo>
                      <a:pt x="27" y="2"/>
                    </a:lnTo>
                    <a:lnTo>
                      <a:pt x="0" y="4"/>
                    </a:lnTo>
                    <a:lnTo>
                      <a:pt x="7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02" name=""/>
              <p:cNvSpPr/>
              <p:nvPr/>
            </p:nvSpPr>
            <p:spPr>
              <a:xfrm rot="0">
                <a:off x="3816" y="2129"/>
                <a:ext cx="7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0" y="4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03" name=""/>
              <p:cNvSpPr/>
              <p:nvPr/>
            </p:nvSpPr>
            <p:spPr>
              <a:xfrm rot="0" flipV="1">
                <a:off x="3823" y="21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04" name=""/>
              <p:cNvSpPr/>
              <p:nvPr/>
            </p:nvSpPr>
            <p:spPr>
              <a:xfrm rot="0">
                <a:off x="3806" y="2104"/>
                <a:ext cx="17" cy="27"/>
              </a:xfrm>
              <a:custGeom>
                <a:avLst/>
                <a:ahLst/>
                <a:rect l="0" t="0" r="r" b="b"/>
                <a:pathLst>
                  <a:path w="68" h="110">
                    <a:moveTo>
                      <a:pt x="14" y="110"/>
                    </a:moveTo>
                    <a:lnTo>
                      <a:pt x="41" y="107"/>
                    </a:lnTo>
                    <a:lnTo>
                      <a:pt x="68" y="103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7"/>
                    </a:lnTo>
                    <a:lnTo>
                      <a:pt x="14" y="1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05" name=""/>
              <p:cNvSpPr/>
              <p:nvPr/>
            </p:nvSpPr>
            <p:spPr>
              <a:xfrm rot="0">
                <a:off x="3806" y="2104"/>
                <a:ext cx="17" cy="27"/>
              </a:xfrm>
              <a:custGeom>
                <a:avLst/>
                <a:ahLst/>
                <a:rect l="0" t="0" r="r" b="b"/>
                <a:pathLst>
                  <a:path w="68" h="110">
                    <a:moveTo>
                      <a:pt x="14" y="110"/>
                    </a:moveTo>
                    <a:lnTo>
                      <a:pt x="41" y="107"/>
                    </a:lnTo>
                    <a:lnTo>
                      <a:pt x="68" y="103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7"/>
                    </a:lnTo>
                    <a:lnTo>
                      <a:pt x="14" y="11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06" name=""/>
              <p:cNvSpPr/>
              <p:nvPr/>
            </p:nvSpPr>
            <p:spPr>
              <a:xfrm rot="0">
                <a:off x="3812" y="2103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07" name=""/>
              <p:cNvSpPr/>
              <p:nvPr/>
            </p:nvSpPr>
            <p:spPr>
              <a:xfrm rot="0" flipV="1">
                <a:off x="3819" y="210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08" name=""/>
              <p:cNvSpPr/>
              <p:nvPr/>
            </p:nvSpPr>
            <p:spPr>
              <a:xfrm rot="0">
                <a:off x="3801" y="2078"/>
                <a:ext cx="18" cy="28"/>
              </a:xfrm>
              <a:custGeom>
                <a:avLst/>
                <a:ahLst/>
                <a:rect l="0" t="0" r="r" b="b"/>
                <a:pathLst>
                  <a:path w="72" h="112">
                    <a:moveTo>
                      <a:pt x="18" y="112"/>
                    </a:moveTo>
                    <a:lnTo>
                      <a:pt x="45" y="107"/>
                    </a:lnTo>
                    <a:lnTo>
                      <a:pt x="72" y="101"/>
                    </a:lnTo>
                    <a:lnTo>
                      <a:pt x="53" y="0"/>
                    </a:lnTo>
                    <a:lnTo>
                      <a:pt x="26" y="5"/>
                    </a:lnTo>
                    <a:lnTo>
                      <a:pt x="0" y="11"/>
                    </a:lnTo>
                    <a:lnTo>
                      <a:pt x="18" y="1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09" name=""/>
              <p:cNvSpPr/>
              <p:nvPr/>
            </p:nvSpPr>
            <p:spPr>
              <a:xfrm rot="0">
                <a:off x="3801" y="2078"/>
                <a:ext cx="18" cy="28"/>
              </a:xfrm>
              <a:custGeom>
                <a:avLst/>
                <a:ahLst/>
                <a:rect l="0" t="0" r="r" b="b"/>
                <a:pathLst>
                  <a:path w="72" h="112">
                    <a:moveTo>
                      <a:pt x="18" y="112"/>
                    </a:moveTo>
                    <a:lnTo>
                      <a:pt x="45" y="107"/>
                    </a:lnTo>
                    <a:lnTo>
                      <a:pt x="72" y="101"/>
                    </a:lnTo>
                    <a:lnTo>
                      <a:pt x="53" y="0"/>
                    </a:lnTo>
                    <a:lnTo>
                      <a:pt x="26" y="5"/>
                    </a:lnTo>
                    <a:lnTo>
                      <a:pt x="0" y="11"/>
                    </a:lnTo>
                    <a:lnTo>
                      <a:pt x="18" y="11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10" name=""/>
              <p:cNvSpPr/>
              <p:nvPr/>
            </p:nvSpPr>
            <p:spPr>
              <a:xfrm rot="0">
                <a:off x="3808" y="2078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11" name=""/>
              <p:cNvSpPr/>
              <p:nvPr/>
            </p:nvSpPr>
            <p:spPr>
              <a:xfrm rot="0" flipV="1">
                <a:off x="3815" y="207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12" name=""/>
              <p:cNvSpPr/>
              <p:nvPr/>
            </p:nvSpPr>
            <p:spPr>
              <a:xfrm rot="0">
                <a:off x="3795" y="2052"/>
                <a:ext cx="20" cy="29"/>
              </a:xfrm>
              <a:custGeom>
                <a:avLst/>
                <a:ahLst/>
                <a:rect l="0" t="0" r="r" b="b"/>
                <a:pathLst>
                  <a:path w="78" h="114">
                    <a:moveTo>
                      <a:pt x="25" y="114"/>
                    </a:moveTo>
                    <a:lnTo>
                      <a:pt x="51" y="107"/>
                    </a:lnTo>
                    <a:lnTo>
                      <a:pt x="78" y="101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3"/>
                    </a:lnTo>
                    <a:lnTo>
                      <a:pt x="25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13" name=""/>
              <p:cNvSpPr/>
              <p:nvPr/>
            </p:nvSpPr>
            <p:spPr>
              <a:xfrm rot="0">
                <a:off x="3795" y="2052"/>
                <a:ext cx="20" cy="29"/>
              </a:xfrm>
              <a:custGeom>
                <a:avLst/>
                <a:ahLst/>
                <a:rect l="0" t="0" r="r" b="b"/>
                <a:pathLst>
                  <a:path w="78" h="114">
                    <a:moveTo>
                      <a:pt x="25" y="114"/>
                    </a:moveTo>
                    <a:lnTo>
                      <a:pt x="51" y="107"/>
                    </a:lnTo>
                    <a:lnTo>
                      <a:pt x="78" y="101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3"/>
                    </a:lnTo>
                    <a:lnTo>
                      <a:pt x="25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14" name=""/>
              <p:cNvSpPr/>
              <p:nvPr/>
            </p:nvSpPr>
            <p:spPr>
              <a:xfrm rot="0">
                <a:off x="3802" y="2052"/>
                <a:ext cx="6" cy="2"/>
              </a:xfrm>
              <a:custGeom>
                <a:avLst/>
                <a:ahLst/>
                <a:rect l="0" t="0" r="r" b="b"/>
                <a:pathLst>
                  <a:path w="27" h="7">
                    <a:moveTo>
                      <a:pt x="0" y="7"/>
                    </a:moveTo>
                    <a:lnTo>
                      <a:pt x="27" y="1"/>
                    </a:lnTo>
                    <a:lnTo>
                      <a:pt x="26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15" name=""/>
              <p:cNvSpPr/>
              <p:nvPr/>
            </p:nvSpPr>
            <p:spPr>
              <a:xfrm rot="0" flipH="1" flipV="1">
                <a:off x="3808" y="20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16" name=""/>
              <p:cNvSpPr/>
              <p:nvPr/>
            </p:nvSpPr>
            <p:spPr>
              <a:xfrm rot="0">
                <a:off x="3788" y="2027"/>
                <a:ext cx="20" cy="29"/>
              </a:xfrm>
              <a:custGeom>
                <a:avLst/>
                <a:ahLst/>
                <a:rect l="0" t="0" r="r" b="b"/>
                <a:pathLst>
                  <a:path w="81" h="114">
                    <a:moveTo>
                      <a:pt x="29" y="114"/>
                    </a:moveTo>
                    <a:lnTo>
                      <a:pt x="55" y="106"/>
                    </a:lnTo>
                    <a:lnTo>
                      <a:pt x="81" y="99"/>
                    </a:lnTo>
                    <a:lnTo>
                      <a:pt x="52" y="0"/>
                    </a:lnTo>
                    <a:lnTo>
                      <a:pt x="26" y="8"/>
                    </a:lnTo>
                    <a:lnTo>
                      <a:pt x="0" y="15"/>
                    </a:lnTo>
                    <a:lnTo>
                      <a:pt x="29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17" name=""/>
              <p:cNvSpPr/>
              <p:nvPr/>
            </p:nvSpPr>
            <p:spPr>
              <a:xfrm rot="0">
                <a:off x="3788" y="2027"/>
                <a:ext cx="20" cy="29"/>
              </a:xfrm>
              <a:custGeom>
                <a:avLst/>
                <a:ahLst/>
                <a:rect l="0" t="0" r="r" b="b"/>
                <a:pathLst>
                  <a:path w="81" h="114">
                    <a:moveTo>
                      <a:pt x="29" y="114"/>
                    </a:moveTo>
                    <a:lnTo>
                      <a:pt x="55" y="106"/>
                    </a:lnTo>
                    <a:lnTo>
                      <a:pt x="81" y="99"/>
                    </a:lnTo>
                    <a:lnTo>
                      <a:pt x="52" y="0"/>
                    </a:lnTo>
                    <a:lnTo>
                      <a:pt x="26" y="8"/>
                    </a:lnTo>
                    <a:lnTo>
                      <a:pt x="0" y="15"/>
                    </a:lnTo>
                    <a:lnTo>
                      <a:pt x="29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18" name=""/>
              <p:cNvSpPr/>
              <p:nvPr/>
            </p:nvSpPr>
            <p:spPr>
              <a:xfrm rot="0">
                <a:off x="3794" y="2027"/>
                <a:ext cx="7" cy="2"/>
              </a:xfrm>
              <a:custGeom>
                <a:avLst/>
                <a:ahLst/>
                <a:rect l="0" t="0" r="r" b="b"/>
                <a:pathLst>
                  <a:path w="26" h="9">
                    <a:moveTo>
                      <a:pt x="0" y="9"/>
                    </a:moveTo>
                    <a:lnTo>
                      <a:pt x="26" y="1"/>
                    </a:lnTo>
                    <a:lnTo>
                      <a:pt x="26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19" name=""/>
              <p:cNvSpPr/>
              <p:nvPr/>
            </p:nvSpPr>
            <p:spPr>
              <a:xfrm rot="0" flipV="1">
                <a:off x="3801" y="202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20" name=""/>
              <p:cNvSpPr/>
              <p:nvPr/>
            </p:nvSpPr>
            <p:spPr>
              <a:xfrm rot="0">
                <a:off x="3779" y="2003"/>
                <a:ext cx="22" cy="28"/>
              </a:xfrm>
              <a:custGeom>
                <a:avLst/>
                <a:ahLst/>
                <a:rect l="0" t="0" r="r" b="b"/>
                <a:pathLst>
                  <a:path w="86" h="115">
                    <a:moveTo>
                      <a:pt x="34" y="115"/>
                    </a:moveTo>
                    <a:lnTo>
                      <a:pt x="60" y="107"/>
                    </a:lnTo>
                    <a:lnTo>
                      <a:pt x="86" y="98"/>
                    </a:lnTo>
                    <a:lnTo>
                      <a:pt x="51" y="0"/>
                    </a:lnTo>
                    <a:lnTo>
                      <a:pt x="25" y="9"/>
                    </a:lnTo>
                    <a:lnTo>
                      <a:pt x="0" y="17"/>
                    </a:lnTo>
                    <a:lnTo>
                      <a:pt x="34" y="1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21" name=""/>
              <p:cNvSpPr/>
              <p:nvPr/>
            </p:nvSpPr>
            <p:spPr>
              <a:xfrm rot="0">
                <a:off x="3779" y="2003"/>
                <a:ext cx="22" cy="28"/>
              </a:xfrm>
              <a:custGeom>
                <a:avLst/>
                <a:ahLst/>
                <a:rect l="0" t="0" r="r" b="b"/>
                <a:pathLst>
                  <a:path w="86" h="115">
                    <a:moveTo>
                      <a:pt x="34" y="115"/>
                    </a:moveTo>
                    <a:lnTo>
                      <a:pt x="60" y="107"/>
                    </a:lnTo>
                    <a:lnTo>
                      <a:pt x="86" y="98"/>
                    </a:lnTo>
                    <a:lnTo>
                      <a:pt x="51" y="0"/>
                    </a:lnTo>
                    <a:lnTo>
                      <a:pt x="25" y="9"/>
                    </a:lnTo>
                    <a:lnTo>
                      <a:pt x="0" y="17"/>
                    </a:lnTo>
                    <a:lnTo>
                      <a:pt x="34" y="1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22" name=""/>
              <p:cNvSpPr/>
              <p:nvPr/>
            </p:nvSpPr>
            <p:spPr>
              <a:xfrm rot="0">
                <a:off x="3786" y="2002"/>
                <a:ext cx="6" cy="3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11"/>
                    </a:moveTo>
                    <a:lnTo>
                      <a:pt x="26" y="2"/>
                    </a:lnTo>
                    <a:lnTo>
                      <a:pt x="26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23" name=""/>
              <p:cNvSpPr/>
              <p:nvPr/>
            </p:nvSpPr>
            <p:spPr>
              <a:xfrm rot="0" flipV="1">
                <a:off x="3792" y="200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24" name=""/>
              <p:cNvSpPr/>
              <p:nvPr/>
            </p:nvSpPr>
            <p:spPr>
              <a:xfrm rot="0">
                <a:off x="3769" y="1978"/>
                <a:ext cx="23" cy="29"/>
              </a:xfrm>
              <a:custGeom>
                <a:avLst/>
                <a:ahLst/>
                <a:rect l="0" t="0" r="r" b="b"/>
                <a:pathLst>
                  <a:path w="91" h="118">
                    <a:moveTo>
                      <a:pt x="40" y="118"/>
                    </a:moveTo>
                    <a:lnTo>
                      <a:pt x="65" y="107"/>
                    </a:lnTo>
                    <a:lnTo>
                      <a:pt x="91" y="96"/>
                    </a:lnTo>
                    <a:lnTo>
                      <a:pt x="51" y="0"/>
                    </a:lnTo>
                    <a:lnTo>
                      <a:pt x="26" y="11"/>
                    </a:lnTo>
                    <a:lnTo>
                      <a:pt x="0" y="22"/>
                    </a:lnTo>
                    <a:lnTo>
                      <a:pt x="40" y="1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25" name=""/>
              <p:cNvSpPr/>
              <p:nvPr/>
            </p:nvSpPr>
            <p:spPr>
              <a:xfrm rot="0">
                <a:off x="3769" y="1978"/>
                <a:ext cx="23" cy="29"/>
              </a:xfrm>
              <a:custGeom>
                <a:avLst/>
                <a:ahLst/>
                <a:rect l="0" t="0" r="r" b="b"/>
                <a:pathLst>
                  <a:path w="91" h="118">
                    <a:moveTo>
                      <a:pt x="40" y="118"/>
                    </a:moveTo>
                    <a:lnTo>
                      <a:pt x="65" y="107"/>
                    </a:lnTo>
                    <a:lnTo>
                      <a:pt x="91" y="96"/>
                    </a:lnTo>
                    <a:lnTo>
                      <a:pt x="51" y="0"/>
                    </a:lnTo>
                    <a:lnTo>
                      <a:pt x="26" y="11"/>
                    </a:lnTo>
                    <a:lnTo>
                      <a:pt x="0" y="22"/>
                    </a:lnTo>
                    <a:lnTo>
                      <a:pt x="40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26" name=""/>
              <p:cNvSpPr/>
              <p:nvPr/>
            </p:nvSpPr>
            <p:spPr>
              <a:xfrm rot="0">
                <a:off x="3776" y="1978"/>
                <a:ext cx="6" cy="3"/>
              </a:xfrm>
              <a:custGeom>
                <a:avLst/>
                <a:ahLst/>
                <a:rect l="0" t="0" r="r" b="b"/>
                <a:pathLst>
                  <a:path w="25" h="12">
                    <a:moveTo>
                      <a:pt x="0" y="12"/>
                    </a:moveTo>
                    <a:lnTo>
                      <a:pt x="25" y="1"/>
                    </a:lnTo>
                    <a:lnTo>
                      <a:pt x="24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27" name=""/>
              <p:cNvSpPr/>
              <p:nvPr/>
            </p:nvSpPr>
            <p:spPr>
              <a:xfrm rot="0" flipH="1" flipV="1">
                <a:off x="3782" y="197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28" name=""/>
              <p:cNvSpPr/>
              <p:nvPr/>
            </p:nvSpPr>
            <p:spPr>
              <a:xfrm rot="0">
                <a:off x="3759" y="1954"/>
                <a:ext cx="23" cy="30"/>
              </a:xfrm>
              <a:custGeom>
                <a:avLst/>
                <a:ahLst/>
                <a:rect l="0" t="0" r="r" b="b"/>
                <a:pathLst>
                  <a:path w="93" h="117">
                    <a:moveTo>
                      <a:pt x="44" y="117"/>
                    </a:moveTo>
                    <a:lnTo>
                      <a:pt x="69" y="105"/>
                    </a:lnTo>
                    <a:lnTo>
                      <a:pt x="93" y="93"/>
                    </a:lnTo>
                    <a:lnTo>
                      <a:pt x="49" y="0"/>
                    </a:lnTo>
                    <a:lnTo>
                      <a:pt x="25" y="12"/>
                    </a:lnTo>
                    <a:lnTo>
                      <a:pt x="0" y="24"/>
                    </a:lnTo>
                    <a:lnTo>
                      <a:pt x="44" y="1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29" name=""/>
              <p:cNvSpPr/>
              <p:nvPr/>
            </p:nvSpPr>
            <p:spPr>
              <a:xfrm rot="0">
                <a:off x="3759" y="1954"/>
                <a:ext cx="23" cy="30"/>
              </a:xfrm>
              <a:custGeom>
                <a:avLst/>
                <a:ahLst/>
                <a:rect l="0" t="0" r="r" b="b"/>
                <a:pathLst>
                  <a:path w="93" h="117">
                    <a:moveTo>
                      <a:pt x="44" y="117"/>
                    </a:moveTo>
                    <a:lnTo>
                      <a:pt x="69" y="105"/>
                    </a:lnTo>
                    <a:lnTo>
                      <a:pt x="93" y="93"/>
                    </a:lnTo>
                    <a:lnTo>
                      <a:pt x="49" y="0"/>
                    </a:lnTo>
                    <a:lnTo>
                      <a:pt x="25" y="12"/>
                    </a:lnTo>
                    <a:lnTo>
                      <a:pt x="0" y="24"/>
                    </a:lnTo>
                    <a:lnTo>
                      <a:pt x="44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30" name=""/>
              <p:cNvSpPr/>
              <p:nvPr/>
            </p:nvSpPr>
            <p:spPr>
              <a:xfrm rot="0">
                <a:off x="3765" y="1954"/>
                <a:ext cx="6" cy="3"/>
              </a:xfrm>
              <a:custGeom>
                <a:avLst/>
                <a:ahLst/>
                <a:rect l="0" t="0" r="r" b="b"/>
                <a:pathLst>
                  <a:path w="24" h="13">
                    <a:moveTo>
                      <a:pt x="0" y="13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31" name=""/>
              <p:cNvSpPr/>
              <p:nvPr/>
            </p:nvSpPr>
            <p:spPr>
              <a:xfrm rot="0" flipH="1" flipV="1">
                <a:off x="3771" y="195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32" name=""/>
              <p:cNvSpPr/>
              <p:nvPr/>
            </p:nvSpPr>
            <p:spPr>
              <a:xfrm rot="0">
                <a:off x="3747" y="1932"/>
                <a:ext cx="24" cy="29"/>
              </a:xfrm>
              <a:custGeom>
                <a:avLst/>
                <a:ahLst/>
                <a:rect l="0" t="0" r="r" b="b"/>
                <a:pathLst>
                  <a:path w="97" h="116">
                    <a:moveTo>
                      <a:pt x="50" y="116"/>
                    </a:moveTo>
                    <a:lnTo>
                      <a:pt x="74" y="103"/>
                    </a:lnTo>
                    <a:lnTo>
                      <a:pt x="97" y="90"/>
                    </a:lnTo>
                    <a:lnTo>
                      <a:pt x="48" y="0"/>
                    </a:lnTo>
                    <a:lnTo>
                      <a:pt x="24" y="12"/>
                    </a:lnTo>
                    <a:lnTo>
                      <a:pt x="0" y="25"/>
                    </a:lnTo>
                    <a:lnTo>
                      <a:pt x="50" y="1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33" name=""/>
              <p:cNvSpPr/>
              <p:nvPr/>
            </p:nvSpPr>
            <p:spPr>
              <a:xfrm rot="0">
                <a:off x="3747" y="1932"/>
                <a:ext cx="24" cy="29"/>
              </a:xfrm>
              <a:custGeom>
                <a:avLst/>
                <a:ahLst/>
                <a:rect l="0" t="0" r="r" b="b"/>
                <a:pathLst>
                  <a:path w="97" h="116">
                    <a:moveTo>
                      <a:pt x="50" y="116"/>
                    </a:moveTo>
                    <a:lnTo>
                      <a:pt x="74" y="103"/>
                    </a:lnTo>
                    <a:lnTo>
                      <a:pt x="97" y="90"/>
                    </a:lnTo>
                    <a:lnTo>
                      <a:pt x="48" y="0"/>
                    </a:lnTo>
                    <a:lnTo>
                      <a:pt x="24" y="12"/>
                    </a:lnTo>
                    <a:lnTo>
                      <a:pt x="0" y="25"/>
                    </a:lnTo>
                    <a:lnTo>
                      <a:pt x="50" y="11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34" name=""/>
              <p:cNvSpPr/>
              <p:nvPr/>
            </p:nvSpPr>
            <p:spPr>
              <a:xfrm rot="0">
                <a:off x="3753" y="1931"/>
                <a:ext cx="5" cy="4"/>
              </a:xfrm>
              <a:custGeom>
                <a:avLst/>
                <a:ahLst/>
                <a:rect l="0" t="0" r="r" b="b"/>
                <a:pathLst>
                  <a:path w="24" h="14">
                    <a:moveTo>
                      <a:pt x="0" y="14"/>
                    </a:moveTo>
                    <a:lnTo>
                      <a:pt x="24" y="2"/>
                    </a:lnTo>
                    <a:lnTo>
                      <a:pt x="24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35" name=""/>
              <p:cNvSpPr/>
              <p:nvPr/>
            </p:nvSpPr>
            <p:spPr>
              <a:xfrm rot="0" flipV="1">
                <a:off x="3758" y="19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36" name=""/>
              <p:cNvSpPr/>
              <p:nvPr/>
            </p:nvSpPr>
            <p:spPr>
              <a:xfrm rot="0">
                <a:off x="3733" y="1909"/>
                <a:ext cx="25" cy="29"/>
              </a:xfrm>
              <a:custGeom>
                <a:avLst/>
                <a:ahLst/>
                <a:rect l="0" t="0" r="r" b="b"/>
                <a:pathLst>
                  <a:path w="102" h="116">
                    <a:moveTo>
                      <a:pt x="54" y="116"/>
                    </a:moveTo>
                    <a:lnTo>
                      <a:pt x="78" y="102"/>
                    </a:lnTo>
                    <a:lnTo>
                      <a:pt x="102" y="88"/>
                    </a:lnTo>
                    <a:lnTo>
                      <a:pt x="47" y="0"/>
                    </a:lnTo>
                    <a:lnTo>
                      <a:pt x="23" y="14"/>
                    </a:lnTo>
                    <a:lnTo>
                      <a:pt x="0" y="28"/>
                    </a:lnTo>
                    <a:lnTo>
                      <a:pt x="54" y="1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37" name=""/>
              <p:cNvSpPr/>
              <p:nvPr/>
            </p:nvSpPr>
            <p:spPr>
              <a:xfrm rot="0">
                <a:off x="3733" y="1909"/>
                <a:ext cx="25" cy="29"/>
              </a:xfrm>
              <a:custGeom>
                <a:avLst/>
                <a:ahLst/>
                <a:rect l="0" t="0" r="r" b="b"/>
                <a:pathLst>
                  <a:path w="102" h="116">
                    <a:moveTo>
                      <a:pt x="54" y="116"/>
                    </a:moveTo>
                    <a:lnTo>
                      <a:pt x="78" y="102"/>
                    </a:lnTo>
                    <a:lnTo>
                      <a:pt x="102" y="88"/>
                    </a:lnTo>
                    <a:lnTo>
                      <a:pt x="47" y="0"/>
                    </a:lnTo>
                    <a:lnTo>
                      <a:pt x="23" y="14"/>
                    </a:lnTo>
                    <a:lnTo>
                      <a:pt x="0" y="28"/>
                    </a:lnTo>
                    <a:lnTo>
                      <a:pt x="54" y="11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38" name=""/>
              <p:cNvSpPr/>
              <p:nvPr/>
            </p:nvSpPr>
            <p:spPr>
              <a:xfrm rot="0">
                <a:off x="3739" y="1909"/>
                <a:ext cx="6" cy="4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0" y="15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39" name=""/>
              <p:cNvSpPr/>
              <p:nvPr/>
            </p:nvSpPr>
            <p:spPr>
              <a:xfrm rot="0" flipH="1" flipV="1">
                <a:off x="3744" y="190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40" name=""/>
              <p:cNvSpPr/>
              <p:nvPr/>
            </p:nvSpPr>
            <p:spPr>
              <a:xfrm rot="0">
                <a:off x="3719" y="1888"/>
                <a:ext cx="25" cy="29"/>
              </a:xfrm>
              <a:custGeom>
                <a:avLst/>
                <a:ahLst/>
                <a:rect l="0" t="0" r="r" b="b"/>
                <a:pathLst>
                  <a:path w="103" h="116">
                    <a:moveTo>
                      <a:pt x="58" y="116"/>
                    </a:moveTo>
                    <a:lnTo>
                      <a:pt x="80" y="101"/>
                    </a:lnTo>
                    <a:lnTo>
                      <a:pt x="103" y="86"/>
                    </a:lnTo>
                    <a:lnTo>
                      <a:pt x="45" y="0"/>
                    </a:lnTo>
                    <a:lnTo>
                      <a:pt x="22" y="15"/>
                    </a:lnTo>
                    <a:lnTo>
                      <a:pt x="0" y="30"/>
                    </a:lnTo>
                    <a:lnTo>
                      <a:pt x="58" y="1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41" name=""/>
              <p:cNvSpPr/>
              <p:nvPr/>
            </p:nvSpPr>
            <p:spPr>
              <a:xfrm rot="0">
                <a:off x="3719" y="1888"/>
                <a:ext cx="25" cy="29"/>
              </a:xfrm>
              <a:custGeom>
                <a:avLst/>
                <a:ahLst/>
                <a:rect l="0" t="0" r="r" b="b"/>
                <a:pathLst>
                  <a:path w="103" h="116">
                    <a:moveTo>
                      <a:pt x="58" y="116"/>
                    </a:moveTo>
                    <a:lnTo>
                      <a:pt x="80" y="101"/>
                    </a:lnTo>
                    <a:lnTo>
                      <a:pt x="103" y="86"/>
                    </a:lnTo>
                    <a:lnTo>
                      <a:pt x="45" y="0"/>
                    </a:lnTo>
                    <a:lnTo>
                      <a:pt x="22" y="15"/>
                    </a:lnTo>
                    <a:lnTo>
                      <a:pt x="0" y="30"/>
                    </a:lnTo>
                    <a:lnTo>
                      <a:pt x="58" y="11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42" name=""/>
              <p:cNvSpPr/>
              <p:nvPr/>
            </p:nvSpPr>
            <p:spPr>
              <a:xfrm rot="0">
                <a:off x="3724" y="1887"/>
                <a:ext cx="6" cy="4"/>
              </a:xfrm>
              <a:custGeom>
                <a:avLst/>
                <a:ahLst/>
                <a:rect l="0" t="0" r="r" b="b"/>
                <a:pathLst>
                  <a:path w="23" h="17">
                    <a:moveTo>
                      <a:pt x="0" y="17"/>
                    </a:moveTo>
                    <a:lnTo>
                      <a:pt x="23" y="2"/>
                    </a:lnTo>
                    <a:lnTo>
                      <a:pt x="22" y="0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43" name=""/>
              <p:cNvSpPr/>
              <p:nvPr/>
            </p:nvSpPr>
            <p:spPr>
              <a:xfrm rot="0" flipH="1" flipV="1">
                <a:off x="3730" y="188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44" name=""/>
              <p:cNvSpPr/>
              <p:nvPr/>
            </p:nvSpPr>
            <p:spPr>
              <a:xfrm rot="0">
                <a:off x="3703" y="1867"/>
                <a:ext cx="27" cy="29"/>
              </a:xfrm>
              <a:custGeom>
                <a:avLst/>
                <a:ahLst/>
                <a:rect l="0" t="0" r="r" b="b"/>
                <a:pathLst>
                  <a:path w="107" h="117">
                    <a:moveTo>
                      <a:pt x="64" y="117"/>
                    </a:moveTo>
                    <a:lnTo>
                      <a:pt x="85" y="99"/>
                    </a:lnTo>
                    <a:lnTo>
                      <a:pt x="107" y="82"/>
                    </a:lnTo>
                    <a:lnTo>
                      <a:pt x="43" y="0"/>
                    </a:lnTo>
                    <a:lnTo>
                      <a:pt x="22" y="18"/>
                    </a:lnTo>
                    <a:lnTo>
                      <a:pt x="0" y="35"/>
                    </a:lnTo>
                    <a:lnTo>
                      <a:pt x="64" y="1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45" name=""/>
              <p:cNvSpPr/>
              <p:nvPr/>
            </p:nvSpPr>
            <p:spPr>
              <a:xfrm rot="0">
                <a:off x="3703" y="1867"/>
                <a:ext cx="27" cy="29"/>
              </a:xfrm>
              <a:custGeom>
                <a:avLst/>
                <a:ahLst/>
                <a:rect l="0" t="0" r="r" b="b"/>
                <a:pathLst>
                  <a:path w="107" h="117">
                    <a:moveTo>
                      <a:pt x="64" y="117"/>
                    </a:moveTo>
                    <a:lnTo>
                      <a:pt x="85" y="99"/>
                    </a:lnTo>
                    <a:lnTo>
                      <a:pt x="107" y="82"/>
                    </a:lnTo>
                    <a:lnTo>
                      <a:pt x="43" y="0"/>
                    </a:lnTo>
                    <a:lnTo>
                      <a:pt x="22" y="18"/>
                    </a:lnTo>
                    <a:lnTo>
                      <a:pt x="0" y="35"/>
                    </a:lnTo>
                    <a:lnTo>
                      <a:pt x="64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46" name=""/>
              <p:cNvSpPr/>
              <p:nvPr/>
            </p:nvSpPr>
            <p:spPr>
              <a:xfrm rot="0">
                <a:off x="3708" y="1866"/>
                <a:ext cx="6" cy="5"/>
              </a:xfrm>
              <a:custGeom>
                <a:avLst/>
                <a:ahLst/>
                <a:rect l="0" t="0" r="r" b="b"/>
                <a:pathLst>
                  <a:path w="21" h="19">
                    <a:moveTo>
                      <a:pt x="0" y="19"/>
                    </a:moveTo>
                    <a:lnTo>
                      <a:pt x="21" y="1"/>
                    </a:lnTo>
                    <a:lnTo>
                      <a:pt x="20" y="0"/>
                    </a:lnTo>
                    <a:lnTo>
                      <a:pt x="0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47" name=""/>
              <p:cNvSpPr/>
              <p:nvPr/>
            </p:nvSpPr>
            <p:spPr>
              <a:xfrm rot="0" flipH="1" flipV="1">
                <a:off x="3714" y="186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48" name=""/>
              <p:cNvSpPr/>
              <p:nvPr/>
            </p:nvSpPr>
            <p:spPr>
              <a:xfrm rot="0">
                <a:off x="3687" y="1847"/>
                <a:ext cx="27" cy="28"/>
              </a:xfrm>
              <a:custGeom>
                <a:avLst/>
                <a:ahLst/>
                <a:rect l="0" t="0" r="r" b="b"/>
                <a:pathLst>
                  <a:path w="107" h="115">
                    <a:moveTo>
                      <a:pt x="66" y="115"/>
                    </a:moveTo>
                    <a:lnTo>
                      <a:pt x="87" y="97"/>
                    </a:lnTo>
                    <a:lnTo>
                      <a:pt x="107" y="78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66" y="1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49" name=""/>
              <p:cNvSpPr/>
              <p:nvPr/>
            </p:nvSpPr>
            <p:spPr>
              <a:xfrm rot="0">
                <a:off x="3687" y="1847"/>
                <a:ext cx="27" cy="28"/>
              </a:xfrm>
              <a:custGeom>
                <a:avLst/>
                <a:ahLst/>
                <a:rect l="0" t="0" r="r" b="b"/>
                <a:pathLst>
                  <a:path w="107" h="115">
                    <a:moveTo>
                      <a:pt x="66" y="115"/>
                    </a:moveTo>
                    <a:lnTo>
                      <a:pt x="87" y="97"/>
                    </a:lnTo>
                    <a:lnTo>
                      <a:pt x="107" y="78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66" y="1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50" name=""/>
              <p:cNvSpPr/>
              <p:nvPr/>
            </p:nvSpPr>
            <p:spPr>
              <a:xfrm rot="0">
                <a:off x="3692" y="1847"/>
                <a:ext cx="5" cy="4"/>
              </a:xfrm>
              <a:custGeom>
                <a:avLst/>
                <a:ahLst/>
                <a:rect l="0" t="0" r="r" b="b"/>
                <a:pathLst>
                  <a:path w="21" h="18">
                    <a:moveTo>
                      <a:pt x="0" y="18"/>
                    </a:moveTo>
                    <a:lnTo>
                      <a:pt x="21" y="0"/>
                    </a:lnTo>
                    <a:lnTo>
                      <a:pt x="21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51" name=""/>
              <p:cNvSpPr/>
              <p:nvPr/>
            </p:nvSpPr>
            <p:spPr>
              <a:xfrm rot="0">
                <a:off x="3697" y="184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52" name=""/>
              <p:cNvSpPr/>
              <p:nvPr/>
            </p:nvSpPr>
            <p:spPr>
              <a:xfrm rot="0">
                <a:off x="3669" y="1828"/>
                <a:ext cx="28" cy="28"/>
              </a:xfrm>
              <a:custGeom>
                <a:avLst/>
                <a:ahLst/>
                <a:rect l="0" t="0" r="r" b="b"/>
                <a:pathLst>
                  <a:path w="112" h="111">
                    <a:moveTo>
                      <a:pt x="71" y="111"/>
                    </a:moveTo>
                    <a:lnTo>
                      <a:pt x="91" y="93"/>
                    </a:lnTo>
                    <a:lnTo>
                      <a:pt x="112" y="75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71" y="1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53" name=""/>
              <p:cNvSpPr/>
              <p:nvPr/>
            </p:nvSpPr>
            <p:spPr>
              <a:xfrm rot="0">
                <a:off x="3669" y="1828"/>
                <a:ext cx="28" cy="28"/>
              </a:xfrm>
              <a:custGeom>
                <a:avLst/>
                <a:ahLst/>
                <a:rect l="0" t="0" r="r" b="b"/>
                <a:pathLst>
                  <a:path w="112" h="111">
                    <a:moveTo>
                      <a:pt x="71" y="111"/>
                    </a:moveTo>
                    <a:lnTo>
                      <a:pt x="91" y="93"/>
                    </a:lnTo>
                    <a:lnTo>
                      <a:pt x="112" y="75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6"/>
                    </a:lnTo>
                    <a:lnTo>
                      <a:pt x="71" y="1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54" name=""/>
              <p:cNvSpPr/>
              <p:nvPr/>
            </p:nvSpPr>
            <p:spPr>
              <a:xfrm rot="0">
                <a:off x="3674" y="1827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0" y="20"/>
                    </a:moveTo>
                    <a:lnTo>
                      <a:pt x="21" y="2"/>
                    </a:lnTo>
                    <a:lnTo>
                      <a:pt x="19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55" name=""/>
              <p:cNvSpPr/>
              <p:nvPr/>
            </p:nvSpPr>
            <p:spPr>
              <a:xfrm rot="0" flipH="1" flipV="1">
                <a:off x="3679" y="182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56" name=""/>
              <p:cNvSpPr/>
              <p:nvPr/>
            </p:nvSpPr>
            <p:spPr>
              <a:xfrm rot="0">
                <a:off x="3651" y="1810"/>
                <a:ext cx="28" cy="28"/>
              </a:xfrm>
              <a:custGeom>
                <a:avLst/>
                <a:ahLst/>
                <a:rect l="0" t="0" r="r" b="b"/>
                <a:pathLst>
                  <a:path w="112" h="111">
                    <a:moveTo>
                      <a:pt x="75" y="111"/>
                    </a:moveTo>
                    <a:lnTo>
                      <a:pt x="93" y="91"/>
                    </a:lnTo>
                    <a:lnTo>
                      <a:pt x="112" y="71"/>
                    </a:lnTo>
                    <a:lnTo>
                      <a:pt x="36" y="0"/>
                    </a:lnTo>
                    <a:lnTo>
                      <a:pt x="18" y="20"/>
                    </a:lnTo>
                    <a:lnTo>
                      <a:pt x="0" y="40"/>
                    </a:lnTo>
                    <a:lnTo>
                      <a:pt x="75" y="1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57" name=""/>
              <p:cNvSpPr/>
              <p:nvPr/>
            </p:nvSpPr>
            <p:spPr>
              <a:xfrm rot="0">
                <a:off x="3651" y="1810"/>
                <a:ext cx="28" cy="28"/>
              </a:xfrm>
              <a:custGeom>
                <a:avLst/>
                <a:ahLst/>
                <a:rect l="0" t="0" r="r" b="b"/>
                <a:pathLst>
                  <a:path w="112" h="111">
                    <a:moveTo>
                      <a:pt x="75" y="111"/>
                    </a:moveTo>
                    <a:lnTo>
                      <a:pt x="93" y="91"/>
                    </a:lnTo>
                    <a:lnTo>
                      <a:pt x="112" y="71"/>
                    </a:lnTo>
                    <a:lnTo>
                      <a:pt x="36" y="0"/>
                    </a:lnTo>
                    <a:lnTo>
                      <a:pt x="18" y="20"/>
                    </a:lnTo>
                    <a:lnTo>
                      <a:pt x="0" y="40"/>
                    </a:lnTo>
                    <a:lnTo>
                      <a:pt x="75" y="1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58" name=""/>
              <p:cNvSpPr/>
              <p:nvPr/>
            </p:nvSpPr>
            <p:spPr>
              <a:xfrm rot="0">
                <a:off x="3655" y="1810"/>
                <a:ext cx="5" cy="5"/>
              </a:xfrm>
              <a:custGeom>
                <a:avLst/>
                <a:ahLst/>
                <a:rect l="0" t="0" r="r" b="b"/>
                <a:pathLst>
                  <a:path w="18" h="20">
                    <a:moveTo>
                      <a:pt x="0" y="20"/>
                    </a:moveTo>
                    <a:lnTo>
                      <a:pt x="18" y="0"/>
                    </a:lnTo>
                    <a:lnTo>
                      <a:pt x="18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59" name=""/>
              <p:cNvSpPr/>
              <p:nvPr/>
            </p:nvSpPr>
            <p:spPr>
              <a:xfrm rot="0">
                <a:off x="3660" y="181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60" name=""/>
              <p:cNvSpPr/>
              <p:nvPr/>
            </p:nvSpPr>
            <p:spPr>
              <a:xfrm rot="0">
                <a:off x="3631" y="1793"/>
                <a:ext cx="29" cy="27"/>
              </a:xfrm>
              <a:custGeom>
                <a:avLst/>
                <a:ahLst/>
                <a:rect l="0" t="0" r="r" b="b"/>
                <a:pathLst>
                  <a:path w="115" h="108">
                    <a:moveTo>
                      <a:pt x="79" y="108"/>
                    </a:moveTo>
                    <a:lnTo>
                      <a:pt x="97" y="88"/>
                    </a:lnTo>
                    <a:lnTo>
                      <a:pt x="115" y="68"/>
                    </a:lnTo>
                    <a:lnTo>
                      <a:pt x="37" y="0"/>
                    </a:lnTo>
                    <a:lnTo>
                      <a:pt x="19" y="20"/>
                    </a:lnTo>
                    <a:lnTo>
                      <a:pt x="0" y="41"/>
                    </a:lnTo>
                    <a:lnTo>
                      <a:pt x="79" y="10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61" name=""/>
              <p:cNvSpPr/>
              <p:nvPr/>
            </p:nvSpPr>
            <p:spPr>
              <a:xfrm rot="0">
                <a:off x="3631" y="1793"/>
                <a:ext cx="29" cy="27"/>
              </a:xfrm>
              <a:custGeom>
                <a:avLst/>
                <a:ahLst/>
                <a:rect l="0" t="0" r="r" b="b"/>
                <a:pathLst>
                  <a:path w="115" h="108">
                    <a:moveTo>
                      <a:pt x="79" y="108"/>
                    </a:moveTo>
                    <a:lnTo>
                      <a:pt x="97" y="88"/>
                    </a:lnTo>
                    <a:lnTo>
                      <a:pt x="115" y="68"/>
                    </a:lnTo>
                    <a:lnTo>
                      <a:pt x="37" y="0"/>
                    </a:lnTo>
                    <a:lnTo>
                      <a:pt x="19" y="20"/>
                    </a:lnTo>
                    <a:lnTo>
                      <a:pt x="0" y="41"/>
                    </a:lnTo>
                    <a:lnTo>
                      <a:pt x="79" y="1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62" name=""/>
              <p:cNvSpPr/>
              <p:nvPr/>
            </p:nvSpPr>
            <p:spPr>
              <a:xfrm rot="0">
                <a:off x="3636" y="1792"/>
                <a:ext cx="4" cy="6"/>
              </a:xfrm>
              <a:custGeom>
                <a:avLst/>
                <a:ahLst/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18" y="1"/>
                    </a:lnTo>
                    <a:lnTo>
                      <a:pt x="16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63" name=""/>
              <p:cNvSpPr/>
              <p:nvPr/>
            </p:nvSpPr>
            <p:spPr>
              <a:xfrm rot="0" flipH="1" flipV="1">
                <a:off x="3640" y="17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64" name=""/>
              <p:cNvSpPr/>
              <p:nvPr/>
            </p:nvSpPr>
            <p:spPr>
              <a:xfrm rot="0">
                <a:off x="3611" y="1777"/>
                <a:ext cx="29" cy="26"/>
              </a:xfrm>
              <a:custGeom>
                <a:avLst/>
                <a:ahLst/>
                <a:rect l="0" t="0" r="r" b="b"/>
                <a:pathLst>
                  <a:path w="114" h="105">
                    <a:moveTo>
                      <a:pt x="81" y="105"/>
                    </a:moveTo>
                    <a:lnTo>
                      <a:pt x="98" y="83"/>
                    </a:lnTo>
                    <a:lnTo>
                      <a:pt x="114" y="62"/>
                    </a:lnTo>
                    <a:lnTo>
                      <a:pt x="32" y="0"/>
                    </a:lnTo>
                    <a:lnTo>
                      <a:pt x="16" y="21"/>
                    </a:lnTo>
                    <a:lnTo>
                      <a:pt x="0" y="43"/>
                    </a:lnTo>
                    <a:lnTo>
                      <a:pt x="81" y="10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65" name=""/>
              <p:cNvSpPr/>
              <p:nvPr/>
            </p:nvSpPr>
            <p:spPr>
              <a:xfrm rot="0">
                <a:off x="3611" y="1777"/>
                <a:ext cx="29" cy="26"/>
              </a:xfrm>
              <a:custGeom>
                <a:avLst/>
                <a:ahLst/>
                <a:rect l="0" t="0" r="r" b="b"/>
                <a:pathLst>
                  <a:path w="114" h="105">
                    <a:moveTo>
                      <a:pt x="81" y="105"/>
                    </a:moveTo>
                    <a:lnTo>
                      <a:pt x="98" y="83"/>
                    </a:lnTo>
                    <a:lnTo>
                      <a:pt x="114" y="62"/>
                    </a:lnTo>
                    <a:lnTo>
                      <a:pt x="32" y="0"/>
                    </a:lnTo>
                    <a:lnTo>
                      <a:pt x="16" y="21"/>
                    </a:lnTo>
                    <a:lnTo>
                      <a:pt x="0" y="43"/>
                    </a:lnTo>
                    <a:lnTo>
                      <a:pt x="81" y="10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66" name=""/>
              <p:cNvSpPr/>
              <p:nvPr/>
            </p:nvSpPr>
            <p:spPr>
              <a:xfrm rot="0">
                <a:off x="3615" y="1777"/>
                <a:ext cx="4" cy="5"/>
              </a:xfrm>
              <a:custGeom>
                <a:avLst/>
                <a:ahLst/>
                <a:rect l="0" t="0" r="r" b="b"/>
                <a:pathLst>
                  <a:path w="16" h="23">
                    <a:moveTo>
                      <a:pt x="0" y="23"/>
                    </a:moveTo>
                    <a:lnTo>
                      <a:pt x="16" y="2"/>
                    </a:lnTo>
                    <a:lnTo>
                      <a:pt x="15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67" name=""/>
              <p:cNvSpPr/>
              <p:nvPr/>
            </p:nvSpPr>
            <p:spPr>
              <a:xfrm rot="0" flipH="1" flipV="1">
                <a:off x="3619" y="177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79668" name=""/>
              <p:cNvSpPr/>
              <p:nvPr/>
            </p:nvSpPr>
            <p:spPr>
              <a:xfrm rot="0">
                <a:off x="3590" y="1762"/>
                <a:ext cx="29" cy="26"/>
              </a:xfrm>
              <a:custGeom>
                <a:avLst/>
                <a:ahLst/>
                <a:rect l="0" t="0" r="r" b="b"/>
                <a:pathLst>
                  <a:path w="116" h="105">
                    <a:moveTo>
                      <a:pt x="86" y="105"/>
                    </a:moveTo>
                    <a:lnTo>
                      <a:pt x="101" y="82"/>
                    </a:lnTo>
                    <a:lnTo>
                      <a:pt x="116" y="59"/>
                    </a:lnTo>
                    <a:lnTo>
                      <a:pt x="30" y="0"/>
                    </a:lnTo>
                    <a:lnTo>
                      <a:pt x="15" y="23"/>
                    </a:lnTo>
                    <a:lnTo>
                      <a:pt x="0" y="45"/>
                    </a:lnTo>
                    <a:lnTo>
                      <a:pt x="86" y="10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79669" name=""/>
              <p:cNvSpPr/>
              <p:nvPr/>
            </p:nvSpPr>
            <p:spPr>
              <a:xfrm rot="0">
                <a:off x="3590" y="1762"/>
                <a:ext cx="29" cy="26"/>
              </a:xfrm>
              <a:custGeom>
                <a:avLst/>
                <a:ahLst/>
                <a:rect l="0" t="0" r="r" b="b"/>
                <a:pathLst>
                  <a:path w="116" h="105">
                    <a:moveTo>
                      <a:pt x="86" y="105"/>
                    </a:moveTo>
                    <a:lnTo>
                      <a:pt x="101" y="82"/>
                    </a:lnTo>
                    <a:lnTo>
                      <a:pt x="116" y="59"/>
                    </a:lnTo>
                    <a:lnTo>
                      <a:pt x="30" y="0"/>
                    </a:lnTo>
                    <a:lnTo>
                      <a:pt x="15" y="23"/>
                    </a:lnTo>
                    <a:lnTo>
                      <a:pt x="0" y="45"/>
                    </a:lnTo>
                    <a:lnTo>
                      <a:pt x="86" y="10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79670" name=""/>
            <p:cNvSpPr/>
            <p:nvPr/>
          </p:nvSpPr>
          <p:spPr>
            <a:xfrm rot="0">
              <a:off x="3325" y="949"/>
              <a:ext cx="1" cy="33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1" name=""/>
            <p:cNvSpPr/>
            <p:nvPr/>
          </p:nvSpPr>
          <p:spPr>
            <a:xfrm rot="0">
              <a:off x="3325" y="1340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2" name=""/>
            <p:cNvSpPr/>
            <p:nvPr/>
          </p:nvSpPr>
          <p:spPr>
            <a:xfrm rot="0">
              <a:off x="3325" y="1459"/>
              <a:ext cx="1" cy="35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3" name=""/>
            <p:cNvSpPr/>
            <p:nvPr/>
          </p:nvSpPr>
          <p:spPr>
            <a:xfrm rot="0">
              <a:off x="3325" y="1875"/>
              <a:ext cx="1" cy="5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4" name=""/>
            <p:cNvSpPr/>
            <p:nvPr/>
          </p:nvSpPr>
          <p:spPr>
            <a:xfrm rot="0">
              <a:off x="3325" y="1994"/>
              <a:ext cx="1" cy="33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5" name=""/>
            <p:cNvSpPr/>
            <p:nvPr/>
          </p:nvSpPr>
          <p:spPr>
            <a:xfrm rot="0">
              <a:off x="2832" y="2182"/>
              <a:ext cx="20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6" name=""/>
            <p:cNvSpPr/>
            <p:nvPr/>
          </p:nvSpPr>
          <p:spPr>
            <a:xfrm rot="0">
              <a:off x="3063" y="2182"/>
              <a:ext cx="3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7" name=""/>
            <p:cNvSpPr/>
            <p:nvPr/>
          </p:nvSpPr>
          <p:spPr>
            <a:xfrm rot="0">
              <a:off x="3123" y="2182"/>
              <a:ext cx="20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8" name=""/>
            <p:cNvSpPr/>
            <p:nvPr/>
          </p:nvSpPr>
          <p:spPr>
            <a:xfrm rot="0" flipH="1">
              <a:off x="3616" y="2182"/>
              <a:ext cx="20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79" name=""/>
            <p:cNvSpPr/>
            <p:nvPr/>
          </p:nvSpPr>
          <p:spPr>
            <a:xfrm rot="0" flipH="1">
              <a:off x="3557" y="2182"/>
              <a:ext cx="3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680" name=""/>
            <p:cNvSpPr/>
            <p:nvPr/>
          </p:nvSpPr>
          <p:spPr>
            <a:xfrm rot="0" flipH="1">
              <a:off x="3325" y="2182"/>
              <a:ext cx="20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9681" name=""/>
          <p:cNvSpPr/>
          <p:nvPr/>
        </p:nvSpPr>
        <p:spPr>
          <a:xfrm rot="0">
            <a:off x="3055937" y="2535237"/>
            <a:ext cx="11112" cy="20637"/>
          </a:xfrm>
          <a:custGeom>
            <a:avLst/>
            <a:ahLst/>
            <a:rect l="0" t="0" r="r" b="b"/>
            <a:pathLst>
              <a:path w="28" h="55">
                <a:moveTo>
                  <a:pt x="0" y="28"/>
                </a:moveTo>
                <a:lnTo>
                  <a:pt x="0" y="0"/>
                </a:lnTo>
                <a:lnTo>
                  <a:pt x="9" y="3"/>
                </a:lnTo>
                <a:lnTo>
                  <a:pt x="16" y="6"/>
                </a:lnTo>
                <a:lnTo>
                  <a:pt x="23" y="12"/>
                </a:lnTo>
                <a:lnTo>
                  <a:pt x="26" y="20"/>
                </a:lnTo>
                <a:lnTo>
                  <a:pt x="28" y="28"/>
                </a:lnTo>
                <a:lnTo>
                  <a:pt x="26" y="37"/>
                </a:lnTo>
                <a:lnTo>
                  <a:pt x="23" y="45"/>
                </a:lnTo>
                <a:lnTo>
                  <a:pt x="16" y="51"/>
                </a:lnTo>
                <a:lnTo>
                  <a:pt x="9" y="54"/>
                </a:lnTo>
                <a:lnTo>
                  <a:pt x="0" y="55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82" name=""/>
          <p:cNvSpPr/>
          <p:nvPr/>
        </p:nvSpPr>
        <p:spPr>
          <a:xfrm rot="0">
            <a:off x="3055937" y="2535237"/>
            <a:ext cx="11112" cy="20637"/>
          </a:xfrm>
          <a:custGeom>
            <a:avLst/>
            <a:ahLst/>
            <a:rect l="0" t="0" r="r" b="b"/>
            <a:pathLst>
              <a:path w="28" h="55">
                <a:moveTo>
                  <a:pt x="0" y="0"/>
                </a:moveTo>
                <a:lnTo>
                  <a:pt x="9" y="3"/>
                </a:lnTo>
                <a:lnTo>
                  <a:pt x="16" y="6"/>
                </a:lnTo>
                <a:lnTo>
                  <a:pt x="23" y="12"/>
                </a:lnTo>
                <a:lnTo>
                  <a:pt x="26" y="20"/>
                </a:lnTo>
                <a:lnTo>
                  <a:pt x="28" y="28"/>
                </a:lnTo>
                <a:lnTo>
                  <a:pt x="26" y="37"/>
                </a:lnTo>
                <a:lnTo>
                  <a:pt x="23" y="45"/>
                </a:lnTo>
                <a:lnTo>
                  <a:pt x="16" y="51"/>
                </a:lnTo>
                <a:lnTo>
                  <a:pt x="9" y="54"/>
                </a:lnTo>
                <a:lnTo>
                  <a:pt x="0" y="5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83" name=""/>
          <p:cNvSpPr/>
          <p:nvPr/>
        </p:nvSpPr>
        <p:spPr>
          <a:xfrm rot="0">
            <a:off x="1808162" y="2535237"/>
            <a:ext cx="1247775" cy="20637"/>
          </a:xfrm>
          <a:custGeom>
            <a:avLst/>
            <a:ahLst/>
            <a:rect l="0" t="0" r="r" b="b"/>
            <a:pathLst>
              <a:path w="3143" h="55">
                <a:moveTo>
                  <a:pt x="3143" y="55"/>
                </a:moveTo>
                <a:lnTo>
                  <a:pt x="3143" y="28"/>
                </a:lnTo>
                <a:lnTo>
                  <a:pt x="3143" y="0"/>
                </a:lnTo>
                <a:lnTo>
                  <a:pt x="0" y="0"/>
                </a:lnTo>
                <a:lnTo>
                  <a:pt x="0" y="28"/>
                </a:lnTo>
                <a:lnTo>
                  <a:pt x="0" y="55"/>
                </a:lnTo>
                <a:lnTo>
                  <a:pt x="3143" y="55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84" name=""/>
          <p:cNvSpPr/>
          <p:nvPr/>
        </p:nvSpPr>
        <p:spPr>
          <a:xfrm rot="0">
            <a:off x="1808162" y="2535237"/>
            <a:ext cx="1247775" cy="20637"/>
          </a:xfrm>
          <a:custGeom>
            <a:avLst/>
            <a:ahLst/>
            <a:rect l="0" t="0" r="r" b="b"/>
            <a:pathLst>
              <a:path w="3143" h="55">
                <a:moveTo>
                  <a:pt x="3143" y="55"/>
                </a:moveTo>
                <a:lnTo>
                  <a:pt x="3143" y="28"/>
                </a:lnTo>
                <a:lnTo>
                  <a:pt x="3143" y="0"/>
                </a:lnTo>
                <a:lnTo>
                  <a:pt x="0" y="0"/>
                </a:lnTo>
                <a:lnTo>
                  <a:pt x="0" y="28"/>
                </a:lnTo>
                <a:lnTo>
                  <a:pt x="0" y="55"/>
                </a:lnTo>
                <a:lnTo>
                  <a:pt x="3143" y="5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85" name=""/>
          <p:cNvSpPr/>
          <p:nvPr/>
        </p:nvSpPr>
        <p:spPr>
          <a:xfrm rot="0">
            <a:off x="1798637" y="2535237"/>
            <a:ext cx="9525" cy="20637"/>
          </a:xfrm>
          <a:custGeom>
            <a:avLst/>
            <a:ahLst/>
            <a:rect l="0" t="0" r="r" b="b"/>
            <a:pathLst>
              <a:path w="27" h="55">
                <a:moveTo>
                  <a:pt x="27" y="28"/>
                </a:moveTo>
                <a:lnTo>
                  <a:pt x="27" y="55"/>
                </a:lnTo>
                <a:lnTo>
                  <a:pt x="18" y="54"/>
                </a:lnTo>
                <a:lnTo>
                  <a:pt x="11" y="51"/>
                </a:lnTo>
                <a:lnTo>
                  <a:pt x="4" y="45"/>
                </a:lnTo>
                <a:lnTo>
                  <a:pt x="1" y="37"/>
                </a:lnTo>
                <a:lnTo>
                  <a:pt x="0" y="28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3"/>
                </a:lnTo>
                <a:lnTo>
                  <a:pt x="27" y="0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86" name=""/>
          <p:cNvSpPr/>
          <p:nvPr/>
        </p:nvSpPr>
        <p:spPr>
          <a:xfrm rot="0">
            <a:off x="1798637" y="2535237"/>
            <a:ext cx="9525" cy="20637"/>
          </a:xfrm>
          <a:custGeom>
            <a:avLst/>
            <a:ahLst/>
            <a:rect l="0" t="0" r="r" b="b"/>
            <a:pathLst>
              <a:path w="27" h="55">
                <a:moveTo>
                  <a:pt x="27" y="55"/>
                </a:moveTo>
                <a:lnTo>
                  <a:pt x="18" y="54"/>
                </a:lnTo>
                <a:lnTo>
                  <a:pt x="11" y="51"/>
                </a:lnTo>
                <a:lnTo>
                  <a:pt x="4" y="45"/>
                </a:lnTo>
                <a:lnTo>
                  <a:pt x="1" y="37"/>
                </a:lnTo>
                <a:lnTo>
                  <a:pt x="0" y="28"/>
                </a:lnTo>
                <a:lnTo>
                  <a:pt x="1" y="20"/>
                </a:lnTo>
                <a:lnTo>
                  <a:pt x="4" y="12"/>
                </a:lnTo>
                <a:lnTo>
                  <a:pt x="11" y="6"/>
                </a:lnTo>
                <a:lnTo>
                  <a:pt x="18" y="3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87" name=""/>
          <p:cNvSpPr/>
          <p:nvPr/>
        </p:nvSpPr>
        <p:spPr>
          <a:xfrm rot="0">
            <a:off x="1798637" y="2546350"/>
            <a:ext cx="20637" cy="9525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9"/>
                </a:lnTo>
                <a:lnTo>
                  <a:pt x="50" y="17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3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88" name=""/>
          <p:cNvSpPr/>
          <p:nvPr/>
        </p:nvSpPr>
        <p:spPr>
          <a:xfrm rot="0">
            <a:off x="1798637" y="2546350"/>
            <a:ext cx="20637" cy="9525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9"/>
                </a:lnTo>
                <a:lnTo>
                  <a:pt x="50" y="17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8" y="26"/>
                </a:lnTo>
                <a:lnTo>
                  <a:pt x="11" y="23"/>
                </a:lnTo>
                <a:lnTo>
                  <a:pt x="4" y="17"/>
                </a:lnTo>
                <a:lnTo>
                  <a:pt x="1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89" name=""/>
          <p:cNvSpPr/>
          <p:nvPr/>
        </p:nvSpPr>
        <p:spPr>
          <a:xfrm rot="0">
            <a:off x="1798637" y="2354262"/>
            <a:ext cx="20637" cy="192087"/>
          </a:xfrm>
          <a:custGeom>
            <a:avLst/>
            <a:ahLst/>
            <a:rect l="0" t="0" r="r" b="b"/>
            <a:pathLst>
              <a:path w="55" h="483">
                <a:moveTo>
                  <a:pt x="0" y="483"/>
                </a:moveTo>
                <a:lnTo>
                  <a:pt x="27" y="483"/>
                </a:lnTo>
                <a:lnTo>
                  <a:pt x="55" y="483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48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90" name=""/>
          <p:cNvSpPr/>
          <p:nvPr/>
        </p:nvSpPr>
        <p:spPr>
          <a:xfrm rot="0">
            <a:off x="1798637" y="2354262"/>
            <a:ext cx="20637" cy="192087"/>
          </a:xfrm>
          <a:custGeom>
            <a:avLst/>
            <a:ahLst/>
            <a:rect l="0" t="0" r="r" b="b"/>
            <a:pathLst>
              <a:path w="55" h="483">
                <a:moveTo>
                  <a:pt x="0" y="483"/>
                </a:moveTo>
                <a:lnTo>
                  <a:pt x="27" y="483"/>
                </a:lnTo>
                <a:lnTo>
                  <a:pt x="55" y="483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48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91" name=""/>
          <p:cNvSpPr/>
          <p:nvPr/>
        </p:nvSpPr>
        <p:spPr>
          <a:xfrm rot="0">
            <a:off x="1798637" y="2343150"/>
            <a:ext cx="20637" cy="11112"/>
          </a:xfrm>
          <a:custGeom>
            <a:avLst/>
            <a:ahLst/>
            <a:rect l="0" t="0" r="r" b="b"/>
            <a:pathLst>
              <a:path w="55" h="28">
                <a:moveTo>
                  <a:pt x="27" y="28"/>
                </a:moveTo>
                <a:lnTo>
                  <a:pt x="0" y="28"/>
                </a:ln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92" name=""/>
          <p:cNvSpPr/>
          <p:nvPr/>
        </p:nvSpPr>
        <p:spPr>
          <a:xfrm rot="0">
            <a:off x="1798637" y="2343150"/>
            <a:ext cx="20637" cy="11112"/>
          </a:xfrm>
          <a:custGeom>
            <a:avLst/>
            <a:ahLst/>
            <a:rect l="0" t="0" r="r" b="b"/>
            <a:pathLst>
              <a:path w="55" h="28">
                <a:moveTo>
                  <a:pt x="0" y="28"/>
                </a:moveTo>
                <a:lnTo>
                  <a:pt x="1" y="19"/>
                </a:lnTo>
                <a:lnTo>
                  <a:pt x="4" y="12"/>
                </a:lnTo>
                <a:lnTo>
                  <a:pt x="11" y="5"/>
                </a:lnTo>
                <a:lnTo>
                  <a:pt x="18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93" name=""/>
          <p:cNvSpPr/>
          <p:nvPr/>
        </p:nvSpPr>
        <p:spPr>
          <a:xfrm rot="0">
            <a:off x="3046412" y="2546350"/>
            <a:ext cx="20637" cy="9525"/>
          </a:xfrm>
          <a:custGeom>
            <a:avLst/>
            <a:ahLst/>
            <a:rect l="0" t="0" r="r" b="b"/>
            <a:pathLst>
              <a:path w="55" h="27">
                <a:moveTo>
                  <a:pt x="27" y="0"/>
                </a:moveTo>
                <a:lnTo>
                  <a:pt x="55" y="0"/>
                </a:lnTo>
                <a:lnTo>
                  <a:pt x="53" y="9"/>
                </a:lnTo>
                <a:lnTo>
                  <a:pt x="50" y="17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9" y="26"/>
                </a:lnTo>
                <a:lnTo>
                  <a:pt x="11" y="23"/>
                </a:lnTo>
                <a:lnTo>
                  <a:pt x="5" y="17"/>
                </a:lnTo>
                <a:lnTo>
                  <a:pt x="2" y="9"/>
                </a:lnTo>
                <a:lnTo>
                  <a:pt x="0" y="0"/>
                </a:lnTo>
                <a:lnTo>
                  <a:pt x="27" y="0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94" name=""/>
          <p:cNvSpPr/>
          <p:nvPr/>
        </p:nvSpPr>
        <p:spPr>
          <a:xfrm rot="0">
            <a:off x="3046412" y="2546350"/>
            <a:ext cx="20637" cy="9525"/>
          </a:xfrm>
          <a:custGeom>
            <a:avLst/>
            <a:ahLst/>
            <a:rect l="0" t="0" r="r" b="b"/>
            <a:pathLst>
              <a:path w="55" h="27">
                <a:moveTo>
                  <a:pt x="55" y="0"/>
                </a:moveTo>
                <a:lnTo>
                  <a:pt x="53" y="9"/>
                </a:lnTo>
                <a:lnTo>
                  <a:pt x="50" y="17"/>
                </a:lnTo>
                <a:lnTo>
                  <a:pt x="43" y="23"/>
                </a:lnTo>
                <a:lnTo>
                  <a:pt x="36" y="26"/>
                </a:lnTo>
                <a:lnTo>
                  <a:pt x="27" y="27"/>
                </a:lnTo>
                <a:lnTo>
                  <a:pt x="19" y="26"/>
                </a:lnTo>
                <a:lnTo>
                  <a:pt x="11" y="23"/>
                </a:lnTo>
                <a:lnTo>
                  <a:pt x="5" y="17"/>
                </a:lnTo>
                <a:lnTo>
                  <a:pt x="2" y="9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95" name=""/>
          <p:cNvSpPr/>
          <p:nvPr/>
        </p:nvSpPr>
        <p:spPr>
          <a:xfrm rot="0">
            <a:off x="3046412" y="2354262"/>
            <a:ext cx="20637" cy="192087"/>
          </a:xfrm>
          <a:custGeom>
            <a:avLst/>
            <a:ahLst/>
            <a:rect l="0" t="0" r="r" b="b"/>
            <a:pathLst>
              <a:path w="55" h="483">
                <a:moveTo>
                  <a:pt x="0" y="483"/>
                </a:moveTo>
                <a:lnTo>
                  <a:pt x="27" y="483"/>
                </a:lnTo>
                <a:lnTo>
                  <a:pt x="55" y="483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48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96" name=""/>
          <p:cNvSpPr/>
          <p:nvPr/>
        </p:nvSpPr>
        <p:spPr>
          <a:xfrm rot="0">
            <a:off x="3046412" y="2354262"/>
            <a:ext cx="20637" cy="192087"/>
          </a:xfrm>
          <a:custGeom>
            <a:avLst/>
            <a:ahLst/>
            <a:rect l="0" t="0" r="r" b="b"/>
            <a:pathLst>
              <a:path w="55" h="483">
                <a:moveTo>
                  <a:pt x="0" y="483"/>
                </a:moveTo>
                <a:lnTo>
                  <a:pt x="27" y="483"/>
                </a:lnTo>
                <a:lnTo>
                  <a:pt x="55" y="483"/>
                </a:lnTo>
                <a:lnTo>
                  <a:pt x="55" y="0"/>
                </a:lnTo>
                <a:lnTo>
                  <a:pt x="27" y="0"/>
                </a:lnTo>
                <a:lnTo>
                  <a:pt x="0" y="0"/>
                </a:lnTo>
                <a:lnTo>
                  <a:pt x="0" y="48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79697" name=""/>
          <p:cNvSpPr/>
          <p:nvPr/>
        </p:nvSpPr>
        <p:spPr>
          <a:xfrm rot="0">
            <a:off x="3046412" y="2343150"/>
            <a:ext cx="20637" cy="11112"/>
          </a:xfrm>
          <a:custGeom>
            <a:avLst/>
            <a:ahLst/>
            <a:rect l="0" t="0" r="r" b="b"/>
            <a:pathLst>
              <a:path w="55" h="28">
                <a:moveTo>
                  <a:pt x="27" y="28"/>
                </a:moveTo>
                <a:lnTo>
                  <a:pt x="0" y="28"/>
                </a:lnTo>
                <a:lnTo>
                  <a:pt x="2" y="19"/>
                </a:lnTo>
                <a:lnTo>
                  <a:pt x="5" y="12"/>
                </a:lnTo>
                <a:lnTo>
                  <a:pt x="11" y="5"/>
                </a:lnTo>
                <a:lnTo>
                  <a:pt x="19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  <a:lnTo>
                  <a:pt x="27" y="28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79698" name=""/>
          <p:cNvSpPr/>
          <p:nvPr/>
        </p:nvSpPr>
        <p:spPr>
          <a:xfrm rot="0">
            <a:off x="3046412" y="2343150"/>
            <a:ext cx="20637" cy="11112"/>
          </a:xfrm>
          <a:custGeom>
            <a:avLst/>
            <a:ahLst/>
            <a:rect l="0" t="0" r="r" b="b"/>
            <a:pathLst>
              <a:path w="55" h="28">
                <a:moveTo>
                  <a:pt x="0" y="28"/>
                </a:moveTo>
                <a:lnTo>
                  <a:pt x="2" y="19"/>
                </a:lnTo>
                <a:lnTo>
                  <a:pt x="5" y="12"/>
                </a:lnTo>
                <a:lnTo>
                  <a:pt x="11" y="5"/>
                </a:lnTo>
                <a:lnTo>
                  <a:pt x="19" y="2"/>
                </a:lnTo>
                <a:lnTo>
                  <a:pt x="27" y="0"/>
                </a:lnTo>
                <a:lnTo>
                  <a:pt x="36" y="2"/>
                </a:lnTo>
                <a:lnTo>
                  <a:pt x="43" y="5"/>
                </a:lnTo>
                <a:lnTo>
                  <a:pt x="50" y="12"/>
                </a:lnTo>
                <a:lnTo>
                  <a:pt x="53" y="19"/>
                </a:lnTo>
                <a:lnTo>
                  <a:pt x="55" y="2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grpSp>
        <p:nvGrpSpPr>
          <p:cNvPr id="409" name=""/>
          <p:cNvGrpSpPr/>
          <p:nvPr/>
        </p:nvGrpSpPr>
        <p:grpSpPr>
          <a:xfrm rot="0">
            <a:off x="2063750" y="1728787"/>
            <a:ext cx="739775" cy="950912"/>
            <a:chOff x="1300" y="1089"/>
            <a:chExt cx="466" cy="599"/>
          </a:xfrm>
        </p:grpSpPr>
        <p:sp>
          <p:nvSpPr>
            <p:cNvPr id="1079699" name=""/>
            <p:cNvSpPr/>
            <p:nvPr/>
          </p:nvSpPr>
          <p:spPr>
            <a:xfrm rot="0" flipV="1">
              <a:off x="1300" y="1612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0" name=""/>
            <p:cNvSpPr/>
            <p:nvPr/>
          </p:nvSpPr>
          <p:spPr>
            <a:xfrm rot="0" flipV="1">
              <a:off x="1300" y="1478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1" name=""/>
            <p:cNvSpPr/>
            <p:nvPr/>
          </p:nvSpPr>
          <p:spPr>
            <a:xfrm rot="0" flipV="1">
              <a:off x="1300" y="1344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2" name=""/>
            <p:cNvSpPr/>
            <p:nvPr/>
          </p:nvSpPr>
          <p:spPr>
            <a:xfrm rot="0" flipV="1">
              <a:off x="1300" y="1210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3" name=""/>
            <p:cNvSpPr/>
            <p:nvPr/>
          </p:nvSpPr>
          <p:spPr>
            <a:xfrm rot="0" flipV="1">
              <a:off x="1300" y="1089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4" name=""/>
            <p:cNvSpPr/>
            <p:nvPr/>
          </p:nvSpPr>
          <p:spPr>
            <a:xfrm rot="0" flipV="1">
              <a:off x="1765" y="1612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5" name=""/>
            <p:cNvSpPr/>
            <p:nvPr/>
          </p:nvSpPr>
          <p:spPr>
            <a:xfrm rot="0" flipV="1">
              <a:off x="1765" y="1478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6" name=""/>
            <p:cNvSpPr/>
            <p:nvPr/>
          </p:nvSpPr>
          <p:spPr>
            <a:xfrm rot="0" flipV="1">
              <a:off x="1765" y="1344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7" name=""/>
            <p:cNvSpPr/>
            <p:nvPr/>
          </p:nvSpPr>
          <p:spPr>
            <a:xfrm rot="0" flipV="1">
              <a:off x="1765" y="1210"/>
              <a:ext cx="1" cy="89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08" name=""/>
            <p:cNvSpPr/>
            <p:nvPr/>
          </p:nvSpPr>
          <p:spPr>
            <a:xfrm rot="0" flipV="1">
              <a:off x="1765" y="1089"/>
              <a:ext cx="1" cy="77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10" name=""/>
          <p:cNvGrpSpPr/>
          <p:nvPr/>
        </p:nvGrpSpPr>
        <p:grpSpPr>
          <a:xfrm rot="0">
            <a:off x="2065337" y="2679700"/>
            <a:ext cx="735012" cy="90487"/>
            <a:chOff x="1301" y="1688"/>
            <a:chExt cx="463" cy="57"/>
          </a:xfrm>
        </p:grpSpPr>
        <p:sp>
          <p:nvSpPr>
            <p:cNvPr id="1079709" name=""/>
            <p:cNvSpPr/>
            <p:nvPr/>
          </p:nvSpPr>
          <p:spPr>
            <a:xfrm rot="0">
              <a:off x="1301" y="1688"/>
              <a:ext cx="78" cy="33"/>
            </a:xfrm>
            <a:custGeom>
              <a:avLst/>
              <a:ahLst/>
              <a:rect l="0" t="0" r="r" b="b"/>
              <a:pathLst>
                <a:path w="313" h="132">
                  <a:moveTo>
                    <a:pt x="0" y="0"/>
                  </a:moveTo>
                  <a:lnTo>
                    <a:pt x="91" y="45"/>
                  </a:lnTo>
                  <a:lnTo>
                    <a:pt x="184" y="85"/>
                  </a:lnTo>
                  <a:lnTo>
                    <a:pt x="278" y="121"/>
                  </a:lnTo>
                  <a:lnTo>
                    <a:pt x="313" y="13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0" name=""/>
            <p:cNvSpPr/>
            <p:nvPr/>
          </p:nvSpPr>
          <p:spPr>
            <a:xfrm rot="0">
              <a:off x="1422" y="1733"/>
              <a:ext cx="88" cy="12"/>
            </a:xfrm>
            <a:custGeom>
              <a:avLst/>
              <a:ahLst/>
              <a:rect l="0" t="0" r="r" b="b"/>
              <a:pathLst>
                <a:path w="353" h="49">
                  <a:moveTo>
                    <a:pt x="0" y="0"/>
                  </a:moveTo>
                  <a:lnTo>
                    <a:pt x="89" y="20"/>
                  </a:lnTo>
                  <a:lnTo>
                    <a:pt x="189" y="35"/>
                  </a:lnTo>
                  <a:lnTo>
                    <a:pt x="290" y="45"/>
                  </a:lnTo>
                  <a:lnTo>
                    <a:pt x="353" y="4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1" name=""/>
            <p:cNvSpPr/>
            <p:nvPr/>
          </p:nvSpPr>
          <p:spPr>
            <a:xfrm rot="0">
              <a:off x="1555" y="1733"/>
              <a:ext cx="88" cy="12"/>
            </a:xfrm>
            <a:custGeom>
              <a:avLst/>
              <a:ahLst/>
              <a:rect l="0" t="0" r="r" b="b"/>
              <a:pathLst>
                <a:path w="354" h="49">
                  <a:moveTo>
                    <a:pt x="0" y="49"/>
                  </a:moveTo>
                  <a:lnTo>
                    <a:pt x="64" y="45"/>
                  </a:lnTo>
                  <a:lnTo>
                    <a:pt x="165" y="35"/>
                  </a:lnTo>
                  <a:lnTo>
                    <a:pt x="265" y="20"/>
                  </a:lnTo>
                  <a:lnTo>
                    <a:pt x="35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2" name=""/>
            <p:cNvSpPr/>
            <p:nvPr/>
          </p:nvSpPr>
          <p:spPr>
            <a:xfrm rot="0">
              <a:off x="1686" y="1688"/>
              <a:ext cx="78" cy="33"/>
            </a:xfrm>
            <a:custGeom>
              <a:avLst/>
              <a:ahLst/>
              <a:rect l="0" t="0" r="r" b="b"/>
              <a:pathLst>
                <a:path w="312" h="132">
                  <a:moveTo>
                    <a:pt x="0" y="132"/>
                  </a:moveTo>
                  <a:lnTo>
                    <a:pt x="34" y="121"/>
                  </a:lnTo>
                  <a:lnTo>
                    <a:pt x="129" y="85"/>
                  </a:lnTo>
                  <a:lnTo>
                    <a:pt x="222" y="45"/>
                  </a:lnTo>
                  <a:lnTo>
                    <a:pt x="31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11" name=""/>
          <p:cNvGrpSpPr/>
          <p:nvPr/>
        </p:nvGrpSpPr>
        <p:grpSpPr>
          <a:xfrm rot="0">
            <a:off x="1393825" y="2679700"/>
            <a:ext cx="2078037" cy="1587"/>
            <a:chOff x="878" y="1688"/>
            <a:chExt cx="1309" cy="1"/>
          </a:xfrm>
        </p:grpSpPr>
        <p:sp>
          <p:nvSpPr>
            <p:cNvPr id="1079713" name=""/>
            <p:cNvSpPr/>
            <p:nvPr/>
          </p:nvSpPr>
          <p:spPr>
            <a:xfrm rot="0" flipH="1">
              <a:off x="2131" y="1688"/>
              <a:ext cx="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4" name=""/>
            <p:cNvSpPr/>
            <p:nvPr/>
          </p:nvSpPr>
          <p:spPr>
            <a:xfrm rot="0" flipH="1">
              <a:off x="1998" y="1688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5" name=""/>
            <p:cNvSpPr/>
            <p:nvPr/>
          </p:nvSpPr>
          <p:spPr>
            <a:xfrm rot="0" flipH="1">
              <a:off x="1864" y="1688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6" name=""/>
            <p:cNvSpPr/>
            <p:nvPr/>
          </p:nvSpPr>
          <p:spPr>
            <a:xfrm rot="0" flipH="1">
              <a:off x="1764" y="1688"/>
              <a:ext cx="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7" name=""/>
            <p:cNvSpPr/>
            <p:nvPr/>
          </p:nvSpPr>
          <p:spPr>
            <a:xfrm rot="0" flipH="1">
              <a:off x="1245" y="1688"/>
              <a:ext cx="56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8" name=""/>
            <p:cNvSpPr/>
            <p:nvPr/>
          </p:nvSpPr>
          <p:spPr>
            <a:xfrm rot="0" flipH="1">
              <a:off x="1112" y="1688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19" name=""/>
            <p:cNvSpPr/>
            <p:nvPr/>
          </p:nvSpPr>
          <p:spPr>
            <a:xfrm rot="0" flipH="1">
              <a:off x="978" y="1688"/>
              <a:ext cx="8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20" name=""/>
            <p:cNvSpPr/>
            <p:nvPr/>
          </p:nvSpPr>
          <p:spPr>
            <a:xfrm rot="0" flipH="1">
              <a:off x="878" y="1688"/>
              <a:ext cx="5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79721" name=""/>
          <p:cNvSpPr/>
          <p:nvPr/>
        </p:nvSpPr>
        <p:spPr>
          <a:xfrm rot="0">
            <a:off x="6073775" y="739775"/>
            <a:ext cx="2740025" cy="977900"/>
          </a:xfrm>
          <a:prstGeom prst="wedgeRectCallout">
            <a:avLst>
              <a:gd name="adj1" fmla="val -55792"/>
              <a:gd name="adj2" fmla="val 77921"/>
            </a:avLst>
          </a:prstGeom>
          <a:solidFill>
            <a:schemeClr val="accent1"/>
          </a:solidFill>
          <a:ln w="9525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lang="zh-CN"/>
              <a:t>外方形，内圆孔</a:t>
            </a:r>
          </a:p>
        </p:txBody>
      </p:sp>
    </p:spTree>
  </p:cSld>
  <p:clrMapOvr>
    <a:masterClrMapping/>
  </p:clrMapOvr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id="9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1"/>
                                        <p:tgtEl>
                                          <p:spTgt spid="1079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"/>
                                        <p:tgtEl>
                                          <p:spTgt spid="1079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id="13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5"/>
                                        <p:tgtEl>
                                          <p:spTgt spid="1079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6"/>
                                        <p:tgtEl>
                                          <p:spTgt spid="1079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1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79722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49</a:t>
            </a:r>
          </a:p>
        </p:txBody>
      </p:sp>
      <p:sp>
        <p:nvSpPr>
          <p:cNvPr id="1079723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grpSp>
        <p:nvGrpSpPr>
          <p:cNvPr id="413" name=""/>
          <p:cNvGrpSpPr/>
          <p:nvPr/>
        </p:nvGrpSpPr>
        <p:grpSpPr>
          <a:xfrm rot="0">
            <a:off x="2586037" y="2103437"/>
            <a:ext cx="3487737" cy="3517900"/>
            <a:chOff x="1629" y="1325"/>
            <a:chExt cx="2197" cy="2216"/>
          </a:xfrm>
        </p:grpSpPr>
        <p:sp>
          <p:nvSpPr>
            <p:cNvPr id="1079724" name=""/>
            <p:cNvSpPr/>
            <p:nvPr/>
          </p:nvSpPr>
          <p:spPr>
            <a:xfrm rot="0">
              <a:off x="2748" y="132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27" y="27"/>
                  </a:moveTo>
                  <a:lnTo>
                    <a:pt x="27" y="53"/>
                  </a:lnTo>
                  <a:lnTo>
                    <a:pt x="18" y="52"/>
                  </a:lnTo>
                  <a:lnTo>
                    <a:pt x="11" y="49"/>
                  </a:lnTo>
                  <a:lnTo>
                    <a:pt x="5" y="43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25" name=""/>
            <p:cNvSpPr/>
            <p:nvPr/>
          </p:nvSpPr>
          <p:spPr>
            <a:xfrm rot="0">
              <a:off x="2748" y="132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27" y="53"/>
                  </a:moveTo>
                  <a:lnTo>
                    <a:pt x="18" y="52"/>
                  </a:lnTo>
                  <a:lnTo>
                    <a:pt x="11" y="49"/>
                  </a:lnTo>
                  <a:lnTo>
                    <a:pt x="5" y="43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26" name=""/>
            <p:cNvSpPr/>
            <p:nvPr/>
          </p:nvSpPr>
          <p:spPr>
            <a:xfrm rot="0">
              <a:off x="2757" y="1325"/>
              <a:ext cx="233" cy="17"/>
            </a:xfrm>
            <a:custGeom>
              <a:avLst/>
              <a:ahLst/>
              <a:rect l="0" t="0" r="r" b="b"/>
              <a:pathLst>
                <a:path w="699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699" y="53"/>
                  </a:lnTo>
                  <a:lnTo>
                    <a:pt x="699" y="27"/>
                  </a:lnTo>
                  <a:lnTo>
                    <a:pt x="69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27" name=""/>
            <p:cNvSpPr/>
            <p:nvPr/>
          </p:nvSpPr>
          <p:spPr>
            <a:xfrm rot="0">
              <a:off x="2757" y="1325"/>
              <a:ext cx="233" cy="17"/>
            </a:xfrm>
            <a:custGeom>
              <a:avLst/>
              <a:ahLst/>
              <a:rect l="0" t="0" r="r" b="b"/>
              <a:pathLst>
                <a:path w="699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699" y="53"/>
                  </a:lnTo>
                  <a:lnTo>
                    <a:pt x="699" y="27"/>
                  </a:lnTo>
                  <a:lnTo>
                    <a:pt x="6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28" name=""/>
            <p:cNvSpPr/>
            <p:nvPr/>
          </p:nvSpPr>
          <p:spPr>
            <a:xfrm rot="0">
              <a:off x="2990" y="132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8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29" name=""/>
            <p:cNvSpPr/>
            <p:nvPr/>
          </p:nvSpPr>
          <p:spPr>
            <a:xfrm rot="0">
              <a:off x="2990" y="132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8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30" name=""/>
            <p:cNvSpPr/>
            <p:nvPr/>
          </p:nvSpPr>
          <p:spPr>
            <a:xfrm rot="0">
              <a:off x="3399" y="2272"/>
              <a:ext cx="9" cy="17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1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31" name=""/>
            <p:cNvSpPr/>
            <p:nvPr/>
          </p:nvSpPr>
          <p:spPr>
            <a:xfrm rot="0">
              <a:off x="3399" y="2272"/>
              <a:ext cx="9" cy="17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1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32" name=""/>
            <p:cNvSpPr/>
            <p:nvPr/>
          </p:nvSpPr>
          <p:spPr>
            <a:xfrm rot="0">
              <a:off x="3408" y="2272"/>
              <a:ext cx="409" cy="17"/>
            </a:xfrm>
            <a:custGeom>
              <a:avLst/>
              <a:ahLst/>
              <a:rect l="0" t="0" r="r" b="b"/>
              <a:pathLst>
                <a:path w="1226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1226" y="53"/>
                  </a:lnTo>
                  <a:lnTo>
                    <a:pt x="1226" y="27"/>
                  </a:lnTo>
                  <a:lnTo>
                    <a:pt x="1226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33" name=""/>
            <p:cNvSpPr/>
            <p:nvPr/>
          </p:nvSpPr>
          <p:spPr>
            <a:xfrm rot="0">
              <a:off x="3408" y="2272"/>
              <a:ext cx="409" cy="17"/>
            </a:xfrm>
            <a:custGeom>
              <a:avLst/>
              <a:ahLst/>
              <a:rect l="0" t="0" r="r" b="b"/>
              <a:pathLst>
                <a:path w="1226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1226" y="53"/>
                  </a:lnTo>
                  <a:lnTo>
                    <a:pt x="1226" y="27"/>
                  </a:lnTo>
                  <a:lnTo>
                    <a:pt x="122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34" name=""/>
            <p:cNvSpPr/>
            <p:nvPr/>
          </p:nvSpPr>
          <p:spPr>
            <a:xfrm rot="0">
              <a:off x="3817" y="2272"/>
              <a:ext cx="9" cy="17"/>
            </a:xfrm>
            <a:custGeom>
              <a:avLst/>
              <a:ahLst/>
              <a:rect l="0" t="0" r="r" b="b"/>
              <a:pathLst>
                <a:path w="28" h="53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35" name=""/>
            <p:cNvSpPr/>
            <p:nvPr/>
          </p:nvSpPr>
          <p:spPr>
            <a:xfrm rot="0">
              <a:off x="3817" y="2272"/>
              <a:ext cx="9" cy="17"/>
            </a:xfrm>
            <a:custGeom>
              <a:avLst/>
              <a:ahLst/>
              <a:rect l="0" t="0" r="r" b="b"/>
              <a:pathLst>
                <a:path w="28" h="53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36" name=""/>
            <p:cNvSpPr/>
            <p:nvPr/>
          </p:nvSpPr>
          <p:spPr>
            <a:xfrm rot="0">
              <a:off x="2748" y="132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37" name=""/>
            <p:cNvSpPr/>
            <p:nvPr/>
          </p:nvSpPr>
          <p:spPr>
            <a:xfrm rot="0">
              <a:off x="2748" y="132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38" name=""/>
            <p:cNvSpPr/>
            <p:nvPr/>
          </p:nvSpPr>
          <p:spPr>
            <a:xfrm rot="0">
              <a:off x="2748" y="1334"/>
              <a:ext cx="18" cy="185"/>
            </a:xfrm>
            <a:custGeom>
              <a:avLst/>
              <a:ahLst/>
              <a:rect l="0" t="0" r="r" b="b"/>
              <a:pathLst>
                <a:path w="54" h="556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27" y="556"/>
                  </a:lnTo>
                  <a:lnTo>
                    <a:pt x="54" y="556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39" name=""/>
            <p:cNvSpPr/>
            <p:nvPr/>
          </p:nvSpPr>
          <p:spPr>
            <a:xfrm rot="0">
              <a:off x="2748" y="1334"/>
              <a:ext cx="18" cy="185"/>
            </a:xfrm>
            <a:custGeom>
              <a:avLst/>
              <a:ahLst/>
              <a:rect l="0" t="0" r="r" b="b"/>
              <a:pathLst>
                <a:path w="54" h="556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27" y="556"/>
                  </a:lnTo>
                  <a:lnTo>
                    <a:pt x="54" y="556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40" name=""/>
            <p:cNvSpPr/>
            <p:nvPr/>
          </p:nvSpPr>
          <p:spPr>
            <a:xfrm rot="0">
              <a:off x="2748" y="1519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41" name=""/>
            <p:cNvSpPr/>
            <p:nvPr/>
          </p:nvSpPr>
          <p:spPr>
            <a:xfrm rot="0">
              <a:off x="2748" y="1519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42" name=""/>
            <p:cNvSpPr/>
            <p:nvPr/>
          </p:nvSpPr>
          <p:spPr>
            <a:xfrm rot="0">
              <a:off x="3808" y="228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1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43" name=""/>
            <p:cNvSpPr/>
            <p:nvPr/>
          </p:nvSpPr>
          <p:spPr>
            <a:xfrm rot="0">
              <a:off x="3808" y="228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1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44" name=""/>
            <p:cNvSpPr/>
            <p:nvPr/>
          </p:nvSpPr>
          <p:spPr>
            <a:xfrm rot="0">
              <a:off x="3808" y="2064"/>
              <a:ext cx="18" cy="217"/>
            </a:xfrm>
            <a:custGeom>
              <a:avLst/>
              <a:ahLst/>
              <a:rect l="0" t="0" r="r" b="b"/>
              <a:pathLst>
                <a:path w="54" h="650">
                  <a:moveTo>
                    <a:pt x="0" y="650"/>
                  </a:moveTo>
                  <a:lnTo>
                    <a:pt x="26" y="650"/>
                  </a:lnTo>
                  <a:lnTo>
                    <a:pt x="54" y="65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65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45" name=""/>
            <p:cNvSpPr/>
            <p:nvPr/>
          </p:nvSpPr>
          <p:spPr>
            <a:xfrm rot="0">
              <a:off x="3808" y="2064"/>
              <a:ext cx="18" cy="217"/>
            </a:xfrm>
            <a:custGeom>
              <a:avLst/>
              <a:ahLst/>
              <a:rect l="0" t="0" r="r" b="b"/>
              <a:pathLst>
                <a:path w="54" h="650">
                  <a:moveTo>
                    <a:pt x="0" y="650"/>
                  </a:moveTo>
                  <a:lnTo>
                    <a:pt x="26" y="650"/>
                  </a:lnTo>
                  <a:lnTo>
                    <a:pt x="54" y="65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6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46" name=""/>
            <p:cNvSpPr/>
            <p:nvPr/>
          </p:nvSpPr>
          <p:spPr>
            <a:xfrm rot="0">
              <a:off x="3808" y="205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79747" name=""/>
            <p:cNvSpPr/>
            <p:nvPr/>
          </p:nvSpPr>
          <p:spPr>
            <a:xfrm rot="0">
              <a:off x="3808" y="205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48" name=""/>
            <p:cNvSpPr/>
            <p:nvPr/>
          </p:nvSpPr>
          <p:spPr>
            <a:xfrm rot="0">
              <a:off x="1629" y="263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49" name=""/>
            <p:cNvSpPr/>
            <p:nvPr/>
          </p:nvSpPr>
          <p:spPr>
            <a:xfrm rot="0">
              <a:off x="1629" y="2725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0" name=""/>
            <p:cNvSpPr/>
            <p:nvPr/>
          </p:nvSpPr>
          <p:spPr>
            <a:xfrm rot="0">
              <a:off x="1629" y="2833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1" name=""/>
            <p:cNvSpPr/>
            <p:nvPr/>
          </p:nvSpPr>
          <p:spPr>
            <a:xfrm rot="0">
              <a:off x="1629" y="2942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2" name=""/>
            <p:cNvSpPr/>
            <p:nvPr/>
          </p:nvSpPr>
          <p:spPr>
            <a:xfrm rot="0">
              <a:off x="1629" y="3050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3" name=""/>
            <p:cNvSpPr/>
            <p:nvPr/>
          </p:nvSpPr>
          <p:spPr>
            <a:xfrm rot="0">
              <a:off x="1629" y="3158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4" name=""/>
            <p:cNvSpPr/>
            <p:nvPr/>
          </p:nvSpPr>
          <p:spPr>
            <a:xfrm rot="0">
              <a:off x="1629" y="3267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5" name=""/>
            <p:cNvSpPr/>
            <p:nvPr/>
          </p:nvSpPr>
          <p:spPr>
            <a:xfrm rot="0">
              <a:off x="1629" y="3375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6" name=""/>
            <p:cNvSpPr/>
            <p:nvPr/>
          </p:nvSpPr>
          <p:spPr>
            <a:xfrm rot="0">
              <a:off x="1629" y="3483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7" name=""/>
            <p:cNvSpPr/>
            <p:nvPr/>
          </p:nvSpPr>
          <p:spPr>
            <a:xfrm rot="0" flipV="1">
              <a:off x="2175" y="3483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8" name=""/>
            <p:cNvSpPr/>
            <p:nvPr/>
          </p:nvSpPr>
          <p:spPr>
            <a:xfrm rot="0" flipV="1">
              <a:off x="2175" y="3375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59" name=""/>
            <p:cNvSpPr/>
            <p:nvPr/>
          </p:nvSpPr>
          <p:spPr>
            <a:xfrm rot="0" flipV="1">
              <a:off x="2175" y="3267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0" name=""/>
            <p:cNvSpPr/>
            <p:nvPr/>
          </p:nvSpPr>
          <p:spPr>
            <a:xfrm rot="0" flipV="1">
              <a:off x="2175" y="3158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1" name=""/>
            <p:cNvSpPr/>
            <p:nvPr/>
          </p:nvSpPr>
          <p:spPr>
            <a:xfrm rot="0" flipV="1">
              <a:off x="2175" y="3050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2" name=""/>
            <p:cNvSpPr/>
            <p:nvPr/>
          </p:nvSpPr>
          <p:spPr>
            <a:xfrm rot="0" flipV="1">
              <a:off x="2175" y="2942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3" name=""/>
            <p:cNvSpPr/>
            <p:nvPr/>
          </p:nvSpPr>
          <p:spPr>
            <a:xfrm rot="0" flipV="1">
              <a:off x="2175" y="2833"/>
              <a:ext cx="1" cy="73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4" name=""/>
            <p:cNvSpPr/>
            <p:nvPr/>
          </p:nvSpPr>
          <p:spPr>
            <a:xfrm rot="0" flipV="1">
              <a:off x="2175" y="2725"/>
              <a:ext cx="1" cy="7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5" name=""/>
            <p:cNvSpPr/>
            <p:nvPr/>
          </p:nvSpPr>
          <p:spPr>
            <a:xfrm rot="0" flipV="1">
              <a:off x="2175" y="2631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6" name=""/>
            <p:cNvSpPr/>
            <p:nvPr/>
          </p:nvSpPr>
          <p:spPr>
            <a:xfrm rot="0">
              <a:off x="2423" y="3062"/>
              <a:ext cx="18" cy="25"/>
            </a:xfrm>
            <a:custGeom>
              <a:avLst/>
              <a:ahLst/>
              <a:rect l="0" t="0" r="r" b="b"/>
              <a:pathLst>
                <a:path w="54" h="75">
                  <a:moveTo>
                    <a:pt x="2" y="75"/>
                  </a:moveTo>
                  <a:lnTo>
                    <a:pt x="28" y="73"/>
                  </a:lnTo>
                  <a:lnTo>
                    <a:pt x="54" y="72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3"/>
                  </a:lnTo>
                  <a:lnTo>
                    <a:pt x="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67" name=""/>
            <p:cNvSpPr/>
            <p:nvPr/>
          </p:nvSpPr>
          <p:spPr>
            <a:xfrm rot="0">
              <a:off x="2423" y="3062"/>
              <a:ext cx="18" cy="25"/>
            </a:xfrm>
            <a:custGeom>
              <a:avLst/>
              <a:ahLst/>
              <a:rect l="0" t="0" r="r" b="b"/>
              <a:pathLst>
                <a:path w="54" h="75">
                  <a:moveTo>
                    <a:pt x="2" y="75"/>
                  </a:moveTo>
                  <a:lnTo>
                    <a:pt x="28" y="73"/>
                  </a:lnTo>
                  <a:lnTo>
                    <a:pt x="54" y="72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3"/>
                  </a:lnTo>
                  <a:lnTo>
                    <a:pt x="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68" name=""/>
            <p:cNvSpPr/>
            <p:nvPr/>
          </p:nvSpPr>
          <p:spPr>
            <a:xfrm rot="0">
              <a:off x="2431" y="3062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2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69" name=""/>
            <p:cNvSpPr/>
            <p:nvPr/>
          </p:nvSpPr>
          <p:spPr>
            <a:xfrm rot="0">
              <a:off x="2440" y="30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70" name=""/>
            <p:cNvSpPr/>
            <p:nvPr/>
          </p:nvSpPr>
          <p:spPr>
            <a:xfrm rot="0">
              <a:off x="2421" y="3038"/>
              <a:ext cx="19" cy="25"/>
            </a:xfrm>
            <a:custGeom>
              <a:avLst/>
              <a:ahLst/>
              <a:rect l="0" t="0" r="r" b="b"/>
              <a:pathLst>
                <a:path w="57" h="73">
                  <a:moveTo>
                    <a:pt x="5" y="73"/>
                  </a:moveTo>
                  <a:lnTo>
                    <a:pt x="31" y="72"/>
                  </a:lnTo>
                  <a:lnTo>
                    <a:pt x="57" y="70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5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71" name=""/>
            <p:cNvSpPr/>
            <p:nvPr/>
          </p:nvSpPr>
          <p:spPr>
            <a:xfrm rot="0">
              <a:off x="2421" y="3038"/>
              <a:ext cx="19" cy="25"/>
            </a:xfrm>
            <a:custGeom>
              <a:avLst/>
              <a:ahLst/>
              <a:rect l="0" t="0" r="r" b="b"/>
              <a:pathLst>
                <a:path w="57" h="73">
                  <a:moveTo>
                    <a:pt x="5" y="73"/>
                  </a:moveTo>
                  <a:lnTo>
                    <a:pt x="31" y="72"/>
                  </a:lnTo>
                  <a:lnTo>
                    <a:pt x="57" y="70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5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72" name=""/>
            <p:cNvSpPr/>
            <p:nvPr/>
          </p:nvSpPr>
          <p:spPr>
            <a:xfrm rot="0">
              <a:off x="2430" y="3038"/>
              <a:ext cx="8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73" name=""/>
            <p:cNvSpPr/>
            <p:nvPr/>
          </p:nvSpPr>
          <p:spPr>
            <a:xfrm rot="0" flipV="1">
              <a:off x="2438" y="30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74" name=""/>
            <p:cNvSpPr/>
            <p:nvPr/>
          </p:nvSpPr>
          <p:spPr>
            <a:xfrm rot="0">
              <a:off x="2418" y="3014"/>
              <a:ext cx="20" cy="26"/>
            </a:xfrm>
            <a:custGeom>
              <a:avLst/>
              <a:ahLst/>
              <a:rect l="0" t="0" r="r" b="b"/>
              <a:pathLst>
                <a:path w="60" h="77">
                  <a:moveTo>
                    <a:pt x="8" y="77"/>
                  </a:moveTo>
                  <a:lnTo>
                    <a:pt x="34" y="74"/>
                  </a:lnTo>
                  <a:lnTo>
                    <a:pt x="60" y="71"/>
                  </a:lnTo>
                  <a:lnTo>
                    <a:pt x="52" y="0"/>
                  </a:lnTo>
                  <a:lnTo>
                    <a:pt x="26" y="3"/>
                  </a:lnTo>
                  <a:lnTo>
                    <a:pt x="0" y="6"/>
                  </a:lnTo>
                  <a:lnTo>
                    <a:pt x="8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75" name=""/>
            <p:cNvSpPr/>
            <p:nvPr/>
          </p:nvSpPr>
          <p:spPr>
            <a:xfrm rot="0">
              <a:off x="2418" y="3014"/>
              <a:ext cx="20" cy="26"/>
            </a:xfrm>
            <a:custGeom>
              <a:avLst/>
              <a:ahLst/>
              <a:rect l="0" t="0" r="r" b="b"/>
              <a:pathLst>
                <a:path w="60" h="77">
                  <a:moveTo>
                    <a:pt x="8" y="77"/>
                  </a:moveTo>
                  <a:lnTo>
                    <a:pt x="34" y="74"/>
                  </a:lnTo>
                  <a:lnTo>
                    <a:pt x="60" y="71"/>
                  </a:lnTo>
                  <a:lnTo>
                    <a:pt x="52" y="0"/>
                  </a:lnTo>
                  <a:lnTo>
                    <a:pt x="26" y="3"/>
                  </a:lnTo>
                  <a:lnTo>
                    <a:pt x="0" y="6"/>
                  </a:lnTo>
                  <a:lnTo>
                    <a:pt x="8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76" name=""/>
            <p:cNvSpPr/>
            <p:nvPr/>
          </p:nvSpPr>
          <p:spPr>
            <a:xfrm rot="0">
              <a:off x="2427" y="3014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77" name=""/>
            <p:cNvSpPr/>
            <p:nvPr/>
          </p:nvSpPr>
          <p:spPr>
            <a:xfrm rot="0" flipV="1">
              <a:off x="2436" y="30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78" name=""/>
            <p:cNvSpPr/>
            <p:nvPr/>
          </p:nvSpPr>
          <p:spPr>
            <a:xfrm rot="0">
              <a:off x="2415" y="2990"/>
              <a:ext cx="21" cy="26"/>
            </a:xfrm>
            <a:custGeom>
              <a:avLst/>
              <a:ahLst/>
              <a:rect l="0" t="0" r="r" b="b"/>
              <a:pathLst>
                <a:path w="63" h="79">
                  <a:moveTo>
                    <a:pt x="11" y="79"/>
                  </a:moveTo>
                  <a:lnTo>
                    <a:pt x="37" y="75"/>
                  </a:lnTo>
                  <a:lnTo>
                    <a:pt x="63" y="71"/>
                  </a:lnTo>
                  <a:lnTo>
                    <a:pt x="52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11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79" name=""/>
            <p:cNvSpPr/>
            <p:nvPr/>
          </p:nvSpPr>
          <p:spPr>
            <a:xfrm rot="0">
              <a:off x="2415" y="2990"/>
              <a:ext cx="21" cy="26"/>
            </a:xfrm>
            <a:custGeom>
              <a:avLst/>
              <a:ahLst/>
              <a:rect l="0" t="0" r="r" b="b"/>
              <a:pathLst>
                <a:path w="63" h="79">
                  <a:moveTo>
                    <a:pt x="11" y="79"/>
                  </a:moveTo>
                  <a:lnTo>
                    <a:pt x="37" y="75"/>
                  </a:lnTo>
                  <a:lnTo>
                    <a:pt x="63" y="71"/>
                  </a:lnTo>
                  <a:lnTo>
                    <a:pt x="52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11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80" name=""/>
            <p:cNvSpPr/>
            <p:nvPr/>
          </p:nvSpPr>
          <p:spPr>
            <a:xfrm rot="0">
              <a:off x="2423" y="2990"/>
              <a:ext cx="9" cy="1"/>
            </a:xfrm>
            <a:custGeom>
              <a:avLst/>
              <a:ahLst/>
              <a:rect l="0" t="0" r="r" b="b"/>
              <a:pathLst>
                <a:path w="26" h="5">
                  <a:moveTo>
                    <a:pt x="0" y="5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81" name=""/>
            <p:cNvSpPr/>
            <p:nvPr/>
          </p:nvSpPr>
          <p:spPr>
            <a:xfrm rot="0" flipV="1">
              <a:off x="2432" y="2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82" name=""/>
            <p:cNvSpPr/>
            <p:nvPr/>
          </p:nvSpPr>
          <p:spPr>
            <a:xfrm rot="0">
              <a:off x="2410" y="2966"/>
              <a:ext cx="22" cy="27"/>
            </a:xfrm>
            <a:custGeom>
              <a:avLst/>
              <a:ahLst/>
              <a:rect l="0" t="0" r="r" b="b"/>
              <a:pathLst>
                <a:path w="66" h="80">
                  <a:moveTo>
                    <a:pt x="14" y="80"/>
                  </a:moveTo>
                  <a:lnTo>
                    <a:pt x="40" y="75"/>
                  </a:lnTo>
                  <a:lnTo>
                    <a:pt x="66" y="70"/>
                  </a:lnTo>
                  <a:lnTo>
                    <a:pt x="52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14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83" name=""/>
            <p:cNvSpPr/>
            <p:nvPr/>
          </p:nvSpPr>
          <p:spPr>
            <a:xfrm rot="0">
              <a:off x="2410" y="2966"/>
              <a:ext cx="22" cy="27"/>
            </a:xfrm>
            <a:custGeom>
              <a:avLst/>
              <a:ahLst/>
              <a:rect l="0" t="0" r="r" b="b"/>
              <a:pathLst>
                <a:path w="66" h="80">
                  <a:moveTo>
                    <a:pt x="14" y="80"/>
                  </a:moveTo>
                  <a:lnTo>
                    <a:pt x="40" y="75"/>
                  </a:lnTo>
                  <a:lnTo>
                    <a:pt x="66" y="70"/>
                  </a:lnTo>
                  <a:lnTo>
                    <a:pt x="52" y="0"/>
                  </a:lnTo>
                  <a:lnTo>
                    <a:pt x="26" y="5"/>
                  </a:lnTo>
                  <a:lnTo>
                    <a:pt x="0" y="10"/>
                  </a:lnTo>
                  <a:lnTo>
                    <a:pt x="14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84" name=""/>
            <p:cNvSpPr/>
            <p:nvPr/>
          </p:nvSpPr>
          <p:spPr>
            <a:xfrm rot="0">
              <a:off x="2419" y="2966"/>
              <a:ext cx="8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6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85" name=""/>
            <p:cNvSpPr/>
            <p:nvPr/>
          </p:nvSpPr>
          <p:spPr>
            <a:xfrm rot="0" flipV="1">
              <a:off x="2427" y="29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86" name=""/>
            <p:cNvSpPr/>
            <p:nvPr/>
          </p:nvSpPr>
          <p:spPr>
            <a:xfrm rot="0">
              <a:off x="2404" y="2943"/>
              <a:ext cx="23" cy="27"/>
            </a:xfrm>
            <a:custGeom>
              <a:avLst/>
              <a:ahLst/>
              <a:rect l="0" t="0" r="r" b="b"/>
              <a:pathLst>
                <a:path w="70" h="81">
                  <a:moveTo>
                    <a:pt x="18" y="81"/>
                  </a:moveTo>
                  <a:lnTo>
                    <a:pt x="44" y="75"/>
                  </a:lnTo>
                  <a:lnTo>
                    <a:pt x="70" y="69"/>
                  </a:lnTo>
                  <a:lnTo>
                    <a:pt x="52" y="0"/>
                  </a:lnTo>
                  <a:lnTo>
                    <a:pt x="26" y="6"/>
                  </a:lnTo>
                  <a:lnTo>
                    <a:pt x="0" y="12"/>
                  </a:lnTo>
                  <a:lnTo>
                    <a:pt x="18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87" name=""/>
            <p:cNvSpPr/>
            <p:nvPr/>
          </p:nvSpPr>
          <p:spPr>
            <a:xfrm rot="0">
              <a:off x="2404" y="2943"/>
              <a:ext cx="23" cy="27"/>
            </a:xfrm>
            <a:custGeom>
              <a:avLst/>
              <a:ahLst/>
              <a:rect l="0" t="0" r="r" b="b"/>
              <a:pathLst>
                <a:path w="70" h="81">
                  <a:moveTo>
                    <a:pt x="18" y="81"/>
                  </a:moveTo>
                  <a:lnTo>
                    <a:pt x="44" y="75"/>
                  </a:lnTo>
                  <a:lnTo>
                    <a:pt x="70" y="69"/>
                  </a:lnTo>
                  <a:lnTo>
                    <a:pt x="52" y="0"/>
                  </a:lnTo>
                  <a:lnTo>
                    <a:pt x="26" y="6"/>
                  </a:lnTo>
                  <a:lnTo>
                    <a:pt x="0" y="12"/>
                  </a:lnTo>
                  <a:lnTo>
                    <a:pt x="18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88" name=""/>
            <p:cNvSpPr/>
            <p:nvPr/>
          </p:nvSpPr>
          <p:spPr>
            <a:xfrm rot="0">
              <a:off x="2413" y="2943"/>
              <a:ext cx="8" cy="2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1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89" name=""/>
            <p:cNvSpPr/>
            <p:nvPr/>
          </p:nvSpPr>
          <p:spPr>
            <a:xfrm rot="0" flipH="1" flipV="1">
              <a:off x="2421" y="29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90" name=""/>
            <p:cNvSpPr/>
            <p:nvPr/>
          </p:nvSpPr>
          <p:spPr>
            <a:xfrm rot="0">
              <a:off x="2397" y="2920"/>
              <a:ext cx="24" cy="27"/>
            </a:xfrm>
            <a:custGeom>
              <a:avLst/>
              <a:ahLst/>
              <a:rect l="0" t="0" r="r" b="b"/>
              <a:pathLst>
                <a:path w="71" h="83">
                  <a:moveTo>
                    <a:pt x="21" y="83"/>
                  </a:moveTo>
                  <a:lnTo>
                    <a:pt x="46" y="76"/>
                  </a:lnTo>
                  <a:lnTo>
                    <a:pt x="71" y="69"/>
                  </a:lnTo>
                  <a:lnTo>
                    <a:pt x="51" y="0"/>
                  </a:lnTo>
                  <a:lnTo>
                    <a:pt x="25" y="7"/>
                  </a:lnTo>
                  <a:lnTo>
                    <a:pt x="0" y="15"/>
                  </a:lnTo>
                  <a:lnTo>
                    <a:pt x="21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91" name=""/>
            <p:cNvSpPr/>
            <p:nvPr/>
          </p:nvSpPr>
          <p:spPr>
            <a:xfrm rot="0">
              <a:off x="2397" y="2920"/>
              <a:ext cx="24" cy="27"/>
            </a:xfrm>
            <a:custGeom>
              <a:avLst/>
              <a:ahLst/>
              <a:rect l="0" t="0" r="r" b="b"/>
              <a:pathLst>
                <a:path w="71" h="83">
                  <a:moveTo>
                    <a:pt x="21" y="83"/>
                  </a:moveTo>
                  <a:lnTo>
                    <a:pt x="46" y="76"/>
                  </a:lnTo>
                  <a:lnTo>
                    <a:pt x="71" y="69"/>
                  </a:lnTo>
                  <a:lnTo>
                    <a:pt x="51" y="0"/>
                  </a:lnTo>
                  <a:lnTo>
                    <a:pt x="25" y="7"/>
                  </a:lnTo>
                  <a:lnTo>
                    <a:pt x="0" y="15"/>
                  </a:lnTo>
                  <a:lnTo>
                    <a:pt x="21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92" name=""/>
            <p:cNvSpPr/>
            <p:nvPr/>
          </p:nvSpPr>
          <p:spPr>
            <a:xfrm rot="0">
              <a:off x="2406" y="2919"/>
              <a:ext cx="8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8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93" name=""/>
            <p:cNvSpPr/>
            <p:nvPr/>
          </p:nvSpPr>
          <p:spPr>
            <a:xfrm rot="0" flipV="1">
              <a:off x="2414" y="2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94" name=""/>
            <p:cNvSpPr/>
            <p:nvPr/>
          </p:nvSpPr>
          <p:spPr>
            <a:xfrm rot="0">
              <a:off x="2390" y="2897"/>
              <a:ext cx="24" cy="28"/>
            </a:xfrm>
            <a:custGeom>
              <a:avLst/>
              <a:ahLst/>
              <a:rect l="0" t="0" r="r" b="b"/>
              <a:pathLst>
                <a:path w="73" h="84">
                  <a:moveTo>
                    <a:pt x="22" y="84"/>
                  </a:moveTo>
                  <a:lnTo>
                    <a:pt x="47" y="75"/>
                  </a:lnTo>
                  <a:lnTo>
                    <a:pt x="73" y="67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7"/>
                  </a:lnTo>
                  <a:lnTo>
                    <a:pt x="22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95" name=""/>
            <p:cNvSpPr/>
            <p:nvPr/>
          </p:nvSpPr>
          <p:spPr>
            <a:xfrm rot="0">
              <a:off x="2390" y="2897"/>
              <a:ext cx="24" cy="28"/>
            </a:xfrm>
            <a:custGeom>
              <a:avLst/>
              <a:ahLst/>
              <a:rect l="0" t="0" r="r" b="b"/>
              <a:pathLst>
                <a:path w="73" h="84">
                  <a:moveTo>
                    <a:pt x="22" y="84"/>
                  </a:moveTo>
                  <a:lnTo>
                    <a:pt x="47" y="75"/>
                  </a:lnTo>
                  <a:lnTo>
                    <a:pt x="73" y="67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7"/>
                  </a:lnTo>
                  <a:lnTo>
                    <a:pt x="22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96" name=""/>
            <p:cNvSpPr/>
            <p:nvPr/>
          </p:nvSpPr>
          <p:spPr>
            <a:xfrm rot="0">
              <a:off x="2398" y="2896"/>
              <a:ext cx="9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11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97" name=""/>
            <p:cNvSpPr/>
            <p:nvPr/>
          </p:nvSpPr>
          <p:spPr>
            <a:xfrm rot="0" flipV="1">
              <a:off x="2407" y="28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798" name=""/>
            <p:cNvSpPr/>
            <p:nvPr/>
          </p:nvSpPr>
          <p:spPr>
            <a:xfrm rot="0">
              <a:off x="2381" y="2874"/>
              <a:ext cx="26" cy="29"/>
            </a:xfrm>
            <a:custGeom>
              <a:avLst/>
              <a:ahLst/>
              <a:rect l="0" t="0" r="r" b="b"/>
              <a:pathLst>
                <a:path w="78" h="88">
                  <a:moveTo>
                    <a:pt x="28" y="88"/>
                  </a:moveTo>
                  <a:lnTo>
                    <a:pt x="53" y="78"/>
                  </a:lnTo>
                  <a:lnTo>
                    <a:pt x="78" y="67"/>
                  </a:lnTo>
                  <a:lnTo>
                    <a:pt x="50" y="0"/>
                  </a:lnTo>
                  <a:lnTo>
                    <a:pt x="25" y="11"/>
                  </a:lnTo>
                  <a:lnTo>
                    <a:pt x="0" y="21"/>
                  </a:lnTo>
                  <a:lnTo>
                    <a:pt x="28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799" name=""/>
            <p:cNvSpPr/>
            <p:nvPr/>
          </p:nvSpPr>
          <p:spPr>
            <a:xfrm rot="0">
              <a:off x="2381" y="2874"/>
              <a:ext cx="26" cy="29"/>
            </a:xfrm>
            <a:custGeom>
              <a:avLst/>
              <a:ahLst/>
              <a:rect l="0" t="0" r="r" b="b"/>
              <a:pathLst>
                <a:path w="78" h="88">
                  <a:moveTo>
                    <a:pt x="28" y="88"/>
                  </a:moveTo>
                  <a:lnTo>
                    <a:pt x="53" y="78"/>
                  </a:lnTo>
                  <a:lnTo>
                    <a:pt x="78" y="67"/>
                  </a:lnTo>
                  <a:lnTo>
                    <a:pt x="50" y="0"/>
                  </a:lnTo>
                  <a:lnTo>
                    <a:pt x="25" y="11"/>
                  </a:lnTo>
                  <a:lnTo>
                    <a:pt x="0" y="21"/>
                  </a:lnTo>
                  <a:lnTo>
                    <a:pt x="28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00" name=""/>
            <p:cNvSpPr/>
            <p:nvPr/>
          </p:nvSpPr>
          <p:spPr>
            <a:xfrm rot="0">
              <a:off x="2389" y="2874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11"/>
                  </a:moveTo>
                  <a:lnTo>
                    <a:pt x="25" y="0"/>
                  </a:lnTo>
                  <a:lnTo>
                    <a:pt x="2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01" name=""/>
            <p:cNvSpPr/>
            <p:nvPr/>
          </p:nvSpPr>
          <p:spPr>
            <a:xfrm rot="0" flipH="1">
              <a:off x="2397" y="2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02" name=""/>
            <p:cNvSpPr/>
            <p:nvPr/>
          </p:nvSpPr>
          <p:spPr>
            <a:xfrm rot="0">
              <a:off x="2371" y="2853"/>
              <a:ext cx="26" cy="28"/>
            </a:xfrm>
            <a:custGeom>
              <a:avLst/>
              <a:ahLst/>
              <a:rect l="0" t="0" r="r" b="b"/>
              <a:pathLst>
                <a:path w="77" h="85">
                  <a:moveTo>
                    <a:pt x="29" y="85"/>
                  </a:moveTo>
                  <a:lnTo>
                    <a:pt x="53" y="75"/>
                  </a:lnTo>
                  <a:lnTo>
                    <a:pt x="77" y="64"/>
                  </a:lnTo>
                  <a:lnTo>
                    <a:pt x="48" y="0"/>
                  </a:lnTo>
                  <a:lnTo>
                    <a:pt x="24" y="10"/>
                  </a:lnTo>
                  <a:lnTo>
                    <a:pt x="0" y="21"/>
                  </a:lnTo>
                  <a:lnTo>
                    <a:pt x="29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03" name=""/>
            <p:cNvSpPr/>
            <p:nvPr/>
          </p:nvSpPr>
          <p:spPr>
            <a:xfrm rot="0">
              <a:off x="2371" y="2853"/>
              <a:ext cx="26" cy="28"/>
            </a:xfrm>
            <a:custGeom>
              <a:avLst/>
              <a:ahLst/>
              <a:rect l="0" t="0" r="r" b="b"/>
              <a:pathLst>
                <a:path w="77" h="85">
                  <a:moveTo>
                    <a:pt x="29" y="85"/>
                  </a:moveTo>
                  <a:lnTo>
                    <a:pt x="53" y="75"/>
                  </a:lnTo>
                  <a:lnTo>
                    <a:pt x="77" y="64"/>
                  </a:lnTo>
                  <a:lnTo>
                    <a:pt x="48" y="0"/>
                  </a:lnTo>
                  <a:lnTo>
                    <a:pt x="24" y="10"/>
                  </a:lnTo>
                  <a:lnTo>
                    <a:pt x="0" y="21"/>
                  </a:lnTo>
                  <a:lnTo>
                    <a:pt x="29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04" name=""/>
            <p:cNvSpPr/>
            <p:nvPr/>
          </p:nvSpPr>
          <p:spPr>
            <a:xfrm rot="0">
              <a:off x="2379" y="2852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2"/>
                  </a:lnTo>
                  <a:lnTo>
                    <a:pt x="2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05" name=""/>
            <p:cNvSpPr/>
            <p:nvPr/>
          </p:nvSpPr>
          <p:spPr>
            <a:xfrm rot="0" flipV="1">
              <a:off x="2387" y="28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06" name=""/>
            <p:cNvSpPr/>
            <p:nvPr/>
          </p:nvSpPr>
          <p:spPr>
            <a:xfrm rot="0">
              <a:off x="2361" y="2831"/>
              <a:ext cx="26" cy="29"/>
            </a:xfrm>
            <a:custGeom>
              <a:avLst/>
              <a:ahLst/>
              <a:rect l="0" t="0" r="r" b="b"/>
              <a:pathLst>
                <a:path w="80" h="89">
                  <a:moveTo>
                    <a:pt x="32" y="89"/>
                  </a:moveTo>
                  <a:lnTo>
                    <a:pt x="56" y="76"/>
                  </a:lnTo>
                  <a:lnTo>
                    <a:pt x="80" y="64"/>
                  </a:lnTo>
                  <a:lnTo>
                    <a:pt x="48" y="0"/>
                  </a:lnTo>
                  <a:lnTo>
                    <a:pt x="24" y="13"/>
                  </a:lnTo>
                  <a:lnTo>
                    <a:pt x="0" y="25"/>
                  </a:lnTo>
                  <a:lnTo>
                    <a:pt x="32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07" name=""/>
            <p:cNvSpPr/>
            <p:nvPr/>
          </p:nvSpPr>
          <p:spPr>
            <a:xfrm rot="0">
              <a:off x="2361" y="2831"/>
              <a:ext cx="26" cy="29"/>
            </a:xfrm>
            <a:custGeom>
              <a:avLst/>
              <a:ahLst/>
              <a:rect l="0" t="0" r="r" b="b"/>
              <a:pathLst>
                <a:path w="80" h="89">
                  <a:moveTo>
                    <a:pt x="32" y="89"/>
                  </a:moveTo>
                  <a:lnTo>
                    <a:pt x="56" y="76"/>
                  </a:lnTo>
                  <a:lnTo>
                    <a:pt x="80" y="64"/>
                  </a:lnTo>
                  <a:lnTo>
                    <a:pt x="48" y="0"/>
                  </a:lnTo>
                  <a:lnTo>
                    <a:pt x="24" y="13"/>
                  </a:lnTo>
                  <a:lnTo>
                    <a:pt x="0" y="25"/>
                  </a:lnTo>
                  <a:lnTo>
                    <a:pt x="32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08" name=""/>
            <p:cNvSpPr/>
            <p:nvPr/>
          </p:nvSpPr>
          <p:spPr>
            <a:xfrm rot="0">
              <a:off x="2369" y="2830"/>
              <a:ext cx="8" cy="5"/>
            </a:xfrm>
            <a:custGeom>
              <a:avLst/>
              <a:ahLst/>
              <a:rect l="0" t="0" r="r" b="b"/>
              <a:pathLst>
                <a:path w="24" h="14">
                  <a:moveTo>
                    <a:pt x="0" y="14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09" name=""/>
            <p:cNvSpPr/>
            <p:nvPr/>
          </p:nvSpPr>
          <p:spPr>
            <a:xfrm rot="0" flipH="1" flipV="1">
              <a:off x="2376" y="2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10" name=""/>
            <p:cNvSpPr/>
            <p:nvPr/>
          </p:nvSpPr>
          <p:spPr>
            <a:xfrm rot="0">
              <a:off x="2349" y="2809"/>
              <a:ext cx="27" cy="30"/>
            </a:xfrm>
            <a:custGeom>
              <a:avLst/>
              <a:ahLst/>
              <a:rect l="0" t="0" r="r" b="b"/>
              <a:pathLst>
                <a:path w="81" h="90">
                  <a:moveTo>
                    <a:pt x="35" y="90"/>
                  </a:moveTo>
                  <a:lnTo>
                    <a:pt x="58" y="77"/>
                  </a:lnTo>
                  <a:lnTo>
                    <a:pt x="81" y="63"/>
                  </a:lnTo>
                  <a:lnTo>
                    <a:pt x="45" y="0"/>
                  </a:lnTo>
                  <a:lnTo>
                    <a:pt x="22" y="14"/>
                  </a:lnTo>
                  <a:lnTo>
                    <a:pt x="0" y="28"/>
                  </a:lnTo>
                  <a:lnTo>
                    <a:pt x="35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11" name=""/>
            <p:cNvSpPr/>
            <p:nvPr/>
          </p:nvSpPr>
          <p:spPr>
            <a:xfrm rot="0">
              <a:off x="2349" y="2809"/>
              <a:ext cx="27" cy="30"/>
            </a:xfrm>
            <a:custGeom>
              <a:avLst/>
              <a:ahLst/>
              <a:rect l="0" t="0" r="r" b="b"/>
              <a:pathLst>
                <a:path w="81" h="90">
                  <a:moveTo>
                    <a:pt x="35" y="90"/>
                  </a:moveTo>
                  <a:lnTo>
                    <a:pt x="58" y="77"/>
                  </a:lnTo>
                  <a:lnTo>
                    <a:pt x="81" y="63"/>
                  </a:lnTo>
                  <a:lnTo>
                    <a:pt x="45" y="0"/>
                  </a:lnTo>
                  <a:lnTo>
                    <a:pt x="22" y="14"/>
                  </a:lnTo>
                  <a:lnTo>
                    <a:pt x="0" y="28"/>
                  </a:lnTo>
                  <a:lnTo>
                    <a:pt x="35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12" name=""/>
            <p:cNvSpPr/>
            <p:nvPr/>
          </p:nvSpPr>
          <p:spPr>
            <a:xfrm rot="0">
              <a:off x="2357" y="2809"/>
              <a:ext cx="7" cy="5"/>
            </a:xfrm>
            <a:custGeom>
              <a:avLst/>
              <a:ahLst/>
              <a:rect l="0" t="0" r="r" b="b"/>
              <a:pathLst>
                <a:path w="23" h="14">
                  <a:moveTo>
                    <a:pt x="0" y="14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13" name=""/>
            <p:cNvSpPr/>
            <p:nvPr/>
          </p:nvSpPr>
          <p:spPr>
            <a:xfrm rot="0">
              <a:off x="2364" y="28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14" name=""/>
            <p:cNvSpPr/>
            <p:nvPr/>
          </p:nvSpPr>
          <p:spPr>
            <a:xfrm rot="0">
              <a:off x="2337" y="2789"/>
              <a:ext cx="27" cy="30"/>
            </a:xfrm>
            <a:custGeom>
              <a:avLst/>
              <a:ahLst/>
              <a:rect l="0" t="0" r="r" b="b"/>
              <a:pathLst>
                <a:path w="83" h="88">
                  <a:moveTo>
                    <a:pt x="38" y="88"/>
                  </a:moveTo>
                  <a:lnTo>
                    <a:pt x="60" y="74"/>
                  </a:lnTo>
                  <a:lnTo>
                    <a:pt x="83" y="60"/>
                  </a:lnTo>
                  <a:lnTo>
                    <a:pt x="46" y="0"/>
                  </a:lnTo>
                  <a:lnTo>
                    <a:pt x="23" y="14"/>
                  </a:lnTo>
                  <a:lnTo>
                    <a:pt x="0" y="27"/>
                  </a:lnTo>
                  <a:lnTo>
                    <a:pt x="38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15" name=""/>
            <p:cNvSpPr/>
            <p:nvPr/>
          </p:nvSpPr>
          <p:spPr>
            <a:xfrm rot="0">
              <a:off x="2337" y="2789"/>
              <a:ext cx="27" cy="30"/>
            </a:xfrm>
            <a:custGeom>
              <a:avLst/>
              <a:ahLst/>
              <a:rect l="0" t="0" r="r" b="b"/>
              <a:pathLst>
                <a:path w="83" h="88">
                  <a:moveTo>
                    <a:pt x="38" y="88"/>
                  </a:moveTo>
                  <a:lnTo>
                    <a:pt x="60" y="74"/>
                  </a:lnTo>
                  <a:lnTo>
                    <a:pt x="83" y="60"/>
                  </a:lnTo>
                  <a:lnTo>
                    <a:pt x="46" y="0"/>
                  </a:lnTo>
                  <a:lnTo>
                    <a:pt x="23" y="14"/>
                  </a:lnTo>
                  <a:lnTo>
                    <a:pt x="0" y="27"/>
                  </a:lnTo>
                  <a:lnTo>
                    <a:pt x="38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16" name=""/>
            <p:cNvSpPr/>
            <p:nvPr/>
          </p:nvSpPr>
          <p:spPr>
            <a:xfrm rot="0">
              <a:off x="2344" y="2789"/>
              <a:ext cx="8" cy="5"/>
            </a:xfrm>
            <a:custGeom>
              <a:avLst/>
              <a:ahLst/>
              <a:rect l="0" t="0" r="r" b="b"/>
              <a:pathLst>
                <a:path w="23" h="16">
                  <a:moveTo>
                    <a:pt x="0" y="16"/>
                  </a:moveTo>
                  <a:lnTo>
                    <a:pt x="23" y="2"/>
                  </a:lnTo>
                  <a:lnTo>
                    <a:pt x="22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17" name=""/>
            <p:cNvSpPr/>
            <p:nvPr/>
          </p:nvSpPr>
          <p:spPr>
            <a:xfrm rot="0" flipH="1" flipV="1">
              <a:off x="2352" y="2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18" name=""/>
            <p:cNvSpPr/>
            <p:nvPr/>
          </p:nvSpPr>
          <p:spPr>
            <a:xfrm rot="0">
              <a:off x="2323" y="2769"/>
              <a:ext cx="29" cy="30"/>
            </a:xfrm>
            <a:custGeom>
              <a:avLst/>
              <a:ahLst/>
              <a:rect l="0" t="0" r="r" b="b"/>
              <a:pathLst>
                <a:path w="85" h="90">
                  <a:moveTo>
                    <a:pt x="41" y="90"/>
                  </a:moveTo>
                  <a:lnTo>
                    <a:pt x="63" y="75"/>
                  </a:lnTo>
                  <a:lnTo>
                    <a:pt x="85" y="59"/>
                  </a:lnTo>
                  <a:lnTo>
                    <a:pt x="44" y="0"/>
                  </a:lnTo>
                  <a:lnTo>
                    <a:pt x="22" y="16"/>
                  </a:lnTo>
                  <a:lnTo>
                    <a:pt x="0" y="32"/>
                  </a:lnTo>
                  <a:lnTo>
                    <a:pt x="41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19" name=""/>
            <p:cNvSpPr/>
            <p:nvPr/>
          </p:nvSpPr>
          <p:spPr>
            <a:xfrm rot="0">
              <a:off x="2323" y="2769"/>
              <a:ext cx="29" cy="30"/>
            </a:xfrm>
            <a:custGeom>
              <a:avLst/>
              <a:ahLst/>
              <a:rect l="0" t="0" r="r" b="b"/>
              <a:pathLst>
                <a:path w="85" h="90">
                  <a:moveTo>
                    <a:pt x="41" y="90"/>
                  </a:moveTo>
                  <a:lnTo>
                    <a:pt x="63" y="75"/>
                  </a:lnTo>
                  <a:lnTo>
                    <a:pt x="85" y="59"/>
                  </a:lnTo>
                  <a:lnTo>
                    <a:pt x="44" y="0"/>
                  </a:lnTo>
                  <a:lnTo>
                    <a:pt x="22" y="16"/>
                  </a:lnTo>
                  <a:lnTo>
                    <a:pt x="0" y="32"/>
                  </a:lnTo>
                  <a:lnTo>
                    <a:pt x="41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20" name=""/>
            <p:cNvSpPr/>
            <p:nvPr/>
          </p:nvSpPr>
          <p:spPr>
            <a:xfrm rot="0">
              <a:off x="2331" y="2769"/>
              <a:ext cx="7" cy="5"/>
            </a:xfrm>
            <a:custGeom>
              <a:avLst/>
              <a:ahLst/>
              <a:rect l="0" t="0" r="r" b="b"/>
              <a:pathLst>
                <a:path w="22" h="16">
                  <a:moveTo>
                    <a:pt x="0" y="16"/>
                  </a:moveTo>
                  <a:lnTo>
                    <a:pt x="22" y="0"/>
                  </a:lnTo>
                  <a:lnTo>
                    <a:pt x="21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21" name=""/>
            <p:cNvSpPr/>
            <p:nvPr/>
          </p:nvSpPr>
          <p:spPr>
            <a:xfrm rot="0" flipH="1">
              <a:off x="2338" y="27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22" name=""/>
            <p:cNvSpPr/>
            <p:nvPr/>
          </p:nvSpPr>
          <p:spPr>
            <a:xfrm rot="0">
              <a:off x="2309" y="2750"/>
              <a:ext cx="29" cy="30"/>
            </a:xfrm>
            <a:custGeom>
              <a:avLst/>
              <a:ahLst/>
              <a:rect l="0" t="0" r="r" b="b"/>
              <a:pathLst>
                <a:path w="85" h="89">
                  <a:moveTo>
                    <a:pt x="43" y="89"/>
                  </a:moveTo>
                  <a:lnTo>
                    <a:pt x="64" y="73"/>
                  </a:lnTo>
                  <a:lnTo>
                    <a:pt x="85" y="57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1"/>
                  </a:lnTo>
                  <a:lnTo>
                    <a:pt x="43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23" name=""/>
            <p:cNvSpPr/>
            <p:nvPr/>
          </p:nvSpPr>
          <p:spPr>
            <a:xfrm rot="0">
              <a:off x="2309" y="2750"/>
              <a:ext cx="29" cy="30"/>
            </a:xfrm>
            <a:custGeom>
              <a:avLst/>
              <a:ahLst/>
              <a:rect l="0" t="0" r="r" b="b"/>
              <a:pathLst>
                <a:path w="85" h="89">
                  <a:moveTo>
                    <a:pt x="43" y="89"/>
                  </a:moveTo>
                  <a:lnTo>
                    <a:pt x="64" y="73"/>
                  </a:lnTo>
                  <a:lnTo>
                    <a:pt x="85" y="57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1"/>
                  </a:lnTo>
                  <a:lnTo>
                    <a:pt x="43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24" name=""/>
            <p:cNvSpPr/>
            <p:nvPr/>
          </p:nvSpPr>
          <p:spPr>
            <a:xfrm rot="0">
              <a:off x="2316" y="2750"/>
              <a:ext cx="7" cy="5"/>
            </a:xfrm>
            <a:custGeom>
              <a:avLst/>
              <a:ahLst/>
              <a:rect l="0" t="0" r="r" b="b"/>
              <a:pathLst>
                <a:path w="21" h="17">
                  <a:moveTo>
                    <a:pt x="0" y="17"/>
                  </a:moveTo>
                  <a:lnTo>
                    <a:pt x="21" y="1"/>
                  </a:lnTo>
                  <a:lnTo>
                    <a:pt x="21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25" name=""/>
            <p:cNvSpPr/>
            <p:nvPr/>
          </p:nvSpPr>
          <p:spPr>
            <a:xfrm rot="0" flipV="1">
              <a:off x="2323" y="27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26" name=""/>
            <p:cNvSpPr/>
            <p:nvPr/>
          </p:nvSpPr>
          <p:spPr>
            <a:xfrm rot="0">
              <a:off x="2294" y="2732"/>
              <a:ext cx="29" cy="29"/>
            </a:xfrm>
            <a:custGeom>
              <a:avLst/>
              <a:ahLst/>
              <a:rect l="0" t="0" r="r" b="b"/>
              <a:pathLst>
                <a:path w="86" h="87">
                  <a:moveTo>
                    <a:pt x="45" y="87"/>
                  </a:moveTo>
                  <a:lnTo>
                    <a:pt x="65" y="71"/>
                  </a:lnTo>
                  <a:lnTo>
                    <a:pt x="86" y="54"/>
                  </a:lnTo>
                  <a:lnTo>
                    <a:pt x="42" y="0"/>
                  </a:lnTo>
                  <a:lnTo>
                    <a:pt x="21" y="17"/>
                  </a:lnTo>
                  <a:lnTo>
                    <a:pt x="0" y="33"/>
                  </a:lnTo>
                  <a:lnTo>
                    <a:pt x="45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27" name=""/>
            <p:cNvSpPr/>
            <p:nvPr/>
          </p:nvSpPr>
          <p:spPr>
            <a:xfrm rot="0">
              <a:off x="2294" y="2732"/>
              <a:ext cx="29" cy="29"/>
            </a:xfrm>
            <a:custGeom>
              <a:avLst/>
              <a:ahLst/>
              <a:rect l="0" t="0" r="r" b="b"/>
              <a:pathLst>
                <a:path w="86" h="87">
                  <a:moveTo>
                    <a:pt x="45" y="87"/>
                  </a:moveTo>
                  <a:lnTo>
                    <a:pt x="65" y="71"/>
                  </a:lnTo>
                  <a:lnTo>
                    <a:pt x="86" y="54"/>
                  </a:lnTo>
                  <a:lnTo>
                    <a:pt x="42" y="0"/>
                  </a:lnTo>
                  <a:lnTo>
                    <a:pt x="21" y="17"/>
                  </a:lnTo>
                  <a:lnTo>
                    <a:pt x="0" y="33"/>
                  </a:lnTo>
                  <a:lnTo>
                    <a:pt x="45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28" name=""/>
            <p:cNvSpPr/>
            <p:nvPr/>
          </p:nvSpPr>
          <p:spPr>
            <a:xfrm rot="0">
              <a:off x="2301" y="2731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0" y="18"/>
                  </a:moveTo>
                  <a:lnTo>
                    <a:pt x="21" y="1"/>
                  </a:lnTo>
                  <a:lnTo>
                    <a:pt x="19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29" name=""/>
            <p:cNvSpPr/>
            <p:nvPr/>
          </p:nvSpPr>
          <p:spPr>
            <a:xfrm rot="0" flipH="1" flipV="1">
              <a:off x="2308" y="27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30" name=""/>
            <p:cNvSpPr/>
            <p:nvPr/>
          </p:nvSpPr>
          <p:spPr>
            <a:xfrm rot="0">
              <a:off x="2278" y="2714"/>
              <a:ext cx="30" cy="29"/>
            </a:xfrm>
            <a:custGeom>
              <a:avLst/>
              <a:ahLst/>
              <a:rect l="0" t="0" r="r" b="b"/>
              <a:pathLst>
                <a:path w="88" h="88">
                  <a:moveTo>
                    <a:pt x="49" y="88"/>
                  </a:moveTo>
                  <a:lnTo>
                    <a:pt x="69" y="71"/>
                  </a:lnTo>
                  <a:lnTo>
                    <a:pt x="88" y="53"/>
                  </a:lnTo>
                  <a:lnTo>
                    <a:pt x="39" y="0"/>
                  </a:lnTo>
                  <a:lnTo>
                    <a:pt x="20" y="17"/>
                  </a:lnTo>
                  <a:lnTo>
                    <a:pt x="0" y="35"/>
                  </a:lnTo>
                  <a:lnTo>
                    <a:pt x="49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31" name=""/>
            <p:cNvSpPr/>
            <p:nvPr/>
          </p:nvSpPr>
          <p:spPr>
            <a:xfrm rot="0">
              <a:off x="2278" y="2714"/>
              <a:ext cx="30" cy="29"/>
            </a:xfrm>
            <a:custGeom>
              <a:avLst/>
              <a:ahLst/>
              <a:rect l="0" t="0" r="r" b="b"/>
              <a:pathLst>
                <a:path w="88" h="88">
                  <a:moveTo>
                    <a:pt x="49" y="88"/>
                  </a:moveTo>
                  <a:lnTo>
                    <a:pt x="69" y="71"/>
                  </a:lnTo>
                  <a:lnTo>
                    <a:pt x="88" y="53"/>
                  </a:lnTo>
                  <a:lnTo>
                    <a:pt x="39" y="0"/>
                  </a:lnTo>
                  <a:lnTo>
                    <a:pt x="20" y="17"/>
                  </a:lnTo>
                  <a:lnTo>
                    <a:pt x="0" y="35"/>
                  </a:lnTo>
                  <a:lnTo>
                    <a:pt x="49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32" name=""/>
            <p:cNvSpPr/>
            <p:nvPr/>
          </p:nvSpPr>
          <p:spPr>
            <a:xfrm rot="0">
              <a:off x="2285" y="2713"/>
              <a:ext cx="6" cy="6"/>
            </a:xfrm>
            <a:custGeom>
              <a:avLst/>
              <a:ahLst/>
              <a:rect l="0" t="0" r="r" b="b"/>
              <a:pathLst>
                <a:path w="19" h="18">
                  <a:moveTo>
                    <a:pt x="0" y="18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33" name=""/>
            <p:cNvSpPr/>
            <p:nvPr/>
          </p:nvSpPr>
          <p:spPr>
            <a:xfrm rot="0" flipH="1" flipV="1">
              <a:off x="2291" y="27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34" name=""/>
            <p:cNvSpPr/>
            <p:nvPr/>
          </p:nvSpPr>
          <p:spPr>
            <a:xfrm rot="0">
              <a:off x="2262" y="2697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50" y="87"/>
                  </a:moveTo>
                  <a:lnTo>
                    <a:pt x="69" y="68"/>
                  </a:lnTo>
                  <a:lnTo>
                    <a:pt x="87" y="50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7"/>
                  </a:lnTo>
                  <a:lnTo>
                    <a:pt x="5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35" name=""/>
            <p:cNvSpPr/>
            <p:nvPr/>
          </p:nvSpPr>
          <p:spPr>
            <a:xfrm rot="0">
              <a:off x="2262" y="2697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50" y="87"/>
                  </a:moveTo>
                  <a:lnTo>
                    <a:pt x="69" y="68"/>
                  </a:lnTo>
                  <a:lnTo>
                    <a:pt x="87" y="50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7"/>
                  </a:lnTo>
                  <a:lnTo>
                    <a:pt x="5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36" name=""/>
            <p:cNvSpPr/>
            <p:nvPr/>
          </p:nvSpPr>
          <p:spPr>
            <a:xfrm rot="0">
              <a:off x="2268" y="2696"/>
              <a:ext cx="6" cy="7"/>
            </a:xfrm>
            <a:custGeom>
              <a:avLst/>
              <a:ahLst/>
              <a:rect l="0" t="0" r="r" b="b"/>
              <a:pathLst>
                <a:path w="18" h="19">
                  <a:moveTo>
                    <a:pt x="0" y="19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37" name=""/>
            <p:cNvSpPr/>
            <p:nvPr/>
          </p:nvSpPr>
          <p:spPr>
            <a:xfrm rot="0" flipH="1" flipV="1">
              <a:off x="2274" y="2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38" name=""/>
            <p:cNvSpPr/>
            <p:nvPr/>
          </p:nvSpPr>
          <p:spPr>
            <a:xfrm rot="0">
              <a:off x="2245" y="2680"/>
              <a:ext cx="29" cy="29"/>
            </a:xfrm>
            <a:custGeom>
              <a:avLst/>
              <a:ahLst/>
              <a:rect l="0" t="0" r="r" b="b"/>
              <a:pathLst>
                <a:path w="88" h="87">
                  <a:moveTo>
                    <a:pt x="53" y="87"/>
                  </a:moveTo>
                  <a:lnTo>
                    <a:pt x="71" y="67"/>
                  </a:lnTo>
                  <a:lnTo>
                    <a:pt x="88" y="48"/>
                  </a:lnTo>
                  <a:lnTo>
                    <a:pt x="35" y="0"/>
                  </a:lnTo>
                  <a:lnTo>
                    <a:pt x="17" y="19"/>
                  </a:lnTo>
                  <a:lnTo>
                    <a:pt x="0" y="39"/>
                  </a:lnTo>
                  <a:lnTo>
                    <a:pt x="53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39" name=""/>
            <p:cNvSpPr/>
            <p:nvPr/>
          </p:nvSpPr>
          <p:spPr>
            <a:xfrm rot="0">
              <a:off x="2245" y="2680"/>
              <a:ext cx="29" cy="29"/>
            </a:xfrm>
            <a:custGeom>
              <a:avLst/>
              <a:ahLst/>
              <a:rect l="0" t="0" r="r" b="b"/>
              <a:pathLst>
                <a:path w="88" h="87">
                  <a:moveTo>
                    <a:pt x="53" y="87"/>
                  </a:moveTo>
                  <a:lnTo>
                    <a:pt x="71" y="67"/>
                  </a:lnTo>
                  <a:lnTo>
                    <a:pt x="88" y="48"/>
                  </a:lnTo>
                  <a:lnTo>
                    <a:pt x="35" y="0"/>
                  </a:lnTo>
                  <a:lnTo>
                    <a:pt x="17" y="19"/>
                  </a:lnTo>
                  <a:lnTo>
                    <a:pt x="0" y="39"/>
                  </a:lnTo>
                  <a:lnTo>
                    <a:pt x="53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40" name=""/>
            <p:cNvSpPr/>
            <p:nvPr/>
          </p:nvSpPr>
          <p:spPr>
            <a:xfrm rot="0">
              <a:off x="2250" y="2680"/>
              <a:ext cx="6" cy="7"/>
            </a:xfrm>
            <a:custGeom>
              <a:avLst/>
              <a:ahLst/>
              <a:rect l="0" t="0" r="r" b="b"/>
              <a:pathLst>
                <a:path w="18" h="19">
                  <a:moveTo>
                    <a:pt x="0" y="19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41" name=""/>
            <p:cNvSpPr/>
            <p:nvPr/>
          </p:nvSpPr>
          <p:spPr>
            <a:xfrm rot="0" flipH="1">
              <a:off x="2256" y="2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42" name=""/>
            <p:cNvSpPr/>
            <p:nvPr/>
          </p:nvSpPr>
          <p:spPr>
            <a:xfrm rot="0">
              <a:off x="2227" y="2665"/>
              <a:ext cx="29" cy="28"/>
            </a:xfrm>
            <a:custGeom>
              <a:avLst/>
              <a:ahLst/>
              <a:rect l="0" t="0" r="r" b="b"/>
              <a:pathLst>
                <a:path w="87" h="85">
                  <a:moveTo>
                    <a:pt x="54" y="85"/>
                  </a:moveTo>
                  <a:lnTo>
                    <a:pt x="70" y="65"/>
                  </a:lnTo>
                  <a:lnTo>
                    <a:pt x="87" y="46"/>
                  </a:lnTo>
                  <a:lnTo>
                    <a:pt x="33" y="0"/>
                  </a:lnTo>
                  <a:lnTo>
                    <a:pt x="16" y="19"/>
                  </a:lnTo>
                  <a:lnTo>
                    <a:pt x="0" y="39"/>
                  </a:lnTo>
                  <a:lnTo>
                    <a:pt x="54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43" name=""/>
            <p:cNvSpPr/>
            <p:nvPr/>
          </p:nvSpPr>
          <p:spPr>
            <a:xfrm rot="0">
              <a:off x="2227" y="2665"/>
              <a:ext cx="29" cy="28"/>
            </a:xfrm>
            <a:custGeom>
              <a:avLst/>
              <a:ahLst/>
              <a:rect l="0" t="0" r="r" b="b"/>
              <a:pathLst>
                <a:path w="87" h="85">
                  <a:moveTo>
                    <a:pt x="54" y="85"/>
                  </a:moveTo>
                  <a:lnTo>
                    <a:pt x="70" y="65"/>
                  </a:lnTo>
                  <a:lnTo>
                    <a:pt x="87" y="46"/>
                  </a:lnTo>
                  <a:lnTo>
                    <a:pt x="33" y="0"/>
                  </a:lnTo>
                  <a:lnTo>
                    <a:pt x="16" y="19"/>
                  </a:lnTo>
                  <a:lnTo>
                    <a:pt x="0" y="39"/>
                  </a:lnTo>
                  <a:lnTo>
                    <a:pt x="54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44" name=""/>
            <p:cNvSpPr/>
            <p:nvPr/>
          </p:nvSpPr>
          <p:spPr>
            <a:xfrm rot="0">
              <a:off x="2232" y="2665"/>
              <a:ext cx="6" cy="6"/>
            </a:xfrm>
            <a:custGeom>
              <a:avLst/>
              <a:ahLst/>
              <a:rect l="0" t="0" r="r" b="b"/>
              <a:pathLst>
                <a:path w="17" h="20">
                  <a:moveTo>
                    <a:pt x="0" y="20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45" name=""/>
            <p:cNvSpPr/>
            <p:nvPr/>
          </p:nvSpPr>
          <p:spPr>
            <a:xfrm rot="0" flipV="1">
              <a:off x="2238" y="26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46" name=""/>
            <p:cNvSpPr/>
            <p:nvPr/>
          </p:nvSpPr>
          <p:spPr>
            <a:xfrm rot="0">
              <a:off x="2208" y="2650"/>
              <a:ext cx="30" cy="28"/>
            </a:xfrm>
            <a:custGeom>
              <a:avLst/>
              <a:ahLst/>
              <a:rect l="0" t="0" r="r" b="b"/>
              <a:pathLst>
                <a:path w="90" h="85">
                  <a:moveTo>
                    <a:pt x="57" y="85"/>
                  </a:moveTo>
                  <a:lnTo>
                    <a:pt x="73" y="64"/>
                  </a:lnTo>
                  <a:lnTo>
                    <a:pt x="90" y="44"/>
                  </a:lnTo>
                  <a:lnTo>
                    <a:pt x="34" y="0"/>
                  </a:lnTo>
                  <a:lnTo>
                    <a:pt x="17" y="21"/>
                  </a:lnTo>
                  <a:lnTo>
                    <a:pt x="0" y="42"/>
                  </a:lnTo>
                  <a:lnTo>
                    <a:pt x="57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47" name=""/>
            <p:cNvSpPr/>
            <p:nvPr/>
          </p:nvSpPr>
          <p:spPr>
            <a:xfrm rot="0">
              <a:off x="2208" y="2650"/>
              <a:ext cx="30" cy="28"/>
            </a:xfrm>
            <a:custGeom>
              <a:avLst/>
              <a:ahLst/>
              <a:rect l="0" t="0" r="r" b="b"/>
              <a:pathLst>
                <a:path w="90" h="85">
                  <a:moveTo>
                    <a:pt x="57" y="85"/>
                  </a:moveTo>
                  <a:lnTo>
                    <a:pt x="73" y="64"/>
                  </a:lnTo>
                  <a:lnTo>
                    <a:pt x="90" y="44"/>
                  </a:lnTo>
                  <a:lnTo>
                    <a:pt x="34" y="0"/>
                  </a:lnTo>
                  <a:lnTo>
                    <a:pt x="17" y="21"/>
                  </a:lnTo>
                  <a:lnTo>
                    <a:pt x="0" y="42"/>
                  </a:lnTo>
                  <a:lnTo>
                    <a:pt x="57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48" name=""/>
            <p:cNvSpPr/>
            <p:nvPr/>
          </p:nvSpPr>
          <p:spPr>
            <a:xfrm rot="0">
              <a:off x="2214" y="2650"/>
              <a:ext cx="5" cy="7"/>
            </a:xfrm>
            <a:custGeom>
              <a:avLst/>
              <a:ahLst/>
              <a:rect l="0" t="0" r="r" b="b"/>
              <a:pathLst>
                <a:path w="17" h="22">
                  <a:moveTo>
                    <a:pt x="0" y="22"/>
                  </a:moveTo>
                  <a:lnTo>
                    <a:pt x="17" y="1"/>
                  </a:lnTo>
                  <a:lnTo>
                    <a:pt x="1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49" name=""/>
            <p:cNvSpPr/>
            <p:nvPr/>
          </p:nvSpPr>
          <p:spPr>
            <a:xfrm rot="0" flipH="1" flipV="1">
              <a:off x="2219" y="26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50" name=""/>
            <p:cNvSpPr/>
            <p:nvPr/>
          </p:nvSpPr>
          <p:spPr>
            <a:xfrm rot="0">
              <a:off x="2189" y="2636"/>
              <a:ext cx="30" cy="28"/>
            </a:xfrm>
            <a:custGeom>
              <a:avLst/>
              <a:ahLst/>
              <a:rect l="0" t="0" r="r" b="b"/>
              <a:pathLst>
                <a:path w="89" h="85">
                  <a:moveTo>
                    <a:pt x="59" y="85"/>
                  </a:moveTo>
                  <a:lnTo>
                    <a:pt x="74" y="63"/>
                  </a:lnTo>
                  <a:lnTo>
                    <a:pt x="89" y="41"/>
                  </a:lnTo>
                  <a:lnTo>
                    <a:pt x="29" y="0"/>
                  </a:lnTo>
                  <a:lnTo>
                    <a:pt x="14" y="22"/>
                  </a:lnTo>
                  <a:lnTo>
                    <a:pt x="0" y="44"/>
                  </a:lnTo>
                  <a:lnTo>
                    <a:pt x="59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51" name=""/>
            <p:cNvSpPr/>
            <p:nvPr/>
          </p:nvSpPr>
          <p:spPr>
            <a:xfrm rot="0">
              <a:off x="2189" y="2636"/>
              <a:ext cx="30" cy="28"/>
            </a:xfrm>
            <a:custGeom>
              <a:avLst/>
              <a:ahLst/>
              <a:rect l="0" t="0" r="r" b="b"/>
              <a:pathLst>
                <a:path w="89" h="85">
                  <a:moveTo>
                    <a:pt x="59" y="85"/>
                  </a:moveTo>
                  <a:lnTo>
                    <a:pt x="74" y="63"/>
                  </a:lnTo>
                  <a:lnTo>
                    <a:pt x="89" y="41"/>
                  </a:lnTo>
                  <a:lnTo>
                    <a:pt x="29" y="0"/>
                  </a:lnTo>
                  <a:lnTo>
                    <a:pt x="14" y="22"/>
                  </a:lnTo>
                  <a:lnTo>
                    <a:pt x="0" y="44"/>
                  </a:lnTo>
                  <a:lnTo>
                    <a:pt x="59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52" name=""/>
            <p:cNvSpPr/>
            <p:nvPr/>
          </p:nvSpPr>
          <p:spPr>
            <a:xfrm rot="0">
              <a:off x="2194" y="2636"/>
              <a:ext cx="5" cy="7"/>
            </a:xfrm>
            <a:custGeom>
              <a:avLst/>
              <a:ahLst/>
              <a:rect l="0" t="0" r="r" b="b"/>
              <a:pathLst>
                <a:path w="15" h="23">
                  <a:moveTo>
                    <a:pt x="0" y="23"/>
                  </a:moveTo>
                  <a:lnTo>
                    <a:pt x="15" y="1"/>
                  </a:lnTo>
                  <a:lnTo>
                    <a:pt x="14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53" name=""/>
            <p:cNvSpPr/>
            <p:nvPr/>
          </p:nvSpPr>
          <p:spPr>
            <a:xfrm rot="0" flipH="1" flipV="1">
              <a:off x="2198" y="2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54" name=""/>
            <p:cNvSpPr/>
            <p:nvPr/>
          </p:nvSpPr>
          <p:spPr>
            <a:xfrm rot="0">
              <a:off x="2169" y="2623"/>
              <a:ext cx="29" cy="28"/>
            </a:xfrm>
            <a:custGeom>
              <a:avLst/>
              <a:ahLst/>
              <a:rect l="0" t="0" r="r" b="b"/>
              <a:pathLst>
                <a:path w="88" h="83">
                  <a:moveTo>
                    <a:pt x="61" y="83"/>
                  </a:moveTo>
                  <a:lnTo>
                    <a:pt x="74" y="60"/>
                  </a:lnTo>
                  <a:lnTo>
                    <a:pt x="88" y="37"/>
                  </a:lnTo>
                  <a:lnTo>
                    <a:pt x="28" y="0"/>
                  </a:lnTo>
                  <a:lnTo>
                    <a:pt x="14" y="22"/>
                  </a:lnTo>
                  <a:lnTo>
                    <a:pt x="0" y="45"/>
                  </a:lnTo>
                  <a:lnTo>
                    <a:pt x="61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55" name=""/>
            <p:cNvSpPr/>
            <p:nvPr/>
          </p:nvSpPr>
          <p:spPr>
            <a:xfrm rot="0">
              <a:off x="2169" y="2623"/>
              <a:ext cx="29" cy="28"/>
            </a:xfrm>
            <a:custGeom>
              <a:avLst/>
              <a:ahLst/>
              <a:rect l="0" t="0" r="r" b="b"/>
              <a:pathLst>
                <a:path w="88" h="83">
                  <a:moveTo>
                    <a:pt x="61" y="83"/>
                  </a:moveTo>
                  <a:lnTo>
                    <a:pt x="74" y="60"/>
                  </a:lnTo>
                  <a:lnTo>
                    <a:pt x="88" y="37"/>
                  </a:lnTo>
                  <a:lnTo>
                    <a:pt x="28" y="0"/>
                  </a:lnTo>
                  <a:lnTo>
                    <a:pt x="14" y="22"/>
                  </a:lnTo>
                  <a:lnTo>
                    <a:pt x="0" y="45"/>
                  </a:lnTo>
                  <a:lnTo>
                    <a:pt x="61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56" name=""/>
            <p:cNvSpPr/>
            <p:nvPr/>
          </p:nvSpPr>
          <p:spPr>
            <a:xfrm rot="0">
              <a:off x="2174" y="2623"/>
              <a:ext cx="4" cy="8"/>
            </a:xfrm>
            <a:custGeom>
              <a:avLst/>
              <a:ahLst/>
              <a:rect l="0" t="0" r="r" b="b"/>
              <a:pathLst>
                <a:path w="14" h="22">
                  <a:moveTo>
                    <a:pt x="0" y="22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57" name=""/>
            <p:cNvSpPr/>
            <p:nvPr/>
          </p:nvSpPr>
          <p:spPr>
            <a:xfrm rot="0">
              <a:off x="2178" y="26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58" name=""/>
            <p:cNvSpPr/>
            <p:nvPr/>
          </p:nvSpPr>
          <p:spPr>
            <a:xfrm rot="0">
              <a:off x="2149" y="2611"/>
              <a:ext cx="29" cy="27"/>
            </a:xfrm>
            <a:custGeom>
              <a:avLst/>
              <a:ahLst/>
              <a:rect l="0" t="0" r="r" b="b"/>
              <a:pathLst>
                <a:path w="89" h="81">
                  <a:moveTo>
                    <a:pt x="61" y="81"/>
                  </a:moveTo>
                  <a:lnTo>
                    <a:pt x="75" y="58"/>
                  </a:lnTo>
                  <a:lnTo>
                    <a:pt x="89" y="36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6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59" name=""/>
            <p:cNvSpPr/>
            <p:nvPr/>
          </p:nvSpPr>
          <p:spPr>
            <a:xfrm rot="0">
              <a:off x="2149" y="2611"/>
              <a:ext cx="29" cy="27"/>
            </a:xfrm>
            <a:custGeom>
              <a:avLst/>
              <a:ahLst/>
              <a:rect l="0" t="0" r="r" b="b"/>
              <a:pathLst>
                <a:path w="89" h="81">
                  <a:moveTo>
                    <a:pt x="61" y="81"/>
                  </a:moveTo>
                  <a:lnTo>
                    <a:pt x="75" y="58"/>
                  </a:lnTo>
                  <a:lnTo>
                    <a:pt x="89" y="36"/>
                  </a:lnTo>
                  <a:lnTo>
                    <a:pt x="27" y="0"/>
                  </a:lnTo>
                  <a:lnTo>
                    <a:pt x="14" y="23"/>
                  </a:lnTo>
                  <a:lnTo>
                    <a:pt x="0" y="46"/>
                  </a:lnTo>
                  <a:lnTo>
                    <a:pt x="61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60" name=""/>
            <p:cNvSpPr/>
            <p:nvPr/>
          </p:nvSpPr>
          <p:spPr>
            <a:xfrm rot="0">
              <a:off x="2153" y="2611"/>
              <a:ext cx="5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24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61" name=""/>
            <p:cNvSpPr/>
            <p:nvPr/>
          </p:nvSpPr>
          <p:spPr>
            <a:xfrm rot="0" flipH="1" flipV="1">
              <a:off x="2157" y="26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62" name=""/>
            <p:cNvSpPr/>
            <p:nvPr/>
          </p:nvSpPr>
          <p:spPr>
            <a:xfrm rot="0">
              <a:off x="2128" y="2600"/>
              <a:ext cx="29" cy="27"/>
            </a:xfrm>
            <a:custGeom>
              <a:avLst/>
              <a:ahLst/>
              <a:rect l="0" t="0" r="r" b="b"/>
              <a:pathLst>
                <a:path w="89" h="80">
                  <a:moveTo>
                    <a:pt x="64" y="80"/>
                  </a:moveTo>
                  <a:lnTo>
                    <a:pt x="77" y="56"/>
                  </a:lnTo>
                  <a:lnTo>
                    <a:pt x="89" y="32"/>
                  </a:lnTo>
                  <a:lnTo>
                    <a:pt x="25" y="0"/>
                  </a:lnTo>
                  <a:lnTo>
                    <a:pt x="13" y="24"/>
                  </a:lnTo>
                  <a:lnTo>
                    <a:pt x="0" y="48"/>
                  </a:lnTo>
                  <a:lnTo>
                    <a:pt x="64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63" name=""/>
            <p:cNvSpPr/>
            <p:nvPr/>
          </p:nvSpPr>
          <p:spPr>
            <a:xfrm rot="0">
              <a:off x="2128" y="2600"/>
              <a:ext cx="29" cy="27"/>
            </a:xfrm>
            <a:custGeom>
              <a:avLst/>
              <a:ahLst/>
              <a:rect l="0" t="0" r="r" b="b"/>
              <a:pathLst>
                <a:path w="89" h="80">
                  <a:moveTo>
                    <a:pt x="64" y="80"/>
                  </a:moveTo>
                  <a:lnTo>
                    <a:pt x="77" y="56"/>
                  </a:lnTo>
                  <a:lnTo>
                    <a:pt x="89" y="32"/>
                  </a:lnTo>
                  <a:lnTo>
                    <a:pt x="25" y="0"/>
                  </a:lnTo>
                  <a:lnTo>
                    <a:pt x="13" y="24"/>
                  </a:lnTo>
                  <a:lnTo>
                    <a:pt x="0" y="48"/>
                  </a:lnTo>
                  <a:lnTo>
                    <a:pt x="64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64" name=""/>
            <p:cNvSpPr/>
            <p:nvPr/>
          </p:nvSpPr>
          <p:spPr>
            <a:xfrm rot="0">
              <a:off x="2132" y="2600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0" y="24"/>
                  </a:moveTo>
                  <a:lnTo>
                    <a:pt x="12" y="0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65" name=""/>
            <p:cNvSpPr/>
            <p:nvPr/>
          </p:nvSpPr>
          <p:spPr>
            <a:xfrm rot="0" flipH="1">
              <a:off x="2135" y="26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66" name=""/>
            <p:cNvSpPr/>
            <p:nvPr/>
          </p:nvSpPr>
          <p:spPr>
            <a:xfrm rot="0">
              <a:off x="2107" y="2591"/>
              <a:ext cx="28" cy="25"/>
            </a:xfrm>
            <a:custGeom>
              <a:avLst/>
              <a:ahLst/>
              <a:rect l="0" t="0" r="r" b="b"/>
              <a:pathLst>
                <a:path w="85" h="77">
                  <a:moveTo>
                    <a:pt x="64" y="77"/>
                  </a:moveTo>
                  <a:lnTo>
                    <a:pt x="75" y="53"/>
                  </a:lnTo>
                  <a:lnTo>
                    <a:pt x="85" y="29"/>
                  </a:lnTo>
                  <a:lnTo>
                    <a:pt x="21" y="0"/>
                  </a:lnTo>
                  <a:lnTo>
                    <a:pt x="10" y="24"/>
                  </a:lnTo>
                  <a:lnTo>
                    <a:pt x="0" y="47"/>
                  </a:lnTo>
                  <a:lnTo>
                    <a:pt x="64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67" name=""/>
            <p:cNvSpPr/>
            <p:nvPr/>
          </p:nvSpPr>
          <p:spPr>
            <a:xfrm rot="0">
              <a:off x="2107" y="2591"/>
              <a:ext cx="28" cy="25"/>
            </a:xfrm>
            <a:custGeom>
              <a:avLst/>
              <a:ahLst/>
              <a:rect l="0" t="0" r="r" b="b"/>
              <a:pathLst>
                <a:path w="85" h="77">
                  <a:moveTo>
                    <a:pt x="64" y="77"/>
                  </a:moveTo>
                  <a:lnTo>
                    <a:pt x="75" y="53"/>
                  </a:lnTo>
                  <a:lnTo>
                    <a:pt x="85" y="29"/>
                  </a:lnTo>
                  <a:lnTo>
                    <a:pt x="21" y="0"/>
                  </a:lnTo>
                  <a:lnTo>
                    <a:pt x="10" y="24"/>
                  </a:lnTo>
                  <a:lnTo>
                    <a:pt x="0" y="47"/>
                  </a:lnTo>
                  <a:lnTo>
                    <a:pt x="64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68" name=""/>
            <p:cNvSpPr/>
            <p:nvPr/>
          </p:nvSpPr>
          <p:spPr>
            <a:xfrm rot="0">
              <a:off x="2110" y="2590"/>
              <a:ext cx="4" cy="9"/>
            </a:xfrm>
            <a:custGeom>
              <a:avLst/>
              <a:ahLst/>
              <a:rect l="0" t="0" r="r" b="b"/>
              <a:pathLst>
                <a:path w="11" h="26">
                  <a:moveTo>
                    <a:pt x="0" y="26"/>
                  </a:moveTo>
                  <a:lnTo>
                    <a:pt x="11" y="2"/>
                  </a:lnTo>
                  <a:lnTo>
                    <a:pt x="1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69" name=""/>
            <p:cNvSpPr/>
            <p:nvPr/>
          </p:nvSpPr>
          <p:spPr>
            <a:xfrm rot="0" flipV="1">
              <a:off x="2114" y="25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70" name=""/>
            <p:cNvSpPr/>
            <p:nvPr/>
          </p:nvSpPr>
          <p:spPr>
            <a:xfrm rot="0">
              <a:off x="2085" y="2581"/>
              <a:ext cx="29" cy="26"/>
            </a:xfrm>
            <a:custGeom>
              <a:avLst/>
              <a:ahLst/>
              <a:rect l="0" t="0" r="r" b="b"/>
              <a:pathLst>
                <a:path w="88" h="78">
                  <a:moveTo>
                    <a:pt x="67" y="78"/>
                  </a:moveTo>
                  <a:lnTo>
                    <a:pt x="77" y="53"/>
                  </a:lnTo>
                  <a:lnTo>
                    <a:pt x="88" y="27"/>
                  </a:lnTo>
                  <a:lnTo>
                    <a:pt x="21" y="0"/>
                  </a:lnTo>
                  <a:lnTo>
                    <a:pt x="11" y="25"/>
                  </a:lnTo>
                  <a:lnTo>
                    <a:pt x="0" y="50"/>
                  </a:lnTo>
                  <a:lnTo>
                    <a:pt x="67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71" name=""/>
            <p:cNvSpPr/>
            <p:nvPr/>
          </p:nvSpPr>
          <p:spPr>
            <a:xfrm rot="0">
              <a:off x="2085" y="2581"/>
              <a:ext cx="29" cy="26"/>
            </a:xfrm>
            <a:custGeom>
              <a:avLst/>
              <a:ahLst/>
              <a:rect l="0" t="0" r="r" b="b"/>
              <a:pathLst>
                <a:path w="88" h="78">
                  <a:moveTo>
                    <a:pt x="67" y="78"/>
                  </a:moveTo>
                  <a:lnTo>
                    <a:pt x="77" y="53"/>
                  </a:lnTo>
                  <a:lnTo>
                    <a:pt x="88" y="27"/>
                  </a:lnTo>
                  <a:lnTo>
                    <a:pt x="21" y="0"/>
                  </a:lnTo>
                  <a:lnTo>
                    <a:pt x="11" y="25"/>
                  </a:lnTo>
                  <a:lnTo>
                    <a:pt x="0" y="50"/>
                  </a:lnTo>
                  <a:lnTo>
                    <a:pt x="67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72" name=""/>
            <p:cNvSpPr/>
            <p:nvPr/>
          </p:nvSpPr>
          <p:spPr>
            <a:xfrm rot="0">
              <a:off x="2088" y="2581"/>
              <a:ext cx="4" cy="8"/>
            </a:xfrm>
            <a:custGeom>
              <a:avLst/>
              <a:ahLst/>
              <a:rect l="0" t="0" r="r" b="b"/>
              <a:pathLst>
                <a:path w="10" h="25">
                  <a:moveTo>
                    <a:pt x="0" y="25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73" name=""/>
            <p:cNvSpPr/>
            <p:nvPr/>
          </p:nvSpPr>
          <p:spPr>
            <a:xfrm rot="0" flipH="1">
              <a:off x="2091" y="25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74" name=""/>
            <p:cNvSpPr/>
            <p:nvPr/>
          </p:nvSpPr>
          <p:spPr>
            <a:xfrm rot="0">
              <a:off x="2063" y="2573"/>
              <a:ext cx="28" cy="25"/>
            </a:xfrm>
            <a:custGeom>
              <a:avLst/>
              <a:ahLst/>
              <a:rect l="0" t="0" r="r" b="b"/>
              <a:pathLst>
                <a:path w="86" h="74">
                  <a:moveTo>
                    <a:pt x="67" y="74"/>
                  </a:moveTo>
                  <a:lnTo>
                    <a:pt x="77" y="49"/>
                  </a:lnTo>
                  <a:lnTo>
                    <a:pt x="86" y="24"/>
                  </a:lnTo>
                  <a:lnTo>
                    <a:pt x="19" y="0"/>
                  </a:lnTo>
                  <a:lnTo>
                    <a:pt x="10" y="25"/>
                  </a:lnTo>
                  <a:lnTo>
                    <a:pt x="0" y="50"/>
                  </a:lnTo>
                  <a:lnTo>
                    <a:pt x="67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75" name=""/>
            <p:cNvSpPr/>
            <p:nvPr/>
          </p:nvSpPr>
          <p:spPr>
            <a:xfrm rot="0">
              <a:off x="2063" y="2573"/>
              <a:ext cx="28" cy="25"/>
            </a:xfrm>
            <a:custGeom>
              <a:avLst/>
              <a:ahLst/>
              <a:rect l="0" t="0" r="r" b="b"/>
              <a:pathLst>
                <a:path w="86" h="74">
                  <a:moveTo>
                    <a:pt x="67" y="74"/>
                  </a:moveTo>
                  <a:lnTo>
                    <a:pt x="77" y="49"/>
                  </a:lnTo>
                  <a:lnTo>
                    <a:pt x="86" y="24"/>
                  </a:lnTo>
                  <a:lnTo>
                    <a:pt x="19" y="0"/>
                  </a:lnTo>
                  <a:lnTo>
                    <a:pt x="10" y="25"/>
                  </a:lnTo>
                  <a:lnTo>
                    <a:pt x="0" y="50"/>
                  </a:lnTo>
                  <a:lnTo>
                    <a:pt x="67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76" name=""/>
            <p:cNvSpPr/>
            <p:nvPr/>
          </p:nvSpPr>
          <p:spPr>
            <a:xfrm rot="0">
              <a:off x="2066" y="2573"/>
              <a:ext cx="3" cy="8"/>
            </a:xfrm>
            <a:custGeom>
              <a:avLst/>
              <a:ahLst/>
              <a:rect l="0" t="0" r="r" b="b"/>
              <a:pathLst>
                <a:path w="9" h="26">
                  <a:moveTo>
                    <a:pt x="0" y="26"/>
                  </a:moveTo>
                  <a:lnTo>
                    <a:pt x="9" y="1"/>
                  </a:lnTo>
                  <a:lnTo>
                    <a:pt x="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77" name=""/>
            <p:cNvSpPr/>
            <p:nvPr/>
          </p:nvSpPr>
          <p:spPr>
            <a:xfrm rot="0" flipH="1" flipV="1">
              <a:off x="2068" y="2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78" name=""/>
            <p:cNvSpPr/>
            <p:nvPr/>
          </p:nvSpPr>
          <p:spPr>
            <a:xfrm rot="0">
              <a:off x="2041" y="2566"/>
              <a:ext cx="27" cy="24"/>
            </a:xfrm>
            <a:custGeom>
              <a:avLst/>
              <a:ahLst/>
              <a:rect l="0" t="0" r="r" b="b"/>
              <a:pathLst>
                <a:path w="83" h="71">
                  <a:moveTo>
                    <a:pt x="69" y="71"/>
                  </a:moveTo>
                  <a:lnTo>
                    <a:pt x="76" y="45"/>
                  </a:lnTo>
                  <a:lnTo>
                    <a:pt x="83" y="19"/>
                  </a:lnTo>
                  <a:lnTo>
                    <a:pt x="14" y="0"/>
                  </a:lnTo>
                  <a:lnTo>
                    <a:pt x="7" y="26"/>
                  </a:lnTo>
                  <a:lnTo>
                    <a:pt x="0" y="52"/>
                  </a:lnTo>
                  <a:lnTo>
                    <a:pt x="69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79" name=""/>
            <p:cNvSpPr/>
            <p:nvPr/>
          </p:nvSpPr>
          <p:spPr>
            <a:xfrm rot="0">
              <a:off x="2041" y="2566"/>
              <a:ext cx="27" cy="24"/>
            </a:xfrm>
            <a:custGeom>
              <a:avLst/>
              <a:ahLst/>
              <a:rect l="0" t="0" r="r" b="b"/>
              <a:pathLst>
                <a:path w="83" h="71">
                  <a:moveTo>
                    <a:pt x="69" y="71"/>
                  </a:moveTo>
                  <a:lnTo>
                    <a:pt x="76" y="45"/>
                  </a:lnTo>
                  <a:lnTo>
                    <a:pt x="83" y="19"/>
                  </a:lnTo>
                  <a:lnTo>
                    <a:pt x="14" y="0"/>
                  </a:lnTo>
                  <a:lnTo>
                    <a:pt x="7" y="26"/>
                  </a:lnTo>
                  <a:lnTo>
                    <a:pt x="0" y="52"/>
                  </a:lnTo>
                  <a:lnTo>
                    <a:pt x="69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80" name=""/>
            <p:cNvSpPr/>
            <p:nvPr/>
          </p:nvSpPr>
          <p:spPr>
            <a:xfrm rot="0">
              <a:off x="2043" y="2566"/>
              <a:ext cx="2" cy="9"/>
            </a:xfrm>
            <a:custGeom>
              <a:avLst/>
              <a:ahLst/>
              <a:rect l="0" t="0" r="r" b="b"/>
              <a:pathLst>
                <a:path w="7" h="26">
                  <a:moveTo>
                    <a:pt x="0" y="26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81" name=""/>
            <p:cNvSpPr/>
            <p:nvPr/>
          </p:nvSpPr>
          <p:spPr>
            <a:xfrm rot="0" flipH="1">
              <a:off x="2045" y="25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82" name=""/>
            <p:cNvSpPr/>
            <p:nvPr/>
          </p:nvSpPr>
          <p:spPr>
            <a:xfrm rot="0">
              <a:off x="2018" y="2560"/>
              <a:ext cx="27" cy="24"/>
            </a:xfrm>
            <a:custGeom>
              <a:avLst/>
              <a:ahLst/>
              <a:rect l="0" t="0" r="r" b="b"/>
              <a:pathLst>
                <a:path w="81" h="70">
                  <a:moveTo>
                    <a:pt x="69" y="70"/>
                  </a:moveTo>
                  <a:lnTo>
                    <a:pt x="75" y="44"/>
                  </a:lnTo>
                  <a:lnTo>
                    <a:pt x="81" y="18"/>
                  </a:lnTo>
                  <a:lnTo>
                    <a:pt x="12" y="0"/>
                  </a:lnTo>
                  <a:lnTo>
                    <a:pt x="6" y="26"/>
                  </a:lnTo>
                  <a:lnTo>
                    <a:pt x="0" y="52"/>
                  </a:lnTo>
                  <a:lnTo>
                    <a:pt x="69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83" name=""/>
            <p:cNvSpPr/>
            <p:nvPr/>
          </p:nvSpPr>
          <p:spPr>
            <a:xfrm rot="0">
              <a:off x="2018" y="2560"/>
              <a:ext cx="27" cy="24"/>
            </a:xfrm>
            <a:custGeom>
              <a:avLst/>
              <a:ahLst/>
              <a:rect l="0" t="0" r="r" b="b"/>
              <a:pathLst>
                <a:path w="81" h="70">
                  <a:moveTo>
                    <a:pt x="69" y="70"/>
                  </a:moveTo>
                  <a:lnTo>
                    <a:pt x="75" y="44"/>
                  </a:lnTo>
                  <a:lnTo>
                    <a:pt x="81" y="18"/>
                  </a:lnTo>
                  <a:lnTo>
                    <a:pt x="12" y="0"/>
                  </a:lnTo>
                  <a:lnTo>
                    <a:pt x="6" y="26"/>
                  </a:lnTo>
                  <a:lnTo>
                    <a:pt x="0" y="52"/>
                  </a:lnTo>
                  <a:lnTo>
                    <a:pt x="69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84" name=""/>
            <p:cNvSpPr/>
            <p:nvPr/>
          </p:nvSpPr>
          <p:spPr>
            <a:xfrm rot="0">
              <a:off x="2020" y="2560"/>
              <a:ext cx="2" cy="9"/>
            </a:xfrm>
            <a:custGeom>
              <a:avLst/>
              <a:ahLst/>
              <a:rect l="0" t="0" r="r" b="b"/>
              <a:pathLst>
                <a:path w="6" h="26">
                  <a:moveTo>
                    <a:pt x="0" y="26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85" name=""/>
            <p:cNvSpPr/>
            <p:nvPr/>
          </p:nvSpPr>
          <p:spPr>
            <a:xfrm rot="0" flipH="1">
              <a:off x="2022" y="25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86" name=""/>
            <p:cNvSpPr/>
            <p:nvPr/>
          </p:nvSpPr>
          <p:spPr>
            <a:xfrm rot="0">
              <a:off x="1995" y="2555"/>
              <a:ext cx="27" cy="23"/>
            </a:xfrm>
            <a:custGeom>
              <a:avLst/>
              <a:ahLst/>
              <a:rect l="0" t="0" r="r" b="b"/>
              <a:pathLst>
                <a:path w="80" h="67">
                  <a:moveTo>
                    <a:pt x="70" y="67"/>
                  </a:moveTo>
                  <a:lnTo>
                    <a:pt x="75" y="41"/>
                  </a:lnTo>
                  <a:lnTo>
                    <a:pt x="80" y="15"/>
                  </a:lnTo>
                  <a:lnTo>
                    <a:pt x="11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7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87" name=""/>
            <p:cNvSpPr/>
            <p:nvPr/>
          </p:nvSpPr>
          <p:spPr>
            <a:xfrm rot="0">
              <a:off x="1995" y="2555"/>
              <a:ext cx="27" cy="23"/>
            </a:xfrm>
            <a:custGeom>
              <a:avLst/>
              <a:ahLst/>
              <a:rect l="0" t="0" r="r" b="b"/>
              <a:pathLst>
                <a:path w="80" h="67">
                  <a:moveTo>
                    <a:pt x="70" y="67"/>
                  </a:moveTo>
                  <a:lnTo>
                    <a:pt x="75" y="41"/>
                  </a:lnTo>
                  <a:lnTo>
                    <a:pt x="80" y="15"/>
                  </a:lnTo>
                  <a:lnTo>
                    <a:pt x="11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7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88" name=""/>
            <p:cNvSpPr/>
            <p:nvPr/>
          </p:nvSpPr>
          <p:spPr>
            <a:xfrm rot="0">
              <a:off x="1997" y="2555"/>
              <a:ext cx="2" cy="9"/>
            </a:xfrm>
            <a:custGeom>
              <a:avLst/>
              <a:ahLst/>
              <a:rect l="0" t="0" r="r" b="b"/>
              <a:pathLst>
                <a:path w="6" h="26">
                  <a:moveTo>
                    <a:pt x="0" y="26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89" name=""/>
            <p:cNvSpPr/>
            <p:nvPr/>
          </p:nvSpPr>
          <p:spPr>
            <a:xfrm rot="0" flipH="1">
              <a:off x="1998" y="2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90" name=""/>
            <p:cNvSpPr/>
            <p:nvPr/>
          </p:nvSpPr>
          <p:spPr>
            <a:xfrm rot="0">
              <a:off x="1972" y="2552"/>
              <a:ext cx="26" cy="21"/>
            </a:xfrm>
            <a:custGeom>
              <a:avLst/>
              <a:ahLst/>
              <a:rect l="0" t="0" r="r" b="b"/>
              <a:pathLst>
                <a:path w="79" h="62">
                  <a:moveTo>
                    <a:pt x="71" y="62"/>
                  </a:moveTo>
                  <a:lnTo>
                    <a:pt x="75" y="36"/>
                  </a:lnTo>
                  <a:lnTo>
                    <a:pt x="79" y="10"/>
                  </a:lnTo>
                  <a:lnTo>
                    <a:pt x="9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71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91" name=""/>
            <p:cNvSpPr/>
            <p:nvPr/>
          </p:nvSpPr>
          <p:spPr>
            <a:xfrm rot="0">
              <a:off x="1972" y="2552"/>
              <a:ext cx="26" cy="21"/>
            </a:xfrm>
            <a:custGeom>
              <a:avLst/>
              <a:ahLst/>
              <a:rect l="0" t="0" r="r" b="b"/>
              <a:pathLst>
                <a:path w="79" h="62">
                  <a:moveTo>
                    <a:pt x="71" y="62"/>
                  </a:moveTo>
                  <a:lnTo>
                    <a:pt x="75" y="36"/>
                  </a:lnTo>
                  <a:lnTo>
                    <a:pt x="79" y="10"/>
                  </a:lnTo>
                  <a:lnTo>
                    <a:pt x="9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71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92" name=""/>
            <p:cNvSpPr/>
            <p:nvPr/>
          </p:nvSpPr>
          <p:spPr>
            <a:xfrm rot="0">
              <a:off x="1973" y="2552"/>
              <a:ext cx="2" cy="9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93" name=""/>
            <p:cNvSpPr/>
            <p:nvPr/>
          </p:nvSpPr>
          <p:spPr>
            <a:xfrm rot="0" flipH="1">
              <a:off x="1974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94" name=""/>
            <p:cNvSpPr/>
            <p:nvPr/>
          </p:nvSpPr>
          <p:spPr>
            <a:xfrm rot="0">
              <a:off x="1948" y="2549"/>
              <a:ext cx="26" cy="20"/>
            </a:xfrm>
            <a:custGeom>
              <a:avLst/>
              <a:ahLst/>
              <a:rect l="0" t="0" r="r" b="b"/>
              <a:pathLst>
                <a:path w="78" h="61">
                  <a:moveTo>
                    <a:pt x="71" y="61"/>
                  </a:moveTo>
                  <a:lnTo>
                    <a:pt x="74" y="35"/>
                  </a:lnTo>
                  <a:lnTo>
                    <a:pt x="78" y="9"/>
                  </a:lnTo>
                  <a:lnTo>
                    <a:pt x="7" y="0"/>
                  </a:lnTo>
                  <a:lnTo>
                    <a:pt x="4" y="26"/>
                  </a:lnTo>
                  <a:lnTo>
                    <a:pt x="0" y="53"/>
                  </a:lnTo>
                  <a:lnTo>
                    <a:pt x="71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95" name=""/>
            <p:cNvSpPr/>
            <p:nvPr/>
          </p:nvSpPr>
          <p:spPr>
            <a:xfrm rot="0">
              <a:off x="1948" y="2549"/>
              <a:ext cx="26" cy="20"/>
            </a:xfrm>
            <a:custGeom>
              <a:avLst/>
              <a:ahLst/>
              <a:rect l="0" t="0" r="r" b="b"/>
              <a:pathLst>
                <a:path w="78" h="61">
                  <a:moveTo>
                    <a:pt x="71" y="61"/>
                  </a:moveTo>
                  <a:lnTo>
                    <a:pt x="74" y="35"/>
                  </a:lnTo>
                  <a:lnTo>
                    <a:pt x="78" y="9"/>
                  </a:lnTo>
                  <a:lnTo>
                    <a:pt x="7" y="0"/>
                  </a:lnTo>
                  <a:lnTo>
                    <a:pt x="4" y="26"/>
                  </a:lnTo>
                  <a:lnTo>
                    <a:pt x="0" y="53"/>
                  </a:lnTo>
                  <a:lnTo>
                    <a:pt x="71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96" name=""/>
            <p:cNvSpPr/>
            <p:nvPr/>
          </p:nvSpPr>
          <p:spPr>
            <a:xfrm rot="0">
              <a:off x="1950" y="2549"/>
              <a:ext cx="1" cy="9"/>
            </a:xfrm>
            <a:custGeom>
              <a:avLst/>
              <a:ahLst/>
              <a:rect l="0" t="0" r="r" b="b"/>
              <a:pathLst>
                <a:path w="3" h="26">
                  <a:moveTo>
                    <a:pt x="0" y="2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97" name=""/>
            <p:cNvSpPr/>
            <p:nvPr/>
          </p:nvSpPr>
          <p:spPr>
            <a:xfrm rot="0" flipH="1">
              <a:off x="1950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898" name=""/>
            <p:cNvSpPr/>
            <p:nvPr/>
          </p:nvSpPr>
          <p:spPr>
            <a:xfrm rot="0">
              <a:off x="1925" y="2547"/>
              <a:ext cx="25" cy="20"/>
            </a:xfrm>
            <a:custGeom>
              <a:avLst/>
              <a:ahLst/>
              <a:rect l="0" t="0" r="r" b="b"/>
              <a:pathLst>
                <a:path w="75" h="58">
                  <a:moveTo>
                    <a:pt x="70" y="58"/>
                  </a:moveTo>
                  <a:lnTo>
                    <a:pt x="73" y="31"/>
                  </a:lnTo>
                  <a:lnTo>
                    <a:pt x="75" y="5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2"/>
                  </a:lnTo>
                  <a:lnTo>
                    <a:pt x="7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899" name=""/>
            <p:cNvSpPr/>
            <p:nvPr/>
          </p:nvSpPr>
          <p:spPr>
            <a:xfrm rot="0">
              <a:off x="1925" y="2547"/>
              <a:ext cx="25" cy="20"/>
            </a:xfrm>
            <a:custGeom>
              <a:avLst/>
              <a:ahLst/>
              <a:rect l="0" t="0" r="r" b="b"/>
              <a:pathLst>
                <a:path w="75" h="58">
                  <a:moveTo>
                    <a:pt x="70" y="58"/>
                  </a:moveTo>
                  <a:lnTo>
                    <a:pt x="73" y="31"/>
                  </a:lnTo>
                  <a:lnTo>
                    <a:pt x="75" y="5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2"/>
                  </a:lnTo>
                  <a:lnTo>
                    <a:pt x="7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00" name=""/>
            <p:cNvSpPr/>
            <p:nvPr/>
          </p:nvSpPr>
          <p:spPr>
            <a:xfrm rot="0">
              <a:off x="1926" y="2547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0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01" name=""/>
            <p:cNvSpPr/>
            <p:nvPr/>
          </p:nvSpPr>
          <p:spPr>
            <a:xfrm rot="0" flipH="1">
              <a:off x="1926" y="25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02" name=""/>
            <p:cNvSpPr/>
            <p:nvPr/>
          </p:nvSpPr>
          <p:spPr>
            <a:xfrm rot="0">
              <a:off x="1902" y="2547"/>
              <a:ext cx="24" cy="18"/>
            </a:xfrm>
            <a:custGeom>
              <a:avLst/>
              <a:ahLst/>
              <a:rect l="0" t="0" r="r" b="b"/>
              <a:pathLst>
                <a:path w="72" h="53">
                  <a:moveTo>
                    <a:pt x="72" y="53"/>
                  </a:moveTo>
                  <a:lnTo>
                    <a:pt x="72" y="27"/>
                  </a:lnTo>
                  <a:lnTo>
                    <a:pt x="72" y="1"/>
                  </a:lnTo>
                  <a:lnTo>
                    <a:pt x="0" y="0"/>
                  </a:lnTo>
                  <a:lnTo>
                    <a:pt x="0" y="26"/>
                  </a:lnTo>
                  <a:lnTo>
                    <a:pt x="0" y="52"/>
                  </a:lnTo>
                  <a:lnTo>
                    <a:pt x="7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03" name=""/>
            <p:cNvSpPr/>
            <p:nvPr/>
          </p:nvSpPr>
          <p:spPr>
            <a:xfrm rot="0">
              <a:off x="1902" y="2547"/>
              <a:ext cx="24" cy="18"/>
            </a:xfrm>
            <a:custGeom>
              <a:avLst/>
              <a:ahLst/>
              <a:rect l="0" t="0" r="r" b="b"/>
              <a:pathLst>
                <a:path w="72" h="53">
                  <a:moveTo>
                    <a:pt x="72" y="53"/>
                  </a:moveTo>
                  <a:lnTo>
                    <a:pt x="72" y="27"/>
                  </a:lnTo>
                  <a:lnTo>
                    <a:pt x="72" y="1"/>
                  </a:lnTo>
                  <a:lnTo>
                    <a:pt x="0" y="0"/>
                  </a:lnTo>
                  <a:lnTo>
                    <a:pt x="0" y="26"/>
                  </a:lnTo>
                  <a:lnTo>
                    <a:pt x="0" y="52"/>
                  </a:lnTo>
                  <a:lnTo>
                    <a:pt x="7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04" name=""/>
            <p:cNvSpPr/>
            <p:nvPr/>
          </p:nvSpPr>
          <p:spPr>
            <a:xfrm rot="0">
              <a:off x="1902" y="2547"/>
              <a:ext cx="1" cy="9"/>
            </a:xfrm>
            <a:prstGeom prst="rect"/>
            <a:solidFill>
              <a:srgbClr val="000000"/>
            </a:solidFill>
            <a:ln>
              <a:noFill/>
            </a:ln>
          </p:spPr>
        </p:sp>
        <p:sp>
          <p:nvSpPr>
            <p:cNvPr id="1079905" name=""/>
            <p:cNvSpPr/>
            <p:nvPr/>
          </p:nvSpPr>
          <p:spPr>
            <a:xfrm rot="0">
              <a:off x="1902" y="25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06" name=""/>
            <p:cNvSpPr/>
            <p:nvPr/>
          </p:nvSpPr>
          <p:spPr>
            <a:xfrm rot="0">
              <a:off x="1878" y="2547"/>
              <a:ext cx="24" cy="18"/>
            </a:xfrm>
            <a:custGeom>
              <a:avLst/>
              <a:ahLst/>
              <a:rect l="0" t="0" r="r" b="b"/>
              <a:pathLst>
                <a:path w="71" h="53">
                  <a:moveTo>
                    <a:pt x="71" y="52"/>
                  </a:moveTo>
                  <a:lnTo>
                    <a:pt x="71" y="26"/>
                  </a:lnTo>
                  <a:lnTo>
                    <a:pt x="71" y="0"/>
                  </a:lnTo>
                  <a:lnTo>
                    <a:pt x="0" y="1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7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07" name=""/>
            <p:cNvSpPr/>
            <p:nvPr/>
          </p:nvSpPr>
          <p:spPr>
            <a:xfrm rot="0">
              <a:off x="1878" y="2547"/>
              <a:ext cx="24" cy="18"/>
            </a:xfrm>
            <a:custGeom>
              <a:avLst/>
              <a:ahLst/>
              <a:rect l="0" t="0" r="r" b="b"/>
              <a:pathLst>
                <a:path w="71" h="53">
                  <a:moveTo>
                    <a:pt x="71" y="52"/>
                  </a:moveTo>
                  <a:lnTo>
                    <a:pt x="71" y="26"/>
                  </a:lnTo>
                  <a:lnTo>
                    <a:pt x="71" y="0"/>
                  </a:lnTo>
                  <a:lnTo>
                    <a:pt x="0" y="1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7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08" name=""/>
            <p:cNvSpPr/>
            <p:nvPr/>
          </p:nvSpPr>
          <p:spPr>
            <a:xfrm rot="0">
              <a:off x="1878" y="2547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2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09" name=""/>
            <p:cNvSpPr/>
            <p:nvPr/>
          </p:nvSpPr>
          <p:spPr>
            <a:xfrm rot="0" flipH="1">
              <a:off x="1878" y="25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10" name=""/>
            <p:cNvSpPr/>
            <p:nvPr/>
          </p:nvSpPr>
          <p:spPr>
            <a:xfrm rot="0">
              <a:off x="1854" y="2547"/>
              <a:ext cx="25" cy="20"/>
            </a:xfrm>
            <a:custGeom>
              <a:avLst/>
              <a:ahLst/>
              <a:rect l="0" t="0" r="r" b="b"/>
              <a:pathLst>
                <a:path w="75" h="58">
                  <a:moveTo>
                    <a:pt x="75" y="52"/>
                  </a:moveTo>
                  <a:lnTo>
                    <a:pt x="73" y="26"/>
                  </a:lnTo>
                  <a:lnTo>
                    <a:pt x="71" y="0"/>
                  </a:lnTo>
                  <a:lnTo>
                    <a:pt x="0" y="5"/>
                  </a:lnTo>
                  <a:lnTo>
                    <a:pt x="2" y="31"/>
                  </a:lnTo>
                  <a:lnTo>
                    <a:pt x="4" y="58"/>
                  </a:lnTo>
                  <a:lnTo>
                    <a:pt x="75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11" name=""/>
            <p:cNvSpPr/>
            <p:nvPr/>
          </p:nvSpPr>
          <p:spPr>
            <a:xfrm rot="0">
              <a:off x="1854" y="2547"/>
              <a:ext cx="25" cy="20"/>
            </a:xfrm>
            <a:custGeom>
              <a:avLst/>
              <a:ahLst/>
              <a:rect l="0" t="0" r="r" b="b"/>
              <a:pathLst>
                <a:path w="75" h="58">
                  <a:moveTo>
                    <a:pt x="75" y="52"/>
                  </a:moveTo>
                  <a:lnTo>
                    <a:pt x="73" y="26"/>
                  </a:lnTo>
                  <a:lnTo>
                    <a:pt x="71" y="0"/>
                  </a:lnTo>
                  <a:lnTo>
                    <a:pt x="0" y="5"/>
                  </a:lnTo>
                  <a:lnTo>
                    <a:pt x="2" y="31"/>
                  </a:lnTo>
                  <a:lnTo>
                    <a:pt x="4" y="58"/>
                  </a:lnTo>
                  <a:lnTo>
                    <a:pt x="75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12" name=""/>
            <p:cNvSpPr/>
            <p:nvPr/>
          </p:nvSpPr>
          <p:spPr>
            <a:xfrm rot="0">
              <a:off x="1854" y="2549"/>
              <a:ext cx="1" cy="9"/>
            </a:xfrm>
            <a:custGeom>
              <a:avLst/>
              <a:ahLst/>
              <a:rect l="0" t="0" r="r" b="b"/>
              <a:pathLst>
                <a:path w="3" h="26">
                  <a:moveTo>
                    <a:pt x="3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13" name=""/>
            <p:cNvSpPr/>
            <p:nvPr/>
          </p:nvSpPr>
          <p:spPr>
            <a:xfrm rot="0" flipH="1">
              <a:off x="1854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14" name=""/>
            <p:cNvSpPr/>
            <p:nvPr/>
          </p:nvSpPr>
          <p:spPr>
            <a:xfrm rot="0">
              <a:off x="1830" y="2549"/>
              <a:ext cx="26" cy="20"/>
            </a:xfrm>
            <a:custGeom>
              <a:avLst/>
              <a:ahLst/>
              <a:rect l="0" t="0" r="r" b="b"/>
              <a:pathLst>
                <a:path w="77" h="61">
                  <a:moveTo>
                    <a:pt x="77" y="53"/>
                  </a:moveTo>
                  <a:lnTo>
                    <a:pt x="74" y="26"/>
                  </a:lnTo>
                  <a:lnTo>
                    <a:pt x="71" y="0"/>
                  </a:lnTo>
                  <a:lnTo>
                    <a:pt x="0" y="9"/>
                  </a:lnTo>
                  <a:lnTo>
                    <a:pt x="3" y="35"/>
                  </a:lnTo>
                  <a:lnTo>
                    <a:pt x="6" y="61"/>
                  </a:lnTo>
                  <a:lnTo>
                    <a:pt x="77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15" name=""/>
            <p:cNvSpPr/>
            <p:nvPr/>
          </p:nvSpPr>
          <p:spPr>
            <a:xfrm rot="0">
              <a:off x="1830" y="2549"/>
              <a:ext cx="26" cy="20"/>
            </a:xfrm>
            <a:custGeom>
              <a:avLst/>
              <a:ahLst/>
              <a:rect l="0" t="0" r="r" b="b"/>
              <a:pathLst>
                <a:path w="77" h="61">
                  <a:moveTo>
                    <a:pt x="77" y="53"/>
                  </a:moveTo>
                  <a:lnTo>
                    <a:pt x="74" y="26"/>
                  </a:lnTo>
                  <a:lnTo>
                    <a:pt x="71" y="0"/>
                  </a:lnTo>
                  <a:lnTo>
                    <a:pt x="0" y="9"/>
                  </a:lnTo>
                  <a:lnTo>
                    <a:pt x="3" y="35"/>
                  </a:lnTo>
                  <a:lnTo>
                    <a:pt x="6" y="61"/>
                  </a:lnTo>
                  <a:lnTo>
                    <a:pt x="77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16" name=""/>
            <p:cNvSpPr/>
            <p:nvPr/>
          </p:nvSpPr>
          <p:spPr>
            <a:xfrm rot="0">
              <a:off x="1830" y="2552"/>
              <a:ext cx="1" cy="9"/>
            </a:xfrm>
            <a:custGeom>
              <a:avLst/>
              <a:ahLst/>
              <a:rect l="0" t="0" r="r" b="b"/>
              <a:pathLst>
                <a:path w="4" h="26">
                  <a:moveTo>
                    <a:pt x="4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17" name=""/>
            <p:cNvSpPr/>
            <p:nvPr/>
          </p:nvSpPr>
          <p:spPr>
            <a:xfrm rot="0" flipH="1">
              <a:off x="1830" y="2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18" name=""/>
            <p:cNvSpPr/>
            <p:nvPr/>
          </p:nvSpPr>
          <p:spPr>
            <a:xfrm rot="0">
              <a:off x="1806" y="2552"/>
              <a:ext cx="26" cy="21"/>
            </a:xfrm>
            <a:custGeom>
              <a:avLst/>
              <a:ahLst/>
              <a:rect l="0" t="0" r="r" b="b"/>
              <a:pathLst>
                <a:path w="79" h="62">
                  <a:moveTo>
                    <a:pt x="79" y="52"/>
                  </a:moveTo>
                  <a:lnTo>
                    <a:pt x="75" y="26"/>
                  </a:lnTo>
                  <a:lnTo>
                    <a:pt x="71" y="0"/>
                  </a:lnTo>
                  <a:lnTo>
                    <a:pt x="0" y="10"/>
                  </a:lnTo>
                  <a:lnTo>
                    <a:pt x="4" y="36"/>
                  </a:lnTo>
                  <a:lnTo>
                    <a:pt x="8" y="62"/>
                  </a:lnTo>
                  <a:lnTo>
                    <a:pt x="7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19" name=""/>
            <p:cNvSpPr/>
            <p:nvPr/>
          </p:nvSpPr>
          <p:spPr>
            <a:xfrm rot="0">
              <a:off x="1806" y="2552"/>
              <a:ext cx="26" cy="21"/>
            </a:xfrm>
            <a:custGeom>
              <a:avLst/>
              <a:ahLst/>
              <a:rect l="0" t="0" r="r" b="b"/>
              <a:pathLst>
                <a:path w="79" h="62">
                  <a:moveTo>
                    <a:pt x="79" y="52"/>
                  </a:moveTo>
                  <a:lnTo>
                    <a:pt x="75" y="26"/>
                  </a:lnTo>
                  <a:lnTo>
                    <a:pt x="71" y="0"/>
                  </a:lnTo>
                  <a:lnTo>
                    <a:pt x="0" y="10"/>
                  </a:lnTo>
                  <a:lnTo>
                    <a:pt x="4" y="36"/>
                  </a:lnTo>
                  <a:lnTo>
                    <a:pt x="8" y="62"/>
                  </a:lnTo>
                  <a:lnTo>
                    <a:pt x="7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20" name=""/>
            <p:cNvSpPr/>
            <p:nvPr/>
          </p:nvSpPr>
          <p:spPr>
            <a:xfrm rot="0">
              <a:off x="1806" y="2555"/>
              <a:ext cx="1" cy="9"/>
            </a:xfrm>
            <a:custGeom>
              <a:avLst/>
              <a:ahLst/>
              <a:rect l="0" t="0" r="r" b="b"/>
              <a:pathLst>
                <a:path w="5" h="26">
                  <a:moveTo>
                    <a:pt x="5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21" name=""/>
            <p:cNvSpPr/>
            <p:nvPr/>
          </p:nvSpPr>
          <p:spPr>
            <a:xfrm rot="0" flipH="1">
              <a:off x="1806" y="2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79922" name=""/>
            <p:cNvSpPr/>
            <p:nvPr/>
          </p:nvSpPr>
          <p:spPr>
            <a:xfrm rot="0">
              <a:off x="1782" y="2555"/>
              <a:ext cx="27" cy="23"/>
            </a:xfrm>
            <a:custGeom>
              <a:avLst/>
              <a:ahLst/>
              <a:rect l="0" t="0" r="r" b="b"/>
              <a:pathLst>
                <a:path w="80" h="67">
                  <a:moveTo>
                    <a:pt x="80" y="52"/>
                  </a:moveTo>
                  <a:lnTo>
                    <a:pt x="75" y="26"/>
                  </a:lnTo>
                  <a:lnTo>
                    <a:pt x="70" y="0"/>
                  </a:lnTo>
                  <a:lnTo>
                    <a:pt x="0" y="15"/>
                  </a:lnTo>
                  <a:lnTo>
                    <a:pt x="5" y="41"/>
                  </a:lnTo>
                  <a:lnTo>
                    <a:pt x="10" y="67"/>
                  </a:lnTo>
                  <a:lnTo>
                    <a:pt x="8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79923" name=""/>
            <p:cNvSpPr/>
            <p:nvPr/>
          </p:nvSpPr>
          <p:spPr>
            <a:xfrm rot="0">
              <a:off x="1782" y="2555"/>
              <a:ext cx="27" cy="23"/>
            </a:xfrm>
            <a:custGeom>
              <a:avLst/>
              <a:ahLst/>
              <a:rect l="0" t="0" r="r" b="b"/>
              <a:pathLst>
                <a:path w="80" h="67">
                  <a:moveTo>
                    <a:pt x="80" y="52"/>
                  </a:moveTo>
                  <a:lnTo>
                    <a:pt x="75" y="26"/>
                  </a:lnTo>
                  <a:lnTo>
                    <a:pt x="70" y="0"/>
                  </a:lnTo>
                  <a:lnTo>
                    <a:pt x="0" y="15"/>
                  </a:lnTo>
                  <a:lnTo>
                    <a:pt x="5" y="41"/>
                  </a:lnTo>
                  <a:lnTo>
                    <a:pt x="10" y="67"/>
                  </a:lnTo>
                  <a:lnTo>
                    <a:pt x="8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14" name=""/>
          <p:cNvGrpSpPr/>
          <p:nvPr/>
        </p:nvGrpSpPr>
        <p:grpSpPr>
          <a:xfrm rot="0">
            <a:off x="2051050" y="1939925"/>
            <a:ext cx="1930400" cy="4041775"/>
            <a:chOff x="1292" y="1222"/>
            <a:chExt cx="1216" cy="2546"/>
          </a:xfrm>
        </p:grpSpPr>
        <p:grpSp>
          <p:nvGrpSpPr>
            <p:cNvPr id="415" name=""/>
            <p:cNvGrpSpPr/>
            <p:nvPr/>
          </p:nvGrpSpPr>
          <p:grpSpPr>
            <a:xfrm rot="0">
              <a:off x="1296" y="1222"/>
              <a:ext cx="1212" cy="2546"/>
              <a:chOff x="1296" y="1222"/>
              <a:chExt cx="1212" cy="2546"/>
            </a:xfrm>
          </p:grpSpPr>
          <p:grpSp>
            <p:nvGrpSpPr>
              <p:cNvPr id="416" name=""/>
              <p:cNvGrpSpPr/>
              <p:nvPr/>
            </p:nvGrpSpPr>
            <p:grpSpPr>
              <a:xfrm rot="0">
                <a:off x="1364" y="2560"/>
                <a:ext cx="422" cy="948"/>
                <a:chOff x="1364" y="2560"/>
                <a:chExt cx="422" cy="948"/>
              </a:xfrm>
            </p:grpSpPr>
            <p:sp>
              <p:nvSpPr>
                <p:cNvPr id="1079924" name=""/>
                <p:cNvSpPr/>
                <p:nvPr/>
              </p:nvSpPr>
              <p:spPr>
                <a:xfrm rot="0">
                  <a:off x="1782" y="2560"/>
                  <a:ext cx="2" cy="9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6" y="26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6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25" name=""/>
                <p:cNvSpPr/>
                <p:nvPr/>
              </p:nvSpPr>
              <p:spPr>
                <a:xfrm rot="0" flipH="1">
                  <a:off x="1782" y="256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26" name=""/>
                <p:cNvSpPr/>
                <p:nvPr/>
              </p:nvSpPr>
              <p:spPr>
                <a:xfrm rot="0">
                  <a:off x="1759" y="2560"/>
                  <a:ext cx="27" cy="24"/>
                </a:xfrm>
                <a:custGeom>
                  <a:avLst/>
                  <a:ahLst/>
                  <a:rect l="0" t="0" r="r" b="b"/>
                  <a:pathLst>
                    <a:path w="82" h="70">
                      <a:moveTo>
                        <a:pt x="82" y="52"/>
                      </a:moveTo>
                      <a:lnTo>
                        <a:pt x="75" y="26"/>
                      </a:lnTo>
                      <a:lnTo>
                        <a:pt x="69" y="0"/>
                      </a:lnTo>
                      <a:lnTo>
                        <a:pt x="0" y="18"/>
                      </a:lnTo>
                      <a:lnTo>
                        <a:pt x="6" y="44"/>
                      </a:lnTo>
                      <a:lnTo>
                        <a:pt x="13" y="70"/>
                      </a:lnTo>
                      <a:lnTo>
                        <a:pt x="82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27" name=""/>
                <p:cNvSpPr/>
                <p:nvPr/>
              </p:nvSpPr>
              <p:spPr>
                <a:xfrm rot="0">
                  <a:off x="1759" y="2560"/>
                  <a:ext cx="27" cy="24"/>
                </a:xfrm>
                <a:custGeom>
                  <a:avLst/>
                  <a:ahLst/>
                  <a:rect l="0" t="0" r="r" b="b"/>
                  <a:pathLst>
                    <a:path w="82" h="70">
                      <a:moveTo>
                        <a:pt x="82" y="52"/>
                      </a:moveTo>
                      <a:lnTo>
                        <a:pt x="75" y="26"/>
                      </a:lnTo>
                      <a:lnTo>
                        <a:pt x="69" y="0"/>
                      </a:lnTo>
                      <a:lnTo>
                        <a:pt x="0" y="18"/>
                      </a:lnTo>
                      <a:lnTo>
                        <a:pt x="6" y="44"/>
                      </a:lnTo>
                      <a:lnTo>
                        <a:pt x="13" y="70"/>
                      </a:lnTo>
                      <a:lnTo>
                        <a:pt x="82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28" name=""/>
                <p:cNvSpPr/>
                <p:nvPr/>
              </p:nvSpPr>
              <p:spPr>
                <a:xfrm rot="0">
                  <a:off x="1759" y="2566"/>
                  <a:ext cx="2" cy="9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7" y="26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7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29" name=""/>
                <p:cNvSpPr/>
                <p:nvPr/>
              </p:nvSpPr>
              <p:spPr>
                <a:xfrm rot="0" flipH="1">
                  <a:off x="1759" y="256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30" name=""/>
                <p:cNvSpPr/>
                <p:nvPr/>
              </p:nvSpPr>
              <p:spPr>
                <a:xfrm rot="0">
                  <a:off x="1736" y="2566"/>
                  <a:ext cx="28" cy="24"/>
                </a:xfrm>
                <a:custGeom>
                  <a:avLst/>
                  <a:ahLst/>
                  <a:rect l="0" t="0" r="r" b="b"/>
                  <a:pathLst>
                    <a:path w="84" h="71">
                      <a:moveTo>
                        <a:pt x="84" y="52"/>
                      </a:moveTo>
                      <a:lnTo>
                        <a:pt x="76" y="26"/>
                      </a:lnTo>
                      <a:lnTo>
                        <a:pt x="69" y="0"/>
                      </a:lnTo>
                      <a:lnTo>
                        <a:pt x="0" y="19"/>
                      </a:lnTo>
                      <a:lnTo>
                        <a:pt x="8" y="45"/>
                      </a:lnTo>
                      <a:lnTo>
                        <a:pt x="15" y="71"/>
                      </a:lnTo>
                      <a:lnTo>
                        <a:pt x="84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31" name=""/>
                <p:cNvSpPr/>
                <p:nvPr/>
              </p:nvSpPr>
              <p:spPr>
                <a:xfrm rot="0">
                  <a:off x="1736" y="2566"/>
                  <a:ext cx="28" cy="24"/>
                </a:xfrm>
                <a:custGeom>
                  <a:avLst/>
                  <a:ahLst/>
                  <a:rect l="0" t="0" r="r" b="b"/>
                  <a:pathLst>
                    <a:path w="84" h="71">
                      <a:moveTo>
                        <a:pt x="84" y="52"/>
                      </a:moveTo>
                      <a:lnTo>
                        <a:pt x="76" y="26"/>
                      </a:lnTo>
                      <a:lnTo>
                        <a:pt x="69" y="0"/>
                      </a:lnTo>
                      <a:lnTo>
                        <a:pt x="0" y="19"/>
                      </a:lnTo>
                      <a:lnTo>
                        <a:pt x="8" y="45"/>
                      </a:lnTo>
                      <a:lnTo>
                        <a:pt x="15" y="71"/>
                      </a:lnTo>
                      <a:lnTo>
                        <a:pt x="84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32" name=""/>
                <p:cNvSpPr/>
                <p:nvPr/>
              </p:nvSpPr>
              <p:spPr>
                <a:xfrm rot="0">
                  <a:off x="1735" y="2573"/>
                  <a:ext cx="3" cy="8"/>
                </a:xfrm>
                <a:custGeom>
                  <a:avLst/>
                  <a:ahLst/>
                  <a:rect l="0" t="0" r="r" b="b"/>
                  <a:pathLst>
                    <a:path w="10" h="26">
                      <a:moveTo>
                        <a:pt x="10" y="26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33" name=""/>
                <p:cNvSpPr/>
                <p:nvPr/>
              </p:nvSpPr>
              <p:spPr>
                <a:xfrm rot="0" flipH="1">
                  <a:off x="1735" y="25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34" name=""/>
                <p:cNvSpPr/>
                <p:nvPr/>
              </p:nvSpPr>
              <p:spPr>
                <a:xfrm rot="0">
                  <a:off x="1713" y="2573"/>
                  <a:ext cx="28" cy="25"/>
                </a:xfrm>
                <a:custGeom>
                  <a:avLst/>
                  <a:ahLst/>
                  <a:rect l="0" t="0" r="r" b="b"/>
                  <a:pathLst>
                    <a:path w="85" h="74">
                      <a:moveTo>
                        <a:pt x="85" y="50"/>
                      </a:moveTo>
                      <a:lnTo>
                        <a:pt x="76" y="25"/>
                      </a:lnTo>
                      <a:lnTo>
                        <a:pt x="66" y="0"/>
                      </a:lnTo>
                      <a:lnTo>
                        <a:pt x="0" y="24"/>
                      </a:lnTo>
                      <a:lnTo>
                        <a:pt x="9" y="49"/>
                      </a:lnTo>
                      <a:lnTo>
                        <a:pt x="18" y="74"/>
                      </a:lnTo>
                      <a:lnTo>
                        <a:pt x="85" y="5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35" name=""/>
                <p:cNvSpPr/>
                <p:nvPr/>
              </p:nvSpPr>
              <p:spPr>
                <a:xfrm rot="0">
                  <a:off x="1713" y="2573"/>
                  <a:ext cx="28" cy="25"/>
                </a:xfrm>
                <a:custGeom>
                  <a:avLst/>
                  <a:ahLst/>
                  <a:rect l="0" t="0" r="r" b="b"/>
                  <a:pathLst>
                    <a:path w="85" h="74">
                      <a:moveTo>
                        <a:pt x="85" y="50"/>
                      </a:moveTo>
                      <a:lnTo>
                        <a:pt x="76" y="25"/>
                      </a:lnTo>
                      <a:lnTo>
                        <a:pt x="66" y="0"/>
                      </a:lnTo>
                      <a:lnTo>
                        <a:pt x="0" y="24"/>
                      </a:lnTo>
                      <a:lnTo>
                        <a:pt x="9" y="49"/>
                      </a:lnTo>
                      <a:lnTo>
                        <a:pt x="18" y="74"/>
                      </a:lnTo>
                      <a:lnTo>
                        <a:pt x="85" y="5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36" name=""/>
                <p:cNvSpPr/>
                <p:nvPr/>
              </p:nvSpPr>
              <p:spPr>
                <a:xfrm rot="0">
                  <a:off x="1712" y="2581"/>
                  <a:ext cx="4" cy="8"/>
                </a:xfrm>
                <a:custGeom>
                  <a:avLst/>
                  <a:ahLst/>
                  <a:rect l="0" t="0" r="r" b="b"/>
                  <a:pathLst>
                    <a:path w="11" h="25">
                      <a:moveTo>
                        <a:pt x="11" y="25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1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37" name=""/>
                <p:cNvSpPr/>
                <p:nvPr/>
              </p:nvSpPr>
              <p:spPr>
                <a:xfrm rot="0" flipH="1">
                  <a:off x="1712" y="258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38" name=""/>
                <p:cNvSpPr/>
                <p:nvPr/>
              </p:nvSpPr>
              <p:spPr>
                <a:xfrm rot="0">
                  <a:off x="1690" y="2581"/>
                  <a:ext cx="29" cy="26"/>
                </a:xfrm>
                <a:custGeom>
                  <a:avLst/>
                  <a:ahLst/>
                  <a:rect l="0" t="0" r="r" b="b"/>
                  <a:pathLst>
                    <a:path w="87" h="78">
                      <a:moveTo>
                        <a:pt x="87" y="50"/>
                      </a:moveTo>
                      <a:lnTo>
                        <a:pt x="77" y="25"/>
                      </a:lnTo>
                      <a:lnTo>
                        <a:pt x="66" y="0"/>
                      </a:lnTo>
                      <a:lnTo>
                        <a:pt x="0" y="27"/>
                      </a:lnTo>
                      <a:lnTo>
                        <a:pt x="10" y="53"/>
                      </a:lnTo>
                      <a:lnTo>
                        <a:pt x="21" y="78"/>
                      </a:lnTo>
                      <a:lnTo>
                        <a:pt x="87" y="5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39" name=""/>
                <p:cNvSpPr/>
                <p:nvPr/>
              </p:nvSpPr>
              <p:spPr>
                <a:xfrm rot="0">
                  <a:off x="1690" y="2581"/>
                  <a:ext cx="29" cy="26"/>
                </a:xfrm>
                <a:custGeom>
                  <a:avLst/>
                  <a:ahLst/>
                  <a:rect l="0" t="0" r="r" b="b"/>
                  <a:pathLst>
                    <a:path w="87" h="78">
                      <a:moveTo>
                        <a:pt x="87" y="50"/>
                      </a:moveTo>
                      <a:lnTo>
                        <a:pt x="77" y="25"/>
                      </a:lnTo>
                      <a:lnTo>
                        <a:pt x="66" y="0"/>
                      </a:lnTo>
                      <a:lnTo>
                        <a:pt x="0" y="27"/>
                      </a:lnTo>
                      <a:lnTo>
                        <a:pt x="10" y="53"/>
                      </a:lnTo>
                      <a:lnTo>
                        <a:pt x="21" y="78"/>
                      </a:lnTo>
                      <a:lnTo>
                        <a:pt x="87" y="5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40" name=""/>
                <p:cNvSpPr/>
                <p:nvPr/>
              </p:nvSpPr>
              <p:spPr>
                <a:xfrm rot="0">
                  <a:off x="1690" y="2590"/>
                  <a:ext cx="4" cy="9"/>
                </a:xfrm>
                <a:custGeom>
                  <a:avLst/>
                  <a:ahLst/>
                  <a:rect l="0" t="0" r="r" b="b"/>
                  <a:pathLst>
                    <a:path w="10" h="26">
                      <a:moveTo>
                        <a:pt x="10" y="26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41" name=""/>
                <p:cNvSpPr/>
                <p:nvPr/>
              </p:nvSpPr>
              <p:spPr>
                <a:xfrm rot="0">
                  <a:off x="1690" y="259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42" name=""/>
                <p:cNvSpPr/>
                <p:nvPr/>
              </p:nvSpPr>
              <p:spPr>
                <a:xfrm rot="0">
                  <a:off x="1669" y="2591"/>
                  <a:ext cx="28" cy="25"/>
                </a:xfrm>
                <a:custGeom>
                  <a:avLst/>
                  <a:ahLst/>
                  <a:rect l="0" t="0" r="r" b="b"/>
                  <a:pathLst>
                    <a:path w="86" h="77">
                      <a:moveTo>
                        <a:pt x="86" y="47"/>
                      </a:moveTo>
                      <a:lnTo>
                        <a:pt x="75" y="24"/>
                      </a:lnTo>
                      <a:lnTo>
                        <a:pt x="65" y="0"/>
                      </a:lnTo>
                      <a:lnTo>
                        <a:pt x="0" y="29"/>
                      </a:lnTo>
                      <a:lnTo>
                        <a:pt x="11" y="53"/>
                      </a:lnTo>
                      <a:lnTo>
                        <a:pt x="21" y="77"/>
                      </a:lnTo>
                      <a:lnTo>
                        <a:pt x="86" y="4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43" name=""/>
                <p:cNvSpPr/>
                <p:nvPr/>
              </p:nvSpPr>
              <p:spPr>
                <a:xfrm rot="0">
                  <a:off x="1669" y="2591"/>
                  <a:ext cx="28" cy="25"/>
                </a:xfrm>
                <a:custGeom>
                  <a:avLst/>
                  <a:ahLst/>
                  <a:rect l="0" t="0" r="r" b="b"/>
                  <a:pathLst>
                    <a:path w="86" h="77">
                      <a:moveTo>
                        <a:pt x="86" y="47"/>
                      </a:moveTo>
                      <a:lnTo>
                        <a:pt x="75" y="24"/>
                      </a:lnTo>
                      <a:lnTo>
                        <a:pt x="65" y="0"/>
                      </a:lnTo>
                      <a:lnTo>
                        <a:pt x="0" y="29"/>
                      </a:lnTo>
                      <a:lnTo>
                        <a:pt x="11" y="53"/>
                      </a:lnTo>
                      <a:lnTo>
                        <a:pt x="21" y="77"/>
                      </a:lnTo>
                      <a:lnTo>
                        <a:pt x="86" y="4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44" name=""/>
                <p:cNvSpPr/>
                <p:nvPr/>
              </p:nvSpPr>
              <p:spPr>
                <a:xfrm rot="0">
                  <a:off x="1668" y="2600"/>
                  <a:ext cx="4" cy="8"/>
                </a:xfrm>
                <a:custGeom>
                  <a:avLst/>
                  <a:ahLst/>
                  <a:rect l="0" t="0" r="r" b="b"/>
                  <a:pathLst>
                    <a:path w="13" h="24">
                      <a:moveTo>
                        <a:pt x="13" y="24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3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45" name=""/>
                <p:cNvSpPr/>
                <p:nvPr/>
              </p:nvSpPr>
              <p:spPr>
                <a:xfrm rot="0" flipH="1">
                  <a:off x="1668" y="260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46" name=""/>
                <p:cNvSpPr/>
                <p:nvPr/>
              </p:nvSpPr>
              <p:spPr>
                <a:xfrm rot="0">
                  <a:off x="1647" y="2600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0">
                      <a:moveTo>
                        <a:pt x="89" y="48"/>
                      </a:moveTo>
                      <a:lnTo>
                        <a:pt x="77" y="24"/>
                      </a:lnTo>
                      <a:lnTo>
                        <a:pt x="64" y="0"/>
                      </a:lnTo>
                      <a:lnTo>
                        <a:pt x="0" y="32"/>
                      </a:lnTo>
                      <a:lnTo>
                        <a:pt x="13" y="56"/>
                      </a:lnTo>
                      <a:lnTo>
                        <a:pt x="25" y="80"/>
                      </a:lnTo>
                      <a:lnTo>
                        <a:pt x="89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47" name=""/>
                <p:cNvSpPr/>
                <p:nvPr/>
              </p:nvSpPr>
              <p:spPr>
                <a:xfrm rot="0">
                  <a:off x="1647" y="2600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0">
                      <a:moveTo>
                        <a:pt x="89" y="48"/>
                      </a:moveTo>
                      <a:lnTo>
                        <a:pt x="77" y="24"/>
                      </a:lnTo>
                      <a:lnTo>
                        <a:pt x="64" y="0"/>
                      </a:lnTo>
                      <a:lnTo>
                        <a:pt x="0" y="32"/>
                      </a:lnTo>
                      <a:lnTo>
                        <a:pt x="13" y="56"/>
                      </a:lnTo>
                      <a:lnTo>
                        <a:pt x="25" y="80"/>
                      </a:lnTo>
                      <a:lnTo>
                        <a:pt x="89" y="4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48" name=""/>
                <p:cNvSpPr/>
                <p:nvPr/>
              </p:nvSpPr>
              <p:spPr>
                <a:xfrm rot="0">
                  <a:off x="1646" y="2611"/>
                  <a:ext cx="5" cy="8"/>
                </a:xfrm>
                <a:custGeom>
                  <a:avLst/>
                  <a:ahLst/>
                  <a:rect l="0" t="0" r="r" b="b"/>
                  <a:pathLst>
                    <a:path w="14" h="24">
                      <a:moveTo>
                        <a:pt x="14" y="2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4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49" name=""/>
                <p:cNvSpPr/>
                <p:nvPr/>
              </p:nvSpPr>
              <p:spPr>
                <a:xfrm rot="0" flipH="1">
                  <a:off x="1646" y="261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50" name=""/>
                <p:cNvSpPr/>
                <p:nvPr/>
              </p:nvSpPr>
              <p:spPr>
                <a:xfrm rot="0">
                  <a:off x="1626" y="2611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1">
                      <a:moveTo>
                        <a:pt x="89" y="46"/>
                      </a:moveTo>
                      <a:lnTo>
                        <a:pt x="76" y="23"/>
                      </a:lnTo>
                      <a:lnTo>
                        <a:pt x="62" y="0"/>
                      </a:lnTo>
                      <a:lnTo>
                        <a:pt x="0" y="36"/>
                      </a:lnTo>
                      <a:lnTo>
                        <a:pt x="13" y="58"/>
                      </a:lnTo>
                      <a:lnTo>
                        <a:pt x="27" y="81"/>
                      </a:lnTo>
                      <a:lnTo>
                        <a:pt x="89" y="4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51" name=""/>
                <p:cNvSpPr/>
                <p:nvPr/>
              </p:nvSpPr>
              <p:spPr>
                <a:xfrm rot="0">
                  <a:off x="1626" y="2611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1">
                      <a:moveTo>
                        <a:pt x="89" y="46"/>
                      </a:moveTo>
                      <a:lnTo>
                        <a:pt x="76" y="23"/>
                      </a:lnTo>
                      <a:lnTo>
                        <a:pt x="62" y="0"/>
                      </a:lnTo>
                      <a:lnTo>
                        <a:pt x="0" y="36"/>
                      </a:lnTo>
                      <a:lnTo>
                        <a:pt x="13" y="58"/>
                      </a:lnTo>
                      <a:lnTo>
                        <a:pt x="27" y="81"/>
                      </a:lnTo>
                      <a:lnTo>
                        <a:pt x="89" y="4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52" name=""/>
                <p:cNvSpPr/>
                <p:nvPr/>
              </p:nvSpPr>
              <p:spPr>
                <a:xfrm rot="0">
                  <a:off x="1625" y="2623"/>
                  <a:ext cx="5" cy="8"/>
                </a:xfrm>
                <a:custGeom>
                  <a:avLst/>
                  <a:ahLst/>
                  <a:rect l="0" t="0" r="r" b="b"/>
                  <a:pathLst>
                    <a:path w="14" h="22">
                      <a:moveTo>
                        <a:pt x="14" y="22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4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53" name=""/>
                <p:cNvSpPr/>
                <p:nvPr/>
              </p:nvSpPr>
              <p:spPr>
                <a:xfrm rot="0" flipH="1">
                  <a:off x="1625" y="262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54" name=""/>
                <p:cNvSpPr/>
                <p:nvPr/>
              </p:nvSpPr>
              <p:spPr>
                <a:xfrm rot="0">
                  <a:off x="1605" y="2623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3">
                      <a:moveTo>
                        <a:pt x="89" y="45"/>
                      </a:moveTo>
                      <a:lnTo>
                        <a:pt x="74" y="22"/>
                      </a:lnTo>
                      <a:lnTo>
                        <a:pt x="60" y="0"/>
                      </a:lnTo>
                      <a:lnTo>
                        <a:pt x="0" y="37"/>
                      </a:lnTo>
                      <a:lnTo>
                        <a:pt x="15" y="60"/>
                      </a:lnTo>
                      <a:lnTo>
                        <a:pt x="30" y="83"/>
                      </a:lnTo>
                      <a:lnTo>
                        <a:pt x="89" y="4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55" name=""/>
                <p:cNvSpPr/>
                <p:nvPr/>
              </p:nvSpPr>
              <p:spPr>
                <a:xfrm rot="0">
                  <a:off x="1605" y="2623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3">
                      <a:moveTo>
                        <a:pt x="89" y="45"/>
                      </a:moveTo>
                      <a:lnTo>
                        <a:pt x="74" y="22"/>
                      </a:lnTo>
                      <a:lnTo>
                        <a:pt x="60" y="0"/>
                      </a:lnTo>
                      <a:lnTo>
                        <a:pt x="0" y="37"/>
                      </a:lnTo>
                      <a:lnTo>
                        <a:pt x="15" y="60"/>
                      </a:lnTo>
                      <a:lnTo>
                        <a:pt x="30" y="83"/>
                      </a:lnTo>
                      <a:lnTo>
                        <a:pt x="89" y="4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56" name=""/>
                <p:cNvSpPr/>
                <p:nvPr/>
              </p:nvSpPr>
              <p:spPr>
                <a:xfrm rot="0">
                  <a:off x="1605" y="2636"/>
                  <a:ext cx="5" cy="7"/>
                </a:xfrm>
                <a:custGeom>
                  <a:avLst/>
                  <a:ahLst/>
                  <a:rect l="0" t="0" r="r" b="b"/>
                  <a:pathLst>
                    <a:path w="15" h="23">
                      <a:moveTo>
                        <a:pt x="15" y="23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5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57" name=""/>
                <p:cNvSpPr/>
                <p:nvPr/>
              </p:nvSpPr>
              <p:spPr>
                <a:xfrm rot="0">
                  <a:off x="1605" y="263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58" name=""/>
                <p:cNvSpPr/>
                <p:nvPr/>
              </p:nvSpPr>
              <p:spPr>
                <a:xfrm rot="0">
                  <a:off x="1586" y="2636"/>
                  <a:ext cx="29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89" y="44"/>
                      </a:moveTo>
                      <a:lnTo>
                        <a:pt x="74" y="22"/>
                      </a:lnTo>
                      <a:lnTo>
                        <a:pt x="59" y="0"/>
                      </a:lnTo>
                      <a:lnTo>
                        <a:pt x="0" y="41"/>
                      </a:lnTo>
                      <a:lnTo>
                        <a:pt x="15" y="63"/>
                      </a:lnTo>
                      <a:lnTo>
                        <a:pt x="29" y="85"/>
                      </a:lnTo>
                      <a:lnTo>
                        <a:pt x="89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59" name=""/>
                <p:cNvSpPr/>
                <p:nvPr/>
              </p:nvSpPr>
              <p:spPr>
                <a:xfrm rot="0">
                  <a:off x="1586" y="2636"/>
                  <a:ext cx="29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89" y="44"/>
                      </a:moveTo>
                      <a:lnTo>
                        <a:pt x="74" y="22"/>
                      </a:lnTo>
                      <a:lnTo>
                        <a:pt x="59" y="0"/>
                      </a:lnTo>
                      <a:lnTo>
                        <a:pt x="0" y="41"/>
                      </a:lnTo>
                      <a:lnTo>
                        <a:pt x="15" y="63"/>
                      </a:lnTo>
                      <a:lnTo>
                        <a:pt x="29" y="85"/>
                      </a:lnTo>
                      <a:lnTo>
                        <a:pt x="89" y="4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60" name=""/>
                <p:cNvSpPr/>
                <p:nvPr/>
              </p:nvSpPr>
              <p:spPr>
                <a:xfrm rot="0">
                  <a:off x="1585" y="2650"/>
                  <a:ext cx="6" cy="7"/>
                </a:xfrm>
                <a:custGeom>
                  <a:avLst/>
                  <a:ahLst/>
                  <a:rect l="0" t="0" r="r" b="b"/>
                  <a:pathLst>
                    <a:path w="17" h="22">
                      <a:moveTo>
                        <a:pt x="17" y="22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7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61" name=""/>
                <p:cNvSpPr/>
                <p:nvPr/>
              </p:nvSpPr>
              <p:spPr>
                <a:xfrm rot="0" flipH="1">
                  <a:off x="1585" y="265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62" name=""/>
                <p:cNvSpPr/>
                <p:nvPr/>
              </p:nvSpPr>
              <p:spPr>
                <a:xfrm rot="0">
                  <a:off x="1566" y="2650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89" y="42"/>
                      </a:moveTo>
                      <a:lnTo>
                        <a:pt x="73" y="21"/>
                      </a:lnTo>
                      <a:lnTo>
                        <a:pt x="56" y="0"/>
                      </a:lnTo>
                      <a:lnTo>
                        <a:pt x="0" y="44"/>
                      </a:lnTo>
                      <a:lnTo>
                        <a:pt x="16" y="64"/>
                      </a:lnTo>
                      <a:lnTo>
                        <a:pt x="33" y="85"/>
                      </a:lnTo>
                      <a:lnTo>
                        <a:pt x="89" y="4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63" name=""/>
                <p:cNvSpPr/>
                <p:nvPr/>
              </p:nvSpPr>
              <p:spPr>
                <a:xfrm rot="0">
                  <a:off x="1566" y="2650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89" y="42"/>
                      </a:moveTo>
                      <a:lnTo>
                        <a:pt x="73" y="21"/>
                      </a:lnTo>
                      <a:lnTo>
                        <a:pt x="56" y="0"/>
                      </a:lnTo>
                      <a:lnTo>
                        <a:pt x="0" y="44"/>
                      </a:lnTo>
                      <a:lnTo>
                        <a:pt x="16" y="64"/>
                      </a:lnTo>
                      <a:lnTo>
                        <a:pt x="33" y="85"/>
                      </a:lnTo>
                      <a:lnTo>
                        <a:pt x="89" y="4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64" name=""/>
                <p:cNvSpPr/>
                <p:nvPr/>
              </p:nvSpPr>
              <p:spPr>
                <a:xfrm rot="0">
                  <a:off x="1566" y="2665"/>
                  <a:ext cx="6" cy="6"/>
                </a:xfrm>
                <a:custGeom>
                  <a:avLst/>
                  <a:ahLst/>
                  <a:rect l="0" t="0" r="r" b="b"/>
                  <a:pathLst>
                    <a:path w="16" h="20">
                      <a:moveTo>
                        <a:pt x="16" y="2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6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65" name=""/>
                <p:cNvSpPr/>
                <p:nvPr/>
              </p:nvSpPr>
              <p:spPr>
                <a:xfrm rot="0">
                  <a:off x="1566" y="266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66" name=""/>
                <p:cNvSpPr/>
                <p:nvPr/>
              </p:nvSpPr>
              <p:spPr>
                <a:xfrm rot="0">
                  <a:off x="1548" y="2665"/>
                  <a:ext cx="29" cy="29"/>
                </a:xfrm>
                <a:custGeom>
                  <a:avLst/>
                  <a:ahLst/>
                  <a:rect l="0" t="0" r="r" b="b"/>
                  <a:pathLst>
                    <a:path w="89" h="87">
                      <a:moveTo>
                        <a:pt x="89" y="41"/>
                      </a:moveTo>
                      <a:lnTo>
                        <a:pt x="72" y="20"/>
                      </a:lnTo>
                      <a:lnTo>
                        <a:pt x="56" y="0"/>
                      </a:lnTo>
                      <a:lnTo>
                        <a:pt x="0" y="46"/>
                      </a:lnTo>
                      <a:lnTo>
                        <a:pt x="17" y="66"/>
                      </a:lnTo>
                      <a:lnTo>
                        <a:pt x="34" y="87"/>
                      </a:lnTo>
                      <a:lnTo>
                        <a:pt x="89" y="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67" name=""/>
                <p:cNvSpPr/>
                <p:nvPr/>
              </p:nvSpPr>
              <p:spPr>
                <a:xfrm rot="0">
                  <a:off x="1548" y="2665"/>
                  <a:ext cx="29" cy="29"/>
                </a:xfrm>
                <a:custGeom>
                  <a:avLst/>
                  <a:ahLst/>
                  <a:rect l="0" t="0" r="r" b="b"/>
                  <a:pathLst>
                    <a:path w="89" h="87">
                      <a:moveTo>
                        <a:pt x="89" y="41"/>
                      </a:moveTo>
                      <a:lnTo>
                        <a:pt x="72" y="20"/>
                      </a:lnTo>
                      <a:lnTo>
                        <a:pt x="56" y="0"/>
                      </a:lnTo>
                      <a:lnTo>
                        <a:pt x="0" y="46"/>
                      </a:lnTo>
                      <a:lnTo>
                        <a:pt x="17" y="66"/>
                      </a:lnTo>
                      <a:lnTo>
                        <a:pt x="34" y="87"/>
                      </a:lnTo>
                      <a:lnTo>
                        <a:pt x="89" y="4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68" name=""/>
                <p:cNvSpPr/>
                <p:nvPr/>
              </p:nvSpPr>
              <p:spPr>
                <a:xfrm rot="0">
                  <a:off x="1547" y="2680"/>
                  <a:ext cx="6" cy="7"/>
                </a:xfrm>
                <a:custGeom>
                  <a:avLst/>
                  <a:ahLst/>
                  <a:rect l="0" t="0" r="r" b="b"/>
                  <a:pathLst>
                    <a:path w="18" h="20">
                      <a:moveTo>
                        <a:pt x="18" y="2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8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69" name=""/>
                <p:cNvSpPr/>
                <p:nvPr/>
              </p:nvSpPr>
              <p:spPr>
                <a:xfrm rot="0" flipH="1">
                  <a:off x="1547" y="268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70" name=""/>
                <p:cNvSpPr/>
                <p:nvPr/>
              </p:nvSpPr>
              <p:spPr>
                <a:xfrm rot="0">
                  <a:off x="1530" y="2680"/>
                  <a:ext cx="29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88" y="39"/>
                      </a:moveTo>
                      <a:lnTo>
                        <a:pt x="70" y="19"/>
                      </a:lnTo>
                      <a:lnTo>
                        <a:pt x="52" y="0"/>
                      </a:lnTo>
                      <a:lnTo>
                        <a:pt x="0" y="48"/>
                      </a:lnTo>
                      <a:lnTo>
                        <a:pt x="18" y="67"/>
                      </a:lnTo>
                      <a:lnTo>
                        <a:pt x="36" y="87"/>
                      </a:lnTo>
                      <a:lnTo>
                        <a:pt x="88" y="3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71" name=""/>
                <p:cNvSpPr/>
                <p:nvPr/>
              </p:nvSpPr>
              <p:spPr>
                <a:xfrm rot="0">
                  <a:off x="1530" y="2680"/>
                  <a:ext cx="29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88" y="39"/>
                      </a:moveTo>
                      <a:lnTo>
                        <a:pt x="70" y="19"/>
                      </a:lnTo>
                      <a:lnTo>
                        <a:pt x="52" y="0"/>
                      </a:lnTo>
                      <a:lnTo>
                        <a:pt x="0" y="48"/>
                      </a:lnTo>
                      <a:lnTo>
                        <a:pt x="18" y="67"/>
                      </a:lnTo>
                      <a:lnTo>
                        <a:pt x="36" y="87"/>
                      </a:lnTo>
                      <a:lnTo>
                        <a:pt x="88" y="3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72" name=""/>
                <p:cNvSpPr/>
                <p:nvPr/>
              </p:nvSpPr>
              <p:spPr>
                <a:xfrm rot="0">
                  <a:off x="1530" y="2696"/>
                  <a:ext cx="6" cy="7"/>
                </a:xfrm>
                <a:custGeom>
                  <a:avLst/>
                  <a:ahLst/>
                  <a:rect l="0" t="0" r="r" b="b"/>
                  <a:pathLst>
                    <a:path w="19" h="19">
                      <a:moveTo>
                        <a:pt x="19" y="19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9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73" name=""/>
                <p:cNvSpPr/>
                <p:nvPr/>
              </p:nvSpPr>
              <p:spPr>
                <a:xfrm rot="0" flipH="1">
                  <a:off x="1530" y="269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74" name=""/>
                <p:cNvSpPr/>
                <p:nvPr/>
              </p:nvSpPr>
              <p:spPr>
                <a:xfrm rot="0">
                  <a:off x="1513" y="2697"/>
                  <a:ext cx="29" cy="29"/>
                </a:xfrm>
                <a:custGeom>
                  <a:avLst/>
                  <a:ahLst/>
                  <a:rect l="0" t="0" r="r" b="b"/>
                  <a:pathLst>
                    <a:path w="89" h="87">
                      <a:moveTo>
                        <a:pt x="89" y="37"/>
                      </a:moveTo>
                      <a:lnTo>
                        <a:pt x="70" y="18"/>
                      </a:lnTo>
                      <a:lnTo>
                        <a:pt x="51" y="0"/>
                      </a:lnTo>
                      <a:lnTo>
                        <a:pt x="0" y="50"/>
                      </a:lnTo>
                      <a:lnTo>
                        <a:pt x="19" y="68"/>
                      </a:lnTo>
                      <a:lnTo>
                        <a:pt x="38" y="87"/>
                      </a:lnTo>
                      <a:lnTo>
                        <a:pt x="89" y="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75" name=""/>
                <p:cNvSpPr/>
                <p:nvPr/>
              </p:nvSpPr>
              <p:spPr>
                <a:xfrm rot="0">
                  <a:off x="1513" y="2697"/>
                  <a:ext cx="29" cy="29"/>
                </a:xfrm>
                <a:custGeom>
                  <a:avLst/>
                  <a:ahLst/>
                  <a:rect l="0" t="0" r="r" b="b"/>
                  <a:pathLst>
                    <a:path w="89" h="87">
                      <a:moveTo>
                        <a:pt x="89" y="37"/>
                      </a:moveTo>
                      <a:lnTo>
                        <a:pt x="70" y="18"/>
                      </a:lnTo>
                      <a:lnTo>
                        <a:pt x="51" y="0"/>
                      </a:lnTo>
                      <a:lnTo>
                        <a:pt x="0" y="50"/>
                      </a:lnTo>
                      <a:lnTo>
                        <a:pt x="19" y="68"/>
                      </a:lnTo>
                      <a:lnTo>
                        <a:pt x="38" y="87"/>
                      </a:lnTo>
                      <a:lnTo>
                        <a:pt x="89" y="3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76" name=""/>
                <p:cNvSpPr/>
                <p:nvPr/>
              </p:nvSpPr>
              <p:spPr>
                <a:xfrm rot="0">
                  <a:off x="1512" y="2713"/>
                  <a:ext cx="7" cy="6"/>
                </a:xfrm>
                <a:custGeom>
                  <a:avLst/>
                  <a:ahLst/>
                  <a:rect l="0" t="0" r="r" b="b"/>
                  <a:pathLst>
                    <a:path w="20" h="18">
                      <a:moveTo>
                        <a:pt x="20" y="18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0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77" name=""/>
                <p:cNvSpPr/>
                <p:nvPr/>
              </p:nvSpPr>
              <p:spPr>
                <a:xfrm rot="0" flipH="1">
                  <a:off x="1512" y="271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78" name=""/>
                <p:cNvSpPr/>
                <p:nvPr/>
              </p:nvSpPr>
              <p:spPr>
                <a:xfrm rot="0">
                  <a:off x="1496" y="2714"/>
                  <a:ext cx="30" cy="29"/>
                </a:xfrm>
                <a:custGeom>
                  <a:avLst/>
                  <a:ahLst/>
                  <a:rect l="0" t="0" r="r" b="b"/>
                  <a:pathLst>
                    <a:path w="88" h="88">
                      <a:moveTo>
                        <a:pt x="88" y="35"/>
                      </a:moveTo>
                      <a:lnTo>
                        <a:pt x="68" y="17"/>
                      </a:lnTo>
                      <a:lnTo>
                        <a:pt x="48" y="0"/>
                      </a:lnTo>
                      <a:lnTo>
                        <a:pt x="0" y="53"/>
                      </a:lnTo>
                      <a:lnTo>
                        <a:pt x="20" y="71"/>
                      </a:lnTo>
                      <a:lnTo>
                        <a:pt x="40" y="88"/>
                      </a:lnTo>
                      <a:lnTo>
                        <a:pt x="88" y="3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79" name=""/>
                <p:cNvSpPr/>
                <p:nvPr/>
              </p:nvSpPr>
              <p:spPr>
                <a:xfrm rot="0">
                  <a:off x="1496" y="2714"/>
                  <a:ext cx="30" cy="29"/>
                </a:xfrm>
                <a:custGeom>
                  <a:avLst/>
                  <a:ahLst/>
                  <a:rect l="0" t="0" r="r" b="b"/>
                  <a:pathLst>
                    <a:path w="88" h="88">
                      <a:moveTo>
                        <a:pt x="88" y="35"/>
                      </a:moveTo>
                      <a:lnTo>
                        <a:pt x="68" y="17"/>
                      </a:lnTo>
                      <a:lnTo>
                        <a:pt x="48" y="0"/>
                      </a:lnTo>
                      <a:lnTo>
                        <a:pt x="0" y="53"/>
                      </a:lnTo>
                      <a:lnTo>
                        <a:pt x="20" y="71"/>
                      </a:lnTo>
                      <a:lnTo>
                        <a:pt x="40" y="88"/>
                      </a:lnTo>
                      <a:lnTo>
                        <a:pt x="88" y="3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80" name=""/>
                <p:cNvSpPr/>
                <p:nvPr/>
              </p:nvSpPr>
              <p:spPr>
                <a:xfrm rot="0">
                  <a:off x="1496" y="2731"/>
                  <a:ext cx="7" cy="6"/>
                </a:xfrm>
                <a:custGeom>
                  <a:avLst/>
                  <a:ahLst/>
                  <a:rect l="0" t="0" r="r" b="b"/>
                  <a:pathLst>
                    <a:path w="20" h="18">
                      <a:moveTo>
                        <a:pt x="20" y="18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0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81" name=""/>
                <p:cNvSpPr/>
                <p:nvPr/>
              </p:nvSpPr>
              <p:spPr>
                <a:xfrm rot="0">
                  <a:off x="1496" y="273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82" name=""/>
                <p:cNvSpPr/>
                <p:nvPr/>
              </p:nvSpPr>
              <p:spPr>
                <a:xfrm rot="0">
                  <a:off x="1481" y="2732"/>
                  <a:ext cx="29" cy="29"/>
                </a:xfrm>
                <a:custGeom>
                  <a:avLst/>
                  <a:ahLst/>
                  <a:rect l="0" t="0" r="r" b="b"/>
                  <a:pathLst>
                    <a:path w="86" h="87">
                      <a:moveTo>
                        <a:pt x="86" y="33"/>
                      </a:moveTo>
                      <a:lnTo>
                        <a:pt x="66" y="17"/>
                      </a:lnTo>
                      <a:lnTo>
                        <a:pt x="46" y="0"/>
                      </a:lnTo>
                      <a:lnTo>
                        <a:pt x="0" y="54"/>
                      </a:lnTo>
                      <a:lnTo>
                        <a:pt x="20" y="71"/>
                      </a:lnTo>
                      <a:lnTo>
                        <a:pt x="40" y="87"/>
                      </a:lnTo>
                      <a:lnTo>
                        <a:pt x="86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83" name=""/>
                <p:cNvSpPr/>
                <p:nvPr/>
              </p:nvSpPr>
              <p:spPr>
                <a:xfrm rot="0">
                  <a:off x="1481" y="2732"/>
                  <a:ext cx="29" cy="29"/>
                </a:xfrm>
                <a:custGeom>
                  <a:avLst/>
                  <a:ahLst/>
                  <a:rect l="0" t="0" r="r" b="b"/>
                  <a:pathLst>
                    <a:path w="86" h="87">
                      <a:moveTo>
                        <a:pt x="86" y="33"/>
                      </a:moveTo>
                      <a:lnTo>
                        <a:pt x="66" y="17"/>
                      </a:lnTo>
                      <a:lnTo>
                        <a:pt x="46" y="0"/>
                      </a:lnTo>
                      <a:lnTo>
                        <a:pt x="0" y="54"/>
                      </a:lnTo>
                      <a:lnTo>
                        <a:pt x="20" y="71"/>
                      </a:lnTo>
                      <a:lnTo>
                        <a:pt x="40" y="87"/>
                      </a:lnTo>
                      <a:lnTo>
                        <a:pt x="86" y="3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84" name=""/>
                <p:cNvSpPr/>
                <p:nvPr/>
              </p:nvSpPr>
              <p:spPr>
                <a:xfrm rot="0">
                  <a:off x="1481" y="2750"/>
                  <a:ext cx="7" cy="5"/>
                </a:xfrm>
                <a:custGeom>
                  <a:avLst/>
                  <a:ahLst/>
                  <a:rect l="0" t="0" r="r" b="b"/>
                  <a:pathLst>
                    <a:path w="21" h="17">
                      <a:moveTo>
                        <a:pt x="21" y="17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1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85" name=""/>
                <p:cNvSpPr/>
                <p:nvPr/>
              </p:nvSpPr>
              <p:spPr>
                <a:xfrm rot="0" flipH="1">
                  <a:off x="1481" y="275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86" name=""/>
                <p:cNvSpPr/>
                <p:nvPr/>
              </p:nvSpPr>
              <p:spPr>
                <a:xfrm rot="0">
                  <a:off x="1466" y="2750"/>
                  <a:ext cx="29" cy="30"/>
                </a:xfrm>
                <a:custGeom>
                  <a:avLst/>
                  <a:ahLst/>
                  <a:rect l="0" t="0" r="r" b="b"/>
                  <a:pathLst>
                    <a:path w="85" h="89">
                      <a:moveTo>
                        <a:pt x="85" y="31"/>
                      </a:moveTo>
                      <a:lnTo>
                        <a:pt x="64" y="16"/>
                      </a:lnTo>
                      <a:lnTo>
                        <a:pt x="43" y="0"/>
                      </a:lnTo>
                      <a:lnTo>
                        <a:pt x="0" y="57"/>
                      </a:lnTo>
                      <a:lnTo>
                        <a:pt x="21" y="73"/>
                      </a:lnTo>
                      <a:lnTo>
                        <a:pt x="42" y="89"/>
                      </a:lnTo>
                      <a:lnTo>
                        <a:pt x="85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87" name=""/>
                <p:cNvSpPr/>
                <p:nvPr/>
              </p:nvSpPr>
              <p:spPr>
                <a:xfrm rot="0">
                  <a:off x="1466" y="2750"/>
                  <a:ext cx="29" cy="30"/>
                </a:xfrm>
                <a:custGeom>
                  <a:avLst/>
                  <a:ahLst/>
                  <a:rect l="0" t="0" r="r" b="b"/>
                  <a:pathLst>
                    <a:path w="85" h="89">
                      <a:moveTo>
                        <a:pt x="85" y="31"/>
                      </a:moveTo>
                      <a:lnTo>
                        <a:pt x="64" y="16"/>
                      </a:lnTo>
                      <a:lnTo>
                        <a:pt x="43" y="0"/>
                      </a:lnTo>
                      <a:lnTo>
                        <a:pt x="0" y="57"/>
                      </a:lnTo>
                      <a:lnTo>
                        <a:pt x="21" y="73"/>
                      </a:lnTo>
                      <a:lnTo>
                        <a:pt x="42" y="89"/>
                      </a:lnTo>
                      <a:lnTo>
                        <a:pt x="85" y="3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88" name=""/>
                <p:cNvSpPr/>
                <p:nvPr/>
              </p:nvSpPr>
              <p:spPr>
                <a:xfrm rot="0">
                  <a:off x="1466" y="2769"/>
                  <a:ext cx="7" cy="5"/>
                </a:xfrm>
                <a:custGeom>
                  <a:avLst/>
                  <a:ahLst/>
                  <a:rect l="0" t="0" r="r" b="b"/>
                  <a:pathLst>
                    <a:path w="22" h="16">
                      <a:moveTo>
                        <a:pt x="22" y="16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2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89" name=""/>
                <p:cNvSpPr/>
                <p:nvPr/>
              </p:nvSpPr>
              <p:spPr>
                <a:xfrm rot="0" flipH="1">
                  <a:off x="1466" y="276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90" name=""/>
                <p:cNvSpPr/>
                <p:nvPr/>
              </p:nvSpPr>
              <p:spPr>
                <a:xfrm rot="0">
                  <a:off x="1453" y="2769"/>
                  <a:ext cx="28" cy="30"/>
                </a:xfrm>
                <a:custGeom>
                  <a:avLst/>
                  <a:ahLst/>
                  <a:rect l="0" t="0" r="r" b="b"/>
                  <a:pathLst>
                    <a:path w="84" h="90">
                      <a:moveTo>
                        <a:pt x="84" y="32"/>
                      </a:moveTo>
                      <a:lnTo>
                        <a:pt x="62" y="16"/>
                      </a:lnTo>
                      <a:lnTo>
                        <a:pt x="40" y="0"/>
                      </a:lnTo>
                      <a:lnTo>
                        <a:pt x="0" y="59"/>
                      </a:lnTo>
                      <a:lnTo>
                        <a:pt x="21" y="75"/>
                      </a:lnTo>
                      <a:lnTo>
                        <a:pt x="43" y="90"/>
                      </a:lnTo>
                      <a:lnTo>
                        <a:pt x="84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91" name=""/>
                <p:cNvSpPr/>
                <p:nvPr/>
              </p:nvSpPr>
              <p:spPr>
                <a:xfrm rot="0">
                  <a:off x="1453" y="2769"/>
                  <a:ext cx="28" cy="30"/>
                </a:xfrm>
                <a:custGeom>
                  <a:avLst/>
                  <a:ahLst/>
                  <a:rect l="0" t="0" r="r" b="b"/>
                  <a:pathLst>
                    <a:path w="84" h="90">
                      <a:moveTo>
                        <a:pt x="84" y="32"/>
                      </a:moveTo>
                      <a:lnTo>
                        <a:pt x="62" y="16"/>
                      </a:lnTo>
                      <a:lnTo>
                        <a:pt x="40" y="0"/>
                      </a:lnTo>
                      <a:lnTo>
                        <a:pt x="0" y="59"/>
                      </a:lnTo>
                      <a:lnTo>
                        <a:pt x="21" y="75"/>
                      </a:lnTo>
                      <a:lnTo>
                        <a:pt x="43" y="90"/>
                      </a:lnTo>
                      <a:lnTo>
                        <a:pt x="84" y="3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92" name=""/>
                <p:cNvSpPr/>
                <p:nvPr/>
              </p:nvSpPr>
              <p:spPr>
                <a:xfrm rot="0">
                  <a:off x="1452" y="2789"/>
                  <a:ext cx="8" cy="5"/>
                </a:xfrm>
                <a:custGeom>
                  <a:avLst/>
                  <a:ahLst/>
                  <a:rect l="0" t="0" r="r" b="b"/>
                  <a:pathLst>
                    <a:path w="22" h="16">
                      <a:moveTo>
                        <a:pt x="22" y="16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22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93" name=""/>
                <p:cNvSpPr/>
                <p:nvPr/>
              </p:nvSpPr>
              <p:spPr>
                <a:xfrm rot="0" flipH="1">
                  <a:off x="1452" y="278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94" name=""/>
                <p:cNvSpPr/>
                <p:nvPr/>
              </p:nvSpPr>
              <p:spPr>
                <a:xfrm rot="0">
                  <a:off x="1440" y="2789"/>
                  <a:ext cx="27" cy="30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83" y="27"/>
                      </a:moveTo>
                      <a:lnTo>
                        <a:pt x="60" y="14"/>
                      </a:lnTo>
                      <a:lnTo>
                        <a:pt x="38" y="0"/>
                      </a:lnTo>
                      <a:lnTo>
                        <a:pt x="0" y="60"/>
                      </a:lnTo>
                      <a:lnTo>
                        <a:pt x="23" y="74"/>
                      </a:lnTo>
                      <a:lnTo>
                        <a:pt x="46" y="88"/>
                      </a:lnTo>
                      <a:lnTo>
                        <a:pt x="83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95" name=""/>
                <p:cNvSpPr/>
                <p:nvPr/>
              </p:nvSpPr>
              <p:spPr>
                <a:xfrm rot="0">
                  <a:off x="1440" y="2789"/>
                  <a:ext cx="27" cy="30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83" y="27"/>
                      </a:moveTo>
                      <a:lnTo>
                        <a:pt x="60" y="14"/>
                      </a:lnTo>
                      <a:lnTo>
                        <a:pt x="38" y="0"/>
                      </a:lnTo>
                      <a:lnTo>
                        <a:pt x="0" y="60"/>
                      </a:lnTo>
                      <a:lnTo>
                        <a:pt x="23" y="74"/>
                      </a:lnTo>
                      <a:lnTo>
                        <a:pt x="46" y="88"/>
                      </a:lnTo>
                      <a:lnTo>
                        <a:pt x="83" y="2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96" name=""/>
                <p:cNvSpPr/>
                <p:nvPr/>
              </p:nvSpPr>
              <p:spPr>
                <a:xfrm rot="0">
                  <a:off x="1440" y="2809"/>
                  <a:ext cx="7" cy="5"/>
                </a:xfrm>
                <a:custGeom>
                  <a:avLst/>
                  <a:ahLst/>
                  <a:rect l="0" t="0" r="r" b="b"/>
                  <a:pathLst>
                    <a:path w="23" h="14">
                      <a:moveTo>
                        <a:pt x="23" y="1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3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97" name=""/>
                <p:cNvSpPr/>
                <p:nvPr/>
              </p:nvSpPr>
              <p:spPr>
                <a:xfrm rot="0">
                  <a:off x="1440" y="280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79998" name=""/>
                <p:cNvSpPr/>
                <p:nvPr/>
              </p:nvSpPr>
              <p:spPr>
                <a:xfrm rot="0">
                  <a:off x="1428" y="2809"/>
                  <a:ext cx="27" cy="30"/>
                </a:xfrm>
                <a:custGeom>
                  <a:avLst/>
                  <a:ahLst/>
                  <a:rect l="0" t="0" r="r" b="b"/>
                  <a:pathLst>
                    <a:path w="81" h="90">
                      <a:moveTo>
                        <a:pt x="81" y="28"/>
                      </a:moveTo>
                      <a:lnTo>
                        <a:pt x="58" y="14"/>
                      </a:lnTo>
                      <a:lnTo>
                        <a:pt x="35" y="0"/>
                      </a:lnTo>
                      <a:lnTo>
                        <a:pt x="0" y="63"/>
                      </a:lnTo>
                      <a:lnTo>
                        <a:pt x="23" y="77"/>
                      </a:lnTo>
                      <a:lnTo>
                        <a:pt x="45" y="90"/>
                      </a:lnTo>
                      <a:lnTo>
                        <a:pt x="81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79999" name=""/>
                <p:cNvSpPr/>
                <p:nvPr/>
              </p:nvSpPr>
              <p:spPr>
                <a:xfrm rot="0">
                  <a:off x="1428" y="2809"/>
                  <a:ext cx="27" cy="30"/>
                </a:xfrm>
                <a:custGeom>
                  <a:avLst/>
                  <a:ahLst/>
                  <a:rect l="0" t="0" r="r" b="b"/>
                  <a:pathLst>
                    <a:path w="81" h="90">
                      <a:moveTo>
                        <a:pt x="81" y="28"/>
                      </a:moveTo>
                      <a:lnTo>
                        <a:pt x="58" y="14"/>
                      </a:lnTo>
                      <a:lnTo>
                        <a:pt x="35" y="0"/>
                      </a:lnTo>
                      <a:lnTo>
                        <a:pt x="0" y="63"/>
                      </a:lnTo>
                      <a:lnTo>
                        <a:pt x="23" y="77"/>
                      </a:lnTo>
                      <a:lnTo>
                        <a:pt x="45" y="90"/>
                      </a:lnTo>
                      <a:lnTo>
                        <a:pt x="81" y="2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00" name=""/>
                <p:cNvSpPr/>
                <p:nvPr/>
              </p:nvSpPr>
              <p:spPr>
                <a:xfrm rot="0">
                  <a:off x="1428" y="2830"/>
                  <a:ext cx="8" cy="5"/>
                </a:xfrm>
                <a:custGeom>
                  <a:avLst/>
                  <a:ahLst/>
                  <a:rect l="0" t="0" r="r" b="b"/>
                  <a:pathLst>
                    <a:path w="24" h="14">
                      <a:moveTo>
                        <a:pt x="24" y="1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4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01" name=""/>
                <p:cNvSpPr/>
                <p:nvPr/>
              </p:nvSpPr>
              <p:spPr>
                <a:xfrm rot="0" flipH="1">
                  <a:off x="1428" y="283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02" name=""/>
                <p:cNvSpPr/>
                <p:nvPr/>
              </p:nvSpPr>
              <p:spPr>
                <a:xfrm rot="0">
                  <a:off x="1417" y="2831"/>
                  <a:ext cx="26" cy="29"/>
                </a:xfrm>
                <a:custGeom>
                  <a:avLst/>
                  <a:ahLst/>
                  <a:rect l="0" t="0" r="r" b="b"/>
                  <a:pathLst>
                    <a:path w="80" h="89">
                      <a:moveTo>
                        <a:pt x="80" y="25"/>
                      </a:moveTo>
                      <a:lnTo>
                        <a:pt x="57" y="13"/>
                      </a:lnTo>
                      <a:lnTo>
                        <a:pt x="33" y="0"/>
                      </a:lnTo>
                      <a:lnTo>
                        <a:pt x="0" y="64"/>
                      </a:lnTo>
                      <a:lnTo>
                        <a:pt x="24" y="76"/>
                      </a:lnTo>
                      <a:lnTo>
                        <a:pt x="48" y="89"/>
                      </a:lnTo>
                      <a:lnTo>
                        <a:pt x="8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03" name=""/>
                <p:cNvSpPr/>
                <p:nvPr/>
              </p:nvSpPr>
              <p:spPr>
                <a:xfrm rot="0">
                  <a:off x="1417" y="2831"/>
                  <a:ext cx="26" cy="29"/>
                </a:xfrm>
                <a:custGeom>
                  <a:avLst/>
                  <a:ahLst/>
                  <a:rect l="0" t="0" r="r" b="b"/>
                  <a:pathLst>
                    <a:path w="80" h="89">
                      <a:moveTo>
                        <a:pt x="80" y="25"/>
                      </a:moveTo>
                      <a:lnTo>
                        <a:pt x="57" y="13"/>
                      </a:lnTo>
                      <a:lnTo>
                        <a:pt x="33" y="0"/>
                      </a:lnTo>
                      <a:lnTo>
                        <a:pt x="0" y="64"/>
                      </a:lnTo>
                      <a:lnTo>
                        <a:pt x="24" y="76"/>
                      </a:lnTo>
                      <a:lnTo>
                        <a:pt x="48" y="89"/>
                      </a:lnTo>
                      <a:lnTo>
                        <a:pt x="80" y="2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04" name=""/>
                <p:cNvSpPr/>
                <p:nvPr/>
              </p:nvSpPr>
              <p:spPr>
                <a:xfrm rot="0">
                  <a:off x="1417" y="2852"/>
                  <a:ext cx="8" cy="4"/>
                </a:xfrm>
                <a:custGeom>
                  <a:avLst/>
                  <a:ahLst/>
                  <a:rect l="0" t="0" r="r" b="b"/>
                  <a:pathLst>
                    <a:path w="24" h="12">
                      <a:moveTo>
                        <a:pt x="24" y="1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4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05" name=""/>
                <p:cNvSpPr/>
                <p:nvPr/>
              </p:nvSpPr>
              <p:spPr>
                <a:xfrm rot="0">
                  <a:off x="1417" y="285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06" name=""/>
                <p:cNvSpPr/>
                <p:nvPr/>
              </p:nvSpPr>
              <p:spPr>
                <a:xfrm rot="0">
                  <a:off x="1407" y="2853"/>
                  <a:ext cx="26" cy="28"/>
                </a:xfrm>
                <a:custGeom>
                  <a:avLst/>
                  <a:ahLst/>
                  <a:rect l="0" t="0" r="r" b="b"/>
                  <a:pathLst>
                    <a:path w="77" h="85">
                      <a:moveTo>
                        <a:pt x="77" y="21"/>
                      </a:moveTo>
                      <a:lnTo>
                        <a:pt x="53" y="10"/>
                      </a:lnTo>
                      <a:lnTo>
                        <a:pt x="29" y="0"/>
                      </a:lnTo>
                      <a:lnTo>
                        <a:pt x="0" y="64"/>
                      </a:lnTo>
                      <a:lnTo>
                        <a:pt x="24" y="75"/>
                      </a:lnTo>
                      <a:lnTo>
                        <a:pt x="48" y="85"/>
                      </a:lnTo>
                      <a:lnTo>
                        <a:pt x="77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07" name=""/>
                <p:cNvSpPr/>
                <p:nvPr/>
              </p:nvSpPr>
              <p:spPr>
                <a:xfrm rot="0">
                  <a:off x="1407" y="2853"/>
                  <a:ext cx="26" cy="28"/>
                </a:xfrm>
                <a:custGeom>
                  <a:avLst/>
                  <a:ahLst/>
                  <a:rect l="0" t="0" r="r" b="b"/>
                  <a:pathLst>
                    <a:path w="77" h="85">
                      <a:moveTo>
                        <a:pt x="77" y="21"/>
                      </a:moveTo>
                      <a:lnTo>
                        <a:pt x="53" y="10"/>
                      </a:lnTo>
                      <a:lnTo>
                        <a:pt x="29" y="0"/>
                      </a:lnTo>
                      <a:lnTo>
                        <a:pt x="0" y="64"/>
                      </a:lnTo>
                      <a:lnTo>
                        <a:pt x="24" y="75"/>
                      </a:lnTo>
                      <a:lnTo>
                        <a:pt x="48" y="85"/>
                      </a:lnTo>
                      <a:lnTo>
                        <a:pt x="77" y="2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08" name=""/>
                <p:cNvSpPr/>
                <p:nvPr/>
              </p:nvSpPr>
              <p:spPr>
                <a:xfrm rot="0">
                  <a:off x="1407" y="2874"/>
                  <a:ext cx="8" cy="4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25" y="1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5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09" name=""/>
                <p:cNvSpPr/>
                <p:nvPr/>
              </p:nvSpPr>
              <p:spPr>
                <a:xfrm rot="0" flipH="1">
                  <a:off x="1407" y="287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10" name=""/>
                <p:cNvSpPr/>
                <p:nvPr/>
              </p:nvSpPr>
              <p:spPr>
                <a:xfrm rot="0">
                  <a:off x="1398" y="2874"/>
                  <a:ext cx="25" cy="29"/>
                </a:xfrm>
                <a:custGeom>
                  <a:avLst/>
                  <a:ahLst/>
                  <a:rect l="0" t="0" r="r" b="b"/>
                  <a:pathLst>
                    <a:path w="77" h="88">
                      <a:moveTo>
                        <a:pt x="77" y="21"/>
                      </a:moveTo>
                      <a:lnTo>
                        <a:pt x="52" y="11"/>
                      </a:lnTo>
                      <a:lnTo>
                        <a:pt x="27" y="0"/>
                      </a:lnTo>
                      <a:lnTo>
                        <a:pt x="0" y="67"/>
                      </a:lnTo>
                      <a:lnTo>
                        <a:pt x="25" y="78"/>
                      </a:lnTo>
                      <a:lnTo>
                        <a:pt x="50" y="88"/>
                      </a:lnTo>
                      <a:lnTo>
                        <a:pt x="77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11" name=""/>
                <p:cNvSpPr/>
                <p:nvPr/>
              </p:nvSpPr>
              <p:spPr>
                <a:xfrm rot="0">
                  <a:off x="1398" y="2874"/>
                  <a:ext cx="25" cy="29"/>
                </a:xfrm>
                <a:custGeom>
                  <a:avLst/>
                  <a:ahLst/>
                  <a:rect l="0" t="0" r="r" b="b"/>
                  <a:pathLst>
                    <a:path w="77" h="88">
                      <a:moveTo>
                        <a:pt x="77" y="21"/>
                      </a:moveTo>
                      <a:lnTo>
                        <a:pt x="52" y="11"/>
                      </a:lnTo>
                      <a:lnTo>
                        <a:pt x="27" y="0"/>
                      </a:lnTo>
                      <a:lnTo>
                        <a:pt x="0" y="67"/>
                      </a:lnTo>
                      <a:lnTo>
                        <a:pt x="25" y="78"/>
                      </a:lnTo>
                      <a:lnTo>
                        <a:pt x="50" y="88"/>
                      </a:lnTo>
                      <a:lnTo>
                        <a:pt x="77" y="2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12" name=""/>
                <p:cNvSpPr/>
                <p:nvPr/>
              </p:nvSpPr>
              <p:spPr>
                <a:xfrm rot="0">
                  <a:off x="1398" y="2896"/>
                  <a:ext cx="8" cy="4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25" y="1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5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13" name=""/>
                <p:cNvSpPr/>
                <p:nvPr/>
              </p:nvSpPr>
              <p:spPr>
                <a:xfrm rot="0">
                  <a:off x="1398" y="289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14" name=""/>
                <p:cNvSpPr/>
                <p:nvPr/>
              </p:nvSpPr>
              <p:spPr>
                <a:xfrm rot="0">
                  <a:off x="1390" y="2897"/>
                  <a:ext cx="24" cy="28"/>
                </a:xfrm>
                <a:custGeom>
                  <a:avLst/>
                  <a:ahLst/>
                  <a:rect l="0" t="0" r="r" b="b"/>
                  <a:pathLst>
                    <a:path w="73" h="84">
                      <a:moveTo>
                        <a:pt x="73" y="17"/>
                      </a:moveTo>
                      <a:lnTo>
                        <a:pt x="48" y="9"/>
                      </a:lnTo>
                      <a:lnTo>
                        <a:pt x="23" y="0"/>
                      </a:lnTo>
                      <a:lnTo>
                        <a:pt x="0" y="67"/>
                      </a:lnTo>
                      <a:lnTo>
                        <a:pt x="25" y="75"/>
                      </a:lnTo>
                      <a:lnTo>
                        <a:pt x="50" y="84"/>
                      </a:lnTo>
                      <a:lnTo>
                        <a:pt x="73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15" name=""/>
                <p:cNvSpPr/>
                <p:nvPr/>
              </p:nvSpPr>
              <p:spPr>
                <a:xfrm rot="0">
                  <a:off x="1390" y="2897"/>
                  <a:ext cx="24" cy="28"/>
                </a:xfrm>
                <a:custGeom>
                  <a:avLst/>
                  <a:ahLst/>
                  <a:rect l="0" t="0" r="r" b="b"/>
                  <a:pathLst>
                    <a:path w="73" h="84">
                      <a:moveTo>
                        <a:pt x="73" y="17"/>
                      </a:moveTo>
                      <a:lnTo>
                        <a:pt x="48" y="9"/>
                      </a:lnTo>
                      <a:lnTo>
                        <a:pt x="23" y="0"/>
                      </a:lnTo>
                      <a:lnTo>
                        <a:pt x="0" y="67"/>
                      </a:lnTo>
                      <a:lnTo>
                        <a:pt x="25" y="75"/>
                      </a:lnTo>
                      <a:lnTo>
                        <a:pt x="50" y="84"/>
                      </a:lnTo>
                      <a:lnTo>
                        <a:pt x="73" y="1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16" name=""/>
                <p:cNvSpPr/>
                <p:nvPr/>
              </p:nvSpPr>
              <p:spPr>
                <a:xfrm rot="0">
                  <a:off x="1390" y="2919"/>
                  <a:ext cx="8" cy="3"/>
                </a:xfrm>
                <a:custGeom>
                  <a:avLst/>
                  <a:ahLst/>
                  <a:rect l="0" t="0" r="r" b="b"/>
                  <a:pathLst>
                    <a:path w="25" h="8">
                      <a:moveTo>
                        <a:pt x="25" y="8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5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17" name=""/>
                <p:cNvSpPr/>
                <p:nvPr/>
              </p:nvSpPr>
              <p:spPr>
                <a:xfrm rot="0">
                  <a:off x="1390" y="291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18" name=""/>
                <p:cNvSpPr/>
                <p:nvPr/>
              </p:nvSpPr>
              <p:spPr>
                <a:xfrm rot="0">
                  <a:off x="1383" y="2920"/>
                  <a:ext cx="24" cy="27"/>
                </a:xfrm>
                <a:custGeom>
                  <a:avLst/>
                  <a:ahLst/>
                  <a:rect l="0" t="0" r="r" b="b"/>
                  <a:pathLst>
                    <a:path w="71" h="83">
                      <a:moveTo>
                        <a:pt x="71" y="15"/>
                      </a:moveTo>
                      <a:lnTo>
                        <a:pt x="46" y="7"/>
                      </a:lnTo>
                      <a:lnTo>
                        <a:pt x="21" y="0"/>
                      </a:lnTo>
                      <a:lnTo>
                        <a:pt x="0" y="69"/>
                      </a:lnTo>
                      <a:lnTo>
                        <a:pt x="25" y="76"/>
                      </a:lnTo>
                      <a:lnTo>
                        <a:pt x="50" y="83"/>
                      </a:lnTo>
                      <a:lnTo>
                        <a:pt x="71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19" name=""/>
                <p:cNvSpPr/>
                <p:nvPr/>
              </p:nvSpPr>
              <p:spPr>
                <a:xfrm rot="0">
                  <a:off x="1383" y="2920"/>
                  <a:ext cx="24" cy="27"/>
                </a:xfrm>
                <a:custGeom>
                  <a:avLst/>
                  <a:ahLst/>
                  <a:rect l="0" t="0" r="r" b="b"/>
                  <a:pathLst>
                    <a:path w="71" h="83">
                      <a:moveTo>
                        <a:pt x="71" y="15"/>
                      </a:moveTo>
                      <a:lnTo>
                        <a:pt x="46" y="7"/>
                      </a:lnTo>
                      <a:lnTo>
                        <a:pt x="21" y="0"/>
                      </a:lnTo>
                      <a:lnTo>
                        <a:pt x="0" y="69"/>
                      </a:lnTo>
                      <a:lnTo>
                        <a:pt x="25" y="76"/>
                      </a:lnTo>
                      <a:lnTo>
                        <a:pt x="50" y="83"/>
                      </a:lnTo>
                      <a:lnTo>
                        <a:pt x="71" y="1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20" name=""/>
                <p:cNvSpPr/>
                <p:nvPr/>
              </p:nvSpPr>
              <p:spPr>
                <a:xfrm rot="0">
                  <a:off x="1383" y="2943"/>
                  <a:ext cx="8" cy="2"/>
                </a:xfrm>
                <a:custGeom>
                  <a:avLst/>
                  <a:ahLst/>
                  <a:rect l="0" t="0" r="r" b="b"/>
                  <a:pathLst>
                    <a:path w="26" h="7">
                      <a:moveTo>
                        <a:pt x="26" y="7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6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21" name=""/>
                <p:cNvSpPr/>
                <p:nvPr/>
              </p:nvSpPr>
              <p:spPr>
                <a:xfrm rot="0" flipH="1">
                  <a:off x="1383" y="294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22" name=""/>
                <p:cNvSpPr/>
                <p:nvPr/>
              </p:nvSpPr>
              <p:spPr>
                <a:xfrm rot="0">
                  <a:off x="1377" y="2943"/>
                  <a:ext cx="23" cy="27"/>
                </a:xfrm>
                <a:custGeom>
                  <a:avLst/>
                  <a:ahLst/>
                  <a:rect l="0" t="0" r="r" b="b"/>
                  <a:pathLst>
                    <a:path w="70" h="81">
                      <a:moveTo>
                        <a:pt x="70" y="12"/>
                      </a:moveTo>
                      <a:lnTo>
                        <a:pt x="44" y="6"/>
                      </a:lnTo>
                      <a:lnTo>
                        <a:pt x="18" y="0"/>
                      </a:lnTo>
                      <a:lnTo>
                        <a:pt x="0" y="69"/>
                      </a:lnTo>
                      <a:lnTo>
                        <a:pt x="26" y="75"/>
                      </a:lnTo>
                      <a:lnTo>
                        <a:pt x="52" y="81"/>
                      </a:lnTo>
                      <a:lnTo>
                        <a:pt x="70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23" name=""/>
                <p:cNvSpPr/>
                <p:nvPr/>
              </p:nvSpPr>
              <p:spPr>
                <a:xfrm rot="0">
                  <a:off x="1377" y="2943"/>
                  <a:ext cx="23" cy="27"/>
                </a:xfrm>
                <a:custGeom>
                  <a:avLst/>
                  <a:ahLst/>
                  <a:rect l="0" t="0" r="r" b="b"/>
                  <a:pathLst>
                    <a:path w="70" h="81">
                      <a:moveTo>
                        <a:pt x="70" y="12"/>
                      </a:moveTo>
                      <a:lnTo>
                        <a:pt x="44" y="6"/>
                      </a:lnTo>
                      <a:lnTo>
                        <a:pt x="18" y="0"/>
                      </a:lnTo>
                      <a:lnTo>
                        <a:pt x="0" y="69"/>
                      </a:lnTo>
                      <a:lnTo>
                        <a:pt x="26" y="75"/>
                      </a:lnTo>
                      <a:lnTo>
                        <a:pt x="52" y="81"/>
                      </a:lnTo>
                      <a:lnTo>
                        <a:pt x="70" y="1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24" name=""/>
                <p:cNvSpPr/>
                <p:nvPr/>
              </p:nvSpPr>
              <p:spPr>
                <a:xfrm rot="0">
                  <a:off x="1377" y="2966"/>
                  <a:ext cx="8" cy="2"/>
                </a:xfrm>
                <a:custGeom>
                  <a:avLst/>
                  <a:ahLst/>
                  <a:rect l="0" t="0" r="r" b="b"/>
                  <a:pathLst>
                    <a:path w="26" h="6">
                      <a:moveTo>
                        <a:pt x="26" y="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25" name=""/>
                <p:cNvSpPr/>
                <p:nvPr/>
              </p:nvSpPr>
              <p:spPr>
                <a:xfrm rot="0">
                  <a:off x="1377" y="296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26" name=""/>
                <p:cNvSpPr/>
                <p:nvPr/>
              </p:nvSpPr>
              <p:spPr>
                <a:xfrm rot="0">
                  <a:off x="1372" y="2966"/>
                  <a:ext cx="22" cy="27"/>
                </a:xfrm>
                <a:custGeom>
                  <a:avLst/>
                  <a:ahLst/>
                  <a:rect l="0" t="0" r="r" b="b"/>
                  <a:pathLst>
                    <a:path w="66" h="80">
                      <a:moveTo>
                        <a:pt x="66" y="10"/>
                      </a:moveTo>
                      <a:lnTo>
                        <a:pt x="40" y="5"/>
                      </a:lnTo>
                      <a:lnTo>
                        <a:pt x="14" y="0"/>
                      </a:lnTo>
                      <a:lnTo>
                        <a:pt x="0" y="70"/>
                      </a:lnTo>
                      <a:lnTo>
                        <a:pt x="26" y="75"/>
                      </a:lnTo>
                      <a:lnTo>
                        <a:pt x="52" y="80"/>
                      </a:lnTo>
                      <a:lnTo>
                        <a:pt x="66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27" name=""/>
                <p:cNvSpPr/>
                <p:nvPr/>
              </p:nvSpPr>
              <p:spPr>
                <a:xfrm rot="0">
                  <a:off x="1372" y="2966"/>
                  <a:ext cx="22" cy="27"/>
                </a:xfrm>
                <a:custGeom>
                  <a:avLst/>
                  <a:ahLst/>
                  <a:rect l="0" t="0" r="r" b="b"/>
                  <a:pathLst>
                    <a:path w="66" h="80">
                      <a:moveTo>
                        <a:pt x="66" y="10"/>
                      </a:moveTo>
                      <a:lnTo>
                        <a:pt x="40" y="5"/>
                      </a:lnTo>
                      <a:lnTo>
                        <a:pt x="14" y="0"/>
                      </a:lnTo>
                      <a:lnTo>
                        <a:pt x="0" y="70"/>
                      </a:lnTo>
                      <a:lnTo>
                        <a:pt x="26" y="75"/>
                      </a:lnTo>
                      <a:lnTo>
                        <a:pt x="52" y="80"/>
                      </a:lnTo>
                      <a:lnTo>
                        <a:pt x="66" y="1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28" name=""/>
                <p:cNvSpPr/>
                <p:nvPr/>
              </p:nvSpPr>
              <p:spPr>
                <a:xfrm rot="0">
                  <a:off x="1372" y="2990"/>
                  <a:ext cx="9" cy="1"/>
                </a:xfrm>
                <a:custGeom>
                  <a:avLst/>
                  <a:ahLst/>
                  <a:rect l="0" t="0" r="r" b="b"/>
                  <a:pathLst>
                    <a:path w="26" h="5">
                      <a:moveTo>
                        <a:pt x="26" y="5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29" name=""/>
                <p:cNvSpPr/>
                <p:nvPr/>
              </p:nvSpPr>
              <p:spPr>
                <a:xfrm rot="0">
                  <a:off x="1372" y="299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30" name=""/>
                <p:cNvSpPr/>
                <p:nvPr/>
              </p:nvSpPr>
              <p:spPr>
                <a:xfrm rot="0">
                  <a:off x="1368" y="2990"/>
                  <a:ext cx="21" cy="26"/>
                </a:xfrm>
                <a:custGeom>
                  <a:avLst/>
                  <a:ahLst/>
                  <a:rect l="0" t="0" r="r" b="b"/>
                  <a:pathLst>
                    <a:path w="63" h="79">
                      <a:moveTo>
                        <a:pt x="63" y="8"/>
                      </a:moveTo>
                      <a:lnTo>
                        <a:pt x="37" y="4"/>
                      </a:lnTo>
                      <a:lnTo>
                        <a:pt x="11" y="0"/>
                      </a:lnTo>
                      <a:lnTo>
                        <a:pt x="0" y="71"/>
                      </a:lnTo>
                      <a:lnTo>
                        <a:pt x="26" y="75"/>
                      </a:lnTo>
                      <a:lnTo>
                        <a:pt x="52" y="79"/>
                      </a:lnTo>
                      <a:lnTo>
                        <a:pt x="63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31" name=""/>
                <p:cNvSpPr/>
                <p:nvPr/>
              </p:nvSpPr>
              <p:spPr>
                <a:xfrm rot="0">
                  <a:off x="1368" y="2990"/>
                  <a:ext cx="21" cy="26"/>
                </a:xfrm>
                <a:custGeom>
                  <a:avLst/>
                  <a:ahLst/>
                  <a:rect l="0" t="0" r="r" b="b"/>
                  <a:pathLst>
                    <a:path w="63" h="79">
                      <a:moveTo>
                        <a:pt x="63" y="8"/>
                      </a:moveTo>
                      <a:lnTo>
                        <a:pt x="37" y="4"/>
                      </a:lnTo>
                      <a:lnTo>
                        <a:pt x="11" y="0"/>
                      </a:lnTo>
                      <a:lnTo>
                        <a:pt x="0" y="71"/>
                      </a:lnTo>
                      <a:lnTo>
                        <a:pt x="26" y="75"/>
                      </a:lnTo>
                      <a:lnTo>
                        <a:pt x="52" y="79"/>
                      </a:lnTo>
                      <a:lnTo>
                        <a:pt x="63" y="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32" name=""/>
                <p:cNvSpPr/>
                <p:nvPr/>
              </p:nvSpPr>
              <p:spPr>
                <a:xfrm rot="0">
                  <a:off x="1368" y="3014"/>
                  <a:ext cx="9" cy="1"/>
                </a:xfrm>
                <a:custGeom>
                  <a:avLst/>
                  <a:ahLst/>
                  <a:rect l="0" t="0" r="r" b="b"/>
                  <a:pathLst>
                    <a:path w="26" h="4">
                      <a:moveTo>
                        <a:pt x="26" y="4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33" name=""/>
                <p:cNvSpPr/>
                <p:nvPr/>
              </p:nvSpPr>
              <p:spPr>
                <a:xfrm rot="0">
                  <a:off x="1368" y="301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34" name=""/>
                <p:cNvSpPr/>
                <p:nvPr/>
              </p:nvSpPr>
              <p:spPr>
                <a:xfrm rot="0">
                  <a:off x="1366" y="3014"/>
                  <a:ext cx="20" cy="26"/>
                </a:xfrm>
                <a:custGeom>
                  <a:avLst/>
                  <a:ahLst/>
                  <a:rect l="0" t="0" r="r" b="b"/>
                  <a:pathLst>
                    <a:path w="60" h="77">
                      <a:moveTo>
                        <a:pt x="60" y="6"/>
                      </a:moveTo>
                      <a:lnTo>
                        <a:pt x="34" y="3"/>
                      </a:lnTo>
                      <a:lnTo>
                        <a:pt x="8" y="0"/>
                      </a:lnTo>
                      <a:lnTo>
                        <a:pt x="0" y="71"/>
                      </a:lnTo>
                      <a:lnTo>
                        <a:pt x="26" y="74"/>
                      </a:lnTo>
                      <a:lnTo>
                        <a:pt x="52" y="77"/>
                      </a:lnTo>
                      <a:lnTo>
                        <a:pt x="60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35" name=""/>
                <p:cNvSpPr/>
                <p:nvPr/>
              </p:nvSpPr>
              <p:spPr>
                <a:xfrm rot="0">
                  <a:off x="1366" y="3014"/>
                  <a:ext cx="20" cy="26"/>
                </a:xfrm>
                <a:custGeom>
                  <a:avLst/>
                  <a:ahLst/>
                  <a:rect l="0" t="0" r="r" b="b"/>
                  <a:pathLst>
                    <a:path w="60" h="77">
                      <a:moveTo>
                        <a:pt x="60" y="6"/>
                      </a:moveTo>
                      <a:lnTo>
                        <a:pt x="34" y="3"/>
                      </a:lnTo>
                      <a:lnTo>
                        <a:pt x="8" y="0"/>
                      </a:lnTo>
                      <a:lnTo>
                        <a:pt x="0" y="71"/>
                      </a:lnTo>
                      <a:lnTo>
                        <a:pt x="26" y="74"/>
                      </a:lnTo>
                      <a:lnTo>
                        <a:pt x="52" y="77"/>
                      </a:lnTo>
                      <a:lnTo>
                        <a:pt x="60" y="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36" name=""/>
                <p:cNvSpPr/>
                <p:nvPr/>
              </p:nvSpPr>
              <p:spPr>
                <a:xfrm rot="0">
                  <a:off x="1366" y="3038"/>
                  <a:ext cx="8" cy="1"/>
                </a:xfrm>
                <a:custGeom>
                  <a:avLst/>
                  <a:ahLst/>
                  <a:rect l="0" t="0" r="r" b="b"/>
                  <a:pathLst>
                    <a:path w="26" h="3">
                      <a:moveTo>
                        <a:pt x="26" y="3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37" name=""/>
                <p:cNvSpPr/>
                <p:nvPr/>
              </p:nvSpPr>
              <p:spPr>
                <a:xfrm rot="0">
                  <a:off x="1366" y="303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38" name=""/>
                <p:cNvSpPr/>
                <p:nvPr/>
              </p:nvSpPr>
              <p:spPr>
                <a:xfrm rot="0">
                  <a:off x="1364" y="3038"/>
                  <a:ext cx="19" cy="25"/>
                </a:xfrm>
                <a:custGeom>
                  <a:avLst/>
                  <a:ahLst/>
                  <a:rect l="0" t="0" r="r" b="b"/>
                  <a:pathLst>
                    <a:path w="57" h="75">
                      <a:moveTo>
                        <a:pt x="57" y="4"/>
                      </a:moveTo>
                      <a:lnTo>
                        <a:pt x="31" y="2"/>
                      </a:lnTo>
                      <a:lnTo>
                        <a:pt x="5" y="0"/>
                      </a:lnTo>
                      <a:lnTo>
                        <a:pt x="0" y="70"/>
                      </a:lnTo>
                      <a:lnTo>
                        <a:pt x="26" y="73"/>
                      </a:lnTo>
                      <a:lnTo>
                        <a:pt x="52" y="75"/>
                      </a:lnTo>
                      <a:lnTo>
                        <a:pt x="57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39" name=""/>
                <p:cNvSpPr/>
                <p:nvPr/>
              </p:nvSpPr>
              <p:spPr>
                <a:xfrm rot="0">
                  <a:off x="1364" y="3038"/>
                  <a:ext cx="19" cy="25"/>
                </a:xfrm>
                <a:custGeom>
                  <a:avLst/>
                  <a:ahLst/>
                  <a:rect l="0" t="0" r="r" b="b"/>
                  <a:pathLst>
                    <a:path w="57" h="75">
                      <a:moveTo>
                        <a:pt x="57" y="4"/>
                      </a:moveTo>
                      <a:lnTo>
                        <a:pt x="31" y="2"/>
                      </a:lnTo>
                      <a:lnTo>
                        <a:pt x="5" y="0"/>
                      </a:lnTo>
                      <a:lnTo>
                        <a:pt x="0" y="70"/>
                      </a:lnTo>
                      <a:lnTo>
                        <a:pt x="26" y="73"/>
                      </a:lnTo>
                      <a:lnTo>
                        <a:pt x="52" y="75"/>
                      </a:lnTo>
                      <a:lnTo>
                        <a:pt x="57" y="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40" name=""/>
                <p:cNvSpPr/>
                <p:nvPr/>
              </p:nvSpPr>
              <p:spPr>
                <a:xfrm rot="0">
                  <a:off x="1364" y="3061"/>
                  <a:ext cx="9" cy="1"/>
                </a:xfrm>
                <a:custGeom>
                  <a:avLst/>
                  <a:ahLst/>
                  <a:rect l="0" t="0" r="r" b="b"/>
                  <a:pathLst>
                    <a:path w="26" h="3">
                      <a:moveTo>
                        <a:pt x="26" y="3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6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41" name=""/>
                <p:cNvSpPr/>
                <p:nvPr/>
              </p:nvSpPr>
              <p:spPr>
                <a:xfrm rot="0">
                  <a:off x="1364" y="306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42" name=""/>
                <p:cNvSpPr/>
                <p:nvPr/>
              </p:nvSpPr>
              <p:spPr>
                <a:xfrm rot="0">
                  <a:off x="1364" y="3062"/>
                  <a:ext cx="17" cy="24"/>
                </a:xfrm>
                <a:custGeom>
                  <a:avLst/>
                  <a:ahLst/>
                  <a:rect l="0" t="0" r="r" b="b"/>
                  <a:pathLst>
                    <a:path w="53" h="71">
                      <a:moveTo>
                        <a:pt x="53" y="0"/>
                      </a:moveTo>
                      <a:lnTo>
                        <a:pt x="27" y="0"/>
                      </a:lnTo>
                      <a:lnTo>
                        <a:pt x="1" y="0"/>
                      </a:lnTo>
                      <a:lnTo>
                        <a:pt x="0" y="71"/>
                      </a:lnTo>
                      <a:lnTo>
                        <a:pt x="26" y="71"/>
                      </a:lnTo>
                      <a:lnTo>
                        <a:pt x="52" y="71"/>
                      </a:lnTo>
                      <a:lnTo>
                        <a:pt x="5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43" name=""/>
                <p:cNvSpPr/>
                <p:nvPr/>
              </p:nvSpPr>
              <p:spPr>
                <a:xfrm rot="0">
                  <a:off x="1364" y="3062"/>
                  <a:ext cx="17" cy="24"/>
                </a:xfrm>
                <a:custGeom>
                  <a:avLst/>
                  <a:ahLst/>
                  <a:rect l="0" t="0" r="r" b="b"/>
                  <a:pathLst>
                    <a:path w="53" h="71">
                      <a:moveTo>
                        <a:pt x="53" y="0"/>
                      </a:moveTo>
                      <a:lnTo>
                        <a:pt x="27" y="0"/>
                      </a:lnTo>
                      <a:lnTo>
                        <a:pt x="1" y="0"/>
                      </a:lnTo>
                      <a:lnTo>
                        <a:pt x="0" y="71"/>
                      </a:lnTo>
                      <a:lnTo>
                        <a:pt x="26" y="71"/>
                      </a:lnTo>
                      <a:lnTo>
                        <a:pt x="52" y="71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44" name=""/>
                <p:cNvSpPr/>
                <p:nvPr/>
              </p:nvSpPr>
              <p:spPr>
                <a:xfrm rot="0">
                  <a:off x="1364" y="3086"/>
                  <a:ext cx="8" cy="1"/>
                </a:xfrm>
                <a:prstGeom prst="rect"/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45" name=""/>
                <p:cNvSpPr/>
                <p:nvPr/>
              </p:nvSpPr>
              <p:spPr>
                <a:xfrm rot="0">
                  <a:off x="1364" y="30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46" name=""/>
                <p:cNvSpPr/>
                <p:nvPr/>
              </p:nvSpPr>
              <p:spPr>
                <a:xfrm rot="0">
                  <a:off x="1364" y="3086"/>
                  <a:ext cx="17" cy="24"/>
                </a:xfrm>
                <a:custGeom>
                  <a:avLst/>
                  <a:ahLst/>
                  <a:rect l="0" t="0" r="r" b="b"/>
                  <a:pathLst>
                    <a:path w="53" h="71">
                      <a:moveTo>
                        <a:pt x="52" y="0"/>
                      </a:moveTo>
                      <a:lnTo>
                        <a:pt x="26" y="0"/>
                      </a:lnTo>
                      <a:lnTo>
                        <a:pt x="0" y="0"/>
                      </a:lnTo>
                      <a:lnTo>
                        <a:pt x="1" y="71"/>
                      </a:lnTo>
                      <a:lnTo>
                        <a:pt x="27" y="71"/>
                      </a:lnTo>
                      <a:lnTo>
                        <a:pt x="53" y="71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47" name=""/>
                <p:cNvSpPr/>
                <p:nvPr/>
              </p:nvSpPr>
              <p:spPr>
                <a:xfrm rot="0">
                  <a:off x="1364" y="3086"/>
                  <a:ext cx="17" cy="24"/>
                </a:xfrm>
                <a:custGeom>
                  <a:avLst/>
                  <a:ahLst/>
                  <a:rect l="0" t="0" r="r" b="b"/>
                  <a:pathLst>
                    <a:path w="53" h="71">
                      <a:moveTo>
                        <a:pt x="52" y="0"/>
                      </a:moveTo>
                      <a:lnTo>
                        <a:pt x="26" y="0"/>
                      </a:lnTo>
                      <a:lnTo>
                        <a:pt x="0" y="0"/>
                      </a:lnTo>
                      <a:lnTo>
                        <a:pt x="1" y="71"/>
                      </a:lnTo>
                      <a:lnTo>
                        <a:pt x="27" y="71"/>
                      </a:lnTo>
                      <a:lnTo>
                        <a:pt x="53" y="71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48" name=""/>
                <p:cNvSpPr/>
                <p:nvPr/>
              </p:nvSpPr>
              <p:spPr>
                <a:xfrm rot="0">
                  <a:off x="1364" y="3110"/>
                  <a:ext cx="9" cy="1"/>
                </a:xfrm>
                <a:custGeom>
                  <a:avLst/>
                  <a:ahLst/>
                  <a:rect l="0" t="0" r="r" b="b"/>
                  <a:pathLst>
                    <a:path w="26" h="2">
                      <a:moveTo>
                        <a:pt x="26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49" name=""/>
                <p:cNvSpPr/>
                <p:nvPr/>
              </p:nvSpPr>
              <p:spPr>
                <a:xfrm rot="0">
                  <a:off x="1364" y="311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50" name=""/>
                <p:cNvSpPr/>
                <p:nvPr/>
              </p:nvSpPr>
              <p:spPr>
                <a:xfrm rot="0">
                  <a:off x="1364" y="3109"/>
                  <a:ext cx="19" cy="25"/>
                </a:xfrm>
                <a:custGeom>
                  <a:avLst/>
                  <a:ahLst/>
                  <a:rect l="0" t="0" r="r" b="b"/>
                  <a:pathLst>
                    <a:path w="57" h="76">
                      <a:moveTo>
                        <a:pt x="52" y="0"/>
                      </a:moveTo>
                      <a:lnTo>
                        <a:pt x="26" y="2"/>
                      </a:lnTo>
                      <a:lnTo>
                        <a:pt x="0" y="4"/>
                      </a:lnTo>
                      <a:lnTo>
                        <a:pt x="5" y="76"/>
                      </a:lnTo>
                      <a:lnTo>
                        <a:pt x="31" y="74"/>
                      </a:lnTo>
                      <a:lnTo>
                        <a:pt x="57" y="72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51" name=""/>
                <p:cNvSpPr/>
                <p:nvPr/>
              </p:nvSpPr>
              <p:spPr>
                <a:xfrm rot="0">
                  <a:off x="1364" y="3109"/>
                  <a:ext cx="19" cy="25"/>
                </a:xfrm>
                <a:custGeom>
                  <a:avLst/>
                  <a:ahLst/>
                  <a:rect l="0" t="0" r="r" b="b"/>
                  <a:pathLst>
                    <a:path w="57" h="76">
                      <a:moveTo>
                        <a:pt x="52" y="0"/>
                      </a:moveTo>
                      <a:lnTo>
                        <a:pt x="26" y="2"/>
                      </a:lnTo>
                      <a:lnTo>
                        <a:pt x="0" y="4"/>
                      </a:lnTo>
                      <a:lnTo>
                        <a:pt x="5" y="76"/>
                      </a:lnTo>
                      <a:lnTo>
                        <a:pt x="31" y="74"/>
                      </a:lnTo>
                      <a:lnTo>
                        <a:pt x="57" y="72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52" name=""/>
                <p:cNvSpPr/>
                <p:nvPr/>
              </p:nvSpPr>
              <p:spPr>
                <a:xfrm rot="0">
                  <a:off x="1366" y="3134"/>
                  <a:ext cx="8" cy="1"/>
                </a:xfrm>
                <a:custGeom>
                  <a:avLst/>
                  <a:ahLst/>
                  <a:rect l="0" t="0" r="r" b="b"/>
                  <a:pathLst>
                    <a:path w="26" h="3">
                      <a:moveTo>
                        <a:pt x="26" y="0"/>
                      </a:move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53" name=""/>
                <p:cNvSpPr/>
                <p:nvPr/>
              </p:nvSpPr>
              <p:spPr>
                <a:xfrm rot="0">
                  <a:off x="1366" y="313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54" name=""/>
                <p:cNvSpPr/>
                <p:nvPr/>
              </p:nvSpPr>
              <p:spPr>
                <a:xfrm rot="0">
                  <a:off x="1366" y="3133"/>
                  <a:ext cx="20" cy="25"/>
                </a:xfrm>
                <a:custGeom>
                  <a:avLst/>
                  <a:ahLst/>
                  <a:rect l="0" t="0" r="r" b="b"/>
                  <a:pathLst>
                    <a:path w="60" h="77">
                      <a:moveTo>
                        <a:pt x="52" y="0"/>
                      </a:moveTo>
                      <a:lnTo>
                        <a:pt x="26" y="3"/>
                      </a:lnTo>
                      <a:lnTo>
                        <a:pt x="0" y="6"/>
                      </a:lnTo>
                      <a:lnTo>
                        <a:pt x="8" y="77"/>
                      </a:lnTo>
                      <a:lnTo>
                        <a:pt x="34" y="74"/>
                      </a:lnTo>
                      <a:lnTo>
                        <a:pt x="60" y="71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55" name=""/>
                <p:cNvSpPr/>
                <p:nvPr/>
              </p:nvSpPr>
              <p:spPr>
                <a:xfrm rot="0">
                  <a:off x="1366" y="3133"/>
                  <a:ext cx="20" cy="25"/>
                </a:xfrm>
                <a:custGeom>
                  <a:avLst/>
                  <a:ahLst/>
                  <a:rect l="0" t="0" r="r" b="b"/>
                  <a:pathLst>
                    <a:path w="60" h="77">
                      <a:moveTo>
                        <a:pt x="52" y="0"/>
                      </a:moveTo>
                      <a:lnTo>
                        <a:pt x="26" y="3"/>
                      </a:lnTo>
                      <a:lnTo>
                        <a:pt x="0" y="6"/>
                      </a:lnTo>
                      <a:lnTo>
                        <a:pt x="8" y="77"/>
                      </a:lnTo>
                      <a:lnTo>
                        <a:pt x="34" y="74"/>
                      </a:lnTo>
                      <a:lnTo>
                        <a:pt x="60" y="71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56" name=""/>
                <p:cNvSpPr/>
                <p:nvPr/>
              </p:nvSpPr>
              <p:spPr>
                <a:xfrm rot="0">
                  <a:off x="1368" y="3157"/>
                  <a:ext cx="9" cy="2"/>
                </a:xfrm>
                <a:custGeom>
                  <a:avLst/>
                  <a:ahLst/>
                  <a:rect l="0" t="0" r="r" b="b"/>
                  <a:pathLst>
                    <a:path w="26" h="4">
                      <a:moveTo>
                        <a:pt x="26" y="0"/>
                      </a:move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57" name=""/>
                <p:cNvSpPr/>
                <p:nvPr/>
              </p:nvSpPr>
              <p:spPr>
                <a:xfrm rot="0">
                  <a:off x="1368" y="315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58" name=""/>
                <p:cNvSpPr/>
                <p:nvPr/>
              </p:nvSpPr>
              <p:spPr>
                <a:xfrm rot="0">
                  <a:off x="1368" y="3156"/>
                  <a:ext cx="21" cy="26"/>
                </a:xfrm>
                <a:custGeom>
                  <a:avLst/>
                  <a:ahLst/>
                  <a:rect l="0" t="0" r="r" b="b"/>
                  <a:pathLst>
                    <a:path w="63" h="78">
                      <a:moveTo>
                        <a:pt x="52" y="0"/>
                      </a:moveTo>
                      <a:lnTo>
                        <a:pt x="26" y="4"/>
                      </a:lnTo>
                      <a:lnTo>
                        <a:pt x="0" y="8"/>
                      </a:lnTo>
                      <a:lnTo>
                        <a:pt x="11" y="78"/>
                      </a:lnTo>
                      <a:lnTo>
                        <a:pt x="37" y="74"/>
                      </a:lnTo>
                      <a:lnTo>
                        <a:pt x="63" y="70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59" name=""/>
                <p:cNvSpPr/>
                <p:nvPr/>
              </p:nvSpPr>
              <p:spPr>
                <a:xfrm rot="0">
                  <a:off x="1368" y="3156"/>
                  <a:ext cx="21" cy="26"/>
                </a:xfrm>
                <a:custGeom>
                  <a:avLst/>
                  <a:ahLst/>
                  <a:rect l="0" t="0" r="r" b="b"/>
                  <a:pathLst>
                    <a:path w="63" h="78">
                      <a:moveTo>
                        <a:pt x="52" y="0"/>
                      </a:moveTo>
                      <a:lnTo>
                        <a:pt x="26" y="4"/>
                      </a:lnTo>
                      <a:lnTo>
                        <a:pt x="0" y="8"/>
                      </a:lnTo>
                      <a:lnTo>
                        <a:pt x="11" y="78"/>
                      </a:lnTo>
                      <a:lnTo>
                        <a:pt x="37" y="74"/>
                      </a:lnTo>
                      <a:lnTo>
                        <a:pt x="63" y="70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60" name=""/>
                <p:cNvSpPr/>
                <p:nvPr/>
              </p:nvSpPr>
              <p:spPr>
                <a:xfrm rot="0">
                  <a:off x="1372" y="3181"/>
                  <a:ext cx="9" cy="1"/>
                </a:xfrm>
                <a:custGeom>
                  <a:avLst/>
                  <a:ahLst/>
                  <a:rect l="0" t="0" r="r" b="b"/>
                  <a:pathLst>
                    <a:path w="26" h="5">
                      <a:moveTo>
                        <a:pt x="26" y="0"/>
                      </a:move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61" name=""/>
                <p:cNvSpPr/>
                <p:nvPr/>
              </p:nvSpPr>
              <p:spPr>
                <a:xfrm rot="0">
                  <a:off x="1372" y="31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62" name=""/>
                <p:cNvSpPr/>
                <p:nvPr/>
              </p:nvSpPr>
              <p:spPr>
                <a:xfrm rot="0">
                  <a:off x="1372" y="3179"/>
                  <a:ext cx="22" cy="27"/>
                </a:xfrm>
                <a:custGeom>
                  <a:avLst/>
                  <a:ahLst/>
                  <a:rect l="0" t="0" r="r" b="b"/>
                  <a:pathLst>
                    <a:path w="66" h="80">
                      <a:moveTo>
                        <a:pt x="52" y="0"/>
                      </a:moveTo>
                      <a:lnTo>
                        <a:pt x="26" y="5"/>
                      </a:lnTo>
                      <a:lnTo>
                        <a:pt x="0" y="10"/>
                      </a:lnTo>
                      <a:lnTo>
                        <a:pt x="14" y="80"/>
                      </a:lnTo>
                      <a:lnTo>
                        <a:pt x="40" y="75"/>
                      </a:lnTo>
                      <a:lnTo>
                        <a:pt x="66" y="70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63" name=""/>
                <p:cNvSpPr/>
                <p:nvPr/>
              </p:nvSpPr>
              <p:spPr>
                <a:xfrm rot="0">
                  <a:off x="1372" y="3179"/>
                  <a:ext cx="22" cy="27"/>
                </a:xfrm>
                <a:custGeom>
                  <a:avLst/>
                  <a:ahLst/>
                  <a:rect l="0" t="0" r="r" b="b"/>
                  <a:pathLst>
                    <a:path w="66" h="80">
                      <a:moveTo>
                        <a:pt x="52" y="0"/>
                      </a:moveTo>
                      <a:lnTo>
                        <a:pt x="26" y="5"/>
                      </a:lnTo>
                      <a:lnTo>
                        <a:pt x="0" y="10"/>
                      </a:lnTo>
                      <a:lnTo>
                        <a:pt x="14" y="80"/>
                      </a:lnTo>
                      <a:lnTo>
                        <a:pt x="40" y="75"/>
                      </a:lnTo>
                      <a:lnTo>
                        <a:pt x="66" y="70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64" name=""/>
                <p:cNvSpPr/>
                <p:nvPr/>
              </p:nvSpPr>
              <p:spPr>
                <a:xfrm rot="0">
                  <a:off x="1377" y="3204"/>
                  <a:ext cx="8" cy="2"/>
                </a:xfrm>
                <a:custGeom>
                  <a:avLst/>
                  <a:ahLst/>
                  <a:rect l="0" t="0" r="r" b="b"/>
                  <a:pathLst>
                    <a:path w="26" h="6">
                      <a:moveTo>
                        <a:pt x="26" y="0"/>
                      </a:move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65" name=""/>
                <p:cNvSpPr/>
                <p:nvPr/>
              </p:nvSpPr>
              <p:spPr>
                <a:xfrm rot="0">
                  <a:off x="1377" y="320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66" name=""/>
                <p:cNvSpPr/>
                <p:nvPr/>
              </p:nvSpPr>
              <p:spPr>
                <a:xfrm rot="0">
                  <a:off x="1377" y="3202"/>
                  <a:ext cx="23" cy="27"/>
                </a:xfrm>
                <a:custGeom>
                  <a:avLst/>
                  <a:ahLst/>
                  <a:rect l="0" t="0" r="r" b="b"/>
                  <a:pathLst>
                    <a:path w="70" h="82">
                      <a:moveTo>
                        <a:pt x="52" y="0"/>
                      </a:moveTo>
                      <a:lnTo>
                        <a:pt x="26" y="6"/>
                      </a:lnTo>
                      <a:lnTo>
                        <a:pt x="0" y="12"/>
                      </a:lnTo>
                      <a:lnTo>
                        <a:pt x="18" y="82"/>
                      </a:lnTo>
                      <a:lnTo>
                        <a:pt x="44" y="76"/>
                      </a:lnTo>
                      <a:lnTo>
                        <a:pt x="70" y="70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67" name=""/>
                <p:cNvSpPr/>
                <p:nvPr/>
              </p:nvSpPr>
              <p:spPr>
                <a:xfrm rot="0">
                  <a:off x="1377" y="3202"/>
                  <a:ext cx="23" cy="27"/>
                </a:xfrm>
                <a:custGeom>
                  <a:avLst/>
                  <a:ahLst/>
                  <a:rect l="0" t="0" r="r" b="b"/>
                  <a:pathLst>
                    <a:path w="70" h="82">
                      <a:moveTo>
                        <a:pt x="52" y="0"/>
                      </a:moveTo>
                      <a:lnTo>
                        <a:pt x="26" y="6"/>
                      </a:lnTo>
                      <a:lnTo>
                        <a:pt x="0" y="12"/>
                      </a:lnTo>
                      <a:lnTo>
                        <a:pt x="18" y="82"/>
                      </a:lnTo>
                      <a:lnTo>
                        <a:pt x="44" y="76"/>
                      </a:lnTo>
                      <a:lnTo>
                        <a:pt x="70" y="70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68" name=""/>
                <p:cNvSpPr/>
                <p:nvPr/>
              </p:nvSpPr>
              <p:spPr>
                <a:xfrm rot="0">
                  <a:off x="1383" y="3227"/>
                  <a:ext cx="8" cy="3"/>
                </a:xfrm>
                <a:custGeom>
                  <a:avLst/>
                  <a:ahLst/>
                  <a:rect l="0" t="0" r="r" b="b"/>
                  <a:pathLst>
                    <a:path w="26" h="7">
                      <a:moveTo>
                        <a:pt x="26" y="0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69" name=""/>
                <p:cNvSpPr/>
                <p:nvPr/>
              </p:nvSpPr>
              <p:spPr>
                <a:xfrm rot="0">
                  <a:off x="1383" y="32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70" name=""/>
                <p:cNvSpPr/>
                <p:nvPr/>
              </p:nvSpPr>
              <p:spPr>
                <a:xfrm rot="0">
                  <a:off x="1383" y="3225"/>
                  <a:ext cx="24" cy="27"/>
                </a:xfrm>
                <a:custGeom>
                  <a:avLst/>
                  <a:ahLst/>
                  <a:rect l="0" t="0" r="r" b="b"/>
                  <a:pathLst>
                    <a:path w="71" h="82">
                      <a:moveTo>
                        <a:pt x="50" y="0"/>
                      </a:moveTo>
                      <a:lnTo>
                        <a:pt x="25" y="7"/>
                      </a:lnTo>
                      <a:lnTo>
                        <a:pt x="0" y="14"/>
                      </a:lnTo>
                      <a:lnTo>
                        <a:pt x="21" y="82"/>
                      </a:lnTo>
                      <a:lnTo>
                        <a:pt x="46" y="75"/>
                      </a:lnTo>
                      <a:lnTo>
                        <a:pt x="71" y="67"/>
                      </a:lnTo>
                      <a:lnTo>
                        <a:pt x="5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71" name=""/>
                <p:cNvSpPr/>
                <p:nvPr/>
              </p:nvSpPr>
              <p:spPr>
                <a:xfrm rot="0">
                  <a:off x="1383" y="3225"/>
                  <a:ext cx="24" cy="27"/>
                </a:xfrm>
                <a:custGeom>
                  <a:avLst/>
                  <a:ahLst/>
                  <a:rect l="0" t="0" r="r" b="b"/>
                  <a:pathLst>
                    <a:path w="71" h="82">
                      <a:moveTo>
                        <a:pt x="50" y="0"/>
                      </a:moveTo>
                      <a:lnTo>
                        <a:pt x="25" y="7"/>
                      </a:lnTo>
                      <a:lnTo>
                        <a:pt x="0" y="14"/>
                      </a:lnTo>
                      <a:lnTo>
                        <a:pt x="21" y="82"/>
                      </a:lnTo>
                      <a:lnTo>
                        <a:pt x="46" y="75"/>
                      </a:lnTo>
                      <a:lnTo>
                        <a:pt x="71" y="67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72" name=""/>
                <p:cNvSpPr/>
                <p:nvPr/>
              </p:nvSpPr>
              <p:spPr>
                <a:xfrm rot="0">
                  <a:off x="1390" y="3250"/>
                  <a:ext cx="8" cy="3"/>
                </a:xfrm>
                <a:custGeom>
                  <a:avLst/>
                  <a:ahLst/>
                  <a:rect l="0" t="0" r="r" b="b"/>
                  <a:pathLst>
                    <a:path w="25" h="8">
                      <a:moveTo>
                        <a:pt x="25" y="0"/>
                      </a:move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73" name=""/>
                <p:cNvSpPr/>
                <p:nvPr/>
              </p:nvSpPr>
              <p:spPr>
                <a:xfrm rot="0">
                  <a:off x="1390" y="325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74" name=""/>
                <p:cNvSpPr/>
                <p:nvPr/>
              </p:nvSpPr>
              <p:spPr>
                <a:xfrm rot="0">
                  <a:off x="1390" y="3247"/>
                  <a:ext cx="24" cy="28"/>
                </a:xfrm>
                <a:custGeom>
                  <a:avLst/>
                  <a:ahLst/>
                  <a:rect l="0" t="0" r="r" b="b"/>
                  <a:pathLst>
                    <a:path w="73" h="85">
                      <a:moveTo>
                        <a:pt x="50" y="0"/>
                      </a:moveTo>
                      <a:lnTo>
                        <a:pt x="25" y="9"/>
                      </a:lnTo>
                      <a:lnTo>
                        <a:pt x="0" y="17"/>
                      </a:lnTo>
                      <a:lnTo>
                        <a:pt x="23" y="85"/>
                      </a:lnTo>
                      <a:lnTo>
                        <a:pt x="48" y="76"/>
                      </a:lnTo>
                      <a:lnTo>
                        <a:pt x="73" y="68"/>
                      </a:lnTo>
                      <a:lnTo>
                        <a:pt x="5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75" name=""/>
                <p:cNvSpPr/>
                <p:nvPr/>
              </p:nvSpPr>
              <p:spPr>
                <a:xfrm rot="0">
                  <a:off x="1390" y="3247"/>
                  <a:ext cx="24" cy="28"/>
                </a:xfrm>
                <a:custGeom>
                  <a:avLst/>
                  <a:ahLst/>
                  <a:rect l="0" t="0" r="r" b="b"/>
                  <a:pathLst>
                    <a:path w="73" h="85">
                      <a:moveTo>
                        <a:pt x="50" y="0"/>
                      </a:moveTo>
                      <a:lnTo>
                        <a:pt x="25" y="9"/>
                      </a:lnTo>
                      <a:lnTo>
                        <a:pt x="0" y="17"/>
                      </a:lnTo>
                      <a:lnTo>
                        <a:pt x="23" y="85"/>
                      </a:lnTo>
                      <a:lnTo>
                        <a:pt x="48" y="76"/>
                      </a:lnTo>
                      <a:lnTo>
                        <a:pt x="73" y="68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76" name=""/>
                <p:cNvSpPr/>
                <p:nvPr/>
              </p:nvSpPr>
              <p:spPr>
                <a:xfrm rot="0">
                  <a:off x="1398" y="3272"/>
                  <a:ext cx="8" cy="4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25" y="0"/>
                      </a:move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77" name=""/>
                <p:cNvSpPr/>
                <p:nvPr/>
              </p:nvSpPr>
              <p:spPr>
                <a:xfrm rot="0">
                  <a:off x="1398" y="327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78" name=""/>
                <p:cNvSpPr/>
                <p:nvPr/>
              </p:nvSpPr>
              <p:spPr>
                <a:xfrm rot="0">
                  <a:off x="1398" y="3269"/>
                  <a:ext cx="25" cy="29"/>
                </a:xfrm>
                <a:custGeom>
                  <a:avLst/>
                  <a:ahLst/>
                  <a:rect l="0" t="0" r="r" b="b"/>
                  <a:pathLst>
                    <a:path w="77" h="88">
                      <a:moveTo>
                        <a:pt x="50" y="0"/>
                      </a:moveTo>
                      <a:lnTo>
                        <a:pt x="25" y="10"/>
                      </a:lnTo>
                      <a:lnTo>
                        <a:pt x="0" y="21"/>
                      </a:lnTo>
                      <a:lnTo>
                        <a:pt x="27" y="88"/>
                      </a:lnTo>
                      <a:lnTo>
                        <a:pt x="52" y="77"/>
                      </a:lnTo>
                      <a:lnTo>
                        <a:pt x="77" y="67"/>
                      </a:lnTo>
                      <a:lnTo>
                        <a:pt x="5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79" name=""/>
                <p:cNvSpPr/>
                <p:nvPr/>
              </p:nvSpPr>
              <p:spPr>
                <a:xfrm rot="0">
                  <a:off x="1398" y="3269"/>
                  <a:ext cx="25" cy="29"/>
                </a:xfrm>
                <a:custGeom>
                  <a:avLst/>
                  <a:ahLst/>
                  <a:rect l="0" t="0" r="r" b="b"/>
                  <a:pathLst>
                    <a:path w="77" h="88">
                      <a:moveTo>
                        <a:pt x="50" y="0"/>
                      </a:moveTo>
                      <a:lnTo>
                        <a:pt x="25" y="10"/>
                      </a:lnTo>
                      <a:lnTo>
                        <a:pt x="0" y="21"/>
                      </a:lnTo>
                      <a:lnTo>
                        <a:pt x="27" y="88"/>
                      </a:lnTo>
                      <a:lnTo>
                        <a:pt x="52" y="77"/>
                      </a:lnTo>
                      <a:lnTo>
                        <a:pt x="77" y="67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80" name=""/>
                <p:cNvSpPr/>
                <p:nvPr/>
              </p:nvSpPr>
              <p:spPr>
                <a:xfrm rot="0">
                  <a:off x="1407" y="3295"/>
                  <a:ext cx="8" cy="3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25" y="0"/>
                      </a:moveTo>
                      <a:lnTo>
                        <a:pt x="0" y="11"/>
                      </a:lnTo>
                      <a:lnTo>
                        <a:pt x="1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81" name=""/>
                <p:cNvSpPr/>
                <p:nvPr/>
              </p:nvSpPr>
              <p:spPr>
                <a:xfrm rot="0">
                  <a:off x="1407" y="329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82" name=""/>
                <p:cNvSpPr/>
                <p:nvPr/>
              </p:nvSpPr>
              <p:spPr>
                <a:xfrm rot="0">
                  <a:off x="1407" y="3291"/>
                  <a:ext cx="26" cy="29"/>
                </a:xfrm>
                <a:custGeom>
                  <a:avLst/>
                  <a:ahLst/>
                  <a:rect l="0" t="0" r="r" b="b"/>
                  <a:pathLst>
                    <a:path w="77" h="85">
                      <a:moveTo>
                        <a:pt x="48" y="0"/>
                      </a:moveTo>
                      <a:lnTo>
                        <a:pt x="24" y="10"/>
                      </a:lnTo>
                      <a:lnTo>
                        <a:pt x="0" y="21"/>
                      </a:lnTo>
                      <a:lnTo>
                        <a:pt x="29" y="85"/>
                      </a:lnTo>
                      <a:lnTo>
                        <a:pt x="53" y="75"/>
                      </a:lnTo>
                      <a:lnTo>
                        <a:pt x="77" y="64"/>
                      </a:lnTo>
                      <a:lnTo>
                        <a:pt x="4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83" name=""/>
                <p:cNvSpPr/>
                <p:nvPr/>
              </p:nvSpPr>
              <p:spPr>
                <a:xfrm rot="0">
                  <a:off x="1407" y="3291"/>
                  <a:ext cx="26" cy="29"/>
                </a:xfrm>
                <a:custGeom>
                  <a:avLst/>
                  <a:ahLst/>
                  <a:rect l="0" t="0" r="r" b="b"/>
                  <a:pathLst>
                    <a:path w="77" h="85">
                      <a:moveTo>
                        <a:pt x="48" y="0"/>
                      </a:moveTo>
                      <a:lnTo>
                        <a:pt x="24" y="10"/>
                      </a:lnTo>
                      <a:lnTo>
                        <a:pt x="0" y="21"/>
                      </a:lnTo>
                      <a:lnTo>
                        <a:pt x="29" y="85"/>
                      </a:lnTo>
                      <a:lnTo>
                        <a:pt x="53" y="75"/>
                      </a:lnTo>
                      <a:lnTo>
                        <a:pt x="77" y="64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84" name=""/>
                <p:cNvSpPr/>
                <p:nvPr/>
              </p:nvSpPr>
              <p:spPr>
                <a:xfrm rot="0">
                  <a:off x="1417" y="3316"/>
                  <a:ext cx="8" cy="4"/>
                </a:xfrm>
                <a:custGeom>
                  <a:avLst/>
                  <a:ahLst/>
                  <a:rect l="0" t="0" r="r" b="b"/>
                  <a:pathLst>
                    <a:path w="24" h="12">
                      <a:moveTo>
                        <a:pt x="24" y="0"/>
                      </a:move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2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85" name=""/>
                <p:cNvSpPr/>
                <p:nvPr/>
              </p:nvSpPr>
              <p:spPr>
                <a:xfrm rot="0">
                  <a:off x="1417" y="332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86" name=""/>
                <p:cNvSpPr/>
                <p:nvPr/>
              </p:nvSpPr>
              <p:spPr>
                <a:xfrm rot="0">
                  <a:off x="1417" y="3312"/>
                  <a:ext cx="26" cy="30"/>
                </a:xfrm>
                <a:custGeom>
                  <a:avLst/>
                  <a:ahLst/>
                  <a:rect l="0" t="0" r="r" b="b"/>
                  <a:pathLst>
                    <a:path w="80" h="89">
                      <a:moveTo>
                        <a:pt x="48" y="0"/>
                      </a:moveTo>
                      <a:lnTo>
                        <a:pt x="24" y="13"/>
                      </a:lnTo>
                      <a:lnTo>
                        <a:pt x="0" y="25"/>
                      </a:lnTo>
                      <a:lnTo>
                        <a:pt x="33" y="89"/>
                      </a:lnTo>
                      <a:lnTo>
                        <a:pt x="57" y="76"/>
                      </a:lnTo>
                      <a:lnTo>
                        <a:pt x="80" y="64"/>
                      </a:lnTo>
                      <a:lnTo>
                        <a:pt x="4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87" name=""/>
                <p:cNvSpPr/>
                <p:nvPr/>
              </p:nvSpPr>
              <p:spPr>
                <a:xfrm rot="0">
                  <a:off x="1417" y="3312"/>
                  <a:ext cx="26" cy="30"/>
                </a:xfrm>
                <a:custGeom>
                  <a:avLst/>
                  <a:ahLst/>
                  <a:rect l="0" t="0" r="r" b="b"/>
                  <a:pathLst>
                    <a:path w="80" h="89">
                      <a:moveTo>
                        <a:pt x="48" y="0"/>
                      </a:moveTo>
                      <a:lnTo>
                        <a:pt x="24" y="13"/>
                      </a:lnTo>
                      <a:lnTo>
                        <a:pt x="0" y="25"/>
                      </a:lnTo>
                      <a:lnTo>
                        <a:pt x="33" y="89"/>
                      </a:lnTo>
                      <a:lnTo>
                        <a:pt x="57" y="76"/>
                      </a:lnTo>
                      <a:lnTo>
                        <a:pt x="80" y="64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88" name=""/>
                <p:cNvSpPr/>
                <p:nvPr/>
              </p:nvSpPr>
              <p:spPr>
                <a:xfrm rot="0">
                  <a:off x="1428" y="3337"/>
                  <a:ext cx="8" cy="5"/>
                </a:xfrm>
                <a:custGeom>
                  <a:avLst/>
                  <a:ahLst/>
                  <a:rect l="0" t="0" r="r" b="b"/>
                  <a:pathLst>
                    <a:path w="24" h="14">
                      <a:moveTo>
                        <a:pt x="24" y="0"/>
                      </a:moveTo>
                      <a:lnTo>
                        <a:pt x="0" y="13"/>
                      </a:lnTo>
                      <a:lnTo>
                        <a:pt x="1" y="14"/>
                      </a:lnTo>
                      <a:lnTo>
                        <a:pt x="2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89" name=""/>
                <p:cNvSpPr/>
                <p:nvPr/>
              </p:nvSpPr>
              <p:spPr>
                <a:xfrm rot="0">
                  <a:off x="1428" y="334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90" name=""/>
                <p:cNvSpPr/>
                <p:nvPr/>
              </p:nvSpPr>
              <p:spPr>
                <a:xfrm rot="0">
                  <a:off x="1428" y="3333"/>
                  <a:ext cx="27" cy="30"/>
                </a:xfrm>
                <a:custGeom>
                  <a:avLst/>
                  <a:ahLst/>
                  <a:rect l="0" t="0" r="r" b="b"/>
                  <a:pathLst>
                    <a:path w="81" h="90">
                      <a:moveTo>
                        <a:pt x="45" y="0"/>
                      </a:moveTo>
                      <a:lnTo>
                        <a:pt x="23" y="13"/>
                      </a:lnTo>
                      <a:lnTo>
                        <a:pt x="0" y="27"/>
                      </a:lnTo>
                      <a:lnTo>
                        <a:pt x="35" y="90"/>
                      </a:lnTo>
                      <a:lnTo>
                        <a:pt x="58" y="76"/>
                      </a:lnTo>
                      <a:lnTo>
                        <a:pt x="81" y="62"/>
                      </a:lnTo>
                      <a:lnTo>
                        <a:pt x="4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91" name=""/>
                <p:cNvSpPr/>
                <p:nvPr/>
              </p:nvSpPr>
              <p:spPr>
                <a:xfrm rot="0">
                  <a:off x="1428" y="3333"/>
                  <a:ext cx="27" cy="30"/>
                </a:xfrm>
                <a:custGeom>
                  <a:avLst/>
                  <a:ahLst/>
                  <a:rect l="0" t="0" r="r" b="b"/>
                  <a:pathLst>
                    <a:path w="81" h="90">
                      <a:moveTo>
                        <a:pt x="45" y="0"/>
                      </a:moveTo>
                      <a:lnTo>
                        <a:pt x="23" y="13"/>
                      </a:lnTo>
                      <a:lnTo>
                        <a:pt x="0" y="27"/>
                      </a:lnTo>
                      <a:lnTo>
                        <a:pt x="35" y="90"/>
                      </a:lnTo>
                      <a:lnTo>
                        <a:pt x="58" y="76"/>
                      </a:lnTo>
                      <a:lnTo>
                        <a:pt x="81" y="62"/>
                      </a:lnTo>
                      <a:lnTo>
                        <a:pt x="4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92" name=""/>
                <p:cNvSpPr/>
                <p:nvPr/>
              </p:nvSpPr>
              <p:spPr>
                <a:xfrm rot="0">
                  <a:off x="1440" y="3358"/>
                  <a:ext cx="7" cy="5"/>
                </a:xfrm>
                <a:custGeom>
                  <a:avLst/>
                  <a:ahLst/>
                  <a:rect l="0" t="0" r="r" b="b"/>
                  <a:pathLst>
                    <a:path w="23" h="14">
                      <a:moveTo>
                        <a:pt x="23" y="0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2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93" name=""/>
                <p:cNvSpPr/>
                <p:nvPr/>
              </p:nvSpPr>
              <p:spPr>
                <a:xfrm rot="0">
                  <a:off x="1440" y="336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94" name=""/>
                <p:cNvSpPr/>
                <p:nvPr/>
              </p:nvSpPr>
              <p:spPr>
                <a:xfrm rot="0">
                  <a:off x="1440" y="3354"/>
                  <a:ext cx="27" cy="29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46" y="0"/>
                      </a:moveTo>
                      <a:lnTo>
                        <a:pt x="23" y="14"/>
                      </a:lnTo>
                      <a:lnTo>
                        <a:pt x="0" y="28"/>
                      </a:lnTo>
                      <a:lnTo>
                        <a:pt x="38" y="88"/>
                      </a:lnTo>
                      <a:lnTo>
                        <a:pt x="60" y="74"/>
                      </a:lnTo>
                      <a:lnTo>
                        <a:pt x="83" y="61"/>
                      </a:lnTo>
                      <a:lnTo>
                        <a:pt x="4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95" name=""/>
                <p:cNvSpPr/>
                <p:nvPr/>
              </p:nvSpPr>
              <p:spPr>
                <a:xfrm rot="0">
                  <a:off x="1440" y="3354"/>
                  <a:ext cx="27" cy="29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46" y="0"/>
                      </a:moveTo>
                      <a:lnTo>
                        <a:pt x="23" y="14"/>
                      </a:lnTo>
                      <a:lnTo>
                        <a:pt x="0" y="28"/>
                      </a:lnTo>
                      <a:lnTo>
                        <a:pt x="38" y="88"/>
                      </a:lnTo>
                      <a:lnTo>
                        <a:pt x="60" y="74"/>
                      </a:lnTo>
                      <a:lnTo>
                        <a:pt x="83" y="61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96" name=""/>
                <p:cNvSpPr/>
                <p:nvPr/>
              </p:nvSpPr>
              <p:spPr>
                <a:xfrm rot="0">
                  <a:off x="1452" y="3378"/>
                  <a:ext cx="8" cy="6"/>
                </a:xfrm>
                <a:custGeom>
                  <a:avLst/>
                  <a:ahLst/>
                  <a:rect l="0" t="0" r="r" b="b"/>
                  <a:pathLst>
                    <a:path w="22" h="16">
                      <a:moveTo>
                        <a:pt x="22" y="0"/>
                      </a:moveTo>
                      <a:lnTo>
                        <a:pt x="0" y="14"/>
                      </a:lnTo>
                      <a:lnTo>
                        <a:pt x="1" y="16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97" name=""/>
                <p:cNvSpPr/>
                <p:nvPr/>
              </p:nvSpPr>
              <p:spPr>
                <a:xfrm rot="0">
                  <a:off x="1452" y="338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098" name=""/>
                <p:cNvSpPr/>
                <p:nvPr/>
              </p:nvSpPr>
              <p:spPr>
                <a:xfrm rot="0">
                  <a:off x="1453" y="3373"/>
                  <a:ext cx="28" cy="30"/>
                </a:xfrm>
                <a:custGeom>
                  <a:avLst/>
                  <a:ahLst/>
                  <a:rect l="0" t="0" r="r" b="b"/>
                  <a:pathLst>
                    <a:path w="84" h="89">
                      <a:moveTo>
                        <a:pt x="43" y="0"/>
                      </a:moveTo>
                      <a:lnTo>
                        <a:pt x="21" y="15"/>
                      </a:lnTo>
                      <a:lnTo>
                        <a:pt x="0" y="31"/>
                      </a:lnTo>
                      <a:lnTo>
                        <a:pt x="40" y="89"/>
                      </a:lnTo>
                      <a:lnTo>
                        <a:pt x="62" y="74"/>
                      </a:lnTo>
                      <a:lnTo>
                        <a:pt x="84" y="58"/>
                      </a:lnTo>
                      <a:lnTo>
                        <a:pt x="4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099" name=""/>
                <p:cNvSpPr/>
                <p:nvPr/>
              </p:nvSpPr>
              <p:spPr>
                <a:xfrm rot="0">
                  <a:off x="1453" y="3373"/>
                  <a:ext cx="28" cy="30"/>
                </a:xfrm>
                <a:custGeom>
                  <a:avLst/>
                  <a:ahLst/>
                  <a:rect l="0" t="0" r="r" b="b"/>
                  <a:pathLst>
                    <a:path w="84" h="89">
                      <a:moveTo>
                        <a:pt x="43" y="0"/>
                      </a:moveTo>
                      <a:lnTo>
                        <a:pt x="21" y="15"/>
                      </a:lnTo>
                      <a:lnTo>
                        <a:pt x="0" y="31"/>
                      </a:lnTo>
                      <a:lnTo>
                        <a:pt x="40" y="89"/>
                      </a:lnTo>
                      <a:lnTo>
                        <a:pt x="62" y="74"/>
                      </a:lnTo>
                      <a:lnTo>
                        <a:pt x="84" y="58"/>
                      </a:lnTo>
                      <a:lnTo>
                        <a:pt x="4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00" name=""/>
                <p:cNvSpPr/>
                <p:nvPr/>
              </p:nvSpPr>
              <p:spPr>
                <a:xfrm rot="0">
                  <a:off x="1466" y="3398"/>
                  <a:ext cx="7" cy="5"/>
                </a:xfrm>
                <a:custGeom>
                  <a:avLst/>
                  <a:ahLst/>
                  <a:rect l="0" t="0" r="r" b="b"/>
                  <a:pathLst>
                    <a:path w="22" h="15">
                      <a:moveTo>
                        <a:pt x="22" y="0"/>
                      </a:moveTo>
                      <a:lnTo>
                        <a:pt x="0" y="15"/>
                      </a:lnTo>
                      <a:lnTo>
                        <a:pt x="1" y="1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01" name=""/>
                <p:cNvSpPr/>
                <p:nvPr/>
              </p:nvSpPr>
              <p:spPr>
                <a:xfrm rot="0">
                  <a:off x="1466" y="340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02" name=""/>
                <p:cNvSpPr/>
                <p:nvPr/>
              </p:nvSpPr>
              <p:spPr>
                <a:xfrm rot="0">
                  <a:off x="1466" y="3393"/>
                  <a:ext cx="29" cy="29"/>
                </a:xfrm>
                <a:custGeom>
                  <a:avLst/>
                  <a:ahLst/>
                  <a:rect l="0" t="0" r="r" b="b"/>
                  <a:pathLst>
                    <a:path w="85" h="88">
                      <a:moveTo>
                        <a:pt x="42" y="0"/>
                      </a:moveTo>
                      <a:lnTo>
                        <a:pt x="21" y="16"/>
                      </a:lnTo>
                      <a:lnTo>
                        <a:pt x="0" y="31"/>
                      </a:lnTo>
                      <a:lnTo>
                        <a:pt x="43" y="88"/>
                      </a:lnTo>
                      <a:lnTo>
                        <a:pt x="64" y="72"/>
                      </a:lnTo>
                      <a:lnTo>
                        <a:pt x="85" y="57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03" name=""/>
                <p:cNvSpPr/>
                <p:nvPr/>
              </p:nvSpPr>
              <p:spPr>
                <a:xfrm rot="0">
                  <a:off x="1466" y="3393"/>
                  <a:ext cx="29" cy="29"/>
                </a:xfrm>
                <a:custGeom>
                  <a:avLst/>
                  <a:ahLst/>
                  <a:rect l="0" t="0" r="r" b="b"/>
                  <a:pathLst>
                    <a:path w="85" h="88">
                      <a:moveTo>
                        <a:pt x="42" y="0"/>
                      </a:moveTo>
                      <a:lnTo>
                        <a:pt x="21" y="16"/>
                      </a:lnTo>
                      <a:lnTo>
                        <a:pt x="0" y="31"/>
                      </a:lnTo>
                      <a:lnTo>
                        <a:pt x="43" y="88"/>
                      </a:lnTo>
                      <a:lnTo>
                        <a:pt x="64" y="72"/>
                      </a:lnTo>
                      <a:lnTo>
                        <a:pt x="85" y="57"/>
                      </a:lnTo>
                      <a:lnTo>
                        <a:pt x="4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04" name=""/>
                <p:cNvSpPr/>
                <p:nvPr/>
              </p:nvSpPr>
              <p:spPr>
                <a:xfrm rot="0">
                  <a:off x="1481" y="3417"/>
                  <a:ext cx="7" cy="5"/>
                </a:xfrm>
                <a:custGeom>
                  <a:avLst/>
                  <a:ahLst/>
                  <a:rect l="0" t="0" r="r" b="b"/>
                  <a:pathLst>
                    <a:path w="21" h="17">
                      <a:moveTo>
                        <a:pt x="21" y="0"/>
                      </a:move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2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05" name=""/>
                <p:cNvSpPr/>
                <p:nvPr/>
              </p:nvSpPr>
              <p:spPr>
                <a:xfrm rot="0">
                  <a:off x="1481" y="342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06" name=""/>
                <p:cNvSpPr/>
                <p:nvPr/>
              </p:nvSpPr>
              <p:spPr>
                <a:xfrm rot="0">
                  <a:off x="1481" y="3411"/>
                  <a:ext cx="29" cy="30"/>
                </a:xfrm>
                <a:custGeom>
                  <a:avLst/>
                  <a:ahLst/>
                  <a:rect l="0" t="0" r="r" b="b"/>
                  <a:pathLst>
                    <a:path w="88" h="89">
                      <a:moveTo>
                        <a:pt x="42" y="0"/>
                      </a:moveTo>
                      <a:lnTo>
                        <a:pt x="21" y="17"/>
                      </a:lnTo>
                      <a:lnTo>
                        <a:pt x="0" y="34"/>
                      </a:lnTo>
                      <a:lnTo>
                        <a:pt x="46" y="89"/>
                      </a:lnTo>
                      <a:lnTo>
                        <a:pt x="67" y="72"/>
                      </a:lnTo>
                      <a:lnTo>
                        <a:pt x="88" y="56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07" name=""/>
                <p:cNvSpPr/>
                <p:nvPr/>
              </p:nvSpPr>
              <p:spPr>
                <a:xfrm rot="0">
                  <a:off x="1481" y="3411"/>
                  <a:ext cx="29" cy="30"/>
                </a:xfrm>
                <a:custGeom>
                  <a:avLst/>
                  <a:ahLst/>
                  <a:rect l="0" t="0" r="r" b="b"/>
                  <a:pathLst>
                    <a:path w="88" h="89">
                      <a:moveTo>
                        <a:pt x="42" y="0"/>
                      </a:moveTo>
                      <a:lnTo>
                        <a:pt x="21" y="17"/>
                      </a:lnTo>
                      <a:lnTo>
                        <a:pt x="0" y="34"/>
                      </a:lnTo>
                      <a:lnTo>
                        <a:pt x="46" y="89"/>
                      </a:lnTo>
                      <a:lnTo>
                        <a:pt x="67" y="72"/>
                      </a:lnTo>
                      <a:lnTo>
                        <a:pt x="88" y="56"/>
                      </a:lnTo>
                      <a:lnTo>
                        <a:pt x="4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08" name=""/>
                <p:cNvSpPr/>
                <p:nvPr/>
              </p:nvSpPr>
              <p:spPr>
                <a:xfrm rot="0">
                  <a:off x="1496" y="3435"/>
                  <a:ext cx="7" cy="6"/>
                </a:xfrm>
                <a:custGeom>
                  <a:avLst/>
                  <a:ahLst/>
                  <a:rect l="0" t="0" r="r" b="b"/>
                  <a:pathLst>
                    <a:path w="21" h="18">
                      <a:moveTo>
                        <a:pt x="21" y="0"/>
                      </a:moveTo>
                      <a:lnTo>
                        <a:pt x="0" y="17"/>
                      </a:lnTo>
                      <a:lnTo>
                        <a:pt x="1" y="18"/>
                      </a:lnTo>
                      <a:lnTo>
                        <a:pt x="2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09" name=""/>
                <p:cNvSpPr/>
                <p:nvPr/>
              </p:nvSpPr>
              <p:spPr>
                <a:xfrm rot="0">
                  <a:off x="1496" y="344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10" name=""/>
                <p:cNvSpPr/>
                <p:nvPr/>
              </p:nvSpPr>
              <p:spPr>
                <a:xfrm rot="0">
                  <a:off x="1496" y="3429"/>
                  <a:ext cx="30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40" y="0"/>
                      </a:moveTo>
                      <a:lnTo>
                        <a:pt x="20" y="17"/>
                      </a:lnTo>
                      <a:lnTo>
                        <a:pt x="0" y="35"/>
                      </a:lnTo>
                      <a:lnTo>
                        <a:pt x="48" y="87"/>
                      </a:lnTo>
                      <a:lnTo>
                        <a:pt x="68" y="70"/>
                      </a:lnTo>
                      <a:lnTo>
                        <a:pt x="88" y="52"/>
                      </a:lnTo>
                      <a:lnTo>
                        <a:pt x="4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11" name=""/>
                <p:cNvSpPr/>
                <p:nvPr/>
              </p:nvSpPr>
              <p:spPr>
                <a:xfrm rot="0">
                  <a:off x="1496" y="3429"/>
                  <a:ext cx="30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40" y="0"/>
                      </a:moveTo>
                      <a:lnTo>
                        <a:pt x="20" y="17"/>
                      </a:lnTo>
                      <a:lnTo>
                        <a:pt x="0" y="35"/>
                      </a:lnTo>
                      <a:lnTo>
                        <a:pt x="48" y="87"/>
                      </a:lnTo>
                      <a:lnTo>
                        <a:pt x="68" y="70"/>
                      </a:lnTo>
                      <a:lnTo>
                        <a:pt x="88" y="52"/>
                      </a:lnTo>
                      <a:lnTo>
                        <a:pt x="4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12" name=""/>
                <p:cNvSpPr/>
                <p:nvPr/>
              </p:nvSpPr>
              <p:spPr>
                <a:xfrm rot="0">
                  <a:off x="1512" y="3453"/>
                  <a:ext cx="7" cy="6"/>
                </a:xfrm>
                <a:custGeom>
                  <a:avLst/>
                  <a:ahLst/>
                  <a:rect l="0" t="0" r="r" b="b"/>
                  <a:pathLst>
                    <a:path w="20" h="18">
                      <a:moveTo>
                        <a:pt x="20" y="0"/>
                      </a:moveTo>
                      <a:lnTo>
                        <a:pt x="0" y="17"/>
                      </a:lnTo>
                      <a:lnTo>
                        <a:pt x="1" y="18"/>
                      </a:lnTo>
                      <a:lnTo>
                        <a:pt x="2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13" name=""/>
                <p:cNvSpPr/>
                <p:nvPr/>
              </p:nvSpPr>
              <p:spPr>
                <a:xfrm rot="0">
                  <a:off x="1512" y="345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14" name=""/>
                <p:cNvSpPr/>
                <p:nvPr/>
              </p:nvSpPr>
              <p:spPr>
                <a:xfrm rot="0">
                  <a:off x="1513" y="3446"/>
                  <a:ext cx="29" cy="30"/>
                </a:xfrm>
                <a:custGeom>
                  <a:avLst/>
                  <a:ahLst/>
                  <a:rect l="0" t="0" r="r" b="b"/>
                  <a:pathLst>
                    <a:path w="89" h="88">
                      <a:moveTo>
                        <a:pt x="38" y="0"/>
                      </a:moveTo>
                      <a:lnTo>
                        <a:pt x="19" y="19"/>
                      </a:lnTo>
                      <a:lnTo>
                        <a:pt x="0" y="37"/>
                      </a:lnTo>
                      <a:lnTo>
                        <a:pt x="51" y="88"/>
                      </a:lnTo>
                      <a:lnTo>
                        <a:pt x="70" y="70"/>
                      </a:lnTo>
                      <a:lnTo>
                        <a:pt x="89" y="51"/>
                      </a:lnTo>
                      <a:lnTo>
                        <a:pt x="3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15" name=""/>
                <p:cNvSpPr/>
                <p:nvPr/>
              </p:nvSpPr>
              <p:spPr>
                <a:xfrm rot="0">
                  <a:off x="1513" y="3446"/>
                  <a:ext cx="29" cy="30"/>
                </a:xfrm>
                <a:custGeom>
                  <a:avLst/>
                  <a:ahLst/>
                  <a:rect l="0" t="0" r="r" b="b"/>
                  <a:pathLst>
                    <a:path w="89" h="88">
                      <a:moveTo>
                        <a:pt x="38" y="0"/>
                      </a:moveTo>
                      <a:lnTo>
                        <a:pt x="19" y="19"/>
                      </a:lnTo>
                      <a:lnTo>
                        <a:pt x="0" y="37"/>
                      </a:lnTo>
                      <a:lnTo>
                        <a:pt x="51" y="88"/>
                      </a:lnTo>
                      <a:lnTo>
                        <a:pt x="70" y="70"/>
                      </a:lnTo>
                      <a:lnTo>
                        <a:pt x="89" y="51"/>
                      </a:lnTo>
                      <a:lnTo>
                        <a:pt x="3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16" name=""/>
                <p:cNvSpPr/>
                <p:nvPr/>
              </p:nvSpPr>
              <p:spPr>
                <a:xfrm rot="0">
                  <a:off x="1530" y="3470"/>
                  <a:ext cx="6" cy="6"/>
                </a:xfrm>
                <a:custGeom>
                  <a:avLst/>
                  <a:ahLst/>
                  <a:rect l="0" t="0" r="r" b="b"/>
                  <a:pathLst>
                    <a:path w="19" h="19">
                      <a:moveTo>
                        <a:pt x="19" y="0"/>
                      </a:move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17" name=""/>
                <p:cNvSpPr/>
                <p:nvPr/>
              </p:nvSpPr>
              <p:spPr>
                <a:xfrm rot="0">
                  <a:off x="1530" y="347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18" name=""/>
                <p:cNvSpPr/>
                <p:nvPr/>
              </p:nvSpPr>
              <p:spPr>
                <a:xfrm rot="0">
                  <a:off x="1530" y="3463"/>
                  <a:ext cx="29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36" y="0"/>
                      </a:moveTo>
                      <a:lnTo>
                        <a:pt x="18" y="20"/>
                      </a:lnTo>
                      <a:lnTo>
                        <a:pt x="0" y="39"/>
                      </a:lnTo>
                      <a:lnTo>
                        <a:pt x="52" y="87"/>
                      </a:lnTo>
                      <a:lnTo>
                        <a:pt x="70" y="68"/>
                      </a:lnTo>
                      <a:lnTo>
                        <a:pt x="88" y="48"/>
                      </a:lnTo>
                      <a:lnTo>
                        <a:pt x="3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19" name=""/>
                <p:cNvSpPr/>
                <p:nvPr/>
              </p:nvSpPr>
              <p:spPr>
                <a:xfrm rot="0">
                  <a:off x="1530" y="3463"/>
                  <a:ext cx="29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36" y="0"/>
                      </a:moveTo>
                      <a:lnTo>
                        <a:pt x="18" y="20"/>
                      </a:lnTo>
                      <a:lnTo>
                        <a:pt x="0" y="39"/>
                      </a:lnTo>
                      <a:lnTo>
                        <a:pt x="52" y="87"/>
                      </a:lnTo>
                      <a:lnTo>
                        <a:pt x="70" y="68"/>
                      </a:lnTo>
                      <a:lnTo>
                        <a:pt x="88" y="48"/>
                      </a:lnTo>
                      <a:lnTo>
                        <a:pt x="3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20" name=""/>
                <p:cNvSpPr/>
                <p:nvPr/>
              </p:nvSpPr>
              <p:spPr>
                <a:xfrm rot="0">
                  <a:off x="1547" y="3486"/>
                  <a:ext cx="6" cy="6"/>
                </a:xfrm>
                <a:custGeom>
                  <a:avLst/>
                  <a:ahLst/>
                  <a:rect l="0" t="0" r="r" b="b"/>
                  <a:pathLst>
                    <a:path w="18" h="20">
                      <a:moveTo>
                        <a:pt x="18" y="0"/>
                      </a:moveTo>
                      <a:lnTo>
                        <a:pt x="0" y="19"/>
                      </a:lnTo>
                      <a:lnTo>
                        <a:pt x="1" y="20"/>
                      </a:lnTo>
                      <a:lnTo>
                        <a:pt x="1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21" name=""/>
                <p:cNvSpPr/>
                <p:nvPr/>
              </p:nvSpPr>
              <p:spPr>
                <a:xfrm rot="0">
                  <a:off x="1547" y="349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22" name=""/>
                <p:cNvSpPr/>
                <p:nvPr/>
              </p:nvSpPr>
              <p:spPr>
                <a:xfrm rot="0">
                  <a:off x="1548" y="3479"/>
                  <a:ext cx="29" cy="29"/>
                </a:xfrm>
                <a:custGeom>
                  <a:avLst/>
                  <a:ahLst/>
                  <a:rect l="0" t="0" r="r" b="b"/>
                  <a:pathLst>
                    <a:path w="89" h="87">
                      <a:moveTo>
                        <a:pt x="34" y="0"/>
                      </a:moveTo>
                      <a:lnTo>
                        <a:pt x="17" y="21"/>
                      </a:lnTo>
                      <a:lnTo>
                        <a:pt x="0" y="41"/>
                      </a:lnTo>
                      <a:lnTo>
                        <a:pt x="56" y="87"/>
                      </a:lnTo>
                      <a:lnTo>
                        <a:pt x="72" y="67"/>
                      </a:lnTo>
                      <a:lnTo>
                        <a:pt x="89" y="46"/>
                      </a:lnTo>
                      <a:lnTo>
                        <a:pt x="3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23" name=""/>
                <p:cNvSpPr/>
                <p:nvPr/>
              </p:nvSpPr>
              <p:spPr>
                <a:xfrm rot="0">
                  <a:off x="1548" y="3479"/>
                  <a:ext cx="29" cy="29"/>
                </a:xfrm>
                <a:custGeom>
                  <a:avLst/>
                  <a:ahLst/>
                  <a:rect l="0" t="0" r="r" b="b"/>
                  <a:pathLst>
                    <a:path w="89" h="87">
                      <a:moveTo>
                        <a:pt x="34" y="0"/>
                      </a:moveTo>
                      <a:lnTo>
                        <a:pt x="17" y="21"/>
                      </a:lnTo>
                      <a:lnTo>
                        <a:pt x="0" y="41"/>
                      </a:lnTo>
                      <a:lnTo>
                        <a:pt x="56" y="87"/>
                      </a:lnTo>
                      <a:lnTo>
                        <a:pt x="72" y="67"/>
                      </a:lnTo>
                      <a:lnTo>
                        <a:pt x="89" y="46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</p:grpSp>
          <p:grpSp>
            <p:nvGrpSpPr>
              <p:cNvPr id="417" name=""/>
              <p:cNvGrpSpPr/>
              <p:nvPr/>
            </p:nvGrpSpPr>
            <p:grpSpPr>
              <a:xfrm rot="0">
                <a:off x="1566" y="3086"/>
                <a:ext cx="875" cy="540"/>
                <a:chOff x="1566" y="3086"/>
                <a:chExt cx="875" cy="540"/>
              </a:xfrm>
            </p:grpSpPr>
            <p:sp>
              <p:nvSpPr>
                <p:cNvPr id="1080124" name=""/>
                <p:cNvSpPr/>
                <p:nvPr/>
              </p:nvSpPr>
              <p:spPr>
                <a:xfrm rot="0">
                  <a:off x="1566" y="3501"/>
                  <a:ext cx="6" cy="7"/>
                </a:xfrm>
                <a:custGeom>
                  <a:avLst/>
                  <a:ahLst/>
                  <a:rect l="0" t="0" r="r" b="b"/>
                  <a:pathLst>
                    <a:path w="16" h="20">
                      <a:moveTo>
                        <a:pt x="16" y="0"/>
                      </a:moveTo>
                      <a:lnTo>
                        <a:pt x="0" y="20"/>
                      </a:lnTo>
                      <a:lnTo>
                        <a:pt x="1" y="20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25" name=""/>
                <p:cNvSpPr/>
                <p:nvPr/>
              </p:nvSpPr>
              <p:spPr>
                <a:xfrm rot="0">
                  <a:off x="1566" y="350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26" name=""/>
                <p:cNvSpPr/>
                <p:nvPr/>
              </p:nvSpPr>
              <p:spPr>
                <a:xfrm rot="0">
                  <a:off x="1567" y="3494"/>
                  <a:ext cx="29" cy="28"/>
                </a:xfrm>
                <a:custGeom>
                  <a:avLst/>
                  <a:ahLst/>
                  <a:rect l="0" t="0" r="r" b="b"/>
                  <a:pathLst>
                    <a:path w="87" h="84">
                      <a:moveTo>
                        <a:pt x="31" y="0"/>
                      </a:moveTo>
                      <a:lnTo>
                        <a:pt x="15" y="21"/>
                      </a:lnTo>
                      <a:lnTo>
                        <a:pt x="0" y="41"/>
                      </a:lnTo>
                      <a:lnTo>
                        <a:pt x="56" y="84"/>
                      </a:lnTo>
                      <a:lnTo>
                        <a:pt x="72" y="63"/>
                      </a:lnTo>
                      <a:lnTo>
                        <a:pt x="87" y="42"/>
                      </a:lnTo>
                      <a:lnTo>
                        <a:pt x="3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27" name=""/>
                <p:cNvSpPr/>
                <p:nvPr/>
              </p:nvSpPr>
              <p:spPr>
                <a:xfrm rot="0">
                  <a:off x="1567" y="3494"/>
                  <a:ext cx="29" cy="28"/>
                </a:xfrm>
                <a:custGeom>
                  <a:avLst/>
                  <a:ahLst/>
                  <a:rect l="0" t="0" r="r" b="b"/>
                  <a:pathLst>
                    <a:path w="87" h="84">
                      <a:moveTo>
                        <a:pt x="31" y="0"/>
                      </a:moveTo>
                      <a:lnTo>
                        <a:pt x="15" y="21"/>
                      </a:lnTo>
                      <a:lnTo>
                        <a:pt x="0" y="41"/>
                      </a:lnTo>
                      <a:lnTo>
                        <a:pt x="56" y="84"/>
                      </a:lnTo>
                      <a:lnTo>
                        <a:pt x="72" y="63"/>
                      </a:lnTo>
                      <a:lnTo>
                        <a:pt x="87" y="42"/>
                      </a:lnTo>
                      <a:lnTo>
                        <a:pt x="31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28" name=""/>
                <p:cNvSpPr/>
                <p:nvPr/>
              </p:nvSpPr>
              <p:spPr>
                <a:xfrm rot="0">
                  <a:off x="1585" y="3515"/>
                  <a:ext cx="6" cy="7"/>
                </a:xfrm>
                <a:custGeom>
                  <a:avLst/>
                  <a:ahLst/>
                  <a:rect l="0" t="0" r="r" b="b"/>
                  <a:pathLst>
                    <a:path w="16" h="22">
                      <a:moveTo>
                        <a:pt x="16" y="0"/>
                      </a:moveTo>
                      <a:lnTo>
                        <a:pt x="0" y="21"/>
                      </a:lnTo>
                      <a:lnTo>
                        <a:pt x="1" y="22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29" name=""/>
                <p:cNvSpPr/>
                <p:nvPr/>
              </p:nvSpPr>
              <p:spPr>
                <a:xfrm rot="0">
                  <a:off x="1585" y="352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30" name=""/>
                <p:cNvSpPr/>
                <p:nvPr/>
              </p:nvSpPr>
              <p:spPr>
                <a:xfrm rot="0">
                  <a:off x="1586" y="3508"/>
                  <a:ext cx="29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29" y="0"/>
                      </a:moveTo>
                      <a:lnTo>
                        <a:pt x="15" y="22"/>
                      </a:lnTo>
                      <a:lnTo>
                        <a:pt x="0" y="44"/>
                      </a:lnTo>
                      <a:lnTo>
                        <a:pt x="59" y="85"/>
                      </a:lnTo>
                      <a:lnTo>
                        <a:pt x="74" y="63"/>
                      </a:lnTo>
                      <a:lnTo>
                        <a:pt x="89" y="41"/>
                      </a:lnTo>
                      <a:lnTo>
                        <a:pt x="2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31" name=""/>
                <p:cNvSpPr/>
                <p:nvPr/>
              </p:nvSpPr>
              <p:spPr>
                <a:xfrm rot="0">
                  <a:off x="1586" y="3508"/>
                  <a:ext cx="29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29" y="0"/>
                      </a:moveTo>
                      <a:lnTo>
                        <a:pt x="15" y="22"/>
                      </a:lnTo>
                      <a:lnTo>
                        <a:pt x="0" y="44"/>
                      </a:lnTo>
                      <a:lnTo>
                        <a:pt x="59" y="85"/>
                      </a:lnTo>
                      <a:lnTo>
                        <a:pt x="74" y="63"/>
                      </a:lnTo>
                      <a:lnTo>
                        <a:pt x="89" y="41"/>
                      </a:lnTo>
                      <a:lnTo>
                        <a:pt x="29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32" name=""/>
                <p:cNvSpPr/>
                <p:nvPr/>
              </p:nvSpPr>
              <p:spPr>
                <a:xfrm rot="0">
                  <a:off x="1605" y="3529"/>
                  <a:ext cx="5" cy="7"/>
                </a:xfrm>
                <a:custGeom>
                  <a:avLst/>
                  <a:ahLst/>
                  <a:rect l="0" t="0" r="r" b="b"/>
                  <a:pathLst>
                    <a:path w="15" h="22">
                      <a:moveTo>
                        <a:pt x="15" y="0"/>
                      </a:move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33" name=""/>
                <p:cNvSpPr/>
                <p:nvPr/>
              </p:nvSpPr>
              <p:spPr>
                <a:xfrm rot="0">
                  <a:off x="1605" y="353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34" name=""/>
                <p:cNvSpPr/>
                <p:nvPr/>
              </p:nvSpPr>
              <p:spPr>
                <a:xfrm rot="0">
                  <a:off x="1605" y="3521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2">
                      <a:moveTo>
                        <a:pt x="30" y="0"/>
                      </a:moveTo>
                      <a:lnTo>
                        <a:pt x="15" y="22"/>
                      </a:lnTo>
                      <a:lnTo>
                        <a:pt x="0" y="44"/>
                      </a:lnTo>
                      <a:lnTo>
                        <a:pt x="60" y="82"/>
                      </a:lnTo>
                      <a:lnTo>
                        <a:pt x="74" y="61"/>
                      </a:lnTo>
                      <a:lnTo>
                        <a:pt x="89" y="39"/>
                      </a:lnTo>
                      <a:lnTo>
                        <a:pt x="3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35" name=""/>
                <p:cNvSpPr/>
                <p:nvPr/>
              </p:nvSpPr>
              <p:spPr>
                <a:xfrm rot="0">
                  <a:off x="1605" y="3521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2">
                      <a:moveTo>
                        <a:pt x="30" y="0"/>
                      </a:moveTo>
                      <a:lnTo>
                        <a:pt x="15" y="22"/>
                      </a:lnTo>
                      <a:lnTo>
                        <a:pt x="0" y="44"/>
                      </a:lnTo>
                      <a:lnTo>
                        <a:pt x="60" y="82"/>
                      </a:lnTo>
                      <a:lnTo>
                        <a:pt x="74" y="61"/>
                      </a:lnTo>
                      <a:lnTo>
                        <a:pt x="89" y="39"/>
                      </a:lnTo>
                      <a:lnTo>
                        <a:pt x="3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36" name=""/>
                <p:cNvSpPr/>
                <p:nvPr/>
              </p:nvSpPr>
              <p:spPr>
                <a:xfrm rot="0">
                  <a:off x="1625" y="3542"/>
                  <a:ext cx="5" cy="7"/>
                </a:xfrm>
                <a:custGeom>
                  <a:avLst/>
                  <a:ahLst/>
                  <a:rect l="0" t="0" r="r" b="b"/>
                  <a:pathLst>
                    <a:path w="14" h="22">
                      <a:moveTo>
                        <a:pt x="14" y="0"/>
                      </a:moveTo>
                      <a:lnTo>
                        <a:pt x="0" y="21"/>
                      </a:lnTo>
                      <a:lnTo>
                        <a:pt x="1" y="22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37" name=""/>
                <p:cNvSpPr/>
                <p:nvPr/>
              </p:nvSpPr>
              <p:spPr>
                <a:xfrm rot="0">
                  <a:off x="1625" y="354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38" name=""/>
                <p:cNvSpPr/>
                <p:nvPr/>
              </p:nvSpPr>
              <p:spPr>
                <a:xfrm rot="0">
                  <a:off x="1626" y="3534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1">
                      <a:moveTo>
                        <a:pt x="27" y="0"/>
                      </a:moveTo>
                      <a:lnTo>
                        <a:pt x="13" y="23"/>
                      </a:lnTo>
                      <a:lnTo>
                        <a:pt x="0" y="45"/>
                      </a:lnTo>
                      <a:lnTo>
                        <a:pt x="62" y="81"/>
                      </a:lnTo>
                      <a:lnTo>
                        <a:pt x="76" y="58"/>
                      </a:lnTo>
                      <a:lnTo>
                        <a:pt x="89" y="35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39" name=""/>
                <p:cNvSpPr/>
                <p:nvPr/>
              </p:nvSpPr>
              <p:spPr>
                <a:xfrm rot="0">
                  <a:off x="1626" y="3534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1">
                      <a:moveTo>
                        <a:pt x="27" y="0"/>
                      </a:moveTo>
                      <a:lnTo>
                        <a:pt x="13" y="23"/>
                      </a:lnTo>
                      <a:lnTo>
                        <a:pt x="0" y="45"/>
                      </a:lnTo>
                      <a:lnTo>
                        <a:pt x="62" y="81"/>
                      </a:lnTo>
                      <a:lnTo>
                        <a:pt x="76" y="58"/>
                      </a:lnTo>
                      <a:lnTo>
                        <a:pt x="89" y="35"/>
                      </a:lnTo>
                      <a:lnTo>
                        <a:pt x="2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40" name=""/>
                <p:cNvSpPr/>
                <p:nvPr/>
              </p:nvSpPr>
              <p:spPr>
                <a:xfrm rot="0">
                  <a:off x="1646" y="3553"/>
                  <a:ext cx="5" cy="8"/>
                </a:xfrm>
                <a:custGeom>
                  <a:avLst/>
                  <a:ahLst/>
                  <a:rect l="0" t="0" r="r" b="b"/>
                  <a:pathLst>
                    <a:path w="14" h="24">
                      <a:moveTo>
                        <a:pt x="14" y="0"/>
                      </a:moveTo>
                      <a:lnTo>
                        <a:pt x="0" y="23"/>
                      </a:lnTo>
                      <a:lnTo>
                        <a:pt x="1" y="24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41" name=""/>
                <p:cNvSpPr/>
                <p:nvPr/>
              </p:nvSpPr>
              <p:spPr>
                <a:xfrm rot="0">
                  <a:off x="1646" y="356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42" name=""/>
                <p:cNvSpPr/>
                <p:nvPr/>
              </p:nvSpPr>
              <p:spPr>
                <a:xfrm rot="0">
                  <a:off x="1647" y="3545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0">
                      <a:moveTo>
                        <a:pt x="25" y="0"/>
                      </a:moveTo>
                      <a:lnTo>
                        <a:pt x="13" y="24"/>
                      </a:lnTo>
                      <a:lnTo>
                        <a:pt x="0" y="48"/>
                      </a:lnTo>
                      <a:lnTo>
                        <a:pt x="64" y="80"/>
                      </a:lnTo>
                      <a:lnTo>
                        <a:pt x="77" y="56"/>
                      </a:lnTo>
                      <a:lnTo>
                        <a:pt x="89" y="32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43" name=""/>
                <p:cNvSpPr/>
                <p:nvPr/>
              </p:nvSpPr>
              <p:spPr>
                <a:xfrm rot="0">
                  <a:off x="1647" y="3545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0">
                      <a:moveTo>
                        <a:pt x="25" y="0"/>
                      </a:moveTo>
                      <a:lnTo>
                        <a:pt x="13" y="24"/>
                      </a:lnTo>
                      <a:lnTo>
                        <a:pt x="0" y="48"/>
                      </a:lnTo>
                      <a:lnTo>
                        <a:pt x="64" y="80"/>
                      </a:lnTo>
                      <a:lnTo>
                        <a:pt x="77" y="56"/>
                      </a:lnTo>
                      <a:lnTo>
                        <a:pt x="89" y="32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44" name=""/>
                <p:cNvSpPr/>
                <p:nvPr/>
              </p:nvSpPr>
              <p:spPr>
                <a:xfrm rot="0">
                  <a:off x="1668" y="3564"/>
                  <a:ext cx="4" cy="8"/>
                </a:xfrm>
                <a:custGeom>
                  <a:avLst/>
                  <a:ahLst/>
                  <a:rect l="0" t="0" r="r" b="b"/>
                  <a:pathLst>
                    <a:path w="13" h="24">
                      <a:moveTo>
                        <a:pt x="13" y="0"/>
                      </a:moveTo>
                      <a:lnTo>
                        <a:pt x="0" y="24"/>
                      </a:lnTo>
                      <a:lnTo>
                        <a:pt x="2" y="24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45" name=""/>
                <p:cNvSpPr/>
                <p:nvPr/>
              </p:nvSpPr>
              <p:spPr>
                <a:xfrm rot="0">
                  <a:off x="1668" y="357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46" name=""/>
                <p:cNvSpPr/>
                <p:nvPr/>
              </p:nvSpPr>
              <p:spPr>
                <a:xfrm rot="0">
                  <a:off x="1669" y="3556"/>
                  <a:ext cx="28" cy="26"/>
                </a:xfrm>
                <a:custGeom>
                  <a:avLst/>
                  <a:ahLst/>
                  <a:rect l="0" t="0" r="r" b="b"/>
                  <a:pathLst>
                    <a:path w="86" h="77">
                      <a:moveTo>
                        <a:pt x="21" y="0"/>
                      </a:moveTo>
                      <a:lnTo>
                        <a:pt x="11" y="24"/>
                      </a:lnTo>
                      <a:lnTo>
                        <a:pt x="0" y="48"/>
                      </a:lnTo>
                      <a:lnTo>
                        <a:pt x="65" y="77"/>
                      </a:lnTo>
                      <a:lnTo>
                        <a:pt x="75" y="53"/>
                      </a:lnTo>
                      <a:lnTo>
                        <a:pt x="86" y="29"/>
                      </a:lnTo>
                      <a:lnTo>
                        <a:pt x="2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47" name=""/>
                <p:cNvSpPr/>
                <p:nvPr/>
              </p:nvSpPr>
              <p:spPr>
                <a:xfrm rot="0">
                  <a:off x="1669" y="3556"/>
                  <a:ext cx="28" cy="26"/>
                </a:xfrm>
                <a:custGeom>
                  <a:avLst/>
                  <a:ahLst/>
                  <a:rect l="0" t="0" r="r" b="b"/>
                  <a:pathLst>
                    <a:path w="86" h="77">
                      <a:moveTo>
                        <a:pt x="21" y="0"/>
                      </a:moveTo>
                      <a:lnTo>
                        <a:pt x="11" y="24"/>
                      </a:lnTo>
                      <a:lnTo>
                        <a:pt x="0" y="48"/>
                      </a:lnTo>
                      <a:lnTo>
                        <a:pt x="65" y="77"/>
                      </a:lnTo>
                      <a:lnTo>
                        <a:pt x="75" y="53"/>
                      </a:lnTo>
                      <a:lnTo>
                        <a:pt x="86" y="29"/>
                      </a:lnTo>
                      <a:lnTo>
                        <a:pt x="21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48" name=""/>
                <p:cNvSpPr/>
                <p:nvPr/>
              </p:nvSpPr>
              <p:spPr>
                <a:xfrm rot="0">
                  <a:off x="1690" y="3574"/>
                  <a:ext cx="4" cy="8"/>
                </a:xfrm>
                <a:custGeom>
                  <a:avLst/>
                  <a:ahLst/>
                  <a:rect l="0" t="0" r="r" b="b"/>
                  <a:pathLst>
                    <a:path w="10" h="26">
                      <a:moveTo>
                        <a:pt x="10" y="0"/>
                      </a:moveTo>
                      <a:lnTo>
                        <a:pt x="0" y="24"/>
                      </a:lnTo>
                      <a:lnTo>
                        <a:pt x="0" y="26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49" name=""/>
                <p:cNvSpPr/>
                <p:nvPr/>
              </p:nvSpPr>
              <p:spPr>
                <a:xfrm rot="0">
                  <a:off x="1690" y="35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50" name=""/>
                <p:cNvSpPr/>
                <p:nvPr/>
              </p:nvSpPr>
              <p:spPr>
                <a:xfrm rot="0">
                  <a:off x="1690" y="3565"/>
                  <a:ext cx="29" cy="26"/>
                </a:xfrm>
                <a:custGeom>
                  <a:avLst/>
                  <a:ahLst/>
                  <a:rect l="0" t="0" r="r" b="b"/>
                  <a:pathLst>
                    <a:path w="87" h="78">
                      <a:moveTo>
                        <a:pt x="21" y="0"/>
                      </a:moveTo>
                      <a:lnTo>
                        <a:pt x="10" y="25"/>
                      </a:lnTo>
                      <a:lnTo>
                        <a:pt x="0" y="51"/>
                      </a:lnTo>
                      <a:lnTo>
                        <a:pt x="66" y="78"/>
                      </a:lnTo>
                      <a:lnTo>
                        <a:pt x="77" y="53"/>
                      </a:lnTo>
                      <a:lnTo>
                        <a:pt x="87" y="28"/>
                      </a:lnTo>
                      <a:lnTo>
                        <a:pt x="2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51" name=""/>
                <p:cNvSpPr/>
                <p:nvPr/>
              </p:nvSpPr>
              <p:spPr>
                <a:xfrm rot="0">
                  <a:off x="1690" y="3565"/>
                  <a:ext cx="29" cy="26"/>
                </a:xfrm>
                <a:custGeom>
                  <a:avLst/>
                  <a:ahLst/>
                  <a:rect l="0" t="0" r="r" b="b"/>
                  <a:pathLst>
                    <a:path w="87" h="78">
                      <a:moveTo>
                        <a:pt x="21" y="0"/>
                      </a:moveTo>
                      <a:lnTo>
                        <a:pt x="10" y="25"/>
                      </a:lnTo>
                      <a:lnTo>
                        <a:pt x="0" y="51"/>
                      </a:lnTo>
                      <a:lnTo>
                        <a:pt x="66" y="78"/>
                      </a:lnTo>
                      <a:lnTo>
                        <a:pt x="77" y="53"/>
                      </a:lnTo>
                      <a:lnTo>
                        <a:pt x="87" y="28"/>
                      </a:lnTo>
                      <a:lnTo>
                        <a:pt x="21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52" name=""/>
                <p:cNvSpPr/>
                <p:nvPr/>
              </p:nvSpPr>
              <p:spPr>
                <a:xfrm rot="0">
                  <a:off x="1712" y="3583"/>
                  <a:ext cx="4" cy="8"/>
                </a:xfrm>
                <a:custGeom>
                  <a:avLst/>
                  <a:ahLst/>
                  <a:rect l="0" t="0" r="r" b="b"/>
                  <a:pathLst>
                    <a:path w="11" h="25">
                      <a:moveTo>
                        <a:pt x="11" y="0"/>
                      </a:moveTo>
                      <a:lnTo>
                        <a:pt x="0" y="25"/>
                      </a:lnTo>
                      <a:lnTo>
                        <a:pt x="3" y="25"/>
                      </a:lnTo>
                      <a:lnTo>
                        <a:pt x="1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53" name=""/>
                <p:cNvSpPr/>
                <p:nvPr/>
              </p:nvSpPr>
              <p:spPr>
                <a:xfrm rot="0">
                  <a:off x="1712" y="359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54" name=""/>
                <p:cNvSpPr/>
                <p:nvPr/>
              </p:nvSpPr>
              <p:spPr>
                <a:xfrm rot="0">
                  <a:off x="1713" y="3575"/>
                  <a:ext cx="28" cy="24"/>
                </a:xfrm>
                <a:custGeom>
                  <a:avLst/>
                  <a:ahLst/>
                  <a:rect l="0" t="0" r="r" b="b"/>
                  <a:pathLst>
                    <a:path w="83" h="73">
                      <a:moveTo>
                        <a:pt x="16" y="0"/>
                      </a:moveTo>
                      <a:lnTo>
                        <a:pt x="8" y="25"/>
                      </a:lnTo>
                      <a:lnTo>
                        <a:pt x="0" y="50"/>
                      </a:lnTo>
                      <a:lnTo>
                        <a:pt x="66" y="73"/>
                      </a:lnTo>
                      <a:lnTo>
                        <a:pt x="75" y="48"/>
                      </a:lnTo>
                      <a:lnTo>
                        <a:pt x="83" y="23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55" name=""/>
                <p:cNvSpPr/>
                <p:nvPr/>
              </p:nvSpPr>
              <p:spPr>
                <a:xfrm rot="0">
                  <a:off x="1713" y="3575"/>
                  <a:ext cx="28" cy="24"/>
                </a:xfrm>
                <a:custGeom>
                  <a:avLst/>
                  <a:ahLst/>
                  <a:rect l="0" t="0" r="r" b="b"/>
                  <a:pathLst>
                    <a:path w="83" h="73">
                      <a:moveTo>
                        <a:pt x="16" y="0"/>
                      </a:moveTo>
                      <a:lnTo>
                        <a:pt x="8" y="25"/>
                      </a:lnTo>
                      <a:lnTo>
                        <a:pt x="0" y="50"/>
                      </a:lnTo>
                      <a:lnTo>
                        <a:pt x="66" y="73"/>
                      </a:lnTo>
                      <a:lnTo>
                        <a:pt x="75" y="48"/>
                      </a:lnTo>
                      <a:lnTo>
                        <a:pt x="83" y="23"/>
                      </a:lnTo>
                      <a:lnTo>
                        <a:pt x="1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56" name=""/>
                <p:cNvSpPr/>
                <p:nvPr/>
              </p:nvSpPr>
              <p:spPr>
                <a:xfrm rot="0">
                  <a:off x="1735" y="3591"/>
                  <a:ext cx="3" cy="8"/>
                </a:xfrm>
                <a:custGeom>
                  <a:avLst/>
                  <a:ahLst/>
                  <a:rect l="0" t="0" r="r" b="b"/>
                  <a:pathLst>
                    <a:path w="9" h="25">
                      <a:moveTo>
                        <a:pt x="9" y="0"/>
                      </a:moveTo>
                      <a:lnTo>
                        <a:pt x="0" y="25"/>
                      </a:lnTo>
                      <a:lnTo>
                        <a:pt x="1" y="25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57" name=""/>
                <p:cNvSpPr/>
                <p:nvPr/>
              </p:nvSpPr>
              <p:spPr>
                <a:xfrm rot="0">
                  <a:off x="1735" y="359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58" name=""/>
                <p:cNvSpPr/>
                <p:nvPr/>
              </p:nvSpPr>
              <p:spPr>
                <a:xfrm rot="0">
                  <a:off x="1736" y="3582"/>
                  <a:ext cx="28" cy="24"/>
                </a:xfrm>
                <a:custGeom>
                  <a:avLst/>
                  <a:ahLst/>
                  <a:rect l="0" t="0" r="r" b="b"/>
                  <a:pathLst>
                    <a:path w="84" h="70">
                      <a:moveTo>
                        <a:pt x="15" y="0"/>
                      </a:moveTo>
                      <a:lnTo>
                        <a:pt x="8" y="25"/>
                      </a:lnTo>
                      <a:lnTo>
                        <a:pt x="0" y="50"/>
                      </a:lnTo>
                      <a:lnTo>
                        <a:pt x="69" y="70"/>
                      </a:lnTo>
                      <a:lnTo>
                        <a:pt x="76" y="45"/>
                      </a:lnTo>
                      <a:lnTo>
                        <a:pt x="84" y="20"/>
                      </a:lnTo>
                      <a:lnTo>
                        <a:pt x="1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59" name=""/>
                <p:cNvSpPr/>
                <p:nvPr/>
              </p:nvSpPr>
              <p:spPr>
                <a:xfrm rot="0">
                  <a:off x="1736" y="3582"/>
                  <a:ext cx="28" cy="24"/>
                </a:xfrm>
                <a:custGeom>
                  <a:avLst/>
                  <a:ahLst/>
                  <a:rect l="0" t="0" r="r" b="b"/>
                  <a:pathLst>
                    <a:path w="84" h="70">
                      <a:moveTo>
                        <a:pt x="15" y="0"/>
                      </a:moveTo>
                      <a:lnTo>
                        <a:pt x="8" y="25"/>
                      </a:lnTo>
                      <a:lnTo>
                        <a:pt x="0" y="50"/>
                      </a:lnTo>
                      <a:lnTo>
                        <a:pt x="69" y="70"/>
                      </a:lnTo>
                      <a:lnTo>
                        <a:pt x="76" y="45"/>
                      </a:lnTo>
                      <a:lnTo>
                        <a:pt x="84" y="2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60" name=""/>
                <p:cNvSpPr/>
                <p:nvPr/>
              </p:nvSpPr>
              <p:spPr>
                <a:xfrm rot="0">
                  <a:off x="1759" y="3597"/>
                  <a:ext cx="2" cy="9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7" y="0"/>
                      </a:moveTo>
                      <a:lnTo>
                        <a:pt x="0" y="25"/>
                      </a:lnTo>
                      <a:lnTo>
                        <a:pt x="1" y="26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61" name=""/>
                <p:cNvSpPr/>
                <p:nvPr/>
              </p:nvSpPr>
              <p:spPr>
                <a:xfrm rot="0">
                  <a:off x="1759" y="360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62" name=""/>
                <p:cNvSpPr/>
                <p:nvPr/>
              </p:nvSpPr>
              <p:spPr>
                <a:xfrm rot="0">
                  <a:off x="1759" y="3589"/>
                  <a:ext cx="27" cy="23"/>
                </a:xfrm>
                <a:custGeom>
                  <a:avLst/>
                  <a:ahLst/>
                  <a:rect l="0" t="0" r="r" b="b"/>
                  <a:pathLst>
                    <a:path w="82" h="70">
                      <a:moveTo>
                        <a:pt x="13" y="0"/>
                      </a:moveTo>
                      <a:lnTo>
                        <a:pt x="6" y="26"/>
                      </a:lnTo>
                      <a:lnTo>
                        <a:pt x="0" y="52"/>
                      </a:lnTo>
                      <a:lnTo>
                        <a:pt x="69" y="70"/>
                      </a:lnTo>
                      <a:lnTo>
                        <a:pt x="75" y="44"/>
                      </a:lnTo>
                      <a:lnTo>
                        <a:pt x="82" y="18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63" name=""/>
                <p:cNvSpPr/>
                <p:nvPr/>
              </p:nvSpPr>
              <p:spPr>
                <a:xfrm rot="0">
                  <a:off x="1759" y="3589"/>
                  <a:ext cx="27" cy="23"/>
                </a:xfrm>
                <a:custGeom>
                  <a:avLst/>
                  <a:ahLst/>
                  <a:rect l="0" t="0" r="r" b="b"/>
                  <a:pathLst>
                    <a:path w="82" h="70">
                      <a:moveTo>
                        <a:pt x="13" y="0"/>
                      </a:moveTo>
                      <a:lnTo>
                        <a:pt x="6" y="26"/>
                      </a:lnTo>
                      <a:lnTo>
                        <a:pt x="0" y="52"/>
                      </a:lnTo>
                      <a:lnTo>
                        <a:pt x="69" y="70"/>
                      </a:lnTo>
                      <a:lnTo>
                        <a:pt x="75" y="44"/>
                      </a:lnTo>
                      <a:lnTo>
                        <a:pt x="82" y="18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64" name=""/>
                <p:cNvSpPr/>
                <p:nvPr/>
              </p:nvSpPr>
              <p:spPr>
                <a:xfrm rot="0">
                  <a:off x="1782" y="3603"/>
                  <a:ext cx="2" cy="9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6" y="0"/>
                      </a:move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65" name=""/>
                <p:cNvSpPr/>
                <p:nvPr/>
              </p:nvSpPr>
              <p:spPr>
                <a:xfrm rot="0">
                  <a:off x="1782" y="36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66" name=""/>
                <p:cNvSpPr/>
                <p:nvPr/>
              </p:nvSpPr>
              <p:spPr>
                <a:xfrm rot="0">
                  <a:off x="1782" y="3595"/>
                  <a:ext cx="27" cy="22"/>
                </a:xfrm>
                <a:custGeom>
                  <a:avLst/>
                  <a:ahLst/>
                  <a:rect l="0" t="0" r="r" b="b"/>
                  <a:pathLst>
                    <a:path w="80" h="66">
                      <a:moveTo>
                        <a:pt x="10" y="0"/>
                      </a:moveTo>
                      <a:lnTo>
                        <a:pt x="5" y="26"/>
                      </a:lnTo>
                      <a:lnTo>
                        <a:pt x="0" y="52"/>
                      </a:lnTo>
                      <a:lnTo>
                        <a:pt x="70" y="66"/>
                      </a:lnTo>
                      <a:lnTo>
                        <a:pt x="75" y="40"/>
                      </a:lnTo>
                      <a:lnTo>
                        <a:pt x="80" y="14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67" name=""/>
                <p:cNvSpPr/>
                <p:nvPr/>
              </p:nvSpPr>
              <p:spPr>
                <a:xfrm rot="0">
                  <a:off x="1782" y="3595"/>
                  <a:ext cx="27" cy="22"/>
                </a:xfrm>
                <a:custGeom>
                  <a:avLst/>
                  <a:ahLst/>
                  <a:rect l="0" t="0" r="r" b="b"/>
                  <a:pathLst>
                    <a:path w="80" h="66">
                      <a:moveTo>
                        <a:pt x="10" y="0"/>
                      </a:moveTo>
                      <a:lnTo>
                        <a:pt x="5" y="26"/>
                      </a:lnTo>
                      <a:lnTo>
                        <a:pt x="0" y="52"/>
                      </a:lnTo>
                      <a:lnTo>
                        <a:pt x="70" y="66"/>
                      </a:lnTo>
                      <a:lnTo>
                        <a:pt x="75" y="40"/>
                      </a:lnTo>
                      <a:lnTo>
                        <a:pt x="8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68" name=""/>
                <p:cNvSpPr/>
                <p:nvPr/>
              </p:nvSpPr>
              <p:spPr>
                <a:xfrm rot="0">
                  <a:off x="1806" y="3608"/>
                  <a:ext cx="1" cy="9"/>
                </a:xfrm>
                <a:custGeom>
                  <a:avLst/>
                  <a:ahLst/>
                  <a:rect l="0" t="0" r="r" b="b"/>
                  <a:pathLst>
                    <a:path w="5" h="26">
                      <a:moveTo>
                        <a:pt x="5" y="0"/>
                      </a:move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69" name=""/>
                <p:cNvSpPr/>
                <p:nvPr/>
              </p:nvSpPr>
              <p:spPr>
                <a:xfrm rot="0">
                  <a:off x="1806" y="361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70" name=""/>
                <p:cNvSpPr/>
                <p:nvPr/>
              </p:nvSpPr>
              <p:spPr>
                <a:xfrm rot="0">
                  <a:off x="1806" y="3599"/>
                  <a:ext cx="26" cy="21"/>
                </a:xfrm>
                <a:custGeom>
                  <a:avLst/>
                  <a:ahLst/>
                  <a:rect l="0" t="0" r="r" b="b"/>
                  <a:pathLst>
                    <a:path w="79" h="63">
                      <a:moveTo>
                        <a:pt x="8" y="0"/>
                      </a:moveTo>
                      <a:lnTo>
                        <a:pt x="4" y="26"/>
                      </a:lnTo>
                      <a:lnTo>
                        <a:pt x="0" y="52"/>
                      </a:lnTo>
                      <a:lnTo>
                        <a:pt x="71" y="63"/>
                      </a:lnTo>
                      <a:lnTo>
                        <a:pt x="75" y="37"/>
                      </a:lnTo>
                      <a:lnTo>
                        <a:pt x="79" y="11"/>
                      </a:lnTo>
                      <a:lnTo>
                        <a:pt x="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71" name=""/>
                <p:cNvSpPr/>
                <p:nvPr/>
              </p:nvSpPr>
              <p:spPr>
                <a:xfrm rot="0">
                  <a:off x="1806" y="3599"/>
                  <a:ext cx="26" cy="21"/>
                </a:xfrm>
                <a:custGeom>
                  <a:avLst/>
                  <a:ahLst/>
                  <a:rect l="0" t="0" r="r" b="b"/>
                  <a:pathLst>
                    <a:path w="79" h="63">
                      <a:moveTo>
                        <a:pt x="8" y="0"/>
                      </a:moveTo>
                      <a:lnTo>
                        <a:pt x="4" y="26"/>
                      </a:lnTo>
                      <a:lnTo>
                        <a:pt x="0" y="52"/>
                      </a:lnTo>
                      <a:lnTo>
                        <a:pt x="71" y="63"/>
                      </a:lnTo>
                      <a:lnTo>
                        <a:pt x="75" y="37"/>
                      </a:lnTo>
                      <a:lnTo>
                        <a:pt x="79" y="11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72" name=""/>
                <p:cNvSpPr/>
                <p:nvPr/>
              </p:nvSpPr>
              <p:spPr>
                <a:xfrm rot="0">
                  <a:off x="1830" y="3612"/>
                  <a:ext cx="1" cy="8"/>
                </a:xfrm>
                <a:custGeom>
                  <a:avLst/>
                  <a:ahLst/>
                  <a:rect l="0" t="0" r="r" b="b"/>
                  <a:pathLst>
                    <a:path w="4" h="26">
                      <a:moveTo>
                        <a:pt x="4" y="0"/>
                      </a:move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73" name=""/>
                <p:cNvSpPr/>
                <p:nvPr/>
              </p:nvSpPr>
              <p:spPr>
                <a:xfrm rot="0">
                  <a:off x="1830" y="362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74" name=""/>
                <p:cNvSpPr/>
                <p:nvPr/>
              </p:nvSpPr>
              <p:spPr>
                <a:xfrm rot="0">
                  <a:off x="1830" y="3603"/>
                  <a:ext cx="26" cy="20"/>
                </a:xfrm>
                <a:custGeom>
                  <a:avLst/>
                  <a:ahLst/>
                  <a:rect l="0" t="0" r="r" b="b"/>
                  <a:pathLst>
                    <a:path w="77" h="61">
                      <a:moveTo>
                        <a:pt x="6" y="0"/>
                      </a:moveTo>
                      <a:lnTo>
                        <a:pt x="3" y="26"/>
                      </a:lnTo>
                      <a:lnTo>
                        <a:pt x="0" y="52"/>
                      </a:lnTo>
                      <a:lnTo>
                        <a:pt x="71" y="61"/>
                      </a:lnTo>
                      <a:lnTo>
                        <a:pt x="74" y="34"/>
                      </a:lnTo>
                      <a:lnTo>
                        <a:pt x="77" y="8"/>
                      </a:lnTo>
                      <a:lnTo>
                        <a:pt x="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75" name=""/>
                <p:cNvSpPr/>
                <p:nvPr/>
              </p:nvSpPr>
              <p:spPr>
                <a:xfrm rot="0">
                  <a:off x="1830" y="3603"/>
                  <a:ext cx="26" cy="20"/>
                </a:xfrm>
                <a:custGeom>
                  <a:avLst/>
                  <a:ahLst/>
                  <a:rect l="0" t="0" r="r" b="b"/>
                  <a:pathLst>
                    <a:path w="77" h="61">
                      <a:moveTo>
                        <a:pt x="6" y="0"/>
                      </a:moveTo>
                      <a:lnTo>
                        <a:pt x="3" y="26"/>
                      </a:lnTo>
                      <a:lnTo>
                        <a:pt x="0" y="52"/>
                      </a:lnTo>
                      <a:lnTo>
                        <a:pt x="71" y="61"/>
                      </a:lnTo>
                      <a:lnTo>
                        <a:pt x="74" y="34"/>
                      </a:lnTo>
                      <a:lnTo>
                        <a:pt x="77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76" name=""/>
                <p:cNvSpPr/>
                <p:nvPr/>
              </p:nvSpPr>
              <p:spPr>
                <a:xfrm rot="0">
                  <a:off x="1854" y="3614"/>
                  <a:ext cx="1" cy="9"/>
                </a:xfrm>
                <a:custGeom>
                  <a:avLst/>
                  <a:ahLst/>
                  <a:rect l="0" t="0" r="r" b="b"/>
                  <a:pathLst>
                    <a:path w="3" h="27">
                      <a:moveTo>
                        <a:pt x="3" y="0"/>
                      </a:moveTo>
                      <a:lnTo>
                        <a:pt x="0" y="27"/>
                      </a:lnTo>
                      <a:lnTo>
                        <a:pt x="2" y="27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77" name=""/>
                <p:cNvSpPr/>
                <p:nvPr/>
              </p:nvSpPr>
              <p:spPr>
                <a:xfrm rot="0">
                  <a:off x="1854" y="362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78" name=""/>
                <p:cNvSpPr/>
                <p:nvPr/>
              </p:nvSpPr>
              <p:spPr>
                <a:xfrm rot="0">
                  <a:off x="1854" y="3606"/>
                  <a:ext cx="25" cy="19"/>
                </a:xfrm>
                <a:custGeom>
                  <a:avLst/>
                  <a:ahLst/>
                  <a:rect l="0" t="0" r="r" b="b"/>
                  <a:pathLst>
                    <a:path w="73" h="57">
                      <a:moveTo>
                        <a:pt x="2" y="0"/>
                      </a:moveTo>
                      <a:lnTo>
                        <a:pt x="1" y="26"/>
                      </a:lnTo>
                      <a:lnTo>
                        <a:pt x="0" y="53"/>
                      </a:lnTo>
                      <a:lnTo>
                        <a:pt x="71" y="57"/>
                      </a:lnTo>
                      <a:lnTo>
                        <a:pt x="72" y="31"/>
                      </a:lnTo>
                      <a:lnTo>
                        <a:pt x="73" y="5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79" name=""/>
                <p:cNvSpPr/>
                <p:nvPr/>
              </p:nvSpPr>
              <p:spPr>
                <a:xfrm rot="0">
                  <a:off x="1854" y="3606"/>
                  <a:ext cx="25" cy="19"/>
                </a:xfrm>
                <a:custGeom>
                  <a:avLst/>
                  <a:ahLst/>
                  <a:rect l="0" t="0" r="r" b="b"/>
                  <a:pathLst>
                    <a:path w="73" h="57">
                      <a:moveTo>
                        <a:pt x="2" y="0"/>
                      </a:moveTo>
                      <a:lnTo>
                        <a:pt x="1" y="26"/>
                      </a:lnTo>
                      <a:lnTo>
                        <a:pt x="0" y="53"/>
                      </a:lnTo>
                      <a:lnTo>
                        <a:pt x="71" y="57"/>
                      </a:lnTo>
                      <a:lnTo>
                        <a:pt x="72" y="31"/>
                      </a:lnTo>
                      <a:lnTo>
                        <a:pt x="73" y="5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80" name=""/>
                <p:cNvSpPr/>
                <p:nvPr/>
              </p:nvSpPr>
              <p:spPr>
                <a:xfrm rot="0">
                  <a:off x="1878" y="3616"/>
                  <a:ext cx="1" cy="9"/>
                </a:xfrm>
                <a:custGeom>
                  <a:avLst/>
                  <a:ahLst/>
                  <a:rect l="0" t="0" r="r" b="b"/>
                  <a:pathLst>
                    <a:path w="1" h="26">
                      <a:moveTo>
                        <a:pt x="1" y="0"/>
                      </a:move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81" name=""/>
                <p:cNvSpPr/>
                <p:nvPr/>
              </p:nvSpPr>
              <p:spPr>
                <a:xfrm rot="0">
                  <a:off x="1878" y="362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82" name=""/>
                <p:cNvSpPr/>
                <p:nvPr/>
              </p:nvSpPr>
              <p:spPr>
                <a:xfrm rot="0">
                  <a:off x="1878" y="3607"/>
                  <a:ext cx="24" cy="18"/>
                </a:xfrm>
                <a:custGeom>
                  <a:avLst/>
                  <a:ahLst/>
                  <a:rect l="0" t="0" r="r" b="b"/>
                  <a:pathLst>
                    <a:path w="73" h="54">
                      <a:moveTo>
                        <a:pt x="2" y="0"/>
                      </a:moveTo>
                      <a:lnTo>
                        <a:pt x="1" y="26"/>
                      </a:lnTo>
                      <a:lnTo>
                        <a:pt x="0" y="52"/>
                      </a:lnTo>
                      <a:lnTo>
                        <a:pt x="71" y="54"/>
                      </a:lnTo>
                      <a:lnTo>
                        <a:pt x="72" y="28"/>
                      </a:lnTo>
                      <a:lnTo>
                        <a:pt x="73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83" name=""/>
                <p:cNvSpPr/>
                <p:nvPr/>
              </p:nvSpPr>
              <p:spPr>
                <a:xfrm rot="0">
                  <a:off x="1878" y="3607"/>
                  <a:ext cx="24" cy="18"/>
                </a:xfrm>
                <a:custGeom>
                  <a:avLst/>
                  <a:ahLst/>
                  <a:rect l="0" t="0" r="r" b="b"/>
                  <a:pathLst>
                    <a:path w="73" h="54">
                      <a:moveTo>
                        <a:pt x="2" y="0"/>
                      </a:moveTo>
                      <a:lnTo>
                        <a:pt x="1" y="26"/>
                      </a:lnTo>
                      <a:lnTo>
                        <a:pt x="0" y="52"/>
                      </a:lnTo>
                      <a:lnTo>
                        <a:pt x="71" y="54"/>
                      </a:lnTo>
                      <a:lnTo>
                        <a:pt x="72" y="28"/>
                      </a:lnTo>
                      <a:lnTo>
                        <a:pt x="73" y="2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84" name=""/>
                <p:cNvSpPr/>
                <p:nvPr/>
              </p:nvSpPr>
              <p:spPr>
                <a:xfrm rot="0">
                  <a:off x="1902" y="3617"/>
                  <a:ext cx="1" cy="8"/>
                </a:xfrm>
                <a:custGeom>
                  <a:avLst/>
                  <a:ahLst/>
                  <a:rect l="0" t="0" r="r" b="b"/>
                  <a:pathLst>
                    <a:path w="2" h="26">
                      <a:moveTo>
                        <a:pt x="1" y="0"/>
                      </a:moveTo>
                      <a:lnTo>
                        <a:pt x="0" y="26"/>
                      </a:lnTo>
                      <a:lnTo>
                        <a:pt x="2" y="26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85" name=""/>
                <p:cNvSpPr/>
                <p:nvPr/>
              </p:nvSpPr>
              <p:spPr>
                <a:xfrm rot="0">
                  <a:off x="1902" y="362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86" name=""/>
                <p:cNvSpPr/>
                <p:nvPr/>
              </p:nvSpPr>
              <p:spPr>
                <a:xfrm rot="0">
                  <a:off x="1902" y="3607"/>
                  <a:ext cx="24" cy="18"/>
                </a:xfrm>
                <a:custGeom>
                  <a:avLst/>
                  <a:ahLst/>
                  <a:rect l="0" t="0" r="r" b="b"/>
                  <a:pathLst>
                    <a:path w="74" h="54">
                      <a:moveTo>
                        <a:pt x="0" y="2"/>
                      </a:moveTo>
                      <a:lnTo>
                        <a:pt x="1" y="28"/>
                      </a:lnTo>
                      <a:lnTo>
                        <a:pt x="2" y="54"/>
                      </a:lnTo>
                      <a:lnTo>
                        <a:pt x="74" y="52"/>
                      </a:lnTo>
                      <a:lnTo>
                        <a:pt x="73" y="26"/>
                      </a:lnTo>
                      <a:lnTo>
                        <a:pt x="72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87" name=""/>
                <p:cNvSpPr/>
                <p:nvPr/>
              </p:nvSpPr>
              <p:spPr>
                <a:xfrm rot="0">
                  <a:off x="1902" y="3607"/>
                  <a:ext cx="24" cy="18"/>
                </a:xfrm>
                <a:custGeom>
                  <a:avLst/>
                  <a:ahLst/>
                  <a:rect l="0" t="0" r="r" b="b"/>
                  <a:pathLst>
                    <a:path w="74" h="54">
                      <a:moveTo>
                        <a:pt x="0" y="2"/>
                      </a:moveTo>
                      <a:lnTo>
                        <a:pt x="1" y="28"/>
                      </a:lnTo>
                      <a:lnTo>
                        <a:pt x="2" y="54"/>
                      </a:lnTo>
                      <a:lnTo>
                        <a:pt x="74" y="52"/>
                      </a:lnTo>
                      <a:lnTo>
                        <a:pt x="73" y="26"/>
                      </a:lnTo>
                      <a:lnTo>
                        <a:pt x="72" y="0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88" name=""/>
                <p:cNvSpPr/>
                <p:nvPr/>
              </p:nvSpPr>
              <p:spPr>
                <a:xfrm rot="0">
                  <a:off x="1926" y="3616"/>
                  <a:ext cx="1" cy="9"/>
                </a:xfrm>
                <a:custGeom>
                  <a:avLst/>
                  <a:ahLst/>
                  <a:rect l="0" t="0" r="r" b="b"/>
                  <a:pathLst>
                    <a:path w="1" h="26">
                      <a:moveTo>
                        <a:pt x="0" y="0"/>
                      </a:moveTo>
                      <a:lnTo>
                        <a:pt x="1" y="26"/>
                      </a:lnTo>
                      <a:lnTo>
                        <a:pt x="1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89" name=""/>
                <p:cNvSpPr/>
                <p:nvPr/>
              </p:nvSpPr>
              <p:spPr>
                <a:xfrm rot="0">
                  <a:off x="1926" y="362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90" name=""/>
                <p:cNvSpPr/>
                <p:nvPr/>
              </p:nvSpPr>
              <p:spPr>
                <a:xfrm rot="0">
                  <a:off x="1926" y="3606"/>
                  <a:ext cx="24" cy="19"/>
                </a:xfrm>
                <a:custGeom>
                  <a:avLst/>
                  <a:ahLst/>
                  <a:rect l="0" t="0" r="r" b="b"/>
                  <a:pathLst>
                    <a:path w="73" h="57">
                      <a:moveTo>
                        <a:pt x="0" y="5"/>
                      </a:moveTo>
                      <a:lnTo>
                        <a:pt x="1" y="31"/>
                      </a:lnTo>
                      <a:lnTo>
                        <a:pt x="2" y="57"/>
                      </a:lnTo>
                      <a:lnTo>
                        <a:pt x="73" y="53"/>
                      </a:lnTo>
                      <a:lnTo>
                        <a:pt x="72" y="26"/>
                      </a:lnTo>
                      <a:lnTo>
                        <a:pt x="70" y="0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91" name=""/>
                <p:cNvSpPr/>
                <p:nvPr/>
              </p:nvSpPr>
              <p:spPr>
                <a:xfrm rot="0">
                  <a:off x="1926" y="3606"/>
                  <a:ext cx="24" cy="19"/>
                </a:xfrm>
                <a:custGeom>
                  <a:avLst/>
                  <a:ahLst/>
                  <a:rect l="0" t="0" r="r" b="b"/>
                  <a:pathLst>
                    <a:path w="73" h="57">
                      <a:moveTo>
                        <a:pt x="0" y="5"/>
                      </a:moveTo>
                      <a:lnTo>
                        <a:pt x="1" y="31"/>
                      </a:lnTo>
                      <a:lnTo>
                        <a:pt x="2" y="57"/>
                      </a:lnTo>
                      <a:lnTo>
                        <a:pt x="73" y="53"/>
                      </a:lnTo>
                      <a:lnTo>
                        <a:pt x="72" y="26"/>
                      </a:lnTo>
                      <a:lnTo>
                        <a:pt x="7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92" name=""/>
                <p:cNvSpPr/>
                <p:nvPr/>
              </p:nvSpPr>
              <p:spPr>
                <a:xfrm rot="0">
                  <a:off x="1950" y="3614"/>
                  <a:ext cx="1" cy="9"/>
                </a:xfrm>
                <a:custGeom>
                  <a:avLst/>
                  <a:ahLst/>
                  <a:rect l="0" t="0" r="r" b="b"/>
                  <a:pathLst>
                    <a:path w="3" h="27">
                      <a:moveTo>
                        <a:pt x="0" y="0"/>
                      </a:moveTo>
                      <a:lnTo>
                        <a:pt x="1" y="27"/>
                      </a:lnTo>
                      <a:lnTo>
                        <a:pt x="3" y="2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93" name=""/>
                <p:cNvSpPr/>
                <p:nvPr/>
              </p:nvSpPr>
              <p:spPr>
                <a:xfrm rot="0">
                  <a:off x="1950" y="362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94" name=""/>
                <p:cNvSpPr/>
                <p:nvPr/>
              </p:nvSpPr>
              <p:spPr>
                <a:xfrm rot="0">
                  <a:off x="1948" y="3603"/>
                  <a:ext cx="26" cy="20"/>
                </a:xfrm>
                <a:custGeom>
                  <a:avLst/>
                  <a:ahLst/>
                  <a:rect l="0" t="0" r="r" b="b"/>
                  <a:pathLst>
                    <a:path w="78" h="61">
                      <a:moveTo>
                        <a:pt x="0" y="8"/>
                      </a:moveTo>
                      <a:lnTo>
                        <a:pt x="4" y="34"/>
                      </a:lnTo>
                      <a:lnTo>
                        <a:pt x="7" y="61"/>
                      </a:lnTo>
                      <a:lnTo>
                        <a:pt x="78" y="52"/>
                      </a:lnTo>
                      <a:lnTo>
                        <a:pt x="74" y="26"/>
                      </a:lnTo>
                      <a:lnTo>
                        <a:pt x="71" y="0"/>
                      </a:lnTo>
                      <a:lnTo>
                        <a:pt x="0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95" name=""/>
                <p:cNvSpPr/>
                <p:nvPr/>
              </p:nvSpPr>
              <p:spPr>
                <a:xfrm rot="0">
                  <a:off x="1948" y="3603"/>
                  <a:ext cx="26" cy="20"/>
                </a:xfrm>
                <a:custGeom>
                  <a:avLst/>
                  <a:ahLst/>
                  <a:rect l="0" t="0" r="r" b="b"/>
                  <a:pathLst>
                    <a:path w="78" h="61">
                      <a:moveTo>
                        <a:pt x="0" y="8"/>
                      </a:moveTo>
                      <a:lnTo>
                        <a:pt x="4" y="34"/>
                      </a:lnTo>
                      <a:lnTo>
                        <a:pt x="7" y="61"/>
                      </a:lnTo>
                      <a:lnTo>
                        <a:pt x="78" y="52"/>
                      </a:lnTo>
                      <a:lnTo>
                        <a:pt x="74" y="26"/>
                      </a:lnTo>
                      <a:lnTo>
                        <a:pt x="71" y="0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96" name=""/>
                <p:cNvSpPr/>
                <p:nvPr/>
              </p:nvSpPr>
              <p:spPr>
                <a:xfrm rot="0">
                  <a:off x="1973" y="3612"/>
                  <a:ext cx="2" cy="8"/>
                </a:xfrm>
                <a:custGeom>
                  <a:avLst/>
                  <a:ahLst/>
                  <a:rect l="0" t="0" r="r" b="b"/>
                  <a:pathLst>
                    <a:path w="5" h="26">
                      <a:moveTo>
                        <a:pt x="0" y="0"/>
                      </a:moveTo>
                      <a:lnTo>
                        <a:pt x="4" y="26"/>
                      </a:lnTo>
                      <a:lnTo>
                        <a:pt x="5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97" name=""/>
                <p:cNvSpPr/>
                <p:nvPr/>
              </p:nvSpPr>
              <p:spPr>
                <a:xfrm rot="0">
                  <a:off x="1974" y="362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198" name=""/>
                <p:cNvSpPr/>
                <p:nvPr/>
              </p:nvSpPr>
              <p:spPr>
                <a:xfrm rot="0">
                  <a:off x="1972" y="3599"/>
                  <a:ext cx="26" cy="21"/>
                </a:xfrm>
                <a:custGeom>
                  <a:avLst/>
                  <a:ahLst/>
                  <a:rect l="0" t="0" r="r" b="b"/>
                  <a:pathLst>
                    <a:path w="79" h="63">
                      <a:moveTo>
                        <a:pt x="0" y="11"/>
                      </a:moveTo>
                      <a:lnTo>
                        <a:pt x="4" y="37"/>
                      </a:lnTo>
                      <a:lnTo>
                        <a:pt x="9" y="63"/>
                      </a:lnTo>
                      <a:lnTo>
                        <a:pt x="79" y="52"/>
                      </a:lnTo>
                      <a:lnTo>
                        <a:pt x="75" y="26"/>
                      </a:lnTo>
                      <a:lnTo>
                        <a:pt x="71" y="0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199" name=""/>
                <p:cNvSpPr/>
                <p:nvPr/>
              </p:nvSpPr>
              <p:spPr>
                <a:xfrm rot="0">
                  <a:off x="1972" y="3599"/>
                  <a:ext cx="26" cy="21"/>
                </a:xfrm>
                <a:custGeom>
                  <a:avLst/>
                  <a:ahLst/>
                  <a:rect l="0" t="0" r="r" b="b"/>
                  <a:pathLst>
                    <a:path w="79" h="63">
                      <a:moveTo>
                        <a:pt x="0" y="11"/>
                      </a:moveTo>
                      <a:lnTo>
                        <a:pt x="4" y="37"/>
                      </a:lnTo>
                      <a:lnTo>
                        <a:pt x="9" y="63"/>
                      </a:lnTo>
                      <a:lnTo>
                        <a:pt x="79" y="52"/>
                      </a:lnTo>
                      <a:lnTo>
                        <a:pt x="75" y="26"/>
                      </a:lnTo>
                      <a:lnTo>
                        <a:pt x="71" y="0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00" name=""/>
                <p:cNvSpPr/>
                <p:nvPr/>
              </p:nvSpPr>
              <p:spPr>
                <a:xfrm rot="0">
                  <a:off x="1997" y="3608"/>
                  <a:ext cx="2" cy="9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0" y="0"/>
                      </a:moveTo>
                      <a:lnTo>
                        <a:pt x="4" y="26"/>
                      </a:lnTo>
                      <a:lnTo>
                        <a:pt x="6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01" name=""/>
                <p:cNvSpPr/>
                <p:nvPr/>
              </p:nvSpPr>
              <p:spPr>
                <a:xfrm rot="0">
                  <a:off x="1998" y="361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02" name=""/>
                <p:cNvSpPr/>
                <p:nvPr/>
              </p:nvSpPr>
              <p:spPr>
                <a:xfrm rot="0">
                  <a:off x="1995" y="3595"/>
                  <a:ext cx="27" cy="22"/>
                </a:xfrm>
                <a:custGeom>
                  <a:avLst/>
                  <a:ahLst/>
                  <a:rect l="0" t="0" r="r" b="b"/>
                  <a:pathLst>
                    <a:path w="80" h="66">
                      <a:moveTo>
                        <a:pt x="0" y="14"/>
                      </a:moveTo>
                      <a:lnTo>
                        <a:pt x="5" y="40"/>
                      </a:lnTo>
                      <a:lnTo>
                        <a:pt x="11" y="66"/>
                      </a:lnTo>
                      <a:lnTo>
                        <a:pt x="80" y="52"/>
                      </a:lnTo>
                      <a:lnTo>
                        <a:pt x="75" y="26"/>
                      </a:lnTo>
                      <a:lnTo>
                        <a:pt x="70" y="0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03" name=""/>
                <p:cNvSpPr/>
                <p:nvPr/>
              </p:nvSpPr>
              <p:spPr>
                <a:xfrm rot="0">
                  <a:off x="1995" y="3595"/>
                  <a:ext cx="27" cy="22"/>
                </a:xfrm>
                <a:custGeom>
                  <a:avLst/>
                  <a:ahLst/>
                  <a:rect l="0" t="0" r="r" b="b"/>
                  <a:pathLst>
                    <a:path w="80" h="66">
                      <a:moveTo>
                        <a:pt x="0" y="14"/>
                      </a:moveTo>
                      <a:lnTo>
                        <a:pt x="5" y="40"/>
                      </a:lnTo>
                      <a:lnTo>
                        <a:pt x="11" y="66"/>
                      </a:lnTo>
                      <a:lnTo>
                        <a:pt x="80" y="52"/>
                      </a:lnTo>
                      <a:lnTo>
                        <a:pt x="75" y="26"/>
                      </a:lnTo>
                      <a:lnTo>
                        <a:pt x="70" y="0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04" name=""/>
                <p:cNvSpPr/>
                <p:nvPr/>
              </p:nvSpPr>
              <p:spPr>
                <a:xfrm rot="0">
                  <a:off x="2020" y="3603"/>
                  <a:ext cx="2" cy="9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0" y="0"/>
                      </a:moveTo>
                      <a:lnTo>
                        <a:pt x="5" y="26"/>
                      </a:lnTo>
                      <a:lnTo>
                        <a:pt x="6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05" name=""/>
                <p:cNvSpPr/>
                <p:nvPr/>
              </p:nvSpPr>
              <p:spPr>
                <a:xfrm rot="0">
                  <a:off x="2022" y="36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06" name=""/>
                <p:cNvSpPr/>
                <p:nvPr/>
              </p:nvSpPr>
              <p:spPr>
                <a:xfrm rot="0">
                  <a:off x="2018" y="3589"/>
                  <a:ext cx="27" cy="23"/>
                </a:xfrm>
                <a:custGeom>
                  <a:avLst/>
                  <a:ahLst/>
                  <a:rect l="0" t="0" r="r" b="b"/>
                  <a:pathLst>
                    <a:path w="81" h="70">
                      <a:moveTo>
                        <a:pt x="0" y="18"/>
                      </a:moveTo>
                      <a:lnTo>
                        <a:pt x="6" y="44"/>
                      </a:lnTo>
                      <a:lnTo>
                        <a:pt x="12" y="70"/>
                      </a:lnTo>
                      <a:lnTo>
                        <a:pt x="81" y="52"/>
                      </a:lnTo>
                      <a:lnTo>
                        <a:pt x="75" y="26"/>
                      </a:lnTo>
                      <a:lnTo>
                        <a:pt x="69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07" name=""/>
                <p:cNvSpPr/>
                <p:nvPr/>
              </p:nvSpPr>
              <p:spPr>
                <a:xfrm rot="0">
                  <a:off x="2018" y="3589"/>
                  <a:ext cx="27" cy="23"/>
                </a:xfrm>
                <a:custGeom>
                  <a:avLst/>
                  <a:ahLst/>
                  <a:rect l="0" t="0" r="r" b="b"/>
                  <a:pathLst>
                    <a:path w="81" h="70">
                      <a:moveTo>
                        <a:pt x="0" y="18"/>
                      </a:moveTo>
                      <a:lnTo>
                        <a:pt x="6" y="44"/>
                      </a:lnTo>
                      <a:lnTo>
                        <a:pt x="12" y="70"/>
                      </a:lnTo>
                      <a:lnTo>
                        <a:pt x="81" y="52"/>
                      </a:lnTo>
                      <a:lnTo>
                        <a:pt x="75" y="26"/>
                      </a:lnTo>
                      <a:lnTo>
                        <a:pt x="69" y="0"/>
                      </a:lnTo>
                      <a:lnTo>
                        <a:pt x="0" y="1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08" name=""/>
                <p:cNvSpPr/>
                <p:nvPr/>
              </p:nvSpPr>
              <p:spPr>
                <a:xfrm rot="0">
                  <a:off x="2043" y="3597"/>
                  <a:ext cx="2" cy="9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0" y="0"/>
                      </a:moveTo>
                      <a:lnTo>
                        <a:pt x="6" y="26"/>
                      </a:lnTo>
                      <a:lnTo>
                        <a:pt x="7" y="2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09" name=""/>
                <p:cNvSpPr/>
                <p:nvPr/>
              </p:nvSpPr>
              <p:spPr>
                <a:xfrm rot="0" flipV="1">
                  <a:off x="2045" y="360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10" name=""/>
                <p:cNvSpPr/>
                <p:nvPr/>
              </p:nvSpPr>
              <p:spPr>
                <a:xfrm rot="0">
                  <a:off x="2041" y="3582"/>
                  <a:ext cx="27" cy="24"/>
                </a:xfrm>
                <a:custGeom>
                  <a:avLst/>
                  <a:ahLst/>
                  <a:rect l="0" t="0" r="r" b="b"/>
                  <a:pathLst>
                    <a:path w="83" h="70">
                      <a:moveTo>
                        <a:pt x="0" y="20"/>
                      </a:moveTo>
                      <a:lnTo>
                        <a:pt x="7" y="45"/>
                      </a:lnTo>
                      <a:lnTo>
                        <a:pt x="14" y="70"/>
                      </a:lnTo>
                      <a:lnTo>
                        <a:pt x="83" y="50"/>
                      </a:lnTo>
                      <a:lnTo>
                        <a:pt x="76" y="25"/>
                      </a:lnTo>
                      <a:lnTo>
                        <a:pt x="69" y="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11" name=""/>
                <p:cNvSpPr/>
                <p:nvPr/>
              </p:nvSpPr>
              <p:spPr>
                <a:xfrm rot="0">
                  <a:off x="2041" y="3582"/>
                  <a:ext cx="27" cy="24"/>
                </a:xfrm>
                <a:custGeom>
                  <a:avLst/>
                  <a:ahLst/>
                  <a:rect l="0" t="0" r="r" b="b"/>
                  <a:pathLst>
                    <a:path w="83" h="70">
                      <a:moveTo>
                        <a:pt x="0" y="20"/>
                      </a:moveTo>
                      <a:lnTo>
                        <a:pt x="7" y="45"/>
                      </a:lnTo>
                      <a:lnTo>
                        <a:pt x="14" y="70"/>
                      </a:lnTo>
                      <a:lnTo>
                        <a:pt x="83" y="50"/>
                      </a:lnTo>
                      <a:lnTo>
                        <a:pt x="76" y="25"/>
                      </a:lnTo>
                      <a:lnTo>
                        <a:pt x="69" y="0"/>
                      </a:lnTo>
                      <a:lnTo>
                        <a:pt x="0" y="2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12" name=""/>
                <p:cNvSpPr/>
                <p:nvPr/>
              </p:nvSpPr>
              <p:spPr>
                <a:xfrm rot="0">
                  <a:off x="2066" y="3591"/>
                  <a:ext cx="3" cy="8"/>
                </a:xfrm>
                <a:custGeom>
                  <a:avLst/>
                  <a:ahLst/>
                  <a:rect l="0" t="0" r="r" b="b"/>
                  <a:pathLst>
                    <a:path w="8" h="25">
                      <a:moveTo>
                        <a:pt x="0" y="0"/>
                      </a:moveTo>
                      <a:lnTo>
                        <a:pt x="7" y="25"/>
                      </a:lnTo>
                      <a:lnTo>
                        <a:pt x="8" y="2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13" name=""/>
                <p:cNvSpPr/>
                <p:nvPr/>
              </p:nvSpPr>
              <p:spPr>
                <a:xfrm rot="0">
                  <a:off x="2068" y="359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14" name=""/>
                <p:cNvSpPr/>
                <p:nvPr/>
              </p:nvSpPr>
              <p:spPr>
                <a:xfrm rot="0">
                  <a:off x="2063" y="3575"/>
                  <a:ext cx="28" cy="24"/>
                </a:xfrm>
                <a:custGeom>
                  <a:avLst/>
                  <a:ahLst/>
                  <a:rect l="0" t="0" r="r" b="b"/>
                  <a:pathLst>
                    <a:path w="84" h="73">
                      <a:moveTo>
                        <a:pt x="0" y="23"/>
                      </a:moveTo>
                      <a:lnTo>
                        <a:pt x="9" y="48"/>
                      </a:lnTo>
                      <a:lnTo>
                        <a:pt x="17" y="73"/>
                      </a:lnTo>
                      <a:lnTo>
                        <a:pt x="84" y="50"/>
                      </a:lnTo>
                      <a:lnTo>
                        <a:pt x="76" y="25"/>
                      </a:lnTo>
                      <a:lnTo>
                        <a:pt x="67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15" name=""/>
                <p:cNvSpPr/>
                <p:nvPr/>
              </p:nvSpPr>
              <p:spPr>
                <a:xfrm rot="0">
                  <a:off x="2063" y="3575"/>
                  <a:ext cx="28" cy="24"/>
                </a:xfrm>
                <a:custGeom>
                  <a:avLst/>
                  <a:ahLst/>
                  <a:rect l="0" t="0" r="r" b="b"/>
                  <a:pathLst>
                    <a:path w="84" h="73">
                      <a:moveTo>
                        <a:pt x="0" y="23"/>
                      </a:moveTo>
                      <a:lnTo>
                        <a:pt x="9" y="48"/>
                      </a:lnTo>
                      <a:lnTo>
                        <a:pt x="17" y="73"/>
                      </a:lnTo>
                      <a:lnTo>
                        <a:pt x="84" y="50"/>
                      </a:lnTo>
                      <a:lnTo>
                        <a:pt x="76" y="25"/>
                      </a:lnTo>
                      <a:lnTo>
                        <a:pt x="67" y="0"/>
                      </a:lnTo>
                      <a:lnTo>
                        <a:pt x="0" y="2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16" name=""/>
                <p:cNvSpPr/>
                <p:nvPr/>
              </p:nvSpPr>
              <p:spPr>
                <a:xfrm rot="0">
                  <a:off x="2088" y="3583"/>
                  <a:ext cx="4" cy="8"/>
                </a:xfrm>
                <a:custGeom>
                  <a:avLst/>
                  <a:ahLst/>
                  <a:rect l="0" t="0" r="r" b="b"/>
                  <a:pathLst>
                    <a:path w="10" h="25">
                      <a:moveTo>
                        <a:pt x="0" y="0"/>
                      </a:moveTo>
                      <a:lnTo>
                        <a:pt x="8" y="25"/>
                      </a:lnTo>
                      <a:lnTo>
                        <a:pt x="10" y="2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17" name=""/>
                <p:cNvSpPr/>
                <p:nvPr/>
              </p:nvSpPr>
              <p:spPr>
                <a:xfrm rot="0">
                  <a:off x="2091" y="359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18" name=""/>
                <p:cNvSpPr/>
                <p:nvPr/>
              </p:nvSpPr>
              <p:spPr>
                <a:xfrm rot="0">
                  <a:off x="2085" y="3565"/>
                  <a:ext cx="29" cy="26"/>
                </a:xfrm>
                <a:custGeom>
                  <a:avLst/>
                  <a:ahLst/>
                  <a:rect l="0" t="0" r="r" b="b"/>
                  <a:pathLst>
                    <a:path w="88" h="78">
                      <a:moveTo>
                        <a:pt x="0" y="28"/>
                      </a:moveTo>
                      <a:lnTo>
                        <a:pt x="11" y="53"/>
                      </a:lnTo>
                      <a:lnTo>
                        <a:pt x="21" y="78"/>
                      </a:lnTo>
                      <a:lnTo>
                        <a:pt x="88" y="51"/>
                      </a:lnTo>
                      <a:lnTo>
                        <a:pt x="77" y="25"/>
                      </a:lnTo>
                      <a:lnTo>
                        <a:pt x="67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19" name=""/>
                <p:cNvSpPr/>
                <p:nvPr/>
              </p:nvSpPr>
              <p:spPr>
                <a:xfrm rot="0">
                  <a:off x="2085" y="3565"/>
                  <a:ext cx="29" cy="26"/>
                </a:xfrm>
                <a:custGeom>
                  <a:avLst/>
                  <a:ahLst/>
                  <a:rect l="0" t="0" r="r" b="b"/>
                  <a:pathLst>
                    <a:path w="88" h="78">
                      <a:moveTo>
                        <a:pt x="0" y="28"/>
                      </a:moveTo>
                      <a:lnTo>
                        <a:pt x="11" y="53"/>
                      </a:lnTo>
                      <a:lnTo>
                        <a:pt x="21" y="78"/>
                      </a:lnTo>
                      <a:lnTo>
                        <a:pt x="88" y="51"/>
                      </a:lnTo>
                      <a:lnTo>
                        <a:pt x="77" y="25"/>
                      </a:lnTo>
                      <a:lnTo>
                        <a:pt x="67" y="0"/>
                      </a:lnTo>
                      <a:lnTo>
                        <a:pt x="0" y="2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20" name=""/>
                <p:cNvSpPr/>
                <p:nvPr/>
              </p:nvSpPr>
              <p:spPr>
                <a:xfrm rot="0">
                  <a:off x="2110" y="3574"/>
                  <a:ext cx="4" cy="8"/>
                </a:xfrm>
                <a:custGeom>
                  <a:avLst/>
                  <a:ahLst/>
                  <a:rect l="0" t="0" r="r" b="b"/>
                  <a:pathLst>
                    <a:path w="11" h="26">
                      <a:moveTo>
                        <a:pt x="0" y="0"/>
                      </a:moveTo>
                      <a:lnTo>
                        <a:pt x="11" y="26"/>
                      </a:lnTo>
                      <a:lnTo>
                        <a:pt x="11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21" name=""/>
                <p:cNvSpPr/>
                <p:nvPr/>
              </p:nvSpPr>
              <p:spPr>
                <a:xfrm rot="0" flipV="1">
                  <a:off x="2114" y="35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22" name=""/>
                <p:cNvSpPr/>
                <p:nvPr/>
              </p:nvSpPr>
              <p:spPr>
                <a:xfrm rot="0">
                  <a:off x="2107" y="3556"/>
                  <a:ext cx="28" cy="26"/>
                </a:xfrm>
                <a:custGeom>
                  <a:avLst/>
                  <a:ahLst/>
                  <a:rect l="0" t="0" r="r" b="b"/>
                  <a:pathLst>
                    <a:path w="85" h="77">
                      <a:moveTo>
                        <a:pt x="0" y="29"/>
                      </a:moveTo>
                      <a:lnTo>
                        <a:pt x="10" y="53"/>
                      </a:lnTo>
                      <a:lnTo>
                        <a:pt x="21" y="77"/>
                      </a:lnTo>
                      <a:lnTo>
                        <a:pt x="85" y="48"/>
                      </a:lnTo>
                      <a:lnTo>
                        <a:pt x="75" y="24"/>
                      </a:lnTo>
                      <a:lnTo>
                        <a:pt x="64" y="0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23" name=""/>
                <p:cNvSpPr/>
                <p:nvPr/>
              </p:nvSpPr>
              <p:spPr>
                <a:xfrm rot="0">
                  <a:off x="2107" y="3556"/>
                  <a:ext cx="28" cy="26"/>
                </a:xfrm>
                <a:custGeom>
                  <a:avLst/>
                  <a:ahLst/>
                  <a:rect l="0" t="0" r="r" b="b"/>
                  <a:pathLst>
                    <a:path w="85" h="77">
                      <a:moveTo>
                        <a:pt x="0" y="29"/>
                      </a:moveTo>
                      <a:lnTo>
                        <a:pt x="10" y="53"/>
                      </a:lnTo>
                      <a:lnTo>
                        <a:pt x="21" y="77"/>
                      </a:lnTo>
                      <a:lnTo>
                        <a:pt x="85" y="48"/>
                      </a:lnTo>
                      <a:lnTo>
                        <a:pt x="75" y="24"/>
                      </a:lnTo>
                      <a:lnTo>
                        <a:pt x="64" y="0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24" name=""/>
                <p:cNvSpPr/>
                <p:nvPr/>
              </p:nvSpPr>
              <p:spPr>
                <a:xfrm rot="0">
                  <a:off x="2132" y="3564"/>
                  <a:ext cx="4" cy="8"/>
                </a:xfrm>
                <a:custGeom>
                  <a:avLst/>
                  <a:ahLst/>
                  <a:rect l="0" t="0" r="r" b="b"/>
                  <a:pathLst>
                    <a:path w="12" h="24">
                      <a:moveTo>
                        <a:pt x="0" y="0"/>
                      </a:moveTo>
                      <a:lnTo>
                        <a:pt x="10" y="24"/>
                      </a:lnTo>
                      <a:lnTo>
                        <a:pt x="12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25" name=""/>
                <p:cNvSpPr/>
                <p:nvPr/>
              </p:nvSpPr>
              <p:spPr>
                <a:xfrm rot="0">
                  <a:off x="2135" y="357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26" name=""/>
                <p:cNvSpPr/>
                <p:nvPr/>
              </p:nvSpPr>
              <p:spPr>
                <a:xfrm rot="0">
                  <a:off x="2128" y="3545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0">
                      <a:moveTo>
                        <a:pt x="0" y="32"/>
                      </a:moveTo>
                      <a:lnTo>
                        <a:pt x="13" y="56"/>
                      </a:lnTo>
                      <a:lnTo>
                        <a:pt x="25" y="80"/>
                      </a:lnTo>
                      <a:lnTo>
                        <a:pt x="89" y="48"/>
                      </a:lnTo>
                      <a:lnTo>
                        <a:pt x="77" y="24"/>
                      </a:lnTo>
                      <a:lnTo>
                        <a:pt x="64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27" name=""/>
                <p:cNvSpPr/>
                <p:nvPr/>
              </p:nvSpPr>
              <p:spPr>
                <a:xfrm rot="0">
                  <a:off x="2128" y="3545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0">
                      <a:moveTo>
                        <a:pt x="0" y="32"/>
                      </a:moveTo>
                      <a:lnTo>
                        <a:pt x="13" y="56"/>
                      </a:lnTo>
                      <a:lnTo>
                        <a:pt x="25" y="80"/>
                      </a:lnTo>
                      <a:lnTo>
                        <a:pt x="89" y="48"/>
                      </a:lnTo>
                      <a:lnTo>
                        <a:pt x="77" y="24"/>
                      </a:lnTo>
                      <a:lnTo>
                        <a:pt x="64" y="0"/>
                      </a:lnTo>
                      <a:lnTo>
                        <a:pt x="0" y="3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28" name=""/>
                <p:cNvSpPr/>
                <p:nvPr/>
              </p:nvSpPr>
              <p:spPr>
                <a:xfrm rot="0">
                  <a:off x="2153" y="3553"/>
                  <a:ext cx="5" cy="8"/>
                </a:xfrm>
                <a:custGeom>
                  <a:avLst/>
                  <a:ahLst/>
                  <a:rect l="0" t="0" r="r" b="b"/>
                  <a:pathLst>
                    <a:path w="13" h="24">
                      <a:moveTo>
                        <a:pt x="0" y="0"/>
                      </a:moveTo>
                      <a:lnTo>
                        <a:pt x="12" y="24"/>
                      </a:lnTo>
                      <a:lnTo>
                        <a:pt x="13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29" name=""/>
                <p:cNvSpPr/>
                <p:nvPr/>
              </p:nvSpPr>
              <p:spPr>
                <a:xfrm rot="0" flipV="1">
                  <a:off x="2157" y="356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30" name=""/>
                <p:cNvSpPr/>
                <p:nvPr/>
              </p:nvSpPr>
              <p:spPr>
                <a:xfrm rot="0">
                  <a:off x="2149" y="3534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1">
                      <a:moveTo>
                        <a:pt x="0" y="35"/>
                      </a:moveTo>
                      <a:lnTo>
                        <a:pt x="14" y="58"/>
                      </a:lnTo>
                      <a:lnTo>
                        <a:pt x="27" y="81"/>
                      </a:lnTo>
                      <a:lnTo>
                        <a:pt x="89" y="45"/>
                      </a:lnTo>
                      <a:lnTo>
                        <a:pt x="75" y="23"/>
                      </a:lnTo>
                      <a:lnTo>
                        <a:pt x="61" y="0"/>
                      </a:lnTo>
                      <a:lnTo>
                        <a:pt x="0" y="3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31" name=""/>
                <p:cNvSpPr/>
                <p:nvPr/>
              </p:nvSpPr>
              <p:spPr>
                <a:xfrm rot="0">
                  <a:off x="2149" y="3534"/>
                  <a:ext cx="29" cy="27"/>
                </a:xfrm>
                <a:custGeom>
                  <a:avLst/>
                  <a:ahLst/>
                  <a:rect l="0" t="0" r="r" b="b"/>
                  <a:pathLst>
                    <a:path w="89" h="81">
                      <a:moveTo>
                        <a:pt x="0" y="35"/>
                      </a:moveTo>
                      <a:lnTo>
                        <a:pt x="14" y="58"/>
                      </a:lnTo>
                      <a:lnTo>
                        <a:pt x="27" y="81"/>
                      </a:lnTo>
                      <a:lnTo>
                        <a:pt x="89" y="45"/>
                      </a:lnTo>
                      <a:lnTo>
                        <a:pt x="75" y="23"/>
                      </a:lnTo>
                      <a:lnTo>
                        <a:pt x="61" y="0"/>
                      </a:lnTo>
                      <a:lnTo>
                        <a:pt x="0" y="3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32" name=""/>
                <p:cNvSpPr/>
                <p:nvPr/>
              </p:nvSpPr>
              <p:spPr>
                <a:xfrm rot="0">
                  <a:off x="2174" y="3542"/>
                  <a:ext cx="5" cy="7"/>
                </a:xfrm>
                <a:custGeom>
                  <a:avLst/>
                  <a:ahLst/>
                  <a:rect l="0" t="0" r="r" b="b"/>
                  <a:pathLst>
                    <a:path w="15" h="22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15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33" name=""/>
                <p:cNvSpPr/>
                <p:nvPr/>
              </p:nvSpPr>
              <p:spPr>
                <a:xfrm rot="0" flipV="1">
                  <a:off x="2178" y="354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34" name=""/>
                <p:cNvSpPr/>
                <p:nvPr/>
              </p:nvSpPr>
              <p:spPr>
                <a:xfrm rot="0">
                  <a:off x="2169" y="3521"/>
                  <a:ext cx="30" cy="28"/>
                </a:xfrm>
                <a:custGeom>
                  <a:avLst/>
                  <a:ahLst/>
                  <a:rect l="0" t="0" r="r" b="b"/>
                  <a:pathLst>
                    <a:path w="90" h="82">
                      <a:moveTo>
                        <a:pt x="0" y="39"/>
                      </a:moveTo>
                      <a:lnTo>
                        <a:pt x="15" y="61"/>
                      </a:lnTo>
                      <a:lnTo>
                        <a:pt x="30" y="82"/>
                      </a:lnTo>
                      <a:lnTo>
                        <a:pt x="90" y="44"/>
                      </a:lnTo>
                      <a:lnTo>
                        <a:pt x="75" y="22"/>
                      </a:lnTo>
                      <a:lnTo>
                        <a:pt x="61" y="0"/>
                      </a:lnTo>
                      <a:lnTo>
                        <a:pt x="0" y="3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35" name=""/>
                <p:cNvSpPr/>
                <p:nvPr/>
              </p:nvSpPr>
              <p:spPr>
                <a:xfrm rot="0">
                  <a:off x="2169" y="3521"/>
                  <a:ext cx="30" cy="28"/>
                </a:xfrm>
                <a:custGeom>
                  <a:avLst/>
                  <a:ahLst/>
                  <a:rect l="0" t="0" r="r" b="b"/>
                  <a:pathLst>
                    <a:path w="90" h="82">
                      <a:moveTo>
                        <a:pt x="0" y="39"/>
                      </a:moveTo>
                      <a:lnTo>
                        <a:pt x="15" y="61"/>
                      </a:lnTo>
                      <a:lnTo>
                        <a:pt x="30" y="82"/>
                      </a:lnTo>
                      <a:lnTo>
                        <a:pt x="90" y="44"/>
                      </a:lnTo>
                      <a:lnTo>
                        <a:pt x="75" y="22"/>
                      </a:lnTo>
                      <a:lnTo>
                        <a:pt x="61" y="0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36" name=""/>
                <p:cNvSpPr/>
                <p:nvPr/>
              </p:nvSpPr>
              <p:spPr>
                <a:xfrm rot="0">
                  <a:off x="2194" y="3529"/>
                  <a:ext cx="5" cy="7"/>
                </a:xfrm>
                <a:custGeom>
                  <a:avLst/>
                  <a:ahLst/>
                  <a:rect l="0" t="0" r="r" b="b"/>
                  <a:pathLst>
                    <a:path w="15" h="22">
                      <a:moveTo>
                        <a:pt x="0" y="0"/>
                      </a:moveTo>
                      <a:lnTo>
                        <a:pt x="15" y="22"/>
                      </a:lnTo>
                      <a:lnTo>
                        <a:pt x="15" y="2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37" name=""/>
                <p:cNvSpPr/>
                <p:nvPr/>
              </p:nvSpPr>
              <p:spPr>
                <a:xfrm rot="0">
                  <a:off x="2199" y="353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38" name=""/>
                <p:cNvSpPr/>
                <p:nvPr/>
              </p:nvSpPr>
              <p:spPr>
                <a:xfrm rot="0">
                  <a:off x="2189" y="3508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0" y="41"/>
                      </a:moveTo>
                      <a:lnTo>
                        <a:pt x="14" y="63"/>
                      </a:lnTo>
                      <a:lnTo>
                        <a:pt x="29" y="85"/>
                      </a:lnTo>
                      <a:lnTo>
                        <a:pt x="89" y="44"/>
                      </a:lnTo>
                      <a:lnTo>
                        <a:pt x="74" y="22"/>
                      </a:lnTo>
                      <a:lnTo>
                        <a:pt x="59" y="0"/>
                      </a:lnTo>
                      <a:lnTo>
                        <a:pt x="0" y="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39" name=""/>
                <p:cNvSpPr/>
                <p:nvPr/>
              </p:nvSpPr>
              <p:spPr>
                <a:xfrm rot="0">
                  <a:off x="2189" y="3508"/>
                  <a:ext cx="30" cy="28"/>
                </a:xfrm>
                <a:custGeom>
                  <a:avLst/>
                  <a:ahLst/>
                  <a:rect l="0" t="0" r="r" b="b"/>
                  <a:pathLst>
                    <a:path w="89" h="85">
                      <a:moveTo>
                        <a:pt x="0" y="41"/>
                      </a:moveTo>
                      <a:lnTo>
                        <a:pt x="14" y="63"/>
                      </a:lnTo>
                      <a:lnTo>
                        <a:pt x="29" y="85"/>
                      </a:lnTo>
                      <a:lnTo>
                        <a:pt x="89" y="44"/>
                      </a:lnTo>
                      <a:lnTo>
                        <a:pt x="74" y="22"/>
                      </a:lnTo>
                      <a:lnTo>
                        <a:pt x="59" y="0"/>
                      </a:lnTo>
                      <a:lnTo>
                        <a:pt x="0" y="4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40" name=""/>
                <p:cNvSpPr/>
                <p:nvPr/>
              </p:nvSpPr>
              <p:spPr>
                <a:xfrm rot="0">
                  <a:off x="2214" y="3515"/>
                  <a:ext cx="5" cy="7"/>
                </a:xfrm>
                <a:custGeom>
                  <a:avLst/>
                  <a:ahLst/>
                  <a:rect l="0" t="0" r="r" b="b"/>
                  <a:pathLst>
                    <a:path w="16" h="22">
                      <a:moveTo>
                        <a:pt x="0" y="0"/>
                      </a:moveTo>
                      <a:lnTo>
                        <a:pt x="15" y="22"/>
                      </a:lnTo>
                      <a:lnTo>
                        <a:pt x="16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41" name=""/>
                <p:cNvSpPr/>
                <p:nvPr/>
              </p:nvSpPr>
              <p:spPr>
                <a:xfrm rot="0" flipV="1">
                  <a:off x="2219" y="352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42" name=""/>
                <p:cNvSpPr/>
                <p:nvPr/>
              </p:nvSpPr>
              <p:spPr>
                <a:xfrm rot="0">
                  <a:off x="2208" y="3494"/>
                  <a:ext cx="30" cy="28"/>
                </a:xfrm>
                <a:custGeom>
                  <a:avLst/>
                  <a:ahLst/>
                  <a:rect l="0" t="0" r="r" b="b"/>
                  <a:pathLst>
                    <a:path w="88" h="84">
                      <a:moveTo>
                        <a:pt x="0" y="42"/>
                      </a:moveTo>
                      <a:lnTo>
                        <a:pt x="16" y="63"/>
                      </a:lnTo>
                      <a:lnTo>
                        <a:pt x="32" y="84"/>
                      </a:lnTo>
                      <a:lnTo>
                        <a:pt x="88" y="41"/>
                      </a:lnTo>
                      <a:lnTo>
                        <a:pt x="72" y="21"/>
                      </a:lnTo>
                      <a:lnTo>
                        <a:pt x="57" y="0"/>
                      </a:lnTo>
                      <a:lnTo>
                        <a:pt x="0" y="4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43" name=""/>
                <p:cNvSpPr/>
                <p:nvPr/>
              </p:nvSpPr>
              <p:spPr>
                <a:xfrm rot="0">
                  <a:off x="2208" y="3494"/>
                  <a:ext cx="30" cy="28"/>
                </a:xfrm>
                <a:custGeom>
                  <a:avLst/>
                  <a:ahLst/>
                  <a:rect l="0" t="0" r="r" b="b"/>
                  <a:pathLst>
                    <a:path w="88" h="84">
                      <a:moveTo>
                        <a:pt x="0" y="42"/>
                      </a:moveTo>
                      <a:lnTo>
                        <a:pt x="16" y="63"/>
                      </a:lnTo>
                      <a:lnTo>
                        <a:pt x="32" y="84"/>
                      </a:lnTo>
                      <a:lnTo>
                        <a:pt x="88" y="41"/>
                      </a:lnTo>
                      <a:lnTo>
                        <a:pt x="72" y="21"/>
                      </a:lnTo>
                      <a:lnTo>
                        <a:pt x="57" y="0"/>
                      </a:lnTo>
                      <a:lnTo>
                        <a:pt x="0" y="4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44" name=""/>
                <p:cNvSpPr/>
                <p:nvPr/>
              </p:nvSpPr>
              <p:spPr>
                <a:xfrm rot="0">
                  <a:off x="2232" y="3501"/>
                  <a:ext cx="6" cy="7"/>
                </a:xfrm>
                <a:custGeom>
                  <a:avLst/>
                  <a:ahLst/>
                  <a:rect l="0" t="0" r="r" b="b"/>
                  <a:pathLst>
                    <a:path w="17" h="20">
                      <a:moveTo>
                        <a:pt x="0" y="0"/>
                      </a:moveTo>
                      <a:lnTo>
                        <a:pt x="16" y="20"/>
                      </a:lnTo>
                      <a:lnTo>
                        <a:pt x="17" y="1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45" name=""/>
                <p:cNvSpPr/>
                <p:nvPr/>
              </p:nvSpPr>
              <p:spPr>
                <a:xfrm rot="0" flipV="1">
                  <a:off x="2238" y="350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46" name=""/>
                <p:cNvSpPr/>
                <p:nvPr/>
              </p:nvSpPr>
              <p:spPr>
                <a:xfrm rot="0">
                  <a:off x="2227" y="3479"/>
                  <a:ext cx="29" cy="28"/>
                </a:xfrm>
                <a:custGeom>
                  <a:avLst/>
                  <a:ahLst/>
                  <a:rect l="0" t="0" r="r" b="b"/>
                  <a:pathLst>
                    <a:path w="87" h="85">
                      <a:moveTo>
                        <a:pt x="0" y="46"/>
                      </a:moveTo>
                      <a:lnTo>
                        <a:pt x="16" y="66"/>
                      </a:lnTo>
                      <a:lnTo>
                        <a:pt x="33" y="85"/>
                      </a:lnTo>
                      <a:lnTo>
                        <a:pt x="87" y="39"/>
                      </a:lnTo>
                      <a:lnTo>
                        <a:pt x="70" y="20"/>
                      </a:lnTo>
                      <a:lnTo>
                        <a:pt x="54" y="0"/>
                      </a:lnTo>
                      <a:lnTo>
                        <a:pt x="0" y="4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47" name=""/>
                <p:cNvSpPr/>
                <p:nvPr/>
              </p:nvSpPr>
              <p:spPr>
                <a:xfrm rot="0">
                  <a:off x="2227" y="3479"/>
                  <a:ext cx="29" cy="28"/>
                </a:xfrm>
                <a:custGeom>
                  <a:avLst/>
                  <a:ahLst/>
                  <a:rect l="0" t="0" r="r" b="b"/>
                  <a:pathLst>
                    <a:path w="87" h="85">
                      <a:moveTo>
                        <a:pt x="0" y="46"/>
                      </a:moveTo>
                      <a:lnTo>
                        <a:pt x="16" y="66"/>
                      </a:lnTo>
                      <a:lnTo>
                        <a:pt x="33" y="85"/>
                      </a:lnTo>
                      <a:lnTo>
                        <a:pt x="87" y="39"/>
                      </a:lnTo>
                      <a:lnTo>
                        <a:pt x="70" y="20"/>
                      </a:lnTo>
                      <a:lnTo>
                        <a:pt x="54" y="0"/>
                      </a:lnTo>
                      <a:lnTo>
                        <a:pt x="0" y="4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48" name=""/>
                <p:cNvSpPr/>
                <p:nvPr/>
              </p:nvSpPr>
              <p:spPr>
                <a:xfrm rot="0">
                  <a:off x="2250" y="3486"/>
                  <a:ext cx="6" cy="6"/>
                </a:xfrm>
                <a:custGeom>
                  <a:avLst/>
                  <a:ahLst/>
                  <a:rect l="0" t="0" r="r" b="b"/>
                  <a:pathLst>
                    <a:path w="18" h="19">
                      <a:moveTo>
                        <a:pt x="0" y="0"/>
                      </a:moveTo>
                      <a:lnTo>
                        <a:pt x="17" y="19"/>
                      </a:lnTo>
                      <a:lnTo>
                        <a:pt x="18" y="1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49" name=""/>
                <p:cNvSpPr/>
                <p:nvPr/>
              </p:nvSpPr>
              <p:spPr>
                <a:xfrm rot="0">
                  <a:off x="2256" y="349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50" name=""/>
                <p:cNvSpPr/>
                <p:nvPr/>
              </p:nvSpPr>
              <p:spPr>
                <a:xfrm rot="0">
                  <a:off x="2245" y="3463"/>
                  <a:ext cx="29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0" y="48"/>
                      </a:moveTo>
                      <a:lnTo>
                        <a:pt x="17" y="68"/>
                      </a:lnTo>
                      <a:lnTo>
                        <a:pt x="35" y="87"/>
                      </a:lnTo>
                      <a:lnTo>
                        <a:pt x="88" y="39"/>
                      </a:lnTo>
                      <a:lnTo>
                        <a:pt x="71" y="20"/>
                      </a:lnTo>
                      <a:lnTo>
                        <a:pt x="53" y="0"/>
                      </a:lnTo>
                      <a:lnTo>
                        <a:pt x="0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51" name=""/>
                <p:cNvSpPr/>
                <p:nvPr/>
              </p:nvSpPr>
              <p:spPr>
                <a:xfrm rot="0">
                  <a:off x="2245" y="3463"/>
                  <a:ext cx="29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0" y="48"/>
                      </a:moveTo>
                      <a:lnTo>
                        <a:pt x="17" y="68"/>
                      </a:lnTo>
                      <a:lnTo>
                        <a:pt x="35" y="87"/>
                      </a:lnTo>
                      <a:lnTo>
                        <a:pt x="88" y="39"/>
                      </a:lnTo>
                      <a:lnTo>
                        <a:pt x="71" y="20"/>
                      </a:lnTo>
                      <a:lnTo>
                        <a:pt x="53" y="0"/>
                      </a:lnTo>
                      <a:lnTo>
                        <a:pt x="0" y="4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52" name=""/>
                <p:cNvSpPr/>
                <p:nvPr/>
              </p:nvSpPr>
              <p:spPr>
                <a:xfrm rot="0">
                  <a:off x="2268" y="3470"/>
                  <a:ext cx="6" cy="6"/>
                </a:xfrm>
                <a:custGeom>
                  <a:avLst/>
                  <a:ahLst/>
                  <a:rect l="0" t="0" r="r" b="b"/>
                  <a:pathLst>
                    <a:path w="18" h="19">
                      <a:moveTo>
                        <a:pt x="0" y="0"/>
                      </a:moveTo>
                      <a:lnTo>
                        <a:pt x="17" y="19"/>
                      </a:lnTo>
                      <a:lnTo>
                        <a:pt x="18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53" name=""/>
                <p:cNvSpPr/>
                <p:nvPr/>
              </p:nvSpPr>
              <p:spPr>
                <a:xfrm rot="0" flipV="1">
                  <a:off x="2274" y="347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54" name=""/>
                <p:cNvSpPr/>
                <p:nvPr/>
              </p:nvSpPr>
              <p:spPr>
                <a:xfrm rot="0">
                  <a:off x="2262" y="3446"/>
                  <a:ext cx="29" cy="30"/>
                </a:xfrm>
                <a:custGeom>
                  <a:avLst/>
                  <a:ahLst/>
                  <a:rect l="0" t="0" r="r" b="b"/>
                  <a:pathLst>
                    <a:path w="87" h="88">
                      <a:moveTo>
                        <a:pt x="0" y="51"/>
                      </a:moveTo>
                      <a:lnTo>
                        <a:pt x="19" y="70"/>
                      </a:lnTo>
                      <a:lnTo>
                        <a:pt x="37" y="88"/>
                      </a:lnTo>
                      <a:lnTo>
                        <a:pt x="87" y="37"/>
                      </a:lnTo>
                      <a:lnTo>
                        <a:pt x="69" y="19"/>
                      </a:lnTo>
                      <a:lnTo>
                        <a:pt x="50" y="0"/>
                      </a:lnTo>
                      <a:lnTo>
                        <a:pt x="0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55" name=""/>
                <p:cNvSpPr/>
                <p:nvPr/>
              </p:nvSpPr>
              <p:spPr>
                <a:xfrm rot="0">
                  <a:off x="2262" y="3446"/>
                  <a:ext cx="29" cy="30"/>
                </a:xfrm>
                <a:custGeom>
                  <a:avLst/>
                  <a:ahLst/>
                  <a:rect l="0" t="0" r="r" b="b"/>
                  <a:pathLst>
                    <a:path w="87" h="88">
                      <a:moveTo>
                        <a:pt x="0" y="51"/>
                      </a:moveTo>
                      <a:lnTo>
                        <a:pt x="19" y="70"/>
                      </a:lnTo>
                      <a:lnTo>
                        <a:pt x="37" y="88"/>
                      </a:lnTo>
                      <a:lnTo>
                        <a:pt x="87" y="37"/>
                      </a:lnTo>
                      <a:lnTo>
                        <a:pt x="69" y="19"/>
                      </a:lnTo>
                      <a:lnTo>
                        <a:pt x="50" y="0"/>
                      </a:lnTo>
                      <a:lnTo>
                        <a:pt x="0" y="5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56" name=""/>
                <p:cNvSpPr/>
                <p:nvPr/>
              </p:nvSpPr>
              <p:spPr>
                <a:xfrm rot="0">
                  <a:off x="2285" y="3453"/>
                  <a:ext cx="6" cy="6"/>
                </a:xfrm>
                <a:custGeom>
                  <a:avLst/>
                  <a:ahLst/>
                  <a:rect l="0" t="0" r="r" b="b"/>
                  <a:pathLst>
                    <a:path w="19" h="18">
                      <a:moveTo>
                        <a:pt x="0" y="0"/>
                      </a:moveTo>
                      <a:lnTo>
                        <a:pt x="18" y="18"/>
                      </a:lnTo>
                      <a:lnTo>
                        <a:pt x="19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57" name=""/>
                <p:cNvSpPr/>
                <p:nvPr/>
              </p:nvSpPr>
              <p:spPr>
                <a:xfrm rot="0" flipV="1">
                  <a:off x="2291" y="345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58" name=""/>
                <p:cNvSpPr/>
                <p:nvPr/>
              </p:nvSpPr>
              <p:spPr>
                <a:xfrm rot="0">
                  <a:off x="2278" y="3429"/>
                  <a:ext cx="30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0" y="52"/>
                      </a:moveTo>
                      <a:lnTo>
                        <a:pt x="20" y="70"/>
                      </a:lnTo>
                      <a:lnTo>
                        <a:pt x="39" y="87"/>
                      </a:lnTo>
                      <a:lnTo>
                        <a:pt x="88" y="35"/>
                      </a:lnTo>
                      <a:lnTo>
                        <a:pt x="69" y="17"/>
                      </a:lnTo>
                      <a:lnTo>
                        <a:pt x="49" y="0"/>
                      </a:lnTo>
                      <a:lnTo>
                        <a:pt x="0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59" name=""/>
                <p:cNvSpPr/>
                <p:nvPr/>
              </p:nvSpPr>
              <p:spPr>
                <a:xfrm rot="0">
                  <a:off x="2278" y="3429"/>
                  <a:ext cx="30" cy="29"/>
                </a:xfrm>
                <a:custGeom>
                  <a:avLst/>
                  <a:ahLst/>
                  <a:rect l="0" t="0" r="r" b="b"/>
                  <a:pathLst>
                    <a:path w="88" h="87">
                      <a:moveTo>
                        <a:pt x="0" y="52"/>
                      </a:moveTo>
                      <a:lnTo>
                        <a:pt x="20" y="70"/>
                      </a:lnTo>
                      <a:lnTo>
                        <a:pt x="39" y="87"/>
                      </a:lnTo>
                      <a:lnTo>
                        <a:pt x="88" y="35"/>
                      </a:lnTo>
                      <a:lnTo>
                        <a:pt x="69" y="17"/>
                      </a:lnTo>
                      <a:lnTo>
                        <a:pt x="49" y="0"/>
                      </a:lnTo>
                      <a:lnTo>
                        <a:pt x="0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60" name=""/>
                <p:cNvSpPr/>
                <p:nvPr/>
              </p:nvSpPr>
              <p:spPr>
                <a:xfrm rot="0">
                  <a:off x="2301" y="3435"/>
                  <a:ext cx="7" cy="6"/>
                </a:xfrm>
                <a:custGeom>
                  <a:avLst/>
                  <a:ahLst/>
                  <a:rect l="0" t="0" r="r" b="b"/>
                  <a:pathLst>
                    <a:path w="21" h="18">
                      <a:moveTo>
                        <a:pt x="0" y="0"/>
                      </a:moveTo>
                      <a:lnTo>
                        <a:pt x="19" y="18"/>
                      </a:lnTo>
                      <a:lnTo>
                        <a:pt x="21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61" name=""/>
                <p:cNvSpPr/>
                <p:nvPr/>
              </p:nvSpPr>
              <p:spPr>
                <a:xfrm rot="0" flipV="1">
                  <a:off x="2308" y="344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62" name=""/>
                <p:cNvSpPr/>
                <p:nvPr/>
              </p:nvSpPr>
              <p:spPr>
                <a:xfrm rot="0">
                  <a:off x="2294" y="3411"/>
                  <a:ext cx="29" cy="30"/>
                </a:xfrm>
                <a:custGeom>
                  <a:avLst/>
                  <a:ahLst/>
                  <a:rect l="0" t="0" r="r" b="b"/>
                  <a:pathLst>
                    <a:path w="86" h="89">
                      <a:moveTo>
                        <a:pt x="0" y="56"/>
                      </a:moveTo>
                      <a:lnTo>
                        <a:pt x="21" y="72"/>
                      </a:lnTo>
                      <a:lnTo>
                        <a:pt x="42" y="89"/>
                      </a:lnTo>
                      <a:lnTo>
                        <a:pt x="86" y="34"/>
                      </a:lnTo>
                      <a:lnTo>
                        <a:pt x="65" y="17"/>
                      </a:lnTo>
                      <a:lnTo>
                        <a:pt x="45" y="0"/>
                      </a:lnTo>
                      <a:lnTo>
                        <a:pt x="0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63" name=""/>
                <p:cNvSpPr/>
                <p:nvPr/>
              </p:nvSpPr>
              <p:spPr>
                <a:xfrm rot="0">
                  <a:off x="2294" y="3411"/>
                  <a:ext cx="29" cy="30"/>
                </a:xfrm>
                <a:custGeom>
                  <a:avLst/>
                  <a:ahLst/>
                  <a:rect l="0" t="0" r="r" b="b"/>
                  <a:pathLst>
                    <a:path w="86" h="89">
                      <a:moveTo>
                        <a:pt x="0" y="56"/>
                      </a:moveTo>
                      <a:lnTo>
                        <a:pt x="21" y="72"/>
                      </a:lnTo>
                      <a:lnTo>
                        <a:pt x="42" y="89"/>
                      </a:lnTo>
                      <a:lnTo>
                        <a:pt x="86" y="34"/>
                      </a:lnTo>
                      <a:lnTo>
                        <a:pt x="65" y="17"/>
                      </a:lnTo>
                      <a:lnTo>
                        <a:pt x="45" y="0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64" name=""/>
                <p:cNvSpPr/>
                <p:nvPr/>
              </p:nvSpPr>
              <p:spPr>
                <a:xfrm rot="0">
                  <a:off x="2316" y="3417"/>
                  <a:ext cx="7" cy="5"/>
                </a:xfrm>
                <a:custGeom>
                  <a:avLst/>
                  <a:ahLst/>
                  <a:rect l="0" t="0" r="r" b="b"/>
                  <a:pathLst>
                    <a:path w="21" h="17">
                      <a:moveTo>
                        <a:pt x="0" y="0"/>
                      </a:moveTo>
                      <a:lnTo>
                        <a:pt x="21" y="17"/>
                      </a:lnTo>
                      <a:lnTo>
                        <a:pt x="21" y="1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65" name=""/>
                <p:cNvSpPr/>
                <p:nvPr/>
              </p:nvSpPr>
              <p:spPr>
                <a:xfrm rot="0">
                  <a:off x="2323" y="342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66" name=""/>
                <p:cNvSpPr/>
                <p:nvPr/>
              </p:nvSpPr>
              <p:spPr>
                <a:xfrm rot="0">
                  <a:off x="2309" y="3392"/>
                  <a:ext cx="29" cy="30"/>
                </a:xfrm>
                <a:custGeom>
                  <a:avLst/>
                  <a:ahLst/>
                  <a:rect l="0" t="0" r="r" b="b"/>
                  <a:pathLst>
                    <a:path w="85" h="90">
                      <a:moveTo>
                        <a:pt x="0" y="56"/>
                      </a:moveTo>
                      <a:lnTo>
                        <a:pt x="20" y="73"/>
                      </a:lnTo>
                      <a:lnTo>
                        <a:pt x="41" y="90"/>
                      </a:lnTo>
                      <a:lnTo>
                        <a:pt x="85" y="34"/>
                      </a:lnTo>
                      <a:lnTo>
                        <a:pt x="64" y="17"/>
                      </a:lnTo>
                      <a:lnTo>
                        <a:pt x="43" y="0"/>
                      </a:lnTo>
                      <a:lnTo>
                        <a:pt x="0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67" name=""/>
                <p:cNvSpPr/>
                <p:nvPr/>
              </p:nvSpPr>
              <p:spPr>
                <a:xfrm rot="0">
                  <a:off x="2309" y="3392"/>
                  <a:ext cx="29" cy="30"/>
                </a:xfrm>
                <a:custGeom>
                  <a:avLst/>
                  <a:ahLst/>
                  <a:rect l="0" t="0" r="r" b="b"/>
                  <a:pathLst>
                    <a:path w="85" h="90">
                      <a:moveTo>
                        <a:pt x="0" y="56"/>
                      </a:moveTo>
                      <a:lnTo>
                        <a:pt x="20" y="73"/>
                      </a:lnTo>
                      <a:lnTo>
                        <a:pt x="41" y="90"/>
                      </a:lnTo>
                      <a:lnTo>
                        <a:pt x="85" y="34"/>
                      </a:lnTo>
                      <a:lnTo>
                        <a:pt x="64" y="17"/>
                      </a:lnTo>
                      <a:lnTo>
                        <a:pt x="43" y="0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68" name=""/>
                <p:cNvSpPr/>
                <p:nvPr/>
              </p:nvSpPr>
              <p:spPr>
                <a:xfrm rot="0">
                  <a:off x="2331" y="3398"/>
                  <a:ext cx="7" cy="6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0" y="0"/>
                      </a:moveTo>
                      <a:lnTo>
                        <a:pt x="21" y="17"/>
                      </a:lnTo>
                      <a:lnTo>
                        <a:pt x="22" y="1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69" name=""/>
                <p:cNvSpPr/>
                <p:nvPr/>
              </p:nvSpPr>
              <p:spPr>
                <a:xfrm rot="0" flipV="1">
                  <a:off x="2338" y="340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70" name=""/>
                <p:cNvSpPr/>
                <p:nvPr/>
              </p:nvSpPr>
              <p:spPr>
                <a:xfrm rot="0">
                  <a:off x="2323" y="3373"/>
                  <a:ext cx="29" cy="30"/>
                </a:xfrm>
                <a:custGeom>
                  <a:avLst/>
                  <a:ahLst/>
                  <a:rect l="0" t="0" r="r" b="b"/>
                  <a:pathLst>
                    <a:path w="85" h="89">
                      <a:moveTo>
                        <a:pt x="0" y="58"/>
                      </a:moveTo>
                      <a:lnTo>
                        <a:pt x="22" y="74"/>
                      </a:lnTo>
                      <a:lnTo>
                        <a:pt x="44" y="89"/>
                      </a:lnTo>
                      <a:lnTo>
                        <a:pt x="85" y="31"/>
                      </a:lnTo>
                      <a:lnTo>
                        <a:pt x="63" y="15"/>
                      </a:lnTo>
                      <a:lnTo>
                        <a:pt x="41" y="0"/>
                      </a:lnTo>
                      <a:lnTo>
                        <a:pt x="0" y="5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71" name=""/>
                <p:cNvSpPr/>
                <p:nvPr/>
              </p:nvSpPr>
              <p:spPr>
                <a:xfrm rot="0">
                  <a:off x="2323" y="3373"/>
                  <a:ext cx="29" cy="30"/>
                </a:xfrm>
                <a:custGeom>
                  <a:avLst/>
                  <a:ahLst/>
                  <a:rect l="0" t="0" r="r" b="b"/>
                  <a:pathLst>
                    <a:path w="85" h="89">
                      <a:moveTo>
                        <a:pt x="0" y="58"/>
                      </a:moveTo>
                      <a:lnTo>
                        <a:pt x="22" y="74"/>
                      </a:lnTo>
                      <a:lnTo>
                        <a:pt x="44" y="89"/>
                      </a:lnTo>
                      <a:lnTo>
                        <a:pt x="85" y="31"/>
                      </a:lnTo>
                      <a:lnTo>
                        <a:pt x="63" y="15"/>
                      </a:lnTo>
                      <a:lnTo>
                        <a:pt x="41" y="0"/>
                      </a:lnTo>
                      <a:lnTo>
                        <a:pt x="0" y="5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72" name=""/>
                <p:cNvSpPr/>
                <p:nvPr/>
              </p:nvSpPr>
              <p:spPr>
                <a:xfrm rot="0">
                  <a:off x="2344" y="3378"/>
                  <a:ext cx="8" cy="6"/>
                </a:xfrm>
                <a:custGeom>
                  <a:avLst/>
                  <a:ahLst/>
                  <a:rect l="0" t="0" r="r" b="b"/>
                  <a:pathLst>
                    <a:path w="23" h="16">
                      <a:moveTo>
                        <a:pt x="0" y="0"/>
                      </a:moveTo>
                      <a:lnTo>
                        <a:pt x="22" y="16"/>
                      </a:lnTo>
                      <a:lnTo>
                        <a:pt x="23" y="1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73" name=""/>
                <p:cNvSpPr/>
                <p:nvPr/>
              </p:nvSpPr>
              <p:spPr>
                <a:xfrm rot="0" flipV="1">
                  <a:off x="2352" y="338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74" name=""/>
                <p:cNvSpPr/>
                <p:nvPr/>
              </p:nvSpPr>
              <p:spPr>
                <a:xfrm rot="0">
                  <a:off x="2337" y="3354"/>
                  <a:ext cx="27" cy="29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0" y="61"/>
                      </a:moveTo>
                      <a:lnTo>
                        <a:pt x="23" y="74"/>
                      </a:lnTo>
                      <a:lnTo>
                        <a:pt x="46" y="88"/>
                      </a:lnTo>
                      <a:lnTo>
                        <a:pt x="83" y="28"/>
                      </a:lnTo>
                      <a:lnTo>
                        <a:pt x="60" y="14"/>
                      </a:lnTo>
                      <a:lnTo>
                        <a:pt x="38" y="0"/>
                      </a:lnTo>
                      <a:lnTo>
                        <a:pt x="0" y="6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75" name=""/>
                <p:cNvSpPr/>
                <p:nvPr/>
              </p:nvSpPr>
              <p:spPr>
                <a:xfrm rot="0">
                  <a:off x="2337" y="3354"/>
                  <a:ext cx="27" cy="29"/>
                </a:xfrm>
                <a:custGeom>
                  <a:avLst/>
                  <a:ahLst/>
                  <a:rect l="0" t="0" r="r" b="b"/>
                  <a:pathLst>
                    <a:path w="83" h="88">
                      <a:moveTo>
                        <a:pt x="0" y="61"/>
                      </a:moveTo>
                      <a:lnTo>
                        <a:pt x="23" y="74"/>
                      </a:lnTo>
                      <a:lnTo>
                        <a:pt x="46" y="88"/>
                      </a:lnTo>
                      <a:lnTo>
                        <a:pt x="83" y="28"/>
                      </a:lnTo>
                      <a:lnTo>
                        <a:pt x="60" y="14"/>
                      </a:lnTo>
                      <a:lnTo>
                        <a:pt x="38" y="0"/>
                      </a:lnTo>
                      <a:lnTo>
                        <a:pt x="0" y="6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76" name=""/>
                <p:cNvSpPr/>
                <p:nvPr/>
              </p:nvSpPr>
              <p:spPr>
                <a:xfrm rot="0">
                  <a:off x="2357" y="3358"/>
                  <a:ext cx="7" cy="5"/>
                </a:xfrm>
                <a:custGeom>
                  <a:avLst/>
                  <a:ahLst/>
                  <a:rect l="0" t="0" r="r" b="b"/>
                  <a:pathLst>
                    <a:path w="23" h="14">
                      <a:moveTo>
                        <a:pt x="0" y="0"/>
                      </a:moveTo>
                      <a:lnTo>
                        <a:pt x="23" y="14"/>
                      </a:lnTo>
                      <a:lnTo>
                        <a:pt x="23" y="1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77" name=""/>
                <p:cNvSpPr/>
                <p:nvPr/>
              </p:nvSpPr>
              <p:spPr>
                <a:xfrm rot="0">
                  <a:off x="2364" y="336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78" name=""/>
                <p:cNvSpPr/>
                <p:nvPr/>
              </p:nvSpPr>
              <p:spPr>
                <a:xfrm rot="0">
                  <a:off x="2349" y="3333"/>
                  <a:ext cx="27" cy="30"/>
                </a:xfrm>
                <a:custGeom>
                  <a:avLst/>
                  <a:ahLst/>
                  <a:rect l="0" t="0" r="r" b="b"/>
                  <a:pathLst>
                    <a:path w="81" h="90">
                      <a:moveTo>
                        <a:pt x="0" y="62"/>
                      </a:moveTo>
                      <a:lnTo>
                        <a:pt x="22" y="76"/>
                      </a:lnTo>
                      <a:lnTo>
                        <a:pt x="45" y="90"/>
                      </a:lnTo>
                      <a:lnTo>
                        <a:pt x="81" y="27"/>
                      </a:lnTo>
                      <a:lnTo>
                        <a:pt x="58" y="13"/>
                      </a:lnTo>
                      <a:lnTo>
                        <a:pt x="35" y="0"/>
                      </a:lnTo>
                      <a:lnTo>
                        <a:pt x="0" y="6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79" name=""/>
                <p:cNvSpPr/>
                <p:nvPr/>
              </p:nvSpPr>
              <p:spPr>
                <a:xfrm rot="0">
                  <a:off x="2349" y="3333"/>
                  <a:ext cx="27" cy="30"/>
                </a:xfrm>
                <a:custGeom>
                  <a:avLst/>
                  <a:ahLst/>
                  <a:rect l="0" t="0" r="r" b="b"/>
                  <a:pathLst>
                    <a:path w="81" h="90">
                      <a:moveTo>
                        <a:pt x="0" y="62"/>
                      </a:moveTo>
                      <a:lnTo>
                        <a:pt x="22" y="76"/>
                      </a:lnTo>
                      <a:lnTo>
                        <a:pt x="45" y="90"/>
                      </a:lnTo>
                      <a:lnTo>
                        <a:pt x="81" y="27"/>
                      </a:lnTo>
                      <a:lnTo>
                        <a:pt x="58" y="13"/>
                      </a:lnTo>
                      <a:lnTo>
                        <a:pt x="35" y="0"/>
                      </a:lnTo>
                      <a:lnTo>
                        <a:pt x="0" y="6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80" name=""/>
                <p:cNvSpPr/>
                <p:nvPr/>
              </p:nvSpPr>
              <p:spPr>
                <a:xfrm rot="0">
                  <a:off x="2369" y="3337"/>
                  <a:ext cx="8" cy="5"/>
                </a:xfrm>
                <a:custGeom>
                  <a:avLst/>
                  <a:ahLst/>
                  <a:rect l="0" t="0" r="r" b="b"/>
                  <a:pathLst>
                    <a:path w="24" h="14">
                      <a:moveTo>
                        <a:pt x="0" y="0"/>
                      </a:move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81" name=""/>
                <p:cNvSpPr/>
                <p:nvPr/>
              </p:nvSpPr>
              <p:spPr>
                <a:xfrm rot="0" flipV="1">
                  <a:off x="2376" y="334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82" name=""/>
                <p:cNvSpPr/>
                <p:nvPr/>
              </p:nvSpPr>
              <p:spPr>
                <a:xfrm rot="0">
                  <a:off x="2361" y="3312"/>
                  <a:ext cx="26" cy="30"/>
                </a:xfrm>
                <a:custGeom>
                  <a:avLst/>
                  <a:ahLst/>
                  <a:rect l="0" t="0" r="r" b="b"/>
                  <a:pathLst>
                    <a:path w="80" h="89">
                      <a:moveTo>
                        <a:pt x="0" y="64"/>
                      </a:moveTo>
                      <a:lnTo>
                        <a:pt x="24" y="76"/>
                      </a:lnTo>
                      <a:lnTo>
                        <a:pt x="48" y="89"/>
                      </a:lnTo>
                      <a:lnTo>
                        <a:pt x="80" y="25"/>
                      </a:lnTo>
                      <a:lnTo>
                        <a:pt x="56" y="13"/>
                      </a:lnTo>
                      <a:lnTo>
                        <a:pt x="32" y="0"/>
                      </a:lnTo>
                      <a:lnTo>
                        <a:pt x="0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83" name=""/>
                <p:cNvSpPr/>
                <p:nvPr/>
              </p:nvSpPr>
              <p:spPr>
                <a:xfrm rot="0">
                  <a:off x="2361" y="3312"/>
                  <a:ext cx="26" cy="30"/>
                </a:xfrm>
                <a:custGeom>
                  <a:avLst/>
                  <a:ahLst/>
                  <a:rect l="0" t="0" r="r" b="b"/>
                  <a:pathLst>
                    <a:path w="80" h="89">
                      <a:moveTo>
                        <a:pt x="0" y="64"/>
                      </a:moveTo>
                      <a:lnTo>
                        <a:pt x="24" y="76"/>
                      </a:lnTo>
                      <a:lnTo>
                        <a:pt x="48" y="89"/>
                      </a:lnTo>
                      <a:lnTo>
                        <a:pt x="80" y="25"/>
                      </a:lnTo>
                      <a:lnTo>
                        <a:pt x="56" y="13"/>
                      </a:lnTo>
                      <a:lnTo>
                        <a:pt x="32" y="0"/>
                      </a:lnTo>
                      <a:lnTo>
                        <a:pt x="0" y="6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84" name=""/>
                <p:cNvSpPr/>
                <p:nvPr/>
              </p:nvSpPr>
              <p:spPr>
                <a:xfrm rot="0">
                  <a:off x="2379" y="3316"/>
                  <a:ext cx="8" cy="4"/>
                </a:xfrm>
                <a:custGeom>
                  <a:avLst/>
                  <a:ahLst/>
                  <a:rect l="0" t="0" r="r" b="b"/>
                  <a:pathLst>
                    <a:path w="24" h="12">
                      <a:moveTo>
                        <a:pt x="0" y="0"/>
                      </a:moveTo>
                      <a:lnTo>
                        <a:pt x="24" y="12"/>
                      </a:lnTo>
                      <a:lnTo>
                        <a:pt x="24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85" name=""/>
                <p:cNvSpPr/>
                <p:nvPr/>
              </p:nvSpPr>
              <p:spPr>
                <a:xfrm rot="0" flipV="1">
                  <a:off x="2387" y="332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86" name=""/>
                <p:cNvSpPr/>
                <p:nvPr/>
              </p:nvSpPr>
              <p:spPr>
                <a:xfrm rot="0">
                  <a:off x="2371" y="3291"/>
                  <a:ext cx="26" cy="29"/>
                </a:xfrm>
                <a:custGeom>
                  <a:avLst/>
                  <a:ahLst/>
                  <a:rect l="0" t="0" r="r" b="b"/>
                  <a:pathLst>
                    <a:path w="77" h="85">
                      <a:moveTo>
                        <a:pt x="0" y="64"/>
                      </a:moveTo>
                      <a:lnTo>
                        <a:pt x="24" y="75"/>
                      </a:lnTo>
                      <a:lnTo>
                        <a:pt x="48" y="85"/>
                      </a:lnTo>
                      <a:lnTo>
                        <a:pt x="77" y="21"/>
                      </a:lnTo>
                      <a:lnTo>
                        <a:pt x="53" y="10"/>
                      </a:lnTo>
                      <a:lnTo>
                        <a:pt x="29" y="0"/>
                      </a:lnTo>
                      <a:lnTo>
                        <a:pt x="0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87" name=""/>
                <p:cNvSpPr/>
                <p:nvPr/>
              </p:nvSpPr>
              <p:spPr>
                <a:xfrm rot="0">
                  <a:off x="2371" y="3291"/>
                  <a:ext cx="26" cy="29"/>
                </a:xfrm>
                <a:custGeom>
                  <a:avLst/>
                  <a:ahLst/>
                  <a:rect l="0" t="0" r="r" b="b"/>
                  <a:pathLst>
                    <a:path w="77" h="85">
                      <a:moveTo>
                        <a:pt x="0" y="64"/>
                      </a:moveTo>
                      <a:lnTo>
                        <a:pt x="24" y="75"/>
                      </a:lnTo>
                      <a:lnTo>
                        <a:pt x="48" y="85"/>
                      </a:lnTo>
                      <a:lnTo>
                        <a:pt x="77" y="21"/>
                      </a:lnTo>
                      <a:lnTo>
                        <a:pt x="53" y="10"/>
                      </a:lnTo>
                      <a:lnTo>
                        <a:pt x="29" y="0"/>
                      </a:lnTo>
                      <a:lnTo>
                        <a:pt x="0" y="6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88" name=""/>
                <p:cNvSpPr/>
                <p:nvPr/>
              </p:nvSpPr>
              <p:spPr>
                <a:xfrm rot="0">
                  <a:off x="2389" y="3295"/>
                  <a:ext cx="8" cy="3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0" y="0"/>
                      </a:moveTo>
                      <a:lnTo>
                        <a:pt x="24" y="11"/>
                      </a:lnTo>
                      <a:lnTo>
                        <a:pt x="2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89" name=""/>
                <p:cNvSpPr/>
                <p:nvPr/>
              </p:nvSpPr>
              <p:spPr>
                <a:xfrm rot="0">
                  <a:off x="2397" y="329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90" name=""/>
                <p:cNvSpPr/>
                <p:nvPr/>
              </p:nvSpPr>
              <p:spPr>
                <a:xfrm rot="0">
                  <a:off x="2381" y="3269"/>
                  <a:ext cx="26" cy="29"/>
                </a:xfrm>
                <a:custGeom>
                  <a:avLst/>
                  <a:ahLst/>
                  <a:rect l="0" t="0" r="r" b="b"/>
                  <a:pathLst>
                    <a:path w="78" h="88">
                      <a:moveTo>
                        <a:pt x="0" y="67"/>
                      </a:moveTo>
                      <a:lnTo>
                        <a:pt x="25" y="77"/>
                      </a:lnTo>
                      <a:lnTo>
                        <a:pt x="50" y="88"/>
                      </a:lnTo>
                      <a:lnTo>
                        <a:pt x="78" y="21"/>
                      </a:lnTo>
                      <a:lnTo>
                        <a:pt x="53" y="10"/>
                      </a:lnTo>
                      <a:lnTo>
                        <a:pt x="28" y="0"/>
                      </a:lnTo>
                      <a:lnTo>
                        <a:pt x="0" y="6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91" name=""/>
                <p:cNvSpPr/>
                <p:nvPr/>
              </p:nvSpPr>
              <p:spPr>
                <a:xfrm rot="0">
                  <a:off x="2381" y="3269"/>
                  <a:ext cx="26" cy="29"/>
                </a:xfrm>
                <a:custGeom>
                  <a:avLst/>
                  <a:ahLst/>
                  <a:rect l="0" t="0" r="r" b="b"/>
                  <a:pathLst>
                    <a:path w="78" h="88">
                      <a:moveTo>
                        <a:pt x="0" y="67"/>
                      </a:moveTo>
                      <a:lnTo>
                        <a:pt x="25" y="77"/>
                      </a:lnTo>
                      <a:lnTo>
                        <a:pt x="50" y="88"/>
                      </a:lnTo>
                      <a:lnTo>
                        <a:pt x="78" y="21"/>
                      </a:lnTo>
                      <a:lnTo>
                        <a:pt x="53" y="10"/>
                      </a:lnTo>
                      <a:lnTo>
                        <a:pt x="28" y="0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92" name=""/>
                <p:cNvSpPr/>
                <p:nvPr/>
              </p:nvSpPr>
              <p:spPr>
                <a:xfrm rot="0">
                  <a:off x="2398" y="3272"/>
                  <a:ext cx="9" cy="4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0" y="0"/>
                      </a:moveTo>
                      <a:lnTo>
                        <a:pt x="25" y="11"/>
                      </a:lnTo>
                      <a:lnTo>
                        <a:pt x="25" y="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93" name=""/>
                <p:cNvSpPr/>
                <p:nvPr/>
              </p:nvSpPr>
              <p:spPr>
                <a:xfrm rot="0" flipV="1">
                  <a:off x="2407" y="327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94" name=""/>
                <p:cNvSpPr/>
                <p:nvPr/>
              </p:nvSpPr>
              <p:spPr>
                <a:xfrm rot="0">
                  <a:off x="2390" y="3247"/>
                  <a:ext cx="24" cy="28"/>
                </a:xfrm>
                <a:custGeom>
                  <a:avLst/>
                  <a:ahLst/>
                  <a:rect l="0" t="0" r="r" b="b"/>
                  <a:pathLst>
                    <a:path w="73" h="85">
                      <a:moveTo>
                        <a:pt x="0" y="68"/>
                      </a:moveTo>
                      <a:lnTo>
                        <a:pt x="25" y="76"/>
                      </a:lnTo>
                      <a:lnTo>
                        <a:pt x="50" y="85"/>
                      </a:lnTo>
                      <a:lnTo>
                        <a:pt x="73" y="17"/>
                      </a:lnTo>
                      <a:lnTo>
                        <a:pt x="47" y="9"/>
                      </a:lnTo>
                      <a:lnTo>
                        <a:pt x="22" y="0"/>
                      </a:lnTo>
                      <a:lnTo>
                        <a:pt x="0" y="6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95" name=""/>
                <p:cNvSpPr/>
                <p:nvPr/>
              </p:nvSpPr>
              <p:spPr>
                <a:xfrm rot="0">
                  <a:off x="2390" y="3247"/>
                  <a:ext cx="24" cy="28"/>
                </a:xfrm>
                <a:custGeom>
                  <a:avLst/>
                  <a:ahLst/>
                  <a:rect l="0" t="0" r="r" b="b"/>
                  <a:pathLst>
                    <a:path w="73" h="85">
                      <a:moveTo>
                        <a:pt x="0" y="68"/>
                      </a:moveTo>
                      <a:lnTo>
                        <a:pt x="25" y="76"/>
                      </a:lnTo>
                      <a:lnTo>
                        <a:pt x="50" y="85"/>
                      </a:lnTo>
                      <a:lnTo>
                        <a:pt x="73" y="17"/>
                      </a:lnTo>
                      <a:lnTo>
                        <a:pt x="47" y="9"/>
                      </a:lnTo>
                      <a:lnTo>
                        <a:pt x="22" y="0"/>
                      </a:lnTo>
                      <a:lnTo>
                        <a:pt x="0" y="6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96" name=""/>
                <p:cNvSpPr/>
                <p:nvPr/>
              </p:nvSpPr>
              <p:spPr>
                <a:xfrm rot="0">
                  <a:off x="2406" y="3250"/>
                  <a:ext cx="8" cy="3"/>
                </a:xfrm>
                <a:custGeom>
                  <a:avLst/>
                  <a:ahLst/>
                  <a:rect l="0" t="0" r="r" b="b"/>
                  <a:pathLst>
                    <a:path w="26" h="8">
                      <a:moveTo>
                        <a:pt x="0" y="0"/>
                      </a:moveTo>
                      <a:lnTo>
                        <a:pt x="26" y="8"/>
                      </a:lnTo>
                      <a:lnTo>
                        <a:pt x="26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97" name=""/>
                <p:cNvSpPr/>
                <p:nvPr/>
              </p:nvSpPr>
              <p:spPr>
                <a:xfrm rot="0" flipV="1">
                  <a:off x="2414" y="325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298" name=""/>
                <p:cNvSpPr/>
                <p:nvPr/>
              </p:nvSpPr>
              <p:spPr>
                <a:xfrm rot="0">
                  <a:off x="2397" y="3225"/>
                  <a:ext cx="24" cy="27"/>
                </a:xfrm>
                <a:custGeom>
                  <a:avLst/>
                  <a:ahLst/>
                  <a:rect l="0" t="0" r="r" b="b"/>
                  <a:pathLst>
                    <a:path w="71" h="82">
                      <a:moveTo>
                        <a:pt x="0" y="67"/>
                      </a:moveTo>
                      <a:lnTo>
                        <a:pt x="25" y="75"/>
                      </a:lnTo>
                      <a:lnTo>
                        <a:pt x="51" y="82"/>
                      </a:lnTo>
                      <a:lnTo>
                        <a:pt x="71" y="14"/>
                      </a:lnTo>
                      <a:lnTo>
                        <a:pt x="46" y="7"/>
                      </a:lnTo>
                      <a:lnTo>
                        <a:pt x="21" y="0"/>
                      </a:lnTo>
                      <a:lnTo>
                        <a:pt x="0" y="6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299" name=""/>
                <p:cNvSpPr/>
                <p:nvPr/>
              </p:nvSpPr>
              <p:spPr>
                <a:xfrm rot="0">
                  <a:off x="2397" y="3225"/>
                  <a:ext cx="24" cy="27"/>
                </a:xfrm>
                <a:custGeom>
                  <a:avLst/>
                  <a:ahLst/>
                  <a:rect l="0" t="0" r="r" b="b"/>
                  <a:pathLst>
                    <a:path w="71" h="82">
                      <a:moveTo>
                        <a:pt x="0" y="67"/>
                      </a:moveTo>
                      <a:lnTo>
                        <a:pt x="25" y="75"/>
                      </a:lnTo>
                      <a:lnTo>
                        <a:pt x="51" y="82"/>
                      </a:lnTo>
                      <a:lnTo>
                        <a:pt x="71" y="14"/>
                      </a:lnTo>
                      <a:lnTo>
                        <a:pt x="46" y="7"/>
                      </a:lnTo>
                      <a:lnTo>
                        <a:pt x="21" y="0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00" name=""/>
                <p:cNvSpPr/>
                <p:nvPr/>
              </p:nvSpPr>
              <p:spPr>
                <a:xfrm rot="0">
                  <a:off x="2413" y="3227"/>
                  <a:ext cx="8" cy="3"/>
                </a:xfrm>
                <a:custGeom>
                  <a:avLst/>
                  <a:ahLst/>
                  <a:rect l="0" t="0" r="r" b="b"/>
                  <a:pathLst>
                    <a:path w="26" h="7">
                      <a:moveTo>
                        <a:pt x="0" y="0"/>
                      </a:moveTo>
                      <a:lnTo>
                        <a:pt x="25" y="7"/>
                      </a:lnTo>
                      <a:lnTo>
                        <a:pt x="26" y="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01" name=""/>
                <p:cNvSpPr/>
                <p:nvPr/>
              </p:nvSpPr>
              <p:spPr>
                <a:xfrm rot="0" flipV="1">
                  <a:off x="2421" y="32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02" name=""/>
                <p:cNvSpPr/>
                <p:nvPr/>
              </p:nvSpPr>
              <p:spPr>
                <a:xfrm rot="0">
                  <a:off x="2404" y="3202"/>
                  <a:ext cx="23" cy="27"/>
                </a:xfrm>
                <a:custGeom>
                  <a:avLst/>
                  <a:ahLst/>
                  <a:rect l="0" t="0" r="r" b="b"/>
                  <a:pathLst>
                    <a:path w="70" h="82">
                      <a:moveTo>
                        <a:pt x="0" y="70"/>
                      </a:moveTo>
                      <a:lnTo>
                        <a:pt x="26" y="76"/>
                      </a:lnTo>
                      <a:lnTo>
                        <a:pt x="52" y="82"/>
                      </a:lnTo>
                      <a:lnTo>
                        <a:pt x="70" y="12"/>
                      </a:lnTo>
                      <a:lnTo>
                        <a:pt x="44" y="6"/>
                      </a:lnTo>
                      <a:lnTo>
                        <a:pt x="18" y="0"/>
                      </a:lnTo>
                      <a:lnTo>
                        <a:pt x="0" y="7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03" name=""/>
                <p:cNvSpPr/>
                <p:nvPr/>
              </p:nvSpPr>
              <p:spPr>
                <a:xfrm rot="0">
                  <a:off x="2404" y="3202"/>
                  <a:ext cx="23" cy="27"/>
                </a:xfrm>
                <a:custGeom>
                  <a:avLst/>
                  <a:ahLst/>
                  <a:rect l="0" t="0" r="r" b="b"/>
                  <a:pathLst>
                    <a:path w="70" h="82">
                      <a:moveTo>
                        <a:pt x="0" y="70"/>
                      </a:moveTo>
                      <a:lnTo>
                        <a:pt x="26" y="76"/>
                      </a:lnTo>
                      <a:lnTo>
                        <a:pt x="52" y="82"/>
                      </a:lnTo>
                      <a:lnTo>
                        <a:pt x="70" y="12"/>
                      </a:lnTo>
                      <a:lnTo>
                        <a:pt x="44" y="6"/>
                      </a:lnTo>
                      <a:lnTo>
                        <a:pt x="18" y="0"/>
                      </a:lnTo>
                      <a:lnTo>
                        <a:pt x="0" y="7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04" name=""/>
                <p:cNvSpPr/>
                <p:nvPr/>
              </p:nvSpPr>
              <p:spPr>
                <a:xfrm rot="0">
                  <a:off x="2419" y="3204"/>
                  <a:ext cx="8" cy="2"/>
                </a:xfrm>
                <a:custGeom>
                  <a:avLst/>
                  <a:ahLst/>
                  <a:rect l="0" t="0" r="r" b="b"/>
                  <a:pathLst>
                    <a:path w="26" h="6">
                      <a:moveTo>
                        <a:pt x="0" y="0"/>
                      </a:moveTo>
                      <a:lnTo>
                        <a:pt x="26" y="6"/>
                      </a:lnTo>
                      <a:lnTo>
                        <a:pt x="26" y="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05" name=""/>
                <p:cNvSpPr/>
                <p:nvPr/>
              </p:nvSpPr>
              <p:spPr>
                <a:xfrm rot="0" flipV="1">
                  <a:off x="2427" y="320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06" name=""/>
                <p:cNvSpPr/>
                <p:nvPr/>
              </p:nvSpPr>
              <p:spPr>
                <a:xfrm rot="0">
                  <a:off x="2410" y="3179"/>
                  <a:ext cx="22" cy="27"/>
                </a:xfrm>
                <a:custGeom>
                  <a:avLst/>
                  <a:ahLst/>
                  <a:rect l="0" t="0" r="r" b="b"/>
                  <a:pathLst>
                    <a:path w="66" h="80">
                      <a:moveTo>
                        <a:pt x="0" y="70"/>
                      </a:moveTo>
                      <a:lnTo>
                        <a:pt x="26" y="75"/>
                      </a:lnTo>
                      <a:lnTo>
                        <a:pt x="52" y="80"/>
                      </a:lnTo>
                      <a:lnTo>
                        <a:pt x="66" y="10"/>
                      </a:lnTo>
                      <a:lnTo>
                        <a:pt x="40" y="5"/>
                      </a:lnTo>
                      <a:lnTo>
                        <a:pt x="14" y="0"/>
                      </a:lnTo>
                      <a:lnTo>
                        <a:pt x="0" y="7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07" name=""/>
                <p:cNvSpPr/>
                <p:nvPr/>
              </p:nvSpPr>
              <p:spPr>
                <a:xfrm rot="0">
                  <a:off x="2410" y="3179"/>
                  <a:ext cx="22" cy="27"/>
                </a:xfrm>
                <a:custGeom>
                  <a:avLst/>
                  <a:ahLst/>
                  <a:rect l="0" t="0" r="r" b="b"/>
                  <a:pathLst>
                    <a:path w="66" h="80">
                      <a:moveTo>
                        <a:pt x="0" y="70"/>
                      </a:moveTo>
                      <a:lnTo>
                        <a:pt x="26" y="75"/>
                      </a:lnTo>
                      <a:lnTo>
                        <a:pt x="52" y="80"/>
                      </a:lnTo>
                      <a:lnTo>
                        <a:pt x="66" y="10"/>
                      </a:lnTo>
                      <a:lnTo>
                        <a:pt x="40" y="5"/>
                      </a:lnTo>
                      <a:lnTo>
                        <a:pt x="14" y="0"/>
                      </a:lnTo>
                      <a:lnTo>
                        <a:pt x="0" y="7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08" name=""/>
                <p:cNvSpPr/>
                <p:nvPr/>
              </p:nvSpPr>
              <p:spPr>
                <a:xfrm rot="0">
                  <a:off x="2423" y="3181"/>
                  <a:ext cx="9" cy="1"/>
                </a:xfrm>
                <a:custGeom>
                  <a:avLst/>
                  <a:ahLst/>
                  <a:rect l="0" t="0" r="r" b="b"/>
                  <a:pathLst>
                    <a:path w="26" h="5">
                      <a:moveTo>
                        <a:pt x="0" y="0"/>
                      </a:moveTo>
                      <a:lnTo>
                        <a:pt x="26" y="5"/>
                      </a:lnTo>
                      <a:lnTo>
                        <a:pt x="26" y="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09" name=""/>
                <p:cNvSpPr/>
                <p:nvPr/>
              </p:nvSpPr>
              <p:spPr>
                <a:xfrm rot="0" flipV="1">
                  <a:off x="2432" y="318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10" name=""/>
                <p:cNvSpPr/>
                <p:nvPr/>
              </p:nvSpPr>
              <p:spPr>
                <a:xfrm rot="0">
                  <a:off x="2415" y="3156"/>
                  <a:ext cx="21" cy="26"/>
                </a:xfrm>
                <a:custGeom>
                  <a:avLst/>
                  <a:ahLst/>
                  <a:rect l="0" t="0" r="r" b="b"/>
                  <a:pathLst>
                    <a:path w="63" h="78">
                      <a:moveTo>
                        <a:pt x="0" y="70"/>
                      </a:moveTo>
                      <a:lnTo>
                        <a:pt x="26" y="74"/>
                      </a:lnTo>
                      <a:lnTo>
                        <a:pt x="52" y="78"/>
                      </a:lnTo>
                      <a:lnTo>
                        <a:pt x="63" y="8"/>
                      </a:lnTo>
                      <a:lnTo>
                        <a:pt x="37" y="4"/>
                      </a:lnTo>
                      <a:lnTo>
                        <a:pt x="11" y="0"/>
                      </a:lnTo>
                      <a:lnTo>
                        <a:pt x="0" y="7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11" name=""/>
                <p:cNvSpPr/>
                <p:nvPr/>
              </p:nvSpPr>
              <p:spPr>
                <a:xfrm rot="0">
                  <a:off x="2415" y="3156"/>
                  <a:ext cx="21" cy="26"/>
                </a:xfrm>
                <a:custGeom>
                  <a:avLst/>
                  <a:ahLst/>
                  <a:rect l="0" t="0" r="r" b="b"/>
                  <a:pathLst>
                    <a:path w="63" h="78">
                      <a:moveTo>
                        <a:pt x="0" y="70"/>
                      </a:moveTo>
                      <a:lnTo>
                        <a:pt x="26" y="74"/>
                      </a:lnTo>
                      <a:lnTo>
                        <a:pt x="52" y="78"/>
                      </a:lnTo>
                      <a:lnTo>
                        <a:pt x="63" y="8"/>
                      </a:lnTo>
                      <a:lnTo>
                        <a:pt x="37" y="4"/>
                      </a:lnTo>
                      <a:lnTo>
                        <a:pt x="11" y="0"/>
                      </a:lnTo>
                      <a:lnTo>
                        <a:pt x="0" y="7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12" name=""/>
                <p:cNvSpPr/>
                <p:nvPr/>
              </p:nvSpPr>
              <p:spPr>
                <a:xfrm rot="0">
                  <a:off x="2427" y="3157"/>
                  <a:ext cx="9" cy="2"/>
                </a:xfrm>
                <a:custGeom>
                  <a:avLst/>
                  <a:ahLst/>
                  <a:rect l="0" t="0" r="r" b="b"/>
                  <a:pathLst>
                    <a:path w="26" h="4">
                      <a:moveTo>
                        <a:pt x="0" y="0"/>
                      </a:moveTo>
                      <a:lnTo>
                        <a:pt x="26" y="4"/>
                      </a:lnTo>
                      <a:lnTo>
                        <a:pt x="26" y="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13" name=""/>
                <p:cNvSpPr/>
                <p:nvPr/>
              </p:nvSpPr>
              <p:spPr>
                <a:xfrm rot="0" flipV="1">
                  <a:off x="2436" y="315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14" name=""/>
                <p:cNvSpPr/>
                <p:nvPr/>
              </p:nvSpPr>
              <p:spPr>
                <a:xfrm rot="0">
                  <a:off x="2418" y="3133"/>
                  <a:ext cx="20" cy="25"/>
                </a:xfrm>
                <a:custGeom>
                  <a:avLst/>
                  <a:ahLst/>
                  <a:rect l="0" t="0" r="r" b="b"/>
                  <a:pathLst>
                    <a:path w="60" h="77">
                      <a:moveTo>
                        <a:pt x="0" y="71"/>
                      </a:moveTo>
                      <a:lnTo>
                        <a:pt x="26" y="74"/>
                      </a:lnTo>
                      <a:lnTo>
                        <a:pt x="52" y="77"/>
                      </a:lnTo>
                      <a:lnTo>
                        <a:pt x="60" y="6"/>
                      </a:lnTo>
                      <a:lnTo>
                        <a:pt x="34" y="3"/>
                      </a:lnTo>
                      <a:lnTo>
                        <a:pt x="8" y="0"/>
                      </a:lnTo>
                      <a:lnTo>
                        <a:pt x="0" y="7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15" name=""/>
                <p:cNvSpPr/>
                <p:nvPr/>
              </p:nvSpPr>
              <p:spPr>
                <a:xfrm rot="0">
                  <a:off x="2418" y="3133"/>
                  <a:ext cx="20" cy="25"/>
                </a:xfrm>
                <a:custGeom>
                  <a:avLst/>
                  <a:ahLst/>
                  <a:rect l="0" t="0" r="r" b="b"/>
                  <a:pathLst>
                    <a:path w="60" h="77">
                      <a:moveTo>
                        <a:pt x="0" y="71"/>
                      </a:moveTo>
                      <a:lnTo>
                        <a:pt x="26" y="74"/>
                      </a:lnTo>
                      <a:lnTo>
                        <a:pt x="52" y="77"/>
                      </a:lnTo>
                      <a:lnTo>
                        <a:pt x="60" y="6"/>
                      </a:lnTo>
                      <a:lnTo>
                        <a:pt x="34" y="3"/>
                      </a:lnTo>
                      <a:lnTo>
                        <a:pt x="8" y="0"/>
                      </a:lnTo>
                      <a:lnTo>
                        <a:pt x="0" y="7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16" name=""/>
                <p:cNvSpPr/>
                <p:nvPr/>
              </p:nvSpPr>
              <p:spPr>
                <a:xfrm rot="0">
                  <a:off x="2430" y="3134"/>
                  <a:ext cx="8" cy="1"/>
                </a:xfrm>
                <a:custGeom>
                  <a:avLst/>
                  <a:ahLst/>
                  <a:rect l="0" t="0" r="r" b="b"/>
                  <a:pathLst>
                    <a:path w="26" h="3">
                      <a:moveTo>
                        <a:pt x="0" y="0"/>
                      </a:moveTo>
                      <a:lnTo>
                        <a:pt x="26" y="3"/>
                      </a:lnTo>
                      <a:lnTo>
                        <a:pt x="26" y="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17" name=""/>
                <p:cNvSpPr/>
                <p:nvPr/>
              </p:nvSpPr>
              <p:spPr>
                <a:xfrm rot="0" flipV="1">
                  <a:off x="2438" y="313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18" name=""/>
                <p:cNvSpPr/>
                <p:nvPr/>
              </p:nvSpPr>
              <p:spPr>
                <a:xfrm rot="0">
                  <a:off x="2421" y="3109"/>
                  <a:ext cx="19" cy="25"/>
                </a:xfrm>
                <a:custGeom>
                  <a:avLst/>
                  <a:ahLst/>
                  <a:rect l="0" t="0" r="r" b="b"/>
                  <a:pathLst>
                    <a:path w="57" h="74">
                      <a:moveTo>
                        <a:pt x="0" y="72"/>
                      </a:moveTo>
                      <a:lnTo>
                        <a:pt x="26" y="73"/>
                      </a:lnTo>
                      <a:lnTo>
                        <a:pt x="52" y="74"/>
                      </a:lnTo>
                      <a:lnTo>
                        <a:pt x="57" y="2"/>
                      </a:lnTo>
                      <a:lnTo>
                        <a:pt x="31" y="1"/>
                      </a:lnTo>
                      <a:lnTo>
                        <a:pt x="5" y="0"/>
                      </a:lnTo>
                      <a:lnTo>
                        <a:pt x="0" y="7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19" name=""/>
                <p:cNvSpPr/>
                <p:nvPr/>
              </p:nvSpPr>
              <p:spPr>
                <a:xfrm rot="0">
                  <a:off x="2421" y="3109"/>
                  <a:ext cx="19" cy="25"/>
                </a:xfrm>
                <a:custGeom>
                  <a:avLst/>
                  <a:ahLst/>
                  <a:rect l="0" t="0" r="r" b="b"/>
                  <a:pathLst>
                    <a:path w="57" h="74">
                      <a:moveTo>
                        <a:pt x="0" y="72"/>
                      </a:moveTo>
                      <a:lnTo>
                        <a:pt x="26" y="73"/>
                      </a:lnTo>
                      <a:lnTo>
                        <a:pt x="52" y="74"/>
                      </a:lnTo>
                      <a:lnTo>
                        <a:pt x="57" y="2"/>
                      </a:lnTo>
                      <a:lnTo>
                        <a:pt x="31" y="1"/>
                      </a:lnTo>
                      <a:lnTo>
                        <a:pt x="5" y="0"/>
                      </a:lnTo>
                      <a:lnTo>
                        <a:pt x="0" y="7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20" name=""/>
                <p:cNvSpPr/>
                <p:nvPr/>
              </p:nvSpPr>
              <p:spPr>
                <a:xfrm rot="0">
                  <a:off x="2431" y="3110"/>
                  <a:ext cx="9" cy="1"/>
                </a:xfrm>
                <a:custGeom>
                  <a:avLst/>
                  <a:ahLst/>
                  <a:rect l="0" t="0" r="r" b="b"/>
                  <a:pathLst>
                    <a:path w="26" h="1">
                      <a:moveTo>
                        <a:pt x="0" y="0"/>
                      </a:moveTo>
                      <a:lnTo>
                        <a:pt x="26" y="1"/>
                      </a:lnTo>
                      <a:lnTo>
                        <a:pt x="26" y="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21" name=""/>
                <p:cNvSpPr/>
                <p:nvPr/>
              </p:nvSpPr>
              <p:spPr>
                <a:xfrm rot="0">
                  <a:off x="2440" y="311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22" name=""/>
                <p:cNvSpPr/>
                <p:nvPr/>
              </p:nvSpPr>
              <p:spPr>
                <a:xfrm rot="0">
                  <a:off x="2423" y="3086"/>
                  <a:ext cx="18" cy="24"/>
                </a:xfrm>
                <a:custGeom>
                  <a:avLst/>
                  <a:ahLst/>
                  <a:rect l="0" t="0" r="r" b="b"/>
                  <a:pathLst>
                    <a:path w="54" h="73">
                      <a:moveTo>
                        <a:pt x="0" y="71"/>
                      </a:moveTo>
                      <a:lnTo>
                        <a:pt x="26" y="72"/>
                      </a:lnTo>
                      <a:lnTo>
                        <a:pt x="52" y="73"/>
                      </a:lnTo>
                      <a:lnTo>
                        <a:pt x="54" y="3"/>
                      </a:lnTo>
                      <a:lnTo>
                        <a:pt x="28" y="1"/>
                      </a:lnTo>
                      <a:lnTo>
                        <a:pt x="2" y="0"/>
                      </a:lnTo>
                      <a:lnTo>
                        <a:pt x="0" y="7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23" name=""/>
                <p:cNvSpPr/>
                <p:nvPr/>
              </p:nvSpPr>
              <p:spPr>
                <a:xfrm rot="0">
                  <a:off x="2423" y="3086"/>
                  <a:ext cx="18" cy="24"/>
                </a:xfrm>
                <a:custGeom>
                  <a:avLst/>
                  <a:ahLst/>
                  <a:rect l="0" t="0" r="r" b="b"/>
                  <a:pathLst>
                    <a:path w="54" h="73">
                      <a:moveTo>
                        <a:pt x="0" y="71"/>
                      </a:moveTo>
                      <a:lnTo>
                        <a:pt x="26" y="72"/>
                      </a:lnTo>
                      <a:lnTo>
                        <a:pt x="52" y="73"/>
                      </a:lnTo>
                      <a:lnTo>
                        <a:pt x="54" y="3"/>
                      </a:lnTo>
                      <a:lnTo>
                        <a:pt x="28" y="1"/>
                      </a:lnTo>
                      <a:lnTo>
                        <a:pt x="2" y="0"/>
                      </a:lnTo>
                      <a:lnTo>
                        <a:pt x="0" y="7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</p:grpSp>
          <p:grpSp>
            <p:nvGrpSpPr>
              <p:cNvPr id="418" name=""/>
              <p:cNvGrpSpPr/>
              <p:nvPr/>
            </p:nvGrpSpPr>
            <p:grpSpPr>
              <a:xfrm rot="0">
                <a:off x="1296" y="1222"/>
                <a:ext cx="1212" cy="2546"/>
                <a:chOff x="1296" y="1222"/>
                <a:chExt cx="1212" cy="2546"/>
              </a:xfrm>
            </p:grpSpPr>
            <p:sp>
              <p:nvSpPr>
                <p:cNvPr id="1080324" name=""/>
                <p:cNvSpPr/>
                <p:nvPr/>
              </p:nvSpPr>
              <p:spPr>
                <a:xfrm rot="0">
                  <a:off x="2432" y="3086"/>
                  <a:ext cx="9" cy="1"/>
                </a:xfrm>
                <a:custGeom>
                  <a:avLst/>
                  <a:ahLst/>
                  <a:rect l="0" t="0" r="r" b="b"/>
                  <a:pathLst>
                    <a:path w="26" h="3">
                      <a:moveTo>
                        <a:pt x="0" y="1"/>
                      </a:moveTo>
                      <a:lnTo>
                        <a:pt x="26" y="3"/>
                      </a:lnTo>
                      <a:lnTo>
                        <a:pt x="26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25" name=""/>
                <p:cNvSpPr/>
                <p:nvPr/>
              </p:nvSpPr>
              <p:spPr>
                <a:xfrm rot="0" flipV="1">
                  <a:off x="2441" y="30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26" name=""/>
                <p:cNvSpPr/>
                <p:nvPr/>
              </p:nvSpPr>
              <p:spPr>
                <a:xfrm rot="0">
                  <a:off x="1364" y="1325"/>
                  <a:ext cx="8" cy="17"/>
                </a:xfrm>
                <a:custGeom>
                  <a:avLst/>
                  <a:ahLst/>
                  <a:rect l="0" t="0" r="r" b="b"/>
                  <a:pathLst>
                    <a:path w="26" h="53">
                      <a:moveTo>
                        <a:pt x="26" y="27"/>
                      </a:moveTo>
                      <a:lnTo>
                        <a:pt x="26" y="53"/>
                      </a:lnTo>
                      <a:lnTo>
                        <a:pt x="17" y="52"/>
                      </a:lnTo>
                      <a:lnTo>
                        <a:pt x="10" y="49"/>
                      </a:lnTo>
                      <a:lnTo>
                        <a:pt x="4" y="43"/>
                      </a:lnTo>
                      <a:lnTo>
                        <a:pt x="1" y="35"/>
                      </a:lnTo>
                      <a:lnTo>
                        <a:pt x="0" y="27"/>
                      </a:lnTo>
                      <a:lnTo>
                        <a:pt x="1" y="19"/>
                      </a:lnTo>
                      <a:lnTo>
                        <a:pt x="4" y="11"/>
                      </a:lnTo>
                      <a:lnTo>
                        <a:pt x="10" y="5"/>
                      </a:lnTo>
                      <a:lnTo>
                        <a:pt x="17" y="2"/>
                      </a:lnTo>
                      <a:lnTo>
                        <a:pt x="26" y="0"/>
                      </a:lnTo>
                      <a:lnTo>
                        <a:pt x="26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27" name=""/>
                <p:cNvSpPr/>
                <p:nvPr/>
              </p:nvSpPr>
              <p:spPr>
                <a:xfrm rot="0">
                  <a:off x="1364" y="1325"/>
                  <a:ext cx="8" cy="17"/>
                </a:xfrm>
                <a:custGeom>
                  <a:avLst/>
                  <a:ahLst/>
                  <a:rect l="0" t="0" r="r" b="b"/>
                  <a:pathLst>
                    <a:path w="26" h="53">
                      <a:moveTo>
                        <a:pt x="26" y="53"/>
                      </a:moveTo>
                      <a:lnTo>
                        <a:pt x="17" y="52"/>
                      </a:lnTo>
                      <a:lnTo>
                        <a:pt x="10" y="49"/>
                      </a:lnTo>
                      <a:lnTo>
                        <a:pt x="4" y="43"/>
                      </a:lnTo>
                      <a:lnTo>
                        <a:pt x="1" y="35"/>
                      </a:lnTo>
                      <a:lnTo>
                        <a:pt x="0" y="27"/>
                      </a:lnTo>
                      <a:lnTo>
                        <a:pt x="1" y="19"/>
                      </a:lnTo>
                      <a:lnTo>
                        <a:pt x="4" y="11"/>
                      </a:lnTo>
                      <a:lnTo>
                        <a:pt x="10" y="5"/>
                      </a:lnTo>
                      <a:lnTo>
                        <a:pt x="17" y="2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28" name=""/>
                <p:cNvSpPr/>
                <p:nvPr/>
              </p:nvSpPr>
              <p:spPr>
                <a:xfrm rot="0">
                  <a:off x="1372" y="1325"/>
                  <a:ext cx="1060" cy="17"/>
                </a:xfrm>
                <a:custGeom>
                  <a:avLst/>
                  <a:ahLst/>
                  <a:rect l="0" t="0" r="r" b="b"/>
                  <a:pathLst>
                    <a:path w="3179" h="53">
                      <a:moveTo>
                        <a:pt x="0" y="0"/>
                      </a:moveTo>
                      <a:lnTo>
                        <a:pt x="0" y="27"/>
                      </a:lnTo>
                      <a:lnTo>
                        <a:pt x="0" y="53"/>
                      </a:lnTo>
                      <a:lnTo>
                        <a:pt x="3179" y="53"/>
                      </a:lnTo>
                      <a:lnTo>
                        <a:pt x="3179" y="27"/>
                      </a:lnTo>
                      <a:lnTo>
                        <a:pt x="3179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29" name=""/>
                <p:cNvSpPr/>
                <p:nvPr/>
              </p:nvSpPr>
              <p:spPr>
                <a:xfrm rot="0">
                  <a:off x="1372" y="1325"/>
                  <a:ext cx="1060" cy="17"/>
                </a:xfrm>
                <a:custGeom>
                  <a:avLst/>
                  <a:ahLst/>
                  <a:rect l="0" t="0" r="r" b="b"/>
                  <a:pathLst>
                    <a:path w="3179" h="53">
                      <a:moveTo>
                        <a:pt x="0" y="0"/>
                      </a:moveTo>
                      <a:lnTo>
                        <a:pt x="0" y="27"/>
                      </a:lnTo>
                      <a:lnTo>
                        <a:pt x="0" y="53"/>
                      </a:lnTo>
                      <a:lnTo>
                        <a:pt x="3179" y="53"/>
                      </a:lnTo>
                      <a:lnTo>
                        <a:pt x="3179" y="27"/>
                      </a:lnTo>
                      <a:lnTo>
                        <a:pt x="317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30" name=""/>
                <p:cNvSpPr/>
                <p:nvPr/>
              </p:nvSpPr>
              <p:spPr>
                <a:xfrm rot="0">
                  <a:off x="2432" y="1325"/>
                  <a:ext cx="9" cy="17"/>
                </a:xfrm>
                <a:custGeom>
                  <a:avLst/>
                  <a:ahLst/>
                  <a:rect l="0" t="0" r="r" b="b"/>
                  <a:pathLst>
                    <a:path w="27" h="53">
                      <a:moveTo>
                        <a:pt x="0" y="27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5" y="5"/>
                      </a:lnTo>
                      <a:lnTo>
                        <a:pt x="22" y="11"/>
                      </a:lnTo>
                      <a:lnTo>
                        <a:pt x="25" y="19"/>
                      </a:lnTo>
                      <a:lnTo>
                        <a:pt x="27" y="27"/>
                      </a:lnTo>
                      <a:lnTo>
                        <a:pt x="25" y="35"/>
                      </a:lnTo>
                      <a:lnTo>
                        <a:pt x="22" y="43"/>
                      </a:lnTo>
                      <a:lnTo>
                        <a:pt x="15" y="49"/>
                      </a:lnTo>
                      <a:lnTo>
                        <a:pt x="8" y="52"/>
                      </a:lnTo>
                      <a:lnTo>
                        <a:pt x="0" y="53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31" name=""/>
                <p:cNvSpPr/>
                <p:nvPr/>
              </p:nvSpPr>
              <p:spPr>
                <a:xfrm rot="0">
                  <a:off x="2432" y="1325"/>
                  <a:ext cx="9" cy="17"/>
                </a:xfrm>
                <a:custGeom>
                  <a:avLst/>
                  <a:ahLst/>
                  <a:rect l="0" t="0" r="r" b="b"/>
                  <a:pathLst>
                    <a:path w="27" h="53">
                      <a:moveTo>
                        <a:pt x="0" y="0"/>
                      </a:moveTo>
                      <a:lnTo>
                        <a:pt x="8" y="2"/>
                      </a:lnTo>
                      <a:lnTo>
                        <a:pt x="15" y="5"/>
                      </a:lnTo>
                      <a:lnTo>
                        <a:pt x="22" y="11"/>
                      </a:lnTo>
                      <a:lnTo>
                        <a:pt x="25" y="19"/>
                      </a:lnTo>
                      <a:lnTo>
                        <a:pt x="27" y="27"/>
                      </a:lnTo>
                      <a:lnTo>
                        <a:pt x="25" y="35"/>
                      </a:lnTo>
                      <a:lnTo>
                        <a:pt x="22" y="43"/>
                      </a:lnTo>
                      <a:lnTo>
                        <a:pt x="15" y="49"/>
                      </a:lnTo>
                      <a:lnTo>
                        <a:pt x="8" y="52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32" name=""/>
                <p:cNvSpPr/>
                <p:nvPr/>
              </p:nvSpPr>
              <p:spPr>
                <a:xfrm rot="0">
                  <a:off x="1364" y="2272"/>
                  <a:ext cx="8" cy="17"/>
                </a:xfrm>
                <a:custGeom>
                  <a:avLst/>
                  <a:ahLst/>
                  <a:rect l="0" t="0" r="r" b="b"/>
                  <a:pathLst>
                    <a:path w="26" h="53">
                      <a:moveTo>
                        <a:pt x="26" y="27"/>
                      </a:moveTo>
                      <a:lnTo>
                        <a:pt x="26" y="53"/>
                      </a:lnTo>
                      <a:lnTo>
                        <a:pt x="17" y="52"/>
                      </a:lnTo>
                      <a:lnTo>
                        <a:pt x="10" y="49"/>
                      </a:lnTo>
                      <a:lnTo>
                        <a:pt x="4" y="43"/>
                      </a:lnTo>
                      <a:lnTo>
                        <a:pt x="1" y="36"/>
                      </a:lnTo>
                      <a:lnTo>
                        <a:pt x="0" y="27"/>
                      </a:lnTo>
                      <a:lnTo>
                        <a:pt x="1" y="19"/>
                      </a:lnTo>
                      <a:lnTo>
                        <a:pt x="4" y="12"/>
                      </a:lnTo>
                      <a:lnTo>
                        <a:pt x="10" y="6"/>
                      </a:lnTo>
                      <a:lnTo>
                        <a:pt x="17" y="2"/>
                      </a:lnTo>
                      <a:lnTo>
                        <a:pt x="26" y="0"/>
                      </a:lnTo>
                      <a:lnTo>
                        <a:pt x="26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33" name=""/>
                <p:cNvSpPr/>
                <p:nvPr/>
              </p:nvSpPr>
              <p:spPr>
                <a:xfrm rot="0">
                  <a:off x="1364" y="2272"/>
                  <a:ext cx="8" cy="17"/>
                </a:xfrm>
                <a:custGeom>
                  <a:avLst/>
                  <a:ahLst/>
                  <a:rect l="0" t="0" r="r" b="b"/>
                  <a:pathLst>
                    <a:path w="26" h="53">
                      <a:moveTo>
                        <a:pt x="26" y="53"/>
                      </a:moveTo>
                      <a:lnTo>
                        <a:pt x="17" y="52"/>
                      </a:lnTo>
                      <a:lnTo>
                        <a:pt x="10" y="49"/>
                      </a:lnTo>
                      <a:lnTo>
                        <a:pt x="4" y="43"/>
                      </a:lnTo>
                      <a:lnTo>
                        <a:pt x="1" y="36"/>
                      </a:lnTo>
                      <a:lnTo>
                        <a:pt x="0" y="27"/>
                      </a:lnTo>
                      <a:lnTo>
                        <a:pt x="1" y="19"/>
                      </a:lnTo>
                      <a:lnTo>
                        <a:pt x="4" y="12"/>
                      </a:lnTo>
                      <a:lnTo>
                        <a:pt x="10" y="6"/>
                      </a:lnTo>
                      <a:lnTo>
                        <a:pt x="17" y="2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34" name=""/>
                <p:cNvSpPr/>
                <p:nvPr/>
              </p:nvSpPr>
              <p:spPr>
                <a:xfrm rot="0">
                  <a:off x="1372" y="2272"/>
                  <a:ext cx="1060" cy="17"/>
                </a:xfrm>
                <a:custGeom>
                  <a:avLst/>
                  <a:ahLst/>
                  <a:rect l="0" t="0" r="r" b="b"/>
                  <a:pathLst>
                    <a:path w="3179" h="53">
                      <a:moveTo>
                        <a:pt x="0" y="0"/>
                      </a:moveTo>
                      <a:lnTo>
                        <a:pt x="0" y="27"/>
                      </a:lnTo>
                      <a:lnTo>
                        <a:pt x="0" y="53"/>
                      </a:lnTo>
                      <a:lnTo>
                        <a:pt x="3179" y="53"/>
                      </a:lnTo>
                      <a:lnTo>
                        <a:pt x="3179" y="27"/>
                      </a:lnTo>
                      <a:lnTo>
                        <a:pt x="3179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35" name=""/>
                <p:cNvSpPr/>
                <p:nvPr/>
              </p:nvSpPr>
              <p:spPr>
                <a:xfrm rot="0">
                  <a:off x="1372" y="2272"/>
                  <a:ext cx="1060" cy="17"/>
                </a:xfrm>
                <a:custGeom>
                  <a:avLst/>
                  <a:ahLst/>
                  <a:rect l="0" t="0" r="r" b="b"/>
                  <a:pathLst>
                    <a:path w="3179" h="53">
                      <a:moveTo>
                        <a:pt x="0" y="0"/>
                      </a:moveTo>
                      <a:lnTo>
                        <a:pt x="0" y="27"/>
                      </a:lnTo>
                      <a:lnTo>
                        <a:pt x="0" y="53"/>
                      </a:lnTo>
                      <a:lnTo>
                        <a:pt x="3179" y="53"/>
                      </a:lnTo>
                      <a:lnTo>
                        <a:pt x="3179" y="27"/>
                      </a:lnTo>
                      <a:lnTo>
                        <a:pt x="317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36" name=""/>
                <p:cNvSpPr/>
                <p:nvPr/>
              </p:nvSpPr>
              <p:spPr>
                <a:xfrm rot="0">
                  <a:off x="2432" y="2272"/>
                  <a:ext cx="9" cy="17"/>
                </a:xfrm>
                <a:custGeom>
                  <a:avLst/>
                  <a:ahLst/>
                  <a:rect l="0" t="0" r="r" b="b"/>
                  <a:pathLst>
                    <a:path w="27" h="53">
                      <a:moveTo>
                        <a:pt x="0" y="27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5" y="6"/>
                      </a:lnTo>
                      <a:lnTo>
                        <a:pt x="22" y="12"/>
                      </a:lnTo>
                      <a:lnTo>
                        <a:pt x="25" y="19"/>
                      </a:lnTo>
                      <a:lnTo>
                        <a:pt x="27" y="27"/>
                      </a:lnTo>
                      <a:lnTo>
                        <a:pt x="25" y="36"/>
                      </a:lnTo>
                      <a:lnTo>
                        <a:pt x="22" y="43"/>
                      </a:lnTo>
                      <a:lnTo>
                        <a:pt x="15" y="49"/>
                      </a:lnTo>
                      <a:lnTo>
                        <a:pt x="8" y="52"/>
                      </a:lnTo>
                      <a:lnTo>
                        <a:pt x="0" y="53"/>
                      </a:lnTo>
                      <a:lnTo>
                        <a:pt x="0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37" name=""/>
                <p:cNvSpPr/>
                <p:nvPr/>
              </p:nvSpPr>
              <p:spPr>
                <a:xfrm rot="0">
                  <a:off x="2432" y="2272"/>
                  <a:ext cx="9" cy="17"/>
                </a:xfrm>
                <a:custGeom>
                  <a:avLst/>
                  <a:ahLst/>
                  <a:rect l="0" t="0" r="r" b="b"/>
                  <a:pathLst>
                    <a:path w="27" h="53">
                      <a:moveTo>
                        <a:pt x="0" y="0"/>
                      </a:moveTo>
                      <a:lnTo>
                        <a:pt x="8" y="2"/>
                      </a:lnTo>
                      <a:lnTo>
                        <a:pt x="15" y="6"/>
                      </a:lnTo>
                      <a:lnTo>
                        <a:pt x="22" y="12"/>
                      </a:lnTo>
                      <a:lnTo>
                        <a:pt x="25" y="19"/>
                      </a:lnTo>
                      <a:lnTo>
                        <a:pt x="27" y="27"/>
                      </a:lnTo>
                      <a:lnTo>
                        <a:pt x="25" y="36"/>
                      </a:lnTo>
                      <a:lnTo>
                        <a:pt x="22" y="43"/>
                      </a:lnTo>
                      <a:lnTo>
                        <a:pt x="15" y="49"/>
                      </a:lnTo>
                      <a:lnTo>
                        <a:pt x="8" y="52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38" name=""/>
                <p:cNvSpPr/>
                <p:nvPr/>
              </p:nvSpPr>
              <p:spPr>
                <a:xfrm rot="0">
                  <a:off x="1364" y="1325"/>
                  <a:ext cx="17" cy="9"/>
                </a:xfrm>
                <a:custGeom>
                  <a:avLst/>
                  <a:ahLst/>
                  <a:rect l="0" t="0" r="r" b="b"/>
                  <a:pathLst>
                    <a:path w="53" h="27">
                      <a:moveTo>
                        <a:pt x="26" y="27"/>
                      </a:moveTo>
                      <a:lnTo>
                        <a:pt x="0" y="27"/>
                      </a:lnTo>
                      <a:lnTo>
                        <a:pt x="1" y="19"/>
                      </a:lnTo>
                      <a:lnTo>
                        <a:pt x="4" y="11"/>
                      </a:lnTo>
                      <a:lnTo>
                        <a:pt x="10" y="5"/>
                      </a:lnTo>
                      <a:lnTo>
                        <a:pt x="17" y="2"/>
                      </a:lnTo>
                      <a:lnTo>
                        <a:pt x="26" y="0"/>
                      </a:lnTo>
                      <a:lnTo>
                        <a:pt x="34" y="2"/>
                      </a:lnTo>
                      <a:lnTo>
                        <a:pt x="41" y="5"/>
                      </a:lnTo>
                      <a:lnTo>
                        <a:pt x="48" y="11"/>
                      </a:lnTo>
                      <a:lnTo>
                        <a:pt x="51" y="19"/>
                      </a:lnTo>
                      <a:lnTo>
                        <a:pt x="53" y="27"/>
                      </a:lnTo>
                      <a:lnTo>
                        <a:pt x="26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39" name=""/>
                <p:cNvSpPr/>
                <p:nvPr/>
              </p:nvSpPr>
              <p:spPr>
                <a:xfrm rot="0">
                  <a:off x="1364" y="1325"/>
                  <a:ext cx="17" cy="9"/>
                </a:xfrm>
                <a:custGeom>
                  <a:avLst/>
                  <a:ahLst/>
                  <a:rect l="0" t="0" r="r" b="b"/>
                  <a:pathLst>
                    <a:path w="53" h="27">
                      <a:moveTo>
                        <a:pt x="0" y="27"/>
                      </a:moveTo>
                      <a:lnTo>
                        <a:pt x="1" y="19"/>
                      </a:lnTo>
                      <a:lnTo>
                        <a:pt x="4" y="11"/>
                      </a:lnTo>
                      <a:lnTo>
                        <a:pt x="10" y="5"/>
                      </a:lnTo>
                      <a:lnTo>
                        <a:pt x="17" y="2"/>
                      </a:lnTo>
                      <a:lnTo>
                        <a:pt x="26" y="0"/>
                      </a:lnTo>
                      <a:lnTo>
                        <a:pt x="34" y="2"/>
                      </a:lnTo>
                      <a:lnTo>
                        <a:pt x="41" y="5"/>
                      </a:lnTo>
                      <a:lnTo>
                        <a:pt x="48" y="11"/>
                      </a:lnTo>
                      <a:lnTo>
                        <a:pt x="51" y="19"/>
                      </a:lnTo>
                      <a:lnTo>
                        <a:pt x="53" y="2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40" name=""/>
                <p:cNvSpPr/>
                <p:nvPr/>
              </p:nvSpPr>
              <p:spPr>
                <a:xfrm rot="0">
                  <a:off x="1364" y="1334"/>
                  <a:ext cx="17" cy="947"/>
                </a:xfrm>
                <a:custGeom>
                  <a:avLst/>
                  <a:ahLst/>
                  <a:rect l="0" t="0" r="r" b="b"/>
                  <a:pathLst>
                    <a:path w="53" h="2841">
                      <a:moveTo>
                        <a:pt x="53" y="0"/>
                      </a:moveTo>
                      <a:lnTo>
                        <a:pt x="26" y="0"/>
                      </a:lnTo>
                      <a:lnTo>
                        <a:pt x="0" y="0"/>
                      </a:lnTo>
                      <a:lnTo>
                        <a:pt x="0" y="2841"/>
                      </a:lnTo>
                      <a:lnTo>
                        <a:pt x="26" y="2841"/>
                      </a:lnTo>
                      <a:lnTo>
                        <a:pt x="53" y="2841"/>
                      </a:lnTo>
                      <a:lnTo>
                        <a:pt x="5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41" name=""/>
                <p:cNvSpPr/>
                <p:nvPr/>
              </p:nvSpPr>
              <p:spPr>
                <a:xfrm rot="0">
                  <a:off x="1364" y="1334"/>
                  <a:ext cx="17" cy="947"/>
                </a:xfrm>
                <a:custGeom>
                  <a:avLst/>
                  <a:ahLst/>
                  <a:rect l="0" t="0" r="r" b="b"/>
                  <a:pathLst>
                    <a:path w="53" h="2841">
                      <a:moveTo>
                        <a:pt x="53" y="0"/>
                      </a:moveTo>
                      <a:lnTo>
                        <a:pt x="26" y="0"/>
                      </a:lnTo>
                      <a:lnTo>
                        <a:pt x="0" y="0"/>
                      </a:lnTo>
                      <a:lnTo>
                        <a:pt x="0" y="2841"/>
                      </a:lnTo>
                      <a:lnTo>
                        <a:pt x="26" y="2841"/>
                      </a:lnTo>
                      <a:lnTo>
                        <a:pt x="53" y="2841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42" name=""/>
                <p:cNvSpPr/>
                <p:nvPr/>
              </p:nvSpPr>
              <p:spPr>
                <a:xfrm rot="0">
                  <a:off x="1364" y="2281"/>
                  <a:ext cx="17" cy="8"/>
                </a:xfrm>
                <a:custGeom>
                  <a:avLst/>
                  <a:ahLst/>
                  <a:rect l="0" t="0" r="r" b="b"/>
                  <a:pathLst>
                    <a:path w="53" h="26">
                      <a:moveTo>
                        <a:pt x="26" y="0"/>
                      </a:moveTo>
                      <a:lnTo>
                        <a:pt x="53" y="0"/>
                      </a:lnTo>
                      <a:lnTo>
                        <a:pt x="51" y="9"/>
                      </a:lnTo>
                      <a:lnTo>
                        <a:pt x="48" y="16"/>
                      </a:lnTo>
                      <a:lnTo>
                        <a:pt x="41" y="22"/>
                      </a:lnTo>
                      <a:lnTo>
                        <a:pt x="34" y="25"/>
                      </a:lnTo>
                      <a:lnTo>
                        <a:pt x="26" y="26"/>
                      </a:lnTo>
                      <a:lnTo>
                        <a:pt x="17" y="25"/>
                      </a:lnTo>
                      <a:lnTo>
                        <a:pt x="10" y="22"/>
                      </a:lnTo>
                      <a:lnTo>
                        <a:pt x="4" y="16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43" name=""/>
                <p:cNvSpPr/>
                <p:nvPr/>
              </p:nvSpPr>
              <p:spPr>
                <a:xfrm rot="0">
                  <a:off x="1364" y="2281"/>
                  <a:ext cx="17" cy="8"/>
                </a:xfrm>
                <a:custGeom>
                  <a:avLst/>
                  <a:ahLst/>
                  <a:rect l="0" t="0" r="r" b="b"/>
                  <a:pathLst>
                    <a:path w="53" h="26">
                      <a:moveTo>
                        <a:pt x="53" y="0"/>
                      </a:moveTo>
                      <a:lnTo>
                        <a:pt x="51" y="9"/>
                      </a:lnTo>
                      <a:lnTo>
                        <a:pt x="48" y="16"/>
                      </a:lnTo>
                      <a:lnTo>
                        <a:pt x="41" y="22"/>
                      </a:lnTo>
                      <a:lnTo>
                        <a:pt x="34" y="25"/>
                      </a:lnTo>
                      <a:lnTo>
                        <a:pt x="26" y="26"/>
                      </a:lnTo>
                      <a:lnTo>
                        <a:pt x="17" y="25"/>
                      </a:lnTo>
                      <a:lnTo>
                        <a:pt x="10" y="22"/>
                      </a:lnTo>
                      <a:lnTo>
                        <a:pt x="4" y="16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44" name=""/>
                <p:cNvSpPr/>
                <p:nvPr/>
              </p:nvSpPr>
              <p:spPr>
                <a:xfrm rot="0">
                  <a:off x="2423" y="2281"/>
                  <a:ext cx="18" cy="8"/>
                </a:xfrm>
                <a:custGeom>
                  <a:avLst/>
                  <a:ahLst/>
                  <a:rect l="0" t="0" r="r" b="b"/>
                  <a:pathLst>
                    <a:path w="53" h="26">
                      <a:moveTo>
                        <a:pt x="26" y="0"/>
                      </a:moveTo>
                      <a:lnTo>
                        <a:pt x="53" y="0"/>
                      </a:lnTo>
                      <a:lnTo>
                        <a:pt x="51" y="9"/>
                      </a:lnTo>
                      <a:lnTo>
                        <a:pt x="48" y="16"/>
                      </a:lnTo>
                      <a:lnTo>
                        <a:pt x="41" y="22"/>
                      </a:lnTo>
                      <a:lnTo>
                        <a:pt x="34" y="25"/>
                      </a:lnTo>
                      <a:lnTo>
                        <a:pt x="26" y="26"/>
                      </a:lnTo>
                      <a:lnTo>
                        <a:pt x="17" y="25"/>
                      </a:lnTo>
                      <a:lnTo>
                        <a:pt x="10" y="22"/>
                      </a:lnTo>
                      <a:lnTo>
                        <a:pt x="4" y="16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45" name=""/>
                <p:cNvSpPr/>
                <p:nvPr/>
              </p:nvSpPr>
              <p:spPr>
                <a:xfrm rot="0">
                  <a:off x="2423" y="2281"/>
                  <a:ext cx="18" cy="8"/>
                </a:xfrm>
                <a:custGeom>
                  <a:avLst/>
                  <a:ahLst/>
                  <a:rect l="0" t="0" r="r" b="b"/>
                  <a:pathLst>
                    <a:path w="53" h="26">
                      <a:moveTo>
                        <a:pt x="53" y="0"/>
                      </a:moveTo>
                      <a:lnTo>
                        <a:pt x="51" y="9"/>
                      </a:lnTo>
                      <a:lnTo>
                        <a:pt x="48" y="16"/>
                      </a:lnTo>
                      <a:lnTo>
                        <a:pt x="41" y="22"/>
                      </a:lnTo>
                      <a:lnTo>
                        <a:pt x="34" y="25"/>
                      </a:lnTo>
                      <a:lnTo>
                        <a:pt x="26" y="26"/>
                      </a:lnTo>
                      <a:lnTo>
                        <a:pt x="17" y="25"/>
                      </a:lnTo>
                      <a:lnTo>
                        <a:pt x="10" y="22"/>
                      </a:lnTo>
                      <a:lnTo>
                        <a:pt x="4" y="16"/>
                      </a:lnTo>
                      <a:lnTo>
                        <a:pt x="1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46" name=""/>
                <p:cNvSpPr/>
                <p:nvPr/>
              </p:nvSpPr>
              <p:spPr>
                <a:xfrm rot="0">
                  <a:off x="2423" y="1334"/>
                  <a:ext cx="18" cy="947"/>
                </a:xfrm>
                <a:custGeom>
                  <a:avLst/>
                  <a:ahLst/>
                  <a:rect l="0" t="0" r="r" b="b"/>
                  <a:pathLst>
                    <a:path w="53" h="2841">
                      <a:moveTo>
                        <a:pt x="0" y="2841"/>
                      </a:moveTo>
                      <a:lnTo>
                        <a:pt x="26" y="2841"/>
                      </a:lnTo>
                      <a:lnTo>
                        <a:pt x="53" y="2841"/>
                      </a:lnTo>
                      <a:lnTo>
                        <a:pt x="53" y="0"/>
                      </a:lnTo>
                      <a:lnTo>
                        <a:pt x="26" y="0"/>
                      </a:lnTo>
                      <a:lnTo>
                        <a:pt x="0" y="0"/>
                      </a:lnTo>
                      <a:lnTo>
                        <a:pt x="0" y="28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47" name=""/>
                <p:cNvSpPr/>
                <p:nvPr/>
              </p:nvSpPr>
              <p:spPr>
                <a:xfrm rot="0">
                  <a:off x="2423" y="1334"/>
                  <a:ext cx="18" cy="947"/>
                </a:xfrm>
                <a:custGeom>
                  <a:avLst/>
                  <a:ahLst/>
                  <a:rect l="0" t="0" r="r" b="b"/>
                  <a:pathLst>
                    <a:path w="53" h="2841">
                      <a:moveTo>
                        <a:pt x="0" y="2841"/>
                      </a:moveTo>
                      <a:lnTo>
                        <a:pt x="26" y="2841"/>
                      </a:lnTo>
                      <a:lnTo>
                        <a:pt x="53" y="2841"/>
                      </a:lnTo>
                      <a:lnTo>
                        <a:pt x="53" y="0"/>
                      </a:lnTo>
                      <a:lnTo>
                        <a:pt x="26" y="0"/>
                      </a:lnTo>
                      <a:lnTo>
                        <a:pt x="0" y="0"/>
                      </a:lnTo>
                      <a:lnTo>
                        <a:pt x="0" y="284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48" name=""/>
                <p:cNvSpPr/>
                <p:nvPr/>
              </p:nvSpPr>
              <p:spPr>
                <a:xfrm rot="0">
                  <a:off x="2423" y="1325"/>
                  <a:ext cx="18" cy="9"/>
                </a:xfrm>
                <a:custGeom>
                  <a:avLst/>
                  <a:ahLst/>
                  <a:rect l="0" t="0" r="r" b="b"/>
                  <a:pathLst>
                    <a:path w="53" h="27">
                      <a:moveTo>
                        <a:pt x="26" y="27"/>
                      </a:moveTo>
                      <a:lnTo>
                        <a:pt x="0" y="27"/>
                      </a:lnTo>
                      <a:lnTo>
                        <a:pt x="1" y="19"/>
                      </a:lnTo>
                      <a:lnTo>
                        <a:pt x="4" y="11"/>
                      </a:lnTo>
                      <a:lnTo>
                        <a:pt x="10" y="5"/>
                      </a:lnTo>
                      <a:lnTo>
                        <a:pt x="17" y="2"/>
                      </a:lnTo>
                      <a:lnTo>
                        <a:pt x="26" y="0"/>
                      </a:lnTo>
                      <a:lnTo>
                        <a:pt x="34" y="2"/>
                      </a:lnTo>
                      <a:lnTo>
                        <a:pt x="41" y="5"/>
                      </a:lnTo>
                      <a:lnTo>
                        <a:pt x="48" y="11"/>
                      </a:lnTo>
                      <a:lnTo>
                        <a:pt x="51" y="19"/>
                      </a:lnTo>
                      <a:lnTo>
                        <a:pt x="53" y="27"/>
                      </a:lnTo>
                      <a:lnTo>
                        <a:pt x="26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49" name=""/>
                <p:cNvSpPr/>
                <p:nvPr/>
              </p:nvSpPr>
              <p:spPr>
                <a:xfrm rot="0">
                  <a:off x="2423" y="1325"/>
                  <a:ext cx="18" cy="9"/>
                </a:xfrm>
                <a:custGeom>
                  <a:avLst/>
                  <a:ahLst/>
                  <a:rect l="0" t="0" r="r" b="b"/>
                  <a:pathLst>
                    <a:path w="53" h="27">
                      <a:moveTo>
                        <a:pt x="0" y="27"/>
                      </a:moveTo>
                      <a:lnTo>
                        <a:pt x="1" y="19"/>
                      </a:lnTo>
                      <a:lnTo>
                        <a:pt x="4" y="11"/>
                      </a:lnTo>
                      <a:lnTo>
                        <a:pt x="10" y="5"/>
                      </a:lnTo>
                      <a:lnTo>
                        <a:pt x="17" y="2"/>
                      </a:lnTo>
                      <a:lnTo>
                        <a:pt x="26" y="0"/>
                      </a:lnTo>
                      <a:lnTo>
                        <a:pt x="34" y="2"/>
                      </a:lnTo>
                      <a:lnTo>
                        <a:pt x="41" y="5"/>
                      </a:lnTo>
                      <a:lnTo>
                        <a:pt x="48" y="11"/>
                      </a:lnTo>
                      <a:lnTo>
                        <a:pt x="51" y="19"/>
                      </a:lnTo>
                      <a:lnTo>
                        <a:pt x="53" y="2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0" name=""/>
                <p:cNvSpPr/>
                <p:nvPr/>
              </p:nvSpPr>
              <p:spPr>
                <a:xfrm rot="0">
                  <a:off x="1902" y="3086"/>
                  <a:ext cx="1" cy="26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1" name=""/>
                <p:cNvSpPr/>
                <p:nvPr/>
              </p:nvSpPr>
              <p:spPr>
                <a:xfrm rot="0">
                  <a:off x="1902" y="3403"/>
                  <a:ext cx="1" cy="48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2" name=""/>
                <p:cNvSpPr/>
                <p:nvPr/>
              </p:nvSpPr>
              <p:spPr>
                <a:xfrm rot="0">
                  <a:off x="1902" y="3499"/>
                  <a:ext cx="1" cy="26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3" name=""/>
                <p:cNvSpPr/>
                <p:nvPr/>
              </p:nvSpPr>
              <p:spPr>
                <a:xfrm rot="0">
                  <a:off x="1296" y="3086"/>
                  <a:ext cx="318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4" name=""/>
                <p:cNvSpPr/>
                <p:nvPr/>
              </p:nvSpPr>
              <p:spPr>
                <a:xfrm rot="0">
                  <a:off x="1662" y="3086"/>
                  <a:ext cx="48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5" name=""/>
                <p:cNvSpPr/>
                <p:nvPr/>
              </p:nvSpPr>
              <p:spPr>
                <a:xfrm rot="0">
                  <a:off x="1758" y="3086"/>
                  <a:ext cx="288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6" name=""/>
                <p:cNvSpPr/>
                <p:nvPr/>
              </p:nvSpPr>
              <p:spPr>
                <a:xfrm rot="0">
                  <a:off x="2094" y="3086"/>
                  <a:ext cx="48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7" name=""/>
                <p:cNvSpPr/>
                <p:nvPr/>
              </p:nvSpPr>
              <p:spPr>
                <a:xfrm rot="0">
                  <a:off x="2190" y="3086"/>
                  <a:ext cx="318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8" name=""/>
                <p:cNvSpPr/>
                <p:nvPr/>
              </p:nvSpPr>
              <p:spPr>
                <a:xfrm rot="0">
                  <a:off x="1902" y="1222"/>
                  <a:ext cx="1" cy="268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59" name=""/>
                <p:cNvSpPr/>
                <p:nvPr/>
              </p:nvSpPr>
              <p:spPr>
                <a:xfrm rot="0">
                  <a:off x="1902" y="1538"/>
                  <a:ext cx="1" cy="48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0" name=""/>
                <p:cNvSpPr/>
                <p:nvPr/>
              </p:nvSpPr>
              <p:spPr>
                <a:xfrm rot="0">
                  <a:off x="1902" y="1634"/>
                  <a:ext cx="1" cy="28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1" name=""/>
                <p:cNvSpPr/>
                <p:nvPr/>
              </p:nvSpPr>
              <p:spPr>
                <a:xfrm rot="0">
                  <a:off x="1902" y="1971"/>
                  <a:ext cx="1" cy="48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2" name=""/>
                <p:cNvSpPr/>
                <p:nvPr/>
              </p:nvSpPr>
              <p:spPr>
                <a:xfrm rot="0">
                  <a:off x="1902" y="2067"/>
                  <a:ext cx="1" cy="269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FF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3" name=""/>
                <p:cNvSpPr/>
                <p:nvPr/>
              </p:nvSpPr>
              <p:spPr>
                <a:xfrm rot="0">
                  <a:off x="2165" y="1774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3">
                      <a:moveTo>
                        <a:pt x="2" y="53"/>
                      </a:moveTo>
                      <a:lnTo>
                        <a:pt x="28" y="52"/>
                      </a:lnTo>
                      <a:lnTo>
                        <a:pt x="54" y="51"/>
                      </a:lnTo>
                      <a:lnTo>
                        <a:pt x="52" y="0"/>
                      </a:lnTo>
                      <a:lnTo>
                        <a:pt x="26" y="1"/>
                      </a:lnTo>
                      <a:lnTo>
                        <a:pt x="0" y="2"/>
                      </a:lnTo>
                      <a:lnTo>
                        <a:pt x="2" y="5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64" name=""/>
                <p:cNvSpPr/>
                <p:nvPr/>
              </p:nvSpPr>
              <p:spPr>
                <a:xfrm rot="0">
                  <a:off x="2165" y="1774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3">
                      <a:moveTo>
                        <a:pt x="2" y="53"/>
                      </a:moveTo>
                      <a:lnTo>
                        <a:pt x="28" y="52"/>
                      </a:lnTo>
                      <a:lnTo>
                        <a:pt x="54" y="51"/>
                      </a:lnTo>
                      <a:lnTo>
                        <a:pt x="52" y="0"/>
                      </a:lnTo>
                      <a:lnTo>
                        <a:pt x="26" y="1"/>
                      </a:lnTo>
                      <a:lnTo>
                        <a:pt x="0" y="2"/>
                      </a:lnTo>
                      <a:lnTo>
                        <a:pt x="2" y="5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5" name=""/>
                <p:cNvSpPr/>
                <p:nvPr/>
              </p:nvSpPr>
              <p:spPr>
                <a:xfrm rot="0">
                  <a:off x="2174" y="1774"/>
                  <a:ext cx="9" cy="1"/>
                </a:xfrm>
                <a:custGeom>
                  <a:avLst/>
                  <a:ahLst/>
                  <a:rect l="0" t="0" r="r" b="b"/>
                  <a:pathLst>
                    <a:path w="26" h="2">
                      <a:moveTo>
                        <a:pt x="0" y="2"/>
                      </a:moveTo>
                      <a:lnTo>
                        <a:pt x="26" y="1"/>
                      </a:lnTo>
                      <a:lnTo>
                        <a:pt x="26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66" name=""/>
                <p:cNvSpPr/>
                <p:nvPr/>
              </p:nvSpPr>
              <p:spPr>
                <a:xfrm rot="0" flipV="1">
                  <a:off x="2183" y="177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7" name=""/>
                <p:cNvSpPr/>
                <p:nvPr/>
              </p:nvSpPr>
              <p:spPr>
                <a:xfrm rot="0">
                  <a:off x="2164" y="1757"/>
                  <a:ext cx="19" cy="18"/>
                </a:xfrm>
                <a:custGeom>
                  <a:avLst/>
                  <a:ahLst/>
                  <a:rect l="0" t="0" r="r" b="b"/>
                  <a:pathLst>
                    <a:path w="56" h="55">
                      <a:moveTo>
                        <a:pt x="4" y="55"/>
                      </a:moveTo>
                      <a:lnTo>
                        <a:pt x="30" y="53"/>
                      </a:lnTo>
                      <a:lnTo>
                        <a:pt x="56" y="51"/>
                      </a:lnTo>
                      <a:lnTo>
                        <a:pt x="52" y="0"/>
                      </a:lnTo>
                      <a:lnTo>
                        <a:pt x="26" y="2"/>
                      </a:lnTo>
                      <a:lnTo>
                        <a:pt x="0" y="4"/>
                      </a:lnTo>
                      <a:lnTo>
                        <a:pt x="4" y="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68" name=""/>
                <p:cNvSpPr/>
                <p:nvPr/>
              </p:nvSpPr>
              <p:spPr>
                <a:xfrm rot="0">
                  <a:off x="2164" y="1757"/>
                  <a:ext cx="19" cy="18"/>
                </a:xfrm>
                <a:custGeom>
                  <a:avLst/>
                  <a:ahLst/>
                  <a:rect l="0" t="0" r="r" b="b"/>
                  <a:pathLst>
                    <a:path w="56" h="55">
                      <a:moveTo>
                        <a:pt x="4" y="55"/>
                      </a:moveTo>
                      <a:lnTo>
                        <a:pt x="30" y="53"/>
                      </a:lnTo>
                      <a:lnTo>
                        <a:pt x="56" y="51"/>
                      </a:lnTo>
                      <a:lnTo>
                        <a:pt x="52" y="0"/>
                      </a:lnTo>
                      <a:lnTo>
                        <a:pt x="26" y="2"/>
                      </a:lnTo>
                      <a:lnTo>
                        <a:pt x="0" y="4"/>
                      </a:lnTo>
                      <a:lnTo>
                        <a:pt x="4" y="5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69" name=""/>
                <p:cNvSpPr/>
                <p:nvPr/>
              </p:nvSpPr>
              <p:spPr>
                <a:xfrm rot="0">
                  <a:off x="2173" y="1756"/>
                  <a:ext cx="8" cy="1"/>
                </a:xfrm>
                <a:custGeom>
                  <a:avLst/>
                  <a:ahLst/>
                  <a:rect l="0" t="0" r="r" b="b"/>
                  <a:pathLst>
                    <a:path w="26" h="4">
                      <a:moveTo>
                        <a:pt x="0" y="4"/>
                      </a:moveTo>
                      <a:lnTo>
                        <a:pt x="26" y="2"/>
                      </a:lnTo>
                      <a:lnTo>
                        <a:pt x="26" y="0"/>
                      </a:lnTo>
                      <a:lnTo>
                        <a:pt x="0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70" name=""/>
                <p:cNvSpPr/>
                <p:nvPr/>
              </p:nvSpPr>
              <p:spPr>
                <a:xfrm rot="0" flipV="1">
                  <a:off x="2181" y="175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71" name=""/>
                <p:cNvSpPr/>
                <p:nvPr/>
              </p:nvSpPr>
              <p:spPr>
                <a:xfrm rot="0">
                  <a:off x="2161" y="1739"/>
                  <a:ext cx="20" cy="20"/>
                </a:xfrm>
                <a:custGeom>
                  <a:avLst/>
                  <a:ahLst/>
                  <a:rect l="0" t="0" r="r" b="b"/>
                  <a:pathLst>
                    <a:path w="61" h="59">
                      <a:moveTo>
                        <a:pt x="9" y="59"/>
                      </a:moveTo>
                      <a:lnTo>
                        <a:pt x="35" y="55"/>
                      </a:lnTo>
                      <a:lnTo>
                        <a:pt x="61" y="51"/>
                      </a:lnTo>
                      <a:lnTo>
                        <a:pt x="53" y="0"/>
                      </a:lnTo>
                      <a:lnTo>
                        <a:pt x="27" y="4"/>
                      </a:lnTo>
                      <a:lnTo>
                        <a:pt x="0" y="8"/>
                      </a:lnTo>
                      <a:lnTo>
                        <a:pt x="9" y="5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72" name=""/>
                <p:cNvSpPr/>
                <p:nvPr/>
              </p:nvSpPr>
              <p:spPr>
                <a:xfrm rot="0">
                  <a:off x="2161" y="1739"/>
                  <a:ext cx="20" cy="20"/>
                </a:xfrm>
                <a:custGeom>
                  <a:avLst/>
                  <a:ahLst/>
                  <a:rect l="0" t="0" r="r" b="b"/>
                  <a:pathLst>
                    <a:path w="61" h="59">
                      <a:moveTo>
                        <a:pt x="9" y="59"/>
                      </a:moveTo>
                      <a:lnTo>
                        <a:pt x="35" y="55"/>
                      </a:lnTo>
                      <a:lnTo>
                        <a:pt x="61" y="51"/>
                      </a:lnTo>
                      <a:lnTo>
                        <a:pt x="53" y="0"/>
                      </a:lnTo>
                      <a:lnTo>
                        <a:pt x="27" y="4"/>
                      </a:lnTo>
                      <a:lnTo>
                        <a:pt x="0" y="8"/>
                      </a:lnTo>
                      <a:lnTo>
                        <a:pt x="9" y="5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73" name=""/>
                <p:cNvSpPr/>
                <p:nvPr/>
              </p:nvSpPr>
              <p:spPr>
                <a:xfrm rot="0">
                  <a:off x="2170" y="1738"/>
                  <a:ext cx="9" cy="2"/>
                </a:xfrm>
                <a:custGeom>
                  <a:avLst/>
                  <a:ahLst/>
                  <a:rect l="0" t="0" r="r" b="b"/>
                  <a:pathLst>
                    <a:path w="26" h="6">
                      <a:moveTo>
                        <a:pt x="0" y="6"/>
                      </a:moveTo>
                      <a:lnTo>
                        <a:pt x="26" y="2"/>
                      </a:lnTo>
                      <a:lnTo>
                        <a:pt x="26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74" name=""/>
                <p:cNvSpPr/>
                <p:nvPr/>
              </p:nvSpPr>
              <p:spPr>
                <a:xfrm rot="0" flipV="1">
                  <a:off x="2179" y="173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75" name=""/>
                <p:cNvSpPr/>
                <p:nvPr/>
              </p:nvSpPr>
              <p:spPr>
                <a:xfrm rot="0">
                  <a:off x="2157" y="1722"/>
                  <a:ext cx="22" cy="20"/>
                </a:xfrm>
                <a:custGeom>
                  <a:avLst/>
                  <a:ahLst/>
                  <a:rect l="0" t="0" r="r" b="b"/>
                  <a:pathLst>
                    <a:path w="64" h="62">
                      <a:moveTo>
                        <a:pt x="11" y="62"/>
                      </a:moveTo>
                      <a:lnTo>
                        <a:pt x="38" y="56"/>
                      </a:lnTo>
                      <a:lnTo>
                        <a:pt x="64" y="50"/>
                      </a:lnTo>
                      <a:lnTo>
                        <a:pt x="52" y="0"/>
                      </a:lnTo>
                      <a:lnTo>
                        <a:pt x="26" y="6"/>
                      </a:lnTo>
                      <a:lnTo>
                        <a:pt x="0" y="12"/>
                      </a:lnTo>
                      <a:lnTo>
                        <a:pt x="11" y="6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76" name=""/>
                <p:cNvSpPr/>
                <p:nvPr/>
              </p:nvSpPr>
              <p:spPr>
                <a:xfrm rot="0">
                  <a:off x="2157" y="1722"/>
                  <a:ext cx="22" cy="20"/>
                </a:xfrm>
                <a:custGeom>
                  <a:avLst/>
                  <a:ahLst/>
                  <a:rect l="0" t="0" r="r" b="b"/>
                  <a:pathLst>
                    <a:path w="64" h="62">
                      <a:moveTo>
                        <a:pt x="11" y="62"/>
                      </a:moveTo>
                      <a:lnTo>
                        <a:pt x="38" y="56"/>
                      </a:lnTo>
                      <a:lnTo>
                        <a:pt x="64" y="50"/>
                      </a:lnTo>
                      <a:lnTo>
                        <a:pt x="52" y="0"/>
                      </a:lnTo>
                      <a:lnTo>
                        <a:pt x="26" y="6"/>
                      </a:lnTo>
                      <a:lnTo>
                        <a:pt x="0" y="12"/>
                      </a:lnTo>
                      <a:lnTo>
                        <a:pt x="11" y="6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77" name=""/>
                <p:cNvSpPr/>
                <p:nvPr/>
              </p:nvSpPr>
              <p:spPr>
                <a:xfrm rot="0">
                  <a:off x="2166" y="1721"/>
                  <a:ext cx="9" cy="3"/>
                </a:xfrm>
                <a:custGeom>
                  <a:avLst/>
                  <a:ahLst/>
                  <a:rect l="0" t="0" r="r" b="b"/>
                  <a:pathLst>
                    <a:path w="26" h="7">
                      <a:moveTo>
                        <a:pt x="0" y="7"/>
                      </a:moveTo>
                      <a:lnTo>
                        <a:pt x="26" y="1"/>
                      </a:lnTo>
                      <a:lnTo>
                        <a:pt x="25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78" name=""/>
                <p:cNvSpPr/>
                <p:nvPr/>
              </p:nvSpPr>
              <p:spPr>
                <a:xfrm rot="0" flipH="1" flipV="1">
                  <a:off x="2174" y="172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79" name=""/>
                <p:cNvSpPr/>
                <p:nvPr/>
              </p:nvSpPr>
              <p:spPr>
                <a:xfrm rot="0">
                  <a:off x="2153" y="1705"/>
                  <a:ext cx="21" cy="21"/>
                </a:xfrm>
                <a:custGeom>
                  <a:avLst/>
                  <a:ahLst/>
                  <a:rect l="0" t="0" r="r" b="b"/>
                  <a:pathLst>
                    <a:path w="65" h="63">
                      <a:moveTo>
                        <a:pt x="15" y="63"/>
                      </a:moveTo>
                      <a:lnTo>
                        <a:pt x="40" y="56"/>
                      </a:lnTo>
                      <a:lnTo>
                        <a:pt x="65" y="49"/>
                      </a:lnTo>
                      <a:lnTo>
                        <a:pt x="51" y="0"/>
                      </a:lnTo>
                      <a:lnTo>
                        <a:pt x="25" y="7"/>
                      </a:lnTo>
                      <a:lnTo>
                        <a:pt x="0" y="14"/>
                      </a:lnTo>
                      <a:lnTo>
                        <a:pt x="15" y="6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80" name=""/>
                <p:cNvSpPr/>
                <p:nvPr/>
              </p:nvSpPr>
              <p:spPr>
                <a:xfrm rot="0">
                  <a:off x="2153" y="1705"/>
                  <a:ext cx="21" cy="21"/>
                </a:xfrm>
                <a:custGeom>
                  <a:avLst/>
                  <a:ahLst/>
                  <a:rect l="0" t="0" r="r" b="b"/>
                  <a:pathLst>
                    <a:path w="65" h="63">
                      <a:moveTo>
                        <a:pt x="15" y="63"/>
                      </a:moveTo>
                      <a:lnTo>
                        <a:pt x="40" y="56"/>
                      </a:lnTo>
                      <a:lnTo>
                        <a:pt x="65" y="49"/>
                      </a:lnTo>
                      <a:lnTo>
                        <a:pt x="51" y="0"/>
                      </a:lnTo>
                      <a:lnTo>
                        <a:pt x="25" y="7"/>
                      </a:lnTo>
                      <a:lnTo>
                        <a:pt x="0" y="14"/>
                      </a:lnTo>
                      <a:lnTo>
                        <a:pt x="15" y="6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81" name=""/>
                <p:cNvSpPr/>
                <p:nvPr/>
              </p:nvSpPr>
              <p:spPr>
                <a:xfrm rot="0">
                  <a:off x="2161" y="1705"/>
                  <a:ext cx="9" cy="2"/>
                </a:xfrm>
                <a:custGeom>
                  <a:avLst/>
                  <a:ahLst/>
                  <a:rect l="0" t="0" r="r" b="b"/>
                  <a:pathLst>
                    <a:path w="26" h="8">
                      <a:moveTo>
                        <a:pt x="0" y="8"/>
                      </a:moveTo>
                      <a:lnTo>
                        <a:pt x="26" y="1"/>
                      </a:lnTo>
                      <a:lnTo>
                        <a:pt x="26" y="0"/>
                      </a:lnTo>
                      <a:lnTo>
                        <a:pt x="0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82" name=""/>
                <p:cNvSpPr/>
                <p:nvPr/>
              </p:nvSpPr>
              <p:spPr>
                <a:xfrm rot="0" flipV="1">
                  <a:off x="2170" y="170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83" name=""/>
                <p:cNvSpPr/>
                <p:nvPr/>
              </p:nvSpPr>
              <p:spPr>
                <a:xfrm rot="0">
                  <a:off x="2147" y="1688"/>
                  <a:ext cx="23" cy="22"/>
                </a:xfrm>
                <a:custGeom>
                  <a:avLst/>
                  <a:ahLst/>
                  <a:rect l="0" t="0" r="r" b="b"/>
                  <a:pathLst>
                    <a:path w="67" h="65">
                      <a:moveTo>
                        <a:pt x="16" y="65"/>
                      </a:moveTo>
                      <a:lnTo>
                        <a:pt x="41" y="57"/>
                      </a:lnTo>
                      <a:lnTo>
                        <a:pt x="67" y="49"/>
                      </a:lnTo>
                      <a:lnTo>
                        <a:pt x="50" y="0"/>
                      </a:lnTo>
                      <a:lnTo>
                        <a:pt x="25" y="8"/>
                      </a:lnTo>
                      <a:lnTo>
                        <a:pt x="0" y="16"/>
                      </a:lnTo>
                      <a:lnTo>
                        <a:pt x="16" y="6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84" name=""/>
                <p:cNvSpPr/>
                <p:nvPr/>
              </p:nvSpPr>
              <p:spPr>
                <a:xfrm rot="0">
                  <a:off x="2147" y="1688"/>
                  <a:ext cx="23" cy="22"/>
                </a:xfrm>
                <a:custGeom>
                  <a:avLst/>
                  <a:ahLst/>
                  <a:rect l="0" t="0" r="r" b="b"/>
                  <a:pathLst>
                    <a:path w="67" h="65">
                      <a:moveTo>
                        <a:pt x="16" y="65"/>
                      </a:moveTo>
                      <a:lnTo>
                        <a:pt x="41" y="57"/>
                      </a:lnTo>
                      <a:lnTo>
                        <a:pt x="67" y="49"/>
                      </a:lnTo>
                      <a:lnTo>
                        <a:pt x="50" y="0"/>
                      </a:lnTo>
                      <a:lnTo>
                        <a:pt x="25" y="8"/>
                      </a:lnTo>
                      <a:lnTo>
                        <a:pt x="0" y="16"/>
                      </a:lnTo>
                      <a:lnTo>
                        <a:pt x="16" y="6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85" name=""/>
                <p:cNvSpPr/>
                <p:nvPr/>
              </p:nvSpPr>
              <p:spPr>
                <a:xfrm rot="0">
                  <a:off x="2156" y="1687"/>
                  <a:ext cx="8" cy="4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0" y="11"/>
                      </a:moveTo>
                      <a:lnTo>
                        <a:pt x="25" y="3"/>
                      </a:lnTo>
                      <a:lnTo>
                        <a:pt x="24" y="0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86" name=""/>
                <p:cNvSpPr/>
                <p:nvPr/>
              </p:nvSpPr>
              <p:spPr>
                <a:xfrm rot="0" flipH="1" flipV="1">
                  <a:off x="2164" y="168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87" name=""/>
                <p:cNvSpPr/>
                <p:nvPr/>
              </p:nvSpPr>
              <p:spPr>
                <a:xfrm rot="0">
                  <a:off x="2141" y="1672"/>
                  <a:ext cx="23" cy="22"/>
                </a:xfrm>
                <a:custGeom>
                  <a:avLst/>
                  <a:ahLst/>
                  <a:rect l="0" t="0" r="r" b="b"/>
                  <a:pathLst>
                    <a:path w="69" h="67">
                      <a:moveTo>
                        <a:pt x="21" y="67"/>
                      </a:moveTo>
                      <a:lnTo>
                        <a:pt x="45" y="57"/>
                      </a:lnTo>
                      <a:lnTo>
                        <a:pt x="69" y="46"/>
                      </a:lnTo>
                      <a:lnTo>
                        <a:pt x="48" y="0"/>
                      </a:lnTo>
                      <a:lnTo>
                        <a:pt x="24" y="10"/>
                      </a:lnTo>
                      <a:lnTo>
                        <a:pt x="0" y="20"/>
                      </a:lnTo>
                      <a:lnTo>
                        <a:pt x="21" y="6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88" name=""/>
                <p:cNvSpPr/>
                <p:nvPr/>
              </p:nvSpPr>
              <p:spPr>
                <a:xfrm rot="0">
                  <a:off x="2141" y="1672"/>
                  <a:ext cx="23" cy="22"/>
                </a:xfrm>
                <a:custGeom>
                  <a:avLst/>
                  <a:ahLst/>
                  <a:rect l="0" t="0" r="r" b="b"/>
                  <a:pathLst>
                    <a:path w="69" h="67">
                      <a:moveTo>
                        <a:pt x="21" y="67"/>
                      </a:moveTo>
                      <a:lnTo>
                        <a:pt x="45" y="57"/>
                      </a:lnTo>
                      <a:lnTo>
                        <a:pt x="69" y="46"/>
                      </a:lnTo>
                      <a:lnTo>
                        <a:pt x="48" y="0"/>
                      </a:lnTo>
                      <a:lnTo>
                        <a:pt x="24" y="10"/>
                      </a:lnTo>
                      <a:lnTo>
                        <a:pt x="0" y="20"/>
                      </a:lnTo>
                      <a:lnTo>
                        <a:pt x="21" y="6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89" name=""/>
                <p:cNvSpPr/>
                <p:nvPr/>
              </p:nvSpPr>
              <p:spPr>
                <a:xfrm rot="0">
                  <a:off x="2149" y="1671"/>
                  <a:ext cx="8" cy="4"/>
                </a:xfrm>
                <a:custGeom>
                  <a:avLst/>
                  <a:ahLst/>
                  <a:rect l="0" t="0" r="r" b="b"/>
                  <a:pathLst>
                    <a:path w="24" h="12">
                      <a:moveTo>
                        <a:pt x="0" y="12"/>
                      </a:moveTo>
                      <a:lnTo>
                        <a:pt x="24" y="2"/>
                      </a:lnTo>
                      <a:lnTo>
                        <a:pt x="24" y="0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90" name=""/>
                <p:cNvSpPr/>
                <p:nvPr/>
              </p:nvSpPr>
              <p:spPr>
                <a:xfrm rot="0" flipV="1">
                  <a:off x="2157" y="16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91" name=""/>
                <p:cNvSpPr/>
                <p:nvPr/>
              </p:nvSpPr>
              <p:spPr>
                <a:xfrm rot="0">
                  <a:off x="2133" y="1656"/>
                  <a:ext cx="24" cy="23"/>
                </a:xfrm>
                <a:custGeom>
                  <a:avLst/>
                  <a:ahLst/>
                  <a:rect l="0" t="0" r="r" b="b"/>
                  <a:pathLst>
                    <a:path w="71" h="68">
                      <a:moveTo>
                        <a:pt x="23" y="68"/>
                      </a:moveTo>
                      <a:lnTo>
                        <a:pt x="47" y="57"/>
                      </a:lnTo>
                      <a:lnTo>
                        <a:pt x="71" y="45"/>
                      </a:lnTo>
                      <a:lnTo>
                        <a:pt x="48" y="0"/>
                      </a:lnTo>
                      <a:lnTo>
                        <a:pt x="24" y="11"/>
                      </a:lnTo>
                      <a:lnTo>
                        <a:pt x="0" y="23"/>
                      </a:lnTo>
                      <a:lnTo>
                        <a:pt x="23" y="6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92" name=""/>
                <p:cNvSpPr/>
                <p:nvPr/>
              </p:nvSpPr>
              <p:spPr>
                <a:xfrm rot="0">
                  <a:off x="2133" y="1656"/>
                  <a:ext cx="24" cy="23"/>
                </a:xfrm>
                <a:custGeom>
                  <a:avLst/>
                  <a:ahLst/>
                  <a:rect l="0" t="0" r="r" b="b"/>
                  <a:pathLst>
                    <a:path w="71" h="68">
                      <a:moveTo>
                        <a:pt x="23" y="68"/>
                      </a:moveTo>
                      <a:lnTo>
                        <a:pt x="47" y="57"/>
                      </a:lnTo>
                      <a:lnTo>
                        <a:pt x="71" y="45"/>
                      </a:lnTo>
                      <a:lnTo>
                        <a:pt x="48" y="0"/>
                      </a:lnTo>
                      <a:lnTo>
                        <a:pt x="24" y="11"/>
                      </a:lnTo>
                      <a:lnTo>
                        <a:pt x="0" y="23"/>
                      </a:lnTo>
                      <a:lnTo>
                        <a:pt x="23" y="6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93" name=""/>
                <p:cNvSpPr/>
                <p:nvPr/>
              </p:nvSpPr>
              <p:spPr>
                <a:xfrm rot="0">
                  <a:off x="2141" y="1655"/>
                  <a:ext cx="8" cy="5"/>
                </a:xfrm>
                <a:custGeom>
                  <a:avLst/>
                  <a:ahLst/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24" y="3"/>
                      </a:lnTo>
                      <a:lnTo>
                        <a:pt x="23" y="0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94" name=""/>
                <p:cNvSpPr/>
                <p:nvPr/>
              </p:nvSpPr>
              <p:spPr>
                <a:xfrm rot="0" flipH="1" flipV="1">
                  <a:off x="2149" y="165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95" name=""/>
                <p:cNvSpPr/>
                <p:nvPr/>
              </p:nvSpPr>
              <p:spPr>
                <a:xfrm rot="0">
                  <a:off x="2125" y="1641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26" y="71"/>
                      </a:moveTo>
                      <a:lnTo>
                        <a:pt x="49" y="57"/>
                      </a:lnTo>
                      <a:lnTo>
                        <a:pt x="72" y="43"/>
                      </a:lnTo>
                      <a:lnTo>
                        <a:pt x="46" y="0"/>
                      </a:lnTo>
                      <a:lnTo>
                        <a:pt x="23" y="13"/>
                      </a:lnTo>
                      <a:lnTo>
                        <a:pt x="0" y="27"/>
                      </a:lnTo>
                      <a:lnTo>
                        <a:pt x="26" y="7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96" name=""/>
                <p:cNvSpPr/>
                <p:nvPr/>
              </p:nvSpPr>
              <p:spPr>
                <a:xfrm rot="0">
                  <a:off x="2125" y="1641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26" y="71"/>
                      </a:moveTo>
                      <a:lnTo>
                        <a:pt x="49" y="57"/>
                      </a:lnTo>
                      <a:lnTo>
                        <a:pt x="72" y="43"/>
                      </a:lnTo>
                      <a:lnTo>
                        <a:pt x="46" y="0"/>
                      </a:lnTo>
                      <a:lnTo>
                        <a:pt x="23" y="13"/>
                      </a:lnTo>
                      <a:lnTo>
                        <a:pt x="0" y="27"/>
                      </a:lnTo>
                      <a:lnTo>
                        <a:pt x="26" y="7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97" name=""/>
                <p:cNvSpPr/>
                <p:nvPr/>
              </p:nvSpPr>
              <p:spPr>
                <a:xfrm rot="0">
                  <a:off x="2132" y="1641"/>
                  <a:ext cx="8" cy="4"/>
                </a:xfrm>
                <a:custGeom>
                  <a:avLst/>
                  <a:ahLst/>
                  <a:rect l="0" t="0" r="r" b="b"/>
                  <a:pathLst>
                    <a:path w="23" h="14">
                      <a:moveTo>
                        <a:pt x="0" y="14"/>
                      </a:moveTo>
                      <a:lnTo>
                        <a:pt x="23" y="1"/>
                      </a:lnTo>
                      <a:lnTo>
                        <a:pt x="22" y="0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398" name=""/>
                <p:cNvSpPr/>
                <p:nvPr/>
              </p:nvSpPr>
              <p:spPr>
                <a:xfrm rot="0" flipH="1" flipV="1">
                  <a:off x="2140" y="164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399" name=""/>
                <p:cNvSpPr/>
                <p:nvPr/>
              </p:nvSpPr>
              <p:spPr>
                <a:xfrm rot="0">
                  <a:off x="2115" y="1626"/>
                  <a:ext cx="25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29" y="72"/>
                      </a:moveTo>
                      <a:lnTo>
                        <a:pt x="51" y="57"/>
                      </a:lnTo>
                      <a:lnTo>
                        <a:pt x="73" y="43"/>
                      </a:lnTo>
                      <a:lnTo>
                        <a:pt x="44" y="0"/>
                      </a:lnTo>
                      <a:lnTo>
                        <a:pt x="22" y="15"/>
                      </a:lnTo>
                      <a:lnTo>
                        <a:pt x="0" y="29"/>
                      </a:lnTo>
                      <a:lnTo>
                        <a:pt x="29" y="7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00" name=""/>
                <p:cNvSpPr/>
                <p:nvPr/>
              </p:nvSpPr>
              <p:spPr>
                <a:xfrm rot="0">
                  <a:off x="2115" y="1626"/>
                  <a:ext cx="25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29" y="72"/>
                      </a:moveTo>
                      <a:lnTo>
                        <a:pt x="51" y="57"/>
                      </a:lnTo>
                      <a:lnTo>
                        <a:pt x="73" y="43"/>
                      </a:lnTo>
                      <a:lnTo>
                        <a:pt x="44" y="0"/>
                      </a:lnTo>
                      <a:lnTo>
                        <a:pt x="22" y="15"/>
                      </a:lnTo>
                      <a:lnTo>
                        <a:pt x="0" y="29"/>
                      </a:lnTo>
                      <a:lnTo>
                        <a:pt x="29" y="7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01" name=""/>
                <p:cNvSpPr/>
                <p:nvPr/>
              </p:nvSpPr>
              <p:spPr>
                <a:xfrm rot="0">
                  <a:off x="2123" y="1626"/>
                  <a:ext cx="7" cy="5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0" y="17"/>
                      </a:moveTo>
                      <a:lnTo>
                        <a:pt x="22" y="2"/>
                      </a:lnTo>
                      <a:lnTo>
                        <a:pt x="21" y="0"/>
                      </a:lnTo>
                      <a:lnTo>
                        <a:pt x="0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02" name=""/>
                <p:cNvSpPr/>
                <p:nvPr/>
              </p:nvSpPr>
              <p:spPr>
                <a:xfrm rot="0" flipH="1" flipV="1">
                  <a:off x="2130" y="162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03" name=""/>
                <p:cNvSpPr/>
                <p:nvPr/>
              </p:nvSpPr>
              <p:spPr>
                <a:xfrm rot="0">
                  <a:off x="2105" y="1612"/>
                  <a:ext cx="25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31" y="74"/>
                      </a:moveTo>
                      <a:lnTo>
                        <a:pt x="52" y="58"/>
                      </a:lnTo>
                      <a:lnTo>
                        <a:pt x="73" y="41"/>
                      </a:lnTo>
                      <a:lnTo>
                        <a:pt x="41" y="0"/>
                      </a:lnTo>
                      <a:lnTo>
                        <a:pt x="20" y="17"/>
                      </a:lnTo>
                      <a:lnTo>
                        <a:pt x="0" y="34"/>
                      </a:lnTo>
                      <a:lnTo>
                        <a:pt x="31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04" name=""/>
                <p:cNvSpPr/>
                <p:nvPr/>
              </p:nvSpPr>
              <p:spPr>
                <a:xfrm rot="0">
                  <a:off x="2105" y="1612"/>
                  <a:ext cx="25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31" y="74"/>
                      </a:moveTo>
                      <a:lnTo>
                        <a:pt x="52" y="58"/>
                      </a:lnTo>
                      <a:lnTo>
                        <a:pt x="73" y="41"/>
                      </a:lnTo>
                      <a:lnTo>
                        <a:pt x="41" y="0"/>
                      </a:lnTo>
                      <a:lnTo>
                        <a:pt x="20" y="17"/>
                      </a:lnTo>
                      <a:lnTo>
                        <a:pt x="0" y="34"/>
                      </a:lnTo>
                      <a:lnTo>
                        <a:pt x="31" y="7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05" name=""/>
                <p:cNvSpPr/>
                <p:nvPr/>
              </p:nvSpPr>
              <p:spPr>
                <a:xfrm rot="0">
                  <a:off x="2112" y="1612"/>
                  <a:ext cx="7" cy="6"/>
                </a:xfrm>
                <a:custGeom>
                  <a:avLst/>
                  <a:ahLst/>
                  <a:rect l="0" t="0" r="r" b="b"/>
                  <a:pathLst>
                    <a:path w="21" h="18">
                      <a:moveTo>
                        <a:pt x="0" y="18"/>
                      </a:moveTo>
                      <a:lnTo>
                        <a:pt x="21" y="1"/>
                      </a:lnTo>
                      <a:lnTo>
                        <a:pt x="20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06" name=""/>
                <p:cNvSpPr/>
                <p:nvPr/>
              </p:nvSpPr>
              <p:spPr>
                <a:xfrm rot="0" flipH="1" flipV="1">
                  <a:off x="2119" y="16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07" name=""/>
                <p:cNvSpPr/>
                <p:nvPr/>
              </p:nvSpPr>
              <p:spPr>
                <a:xfrm rot="0">
                  <a:off x="2094" y="1599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5" y="74"/>
                      </a:moveTo>
                      <a:lnTo>
                        <a:pt x="54" y="56"/>
                      </a:lnTo>
                      <a:lnTo>
                        <a:pt x="74" y="38"/>
                      </a:lnTo>
                      <a:lnTo>
                        <a:pt x="40" y="0"/>
                      </a:lnTo>
                      <a:lnTo>
                        <a:pt x="20" y="17"/>
                      </a:lnTo>
                      <a:lnTo>
                        <a:pt x="0" y="35"/>
                      </a:lnTo>
                      <a:lnTo>
                        <a:pt x="35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08" name=""/>
                <p:cNvSpPr/>
                <p:nvPr/>
              </p:nvSpPr>
              <p:spPr>
                <a:xfrm rot="0">
                  <a:off x="2094" y="1599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5" y="74"/>
                      </a:moveTo>
                      <a:lnTo>
                        <a:pt x="54" y="56"/>
                      </a:lnTo>
                      <a:lnTo>
                        <a:pt x="74" y="38"/>
                      </a:lnTo>
                      <a:lnTo>
                        <a:pt x="40" y="0"/>
                      </a:lnTo>
                      <a:lnTo>
                        <a:pt x="20" y="17"/>
                      </a:lnTo>
                      <a:lnTo>
                        <a:pt x="0" y="35"/>
                      </a:lnTo>
                      <a:lnTo>
                        <a:pt x="35" y="7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09" name=""/>
                <p:cNvSpPr/>
                <p:nvPr/>
              </p:nvSpPr>
              <p:spPr>
                <a:xfrm rot="0">
                  <a:off x="2101" y="1598"/>
                  <a:ext cx="6" cy="7"/>
                </a:xfrm>
                <a:custGeom>
                  <a:avLst/>
                  <a:ahLst/>
                  <a:rect l="0" t="0" r="r" b="b"/>
                  <a:pathLst>
                    <a:path w="20" h="19">
                      <a:moveTo>
                        <a:pt x="0" y="19"/>
                      </a:moveTo>
                      <a:lnTo>
                        <a:pt x="20" y="2"/>
                      </a:lnTo>
                      <a:lnTo>
                        <a:pt x="19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10" name=""/>
                <p:cNvSpPr/>
                <p:nvPr/>
              </p:nvSpPr>
              <p:spPr>
                <a:xfrm rot="0" flipH="1" flipV="1">
                  <a:off x="2107" y="159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11" name=""/>
                <p:cNvSpPr/>
                <p:nvPr/>
              </p:nvSpPr>
              <p:spPr>
                <a:xfrm rot="0">
                  <a:off x="2082" y="1586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6" y="74"/>
                      </a:moveTo>
                      <a:lnTo>
                        <a:pt x="55" y="55"/>
                      </a:lnTo>
                      <a:lnTo>
                        <a:pt x="74" y="36"/>
                      </a:lnTo>
                      <a:lnTo>
                        <a:pt x="37" y="0"/>
                      </a:lnTo>
                      <a:lnTo>
                        <a:pt x="19" y="19"/>
                      </a:lnTo>
                      <a:lnTo>
                        <a:pt x="0" y="38"/>
                      </a:lnTo>
                      <a:lnTo>
                        <a:pt x="36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12" name=""/>
                <p:cNvSpPr/>
                <p:nvPr/>
              </p:nvSpPr>
              <p:spPr>
                <a:xfrm rot="0">
                  <a:off x="2082" y="1586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6" y="74"/>
                      </a:moveTo>
                      <a:lnTo>
                        <a:pt x="55" y="55"/>
                      </a:lnTo>
                      <a:lnTo>
                        <a:pt x="74" y="36"/>
                      </a:lnTo>
                      <a:lnTo>
                        <a:pt x="37" y="0"/>
                      </a:lnTo>
                      <a:lnTo>
                        <a:pt x="19" y="19"/>
                      </a:lnTo>
                      <a:lnTo>
                        <a:pt x="0" y="38"/>
                      </a:lnTo>
                      <a:lnTo>
                        <a:pt x="36" y="7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13" name=""/>
                <p:cNvSpPr/>
                <p:nvPr/>
              </p:nvSpPr>
              <p:spPr>
                <a:xfrm rot="0">
                  <a:off x="2089" y="1586"/>
                  <a:ext cx="6" cy="7"/>
                </a:xfrm>
                <a:custGeom>
                  <a:avLst/>
                  <a:ahLst/>
                  <a:rect l="0" t="0" r="r" b="b"/>
                  <a:pathLst>
                    <a:path w="18" h="20">
                      <a:moveTo>
                        <a:pt x="0" y="20"/>
                      </a:moveTo>
                      <a:lnTo>
                        <a:pt x="18" y="1"/>
                      </a:lnTo>
                      <a:lnTo>
                        <a:pt x="17" y="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14" name=""/>
                <p:cNvSpPr/>
                <p:nvPr/>
              </p:nvSpPr>
              <p:spPr>
                <a:xfrm rot="0" flipH="1" flipV="1">
                  <a:off x="2094" y="15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15" name=""/>
                <p:cNvSpPr/>
                <p:nvPr/>
              </p:nvSpPr>
              <p:spPr>
                <a:xfrm rot="0">
                  <a:off x="2070" y="1575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9" y="74"/>
                      </a:moveTo>
                      <a:lnTo>
                        <a:pt x="57" y="54"/>
                      </a:lnTo>
                      <a:lnTo>
                        <a:pt x="74" y="34"/>
                      </a:lnTo>
                      <a:lnTo>
                        <a:pt x="36" y="0"/>
                      </a:lnTo>
                      <a:lnTo>
                        <a:pt x="18" y="19"/>
                      </a:lnTo>
                      <a:lnTo>
                        <a:pt x="0" y="39"/>
                      </a:lnTo>
                      <a:lnTo>
                        <a:pt x="39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16" name=""/>
                <p:cNvSpPr/>
                <p:nvPr/>
              </p:nvSpPr>
              <p:spPr>
                <a:xfrm rot="0">
                  <a:off x="2070" y="1575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9" y="74"/>
                      </a:moveTo>
                      <a:lnTo>
                        <a:pt x="57" y="54"/>
                      </a:lnTo>
                      <a:lnTo>
                        <a:pt x="74" y="34"/>
                      </a:lnTo>
                      <a:lnTo>
                        <a:pt x="36" y="0"/>
                      </a:lnTo>
                      <a:lnTo>
                        <a:pt x="18" y="19"/>
                      </a:lnTo>
                      <a:lnTo>
                        <a:pt x="0" y="39"/>
                      </a:lnTo>
                      <a:lnTo>
                        <a:pt x="39" y="7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17" name=""/>
                <p:cNvSpPr/>
                <p:nvPr/>
              </p:nvSpPr>
              <p:spPr>
                <a:xfrm rot="0">
                  <a:off x="2076" y="1574"/>
                  <a:ext cx="6" cy="7"/>
                </a:xfrm>
                <a:custGeom>
                  <a:avLst/>
                  <a:ahLst/>
                  <a:rect l="0" t="0" r="r" b="b"/>
                  <a:pathLst>
                    <a:path w="18" h="21">
                      <a:moveTo>
                        <a:pt x="0" y="21"/>
                      </a:moveTo>
                      <a:lnTo>
                        <a:pt x="18" y="2"/>
                      </a:lnTo>
                      <a:lnTo>
                        <a:pt x="17" y="0"/>
                      </a:lnTo>
                      <a:lnTo>
                        <a:pt x="0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18" name=""/>
                <p:cNvSpPr/>
                <p:nvPr/>
              </p:nvSpPr>
              <p:spPr>
                <a:xfrm rot="0" flipH="1" flipV="1">
                  <a:off x="2081" y="157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19" name=""/>
                <p:cNvSpPr/>
                <p:nvPr/>
              </p:nvSpPr>
              <p:spPr>
                <a:xfrm rot="0">
                  <a:off x="2057" y="1564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3">
                      <a:moveTo>
                        <a:pt x="40" y="73"/>
                      </a:moveTo>
                      <a:lnTo>
                        <a:pt x="57" y="52"/>
                      </a:lnTo>
                      <a:lnTo>
                        <a:pt x="74" y="31"/>
                      </a:lnTo>
                      <a:lnTo>
                        <a:pt x="33" y="0"/>
                      </a:lnTo>
                      <a:lnTo>
                        <a:pt x="16" y="21"/>
                      </a:lnTo>
                      <a:lnTo>
                        <a:pt x="0" y="42"/>
                      </a:lnTo>
                      <a:lnTo>
                        <a:pt x="40" y="7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20" name=""/>
                <p:cNvSpPr/>
                <p:nvPr/>
              </p:nvSpPr>
              <p:spPr>
                <a:xfrm rot="0">
                  <a:off x="2057" y="1564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3">
                      <a:moveTo>
                        <a:pt x="40" y="73"/>
                      </a:moveTo>
                      <a:lnTo>
                        <a:pt x="57" y="52"/>
                      </a:lnTo>
                      <a:lnTo>
                        <a:pt x="74" y="31"/>
                      </a:lnTo>
                      <a:lnTo>
                        <a:pt x="33" y="0"/>
                      </a:lnTo>
                      <a:lnTo>
                        <a:pt x="16" y="21"/>
                      </a:lnTo>
                      <a:lnTo>
                        <a:pt x="0" y="42"/>
                      </a:lnTo>
                      <a:lnTo>
                        <a:pt x="40" y="7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21" name=""/>
                <p:cNvSpPr/>
                <p:nvPr/>
              </p:nvSpPr>
              <p:spPr>
                <a:xfrm rot="0">
                  <a:off x="2062" y="1563"/>
                  <a:ext cx="6" cy="8"/>
                </a:xfrm>
                <a:custGeom>
                  <a:avLst/>
                  <a:ahLst/>
                  <a:rect l="0" t="0" r="r" b="b"/>
                  <a:pathLst>
                    <a:path w="17" h="22">
                      <a:moveTo>
                        <a:pt x="0" y="22"/>
                      </a:moveTo>
                      <a:lnTo>
                        <a:pt x="17" y="1"/>
                      </a:lnTo>
                      <a:lnTo>
                        <a:pt x="16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22" name=""/>
                <p:cNvSpPr/>
                <p:nvPr/>
              </p:nvSpPr>
              <p:spPr>
                <a:xfrm rot="0" flipH="1" flipV="1">
                  <a:off x="2067" y="156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23" name=""/>
                <p:cNvSpPr/>
                <p:nvPr/>
              </p:nvSpPr>
              <p:spPr>
                <a:xfrm rot="0">
                  <a:off x="2043" y="1554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3">
                      <a:moveTo>
                        <a:pt x="42" y="73"/>
                      </a:moveTo>
                      <a:lnTo>
                        <a:pt x="57" y="51"/>
                      </a:lnTo>
                      <a:lnTo>
                        <a:pt x="73" y="29"/>
                      </a:lnTo>
                      <a:lnTo>
                        <a:pt x="31" y="0"/>
                      </a:lnTo>
                      <a:lnTo>
                        <a:pt x="16" y="22"/>
                      </a:lnTo>
                      <a:lnTo>
                        <a:pt x="0" y="44"/>
                      </a:lnTo>
                      <a:lnTo>
                        <a:pt x="42" y="7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24" name=""/>
                <p:cNvSpPr/>
                <p:nvPr/>
              </p:nvSpPr>
              <p:spPr>
                <a:xfrm rot="0">
                  <a:off x="2043" y="1554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3">
                      <a:moveTo>
                        <a:pt x="42" y="73"/>
                      </a:moveTo>
                      <a:lnTo>
                        <a:pt x="57" y="51"/>
                      </a:lnTo>
                      <a:lnTo>
                        <a:pt x="73" y="29"/>
                      </a:lnTo>
                      <a:lnTo>
                        <a:pt x="31" y="0"/>
                      </a:lnTo>
                      <a:lnTo>
                        <a:pt x="16" y="22"/>
                      </a:lnTo>
                      <a:lnTo>
                        <a:pt x="0" y="44"/>
                      </a:lnTo>
                      <a:lnTo>
                        <a:pt x="42" y="7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25" name=""/>
                <p:cNvSpPr/>
                <p:nvPr/>
              </p:nvSpPr>
              <p:spPr>
                <a:xfrm rot="0">
                  <a:off x="2048" y="1553"/>
                  <a:ext cx="5" cy="8"/>
                </a:xfrm>
                <a:custGeom>
                  <a:avLst/>
                  <a:ahLst/>
                  <a:rect l="0" t="0" r="r" b="b"/>
                  <a:pathLst>
                    <a:path w="15" h="23">
                      <a:moveTo>
                        <a:pt x="0" y="23"/>
                      </a:moveTo>
                      <a:lnTo>
                        <a:pt x="15" y="1"/>
                      </a:lnTo>
                      <a:lnTo>
                        <a:pt x="13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26" name=""/>
                <p:cNvSpPr/>
                <p:nvPr/>
              </p:nvSpPr>
              <p:spPr>
                <a:xfrm rot="0" flipH="1" flipV="1">
                  <a:off x="2053" y="155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27" name=""/>
                <p:cNvSpPr/>
                <p:nvPr/>
              </p:nvSpPr>
              <p:spPr>
                <a:xfrm rot="0">
                  <a:off x="2029" y="1545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45" y="72"/>
                      </a:moveTo>
                      <a:lnTo>
                        <a:pt x="59" y="49"/>
                      </a:lnTo>
                      <a:lnTo>
                        <a:pt x="72" y="26"/>
                      </a:lnTo>
                      <a:lnTo>
                        <a:pt x="27" y="0"/>
                      </a:lnTo>
                      <a:lnTo>
                        <a:pt x="14" y="23"/>
                      </a:lnTo>
                      <a:lnTo>
                        <a:pt x="0" y="46"/>
                      </a:lnTo>
                      <a:lnTo>
                        <a:pt x="45" y="7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28" name=""/>
                <p:cNvSpPr/>
                <p:nvPr/>
              </p:nvSpPr>
              <p:spPr>
                <a:xfrm rot="0">
                  <a:off x="2029" y="1545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45" y="72"/>
                      </a:moveTo>
                      <a:lnTo>
                        <a:pt x="59" y="49"/>
                      </a:lnTo>
                      <a:lnTo>
                        <a:pt x="72" y="26"/>
                      </a:lnTo>
                      <a:lnTo>
                        <a:pt x="27" y="0"/>
                      </a:lnTo>
                      <a:lnTo>
                        <a:pt x="14" y="23"/>
                      </a:lnTo>
                      <a:lnTo>
                        <a:pt x="0" y="46"/>
                      </a:lnTo>
                      <a:lnTo>
                        <a:pt x="45" y="7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29" name=""/>
                <p:cNvSpPr/>
                <p:nvPr/>
              </p:nvSpPr>
              <p:spPr>
                <a:xfrm rot="0">
                  <a:off x="2033" y="1544"/>
                  <a:ext cx="5" cy="8"/>
                </a:xfrm>
                <a:custGeom>
                  <a:avLst/>
                  <a:ahLst/>
                  <a:rect l="0" t="0" r="r" b="b"/>
                  <a:pathLst>
                    <a:path w="13" h="24">
                      <a:moveTo>
                        <a:pt x="0" y="24"/>
                      </a:moveTo>
                      <a:lnTo>
                        <a:pt x="13" y="1"/>
                      </a:lnTo>
                      <a:lnTo>
                        <a:pt x="11" y="0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30" name=""/>
                <p:cNvSpPr/>
                <p:nvPr/>
              </p:nvSpPr>
              <p:spPr>
                <a:xfrm rot="0" flipH="1" flipV="1">
                  <a:off x="2037" y="15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31" name=""/>
                <p:cNvSpPr/>
                <p:nvPr/>
              </p:nvSpPr>
              <p:spPr>
                <a:xfrm rot="0">
                  <a:off x="2014" y="1537"/>
                  <a:ext cx="23" cy="23"/>
                </a:xfrm>
                <a:custGeom>
                  <a:avLst/>
                  <a:ahLst/>
                  <a:rect l="0" t="0" r="r" b="b"/>
                  <a:pathLst>
                    <a:path w="69" h="71">
                      <a:moveTo>
                        <a:pt x="46" y="71"/>
                      </a:moveTo>
                      <a:lnTo>
                        <a:pt x="58" y="47"/>
                      </a:lnTo>
                      <a:lnTo>
                        <a:pt x="69" y="23"/>
                      </a:lnTo>
                      <a:lnTo>
                        <a:pt x="23" y="0"/>
                      </a:lnTo>
                      <a:lnTo>
                        <a:pt x="12" y="24"/>
                      </a:lnTo>
                      <a:lnTo>
                        <a:pt x="0" y="48"/>
                      </a:lnTo>
                      <a:lnTo>
                        <a:pt x="46" y="7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32" name=""/>
                <p:cNvSpPr/>
                <p:nvPr/>
              </p:nvSpPr>
              <p:spPr>
                <a:xfrm rot="0">
                  <a:off x="2014" y="1537"/>
                  <a:ext cx="23" cy="23"/>
                </a:xfrm>
                <a:custGeom>
                  <a:avLst/>
                  <a:ahLst/>
                  <a:rect l="0" t="0" r="r" b="b"/>
                  <a:pathLst>
                    <a:path w="69" h="71">
                      <a:moveTo>
                        <a:pt x="46" y="71"/>
                      </a:moveTo>
                      <a:lnTo>
                        <a:pt x="58" y="47"/>
                      </a:lnTo>
                      <a:lnTo>
                        <a:pt x="69" y="23"/>
                      </a:lnTo>
                      <a:lnTo>
                        <a:pt x="23" y="0"/>
                      </a:lnTo>
                      <a:lnTo>
                        <a:pt x="12" y="24"/>
                      </a:lnTo>
                      <a:lnTo>
                        <a:pt x="0" y="48"/>
                      </a:lnTo>
                      <a:lnTo>
                        <a:pt x="46" y="7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33" name=""/>
                <p:cNvSpPr/>
                <p:nvPr/>
              </p:nvSpPr>
              <p:spPr>
                <a:xfrm rot="0">
                  <a:off x="2018" y="1537"/>
                  <a:ext cx="4" cy="8"/>
                </a:xfrm>
                <a:custGeom>
                  <a:avLst/>
                  <a:ahLst/>
                  <a:rect l="0" t="0" r="r" b="b"/>
                  <a:pathLst>
                    <a:path w="11" h="24">
                      <a:moveTo>
                        <a:pt x="0" y="24"/>
                      </a:moveTo>
                      <a:lnTo>
                        <a:pt x="11" y="0"/>
                      </a:lnTo>
                      <a:lnTo>
                        <a:pt x="10" y="0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34" name=""/>
                <p:cNvSpPr/>
                <p:nvPr/>
              </p:nvSpPr>
              <p:spPr>
                <a:xfrm rot="0" flipH="1">
                  <a:off x="2021" y="153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35" name=""/>
                <p:cNvSpPr/>
                <p:nvPr/>
              </p:nvSpPr>
              <p:spPr>
                <a:xfrm rot="0">
                  <a:off x="1999" y="1530"/>
                  <a:ext cx="22" cy="23"/>
                </a:xfrm>
                <a:custGeom>
                  <a:avLst/>
                  <a:ahLst/>
                  <a:rect l="0" t="0" r="r" b="b"/>
                  <a:pathLst>
                    <a:path w="67" h="69">
                      <a:moveTo>
                        <a:pt x="47" y="69"/>
                      </a:moveTo>
                      <a:lnTo>
                        <a:pt x="57" y="45"/>
                      </a:lnTo>
                      <a:lnTo>
                        <a:pt x="67" y="21"/>
                      </a:lnTo>
                      <a:lnTo>
                        <a:pt x="20" y="0"/>
                      </a:lnTo>
                      <a:lnTo>
                        <a:pt x="10" y="24"/>
                      </a:lnTo>
                      <a:lnTo>
                        <a:pt x="0" y="48"/>
                      </a:lnTo>
                      <a:lnTo>
                        <a:pt x="47" y="6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36" name=""/>
                <p:cNvSpPr/>
                <p:nvPr/>
              </p:nvSpPr>
              <p:spPr>
                <a:xfrm rot="0">
                  <a:off x="1999" y="1530"/>
                  <a:ext cx="22" cy="23"/>
                </a:xfrm>
                <a:custGeom>
                  <a:avLst/>
                  <a:ahLst/>
                  <a:rect l="0" t="0" r="r" b="b"/>
                  <a:pathLst>
                    <a:path w="67" h="69">
                      <a:moveTo>
                        <a:pt x="47" y="69"/>
                      </a:moveTo>
                      <a:lnTo>
                        <a:pt x="57" y="45"/>
                      </a:lnTo>
                      <a:lnTo>
                        <a:pt x="67" y="21"/>
                      </a:lnTo>
                      <a:lnTo>
                        <a:pt x="20" y="0"/>
                      </a:lnTo>
                      <a:lnTo>
                        <a:pt x="10" y="24"/>
                      </a:lnTo>
                      <a:lnTo>
                        <a:pt x="0" y="48"/>
                      </a:lnTo>
                      <a:lnTo>
                        <a:pt x="47" y="6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37" name=""/>
                <p:cNvSpPr/>
                <p:nvPr/>
              </p:nvSpPr>
              <p:spPr>
                <a:xfrm rot="0">
                  <a:off x="2002" y="1529"/>
                  <a:ext cx="4" cy="9"/>
                </a:xfrm>
                <a:custGeom>
                  <a:avLst/>
                  <a:ahLst/>
                  <a:rect l="0" t="0" r="r" b="b"/>
                  <a:pathLst>
                    <a:path w="10" h="25">
                      <a:moveTo>
                        <a:pt x="0" y="25"/>
                      </a:move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38" name=""/>
                <p:cNvSpPr/>
                <p:nvPr/>
              </p:nvSpPr>
              <p:spPr>
                <a:xfrm rot="0" flipH="1" flipV="1">
                  <a:off x="2005" y="15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39" name=""/>
                <p:cNvSpPr/>
                <p:nvPr/>
              </p:nvSpPr>
              <p:spPr>
                <a:xfrm rot="0">
                  <a:off x="1984" y="1524"/>
                  <a:ext cx="21" cy="22"/>
                </a:xfrm>
                <a:custGeom>
                  <a:avLst/>
                  <a:ahLst/>
                  <a:rect l="0" t="0" r="r" b="b"/>
                  <a:pathLst>
                    <a:path w="64" h="67">
                      <a:moveTo>
                        <a:pt x="48" y="67"/>
                      </a:moveTo>
                      <a:lnTo>
                        <a:pt x="56" y="42"/>
                      </a:lnTo>
                      <a:lnTo>
                        <a:pt x="64" y="17"/>
                      </a:lnTo>
                      <a:lnTo>
                        <a:pt x="16" y="0"/>
                      </a:lnTo>
                      <a:lnTo>
                        <a:pt x="8" y="25"/>
                      </a:lnTo>
                      <a:lnTo>
                        <a:pt x="0" y="50"/>
                      </a:lnTo>
                      <a:lnTo>
                        <a:pt x="48" y="6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40" name=""/>
                <p:cNvSpPr/>
                <p:nvPr/>
              </p:nvSpPr>
              <p:spPr>
                <a:xfrm rot="0">
                  <a:off x="1984" y="1524"/>
                  <a:ext cx="21" cy="22"/>
                </a:xfrm>
                <a:custGeom>
                  <a:avLst/>
                  <a:ahLst/>
                  <a:rect l="0" t="0" r="r" b="b"/>
                  <a:pathLst>
                    <a:path w="64" h="67">
                      <a:moveTo>
                        <a:pt x="48" y="67"/>
                      </a:moveTo>
                      <a:lnTo>
                        <a:pt x="56" y="42"/>
                      </a:lnTo>
                      <a:lnTo>
                        <a:pt x="64" y="17"/>
                      </a:lnTo>
                      <a:lnTo>
                        <a:pt x="16" y="0"/>
                      </a:lnTo>
                      <a:lnTo>
                        <a:pt x="8" y="25"/>
                      </a:lnTo>
                      <a:lnTo>
                        <a:pt x="0" y="50"/>
                      </a:lnTo>
                      <a:lnTo>
                        <a:pt x="48" y="6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41" name=""/>
                <p:cNvSpPr/>
                <p:nvPr/>
              </p:nvSpPr>
              <p:spPr>
                <a:xfrm rot="0">
                  <a:off x="1986" y="1524"/>
                  <a:ext cx="3" cy="8"/>
                </a:xfrm>
                <a:custGeom>
                  <a:avLst/>
                  <a:ahLst/>
                  <a:rect l="0" t="0" r="r" b="b"/>
                  <a:pathLst>
                    <a:path w="8" h="25">
                      <a:moveTo>
                        <a:pt x="0" y="25"/>
                      </a:move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42" name=""/>
                <p:cNvSpPr/>
                <p:nvPr/>
              </p:nvSpPr>
              <p:spPr>
                <a:xfrm rot="0" flipH="1">
                  <a:off x="1989" y="152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43" name=""/>
                <p:cNvSpPr/>
                <p:nvPr/>
              </p:nvSpPr>
              <p:spPr>
                <a:xfrm rot="0">
                  <a:off x="1967" y="1519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4">
                      <a:moveTo>
                        <a:pt x="50" y="64"/>
                      </a:moveTo>
                      <a:lnTo>
                        <a:pt x="57" y="39"/>
                      </a:lnTo>
                      <a:lnTo>
                        <a:pt x="64" y="14"/>
                      </a:lnTo>
                      <a:lnTo>
                        <a:pt x="14" y="0"/>
                      </a:lnTo>
                      <a:lnTo>
                        <a:pt x="7" y="25"/>
                      </a:lnTo>
                      <a:lnTo>
                        <a:pt x="0" y="50"/>
                      </a:lnTo>
                      <a:lnTo>
                        <a:pt x="50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44" name=""/>
                <p:cNvSpPr/>
                <p:nvPr/>
              </p:nvSpPr>
              <p:spPr>
                <a:xfrm rot="0">
                  <a:off x="1967" y="1519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4">
                      <a:moveTo>
                        <a:pt x="50" y="64"/>
                      </a:moveTo>
                      <a:lnTo>
                        <a:pt x="57" y="39"/>
                      </a:lnTo>
                      <a:lnTo>
                        <a:pt x="64" y="14"/>
                      </a:lnTo>
                      <a:lnTo>
                        <a:pt x="14" y="0"/>
                      </a:lnTo>
                      <a:lnTo>
                        <a:pt x="7" y="25"/>
                      </a:lnTo>
                      <a:lnTo>
                        <a:pt x="0" y="50"/>
                      </a:lnTo>
                      <a:lnTo>
                        <a:pt x="50" y="6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45" name=""/>
                <p:cNvSpPr/>
                <p:nvPr/>
              </p:nvSpPr>
              <p:spPr>
                <a:xfrm rot="0">
                  <a:off x="1970" y="1519"/>
                  <a:ext cx="2" cy="8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0" y="26"/>
                      </a:move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46" name=""/>
                <p:cNvSpPr/>
                <p:nvPr/>
              </p:nvSpPr>
              <p:spPr>
                <a:xfrm rot="0" flipH="1" flipV="1">
                  <a:off x="1972" y="151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47" name=""/>
                <p:cNvSpPr/>
                <p:nvPr/>
              </p:nvSpPr>
              <p:spPr>
                <a:xfrm rot="0">
                  <a:off x="1951" y="1515"/>
                  <a:ext cx="21" cy="21"/>
                </a:xfrm>
                <a:custGeom>
                  <a:avLst/>
                  <a:ahLst/>
                  <a:rect l="0" t="0" r="r" b="b"/>
                  <a:pathLst>
                    <a:path w="62" h="64">
                      <a:moveTo>
                        <a:pt x="50" y="64"/>
                      </a:moveTo>
                      <a:lnTo>
                        <a:pt x="56" y="38"/>
                      </a:lnTo>
                      <a:lnTo>
                        <a:pt x="62" y="12"/>
                      </a:lnTo>
                      <a:lnTo>
                        <a:pt x="12" y="0"/>
                      </a:lnTo>
                      <a:lnTo>
                        <a:pt x="6" y="26"/>
                      </a:lnTo>
                      <a:lnTo>
                        <a:pt x="0" y="52"/>
                      </a:lnTo>
                      <a:lnTo>
                        <a:pt x="50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48" name=""/>
                <p:cNvSpPr/>
                <p:nvPr/>
              </p:nvSpPr>
              <p:spPr>
                <a:xfrm rot="0">
                  <a:off x="1951" y="1515"/>
                  <a:ext cx="21" cy="21"/>
                </a:xfrm>
                <a:custGeom>
                  <a:avLst/>
                  <a:ahLst/>
                  <a:rect l="0" t="0" r="r" b="b"/>
                  <a:pathLst>
                    <a:path w="62" h="64">
                      <a:moveTo>
                        <a:pt x="50" y="64"/>
                      </a:moveTo>
                      <a:lnTo>
                        <a:pt x="56" y="38"/>
                      </a:lnTo>
                      <a:lnTo>
                        <a:pt x="62" y="12"/>
                      </a:lnTo>
                      <a:lnTo>
                        <a:pt x="12" y="0"/>
                      </a:lnTo>
                      <a:lnTo>
                        <a:pt x="6" y="26"/>
                      </a:lnTo>
                      <a:lnTo>
                        <a:pt x="0" y="52"/>
                      </a:lnTo>
                      <a:lnTo>
                        <a:pt x="50" y="6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49" name=""/>
                <p:cNvSpPr/>
                <p:nvPr/>
              </p:nvSpPr>
              <p:spPr>
                <a:xfrm rot="0">
                  <a:off x="1953" y="1515"/>
                  <a:ext cx="2" cy="8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0" y="26"/>
                      </a:move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50" name=""/>
                <p:cNvSpPr/>
                <p:nvPr/>
              </p:nvSpPr>
              <p:spPr>
                <a:xfrm rot="0" flipH="1">
                  <a:off x="1954" y="151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51" name=""/>
                <p:cNvSpPr/>
                <p:nvPr/>
              </p:nvSpPr>
              <p:spPr>
                <a:xfrm rot="0">
                  <a:off x="1935" y="1512"/>
                  <a:ext cx="19" cy="20"/>
                </a:xfrm>
                <a:custGeom>
                  <a:avLst/>
                  <a:ahLst/>
                  <a:rect l="0" t="0" r="r" b="b"/>
                  <a:pathLst>
                    <a:path w="58" h="60">
                      <a:moveTo>
                        <a:pt x="50" y="60"/>
                      </a:moveTo>
                      <a:lnTo>
                        <a:pt x="54" y="34"/>
                      </a:lnTo>
                      <a:lnTo>
                        <a:pt x="58" y="8"/>
                      </a:lnTo>
                      <a:lnTo>
                        <a:pt x="8" y="0"/>
                      </a:lnTo>
                      <a:lnTo>
                        <a:pt x="4" y="26"/>
                      </a:lnTo>
                      <a:lnTo>
                        <a:pt x="0" y="52"/>
                      </a:lnTo>
                      <a:lnTo>
                        <a:pt x="50" y="6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52" name=""/>
                <p:cNvSpPr/>
                <p:nvPr/>
              </p:nvSpPr>
              <p:spPr>
                <a:xfrm rot="0">
                  <a:off x="1935" y="1512"/>
                  <a:ext cx="19" cy="20"/>
                </a:xfrm>
                <a:custGeom>
                  <a:avLst/>
                  <a:ahLst/>
                  <a:rect l="0" t="0" r="r" b="b"/>
                  <a:pathLst>
                    <a:path w="58" h="60">
                      <a:moveTo>
                        <a:pt x="50" y="60"/>
                      </a:moveTo>
                      <a:lnTo>
                        <a:pt x="54" y="34"/>
                      </a:lnTo>
                      <a:lnTo>
                        <a:pt x="58" y="8"/>
                      </a:lnTo>
                      <a:lnTo>
                        <a:pt x="8" y="0"/>
                      </a:lnTo>
                      <a:lnTo>
                        <a:pt x="4" y="26"/>
                      </a:lnTo>
                      <a:lnTo>
                        <a:pt x="0" y="52"/>
                      </a:lnTo>
                      <a:lnTo>
                        <a:pt x="50" y="6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53" name=""/>
                <p:cNvSpPr/>
                <p:nvPr/>
              </p:nvSpPr>
              <p:spPr>
                <a:xfrm rot="0">
                  <a:off x="1936" y="1512"/>
                  <a:ext cx="2" cy="9"/>
                </a:xfrm>
                <a:custGeom>
                  <a:avLst/>
                  <a:ahLst/>
                  <a:rect l="0" t="0" r="r" b="b"/>
                  <a:pathLst>
                    <a:path w="4" h="26">
                      <a:moveTo>
                        <a:pt x="0" y="26"/>
                      </a:move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54" name=""/>
                <p:cNvSpPr/>
                <p:nvPr/>
              </p:nvSpPr>
              <p:spPr>
                <a:xfrm rot="0" flipH="1">
                  <a:off x="1937" y="15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55" name=""/>
                <p:cNvSpPr/>
                <p:nvPr/>
              </p:nvSpPr>
              <p:spPr>
                <a:xfrm rot="0">
                  <a:off x="1919" y="1511"/>
                  <a:ext cx="18" cy="18"/>
                </a:xfrm>
                <a:custGeom>
                  <a:avLst/>
                  <a:ahLst/>
                  <a:rect l="0" t="0" r="r" b="b"/>
                  <a:pathLst>
                    <a:path w="55" h="56">
                      <a:moveTo>
                        <a:pt x="51" y="56"/>
                      </a:moveTo>
                      <a:lnTo>
                        <a:pt x="53" y="30"/>
                      </a:lnTo>
                      <a:lnTo>
                        <a:pt x="55" y="4"/>
                      </a:lnTo>
                      <a:lnTo>
                        <a:pt x="4" y="0"/>
                      </a:lnTo>
                      <a:lnTo>
                        <a:pt x="2" y="26"/>
                      </a:lnTo>
                      <a:lnTo>
                        <a:pt x="0" y="52"/>
                      </a:lnTo>
                      <a:lnTo>
                        <a:pt x="51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56" name=""/>
                <p:cNvSpPr/>
                <p:nvPr/>
              </p:nvSpPr>
              <p:spPr>
                <a:xfrm rot="0">
                  <a:off x="1919" y="1511"/>
                  <a:ext cx="18" cy="18"/>
                </a:xfrm>
                <a:custGeom>
                  <a:avLst/>
                  <a:ahLst/>
                  <a:rect l="0" t="0" r="r" b="b"/>
                  <a:pathLst>
                    <a:path w="55" h="56">
                      <a:moveTo>
                        <a:pt x="51" y="56"/>
                      </a:moveTo>
                      <a:lnTo>
                        <a:pt x="53" y="30"/>
                      </a:lnTo>
                      <a:lnTo>
                        <a:pt x="55" y="4"/>
                      </a:lnTo>
                      <a:lnTo>
                        <a:pt x="4" y="0"/>
                      </a:lnTo>
                      <a:lnTo>
                        <a:pt x="2" y="26"/>
                      </a:lnTo>
                      <a:lnTo>
                        <a:pt x="0" y="52"/>
                      </a:lnTo>
                      <a:lnTo>
                        <a:pt x="51" y="5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57" name=""/>
                <p:cNvSpPr/>
                <p:nvPr/>
              </p:nvSpPr>
              <p:spPr>
                <a:xfrm rot="0">
                  <a:off x="1919" y="1511"/>
                  <a:ext cx="1" cy="8"/>
                </a:xfrm>
                <a:custGeom>
                  <a:avLst/>
                  <a:ahLst/>
                  <a:rect l="0" t="0" r="r" b="b"/>
                  <a:pathLst>
                    <a:path w="2" h="26">
                      <a:moveTo>
                        <a:pt x="0" y="26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58" name=""/>
                <p:cNvSpPr/>
                <p:nvPr/>
              </p:nvSpPr>
              <p:spPr>
                <a:xfrm rot="0" flipH="1">
                  <a:off x="1920" y="151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59" name=""/>
                <p:cNvSpPr/>
                <p:nvPr/>
              </p:nvSpPr>
              <p:spPr>
                <a:xfrm rot="0">
                  <a:off x="1902" y="1510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4">
                      <a:moveTo>
                        <a:pt x="52" y="54"/>
                      </a:moveTo>
                      <a:lnTo>
                        <a:pt x="53" y="28"/>
                      </a:lnTo>
                      <a:lnTo>
                        <a:pt x="54" y="2"/>
                      </a:lnTo>
                      <a:lnTo>
                        <a:pt x="2" y="0"/>
                      </a:lnTo>
                      <a:lnTo>
                        <a:pt x="1" y="26"/>
                      </a:lnTo>
                      <a:lnTo>
                        <a:pt x="0" y="52"/>
                      </a:lnTo>
                      <a:lnTo>
                        <a:pt x="52" y="5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60" name=""/>
                <p:cNvSpPr/>
                <p:nvPr/>
              </p:nvSpPr>
              <p:spPr>
                <a:xfrm rot="0">
                  <a:off x="1902" y="1510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4">
                      <a:moveTo>
                        <a:pt x="52" y="54"/>
                      </a:moveTo>
                      <a:lnTo>
                        <a:pt x="53" y="28"/>
                      </a:lnTo>
                      <a:lnTo>
                        <a:pt x="54" y="2"/>
                      </a:lnTo>
                      <a:lnTo>
                        <a:pt x="2" y="0"/>
                      </a:lnTo>
                      <a:lnTo>
                        <a:pt x="1" y="26"/>
                      </a:lnTo>
                      <a:lnTo>
                        <a:pt x="0" y="52"/>
                      </a:lnTo>
                      <a:lnTo>
                        <a:pt x="52" y="5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61" name=""/>
                <p:cNvSpPr/>
                <p:nvPr/>
              </p:nvSpPr>
              <p:spPr>
                <a:xfrm rot="0">
                  <a:off x="1902" y="1510"/>
                  <a:ext cx="1" cy="9"/>
                </a:xfrm>
                <a:custGeom>
                  <a:avLst/>
                  <a:ahLst/>
                  <a:rect l="0" t="0" r="r" b="b"/>
                  <a:pathLst>
                    <a:path w="2" h="26">
                      <a:moveTo>
                        <a:pt x="1" y="26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62" name=""/>
                <p:cNvSpPr/>
                <p:nvPr/>
              </p:nvSpPr>
              <p:spPr>
                <a:xfrm rot="0" flipH="1">
                  <a:off x="1902" y="1510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63" name=""/>
                <p:cNvSpPr/>
                <p:nvPr/>
              </p:nvSpPr>
              <p:spPr>
                <a:xfrm rot="0">
                  <a:off x="1885" y="1510"/>
                  <a:ext cx="17" cy="18"/>
                </a:xfrm>
                <a:custGeom>
                  <a:avLst/>
                  <a:ahLst/>
                  <a:rect l="0" t="0" r="r" b="b"/>
                  <a:pathLst>
                    <a:path w="53" h="54">
                      <a:moveTo>
                        <a:pt x="53" y="52"/>
                      </a:moveTo>
                      <a:lnTo>
                        <a:pt x="52" y="26"/>
                      </a:lnTo>
                      <a:lnTo>
                        <a:pt x="51" y="0"/>
                      </a:lnTo>
                      <a:lnTo>
                        <a:pt x="0" y="2"/>
                      </a:lnTo>
                      <a:lnTo>
                        <a:pt x="1" y="28"/>
                      </a:lnTo>
                      <a:lnTo>
                        <a:pt x="2" y="54"/>
                      </a:lnTo>
                      <a:lnTo>
                        <a:pt x="53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64" name=""/>
                <p:cNvSpPr/>
                <p:nvPr/>
              </p:nvSpPr>
              <p:spPr>
                <a:xfrm rot="0">
                  <a:off x="1885" y="1510"/>
                  <a:ext cx="17" cy="18"/>
                </a:xfrm>
                <a:custGeom>
                  <a:avLst/>
                  <a:ahLst/>
                  <a:rect l="0" t="0" r="r" b="b"/>
                  <a:pathLst>
                    <a:path w="53" h="54">
                      <a:moveTo>
                        <a:pt x="53" y="52"/>
                      </a:moveTo>
                      <a:lnTo>
                        <a:pt x="52" y="26"/>
                      </a:lnTo>
                      <a:lnTo>
                        <a:pt x="51" y="0"/>
                      </a:lnTo>
                      <a:lnTo>
                        <a:pt x="0" y="2"/>
                      </a:lnTo>
                      <a:lnTo>
                        <a:pt x="1" y="28"/>
                      </a:lnTo>
                      <a:lnTo>
                        <a:pt x="2" y="54"/>
                      </a:lnTo>
                      <a:lnTo>
                        <a:pt x="53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65" name=""/>
                <p:cNvSpPr/>
                <p:nvPr/>
              </p:nvSpPr>
              <p:spPr>
                <a:xfrm rot="0">
                  <a:off x="1884" y="1511"/>
                  <a:ext cx="1" cy="8"/>
                </a:xfrm>
                <a:custGeom>
                  <a:avLst/>
                  <a:ahLst/>
                  <a:rect l="0" t="0" r="r" b="b"/>
                  <a:pathLst>
                    <a:path w="2" h="26">
                      <a:moveTo>
                        <a:pt x="2" y="26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66" name=""/>
                <p:cNvSpPr/>
                <p:nvPr/>
              </p:nvSpPr>
              <p:spPr>
                <a:xfrm rot="0" flipH="1">
                  <a:off x="1884" y="151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67" name=""/>
                <p:cNvSpPr/>
                <p:nvPr/>
              </p:nvSpPr>
              <p:spPr>
                <a:xfrm rot="0">
                  <a:off x="1867" y="1511"/>
                  <a:ext cx="19" cy="18"/>
                </a:xfrm>
                <a:custGeom>
                  <a:avLst/>
                  <a:ahLst/>
                  <a:rect l="0" t="0" r="r" b="b"/>
                  <a:pathLst>
                    <a:path w="56" h="56">
                      <a:moveTo>
                        <a:pt x="56" y="52"/>
                      </a:moveTo>
                      <a:lnTo>
                        <a:pt x="54" y="26"/>
                      </a:lnTo>
                      <a:lnTo>
                        <a:pt x="52" y="0"/>
                      </a:lnTo>
                      <a:lnTo>
                        <a:pt x="0" y="4"/>
                      </a:lnTo>
                      <a:lnTo>
                        <a:pt x="3" y="30"/>
                      </a:lnTo>
                      <a:lnTo>
                        <a:pt x="5" y="56"/>
                      </a:lnTo>
                      <a:lnTo>
                        <a:pt x="56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68" name=""/>
                <p:cNvSpPr/>
                <p:nvPr/>
              </p:nvSpPr>
              <p:spPr>
                <a:xfrm rot="0">
                  <a:off x="1867" y="1511"/>
                  <a:ext cx="19" cy="18"/>
                </a:xfrm>
                <a:custGeom>
                  <a:avLst/>
                  <a:ahLst/>
                  <a:rect l="0" t="0" r="r" b="b"/>
                  <a:pathLst>
                    <a:path w="56" h="56">
                      <a:moveTo>
                        <a:pt x="56" y="52"/>
                      </a:moveTo>
                      <a:lnTo>
                        <a:pt x="54" y="26"/>
                      </a:lnTo>
                      <a:lnTo>
                        <a:pt x="52" y="0"/>
                      </a:lnTo>
                      <a:lnTo>
                        <a:pt x="0" y="4"/>
                      </a:lnTo>
                      <a:lnTo>
                        <a:pt x="3" y="30"/>
                      </a:lnTo>
                      <a:lnTo>
                        <a:pt x="5" y="56"/>
                      </a:lnTo>
                      <a:lnTo>
                        <a:pt x="56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69" name=""/>
                <p:cNvSpPr/>
                <p:nvPr/>
              </p:nvSpPr>
              <p:spPr>
                <a:xfrm rot="0">
                  <a:off x="1866" y="1512"/>
                  <a:ext cx="2" cy="9"/>
                </a:xfrm>
                <a:custGeom>
                  <a:avLst/>
                  <a:ahLst/>
                  <a:rect l="0" t="0" r="r" b="b"/>
                  <a:pathLst>
                    <a:path w="5" h="26">
                      <a:moveTo>
                        <a:pt x="5" y="26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70" name=""/>
                <p:cNvSpPr/>
                <p:nvPr/>
              </p:nvSpPr>
              <p:spPr>
                <a:xfrm rot="0" flipH="1">
                  <a:off x="1866" y="15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71" name=""/>
                <p:cNvSpPr/>
                <p:nvPr/>
              </p:nvSpPr>
              <p:spPr>
                <a:xfrm rot="0">
                  <a:off x="1849" y="1512"/>
                  <a:ext cx="20" cy="20"/>
                </a:xfrm>
                <a:custGeom>
                  <a:avLst/>
                  <a:ahLst/>
                  <a:rect l="0" t="0" r="r" b="b"/>
                  <a:pathLst>
                    <a:path w="60" h="60">
                      <a:moveTo>
                        <a:pt x="60" y="52"/>
                      </a:moveTo>
                      <a:lnTo>
                        <a:pt x="56" y="26"/>
                      </a:lnTo>
                      <a:lnTo>
                        <a:pt x="51" y="0"/>
                      </a:lnTo>
                      <a:lnTo>
                        <a:pt x="0" y="8"/>
                      </a:lnTo>
                      <a:lnTo>
                        <a:pt x="4" y="34"/>
                      </a:lnTo>
                      <a:lnTo>
                        <a:pt x="9" y="60"/>
                      </a:lnTo>
                      <a:lnTo>
                        <a:pt x="60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72" name=""/>
                <p:cNvSpPr/>
                <p:nvPr/>
              </p:nvSpPr>
              <p:spPr>
                <a:xfrm rot="0">
                  <a:off x="1849" y="1512"/>
                  <a:ext cx="20" cy="20"/>
                </a:xfrm>
                <a:custGeom>
                  <a:avLst/>
                  <a:ahLst/>
                  <a:rect l="0" t="0" r="r" b="b"/>
                  <a:pathLst>
                    <a:path w="60" h="60">
                      <a:moveTo>
                        <a:pt x="60" y="52"/>
                      </a:moveTo>
                      <a:lnTo>
                        <a:pt x="56" y="26"/>
                      </a:lnTo>
                      <a:lnTo>
                        <a:pt x="51" y="0"/>
                      </a:lnTo>
                      <a:lnTo>
                        <a:pt x="0" y="8"/>
                      </a:lnTo>
                      <a:lnTo>
                        <a:pt x="4" y="34"/>
                      </a:lnTo>
                      <a:lnTo>
                        <a:pt x="9" y="60"/>
                      </a:lnTo>
                      <a:lnTo>
                        <a:pt x="60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73" name=""/>
                <p:cNvSpPr/>
                <p:nvPr/>
              </p:nvSpPr>
              <p:spPr>
                <a:xfrm rot="0">
                  <a:off x="1849" y="1515"/>
                  <a:ext cx="2" cy="8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6" y="26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6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74" name=""/>
                <p:cNvSpPr/>
                <p:nvPr/>
              </p:nvSpPr>
              <p:spPr>
                <a:xfrm rot="0" flipH="1">
                  <a:off x="1849" y="151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75" name=""/>
                <p:cNvSpPr/>
                <p:nvPr/>
              </p:nvSpPr>
              <p:spPr>
                <a:xfrm rot="0">
                  <a:off x="1832" y="1515"/>
                  <a:ext cx="21" cy="21"/>
                </a:xfrm>
                <a:custGeom>
                  <a:avLst/>
                  <a:ahLst/>
                  <a:rect l="0" t="0" r="r" b="b"/>
                  <a:pathLst>
                    <a:path w="63" h="64">
                      <a:moveTo>
                        <a:pt x="63" y="52"/>
                      </a:moveTo>
                      <a:lnTo>
                        <a:pt x="56" y="26"/>
                      </a:lnTo>
                      <a:lnTo>
                        <a:pt x="50" y="0"/>
                      </a:lnTo>
                      <a:lnTo>
                        <a:pt x="0" y="12"/>
                      </a:lnTo>
                      <a:lnTo>
                        <a:pt x="6" y="38"/>
                      </a:lnTo>
                      <a:lnTo>
                        <a:pt x="13" y="64"/>
                      </a:lnTo>
                      <a:lnTo>
                        <a:pt x="63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76" name=""/>
                <p:cNvSpPr/>
                <p:nvPr/>
              </p:nvSpPr>
              <p:spPr>
                <a:xfrm rot="0">
                  <a:off x="1832" y="1515"/>
                  <a:ext cx="21" cy="21"/>
                </a:xfrm>
                <a:custGeom>
                  <a:avLst/>
                  <a:ahLst/>
                  <a:rect l="0" t="0" r="r" b="b"/>
                  <a:pathLst>
                    <a:path w="63" h="64">
                      <a:moveTo>
                        <a:pt x="63" y="52"/>
                      </a:moveTo>
                      <a:lnTo>
                        <a:pt x="56" y="26"/>
                      </a:lnTo>
                      <a:lnTo>
                        <a:pt x="50" y="0"/>
                      </a:lnTo>
                      <a:lnTo>
                        <a:pt x="0" y="12"/>
                      </a:lnTo>
                      <a:lnTo>
                        <a:pt x="6" y="38"/>
                      </a:lnTo>
                      <a:lnTo>
                        <a:pt x="13" y="64"/>
                      </a:lnTo>
                      <a:lnTo>
                        <a:pt x="63" y="5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77" name=""/>
                <p:cNvSpPr/>
                <p:nvPr/>
              </p:nvSpPr>
              <p:spPr>
                <a:xfrm rot="0">
                  <a:off x="1832" y="1519"/>
                  <a:ext cx="2" cy="8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7" y="26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7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78" name=""/>
                <p:cNvSpPr/>
                <p:nvPr/>
              </p:nvSpPr>
              <p:spPr>
                <a:xfrm rot="0" flipH="1">
                  <a:off x="1832" y="151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79" name=""/>
                <p:cNvSpPr/>
                <p:nvPr/>
              </p:nvSpPr>
              <p:spPr>
                <a:xfrm rot="0">
                  <a:off x="1815" y="1519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4">
                      <a:moveTo>
                        <a:pt x="64" y="50"/>
                      </a:moveTo>
                      <a:lnTo>
                        <a:pt x="56" y="25"/>
                      </a:lnTo>
                      <a:lnTo>
                        <a:pt x="49" y="0"/>
                      </a:lnTo>
                      <a:lnTo>
                        <a:pt x="0" y="14"/>
                      </a:lnTo>
                      <a:lnTo>
                        <a:pt x="7" y="39"/>
                      </a:lnTo>
                      <a:lnTo>
                        <a:pt x="15" y="64"/>
                      </a:lnTo>
                      <a:lnTo>
                        <a:pt x="64" y="5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80" name=""/>
                <p:cNvSpPr/>
                <p:nvPr/>
              </p:nvSpPr>
              <p:spPr>
                <a:xfrm rot="0">
                  <a:off x="1815" y="1519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4">
                      <a:moveTo>
                        <a:pt x="64" y="50"/>
                      </a:moveTo>
                      <a:lnTo>
                        <a:pt x="56" y="25"/>
                      </a:lnTo>
                      <a:lnTo>
                        <a:pt x="49" y="0"/>
                      </a:lnTo>
                      <a:lnTo>
                        <a:pt x="0" y="14"/>
                      </a:lnTo>
                      <a:lnTo>
                        <a:pt x="7" y="39"/>
                      </a:lnTo>
                      <a:lnTo>
                        <a:pt x="15" y="64"/>
                      </a:lnTo>
                      <a:lnTo>
                        <a:pt x="64" y="5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81" name=""/>
                <p:cNvSpPr/>
                <p:nvPr/>
              </p:nvSpPr>
              <p:spPr>
                <a:xfrm rot="0">
                  <a:off x="1815" y="1524"/>
                  <a:ext cx="3" cy="8"/>
                </a:xfrm>
                <a:custGeom>
                  <a:avLst/>
                  <a:ahLst/>
                  <a:rect l="0" t="0" r="r" b="b"/>
                  <a:pathLst>
                    <a:path w="8" h="25">
                      <a:moveTo>
                        <a:pt x="8" y="25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8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82" name=""/>
                <p:cNvSpPr/>
                <p:nvPr/>
              </p:nvSpPr>
              <p:spPr>
                <a:xfrm rot="0" flipH="1">
                  <a:off x="1815" y="152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83" name=""/>
                <p:cNvSpPr/>
                <p:nvPr/>
              </p:nvSpPr>
              <p:spPr>
                <a:xfrm rot="0">
                  <a:off x="1799" y="1524"/>
                  <a:ext cx="22" cy="22"/>
                </a:xfrm>
                <a:custGeom>
                  <a:avLst/>
                  <a:ahLst/>
                  <a:rect l="0" t="0" r="r" b="b"/>
                  <a:pathLst>
                    <a:path w="65" h="67">
                      <a:moveTo>
                        <a:pt x="65" y="50"/>
                      </a:moveTo>
                      <a:lnTo>
                        <a:pt x="56" y="25"/>
                      </a:lnTo>
                      <a:lnTo>
                        <a:pt x="48" y="0"/>
                      </a:lnTo>
                      <a:lnTo>
                        <a:pt x="0" y="17"/>
                      </a:lnTo>
                      <a:lnTo>
                        <a:pt x="8" y="42"/>
                      </a:lnTo>
                      <a:lnTo>
                        <a:pt x="17" y="67"/>
                      </a:lnTo>
                      <a:lnTo>
                        <a:pt x="65" y="5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84" name=""/>
                <p:cNvSpPr/>
                <p:nvPr/>
              </p:nvSpPr>
              <p:spPr>
                <a:xfrm rot="0">
                  <a:off x="1799" y="1524"/>
                  <a:ext cx="22" cy="22"/>
                </a:xfrm>
                <a:custGeom>
                  <a:avLst/>
                  <a:ahLst/>
                  <a:rect l="0" t="0" r="r" b="b"/>
                  <a:pathLst>
                    <a:path w="65" h="67">
                      <a:moveTo>
                        <a:pt x="65" y="50"/>
                      </a:moveTo>
                      <a:lnTo>
                        <a:pt x="56" y="25"/>
                      </a:lnTo>
                      <a:lnTo>
                        <a:pt x="48" y="0"/>
                      </a:lnTo>
                      <a:lnTo>
                        <a:pt x="0" y="17"/>
                      </a:lnTo>
                      <a:lnTo>
                        <a:pt x="8" y="42"/>
                      </a:lnTo>
                      <a:lnTo>
                        <a:pt x="17" y="67"/>
                      </a:lnTo>
                      <a:lnTo>
                        <a:pt x="65" y="5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85" name=""/>
                <p:cNvSpPr/>
                <p:nvPr/>
              </p:nvSpPr>
              <p:spPr>
                <a:xfrm rot="0">
                  <a:off x="1798" y="1529"/>
                  <a:ext cx="4" cy="9"/>
                </a:xfrm>
                <a:custGeom>
                  <a:avLst/>
                  <a:ahLst/>
                  <a:rect l="0" t="0" r="r" b="b"/>
                  <a:pathLst>
                    <a:path w="10" h="25">
                      <a:moveTo>
                        <a:pt x="10" y="25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86" name=""/>
                <p:cNvSpPr/>
                <p:nvPr/>
              </p:nvSpPr>
              <p:spPr>
                <a:xfrm rot="0" flipH="1">
                  <a:off x="1798" y="15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87" name=""/>
                <p:cNvSpPr/>
                <p:nvPr/>
              </p:nvSpPr>
              <p:spPr>
                <a:xfrm rot="0">
                  <a:off x="1782" y="1530"/>
                  <a:ext cx="23" cy="23"/>
                </a:xfrm>
                <a:custGeom>
                  <a:avLst/>
                  <a:ahLst/>
                  <a:rect l="0" t="0" r="r" b="b"/>
                  <a:pathLst>
                    <a:path w="69" h="69">
                      <a:moveTo>
                        <a:pt x="69" y="48"/>
                      </a:moveTo>
                      <a:lnTo>
                        <a:pt x="58" y="24"/>
                      </a:lnTo>
                      <a:lnTo>
                        <a:pt x="48" y="0"/>
                      </a:lnTo>
                      <a:lnTo>
                        <a:pt x="0" y="21"/>
                      </a:lnTo>
                      <a:lnTo>
                        <a:pt x="10" y="45"/>
                      </a:lnTo>
                      <a:lnTo>
                        <a:pt x="21" y="69"/>
                      </a:lnTo>
                      <a:lnTo>
                        <a:pt x="69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88" name=""/>
                <p:cNvSpPr/>
                <p:nvPr/>
              </p:nvSpPr>
              <p:spPr>
                <a:xfrm rot="0">
                  <a:off x="1782" y="1530"/>
                  <a:ext cx="23" cy="23"/>
                </a:xfrm>
                <a:custGeom>
                  <a:avLst/>
                  <a:ahLst/>
                  <a:rect l="0" t="0" r="r" b="b"/>
                  <a:pathLst>
                    <a:path w="69" h="69">
                      <a:moveTo>
                        <a:pt x="69" y="48"/>
                      </a:moveTo>
                      <a:lnTo>
                        <a:pt x="58" y="24"/>
                      </a:lnTo>
                      <a:lnTo>
                        <a:pt x="48" y="0"/>
                      </a:lnTo>
                      <a:lnTo>
                        <a:pt x="0" y="21"/>
                      </a:lnTo>
                      <a:lnTo>
                        <a:pt x="10" y="45"/>
                      </a:lnTo>
                      <a:lnTo>
                        <a:pt x="21" y="69"/>
                      </a:lnTo>
                      <a:lnTo>
                        <a:pt x="69" y="4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89" name=""/>
                <p:cNvSpPr/>
                <p:nvPr/>
              </p:nvSpPr>
              <p:spPr>
                <a:xfrm rot="0">
                  <a:off x="1782" y="1537"/>
                  <a:ext cx="4" cy="8"/>
                </a:xfrm>
                <a:custGeom>
                  <a:avLst/>
                  <a:ahLst/>
                  <a:rect l="0" t="0" r="r" b="b"/>
                  <a:pathLst>
                    <a:path w="12" h="24">
                      <a:moveTo>
                        <a:pt x="12" y="24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2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90" name=""/>
                <p:cNvSpPr/>
                <p:nvPr/>
              </p:nvSpPr>
              <p:spPr>
                <a:xfrm rot="0" flipH="1">
                  <a:off x="1782" y="153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91" name=""/>
                <p:cNvSpPr/>
                <p:nvPr/>
              </p:nvSpPr>
              <p:spPr>
                <a:xfrm rot="0">
                  <a:off x="1767" y="1537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71">
                      <a:moveTo>
                        <a:pt x="70" y="48"/>
                      </a:moveTo>
                      <a:lnTo>
                        <a:pt x="57" y="24"/>
                      </a:lnTo>
                      <a:lnTo>
                        <a:pt x="45" y="0"/>
                      </a:lnTo>
                      <a:lnTo>
                        <a:pt x="0" y="23"/>
                      </a:lnTo>
                      <a:lnTo>
                        <a:pt x="13" y="47"/>
                      </a:lnTo>
                      <a:lnTo>
                        <a:pt x="25" y="71"/>
                      </a:lnTo>
                      <a:lnTo>
                        <a:pt x="70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92" name=""/>
                <p:cNvSpPr/>
                <p:nvPr/>
              </p:nvSpPr>
              <p:spPr>
                <a:xfrm rot="0">
                  <a:off x="1767" y="1537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71">
                      <a:moveTo>
                        <a:pt x="70" y="48"/>
                      </a:moveTo>
                      <a:lnTo>
                        <a:pt x="57" y="24"/>
                      </a:lnTo>
                      <a:lnTo>
                        <a:pt x="45" y="0"/>
                      </a:lnTo>
                      <a:lnTo>
                        <a:pt x="0" y="23"/>
                      </a:lnTo>
                      <a:lnTo>
                        <a:pt x="13" y="47"/>
                      </a:lnTo>
                      <a:lnTo>
                        <a:pt x="25" y="71"/>
                      </a:lnTo>
                      <a:lnTo>
                        <a:pt x="70" y="4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93" name=""/>
                <p:cNvSpPr/>
                <p:nvPr/>
              </p:nvSpPr>
              <p:spPr>
                <a:xfrm rot="0">
                  <a:off x="1766" y="1544"/>
                  <a:ext cx="5" cy="8"/>
                </a:xfrm>
                <a:custGeom>
                  <a:avLst/>
                  <a:ahLst/>
                  <a:rect l="0" t="0" r="r" b="b"/>
                  <a:pathLst>
                    <a:path w="14" h="24">
                      <a:moveTo>
                        <a:pt x="14" y="2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4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94" name=""/>
                <p:cNvSpPr/>
                <p:nvPr/>
              </p:nvSpPr>
              <p:spPr>
                <a:xfrm rot="0" flipH="1">
                  <a:off x="1766" y="15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95" name=""/>
                <p:cNvSpPr/>
                <p:nvPr/>
              </p:nvSpPr>
              <p:spPr>
                <a:xfrm rot="0">
                  <a:off x="1751" y="1545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72" y="46"/>
                      </a:moveTo>
                      <a:lnTo>
                        <a:pt x="59" y="23"/>
                      </a:lnTo>
                      <a:lnTo>
                        <a:pt x="45" y="0"/>
                      </a:lnTo>
                      <a:lnTo>
                        <a:pt x="0" y="26"/>
                      </a:lnTo>
                      <a:lnTo>
                        <a:pt x="14" y="49"/>
                      </a:lnTo>
                      <a:lnTo>
                        <a:pt x="27" y="72"/>
                      </a:lnTo>
                      <a:lnTo>
                        <a:pt x="72" y="4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96" name=""/>
                <p:cNvSpPr/>
                <p:nvPr/>
              </p:nvSpPr>
              <p:spPr>
                <a:xfrm rot="0">
                  <a:off x="1751" y="1545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72" y="46"/>
                      </a:moveTo>
                      <a:lnTo>
                        <a:pt x="59" y="23"/>
                      </a:lnTo>
                      <a:lnTo>
                        <a:pt x="45" y="0"/>
                      </a:lnTo>
                      <a:lnTo>
                        <a:pt x="0" y="26"/>
                      </a:lnTo>
                      <a:lnTo>
                        <a:pt x="14" y="49"/>
                      </a:lnTo>
                      <a:lnTo>
                        <a:pt x="27" y="72"/>
                      </a:lnTo>
                      <a:lnTo>
                        <a:pt x="72" y="4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97" name=""/>
                <p:cNvSpPr/>
                <p:nvPr/>
              </p:nvSpPr>
              <p:spPr>
                <a:xfrm rot="0">
                  <a:off x="1751" y="1553"/>
                  <a:ext cx="5" cy="8"/>
                </a:xfrm>
                <a:custGeom>
                  <a:avLst/>
                  <a:ahLst/>
                  <a:rect l="0" t="0" r="r" b="b"/>
                  <a:pathLst>
                    <a:path w="15" h="23">
                      <a:moveTo>
                        <a:pt x="15" y="23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5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498" name=""/>
                <p:cNvSpPr/>
                <p:nvPr/>
              </p:nvSpPr>
              <p:spPr>
                <a:xfrm rot="0" flipH="1">
                  <a:off x="1751" y="155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499" name=""/>
                <p:cNvSpPr/>
                <p:nvPr/>
              </p:nvSpPr>
              <p:spPr>
                <a:xfrm rot="0">
                  <a:off x="1737" y="1554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3">
                      <a:moveTo>
                        <a:pt x="72" y="44"/>
                      </a:moveTo>
                      <a:lnTo>
                        <a:pt x="58" y="22"/>
                      </a:lnTo>
                      <a:lnTo>
                        <a:pt x="43" y="0"/>
                      </a:lnTo>
                      <a:lnTo>
                        <a:pt x="0" y="29"/>
                      </a:lnTo>
                      <a:lnTo>
                        <a:pt x="15" y="51"/>
                      </a:lnTo>
                      <a:lnTo>
                        <a:pt x="30" y="73"/>
                      </a:lnTo>
                      <a:lnTo>
                        <a:pt x="72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00" name=""/>
                <p:cNvSpPr/>
                <p:nvPr/>
              </p:nvSpPr>
              <p:spPr>
                <a:xfrm rot="0">
                  <a:off x="1737" y="1554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3">
                      <a:moveTo>
                        <a:pt x="72" y="44"/>
                      </a:moveTo>
                      <a:lnTo>
                        <a:pt x="58" y="22"/>
                      </a:lnTo>
                      <a:lnTo>
                        <a:pt x="43" y="0"/>
                      </a:lnTo>
                      <a:lnTo>
                        <a:pt x="0" y="29"/>
                      </a:lnTo>
                      <a:lnTo>
                        <a:pt x="15" y="51"/>
                      </a:lnTo>
                      <a:lnTo>
                        <a:pt x="30" y="73"/>
                      </a:lnTo>
                      <a:lnTo>
                        <a:pt x="72" y="4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01" name=""/>
                <p:cNvSpPr/>
                <p:nvPr/>
              </p:nvSpPr>
              <p:spPr>
                <a:xfrm rot="0">
                  <a:off x="1736" y="1563"/>
                  <a:ext cx="6" cy="8"/>
                </a:xfrm>
                <a:custGeom>
                  <a:avLst/>
                  <a:ahLst/>
                  <a:rect l="0" t="0" r="r" b="b"/>
                  <a:pathLst>
                    <a:path w="17" h="22">
                      <a:moveTo>
                        <a:pt x="17" y="22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7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02" name=""/>
                <p:cNvSpPr/>
                <p:nvPr/>
              </p:nvSpPr>
              <p:spPr>
                <a:xfrm rot="0" flipH="1">
                  <a:off x="1736" y="156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03" name=""/>
                <p:cNvSpPr/>
                <p:nvPr/>
              </p:nvSpPr>
              <p:spPr>
                <a:xfrm rot="0">
                  <a:off x="1723" y="1564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3">
                      <a:moveTo>
                        <a:pt x="74" y="42"/>
                      </a:moveTo>
                      <a:lnTo>
                        <a:pt x="57" y="21"/>
                      </a:lnTo>
                      <a:lnTo>
                        <a:pt x="40" y="0"/>
                      </a:lnTo>
                      <a:lnTo>
                        <a:pt x="0" y="31"/>
                      </a:lnTo>
                      <a:lnTo>
                        <a:pt x="16" y="52"/>
                      </a:lnTo>
                      <a:lnTo>
                        <a:pt x="33" y="73"/>
                      </a:lnTo>
                      <a:lnTo>
                        <a:pt x="74" y="4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04" name=""/>
                <p:cNvSpPr/>
                <p:nvPr/>
              </p:nvSpPr>
              <p:spPr>
                <a:xfrm rot="0">
                  <a:off x="1723" y="1564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3">
                      <a:moveTo>
                        <a:pt x="74" y="42"/>
                      </a:moveTo>
                      <a:lnTo>
                        <a:pt x="57" y="21"/>
                      </a:lnTo>
                      <a:lnTo>
                        <a:pt x="40" y="0"/>
                      </a:lnTo>
                      <a:lnTo>
                        <a:pt x="0" y="31"/>
                      </a:lnTo>
                      <a:lnTo>
                        <a:pt x="16" y="52"/>
                      </a:lnTo>
                      <a:lnTo>
                        <a:pt x="33" y="73"/>
                      </a:lnTo>
                      <a:lnTo>
                        <a:pt x="74" y="4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05" name=""/>
                <p:cNvSpPr/>
                <p:nvPr/>
              </p:nvSpPr>
              <p:spPr>
                <a:xfrm rot="0">
                  <a:off x="1722" y="1574"/>
                  <a:ext cx="6" cy="7"/>
                </a:xfrm>
                <a:custGeom>
                  <a:avLst/>
                  <a:ahLst/>
                  <a:rect l="0" t="0" r="r" b="b"/>
                  <a:pathLst>
                    <a:path w="17" h="21">
                      <a:moveTo>
                        <a:pt x="17" y="21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7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06" name=""/>
                <p:cNvSpPr/>
                <p:nvPr/>
              </p:nvSpPr>
              <p:spPr>
                <a:xfrm rot="0" flipH="1">
                  <a:off x="1722" y="157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07" name=""/>
                <p:cNvSpPr/>
                <p:nvPr/>
              </p:nvSpPr>
              <p:spPr>
                <a:xfrm rot="0">
                  <a:off x="1710" y="1575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73" y="39"/>
                      </a:moveTo>
                      <a:lnTo>
                        <a:pt x="55" y="19"/>
                      </a:lnTo>
                      <a:lnTo>
                        <a:pt x="38" y="0"/>
                      </a:lnTo>
                      <a:lnTo>
                        <a:pt x="0" y="34"/>
                      </a:lnTo>
                      <a:lnTo>
                        <a:pt x="18" y="54"/>
                      </a:lnTo>
                      <a:lnTo>
                        <a:pt x="36" y="74"/>
                      </a:lnTo>
                      <a:lnTo>
                        <a:pt x="73" y="3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08" name=""/>
                <p:cNvSpPr/>
                <p:nvPr/>
              </p:nvSpPr>
              <p:spPr>
                <a:xfrm rot="0">
                  <a:off x="1710" y="1575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73" y="39"/>
                      </a:moveTo>
                      <a:lnTo>
                        <a:pt x="55" y="19"/>
                      </a:lnTo>
                      <a:lnTo>
                        <a:pt x="38" y="0"/>
                      </a:lnTo>
                      <a:lnTo>
                        <a:pt x="0" y="34"/>
                      </a:lnTo>
                      <a:lnTo>
                        <a:pt x="18" y="54"/>
                      </a:lnTo>
                      <a:lnTo>
                        <a:pt x="36" y="74"/>
                      </a:lnTo>
                      <a:lnTo>
                        <a:pt x="73" y="3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09" name=""/>
                <p:cNvSpPr/>
                <p:nvPr/>
              </p:nvSpPr>
              <p:spPr>
                <a:xfrm rot="0">
                  <a:off x="1709" y="1586"/>
                  <a:ext cx="7" cy="7"/>
                </a:xfrm>
                <a:custGeom>
                  <a:avLst/>
                  <a:ahLst/>
                  <a:rect l="0" t="0" r="r" b="b"/>
                  <a:pathLst>
                    <a:path w="19" h="20">
                      <a:moveTo>
                        <a:pt x="19" y="2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9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10" name=""/>
                <p:cNvSpPr/>
                <p:nvPr/>
              </p:nvSpPr>
              <p:spPr>
                <a:xfrm rot="0" flipH="1">
                  <a:off x="1709" y="158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11" name=""/>
                <p:cNvSpPr/>
                <p:nvPr/>
              </p:nvSpPr>
              <p:spPr>
                <a:xfrm rot="0">
                  <a:off x="1697" y="1586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74" y="38"/>
                      </a:moveTo>
                      <a:lnTo>
                        <a:pt x="55" y="19"/>
                      </a:lnTo>
                      <a:lnTo>
                        <a:pt x="36" y="0"/>
                      </a:lnTo>
                      <a:lnTo>
                        <a:pt x="0" y="36"/>
                      </a:lnTo>
                      <a:lnTo>
                        <a:pt x="18" y="55"/>
                      </a:lnTo>
                      <a:lnTo>
                        <a:pt x="37" y="74"/>
                      </a:lnTo>
                      <a:lnTo>
                        <a:pt x="74" y="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12" name=""/>
                <p:cNvSpPr/>
                <p:nvPr/>
              </p:nvSpPr>
              <p:spPr>
                <a:xfrm rot="0">
                  <a:off x="1697" y="1586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74" y="38"/>
                      </a:moveTo>
                      <a:lnTo>
                        <a:pt x="55" y="19"/>
                      </a:lnTo>
                      <a:lnTo>
                        <a:pt x="36" y="0"/>
                      </a:lnTo>
                      <a:lnTo>
                        <a:pt x="0" y="36"/>
                      </a:lnTo>
                      <a:lnTo>
                        <a:pt x="18" y="55"/>
                      </a:lnTo>
                      <a:lnTo>
                        <a:pt x="37" y="74"/>
                      </a:lnTo>
                      <a:lnTo>
                        <a:pt x="74" y="3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13" name=""/>
                <p:cNvSpPr/>
                <p:nvPr/>
              </p:nvSpPr>
              <p:spPr>
                <a:xfrm rot="0">
                  <a:off x="1697" y="1598"/>
                  <a:ext cx="6" cy="7"/>
                </a:xfrm>
                <a:custGeom>
                  <a:avLst/>
                  <a:ahLst/>
                  <a:rect l="0" t="0" r="r" b="b"/>
                  <a:pathLst>
                    <a:path w="19" h="19">
                      <a:moveTo>
                        <a:pt x="19" y="19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9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14" name=""/>
                <p:cNvSpPr/>
                <p:nvPr/>
              </p:nvSpPr>
              <p:spPr>
                <a:xfrm rot="0" flipH="1">
                  <a:off x="1697" y="159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15" name=""/>
                <p:cNvSpPr/>
                <p:nvPr/>
              </p:nvSpPr>
              <p:spPr>
                <a:xfrm rot="0">
                  <a:off x="1685" y="1599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74" y="35"/>
                      </a:moveTo>
                      <a:lnTo>
                        <a:pt x="54" y="17"/>
                      </a:lnTo>
                      <a:lnTo>
                        <a:pt x="35" y="0"/>
                      </a:lnTo>
                      <a:lnTo>
                        <a:pt x="0" y="38"/>
                      </a:lnTo>
                      <a:lnTo>
                        <a:pt x="20" y="56"/>
                      </a:lnTo>
                      <a:lnTo>
                        <a:pt x="40" y="74"/>
                      </a:lnTo>
                      <a:lnTo>
                        <a:pt x="74" y="3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16" name=""/>
                <p:cNvSpPr/>
                <p:nvPr/>
              </p:nvSpPr>
              <p:spPr>
                <a:xfrm rot="0">
                  <a:off x="1685" y="1599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74" y="35"/>
                      </a:moveTo>
                      <a:lnTo>
                        <a:pt x="54" y="17"/>
                      </a:lnTo>
                      <a:lnTo>
                        <a:pt x="35" y="0"/>
                      </a:lnTo>
                      <a:lnTo>
                        <a:pt x="0" y="38"/>
                      </a:lnTo>
                      <a:lnTo>
                        <a:pt x="20" y="56"/>
                      </a:lnTo>
                      <a:lnTo>
                        <a:pt x="40" y="74"/>
                      </a:lnTo>
                      <a:lnTo>
                        <a:pt x="74" y="3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17" name=""/>
                <p:cNvSpPr/>
                <p:nvPr/>
              </p:nvSpPr>
              <p:spPr>
                <a:xfrm rot="0">
                  <a:off x="1685" y="1612"/>
                  <a:ext cx="7" cy="6"/>
                </a:xfrm>
                <a:custGeom>
                  <a:avLst/>
                  <a:ahLst/>
                  <a:rect l="0" t="0" r="r" b="b"/>
                  <a:pathLst>
                    <a:path w="21" h="18">
                      <a:moveTo>
                        <a:pt x="21" y="18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1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18" name=""/>
                <p:cNvSpPr/>
                <p:nvPr/>
              </p:nvSpPr>
              <p:spPr>
                <a:xfrm rot="0" flipH="1">
                  <a:off x="1685" y="161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19" name=""/>
                <p:cNvSpPr/>
                <p:nvPr/>
              </p:nvSpPr>
              <p:spPr>
                <a:xfrm rot="0">
                  <a:off x="1675" y="1612"/>
                  <a:ext cx="24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73" y="34"/>
                      </a:moveTo>
                      <a:lnTo>
                        <a:pt x="52" y="17"/>
                      </a:lnTo>
                      <a:lnTo>
                        <a:pt x="31" y="0"/>
                      </a:lnTo>
                      <a:lnTo>
                        <a:pt x="0" y="41"/>
                      </a:lnTo>
                      <a:lnTo>
                        <a:pt x="21" y="58"/>
                      </a:lnTo>
                      <a:lnTo>
                        <a:pt x="42" y="74"/>
                      </a:lnTo>
                      <a:lnTo>
                        <a:pt x="73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20" name=""/>
                <p:cNvSpPr/>
                <p:nvPr/>
              </p:nvSpPr>
              <p:spPr>
                <a:xfrm rot="0">
                  <a:off x="1675" y="1612"/>
                  <a:ext cx="24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73" y="34"/>
                      </a:moveTo>
                      <a:lnTo>
                        <a:pt x="52" y="17"/>
                      </a:lnTo>
                      <a:lnTo>
                        <a:pt x="31" y="0"/>
                      </a:lnTo>
                      <a:lnTo>
                        <a:pt x="0" y="41"/>
                      </a:lnTo>
                      <a:lnTo>
                        <a:pt x="21" y="58"/>
                      </a:lnTo>
                      <a:lnTo>
                        <a:pt x="42" y="74"/>
                      </a:lnTo>
                      <a:lnTo>
                        <a:pt x="73" y="3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21" name=""/>
                <p:cNvSpPr/>
                <p:nvPr/>
              </p:nvSpPr>
              <p:spPr>
                <a:xfrm rot="0">
                  <a:off x="1674" y="1626"/>
                  <a:ext cx="8" cy="5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22" y="17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22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22" name=""/>
                <p:cNvSpPr/>
                <p:nvPr/>
              </p:nvSpPr>
              <p:spPr>
                <a:xfrm rot="0" flipH="1">
                  <a:off x="1674" y="162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23" name=""/>
                <p:cNvSpPr/>
                <p:nvPr/>
              </p:nvSpPr>
              <p:spPr>
                <a:xfrm rot="0">
                  <a:off x="1665" y="1626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73" y="29"/>
                      </a:moveTo>
                      <a:lnTo>
                        <a:pt x="51" y="15"/>
                      </a:lnTo>
                      <a:lnTo>
                        <a:pt x="29" y="0"/>
                      </a:lnTo>
                      <a:lnTo>
                        <a:pt x="0" y="43"/>
                      </a:lnTo>
                      <a:lnTo>
                        <a:pt x="21" y="57"/>
                      </a:lnTo>
                      <a:lnTo>
                        <a:pt x="43" y="72"/>
                      </a:lnTo>
                      <a:lnTo>
                        <a:pt x="73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</p:grpSp>
          <p:grpSp>
            <p:nvGrpSpPr>
              <p:cNvPr id="419" name=""/>
              <p:cNvGrpSpPr/>
              <p:nvPr/>
            </p:nvGrpSpPr>
            <p:grpSpPr>
              <a:xfrm rot="0">
                <a:off x="1621" y="1626"/>
                <a:ext cx="519" cy="448"/>
                <a:chOff x="1621" y="1626"/>
                <a:chExt cx="519" cy="448"/>
              </a:xfrm>
            </p:grpSpPr>
            <p:sp>
              <p:nvSpPr>
                <p:cNvPr id="1080524" name=""/>
                <p:cNvSpPr/>
                <p:nvPr/>
              </p:nvSpPr>
              <p:spPr>
                <a:xfrm rot="0">
                  <a:off x="1665" y="1626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73" y="29"/>
                      </a:moveTo>
                      <a:lnTo>
                        <a:pt x="51" y="15"/>
                      </a:lnTo>
                      <a:lnTo>
                        <a:pt x="29" y="0"/>
                      </a:lnTo>
                      <a:lnTo>
                        <a:pt x="0" y="43"/>
                      </a:lnTo>
                      <a:lnTo>
                        <a:pt x="21" y="57"/>
                      </a:lnTo>
                      <a:lnTo>
                        <a:pt x="43" y="72"/>
                      </a:lnTo>
                      <a:lnTo>
                        <a:pt x="73" y="2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25" name=""/>
                <p:cNvSpPr/>
                <p:nvPr/>
              </p:nvSpPr>
              <p:spPr>
                <a:xfrm rot="0">
                  <a:off x="1664" y="1641"/>
                  <a:ext cx="8" cy="4"/>
                </a:xfrm>
                <a:custGeom>
                  <a:avLst/>
                  <a:ahLst/>
                  <a:rect l="0" t="0" r="r" b="b"/>
                  <a:pathLst>
                    <a:path w="22" h="14">
                      <a:moveTo>
                        <a:pt x="22" y="14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2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26" name=""/>
                <p:cNvSpPr/>
                <p:nvPr/>
              </p:nvSpPr>
              <p:spPr>
                <a:xfrm rot="0" flipH="1">
                  <a:off x="1664" y="164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27" name=""/>
                <p:cNvSpPr/>
                <p:nvPr/>
              </p:nvSpPr>
              <p:spPr>
                <a:xfrm rot="0">
                  <a:off x="1655" y="1641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72" y="27"/>
                      </a:moveTo>
                      <a:lnTo>
                        <a:pt x="49" y="13"/>
                      </a:lnTo>
                      <a:lnTo>
                        <a:pt x="27" y="0"/>
                      </a:lnTo>
                      <a:lnTo>
                        <a:pt x="0" y="43"/>
                      </a:lnTo>
                      <a:lnTo>
                        <a:pt x="23" y="57"/>
                      </a:lnTo>
                      <a:lnTo>
                        <a:pt x="46" y="71"/>
                      </a:lnTo>
                      <a:lnTo>
                        <a:pt x="72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28" name=""/>
                <p:cNvSpPr/>
                <p:nvPr/>
              </p:nvSpPr>
              <p:spPr>
                <a:xfrm rot="0">
                  <a:off x="1655" y="1641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72" y="27"/>
                      </a:moveTo>
                      <a:lnTo>
                        <a:pt x="49" y="13"/>
                      </a:lnTo>
                      <a:lnTo>
                        <a:pt x="27" y="0"/>
                      </a:lnTo>
                      <a:lnTo>
                        <a:pt x="0" y="43"/>
                      </a:lnTo>
                      <a:lnTo>
                        <a:pt x="23" y="57"/>
                      </a:lnTo>
                      <a:lnTo>
                        <a:pt x="46" y="71"/>
                      </a:lnTo>
                      <a:lnTo>
                        <a:pt x="72" y="2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29" name=""/>
                <p:cNvSpPr/>
                <p:nvPr/>
              </p:nvSpPr>
              <p:spPr>
                <a:xfrm rot="0">
                  <a:off x="1655" y="1655"/>
                  <a:ext cx="8" cy="5"/>
                </a:xfrm>
                <a:custGeom>
                  <a:avLst/>
                  <a:ahLst/>
                  <a:rect l="0" t="0" r="r" b="b"/>
                  <a:pathLst>
                    <a:path w="24" h="14">
                      <a:moveTo>
                        <a:pt x="24" y="14"/>
                      </a:move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24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30" name=""/>
                <p:cNvSpPr/>
                <p:nvPr/>
              </p:nvSpPr>
              <p:spPr>
                <a:xfrm rot="0" flipH="1">
                  <a:off x="1655" y="165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31" name=""/>
                <p:cNvSpPr/>
                <p:nvPr/>
              </p:nvSpPr>
              <p:spPr>
                <a:xfrm rot="0">
                  <a:off x="1648" y="1656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68">
                      <a:moveTo>
                        <a:pt x="70" y="23"/>
                      </a:moveTo>
                      <a:lnTo>
                        <a:pt x="46" y="11"/>
                      </a:lnTo>
                      <a:lnTo>
                        <a:pt x="22" y="0"/>
                      </a:lnTo>
                      <a:lnTo>
                        <a:pt x="0" y="45"/>
                      </a:lnTo>
                      <a:lnTo>
                        <a:pt x="23" y="57"/>
                      </a:lnTo>
                      <a:lnTo>
                        <a:pt x="47" y="68"/>
                      </a:lnTo>
                      <a:lnTo>
                        <a:pt x="7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32" name=""/>
                <p:cNvSpPr/>
                <p:nvPr/>
              </p:nvSpPr>
              <p:spPr>
                <a:xfrm rot="0">
                  <a:off x="1648" y="1656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68">
                      <a:moveTo>
                        <a:pt x="70" y="23"/>
                      </a:moveTo>
                      <a:lnTo>
                        <a:pt x="46" y="11"/>
                      </a:lnTo>
                      <a:lnTo>
                        <a:pt x="22" y="0"/>
                      </a:lnTo>
                      <a:lnTo>
                        <a:pt x="0" y="45"/>
                      </a:lnTo>
                      <a:lnTo>
                        <a:pt x="23" y="57"/>
                      </a:lnTo>
                      <a:lnTo>
                        <a:pt x="47" y="68"/>
                      </a:lnTo>
                      <a:lnTo>
                        <a:pt x="70" y="2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33" name=""/>
                <p:cNvSpPr/>
                <p:nvPr/>
              </p:nvSpPr>
              <p:spPr>
                <a:xfrm rot="0">
                  <a:off x="1648" y="1671"/>
                  <a:ext cx="7" cy="4"/>
                </a:xfrm>
                <a:custGeom>
                  <a:avLst/>
                  <a:ahLst/>
                  <a:rect l="0" t="0" r="r" b="b"/>
                  <a:pathLst>
                    <a:path w="23" h="12">
                      <a:moveTo>
                        <a:pt x="23" y="1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3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34" name=""/>
                <p:cNvSpPr/>
                <p:nvPr/>
              </p:nvSpPr>
              <p:spPr>
                <a:xfrm rot="0">
                  <a:off x="1648" y="16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35" name=""/>
                <p:cNvSpPr/>
                <p:nvPr/>
              </p:nvSpPr>
              <p:spPr>
                <a:xfrm rot="0">
                  <a:off x="1641" y="1672"/>
                  <a:ext cx="22" cy="22"/>
                </a:xfrm>
                <a:custGeom>
                  <a:avLst/>
                  <a:ahLst/>
                  <a:rect l="0" t="0" r="r" b="b"/>
                  <a:pathLst>
                    <a:path w="68" h="67">
                      <a:moveTo>
                        <a:pt x="68" y="20"/>
                      </a:moveTo>
                      <a:lnTo>
                        <a:pt x="44" y="10"/>
                      </a:lnTo>
                      <a:lnTo>
                        <a:pt x="21" y="0"/>
                      </a:lnTo>
                      <a:lnTo>
                        <a:pt x="0" y="46"/>
                      </a:lnTo>
                      <a:lnTo>
                        <a:pt x="24" y="57"/>
                      </a:lnTo>
                      <a:lnTo>
                        <a:pt x="48" y="67"/>
                      </a:lnTo>
                      <a:lnTo>
                        <a:pt x="68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36" name=""/>
                <p:cNvSpPr/>
                <p:nvPr/>
              </p:nvSpPr>
              <p:spPr>
                <a:xfrm rot="0">
                  <a:off x="1641" y="1672"/>
                  <a:ext cx="22" cy="22"/>
                </a:xfrm>
                <a:custGeom>
                  <a:avLst/>
                  <a:ahLst/>
                  <a:rect l="0" t="0" r="r" b="b"/>
                  <a:pathLst>
                    <a:path w="68" h="67">
                      <a:moveTo>
                        <a:pt x="68" y="20"/>
                      </a:moveTo>
                      <a:lnTo>
                        <a:pt x="44" y="10"/>
                      </a:lnTo>
                      <a:lnTo>
                        <a:pt x="21" y="0"/>
                      </a:lnTo>
                      <a:lnTo>
                        <a:pt x="0" y="46"/>
                      </a:lnTo>
                      <a:lnTo>
                        <a:pt x="24" y="57"/>
                      </a:lnTo>
                      <a:lnTo>
                        <a:pt x="48" y="67"/>
                      </a:lnTo>
                      <a:lnTo>
                        <a:pt x="68" y="2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37" name=""/>
                <p:cNvSpPr/>
                <p:nvPr/>
              </p:nvSpPr>
              <p:spPr>
                <a:xfrm rot="0">
                  <a:off x="1640" y="1687"/>
                  <a:ext cx="9" cy="4"/>
                </a:xfrm>
                <a:custGeom>
                  <a:avLst/>
                  <a:ahLst/>
                  <a:rect l="0" t="0" r="r" b="b"/>
                  <a:pathLst>
                    <a:path w="25" h="11">
                      <a:moveTo>
                        <a:pt x="25" y="1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5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38" name=""/>
                <p:cNvSpPr/>
                <p:nvPr/>
              </p:nvSpPr>
              <p:spPr>
                <a:xfrm rot="0" flipH="1">
                  <a:off x="1640" y="168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39" name=""/>
                <p:cNvSpPr/>
                <p:nvPr/>
              </p:nvSpPr>
              <p:spPr>
                <a:xfrm rot="0">
                  <a:off x="1634" y="1688"/>
                  <a:ext cx="23" cy="22"/>
                </a:xfrm>
                <a:custGeom>
                  <a:avLst/>
                  <a:ahLst/>
                  <a:rect l="0" t="0" r="r" b="b"/>
                  <a:pathLst>
                    <a:path w="68" h="68">
                      <a:moveTo>
                        <a:pt x="68" y="19"/>
                      </a:moveTo>
                      <a:lnTo>
                        <a:pt x="43" y="10"/>
                      </a:lnTo>
                      <a:lnTo>
                        <a:pt x="18" y="0"/>
                      </a:lnTo>
                      <a:lnTo>
                        <a:pt x="0" y="49"/>
                      </a:lnTo>
                      <a:lnTo>
                        <a:pt x="25" y="59"/>
                      </a:lnTo>
                      <a:lnTo>
                        <a:pt x="50" y="68"/>
                      </a:lnTo>
                      <a:lnTo>
                        <a:pt x="68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40" name=""/>
                <p:cNvSpPr/>
                <p:nvPr/>
              </p:nvSpPr>
              <p:spPr>
                <a:xfrm rot="0">
                  <a:off x="1634" y="1688"/>
                  <a:ext cx="23" cy="22"/>
                </a:xfrm>
                <a:custGeom>
                  <a:avLst/>
                  <a:ahLst/>
                  <a:rect l="0" t="0" r="r" b="b"/>
                  <a:pathLst>
                    <a:path w="68" h="68">
                      <a:moveTo>
                        <a:pt x="68" y="19"/>
                      </a:moveTo>
                      <a:lnTo>
                        <a:pt x="43" y="10"/>
                      </a:lnTo>
                      <a:lnTo>
                        <a:pt x="18" y="0"/>
                      </a:lnTo>
                      <a:lnTo>
                        <a:pt x="0" y="49"/>
                      </a:lnTo>
                      <a:lnTo>
                        <a:pt x="25" y="59"/>
                      </a:lnTo>
                      <a:lnTo>
                        <a:pt x="50" y="68"/>
                      </a:lnTo>
                      <a:lnTo>
                        <a:pt x="68" y="1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41" name=""/>
                <p:cNvSpPr/>
                <p:nvPr/>
              </p:nvSpPr>
              <p:spPr>
                <a:xfrm rot="0">
                  <a:off x="1634" y="1704"/>
                  <a:ext cx="9" cy="3"/>
                </a:xfrm>
                <a:custGeom>
                  <a:avLst/>
                  <a:ahLst/>
                  <a:rect l="0" t="0" r="r" b="b"/>
                  <a:pathLst>
                    <a:path w="26" h="10">
                      <a:moveTo>
                        <a:pt x="26" y="10"/>
                      </a:move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26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42" name=""/>
                <p:cNvSpPr/>
                <p:nvPr/>
              </p:nvSpPr>
              <p:spPr>
                <a:xfrm rot="0" flipH="1">
                  <a:off x="1634" y="170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43" name=""/>
                <p:cNvSpPr/>
                <p:nvPr/>
              </p:nvSpPr>
              <p:spPr>
                <a:xfrm rot="0">
                  <a:off x="1629" y="1705"/>
                  <a:ext cx="22" cy="21"/>
                </a:xfrm>
                <a:custGeom>
                  <a:avLst/>
                  <a:ahLst/>
                  <a:rect l="0" t="0" r="r" b="b"/>
                  <a:pathLst>
                    <a:path w="66" h="63">
                      <a:moveTo>
                        <a:pt x="66" y="14"/>
                      </a:moveTo>
                      <a:lnTo>
                        <a:pt x="40" y="7"/>
                      </a:lnTo>
                      <a:lnTo>
                        <a:pt x="14" y="0"/>
                      </a:lnTo>
                      <a:lnTo>
                        <a:pt x="0" y="49"/>
                      </a:lnTo>
                      <a:lnTo>
                        <a:pt x="26" y="56"/>
                      </a:lnTo>
                      <a:lnTo>
                        <a:pt x="52" y="63"/>
                      </a:lnTo>
                      <a:lnTo>
                        <a:pt x="66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44" name=""/>
                <p:cNvSpPr/>
                <p:nvPr/>
              </p:nvSpPr>
              <p:spPr>
                <a:xfrm rot="0">
                  <a:off x="1629" y="1705"/>
                  <a:ext cx="22" cy="21"/>
                </a:xfrm>
                <a:custGeom>
                  <a:avLst/>
                  <a:ahLst/>
                  <a:rect l="0" t="0" r="r" b="b"/>
                  <a:pathLst>
                    <a:path w="66" h="63">
                      <a:moveTo>
                        <a:pt x="66" y="14"/>
                      </a:moveTo>
                      <a:lnTo>
                        <a:pt x="40" y="7"/>
                      </a:lnTo>
                      <a:lnTo>
                        <a:pt x="14" y="0"/>
                      </a:lnTo>
                      <a:lnTo>
                        <a:pt x="0" y="49"/>
                      </a:lnTo>
                      <a:lnTo>
                        <a:pt x="26" y="56"/>
                      </a:lnTo>
                      <a:lnTo>
                        <a:pt x="52" y="63"/>
                      </a:lnTo>
                      <a:lnTo>
                        <a:pt x="66" y="1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45" name=""/>
                <p:cNvSpPr/>
                <p:nvPr/>
              </p:nvSpPr>
              <p:spPr>
                <a:xfrm rot="0">
                  <a:off x="1629" y="1721"/>
                  <a:ext cx="9" cy="3"/>
                </a:xfrm>
                <a:custGeom>
                  <a:avLst/>
                  <a:ahLst/>
                  <a:rect l="0" t="0" r="r" b="b"/>
                  <a:pathLst>
                    <a:path w="26" h="7">
                      <a:moveTo>
                        <a:pt x="26" y="7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46" name=""/>
                <p:cNvSpPr/>
                <p:nvPr/>
              </p:nvSpPr>
              <p:spPr>
                <a:xfrm rot="0">
                  <a:off x="1629" y="172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47" name=""/>
                <p:cNvSpPr/>
                <p:nvPr/>
              </p:nvSpPr>
              <p:spPr>
                <a:xfrm rot="0">
                  <a:off x="1626" y="1722"/>
                  <a:ext cx="21" cy="20"/>
                </a:xfrm>
                <a:custGeom>
                  <a:avLst/>
                  <a:ahLst/>
                  <a:rect l="0" t="0" r="r" b="b"/>
                  <a:pathLst>
                    <a:path w="63" h="62">
                      <a:moveTo>
                        <a:pt x="63" y="12"/>
                      </a:moveTo>
                      <a:lnTo>
                        <a:pt x="37" y="6"/>
                      </a:lnTo>
                      <a:lnTo>
                        <a:pt x="11" y="0"/>
                      </a:lnTo>
                      <a:lnTo>
                        <a:pt x="0" y="50"/>
                      </a:lnTo>
                      <a:lnTo>
                        <a:pt x="26" y="56"/>
                      </a:lnTo>
                      <a:lnTo>
                        <a:pt x="52" y="62"/>
                      </a:lnTo>
                      <a:lnTo>
                        <a:pt x="63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48" name=""/>
                <p:cNvSpPr/>
                <p:nvPr/>
              </p:nvSpPr>
              <p:spPr>
                <a:xfrm rot="0">
                  <a:off x="1626" y="1722"/>
                  <a:ext cx="21" cy="20"/>
                </a:xfrm>
                <a:custGeom>
                  <a:avLst/>
                  <a:ahLst/>
                  <a:rect l="0" t="0" r="r" b="b"/>
                  <a:pathLst>
                    <a:path w="63" h="62">
                      <a:moveTo>
                        <a:pt x="63" y="12"/>
                      </a:moveTo>
                      <a:lnTo>
                        <a:pt x="37" y="6"/>
                      </a:lnTo>
                      <a:lnTo>
                        <a:pt x="11" y="0"/>
                      </a:lnTo>
                      <a:lnTo>
                        <a:pt x="0" y="50"/>
                      </a:lnTo>
                      <a:lnTo>
                        <a:pt x="26" y="56"/>
                      </a:lnTo>
                      <a:lnTo>
                        <a:pt x="52" y="62"/>
                      </a:lnTo>
                      <a:lnTo>
                        <a:pt x="63" y="1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49" name=""/>
                <p:cNvSpPr/>
                <p:nvPr/>
              </p:nvSpPr>
              <p:spPr>
                <a:xfrm rot="0">
                  <a:off x="1626" y="1738"/>
                  <a:ext cx="8" cy="2"/>
                </a:xfrm>
                <a:custGeom>
                  <a:avLst/>
                  <a:ahLst/>
                  <a:rect l="0" t="0" r="r" b="b"/>
                  <a:pathLst>
                    <a:path w="26" h="6">
                      <a:moveTo>
                        <a:pt x="26" y="6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6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50" name=""/>
                <p:cNvSpPr/>
                <p:nvPr/>
              </p:nvSpPr>
              <p:spPr>
                <a:xfrm rot="0">
                  <a:off x="1626" y="173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51" name=""/>
                <p:cNvSpPr/>
                <p:nvPr/>
              </p:nvSpPr>
              <p:spPr>
                <a:xfrm rot="0">
                  <a:off x="1623" y="1739"/>
                  <a:ext cx="20" cy="20"/>
                </a:xfrm>
                <a:custGeom>
                  <a:avLst/>
                  <a:ahLst/>
                  <a:rect l="0" t="0" r="r" b="b"/>
                  <a:pathLst>
                    <a:path w="61" h="59">
                      <a:moveTo>
                        <a:pt x="61" y="8"/>
                      </a:moveTo>
                      <a:lnTo>
                        <a:pt x="35" y="4"/>
                      </a:lnTo>
                      <a:lnTo>
                        <a:pt x="9" y="0"/>
                      </a:lnTo>
                      <a:lnTo>
                        <a:pt x="0" y="51"/>
                      </a:lnTo>
                      <a:lnTo>
                        <a:pt x="27" y="55"/>
                      </a:lnTo>
                      <a:lnTo>
                        <a:pt x="53" y="59"/>
                      </a:lnTo>
                      <a:lnTo>
                        <a:pt x="61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52" name=""/>
                <p:cNvSpPr/>
                <p:nvPr/>
              </p:nvSpPr>
              <p:spPr>
                <a:xfrm rot="0">
                  <a:off x="1623" y="1739"/>
                  <a:ext cx="20" cy="20"/>
                </a:xfrm>
                <a:custGeom>
                  <a:avLst/>
                  <a:ahLst/>
                  <a:rect l="0" t="0" r="r" b="b"/>
                  <a:pathLst>
                    <a:path w="61" h="59">
                      <a:moveTo>
                        <a:pt x="61" y="8"/>
                      </a:moveTo>
                      <a:lnTo>
                        <a:pt x="35" y="4"/>
                      </a:lnTo>
                      <a:lnTo>
                        <a:pt x="9" y="0"/>
                      </a:lnTo>
                      <a:lnTo>
                        <a:pt x="0" y="51"/>
                      </a:lnTo>
                      <a:lnTo>
                        <a:pt x="27" y="55"/>
                      </a:lnTo>
                      <a:lnTo>
                        <a:pt x="53" y="59"/>
                      </a:lnTo>
                      <a:lnTo>
                        <a:pt x="61" y="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53" name=""/>
                <p:cNvSpPr/>
                <p:nvPr/>
              </p:nvSpPr>
              <p:spPr>
                <a:xfrm rot="0">
                  <a:off x="1623" y="1756"/>
                  <a:ext cx="9" cy="1"/>
                </a:xfrm>
                <a:custGeom>
                  <a:avLst/>
                  <a:ahLst/>
                  <a:rect l="0" t="0" r="r" b="b"/>
                  <a:pathLst>
                    <a:path w="27" h="4">
                      <a:moveTo>
                        <a:pt x="27" y="4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7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54" name=""/>
                <p:cNvSpPr/>
                <p:nvPr/>
              </p:nvSpPr>
              <p:spPr>
                <a:xfrm rot="0">
                  <a:off x="1623" y="175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55" name=""/>
                <p:cNvSpPr/>
                <p:nvPr/>
              </p:nvSpPr>
              <p:spPr>
                <a:xfrm rot="0">
                  <a:off x="1621" y="1757"/>
                  <a:ext cx="19" cy="18"/>
                </a:xfrm>
                <a:custGeom>
                  <a:avLst/>
                  <a:ahLst/>
                  <a:rect l="0" t="0" r="r" b="b"/>
                  <a:pathLst>
                    <a:path w="57" h="55">
                      <a:moveTo>
                        <a:pt x="57" y="4"/>
                      </a:moveTo>
                      <a:lnTo>
                        <a:pt x="31" y="2"/>
                      </a:lnTo>
                      <a:lnTo>
                        <a:pt x="4" y="0"/>
                      </a:lnTo>
                      <a:lnTo>
                        <a:pt x="0" y="51"/>
                      </a:lnTo>
                      <a:lnTo>
                        <a:pt x="26" y="53"/>
                      </a:lnTo>
                      <a:lnTo>
                        <a:pt x="52" y="55"/>
                      </a:lnTo>
                      <a:lnTo>
                        <a:pt x="57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56" name=""/>
                <p:cNvSpPr/>
                <p:nvPr/>
              </p:nvSpPr>
              <p:spPr>
                <a:xfrm rot="0">
                  <a:off x="1621" y="1757"/>
                  <a:ext cx="19" cy="18"/>
                </a:xfrm>
                <a:custGeom>
                  <a:avLst/>
                  <a:ahLst/>
                  <a:rect l="0" t="0" r="r" b="b"/>
                  <a:pathLst>
                    <a:path w="57" h="55">
                      <a:moveTo>
                        <a:pt x="57" y="4"/>
                      </a:moveTo>
                      <a:lnTo>
                        <a:pt x="31" y="2"/>
                      </a:lnTo>
                      <a:lnTo>
                        <a:pt x="4" y="0"/>
                      </a:lnTo>
                      <a:lnTo>
                        <a:pt x="0" y="51"/>
                      </a:lnTo>
                      <a:lnTo>
                        <a:pt x="26" y="53"/>
                      </a:lnTo>
                      <a:lnTo>
                        <a:pt x="52" y="55"/>
                      </a:lnTo>
                      <a:lnTo>
                        <a:pt x="57" y="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57" name=""/>
                <p:cNvSpPr/>
                <p:nvPr/>
              </p:nvSpPr>
              <p:spPr>
                <a:xfrm rot="0">
                  <a:off x="1621" y="1774"/>
                  <a:ext cx="9" cy="1"/>
                </a:xfrm>
                <a:custGeom>
                  <a:avLst/>
                  <a:ahLst/>
                  <a:rect l="0" t="0" r="r" b="b"/>
                  <a:pathLst>
                    <a:path w="26" h="2">
                      <a:moveTo>
                        <a:pt x="26" y="2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6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58" name=""/>
                <p:cNvSpPr/>
                <p:nvPr/>
              </p:nvSpPr>
              <p:spPr>
                <a:xfrm rot="0">
                  <a:off x="1621" y="177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59" name=""/>
                <p:cNvSpPr/>
                <p:nvPr/>
              </p:nvSpPr>
              <p:spPr>
                <a:xfrm rot="0">
                  <a:off x="1621" y="1774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3">
                      <a:moveTo>
                        <a:pt x="54" y="2"/>
                      </a:moveTo>
                      <a:lnTo>
                        <a:pt x="28" y="1"/>
                      </a:lnTo>
                      <a:lnTo>
                        <a:pt x="2" y="0"/>
                      </a:lnTo>
                      <a:lnTo>
                        <a:pt x="0" y="51"/>
                      </a:lnTo>
                      <a:lnTo>
                        <a:pt x="26" y="52"/>
                      </a:lnTo>
                      <a:lnTo>
                        <a:pt x="52" y="53"/>
                      </a:lnTo>
                      <a:lnTo>
                        <a:pt x="54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60" name=""/>
                <p:cNvSpPr/>
                <p:nvPr/>
              </p:nvSpPr>
              <p:spPr>
                <a:xfrm rot="0">
                  <a:off x="1621" y="1774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3">
                      <a:moveTo>
                        <a:pt x="54" y="2"/>
                      </a:moveTo>
                      <a:lnTo>
                        <a:pt x="28" y="1"/>
                      </a:lnTo>
                      <a:lnTo>
                        <a:pt x="2" y="0"/>
                      </a:lnTo>
                      <a:lnTo>
                        <a:pt x="0" y="51"/>
                      </a:lnTo>
                      <a:lnTo>
                        <a:pt x="26" y="52"/>
                      </a:lnTo>
                      <a:lnTo>
                        <a:pt x="52" y="53"/>
                      </a:lnTo>
                      <a:lnTo>
                        <a:pt x="54" y="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61" name=""/>
                <p:cNvSpPr/>
                <p:nvPr/>
              </p:nvSpPr>
              <p:spPr>
                <a:xfrm rot="0">
                  <a:off x="1621" y="1791"/>
                  <a:ext cx="8" cy="1"/>
                </a:xfrm>
                <a:custGeom>
                  <a:avLst/>
                  <a:ahLst/>
                  <a:rect l="0" t="0" r="r" b="b"/>
                  <a:pathLst>
                    <a:path w="26" h="2">
                      <a:moveTo>
                        <a:pt x="26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6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62" name=""/>
                <p:cNvSpPr/>
                <p:nvPr/>
              </p:nvSpPr>
              <p:spPr>
                <a:xfrm rot="0">
                  <a:off x="1621" y="179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63" name=""/>
                <p:cNvSpPr/>
                <p:nvPr/>
              </p:nvSpPr>
              <p:spPr>
                <a:xfrm rot="0">
                  <a:off x="1621" y="1791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4">
                      <a:moveTo>
                        <a:pt x="52" y="0"/>
                      </a:moveTo>
                      <a:lnTo>
                        <a:pt x="26" y="1"/>
                      </a:lnTo>
                      <a:lnTo>
                        <a:pt x="0" y="2"/>
                      </a:lnTo>
                      <a:lnTo>
                        <a:pt x="2" y="54"/>
                      </a:lnTo>
                      <a:lnTo>
                        <a:pt x="28" y="53"/>
                      </a:lnTo>
                      <a:lnTo>
                        <a:pt x="54" y="52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64" name=""/>
                <p:cNvSpPr/>
                <p:nvPr/>
              </p:nvSpPr>
              <p:spPr>
                <a:xfrm rot="0">
                  <a:off x="1621" y="1791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4">
                      <a:moveTo>
                        <a:pt x="52" y="0"/>
                      </a:moveTo>
                      <a:lnTo>
                        <a:pt x="26" y="1"/>
                      </a:lnTo>
                      <a:lnTo>
                        <a:pt x="0" y="2"/>
                      </a:lnTo>
                      <a:lnTo>
                        <a:pt x="2" y="54"/>
                      </a:lnTo>
                      <a:lnTo>
                        <a:pt x="28" y="53"/>
                      </a:lnTo>
                      <a:lnTo>
                        <a:pt x="54" y="52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65" name=""/>
                <p:cNvSpPr/>
                <p:nvPr/>
              </p:nvSpPr>
              <p:spPr>
                <a:xfrm rot="0">
                  <a:off x="1621" y="1809"/>
                  <a:ext cx="9" cy="1"/>
                </a:xfrm>
                <a:custGeom>
                  <a:avLst/>
                  <a:ahLst/>
                  <a:rect l="0" t="0" r="r" b="b"/>
                  <a:pathLst>
                    <a:path w="26" h="2">
                      <a:moveTo>
                        <a:pt x="26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66" name=""/>
                <p:cNvSpPr/>
                <p:nvPr/>
              </p:nvSpPr>
              <p:spPr>
                <a:xfrm rot="0">
                  <a:off x="1621" y="180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67" name=""/>
                <p:cNvSpPr/>
                <p:nvPr/>
              </p:nvSpPr>
              <p:spPr>
                <a:xfrm rot="0">
                  <a:off x="1621" y="1808"/>
                  <a:ext cx="19" cy="19"/>
                </a:xfrm>
                <a:custGeom>
                  <a:avLst/>
                  <a:ahLst/>
                  <a:rect l="0" t="0" r="r" b="b"/>
                  <a:pathLst>
                    <a:path w="57" h="56">
                      <a:moveTo>
                        <a:pt x="52" y="0"/>
                      </a:moveTo>
                      <a:lnTo>
                        <a:pt x="26" y="2"/>
                      </a:lnTo>
                      <a:lnTo>
                        <a:pt x="0" y="4"/>
                      </a:lnTo>
                      <a:lnTo>
                        <a:pt x="4" y="56"/>
                      </a:lnTo>
                      <a:lnTo>
                        <a:pt x="31" y="53"/>
                      </a:lnTo>
                      <a:lnTo>
                        <a:pt x="57" y="51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68" name=""/>
                <p:cNvSpPr/>
                <p:nvPr/>
              </p:nvSpPr>
              <p:spPr>
                <a:xfrm rot="0">
                  <a:off x="1621" y="1808"/>
                  <a:ext cx="19" cy="19"/>
                </a:xfrm>
                <a:custGeom>
                  <a:avLst/>
                  <a:ahLst/>
                  <a:rect l="0" t="0" r="r" b="b"/>
                  <a:pathLst>
                    <a:path w="57" h="56">
                      <a:moveTo>
                        <a:pt x="52" y="0"/>
                      </a:moveTo>
                      <a:lnTo>
                        <a:pt x="26" y="2"/>
                      </a:lnTo>
                      <a:lnTo>
                        <a:pt x="0" y="4"/>
                      </a:lnTo>
                      <a:lnTo>
                        <a:pt x="4" y="56"/>
                      </a:lnTo>
                      <a:lnTo>
                        <a:pt x="31" y="53"/>
                      </a:lnTo>
                      <a:lnTo>
                        <a:pt x="57" y="51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69" name=""/>
                <p:cNvSpPr/>
                <p:nvPr/>
              </p:nvSpPr>
              <p:spPr>
                <a:xfrm rot="0">
                  <a:off x="1623" y="1826"/>
                  <a:ext cx="9" cy="1"/>
                </a:xfrm>
                <a:custGeom>
                  <a:avLst/>
                  <a:ahLst/>
                  <a:rect l="0" t="0" r="r" b="b"/>
                  <a:pathLst>
                    <a:path w="27" h="5">
                      <a:moveTo>
                        <a:pt x="27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70" name=""/>
                <p:cNvSpPr/>
                <p:nvPr/>
              </p:nvSpPr>
              <p:spPr>
                <a:xfrm rot="0">
                  <a:off x="1623" y="182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71" name=""/>
                <p:cNvSpPr/>
                <p:nvPr/>
              </p:nvSpPr>
              <p:spPr>
                <a:xfrm rot="0">
                  <a:off x="1623" y="1824"/>
                  <a:ext cx="20" cy="20"/>
                </a:xfrm>
                <a:custGeom>
                  <a:avLst/>
                  <a:ahLst/>
                  <a:rect l="0" t="0" r="r" b="b"/>
                  <a:pathLst>
                    <a:path w="61" h="59">
                      <a:moveTo>
                        <a:pt x="53" y="0"/>
                      </a:moveTo>
                      <a:lnTo>
                        <a:pt x="27" y="4"/>
                      </a:lnTo>
                      <a:lnTo>
                        <a:pt x="0" y="9"/>
                      </a:lnTo>
                      <a:lnTo>
                        <a:pt x="9" y="59"/>
                      </a:lnTo>
                      <a:lnTo>
                        <a:pt x="35" y="55"/>
                      </a:lnTo>
                      <a:lnTo>
                        <a:pt x="61" y="50"/>
                      </a:lnTo>
                      <a:lnTo>
                        <a:pt x="5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72" name=""/>
                <p:cNvSpPr/>
                <p:nvPr/>
              </p:nvSpPr>
              <p:spPr>
                <a:xfrm rot="0">
                  <a:off x="1623" y="1824"/>
                  <a:ext cx="20" cy="20"/>
                </a:xfrm>
                <a:custGeom>
                  <a:avLst/>
                  <a:ahLst/>
                  <a:rect l="0" t="0" r="r" b="b"/>
                  <a:pathLst>
                    <a:path w="61" h="59">
                      <a:moveTo>
                        <a:pt x="53" y="0"/>
                      </a:moveTo>
                      <a:lnTo>
                        <a:pt x="27" y="4"/>
                      </a:lnTo>
                      <a:lnTo>
                        <a:pt x="0" y="9"/>
                      </a:lnTo>
                      <a:lnTo>
                        <a:pt x="9" y="59"/>
                      </a:lnTo>
                      <a:lnTo>
                        <a:pt x="35" y="55"/>
                      </a:lnTo>
                      <a:lnTo>
                        <a:pt x="61" y="5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73" name=""/>
                <p:cNvSpPr/>
                <p:nvPr/>
              </p:nvSpPr>
              <p:spPr>
                <a:xfrm rot="0">
                  <a:off x="1626" y="1843"/>
                  <a:ext cx="8" cy="2"/>
                </a:xfrm>
                <a:custGeom>
                  <a:avLst/>
                  <a:ahLst/>
                  <a:rect l="0" t="0" r="r" b="b"/>
                  <a:pathLst>
                    <a:path w="26" h="6">
                      <a:moveTo>
                        <a:pt x="26" y="0"/>
                      </a:move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74" name=""/>
                <p:cNvSpPr/>
                <p:nvPr/>
              </p:nvSpPr>
              <p:spPr>
                <a:xfrm rot="0">
                  <a:off x="1626" y="184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75" name=""/>
                <p:cNvSpPr/>
                <p:nvPr/>
              </p:nvSpPr>
              <p:spPr>
                <a:xfrm rot="0">
                  <a:off x="1626" y="1840"/>
                  <a:ext cx="21" cy="22"/>
                </a:xfrm>
                <a:custGeom>
                  <a:avLst/>
                  <a:ahLst/>
                  <a:rect l="0" t="0" r="r" b="b"/>
                  <a:pathLst>
                    <a:path w="63" h="64">
                      <a:moveTo>
                        <a:pt x="52" y="0"/>
                      </a:moveTo>
                      <a:lnTo>
                        <a:pt x="26" y="7"/>
                      </a:lnTo>
                      <a:lnTo>
                        <a:pt x="0" y="13"/>
                      </a:lnTo>
                      <a:lnTo>
                        <a:pt x="11" y="64"/>
                      </a:lnTo>
                      <a:lnTo>
                        <a:pt x="37" y="58"/>
                      </a:lnTo>
                      <a:lnTo>
                        <a:pt x="63" y="51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76" name=""/>
                <p:cNvSpPr/>
                <p:nvPr/>
              </p:nvSpPr>
              <p:spPr>
                <a:xfrm rot="0">
                  <a:off x="1626" y="1840"/>
                  <a:ext cx="21" cy="22"/>
                </a:xfrm>
                <a:custGeom>
                  <a:avLst/>
                  <a:ahLst/>
                  <a:rect l="0" t="0" r="r" b="b"/>
                  <a:pathLst>
                    <a:path w="63" h="64">
                      <a:moveTo>
                        <a:pt x="52" y="0"/>
                      </a:moveTo>
                      <a:lnTo>
                        <a:pt x="26" y="7"/>
                      </a:lnTo>
                      <a:lnTo>
                        <a:pt x="0" y="13"/>
                      </a:lnTo>
                      <a:lnTo>
                        <a:pt x="11" y="64"/>
                      </a:lnTo>
                      <a:lnTo>
                        <a:pt x="37" y="58"/>
                      </a:lnTo>
                      <a:lnTo>
                        <a:pt x="63" y="51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77" name=""/>
                <p:cNvSpPr/>
                <p:nvPr/>
              </p:nvSpPr>
              <p:spPr>
                <a:xfrm rot="0">
                  <a:off x="1629" y="1860"/>
                  <a:ext cx="9" cy="2"/>
                </a:xfrm>
                <a:custGeom>
                  <a:avLst/>
                  <a:ahLst/>
                  <a:rect l="0" t="0" r="r" b="b"/>
                  <a:pathLst>
                    <a:path w="26" h="7">
                      <a:moveTo>
                        <a:pt x="26" y="0"/>
                      </a:move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78" name=""/>
                <p:cNvSpPr/>
                <p:nvPr/>
              </p:nvSpPr>
              <p:spPr>
                <a:xfrm rot="0">
                  <a:off x="1629" y="186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79" name=""/>
                <p:cNvSpPr/>
                <p:nvPr/>
              </p:nvSpPr>
              <p:spPr>
                <a:xfrm rot="0">
                  <a:off x="1629" y="1857"/>
                  <a:ext cx="22" cy="21"/>
                </a:xfrm>
                <a:custGeom>
                  <a:avLst/>
                  <a:ahLst/>
                  <a:rect l="0" t="0" r="r" b="b"/>
                  <a:pathLst>
                    <a:path w="66" h="64">
                      <a:moveTo>
                        <a:pt x="52" y="0"/>
                      </a:moveTo>
                      <a:lnTo>
                        <a:pt x="26" y="8"/>
                      </a:lnTo>
                      <a:lnTo>
                        <a:pt x="0" y="15"/>
                      </a:lnTo>
                      <a:lnTo>
                        <a:pt x="14" y="64"/>
                      </a:lnTo>
                      <a:lnTo>
                        <a:pt x="40" y="57"/>
                      </a:lnTo>
                      <a:lnTo>
                        <a:pt x="66" y="49"/>
                      </a:lnTo>
                      <a:lnTo>
                        <a:pt x="5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80" name=""/>
                <p:cNvSpPr/>
                <p:nvPr/>
              </p:nvSpPr>
              <p:spPr>
                <a:xfrm rot="0">
                  <a:off x="1629" y="1857"/>
                  <a:ext cx="22" cy="21"/>
                </a:xfrm>
                <a:custGeom>
                  <a:avLst/>
                  <a:ahLst/>
                  <a:rect l="0" t="0" r="r" b="b"/>
                  <a:pathLst>
                    <a:path w="66" h="64">
                      <a:moveTo>
                        <a:pt x="52" y="0"/>
                      </a:moveTo>
                      <a:lnTo>
                        <a:pt x="26" y="8"/>
                      </a:lnTo>
                      <a:lnTo>
                        <a:pt x="0" y="15"/>
                      </a:lnTo>
                      <a:lnTo>
                        <a:pt x="14" y="64"/>
                      </a:lnTo>
                      <a:lnTo>
                        <a:pt x="40" y="57"/>
                      </a:lnTo>
                      <a:lnTo>
                        <a:pt x="66" y="49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81" name=""/>
                <p:cNvSpPr/>
                <p:nvPr/>
              </p:nvSpPr>
              <p:spPr>
                <a:xfrm rot="0">
                  <a:off x="1634" y="1876"/>
                  <a:ext cx="9" cy="3"/>
                </a:xfrm>
                <a:custGeom>
                  <a:avLst/>
                  <a:ahLst/>
                  <a:rect l="0" t="0" r="r" b="b"/>
                  <a:pathLst>
                    <a:path w="26" h="9">
                      <a:moveTo>
                        <a:pt x="26" y="0"/>
                      </a:moveTo>
                      <a:lnTo>
                        <a:pt x="0" y="7"/>
                      </a:lnTo>
                      <a:lnTo>
                        <a:pt x="1" y="9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82" name=""/>
                <p:cNvSpPr/>
                <p:nvPr/>
              </p:nvSpPr>
              <p:spPr>
                <a:xfrm rot="0">
                  <a:off x="1634" y="187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83" name=""/>
                <p:cNvSpPr/>
                <p:nvPr/>
              </p:nvSpPr>
              <p:spPr>
                <a:xfrm rot="0">
                  <a:off x="1634" y="1873"/>
                  <a:ext cx="23" cy="22"/>
                </a:xfrm>
                <a:custGeom>
                  <a:avLst/>
                  <a:ahLst/>
                  <a:rect l="0" t="0" r="r" b="b"/>
                  <a:pathLst>
                    <a:path w="68" h="67">
                      <a:moveTo>
                        <a:pt x="50" y="0"/>
                      </a:moveTo>
                      <a:lnTo>
                        <a:pt x="25" y="10"/>
                      </a:lnTo>
                      <a:lnTo>
                        <a:pt x="0" y="19"/>
                      </a:lnTo>
                      <a:lnTo>
                        <a:pt x="18" y="67"/>
                      </a:lnTo>
                      <a:lnTo>
                        <a:pt x="43" y="58"/>
                      </a:lnTo>
                      <a:lnTo>
                        <a:pt x="68" y="48"/>
                      </a:lnTo>
                      <a:lnTo>
                        <a:pt x="5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84" name=""/>
                <p:cNvSpPr/>
                <p:nvPr/>
              </p:nvSpPr>
              <p:spPr>
                <a:xfrm rot="0">
                  <a:off x="1634" y="1873"/>
                  <a:ext cx="23" cy="22"/>
                </a:xfrm>
                <a:custGeom>
                  <a:avLst/>
                  <a:ahLst/>
                  <a:rect l="0" t="0" r="r" b="b"/>
                  <a:pathLst>
                    <a:path w="68" h="67">
                      <a:moveTo>
                        <a:pt x="50" y="0"/>
                      </a:moveTo>
                      <a:lnTo>
                        <a:pt x="25" y="10"/>
                      </a:lnTo>
                      <a:lnTo>
                        <a:pt x="0" y="19"/>
                      </a:lnTo>
                      <a:lnTo>
                        <a:pt x="18" y="67"/>
                      </a:lnTo>
                      <a:lnTo>
                        <a:pt x="43" y="58"/>
                      </a:lnTo>
                      <a:lnTo>
                        <a:pt x="68" y="48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85" name=""/>
                <p:cNvSpPr/>
                <p:nvPr/>
              </p:nvSpPr>
              <p:spPr>
                <a:xfrm rot="0">
                  <a:off x="1640" y="1892"/>
                  <a:ext cx="9" cy="3"/>
                </a:xfrm>
                <a:custGeom>
                  <a:avLst/>
                  <a:ahLst/>
                  <a:rect l="0" t="0" r="r" b="b"/>
                  <a:pathLst>
                    <a:path w="25" h="10">
                      <a:moveTo>
                        <a:pt x="25" y="0"/>
                      </a:moveTo>
                      <a:lnTo>
                        <a:pt x="0" y="9"/>
                      </a:lnTo>
                      <a:lnTo>
                        <a:pt x="1" y="10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86" name=""/>
                <p:cNvSpPr/>
                <p:nvPr/>
              </p:nvSpPr>
              <p:spPr>
                <a:xfrm rot="0">
                  <a:off x="1640" y="1895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87" name=""/>
                <p:cNvSpPr/>
                <p:nvPr/>
              </p:nvSpPr>
              <p:spPr>
                <a:xfrm rot="0">
                  <a:off x="1641" y="1888"/>
                  <a:ext cx="22" cy="23"/>
                </a:xfrm>
                <a:custGeom>
                  <a:avLst/>
                  <a:ahLst/>
                  <a:rect l="0" t="0" r="r" b="b"/>
                  <a:pathLst>
                    <a:path w="68" h="69">
                      <a:moveTo>
                        <a:pt x="48" y="0"/>
                      </a:moveTo>
                      <a:lnTo>
                        <a:pt x="24" y="11"/>
                      </a:lnTo>
                      <a:lnTo>
                        <a:pt x="0" y="21"/>
                      </a:lnTo>
                      <a:lnTo>
                        <a:pt x="21" y="69"/>
                      </a:lnTo>
                      <a:lnTo>
                        <a:pt x="44" y="59"/>
                      </a:lnTo>
                      <a:lnTo>
                        <a:pt x="68" y="48"/>
                      </a:lnTo>
                      <a:lnTo>
                        <a:pt x="4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88" name=""/>
                <p:cNvSpPr/>
                <p:nvPr/>
              </p:nvSpPr>
              <p:spPr>
                <a:xfrm rot="0">
                  <a:off x="1641" y="1888"/>
                  <a:ext cx="22" cy="23"/>
                </a:xfrm>
                <a:custGeom>
                  <a:avLst/>
                  <a:ahLst/>
                  <a:rect l="0" t="0" r="r" b="b"/>
                  <a:pathLst>
                    <a:path w="68" h="69">
                      <a:moveTo>
                        <a:pt x="48" y="0"/>
                      </a:moveTo>
                      <a:lnTo>
                        <a:pt x="24" y="11"/>
                      </a:lnTo>
                      <a:lnTo>
                        <a:pt x="0" y="21"/>
                      </a:lnTo>
                      <a:lnTo>
                        <a:pt x="21" y="69"/>
                      </a:lnTo>
                      <a:lnTo>
                        <a:pt x="44" y="59"/>
                      </a:lnTo>
                      <a:lnTo>
                        <a:pt x="68" y="48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89" name=""/>
                <p:cNvSpPr/>
                <p:nvPr/>
              </p:nvSpPr>
              <p:spPr>
                <a:xfrm rot="0">
                  <a:off x="1648" y="1908"/>
                  <a:ext cx="7" cy="4"/>
                </a:xfrm>
                <a:custGeom>
                  <a:avLst/>
                  <a:ahLst/>
                  <a:rect l="0" t="0" r="r" b="b"/>
                  <a:pathLst>
                    <a:path w="23" h="11">
                      <a:moveTo>
                        <a:pt x="23" y="0"/>
                      </a:move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2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90" name=""/>
                <p:cNvSpPr/>
                <p:nvPr/>
              </p:nvSpPr>
              <p:spPr>
                <a:xfrm rot="0">
                  <a:off x="1648" y="191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91" name=""/>
                <p:cNvSpPr/>
                <p:nvPr/>
              </p:nvSpPr>
              <p:spPr>
                <a:xfrm rot="0">
                  <a:off x="1648" y="1904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69">
                      <a:moveTo>
                        <a:pt x="47" y="0"/>
                      </a:moveTo>
                      <a:lnTo>
                        <a:pt x="23" y="12"/>
                      </a:lnTo>
                      <a:lnTo>
                        <a:pt x="0" y="23"/>
                      </a:lnTo>
                      <a:lnTo>
                        <a:pt x="22" y="69"/>
                      </a:lnTo>
                      <a:lnTo>
                        <a:pt x="46" y="57"/>
                      </a:lnTo>
                      <a:lnTo>
                        <a:pt x="70" y="46"/>
                      </a:lnTo>
                      <a:lnTo>
                        <a:pt x="4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92" name=""/>
                <p:cNvSpPr/>
                <p:nvPr/>
              </p:nvSpPr>
              <p:spPr>
                <a:xfrm rot="0">
                  <a:off x="1648" y="1904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69">
                      <a:moveTo>
                        <a:pt x="47" y="0"/>
                      </a:moveTo>
                      <a:lnTo>
                        <a:pt x="23" y="12"/>
                      </a:lnTo>
                      <a:lnTo>
                        <a:pt x="0" y="23"/>
                      </a:lnTo>
                      <a:lnTo>
                        <a:pt x="22" y="69"/>
                      </a:lnTo>
                      <a:lnTo>
                        <a:pt x="46" y="57"/>
                      </a:lnTo>
                      <a:lnTo>
                        <a:pt x="70" y="46"/>
                      </a:lnTo>
                      <a:lnTo>
                        <a:pt x="4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93" name=""/>
                <p:cNvSpPr/>
                <p:nvPr/>
              </p:nvSpPr>
              <p:spPr>
                <a:xfrm rot="0">
                  <a:off x="1655" y="1923"/>
                  <a:ext cx="8" cy="5"/>
                </a:xfrm>
                <a:custGeom>
                  <a:avLst/>
                  <a:ahLst/>
                  <a:rect l="0" t="0" r="r" b="b"/>
                  <a:pathLst>
                    <a:path w="24" h="14">
                      <a:moveTo>
                        <a:pt x="24" y="0"/>
                      </a:moveTo>
                      <a:lnTo>
                        <a:pt x="0" y="12"/>
                      </a:lnTo>
                      <a:lnTo>
                        <a:pt x="1" y="14"/>
                      </a:lnTo>
                      <a:lnTo>
                        <a:pt x="2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94" name=""/>
                <p:cNvSpPr/>
                <p:nvPr/>
              </p:nvSpPr>
              <p:spPr>
                <a:xfrm rot="0">
                  <a:off x="1655" y="192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95" name=""/>
                <p:cNvSpPr/>
                <p:nvPr/>
              </p:nvSpPr>
              <p:spPr>
                <a:xfrm rot="0">
                  <a:off x="1655" y="1919"/>
                  <a:ext cx="24" cy="23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46" y="0"/>
                      </a:moveTo>
                      <a:lnTo>
                        <a:pt x="23" y="13"/>
                      </a:lnTo>
                      <a:lnTo>
                        <a:pt x="0" y="27"/>
                      </a:lnTo>
                      <a:lnTo>
                        <a:pt x="27" y="71"/>
                      </a:lnTo>
                      <a:lnTo>
                        <a:pt x="49" y="57"/>
                      </a:lnTo>
                      <a:lnTo>
                        <a:pt x="72" y="44"/>
                      </a:lnTo>
                      <a:lnTo>
                        <a:pt x="4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96" name=""/>
                <p:cNvSpPr/>
                <p:nvPr/>
              </p:nvSpPr>
              <p:spPr>
                <a:xfrm rot="0">
                  <a:off x="1655" y="1919"/>
                  <a:ext cx="24" cy="23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46" y="0"/>
                      </a:moveTo>
                      <a:lnTo>
                        <a:pt x="23" y="13"/>
                      </a:lnTo>
                      <a:lnTo>
                        <a:pt x="0" y="27"/>
                      </a:lnTo>
                      <a:lnTo>
                        <a:pt x="27" y="71"/>
                      </a:lnTo>
                      <a:lnTo>
                        <a:pt x="49" y="57"/>
                      </a:lnTo>
                      <a:lnTo>
                        <a:pt x="72" y="44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97" name=""/>
                <p:cNvSpPr/>
                <p:nvPr/>
              </p:nvSpPr>
              <p:spPr>
                <a:xfrm rot="0">
                  <a:off x="1664" y="1938"/>
                  <a:ext cx="8" cy="5"/>
                </a:xfrm>
                <a:custGeom>
                  <a:avLst/>
                  <a:ahLst/>
                  <a:rect l="0" t="0" r="r" b="b"/>
                  <a:pathLst>
                    <a:path w="22" h="15">
                      <a:moveTo>
                        <a:pt x="22" y="0"/>
                      </a:moveTo>
                      <a:lnTo>
                        <a:pt x="0" y="14"/>
                      </a:lnTo>
                      <a:lnTo>
                        <a:pt x="1" y="1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598" name=""/>
                <p:cNvSpPr/>
                <p:nvPr/>
              </p:nvSpPr>
              <p:spPr>
                <a:xfrm rot="0">
                  <a:off x="1664" y="1942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599" name=""/>
                <p:cNvSpPr/>
                <p:nvPr/>
              </p:nvSpPr>
              <p:spPr>
                <a:xfrm rot="0">
                  <a:off x="1665" y="1933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43" y="0"/>
                      </a:moveTo>
                      <a:lnTo>
                        <a:pt x="21" y="14"/>
                      </a:lnTo>
                      <a:lnTo>
                        <a:pt x="0" y="29"/>
                      </a:lnTo>
                      <a:lnTo>
                        <a:pt x="29" y="72"/>
                      </a:lnTo>
                      <a:lnTo>
                        <a:pt x="51" y="57"/>
                      </a:lnTo>
                      <a:lnTo>
                        <a:pt x="73" y="42"/>
                      </a:lnTo>
                      <a:lnTo>
                        <a:pt x="4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00" name=""/>
                <p:cNvSpPr/>
                <p:nvPr/>
              </p:nvSpPr>
              <p:spPr>
                <a:xfrm rot="0">
                  <a:off x="1665" y="1933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43" y="0"/>
                      </a:moveTo>
                      <a:lnTo>
                        <a:pt x="21" y="14"/>
                      </a:lnTo>
                      <a:lnTo>
                        <a:pt x="0" y="29"/>
                      </a:lnTo>
                      <a:lnTo>
                        <a:pt x="29" y="72"/>
                      </a:lnTo>
                      <a:lnTo>
                        <a:pt x="51" y="57"/>
                      </a:lnTo>
                      <a:lnTo>
                        <a:pt x="73" y="42"/>
                      </a:lnTo>
                      <a:lnTo>
                        <a:pt x="4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01" name=""/>
                <p:cNvSpPr/>
                <p:nvPr/>
              </p:nvSpPr>
              <p:spPr>
                <a:xfrm rot="0">
                  <a:off x="1674" y="1952"/>
                  <a:ext cx="8" cy="6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22" y="0"/>
                      </a:moveTo>
                      <a:lnTo>
                        <a:pt x="0" y="15"/>
                      </a:lnTo>
                      <a:lnTo>
                        <a:pt x="1" y="17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02" name=""/>
                <p:cNvSpPr/>
                <p:nvPr/>
              </p:nvSpPr>
              <p:spPr>
                <a:xfrm rot="0">
                  <a:off x="1674" y="195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03" name=""/>
                <p:cNvSpPr/>
                <p:nvPr/>
              </p:nvSpPr>
              <p:spPr>
                <a:xfrm rot="0">
                  <a:off x="1675" y="1946"/>
                  <a:ext cx="24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42" y="0"/>
                      </a:moveTo>
                      <a:lnTo>
                        <a:pt x="21" y="17"/>
                      </a:lnTo>
                      <a:lnTo>
                        <a:pt x="0" y="34"/>
                      </a:lnTo>
                      <a:lnTo>
                        <a:pt x="31" y="74"/>
                      </a:lnTo>
                      <a:lnTo>
                        <a:pt x="52" y="58"/>
                      </a:lnTo>
                      <a:lnTo>
                        <a:pt x="73" y="41"/>
                      </a:lnTo>
                      <a:lnTo>
                        <a:pt x="4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04" name=""/>
                <p:cNvSpPr/>
                <p:nvPr/>
              </p:nvSpPr>
              <p:spPr>
                <a:xfrm rot="0">
                  <a:off x="1675" y="1946"/>
                  <a:ext cx="24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42" y="0"/>
                      </a:moveTo>
                      <a:lnTo>
                        <a:pt x="21" y="17"/>
                      </a:lnTo>
                      <a:lnTo>
                        <a:pt x="0" y="34"/>
                      </a:lnTo>
                      <a:lnTo>
                        <a:pt x="31" y="74"/>
                      </a:lnTo>
                      <a:lnTo>
                        <a:pt x="52" y="58"/>
                      </a:lnTo>
                      <a:lnTo>
                        <a:pt x="73" y="41"/>
                      </a:lnTo>
                      <a:lnTo>
                        <a:pt x="4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05" name=""/>
                <p:cNvSpPr/>
                <p:nvPr/>
              </p:nvSpPr>
              <p:spPr>
                <a:xfrm rot="0">
                  <a:off x="1685" y="1966"/>
                  <a:ext cx="7" cy="5"/>
                </a:xfrm>
                <a:custGeom>
                  <a:avLst/>
                  <a:ahLst/>
                  <a:rect l="0" t="0" r="r" b="b"/>
                  <a:pathLst>
                    <a:path w="21" h="17">
                      <a:moveTo>
                        <a:pt x="21" y="0"/>
                      </a:moveTo>
                      <a:lnTo>
                        <a:pt x="0" y="16"/>
                      </a:lnTo>
                      <a:lnTo>
                        <a:pt x="1" y="17"/>
                      </a:lnTo>
                      <a:lnTo>
                        <a:pt x="2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06" name=""/>
                <p:cNvSpPr/>
                <p:nvPr/>
              </p:nvSpPr>
              <p:spPr>
                <a:xfrm rot="0">
                  <a:off x="1685" y="19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07" name=""/>
                <p:cNvSpPr/>
                <p:nvPr/>
              </p:nvSpPr>
              <p:spPr>
                <a:xfrm rot="0">
                  <a:off x="1685" y="1960"/>
                  <a:ext cx="25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40" y="0"/>
                      </a:moveTo>
                      <a:lnTo>
                        <a:pt x="20" y="18"/>
                      </a:lnTo>
                      <a:lnTo>
                        <a:pt x="0" y="35"/>
                      </a:lnTo>
                      <a:lnTo>
                        <a:pt x="35" y="74"/>
                      </a:lnTo>
                      <a:lnTo>
                        <a:pt x="54" y="56"/>
                      </a:lnTo>
                      <a:lnTo>
                        <a:pt x="74" y="38"/>
                      </a:lnTo>
                      <a:lnTo>
                        <a:pt x="4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08" name=""/>
                <p:cNvSpPr/>
                <p:nvPr/>
              </p:nvSpPr>
              <p:spPr>
                <a:xfrm rot="0">
                  <a:off x="1685" y="1960"/>
                  <a:ext cx="25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40" y="0"/>
                      </a:moveTo>
                      <a:lnTo>
                        <a:pt x="20" y="18"/>
                      </a:lnTo>
                      <a:lnTo>
                        <a:pt x="0" y="35"/>
                      </a:lnTo>
                      <a:lnTo>
                        <a:pt x="35" y="74"/>
                      </a:lnTo>
                      <a:lnTo>
                        <a:pt x="54" y="56"/>
                      </a:lnTo>
                      <a:lnTo>
                        <a:pt x="74" y="38"/>
                      </a:lnTo>
                      <a:lnTo>
                        <a:pt x="4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09" name=""/>
                <p:cNvSpPr/>
                <p:nvPr/>
              </p:nvSpPr>
              <p:spPr>
                <a:xfrm rot="0">
                  <a:off x="1697" y="1978"/>
                  <a:ext cx="6" cy="7"/>
                </a:xfrm>
                <a:custGeom>
                  <a:avLst/>
                  <a:ahLst/>
                  <a:rect l="0" t="0" r="r" b="b"/>
                  <a:pathLst>
                    <a:path w="19" h="19">
                      <a:moveTo>
                        <a:pt x="19" y="0"/>
                      </a:move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10" name=""/>
                <p:cNvSpPr/>
                <p:nvPr/>
              </p:nvSpPr>
              <p:spPr>
                <a:xfrm rot="0">
                  <a:off x="1697" y="198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11" name=""/>
                <p:cNvSpPr/>
                <p:nvPr/>
              </p:nvSpPr>
              <p:spPr>
                <a:xfrm rot="0">
                  <a:off x="1697" y="1972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7" y="0"/>
                      </a:moveTo>
                      <a:lnTo>
                        <a:pt x="18" y="19"/>
                      </a:lnTo>
                      <a:lnTo>
                        <a:pt x="0" y="38"/>
                      </a:lnTo>
                      <a:lnTo>
                        <a:pt x="36" y="74"/>
                      </a:lnTo>
                      <a:lnTo>
                        <a:pt x="55" y="56"/>
                      </a:lnTo>
                      <a:lnTo>
                        <a:pt x="74" y="37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12" name=""/>
                <p:cNvSpPr/>
                <p:nvPr/>
              </p:nvSpPr>
              <p:spPr>
                <a:xfrm rot="0">
                  <a:off x="1697" y="1972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7" y="0"/>
                      </a:moveTo>
                      <a:lnTo>
                        <a:pt x="18" y="19"/>
                      </a:lnTo>
                      <a:lnTo>
                        <a:pt x="0" y="38"/>
                      </a:lnTo>
                      <a:lnTo>
                        <a:pt x="36" y="74"/>
                      </a:lnTo>
                      <a:lnTo>
                        <a:pt x="55" y="56"/>
                      </a:lnTo>
                      <a:lnTo>
                        <a:pt x="74" y="37"/>
                      </a:lnTo>
                      <a:lnTo>
                        <a:pt x="3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13" name=""/>
                <p:cNvSpPr/>
                <p:nvPr/>
              </p:nvSpPr>
              <p:spPr>
                <a:xfrm rot="0">
                  <a:off x="1709" y="1991"/>
                  <a:ext cx="7" cy="6"/>
                </a:xfrm>
                <a:custGeom>
                  <a:avLst/>
                  <a:ahLst/>
                  <a:rect l="0" t="0" r="r" b="b"/>
                  <a:pathLst>
                    <a:path w="19" h="20">
                      <a:moveTo>
                        <a:pt x="19" y="0"/>
                      </a:move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14" name=""/>
                <p:cNvSpPr/>
                <p:nvPr/>
              </p:nvSpPr>
              <p:spPr>
                <a:xfrm rot="0">
                  <a:off x="1709" y="199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15" name=""/>
                <p:cNvSpPr/>
                <p:nvPr/>
              </p:nvSpPr>
              <p:spPr>
                <a:xfrm rot="0">
                  <a:off x="1710" y="1984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3">
                      <a:moveTo>
                        <a:pt x="36" y="0"/>
                      </a:moveTo>
                      <a:lnTo>
                        <a:pt x="18" y="20"/>
                      </a:lnTo>
                      <a:lnTo>
                        <a:pt x="0" y="40"/>
                      </a:lnTo>
                      <a:lnTo>
                        <a:pt x="38" y="73"/>
                      </a:lnTo>
                      <a:lnTo>
                        <a:pt x="55" y="53"/>
                      </a:lnTo>
                      <a:lnTo>
                        <a:pt x="73" y="33"/>
                      </a:lnTo>
                      <a:lnTo>
                        <a:pt x="3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16" name=""/>
                <p:cNvSpPr/>
                <p:nvPr/>
              </p:nvSpPr>
              <p:spPr>
                <a:xfrm rot="0">
                  <a:off x="1710" y="1984"/>
                  <a:ext cx="24" cy="24"/>
                </a:xfrm>
                <a:custGeom>
                  <a:avLst/>
                  <a:ahLst/>
                  <a:rect l="0" t="0" r="r" b="b"/>
                  <a:pathLst>
                    <a:path w="73" h="73">
                      <a:moveTo>
                        <a:pt x="36" y="0"/>
                      </a:moveTo>
                      <a:lnTo>
                        <a:pt x="18" y="20"/>
                      </a:lnTo>
                      <a:lnTo>
                        <a:pt x="0" y="40"/>
                      </a:lnTo>
                      <a:lnTo>
                        <a:pt x="38" y="73"/>
                      </a:lnTo>
                      <a:lnTo>
                        <a:pt x="55" y="53"/>
                      </a:lnTo>
                      <a:lnTo>
                        <a:pt x="73" y="33"/>
                      </a:lnTo>
                      <a:lnTo>
                        <a:pt x="36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17" name=""/>
                <p:cNvSpPr/>
                <p:nvPr/>
              </p:nvSpPr>
              <p:spPr>
                <a:xfrm rot="0">
                  <a:off x="1722" y="2002"/>
                  <a:ext cx="6" cy="7"/>
                </a:xfrm>
                <a:custGeom>
                  <a:avLst/>
                  <a:ahLst/>
                  <a:rect l="0" t="0" r="r" b="b"/>
                  <a:pathLst>
                    <a:path w="17" h="21">
                      <a:moveTo>
                        <a:pt x="17" y="0"/>
                      </a:moveTo>
                      <a:lnTo>
                        <a:pt x="0" y="20"/>
                      </a:lnTo>
                      <a:lnTo>
                        <a:pt x="1" y="21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18" name=""/>
                <p:cNvSpPr/>
                <p:nvPr/>
              </p:nvSpPr>
              <p:spPr>
                <a:xfrm rot="0">
                  <a:off x="1722" y="200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19" name=""/>
                <p:cNvSpPr/>
                <p:nvPr/>
              </p:nvSpPr>
              <p:spPr>
                <a:xfrm rot="0">
                  <a:off x="1723" y="1995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3" y="0"/>
                      </a:moveTo>
                      <a:lnTo>
                        <a:pt x="16" y="21"/>
                      </a:lnTo>
                      <a:lnTo>
                        <a:pt x="0" y="42"/>
                      </a:lnTo>
                      <a:lnTo>
                        <a:pt x="40" y="74"/>
                      </a:lnTo>
                      <a:lnTo>
                        <a:pt x="57" y="53"/>
                      </a:lnTo>
                      <a:lnTo>
                        <a:pt x="74" y="33"/>
                      </a:lnTo>
                      <a:lnTo>
                        <a:pt x="3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20" name=""/>
                <p:cNvSpPr/>
                <p:nvPr/>
              </p:nvSpPr>
              <p:spPr>
                <a:xfrm rot="0">
                  <a:off x="1723" y="1995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33" y="0"/>
                      </a:moveTo>
                      <a:lnTo>
                        <a:pt x="16" y="21"/>
                      </a:lnTo>
                      <a:lnTo>
                        <a:pt x="0" y="42"/>
                      </a:lnTo>
                      <a:lnTo>
                        <a:pt x="40" y="74"/>
                      </a:lnTo>
                      <a:lnTo>
                        <a:pt x="57" y="53"/>
                      </a:lnTo>
                      <a:lnTo>
                        <a:pt x="74" y="33"/>
                      </a:lnTo>
                      <a:lnTo>
                        <a:pt x="3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21" name=""/>
                <p:cNvSpPr/>
                <p:nvPr/>
              </p:nvSpPr>
              <p:spPr>
                <a:xfrm rot="0">
                  <a:off x="1736" y="2012"/>
                  <a:ext cx="6" cy="8"/>
                </a:xfrm>
                <a:custGeom>
                  <a:avLst/>
                  <a:ahLst/>
                  <a:rect l="0" t="0" r="r" b="b"/>
                  <a:pathLst>
                    <a:path w="17" h="22">
                      <a:moveTo>
                        <a:pt x="17" y="0"/>
                      </a:moveTo>
                      <a:lnTo>
                        <a:pt x="0" y="21"/>
                      </a:lnTo>
                      <a:lnTo>
                        <a:pt x="2" y="22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22" name=""/>
                <p:cNvSpPr/>
                <p:nvPr/>
              </p:nvSpPr>
              <p:spPr>
                <a:xfrm rot="0">
                  <a:off x="1736" y="201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23" name=""/>
                <p:cNvSpPr/>
                <p:nvPr/>
              </p:nvSpPr>
              <p:spPr>
                <a:xfrm rot="0">
                  <a:off x="1737" y="2005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30" y="0"/>
                      </a:moveTo>
                      <a:lnTo>
                        <a:pt x="15" y="21"/>
                      </a:lnTo>
                      <a:lnTo>
                        <a:pt x="0" y="43"/>
                      </a:lnTo>
                      <a:lnTo>
                        <a:pt x="43" y="71"/>
                      </a:lnTo>
                      <a:lnTo>
                        <a:pt x="58" y="50"/>
                      </a:lnTo>
                      <a:lnTo>
                        <a:pt x="72" y="28"/>
                      </a:lnTo>
                      <a:lnTo>
                        <a:pt x="3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24" name=""/>
                <p:cNvSpPr/>
                <p:nvPr/>
              </p:nvSpPr>
              <p:spPr>
                <a:xfrm rot="0">
                  <a:off x="1737" y="2005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1">
                      <a:moveTo>
                        <a:pt x="30" y="0"/>
                      </a:moveTo>
                      <a:lnTo>
                        <a:pt x="15" y="21"/>
                      </a:lnTo>
                      <a:lnTo>
                        <a:pt x="0" y="43"/>
                      </a:lnTo>
                      <a:lnTo>
                        <a:pt x="43" y="71"/>
                      </a:lnTo>
                      <a:lnTo>
                        <a:pt x="58" y="50"/>
                      </a:lnTo>
                      <a:lnTo>
                        <a:pt x="72" y="28"/>
                      </a:lnTo>
                      <a:lnTo>
                        <a:pt x="30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25" name=""/>
                <p:cNvSpPr/>
                <p:nvPr/>
              </p:nvSpPr>
              <p:spPr>
                <a:xfrm rot="0">
                  <a:off x="1751" y="2022"/>
                  <a:ext cx="5" cy="8"/>
                </a:xfrm>
                <a:custGeom>
                  <a:avLst/>
                  <a:ahLst/>
                  <a:rect l="0" t="0" r="r" b="b"/>
                  <a:pathLst>
                    <a:path w="15" h="23">
                      <a:moveTo>
                        <a:pt x="15" y="0"/>
                      </a:moveTo>
                      <a:lnTo>
                        <a:pt x="0" y="21"/>
                      </a:lnTo>
                      <a:lnTo>
                        <a:pt x="1" y="23"/>
                      </a:lnTo>
                      <a:lnTo>
                        <a:pt x="1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26" name=""/>
                <p:cNvSpPr/>
                <p:nvPr/>
              </p:nvSpPr>
              <p:spPr>
                <a:xfrm rot="0">
                  <a:off x="1751" y="20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27" name=""/>
                <p:cNvSpPr/>
                <p:nvPr/>
              </p:nvSpPr>
              <p:spPr>
                <a:xfrm rot="0">
                  <a:off x="1751" y="2014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27" y="0"/>
                      </a:moveTo>
                      <a:lnTo>
                        <a:pt x="14" y="23"/>
                      </a:lnTo>
                      <a:lnTo>
                        <a:pt x="0" y="46"/>
                      </a:lnTo>
                      <a:lnTo>
                        <a:pt x="45" y="72"/>
                      </a:lnTo>
                      <a:lnTo>
                        <a:pt x="59" y="49"/>
                      </a:lnTo>
                      <a:lnTo>
                        <a:pt x="72" y="26"/>
                      </a:lnTo>
                      <a:lnTo>
                        <a:pt x="2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28" name=""/>
                <p:cNvSpPr/>
                <p:nvPr/>
              </p:nvSpPr>
              <p:spPr>
                <a:xfrm rot="0">
                  <a:off x="1751" y="2014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27" y="0"/>
                      </a:moveTo>
                      <a:lnTo>
                        <a:pt x="14" y="23"/>
                      </a:lnTo>
                      <a:lnTo>
                        <a:pt x="0" y="46"/>
                      </a:lnTo>
                      <a:lnTo>
                        <a:pt x="45" y="72"/>
                      </a:lnTo>
                      <a:lnTo>
                        <a:pt x="59" y="49"/>
                      </a:lnTo>
                      <a:lnTo>
                        <a:pt x="72" y="26"/>
                      </a:lnTo>
                      <a:lnTo>
                        <a:pt x="2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29" name=""/>
                <p:cNvSpPr/>
                <p:nvPr/>
              </p:nvSpPr>
              <p:spPr>
                <a:xfrm rot="0">
                  <a:off x="1766" y="2031"/>
                  <a:ext cx="5" cy="7"/>
                </a:xfrm>
                <a:custGeom>
                  <a:avLst/>
                  <a:ahLst/>
                  <a:rect l="0" t="0" r="r" b="b"/>
                  <a:pathLst>
                    <a:path w="14" h="23">
                      <a:moveTo>
                        <a:pt x="14" y="0"/>
                      </a:move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30" name=""/>
                <p:cNvSpPr/>
                <p:nvPr/>
              </p:nvSpPr>
              <p:spPr>
                <a:xfrm rot="0">
                  <a:off x="1766" y="203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31" name=""/>
                <p:cNvSpPr/>
                <p:nvPr/>
              </p:nvSpPr>
              <p:spPr>
                <a:xfrm rot="0">
                  <a:off x="1767" y="2023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70">
                      <a:moveTo>
                        <a:pt x="25" y="0"/>
                      </a:moveTo>
                      <a:lnTo>
                        <a:pt x="13" y="23"/>
                      </a:lnTo>
                      <a:lnTo>
                        <a:pt x="0" y="46"/>
                      </a:lnTo>
                      <a:lnTo>
                        <a:pt x="45" y="70"/>
                      </a:lnTo>
                      <a:lnTo>
                        <a:pt x="57" y="47"/>
                      </a:lnTo>
                      <a:lnTo>
                        <a:pt x="70" y="24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32" name=""/>
                <p:cNvSpPr/>
                <p:nvPr/>
              </p:nvSpPr>
              <p:spPr>
                <a:xfrm rot="0">
                  <a:off x="1767" y="2023"/>
                  <a:ext cx="23" cy="23"/>
                </a:xfrm>
                <a:custGeom>
                  <a:avLst/>
                  <a:ahLst/>
                  <a:rect l="0" t="0" r="r" b="b"/>
                  <a:pathLst>
                    <a:path w="70" h="70">
                      <a:moveTo>
                        <a:pt x="25" y="0"/>
                      </a:moveTo>
                      <a:lnTo>
                        <a:pt x="13" y="23"/>
                      </a:lnTo>
                      <a:lnTo>
                        <a:pt x="0" y="46"/>
                      </a:lnTo>
                      <a:lnTo>
                        <a:pt x="45" y="70"/>
                      </a:lnTo>
                      <a:lnTo>
                        <a:pt x="57" y="47"/>
                      </a:lnTo>
                      <a:lnTo>
                        <a:pt x="70" y="24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33" name=""/>
                <p:cNvSpPr/>
                <p:nvPr/>
              </p:nvSpPr>
              <p:spPr>
                <a:xfrm rot="0">
                  <a:off x="1782" y="2039"/>
                  <a:ext cx="4" cy="8"/>
                </a:xfrm>
                <a:custGeom>
                  <a:avLst/>
                  <a:ahLst/>
                  <a:rect l="0" t="0" r="r" b="b"/>
                  <a:pathLst>
                    <a:path w="12" h="25">
                      <a:moveTo>
                        <a:pt x="12" y="0"/>
                      </a:moveTo>
                      <a:lnTo>
                        <a:pt x="0" y="23"/>
                      </a:lnTo>
                      <a:lnTo>
                        <a:pt x="2" y="25"/>
                      </a:lnTo>
                      <a:lnTo>
                        <a:pt x="1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34" name=""/>
                <p:cNvSpPr/>
                <p:nvPr/>
              </p:nvSpPr>
              <p:spPr>
                <a:xfrm rot="0">
                  <a:off x="1782" y="2046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35" name=""/>
                <p:cNvSpPr/>
                <p:nvPr/>
              </p:nvSpPr>
              <p:spPr>
                <a:xfrm rot="0">
                  <a:off x="1782" y="2030"/>
                  <a:ext cx="23" cy="23"/>
                </a:xfrm>
                <a:custGeom>
                  <a:avLst/>
                  <a:ahLst/>
                  <a:rect l="0" t="0" r="r" b="b"/>
                  <a:pathLst>
                    <a:path w="69" h="69">
                      <a:moveTo>
                        <a:pt x="21" y="0"/>
                      </a:moveTo>
                      <a:lnTo>
                        <a:pt x="10" y="25"/>
                      </a:lnTo>
                      <a:lnTo>
                        <a:pt x="0" y="50"/>
                      </a:lnTo>
                      <a:lnTo>
                        <a:pt x="48" y="69"/>
                      </a:lnTo>
                      <a:lnTo>
                        <a:pt x="58" y="44"/>
                      </a:lnTo>
                      <a:lnTo>
                        <a:pt x="69" y="19"/>
                      </a:lnTo>
                      <a:lnTo>
                        <a:pt x="2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36" name=""/>
                <p:cNvSpPr/>
                <p:nvPr/>
              </p:nvSpPr>
              <p:spPr>
                <a:xfrm rot="0">
                  <a:off x="1782" y="2030"/>
                  <a:ext cx="23" cy="23"/>
                </a:xfrm>
                <a:custGeom>
                  <a:avLst/>
                  <a:ahLst/>
                  <a:rect l="0" t="0" r="r" b="b"/>
                  <a:pathLst>
                    <a:path w="69" h="69">
                      <a:moveTo>
                        <a:pt x="21" y="0"/>
                      </a:moveTo>
                      <a:lnTo>
                        <a:pt x="10" y="25"/>
                      </a:lnTo>
                      <a:lnTo>
                        <a:pt x="0" y="50"/>
                      </a:lnTo>
                      <a:lnTo>
                        <a:pt x="48" y="69"/>
                      </a:lnTo>
                      <a:lnTo>
                        <a:pt x="58" y="44"/>
                      </a:lnTo>
                      <a:lnTo>
                        <a:pt x="69" y="19"/>
                      </a:lnTo>
                      <a:lnTo>
                        <a:pt x="21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37" name=""/>
                <p:cNvSpPr/>
                <p:nvPr/>
              </p:nvSpPr>
              <p:spPr>
                <a:xfrm rot="0">
                  <a:off x="1798" y="2045"/>
                  <a:ext cx="4" cy="8"/>
                </a:xfrm>
                <a:custGeom>
                  <a:avLst/>
                  <a:ahLst/>
                  <a:rect l="0" t="0" r="r" b="b"/>
                  <a:pathLst>
                    <a:path w="10" h="25">
                      <a:moveTo>
                        <a:pt x="10" y="0"/>
                      </a:moveTo>
                      <a:lnTo>
                        <a:pt x="0" y="25"/>
                      </a:lnTo>
                      <a:lnTo>
                        <a:pt x="1" y="25"/>
                      </a:lnTo>
                      <a:lnTo>
                        <a:pt x="1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38" name=""/>
                <p:cNvSpPr/>
                <p:nvPr/>
              </p:nvSpPr>
              <p:spPr>
                <a:xfrm rot="0">
                  <a:off x="1798" y="205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39" name=""/>
                <p:cNvSpPr/>
                <p:nvPr/>
              </p:nvSpPr>
              <p:spPr>
                <a:xfrm rot="0">
                  <a:off x="1799" y="2037"/>
                  <a:ext cx="22" cy="22"/>
                </a:xfrm>
                <a:custGeom>
                  <a:avLst/>
                  <a:ahLst/>
                  <a:rect l="0" t="0" r="r" b="b"/>
                  <a:pathLst>
                    <a:path w="67" h="68">
                      <a:moveTo>
                        <a:pt x="19" y="0"/>
                      </a:moveTo>
                      <a:lnTo>
                        <a:pt x="9" y="25"/>
                      </a:lnTo>
                      <a:lnTo>
                        <a:pt x="0" y="50"/>
                      </a:lnTo>
                      <a:lnTo>
                        <a:pt x="48" y="68"/>
                      </a:lnTo>
                      <a:lnTo>
                        <a:pt x="57" y="43"/>
                      </a:lnTo>
                      <a:lnTo>
                        <a:pt x="67" y="18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40" name=""/>
                <p:cNvSpPr/>
                <p:nvPr/>
              </p:nvSpPr>
              <p:spPr>
                <a:xfrm rot="0">
                  <a:off x="1799" y="2037"/>
                  <a:ext cx="22" cy="22"/>
                </a:xfrm>
                <a:custGeom>
                  <a:avLst/>
                  <a:ahLst/>
                  <a:rect l="0" t="0" r="r" b="b"/>
                  <a:pathLst>
                    <a:path w="67" h="68">
                      <a:moveTo>
                        <a:pt x="19" y="0"/>
                      </a:moveTo>
                      <a:lnTo>
                        <a:pt x="9" y="25"/>
                      </a:lnTo>
                      <a:lnTo>
                        <a:pt x="0" y="50"/>
                      </a:lnTo>
                      <a:lnTo>
                        <a:pt x="48" y="68"/>
                      </a:lnTo>
                      <a:lnTo>
                        <a:pt x="57" y="43"/>
                      </a:lnTo>
                      <a:lnTo>
                        <a:pt x="67" y="18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41" name=""/>
                <p:cNvSpPr/>
                <p:nvPr/>
              </p:nvSpPr>
              <p:spPr>
                <a:xfrm rot="0">
                  <a:off x="1815" y="2051"/>
                  <a:ext cx="3" cy="8"/>
                </a:xfrm>
                <a:custGeom>
                  <a:avLst/>
                  <a:ahLst/>
                  <a:rect l="0" t="0" r="r" b="b"/>
                  <a:pathLst>
                    <a:path w="9" h="25">
                      <a:moveTo>
                        <a:pt x="9" y="0"/>
                      </a:moveTo>
                      <a:lnTo>
                        <a:pt x="0" y="25"/>
                      </a:lnTo>
                      <a:lnTo>
                        <a:pt x="2" y="25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42" name=""/>
                <p:cNvSpPr/>
                <p:nvPr/>
              </p:nvSpPr>
              <p:spPr>
                <a:xfrm rot="0">
                  <a:off x="1815" y="205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43" name=""/>
                <p:cNvSpPr/>
                <p:nvPr/>
              </p:nvSpPr>
              <p:spPr>
                <a:xfrm rot="0">
                  <a:off x="1815" y="2043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5">
                      <a:moveTo>
                        <a:pt x="15" y="0"/>
                      </a:moveTo>
                      <a:lnTo>
                        <a:pt x="7" y="25"/>
                      </a:lnTo>
                      <a:lnTo>
                        <a:pt x="0" y="50"/>
                      </a:lnTo>
                      <a:lnTo>
                        <a:pt x="49" y="65"/>
                      </a:lnTo>
                      <a:lnTo>
                        <a:pt x="56" y="40"/>
                      </a:lnTo>
                      <a:lnTo>
                        <a:pt x="64" y="15"/>
                      </a:lnTo>
                      <a:lnTo>
                        <a:pt x="1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44" name=""/>
                <p:cNvSpPr/>
                <p:nvPr/>
              </p:nvSpPr>
              <p:spPr>
                <a:xfrm rot="0">
                  <a:off x="1815" y="2043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5">
                      <a:moveTo>
                        <a:pt x="15" y="0"/>
                      </a:moveTo>
                      <a:lnTo>
                        <a:pt x="7" y="25"/>
                      </a:lnTo>
                      <a:lnTo>
                        <a:pt x="0" y="50"/>
                      </a:lnTo>
                      <a:lnTo>
                        <a:pt x="49" y="65"/>
                      </a:lnTo>
                      <a:lnTo>
                        <a:pt x="56" y="40"/>
                      </a:lnTo>
                      <a:lnTo>
                        <a:pt x="64" y="15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45" name=""/>
                <p:cNvSpPr/>
                <p:nvPr/>
              </p:nvSpPr>
              <p:spPr>
                <a:xfrm rot="0">
                  <a:off x="1832" y="2056"/>
                  <a:ext cx="2" cy="9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7" y="0"/>
                      </a:moveTo>
                      <a:lnTo>
                        <a:pt x="0" y="25"/>
                      </a:lnTo>
                      <a:lnTo>
                        <a:pt x="1" y="26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46" name=""/>
                <p:cNvSpPr/>
                <p:nvPr/>
              </p:nvSpPr>
              <p:spPr>
                <a:xfrm rot="0">
                  <a:off x="1832" y="206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47" name=""/>
                <p:cNvSpPr/>
                <p:nvPr/>
              </p:nvSpPr>
              <p:spPr>
                <a:xfrm rot="0">
                  <a:off x="1832" y="2047"/>
                  <a:ext cx="21" cy="21"/>
                </a:xfrm>
                <a:custGeom>
                  <a:avLst/>
                  <a:ahLst/>
                  <a:rect l="0" t="0" r="r" b="b"/>
                  <a:pathLst>
                    <a:path w="63" h="63">
                      <a:moveTo>
                        <a:pt x="13" y="0"/>
                      </a:moveTo>
                      <a:lnTo>
                        <a:pt x="6" y="26"/>
                      </a:lnTo>
                      <a:lnTo>
                        <a:pt x="0" y="52"/>
                      </a:lnTo>
                      <a:lnTo>
                        <a:pt x="50" y="63"/>
                      </a:lnTo>
                      <a:lnTo>
                        <a:pt x="56" y="37"/>
                      </a:lnTo>
                      <a:lnTo>
                        <a:pt x="63" y="11"/>
                      </a:lnTo>
                      <a:lnTo>
                        <a:pt x="1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48" name=""/>
                <p:cNvSpPr/>
                <p:nvPr/>
              </p:nvSpPr>
              <p:spPr>
                <a:xfrm rot="0">
                  <a:off x="1832" y="2047"/>
                  <a:ext cx="21" cy="21"/>
                </a:xfrm>
                <a:custGeom>
                  <a:avLst/>
                  <a:ahLst/>
                  <a:rect l="0" t="0" r="r" b="b"/>
                  <a:pathLst>
                    <a:path w="63" h="63">
                      <a:moveTo>
                        <a:pt x="13" y="0"/>
                      </a:moveTo>
                      <a:lnTo>
                        <a:pt x="6" y="26"/>
                      </a:lnTo>
                      <a:lnTo>
                        <a:pt x="0" y="52"/>
                      </a:lnTo>
                      <a:lnTo>
                        <a:pt x="50" y="63"/>
                      </a:lnTo>
                      <a:lnTo>
                        <a:pt x="56" y="37"/>
                      </a:lnTo>
                      <a:lnTo>
                        <a:pt x="63" y="11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49" name=""/>
                <p:cNvSpPr/>
                <p:nvPr/>
              </p:nvSpPr>
              <p:spPr>
                <a:xfrm rot="0">
                  <a:off x="1849" y="2060"/>
                  <a:ext cx="2" cy="8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6" y="0"/>
                      </a:moveTo>
                      <a:lnTo>
                        <a:pt x="0" y="26"/>
                      </a:lnTo>
                      <a:lnTo>
                        <a:pt x="2" y="26"/>
                      </a:lnTo>
                      <a:lnTo>
                        <a:pt x="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50" name=""/>
                <p:cNvSpPr/>
                <p:nvPr/>
              </p:nvSpPr>
              <p:spPr>
                <a:xfrm rot="0">
                  <a:off x="1849" y="206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51" name=""/>
                <p:cNvSpPr/>
                <p:nvPr/>
              </p:nvSpPr>
              <p:spPr>
                <a:xfrm rot="0">
                  <a:off x="1849" y="2051"/>
                  <a:ext cx="20" cy="20"/>
                </a:xfrm>
                <a:custGeom>
                  <a:avLst/>
                  <a:ahLst/>
                  <a:rect l="0" t="0" r="r" b="b"/>
                  <a:pathLst>
                    <a:path w="60" h="60">
                      <a:moveTo>
                        <a:pt x="9" y="0"/>
                      </a:moveTo>
                      <a:lnTo>
                        <a:pt x="4" y="26"/>
                      </a:lnTo>
                      <a:lnTo>
                        <a:pt x="0" y="52"/>
                      </a:lnTo>
                      <a:lnTo>
                        <a:pt x="51" y="60"/>
                      </a:lnTo>
                      <a:lnTo>
                        <a:pt x="56" y="34"/>
                      </a:lnTo>
                      <a:lnTo>
                        <a:pt x="60" y="7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52" name=""/>
                <p:cNvSpPr/>
                <p:nvPr/>
              </p:nvSpPr>
              <p:spPr>
                <a:xfrm rot="0">
                  <a:off x="1849" y="2051"/>
                  <a:ext cx="20" cy="20"/>
                </a:xfrm>
                <a:custGeom>
                  <a:avLst/>
                  <a:ahLst/>
                  <a:rect l="0" t="0" r="r" b="b"/>
                  <a:pathLst>
                    <a:path w="60" h="60">
                      <a:moveTo>
                        <a:pt x="9" y="0"/>
                      </a:moveTo>
                      <a:lnTo>
                        <a:pt x="4" y="26"/>
                      </a:lnTo>
                      <a:lnTo>
                        <a:pt x="0" y="52"/>
                      </a:lnTo>
                      <a:lnTo>
                        <a:pt x="51" y="60"/>
                      </a:lnTo>
                      <a:lnTo>
                        <a:pt x="56" y="34"/>
                      </a:lnTo>
                      <a:lnTo>
                        <a:pt x="60" y="7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53" name=""/>
                <p:cNvSpPr/>
                <p:nvPr/>
              </p:nvSpPr>
              <p:spPr>
                <a:xfrm rot="0">
                  <a:off x="1866" y="2062"/>
                  <a:ext cx="2" cy="9"/>
                </a:xfrm>
                <a:custGeom>
                  <a:avLst/>
                  <a:ahLst/>
                  <a:rect l="0" t="0" r="r" b="b"/>
                  <a:pathLst>
                    <a:path w="5" h="26">
                      <a:moveTo>
                        <a:pt x="5" y="0"/>
                      </a:move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54" name=""/>
                <p:cNvSpPr/>
                <p:nvPr/>
              </p:nvSpPr>
              <p:spPr>
                <a:xfrm rot="0">
                  <a:off x="1866" y="20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55" name=""/>
                <p:cNvSpPr/>
                <p:nvPr/>
              </p:nvSpPr>
              <p:spPr>
                <a:xfrm rot="0">
                  <a:off x="1867" y="2053"/>
                  <a:ext cx="19" cy="20"/>
                </a:xfrm>
                <a:custGeom>
                  <a:avLst/>
                  <a:ahLst/>
                  <a:rect l="0" t="0" r="r" b="b"/>
                  <a:pathLst>
                    <a:path w="58" h="58">
                      <a:moveTo>
                        <a:pt x="7" y="0"/>
                      </a:moveTo>
                      <a:lnTo>
                        <a:pt x="4" y="27"/>
                      </a:lnTo>
                      <a:lnTo>
                        <a:pt x="0" y="53"/>
                      </a:lnTo>
                      <a:lnTo>
                        <a:pt x="51" y="58"/>
                      </a:lnTo>
                      <a:lnTo>
                        <a:pt x="55" y="32"/>
                      </a:lnTo>
                      <a:lnTo>
                        <a:pt x="58" y="6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56" name=""/>
                <p:cNvSpPr/>
                <p:nvPr/>
              </p:nvSpPr>
              <p:spPr>
                <a:xfrm rot="0">
                  <a:off x="1867" y="2053"/>
                  <a:ext cx="19" cy="20"/>
                </a:xfrm>
                <a:custGeom>
                  <a:avLst/>
                  <a:ahLst/>
                  <a:rect l="0" t="0" r="r" b="b"/>
                  <a:pathLst>
                    <a:path w="58" h="58">
                      <a:moveTo>
                        <a:pt x="7" y="0"/>
                      </a:moveTo>
                      <a:lnTo>
                        <a:pt x="4" y="27"/>
                      </a:lnTo>
                      <a:lnTo>
                        <a:pt x="0" y="53"/>
                      </a:lnTo>
                      <a:lnTo>
                        <a:pt x="51" y="58"/>
                      </a:lnTo>
                      <a:lnTo>
                        <a:pt x="55" y="32"/>
                      </a:lnTo>
                      <a:lnTo>
                        <a:pt x="58" y="6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57" name=""/>
                <p:cNvSpPr/>
                <p:nvPr/>
              </p:nvSpPr>
              <p:spPr>
                <a:xfrm rot="0">
                  <a:off x="1884" y="2064"/>
                  <a:ext cx="1" cy="9"/>
                </a:xfrm>
                <a:custGeom>
                  <a:avLst/>
                  <a:ahLst/>
                  <a:rect l="0" t="0" r="r" b="b"/>
                  <a:pathLst>
                    <a:path w="4" h="26">
                      <a:moveTo>
                        <a:pt x="4" y="0"/>
                      </a:moveTo>
                      <a:lnTo>
                        <a:pt x="0" y="26"/>
                      </a:lnTo>
                      <a:lnTo>
                        <a:pt x="3" y="26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58" name=""/>
                <p:cNvSpPr/>
                <p:nvPr/>
              </p:nvSpPr>
              <p:spPr>
                <a:xfrm rot="0">
                  <a:off x="1884" y="20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59" name=""/>
                <p:cNvSpPr/>
                <p:nvPr/>
              </p:nvSpPr>
              <p:spPr>
                <a:xfrm rot="0">
                  <a:off x="1885" y="2055"/>
                  <a:ext cx="17" cy="18"/>
                </a:xfrm>
                <a:custGeom>
                  <a:avLst/>
                  <a:ahLst/>
                  <a:rect l="0" t="0" r="r" b="b"/>
                  <a:pathLst>
                    <a:path w="53" h="54">
                      <a:moveTo>
                        <a:pt x="2" y="0"/>
                      </a:moveTo>
                      <a:lnTo>
                        <a:pt x="1" y="26"/>
                      </a:lnTo>
                      <a:lnTo>
                        <a:pt x="0" y="52"/>
                      </a:lnTo>
                      <a:lnTo>
                        <a:pt x="51" y="54"/>
                      </a:lnTo>
                      <a:lnTo>
                        <a:pt x="52" y="28"/>
                      </a:lnTo>
                      <a:lnTo>
                        <a:pt x="53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60" name=""/>
                <p:cNvSpPr/>
                <p:nvPr/>
              </p:nvSpPr>
              <p:spPr>
                <a:xfrm rot="0">
                  <a:off x="1885" y="2055"/>
                  <a:ext cx="17" cy="18"/>
                </a:xfrm>
                <a:custGeom>
                  <a:avLst/>
                  <a:ahLst/>
                  <a:rect l="0" t="0" r="r" b="b"/>
                  <a:pathLst>
                    <a:path w="53" h="54">
                      <a:moveTo>
                        <a:pt x="2" y="0"/>
                      </a:moveTo>
                      <a:lnTo>
                        <a:pt x="1" y="26"/>
                      </a:lnTo>
                      <a:lnTo>
                        <a:pt x="0" y="52"/>
                      </a:lnTo>
                      <a:lnTo>
                        <a:pt x="51" y="54"/>
                      </a:lnTo>
                      <a:lnTo>
                        <a:pt x="52" y="28"/>
                      </a:lnTo>
                      <a:lnTo>
                        <a:pt x="53" y="2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61" name=""/>
                <p:cNvSpPr/>
                <p:nvPr/>
              </p:nvSpPr>
              <p:spPr>
                <a:xfrm rot="0">
                  <a:off x="1902" y="2065"/>
                  <a:ext cx="1" cy="8"/>
                </a:xfrm>
                <a:custGeom>
                  <a:avLst/>
                  <a:ahLst/>
                  <a:rect l="0" t="0" r="r" b="b"/>
                  <a:pathLst>
                    <a:path w="2" h="26">
                      <a:moveTo>
                        <a:pt x="1" y="0"/>
                      </a:moveTo>
                      <a:lnTo>
                        <a:pt x="0" y="26"/>
                      </a:lnTo>
                      <a:lnTo>
                        <a:pt x="2" y="26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62" name=""/>
                <p:cNvSpPr/>
                <p:nvPr/>
              </p:nvSpPr>
              <p:spPr>
                <a:xfrm rot="0">
                  <a:off x="1902" y="20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63" name=""/>
                <p:cNvSpPr/>
                <p:nvPr/>
              </p:nvSpPr>
              <p:spPr>
                <a:xfrm rot="0">
                  <a:off x="1902" y="2055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4">
                      <a:moveTo>
                        <a:pt x="0" y="2"/>
                      </a:moveTo>
                      <a:lnTo>
                        <a:pt x="1" y="28"/>
                      </a:lnTo>
                      <a:lnTo>
                        <a:pt x="2" y="54"/>
                      </a:lnTo>
                      <a:lnTo>
                        <a:pt x="54" y="52"/>
                      </a:lnTo>
                      <a:lnTo>
                        <a:pt x="53" y="26"/>
                      </a:lnTo>
                      <a:lnTo>
                        <a:pt x="52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64" name=""/>
                <p:cNvSpPr/>
                <p:nvPr/>
              </p:nvSpPr>
              <p:spPr>
                <a:xfrm rot="0">
                  <a:off x="1902" y="2055"/>
                  <a:ext cx="18" cy="18"/>
                </a:xfrm>
                <a:custGeom>
                  <a:avLst/>
                  <a:ahLst/>
                  <a:rect l="0" t="0" r="r" b="b"/>
                  <a:pathLst>
                    <a:path w="54" h="54">
                      <a:moveTo>
                        <a:pt x="0" y="2"/>
                      </a:moveTo>
                      <a:lnTo>
                        <a:pt x="1" y="28"/>
                      </a:lnTo>
                      <a:lnTo>
                        <a:pt x="2" y="54"/>
                      </a:lnTo>
                      <a:lnTo>
                        <a:pt x="54" y="52"/>
                      </a:lnTo>
                      <a:lnTo>
                        <a:pt x="53" y="26"/>
                      </a:lnTo>
                      <a:lnTo>
                        <a:pt x="52" y="0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65" name=""/>
                <p:cNvSpPr/>
                <p:nvPr/>
              </p:nvSpPr>
              <p:spPr>
                <a:xfrm rot="0">
                  <a:off x="1919" y="2064"/>
                  <a:ext cx="1" cy="9"/>
                </a:xfrm>
                <a:custGeom>
                  <a:avLst/>
                  <a:ahLst/>
                  <a:rect l="0" t="0" r="r" b="b"/>
                  <a:pathLst>
                    <a:path w="3" h="26">
                      <a:moveTo>
                        <a:pt x="0" y="0"/>
                      </a:moveTo>
                      <a:lnTo>
                        <a:pt x="1" y="26"/>
                      </a:lnTo>
                      <a:lnTo>
                        <a:pt x="3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66" name=""/>
                <p:cNvSpPr/>
                <p:nvPr/>
              </p:nvSpPr>
              <p:spPr>
                <a:xfrm rot="0">
                  <a:off x="1920" y="207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67" name=""/>
                <p:cNvSpPr/>
                <p:nvPr/>
              </p:nvSpPr>
              <p:spPr>
                <a:xfrm rot="0">
                  <a:off x="1918" y="2053"/>
                  <a:ext cx="19" cy="20"/>
                </a:xfrm>
                <a:custGeom>
                  <a:avLst/>
                  <a:ahLst/>
                  <a:rect l="0" t="0" r="r" b="b"/>
                  <a:pathLst>
                    <a:path w="57" h="58">
                      <a:moveTo>
                        <a:pt x="0" y="6"/>
                      </a:moveTo>
                      <a:lnTo>
                        <a:pt x="3" y="32"/>
                      </a:lnTo>
                      <a:lnTo>
                        <a:pt x="6" y="58"/>
                      </a:lnTo>
                      <a:lnTo>
                        <a:pt x="57" y="53"/>
                      </a:lnTo>
                      <a:lnTo>
                        <a:pt x="54" y="27"/>
                      </a:lnTo>
                      <a:lnTo>
                        <a:pt x="51" y="0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68" name=""/>
                <p:cNvSpPr/>
                <p:nvPr/>
              </p:nvSpPr>
              <p:spPr>
                <a:xfrm rot="0">
                  <a:off x="1918" y="2053"/>
                  <a:ext cx="19" cy="20"/>
                </a:xfrm>
                <a:custGeom>
                  <a:avLst/>
                  <a:ahLst/>
                  <a:rect l="0" t="0" r="r" b="b"/>
                  <a:pathLst>
                    <a:path w="57" h="58">
                      <a:moveTo>
                        <a:pt x="0" y="6"/>
                      </a:moveTo>
                      <a:lnTo>
                        <a:pt x="3" y="32"/>
                      </a:lnTo>
                      <a:lnTo>
                        <a:pt x="6" y="58"/>
                      </a:lnTo>
                      <a:lnTo>
                        <a:pt x="57" y="53"/>
                      </a:lnTo>
                      <a:lnTo>
                        <a:pt x="54" y="27"/>
                      </a:lnTo>
                      <a:lnTo>
                        <a:pt x="51" y="0"/>
                      </a:lnTo>
                      <a:lnTo>
                        <a:pt x="0" y="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69" name=""/>
                <p:cNvSpPr/>
                <p:nvPr/>
              </p:nvSpPr>
              <p:spPr>
                <a:xfrm rot="0">
                  <a:off x="1936" y="2062"/>
                  <a:ext cx="2" cy="9"/>
                </a:xfrm>
                <a:custGeom>
                  <a:avLst/>
                  <a:ahLst/>
                  <a:rect l="0" t="0" r="r" b="b"/>
                  <a:pathLst>
                    <a:path w="4" h="26">
                      <a:moveTo>
                        <a:pt x="0" y="0"/>
                      </a:move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70" name=""/>
                <p:cNvSpPr/>
                <p:nvPr/>
              </p:nvSpPr>
              <p:spPr>
                <a:xfrm rot="0">
                  <a:off x="1937" y="20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71" name=""/>
                <p:cNvSpPr/>
                <p:nvPr/>
              </p:nvSpPr>
              <p:spPr>
                <a:xfrm rot="0">
                  <a:off x="1935" y="2051"/>
                  <a:ext cx="19" cy="20"/>
                </a:xfrm>
                <a:custGeom>
                  <a:avLst/>
                  <a:ahLst/>
                  <a:rect l="0" t="0" r="r" b="b"/>
                  <a:pathLst>
                    <a:path w="58" h="60">
                      <a:moveTo>
                        <a:pt x="0" y="7"/>
                      </a:moveTo>
                      <a:lnTo>
                        <a:pt x="4" y="34"/>
                      </a:lnTo>
                      <a:lnTo>
                        <a:pt x="8" y="60"/>
                      </a:lnTo>
                      <a:lnTo>
                        <a:pt x="58" y="52"/>
                      </a:lnTo>
                      <a:lnTo>
                        <a:pt x="54" y="26"/>
                      </a:lnTo>
                      <a:lnTo>
                        <a:pt x="50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72" name=""/>
                <p:cNvSpPr/>
                <p:nvPr/>
              </p:nvSpPr>
              <p:spPr>
                <a:xfrm rot="0">
                  <a:off x="1935" y="2051"/>
                  <a:ext cx="19" cy="20"/>
                </a:xfrm>
                <a:custGeom>
                  <a:avLst/>
                  <a:ahLst/>
                  <a:rect l="0" t="0" r="r" b="b"/>
                  <a:pathLst>
                    <a:path w="58" h="60">
                      <a:moveTo>
                        <a:pt x="0" y="7"/>
                      </a:moveTo>
                      <a:lnTo>
                        <a:pt x="4" y="34"/>
                      </a:lnTo>
                      <a:lnTo>
                        <a:pt x="8" y="60"/>
                      </a:lnTo>
                      <a:lnTo>
                        <a:pt x="58" y="52"/>
                      </a:lnTo>
                      <a:lnTo>
                        <a:pt x="54" y="26"/>
                      </a:lnTo>
                      <a:lnTo>
                        <a:pt x="50" y="0"/>
                      </a:lnTo>
                      <a:lnTo>
                        <a:pt x="0" y="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73" name=""/>
                <p:cNvSpPr/>
                <p:nvPr/>
              </p:nvSpPr>
              <p:spPr>
                <a:xfrm rot="0">
                  <a:off x="1953" y="2060"/>
                  <a:ext cx="2" cy="8"/>
                </a:xfrm>
                <a:custGeom>
                  <a:avLst/>
                  <a:ahLst/>
                  <a:rect l="0" t="0" r="r" b="b"/>
                  <a:pathLst>
                    <a:path w="6" h="26">
                      <a:moveTo>
                        <a:pt x="0" y="0"/>
                      </a:moveTo>
                      <a:lnTo>
                        <a:pt x="4" y="26"/>
                      </a:lnTo>
                      <a:lnTo>
                        <a:pt x="6" y="2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74" name=""/>
                <p:cNvSpPr/>
                <p:nvPr/>
              </p:nvSpPr>
              <p:spPr>
                <a:xfrm rot="0">
                  <a:off x="1954" y="206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75" name=""/>
                <p:cNvSpPr/>
                <p:nvPr/>
              </p:nvSpPr>
              <p:spPr>
                <a:xfrm rot="0">
                  <a:off x="1951" y="2047"/>
                  <a:ext cx="21" cy="21"/>
                </a:xfrm>
                <a:custGeom>
                  <a:avLst/>
                  <a:ahLst/>
                  <a:rect l="0" t="0" r="r" b="b"/>
                  <a:pathLst>
                    <a:path w="62" h="63">
                      <a:moveTo>
                        <a:pt x="0" y="11"/>
                      </a:moveTo>
                      <a:lnTo>
                        <a:pt x="6" y="37"/>
                      </a:lnTo>
                      <a:lnTo>
                        <a:pt x="12" y="63"/>
                      </a:lnTo>
                      <a:lnTo>
                        <a:pt x="62" y="52"/>
                      </a:lnTo>
                      <a:lnTo>
                        <a:pt x="56" y="26"/>
                      </a:lnTo>
                      <a:lnTo>
                        <a:pt x="50" y="0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76" name=""/>
                <p:cNvSpPr/>
                <p:nvPr/>
              </p:nvSpPr>
              <p:spPr>
                <a:xfrm rot="0">
                  <a:off x="1951" y="2047"/>
                  <a:ext cx="21" cy="21"/>
                </a:xfrm>
                <a:custGeom>
                  <a:avLst/>
                  <a:ahLst/>
                  <a:rect l="0" t="0" r="r" b="b"/>
                  <a:pathLst>
                    <a:path w="62" h="63">
                      <a:moveTo>
                        <a:pt x="0" y="11"/>
                      </a:moveTo>
                      <a:lnTo>
                        <a:pt x="6" y="37"/>
                      </a:lnTo>
                      <a:lnTo>
                        <a:pt x="12" y="63"/>
                      </a:lnTo>
                      <a:lnTo>
                        <a:pt x="62" y="52"/>
                      </a:lnTo>
                      <a:lnTo>
                        <a:pt x="56" y="26"/>
                      </a:lnTo>
                      <a:lnTo>
                        <a:pt x="50" y="0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77" name=""/>
                <p:cNvSpPr/>
                <p:nvPr/>
              </p:nvSpPr>
              <p:spPr>
                <a:xfrm rot="0">
                  <a:off x="1970" y="2056"/>
                  <a:ext cx="2" cy="9"/>
                </a:xfrm>
                <a:custGeom>
                  <a:avLst/>
                  <a:ahLst/>
                  <a:rect l="0" t="0" r="r" b="b"/>
                  <a:pathLst>
                    <a:path w="7" h="26">
                      <a:moveTo>
                        <a:pt x="0" y="0"/>
                      </a:moveTo>
                      <a:lnTo>
                        <a:pt x="6" y="26"/>
                      </a:lnTo>
                      <a:lnTo>
                        <a:pt x="7" y="2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78" name=""/>
                <p:cNvSpPr/>
                <p:nvPr/>
              </p:nvSpPr>
              <p:spPr>
                <a:xfrm rot="0" flipV="1">
                  <a:off x="1972" y="206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79" name=""/>
                <p:cNvSpPr/>
                <p:nvPr/>
              </p:nvSpPr>
              <p:spPr>
                <a:xfrm rot="0">
                  <a:off x="1967" y="2043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5">
                      <a:moveTo>
                        <a:pt x="0" y="15"/>
                      </a:moveTo>
                      <a:lnTo>
                        <a:pt x="7" y="40"/>
                      </a:lnTo>
                      <a:lnTo>
                        <a:pt x="14" y="65"/>
                      </a:lnTo>
                      <a:lnTo>
                        <a:pt x="64" y="50"/>
                      </a:lnTo>
                      <a:lnTo>
                        <a:pt x="57" y="25"/>
                      </a:lnTo>
                      <a:lnTo>
                        <a:pt x="50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80" name=""/>
                <p:cNvSpPr/>
                <p:nvPr/>
              </p:nvSpPr>
              <p:spPr>
                <a:xfrm rot="0">
                  <a:off x="1967" y="2043"/>
                  <a:ext cx="22" cy="21"/>
                </a:xfrm>
                <a:custGeom>
                  <a:avLst/>
                  <a:ahLst/>
                  <a:rect l="0" t="0" r="r" b="b"/>
                  <a:pathLst>
                    <a:path w="64" h="65">
                      <a:moveTo>
                        <a:pt x="0" y="15"/>
                      </a:moveTo>
                      <a:lnTo>
                        <a:pt x="7" y="40"/>
                      </a:lnTo>
                      <a:lnTo>
                        <a:pt x="14" y="65"/>
                      </a:lnTo>
                      <a:lnTo>
                        <a:pt x="64" y="50"/>
                      </a:lnTo>
                      <a:lnTo>
                        <a:pt x="57" y="25"/>
                      </a:lnTo>
                      <a:lnTo>
                        <a:pt x="50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81" name=""/>
                <p:cNvSpPr/>
                <p:nvPr/>
              </p:nvSpPr>
              <p:spPr>
                <a:xfrm rot="0">
                  <a:off x="1986" y="2051"/>
                  <a:ext cx="3" cy="8"/>
                </a:xfrm>
                <a:custGeom>
                  <a:avLst/>
                  <a:ahLst/>
                  <a:rect l="0" t="0" r="r" b="b"/>
                  <a:pathLst>
                    <a:path w="9" h="25">
                      <a:moveTo>
                        <a:pt x="0" y="0"/>
                      </a:moveTo>
                      <a:lnTo>
                        <a:pt x="7" y="25"/>
                      </a:lnTo>
                      <a:lnTo>
                        <a:pt x="9" y="2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82" name=""/>
                <p:cNvSpPr/>
                <p:nvPr/>
              </p:nvSpPr>
              <p:spPr>
                <a:xfrm rot="0">
                  <a:off x="1989" y="205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83" name=""/>
                <p:cNvSpPr/>
                <p:nvPr/>
              </p:nvSpPr>
              <p:spPr>
                <a:xfrm rot="0">
                  <a:off x="1983" y="2037"/>
                  <a:ext cx="22" cy="22"/>
                </a:xfrm>
                <a:custGeom>
                  <a:avLst/>
                  <a:ahLst/>
                  <a:rect l="0" t="0" r="r" b="b"/>
                  <a:pathLst>
                    <a:path w="66" h="68">
                      <a:moveTo>
                        <a:pt x="0" y="18"/>
                      </a:moveTo>
                      <a:lnTo>
                        <a:pt x="9" y="43"/>
                      </a:lnTo>
                      <a:lnTo>
                        <a:pt x="18" y="68"/>
                      </a:lnTo>
                      <a:lnTo>
                        <a:pt x="66" y="50"/>
                      </a:lnTo>
                      <a:lnTo>
                        <a:pt x="57" y="25"/>
                      </a:lnTo>
                      <a:lnTo>
                        <a:pt x="48" y="0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84" name=""/>
                <p:cNvSpPr/>
                <p:nvPr/>
              </p:nvSpPr>
              <p:spPr>
                <a:xfrm rot="0">
                  <a:off x="1983" y="2037"/>
                  <a:ext cx="22" cy="22"/>
                </a:xfrm>
                <a:custGeom>
                  <a:avLst/>
                  <a:ahLst/>
                  <a:rect l="0" t="0" r="r" b="b"/>
                  <a:pathLst>
                    <a:path w="66" h="68">
                      <a:moveTo>
                        <a:pt x="0" y="18"/>
                      </a:moveTo>
                      <a:lnTo>
                        <a:pt x="9" y="43"/>
                      </a:lnTo>
                      <a:lnTo>
                        <a:pt x="18" y="68"/>
                      </a:lnTo>
                      <a:lnTo>
                        <a:pt x="66" y="50"/>
                      </a:lnTo>
                      <a:lnTo>
                        <a:pt x="57" y="25"/>
                      </a:lnTo>
                      <a:lnTo>
                        <a:pt x="48" y="0"/>
                      </a:lnTo>
                      <a:lnTo>
                        <a:pt x="0" y="1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85" name=""/>
                <p:cNvSpPr/>
                <p:nvPr/>
              </p:nvSpPr>
              <p:spPr>
                <a:xfrm rot="0">
                  <a:off x="2002" y="2045"/>
                  <a:ext cx="4" cy="8"/>
                </a:xfrm>
                <a:custGeom>
                  <a:avLst/>
                  <a:ahLst/>
                  <a:rect l="0" t="0" r="r" b="b"/>
                  <a:pathLst>
                    <a:path w="10" h="25">
                      <a:moveTo>
                        <a:pt x="0" y="0"/>
                      </a:moveTo>
                      <a:lnTo>
                        <a:pt x="9" y="25"/>
                      </a:lnTo>
                      <a:lnTo>
                        <a:pt x="10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86" name=""/>
                <p:cNvSpPr/>
                <p:nvPr/>
              </p:nvSpPr>
              <p:spPr>
                <a:xfrm rot="0" flipV="1">
                  <a:off x="2005" y="2053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87" name=""/>
                <p:cNvSpPr/>
                <p:nvPr/>
              </p:nvSpPr>
              <p:spPr>
                <a:xfrm rot="0">
                  <a:off x="1999" y="2031"/>
                  <a:ext cx="22" cy="22"/>
                </a:xfrm>
                <a:custGeom>
                  <a:avLst/>
                  <a:ahLst/>
                  <a:rect l="0" t="0" r="r" b="b"/>
                  <a:pathLst>
                    <a:path w="67" h="67">
                      <a:moveTo>
                        <a:pt x="0" y="19"/>
                      </a:moveTo>
                      <a:lnTo>
                        <a:pt x="10" y="43"/>
                      </a:lnTo>
                      <a:lnTo>
                        <a:pt x="20" y="67"/>
                      </a:lnTo>
                      <a:lnTo>
                        <a:pt x="67" y="48"/>
                      </a:lnTo>
                      <a:lnTo>
                        <a:pt x="57" y="24"/>
                      </a:lnTo>
                      <a:lnTo>
                        <a:pt x="47" y="0"/>
                      </a:lnTo>
                      <a:lnTo>
                        <a:pt x="0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88" name=""/>
                <p:cNvSpPr/>
                <p:nvPr/>
              </p:nvSpPr>
              <p:spPr>
                <a:xfrm rot="0">
                  <a:off x="1999" y="2031"/>
                  <a:ext cx="22" cy="22"/>
                </a:xfrm>
                <a:custGeom>
                  <a:avLst/>
                  <a:ahLst/>
                  <a:rect l="0" t="0" r="r" b="b"/>
                  <a:pathLst>
                    <a:path w="67" h="67">
                      <a:moveTo>
                        <a:pt x="0" y="19"/>
                      </a:moveTo>
                      <a:lnTo>
                        <a:pt x="10" y="43"/>
                      </a:lnTo>
                      <a:lnTo>
                        <a:pt x="20" y="67"/>
                      </a:lnTo>
                      <a:lnTo>
                        <a:pt x="67" y="48"/>
                      </a:lnTo>
                      <a:lnTo>
                        <a:pt x="57" y="24"/>
                      </a:lnTo>
                      <a:lnTo>
                        <a:pt x="47" y="0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89" name=""/>
                <p:cNvSpPr/>
                <p:nvPr/>
              </p:nvSpPr>
              <p:spPr>
                <a:xfrm rot="0">
                  <a:off x="2018" y="2039"/>
                  <a:ext cx="4" cy="8"/>
                </a:xfrm>
                <a:custGeom>
                  <a:avLst/>
                  <a:ahLst/>
                  <a:rect l="0" t="0" r="r" b="b"/>
                  <a:pathLst>
                    <a:path w="12" h="24">
                      <a:moveTo>
                        <a:pt x="0" y="0"/>
                      </a:moveTo>
                      <a:lnTo>
                        <a:pt x="10" y="24"/>
                      </a:lnTo>
                      <a:lnTo>
                        <a:pt x="12" y="24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90" name=""/>
                <p:cNvSpPr/>
                <p:nvPr/>
              </p:nvSpPr>
              <p:spPr>
                <a:xfrm rot="0">
                  <a:off x="2021" y="204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91" name=""/>
                <p:cNvSpPr/>
                <p:nvPr/>
              </p:nvSpPr>
              <p:spPr>
                <a:xfrm rot="0">
                  <a:off x="2014" y="2023"/>
                  <a:ext cx="23" cy="24"/>
                </a:xfrm>
                <a:custGeom>
                  <a:avLst/>
                  <a:ahLst/>
                  <a:rect l="0" t="0" r="r" b="b"/>
                  <a:pathLst>
                    <a:path w="71" h="72">
                      <a:moveTo>
                        <a:pt x="0" y="24"/>
                      </a:moveTo>
                      <a:lnTo>
                        <a:pt x="13" y="48"/>
                      </a:lnTo>
                      <a:lnTo>
                        <a:pt x="25" y="72"/>
                      </a:lnTo>
                      <a:lnTo>
                        <a:pt x="71" y="48"/>
                      </a:lnTo>
                      <a:lnTo>
                        <a:pt x="59" y="24"/>
                      </a:lnTo>
                      <a:lnTo>
                        <a:pt x="46" y="0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92" name=""/>
                <p:cNvSpPr/>
                <p:nvPr/>
              </p:nvSpPr>
              <p:spPr>
                <a:xfrm rot="0">
                  <a:off x="2014" y="2023"/>
                  <a:ext cx="23" cy="24"/>
                </a:xfrm>
                <a:custGeom>
                  <a:avLst/>
                  <a:ahLst/>
                  <a:rect l="0" t="0" r="r" b="b"/>
                  <a:pathLst>
                    <a:path w="71" h="72">
                      <a:moveTo>
                        <a:pt x="0" y="24"/>
                      </a:moveTo>
                      <a:lnTo>
                        <a:pt x="13" y="48"/>
                      </a:lnTo>
                      <a:lnTo>
                        <a:pt x="25" y="72"/>
                      </a:lnTo>
                      <a:lnTo>
                        <a:pt x="71" y="48"/>
                      </a:lnTo>
                      <a:lnTo>
                        <a:pt x="59" y="24"/>
                      </a:lnTo>
                      <a:lnTo>
                        <a:pt x="46" y="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93" name=""/>
                <p:cNvSpPr/>
                <p:nvPr/>
              </p:nvSpPr>
              <p:spPr>
                <a:xfrm rot="0">
                  <a:off x="2033" y="2031"/>
                  <a:ext cx="5" cy="8"/>
                </a:xfrm>
                <a:custGeom>
                  <a:avLst/>
                  <a:ahLst/>
                  <a:rect l="0" t="0" r="r" b="b"/>
                  <a:pathLst>
                    <a:path w="13" h="24">
                      <a:moveTo>
                        <a:pt x="0" y="0"/>
                      </a:moveTo>
                      <a:lnTo>
                        <a:pt x="12" y="24"/>
                      </a:lnTo>
                      <a:lnTo>
                        <a:pt x="13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94" name=""/>
                <p:cNvSpPr/>
                <p:nvPr/>
              </p:nvSpPr>
              <p:spPr>
                <a:xfrm rot="0" flipV="1">
                  <a:off x="2037" y="203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95" name=""/>
                <p:cNvSpPr/>
                <p:nvPr/>
              </p:nvSpPr>
              <p:spPr>
                <a:xfrm rot="0">
                  <a:off x="2029" y="2014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0" y="26"/>
                      </a:moveTo>
                      <a:lnTo>
                        <a:pt x="14" y="49"/>
                      </a:lnTo>
                      <a:lnTo>
                        <a:pt x="27" y="72"/>
                      </a:lnTo>
                      <a:lnTo>
                        <a:pt x="72" y="46"/>
                      </a:lnTo>
                      <a:lnTo>
                        <a:pt x="59" y="23"/>
                      </a:lnTo>
                      <a:lnTo>
                        <a:pt x="45" y="0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96" name=""/>
                <p:cNvSpPr/>
                <p:nvPr/>
              </p:nvSpPr>
              <p:spPr>
                <a:xfrm rot="0">
                  <a:off x="2029" y="2014"/>
                  <a:ext cx="24" cy="24"/>
                </a:xfrm>
                <a:custGeom>
                  <a:avLst/>
                  <a:ahLst/>
                  <a:rect l="0" t="0" r="r" b="b"/>
                  <a:pathLst>
                    <a:path w="72" h="72">
                      <a:moveTo>
                        <a:pt x="0" y="26"/>
                      </a:moveTo>
                      <a:lnTo>
                        <a:pt x="14" y="49"/>
                      </a:lnTo>
                      <a:lnTo>
                        <a:pt x="27" y="72"/>
                      </a:lnTo>
                      <a:lnTo>
                        <a:pt x="72" y="46"/>
                      </a:lnTo>
                      <a:lnTo>
                        <a:pt x="59" y="23"/>
                      </a:lnTo>
                      <a:lnTo>
                        <a:pt x="45" y="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97" name=""/>
                <p:cNvSpPr/>
                <p:nvPr/>
              </p:nvSpPr>
              <p:spPr>
                <a:xfrm rot="0">
                  <a:off x="2048" y="2022"/>
                  <a:ext cx="5" cy="8"/>
                </a:xfrm>
                <a:custGeom>
                  <a:avLst/>
                  <a:ahLst/>
                  <a:rect l="0" t="0" r="r" b="b"/>
                  <a:pathLst>
                    <a:path w="14" h="23">
                      <a:moveTo>
                        <a:pt x="0" y="0"/>
                      </a:moveTo>
                      <a:lnTo>
                        <a:pt x="13" y="23"/>
                      </a:lnTo>
                      <a:lnTo>
                        <a:pt x="14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698" name=""/>
                <p:cNvSpPr/>
                <p:nvPr/>
              </p:nvSpPr>
              <p:spPr>
                <a:xfrm rot="0" flipV="1">
                  <a:off x="2053" y="202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699" name=""/>
                <p:cNvSpPr/>
                <p:nvPr/>
              </p:nvSpPr>
              <p:spPr>
                <a:xfrm rot="0">
                  <a:off x="2043" y="2005"/>
                  <a:ext cx="24" cy="24"/>
                </a:xfrm>
                <a:custGeom>
                  <a:avLst/>
                  <a:ahLst/>
                  <a:rect l="0" t="0" r="r" b="b"/>
                  <a:pathLst>
                    <a:path w="71" h="71">
                      <a:moveTo>
                        <a:pt x="0" y="28"/>
                      </a:moveTo>
                      <a:lnTo>
                        <a:pt x="15" y="50"/>
                      </a:lnTo>
                      <a:lnTo>
                        <a:pt x="29" y="71"/>
                      </a:lnTo>
                      <a:lnTo>
                        <a:pt x="71" y="43"/>
                      </a:lnTo>
                      <a:lnTo>
                        <a:pt x="56" y="21"/>
                      </a:lnTo>
                      <a:lnTo>
                        <a:pt x="42" y="0"/>
                      </a:lnTo>
                      <a:lnTo>
                        <a:pt x="0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00" name=""/>
                <p:cNvSpPr/>
                <p:nvPr/>
              </p:nvSpPr>
              <p:spPr>
                <a:xfrm rot="0">
                  <a:off x="2043" y="2005"/>
                  <a:ext cx="24" cy="24"/>
                </a:xfrm>
                <a:custGeom>
                  <a:avLst/>
                  <a:ahLst/>
                  <a:rect l="0" t="0" r="r" b="b"/>
                  <a:pathLst>
                    <a:path w="71" h="71">
                      <a:moveTo>
                        <a:pt x="0" y="28"/>
                      </a:moveTo>
                      <a:lnTo>
                        <a:pt x="15" y="50"/>
                      </a:lnTo>
                      <a:lnTo>
                        <a:pt x="29" y="71"/>
                      </a:lnTo>
                      <a:lnTo>
                        <a:pt x="71" y="43"/>
                      </a:lnTo>
                      <a:lnTo>
                        <a:pt x="56" y="21"/>
                      </a:lnTo>
                      <a:lnTo>
                        <a:pt x="42" y="0"/>
                      </a:lnTo>
                      <a:lnTo>
                        <a:pt x="0" y="2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01" name=""/>
                <p:cNvSpPr/>
                <p:nvPr/>
              </p:nvSpPr>
              <p:spPr>
                <a:xfrm rot="0">
                  <a:off x="2062" y="2012"/>
                  <a:ext cx="6" cy="8"/>
                </a:xfrm>
                <a:custGeom>
                  <a:avLst/>
                  <a:ahLst/>
                  <a:rect l="0" t="0" r="r" b="b"/>
                  <a:pathLst>
                    <a:path w="17" h="22">
                      <a:moveTo>
                        <a:pt x="0" y="0"/>
                      </a:moveTo>
                      <a:lnTo>
                        <a:pt x="15" y="22"/>
                      </a:lnTo>
                      <a:lnTo>
                        <a:pt x="17" y="2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02" name=""/>
                <p:cNvSpPr/>
                <p:nvPr/>
              </p:nvSpPr>
              <p:spPr>
                <a:xfrm rot="0" flipV="1">
                  <a:off x="2067" y="2019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03" name=""/>
                <p:cNvSpPr/>
                <p:nvPr/>
              </p:nvSpPr>
              <p:spPr>
                <a:xfrm rot="0">
                  <a:off x="2057" y="1995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0" y="33"/>
                      </a:moveTo>
                      <a:lnTo>
                        <a:pt x="16" y="53"/>
                      </a:lnTo>
                      <a:lnTo>
                        <a:pt x="33" y="74"/>
                      </a:lnTo>
                      <a:lnTo>
                        <a:pt x="74" y="42"/>
                      </a:lnTo>
                      <a:lnTo>
                        <a:pt x="57" y="21"/>
                      </a:lnTo>
                      <a:lnTo>
                        <a:pt x="40" y="0"/>
                      </a:lnTo>
                      <a:lnTo>
                        <a:pt x="0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04" name=""/>
                <p:cNvSpPr/>
                <p:nvPr/>
              </p:nvSpPr>
              <p:spPr>
                <a:xfrm rot="0">
                  <a:off x="2057" y="1995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0" y="33"/>
                      </a:moveTo>
                      <a:lnTo>
                        <a:pt x="16" y="53"/>
                      </a:lnTo>
                      <a:lnTo>
                        <a:pt x="33" y="74"/>
                      </a:lnTo>
                      <a:lnTo>
                        <a:pt x="74" y="42"/>
                      </a:lnTo>
                      <a:lnTo>
                        <a:pt x="57" y="21"/>
                      </a:lnTo>
                      <a:lnTo>
                        <a:pt x="40" y="0"/>
                      </a:lnTo>
                      <a:lnTo>
                        <a:pt x="0" y="3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05" name=""/>
                <p:cNvSpPr/>
                <p:nvPr/>
              </p:nvSpPr>
              <p:spPr>
                <a:xfrm rot="0">
                  <a:off x="2076" y="2002"/>
                  <a:ext cx="6" cy="7"/>
                </a:xfrm>
                <a:custGeom>
                  <a:avLst/>
                  <a:ahLst/>
                  <a:rect l="0" t="0" r="r" b="b"/>
                  <a:pathLst>
                    <a:path w="18" h="21">
                      <a:moveTo>
                        <a:pt x="0" y="0"/>
                      </a:moveTo>
                      <a:lnTo>
                        <a:pt x="17" y="21"/>
                      </a:lnTo>
                      <a:lnTo>
                        <a:pt x="18" y="2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06" name=""/>
                <p:cNvSpPr/>
                <p:nvPr/>
              </p:nvSpPr>
              <p:spPr>
                <a:xfrm rot="0" flipV="1">
                  <a:off x="2081" y="2008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07" name=""/>
                <p:cNvSpPr/>
                <p:nvPr/>
              </p:nvSpPr>
              <p:spPr>
                <a:xfrm rot="0">
                  <a:off x="2070" y="1984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3">
                      <a:moveTo>
                        <a:pt x="0" y="33"/>
                      </a:moveTo>
                      <a:lnTo>
                        <a:pt x="18" y="53"/>
                      </a:lnTo>
                      <a:lnTo>
                        <a:pt x="36" y="73"/>
                      </a:lnTo>
                      <a:lnTo>
                        <a:pt x="74" y="40"/>
                      </a:lnTo>
                      <a:lnTo>
                        <a:pt x="57" y="20"/>
                      </a:lnTo>
                      <a:lnTo>
                        <a:pt x="39" y="0"/>
                      </a:lnTo>
                      <a:lnTo>
                        <a:pt x="0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08" name=""/>
                <p:cNvSpPr/>
                <p:nvPr/>
              </p:nvSpPr>
              <p:spPr>
                <a:xfrm rot="0">
                  <a:off x="2070" y="1984"/>
                  <a:ext cx="24" cy="24"/>
                </a:xfrm>
                <a:custGeom>
                  <a:avLst/>
                  <a:ahLst/>
                  <a:rect l="0" t="0" r="r" b="b"/>
                  <a:pathLst>
                    <a:path w="74" h="73">
                      <a:moveTo>
                        <a:pt x="0" y="33"/>
                      </a:moveTo>
                      <a:lnTo>
                        <a:pt x="18" y="53"/>
                      </a:lnTo>
                      <a:lnTo>
                        <a:pt x="36" y="73"/>
                      </a:lnTo>
                      <a:lnTo>
                        <a:pt x="74" y="40"/>
                      </a:lnTo>
                      <a:lnTo>
                        <a:pt x="57" y="20"/>
                      </a:lnTo>
                      <a:lnTo>
                        <a:pt x="39" y="0"/>
                      </a:lnTo>
                      <a:lnTo>
                        <a:pt x="0" y="33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09" name=""/>
                <p:cNvSpPr/>
                <p:nvPr/>
              </p:nvSpPr>
              <p:spPr>
                <a:xfrm rot="0">
                  <a:off x="2089" y="1991"/>
                  <a:ext cx="6" cy="6"/>
                </a:xfrm>
                <a:custGeom>
                  <a:avLst/>
                  <a:ahLst/>
                  <a:rect l="0" t="0" r="r" b="b"/>
                  <a:pathLst>
                    <a:path w="18" h="20">
                      <a:moveTo>
                        <a:pt x="0" y="0"/>
                      </a:moveTo>
                      <a:lnTo>
                        <a:pt x="17" y="20"/>
                      </a:lnTo>
                      <a:lnTo>
                        <a:pt x="18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10" name=""/>
                <p:cNvSpPr/>
                <p:nvPr/>
              </p:nvSpPr>
              <p:spPr>
                <a:xfrm rot="0" flipV="1">
                  <a:off x="2094" y="199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11" name=""/>
                <p:cNvSpPr/>
                <p:nvPr/>
              </p:nvSpPr>
              <p:spPr>
                <a:xfrm rot="0">
                  <a:off x="2082" y="1972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0" y="37"/>
                      </a:moveTo>
                      <a:lnTo>
                        <a:pt x="19" y="56"/>
                      </a:lnTo>
                      <a:lnTo>
                        <a:pt x="37" y="74"/>
                      </a:lnTo>
                      <a:lnTo>
                        <a:pt x="74" y="38"/>
                      </a:lnTo>
                      <a:lnTo>
                        <a:pt x="55" y="19"/>
                      </a:lnTo>
                      <a:lnTo>
                        <a:pt x="36" y="0"/>
                      </a:lnTo>
                      <a:lnTo>
                        <a:pt x="0" y="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12" name=""/>
                <p:cNvSpPr/>
                <p:nvPr/>
              </p:nvSpPr>
              <p:spPr>
                <a:xfrm rot="0">
                  <a:off x="2082" y="1972"/>
                  <a:ext cx="25" cy="25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0" y="37"/>
                      </a:moveTo>
                      <a:lnTo>
                        <a:pt x="19" y="56"/>
                      </a:lnTo>
                      <a:lnTo>
                        <a:pt x="37" y="74"/>
                      </a:lnTo>
                      <a:lnTo>
                        <a:pt x="74" y="38"/>
                      </a:lnTo>
                      <a:lnTo>
                        <a:pt x="55" y="19"/>
                      </a:lnTo>
                      <a:lnTo>
                        <a:pt x="36" y="0"/>
                      </a:lnTo>
                      <a:lnTo>
                        <a:pt x="0" y="37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13" name=""/>
                <p:cNvSpPr/>
                <p:nvPr/>
              </p:nvSpPr>
              <p:spPr>
                <a:xfrm rot="0">
                  <a:off x="2101" y="1978"/>
                  <a:ext cx="6" cy="7"/>
                </a:xfrm>
                <a:custGeom>
                  <a:avLst/>
                  <a:ahLst/>
                  <a:rect l="0" t="0" r="r" b="b"/>
                  <a:pathLst>
                    <a:path w="20" h="19">
                      <a:moveTo>
                        <a:pt x="0" y="0"/>
                      </a:moveTo>
                      <a:lnTo>
                        <a:pt x="19" y="19"/>
                      </a:lnTo>
                      <a:lnTo>
                        <a:pt x="20" y="1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14" name=""/>
                <p:cNvSpPr/>
                <p:nvPr/>
              </p:nvSpPr>
              <p:spPr>
                <a:xfrm rot="0" flipV="1">
                  <a:off x="2107" y="1984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15" name=""/>
                <p:cNvSpPr/>
                <p:nvPr/>
              </p:nvSpPr>
              <p:spPr>
                <a:xfrm rot="0">
                  <a:off x="2094" y="1960"/>
                  <a:ext cx="25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0" y="38"/>
                      </a:moveTo>
                      <a:lnTo>
                        <a:pt x="20" y="56"/>
                      </a:lnTo>
                      <a:lnTo>
                        <a:pt x="40" y="74"/>
                      </a:lnTo>
                      <a:lnTo>
                        <a:pt x="74" y="35"/>
                      </a:lnTo>
                      <a:lnTo>
                        <a:pt x="54" y="18"/>
                      </a:lnTo>
                      <a:lnTo>
                        <a:pt x="35" y="0"/>
                      </a:lnTo>
                      <a:lnTo>
                        <a:pt x="0" y="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16" name=""/>
                <p:cNvSpPr/>
                <p:nvPr/>
              </p:nvSpPr>
              <p:spPr>
                <a:xfrm rot="0">
                  <a:off x="2094" y="1960"/>
                  <a:ext cx="25" cy="24"/>
                </a:xfrm>
                <a:custGeom>
                  <a:avLst/>
                  <a:ahLst/>
                  <a:rect l="0" t="0" r="r" b="b"/>
                  <a:pathLst>
                    <a:path w="74" h="74">
                      <a:moveTo>
                        <a:pt x="0" y="38"/>
                      </a:moveTo>
                      <a:lnTo>
                        <a:pt x="20" y="56"/>
                      </a:lnTo>
                      <a:lnTo>
                        <a:pt x="40" y="74"/>
                      </a:lnTo>
                      <a:lnTo>
                        <a:pt x="74" y="35"/>
                      </a:lnTo>
                      <a:lnTo>
                        <a:pt x="54" y="18"/>
                      </a:lnTo>
                      <a:lnTo>
                        <a:pt x="35" y="0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17" name=""/>
                <p:cNvSpPr/>
                <p:nvPr/>
              </p:nvSpPr>
              <p:spPr>
                <a:xfrm rot="0">
                  <a:off x="2112" y="1966"/>
                  <a:ext cx="7" cy="5"/>
                </a:xfrm>
                <a:custGeom>
                  <a:avLst/>
                  <a:ahLst/>
                  <a:rect l="0" t="0" r="r" b="b"/>
                  <a:pathLst>
                    <a:path w="21" h="17">
                      <a:moveTo>
                        <a:pt x="0" y="0"/>
                      </a:moveTo>
                      <a:lnTo>
                        <a:pt x="20" y="17"/>
                      </a:lnTo>
                      <a:lnTo>
                        <a:pt x="21" y="16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18" name=""/>
                <p:cNvSpPr/>
                <p:nvPr/>
              </p:nvSpPr>
              <p:spPr>
                <a:xfrm rot="0" flipV="1">
                  <a:off x="2119" y="1971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19" name=""/>
                <p:cNvSpPr/>
                <p:nvPr/>
              </p:nvSpPr>
              <p:spPr>
                <a:xfrm rot="0">
                  <a:off x="2105" y="1946"/>
                  <a:ext cx="25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0" y="41"/>
                      </a:moveTo>
                      <a:lnTo>
                        <a:pt x="20" y="58"/>
                      </a:lnTo>
                      <a:lnTo>
                        <a:pt x="41" y="74"/>
                      </a:lnTo>
                      <a:lnTo>
                        <a:pt x="73" y="34"/>
                      </a:lnTo>
                      <a:lnTo>
                        <a:pt x="52" y="17"/>
                      </a:lnTo>
                      <a:lnTo>
                        <a:pt x="31" y="0"/>
                      </a:lnTo>
                      <a:lnTo>
                        <a:pt x="0" y="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20" name=""/>
                <p:cNvSpPr/>
                <p:nvPr/>
              </p:nvSpPr>
              <p:spPr>
                <a:xfrm rot="0">
                  <a:off x="2105" y="1946"/>
                  <a:ext cx="25" cy="25"/>
                </a:xfrm>
                <a:custGeom>
                  <a:avLst/>
                  <a:ahLst/>
                  <a:rect l="0" t="0" r="r" b="b"/>
                  <a:pathLst>
                    <a:path w="73" h="74">
                      <a:moveTo>
                        <a:pt x="0" y="41"/>
                      </a:moveTo>
                      <a:lnTo>
                        <a:pt x="20" y="58"/>
                      </a:lnTo>
                      <a:lnTo>
                        <a:pt x="41" y="74"/>
                      </a:lnTo>
                      <a:lnTo>
                        <a:pt x="73" y="34"/>
                      </a:lnTo>
                      <a:lnTo>
                        <a:pt x="52" y="17"/>
                      </a:lnTo>
                      <a:lnTo>
                        <a:pt x="31" y="0"/>
                      </a:lnTo>
                      <a:lnTo>
                        <a:pt x="0" y="41"/>
                      </a:lnTo>
                    </a:path>
                  </a:pathLst>
                </a:custGeom>
                <a:noFill/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21" name=""/>
                <p:cNvSpPr/>
                <p:nvPr/>
              </p:nvSpPr>
              <p:spPr>
                <a:xfrm rot="0">
                  <a:off x="2123" y="1952"/>
                  <a:ext cx="7" cy="6"/>
                </a:xfrm>
                <a:custGeom>
                  <a:avLst/>
                  <a:ahLst/>
                  <a:rect l="0" t="0" r="r" b="b"/>
                  <a:pathLst>
                    <a:path w="22" h="17">
                      <a:moveTo>
                        <a:pt x="0" y="0"/>
                      </a:moveTo>
                      <a:lnTo>
                        <a:pt x="21" y="17"/>
                      </a:lnTo>
                      <a:lnTo>
                        <a:pt x="22" y="1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  <p:sp>
              <p:nvSpPr>
                <p:cNvPr id="1080722" name=""/>
                <p:cNvSpPr/>
                <p:nvPr/>
              </p:nvSpPr>
              <p:spPr>
                <a:xfrm rot="0" flipV="1">
                  <a:off x="2130" y="1957"/>
                  <a:ext cx="1" cy="1"/>
                </a:xfrm>
                <a:prstGeom prst="line"/>
                <a:solidFill>
                  <a:srgbClr val="FFFFFF"/>
                </a:solidFill>
                <a:ln w="0" cap="flat" cmpd="sng">
                  <a:solidFill>
                    <a:srgbClr val="000000">
                      <a:alpha val="100000"/>
                    </a:srgbClr>
                  </a:solidFill>
                  <a:prstDash val="solid"/>
                  <a:round/>
                </a:ln>
              </p:spPr>
            </p:sp>
            <p:sp>
              <p:nvSpPr>
                <p:cNvPr id="1080723" name=""/>
                <p:cNvSpPr/>
                <p:nvPr/>
              </p:nvSpPr>
              <p:spPr>
                <a:xfrm rot="0">
                  <a:off x="2115" y="1933"/>
                  <a:ext cx="25" cy="24"/>
                </a:xfrm>
                <a:custGeom>
                  <a:avLst/>
                  <a:ahLst/>
                  <a:rect l="0" t="0" r="r" b="b"/>
                  <a:pathLst>
                    <a:path w="73" h="72">
                      <a:moveTo>
                        <a:pt x="0" y="42"/>
                      </a:moveTo>
                      <a:lnTo>
                        <a:pt x="22" y="57"/>
                      </a:lnTo>
                      <a:lnTo>
                        <a:pt x="44" y="72"/>
                      </a:lnTo>
                      <a:lnTo>
                        <a:pt x="73" y="29"/>
                      </a:lnTo>
                      <a:lnTo>
                        <a:pt x="51" y="14"/>
                      </a:lnTo>
                      <a:lnTo>
                        <a:pt x="29" y="0"/>
                      </a:lnTo>
                      <a:lnTo>
                        <a:pt x="0" y="4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</p:sp>
          </p:grpSp>
        </p:grpSp>
        <p:sp>
          <p:nvSpPr>
            <p:cNvPr id="1080724" name=""/>
            <p:cNvSpPr/>
            <p:nvPr/>
          </p:nvSpPr>
          <p:spPr>
            <a:xfrm rot="0">
              <a:off x="2115" y="1933"/>
              <a:ext cx="25" cy="24"/>
            </a:xfrm>
            <a:custGeom>
              <a:avLst/>
              <a:ahLst/>
              <a:rect l="0" t="0" r="r" b="b"/>
              <a:pathLst>
                <a:path w="73" h="72">
                  <a:moveTo>
                    <a:pt x="0" y="42"/>
                  </a:moveTo>
                  <a:lnTo>
                    <a:pt x="22" y="57"/>
                  </a:lnTo>
                  <a:lnTo>
                    <a:pt x="44" y="72"/>
                  </a:lnTo>
                  <a:lnTo>
                    <a:pt x="73" y="29"/>
                  </a:lnTo>
                  <a:lnTo>
                    <a:pt x="51" y="14"/>
                  </a:lnTo>
                  <a:lnTo>
                    <a:pt x="29" y="0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25" name=""/>
            <p:cNvSpPr/>
            <p:nvPr/>
          </p:nvSpPr>
          <p:spPr>
            <a:xfrm rot="0">
              <a:off x="2132" y="1938"/>
              <a:ext cx="8" cy="5"/>
            </a:xfrm>
            <a:custGeom>
              <a:avLst/>
              <a:ahLst/>
              <a:rect l="0" t="0" r="r" b="b"/>
              <a:pathLst>
                <a:path w="23" h="15">
                  <a:moveTo>
                    <a:pt x="0" y="0"/>
                  </a:moveTo>
                  <a:lnTo>
                    <a:pt x="22" y="15"/>
                  </a:lnTo>
                  <a:lnTo>
                    <a:pt x="23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26" name=""/>
            <p:cNvSpPr/>
            <p:nvPr/>
          </p:nvSpPr>
          <p:spPr>
            <a:xfrm rot="0" flipV="1">
              <a:off x="2140" y="1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27" name=""/>
            <p:cNvSpPr/>
            <p:nvPr/>
          </p:nvSpPr>
          <p:spPr>
            <a:xfrm rot="0">
              <a:off x="2125" y="1919"/>
              <a:ext cx="24" cy="23"/>
            </a:xfrm>
            <a:custGeom>
              <a:avLst/>
              <a:ahLst/>
              <a:rect l="0" t="0" r="r" b="b"/>
              <a:pathLst>
                <a:path w="72" h="71">
                  <a:moveTo>
                    <a:pt x="0" y="44"/>
                  </a:moveTo>
                  <a:lnTo>
                    <a:pt x="23" y="57"/>
                  </a:lnTo>
                  <a:lnTo>
                    <a:pt x="46" y="71"/>
                  </a:lnTo>
                  <a:lnTo>
                    <a:pt x="72" y="27"/>
                  </a:lnTo>
                  <a:lnTo>
                    <a:pt x="49" y="13"/>
                  </a:lnTo>
                  <a:lnTo>
                    <a:pt x="26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28" name=""/>
            <p:cNvSpPr/>
            <p:nvPr/>
          </p:nvSpPr>
          <p:spPr>
            <a:xfrm rot="0">
              <a:off x="2125" y="1919"/>
              <a:ext cx="24" cy="23"/>
            </a:xfrm>
            <a:custGeom>
              <a:avLst/>
              <a:ahLst/>
              <a:rect l="0" t="0" r="r" b="b"/>
              <a:pathLst>
                <a:path w="72" h="71">
                  <a:moveTo>
                    <a:pt x="0" y="44"/>
                  </a:moveTo>
                  <a:lnTo>
                    <a:pt x="23" y="57"/>
                  </a:lnTo>
                  <a:lnTo>
                    <a:pt x="46" y="71"/>
                  </a:lnTo>
                  <a:lnTo>
                    <a:pt x="72" y="27"/>
                  </a:lnTo>
                  <a:lnTo>
                    <a:pt x="49" y="13"/>
                  </a:lnTo>
                  <a:lnTo>
                    <a:pt x="26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29" name=""/>
            <p:cNvSpPr/>
            <p:nvPr/>
          </p:nvSpPr>
          <p:spPr>
            <a:xfrm rot="0">
              <a:off x="2141" y="1923"/>
              <a:ext cx="8" cy="5"/>
            </a:xfrm>
            <a:custGeom>
              <a:avLst/>
              <a:ahLst/>
              <a:rect l="0" t="0" r="r" b="b"/>
              <a:pathLst>
                <a:path w="24" h="14">
                  <a:moveTo>
                    <a:pt x="0" y="0"/>
                  </a:moveTo>
                  <a:lnTo>
                    <a:pt x="23" y="14"/>
                  </a:lnTo>
                  <a:lnTo>
                    <a:pt x="2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30" name=""/>
            <p:cNvSpPr/>
            <p:nvPr/>
          </p:nvSpPr>
          <p:spPr>
            <a:xfrm rot="0" flipV="1">
              <a:off x="2149" y="19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31" name=""/>
            <p:cNvSpPr/>
            <p:nvPr/>
          </p:nvSpPr>
          <p:spPr>
            <a:xfrm rot="0">
              <a:off x="2133" y="1904"/>
              <a:ext cx="24" cy="23"/>
            </a:xfrm>
            <a:custGeom>
              <a:avLst/>
              <a:ahLst/>
              <a:rect l="0" t="0" r="r" b="b"/>
              <a:pathLst>
                <a:path w="71" h="69">
                  <a:moveTo>
                    <a:pt x="0" y="46"/>
                  </a:moveTo>
                  <a:lnTo>
                    <a:pt x="24" y="57"/>
                  </a:lnTo>
                  <a:lnTo>
                    <a:pt x="48" y="69"/>
                  </a:lnTo>
                  <a:lnTo>
                    <a:pt x="71" y="23"/>
                  </a:lnTo>
                  <a:lnTo>
                    <a:pt x="47" y="12"/>
                  </a:lnTo>
                  <a:lnTo>
                    <a:pt x="23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32" name=""/>
            <p:cNvSpPr/>
            <p:nvPr/>
          </p:nvSpPr>
          <p:spPr>
            <a:xfrm rot="0">
              <a:off x="2133" y="1904"/>
              <a:ext cx="24" cy="23"/>
            </a:xfrm>
            <a:custGeom>
              <a:avLst/>
              <a:ahLst/>
              <a:rect l="0" t="0" r="r" b="b"/>
              <a:pathLst>
                <a:path w="71" h="69">
                  <a:moveTo>
                    <a:pt x="0" y="46"/>
                  </a:moveTo>
                  <a:lnTo>
                    <a:pt x="24" y="57"/>
                  </a:lnTo>
                  <a:lnTo>
                    <a:pt x="48" y="69"/>
                  </a:lnTo>
                  <a:lnTo>
                    <a:pt x="71" y="23"/>
                  </a:lnTo>
                  <a:lnTo>
                    <a:pt x="47" y="12"/>
                  </a:lnTo>
                  <a:lnTo>
                    <a:pt x="23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33" name=""/>
            <p:cNvSpPr/>
            <p:nvPr/>
          </p:nvSpPr>
          <p:spPr>
            <a:xfrm rot="0">
              <a:off x="2149" y="1908"/>
              <a:ext cx="8" cy="4"/>
            </a:xfrm>
            <a:custGeom>
              <a:avLst/>
              <a:ahLst/>
              <a:rect l="0" t="0" r="r" b="b"/>
              <a:pathLst>
                <a:path w="24" h="11">
                  <a:moveTo>
                    <a:pt x="0" y="0"/>
                  </a:moveTo>
                  <a:lnTo>
                    <a:pt x="24" y="11"/>
                  </a:lnTo>
                  <a:lnTo>
                    <a:pt x="24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34" name=""/>
            <p:cNvSpPr/>
            <p:nvPr/>
          </p:nvSpPr>
          <p:spPr>
            <a:xfrm rot="0" flipV="1">
              <a:off x="2157" y="19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35" name=""/>
            <p:cNvSpPr/>
            <p:nvPr/>
          </p:nvSpPr>
          <p:spPr>
            <a:xfrm rot="0">
              <a:off x="2141" y="1888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0" y="48"/>
                  </a:moveTo>
                  <a:lnTo>
                    <a:pt x="24" y="59"/>
                  </a:lnTo>
                  <a:lnTo>
                    <a:pt x="48" y="69"/>
                  </a:lnTo>
                  <a:lnTo>
                    <a:pt x="69" y="21"/>
                  </a:lnTo>
                  <a:lnTo>
                    <a:pt x="45" y="11"/>
                  </a:lnTo>
                  <a:lnTo>
                    <a:pt x="21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36" name=""/>
            <p:cNvSpPr/>
            <p:nvPr/>
          </p:nvSpPr>
          <p:spPr>
            <a:xfrm rot="0">
              <a:off x="2141" y="1888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0" y="48"/>
                  </a:moveTo>
                  <a:lnTo>
                    <a:pt x="24" y="59"/>
                  </a:lnTo>
                  <a:lnTo>
                    <a:pt x="48" y="69"/>
                  </a:lnTo>
                  <a:lnTo>
                    <a:pt x="69" y="21"/>
                  </a:lnTo>
                  <a:lnTo>
                    <a:pt x="45" y="11"/>
                  </a:lnTo>
                  <a:lnTo>
                    <a:pt x="21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37" name=""/>
            <p:cNvSpPr/>
            <p:nvPr/>
          </p:nvSpPr>
          <p:spPr>
            <a:xfrm rot="0">
              <a:off x="2156" y="1892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4" y="10"/>
                  </a:lnTo>
                  <a:lnTo>
                    <a:pt x="25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38" name=""/>
            <p:cNvSpPr/>
            <p:nvPr/>
          </p:nvSpPr>
          <p:spPr>
            <a:xfrm rot="0" flipV="1">
              <a:off x="2164" y="18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39" name=""/>
            <p:cNvSpPr/>
            <p:nvPr/>
          </p:nvSpPr>
          <p:spPr>
            <a:xfrm rot="0">
              <a:off x="2147" y="1873"/>
              <a:ext cx="23" cy="22"/>
            </a:xfrm>
            <a:custGeom>
              <a:avLst/>
              <a:ahLst/>
              <a:rect l="0" t="0" r="r" b="b"/>
              <a:pathLst>
                <a:path w="67" h="65">
                  <a:moveTo>
                    <a:pt x="0" y="48"/>
                  </a:moveTo>
                  <a:lnTo>
                    <a:pt x="25" y="57"/>
                  </a:lnTo>
                  <a:lnTo>
                    <a:pt x="50" y="65"/>
                  </a:lnTo>
                  <a:lnTo>
                    <a:pt x="67" y="17"/>
                  </a:lnTo>
                  <a:lnTo>
                    <a:pt x="41" y="9"/>
                  </a:lnTo>
                  <a:lnTo>
                    <a:pt x="16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40" name=""/>
            <p:cNvSpPr/>
            <p:nvPr/>
          </p:nvSpPr>
          <p:spPr>
            <a:xfrm rot="0">
              <a:off x="2147" y="1873"/>
              <a:ext cx="23" cy="22"/>
            </a:xfrm>
            <a:custGeom>
              <a:avLst/>
              <a:ahLst/>
              <a:rect l="0" t="0" r="r" b="b"/>
              <a:pathLst>
                <a:path w="67" h="65">
                  <a:moveTo>
                    <a:pt x="0" y="48"/>
                  </a:moveTo>
                  <a:lnTo>
                    <a:pt x="25" y="57"/>
                  </a:lnTo>
                  <a:lnTo>
                    <a:pt x="50" y="65"/>
                  </a:lnTo>
                  <a:lnTo>
                    <a:pt x="67" y="17"/>
                  </a:lnTo>
                  <a:lnTo>
                    <a:pt x="41" y="9"/>
                  </a:lnTo>
                  <a:lnTo>
                    <a:pt x="16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41" name=""/>
            <p:cNvSpPr/>
            <p:nvPr/>
          </p:nvSpPr>
          <p:spPr>
            <a:xfrm rot="0">
              <a:off x="2161" y="1876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0"/>
                  </a:moveTo>
                  <a:lnTo>
                    <a:pt x="26" y="8"/>
                  </a:lnTo>
                  <a:lnTo>
                    <a:pt x="26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42" name=""/>
            <p:cNvSpPr/>
            <p:nvPr/>
          </p:nvSpPr>
          <p:spPr>
            <a:xfrm rot="0" flipV="1">
              <a:off x="2170" y="18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43" name=""/>
            <p:cNvSpPr/>
            <p:nvPr/>
          </p:nvSpPr>
          <p:spPr>
            <a:xfrm rot="0">
              <a:off x="2153" y="1857"/>
              <a:ext cx="21" cy="21"/>
            </a:xfrm>
            <a:custGeom>
              <a:avLst/>
              <a:ahLst/>
              <a:rect l="0" t="0" r="r" b="b"/>
              <a:pathLst>
                <a:path w="65" h="64">
                  <a:moveTo>
                    <a:pt x="0" y="49"/>
                  </a:moveTo>
                  <a:lnTo>
                    <a:pt x="25" y="57"/>
                  </a:lnTo>
                  <a:lnTo>
                    <a:pt x="51" y="64"/>
                  </a:lnTo>
                  <a:lnTo>
                    <a:pt x="65" y="15"/>
                  </a:lnTo>
                  <a:lnTo>
                    <a:pt x="40" y="8"/>
                  </a:lnTo>
                  <a:lnTo>
                    <a:pt x="15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44" name=""/>
            <p:cNvSpPr/>
            <p:nvPr/>
          </p:nvSpPr>
          <p:spPr>
            <a:xfrm rot="0">
              <a:off x="2153" y="1857"/>
              <a:ext cx="21" cy="21"/>
            </a:xfrm>
            <a:custGeom>
              <a:avLst/>
              <a:ahLst/>
              <a:rect l="0" t="0" r="r" b="b"/>
              <a:pathLst>
                <a:path w="65" h="64">
                  <a:moveTo>
                    <a:pt x="0" y="49"/>
                  </a:moveTo>
                  <a:lnTo>
                    <a:pt x="25" y="57"/>
                  </a:lnTo>
                  <a:lnTo>
                    <a:pt x="51" y="64"/>
                  </a:lnTo>
                  <a:lnTo>
                    <a:pt x="65" y="15"/>
                  </a:lnTo>
                  <a:lnTo>
                    <a:pt x="40" y="8"/>
                  </a:lnTo>
                  <a:lnTo>
                    <a:pt x="15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45" name=""/>
            <p:cNvSpPr/>
            <p:nvPr/>
          </p:nvSpPr>
          <p:spPr>
            <a:xfrm rot="0">
              <a:off x="2166" y="1860"/>
              <a:ext cx="9" cy="2"/>
            </a:xfrm>
            <a:custGeom>
              <a:avLst/>
              <a:ahLst/>
              <a:rect l="0" t="0" r="r" b="b"/>
              <a:pathLst>
                <a:path w="26" h="7">
                  <a:moveTo>
                    <a:pt x="0" y="0"/>
                  </a:moveTo>
                  <a:lnTo>
                    <a:pt x="25" y="7"/>
                  </a:lnTo>
                  <a:lnTo>
                    <a:pt x="26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46" name=""/>
            <p:cNvSpPr/>
            <p:nvPr/>
          </p:nvSpPr>
          <p:spPr>
            <a:xfrm rot="0" flipV="1">
              <a:off x="2174" y="18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47" name=""/>
            <p:cNvSpPr/>
            <p:nvPr/>
          </p:nvSpPr>
          <p:spPr>
            <a:xfrm rot="0">
              <a:off x="2157" y="1840"/>
              <a:ext cx="22" cy="22"/>
            </a:xfrm>
            <a:custGeom>
              <a:avLst/>
              <a:ahLst/>
              <a:rect l="0" t="0" r="r" b="b"/>
              <a:pathLst>
                <a:path w="64" h="64">
                  <a:moveTo>
                    <a:pt x="0" y="51"/>
                  </a:moveTo>
                  <a:lnTo>
                    <a:pt x="26" y="58"/>
                  </a:lnTo>
                  <a:lnTo>
                    <a:pt x="52" y="64"/>
                  </a:lnTo>
                  <a:lnTo>
                    <a:pt x="64" y="13"/>
                  </a:lnTo>
                  <a:lnTo>
                    <a:pt x="38" y="7"/>
                  </a:lnTo>
                  <a:lnTo>
                    <a:pt x="11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48" name=""/>
            <p:cNvSpPr/>
            <p:nvPr/>
          </p:nvSpPr>
          <p:spPr>
            <a:xfrm rot="0">
              <a:off x="2157" y="1840"/>
              <a:ext cx="22" cy="22"/>
            </a:xfrm>
            <a:custGeom>
              <a:avLst/>
              <a:ahLst/>
              <a:rect l="0" t="0" r="r" b="b"/>
              <a:pathLst>
                <a:path w="64" h="64">
                  <a:moveTo>
                    <a:pt x="0" y="51"/>
                  </a:moveTo>
                  <a:lnTo>
                    <a:pt x="26" y="58"/>
                  </a:lnTo>
                  <a:lnTo>
                    <a:pt x="52" y="64"/>
                  </a:lnTo>
                  <a:lnTo>
                    <a:pt x="64" y="13"/>
                  </a:lnTo>
                  <a:lnTo>
                    <a:pt x="38" y="7"/>
                  </a:lnTo>
                  <a:lnTo>
                    <a:pt x="11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49" name=""/>
            <p:cNvSpPr/>
            <p:nvPr/>
          </p:nvSpPr>
          <p:spPr>
            <a:xfrm rot="0">
              <a:off x="2170" y="1843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6"/>
                  </a:lnTo>
                  <a:lnTo>
                    <a:pt x="26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50" name=""/>
            <p:cNvSpPr/>
            <p:nvPr/>
          </p:nvSpPr>
          <p:spPr>
            <a:xfrm rot="0" flipV="1">
              <a:off x="2179" y="18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51" name=""/>
            <p:cNvSpPr/>
            <p:nvPr/>
          </p:nvSpPr>
          <p:spPr>
            <a:xfrm rot="0">
              <a:off x="2161" y="1824"/>
              <a:ext cx="20" cy="20"/>
            </a:xfrm>
            <a:custGeom>
              <a:avLst/>
              <a:ahLst/>
              <a:rect l="0" t="0" r="r" b="b"/>
              <a:pathLst>
                <a:path w="61" h="59">
                  <a:moveTo>
                    <a:pt x="0" y="50"/>
                  </a:moveTo>
                  <a:lnTo>
                    <a:pt x="27" y="55"/>
                  </a:lnTo>
                  <a:lnTo>
                    <a:pt x="53" y="59"/>
                  </a:lnTo>
                  <a:lnTo>
                    <a:pt x="61" y="9"/>
                  </a:lnTo>
                  <a:lnTo>
                    <a:pt x="35" y="4"/>
                  </a:lnTo>
                  <a:lnTo>
                    <a:pt x="9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52" name=""/>
            <p:cNvSpPr/>
            <p:nvPr/>
          </p:nvSpPr>
          <p:spPr>
            <a:xfrm rot="0">
              <a:off x="2161" y="1824"/>
              <a:ext cx="20" cy="20"/>
            </a:xfrm>
            <a:custGeom>
              <a:avLst/>
              <a:ahLst/>
              <a:rect l="0" t="0" r="r" b="b"/>
              <a:pathLst>
                <a:path w="61" h="59">
                  <a:moveTo>
                    <a:pt x="0" y="50"/>
                  </a:moveTo>
                  <a:lnTo>
                    <a:pt x="27" y="55"/>
                  </a:lnTo>
                  <a:lnTo>
                    <a:pt x="53" y="59"/>
                  </a:lnTo>
                  <a:lnTo>
                    <a:pt x="61" y="9"/>
                  </a:lnTo>
                  <a:lnTo>
                    <a:pt x="35" y="4"/>
                  </a:lnTo>
                  <a:lnTo>
                    <a:pt x="9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53" name=""/>
            <p:cNvSpPr/>
            <p:nvPr/>
          </p:nvSpPr>
          <p:spPr>
            <a:xfrm rot="0">
              <a:off x="2173" y="1826"/>
              <a:ext cx="8" cy="1"/>
            </a:xfrm>
            <a:custGeom>
              <a:avLst/>
              <a:ahLst/>
              <a:rect l="0" t="0" r="r" b="b"/>
              <a:pathLst>
                <a:path w="26" h="5">
                  <a:moveTo>
                    <a:pt x="0" y="0"/>
                  </a:moveTo>
                  <a:lnTo>
                    <a:pt x="26" y="5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54" name=""/>
            <p:cNvSpPr/>
            <p:nvPr/>
          </p:nvSpPr>
          <p:spPr>
            <a:xfrm rot="0" flipV="1">
              <a:off x="2181" y="18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55" name=""/>
            <p:cNvSpPr/>
            <p:nvPr/>
          </p:nvSpPr>
          <p:spPr>
            <a:xfrm rot="0">
              <a:off x="2164" y="1808"/>
              <a:ext cx="19" cy="19"/>
            </a:xfrm>
            <a:custGeom>
              <a:avLst/>
              <a:ahLst/>
              <a:rect l="0" t="0" r="r" b="b"/>
              <a:pathLst>
                <a:path w="56" h="56">
                  <a:moveTo>
                    <a:pt x="0" y="51"/>
                  </a:moveTo>
                  <a:lnTo>
                    <a:pt x="26" y="53"/>
                  </a:lnTo>
                  <a:lnTo>
                    <a:pt x="52" y="56"/>
                  </a:lnTo>
                  <a:lnTo>
                    <a:pt x="56" y="4"/>
                  </a:lnTo>
                  <a:lnTo>
                    <a:pt x="30" y="2"/>
                  </a:lnTo>
                  <a:lnTo>
                    <a:pt x="4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56" name=""/>
            <p:cNvSpPr/>
            <p:nvPr/>
          </p:nvSpPr>
          <p:spPr>
            <a:xfrm rot="0">
              <a:off x="2164" y="1808"/>
              <a:ext cx="19" cy="19"/>
            </a:xfrm>
            <a:custGeom>
              <a:avLst/>
              <a:ahLst/>
              <a:rect l="0" t="0" r="r" b="b"/>
              <a:pathLst>
                <a:path w="56" h="56">
                  <a:moveTo>
                    <a:pt x="0" y="51"/>
                  </a:moveTo>
                  <a:lnTo>
                    <a:pt x="26" y="53"/>
                  </a:lnTo>
                  <a:lnTo>
                    <a:pt x="52" y="56"/>
                  </a:lnTo>
                  <a:lnTo>
                    <a:pt x="56" y="4"/>
                  </a:lnTo>
                  <a:lnTo>
                    <a:pt x="30" y="2"/>
                  </a:lnTo>
                  <a:lnTo>
                    <a:pt x="4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57" name=""/>
            <p:cNvSpPr/>
            <p:nvPr/>
          </p:nvSpPr>
          <p:spPr>
            <a:xfrm rot="0">
              <a:off x="2174" y="1809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0"/>
                  </a:moveTo>
                  <a:lnTo>
                    <a:pt x="26" y="2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58" name=""/>
            <p:cNvSpPr/>
            <p:nvPr/>
          </p:nvSpPr>
          <p:spPr>
            <a:xfrm rot="0" flipV="1">
              <a:off x="2183" y="18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59" name=""/>
            <p:cNvSpPr/>
            <p:nvPr/>
          </p:nvSpPr>
          <p:spPr>
            <a:xfrm rot="0">
              <a:off x="2165" y="1791"/>
              <a:ext cx="18" cy="18"/>
            </a:xfrm>
            <a:custGeom>
              <a:avLst/>
              <a:ahLst/>
              <a:rect l="0" t="0" r="r" b="b"/>
              <a:pathLst>
                <a:path w="54" h="54">
                  <a:moveTo>
                    <a:pt x="0" y="52"/>
                  </a:moveTo>
                  <a:lnTo>
                    <a:pt x="26" y="53"/>
                  </a:lnTo>
                  <a:lnTo>
                    <a:pt x="52" y="54"/>
                  </a:lnTo>
                  <a:lnTo>
                    <a:pt x="54" y="2"/>
                  </a:lnTo>
                  <a:lnTo>
                    <a:pt x="28" y="1"/>
                  </a:lnTo>
                  <a:lnTo>
                    <a:pt x="2" y="0"/>
                  </a:lnTo>
                  <a:lnTo>
                    <a:pt x="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60" name=""/>
            <p:cNvSpPr/>
            <p:nvPr/>
          </p:nvSpPr>
          <p:spPr>
            <a:xfrm rot="0">
              <a:off x="2165" y="1791"/>
              <a:ext cx="18" cy="18"/>
            </a:xfrm>
            <a:custGeom>
              <a:avLst/>
              <a:ahLst/>
              <a:rect l="0" t="0" r="r" b="b"/>
              <a:pathLst>
                <a:path w="54" h="54">
                  <a:moveTo>
                    <a:pt x="0" y="52"/>
                  </a:moveTo>
                  <a:lnTo>
                    <a:pt x="26" y="53"/>
                  </a:lnTo>
                  <a:lnTo>
                    <a:pt x="52" y="54"/>
                  </a:lnTo>
                  <a:lnTo>
                    <a:pt x="54" y="2"/>
                  </a:lnTo>
                  <a:lnTo>
                    <a:pt x="28" y="1"/>
                  </a:lnTo>
                  <a:lnTo>
                    <a:pt x="2" y="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1" name=""/>
            <p:cNvSpPr/>
            <p:nvPr/>
          </p:nvSpPr>
          <p:spPr>
            <a:xfrm rot="0">
              <a:off x="2175" y="1791"/>
              <a:ext cx="8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1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0762" name=""/>
            <p:cNvSpPr/>
            <p:nvPr/>
          </p:nvSpPr>
          <p:spPr>
            <a:xfrm rot="0" flipV="1">
              <a:off x="2183" y="1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3" name=""/>
            <p:cNvSpPr/>
            <p:nvPr/>
          </p:nvSpPr>
          <p:spPr>
            <a:xfrm rot="0" flipH="1">
              <a:off x="2183" y="1791"/>
              <a:ext cx="315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4" name=""/>
            <p:cNvSpPr/>
            <p:nvPr/>
          </p:nvSpPr>
          <p:spPr>
            <a:xfrm rot="0" flipH="1">
              <a:off x="2087" y="1791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5" name=""/>
            <p:cNvSpPr/>
            <p:nvPr/>
          </p:nvSpPr>
          <p:spPr>
            <a:xfrm rot="0" flipH="1">
              <a:off x="1751" y="1791"/>
              <a:ext cx="28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6" name=""/>
            <p:cNvSpPr/>
            <p:nvPr/>
          </p:nvSpPr>
          <p:spPr>
            <a:xfrm rot="0" flipH="1">
              <a:off x="1655" y="1791"/>
              <a:ext cx="4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7" name=""/>
            <p:cNvSpPr/>
            <p:nvPr/>
          </p:nvSpPr>
          <p:spPr>
            <a:xfrm rot="0" flipH="1">
              <a:off x="1292" y="1791"/>
              <a:ext cx="31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8" name=""/>
            <p:cNvSpPr/>
            <p:nvPr/>
          </p:nvSpPr>
          <p:spPr>
            <a:xfrm rot="0" flipV="1">
              <a:off x="1902" y="2817"/>
              <a:ext cx="1" cy="26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69" name=""/>
            <p:cNvSpPr/>
            <p:nvPr/>
          </p:nvSpPr>
          <p:spPr>
            <a:xfrm rot="0" flipV="1">
              <a:off x="1902" y="2721"/>
              <a:ext cx="1" cy="4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0" name=""/>
            <p:cNvSpPr/>
            <p:nvPr/>
          </p:nvSpPr>
          <p:spPr>
            <a:xfrm rot="0" flipV="1">
              <a:off x="1902" y="2404"/>
              <a:ext cx="1" cy="26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0771" name=""/>
          <p:cNvSpPr/>
          <p:nvPr/>
        </p:nvSpPr>
        <p:spPr>
          <a:xfrm rot="0">
            <a:off x="5926137" y="2843212"/>
            <a:ext cx="14287" cy="1587"/>
          </a:xfrm>
          <a:prstGeom prst="rect"/>
          <a:solidFill>
            <a:srgbClr val="FF0000"/>
          </a:solidFill>
          <a:ln>
            <a:noFill/>
          </a:ln>
        </p:spPr>
      </p:sp>
      <p:grpSp>
        <p:nvGrpSpPr>
          <p:cNvPr id="420" name=""/>
          <p:cNvGrpSpPr/>
          <p:nvPr/>
        </p:nvGrpSpPr>
        <p:grpSpPr>
          <a:xfrm rot="0">
            <a:off x="4270375" y="1939925"/>
            <a:ext cx="1803400" cy="1768475"/>
            <a:chOff x="2690" y="1222"/>
            <a:chExt cx="1136" cy="1114"/>
          </a:xfrm>
        </p:grpSpPr>
        <p:sp>
          <p:nvSpPr>
            <p:cNvPr id="1080772" name=""/>
            <p:cNvSpPr/>
            <p:nvPr/>
          </p:nvSpPr>
          <p:spPr>
            <a:xfrm rot="0" flipH="1">
              <a:off x="3748" y="1791"/>
              <a:ext cx="7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3" name=""/>
            <p:cNvSpPr/>
            <p:nvPr/>
          </p:nvSpPr>
          <p:spPr>
            <a:xfrm rot="0" flipH="1">
              <a:off x="3710" y="1791"/>
              <a:ext cx="1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4" name=""/>
            <p:cNvSpPr/>
            <p:nvPr/>
          </p:nvSpPr>
          <p:spPr>
            <a:xfrm rot="0" flipH="1">
              <a:off x="3594" y="1791"/>
              <a:ext cx="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5" name=""/>
            <p:cNvSpPr/>
            <p:nvPr/>
          </p:nvSpPr>
          <p:spPr>
            <a:xfrm rot="0" flipH="1">
              <a:off x="3556" y="1791"/>
              <a:ext cx="1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6" name=""/>
            <p:cNvSpPr/>
            <p:nvPr/>
          </p:nvSpPr>
          <p:spPr>
            <a:xfrm rot="0" flipH="1">
              <a:off x="3440" y="1791"/>
              <a:ext cx="9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7" name=""/>
            <p:cNvSpPr/>
            <p:nvPr/>
          </p:nvSpPr>
          <p:spPr>
            <a:xfrm rot="0" flipH="1">
              <a:off x="3402" y="1791"/>
              <a:ext cx="1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8" name=""/>
            <p:cNvSpPr/>
            <p:nvPr/>
          </p:nvSpPr>
          <p:spPr>
            <a:xfrm rot="0" flipH="1">
              <a:off x="3287" y="1791"/>
              <a:ext cx="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79" name=""/>
            <p:cNvSpPr/>
            <p:nvPr/>
          </p:nvSpPr>
          <p:spPr>
            <a:xfrm rot="0" flipH="1">
              <a:off x="3248" y="1791"/>
              <a:ext cx="1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0" name=""/>
            <p:cNvSpPr/>
            <p:nvPr/>
          </p:nvSpPr>
          <p:spPr>
            <a:xfrm rot="0" flipH="1">
              <a:off x="3133" y="1791"/>
              <a:ext cx="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1" name=""/>
            <p:cNvSpPr/>
            <p:nvPr/>
          </p:nvSpPr>
          <p:spPr>
            <a:xfrm rot="0" flipH="1">
              <a:off x="3094" y="1791"/>
              <a:ext cx="2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2" name=""/>
            <p:cNvSpPr/>
            <p:nvPr/>
          </p:nvSpPr>
          <p:spPr>
            <a:xfrm rot="0" flipH="1">
              <a:off x="2979" y="1791"/>
              <a:ext cx="96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3" name=""/>
            <p:cNvSpPr/>
            <p:nvPr/>
          </p:nvSpPr>
          <p:spPr>
            <a:xfrm rot="0" flipH="1">
              <a:off x="2941" y="1791"/>
              <a:ext cx="1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4" name=""/>
            <p:cNvSpPr/>
            <p:nvPr/>
          </p:nvSpPr>
          <p:spPr>
            <a:xfrm rot="0" flipH="1">
              <a:off x="2825" y="1791"/>
              <a:ext cx="9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5" name=""/>
            <p:cNvSpPr/>
            <p:nvPr/>
          </p:nvSpPr>
          <p:spPr>
            <a:xfrm rot="0" flipH="1">
              <a:off x="2787" y="1791"/>
              <a:ext cx="1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6" name=""/>
            <p:cNvSpPr/>
            <p:nvPr/>
          </p:nvSpPr>
          <p:spPr>
            <a:xfrm rot="0" flipH="1">
              <a:off x="2690" y="1791"/>
              <a:ext cx="7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7" name=""/>
            <p:cNvSpPr/>
            <p:nvPr/>
          </p:nvSpPr>
          <p:spPr>
            <a:xfrm rot="0">
              <a:off x="2748" y="205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27"/>
                  </a:moveTo>
                  <a:lnTo>
                    <a:pt x="0" y="27"/>
                  </a:lnTo>
                  <a:lnTo>
                    <a:pt x="2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8"/>
                  </a:lnTo>
                  <a:lnTo>
                    <a:pt x="54" y="27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788" name=""/>
            <p:cNvSpPr/>
            <p:nvPr/>
          </p:nvSpPr>
          <p:spPr>
            <a:xfrm rot="0">
              <a:off x="2748" y="2056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2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2" y="18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89" name=""/>
            <p:cNvSpPr/>
            <p:nvPr/>
          </p:nvSpPr>
          <p:spPr>
            <a:xfrm rot="0">
              <a:off x="2748" y="2065"/>
              <a:ext cx="18" cy="216"/>
            </a:xfrm>
            <a:custGeom>
              <a:avLst/>
              <a:ahLst/>
              <a:rect l="0" t="0" r="r" b="b"/>
              <a:pathLst>
                <a:path w="54" h="64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27" y="648"/>
                  </a:lnTo>
                  <a:lnTo>
                    <a:pt x="54" y="648"/>
                  </a:lnTo>
                  <a:lnTo>
                    <a:pt x="5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790" name=""/>
            <p:cNvSpPr/>
            <p:nvPr/>
          </p:nvSpPr>
          <p:spPr>
            <a:xfrm rot="0">
              <a:off x="2748" y="2065"/>
              <a:ext cx="18" cy="216"/>
            </a:xfrm>
            <a:custGeom>
              <a:avLst/>
              <a:ahLst/>
              <a:rect l="0" t="0" r="r" b="b"/>
              <a:pathLst>
                <a:path w="54" h="648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27" y="648"/>
                  </a:lnTo>
                  <a:lnTo>
                    <a:pt x="54" y="648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91" name=""/>
            <p:cNvSpPr/>
            <p:nvPr/>
          </p:nvSpPr>
          <p:spPr>
            <a:xfrm rot="0">
              <a:off x="2748" y="228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7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792" name=""/>
            <p:cNvSpPr/>
            <p:nvPr/>
          </p:nvSpPr>
          <p:spPr>
            <a:xfrm rot="0">
              <a:off x="2748" y="228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7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93" name=""/>
            <p:cNvSpPr/>
            <p:nvPr/>
          </p:nvSpPr>
          <p:spPr>
            <a:xfrm rot="0">
              <a:off x="2748" y="2272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27" y="27"/>
                  </a:moveTo>
                  <a:lnTo>
                    <a:pt x="27" y="53"/>
                  </a:lnTo>
                  <a:lnTo>
                    <a:pt x="18" y="52"/>
                  </a:lnTo>
                  <a:lnTo>
                    <a:pt x="11" y="49"/>
                  </a:lnTo>
                  <a:lnTo>
                    <a:pt x="5" y="43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794" name=""/>
            <p:cNvSpPr/>
            <p:nvPr/>
          </p:nvSpPr>
          <p:spPr>
            <a:xfrm rot="0">
              <a:off x="2748" y="2272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27" y="53"/>
                  </a:moveTo>
                  <a:lnTo>
                    <a:pt x="18" y="52"/>
                  </a:lnTo>
                  <a:lnTo>
                    <a:pt x="11" y="49"/>
                  </a:lnTo>
                  <a:lnTo>
                    <a:pt x="5" y="43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95" name=""/>
            <p:cNvSpPr/>
            <p:nvPr/>
          </p:nvSpPr>
          <p:spPr>
            <a:xfrm rot="0">
              <a:off x="2757" y="2272"/>
              <a:ext cx="1060" cy="17"/>
            </a:xfrm>
            <a:custGeom>
              <a:avLst/>
              <a:ahLst/>
              <a:rect l="0" t="0" r="r" b="b"/>
              <a:pathLst>
                <a:path w="3178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3178" y="53"/>
                  </a:lnTo>
                  <a:lnTo>
                    <a:pt x="3178" y="27"/>
                  </a:lnTo>
                  <a:lnTo>
                    <a:pt x="317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796" name=""/>
            <p:cNvSpPr/>
            <p:nvPr/>
          </p:nvSpPr>
          <p:spPr>
            <a:xfrm rot="0">
              <a:off x="2757" y="2272"/>
              <a:ext cx="1060" cy="17"/>
            </a:xfrm>
            <a:custGeom>
              <a:avLst/>
              <a:ahLst/>
              <a:rect l="0" t="0" r="r" b="b"/>
              <a:pathLst>
                <a:path w="3178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3178" y="53"/>
                  </a:lnTo>
                  <a:lnTo>
                    <a:pt x="3178" y="27"/>
                  </a:lnTo>
                  <a:lnTo>
                    <a:pt x="317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97" name=""/>
            <p:cNvSpPr/>
            <p:nvPr/>
          </p:nvSpPr>
          <p:spPr>
            <a:xfrm rot="0">
              <a:off x="3817" y="2272"/>
              <a:ext cx="9" cy="17"/>
            </a:xfrm>
            <a:custGeom>
              <a:avLst/>
              <a:ahLst/>
              <a:rect l="0" t="0" r="r" b="b"/>
              <a:pathLst>
                <a:path w="28" h="53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798" name=""/>
            <p:cNvSpPr/>
            <p:nvPr/>
          </p:nvSpPr>
          <p:spPr>
            <a:xfrm rot="0">
              <a:off x="3817" y="2272"/>
              <a:ext cx="9" cy="17"/>
            </a:xfrm>
            <a:custGeom>
              <a:avLst/>
              <a:ahLst/>
              <a:rect l="0" t="0" r="r" b="b"/>
              <a:pathLst>
                <a:path w="28" h="53">
                  <a:moveTo>
                    <a:pt x="0" y="0"/>
                  </a:moveTo>
                  <a:lnTo>
                    <a:pt x="9" y="2"/>
                  </a:lnTo>
                  <a:lnTo>
                    <a:pt x="16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799" name=""/>
            <p:cNvSpPr/>
            <p:nvPr/>
          </p:nvSpPr>
          <p:spPr>
            <a:xfrm rot="0">
              <a:off x="3808" y="228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1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00" name=""/>
            <p:cNvSpPr/>
            <p:nvPr/>
          </p:nvSpPr>
          <p:spPr>
            <a:xfrm rot="0">
              <a:off x="3808" y="2281"/>
              <a:ext cx="18" cy="8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1" y="9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01" name=""/>
            <p:cNvSpPr/>
            <p:nvPr/>
          </p:nvSpPr>
          <p:spPr>
            <a:xfrm rot="0">
              <a:off x="3808" y="2064"/>
              <a:ext cx="18" cy="217"/>
            </a:xfrm>
            <a:custGeom>
              <a:avLst/>
              <a:ahLst/>
              <a:rect l="0" t="0" r="r" b="b"/>
              <a:pathLst>
                <a:path w="54" h="650">
                  <a:moveTo>
                    <a:pt x="0" y="650"/>
                  </a:moveTo>
                  <a:lnTo>
                    <a:pt x="26" y="650"/>
                  </a:lnTo>
                  <a:lnTo>
                    <a:pt x="54" y="65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65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02" name=""/>
            <p:cNvSpPr/>
            <p:nvPr/>
          </p:nvSpPr>
          <p:spPr>
            <a:xfrm rot="0">
              <a:off x="3808" y="2064"/>
              <a:ext cx="18" cy="217"/>
            </a:xfrm>
            <a:custGeom>
              <a:avLst/>
              <a:ahLst/>
              <a:rect l="0" t="0" r="r" b="b"/>
              <a:pathLst>
                <a:path w="54" h="650">
                  <a:moveTo>
                    <a:pt x="0" y="650"/>
                  </a:moveTo>
                  <a:lnTo>
                    <a:pt x="26" y="650"/>
                  </a:lnTo>
                  <a:lnTo>
                    <a:pt x="54" y="650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6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03" name=""/>
            <p:cNvSpPr/>
            <p:nvPr/>
          </p:nvSpPr>
          <p:spPr>
            <a:xfrm rot="0">
              <a:off x="3808" y="205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04" name=""/>
            <p:cNvSpPr/>
            <p:nvPr/>
          </p:nvSpPr>
          <p:spPr>
            <a:xfrm rot="0">
              <a:off x="3808" y="205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05" name=""/>
            <p:cNvSpPr/>
            <p:nvPr/>
          </p:nvSpPr>
          <p:spPr>
            <a:xfrm rot="0">
              <a:off x="3817" y="1325"/>
              <a:ext cx="9" cy="17"/>
            </a:xfrm>
            <a:custGeom>
              <a:avLst/>
              <a:ahLst/>
              <a:rect l="0" t="0" r="r" b="b"/>
              <a:pathLst>
                <a:path w="28" h="53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5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06" name=""/>
            <p:cNvSpPr/>
            <p:nvPr/>
          </p:nvSpPr>
          <p:spPr>
            <a:xfrm rot="0">
              <a:off x="3817" y="1325"/>
              <a:ext cx="9" cy="17"/>
            </a:xfrm>
            <a:custGeom>
              <a:avLst/>
              <a:ahLst/>
              <a:rect l="0" t="0" r="r" b="b"/>
              <a:pathLst>
                <a:path w="28" h="53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5"/>
                  </a:lnTo>
                  <a:lnTo>
                    <a:pt x="22" y="43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07" name=""/>
            <p:cNvSpPr/>
            <p:nvPr/>
          </p:nvSpPr>
          <p:spPr>
            <a:xfrm rot="0">
              <a:off x="2757" y="1325"/>
              <a:ext cx="1060" cy="17"/>
            </a:xfrm>
            <a:custGeom>
              <a:avLst/>
              <a:ahLst/>
              <a:rect l="0" t="0" r="r" b="b"/>
              <a:pathLst>
                <a:path w="3178" h="53">
                  <a:moveTo>
                    <a:pt x="3178" y="53"/>
                  </a:moveTo>
                  <a:lnTo>
                    <a:pt x="3178" y="27"/>
                  </a:lnTo>
                  <a:lnTo>
                    <a:pt x="3178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3178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08" name=""/>
            <p:cNvSpPr/>
            <p:nvPr/>
          </p:nvSpPr>
          <p:spPr>
            <a:xfrm rot="0">
              <a:off x="2757" y="1325"/>
              <a:ext cx="1060" cy="17"/>
            </a:xfrm>
            <a:custGeom>
              <a:avLst/>
              <a:ahLst/>
              <a:rect l="0" t="0" r="r" b="b"/>
              <a:pathLst>
                <a:path w="3178" h="53">
                  <a:moveTo>
                    <a:pt x="3178" y="53"/>
                  </a:moveTo>
                  <a:lnTo>
                    <a:pt x="3178" y="27"/>
                  </a:lnTo>
                  <a:lnTo>
                    <a:pt x="3178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3178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09" name=""/>
            <p:cNvSpPr/>
            <p:nvPr/>
          </p:nvSpPr>
          <p:spPr>
            <a:xfrm rot="0">
              <a:off x="2748" y="132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27" y="27"/>
                  </a:moveTo>
                  <a:lnTo>
                    <a:pt x="27" y="53"/>
                  </a:lnTo>
                  <a:lnTo>
                    <a:pt x="18" y="52"/>
                  </a:lnTo>
                  <a:lnTo>
                    <a:pt x="11" y="49"/>
                  </a:lnTo>
                  <a:lnTo>
                    <a:pt x="5" y="43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10" name=""/>
            <p:cNvSpPr/>
            <p:nvPr/>
          </p:nvSpPr>
          <p:spPr>
            <a:xfrm rot="0">
              <a:off x="2748" y="132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27" y="53"/>
                  </a:moveTo>
                  <a:lnTo>
                    <a:pt x="18" y="52"/>
                  </a:lnTo>
                  <a:lnTo>
                    <a:pt x="11" y="49"/>
                  </a:lnTo>
                  <a:lnTo>
                    <a:pt x="5" y="43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1" name=""/>
            <p:cNvSpPr/>
            <p:nvPr/>
          </p:nvSpPr>
          <p:spPr>
            <a:xfrm rot="0">
              <a:off x="2757" y="1519"/>
              <a:ext cx="7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2" name=""/>
            <p:cNvSpPr/>
            <p:nvPr/>
          </p:nvSpPr>
          <p:spPr>
            <a:xfrm rot="0">
              <a:off x="2873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3" name=""/>
            <p:cNvSpPr/>
            <p:nvPr/>
          </p:nvSpPr>
          <p:spPr>
            <a:xfrm rot="0">
              <a:off x="2981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4" name=""/>
            <p:cNvSpPr/>
            <p:nvPr/>
          </p:nvSpPr>
          <p:spPr>
            <a:xfrm rot="0">
              <a:off x="3089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5" name=""/>
            <p:cNvSpPr/>
            <p:nvPr/>
          </p:nvSpPr>
          <p:spPr>
            <a:xfrm rot="0">
              <a:off x="3197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6" name=""/>
            <p:cNvSpPr/>
            <p:nvPr/>
          </p:nvSpPr>
          <p:spPr>
            <a:xfrm rot="0">
              <a:off x="3305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7" name=""/>
            <p:cNvSpPr/>
            <p:nvPr/>
          </p:nvSpPr>
          <p:spPr>
            <a:xfrm rot="0">
              <a:off x="3413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8" name=""/>
            <p:cNvSpPr/>
            <p:nvPr/>
          </p:nvSpPr>
          <p:spPr>
            <a:xfrm rot="0">
              <a:off x="3521" y="1519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19" name=""/>
            <p:cNvSpPr/>
            <p:nvPr/>
          </p:nvSpPr>
          <p:spPr>
            <a:xfrm rot="0">
              <a:off x="3630" y="1519"/>
              <a:ext cx="7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0" name=""/>
            <p:cNvSpPr/>
            <p:nvPr/>
          </p:nvSpPr>
          <p:spPr>
            <a:xfrm rot="0">
              <a:off x="3738" y="1519"/>
              <a:ext cx="7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1" name=""/>
            <p:cNvSpPr/>
            <p:nvPr/>
          </p:nvSpPr>
          <p:spPr>
            <a:xfrm rot="0">
              <a:off x="2757" y="2065"/>
              <a:ext cx="7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2" name=""/>
            <p:cNvSpPr/>
            <p:nvPr/>
          </p:nvSpPr>
          <p:spPr>
            <a:xfrm rot="0">
              <a:off x="2873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3" name=""/>
            <p:cNvSpPr/>
            <p:nvPr/>
          </p:nvSpPr>
          <p:spPr>
            <a:xfrm rot="0">
              <a:off x="2981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4" name=""/>
            <p:cNvSpPr/>
            <p:nvPr/>
          </p:nvSpPr>
          <p:spPr>
            <a:xfrm rot="0">
              <a:off x="3089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5" name=""/>
            <p:cNvSpPr/>
            <p:nvPr/>
          </p:nvSpPr>
          <p:spPr>
            <a:xfrm rot="0">
              <a:off x="3197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6" name=""/>
            <p:cNvSpPr/>
            <p:nvPr/>
          </p:nvSpPr>
          <p:spPr>
            <a:xfrm rot="0">
              <a:off x="3305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7" name=""/>
            <p:cNvSpPr/>
            <p:nvPr/>
          </p:nvSpPr>
          <p:spPr>
            <a:xfrm rot="0">
              <a:off x="3413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8" name=""/>
            <p:cNvSpPr/>
            <p:nvPr/>
          </p:nvSpPr>
          <p:spPr>
            <a:xfrm rot="0">
              <a:off x="3521" y="2065"/>
              <a:ext cx="72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29" name=""/>
            <p:cNvSpPr/>
            <p:nvPr/>
          </p:nvSpPr>
          <p:spPr>
            <a:xfrm rot="0">
              <a:off x="3630" y="2065"/>
              <a:ext cx="7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30" name=""/>
            <p:cNvSpPr/>
            <p:nvPr/>
          </p:nvSpPr>
          <p:spPr>
            <a:xfrm rot="0">
              <a:off x="3738" y="2065"/>
              <a:ext cx="79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31" name=""/>
            <p:cNvSpPr/>
            <p:nvPr/>
          </p:nvSpPr>
          <p:spPr>
            <a:xfrm rot="0">
              <a:off x="2748" y="2060"/>
              <a:ext cx="17" cy="13"/>
            </a:xfrm>
            <a:custGeom>
              <a:avLst/>
              <a:ahLst/>
              <a:rect l="0" t="0" r="r" b="b"/>
              <a:pathLst>
                <a:path w="49" h="39">
                  <a:moveTo>
                    <a:pt x="27" y="13"/>
                  </a:moveTo>
                  <a:lnTo>
                    <a:pt x="49" y="25"/>
                  </a:lnTo>
                  <a:lnTo>
                    <a:pt x="45" y="32"/>
                  </a:lnTo>
                  <a:lnTo>
                    <a:pt x="38" y="37"/>
                  </a:lnTo>
                  <a:lnTo>
                    <a:pt x="30" y="39"/>
                  </a:lnTo>
                  <a:lnTo>
                    <a:pt x="21" y="39"/>
                  </a:lnTo>
                  <a:lnTo>
                    <a:pt x="14" y="36"/>
                  </a:lnTo>
                  <a:lnTo>
                    <a:pt x="8" y="32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lnTo>
                    <a:pt x="27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32" name=""/>
            <p:cNvSpPr/>
            <p:nvPr/>
          </p:nvSpPr>
          <p:spPr>
            <a:xfrm rot="0">
              <a:off x="2748" y="2060"/>
              <a:ext cx="17" cy="13"/>
            </a:xfrm>
            <a:custGeom>
              <a:avLst/>
              <a:ahLst/>
              <a:rect l="0" t="0" r="r" b="b"/>
              <a:pathLst>
                <a:path w="49" h="39">
                  <a:moveTo>
                    <a:pt x="49" y="25"/>
                  </a:moveTo>
                  <a:lnTo>
                    <a:pt x="45" y="32"/>
                  </a:lnTo>
                  <a:lnTo>
                    <a:pt x="38" y="37"/>
                  </a:lnTo>
                  <a:lnTo>
                    <a:pt x="30" y="39"/>
                  </a:lnTo>
                  <a:lnTo>
                    <a:pt x="21" y="39"/>
                  </a:lnTo>
                  <a:lnTo>
                    <a:pt x="14" y="36"/>
                  </a:lnTo>
                  <a:lnTo>
                    <a:pt x="8" y="32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33" name=""/>
            <p:cNvSpPr/>
            <p:nvPr/>
          </p:nvSpPr>
          <p:spPr>
            <a:xfrm rot="0">
              <a:off x="2750" y="2039"/>
              <a:ext cx="27" cy="30"/>
            </a:xfrm>
            <a:custGeom>
              <a:avLst/>
              <a:ahLst/>
              <a:rect l="0" t="0" r="r" b="b"/>
              <a:pathLst>
                <a:path w="81" h="90">
                  <a:moveTo>
                    <a:pt x="0" y="65"/>
                  </a:moveTo>
                  <a:lnTo>
                    <a:pt x="23" y="78"/>
                  </a:lnTo>
                  <a:lnTo>
                    <a:pt x="45" y="90"/>
                  </a:lnTo>
                  <a:lnTo>
                    <a:pt x="81" y="25"/>
                  </a:lnTo>
                  <a:lnTo>
                    <a:pt x="58" y="12"/>
                  </a:lnTo>
                  <a:lnTo>
                    <a:pt x="35" y="0"/>
                  </a:lnTo>
                  <a:lnTo>
                    <a:pt x="0" y="6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34" name=""/>
            <p:cNvSpPr/>
            <p:nvPr/>
          </p:nvSpPr>
          <p:spPr>
            <a:xfrm rot="0">
              <a:off x="2750" y="2039"/>
              <a:ext cx="27" cy="30"/>
            </a:xfrm>
            <a:custGeom>
              <a:avLst/>
              <a:ahLst/>
              <a:rect l="0" t="0" r="r" b="b"/>
              <a:pathLst>
                <a:path w="81" h="90">
                  <a:moveTo>
                    <a:pt x="0" y="65"/>
                  </a:moveTo>
                  <a:lnTo>
                    <a:pt x="23" y="78"/>
                  </a:lnTo>
                  <a:lnTo>
                    <a:pt x="45" y="90"/>
                  </a:lnTo>
                  <a:lnTo>
                    <a:pt x="81" y="25"/>
                  </a:lnTo>
                  <a:lnTo>
                    <a:pt x="58" y="12"/>
                  </a:lnTo>
                  <a:lnTo>
                    <a:pt x="35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35" name=""/>
            <p:cNvSpPr/>
            <p:nvPr/>
          </p:nvSpPr>
          <p:spPr>
            <a:xfrm rot="0">
              <a:off x="2769" y="2043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0" y="0"/>
                  </a:moveTo>
                  <a:lnTo>
                    <a:pt x="23" y="13"/>
                  </a:lnTo>
                  <a:lnTo>
                    <a:pt x="24" y="1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36" name=""/>
            <p:cNvSpPr/>
            <p:nvPr/>
          </p:nvSpPr>
          <p:spPr>
            <a:xfrm rot="0" flipV="1">
              <a:off x="2777" y="2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37" name=""/>
            <p:cNvSpPr/>
            <p:nvPr/>
          </p:nvSpPr>
          <p:spPr>
            <a:xfrm rot="0">
              <a:off x="2761" y="2016"/>
              <a:ext cx="26" cy="31"/>
            </a:xfrm>
            <a:custGeom>
              <a:avLst/>
              <a:ahLst/>
              <a:rect l="0" t="0" r="r" b="b"/>
              <a:pathLst>
                <a:path w="79" h="91">
                  <a:moveTo>
                    <a:pt x="0" y="68"/>
                  </a:moveTo>
                  <a:lnTo>
                    <a:pt x="24" y="79"/>
                  </a:lnTo>
                  <a:lnTo>
                    <a:pt x="48" y="91"/>
                  </a:lnTo>
                  <a:lnTo>
                    <a:pt x="79" y="23"/>
                  </a:lnTo>
                  <a:lnTo>
                    <a:pt x="55" y="11"/>
                  </a:lnTo>
                  <a:lnTo>
                    <a:pt x="31" y="0"/>
                  </a:lnTo>
                  <a:lnTo>
                    <a:pt x="0" y="6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38" name=""/>
            <p:cNvSpPr/>
            <p:nvPr/>
          </p:nvSpPr>
          <p:spPr>
            <a:xfrm rot="0">
              <a:off x="2761" y="2016"/>
              <a:ext cx="26" cy="31"/>
            </a:xfrm>
            <a:custGeom>
              <a:avLst/>
              <a:ahLst/>
              <a:rect l="0" t="0" r="r" b="b"/>
              <a:pathLst>
                <a:path w="79" h="91">
                  <a:moveTo>
                    <a:pt x="0" y="68"/>
                  </a:moveTo>
                  <a:lnTo>
                    <a:pt x="24" y="79"/>
                  </a:lnTo>
                  <a:lnTo>
                    <a:pt x="48" y="91"/>
                  </a:lnTo>
                  <a:lnTo>
                    <a:pt x="79" y="23"/>
                  </a:lnTo>
                  <a:lnTo>
                    <a:pt x="55" y="11"/>
                  </a:lnTo>
                  <a:lnTo>
                    <a:pt x="31" y="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39" name=""/>
            <p:cNvSpPr/>
            <p:nvPr/>
          </p:nvSpPr>
          <p:spPr>
            <a:xfrm rot="0">
              <a:off x="2779" y="2020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4" y="12"/>
                  </a:lnTo>
                  <a:lnTo>
                    <a:pt x="24" y="1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40" name=""/>
            <p:cNvSpPr/>
            <p:nvPr/>
          </p:nvSpPr>
          <p:spPr>
            <a:xfrm rot="0" flipV="1">
              <a:off x="2787" y="20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41" name=""/>
            <p:cNvSpPr/>
            <p:nvPr/>
          </p:nvSpPr>
          <p:spPr>
            <a:xfrm rot="0">
              <a:off x="2771" y="1994"/>
              <a:ext cx="26" cy="30"/>
            </a:xfrm>
            <a:custGeom>
              <a:avLst/>
              <a:ahLst/>
              <a:rect l="0" t="0" r="r" b="b"/>
              <a:pathLst>
                <a:path w="77" h="90">
                  <a:moveTo>
                    <a:pt x="0" y="69"/>
                  </a:moveTo>
                  <a:lnTo>
                    <a:pt x="24" y="79"/>
                  </a:lnTo>
                  <a:lnTo>
                    <a:pt x="48" y="90"/>
                  </a:lnTo>
                  <a:lnTo>
                    <a:pt x="77" y="21"/>
                  </a:lnTo>
                  <a:lnTo>
                    <a:pt x="53" y="11"/>
                  </a:lnTo>
                  <a:lnTo>
                    <a:pt x="29" y="0"/>
                  </a:lnTo>
                  <a:lnTo>
                    <a:pt x="0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42" name=""/>
            <p:cNvSpPr/>
            <p:nvPr/>
          </p:nvSpPr>
          <p:spPr>
            <a:xfrm rot="0">
              <a:off x="2771" y="1994"/>
              <a:ext cx="26" cy="30"/>
            </a:xfrm>
            <a:custGeom>
              <a:avLst/>
              <a:ahLst/>
              <a:rect l="0" t="0" r="r" b="b"/>
              <a:pathLst>
                <a:path w="77" h="90">
                  <a:moveTo>
                    <a:pt x="0" y="69"/>
                  </a:moveTo>
                  <a:lnTo>
                    <a:pt x="24" y="79"/>
                  </a:lnTo>
                  <a:lnTo>
                    <a:pt x="48" y="90"/>
                  </a:lnTo>
                  <a:lnTo>
                    <a:pt x="77" y="21"/>
                  </a:lnTo>
                  <a:lnTo>
                    <a:pt x="53" y="11"/>
                  </a:lnTo>
                  <a:lnTo>
                    <a:pt x="29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43" name=""/>
            <p:cNvSpPr/>
            <p:nvPr/>
          </p:nvSpPr>
          <p:spPr>
            <a:xfrm rot="0">
              <a:off x="2789" y="1997"/>
              <a:ext cx="8" cy="4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4" y="10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44" name=""/>
            <p:cNvSpPr/>
            <p:nvPr/>
          </p:nvSpPr>
          <p:spPr>
            <a:xfrm rot="0" flipV="1">
              <a:off x="2797" y="20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45" name=""/>
            <p:cNvSpPr/>
            <p:nvPr/>
          </p:nvSpPr>
          <p:spPr>
            <a:xfrm rot="0">
              <a:off x="2781" y="1971"/>
              <a:ext cx="25" cy="29"/>
            </a:xfrm>
            <a:custGeom>
              <a:avLst/>
              <a:ahLst/>
              <a:rect l="0" t="0" r="r" b="b"/>
              <a:pathLst>
                <a:path w="77" h="88">
                  <a:moveTo>
                    <a:pt x="0" y="69"/>
                  </a:moveTo>
                  <a:lnTo>
                    <a:pt x="25" y="79"/>
                  </a:lnTo>
                  <a:lnTo>
                    <a:pt x="50" y="88"/>
                  </a:lnTo>
                  <a:lnTo>
                    <a:pt x="77" y="19"/>
                  </a:lnTo>
                  <a:lnTo>
                    <a:pt x="52" y="10"/>
                  </a:lnTo>
                  <a:lnTo>
                    <a:pt x="27" y="0"/>
                  </a:lnTo>
                  <a:lnTo>
                    <a:pt x="0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46" name=""/>
            <p:cNvSpPr/>
            <p:nvPr/>
          </p:nvSpPr>
          <p:spPr>
            <a:xfrm rot="0">
              <a:off x="2781" y="1971"/>
              <a:ext cx="25" cy="29"/>
            </a:xfrm>
            <a:custGeom>
              <a:avLst/>
              <a:ahLst/>
              <a:rect l="0" t="0" r="r" b="b"/>
              <a:pathLst>
                <a:path w="77" h="88">
                  <a:moveTo>
                    <a:pt x="0" y="69"/>
                  </a:moveTo>
                  <a:lnTo>
                    <a:pt x="25" y="79"/>
                  </a:lnTo>
                  <a:lnTo>
                    <a:pt x="50" y="88"/>
                  </a:lnTo>
                  <a:lnTo>
                    <a:pt x="77" y="19"/>
                  </a:lnTo>
                  <a:lnTo>
                    <a:pt x="52" y="10"/>
                  </a:lnTo>
                  <a:lnTo>
                    <a:pt x="27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47" name=""/>
            <p:cNvSpPr/>
            <p:nvPr/>
          </p:nvSpPr>
          <p:spPr>
            <a:xfrm rot="0">
              <a:off x="2798" y="1974"/>
              <a:ext cx="8" cy="3"/>
            </a:xfrm>
            <a:custGeom>
              <a:avLst/>
              <a:ahLst/>
              <a:rect l="0" t="0" r="r" b="b"/>
              <a:pathLst>
                <a:path w="25" h="9">
                  <a:moveTo>
                    <a:pt x="0" y="0"/>
                  </a:moveTo>
                  <a:lnTo>
                    <a:pt x="25" y="9"/>
                  </a:lnTo>
                  <a:lnTo>
                    <a:pt x="25" y="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48" name=""/>
            <p:cNvSpPr/>
            <p:nvPr/>
          </p:nvSpPr>
          <p:spPr>
            <a:xfrm rot="0" flipV="1">
              <a:off x="2806" y="1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49" name=""/>
            <p:cNvSpPr/>
            <p:nvPr/>
          </p:nvSpPr>
          <p:spPr>
            <a:xfrm rot="0">
              <a:off x="2790" y="1948"/>
              <a:ext cx="23" cy="29"/>
            </a:xfrm>
            <a:custGeom>
              <a:avLst/>
              <a:ahLst/>
              <a:rect l="0" t="0" r="r" b="b"/>
              <a:pathLst>
                <a:path w="71" h="88">
                  <a:moveTo>
                    <a:pt x="0" y="71"/>
                  </a:moveTo>
                  <a:lnTo>
                    <a:pt x="25" y="80"/>
                  </a:lnTo>
                  <a:lnTo>
                    <a:pt x="50" y="88"/>
                  </a:lnTo>
                  <a:lnTo>
                    <a:pt x="71" y="17"/>
                  </a:lnTo>
                  <a:lnTo>
                    <a:pt x="46" y="9"/>
                  </a:lnTo>
                  <a:lnTo>
                    <a:pt x="21" y="0"/>
                  </a:lnTo>
                  <a:lnTo>
                    <a:pt x="0" y="7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50" name=""/>
            <p:cNvSpPr/>
            <p:nvPr/>
          </p:nvSpPr>
          <p:spPr>
            <a:xfrm rot="0">
              <a:off x="2790" y="1948"/>
              <a:ext cx="23" cy="29"/>
            </a:xfrm>
            <a:custGeom>
              <a:avLst/>
              <a:ahLst/>
              <a:rect l="0" t="0" r="r" b="b"/>
              <a:pathLst>
                <a:path w="71" h="88">
                  <a:moveTo>
                    <a:pt x="0" y="71"/>
                  </a:moveTo>
                  <a:lnTo>
                    <a:pt x="25" y="80"/>
                  </a:lnTo>
                  <a:lnTo>
                    <a:pt x="50" y="88"/>
                  </a:lnTo>
                  <a:lnTo>
                    <a:pt x="71" y="17"/>
                  </a:lnTo>
                  <a:lnTo>
                    <a:pt x="46" y="9"/>
                  </a:lnTo>
                  <a:lnTo>
                    <a:pt x="21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51" name=""/>
            <p:cNvSpPr/>
            <p:nvPr/>
          </p:nvSpPr>
          <p:spPr>
            <a:xfrm rot="0">
              <a:off x="2805" y="1951"/>
              <a:ext cx="9" cy="2"/>
            </a:xfrm>
            <a:custGeom>
              <a:avLst/>
              <a:ahLst/>
              <a:rect l="0" t="0" r="r" b="b"/>
              <a:pathLst>
                <a:path w="27" h="8">
                  <a:moveTo>
                    <a:pt x="0" y="0"/>
                  </a:moveTo>
                  <a:lnTo>
                    <a:pt x="25" y="8"/>
                  </a:lnTo>
                  <a:lnTo>
                    <a:pt x="27" y="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52" name=""/>
            <p:cNvSpPr/>
            <p:nvPr/>
          </p:nvSpPr>
          <p:spPr>
            <a:xfrm rot="0" flipV="1">
              <a:off x="2813" y="1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53" name=""/>
            <p:cNvSpPr/>
            <p:nvPr/>
          </p:nvSpPr>
          <p:spPr>
            <a:xfrm rot="0">
              <a:off x="2796" y="1924"/>
              <a:ext cx="24" cy="29"/>
            </a:xfrm>
            <a:custGeom>
              <a:avLst/>
              <a:ahLst/>
              <a:rect l="0" t="0" r="r" b="b"/>
              <a:pathLst>
                <a:path w="72" h="86">
                  <a:moveTo>
                    <a:pt x="0" y="71"/>
                  </a:moveTo>
                  <a:lnTo>
                    <a:pt x="26" y="79"/>
                  </a:lnTo>
                  <a:lnTo>
                    <a:pt x="53" y="86"/>
                  </a:lnTo>
                  <a:lnTo>
                    <a:pt x="72" y="14"/>
                  </a:lnTo>
                  <a:lnTo>
                    <a:pt x="46" y="7"/>
                  </a:lnTo>
                  <a:lnTo>
                    <a:pt x="20" y="0"/>
                  </a:lnTo>
                  <a:lnTo>
                    <a:pt x="0" y="7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54" name=""/>
            <p:cNvSpPr/>
            <p:nvPr/>
          </p:nvSpPr>
          <p:spPr>
            <a:xfrm rot="0">
              <a:off x="2796" y="1924"/>
              <a:ext cx="24" cy="29"/>
            </a:xfrm>
            <a:custGeom>
              <a:avLst/>
              <a:ahLst/>
              <a:rect l="0" t="0" r="r" b="b"/>
              <a:pathLst>
                <a:path w="72" h="86">
                  <a:moveTo>
                    <a:pt x="0" y="71"/>
                  </a:moveTo>
                  <a:lnTo>
                    <a:pt x="26" y="79"/>
                  </a:lnTo>
                  <a:lnTo>
                    <a:pt x="53" y="86"/>
                  </a:lnTo>
                  <a:lnTo>
                    <a:pt x="72" y="14"/>
                  </a:lnTo>
                  <a:lnTo>
                    <a:pt x="46" y="7"/>
                  </a:lnTo>
                  <a:lnTo>
                    <a:pt x="20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55" name=""/>
            <p:cNvSpPr/>
            <p:nvPr/>
          </p:nvSpPr>
          <p:spPr>
            <a:xfrm rot="0">
              <a:off x="2812" y="1927"/>
              <a:ext cx="8" cy="2"/>
            </a:xfrm>
            <a:custGeom>
              <a:avLst/>
              <a:ahLst/>
              <a:rect l="0" t="0" r="r" b="b"/>
              <a:pathLst>
                <a:path w="26" h="7">
                  <a:moveTo>
                    <a:pt x="0" y="0"/>
                  </a:moveTo>
                  <a:lnTo>
                    <a:pt x="26" y="7"/>
                  </a:lnTo>
                  <a:lnTo>
                    <a:pt x="26" y="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56" name=""/>
            <p:cNvSpPr/>
            <p:nvPr/>
          </p:nvSpPr>
          <p:spPr>
            <a:xfrm rot="0" flipV="1">
              <a:off x="2820" y="1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57" name=""/>
            <p:cNvSpPr/>
            <p:nvPr/>
          </p:nvSpPr>
          <p:spPr>
            <a:xfrm rot="0">
              <a:off x="2803" y="1900"/>
              <a:ext cx="23" cy="29"/>
            </a:xfrm>
            <a:custGeom>
              <a:avLst/>
              <a:ahLst/>
              <a:rect l="0" t="0" r="r" b="b"/>
              <a:pathLst>
                <a:path w="69" h="85">
                  <a:moveTo>
                    <a:pt x="0" y="73"/>
                  </a:moveTo>
                  <a:lnTo>
                    <a:pt x="26" y="79"/>
                  </a:lnTo>
                  <a:lnTo>
                    <a:pt x="52" y="85"/>
                  </a:lnTo>
                  <a:lnTo>
                    <a:pt x="69" y="12"/>
                  </a:lnTo>
                  <a:lnTo>
                    <a:pt x="43" y="6"/>
                  </a:lnTo>
                  <a:lnTo>
                    <a:pt x="17" y="0"/>
                  </a:lnTo>
                  <a:lnTo>
                    <a:pt x="0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58" name=""/>
            <p:cNvSpPr/>
            <p:nvPr/>
          </p:nvSpPr>
          <p:spPr>
            <a:xfrm rot="0">
              <a:off x="2803" y="1900"/>
              <a:ext cx="23" cy="29"/>
            </a:xfrm>
            <a:custGeom>
              <a:avLst/>
              <a:ahLst/>
              <a:rect l="0" t="0" r="r" b="b"/>
              <a:pathLst>
                <a:path w="69" h="85">
                  <a:moveTo>
                    <a:pt x="0" y="73"/>
                  </a:moveTo>
                  <a:lnTo>
                    <a:pt x="26" y="79"/>
                  </a:lnTo>
                  <a:lnTo>
                    <a:pt x="52" y="85"/>
                  </a:lnTo>
                  <a:lnTo>
                    <a:pt x="69" y="12"/>
                  </a:lnTo>
                  <a:lnTo>
                    <a:pt x="43" y="6"/>
                  </a:lnTo>
                  <a:lnTo>
                    <a:pt x="17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59" name=""/>
            <p:cNvSpPr/>
            <p:nvPr/>
          </p:nvSpPr>
          <p:spPr>
            <a:xfrm rot="0">
              <a:off x="2817" y="1902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6"/>
                  </a:lnTo>
                  <a:lnTo>
                    <a:pt x="26" y="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60" name=""/>
            <p:cNvSpPr/>
            <p:nvPr/>
          </p:nvSpPr>
          <p:spPr>
            <a:xfrm rot="0" flipV="1">
              <a:off x="2826" y="19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61" name=""/>
            <p:cNvSpPr/>
            <p:nvPr/>
          </p:nvSpPr>
          <p:spPr>
            <a:xfrm rot="0">
              <a:off x="2809" y="1877"/>
              <a:ext cx="21" cy="27"/>
            </a:xfrm>
            <a:custGeom>
              <a:avLst/>
              <a:ahLst/>
              <a:rect l="0" t="0" r="r" b="b"/>
              <a:pathLst>
                <a:path w="65" h="81">
                  <a:moveTo>
                    <a:pt x="0" y="73"/>
                  </a:moveTo>
                  <a:lnTo>
                    <a:pt x="26" y="77"/>
                  </a:lnTo>
                  <a:lnTo>
                    <a:pt x="52" y="81"/>
                  </a:lnTo>
                  <a:lnTo>
                    <a:pt x="65" y="8"/>
                  </a:lnTo>
                  <a:lnTo>
                    <a:pt x="38" y="4"/>
                  </a:lnTo>
                  <a:lnTo>
                    <a:pt x="12" y="0"/>
                  </a:lnTo>
                  <a:lnTo>
                    <a:pt x="0" y="7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62" name=""/>
            <p:cNvSpPr/>
            <p:nvPr/>
          </p:nvSpPr>
          <p:spPr>
            <a:xfrm rot="0">
              <a:off x="2809" y="1877"/>
              <a:ext cx="21" cy="27"/>
            </a:xfrm>
            <a:custGeom>
              <a:avLst/>
              <a:ahLst/>
              <a:rect l="0" t="0" r="r" b="b"/>
              <a:pathLst>
                <a:path w="65" h="81">
                  <a:moveTo>
                    <a:pt x="0" y="73"/>
                  </a:moveTo>
                  <a:lnTo>
                    <a:pt x="26" y="77"/>
                  </a:lnTo>
                  <a:lnTo>
                    <a:pt x="52" y="81"/>
                  </a:lnTo>
                  <a:lnTo>
                    <a:pt x="65" y="8"/>
                  </a:lnTo>
                  <a:lnTo>
                    <a:pt x="38" y="4"/>
                  </a:lnTo>
                  <a:lnTo>
                    <a:pt x="12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63" name=""/>
            <p:cNvSpPr/>
            <p:nvPr/>
          </p:nvSpPr>
          <p:spPr>
            <a:xfrm rot="0">
              <a:off x="2821" y="1878"/>
              <a:ext cx="9" cy="1"/>
            </a:xfrm>
            <a:custGeom>
              <a:avLst/>
              <a:ahLst/>
              <a:rect l="0" t="0" r="r" b="b"/>
              <a:pathLst>
                <a:path w="27" h="4">
                  <a:moveTo>
                    <a:pt x="0" y="0"/>
                  </a:moveTo>
                  <a:lnTo>
                    <a:pt x="27" y="4"/>
                  </a:lnTo>
                  <a:lnTo>
                    <a:pt x="27" y="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64" name=""/>
            <p:cNvSpPr/>
            <p:nvPr/>
          </p:nvSpPr>
          <p:spPr>
            <a:xfrm rot="0">
              <a:off x="2830" y="18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65" name=""/>
            <p:cNvSpPr/>
            <p:nvPr/>
          </p:nvSpPr>
          <p:spPr>
            <a:xfrm rot="0">
              <a:off x="2813" y="1852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0" y="74"/>
                  </a:moveTo>
                  <a:lnTo>
                    <a:pt x="26" y="78"/>
                  </a:lnTo>
                  <a:lnTo>
                    <a:pt x="53" y="82"/>
                  </a:lnTo>
                  <a:lnTo>
                    <a:pt x="63" y="8"/>
                  </a:lnTo>
                  <a:lnTo>
                    <a:pt x="37" y="4"/>
                  </a:lnTo>
                  <a:lnTo>
                    <a:pt x="11" y="0"/>
                  </a:lnTo>
                  <a:lnTo>
                    <a:pt x="0" y="7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66" name=""/>
            <p:cNvSpPr/>
            <p:nvPr/>
          </p:nvSpPr>
          <p:spPr>
            <a:xfrm rot="0">
              <a:off x="2813" y="1852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0" y="74"/>
                  </a:moveTo>
                  <a:lnTo>
                    <a:pt x="26" y="78"/>
                  </a:lnTo>
                  <a:lnTo>
                    <a:pt x="53" y="82"/>
                  </a:lnTo>
                  <a:lnTo>
                    <a:pt x="63" y="8"/>
                  </a:lnTo>
                  <a:lnTo>
                    <a:pt x="37" y="4"/>
                  </a:lnTo>
                  <a:lnTo>
                    <a:pt x="11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67" name=""/>
            <p:cNvSpPr/>
            <p:nvPr/>
          </p:nvSpPr>
          <p:spPr>
            <a:xfrm rot="0">
              <a:off x="2825" y="1853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0"/>
                  </a:moveTo>
                  <a:lnTo>
                    <a:pt x="26" y="4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68" name=""/>
            <p:cNvSpPr/>
            <p:nvPr/>
          </p:nvSpPr>
          <p:spPr>
            <a:xfrm rot="0" flipV="1">
              <a:off x="2834" y="1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69" name=""/>
            <p:cNvSpPr/>
            <p:nvPr/>
          </p:nvSpPr>
          <p:spPr>
            <a:xfrm rot="0">
              <a:off x="2816" y="1828"/>
              <a:ext cx="20" cy="26"/>
            </a:xfrm>
            <a:custGeom>
              <a:avLst/>
              <a:ahLst/>
              <a:rect l="0" t="0" r="r" b="b"/>
              <a:pathLst>
                <a:path w="58" h="78">
                  <a:moveTo>
                    <a:pt x="0" y="74"/>
                  </a:moveTo>
                  <a:lnTo>
                    <a:pt x="26" y="76"/>
                  </a:lnTo>
                  <a:lnTo>
                    <a:pt x="52" y="78"/>
                  </a:lnTo>
                  <a:lnTo>
                    <a:pt x="58" y="4"/>
                  </a:lnTo>
                  <a:lnTo>
                    <a:pt x="32" y="2"/>
                  </a:lnTo>
                  <a:lnTo>
                    <a:pt x="6" y="0"/>
                  </a:lnTo>
                  <a:lnTo>
                    <a:pt x="0" y="7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70" name=""/>
            <p:cNvSpPr/>
            <p:nvPr/>
          </p:nvSpPr>
          <p:spPr>
            <a:xfrm rot="0">
              <a:off x="2816" y="1828"/>
              <a:ext cx="20" cy="26"/>
            </a:xfrm>
            <a:custGeom>
              <a:avLst/>
              <a:ahLst/>
              <a:rect l="0" t="0" r="r" b="b"/>
              <a:pathLst>
                <a:path w="58" h="78">
                  <a:moveTo>
                    <a:pt x="0" y="74"/>
                  </a:moveTo>
                  <a:lnTo>
                    <a:pt x="26" y="76"/>
                  </a:lnTo>
                  <a:lnTo>
                    <a:pt x="52" y="78"/>
                  </a:lnTo>
                  <a:lnTo>
                    <a:pt x="58" y="4"/>
                  </a:lnTo>
                  <a:lnTo>
                    <a:pt x="32" y="2"/>
                  </a:lnTo>
                  <a:lnTo>
                    <a:pt x="6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71" name=""/>
            <p:cNvSpPr/>
            <p:nvPr/>
          </p:nvSpPr>
          <p:spPr>
            <a:xfrm rot="0">
              <a:off x="2827" y="1829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0"/>
                  </a:moveTo>
                  <a:lnTo>
                    <a:pt x="26" y="2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72" name=""/>
            <p:cNvSpPr/>
            <p:nvPr/>
          </p:nvSpPr>
          <p:spPr>
            <a:xfrm rot="0" flipV="1">
              <a:off x="2836" y="1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73" name=""/>
            <p:cNvSpPr/>
            <p:nvPr/>
          </p:nvSpPr>
          <p:spPr>
            <a:xfrm rot="0">
              <a:off x="2818" y="1804"/>
              <a:ext cx="19" cy="25"/>
            </a:xfrm>
            <a:custGeom>
              <a:avLst/>
              <a:ahLst/>
              <a:rect l="0" t="0" r="r" b="b"/>
              <a:pathLst>
                <a:path w="55" h="76">
                  <a:moveTo>
                    <a:pt x="0" y="74"/>
                  </a:moveTo>
                  <a:lnTo>
                    <a:pt x="26" y="75"/>
                  </a:lnTo>
                  <a:lnTo>
                    <a:pt x="52" y="76"/>
                  </a:lnTo>
                  <a:lnTo>
                    <a:pt x="55" y="2"/>
                  </a:lnTo>
                  <a:lnTo>
                    <a:pt x="29" y="1"/>
                  </a:lnTo>
                  <a:lnTo>
                    <a:pt x="3" y="0"/>
                  </a:lnTo>
                  <a:lnTo>
                    <a:pt x="0" y="7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74" name=""/>
            <p:cNvSpPr/>
            <p:nvPr/>
          </p:nvSpPr>
          <p:spPr>
            <a:xfrm rot="0">
              <a:off x="2818" y="1804"/>
              <a:ext cx="19" cy="25"/>
            </a:xfrm>
            <a:custGeom>
              <a:avLst/>
              <a:ahLst/>
              <a:rect l="0" t="0" r="r" b="b"/>
              <a:pathLst>
                <a:path w="55" h="76">
                  <a:moveTo>
                    <a:pt x="0" y="74"/>
                  </a:moveTo>
                  <a:lnTo>
                    <a:pt x="26" y="75"/>
                  </a:lnTo>
                  <a:lnTo>
                    <a:pt x="52" y="76"/>
                  </a:lnTo>
                  <a:lnTo>
                    <a:pt x="55" y="2"/>
                  </a:lnTo>
                  <a:lnTo>
                    <a:pt x="29" y="1"/>
                  </a:lnTo>
                  <a:lnTo>
                    <a:pt x="3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75" name=""/>
            <p:cNvSpPr/>
            <p:nvPr/>
          </p:nvSpPr>
          <p:spPr>
            <a:xfrm rot="0">
              <a:off x="2828" y="1804"/>
              <a:ext cx="9" cy="1"/>
            </a:xfrm>
            <a:custGeom>
              <a:avLst/>
              <a:ahLst/>
              <a:rect l="0" t="0" r="r" b="b"/>
              <a:pathLst>
                <a:path w="27" h="1">
                  <a:moveTo>
                    <a:pt x="0" y="0"/>
                  </a:moveTo>
                  <a:lnTo>
                    <a:pt x="26" y="1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76" name=""/>
            <p:cNvSpPr/>
            <p:nvPr/>
          </p:nvSpPr>
          <p:spPr>
            <a:xfrm rot="0" flipV="1">
              <a:off x="2837" y="18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77" name=""/>
            <p:cNvSpPr/>
            <p:nvPr/>
          </p:nvSpPr>
          <p:spPr>
            <a:xfrm rot="0">
              <a:off x="2819" y="1779"/>
              <a:ext cx="18" cy="25"/>
            </a:xfrm>
            <a:custGeom>
              <a:avLst/>
              <a:ahLst/>
              <a:rect l="0" t="0" r="r" b="b"/>
              <a:pathLst>
                <a:path w="53" h="74">
                  <a:moveTo>
                    <a:pt x="0" y="74"/>
                  </a:moveTo>
                  <a:lnTo>
                    <a:pt x="26" y="74"/>
                  </a:lnTo>
                  <a:lnTo>
                    <a:pt x="53" y="7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7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78" name=""/>
            <p:cNvSpPr/>
            <p:nvPr/>
          </p:nvSpPr>
          <p:spPr>
            <a:xfrm rot="0">
              <a:off x="2819" y="1779"/>
              <a:ext cx="18" cy="25"/>
            </a:xfrm>
            <a:custGeom>
              <a:avLst/>
              <a:ahLst/>
              <a:rect l="0" t="0" r="r" b="b"/>
              <a:pathLst>
                <a:path w="53" h="74">
                  <a:moveTo>
                    <a:pt x="0" y="74"/>
                  </a:moveTo>
                  <a:lnTo>
                    <a:pt x="26" y="74"/>
                  </a:lnTo>
                  <a:lnTo>
                    <a:pt x="53" y="7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79" name=""/>
            <p:cNvSpPr/>
            <p:nvPr/>
          </p:nvSpPr>
          <p:spPr>
            <a:xfrm rot="0">
              <a:off x="2828" y="1779"/>
              <a:ext cx="9" cy="1"/>
            </a:xfrm>
            <a:custGeom>
              <a:avLst/>
              <a:ahLst/>
              <a:rect l="0" t="0" r="r" b="b"/>
              <a:pathLst>
                <a:path w="27" h="1">
                  <a:moveTo>
                    <a:pt x="0" y="1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80" name=""/>
            <p:cNvSpPr/>
            <p:nvPr/>
          </p:nvSpPr>
          <p:spPr>
            <a:xfrm rot="0" flipH="1" flipV="1">
              <a:off x="2837" y="17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81" name=""/>
            <p:cNvSpPr/>
            <p:nvPr/>
          </p:nvSpPr>
          <p:spPr>
            <a:xfrm rot="0">
              <a:off x="2818" y="1754"/>
              <a:ext cx="19" cy="26"/>
            </a:xfrm>
            <a:custGeom>
              <a:avLst/>
              <a:ahLst/>
              <a:rect l="0" t="0" r="r" b="b"/>
              <a:pathLst>
                <a:path w="55" h="77">
                  <a:moveTo>
                    <a:pt x="3" y="77"/>
                  </a:moveTo>
                  <a:lnTo>
                    <a:pt x="29" y="76"/>
                  </a:lnTo>
                  <a:lnTo>
                    <a:pt x="55" y="75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3" y="7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82" name=""/>
            <p:cNvSpPr/>
            <p:nvPr/>
          </p:nvSpPr>
          <p:spPr>
            <a:xfrm rot="0">
              <a:off x="2818" y="1754"/>
              <a:ext cx="19" cy="26"/>
            </a:xfrm>
            <a:custGeom>
              <a:avLst/>
              <a:ahLst/>
              <a:rect l="0" t="0" r="r" b="b"/>
              <a:pathLst>
                <a:path w="55" h="77">
                  <a:moveTo>
                    <a:pt x="3" y="77"/>
                  </a:moveTo>
                  <a:lnTo>
                    <a:pt x="29" y="76"/>
                  </a:lnTo>
                  <a:lnTo>
                    <a:pt x="55" y="75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3" y="7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83" name=""/>
            <p:cNvSpPr/>
            <p:nvPr/>
          </p:nvSpPr>
          <p:spPr>
            <a:xfrm rot="0">
              <a:off x="2827" y="1754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2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84" name=""/>
            <p:cNvSpPr/>
            <p:nvPr/>
          </p:nvSpPr>
          <p:spPr>
            <a:xfrm rot="0" flipV="1">
              <a:off x="2836" y="17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85" name=""/>
            <p:cNvSpPr/>
            <p:nvPr/>
          </p:nvSpPr>
          <p:spPr>
            <a:xfrm rot="0">
              <a:off x="2816" y="1729"/>
              <a:ext cx="20" cy="26"/>
            </a:xfrm>
            <a:custGeom>
              <a:avLst/>
              <a:ahLst/>
              <a:rect l="0" t="0" r="r" b="b"/>
              <a:pathLst>
                <a:path w="58" h="78">
                  <a:moveTo>
                    <a:pt x="6" y="78"/>
                  </a:moveTo>
                  <a:lnTo>
                    <a:pt x="32" y="76"/>
                  </a:lnTo>
                  <a:lnTo>
                    <a:pt x="58" y="74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6" y="7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86" name=""/>
            <p:cNvSpPr/>
            <p:nvPr/>
          </p:nvSpPr>
          <p:spPr>
            <a:xfrm rot="0">
              <a:off x="2816" y="1729"/>
              <a:ext cx="20" cy="26"/>
            </a:xfrm>
            <a:custGeom>
              <a:avLst/>
              <a:ahLst/>
              <a:rect l="0" t="0" r="r" b="b"/>
              <a:pathLst>
                <a:path w="58" h="78">
                  <a:moveTo>
                    <a:pt x="6" y="78"/>
                  </a:moveTo>
                  <a:lnTo>
                    <a:pt x="32" y="76"/>
                  </a:lnTo>
                  <a:lnTo>
                    <a:pt x="58" y="74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6" y="7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87" name=""/>
            <p:cNvSpPr/>
            <p:nvPr/>
          </p:nvSpPr>
          <p:spPr>
            <a:xfrm rot="0">
              <a:off x="2825" y="1728"/>
              <a:ext cx="9" cy="2"/>
            </a:xfrm>
            <a:custGeom>
              <a:avLst/>
              <a:ahLst/>
              <a:rect l="0" t="0" r="r" b="b"/>
              <a:pathLst>
                <a:path w="26" h="5">
                  <a:moveTo>
                    <a:pt x="0" y="5"/>
                  </a:moveTo>
                  <a:lnTo>
                    <a:pt x="26" y="3"/>
                  </a:lnTo>
                  <a:lnTo>
                    <a:pt x="26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88" name=""/>
            <p:cNvSpPr/>
            <p:nvPr/>
          </p:nvSpPr>
          <p:spPr>
            <a:xfrm rot="0" flipV="1">
              <a:off x="2834" y="17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89" name=""/>
            <p:cNvSpPr/>
            <p:nvPr/>
          </p:nvSpPr>
          <p:spPr>
            <a:xfrm rot="0">
              <a:off x="2813" y="1704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11" y="82"/>
                  </a:moveTo>
                  <a:lnTo>
                    <a:pt x="37" y="78"/>
                  </a:lnTo>
                  <a:lnTo>
                    <a:pt x="63" y="73"/>
                  </a:lnTo>
                  <a:lnTo>
                    <a:pt x="53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11" y="8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90" name=""/>
            <p:cNvSpPr/>
            <p:nvPr/>
          </p:nvSpPr>
          <p:spPr>
            <a:xfrm rot="0">
              <a:off x="2813" y="1704"/>
              <a:ext cx="21" cy="27"/>
            </a:xfrm>
            <a:custGeom>
              <a:avLst/>
              <a:ahLst/>
              <a:rect l="0" t="0" r="r" b="b"/>
              <a:pathLst>
                <a:path w="63" h="82">
                  <a:moveTo>
                    <a:pt x="11" y="82"/>
                  </a:moveTo>
                  <a:lnTo>
                    <a:pt x="37" y="78"/>
                  </a:lnTo>
                  <a:lnTo>
                    <a:pt x="63" y="73"/>
                  </a:lnTo>
                  <a:lnTo>
                    <a:pt x="53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11" y="8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91" name=""/>
            <p:cNvSpPr/>
            <p:nvPr/>
          </p:nvSpPr>
          <p:spPr>
            <a:xfrm rot="0">
              <a:off x="2821" y="1704"/>
              <a:ext cx="9" cy="1"/>
            </a:xfrm>
            <a:custGeom>
              <a:avLst/>
              <a:ahLst/>
              <a:rect l="0" t="0" r="r" b="b"/>
              <a:pathLst>
                <a:path w="27" h="5">
                  <a:moveTo>
                    <a:pt x="0" y="5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92" name=""/>
            <p:cNvSpPr/>
            <p:nvPr/>
          </p:nvSpPr>
          <p:spPr>
            <a:xfrm rot="0">
              <a:off x="2830" y="17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93" name=""/>
            <p:cNvSpPr/>
            <p:nvPr/>
          </p:nvSpPr>
          <p:spPr>
            <a:xfrm rot="0">
              <a:off x="2809" y="1679"/>
              <a:ext cx="21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12" y="82"/>
                  </a:moveTo>
                  <a:lnTo>
                    <a:pt x="38" y="78"/>
                  </a:lnTo>
                  <a:lnTo>
                    <a:pt x="65" y="73"/>
                  </a:lnTo>
                  <a:lnTo>
                    <a:pt x="52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12" y="8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94" name=""/>
            <p:cNvSpPr/>
            <p:nvPr/>
          </p:nvSpPr>
          <p:spPr>
            <a:xfrm rot="0">
              <a:off x="2809" y="1679"/>
              <a:ext cx="21" cy="28"/>
            </a:xfrm>
            <a:custGeom>
              <a:avLst/>
              <a:ahLst/>
              <a:rect l="0" t="0" r="r" b="b"/>
              <a:pathLst>
                <a:path w="65" h="82">
                  <a:moveTo>
                    <a:pt x="12" y="82"/>
                  </a:moveTo>
                  <a:lnTo>
                    <a:pt x="38" y="78"/>
                  </a:lnTo>
                  <a:lnTo>
                    <a:pt x="65" y="73"/>
                  </a:lnTo>
                  <a:lnTo>
                    <a:pt x="52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12" y="8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95" name=""/>
            <p:cNvSpPr/>
            <p:nvPr/>
          </p:nvSpPr>
          <p:spPr>
            <a:xfrm rot="0">
              <a:off x="2817" y="1679"/>
              <a:ext cx="9" cy="2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96" name=""/>
            <p:cNvSpPr/>
            <p:nvPr/>
          </p:nvSpPr>
          <p:spPr>
            <a:xfrm rot="0" flipV="1">
              <a:off x="2826" y="16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97" name=""/>
            <p:cNvSpPr/>
            <p:nvPr/>
          </p:nvSpPr>
          <p:spPr>
            <a:xfrm rot="0">
              <a:off x="2803" y="1654"/>
              <a:ext cx="23" cy="29"/>
            </a:xfrm>
            <a:custGeom>
              <a:avLst/>
              <a:ahLst/>
              <a:rect l="0" t="0" r="r" b="b"/>
              <a:pathLst>
                <a:path w="69" h="86">
                  <a:moveTo>
                    <a:pt x="17" y="86"/>
                  </a:moveTo>
                  <a:lnTo>
                    <a:pt x="43" y="80"/>
                  </a:lnTo>
                  <a:lnTo>
                    <a:pt x="69" y="73"/>
                  </a:lnTo>
                  <a:lnTo>
                    <a:pt x="52" y="0"/>
                  </a:lnTo>
                  <a:lnTo>
                    <a:pt x="26" y="7"/>
                  </a:lnTo>
                  <a:lnTo>
                    <a:pt x="0" y="13"/>
                  </a:lnTo>
                  <a:lnTo>
                    <a:pt x="17" y="8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898" name=""/>
            <p:cNvSpPr/>
            <p:nvPr/>
          </p:nvSpPr>
          <p:spPr>
            <a:xfrm rot="0">
              <a:off x="2803" y="1654"/>
              <a:ext cx="23" cy="29"/>
            </a:xfrm>
            <a:custGeom>
              <a:avLst/>
              <a:ahLst/>
              <a:rect l="0" t="0" r="r" b="b"/>
              <a:pathLst>
                <a:path w="69" h="86">
                  <a:moveTo>
                    <a:pt x="17" y="86"/>
                  </a:moveTo>
                  <a:lnTo>
                    <a:pt x="43" y="80"/>
                  </a:lnTo>
                  <a:lnTo>
                    <a:pt x="69" y="73"/>
                  </a:lnTo>
                  <a:lnTo>
                    <a:pt x="52" y="0"/>
                  </a:lnTo>
                  <a:lnTo>
                    <a:pt x="26" y="7"/>
                  </a:lnTo>
                  <a:lnTo>
                    <a:pt x="0" y="13"/>
                  </a:lnTo>
                  <a:lnTo>
                    <a:pt x="17" y="8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899" name=""/>
            <p:cNvSpPr/>
            <p:nvPr/>
          </p:nvSpPr>
          <p:spPr>
            <a:xfrm rot="0">
              <a:off x="2812" y="1654"/>
              <a:ext cx="8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8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00" name=""/>
            <p:cNvSpPr/>
            <p:nvPr/>
          </p:nvSpPr>
          <p:spPr>
            <a:xfrm rot="0" flipV="1">
              <a:off x="2820" y="16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01" name=""/>
            <p:cNvSpPr/>
            <p:nvPr/>
          </p:nvSpPr>
          <p:spPr>
            <a:xfrm rot="0">
              <a:off x="2796" y="1630"/>
              <a:ext cx="24" cy="29"/>
            </a:xfrm>
            <a:custGeom>
              <a:avLst/>
              <a:ahLst/>
              <a:rect l="0" t="0" r="r" b="b"/>
              <a:pathLst>
                <a:path w="72" h="87">
                  <a:moveTo>
                    <a:pt x="20" y="87"/>
                  </a:moveTo>
                  <a:lnTo>
                    <a:pt x="46" y="80"/>
                  </a:lnTo>
                  <a:lnTo>
                    <a:pt x="72" y="72"/>
                  </a:lnTo>
                  <a:lnTo>
                    <a:pt x="53" y="0"/>
                  </a:lnTo>
                  <a:lnTo>
                    <a:pt x="26" y="8"/>
                  </a:lnTo>
                  <a:lnTo>
                    <a:pt x="0" y="15"/>
                  </a:lnTo>
                  <a:lnTo>
                    <a:pt x="20" y="8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02" name=""/>
            <p:cNvSpPr/>
            <p:nvPr/>
          </p:nvSpPr>
          <p:spPr>
            <a:xfrm rot="0">
              <a:off x="2796" y="1630"/>
              <a:ext cx="24" cy="29"/>
            </a:xfrm>
            <a:custGeom>
              <a:avLst/>
              <a:ahLst/>
              <a:rect l="0" t="0" r="r" b="b"/>
              <a:pathLst>
                <a:path w="72" h="87">
                  <a:moveTo>
                    <a:pt x="20" y="87"/>
                  </a:moveTo>
                  <a:lnTo>
                    <a:pt x="46" y="80"/>
                  </a:lnTo>
                  <a:lnTo>
                    <a:pt x="72" y="72"/>
                  </a:lnTo>
                  <a:lnTo>
                    <a:pt x="53" y="0"/>
                  </a:lnTo>
                  <a:lnTo>
                    <a:pt x="26" y="8"/>
                  </a:lnTo>
                  <a:lnTo>
                    <a:pt x="0" y="15"/>
                  </a:lnTo>
                  <a:lnTo>
                    <a:pt x="20" y="8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03" name=""/>
            <p:cNvSpPr/>
            <p:nvPr/>
          </p:nvSpPr>
          <p:spPr>
            <a:xfrm rot="0">
              <a:off x="2805" y="1630"/>
              <a:ext cx="9" cy="3"/>
            </a:xfrm>
            <a:custGeom>
              <a:avLst/>
              <a:ahLst/>
              <a:rect l="0" t="0" r="r" b="b"/>
              <a:pathLst>
                <a:path w="27" h="9">
                  <a:moveTo>
                    <a:pt x="0" y="9"/>
                  </a:moveTo>
                  <a:lnTo>
                    <a:pt x="27" y="1"/>
                  </a:lnTo>
                  <a:lnTo>
                    <a:pt x="25" y="0"/>
                  </a:lnTo>
                  <a:lnTo>
                    <a:pt x="0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04" name=""/>
            <p:cNvSpPr/>
            <p:nvPr/>
          </p:nvSpPr>
          <p:spPr>
            <a:xfrm rot="0" flipH="1" flipV="1">
              <a:off x="2813" y="16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05" name=""/>
            <p:cNvSpPr/>
            <p:nvPr/>
          </p:nvSpPr>
          <p:spPr>
            <a:xfrm rot="0">
              <a:off x="2790" y="1606"/>
              <a:ext cx="23" cy="29"/>
            </a:xfrm>
            <a:custGeom>
              <a:avLst/>
              <a:ahLst/>
              <a:rect l="0" t="0" r="r" b="b"/>
              <a:pathLst>
                <a:path w="71" h="88">
                  <a:moveTo>
                    <a:pt x="21" y="88"/>
                  </a:moveTo>
                  <a:lnTo>
                    <a:pt x="46" y="80"/>
                  </a:lnTo>
                  <a:lnTo>
                    <a:pt x="71" y="71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7"/>
                  </a:lnTo>
                  <a:lnTo>
                    <a:pt x="21" y="8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06" name=""/>
            <p:cNvSpPr/>
            <p:nvPr/>
          </p:nvSpPr>
          <p:spPr>
            <a:xfrm rot="0">
              <a:off x="2790" y="1606"/>
              <a:ext cx="23" cy="29"/>
            </a:xfrm>
            <a:custGeom>
              <a:avLst/>
              <a:ahLst/>
              <a:rect l="0" t="0" r="r" b="b"/>
              <a:pathLst>
                <a:path w="71" h="88">
                  <a:moveTo>
                    <a:pt x="21" y="88"/>
                  </a:moveTo>
                  <a:lnTo>
                    <a:pt x="46" y="80"/>
                  </a:lnTo>
                  <a:lnTo>
                    <a:pt x="71" y="71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7"/>
                  </a:lnTo>
                  <a:lnTo>
                    <a:pt x="21" y="8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07" name=""/>
            <p:cNvSpPr/>
            <p:nvPr/>
          </p:nvSpPr>
          <p:spPr>
            <a:xfrm rot="0">
              <a:off x="2798" y="1606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08" name=""/>
            <p:cNvSpPr/>
            <p:nvPr/>
          </p:nvSpPr>
          <p:spPr>
            <a:xfrm rot="0" flipV="1">
              <a:off x="2806" y="16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09" name=""/>
            <p:cNvSpPr/>
            <p:nvPr/>
          </p:nvSpPr>
          <p:spPr>
            <a:xfrm rot="0">
              <a:off x="2781" y="1583"/>
              <a:ext cx="25" cy="29"/>
            </a:xfrm>
            <a:custGeom>
              <a:avLst/>
              <a:ahLst/>
              <a:rect l="0" t="0" r="r" b="b"/>
              <a:pathLst>
                <a:path w="77" h="88">
                  <a:moveTo>
                    <a:pt x="27" y="88"/>
                  </a:moveTo>
                  <a:lnTo>
                    <a:pt x="52" y="79"/>
                  </a:lnTo>
                  <a:lnTo>
                    <a:pt x="77" y="69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8"/>
                  </a:lnTo>
                  <a:lnTo>
                    <a:pt x="27" y="8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10" name=""/>
            <p:cNvSpPr/>
            <p:nvPr/>
          </p:nvSpPr>
          <p:spPr>
            <a:xfrm rot="0">
              <a:off x="2781" y="1583"/>
              <a:ext cx="25" cy="29"/>
            </a:xfrm>
            <a:custGeom>
              <a:avLst/>
              <a:ahLst/>
              <a:rect l="0" t="0" r="r" b="b"/>
              <a:pathLst>
                <a:path w="77" h="88">
                  <a:moveTo>
                    <a:pt x="27" y="88"/>
                  </a:moveTo>
                  <a:lnTo>
                    <a:pt x="52" y="79"/>
                  </a:lnTo>
                  <a:lnTo>
                    <a:pt x="77" y="69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8"/>
                  </a:lnTo>
                  <a:lnTo>
                    <a:pt x="27" y="8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11" name=""/>
            <p:cNvSpPr/>
            <p:nvPr/>
          </p:nvSpPr>
          <p:spPr>
            <a:xfrm rot="0">
              <a:off x="2789" y="1582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11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12" name=""/>
            <p:cNvSpPr/>
            <p:nvPr/>
          </p:nvSpPr>
          <p:spPr>
            <a:xfrm rot="0" flipH="1" flipV="1">
              <a:off x="2797" y="15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13" name=""/>
            <p:cNvSpPr/>
            <p:nvPr/>
          </p:nvSpPr>
          <p:spPr>
            <a:xfrm rot="0">
              <a:off x="2771" y="1560"/>
              <a:ext cx="26" cy="29"/>
            </a:xfrm>
            <a:custGeom>
              <a:avLst/>
              <a:ahLst/>
              <a:rect l="0" t="0" r="r" b="b"/>
              <a:pathLst>
                <a:path w="77" h="88">
                  <a:moveTo>
                    <a:pt x="29" y="88"/>
                  </a:moveTo>
                  <a:lnTo>
                    <a:pt x="53" y="78"/>
                  </a:lnTo>
                  <a:lnTo>
                    <a:pt x="77" y="67"/>
                  </a:lnTo>
                  <a:lnTo>
                    <a:pt x="48" y="0"/>
                  </a:lnTo>
                  <a:lnTo>
                    <a:pt x="24" y="10"/>
                  </a:lnTo>
                  <a:lnTo>
                    <a:pt x="0" y="21"/>
                  </a:lnTo>
                  <a:lnTo>
                    <a:pt x="29" y="8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14" name=""/>
            <p:cNvSpPr/>
            <p:nvPr/>
          </p:nvSpPr>
          <p:spPr>
            <a:xfrm rot="0">
              <a:off x="2771" y="1560"/>
              <a:ext cx="26" cy="29"/>
            </a:xfrm>
            <a:custGeom>
              <a:avLst/>
              <a:ahLst/>
              <a:rect l="0" t="0" r="r" b="b"/>
              <a:pathLst>
                <a:path w="77" h="88">
                  <a:moveTo>
                    <a:pt x="29" y="88"/>
                  </a:moveTo>
                  <a:lnTo>
                    <a:pt x="53" y="78"/>
                  </a:lnTo>
                  <a:lnTo>
                    <a:pt x="77" y="67"/>
                  </a:lnTo>
                  <a:lnTo>
                    <a:pt x="48" y="0"/>
                  </a:lnTo>
                  <a:lnTo>
                    <a:pt x="24" y="10"/>
                  </a:lnTo>
                  <a:lnTo>
                    <a:pt x="0" y="21"/>
                  </a:lnTo>
                  <a:lnTo>
                    <a:pt x="29" y="8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15" name=""/>
            <p:cNvSpPr/>
            <p:nvPr/>
          </p:nvSpPr>
          <p:spPr>
            <a:xfrm rot="0">
              <a:off x="2779" y="1559"/>
              <a:ext cx="8" cy="4"/>
            </a:xfrm>
            <a:custGeom>
              <a:avLst/>
              <a:ahLst/>
              <a:rect l="0" t="0" r="r" b="b"/>
              <a:pathLst>
                <a:path w="24" h="11">
                  <a:moveTo>
                    <a:pt x="0" y="11"/>
                  </a:moveTo>
                  <a:lnTo>
                    <a:pt x="24" y="1"/>
                  </a:lnTo>
                  <a:lnTo>
                    <a:pt x="24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16" name=""/>
            <p:cNvSpPr/>
            <p:nvPr/>
          </p:nvSpPr>
          <p:spPr>
            <a:xfrm rot="0" flipV="1">
              <a:off x="2787" y="15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17" name=""/>
            <p:cNvSpPr/>
            <p:nvPr/>
          </p:nvSpPr>
          <p:spPr>
            <a:xfrm rot="0">
              <a:off x="2761" y="1537"/>
              <a:ext cx="26" cy="30"/>
            </a:xfrm>
            <a:custGeom>
              <a:avLst/>
              <a:ahLst/>
              <a:rect l="0" t="0" r="r" b="b"/>
              <a:pathLst>
                <a:path w="79" h="91">
                  <a:moveTo>
                    <a:pt x="31" y="91"/>
                  </a:moveTo>
                  <a:lnTo>
                    <a:pt x="55" y="79"/>
                  </a:lnTo>
                  <a:lnTo>
                    <a:pt x="79" y="68"/>
                  </a:lnTo>
                  <a:lnTo>
                    <a:pt x="48" y="0"/>
                  </a:lnTo>
                  <a:lnTo>
                    <a:pt x="24" y="11"/>
                  </a:lnTo>
                  <a:lnTo>
                    <a:pt x="0" y="23"/>
                  </a:lnTo>
                  <a:lnTo>
                    <a:pt x="31" y="9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18" name=""/>
            <p:cNvSpPr/>
            <p:nvPr/>
          </p:nvSpPr>
          <p:spPr>
            <a:xfrm rot="0">
              <a:off x="2761" y="1537"/>
              <a:ext cx="26" cy="30"/>
            </a:xfrm>
            <a:custGeom>
              <a:avLst/>
              <a:ahLst/>
              <a:rect l="0" t="0" r="r" b="b"/>
              <a:pathLst>
                <a:path w="79" h="91">
                  <a:moveTo>
                    <a:pt x="31" y="91"/>
                  </a:moveTo>
                  <a:lnTo>
                    <a:pt x="55" y="79"/>
                  </a:lnTo>
                  <a:lnTo>
                    <a:pt x="79" y="68"/>
                  </a:lnTo>
                  <a:lnTo>
                    <a:pt x="48" y="0"/>
                  </a:lnTo>
                  <a:lnTo>
                    <a:pt x="24" y="11"/>
                  </a:lnTo>
                  <a:lnTo>
                    <a:pt x="0" y="23"/>
                  </a:lnTo>
                  <a:lnTo>
                    <a:pt x="31" y="9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19" name=""/>
            <p:cNvSpPr/>
            <p:nvPr/>
          </p:nvSpPr>
          <p:spPr>
            <a:xfrm rot="0">
              <a:off x="2769" y="1536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20" name=""/>
            <p:cNvSpPr/>
            <p:nvPr/>
          </p:nvSpPr>
          <p:spPr>
            <a:xfrm rot="0" flipH="1" flipV="1">
              <a:off x="2777" y="15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1" name=""/>
            <p:cNvSpPr/>
            <p:nvPr/>
          </p:nvSpPr>
          <p:spPr>
            <a:xfrm rot="0">
              <a:off x="2750" y="1514"/>
              <a:ext cx="27" cy="31"/>
            </a:xfrm>
            <a:custGeom>
              <a:avLst/>
              <a:ahLst/>
              <a:rect l="0" t="0" r="r" b="b"/>
              <a:pathLst>
                <a:path w="81" h="91">
                  <a:moveTo>
                    <a:pt x="35" y="91"/>
                  </a:moveTo>
                  <a:lnTo>
                    <a:pt x="58" y="78"/>
                  </a:lnTo>
                  <a:lnTo>
                    <a:pt x="81" y="66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35" y="9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22" name=""/>
            <p:cNvSpPr/>
            <p:nvPr/>
          </p:nvSpPr>
          <p:spPr>
            <a:xfrm rot="0">
              <a:off x="2750" y="1514"/>
              <a:ext cx="27" cy="31"/>
            </a:xfrm>
            <a:custGeom>
              <a:avLst/>
              <a:ahLst/>
              <a:rect l="0" t="0" r="r" b="b"/>
              <a:pathLst>
                <a:path w="81" h="91">
                  <a:moveTo>
                    <a:pt x="35" y="91"/>
                  </a:moveTo>
                  <a:lnTo>
                    <a:pt x="58" y="78"/>
                  </a:lnTo>
                  <a:lnTo>
                    <a:pt x="81" y="66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35" y="9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3" name=""/>
            <p:cNvSpPr/>
            <p:nvPr/>
          </p:nvSpPr>
          <p:spPr>
            <a:xfrm rot="0">
              <a:off x="2748" y="1510"/>
              <a:ext cx="17" cy="13"/>
            </a:xfrm>
            <a:custGeom>
              <a:avLst/>
              <a:ahLst/>
              <a:rect l="0" t="0" r="r" b="b"/>
              <a:pathLst>
                <a:path w="49" h="38">
                  <a:moveTo>
                    <a:pt x="27" y="26"/>
                  </a:moveTo>
                  <a:lnTo>
                    <a:pt x="4" y="38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2"/>
                  </a:lnTo>
                  <a:lnTo>
                    <a:pt x="45" y="7"/>
                  </a:lnTo>
                  <a:lnTo>
                    <a:pt x="49" y="13"/>
                  </a:lnTo>
                  <a:lnTo>
                    <a:pt x="27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24" name=""/>
            <p:cNvSpPr/>
            <p:nvPr/>
          </p:nvSpPr>
          <p:spPr>
            <a:xfrm rot="0">
              <a:off x="2748" y="1510"/>
              <a:ext cx="17" cy="13"/>
            </a:xfrm>
            <a:custGeom>
              <a:avLst/>
              <a:ahLst/>
              <a:rect l="0" t="0" r="r" b="b"/>
              <a:pathLst>
                <a:path w="49" h="38">
                  <a:moveTo>
                    <a:pt x="4" y="38"/>
                  </a:moveTo>
                  <a:lnTo>
                    <a:pt x="0" y="31"/>
                  </a:lnTo>
                  <a:lnTo>
                    <a:pt x="0" y="23"/>
                  </a:lnTo>
                  <a:lnTo>
                    <a:pt x="3" y="14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8" y="2"/>
                  </a:lnTo>
                  <a:lnTo>
                    <a:pt x="45" y="7"/>
                  </a:lnTo>
                  <a:lnTo>
                    <a:pt x="49" y="1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5" name=""/>
            <p:cNvSpPr/>
            <p:nvPr/>
          </p:nvSpPr>
          <p:spPr>
            <a:xfrm rot="0">
              <a:off x="3283" y="1222"/>
              <a:ext cx="1" cy="6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6" name=""/>
            <p:cNvSpPr/>
            <p:nvPr/>
          </p:nvSpPr>
          <p:spPr>
            <a:xfrm rot="0">
              <a:off x="3283" y="1307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7" name=""/>
            <p:cNvSpPr/>
            <p:nvPr/>
          </p:nvSpPr>
          <p:spPr>
            <a:xfrm rot="0">
              <a:off x="3283" y="1346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8" name=""/>
            <p:cNvSpPr/>
            <p:nvPr/>
          </p:nvSpPr>
          <p:spPr>
            <a:xfrm rot="0">
              <a:off x="3283" y="1461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29" name=""/>
            <p:cNvSpPr/>
            <p:nvPr/>
          </p:nvSpPr>
          <p:spPr>
            <a:xfrm rot="0">
              <a:off x="3283" y="1500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0" name=""/>
            <p:cNvSpPr/>
            <p:nvPr/>
          </p:nvSpPr>
          <p:spPr>
            <a:xfrm rot="0">
              <a:off x="3283" y="1615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1" name=""/>
            <p:cNvSpPr/>
            <p:nvPr/>
          </p:nvSpPr>
          <p:spPr>
            <a:xfrm rot="0">
              <a:off x="3283" y="1654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2" name=""/>
            <p:cNvSpPr/>
            <p:nvPr/>
          </p:nvSpPr>
          <p:spPr>
            <a:xfrm rot="0">
              <a:off x="3283" y="1769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3" name=""/>
            <p:cNvSpPr/>
            <p:nvPr/>
          </p:nvSpPr>
          <p:spPr>
            <a:xfrm rot="0">
              <a:off x="3283" y="1808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4" name=""/>
            <p:cNvSpPr/>
            <p:nvPr/>
          </p:nvSpPr>
          <p:spPr>
            <a:xfrm rot="0">
              <a:off x="3283" y="1923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5" name=""/>
            <p:cNvSpPr/>
            <p:nvPr/>
          </p:nvSpPr>
          <p:spPr>
            <a:xfrm rot="0">
              <a:off x="3283" y="1962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6" name=""/>
            <p:cNvSpPr/>
            <p:nvPr/>
          </p:nvSpPr>
          <p:spPr>
            <a:xfrm rot="0">
              <a:off x="3283" y="2077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7" name=""/>
            <p:cNvSpPr/>
            <p:nvPr/>
          </p:nvSpPr>
          <p:spPr>
            <a:xfrm rot="0">
              <a:off x="3283" y="2116"/>
              <a:ext cx="1" cy="9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8" name=""/>
            <p:cNvSpPr/>
            <p:nvPr/>
          </p:nvSpPr>
          <p:spPr>
            <a:xfrm rot="0">
              <a:off x="3283" y="2231"/>
              <a:ext cx="1" cy="1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39" name=""/>
            <p:cNvSpPr/>
            <p:nvPr/>
          </p:nvSpPr>
          <p:spPr>
            <a:xfrm rot="0">
              <a:off x="3283" y="2270"/>
              <a:ext cx="1" cy="6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40" name=""/>
            <p:cNvSpPr/>
            <p:nvPr/>
          </p:nvSpPr>
          <p:spPr>
            <a:xfrm rot="0">
              <a:off x="3810" y="1510"/>
              <a:ext cx="16" cy="13"/>
            </a:xfrm>
            <a:custGeom>
              <a:avLst/>
              <a:ahLst/>
              <a:rect l="0" t="0" r="r" b="b"/>
              <a:pathLst>
                <a:path w="49" h="39">
                  <a:moveTo>
                    <a:pt x="23" y="26"/>
                  </a:moveTo>
                  <a:lnTo>
                    <a:pt x="0" y="12"/>
                  </a:lnTo>
                  <a:lnTo>
                    <a:pt x="5" y="6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2" y="8"/>
                  </a:lnTo>
                  <a:lnTo>
                    <a:pt x="46" y="14"/>
                  </a:lnTo>
                  <a:lnTo>
                    <a:pt x="49" y="23"/>
                  </a:lnTo>
                  <a:lnTo>
                    <a:pt x="49" y="31"/>
                  </a:lnTo>
                  <a:lnTo>
                    <a:pt x="45" y="39"/>
                  </a:lnTo>
                  <a:lnTo>
                    <a:pt x="23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41" name=""/>
            <p:cNvSpPr/>
            <p:nvPr/>
          </p:nvSpPr>
          <p:spPr>
            <a:xfrm rot="0">
              <a:off x="3810" y="1510"/>
              <a:ext cx="16" cy="13"/>
            </a:xfrm>
            <a:custGeom>
              <a:avLst/>
              <a:ahLst/>
              <a:rect l="0" t="0" r="r" b="b"/>
              <a:pathLst>
                <a:path w="49" h="39">
                  <a:moveTo>
                    <a:pt x="0" y="12"/>
                  </a:moveTo>
                  <a:lnTo>
                    <a:pt x="5" y="6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3"/>
                  </a:lnTo>
                  <a:lnTo>
                    <a:pt x="42" y="8"/>
                  </a:lnTo>
                  <a:lnTo>
                    <a:pt x="46" y="14"/>
                  </a:lnTo>
                  <a:lnTo>
                    <a:pt x="49" y="23"/>
                  </a:lnTo>
                  <a:lnTo>
                    <a:pt x="49" y="31"/>
                  </a:lnTo>
                  <a:lnTo>
                    <a:pt x="45" y="3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42" name=""/>
            <p:cNvSpPr/>
            <p:nvPr/>
          </p:nvSpPr>
          <p:spPr>
            <a:xfrm rot="0">
              <a:off x="3798" y="1514"/>
              <a:ext cx="27" cy="30"/>
            </a:xfrm>
            <a:custGeom>
              <a:avLst/>
              <a:ahLst/>
              <a:rect l="0" t="0" r="r" b="b"/>
              <a:pathLst>
                <a:path w="81" h="90">
                  <a:moveTo>
                    <a:pt x="81" y="27"/>
                  </a:moveTo>
                  <a:lnTo>
                    <a:pt x="59" y="14"/>
                  </a:lnTo>
                  <a:lnTo>
                    <a:pt x="36" y="0"/>
                  </a:lnTo>
                  <a:lnTo>
                    <a:pt x="0" y="63"/>
                  </a:lnTo>
                  <a:lnTo>
                    <a:pt x="23" y="76"/>
                  </a:lnTo>
                  <a:lnTo>
                    <a:pt x="46" y="90"/>
                  </a:lnTo>
                  <a:lnTo>
                    <a:pt x="81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43" name=""/>
            <p:cNvSpPr/>
            <p:nvPr/>
          </p:nvSpPr>
          <p:spPr>
            <a:xfrm rot="0">
              <a:off x="3798" y="1514"/>
              <a:ext cx="27" cy="30"/>
            </a:xfrm>
            <a:custGeom>
              <a:avLst/>
              <a:ahLst/>
              <a:rect l="0" t="0" r="r" b="b"/>
              <a:pathLst>
                <a:path w="81" h="90">
                  <a:moveTo>
                    <a:pt x="81" y="27"/>
                  </a:moveTo>
                  <a:lnTo>
                    <a:pt x="59" y="14"/>
                  </a:lnTo>
                  <a:lnTo>
                    <a:pt x="36" y="0"/>
                  </a:lnTo>
                  <a:lnTo>
                    <a:pt x="0" y="63"/>
                  </a:lnTo>
                  <a:lnTo>
                    <a:pt x="23" y="76"/>
                  </a:lnTo>
                  <a:lnTo>
                    <a:pt x="46" y="90"/>
                  </a:lnTo>
                  <a:lnTo>
                    <a:pt x="81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44" name=""/>
            <p:cNvSpPr/>
            <p:nvPr/>
          </p:nvSpPr>
          <p:spPr>
            <a:xfrm rot="0">
              <a:off x="3797" y="1535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45" name=""/>
            <p:cNvSpPr/>
            <p:nvPr/>
          </p:nvSpPr>
          <p:spPr>
            <a:xfrm rot="0" flipH="1">
              <a:off x="3797" y="1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46" name=""/>
            <p:cNvSpPr/>
            <p:nvPr/>
          </p:nvSpPr>
          <p:spPr>
            <a:xfrm rot="0">
              <a:off x="3787" y="1535"/>
              <a:ext cx="26" cy="30"/>
            </a:xfrm>
            <a:custGeom>
              <a:avLst/>
              <a:ahLst/>
              <a:rect l="0" t="0" r="r" b="b"/>
              <a:pathLst>
                <a:path w="80" h="88">
                  <a:moveTo>
                    <a:pt x="80" y="25"/>
                  </a:moveTo>
                  <a:lnTo>
                    <a:pt x="56" y="12"/>
                  </a:lnTo>
                  <a:lnTo>
                    <a:pt x="32" y="0"/>
                  </a:lnTo>
                  <a:lnTo>
                    <a:pt x="0" y="63"/>
                  </a:lnTo>
                  <a:lnTo>
                    <a:pt x="24" y="76"/>
                  </a:lnTo>
                  <a:lnTo>
                    <a:pt x="48" y="88"/>
                  </a:lnTo>
                  <a:lnTo>
                    <a:pt x="8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47" name=""/>
            <p:cNvSpPr/>
            <p:nvPr/>
          </p:nvSpPr>
          <p:spPr>
            <a:xfrm rot="0">
              <a:off x="3787" y="1535"/>
              <a:ext cx="26" cy="30"/>
            </a:xfrm>
            <a:custGeom>
              <a:avLst/>
              <a:ahLst/>
              <a:rect l="0" t="0" r="r" b="b"/>
              <a:pathLst>
                <a:path w="80" h="88">
                  <a:moveTo>
                    <a:pt x="80" y="25"/>
                  </a:moveTo>
                  <a:lnTo>
                    <a:pt x="56" y="12"/>
                  </a:lnTo>
                  <a:lnTo>
                    <a:pt x="32" y="0"/>
                  </a:lnTo>
                  <a:lnTo>
                    <a:pt x="0" y="63"/>
                  </a:lnTo>
                  <a:lnTo>
                    <a:pt x="24" y="76"/>
                  </a:lnTo>
                  <a:lnTo>
                    <a:pt x="48" y="88"/>
                  </a:lnTo>
                  <a:lnTo>
                    <a:pt x="80" y="2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48" name=""/>
            <p:cNvSpPr/>
            <p:nvPr/>
          </p:nvSpPr>
          <p:spPr>
            <a:xfrm rot="0">
              <a:off x="3787" y="1556"/>
              <a:ext cx="8" cy="5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49" name=""/>
            <p:cNvSpPr/>
            <p:nvPr/>
          </p:nvSpPr>
          <p:spPr>
            <a:xfrm rot="0">
              <a:off x="3787" y="15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50" name=""/>
            <p:cNvSpPr/>
            <p:nvPr/>
          </p:nvSpPr>
          <p:spPr>
            <a:xfrm rot="0">
              <a:off x="3777" y="1557"/>
              <a:ext cx="26" cy="29"/>
            </a:xfrm>
            <a:custGeom>
              <a:avLst/>
              <a:ahLst/>
              <a:rect l="0" t="0" r="r" b="b"/>
              <a:pathLst>
                <a:path w="78" h="89">
                  <a:moveTo>
                    <a:pt x="78" y="23"/>
                  </a:moveTo>
                  <a:lnTo>
                    <a:pt x="54" y="12"/>
                  </a:lnTo>
                  <a:lnTo>
                    <a:pt x="30" y="0"/>
                  </a:lnTo>
                  <a:lnTo>
                    <a:pt x="0" y="66"/>
                  </a:lnTo>
                  <a:lnTo>
                    <a:pt x="24" y="78"/>
                  </a:lnTo>
                  <a:lnTo>
                    <a:pt x="47" y="89"/>
                  </a:lnTo>
                  <a:lnTo>
                    <a:pt x="78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51" name=""/>
            <p:cNvSpPr/>
            <p:nvPr/>
          </p:nvSpPr>
          <p:spPr>
            <a:xfrm rot="0">
              <a:off x="3777" y="1557"/>
              <a:ext cx="26" cy="29"/>
            </a:xfrm>
            <a:custGeom>
              <a:avLst/>
              <a:ahLst/>
              <a:rect l="0" t="0" r="r" b="b"/>
              <a:pathLst>
                <a:path w="78" h="89">
                  <a:moveTo>
                    <a:pt x="78" y="23"/>
                  </a:moveTo>
                  <a:lnTo>
                    <a:pt x="54" y="12"/>
                  </a:lnTo>
                  <a:lnTo>
                    <a:pt x="30" y="0"/>
                  </a:lnTo>
                  <a:lnTo>
                    <a:pt x="0" y="66"/>
                  </a:lnTo>
                  <a:lnTo>
                    <a:pt x="24" y="78"/>
                  </a:lnTo>
                  <a:lnTo>
                    <a:pt x="47" y="89"/>
                  </a:lnTo>
                  <a:lnTo>
                    <a:pt x="78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52" name=""/>
            <p:cNvSpPr/>
            <p:nvPr/>
          </p:nvSpPr>
          <p:spPr>
            <a:xfrm rot="0">
              <a:off x="3776" y="1579"/>
              <a:ext cx="9" cy="4"/>
            </a:xfrm>
            <a:custGeom>
              <a:avLst/>
              <a:ahLst/>
              <a:rect l="0" t="0" r="r" b="b"/>
              <a:pathLst>
                <a:path w="26" h="12">
                  <a:moveTo>
                    <a:pt x="26" y="1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6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53" name=""/>
            <p:cNvSpPr/>
            <p:nvPr/>
          </p:nvSpPr>
          <p:spPr>
            <a:xfrm rot="0" flipH="1">
              <a:off x="3776" y="15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54" name=""/>
            <p:cNvSpPr/>
            <p:nvPr/>
          </p:nvSpPr>
          <p:spPr>
            <a:xfrm rot="0">
              <a:off x="3767" y="1579"/>
              <a:ext cx="26" cy="29"/>
            </a:xfrm>
            <a:custGeom>
              <a:avLst/>
              <a:ahLst/>
              <a:rect l="0" t="0" r="r" b="b"/>
              <a:pathLst>
                <a:path w="77" h="85">
                  <a:moveTo>
                    <a:pt x="77" y="19"/>
                  </a:moveTo>
                  <a:lnTo>
                    <a:pt x="52" y="10"/>
                  </a:lnTo>
                  <a:lnTo>
                    <a:pt x="26" y="0"/>
                  </a:lnTo>
                  <a:lnTo>
                    <a:pt x="0" y="66"/>
                  </a:lnTo>
                  <a:lnTo>
                    <a:pt x="25" y="75"/>
                  </a:lnTo>
                  <a:lnTo>
                    <a:pt x="50" y="85"/>
                  </a:lnTo>
                  <a:lnTo>
                    <a:pt x="77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55" name=""/>
            <p:cNvSpPr/>
            <p:nvPr/>
          </p:nvSpPr>
          <p:spPr>
            <a:xfrm rot="0">
              <a:off x="3767" y="1579"/>
              <a:ext cx="26" cy="29"/>
            </a:xfrm>
            <a:custGeom>
              <a:avLst/>
              <a:ahLst/>
              <a:rect l="0" t="0" r="r" b="b"/>
              <a:pathLst>
                <a:path w="77" h="85">
                  <a:moveTo>
                    <a:pt x="77" y="19"/>
                  </a:moveTo>
                  <a:lnTo>
                    <a:pt x="52" y="10"/>
                  </a:lnTo>
                  <a:lnTo>
                    <a:pt x="26" y="0"/>
                  </a:lnTo>
                  <a:lnTo>
                    <a:pt x="0" y="66"/>
                  </a:lnTo>
                  <a:lnTo>
                    <a:pt x="25" y="75"/>
                  </a:lnTo>
                  <a:lnTo>
                    <a:pt x="50" y="85"/>
                  </a:lnTo>
                  <a:lnTo>
                    <a:pt x="77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56" name=""/>
            <p:cNvSpPr/>
            <p:nvPr/>
          </p:nvSpPr>
          <p:spPr>
            <a:xfrm rot="0">
              <a:off x="3767" y="1601"/>
              <a:ext cx="9" cy="3"/>
            </a:xfrm>
            <a:custGeom>
              <a:avLst/>
              <a:ahLst/>
              <a:rect l="0" t="0" r="r" b="b"/>
              <a:pathLst>
                <a:path w="25" h="9">
                  <a:moveTo>
                    <a:pt x="25" y="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5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57" name=""/>
            <p:cNvSpPr/>
            <p:nvPr/>
          </p:nvSpPr>
          <p:spPr>
            <a:xfrm rot="0">
              <a:off x="3767" y="16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58" name=""/>
            <p:cNvSpPr/>
            <p:nvPr/>
          </p:nvSpPr>
          <p:spPr>
            <a:xfrm rot="0">
              <a:off x="3759" y="1601"/>
              <a:ext cx="25" cy="29"/>
            </a:xfrm>
            <a:custGeom>
              <a:avLst/>
              <a:ahLst/>
              <a:rect l="0" t="0" r="r" b="b"/>
              <a:pathLst>
                <a:path w="74" h="86">
                  <a:moveTo>
                    <a:pt x="74" y="19"/>
                  </a:moveTo>
                  <a:lnTo>
                    <a:pt x="49" y="9"/>
                  </a:lnTo>
                  <a:lnTo>
                    <a:pt x="24" y="0"/>
                  </a:lnTo>
                  <a:lnTo>
                    <a:pt x="0" y="68"/>
                  </a:lnTo>
                  <a:lnTo>
                    <a:pt x="25" y="77"/>
                  </a:lnTo>
                  <a:lnTo>
                    <a:pt x="50" y="86"/>
                  </a:lnTo>
                  <a:lnTo>
                    <a:pt x="74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59" name=""/>
            <p:cNvSpPr/>
            <p:nvPr/>
          </p:nvSpPr>
          <p:spPr>
            <a:xfrm rot="0">
              <a:off x="3759" y="1601"/>
              <a:ext cx="25" cy="29"/>
            </a:xfrm>
            <a:custGeom>
              <a:avLst/>
              <a:ahLst/>
              <a:rect l="0" t="0" r="r" b="b"/>
              <a:pathLst>
                <a:path w="74" h="86">
                  <a:moveTo>
                    <a:pt x="74" y="19"/>
                  </a:moveTo>
                  <a:lnTo>
                    <a:pt x="49" y="9"/>
                  </a:lnTo>
                  <a:lnTo>
                    <a:pt x="24" y="0"/>
                  </a:lnTo>
                  <a:lnTo>
                    <a:pt x="0" y="68"/>
                  </a:lnTo>
                  <a:lnTo>
                    <a:pt x="25" y="77"/>
                  </a:lnTo>
                  <a:lnTo>
                    <a:pt x="50" y="86"/>
                  </a:lnTo>
                  <a:lnTo>
                    <a:pt x="74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60" name=""/>
            <p:cNvSpPr/>
            <p:nvPr/>
          </p:nvSpPr>
          <p:spPr>
            <a:xfrm rot="0">
              <a:off x="3759" y="1624"/>
              <a:ext cx="9" cy="3"/>
            </a:xfrm>
            <a:custGeom>
              <a:avLst/>
              <a:ahLst/>
              <a:rect l="0" t="0" r="r" b="b"/>
              <a:pathLst>
                <a:path w="25" h="9">
                  <a:moveTo>
                    <a:pt x="25" y="9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61" name=""/>
            <p:cNvSpPr/>
            <p:nvPr/>
          </p:nvSpPr>
          <p:spPr>
            <a:xfrm rot="0">
              <a:off x="3759" y="16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62" name=""/>
            <p:cNvSpPr/>
            <p:nvPr/>
          </p:nvSpPr>
          <p:spPr>
            <a:xfrm rot="0">
              <a:off x="3753" y="1625"/>
              <a:ext cx="23" cy="27"/>
            </a:xfrm>
            <a:custGeom>
              <a:avLst/>
              <a:ahLst/>
              <a:rect l="0" t="0" r="r" b="b"/>
              <a:pathLst>
                <a:path w="70" h="83">
                  <a:moveTo>
                    <a:pt x="70" y="14"/>
                  </a:moveTo>
                  <a:lnTo>
                    <a:pt x="45" y="7"/>
                  </a:lnTo>
                  <a:lnTo>
                    <a:pt x="20" y="0"/>
                  </a:lnTo>
                  <a:lnTo>
                    <a:pt x="0" y="69"/>
                  </a:lnTo>
                  <a:lnTo>
                    <a:pt x="25" y="76"/>
                  </a:lnTo>
                  <a:lnTo>
                    <a:pt x="50" y="83"/>
                  </a:lnTo>
                  <a:lnTo>
                    <a:pt x="70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63" name=""/>
            <p:cNvSpPr/>
            <p:nvPr/>
          </p:nvSpPr>
          <p:spPr>
            <a:xfrm rot="0">
              <a:off x="3753" y="1625"/>
              <a:ext cx="23" cy="27"/>
            </a:xfrm>
            <a:custGeom>
              <a:avLst/>
              <a:ahLst/>
              <a:rect l="0" t="0" r="r" b="b"/>
              <a:pathLst>
                <a:path w="70" h="83">
                  <a:moveTo>
                    <a:pt x="70" y="14"/>
                  </a:moveTo>
                  <a:lnTo>
                    <a:pt x="45" y="7"/>
                  </a:lnTo>
                  <a:lnTo>
                    <a:pt x="20" y="0"/>
                  </a:lnTo>
                  <a:lnTo>
                    <a:pt x="0" y="69"/>
                  </a:lnTo>
                  <a:lnTo>
                    <a:pt x="25" y="76"/>
                  </a:lnTo>
                  <a:lnTo>
                    <a:pt x="50" y="83"/>
                  </a:lnTo>
                  <a:lnTo>
                    <a:pt x="70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64" name=""/>
            <p:cNvSpPr/>
            <p:nvPr/>
          </p:nvSpPr>
          <p:spPr>
            <a:xfrm rot="0">
              <a:off x="3752" y="1648"/>
              <a:ext cx="9" cy="2"/>
            </a:xfrm>
            <a:custGeom>
              <a:avLst/>
              <a:ahLst/>
              <a:rect l="0" t="0" r="r" b="b"/>
              <a:pathLst>
                <a:path w="26" h="7">
                  <a:moveTo>
                    <a:pt x="26" y="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65" name=""/>
            <p:cNvSpPr/>
            <p:nvPr/>
          </p:nvSpPr>
          <p:spPr>
            <a:xfrm rot="0" flipH="1">
              <a:off x="3752" y="16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66" name=""/>
            <p:cNvSpPr/>
            <p:nvPr/>
          </p:nvSpPr>
          <p:spPr>
            <a:xfrm rot="0">
              <a:off x="3746" y="1648"/>
              <a:ext cx="24" cy="27"/>
            </a:xfrm>
            <a:custGeom>
              <a:avLst/>
              <a:ahLst/>
              <a:rect l="0" t="0" r="r" b="b"/>
              <a:pathLst>
                <a:path w="70" h="82">
                  <a:moveTo>
                    <a:pt x="70" y="12"/>
                  </a:moveTo>
                  <a:lnTo>
                    <a:pt x="44" y="6"/>
                  </a:lnTo>
                  <a:lnTo>
                    <a:pt x="18" y="0"/>
                  </a:lnTo>
                  <a:lnTo>
                    <a:pt x="0" y="69"/>
                  </a:lnTo>
                  <a:lnTo>
                    <a:pt x="26" y="76"/>
                  </a:lnTo>
                  <a:lnTo>
                    <a:pt x="52" y="82"/>
                  </a:lnTo>
                  <a:lnTo>
                    <a:pt x="7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67" name=""/>
            <p:cNvSpPr/>
            <p:nvPr/>
          </p:nvSpPr>
          <p:spPr>
            <a:xfrm rot="0">
              <a:off x="3746" y="1648"/>
              <a:ext cx="24" cy="27"/>
            </a:xfrm>
            <a:custGeom>
              <a:avLst/>
              <a:ahLst/>
              <a:rect l="0" t="0" r="r" b="b"/>
              <a:pathLst>
                <a:path w="70" h="82">
                  <a:moveTo>
                    <a:pt x="70" y="12"/>
                  </a:moveTo>
                  <a:lnTo>
                    <a:pt x="44" y="6"/>
                  </a:lnTo>
                  <a:lnTo>
                    <a:pt x="18" y="0"/>
                  </a:lnTo>
                  <a:lnTo>
                    <a:pt x="0" y="69"/>
                  </a:lnTo>
                  <a:lnTo>
                    <a:pt x="26" y="76"/>
                  </a:lnTo>
                  <a:lnTo>
                    <a:pt x="52" y="82"/>
                  </a:lnTo>
                  <a:lnTo>
                    <a:pt x="70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68" name=""/>
            <p:cNvSpPr/>
            <p:nvPr/>
          </p:nvSpPr>
          <p:spPr>
            <a:xfrm rot="0">
              <a:off x="3746" y="1671"/>
              <a:ext cx="9" cy="2"/>
            </a:xfrm>
            <a:custGeom>
              <a:avLst/>
              <a:ahLst/>
              <a:rect l="0" t="0" r="r" b="b"/>
              <a:pathLst>
                <a:path w="26" h="7">
                  <a:moveTo>
                    <a:pt x="26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69" name=""/>
            <p:cNvSpPr/>
            <p:nvPr/>
          </p:nvSpPr>
          <p:spPr>
            <a:xfrm rot="0">
              <a:off x="3746" y="16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70" name=""/>
            <p:cNvSpPr/>
            <p:nvPr/>
          </p:nvSpPr>
          <p:spPr>
            <a:xfrm rot="0">
              <a:off x="3741" y="1671"/>
              <a:ext cx="23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67" y="11"/>
                  </a:moveTo>
                  <a:lnTo>
                    <a:pt x="41" y="6"/>
                  </a:lnTo>
                  <a:lnTo>
                    <a:pt x="15" y="0"/>
                  </a:lnTo>
                  <a:lnTo>
                    <a:pt x="0" y="70"/>
                  </a:lnTo>
                  <a:lnTo>
                    <a:pt x="26" y="76"/>
                  </a:lnTo>
                  <a:lnTo>
                    <a:pt x="52" y="81"/>
                  </a:lnTo>
                  <a:lnTo>
                    <a:pt x="67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71" name=""/>
            <p:cNvSpPr/>
            <p:nvPr/>
          </p:nvSpPr>
          <p:spPr>
            <a:xfrm rot="0">
              <a:off x="3741" y="1671"/>
              <a:ext cx="23" cy="27"/>
            </a:xfrm>
            <a:custGeom>
              <a:avLst/>
              <a:ahLst/>
              <a:rect l="0" t="0" r="r" b="b"/>
              <a:pathLst>
                <a:path w="67" h="81">
                  <a:moveTo>
                    <a:pt x="67" y="11"/>
                  </a:moveTo>
                  <a:lnTo>
                    <a:pt x="41" y="6"/>
                  </a:lnTo>
                  <a:lnTo>
                    <a:pt x="15" y="0"/>
                  </a:lnTo>
                  <a:lnTo>
                    <a:pt x="0" y="70"/>
                  </a:lnTo>
                  <a:lnTo>
                    <a:pt x="26" y="76"/>
                  </a:lnTo>
                  <a:lnTo>
                    <a:pt x="52" y="81"/>
                  </a:lnTo>
                  <a:lnTo>
                    <a:pt x="67" y="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72" name=""/>
            <p:cNvSpPr/>
            <p:nvPr/>
          </p:nvSpPr>
          <p:spPr>
            <a:xfrm rot="0">
              <a:off x="3741" y="1695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73" name=""/>
            <p:cNvSpPr/>
            <p:nvPr/>
          </p:nvSpPr>
          <p:spPr>
            <a:xfrm rot="0">
              <a:off x="3741" y="16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74" name=""/>
            <p:cNvSpPr/>
            <p:nvPr/>
          </p:nvSpPr>
          <p:spPr>
            <a:xfrm rot="0">
              <a:off x="3738" y="1695"/>
              <a:ext cx="21" cy="27"/>
            </a:xfrm>
            <a:custGeom>
              <a:avLst/>
              <a:ahLst/>
              <a:rect l="0" t="0" r="r" b="b"/>
              <a:pathLst>
                <a:path w="62" h="80">
                  <a:moveTo>
                    <a:pt x="62" y="9"/>
                  </a:moveTo>
                  <a:lnTo>
                    <a:pt x="36" y="5"/>
                  </a:lnTo>
                  <a:lnTo>
                    <a:pt x="10" y="0"/>
                  </a:lnTo>
                  <a:lnTo>
                    <a:pt x="0" y="71"/>
                  </a:lnTo>
                  <a:lnTo>
                    <a:pt x="26" y="75"/>
                  </a:lnTo>
                  <a:lnTo>
                    <a:pt x="52" y="80"/>
                  </a:lnTo>
                  <a:lnTo>
                    <a:pt x="62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75" name=""/>
            <p:cNvSpPr/>
            <p:nvPr/>
          </p:nvSpPr>
          <p:spPr>
            <a:xfrm rot="0">
              <a:off x="3738" y="1695"/>
              <a:ext cx="21" cy="27"/>
            </a:xfrm>
            <a:custGeom>
              <a:avLst/>
              <a:ahLst/>
              <a:rect l="0" t="0" r="r" b="b"/>
              <a:pathLst>
                <a:path w="62" h="80">
                  <a:moveTo>
                    <a:pt x="62" y="9"/>
                  </a:moveTo>
                  <a:lnTo>
                    <a:pt x="36" y="5"/>
                  </a:lnTo>
                  <a:lnTo>
                    <a:pt x="10" y="0"/>
                  </a:lnTo>
                  <a:lnTo>
                    <a:pt x="0" y="71"/>
                  </a:lnTo>
                  <a:lnTo>
                    <a:pt x="26" y="75"/>
                  </a:lnTo>
                  <a:lnTo>
                    <a:pt x="52" y="80"/>
                  </a:lnTo>
                  <a:lnTo>
                    <a:pt x="62" y="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76" name=""/>
            <p:cNvSpPr/>
            <p:nvPr/>
          </p:nvSpPr>
          <p:spPr>
            <a:xfrm rot="0">
              <a:off x="3738" y="1719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77" name=""/>
            <p:cNvSpPr/>
            <p:nvPr/>
          </p:nvSpPr>
          <p:spPr>
            <a:xfrm rot="0">
              <a:off x="3738" y="1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78" name=""/>
            <p:cNvSpPr/>
            <p:nvPr/>
          </p:nvSpPr>
          <p:spPr>
            <a:xfrm rot="0">
              <a:off x="3735" y="1719"/>
              <a:ext cx="20" cy="26"/>
            </a:xfrm>
            <a:custGeom>
              <a:avLst/>
              <a:ahLst/>
              <a:rect l="0" t="0" r="r" b="b"/>
              <a:pathLst>
                <a:path w="61" h="77">
                  <a:moveTo>
                    <a:pt x="61" y="7"/>
                  </a:moveTo>
                  <a:lnTo>
                    <a:pt x="35" y="3"/>
                  </a:lnTo>
                  <a:lnTo>
                    <a:pt x="9" y="0"/>
                  </a:lnTo>
                  <a:lnTo>
                    <a:pt x="0" y="71"/>
                  </a:lnTo>
                  <a:lnTo>
                    <a:pt x="27" y="74"/>
                  </a:lnTo>
                  <a:lnTo>
                    <a:pt x="53" y="77"/>
                  </a:lnTo>
                  <a:lnTo>
                    <a:pt x="61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79" name=""/>
            <p:cNvSpPr/>
            <p:nvPr/>
          </p:nvSpPr>
          <p:spPr>
            <a:xfrm rot="0">
              <a:off x="3735" y="1719"/>
              <a:ext cx="20" cy="26"/>
            </a:xfrm>
            <a:custGeom>
              <a:avLst/>
              <a:ahLst/>
              <a:rect l="0" t="0" r="r" b="b"/>
              <a:pathLst>
                <a:path w="61" h="77">
                  <a:moveTo>
                    <a:pt x="61" y="7"/>
                  </a:moveTo>
                  <a:lnTo>
                    <a:pt x="35" y="3"/>
                  </a:lnTo>
                  <a:lnTo>
                    <a:pt x="9" y="0"/>
                  </a:lnTo>
                  <a:lnTo>
                    <a:pt x="0" y="71"/>
                  </a:lnTo>
                  <a:lnTo>
                    <a:pt x="27" y="74"/>
                  </a:lnTo>
                  <a:lnTo>
                    <a:pt x="53" y="77"/>
                  </a:lnTo>
                  <a:lnTo>
                    <a:pt x="61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80" name=""/>
            <p:cNvSpPr/>
            <p:nvPr/>
          </p:nvSpPr>
          <p:spPr>
            <a:xfrm rot="0">
              <a:off x="3735" y="1743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81" name=""/>
            <p:cNvSpPr/>
            <p:nvPr/>
          </p:nvSpPr>
          <p:spPr>
            <a:xfrm rot="0">
              <a:off x="3735" y="17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82" name=""/>
            <p:cNvSpPr/>
            <p:nvPr/>
          </p:nvSpPr>
          <p:spPr>
            <a:xfrm rot="0">
              <a:off x="3733" y="1743"/>
              <a:ext cx="20" cy="25"/>
            </a:xfrm>
            <a:custGeom>
              <a:avLst/>
              <a:ahLst/>
              <a:rect l="0" t="0" r="r" b="b"/>
              <a:pathLst>
                <a:path w="58" h="76">
                  <a:moveTo>
                    <a:pt x="58" y="4"/>
                  </a:moveTo>
                  <a:lnTo>
                    <a:pt x="32" y="2"/>
                  </a:lnTo>
                  <a:lnTo>
                    <a:pt x="5" y="0"/>
                  </a:lnTo>
                  <a:lnTo>
                    <a:pt x="0" y="72"/>
                  </a:lnTo>
                  <a:lnTo>
                    <a:pt x="26" y="74"/>
                  </a:lnTo>
                  <a:lnTo>
                    <a:pt x="52" y="76"/>
                  </a:lnTo>
                  <a:lnTo>
                    <a:pt x="58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83" name=""/>
            <p:cNvSpPr/>
            <p:nvPr/>
          </p:nvSpPr>
          <p:spPr>
            <a:xfrm rot="0">
              <a:off x="3733" y="1743"/>
              <a:ext cx="20" cy="25"/>
            </a:xfrm>
            <a:custGeom>
              <a:avLst/>
              <a:ahLst/>
              <a:rect l="0" t="0" r="r" b="b"/>
              <a:pathLst>
                <a:path w="58" h="76">
                  <a:moveTo>
                    <a:pt x="58" y="4"/>
                  </a:moveTo>
                  <a:lnTo>
                    <a:pt x="32" y="2"/>
                  </a:lnTo>
                  <a:lnTo>
                    <a:pt x="5" y="0"/>
                  </a:lnTo>
                  <a:lnTo>
                    <a:pt x="0" y="72"/>
                  </a:lnTo>
                  <a:lnTo>
                    <a:pt x="26" y="74"/>
                  </a:lnTo>
                  <a:lnTo>
                    <a:pt x="52" y="76"/>
                  </a:lnTo>
                  <a:lnTo>
                    <a:pt x="58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84" name=""/>
            <p:cNvSpPr/>
            <p:nvPr/>
          </p:nvSpPr>
          <p:spPr>
            <a:xfrm rot="0">
              <a:off x="3733" y="1767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85" name=""/>
            <p:cNvSpPr/>
            <p:nvPr/>
          </p:nvSpPr>
          <p:spPr>
            <a:xfrm rot="0">
              <a:off x="3733" y="17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86" name=""/>
            <p:cNvSpPr/>
            <p:nvPr/>
          </p:nvSpPr>
          <p:spPr>
            <a:xfrm rot="0">
              <a:off x="3733" y="1768"/>
              <a:ext cx="18" cy="23"/>
            </a:xfrm>
            <a:custGeom>
              <a:avLst/>
              <a:ahLst/>
              <a:rect l="0" t="0" r="r" b="b"/>
              <a:pathLst>
                <a:path w="53" h="71">
                  <a:moveTo>
                    <a:pt x="53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0" y="71"/>
                  </a:lnTo>
                  <a:lnTo>
                    <a:pt x="26" y="71"/>
                  </a:lnTo>
                  <a:lnTo>
                    <a:pt x="52" y="71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87" name=""/>
            <p:cNvSpPr/>
            <p:nvPr/>
          </p:nvSpPr>
          <p:spPr>
            <a:xfrm rot="0">
              <a:off x="3733" y="1768"/>
              <a:ext cx="18" cy="23"/>
            </a:xfrm>
            <a:custGeom>
              <a:avLst/>
              <a:ahLst/>
              <a:rect l="0" t="0" r="r" b="b"/>
              <a:pathLst>
                <a:path w="53" h="71">
                  <a:moveTo>
                    <a:pt x="53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0" y="71"/>
                  </a:lnTo>
                  <a:lnTo>
                    <a:pt x="26" y="71"/>
                  </a:lnTo>
                  <a:lnTo>
                    <a:pt x="52" y="71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88" name=""/>
            <p:cNvSpPr/>
            <p:nvPr/>
          </p:nvSpPr>
          <p:spPr>
            <a:xfrm rot="0">
              <a:off x="3733" y="1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89" name=""/>
            <p:cNvSpPr/>
            <p:nvPr/>
          </p:nvSpPr>
          <p:spPr>
            <a:xfrm rot="0">
              <a:off x="3733" y="1791"/>
              <a:ext cx="18" cy="24"/>
            </a:xfrm>
            <a:custGeom>
              <a:avLst/>
              <a:ahLst/>
              <a:rect l="0" t="0" r="r" b="b"/>
              <a:pathLst>
                <a:path w="53" h="72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1" y="72"/>
                  </a:lnTo>
                  <a:lnTo>
                    <a:pt x="27" y="72"/>
                  </a:lnTo>
                  <a:lnTo>
                    <a:pt x="53" y="72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90" name=""/>
            <p:cNvSpPr/>
            <p:nvPr/>
          </p:nvSpPr>
          <p:spPr>
            <a:xfrm rot="0">
              <a:off x="3733" y="1791"/>
              <a:ext cx="18" cy="24"/>
            </a:xfrm>
            <a:custGeom>
              <a:avLst/>
              <a:ahLst/>
              <a:rect l="0" t="0" r="r" b="b"/>
              <a:pathLst>
                <a:path w="53" h="72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1" y="72"/>
                  </a:lnTo>
                  <a:lnTo>
                    <a:pt x="27" y="72"/>
                  </a:lnTo>
                  <a:lnTo>
                    <a:pt x="53" y="7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91" name=""/>
            <p:cNvSpPr/>
            <p:nvPr/>
          </p:nvSpPr>
          <p:spPr>
            <a:xfrm rot="0">
              <a:off x="3733" y="1815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92" name=""/>
            <p:cNvSpPr/>
            <p:nvPr/>
          </p:nvSpPr>
          <p:spPr>
            <a:xfrm rot="0">
              <a:off x="3733" y="18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93" name=""/>
            <p:cNvSpPr/>
            <p:nvPr/>
          </p:nvSpPr>
          <p:spPr>
            <a:xfrm rot="0">
              <a:off x="3733" y="1815"/>
              <a:ext cx="20" cy="25"/>
            </a:xfrm>
            <a:custGeom>
              <a:avLst/>
              <a:ahLst/>
              <a:rect l="0" t="0" r="r" b="b"/>
              <a:pathLst>
                <a:path w="58" h="76">
                  <a:moveTo>
                    <a:pt x="52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5" y="76"/>
                  </a:lnTo>
                  <a:lnTo>
                    <a:pt x="32" y="74"/>
                  </a:lnTo>
                  <a:lnTo>
                    <a:pt x="58" y="72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94" name=""/>
            <p:cNvSpPr/>
            <p:nvPr/>
          </p:nvSpPr>
          <p:spPr>
            <a:xfrm rot="0">
              <a:off x="3733" y="1815"/>
              <a:ext cx="20" cy="25"/>
            </a:xfrm>
            <a:custGeom>
              <a:avLst/>
              <a:ahLst/>
              <a:rect l="0" t="0" r="r" b="b"/>
              <a:pathLst>
                <a:path w="58" h="76">
                  <a:moveTo>
                    <a:pt x="52" y="0"/>
                  </a:moveTo>
                  <a:lnTo>
                    <a:pt x="26" y="2"/>
                  </a:lnTo>
                  <a:lnTo>
                    <a:pt x="0" y="4"/>
                  </a:lnTo>
                  <a:lnTo>
                    <a:pt x="5" y="76"/>
                  </a:lnTo>
                  <a:lnTo>
                    <a:pt x="32" y="74"/>
                  </a:lnTo>
                  <a:lnTo>
                    <a:pt x="58" y="7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95" name=""/>
            <p:cNvSpPr/>
            <p:nvPr/>
          </p:nvSpPr>
          <p:spPr>
            <a:xfrm rot="0">
              <a:off x="3735" y="1839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96" name=""/>
            <p:cNvSpPr/>
            <p:nvPr/>
          </p:nvSpPr>
          <p:spPr>
            <a:xfrm rot="0">
              <a:off x="3735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97" name=""/>
            <p:cNvSpPr/>
            <p:nvPr/>
          </p:nvSpPr>
          <p:spPr>
            <a:xfrm rot="0">
              <a:off x="3735" y="1838"/>
              <a:ext cx="20" cy="26"/>
            </a:xfrm>
            <a:custGeom>
              <a:avLst/>
              <a:ahLst/>
              <a:rect l="0" t="0" r="r" b="b"/>
              <a:pathLst>
                <a:path w="61" h="77">
                  <a:moveTo>
                    <a:pt x="53" y="0"/>
                  </a:moveTo>
                  <a:lnTo>
                    <a:pt x="27" y="3"/>
                  </a:lnTo>
                  <a:lnTo>
                    <a:pt x="0" y="6"/>
                  </a:lnTo>
                  <a:lnTo>
                    <a:pt x="9" y="77"/>
                  </a:lnTo>
                  <a:lnTo>
                    <a:pt x="35" y="74"/>
                  </a:lnTo>
                  <a:lnTo>
                    <a:pt x="61" y="71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0998" name=""/>
            <p:cNvSpPr/>
            <p:nvPr/>
          </p:nvSpPr>
          <p:spPr>
            <a:xfrm rot="0">
              <a:off x="3735" y="1838"/>
              <a:ext cx="20" cy="26"/>
            </a:xfrm>
            <a:custGeom>
              <a:avLst/>
              <a:ahLst/>
              <a:rect l="0" t="0" r="r" b="b"/>
              <a:pathLst>
                <a:path w="61" h="77">
                  <a:moveTo>
                    <a:pt x="53" y="0"/>
                  </a:moveTo>
                  <a:lnTo>
                    <a:pt x="27" y="3"/>
                  </a:lnTo>
                  <a:lnTo>
                    <a:pt x="0" y="6"/>
                  </a:lnTo>
                  <a:lnTo>
                    <a:pt x="9" y="77"/>
                  </a:lnTo>
                  <a:lnTo>
                    <a:pt x="35" y="74"/>
                  </a:lnTo>
                  <a:lnTo>
                    <a:pt x="61" y="71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0999" name=""/>
            <p:cNvSpPr/>
            <p:nvPr/>
          </p:nvSpPr>
          <p:spPr>
            <a:xfrm rot="0">
              <a:off x="3738" y="1863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00" name=""/>
            <p:cNvSpPr/>
            <p:nvPr/>
          </p:nvSpPr>
          <p:spPr>
            <a:xfrm rot="0">
              <a:off x="3738" y="1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01" name=""/>
            <p:cNvSpPr/>
            <p:nvPr/>
          </p:nvSpPr>
          <p:spPr>
            <a:xfrm rot="0">
              <a:off x="3738" y="1862"/>
              <a:ext cx="21" cy="26"/>
            </a:xfrm>
            <a:custGeom>
              <a:avLst/>
              <a:ahLst/>
              <a:rect l="0" t="0" r="r" b="b"/>
              <a:pathLst>
                <a:path w="62" h="79">
                  <a:moveTo>
                    <a:pt x="52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10" y="79"/>
                  </a:lnTo>
                  <a:lnTo>
                    <a:pt x="36" y="75"/>
                  </a:lnTo>
                  <a:lnTo>
                    <a:pt x="62" y="71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02" name=""/>
            <p:cNvSpPr/>
            <p:nvPr/>
          </p:nvSpPr>
          <p:spPr>
            <a:xfrm rot="0">
              <a:off x="3738" y="1862"/>
              <a:ext cx="21" cy="26"/>
            </a:xfrm>
            <a:custGeom>
              <a:avLst/>
              <a:ahLst/>
              <a:rect l="0" t="0" r="r" b="b"/>
              <a:pathLst>
                <a:path w="62" h="79">
                  <a:moveTo>
                    <a:pt x="52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10" y="79"/>
                  </a:lnTo>
                  <a:lnTo>
                    <a:pt x="36" y="75"/>
                  </a:lnTo>
                  <a:lnTo>
                    <a:pt x="62" y="71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03" name=""/>
            <p:cNvSpPr/>
            <p:nvPr/>
          </p:nvSpPr>
          <p:spPr>
            <a:xfrm rot="0">
              <a:off x="3741" y="1887"/>
              <a:ext cx="9" cy="1"/>
            </a:xfrm>
            <a:custGeom>
              <a:avLst/>
              <a:ahLst/>
              <a:rect l="0" t="0" r="r" b="b"/>
              <a:pathLst>
                <a:path w="26" h="5">
                  <a:moveTo>
                    <a:pt x="26" y="0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04" name=""/>
            <p:cNvSpPr/>
            <p:nvPr/>
          </p:nvSpPr>
          <p:spPr>
            <a:xfrm rot="0">
              <a:off x="3741" y="1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05" name=""/>
            <p:cNvSpPr/>
            <p:nvPr/>
          </p:nvSpPr>
          <p:spPr>
            <a:xfrm rot="0">
              <a:off x="3741" y="1885"/>
              <a:ext cx="23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52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15" y="80"/>
                  </a:lnTo>
                  <a:lnTo>
                    <a:pt x="41" y="75"/>
                  </a:lnTo>
                  <a:lnTo>
                    <a:pt x="67" y="70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06" name=""/>
            <p:cNvSpPr/>
            <p:nvPr/>
          </p:nvSpPr>
          <p:spPr>
            <a:xfrm rot="0">
              <a:off x="3741" y="1885"/>
              <a:ext cx="23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52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15" y="80"/>
                  </a:lnTo>
                  <a:lnTo>
                    <a:pt x="41" y="75"/>
                  </a:lnTo>
                  <a:lnTo>
                    <a:pt x="67" y="70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07" name=""/>
            <p:cNvSpPr/>
            <p:nvPr/>
          </p:nvSpPr>
          <p:spPr>
            <a:xfrm rot="0">
              <a:off x="3746" y="1910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08" name=""/>
            <p:cNvSpPr/>
            <p:nvPr/>
          </p:nvSpPr>
          <p:spPr>
            <a:xfrm rot="0">
              <a:off x="3746" y="19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09" name=""/>
            <p:cNvSpPr/>
            <p:nvPr/>
          </p:nvSpPr>
          <p:spPr>
            <a:xfrm rot="0">
              <a:off x="3746" y="1908"/>
              <a:ext cx="24" cy="27"/>
            </a:xfrm>
            <a:custGeom>
              <a:avLst/>
              <a:ahLst/>
              <a:rect l="0" t="0" r="r" b="b"/>
              <a:pathLst>
                <a:path w="70" h="82">
                  <a:moveTo>
                    <a:pt x="52" y="0"/>
                  </a:moveTo>
                  <a:lnTo>
                    <a:pt x="26" y="6"/>
                  </a:lnTo>
                  <a:lnTo>
                    <a:pt x="0" y="12"/>
                  </a:lnTo>
                  <a:lnTo>
                    <a:pt x="18" y="82"/>
                  </a:lnTo>
                  <a:lnTo>
                    <a:pt x="44" y="76"/>
                  </a:lnTo>
                  <a:lnTo>
                    <a:pt x="70" y="69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10" name=""/>
            <p:cNvSpPr/>
            <p:nvPr/>
          </p:nvSpPr>
          <p:spPr>
            <a:xfrm rot="0">
              <a:off x="3746" y="1908"/>
              <a:ext cx="24" cy="27"/>
            </a:xfrm>
            <a:custGeom>
              <a:avLst/>
              <a:ahLst/>
              <a:rect l="0" t="0" r="r" b="b"/>
              <a:pathLst>
                <a:path w="70" h="82">
                  <a:moveTo>
                    <a:pt x="52" y="0"/>
                  </a:moveTo>
                  <a:lnTo>
                    <a:pt x="26" y="6"/>
                  </a:lnTo>
                  <a:lnTo>
                    <a:pt x="0" y="12"/>
                  </a:lnTo>
                  <a:lnTo>
                    <a:pt x="18" y="82"/>
                  </a:lnTo>
                  <a:lnTo>
                    <a:pt x="44" y="76"/>
                  </a:lnTo>
                  <a:lnTo>
                    <a:pt x="70" y="69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11" name=""/>
            <p:cNvSpPr/>
            <p:nvPr/>
          </p:nvSpPr>
          <p:spPr>
            <a:xfrm rot="0">
              <a:off x="3752" y="1933"/>
              <a:ext cx="9" cy="3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6"/>
                  </a:lnTo>
                  <a:lnTo>
                    <a:pt x="1" y="7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12" name=""/>
            <p:cNvSpPr/>
            <p:nvPr/>
          </p:nvSpPr>
          <p:spPr>
            <a:xfrm rot="0">
              <a:off x="3752" y="1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13" name=""/>
            <p:cNvSpPr/>
            <p:nvPr/>
          </p:nvSpPr>
          <p:spPr>
            <a:xfrm rot="0">
              <a:off x="3753" y="1931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50" y="0"/>
                  </a:moveTo>
                  <a:lnTo>
                    <a:pt x="25" y="8"/>
                  </a:lnTo>
                  <a:lnTo>
                    <a:pt x="0" y="15"/>
                  </a:lnTo>
                  <a:lnTo>
                    <a:pt x="20" y="84"/>
                  </a:lnTo>
                  <a:lnTo>
                    <a:pt x="45" y="76"/>
                  </a:lnTo>
                  <a:lnTo>
                    <a:pt x="70" y="69"/>
                  </a:lnTo>
                  <a:lnTo>
                    <a:pt x="5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14" name=""/>
            <p:cNvSpPr/>
            <p:nvPr/>
          </p:nvSpPr>
          <p:spPr>
            <a:xfrm rot="0">
              <a:off x="3753" y="1931"/>
              <a:ext cx="23" cy="28"/>
            </a:xfrm>
            <a:custGeom>
              <a:avLst/>
              <a:ahLst/>
              <a:rect l="0" t="0" r="r" b="b"/>
              <a:pathLst>
                <a:path w="70" h="84">
                  <a:moveTo>
                    <a:pt x="50" y="0"/>
                  </a:moveTo>
                  <a:lnTo>
                    <a:pt x="25" y="8"/>
                  </a:lnTo>
                  <a:lnTo>
                    <a:pt x="0" y="15"/>
                  </a:lnTo>
                  <a:lnTo>
                    <a:pt x="20" y="84"/>
                  </a:lnTo>
                  <a:lnTo>
                    <a:pt x="45" y="76"/>
                  </a:lnTo>
                  <a:lnTo>
                    <a:pt x="70" y="69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15" name=""/>
            <p:cNvSpPr/>
            <p:nvPr/>
          </p:nvSpPr>
          <p:spPr>
            <a:xfrm rot="0">
              <a:off x="3759" y="1956"/>
              <a:ext cx="9" cy="3"/>
            </a:xfrm>
            <a:custGeom>
              <a:avLst/>
              <a:ahLst/>
              <a:rect l="0" t="0" r="r" b="b"/>
              <a:pathLst>
                <a:path w="25" h="10">
                  <a:moveTo>
                    <a:pt x="25" y="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16" name=""/>
            <p:cNvSpPr/>
            <p:nvPr/>
          </p:nvSpPr>
          <p:spPr>
            <a:xfrm rot="0">
              <a:off x="3759" y="19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17" name=""/>
            <p:cNvSpPr/>
            <p:nvPr/>
          </p:nvSpPr>
          <p:spPr>
            <a:xfrm rot="0">
              <a:off x="3759" y="1953"/>
              <a:ext cx="25" cy="29"/>
            </a:xfrm>
            <a:custGeom>
              <a:avLst/>
              <a:ahLst/>
              <a:rect l="0" t="0" r="r" b="b"/>
              <a:pathLst>
                <a:path w="74" h="86">
                  <a:moveTo>
                    <a:pt x="50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4" y="86"/>
                  </a:lnTo>
                  <a:lnTo>
                    <a:pt x="49" y="76"/>
                  </a:lnTo>
                  <a:lnTo>
                    <a:pt x="74" y="67"/>
                  </a:lnTo>
                  <a:lnTo>
                    <a:pt x="5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18" name=""/>
            <p:cNvSpPr/>
            <p:nvPr/>
          </p:nvSpPr>
          <p:spPr>
            <a:xfrm rot="0">
              <a:off x="3759" y="1953"/>
              <a:ext cx="25" cy="29"/>
            </a:xfrm>
            <a:custGeom>
              <a:avLst/>
              <a:ahLst/>
              <a:rect l="0" t="0" r="r" b="b"/>
              <a:pathLst>
                <a:path w="74" h="86">
                  <a:moveTo>
                    <a:pt x="50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4" y="86"/>
                  </a:lnTo>
                  <a:lnTo>
                    <a:pt x="49" y="76"/>
                  </a:lnTo>
                  <a:lnTo>
                    <a:pt x="74" y="67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19" name=""/>
            <p:cNvSpPr/>
            <p:nvPr/>
          </p:nvSpPr>
          <p:spPr>
            <a:xfrm rot="0">
              <a:off x="3767" y="1978"/>
              <a:ext cx="9" cy="4"/>
            </a:xfrm>
            <a:custGeom>
              <a:avLst/>
              <a:ahLst/>
              <a:rect l="0" t="0" r="r" b="b"/>
              <a:pathLst>
                <a:path w="25" h="10">
                  <a:moveTo>
                    <a:pt x="25" y="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20" name=""/>
            <p:cNvSpPr/>
            <p:nvPr/>
          </p:nvSpPr>
          <p:spPr>
            <a:xfrm rot="0">
              <a:off x="3767" y="1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21" name=""/>
            <p:cNvSpPr/>
            <p:nvPr/>
          </p:nvSpPr>
          <p:spPr>
            <a:xfrm rot="0">
              <a:off x="3767" y="1975"/>
              <a:ext cx="26" cy="29"/>
            </a:xfrm>
            <a:custGeom>
              <a:avLst/>
              <a:ahLst/>
              <a:rect l="0" t="0" r="r" b="b"/>
              <a:pathLst>
                <a:path w="77" h="85">
                  <a:moveTo>
                    <a:pt x="50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6" y="85"/>
                  </a:lnTo>
                  <a:lnTo>
                    <a:pt x="52" y="76"/>
                  </a:lnTo>
                  <a:lnTo>
                    <a:pt x="77" y="67"/>
                  </a:lnTo>
                  <a:lnTo>
                    <a:pt x="5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22" name=""/>
            <p:cNvSpPr/>
            <p:nvPr/>
          </p:nvSpPr>
          <p:spPr>
            <a:xfrm rot="0">
              <a:off x="3767" y="1975"/>
              <a:ext cx="26" cy="29"/>
            </a:xfrm>
            <a:custGeom>
              <a:avLst/>
              <a:ahLst/>
              <a:rect l="0" t="0" r="r" b="b"/>
              <a:pathLst>
                <a:path w="77" h="85">
                  <a:moveTo>
                    <a:pt x="50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6" y="85"/>
                  </a:lnTo>
                  <a:lnTo>
                    <a:pt x="52" y="76"/>
                  </a:lnTo>
                  <a:lnTo>
                    <a:pt x="77" y="67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23" name=""/>
            <p:cNvSpPr/>
            <p:nvPr/>
          </p:nvSpPr>
          <p:spPr>
            <a:xfrm rot="0">
              <a:off x="3776" y="2001"/>
              <a:ext cx="9" cy="3"/>
            </a:xfrm>
            <a:custGeom>
              <a:avLst/>
              <a:ahLst/>
              <a:rect l="0" t="0" r="r" b="b"/>
              <a:pathLst>
                <a:path w="26" h="11">
                  <a:moveTo>
                    <a:pt x="26" y="0"/>
                  </a:moveTo>
                  <a:lnTo>
                    <a:pt x="0" y="9"/>
                  </a:lnTo>
                  <a:lnTo>
                    <a:pt x="2" y="11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24" name=""/>
            <p:cNvSpPr/>
            <p:nvPr/>
          </p:nvSpPr>
          <p:spPr>
            <a:xfrm rot="0">
              <a:off x="3776" y="2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25" name=""/>
            <p:cNvSpPr/>
            <p:nvPr/>
          </p:nvSpPr>
          <p:spPr>
            <a:xfrm rot="0">
              <a:off x="3777" y="1997"/>
              <a:ext cx="26" cy="29"/>
            </a:xfrm>
            <a:custGeom>
              <a:avLst/>
              <a:ahLst/>
              <a:rect l="0" t="0" r="r" b="b"/>
              <a:pathLst>
                <a:path w="78" h="89">
                  <a:moveTo>
                    <a:pt x="47" y="0"/>
                  </a:moveTo>
                  <a:lnTo>
                    <a:pt x="24" y="12"/>
                  </a:lnTo>
                  <a:lnTo>
                    <a:pt x="0" y="23"/>
                  </a:lnTo>
                  <a:lnTo>
                    <a:pt x="30" y="89"/>
                  </a:lnTo>
                  <a:lnTo>
                    <a:pt x="54" y="78"/>
                  </a:lnTo>
                  <a:lnTo>
                    <a:pt x="78" y="66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26" name=""/>
            <p:cNvSpPr/>
            <p:nvPr/>
          </p:nvSpPr>
          <p:spPr>
            <a:xfrm rot="0">
              <a:off x="3777" y="1997"/>
              <a:ext cx="26" cy="29"/>
            </a:xfrm>
            <a:custGeom>
              <a:avLst/>
              <a:ahLst/>
              <a:rect l="0" t="0" r="r" b="b"/>
              <a:pathLst>
                <a:path w="78" h="89">
                  <a:moveTo>
                    <a:pt x="47" y="0"/>
                  </a:moveTo>
                  <a:lnTo>
                    <a:pt x="24" y="12"/>
                  </a:lnTo>
                  <a:lnTo>
                    <a:pt x="0" y="23"/>
                  </a:lnTo>
                  <a:lnTo>
                    <a:pt x="30" y="89"/>
                  </a:lnTo>
                  <a:lnTo>
                    <a:pt x="54" y="78"/>
                  </a:lnTo>
                  <a:lnTo>
                    <a:pt x="78" y="66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27" name=""/>
            <p:cNvSpPr/>
            <p:nvPr/>
          </p:nvSpPr>
          <p:spPr>
            <a:xfrm rot="0">
              <a:off x="3787" y="2023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28" name=""/>
            <p:cNvSpPr/>
            <p:nvPr/>
          </p:nvSpPr>
          <p:spPr>
            <a:xfrm rot="0">
              <a:off x="3787" y="20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29" name=""/>
            <p:cNvSpPr/>
            <p:nvPr/>
          </p:nvSpPr>
          <p:spPr>
            <a:xfrm rot="0">
              <a:off x="3787" y="2018"/>
              <a:ext cx="26" cy="30"/>
            </a:xfrm>
            <a:custGeom>
              <a:avLst/>
              <a:ahLst/>
              <a:rect l="0" t="0" r="r" b="b"/>
              <a:pathLst>
                <a:path w="80" h="89">
                  <a:moveTo>
                    <a:pt x="48" y="0"/>
                  </a:moveTo>
                  <a:lnTo>
                    <a:pt x="24" y="13"/>
                  </a:lnTo>
                  <a:lnTo>
                    <a:pt x="0" y="25"/>
                  </a:lnTo>
                  <a:lnTo>
                    <a:pt x="32" y="89"/>
                  </a:lnTo>
                  <a:lnTo>
                    <a:pt x="56" y="76"/>
                  </a:lnTo>
                  <a:lnTo>
                    <a:pt x="80" y="64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30" name=""/>
            <p:cNvSpPr/>
            <p:nvPr/>
          </p:nvSpPr>
          <p:spPr>
            <a:xfrm rot="0">
              <a:off x="3787" y="2018"/>
              <a:ext cx="26" cy="30"/>
            </a:xfrm>
            <a:custGeom>
              <a:avLst/>
              <a:ahLst/>
              <a:rect l="0" t="0" r="r" b="b"/>
              <a:pathLst>
                <a:path w="80" h="89">
                  <a:moveTo>
                    <a:pt x="48" y="0"/>
                  </a:moveTo>
                  <a:lnTo>
                    <a:pt x="24" y="13"/>
                  </a:lnTo>
                  <a:lnTo>
                    <a:pt x="0" y="25"/>
                  </a:lnTo>
                  <a:lnTo>
                    <a:pt x="32" y="89"/>
                  </a:lnTo>
                  <a:lnTo>
                    <a:pt x="56" y="76"/>
                  </a:lnTo>
                  <a:lnTo>
                    <a:pt x="80" y="64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31" name=""/>
            <p:cNvSpPr/>
            <p:nvPr/>
          </p:nvSpPr>
          <p:spPr>
            <a:xfrm rot="0">
              <a:off x="3797" y="2044"/>
              <a:ext cx="8" cy="4"/>
            </a:xfrm>
            <a:custGeom>
              <a:avLst/>
              <a:ahLst/>
              <a:rect l="0" t="0" r="r" b="b"/>
              <a:pathLst>
                <a:path w="24" h="14">
                  <a:moveTo>
                    <a:pt x="24" y="0"/>
                  </a:moveTo>
                  <a:lnTo>
                    <a:pt x="0" y="13"/>
                  </a:lnTo>
                  <a:lnTo>
                    <a:pt x="1" y="14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32" name=""/>
            <p:cNvSpPr/>
            <p:nvPr/>
          </p:nvSpPr>
          <p:spPr>
            <a:xfrm rot="0">
              <a:off x="3797" y="20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33" name=""/>
            <p:cNvSpPr/>
            <p:nvPr/>
          </p:nvSpPr>
          <p:spPr>
            <a:xfrm rot="0">
              <a:off x="3798" y="2039"/>
              <a:ext cx="27" cy="30"/>
            </a:xfrm>
            <a:custGeom>
              <a:avLst/>
              <a:ahLst/>
              <a:rect l="0" t="0" r="r" b="b"/>
              <a:pathLst>
                <a:path w="81" h="89">
                  <a:moveTo>
                    <a:pt x="46" y="0"/>
                  </a:moveTo>
                  <a:lnTo>
                    <a:pt x="23" y="13"/>
                  </a:lnTo>
                  <a:lnTo>
                    <a:pt x="0" y="27"/>
                  </a:lnTo>
                  <a:lnTo>
                    <a:pt x="36" y="89"/>
                  </a:lnTo>
                  <a:lnTo>
                    <a:pt x="59" y="76"/>
                  </a:lnTo>
                  <a:lnTo>
                    <a:pt x="81" y="62"/>
                  </a:lnTo>
                  <a:lnTo>
                    <a:pt x="4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34" name=""/>
            <p:cNvSpPr/>
            <p:nvPr/>
          </p:nvSpPr>
          <p:spPr>
            <a:xfrm rot="0">
              <a:off x="3798" y="2039"/>
              <a:ext cx="27" cy="30"/>
            </a:xfrm>
            <a:custGeom>
              <a:avLst/>
              <a:ahLst/>
              <a:rect l="0" t="0" r="r" b="b"/>
              <a:pathLst>
                <a:path w="81" h="89">
                  <a:moveTo>
                    <a:pt x="46" y="0"/>
                  </a:moveTo>
                  <a:lnTo>
                    <a:pt x="23" y="13"/>
                  </a:lnTo>
                  <a:lnTo>
                    <a:pt x="0" y="27"/>
                  </a:lnTo>
                  <a:lnTo>
                    <a:pt x="36" y="89"/>
                  </a:lnTo>
                  <a:lnTo>
                    <a:pt x="59" y="76"/>
                  </a:lnTo>
                  <a:lnTo>
                    <a:pt x="81" y="62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35" name=""/>
            <p:cNvSpPr/>
            <p:nvPr/>
          </p:nvSpPr>
          <p:spPr>
            <a:xfrm rot="0">
              <a:off x="3810" y="2060"/>
              <a:ext cx="16" cy="13"/>
            </a:xfrm>
            <a:custGeom>
              <a:avLst/>
              <a:ahLst/>
              <a:rect l="0" t="0" r="r" b="b"/>
              <a:pathLst>
                <a:path w="49" h="40">
                  <a:moveTo>
                    <a:pt x="23" y="14"/>
                  </a:moveTo>
                  <a:lnTo>
                    <a:pt x="45" y="0"/>
                  </a:lnTo>
                  <a:lnTo>
                    <a:pt x="49" y="9"/>
                  </a:lnTo>
                  <a:lnTo>
                    <a:pt x="49" y="17"/>
                  </a:lnTo>
                  <a:lnTo>
                    <a:pt x="46" y="25"/>
                  </a:lnTo>
                  <a:lnTo>
                    <a:pt x="42" y="32"/>
                  </a:lnTo>
                  <a:lnTo>
                    <a:pt x="36" y="37"/>
                  </a:lnTo>
                  <a:lnTo>
                    <a:pt x="28" y="40"/>
                  </a:lnTo>
                  <a:lnTo>
                    <a:pt x="19" y="40"/>
                  </a:lnTo>
                  <a:lnTo>
                    <a:pt x="11" y="38"/>
                  </a:lnTo>
                  <a:lnTo>
                    <a:pt x="5" y="34"/>
                  </a:lnTo>
                  <a:lnTo>
                    <a:pt x="0" y="27"/>
                  </a:lnTo>
                  <a:lnTo>
                    <a:pt x="23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36" name=""/>
            <p:cNvSpPr/>
            <p:nvPr/>
          </p:nvSpPr>
          <p:spPr>
            <a:xfrm rot="0">
              <a:off x="3810" y="2060"/>
              <a:ext cx="16" cy="13"/>
            </a:xfrm>
            <a:custGeom>
              <a:avLst/>
              <a:ahLst/>
              <a:rect l="0" t="0" r="r" b="b"/>
              <a:pathLst>
                <a:path w="49" h="40">
                  <a:moveTo>
                    <a:pt x="45" y="0"/>
                  </a:moveTo>
                  <a:lnTo>
                    <a:pt x="49" y="9"/>
                  </a:lnTo>
                  <a:lnTo>
                    <a:pt x="49" y="17"/>
                  </a:lnTo>
                  <a:lnTo>
                    <a:pt x="46" y="25"/>
                  </a:lnTo>
                  <a:lnTo>
                    <a:pt x="42" y="32"/>
                  </a:lnTo>
                  <a:lnTo>
                    <a:pt x="36" y="37"/>
                  </a:lnTo>
                  <a:lnTo>
                    <a:pt x="28" y="40"/>
                  </a:lnTo>
                  <a:lnTo>
                    <a:pt x="19" y="40"/>
                  </a:lnTo>
                  <a:lnTo>
                    <a:pt x="11" y="38"/>
                  </a:lnTo>
                  <a:lnTo>
                    <a:pt x="5" y="34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37" name=""/>
            <p:cNvSpPr/>
            <p:nvPr/>
          </p:nvSpPr>
          <p:spPr>
            <a:xfrm rot="0">
              <a:off x="3808" y="1519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1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38" name=""/>
            <p:cNvSpPr/>
            <p:nvPr/>
          </p:nvSpPr>
          <p:spPr>
            <a:xfrm rot="0">
              <a:off x="3808" y="1519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1" y="8"/>
                  </a:lnTo>
                  <a:lnTo>
                    <a:pt x="48" y="15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39" name=""/>
            <p:cNvSpPr/>
            <p:nvPr/>
          </p:nvSpPr>
          <p:spPr>
            <a:xfrm rot="0">
              <a:off x="3808" y="1334"/>
              <a:ext cx="18" cy="185"/>
            </a:xfrm>
            <a:custGeom>
              <a:avLst/>
              <a:ahLst/>
              <a:rect l="0" t="0" r="r" b="b"/>
              <a:pathLst>
                <a:path w="54" h="556">
                  <a:moveTo>
                    <a:pt x="0" y="556"/>
                  </a:moveTo>
                  <a:lnTo>
                    <a:pt x="26" y="556"/>
                  </a:lnTo>
                  <a:lnTo>
                    <a:pt x="54" y="556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40" name=""/>
            <p:cNvSpPr/>
            <p:nvPr/>
          </p:nvSpPr>
          <p:spPr>
            <a:xfrm rot="0">
              <a:off x="3808" y="1334"/>
              <a:ext cx="18" cy="185"/>
            </a:xfrm>
            <a:custGeom>
              <a:avLst/>
              <a:ahLst/>
              <a:rect l="0" t="0" r="r" b="b"/>
              <a:pathLst>
                <a:path w="54" h="556">
                  <a:moveTo>
                    <a:pt x="0" y="556"/>
                  </a:moveTo>
                  <a:lnTo>
                    <a:pt x="26" y="556"/>
                  </a:lnTo>
                  <a:lnTo>
                    <a:pt x="54" y="556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5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41" name=""/>
            <p:cNvSpPr/>
            <p:nvPr/>
          </p:nvSpPr>
          <p:spPr>
            <a:xfrm rot="0">
              <a:off x="3808" y="132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4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042" name=""/>
            <p:cNvSpPr/>
            <p:nvPr/>
          </p:nvSpPr>
          <p:spPr>
            <a:xfrm rot="0">
              <a:off x="3808" y="1325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0" y="27"/>
                  </a:moveTo>
                  <a:lnTo>
                    <a:pt x="1" y="19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9"/>
                  </a:lnTo>
                  <a:lnTo>
                    <a:pt x="54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</p:spTree>
  </p:cSld>
  <p:clrMapOvr>
    <a:masterClrMapping/>
  </p:clrMapOvr>
  <p:timing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2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1043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50</a:t>
            </a:r>
          </a:p>
        </p:txBody>
      </p:sp>
      <p:sp>
        <p:nvSpPr>
          <p:cNvPr id="1081044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grpSp>
        <p:nvGrpSpPr>
          <p:cNvPr id="422" name=""/>
          <p:cNvGrpSpPr/>
          <p:nvPr/>
        </p:nvGrpSpPr>
        <p:grpSpPr>
          <a:xfrm rot="0">
            <a:off x="1409700" y="1360487"/>
            <a:ext cx="3876675" cy="4519612"/>
            <a:chOff x="848" y="1157"/>
            <a:chExt cx="2442" cy="2847"/>
          </a:xfrm>
        </p:grpSpPr>
        <p:sp>
          <p:nvSpPr>
            <p:cNvPr id="1081045" name=""/>
            <p:cNvSpPr/>
            <p:nvPr/>
          </p:nvSpPr>
          <p:spPr>
            <a:xfrm rot="0">
              <a:off x="2835" y="1157"/>
              <a:ext cx="40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46" name=""/>
            <p:cNvSpPr/>
            <p:nvPr/>
          </p:nvSpPr>
          <p:spPr>
            <a:xfrm rot="0">
              <a:off x="2835" y="2353"/>
              <a:ext cx="455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47" name=""/>
            <p:cNvSpPr/>
            <p:nvPr/>
          </p:nvSpPr>
          <p:spPr>
            <a:xfrm rot="0">
              <a:off x="1230" y="3783"/>
              <a:ext cx="10" cy="12"/>
            </a:xfrm>
            <a:custGeom>
              <a:avLst/>
              <a:ahLst/>
              <a:rect l="0" t="0" r="r" b="b"/>
              <a:pathLst>
                <a:path w="41" h="52">
                  <a:moveTo>
                    <a:pt x="27" y="28"/>
                  </a:moveTo>
                  <a:lnTo>
                    <a:pt x="14" y="52"/>
                  </a:lnTo>
                  <a:lnTo>
                    <a:pt x="7" y="47"/>
                  </a:lnTo>
                  <a:lnTo>
                    <a:pt x="2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8" y="7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4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48" name=""/>
            <p:cNvSpPr/>
            <p:nvPr/>
          </p:nvSpPr>
          <p:spPr>
            <a:xfrm rot="0">
              <a:off x="1230" y="3783"/>
              <a:ext cx="10" cy="12"/>
            </a:xfrm>
            <a:custGeom>
              <a:avLst/>
              <a:ahLst/>
              <a:rect l="0" t="0" r="r" b="b"/>
              <a:pathLst>
                <a:path w="41" h="52">
                  <a:moveTo>
                    <a:pt x="14" y="52"/>
                  </a:moveTo>
                  <a:lnTo>
                    <a:pt x="7" y="47"/>
                  </a:lnTo>
                  <a:lnTo>
                    <a:pt x="2" y="40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8" y="7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1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49" name=""/>
            <p:cNvSpPr/>
            <p:nvPr/>
          </p:nvSpPr>
          <p:spPr>
            <a:xfrm rot="0">
              <a:off x="1234" y="3783"/>
              <a:ext cx="9" cy="14"/>
            </a:xfrm>
            <a:custGeom>
              <a:avLst/>
              <a:ahLst/>
              <a:rect l="0" t="0" r="r" b="b"/>
              <a:pathLst>
                <a:path w="39" h="54">
                  <a:moveTo>
                    <a:pt x="27" y="0"/>
                  </a:moveTo>
                  <a:lnTo>
                    <a:pt x="13" y="24"/>
                  </a:lnTo>
                  <a:lnTo>
                    <a:pt x="0" y="48"/>
                  </a:lnTo>
                  <a:lnTo>
                    <a:pt x="12" y="54"/>
                  </a:lnTo>
                  <a:lnTo>
                    <a:pt x="26" y="30"/>
                  </a:lnTo>
                  <a:lnTo>
                    <a:pt x="39" y="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50" name=""/>
            <p:cNvSpPr/>
            <p:nvPr/>
          </p:nvSpPr>
          <p:spPr>
            <a:xfrm rot="0">
              <a:off x="1234" y="3783"/>
              <a:ext cx="9" cy="14"/>
            </a:xfrm>
            <a:custGeom>
              <a:avLst/>
              <a:ahLst/>
              <a:rect l="0" t="0" r="r" b="b"/>
              <a:pathLst>
                <a:path w="39" h="54">
                  <a:moveTo>
                    <a:pt x="27" y="0"/>
                  </a:moveTo>
                  <a:lnTo>
                    <a:pt x="13" y="24"/>
                  </a:lnTo>
                  <a:lnTo>
                    <a:pt x="0" y="48"/>
                  </a:lnTo>
                  <a:lnTo>
                    <a:pt x="12" y="54"/>
                  </a:lnTo>
                  <a:lnTo>
                    <a:pt x="26" y="30"/>
                  </a:lnTo>
                  <a:lnTo>
                    <a:pt x="39" y="6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51" name=""/>
            <p:cNvSpPr/>
            <p:nvPr/>
          </p:nvSpPr>
          <p:spPr>
            <a:xfrm rot="0">
              <a:off x="1240" y="3785"/>
              <a:ext cx="3" cy="6"/>
            </a:xfrm>
            <a:custGeom>
              <a:avLst/>
              <a:ahLst/>
              <a:rect l="0" t="0" r="r" b="b"/>
              <a:pathLst>
                <a:path w="13" h="24">
                  <a:moveTo>
                    <a:pt x="0" y="24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52" name=""/>
            <p:cNvSpPr/>
            <p:nvPr/>
          </p:nvSpPr>
          <p:spPr>
            <a:xfrm rot="0">
              <a:off x="1243" y="37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53" name=""/>
            <p:cNvSpPr/>
            <p:nvPr/>
          </p:nvSpPr>
          <p:spPr>
            <a:xfrm rot="0">
              <a:off x="1237" y="3785"/>
              <a:ext cx="15" cy="17"/>
            </a:xfrm>
            <a:custGeom>
              <a:avLst/>
              <a:ahLst/>
              <a:rect l="0" t="0" r="r" b="b"/>
              <a:pathLst>
                <a:path w="61" h="67">
                  <a:moveTo>
                    <a:pt x="27" y="0"/>
                  </a:moveTo>
                  <a:lnTo>
                    <a:pt x="14" y="24"/>
                  </a:lnTo>
                  <a:lnTo>
                    <a:pt x="0" y="48"/>
                  </a:lnTo>
                  <a:lnTo>
                    <a:pt x="34" y="67"/>
                  </a:lnTo>
                  <a:lnTo>
                    <a:pt x="48" y="43"/>
                  </a:lnTo>
                  <a:lnTo>
                    <a:pt x="61" y="19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54" name=""/>
            <p:cNvSpPr/>
            <p:nvPr/>
          </p:nvSpPr>
          <p:spPr>
            <a:xfrm rot="0">
              <a:off x="1237" y="3785"/>
              <a:ext cx="15" cy="17"/>
            </a:xfrm>
            <a:custGeom>
              <a:avLst/>
              <a:ahLst/>
              <a:rect l="0" t="0" r="r" b="b"/>
              <a:pathLst>
                <a:path w="61" h="67">
                  <a:moveTo>
                    <a:pt x="27" y="0"/>
                  </a:moveTo>
                  <a:lnTo>
                    <a:pt x="14" y="24"/>
                  </a:lnTo>
                  <a:lnTo>
                    <a:pt x="0" y="48"/>
                  </a:lnTo>
                  <a:lnTo>
                    <a:pt x="34" y="67"/>
                  </a:lnTo>
                  <a:lnTo>
                    <a:pt x="48" y="43"/>
                  </a:lnTo>
                  <a:lnTo>
                    <a:pt x="61" y="19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55" name=""/>
            <p:cNvSpPr/>
            <p:nvPr/>
          </p:nvSpPr>
          <p:spPr>
            <a:xfrm rot="0">
              <a:off x="1245" y="3796"/>
              <a:ext cx="4" cy="6"/>
            </a:xfrm>
            <a:custGeom>
              <a:avLst/>
              <a:ahLst/>
              <a:rect l="0" t="0" r="r" b="b"/>
              <a:pathLst>
                <a:path w="14" h="25">
                  <a:moveTo>
                    <a:pt x="14" y="0"/>
                  </a:moveTo>
                  <a:lnTo>
                    <a:pt x="0" y="24"/>
                  </a:lnTo>
                  <a:lnTo>
                    <a:pt x="0" y="25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56" name=""/>
            <p:cNvSpPr/>
            <p:nvPr/>
          </p:nvSpPr>
          <p:spPr>
            <a:xfrm rot="0">
              <a:off x="1245" y="38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57" name=""/>
            <p:cNvSpPr/>
            <p:nvPr/>
          </p:nvSpPr>
          <p:spPr>
            <a:xfrm rot="0">
              <a:off x="1245" y="3789"/>
              <a:ext cx="21" cy="20"/>
            </a:xfrm>
            <a:custGeom>
              <a:avLst/>
              <a:ahLst/>
              <a:rect l="0" t="0" r="r" b="b"/>
              <a:pathLst>
                <a:path w="83" h="79">
                  <a:moveTo>
                    <a:pt x="27" y="0"/>
                  </a:moveTo>
                  <a:lnTo>
                    <a:pt x="14" y="25"/>
                  </a:lnTo>
                  <a:lnTo>
                    <a:pt x="0" y="50"/>
                  </a:lnTo>
                  <a:lnTo>
                    <a:pt x="56" y="79"/>
                  </a:lnTo>
                  <a:lnTo>
                    <a:pt x="70" y="54"/>
                  </a:lnTo>
                  <a:lnTo>
                    <a:pt x="83" y="28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58" name=""/>
            <p:cNvSpPr/>
            <p:nvPr/>
          </p:nvSpPr>
          <p:spPr>
            <a:xfrm rot="0">
              <a:off x="1245" y="3789"/>
              <a:ext cx="21" cy="20"/>
            </a:xfrm>
            <a:custGeom>
              <a:avLst/>
              <a:ahLst/>
              <a:rect l="0" t="0" r="r" b="b"/>
              <a:pathLst>
                <a:path w="83" h="79">
                  <a:moveTo>
                    <a:pt x="27" y="0"/>
                  </a:moveTo>
                  <a:lnTo>
                    <a:pt x="14" y="25"/>
                  </a:lnTo>
                  <a:lnTo>
                    <a:pt x="0" y="50"/>
                  </a:lnTo>
                  <a:lnTo>
                    <a:pt x="56" y="79"/>
                  </a:lnTo>
                  <a:lnTo>
                    <a:pt x="70" y="54"/>
                  </a:lnTo>
                  <a:lnTo>
                    <a:pt x="83" y="28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59" name=""/>
            <p:cNvSpPr/>
            <p:nvPr/>
          </p:nvSpPr>
          <p:spPr>
            <a:xfrm rot="0">
              <a:off x="1259" y="3803"/>
              <a:ext cx="4" cy="6"/>
            </a:xfrm>
            <a:custGeom>
              <a:avLst/>
              <a:ahLst/>
              <a:rect l="0" t="0" r="r" b="b"/>
              <a:pathLst>
                <a:path w="14" h="25">
                  <a:moveTo>
                    <a:pt x="14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60" name=""/>
            <p:cNvSpPr/>
            <p:nvPr/>
          </p:nvSpPr>
          <p:spPr>
            <a:xfrm rot="0">
              <a:off x="1259" y="38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61" name=""/>
            <p:cNvSpPr/>
            <p:nvPr/>
          </p:nvSpPr>
          <p:spPr>
            <a:xfrm rot="0">
              <a:off x="1260" y="3797"/>
              <a:ext cx="24" cy="21"/>
            </a:xfrm>
            <a:custGeom>
              <a:avLst/>
              <a:ahLst/>
              <a:rect l="0" t="0" r="r" b="b"/>
              <a:pathLst>
                <a:path w="98" h="86">
                  <a:moveTo>
                    <a:pt x="25" y="0"/>
                  </a:moveTo>
                  <a:lnTo>
                    <a:pt x="13" y="26"/>
                  </a:lnTo>
                  <a:lnTo>
                    <a:pt x="0" y="51"/>
                  </a:lnTo>
                  <a:lnTo>
                    <a:pt x="74" y="86"/>
                  </a:lnTo>
                  <a:lnTo>
                    <a:pt x="86" y="61"/>
                  </a:lnTo>
                  <a:lnTo>
                    <a:pt x="98" y="35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62" name=""/>
            <p:cNvSpPr/>
            <p:nvPr/>
          </p:nvSpPr>
          <p:spPr>
            <a:xfrm rot="0">
              <a:off x="1260" y="3797"/>
              <a:ext cx="24" cy="21"/>
            </a:xfrm>
            <a:custGeom>
              <a:avLst/>
              <a:ahLst/>
              <a:rect l="0" t="0" r="r" b="b"/>
              <a:pathLst>
                <a:path w="98" h="86">
                  <a:moveTo>
                    <a:pt x="25" y="0"/>
                  </a:moveTo>
                  <a:lnTo>
                    <a:pt x="13" y="26"/>
                  </a:lnTo>
                  <a:lnTo>
                    <a:pt x="0" y="51"/>
                  </a:lnTo>
                  <a:lnTo>
                    <a:pt x="74" y="86"/>
                  </a:lnTo>
                  <a:lnTo>
                    <a:pt x="86" y="61"/>
                  </a:lnTo>
                  <a:lnTo>
                    <a:pt x="98" y="35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63" name=""/>
            <p:cNvSpPr/>
            <p:nvPr/>
          </p:nvSpPr>
          <p:spPr>
            <a:xfrm rot="0">
              <a:off x="1278" y="3812"/>
              <a:ext cx="3" cy="6"/>
            </a:xfrm>
            <a:custGeom>
              <a:avLst/>
              <a:ahLst/>
              <a:rect l="0" t="0" r="r" b="b"/>
              <a:pathLst>
                <a:path w="12" h="26">
                  <a:moveTo>
                    <a:pt x="12" y="0"/>
                  </a:moveTo>
                  <a:lnTo>
                    <a:pt x="0" y="25"/>
                  </a:lnTo>
                  <a:lnTo>
                    <a:pt x="1" y="26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64" name=""/>
            <p:cNvSpPr/>
            <p:nvPr/>
          </p:nvSpPr>
          <p:spPr>
            <a:xfrm rot="0">
              <a:off x="1278" y="3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65" name=""/>
            <p:cNvSpPr/>
            <p:nvPr/>
          </p:nvSpPr>
          <p:spPr>
            <a:xfrm rot="0">
              <a:off x="1278" y="3805"/>
              <a:ext cx="31" cy="24"/>
            </a:xfrm>
            <a:custGeom>
              <a:avLst/>
              <a:ahLst/>
              <a:rect l="0" t="0" r="r" b="b"/>
              <a:pathLst>
                <a:path w="123" h="95">
                  <a:moveTo>
                    <a:pt x="22" y="0"/>
                  </a:moveTo>
                  <a:lnTo>
                    <a:pt x="11" y="27"/>
                  </a:lnTo>
                  <a:lnTo>
                    <a:pt x="0" y="53"/>
                  </a:lnTo>
                  <a:lnTo>
                    <a:pt x="101" y="95"/>
                  </a:lnTo>
                  <a:lnTo>
                    <a:pt x="112" y="68"/>
                  </a:lnTo>
                  <a:lnTo>
                    <a:pt x="123" y="42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66" name=""/>
            <p:cNvSpPr/>
            <p:nvPr/>
          </p:nvSpPr>
          <p:spPr>
            <a:xfrm rot="0">
              <a:off x="1278" y="3805"/>
              <a:ext cx="31" cy="24"/>
            </a:xfrm>
            <a:custGeom>
              <a:avLst/>
              <a:ahLst/>
              <a:rect l="0" t="0" r="r" b="b"/>
              <a:pathLst>
                <a:path w="123" h="95">
                  <a:moveTo>
                    <a:pt x="22" y="0"/>
                  </a:moveTo>
                  <a:lnTo>
                    <a:pt x="11" y="27"/>
                  </a:lnTo>
                  <a:lnTo>
                    <a:pt x="0" y="53"/>
                  </a:lnTo>
                  <a:lnTo>
                    <a:pt x="101" y="95"/>
                  </a:lnTo>
                  <a:lnTo>
                    <a:pt x="112" y="68"/>
                  </a:lnTo>
                  <a:lnTo>
                    <a:pt x="123" y="42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67" name=""/>
            <p:cNvSpPr/>
            <p:nvPr/>
          </p:nvSpPr>
          <p:spPr>
            <a:xfrm rot="0">
              <a:off x="1304" y="3822"/>
              <a:ext cx="2" cy="7"/>
            </a:xfrm>
            <a:custGeom>
              <a:avLst/>
              <a:ahLst/>
              <a:rect l="0" t="0" r="r" b="b"/>
              <a:pathLst>
                <a:path w="11" h="27">
                  <a:moveTo>
                    <a:pt x="11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68" name=""/>
            <p:cNvSpPr/>
            <p:nvPr/>
          </p:nvSpPr>
          <p:spPr>
            <a:xfrm rot="0">
              <a:off x="1304" y="3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69" name=""/>
            <p:cNvSpPr/>
            <p:nvPr/>
          </p:nvSpPr>
          <p:spPr>
            <a:xfrm rot="0">
              <a:off x="1304" y="3816"/>
              <a:ext cx="34" cy="23"/>
            </a:xfrm>
            <a:custGeom>
              <a:avLst/>
              <a:ahLst/>
              <a:rect l="0" t="0" r="r" b="b"/>
              <a:pathLst>
                <a:path w="135" h="93">
                  <a:moveTo>
                    <a:pt x="18" y="0"/>
                  </a:moveTo>
                  <a:lnTo>
                    <a:pt x="9" y="26"/>
                  </a:lnTo>
                  <a:lnTo>
                    <a:pt x="0" y="53"/>
                  </a:lnTo>
                  <a:lnTo>
                    <a:pt x="118" y="93"/>
                  </a:lnTo>
                  <a:lnTo>
                    <a:pt x="126" y="67"/>
                  </a:lnTo>
                  <a:lnTo>
                    <a:pt x="135" y="4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70" name=""/>
            <p:cNvSpPr/>
            <p:nvPr/>
          </p:nvSpPr>
          <p:spPr>
            <a:xfrm rot="0">
              <a:off x="1304" y="3816"/>
              <a:ext cx="34" cy="23"/>
            </a:xfrm>
            <a:custGeom>
              <a:avLst/>
              <a:ahLst/>
              <a:rect l="0" t="0" r="r" b="b"/>
              <a:pathLst>
                <a:path w="135" h="93">
                  <a:moveTo>
                    <a:pt x="18" y="0"/>
                  </a:moveTo>
                  <a:lnTo>
                    <a:pt x="9" y="26"/>
                  </a:lnTo>
                  <a:lnTo>
                    <a:pt x="0" y="53"/>
                  </a:lnTo>
                  <a:lnTo>
                    <a:pt x="118" y="93"/>
                  </a:lnTo>
                  <a:lnTo>
                    <a:pt x="126" y="67"/>
                  </a:lnTo>
                  <a:lnTo>
                    <a:pt x="135" y="41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71" name=""/>
            <p:cNvSpPr/>
            <p:nvPr/>
          </p:nvSpPr>
          <p:spPr>
            <a:xfrm rot="0">
              <a:off x="1333" y="3832"/>
              <a:ext cx="3" cy="7"/>
            </a:xfrm>
            <a:custGeom>
              <a:avLst/>
              <a:ahLst/>
              <a:rect l="0" t="0" r="r" b="b"/>
              <a:pathLst>
                <a:path w="8" h="27">
                  <a:moveTo>
                    <a:pt x="8" y="0"/>
                  </a:moveTo>
                  <a:lnTo>
                    <a:pt x="0" y="26"/>
                  </a:lnTo>
                  <a:lnTo>
                    <a:pt x="1" y="27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72" name=""/>
            <p:cNvSpPr/>
            <p:nvPr/>
          </p:nvSpPr>
          <p:spPr>
            <a:xfrm rot="0">
              <a:off x="1333" y="38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73" name=""/>
            <p:cNvSpPr/>
            <p:nvPr/>
          </p:nvSpPr>
          <p:spPr>
            <a:xfrm rot="0">
              <a:off x="1334" y="3825"/>
              <a:ext cx="27" cy="21"/>
            </a:xfrm>
            <a:custGeom>
              <a:avLst/>
              <a:ahLst/>
              <a:rect l="0" t="0" r="r" b="b"/>
              <a:pathLst>
                <a:path w="110" h="81">
                  <a:moveTo>
                    <a:pt x="15" y="0"/>
                  </a:moveTo>
                  <a:lnTo>
                    <a:pt x="7" y="27"/>
                  </a:lnTo>
                  <a:lnTo>
                    <a:pt x="0" y="54"/>
                  </a:lnTo>
                  <a:lnTo>
                    <a:pt x="94" y="81"/>
                  </a:lnTo>
                  <a:lnTo>
                    <a:pt x="102" y="53"/>
                  </a:lnTo>
                  <a:lnTo>
                    <a:pt x="110" y="26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74" name=""/>
            <p:cNvSpPr/>
            <p:nvPr/>
          </p:nvSpPr>
          <p:spPr>
            <a:xfrm rot="0">
              <a:off x="1334" y="3825"/>
              <a:ext cx="27" cy="21"/>
            </a:xfrm>
            <a:custGeom>
              <a:avLst/>
              <a:ahLst/>
              <a:rect l="0" t="0" r="r" b="b"/>
              <a:pathLst>
                <a:path w="110" h="81">
                  <a:moveTo>
                    <a:pt x="15" y="0"/>
                  </a:moveTo>
                  <a:lnTo>
                    <a:pt x="7" y="27"/>
                  </a:lnTo>
                  <a:lnTo>
                    <a:pt x="0" y="54"/>
                  </a:lnTo>
                  <a:lnTo>
                    <a:pt x="94" y="81"/>
                  </a:lnTo>
                  <a:lnTo>
                    <a:pt x="102" y="53"/>
                  </a:lnTo>
                  <a:lnTo>
                    <a:pt x="110" y="26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75" name=""/>
            <p:cNvSpPr/>
            <p:nvPr/>
          </p:nvSpPr>
          <p:spPr>
            <a:xfrm rot="0">
              <a:off x="1357" y="3839"/>
              <a:ext cx="2" cy="7"/>
            </a:xfrm>
            <a:custGeom>
              <a:avLst/>
              <a:ahLst/>
              <a:rect l="0" t="0" r="r" b="b"/>
              <a:pathLst>
                <a:path w="8" h="28">
                  <a:moveTo>
                    <a:pt x="8" y="0"/>
                  </a:moveTo>
                  <a:lnTo>
                    <a:pt x="0" y="28"/>
                  </a:lnTo>
                  <a:lnTo>
                    <a:pt x="1" y="28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76" name=""/>
            <p:cNvSpPr/>
            <p:nvPr/>
          </p:nvSpPr>
          <p:spPr>
            <a:xfrm rot="0">
              <a:off x="1357" y="38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77" name=""/>
            <p:cNvSpPr/>
            <p:nvPr/>
          </p:nvSpPr>
          <p:spPr>
            <a:xfrm rot="0">
              <a:off x="1358" y="3832"/>
              <a:ext cx="28" cy="19"/>
            </a:xfrm>
            <a:custGeom>
              <a:avLst/>
              <a:ahLst/>
              <a:rect l="0" t="0" r="r" b="b"/>
              <a:pathLst>
                <a:path w="114" h="78">
                  <a:moveTo>
                    <a:pt x="13" y="0"/>
                  </a:moveTo>
                  <a:lnTo>
                    <a:pt x="7" y="27"/>
                  </a:lnTo>
                  <a:lnTo>
                    <a:pt x="0" y="55"/>
                  </a:lnTo>
                  <a:lnTo>
                    <a:pt x="101" y="78"/>
                  </a:lnTo>
                  <a:lnTo>
                    <a:pt x="108" y="50"/>
                  </a:lnTo>
                  <a:lnTo>
                    <a:pt x="114" y="23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78" name=""/>
            <p:cNvSpPr/>
            <p:nvPr/>
          </p:nvSpPr>
          <p:spPr>
            <a:xfrm rot="0">
              <a:off x="1358" y="3832"/>
              <a:ext cx="28" cy="19"/>
            </a:xfrm>
            <a:custGeom>
              <a:avLst/>
              <a:ahLst/>
              <a:rect l="0" t="0" r="r" b="b"/>
              <a:pathLst>
                <a:path w="114" h="78">
                  <a:moveTo>
                    <a:pt x="13" y="0"/>
                  </a:moveTo>
                  <a:lnTo>
                    <a:pt x="7" y="27"/>
                  </a:lnTo>
                  <a:lnTo>
                    <a:pt x="0" y="55"/>
                  </a:lnTo>
                  <a:lnTo>
                    <a:pt x="101" y="78"/>
                  </a:lnTo>
                  <a:lnTo>
                    <a:pt x="108" y="50"/>
                  </a:lnTo>
                  <a:lnTo>
                    <a:pt x="114" y="23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79" name=""/>
            <p:cNvSpPr/>
            <p:nvPr/>
          </p:nvSpPr>
          <p:spPr>
            <a:xfrm rot="0">
              <a:off x="1383" y="3845"/>
              <a:ext cx="1" cy="6"/>
            </a:xfrm>
            <a:custGeom>
              <a:avLst/>
              <a:ahLst/>
              <a:rect l="0" t="0" r="r" b="b"/>
              <a:pathLst>
                <a:path w="7" h="28">
                  <a:moveTo>
                    <a:pt x="7" y="0"/>
                  </a:moveTo>
                  <a:lnTo>
                    <a:pt x="0" y="28"/>
                  </a:lnTo>
                  <a:lnTo>
                    <a:pt x="2" y="28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80" name=""/>
            <p:cNvSpPr/>
            <p:nvPr/>
          </p:nvSpPr>
          <p:spPr>
            <a:xfrm rot="0">
              <a:off x="1383" y="38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81" name=""/>
            <p:cNvSpPr/>
            <p:nvPr/>
          </p:nvSpPr>
          <p:spPr>
            <a:xfrm rot="0">
              <a:off x="1383" y="3838"/>
              <a:ext cx="29" cy="18"/>
            </a:xfrm>
            <a:custGeom>
              <a:avLst/>
              <a:ahLst/>
              <a:rect l="0" t="0" r="r" b="b"/>
              <a:pathLst>
                <a:path w="117" h="72">
                  <a:moveTo>
                    <a:pt x="9" y="0"/>
                  </a:moveTo>
                  <a:lnTo>
                    <a:pt x="5" y="27"/>
                  </a:lnTo>
                  <a:lnTo>
                    <a:pt x="0" y="55"/>
                  </a:lnTo>
                  <a:lnTo>
                    <a:pt x="108" y="72"/>
                  </a:lnTo>
                  <a:lnTo>
                    <a:pt x="112" y="45"/>
                  </a:lnTo>
                  <a:lnTo>
                    <a:pt x="117" y="18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82" name=""/>
            <p:cNvSpPr/>
            <p:nvPr/>
          </p:nvSpPr>
          <p:spPr>
            <a:xfrm rot="0">
              <a:off x="1383" y="3838"/>
              <a:ext cx="29" cy="18"/>
            </a:xfrm>
            <a:custGeom>
              <a:avLst/>
              <a:ahLst/>
              <a:rect l="0" t="0" r="r" b="b"/>
              <a:pathLst>
                <a:path w="117" h="72">
                  <a:moveTo>
                    <a:pt x="9" y="0"/>
                  </a:moveTo>
                  <a:lnTo>
                    <a:pt x="5" y="27"/>
                  </a:lnTo>
                  <a:lnTo>
                    <a:pt x="0" y="55"/>
                  </a:lnTo>
                  <a:lnTo>
                    <a:pt x="108" y="72"/>
                  </a:lnTo>
                  <a:lnTo>
                    <a:pt x="112" y="45"/>
                  </a:lnTo>
                  <a:lnTo>
                    <a:pt x="117" y="18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83" name=""/>
            <p:cNvSpPr/>
            <p:nvPr/>
          </p:nvSpPr>
          <p:spPr>
            <a:xfrm rot="0">
              <a:off x="1410" y="3849"/>
              <a:ext cx="1" cy="7"/>
            </a:xfrm>
            <a:custGeom>
              <a:avLst/>
              <a:ahLst/>
              <a:rect l="0" t="0" r="r" b="b"/>
              <a:pathLst>
                <a:path w="4" h="27">
                  <a:moveTo>
                    <a:pt x="4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84" name=""/>
            <p:cNvSpPr/>
            <p:nvPr/>
          </p:nvSpPr>
          <p:spPr>
            <a:xfrm rot="0">
              <a:off x="1410" y="38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85" name=""/>
            <p:cNvSpPr/>
            <p:nvPr/>
          </p:nvSpPr>
          <p:spPr>
            <a:xfrm rot="0">
              <a:off x="1411" y="3842"/>
              <a:ext cx="40" cy="18"/>
            </a:xfrm>
            <a:custGeom>
              <a:avLst/>
              <a:ahLst/>
              <a:rect l="0" t="0" r="r" b="b"/>
              <a:pathLst>
                <a:path w="163" h="70">
                  <a:moveTo>
                    <a:pt x="7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156" y="70"/>
                  </a:lnTo>
                  <a:lnTo>
                    <a:pt x="159" y="42"/>
                  </a:lnTo>
                  <a:lnTo>
                    <a:pt x="163" y="15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86" name=""/>
            <p:cNvSpPr/>
            <p:nvPr/>
          </p:nvSpPr>
          <p:spPr>
            <a:xfrm rot="0">
              <a:off x="1411" y="3842"/>
              <a:ext cx="40" cy="18"/>
            </a:xfrm>
            <a:custGeom>
              <a:avLst/>
              <a:ahLst/>
              <a:rect l="0" t="0" r="r" b="b"/>
              <a:pathLst>
                <a:path w="163" h="70">
                  <a:moveTo>
                    <a:pt x="7" y="0"/>
                  </a:moveTo>
                  <a:lnTo>
                    <a:pt x="3" y="27"/>
                  </a:lnTo>
                  <a:lnTo>
                    <a:pt x="0" y="54"/>
                  </a:lnTo>
                  <a:lnTo>
                    <a:pt x="156" y="70"/>
                  </a:lnTo>
                  <a:lnTo>
                    <a:pt x="159" y="42"/>
                  </a:lnTo>
                  <a:lnTo>
                    <a:pt x="163" y="15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87" name=""/>
            <p:cNvSpPr/>
            <p:nvPr/>
          </p:nvSpPr>
          <p:spPr>
            <a:xfrm rot="0">
              <a:off x="1449" y="3853"/>
              <a:ext cx="1" cy="7"/>
            </a:xfrm>
            <a:custGeom>
              <a:avLst/>
              <a:ahLst/>
              <a:rect l="0" t="0" r="r" b="b"/>
              <a:pathLst>
                <a:path w="3" h="28">
                  <a:moveTo>
                    <a:pt x="3" y="0"/>
                  </a:moveTo>
                  <a:lnTo>
                    <a:pt x="0" y="28"/>
                  </a:lnTo>
                  <a:lnTo>
                    <a:pt x="3" y="28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88" name=""/>
            <p:cNvSpPr/>
            <p:nvPr/>
          </p:nvSpPr>
          <p:spPr>
            <a:xfrm rot="0">
              <a:off x="1449" y="38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89" name=""/>
            <p:cNvSpPr/>
            <p:nvPr/>
          </p:nvSpPr>
          <p:spPr>
            <a:xfrm rot="0">
              <a:off x="1450" y="3846"/>
              <a:ext cx="40" cy="14"/>
            </a:xfrm>
            <a:custGeom>
              <a:avLst/>
              <a:ahLst/>
              <a:rect l="0" t="0" r="r" b="b"/>
              <a:pathLst>
                <a:path w="159" h="56">
                  <a:moveTo>
                    <a:pt x="0" y="0"/>
                  </a:moveTo>
                  <a:lnTo>
                    <a:pt x="0" y="27"/>
                  </a:lnTo>
                  <a:lnTo>
                    <a:pt x="0" y="55"/>
                  </a:lnTo>
                  <a:lnTo>
                    <a:pt x="159" y="56"/>
                  </a:lnTo>
                  <a:lnTo>
                    <a:pt x="159" y="28"/>
                  </a:lnTo>
                  <a:lnTo>
                    <a:pt x="159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90" name=""/>
            <p:cNvSpPr/>
            <p:nvPr/>
          </p:nvSpPr>
          <p:spPr>
            <a:xfrm rot="0">
              <a:off x="1450" y="3846"/>
              <a:ext cx="40" cy="14"/>
            </a:xfrm>
            <a:custGeom>
              <a:avLst/>
              <a:ahLst/>
              <a:rect l="0" t="0" r="r" b="b"/>
              <a:pathLst>
                <a:path w="159" h="56">
                  <a:moveTo>
                    <a:pt x="0" y="0"/>
                  </a:moveTo>
                  <a:lnTo>
                    <a:pt x="0" y="27"/>
                  </a:lnTo>
                  <a:lnTo>
                    <a:pt x="0" y="55"/>
                  </a:lnTo>
                  <a:lnTo>
                    <a:pt x="159" y="56"/>
                  </a:lnTo>
                  <a:lnTo>
                    <a:pt x="159" y="28"/>
                  </a:lnTo>
                  <a:lnTo>
                    <a:pt x="159" y="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91" name=""/>
            <p:cNvSpPr/>
            <p:nvPr/>
          </p:nvSpPr>
          <p:spPr>
            <a:xfrm rot="0">
              <a:off x="1490" y="3853"/>
              <a:ext cx="1" cy="7"/>
            </a:xfrm>
            <a:custGeom>
              <a:avLst/>
              <a:ahLst/>
              <a:rect l="0" t="0" r="r" b="b"/>
              <a:pathLst>
                <a:path w="3" h="28">
                  <a:moveTo>
                    <a:pt x="0" y="0"/>
                  </a:moveTo>
                  <a:lnTo>
                    <a:pt x="0" y="28"/>
                  </a:lnTo>
                  <a:lnTo>
                    <a:pt x="3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92" name=""/>
            <p:cNvSpPr/>
            <p:nvPr/>
          </p:nvSpPr>
          <p:spPr>
            <a:xfrm rot="0">
              <a:off x="1490" y="38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93" name=""/>
            <p:cNvSpPr/>
            <p:nvPr/>
          </p:nvSpPr>
          <p:spPr>
            <a:xfrm rot="0">
              <a:off x="1490" y="3844"/>
              <a:ext cx="37" cy="16"/>
            </a:xfrm>
            <a:custGeom>
              <a:avLst/>
              <a:ahLst/>
              <a:rect l="0" t="0" r="r" b="b"/>
              <a:pathLst>
                <a:path w="148" h="65">
                  <a:moveTo>
                    <a:pt x="0" y="10"/>
                  </a:moveTo>
                  <a:lnTo>
                    <a:pt x="2" y="37"/>
                  </a:lnTo>
                  <a:lnTo>
                    <a:pt x="5" y="65"/>
                  </a:lnTo>
                  <a:lnTo>
                    <a:pt x="148" y="55"/>
                  </a:lnTo>
                  <a:lnTo>
                    <a:pt x="146" y="28"/>
                  </a:lnTo>
                  <a:lnTo>
                    <a:pt x="144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94" name=""/>
            <p:cNvSpPr/>
            <p:nvPr/>
          </p:nvSpPr>
          <p:spPr>
            <a:xfrm rot="0">
              <a:off x="1490" y="3844"/>
              <a:ext cx="37" cy="16"/>
            </a:xfrm>
            <a:custGeom>
              <a:avLst/>
              <a:ahLst/>
              <a:rect l="0" t="0" r="r" b="b"/>
              <a:pathLst>
                <a:path w="148" h="65">
                  <a:moveTo>
                    <a:pt x="0" y="10"/>
                  </a:moveTo>
                  <a:lnTo>
                    <a:pt x="2" y="37"/>
                  </a:lnTo>
                  <a:lnTo>
                    <a:pt x="5" y="65"/>
                  </a:lnTo>
                  <a:lnTo>
                    <a:pt x="148" y="55"/>
                  </a:lnTo>
                  <a:lnTo>
                    <a:pt x="146" y="28"/>
                  </a:lnTo>
                  <a:lnTo>
                    <a:pt x="144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95" name=""/>
            <p:cNvSpPr/>
            <p:nvPr/>
          </p:nvSpPr>
          <p:spPr>
            <a:xfrm rot="0">
              <a:off x="1526" y="3851"/>
              <a:ext cx="1" cy="6"/>
            </a:xfrm>
            <a:custGeom>
              <a:avLst/>
              <a:ahLst/>
              <a:rect l="0" t="0" r="r" b="b"/>
              <a:pathLst>
                <a:path w="3" h="27">
                  <a:moveTo>
                    <a:pt x="0" y="0"/>
                  </a:moveTo>
                  <a:lnTo>
                    <a:pt x="2" y="27"/>
                  </a:lnTo>
                  <a:lnTo>
                    <a:pt x="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96" name=""/>
            <p:cNvSpPr/>
            <p:nvPr/>
          </p:nvSpPr>
          <p:spPr>
            <a:xfrm rot="0">
              <a:off x="1527" y="3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97" name=""/>
            <p:cNvSpPr/>
            <p:nvPr/>
          </p:nvSpPr>
          <p:spPr>
            <a:xfrm rot="0">
              <a:off x="1525" y="3839"/>
              <a:ext cx="37" cy="18"/>
            </a:xfrm>
            <a:custGeom>
              <a:avLst/>
              <a:ahLst/>
              <a:rect l="0" t="0" r="r" b="b"/>
              <a:pathLst>
                <a:path w="146" h="74">
                  <a:moveTo>
                    <a:pt x="0" y="19"/>
                  </a:moveTo>
                  <a:lnTo>
                    <a:pt x="3" y="47"/>
                  </a:lnTo>
                  <a:lnTo>
                    <a:pt x="6" y="74"/>
                  </a:lnTo>
                  <a:lnTo>
                    <a:pt x="146" y="55"/>
                  </a:lnTo>
                  <a:lnTo>
                    <a:pt x="143" y="28"/>
                  </a:lnTo>
                  <a:lnTo>
                    <a:pt x="139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098" name=""/>
            <p:cNvSpPr/>
            <p:nvPr/>
          </p:nvSpPr>
          <p:spPr>
            <a:xfrm rot="0">
              <a:off x="1525" y="3839"/>
              <a:ext cx="37" cy="18"/>
            </a:xfrm>
            <a:custGeom>
              <a:avLst/>
              <a:ahLst/>
              <a:rect l="0" t="0" r="r" b="b"/>
              <a:pathLst>
                <a:path w="146" h="74">
                  <a:moveTo>
                    <a:pt x="0" y="19"/>
                  </a:moveTo>
                  <a:lnTo>
                    <a:pt x="3" y="47"/>
                  </a:lnTo>
                  <a:lnTo>
                    <a:pt x="6" y="74"/>
                  </a:lnTo>
                  <a:lnTo>
                    <a:pt x="146" y="55"/>
                  </a:lnTo>
                  <a:lnTo>
                    <a:pt x="143" y="28"/>
                  </a:lnTo>
                  <a:lnTo>
                    <a:pt x="139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099" name=""/>
            <p:cNvSpPr/>
            <p:nvPr/>
          </p:nvSpPr>
          <p:spPr>
            <a:xfrm rot="0">
              <a:off x="1561" y="3846"/>
              <a:ext cx="1" cy="7"/>
            </a:xfrm>
            <a:custGeom>
              <a:avLst/>
              <a:ahLst/>
              <a:rect l="0" t="0" r="r" b="b"/>
              <a:pathLst>
                <a:path w="5" h="27">
                  <a:moveTo>
                    <a:pt x="0" y="0"/>
                  </a:moveTo>
                  <a:lnTo>
                    <a:pt x="3" y="27"/>
                  </a:lnTo>
                  <a:lnTo>
                    <a:pt x="5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00" name=""/>
            <p:cNvSpPr/>
            <p:nvPr/>
          </p:nvSpPr>
          <p:spPr>
            <a:xfrm rot="0">
              <a:off x="1562" y="38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01" name=""/>
            <p:cNvSpPr/>
            <p:nvPr/>
          </p:nvSpPr>
          <p:spPr>
            <a:xfrm rot="0">
              <a:off x="1560" y="3832"/>
              <a:ext cx="35" cy="21"/>
            </a:xfrm>
            <a:custGeom>
              <a:avLst/>
              <a:ahLst/>
              <a:rect l="0" t="0" r="r" b="b"/>
              <a:pathLst>
                <a:path w="142" h="83">
                  <a:moveTo>
                    <a:pt x="0" y="28"/>
                  </a:moveTo>
                  <a:lnTo>
                    <a:pt x="6" y="56"/>
                  </a:lnTo>
                  <a:lnTo>
                    <a:pt x="11" y="83"/>
                  </a:lnTo>
                  <a:lnTo>
                    <a:pt x="142" y="55"/>
                  </a:lnTo>
                  <a:lnTo>
                    <a:pt x="136" y="27"/>
                  </a:lnTo>
                  <a:lnTo>
                    <a:pt x="131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02" name=""/>
            <p:cNvSpPr/>
            <p:nvPr/>
          </p:nvSpPr>
          <p:spPr>
            <a:xfrm rot="0">
              <a:off x="1560" y="3832"/>
              <a:ext cx="35" cy="21"/>
            </a:xfrm>
            <a:custGeom>
              <a:avLst/>
              <a:ahLst/>
              <a:rect l="0" t="0" r="r" b="b"/>
              <a:pathLst>
                <a:path w="142" h="83">
                  <a:moveTo>
                    <a:pt x="0" y="28"/>
                  </a:moveTo>
                  <a:lnTo>
                    <a:pt x="6" y="56"/>
                  </a:lnTo>
                  <a:lnTo>
                    <a:pt x="11" y="83"/>
                  </a:lnTo>
                  <a:lnTo>
                    <a:pt x="142" y="55"/>
                  </a:lnTo>
                  <a:lnTo>
                    <a:pt x="136" y="27"/>
                  </a:lnTo>
                  <a:lnTo>
                    <a:pt x="131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03" name=""/>
            <p:cNvSpPr/>
            <p:nvPr/>
          </p:nvSpPr>
          <p:spPr>
            <a:xfrm rot="0">
              <a:off x="1594" y="3839"/>
              <a:ext cx="1" cy="7"/>
            </a:xfrm>
            <a:custGeom>
              <a:avLst/>
              <a:ahLst/>
              <a:rect l="0" t="0" r="r" b="b"/>
              <a:pathLst>
                <a:path w="8" h="28">
                  <a:moveTo>
                    <a:pt x="0" y="0"/>
                  </a:moveTo>
                  <a:lnTo>
                    <a:pt x="6" y="28"/>
                  </a:lnTo>
                  <a:lnTo>
                    <a:pt x="8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04" name=""/>
            <p:cNvSpPr/>
            <p:nvPr/>
          </p:nvSpPr>
          <p:spPr>
            <a:xfrm rot="0" flipV="1">
              <a:off x="1595" y="3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05" name=""/>
            <p:cNvSpPr/>
            <p:nvPr/>
          </p:nvSpPr>
          <p:spPr>
            <a:xfrm rot="0">
              <a:off x="1592" y="3823"/>
              <a:ext cx="33" cy="22"/>
            </a:xfrm>
            <a:custGeom>
              <a:avLst/>
              <a:ahLst/>
              <a:rect l="0" t="0" r="r" b="b"/>
              <a:pathLst>
                <a:path w="135" h="88">
                  <a:moveTo>
                    <a:pt x="0" y="35"/>
                  </a:moveTo>
                  <a:lnTo>
                    <a:pt x="8" y="61"/>
                  </a:lnTo>
                  <a:lnTo>
                    <a:pt x="16" y="88"/>
                  </a:lnTo>
                  <a:lnTo>
                    <a:pt x="135" y="53"/>
                  </a:lnTo>
                  <a:lnTo>
                    <a:pt x="128" y="26"/>
                  </a:lnTo>
                  <a:lnTo>
                    <a:pt x="120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06" name=""/>
            <p:cNvSpPr/>
            <p:nvPr/>
          </p:nvSpPr>
          <p:spPr>
            <a:xfrm rot="0">
              <a:off x="1592" y="3823"/>
              <a:ext cx="33" cy="22"/>
            </a:xfrm>
            <a:custGeom>
              <a:avLst/>
              <a:ahLst/>
              <a:rect l="0" t="0" r="r" b="b"/>
              <a:pathLst>
                <a:path w="135" h="88">
                  <a:moveTo>
                    <a:pt x="0" y="35"/>
                  </a:moveTo>
                  <a:lnTo>
                    <a:pt x="8" y="61"/>
                  </a:lnTo>
                  <a:lnTo>
                    <a:pt x="16" y="88"/>
                  </a:lnTo>
                  <a:lnTo>
                    <a:pt x="135" y="53"/>
                  </a:lnTo>
                  <a:lnTo>
                    <a:pt x="128" y="26"/>
                  </a:lnTo>
                  <a:lnTo>
                    <a:pt x="120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07" name=""/>
            <p:cNvSpPr/>
            <p:nvPr/>
          </p:nvSpPr>
          <p:spPr>
            <a:xfrm rot="0">
              <a:off x="1623" y="3830"/>
              <a:ext cx="3" cy="7"/>
            </a:xfrm>
            <a:custGeom>
              <a:avLst/>
              <a:ahLst/>
              <a:rect l="0" t="0" r="r" b="b"/>
              <a:pathLst>
                <a:path w="10" h="27">
                  <a:moveTo>
                    <a:pt x="0" y="0"/>
                  </a:moveTo>
                  <a:lnTo>
                    <a:pt x="7" y="27"/>
                  </a:lnTo>
                  <a:lnTo>
                    <a:pt x="10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08" name=""/>
            <p:cNvSpPr/>
            <p:nvPr/>
          </p:nvSpPr>
          <p:spPr>
            <a:xfrm rot="0">
              <a:off x="1625" y="38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09" name=""/>
            <p:cNvSpPr/>
            <p:nvPr/>
          </p:nvSpPr>
          <p:spPr>
            <a:xfrm rot="0">
              <a:off x="1621" y="3813"/>
              <a:ext cx="33" cy="24"/>
            </a:xfrm>
            <a:custGeom>
              <a:avLst/>
              <a:ahLst/>
              <a:rect l="0" t="0" r="r" b="b"/>
              <a:pathLst>
                <a:path w="134" h="95">
                  <a:moveTo>
                    <a:pt x="0" y="42"/>
                  </a:moveTo>
                  <a:lnTo>
                    <a:pt x="10" y="68"/>
                  </a:lnTo>
                  <a:lnTo>
                    <a:pt x="20" y="95"/>
                  </a:lnTo>
                  <a:lnTo>
                    <a:pt x="134" y="53"/>
                  </a:lnTo>
                  <a:lnTo>
                    <a:pt x="124" y="26"/>
                  </a:lnTo>
                  <a:lnTo>
                    <a:pt x="114" y="0"/>
                  </a:lnTo>
                  <a:lnTo>
                    <a:pt x="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10" name=""/>
            <p:cNvSpPr/>
            <p:nvPr/>
          </p:nvSpPr>
          <p:spPr>
            <a:xfrm rot="0">
              <a:off x="1621" y="3813"/>
              <a:ext cx="33" cy="24"/>
            </a:xfrm>
            <a:custGeom>
              <a:avLst/>
              <a:ahLst/>
              <a:rect l="0" t="0" r="r" b="b"/>
              <a:pathLst>
                <a:path w="134" h="95">
                  <a:moveTo>
                    <a:pt x="0" y="42"/>
                  </a:moveTo>
                  <a:lnTo>
                    <a:pt x="10" y="68"/>
                  </a:lnTo>
                  <a:lnTo>
                    <a:pt x="20" y="95"/>
                  </a:lnTo>
                  <a:lnTo>
                    <a:pt x="134" y="53"/>
                  </a:lnTo>
                  <a:lnTo>
                    <a:pt x="124" y="26"/>
                  </a:lnTo>
                  <a:lnTo>
                    <a:pt x="114" y="0"/>
                  </a:lnTo>
                  <a:lnTo>
                    <a:pt x="0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11" name=""/>
            <p:cNvSpPr/>
            <p:nvPr/>
          </p:nvSpPr>
          <p:spPr>
            <a:xfrm rot="0">
              <a:off x="1652" y="3820"/>
              <a:ext cx="3" cy="6"/>
            </a:xfrm>
            <a:custGeom>
              <a:avLst/>
              <a:ahLst/>
              <a:rect l="0" t="0" r="r" b="b"/>
              <a:pathLst>
                <a:path w="11" h="27">
                  <a:moveTo>
                    <a:pt x="0" y="0"/>
                  </a:moveTo>
                  <a:lnTo>
                    <a:pt x="10" y="27"/>
                  </a:lnTo>
                  <a:lnTo>
                    <a:pt x="11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12" name=""/>
            <p:cNvSpPr/>
            <p:nvPr/>
          </p:nvSpPr>
          <p:spPr>
            <a:xfrm rot="0">
              <a:off x="1654" y="38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13" name=""/>
            <p:cNvSpPr/>
            <p:nvPr/>
          </p:nvSpPr>
          <p:spPr>
            <a:xfrm rot="0">
              <a:off x="1649" y="3803"/>
              <a:ext cx="30" cy="23"/>
            </a:xfrm>
            <a:custGeom>
              <a:avLst/>
              <a:ahLst/>
              <a:rect l="0" t="0" r="r" b="b"/>
              <a:pathLst>
                <a:path w="118" h="93">
                  <a:moveTo>
                    <a:pt x="0" y="40"/>
                  </a:moveTo>
                  <a:lnTo>
                    <a:pt x="11" y="66"/>
                  </a:lnTo>
                  <a:lnTo>
                    <a:pt x="22" y="93"/>
                  </a:lnTo>
                  <a:lnTo>
                    <a:pt x="118" y="52"/>
                  </a:lnTo>
                  <a:lnTo>
                    <a:pt x="108" y="26"/>
                  </a:lnTo>
                  <a:lnTo>
                    <a:pt x="97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14" name=""/>
            <p:cNvSpPr/>
            <p:nvPr/>
          </p:nvSpPr>
          <p:spPr>
            <a:xfrm rot="0">
              <a:off x="1649" y="3803"/>
              <a:ext cx="30" cy="23"/>
            </a:xfrm>
            <a:custGeom>
              <a:avLst/>
              <a:ahLst/>
              <a:rect l="0" t="0" r="r" b="b"/>
              <a:pathLst>
                <a:path w="118" h="93">
                  <a:moveTo>
                    <a:pt x="0" y="40"/>
                  </a:moveTo>
                  <a:lnTo>
                    <a:pt x="11" y="66"/>
                  </a:lnTo>
                  <a:lnTo>
                    <a:pt x="22" y="93"/>
                  </a:lnTo>
                  <a:lnTo>
                    <a:pt x="118" y="52"/>
                  </a:lnTo>
                  <a:lnTo>
                    <a:pt x="108" y="26"/>
                  </a:lnTo>
                  <a:lnTo>
                    <a:pt x="97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15" name=""/>
            <p:cNvSpPr/>
            <p:nvPr/>
          </p:nvSpPr>
          <p:spPr>
            <a:xfrm rot="0">
              <a:off x="1676" y="3809"/>
              <a:ext cx="3" cy="7"/>
            </a:xfrm>
            <a:custGeom>
              <a:avLst/>
              <a:ahLst/>
              <a:rect l="0" t="0" r="r" b="b"/>
              <a:pathLst>
                <a:path w="12" h="26">
                  <a:moveTo>
                    <a:pt x="0" y="0"/>
                  </a:moveTo>
                  <a:lnTo>
                    <a:pt x="10" y="26"/>
                  </a:lnTo>
                  <a:lnTo>
                    <a:pt x="12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16" name=""/>
            <p:cNvSpPr/>
            <p:nvPr/>
          </p:nvSpPr>
          <p:spPr>
            <a:xfrm rot="0" flipV="1">
              <a:off x="1679" y="38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17" name=""/>
            <p:cNvSpPr/>
            <p:nvPr/>
          </p:nvSpPr>
          <p:spPr>
            <a:xfrm rot="0">
              <a:off x="1673" y="3797"/>
              <a:ext cx="20" cy="19"/>
            </a:xfrm>
            <a:custGeom>
              <a:avLst/>
              <a:ahLst/>
              <a:rect l="0" t="0" r="r" b="b"/>
              <a:pathLst>
                <a:path w="79" h="77">
                  <a:moveTo>
                    <a:pt x="0" y="27"/>
                  </a:moveTo>
                  <a:lnTo>
                    <a:pt x="13" y="52"/>
                  </a:lnTo>
                  <a:lnTo>
                    <a:pt x="25" y="77"/>
                  </a:lnTo>
                  <a:lnTo>
                    <a:pt x="79" y="51"/>
                  </a:lnTo>
                  <a:lnTo>
                    <a:pt x="67" y="26"/>
                  </a:lnTo>
                  <a:lnTo>
                    <a:pt x="55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18" name=""/>
            <p:cNvSpPr/>
            <p:nvPr/>
          </p:nvSpPr>
          <p:spPr>
            <a:xfrm rot="0">
              <a:off x="1673" y="3797"/>
              <a:ext cx="20" cy="19"/>
            </a:xfrm>
            <a:custGeom>
              <a:avLst/>
              <a:ahLst/>
              <a:rect l="0" t="0" r="r" b="b"/>
              <a:pathLst>
                <a:path w="79" h="77">
                  <a:moveTo>
                    <a:pt x="0" y="27"/>
                  </a:moveTo>
                  <a:lnTo>
                    <a:pt x="13" y="52"/>
                  </a:lnTo>
                  <a:lnTo>
                    <a:pt x="25" y="77"/>
                  </a:lnTo>
                  <a:lnTo>
                    <a:pt x="79" y="51"/>
                  </a:lnTo>
                  <a:lnTo>
                    <a:pt x="67" y="26"/>
                  </a:lnTo>
                  <a:lnTo>
                    <a:pt x="55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19" name=""/>
            <p:cNvSpPr/>
            <p:nvPr/>
          </p:nvSpPr>
          <p:spPr>
            <a:xfrm rot="0">
              <a:off x="1690" y="3803"/>
              <a:ext cx="3" cy="6"/>
            </a:xfrm>
            <a:custGeom>
              <a:avLst/>
              <a:ahLst/>
              <a:rect l="0" t="0" r="r" b="b"/>
              <a:pathLst>
                <a:path w="14" h="25">
                  <a:moveTo>
                    <a:pt x="0" y="0"/>
                  </a:moveTo>
                  <a:lnTo>
                    <a:pt x="12" y="25"/>
                  </a:lnTo>
                  <a:lnTo>
                    <a:pt x="14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20" name=""/>
            <p:cNvSpPr/>
            <p:nvPr/>
          </p:nvSpPr>
          <p:spPr>
            <a:xfrm rot="0">
              <a:off x="1693" y="38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21" name=""/>
            <p:cNvSpPr/>
            <p:nvPr/>
          </p:nvSpPr>
          <p:spPr>
            <a:xfrm rot="0">
              <a:off x="1687" y="3791"/>
              <a:ext cx="17" cy="18"/>
            </a:xfrm>
            <a:custGeom>
              <a:avLst/>
              <a:ahLst/>
              <a:rect l="0" t="0" r="r" b="b"/>
              <a:pathLst>
                <a:path w="70" h="74">
                  <a:moveTo>
                    <a:pt x="0" y="23"/>
                  </a:moveTo>
                  <a:lnTo>
                    <a:pt x="13" y="49"/>
                  </a:lnTo>
                  <a:lnTo>
                    <a:pt x="27" y="74"/>
                  </a:lnTo>
                  <a:lnTo>
                    <a:pt x="70" y="51"/>
                  </a:lnTo>
                  <a:lnTo>
                    <a:pt x="57" y="25"/>
                  </a:lnTo>
                  <a:lnTo>
                    <a:pt x="44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22" name=""/>
            <p:cNvSpPr/>
            <p:nvPr/>
          </p:nvSpPr>
          <p:spPr>
            <a:xfrm rot="0">
              <a:off x="1687" y="3791"/>
              <a:ext cx="17" cy="18"/>
            </a:xfrm>
            <a:custGeom>
              <a:avLst/>
              <a:ahLst/>
              <a:rect l="0" t="0" r="r" b="b"/>
              <a:pathLst>
                <a:path w="70" h="74">
                  <a:moveTo>
                    <a:pt x="0" y="23"/>
                  </a:moveTo>
                  <a:lnTo>
                    <a:pt x="13" y="49"/>
                  </a:lnTo>
                  <a:lnTo>
                    <a:pt x="27" y="74"/>
                  </a:lnTo>
                  <a:lnTo>
                    <a:pt x="70" y="51"/>
                  </a:lnTo>
                  <a:lnTo>
                    <a:pt x="57" y="25"/>
                  </a:lnTo>
                  <a:lnTo>
                    <a:pt x="44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23" name=""/>
            <p:cNvSpPr/>
            <p:nvPr/>
          </p:nvSpPr>
          <p:spPr>
            <a:xfrm rot="0">
              <a:off x="1701" y="3797"/>
              <a:ext cx="3" cy="6"/>
            </a:xfrm>
            <a:custGeom>
              <a:avLst/>
              <a:ahLst/>
              <a:rect l="0" t="0" r="r" b="b"/>
              <a:pathLst>
                <a:path w="13" h="26">
                  <a:moveTo>
                    <a:pt x="0" y="0"/>
                  </a:moveTo>
                  <a:lnTo>
                    <a:pt x="13" y="26"/>
                  </a:lnTo>
                  <a:lnTo>
                    <a:pt x="13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24" name=""/>
            <p:cNvSpPr/>
            <p:nvPr/>
          </p:nvSpPr>
          <p:spPr>
            <a:xfrm rot="0" flipV="1">
              <a:off x="1704" y="3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25" name=""/>
            <p:cNvSpPr/>
            <p:nvPr/>
          </p:nvSpPr>
          <p:spPr>
            <a:xfrm rot="0">
              <a:off x="1698" y="3787"/>
              <a:ext cx="14" cy="16"/>
            </a:xfrm>
            <a:custGeom>
              <a:avLst/>
              <a:ahLst/>
              <a:rect l="0" t="0" r="r" b="b"/>
              <a:pathLst>
                <a:path w="58" h="66">
                  <a:moveTo>
                    <a:pt x="0" y="17"/>
                  </a:moveTo>
                  <a:lnTo>
                    <a:pt x="13" y="41"/>
                  </a:lnTo>
                  <a:lnTo>
                    <a:pt x="26" y="66"/>
                  </a:lnTo>
                  <a:lnTo>
                    <a:pt x="58" y="48"/>
                  </a:lnTo>
                  <a:lnTo>
                    <a:pt x="45" y="24"/>
                  </a:lnTo>
                  <a:lnTo>
                    <a:pt x="32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26" name=""/>
            <p:cNvSpPr/>
            <p:nvPr/>
          </p:nvSpPr>
          <p:spPr>
            <a:xfrm rot="0">
              <a:off x="1698" y="3787"/>
              <a:ext cx="14" cy="16"/>
            </a:xfrm>
            <a:custGeom>
              <a:avLst/>
              <a:ahLst/>
              <a:rect l="0" t="0" r="r" b="b"/>
              <a:pathLst>
                <a:path w="58" h="66">
                  <a:moveTo>
                    <a:pt x="0" y="17"/>
                  </a:moveTo>
                  <a:lnTo>
                    <a:pt x="13" y="41"/>
                  </a:lnTo>
                  <a:lnTo>
                    <a:pt x="26" y="66"/>
                  </a:lnTo>
                  <a:lnTo>
                    <a:pt x="58" y="48"/>
                  </a:lnTo>
                  <a:lnTo>
                    <a:pt x="45" y="24"/>
                  </a:lnTo>
                  <a:lnTo>
                    <a:pt x="32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27" name=""/>
            <p:cNvSpPr/>
            <p:nvPr/>
          </p:nvSpPr>
          <p:spPr>
            <a:xfrm rot="0">
              <a:off x="1705" y="3786"/>
              <a:ext cx="4" cy="7"/>
            </a:xfrm>
            <a:custGeom>
              <a:avLst/>
              <a:ahLst/>
              <a:rect l="0" t="0" r="r" b="b"/>
              <a:pathLst>
                <a:path w="13" h="25">
                  <a:moveTo>
                    <a:pt x="13" y="25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28" name=""/>
            <p:cNvSpPr/>
            <p:nvPr/>
          </p:nvSpPr>
          <p:spPr>
            <a:xfrm rot="0" flipV="1">
              <a:off x="1705" y="3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29" name=""/>
            <p:cNvSpPr/>
            <p:nvPr/>
          </p:nvSpPr>
          <p:spPr>
            <a:xfrm rot="0">
              <a:off x="1705" y="3784"/>
              <a:ext cx="12" cy="15"/>
            </a:xfrm>
            <a:custGeom>
              <a:avLst/>
              <a:ahLst/>
              <a:rect l="0" t="0" r="r" b="b"/>
              <a:pathLst>
                <a:path w="45" h="60">
                  <a:moveTo>
                    <a:pt x="0" y="10"/>
                  </a:moveTo>
                  <a:lnTo>
                    <a:pt x="13" y="35"/>
                  </a:lnTo>
                  <a:lnTo>
                    <a:pt x="26" y="60"/>
                  </a:lnTo>
                  <a:lnTo>
                    <a:pt x="45" y="50"/>
                  </a:lnTo>
                  <a:lnTo>
                    <a:pt x="32" y="25"/>
                  </a:lnTo>
                  <a:lnTo>
                    <a:pt x="19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30" name=""/>
            <p:cNvSpPr/>
            <p:nvPr/>
          </p:nvSpPr>
          <p:spPr>
            <a:xfrm rot="0">
              <a:off x="1705" y="3784"/>
              <a:ext cx="12" cy="15"/>
            </a:xfrm>
            <a:custGeom>
              <a:avLst/>
              <a:ahLst/>
              <a:rect l="0" t="0" r="r" b="b"/>
              <a:pathLst>
                <a:path w="45" h="60">
                  <a:moveTo>
                    <a:pt x="0" y="10"/>
                  </a:moveTo>
                  <a:lnTo>
                    <a:pt x="13" y="35"/>
                  </a:lnTo>
                  <a:lnTo>
                    <a:pt x="26" y="60"/>
                  </a:lnTo>
                  <a:lnTo>
                    <a:pt x="45" y="50"/>
                  </a:lnTo>
                  <a:lnTo>
                    <a:pt x="32" y="25"/>
                  </a:lnTo>
                  <a:lnTo>
                    <a:pt x="19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31" name=""/>
            <p:cNvSpPr/>
            <p:nvPr/>
          </p:nvSpPr>
          <p:spPr>
            <a:xfrm rot="0">
              <a:off x="1713" y="3790"/>
              <a:ext cx="4" cy="7"/>
            </a:xfrm>
            <a:custGeom>
              <a:avLst/>
              <a:ahLst/>
              <a:rect l="0" t="0" r="r" b="b"/>
              <a:pathLst>
                <a:path w="14" h="25">
                  <a:moveTo>
                    <a:pt x="0" y="0"/>
                  </a:moveTo>
                  <a:lnTo>
                    <a:pt x="13" y="25"/>
                  </a:lnTo>
                  <a:lnTo>
                    <a:pt x="14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32" name=""/>
            <p:cNvSpPr/>
            <p:nvPr/>
          </p:nvSpPr>
          <p:spPr>
            <a:xfrm rot="0" flipV="1">
              <a:off x="1717" y="37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33" name=""/>
            <p:cNvSpPr/>
            <p:nvPr/>
          </p:nvSpPr>
          <p:spPr>
            <a:xfrm rot="0">
              <a:off x="1710" y="3783"/>
              <a:ext cx="8" cy="13"/>
            </a:xfrm>
            <a:custGeom>
              <a:avLst/>
              <a:ahLst/>
              <a:rect l="0" t="0" r="r" b="b"/>
              <a:pathLst>
                <a:path w="34" h="51">
                  <a:moveTo>
                    <a:pt x="0" y="3"/>
                  </a:moveTo>
                  <a:lnTo>
                    <a:pt x="14" y="27"/>
                  </a:lnTo>
                  <a:lnTo>
                    <a:pt x="28" y="51"/>
                  </a:lnTo>
                  <a:lnTo>
                    <a:pt x="34" y="48"/>
                  </a:lnTo>
                  <a:lnTo>
                    <a:pt x="19" y="24"/>
                  </a:lnTo>
                  <a:lnTo>
                    <a:pt x="5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34" name=""/>
            <p:cNvSpPr/>
            <p:nvPr/>
          </p:nvSpPr>
          <p:spPr>
            <a:xfrm rot="0">
              <a:off x="1710" y="3783"/>
              <a:ext cx="8" cy="13"/>
            </a:xfrm>
            <a:custGeom>
              <a:avLst/>
              <a:ahLst/>
              <a:rect l="0" t="0" r="r" b="b"/>
              <a:pathLst>
                <a:path w="34" h="51">
                  <a:moveTo>
                    <a:pt x="0" y="3"/>
                  </a:moveTo>
                  <a:lnTo>
                    <a:pt x="14" y="27"/>
                  </a:lnTo>
                  <a:lnTo>
                    <a:pt x="28" y="51"/>
                  </a:lnTo>
                  <a:lnTo>
                    <a:pt x="34" y="48"/>
                  </a:lnTo>
                  <a:lnTo>
                    <a:pt x="19" y="24"/>
                  </a:lnTo>
                  <a:lnTo>
                    <a:pt x="5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35" name=""/>
            <p:cNvSpPr/>
            <p:nvPr/>
          </p:nvSpPr>
          <p:spPr>
            <a:xfrm rot="0">
              <a:off x="1711" y="3783"/>
              <a:ext cx="11" cy="12"/>
            </a:xfrm>
            <a:custGeom>
              <a:avLst/>
              <a:ahLst/>
              <a:rect l="0" t="0" r="r" b="b"/>
              <a:pathLst>
                <a:path w="42" h="52">
                  <a:moveTo>
                    <a:pt x="14" y="28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5" y="2"/>
                  </a:lnTo>
                  <a:lnTo>
                    <a:pt x="33" y="7"/>
                  </a:lnTo>
                  <a:lnTo>
                    <a:pt x="38" y="13"/>
                  </a:lnTo>
                  <a:lnTo>
                    <a:pt x="42" y="21"/>
                  </a:lnTo>
                  <a:lnTo>
                    <a:pt x="42" y="30"/>
                  </a:lnTo>
                  <a:lnTo>
                    <a:pt x="40" y="39"/>
                  </a:lnTo>
                  <a:lnTo>
                    <a:pt x="35" y="46"/>
                  </a:lnTo>
                  <a:lnTo>
                    <a:pt x="29" y="52"/>
                  </a:lnTo>
                  <a:lnTo>
                    <a:pt x="1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36" name=""/>
            <p:cNvSpPr/>
            <p:nvPr/>
          </p:nvSpPr>
          <p:spPr>
            <a:xfrm rot="0">
              <a:off x="1711" y="3783"/>
              <a:ext cx="11" cy="12"/>
            </a:xfrm>
            <a:custGeom>
              <a:avLst/>
              <a:ahLst/>
              <a:rect l="0" t="0" r="r" b="b"/>
              <a:pathLst>
                <a:path w="42" h="52">
                  <a:moveTo>
                    <a:pt x="0" y="4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5" y="2"/>
                  </a:lnTo>
                  <a:lnTo>
                    <a:pt x="33" y="7"/>
                  </a:lnTo>
                  <a:lnTo>
                    <a:pt x="38" y="13"/>
                  </a:lnTo>
                  <a:lnTo>
                    <a:pt x="42" y="21"/>
                  </a:lnTo>
                  <a:lnTo>
                    <a:pt x="42" y="30"/>
                  </a:lnTo>
                  <a:lnTo>
                    <a:pt x="40" y="39"/>
                  </a:lnTo>
                  <a:lnTo>
                    <a:pt x="35" y="46"/>
                  </a:lnTo>
                  <a:lnTo>
                    <a:pt x="2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37" name=""/>
            <p:cNvSpPr/>
            <p:nvPr/>
          </p:nvSpPr>
          <p:spPr>
            <a:xfrm rot="0">
              <a:off x="1230" y="3990"/>
              <a:ext cx="7" cy="14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9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2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38" name=""/>
            <p:cNvSpPr/>
            <p:nvPr/>
          </p:nvSpPr>
          <p:spPr>
            <a:xfrm rot="0">
              <a:off x="1230" y="3990"/>
              <a:ext cx="7" cy="14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2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39" name=""/>
            <p:cNvSpPr/>
            <p:nvPr/>
          </p:nvSpPr>
          <p:spPr>
            <a:xfrm rot="0">
              <a:off x="1237" y="3990"/>
              <a:ext cx="478" cy="14"/>
            </a:xfrm>
            <a:custGeom>
              <a:avLst/>
              <a:ahLst/>
              <a:rect l="0" t="0" r="r" b="b"/>
              <a:pathLst>
                <a:path w="1911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911" y="56"/>
                  </a:lnTo>
                  <a:lnTo>
                    <a:pt x="1911" y="29"/>
                  </a:lnTo>
                  <a:lnTo>
                    <a:pt x="191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40" name=""/>
            <p:cNvSpPr/>
            <p:nvPr/>
          </p:nvSpPr>
          <p:spPr>
            <a:xfrm rot="0">
              <a:off x="1237" y="3990"/>
              <a:ext cx="478" cy="14"/>
            </a:xfrm>
            <a:custGeom>
              <a:avLst/>
              <a:ahLst/>
              <a:rect l="0" t="0" r="r" b="b"/>
              <a:pathLst>
                <a:path w="1911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1911" y="56"/>
                  </a:lnTo>
                  <a:lnTo>
                    <a:pt x="1911" y="29"/>
                  </a:lnTo>
                  <a:lnTo>
                    <a:pt x="191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41" name=""/>
            <p:cNvSpPr/>
            <p:nvPr/>
          </p:nvSpPr>
          <p:spPr>
            <a:xfrm rot="0">
              <a:off x="1715" y="3990"/>
              <a:ext cx="7" cy="14"/>
            </a:xfrm>
            <a:custGeom>
              <a:avLst/>
              <a:ahLst/>
              <a:rect l="0" t="0" r="r" b="b"/>
              <a:pathLst>
                <a:path w="29" h="56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9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42" name=""/>
            <p:cNvSpPr/>
            <p:nvPr/>
          </p:nvSpPr>
          <p:spPr>
            <a:xfrm rot="0">
              <a:off x="1715" y="3990"/>
              <a:ext cx="7" cy="14"/>
            </a:xfrm>
            <a:custGeom>
              <a:avLst/>
              <a:ahLst/>
              <a:rect l="0" t="0" r="r" b="b"/>
              <a:pathLst>
                <a:path w="29" h="56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9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43" name=""/>
            <p:cNvSpPr/>
            <p:nvPr/>
          </p:nvSpPr>
          <p:spPr>
            <a:xfrm rot="0">
              <a:off x="1708" y="3782"/>
              <a:ext cx="14" cy="7"/>
            </a:xfrm>
            <a:custGeom>
              <a:avLst/>
              <a:ahLst/>
              <a:rect l="0" t="0" r="r" b="b"/>
              <a:pathLst>
                <a:path w="56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9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44" name=""/>
            <p:cNvSpPr/>
            <p:nvPr/>
          </p:nvSpPr>
          <p:spPr>
            <a:xfrm rot="0">
              <a:off x="1708" y="3782"/>
              <a:ext cx="14" cy="7"/>
            </a:xfrm>
            <a:custGeom>
              <a:avLst/>
              <a:ahLst/>
              <a:rect l="0" t="0" r="r" b="b"/>
              <a:pathLst>
                <a:path w="56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6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45" name=""/>
            <p:cNvSpPr/>
            <p:nvPr/>
          </p:nvSpPr>
          <p:spPr>
            <a:xfrm rot="0">
              <a:off x="1708" y="3789"/>
              <a:ext cx="14" cy="208"/>
            </a:xfrm>
            <a:custGeom>
              <a:avLst/>
              <a:ahLst/>
              <a:rect l="0" t="0" r="r" b="b"/>
              <a:pathLst>
                <a:path w="56" h="830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830"/>
                  </a:lnTo>
                  <a:lnTo>
                    <a:pt x="27" y="830"/>
                  </a:lnTo>
                  <a:lnTo>
                    <a:pt x="56" y="830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46" name=""/>
            <p:cNvSpPr/>
            <p:nvPr/>
          </p:nvSpPr>
          <p:spPr>
            <a:xfrm rot="0">
              <a:off x="1708" y="3789"/>
              <a:ext cx="14" cy="208"/>
            </a:xfrm>
            <a:custGeom>
              <a:avLst/>
              <a:ahLst/>
              <a:rect l="0" t="0" r="r" b="b"/>
              <a:pathLst>
                <a:path w="56" h="830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830"/>
                  </a:lnTo>
                  <a:lnTo>
                    <a:pt x="27" y="830"/>
                  </a:lnTo>
                  <a:lnTo>
                    <a:pt x="56" y="830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47" name=""/>
            <p:cNvSpPr/>
            <p:nvPr/>
          </p:nvSpPr>
          <p:spPr>
            <a:xfrm rot="0">
              <a:off x="1708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4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48" name=""/>
            <p:cNvSpPr/>
            <p:nvPr/>
          </p:nvSpPr>
          <p:spPr>
            <a:xfrm rot="0">
              <a:off x="1708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49" name=""/>
            <p:cNvSpPr/>
            <p:nvPr/>
          </p:nvSpPr>
          <p:spPr>
            <a:xfrm rot="0">
              <a:off x="1230" y="3782"/>
              <a:ext cx="14" cy="7"/>
            </a:xfrm>
            <a:custGeom>
              <a:avLst/>
              <a:ahLst/>
              <a:rect l="0" t="0" r="r" b="b"/>
              <a:pathLst>
                <a:path w="56" h="29">
                  <a:moveTo>
                    <a:pt x="27" y="29"/>
                  </a:moveTo>
                  <a:lnTo>
                    <a:pt x="0" y="29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6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9"/>
                  </a:lnTo>
                  <a:lnTo>
                    <a:pt x="2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50" name=""/>
            <p:cNvSpPr/>
            <p:nvPr/>
          </p:nvSpPr>
          <p:spPr>
            <a:xfrm rot="0">
              <a:off x="1230" y="3782"/>
              <a:ext cx="14" cy="7"/>
            </a:xfrm>
            <a:custGeom>
              <a:avLst/>
              <a:ahLst/>
              <a:rect l="0" t="0" r="r" b="b"/>
              <a:pathLst>
                <a:path w="56" h="29">
                  <a:moveTo>
                    <a:pt x="0" y="29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6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51" name=""/>
            <p:cNvSpPr/>
            <p:nvPr/>
          </p:nvSpPr>
          <p:spPr>
            <a:xfrm rot="0">
              <a:off x="1230" y="3789"/>
              <a:ext cx="14" cy="208"/>
            </a:xfrm>
            <a:custGeom>
              <a:avLst/>
              <a:ahLst/>
              <a:rect l="0" t="0" r="r" b="b"/>
              <a:pathLst>
                <a:path w="56" h="830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830"/>
                  </a:lnTo>
                  <a:lnTo>
                    <a:pt x="27" y="830"/>
                  </a:lnTo>
                  <a:lnTo>
                    <a:pt x="56" y="830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52" name=""/>
            <p:cNvSpPr/>
            <p:nvPr/>
          </p:nvSpPr>
          <p:spPr>
            <a:xfrm rot="0">
              <a:off x="1230" y="3789"/>
              <a:ext cx="14" cy="208"/>
            </a:xfrm>
            <a:custGeom>
              <a:avLst/>
              <a:ahLst/>
              <a:rect l="0" t="0" r="r" b="b"/>
              <a:pathLst>
                <a:path w="56" h="830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830"/>
                  </a:lnTo>
                  <a:lnTo>
                    <a:pt x="27" y="830"/>
                  </a:lnTo>
                  <a:lnTo>
                    <a:pt x="56" y="830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53" name=""/>
            <p:cNvSpPr/>
            <p:nvPr/>
          </p:nvSpPr>
          <p:spPr>
            <a:xfrm rot="0">
              <a:off x="1230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54" name=""/>
            <p:cNvSpPr/>
            <p:nvPr/>
          </p:nvSpPr>
          <p:spPr>
            <a:xfrm rot="0">
              <a:off x="1230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55" name=""/>
            <p:cNvSpPr/>
            <p:nvPr/>
          </p:nvSpPr>
          <p:spPr>
            <a:xfrm rot="0">
              <a:off x="2090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56" name=""/>
            <p:cNvSpPr/>
            <p:nvPr/>
          </p:nvSpPr>
          <p:spPr>
            <a:xfrm rot="0">
              <a:off x="2090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57" name=""/>
            <p:cNvSpPr/>
            <p:nvPr/>
          </p:nvSpPr>
          <p:spPr>
            <a:xfrm rot="0">
              <a:off x="2090" y="2753"/>
              <a:ext cx="14" cy="1244"/>
            </a:xfrm>
            <a:custGeom>
              <a:avLst/>
              <a:ahLst/>
              <a:rect l="0" t="0" r="r" b="b"/>
              <a:pathLst>
                <a:path w="56" h="4975">
                  <a:moveTo>
                    <a:pt x="0" y="4975"/>
                  </a:moveTo>
                  <a:lnTo>
                    <a:pt x="27" y="4975"/>
                  </a:lnTo>
                  <a:lnTo>
                    <a:pt x="56" y="4975"/>
                  </a:lnTo>
                  <a:lnTo>
                    <a:pt x="56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9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58" name=""/>
            <p:cNvSpPr/>
            <p:nvPr/>
          </p:nvSpPr>
          <p:spPr>
            <a:xfrm rot="0">
              <a:off x="2090" y="2753"/>
              <a:ext cx="14" cy="1244"/>
            </a:xfrm>
            <a:custGeom>
              <a:avLst/>
              <a:ahLst/>
              <a:rect l="0" t="0" r="r" b="b"/>
              <a:pathLst>
                <a:path w="56" h="4975">
                  <a:moveTo>
                    <a:pt x="0" y="4975"/>
                  </a:moveTo>
                  <a:lnTo>
                    <a:pt x="27" y="4975"/>
                  </a:lnTo>
                  <a:lnTo>
                    <a:pt x="56" y="4975"/>
                  </a:lnTo>
                  <a:lnTo>
                    <a:pt x="56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9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59" name=""/>
            <p:cNvSpPr/>
            <p:nvPr/>
          </p:nvSpPr>
          <p:spPr>
            <a:xfrm rot="0">
              <a:off x="2090" y="2746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60" name=""/>
            <p:cNvSpPr/>
            <p:nvPr/>
          </p:nvSpPr>
          <p:spPr>
            <a:xfrm rot="0">
              <a:off x="2090" y="2746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61" name=""/>
            <p:cNvSpPr/>
            <p:nvPr/>
          </p:nvSpPr>
          <p:spPr>
            <a:xfrm rot="0">
              <a:off x="848" y="2746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8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62" name=""/>
            <p:cNvSpPr/>
            <p:nvPr/>
          </p:nvSpPr>
          <p:spPr>
            <a:xfrm rot="0">
              <a:off x="848" y="2746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63" name=""/>
            <p:cNvSpPr/>
            <p:nvPr/>
          </p:nvSpPr>
          <p:spPr>
            <a:xfrm rot="0">
              <a:off x="848" y="2753"/>
              <a:ext cx="14" cy="1244"/>
            </a:xfrm>
            <a:custGeom>
              <a:avLst/>
              <a:ahLst/>
              <a:rect l="0" t="0" r="r" b="b"/>
              <a:pathLst>
                <a:path w="56" h="4975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975"/>
                  </a:lnTo>
                  <a:lnTo>
                    <a:pt x="28" y="4975"/>
                  </a:lnTo>
                  <a:lnTo>
                    <a:pt x="56" y="4975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64" name=""/>
            <p:cNvSpPr/>
            <p:nvPr/>
          </p:nvSpPr>
          <p:spPr>
            <a:xfrm rot="0">
              <a:off x="848" y="2753"/>
              <a:ext cx="14" cy="1244"/>
            </a:xfrm>
            <a:custGeom>
              <a:avLst/>
              <a:ahLst/>
              <a:rect l="0" t="0" r="r" b="b"/>
              <a:pathLst>
                <a:path w="56" h="4975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975"/>
                  </a:lnTo>
                  <a:lnTo>
                    <a:pt x="28" y="4975"/>
                  </a:lnTo>
                  <a:lnTo>
                    <a:pt x="56" y="4975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65" name=""/>
            <p:cNvSpPr/>
            <p:nvPr/>
          </p:nvSpPr>
          <p:spPr>
            <a:xfrm rot="0">
              <a:off x="848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8" y="0"/>
                  </a:moveTo>
                  <a:lnTo>
                    <a:pt x="56" y="0"/>
                  </a:ln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66" name=""/>
            <p:cNvSpPr/>
            <p:nvPr/>
          </p:nvSpPr>
          <p:spPr>
            <a:xfrm rot="0">
              <a:off x="848" y="3997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67" name=""/>
            <p:cNvSpPr/>
            <p:nvPr/>
          </p:nvSpPr>
          <p:spPr>
            <a:xfrm rot="0">
              <a:off x="1708" y="3783"/>
              <a:ext cx="11" cy="13"/>
            </a:xfrm>
            <a:custGeom>
              <a:avLst/>
              <a:ahLst/>
              <a:rect l="0" t="0" r="r" b="b"/>
              <a:pathLst>
                <a:path w="43" h="51">
                  <a:moveTo>
                    <a:pt x="27" y="24"/>
                  </a:moveTo>
                  <a:lnTo>
                    <a:pt x="43" y="48"/>
                  </a:lnTo>
                  <a:lnTo>
                    <a:pt x="34" y="51"/>
                  </a:lnTo>
                  <a:lnTo>
                    <a:pt x="25" y="51"/>
                  </a:lnTo>
                  <a:lnTo>
                    <a:pt x="16" y="50"/>
                  </a:lnTo>
                  <a:lnTo>
                    <a:pt x="10" y="46"/>
                  </a:lnTo>
                  <a:lnTo>
                    <a:pt x="3" y="39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1" y="13"/>
                  </a:lnTo>
                  <a:lnTo>
                    <a:pt x="5" y="6"/>
                  </a:lnTo>
                  <a:lnTo>
                    <a:pt x="12" y="0"/>
                  </a:lnTo>
                  <a:lnTo>
                    <a:pt x="2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68" name=""/>
            <p:cNvSpPr/>
            <p:nvPr/>
          </p:nvSpPr>
          <p:spPr>
            <a:xfrm rot="0">
              <a:off x="1708" y="3783"/>
              <a:ext cx="11" cy="13"/>
            </a:xfrm>
            <a:custGeom>
              <a:avLst/>
              <a:ahLst/>
              <a:rect l="0" t="0" r="r" b="b"/>
              <a:pathLst>
                <a:path w="43" h="51">
                  <a:moveTo>
                    <a:pt x="43" y="48"/>
                  </a:moveTo>
                  <a:lnTo>
                    <a:pt x="34" y="51"/>
                  </a:lnTo>
                  <a:lnTo>
                    <a:pt x="25" y="51"/>
                  </a:lnTo>
                  <a:lnTo>
                    <a:pt x="16" y="50"/>
                  </a:lnTo>
                  <a:lnTo>
                    <a:pt x="10" y="46"/>
                  </a:lnTo>
                  <a:lnTo>
                    <a:pt x="3" y="39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1" y="13"/>
                  </a:lnTo>
                  <a:lnTo>
                    <a:pt x="5" y="6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69" name=""/>
            <p:cNvSpPr/>
            <p:nvPr/>
          </p:nvSpPr>
          <p:spPr>
            <a:xfrm rot="0">
              <a:off x="1711" y="3770"/>
              <a:ext cx="30" cy="25"/>
            </a:xfrm>
            <a:custGeom>
              <a:avLst/>
              <a:ahLst/>
              <a:rect l="0" t="0" r="r" b="b"/>
              <a:pathLst>
                <a:path w="118" h="103">
                  <a:moveTo>
                    <a:pt x="0" y="55"/>
                  </a:moveTo>
                  <a:lnTo>
                    <a:pt x="15" y="79"/>
                  </a:lnTo>
                  <a:lnTo>
                    <a:pt x="31" y="103"/>
                  </a:lnTo>
                  <a:lnTo>
                    <a:pt x="118" y="48"/>
                  </a:lnTo>
                  <a:lnTo>
                    <a:pt x="103" y="24"/>
                  </a:lnTo>
                  <a:lnTo>
                    <a:pt x="88" y="0"/>
                  </a:lnTo>
                  <a:lnTo>
                    <a:pt x="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70" name=""/>
            <p:cNvSpPr/>
            <p:nvPr/>
          </p:nvSpPr>
          <p:spPr>
            <a:xfrm rot="0">
              <a:off x="1711" y="3770"/>
              <a:ext cx="30" cy="25"/>
            </a:xfrm>
            <a:custGeom>
              <a:avLst/>
              <a:ahLst/>
              <a:rect l="0" t="0" r="r" b="b"/>
              <a:pathLst>
                <a:path w="118" h="103">
                  <a:moveTo>
                    <a:pt x="0" y="55"/>
                  </a:moveTo>
                  <a:lnTo>
                    <a:pt x="15" y="79"/>
                  </a:lnTo>
                  <a:lnTo>
                    <a:pt x="31" y="103"/>
                  </a:lnTo>
                  <a:lnTo>
                    <a:pt x="118" y="48"/>
                  </a:lnTo>
                  <a:lnTo>
                    <a:pt x="103" y="24"/>
                  </a:lnTo>
                  <a:lnTo>
                    <a:pt x="88" y="0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71" name=""/>
            <p:cNvSpPr/>
            <p:nvPr/>
          </p:nvSpPr>
          <p:spPr>
            <a:xfrm rot="0">
              <a:off x="1737" y="3776"/>
              <a:ext cx="4" cy="6"/>
            </a:xfrm>
            <a:custGeom>
              <a:avLst/>
              <a:ahLst/>
              <a:rect l="0" t="0" r="r" b="b"/>
              <a:pathLst>
                <a:path w="15" h="24">
                  <a:moveTo>
                    <a:pt x="0" y="0"/>
                  </a:moveTo>
                  <a:lnTo>
                    <a:pt x="15" y="24"/>
                  </a:lnTo>
                  <a:lnTo>
                    <a:pt x="15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72" name=""/>
            <p:cNvSpPr/>
            <p:nvPr/>
          </p:nvSpPr>
          <p:spPr>
            <a:xfrm rot="0" flipV="1">
              <a:off x="1741" y="3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73" name=""/>
            <p:cNvSpPr/>
            <p:nvPr/>
          </p:nvSpPr>
          <p:spPr>
            <a:xfrm rot="0">
              <a:off x="1733" y="3755"/>
              <a:ext cx="29" cy="26"/>
            </a:xfrm>
            <a:custGeom>
              <a:avLst/>
              <a:ahLst/>
              <a:rect l="0" t="0" r="r" b="b"/>
              <a:pathLst>
                <a:path w="116" h="104">
                  <a:moveTo>
                    <a:pt x="0" y="58"/>
                  </a:moveTo>
                  <a:lnTo>
                    <a:pt x="15" y="81"/>
                  </a:lnTo>
                  <a:lnTo>
                    <a:pt x="30" y="104"/>
                  </a:lnTo>
                  <a:lnTo>
                    <a:pt x="116" y="46"/>
                  </a:lnTo>
                  <a:lnTo>
                    <a:pt x="101" y="23"/>
                  </a:lnTo>
                  <a:lnTo>
                    <a:pt x="85" y="0"/>
                  </a:lnTo>
                  <a:lnTo>
                    <a:pt x="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74" name=""/>
            <p:cNvSpPr/>
            <p:nvPr/>
          </p:nvSpPr>
          <p:spPr>
            <a:xfrm rot="0">
              <a:off x="1733" y="3755"/>
              <a:ext cx="29" cy="26"/>
            </a:xfrm>
            <a:custGeom>
              <a:avLst/>
              <a:ahLst/>
              <a:rect l="0" t="0" r="r" b="b"/>
              <a:pathLst>
                <a:path w="116" h="104">
                  <a:moveTo>
                    <a:pt x="0" y="58"/>
                  </a:moveTo>
                  <a:lnTo>
                    <a:pt x="15" y="81"/>
                  </a:lnTo>
                  <a:lnTo>
                    <a:pt x="30" y="104"/>
                  </a:lnTo>
                  <a:lnTo>
                    <a:pt x="116" y="46"/>
                  </a:lnTo>
                  <a:lnTo>
                    <a:pt x="101" y="23"/>
                  </a:lnTo>
                  <a:lnTo>
                    <a:pt x="85" y="0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75" name=""/>
            <p:cNvSpPr/>
            <p:nvPr/>
          </p:nvSpPr>
          <p:spPr>
            <a:xfrm rot="0">
              <a:off x="1758" y="3761"/>
              <a:ext cx="5" cy="6"/>
            </a:xfrm>
            <a:custGeom>
              <a:avLst/>
              <a:ahLst/>
              <a:rect l="0" t="0" r="r" b="b"/>
              <a:pathLst>
                <a:path w="17" h="23">
                  <a:moveTo>
                    <a:pt x="0" y="0"/>
                  </a:moveTo>
                  <a:lnTo>
                    <a:pt x="15" y="23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76" name=""/>
            <p:cNvSpPr/>
            <p:nvPr/>
          </p:nvSpPr>
          <p:spPr>
            <a:xfrm rot="0" flipV="1">
              <a:off x="1762" y="37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77" name=""/>
            <p:cNvSpPr/>
            <p:nvPr/>
          </p:nvSpPr>
          <p:spPr>
            <a:xfrm rot="0">
              <a:off x="1754" y="3740"/>
              <a:ext cx="29" cy="27"/>
            </a:xfrm>
            <a:custGeom>
              <a:avLst/>
              <a:ahLst/>
              <a:rect l="0" t="0" r="r" b="b"/>
              <a:pathLst>
                <a:path w="116" h="108">
                  <a:moveTo>
                    <a:pt x="0" y="64"/>
                  </a:moveTo>
                  <a:lnTo>
                    <a:pt x="18" y="86"/>
                  </a:lnTo>
                  <a:lnTo>
                    <a:pt x="35" y="108"/>
                  </a:lnTo>
                  <a:lnTo>
                    <a:pt x="116" y="44"/>
                  </a:lnTo>
                  <a:lnTo>
                    <a:pt x="99" y="22"/>
                  </a:lnTo>
                  <a:lnTo>
                    <a:pt x="81" y="0"/>
                  </a:lnTo>
                  <a:lnTo>
                    <a:pt x="0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78" name=""/>
            <p:cNvSpPr/>
            <p:nvPr/>
          </p:nvSpPr>
          <p:spPr>
            <a:xfrm rot="0">
              <a:off x="1754" y="3740"/>
              <a:ext cx="29" cy="27"/>
            </a:xfrm>
            <a:custGeom>
              <a:avLst/>
              <a:ahLst/>
              <a:rect l="0" t="0" r="r" b="b"/>
              <a:pathLst>
                <a:path w="116" h="108">
                  <a:moveTo>
                    <a:pt x="0" y="64"/>
                  </a:moveTo>
                  <a:lnTo>
                    <a:pt x="18" y="86"/>
                  </a:lnTo>
                  <a:lnTo>
                    <a:pt x="35" y="108"/>
                  </a:lnTo>
                  <a:lnTo>
                    <a:pt x="116" y="44"/>
                  </a:lnTo>
                  <a:lnTo>
                    <a:pt x="99" y="22"/>
                  </a:lnTo>
                  <a:lnTo>
                    <a:pt x="81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79" name=""/>
            <p:cNvSpPr/>
            <p:nvPr/>
          </p:nvSpPr>
          <p:spPr>
            <a:xfrm rot="0">
              <a:off x="1778" y="3745"/>
              <a:ext cx="5" cy="6"/>
            </a:xfrm>
            <a:custGeom>
              <a:avLst/>
              <a:ahLst/>
              <a:rect l="0" t="0" r="r" b="b"/>
              <a:pathLst>
                <a:path w="19" h="22">
                  <a:moveTo>
                    <a:pt x="0" y="0"/>
                  </a:moveTo>
                  <a:lnTo>
                    <a:pt x="17" y="22"/>
                  </a:lnTo>
                  <a:lnTo>
                    <a:pt x="19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80" name=""/>
            <p:cNvSpPr/>
            <p:nvPr/>
          </p:nvSpPr>
          <p:spPr>
            <a:xfrm rot="0" flipV="1">
              <a:off x="1783" y="37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81" name=""/>
            <p:cNvSpPr/>
            <p:nvPr/>
          </p:nvSpPr>
          <p:spPr>
            <a:xfrm rot="0">
              <a:off x="1774" y="3723"/>
              <a:ext cx="29" cy="27"/>
            </a:xfrm>
            <a:custGeom>
              <a:avLst/>
              <a:ahLst/>
              <a:rect l="0" t="0" r="r" b="b"/>
              <a:pathLst>
                <a:path w="115" h="109">
                  <a:moveTo>
                    <a:pt x="0" y="67"/>
                  </a:moveTo>
                  <a:lnTo>
                    <a:pt x="19" y="88"/>
                  </a:lnTo>
                  <a:lnTo>
                    <a:pt x="38" y="109"/>
                  </a:lnTo>
                  <a:lnTo>
                    <a:pt x="115" y="42"/>
                  </a:lnTo>
                  <a:lnTo>
                    <a:pt x="97" y="21"/>
                  </a:lnTo>
                  <a:lnTo>
                    <a:pt x="78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82" name=""/>
            <p:cNvSpPr/>
            <p:nvPr/>
          </p:nvSpPr>
          <p:spPr>
            <a:xfrm rot="0">
              <a:off x="1774" y="3723"/>
              <a:ext cx="29" cy="27"/>
            </a:xfrm>
            <a:custGeom>
              <a:avLst/>
              <a:ahLst/>
              <a:rect l="0" t="0" r="r" b="b"/>
              <a:pathLst>
                <a:path w="115" h="109">
                  <a:moveTo>
                    <a:pt x="0" y="67"/>
                  </a:moveTo>
                  <a:lnTo>
                    <a:pt x="19" y="88"/>
                  </a:lnTo>
                  <a:lnTo>
                    <a:pt x="38" y="109"/>
                  </a:lnTo>
                  <a:lnTo>
                    <a:pt x="115" y="42"/>
                  </a:lnTo>
                  <a:lnTo>
                    <a:pt x="97" y="21"/>
                  </a:lnTo>
                  <a:lnTo>
                    <a:pt x="78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83" name=""/>
            <p:cNvSpPr/>
            <p:nvPr/>
          </p:nvSpPr>
          <p:spPr>
            <a:xfrm rot="0">
              <a:off x="1798" y="3729"/>
              <a:ext cx="5" cy="5"/>
            </a:xfrm>
            <a:custGeom>
              <a:avLst/>
              <a:ahLst/>
              <a:rect l="0" t="0" r="r" b="b"/>
              <a:pathLst>
                <a:path w="20" h="21">
                  <a:moveTo>
                    <a:pt x="0" y="0"/>
                  </a:moveTo>
                  <a:lnTo>
                    <a:pt x="18" y="21"/>
                  </a:lnTo>
                  <a:lnTo>
                    <a:pt x="20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84" name=""/>
            <p:cNvSpPr/>
            <p:nvPr/>
          </p:nvSpPr>
          <p:spPr>
            <a:xfrm rot="0" flipV="1">
              <a:off x="1803" y="37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85" name=""/>
            <p:cNvSpPr/>
            <p:nvPr/>
          </p:nvSpPr>
          <p:spPr>
            <a:xfrm rot="0">
              <a:off x="1793" y="3706"/>
              <a:ext cx="29" cy="27"/>
            </a:xfrm>
            <a:custGeom>
              <a:avLst/>
              <a:ahLst/>
              <a:rect l="0" t="0" r="r" b="b"/>
              <a:pathLst>
                <a:path w="114" h="111">
                  <a:moveTo>
                    <a:pt x="0" y="71"/>
                  </a:moveTo>
                  <a:lnTo>
                    <a:pt x="20" y="91"/>
                  </a:lnTo>
                  <a:lnTo>
                    <a:pt x="40" y="111"/>
                  </a:lnTo>
                  <a:lnTo>
                    <a:pt x="114" y="39"/>
                  </a:lnTo>
                  <a:lnTo>
                    <a:pt x="94" y="20"/>
                  </a:lnTo>
                  <a:lnTo>
                    <a:pt x="75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86" name=""/>
            <p:cNvSpPr/>
            <p:nvPr/>
          </p:nvSpPr>
          <p:spPr>
            <a:xfrm rot="0">
              <a:off x="1793" y="3706"/>
              <a:ext cx="29" cy="27"/>
            </a:xfrm>
            <a:custGeom>
              <a:avLst/>
              <a:ahLst/>
              <a:rect l="0" t="0" r="r" b="b"/>
              <a:pathLst>
                <a:path w="114" h="111">
                  <a:moveTo>
                    <a:pt x="0" y="71"/>
                  </a:moveTo>
                  <a:lnTo>
                    <a:pt x="20" y="91"/>
                  </a:lnTo>
                  <a:lnTo>
                    <a:pt x="40" y="111"/>
                  </a:lnTo>
                  <a:lnTo>
                    <a:pt x="114" y="39"/>
                  </a:lnTo>
                  <a:lnTo>
                    <a:pt x="94" y="20"/>
                  </a:lnTo>
                  <a:lnTo>
                    <a:pt x="75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87" name=""/>
            <p:cNvSpPr/>
            <p:nvPr/>
          </p:nvSpPr>
          <p:spPr>
            <a:xfrm rot="0">
              <a:off x="1817" y="3711"/>
              <a:ext cx="5" cy="5"/>
            </a:xfrm>
            <a:custGeom>
              <a:avLst/>
              <a:ahLst/>
              <a:rect l="0" t="0" r="r" b="b"/>
              <a:pathLst>
                <a:path w="21" h="19">
                  <a:moveTo>
                    <a:pt x="0" y="0"/>
                  </a:moveTo>
                  <a:lnTo>
                    <a:pt x="20" y="19"/>
                  </a:lnTo>
                  <a:lnTo>
                    <a:pt x="21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88" name=""/>
            <p:cNvSpPr/>
            <p:nvPr/>
          </p:nvSpPr>
          <p:spPr>
            <a:xfrm rot="0" flipV="1">
              <a:off x="1822" y="37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89" name=""/>
            <p:cNvSpPr/>
            <p:nvPr/>
          </p:nvSpPr>
          <p:spPr>
            <a:xfrm rot="0">
              <a:off x="1811" y="3687"/>
              <a:ext cx="28" cy="28"/>
            </a:xfrm>
            <a:custGeom>
              <a:avLst/>
              <a:ahLst/>
              <a:rect l="0" t="0" r="r" b="b"/>
              <a:pathLst>
                <a:path w="112" h="113">
                  <a:moveTo>
                    <a:pt x="0" y="76"/>
                  </a:moveTo>
                  <a:lnTo>
                    <a:pt x="20" y="95"/>
                  </a:lnTo>
                  <a:lnTo>
                    <a:pt x="41" y="113"/>
                  </a:lnTo>
                  <a:lnTo>
                    <a:pt x="112" y="38"/>
                  </a:lnTo>
                  <a:lnTo>
                    <a:pt x="91" y="19"/>
                  </a:lnTo>
                  <a:lnTo>
                    <a:pt x="70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90" name=""/>
            <p:cNvSpPr/>
            <p:nvPr/>
          </p:nvSpPr>
          <p:spPr>
            <a:xfrm rot="0">
              <a:off x="1811" y="3687"/>
              <a:ext cx="28" cy="28"/>
            </a:xfrm>
            <a:custGeom>
              <a:avLst/>
              <a:ahLst/>
              <a:rect l="0" t="0" r="r" b="b"/>
              <a:pathLst>
                <a:path w="112" h="113">
                  <a:moveTo>
                    <a:pt x="0" y="76"/>
                  </a:moveTo>
                  <a:lnTo>
                    <a:pt x="20" y="95"/>
                  </a:lnTo>
                  <a:lnTo>
                    <a:pt x="41" y="113"/>
                  </a:lnTo>
                  <a:lnTo>
                    <a:pt x="112" y="38"/>
                  </a:lnTo>
                  <a:lnTo>
                    <a:pt x="91" y="19"/>
                  </a:lnTo>
                  <a:lnTo>
                    <a:pt x="70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91" name=""/>
            <p:cNvSpPr/>
            <p:nvPr/>
          </p:nvSpPr>
          <p:spPr>
            <a:xfrm rot="0">
              <a:off x="1834" y="3692"/>
              <a:ext cx="6" cy="4"/>
            </a:xfrm>
            <a:custGeom>
              <a:avLst/>
              <a:ahLst/>
              <a:rect l="0" t="0" r="r" b="b"/>
              <a:pathLst>
                <a:path w="22" h="19">
                  <a:moveTo>
                    <a:pt x="0" y="0"/>
                  </a:moveTo>
                  <a:lnTo>
                    <a:pt x="21" y="19"/>
                  </a:lnTo>
                  <a:lnTo>
                    <a:pt x="22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92" name=""/>
            <p:cNvSpPr/>
            <p:nvPr/>
          </p:nvSpPr>
          <p:spPr>
            <a:xfrm rot="0" flipV="1">
              <a:off x="1839" y="36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93" name=""/>
            <p:cNvSpPr/>
            <p:nvPr/>
          </p:nvSpPr>
          <p:spPr>
            <a:xfrm rot="0">
              <a:off x="1829" y="3668"/>
              <a:ext cx="27" cy="28"/>
            </a:xfrm>
            <a:custGeom>
              <a:avLst/>
              <a:ahLst/>
              <a:rect l="0" t="0" r="r" b="b"/>
              <a:pathLst>
                <a:path w="110" h="114">
                  <a:moveTo>
                    <a:pt x="0" y="79"/>
                  </a:moveTo>
                  <a:lnTo>
                    <a:pt x="22" y="97"/>
                  </a:lnTo>
                  <a:lnTo>
                    <a:pt x="44" y="114"/>
                  </a:lnTo>
                  <a:lnTo>
                    <a:pt x="110" y="35"/>
                  </a:lnTo>
                  <a:lnTo>
                    <a:pt x="88" y="18"/>
                  </a:lnTo>
                  <a:lnTo>
                    <a:pt x="66" y="0"/>
                  </a:lnTo>
                  <a:lnTo>
                    <a:pt x="0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94" name=""/>
            <p:cNvSpPr/>
            <p:nvPr/>
          </p:nvSpPr>
          <p:spPr>
            <a:xfrm rot="0">
              <a:off x="1829" y="3668"/>
              <a:ext cx="27" cy="28"/>
            </a:xfrm>
            <a:custGeom>
              <a:avLst/>
              <a:ahLst/>
              <a:rect l="0" t="0" r="r" b="b"/>
              <a:pathLst>
                <a:path w="110" h="114">
                  <a:moveTo>
                    <a:pt x="0" y="79"/>
                  </a:moveTo>
                  <a:lnTo>
                    <a:pt x="22" y="97"/>
                  </a:lnTo>
                  <a:lnTo>
                    <a:pt x="44" y="114"/>
                  </a:lnTo>
                  <a:lnTo>
                    <a:pt x="110" y="35"/>
                  </a:lnTo>
                  <a:lnTo>
                    <a:pt x="88" y="18"/>
                  </a:lnTo>
                  <a:lnTo>
                    <a:pt x="66" y="0"/>
                  </a:lnTo>
                  <a:lnTo>
                    <a:pt x="0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95" name=""/>
            <p:cNvSpPr/>
            <p:nvPr/>
          </p:nvSpPr>
          <p:spPr>
            <a:xfrm rot="0">
              <a:off x="1851" y="3672"/>
              <a:ext cx="5" cy="4"/>
            </a:xfrm>
            <a:custGeom>
              <a:avLst/>
              <a:ahLst/>
              <a:rect l="0" t="0" r="r" b="b"/>
              <a:pathLst>
                <a:path w="22" h="17">
                  <a:moveTo>
                    <a:pt x="0" y="0"/>
                  </a:moveTo>
                  <a:lnTo>
                    <a:pt x="22" y="17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96" name=""/>
            <p:cNvSpPr/>
            <p:nvPr/>
          </p:nvSpPr>
          <p:spPr>
            <a:xfrm rot="0" flipV="1">
              <a:off x="1856" y="36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97" name=""/>
            <p:cNvSpPr/>
            <p:nvPr/>
          </p:nvSpPr>
          <p:spPr>
            <a:xfrm rot="0">
              <a:off x="1845" y="3647"/>
              <a:ext cx="26" cy="29"/>
            </a:xfrm>
            <a:custGeom>
              <a:avLst/>
              <a:ahLst/>
              <a:rect l="0" t="0" r="r" b="b"/>
              <a:pathLst>
                <a:path w="105" h="115">
                  <a:moveTo>
                    <a:pt x="0" y="82"/>
                  </a:moveTo>
                  <a:lnTo>
                    <a:pt x="22" y="99"/>
                  </a:lnTo>
                  <a:lnTo>
                    <a:pt x="44" y="115"/>
                  </a:lnTo>
                  <a:lnTo>
                    <a:pt x="105" y="33"/>
                  </a:lnTo>
                  <a:lnTo>
                    <a:pt x="83" y="17"/>
                  </a:lnTo>
                  <a:lnTo>
                    <a:pt x="61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198" name=""/>
            <p:cNvSpPr/>
            <p:nvPr/>
          </p:nvSpPr>
          <p:spPr>
            <a:xfrm rot="0">
              <a:off x="1845" y="3647"/>
              <a:ext cx="26" cy="29"/>
            </a:xfrm>
            <a:custGeom>
              <a:avLst/>
              <a:ahLst/>
              <a:rect l="0" t="0" r="r" b="b"/>
              <a:pathLst>
                <a:path w="105" h="115">
                  <a:moveTo>
                    <a:pt x="0" y="82"/>
                  </a:moveTo>
                  <a:lnTo>
                    <a:pt x="22" y="99"/>
                  </a:lnTo>
                  <a:lnTo>
                    <a:pt x="44" y="115"/>
                  </a:lnTo>
                  <a:lnTo>
                    <a:pt x="105" y="33"/>
                  </a:lnTo>
                  <a:lnTo>
                    <a:pt x="83" y="17"/>
                  </a:lnTo>
                  <a:lnTo>
                    <a:pt x="61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199" name=""/>
            <p:cNvSpPr/>
            <p:nvPr/>
          </p:nvSpPr>
          <p:spPr>
            <a:xfrm rot="0">
              <a:off x="1866" y="3651"/>
              <a:ext cx="6" cy="4"/>
            </a:xfrm>
            <a:custGeom>
              <a:avLst/>
              <a:ahLst/>
              <a:rect l="0" t="0" r="r" b="b"/>
              <a:pathLst>
                <a:path w="23" h="16">
                  <a:moveTo>
                    <a:pt x="0" y="0"/>
                  </a:moveTo>
                  <a:lnTo>
                    <a:pt x="22" y="16"/>
                  </a:lnTo>
                  <a:lnTo>
                    <a:pt x="23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00" name=""/>
            <p:cNvSpPr/>
            <p:nvPr/>
          </p:nvSpPr>
          <p:spPr>
            <a:xfrm rot="0" flipV="1">
              <a:off x="1871" y="36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01" name=""/>
            <p:cNvSpPr/>
            <p:nvPr/>
          </p:nvSpPr>
          <p:spPr>
            <a:xfrm rot="0">
              <a:off x="1860" y="3626"/>
              <a:ext cx="26" cy="29"/>
            </a:xfrm>
            <a:custGeom>
              <a:avLst/>
              <a:ahLst/>
              <a:rect l="0" t="0" r="r" b="b"/>
              <a:pathLst>
                <a:path w="103" h="118">
                  <a:moveTo>
                    <a:pt x="0" y="87"/>
                  </a:moveTo>
                  <a:lnTo>
                    <a:pt x="23" y="103"/>
                  </a:lnTo>
                  <a:lnTo>
                    <a:pt x="46" y="118"/>
                  </a:lnTo>
                  <a:lnTo>
                    <a:pt x="103" y="31"/>
                  </a:lnTo>
                  <a:lnTo>
                    <a:pt x="80" y="16"/>
                  </a:lnTo>
                  <a:lnTo>
                    <a:pt x="57" y="0"/>
                  </a:lnTo>
                  <a:lnTo>
                    <a:pt x="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02" name=""/>
            <p:cNvSpPr/>
            <p:nvPr/>
          </p:nvSpPr>
          <p:spPr>
            <a:xfrm rot="0">
              <a:off x="1860" y="3626"/>
              <a:ext cx="26" cy="29"/>
            </a:xfrm>
            <a:custGeom>
              <a:avLst/>
              <a:ahLst/>
              <a:rect l="0" t="0" r="r" b="b"/>
              <a:pathLst>
                <a:path w="103" h="118">
                  <a:moveTo>
                    <a:pt x="0" y="87"/>
                  </a:moveTo>
                  <a:lnTo>
                    <a:pt x="23" y="103"/>
                  </a:lnTo>
                  <a:lnTo>
                    <a:pt x="46" y="118"/>
                  </a:lnTo>
                  <a:lnTo>
                    <a:pt x="103" y="31"/>
                  </a:lnTo>
                  <a:lnTo>
                    <a:pt x="80" y="16"/>
                  </a:lnTo>
                  <a:lnTo>
                    <a:pt x="57" y="0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03" name=""/>
            <p:cNvSpPr/>
            <p:nvPr/>
          </p:nvSpPr>
          <p:spPr>
            <a:xfrm rot="0">
              <a:off x="1880" y="3630"/>
              <a:ext cx="6" cy="4"/>
            </a:xfrm>
            <a:custGeom>
              <a:avLst/>
              <a:ahLst/>
              <a:rect l="0" t="0" r="r" b="b"/>
              <a:pathLst>
                <a:path w="24" h="15">
                  <a:moveTo>
                    <a:pt x="0" y="0"/>
                  </a:moveTo>
                  <a:lnTo>
                    <a:pt x="23" y="15"/>
                  </a:lnTo>
                  <a:lnTo>
                    <a:pt x="24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04" name=""/>
            <p:cNvSpPr/>
            <p:nvPr/>
          </p:nvSpPr>
          <p:spPr>
            <a:xfrm rot="0" flipV="1">
              <a:off x="1886" y="36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05" name=""/>
            <p:cNvSpPr/>
            <p:nvPr/>
          </p:nvSpPr>
          <p:spPr>
            <a:xfrm rot="0">
              <a:off x="1874" y="3604"/>
              <a:ext cx="25" cy="29"/>
            </a:xfrm>
            <a:custGeom>
              <a:avLst/>
              <a:ahLst/>
              <a:rect l="0" t="0" r="r" b="b"/>
              <a:pathLst>
                <a:path w="101" h="117">
                  <a:moveTo>
                    <a:pt x="0" y="89"/>
                  </a:moveTo>
                  <a:lnTo>
                    <a:pt x="24" y="103"/>
                  </a:lnTo>
                  <a:lnTo>
                    <a:pt x="48" y="117"/>
                  </a:lnTo>
                  <a:lnTo>
                    <a:pt x="101" y="28"/>
                  </a:lnTo>
                  <a:lnTo>
                    <a:pt x="77" y="14"/>
                  </a:lnTo>
                  <a:lnTo>
                    <a:pt x="53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06" name=""/>
            <p:cNvSpPr/>
            <p:nvPr/>
          </p:nvSpPr>
          <p:spPr>
            <a:xfrm rot="0">
              <a:off x="1874" y="3604"/>
              <a:ext cx="25" cy="29"/>
            </a:xfrm>
            <a:custGeom>
              <a:avLst/>
              <a:ahLst/>
              <a:rect l="0" t="0" r="r" b="b"/>
              <a:pathLst>
                <a:path w="101" h="117">
                  <a:moveTo>
                    <a:pt x="0" y="89"/>
                  </a:moveTo>
                  <a:lnTo>
                    <a:pt x="24" y="103"/>
                  </a:lnTo>
                  <a:lnTo>
                    <a:pt x="48" y="117"/>
                  </a:lnTo>
                  <a:lnTo>
                    <a:pt x="101" y="28"/>
                  </a:lnTo>
                  <a:lnTo>
                    <a:pt x="77" y="14"/>
                  </a:lnTo>
                  <a:lnTo>
                    <a:pt x="53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07" name=""/>
            <p:cNvSpPr/>
            <p:nvPr/>
          </p:nvSpPr>
          <p:spPr>
            <a:xfrm rot="0">
              <a:off x="1893" y="3607"/>
              <a:ext cx="7" cy="4"/>
            </a:xfrm>
            <a:custGeom>
              <a:avLst/>
              <a:ahLst/>
              <a:rect l="0" t="0" r="r" b="b"/>
              <a:pathLst>
                <a:path w="25" h="14">
                  <a:moveTo>
                    <a:pt x="0" y="0"/>
                  </a:moveTo>
                  <a:lnTo>
                    <a:pt x="24" y="14"/>
                  </a:lnTo>
                  <a:lnTo>
                    <a:pt x="25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08" name=""/>
            <p:cNvSpPr/>
            <p:nvPr/>
          </p:nvSpPr>
          <p:spPr>
            <a:xfrm rot="0" flipV="1">
              <a:off x="1899" y="36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09" name=""/>
            <p:cNvSpPr/>
            <p:nvPr/>
          </p:nvSpPr>
          <p:spPr>
            <a:xfrm rot="0">
              <a:off x="1887" y="3581"/>
              <a:ext cx="25" cy="30"/>
            </a:xfrm>
            <a:custGeom>
              <a:avLst/>
              <a:ahLst/>
              <a:rect l="0" t="0" r="r" b="b"/>
              <a:pathLst>
                <a:path w="98" h="117">
                  <a:moveTo>
                    <a:pt x="0" y="91"/>
                  </a:moveTo>
                  <a:lnTo>
                    <a:pt x="25" y="104"/>
                  </a:lnTo>
                  <a:lnTo>
                    <a:pt x="50" y="117"/>
                  </a:lnTo>
                  <a:lnTo>
                    <a:pt x="98" y="26"/>
                  </a:lnTo>
                  <a:lnTo>
                    <a:pt x="73" y="13"/>
                  </a:lnTo>
                  <a:lnTo>
                    <a:pt x="48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10" name=""/>
            <p:cNvSpPr/>
            <p:nvPr/>
          </p:nvSpPr>
          <p:spPr>
            <a:xfrm rot="0">
              <a:off x="1887" y="3581"/>
              <a:ext cx="25" cy="30"/>
            </a:xfrm>
            <a:custGeom>
              <a:avLst/>
              <a:ahLst/>
              <a:rect l="0" t="0" r="r" b="b"/>
              <a:pathLst>
                <a:path w="98" h="117">
                  <a:moveTo>
                    <a:pt x="0" y="91"/>
                  </a:moveTo>
                  <a:lnTo>
                    <a:pt x="25" y="104"/>
                  </a:lnTo>
                  <a:lnTo>
                    <a:pt x="50" y="117"/>
                  </a:lnTo>
                  <a:lnTo>
                    <a:pt x="98" y="26"/>
                  </a:lnTo>
                  <a:lnTo>
                    <a:pt x="73" y="13"/>
                  </a:lnTo>
                  <a:lnTo>
                    <a:pt x="48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11" name=""/>
            <p:cNvSpPr/>
            <p:nvPr/>
          </p:nvSpPr>
          <p:spPr>
            <a:xfrm rot="0">
              <a:off x="1906" y="3585"/>
              <a:ext cx="6" cy="3"/>
            </a:xfrm>
            <a:custGeom>
              <a:avLst/>
              <a:ahLst/>
              <a:rect l="0" t="0" r="r" b="b"/>
              <a:pathLst>
                <a:path w="25" h="13">
                  <a:moveTo>
                    <a:pt x="0" y="0"/>
                  </a:moveTo>
                  <a:lnTo>
                    <a:pt x="25" y="13"/>
                  </a:lnTo>
                  <a:lnTo>
                    <a:pt x="25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12" name=""/>
            <p:cNvSpPr/>
            <p:nvPr/>
          </p:nvSpPr>
          <p:spPr>
            <a:xfrm rot="0" flipV="1">
              <a:off x="1912" y="35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13" name=""/>
            <p:cNvSpPr/>
            <p:nvPr/>
          </p:nvSpPr>
          <p:spPr>
            <a:xfrm rot="0">
              <a:off x="1899" y="3558"/>
              <a:ext cx="24" cy="30"/>
            </a:xfrm>
            <a:custGeom>
              <a:avLst/>
              <a:ahLst/>
              <a:rect l="0" t="0" r="r" b="b"/>
              <a:pathLst>
                <a:path w="93" h="119">
                  <a:moveTo>
                    <a:pt x="0" y="95"/>
                  </a:moveTo>
                  <a:lnTo>
                    <a:pt x="25" y="107"/>
                  </a:lnTo>
                  <a:lnTo>
                    <a:pt x="50" y="119"/>
                  </a:lnTo>
                  <a:lnTo>
                    <a:pt x="93" y="24"/>
                  </a:lnTo>
                  <a:lnTo>
                    <a:pt x="68" y="12"/>
                  </a:lnTo>
                  <a:lnTo>
                    <a:pt x="43" y="0"/>
                  </a:lnTo>
                  <a:lnTo>
                    <a:pt x="0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14" name=""/>
            <p:cNvSpPr/>
            <p:nvPr/>
          </p:nvSpPr>
          <p:spPr>
            <a:xfrm rot="0">
              <a:off x="1899" y="3558"/>
              <a:ext cx="24" cy="30"/>
            </a:xfrm>
            <a:custGeom>
              <a:avLst/>
              <a:ahLst/>
              <a:rect l="0" t="0" r="r" b="b"/>
              <a:pathLst>
                <a:path w="93" h="119">
                  <a:moveTo>
                    <a:pt x="0" y="95"/>
                  </a:moveTo>
                  <a:lnTo>
                    <a:pt x="25" y="107"/>
                  </a:lnTo>
                  <a:lnTo>
                    <a:pt x="50" y="119"/>
                  </a:lnTo>
                  <a:lnTo>
                    <a:pt x="93" y="24"/>
                  </a:lnTo>
                  <a:lnTo>
                    <a:pt x="68" y="12"/>
                  </a:lnTo>
                  <a:lnTo>
                    <a:pt x="43" y="0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15" name=""/>
            <p:cNvSpPr/>
            <p:nvPr/>
          </p:nvSpPr>
          <p:spPr>
            <a:xfrm rot="0">
              <a:off x="1916" y="3561"/>
              <a:ext cx="7" cy="3"/>
            </a:xfrm>
            <a:custGeom>
              <a:avLst/>
              <a:ahLst/>
              <a:rect l="0" t="0" r="r" b="b"/>
              <a:pathLst>
                <a:path w="26" h="12">
                  <a:moveTo>
                    <a:pt x="0" y="0"/>
                  </a:moveTo>
                  <a:lnTo>
                    <a:pt x="25" y="12"/>
                  </a:lnTo>
                  <a:lnTo>
                    <a:pt x="26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16" name=""/>
            <p:cNvSpPr/>
            <p:nvPr/>
          </p:nvSpPr>
          <p:spPr>
            <a:xfrm rot="0" flipV="1">
              <a:off x="1923" y="35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17" name=""/>
            <p:cNvSpPr/>
            <p:nvPr/>
          </p:nvSpPr>
          <p:spPr>
            <a:xfrm rot="0">
              <a:off x="1910" y="3535"/>
              <a:ext cx="22" cy="29"/>
            </a:xfrm>
            <a:custGeom>
              <a:avLst/>
              <a:ahLst/>
              <a:rect l="0" t="0" r="r" b="b"/>
              <a:pathLst>
                <a:path w="90" h="115">
                  <a:moveTo>
                    <a:pt x="0" y="95"/>
                  </a:moveTo>
                  <a:lnTo>
                    <a:pt x="26" y="105"/>
                  </a:lnTo>
                  <a:lnTo>
                    <a:pt x="52" y="115"/>
                  </a:lnTo>
                  <a:lnTo>
                    <a:pt x="90" y="20"/>
                  </a:lnTo>
                  <a:lnTo>
                    <a:pt x="63" y="10"/>
                  </a:lnTo>
                  <a:lnTo>
                    <a:pt x="37" y="0"/>
                  </a:lnTo>
                  <a:lnTo>
                    <a:pt x="0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18" name=""/>
            <p:cNvSpPr/>
            <p:nvPr/>
          </p:nvSpPr>
          <p:spPr>
            <a:xfrm rot="0">
              <a:off x="1910" y="3535"/>
              <a:ext cx="22" cy="29"/>
            </a:xfrm>
            <a:custGeom>
              <a:avLst/>
              <a:ahLst/>
              <a:rect l="0" t="0" r="r" b="b"/>
              <a:pathLst>
                <a:path w="90" h="115">
                  <a:moveTo>
                    <a:pt x="0" y="95"/>
                  </a:moveTo>
                  <a:lnTo>
                    <a:pt x="26" y="105"/>
                  </a:lnTo>
                  <a:lnTo>
                    <a:pt x="52" y="115"/>
                  </a:lnTo>
                  <a:lnTo>
                    <a:pt x="90" y="20"/>
                  </a:lnTo>
                  <a:lnTo>
                    <a:pt x="63" y="10"/>
                  </a:lnTo>
                  <a:lnTo>
                    <a:pt x="37" y="0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19" name=""/>
            <p:cNvSpPr/>
            <p:nvPr/>
          </p:nvSpPr>
          <p:spPr>
            <a:xfrm rot="0">
              <a:off x="1926" y="3537"/>
              <a:ext cx="6" cy="3"/>
            </a:xfrm>
            <a:custGeom>
              <a:avLst/>
              <a:ahLst/>
              <a:rect l="0" t="0" r="r" b="b"/>
              <a:pathLst>
                <a:path w="27" h="10">
                  <a:moveTo>
                    <a:pt x="0" y="0"/>
                  </a:moveTo>
                  <a:lnTo>
                    <a:pt x="27" y="10"/>
                  </a:lnTo>
                  <a:lnTo>
                    <a:pt x="27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20" name=""/>
            <p:cNvSpPr/>
            <p:nvPr/>
          </p:nvSpPr>
          <p:spPr>
            <a:xfrm rot="0" flipV="1">
              <a:off x="1932" y="35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21" name=""/>
            <p:cNvSpPr/>
            <p:nvPr/>
          </p:nvSpPr>
          <p:spPr>
            <a:xfrm rot="0">
              <a:off x="1919" y="3510"/>
              <a:ext cx="21" cy="29"/>
            </a:xfrm>
            <a:custGeom>
              <a:avLst/>
              <a:ahLst/>
              <a:rect l="0" t="0" r="r" b="b"/>
              <a:pathLst>
                <a:path w="84" h="117">
                  <a:moveTo>
                    <a:pt x="0" y="99"/>
                  </a:moveTo>
                  <a:lnTo>
                    <a:pt x="26" y="108"/>
                  </a:lnTo>
                  <a:lnTo>
                    <a:pt x="53" y="117"/>
                  </a:lnTo>
                  <a:lnTo>
                    <a:pt x="84" y="18"/>
                  </a:lnTo>
                  <a:lnTo>
                    <a:pt x="58" y="9"/>
                  </a:lnTo>
                  <a:lnTo>
                    <a:pt x="32" y="0"/>
                  </a:lnTo>
                  <a:lnTo>
                    <a:pt x="0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22" name=""/>
            <p:cNvSpPr/>
            <p:nvPr/>
          </p:nvSpPr>
          <p:spPr>
            <a:xfrm rot="0">
              <a:off x="1919" y="3510"/>
              <a:ext cx="21" cy="29"/>
            </a:xfrm>
            <a:custGeom>
              <a:avLst/>
              <a:ahLst/>
              <a:rect l="0" t="0" r="r" b="b"/>
              <a:pathLst>
                <a:path w="84" h="117">
                  <a:moveTo>
                    <a:pt x="0" y="99"/>
                  </a:moveTo>
                  <a:lnTo>
                    <a:pt x="26" y="108"/>
                  </a:lnTo>
                  <a:lnTo>
                    <a:pt x="53" y="117"/>
                  </a:lnTo>
                  <a:lnTo>
                    <a:pt x="84" y="18"/>
                  </a:lnTo>
                  <a:lnTo>
                    <a:pt x="58" y="9"/>
                  </a:lnTo>
                  <a:lnTo>
                    <a:pt x="32" y="0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23" name=""/>
            <p:cNvSpPr/>
            <p:nvPr/>
          </p:nvSpPr>
          <p:spPr>
            <a:xfrm rot="0">
              <a:off x="1934" y="3513"/>
              <a:ext cx="6" cy="2"/>
            </a:xfrm>
            <a:custGeom>
              <a:avLst/>
              <a:ahLst/>
              <a:rect l="0" t="0" r="r" b="b"/>
              <a:pathLst>
                <a:path w="27" h="9">
                  <a:moveTo>
                    <a:pt x="0" y="0"/>
                  </a:moveTo>
                  <a:lnTo>
                    <a:pt x="26" y="9"/>
                  </a:lnTo>
                  <a:lnTo>
                    <a:pt x="27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24" name=""/>
            <p:cNvSpPr/>
            <p:nvPr/>
          </p:nvSpPr>
          <p:spPr>
            <a:xfrm rot="0" flipV="1">
              <a:off x="1940" y="35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25" name=""/>
            <p:cNvSpPr/>
            <p:nvPr/>
          </p:nvSpPr>
          <p:spPr>
            <a:xfrm rot="0">
              <a:off x="1927" y="3486"/>
              <a:ext cx="20" cy="28"/>
            </a:xfrm>
            <a:custGeom>
              <a:avLst/>
              <a:ahLst/>
              <a:rect l="0" t="0" r="r" b="b"/>
              <a:pathLst>
                <a:path w="82" h="114">
                  <a:moveTo>
                    <a:pt x="0" y="98"/>
                  </a:moveTo>
                  <a:lnTo>
                    <a:pt x="27" y="106"/>
                  </a:lnTo>
                  <a:lnTo>
                    <a:pt x="54" y="114"/>
                  </a:lnTo>
                  <a:lnTo>
                    <a:pt x="82" y="15"/>
                  </a:lnTo>
                  <a:lnTo>
                    <a:pt x="54" y="7"/>
                  </a:lnTo>
                  <a:lnTo>
                    <a:pt x="27" y="0"/>
                  </a:lnTo>
                  <a:lnTo>
                    <a:pt x="0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26" name=""/>
            <p:cNvSpPr/>
            <p:nvPr/>
          </p:nvSpPr>
          <p:spPr>
            <a:xfrm rot="0">
              <a:off x="1927" y="3486"/>
              <a:ext cx="20" cy="28"/>
            </a:xfrm>
            <a:custGeom>
              <a:avLst/>
              <a:ahLst/>
              <a:rect l="0" t="0" r="r" b="b"/>
              <a:pathLst>
                <a:path w="82" h="114">
                  <a:moveTo>
                    <a:pt x="0" y="98"/>
                  </a:moveTo>
                  <a:lnTo>
                    <a:pt x="27" y="106"/>
                  </a:lnTo>
                  <a:lnTo>
                    <a:pt x="54" y="114"/>
                  </a:lnTo>
                  <a:lnTo>
                    <a:pt x="82" y="15"/>
                  </a:lnTo>
                  <a:lnTo>
                    <a:pt x="54" y="7"/>
                  </a:lnTo>
                  <a:lnTo>
                    <a:pt x="27" y="0"/>
                  </a:lnTo>
                  <a:lnTo>
                    <a:pt x="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27" name=""/>
            <p:cNvSpPr/>
            <p:nvPr/>
          </p:nvSpPr>
          <p:spPr>
            <a:xfrm rot="0">
              <a:off x="1940" y="3488"/>
              <a:ext cx="7" cy="2"/>
            </a:xfrm>
            <a:custGeom>
              <a:avLst/>
              <a:ahLst/>
              <a:rect l="0" t="0" r="r" b="b"/>
              <a:pathLst>
                <a:path w="28" h="8">
                  <a:moveTo>
                    <a:pt x="0" y="0"/>
                  </a:moveTo>
                  <a:lnTo>
                    <a:pt x="28" y="8"/>
                  </a:lnTo>
                  <a:lnTo>
                    <a:pt x="28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28" name=""/>
            <p:cNvSpPr/>
            <p:nvPr/>
          </p:nvSpPr>
          <p:spPr>
            <a:xfrm rot="0" flipV="1">
              <a:off x="1947" y="34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29" name=""/>
            <p:cNvSpPr/>
            <p:nvPr/>
          </p:nvSpPr>
          <p:spPr>
            <a:xfrm rot="0">
              <a:off x="1934" y="3461"/>
              <a:ext cx="18" cy="28"/>
            </a:xfrm>
            <a:custGeom>
              <a:avLst/>
              <a:ahLst/>
              <a:rect l="0" t="0" r="r" b="b"/>
              <a:pathLst>
                <a:path w="76" h="112">
                  <a:moveTo>
                    <a:pt x="0" y="101"/>
                  </a:moveTo>
                  <a:lnTo>
                    <a:pt x="27" y="106"/>
                  </a:lnTo>
                  <a:lnTo>
                    <a:pt x="55" y="112"/>
                  </a:lnTo>
                  <a:lnTo>
                    <a:pt x="76" y="11"/>
                  </a:lnTo>
                  <a:lnTo>
                    <a:pt x="48" y="5"/>
                  </a:lnTo>
                  <a:lnTo>
                    <a:pt x="21" y="0"/>
                  </a:lnTo>
                  <a:lnTo>
                    <a:pt x="0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30" name=""/>
            <p:cNvSpPr/>
            <p:nvPr/>
          </p:nvSpPr>
          <p:spPr>
            <a:xfrm rot="0">
              <a:off x="1934" y="3461"/>
              <a:ext cx="18" cy="28"/>
            </a:xfrm>
            <a:custGeom>
              <a:avLst/>
              <a:ahLst/>
              <a:rect l="0" t="0" r="r" b="b"/>
              <a:pathLst>
                <a:path w="76" h="112">
                  <a:moveTo>
                    <a:pt x="0" y="101"/>
                  </a:moveTo>
                  <a:lnTo>
                    <a:pt x="27" y="106"/>
                  </a:lnTo>
                  <a:lnTo>
                    <a:pt x="55" y="112"/>
                  </a:lnTo>
                  <a:lnTo>
                    <a:pt x="76" y="11"/>
                  </a:lnTo>
                  <a:lnTo>
                    <a:pt x="48" y="5"/>
                  </a:lnTo>
                  <a:lnTo>
                    <a:pt x="21" y="0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31" name=""/>
            <p:cNvSpPr/>
            <p:nvPr/>
          </p:nvSpPr>
          <p:spPr>
            <a:xfrm rot="0">
              <a:off x="1946" y="3463"/>
              <a:ext cx="6" cy="1"/>
            </a:xfrm>
            <a:custGeom>
              <a:avLst/>
              <a:ahLst/>
              <a:rect l="0" t="0" r="r" b="b"/>
              <a:pathLst>
                <a:path w="28" h="6">
                  <a:moveTo>
                    <a:pt x="0" y="0"/>
                  </a:moveTo>
                  <a:lnTo>
                    <a:pt x="28" y="6"/>
                  </a:lnTo>
                  <a:lnTo>
                    <a:pt x="28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32" name=""/>
            <p:cNvSpPr/>
            <p:nvPr/>
          </p:nvSpPr>
          <p:spPr>
            <a:xfrm rot="0" flipV="1">
              <a:off x="1952" y="3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33" name=""/>
            <p:cNvSpPr/>
            <p:nvPr/>
          </p:nvSpPr>
          <p:spPr>
            <a:xfrm rot="0">
              <a:off x="1939" y="3436"/>
              <a:ext cx="18" cy="28"/>
            </a:xfrm>
            <a:custGeom>
              <a:avLst/>
              <a:ahLst/>
              <a:rect l="0" t="0" r="r" b="b"/>
              <a:pathLst>
                <a:path w="71" h="111">
                  <a:moveTo>
                    <a:pt x="0" y="102"/>
                  </a:moveTo>
                  <a:lnTo>
                    <a:pt x="27" y="106"/>
                  </a:lnTo>
                  <a:lnTo>
                    <a:pt x="55" y="111"/>
                  </a:lnTo>
                  <a:lnTo>
                    <a:pt x="71" y="8"/>
                  </a:lnTo>
                  <a:lnTo>
                    <a:pt x="44" y="4"/>
                  </a:lnTo>
                  <a:lnTo>
                    <a:pt x="16" y="0"/>
                  </a:lnTo>
                  <a:lnTo>
                    <a:pt x="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34" name=""/>
            <p:cNvSpPr/>
            <p:nvPr/>
          </p:nvSpPr>
          <p:spPr>
            <a:xfrm rot="0">
              <a:off x="1939" y="3436"/>
              <a:ext cx="18" cy="28"/>
            </a:xfrm>
            <a:custGeom>
              <a:avLst/>
              <a:ahLst/>
              <a:rect l="0" t="0" r="r" b="b"/>
              <a:pathLst>
                <a:path w="71" h="111">
                  <a:moveTo>
                    <a:pt x="0" y="102"/>
                  </a:moveTo>
                  <a:lnTo>
                    <a:pt x="27" y="106"/>
                  </a:lnTo>
                  <a:lnTo>
                    <a:pt x="55" y="111"/>
                  </a:lnTo>
                  <a:lnTo>
                    <a:pt x="71" y="8"/>
                  </a:lnTo>
                  <a:lnTo>
                    <a:pt x="44" y="4"/>
                  </a:lnTo>
                  <a:lnTo>
                    <a:pt x="16" y="0"/>
                  </a:lnTo>
                  <a:lnTo>
                    <a:pt x="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35" name=""/>
            <p:cNvSpPr/>
            <p:nvPr/>
          </p:nvSpPr>
          <p:spPr>
            <a:xfrm rot="0">
              <a:off x="1950" y="3437"/>
              <a:ext cx="7" cy="1"/>
            </a:xfrm>
            <a:custGeom>
              <a:avLst/>
              <a:ahLst/>
              <a:rect l="0" t="0" r="r" b="b"/>
              <a:pathLst>
                <a:path w="27" h="4">
                  <a:moveTo>
                    <a:pt x="0" y="0"/>
                  </a:moveTo>
                  <a:lnTo>
                    <a:pt x="27" y="4"/>
                  </a:lnTo>
                  <a:lnTo>
                    <a:pt x="27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36" name=""/>
            <p:cNvSpPr/>
            <p:nvPr/>
          </p:nvSpPr>
          <p:spPr>
            <a:xfrm rot="0" flipV="1">
              <a:off x="1957" y="34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37" name=""/>
            <p:cNvSpPr/>
            <p:nvPr/>
          </p:nvSpPr>
          <p:spPr>
            <a:xfrm rot="0">
              <a:off x="1943" y="3410"/>
              <a:ext cx="16" cy="28"/>
            </a:xfrm>
            <a:custGeom>
              <a:avLst/>
              <a:ahLst/>
              <a:rect l="0" t="0" r="r" b="b"/>
              <a:pathLst>
                <a:path w="66" h="109">
                  <a:moveTo>
                    <a:pt x="0" y="103"/>
                  </a:moveTo>
                  <a:lnTo>
                    <a:pt x="28" y="106"/>
                  </a:lnTo>
                  <a:lnTo>
                    <a:pt x="55" y="109"/>
                  </a:lnTo>
                  <a:lnTo>
                    <a:pt x="66" y="6"/>
                  </a:lnTo>
                  <a:lnTo>
                    <a:pt x="39" y="3"/>
                  </a:lnTo>
                  <a:lnTo>
                    <a:pt x="11" y="0"/>
                  </a:lnTo>
                  <a:lnTo>
                    <a:pt x="0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38" name=""/>
            <p:cNvSpPr/>
            <p:nvPr/>
          </p:nvSpPr>
          <p:spPr>
            <a:xfrm rot="0">
              <a:off x="1943" y="3410"/>
              <a:ext cx="16" cy="28"/>
            </a:xfrm>
            <a:custGeom>
              <a:avLst/>
              <a:ahLst/>
              <a:rect l="0" t="0" r="r" b="b"/>
              <a:pathLst>
                <a:path w="66" h="109">
                  <a:moveTo>
                    <a:pt x="0" y="103"/>
                  </a:moveTo>
                  <a:lnTo>
                    <a:pt x="28" y="106"/>
                  </a:lnTo>
                  <a:lnTo>
                    <a:pt x="55" y="109"/>
                  </a:lnTo>
                  <a:lnTo>
                    <a:pt x="66" y="6"/>
                  </a:lnTo>
                  <a:lnTo>
                    <a:pt x="39" y="3"/>
                  </a:lnTo>
                  <a:lnTo>
                    <a:pt x="11" y="0"/>
                  </a:lnTo>
                  <a:lnTo>
                    <a:pt x="0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39" name=""/>
            <p:cNvSpPr/>
            <p:nvPr/>
          </p:nvSpPr>
          <p:spPr>
            <a:xfrm rot="0">
              <a:off x="1952" y="3411"/>
              <a:ext cx="7" cy="1"/>
            </a:xfrm>
            <a:custGeom>
              <a:avLst/>
              <a:ahLst/>
              <a:rect l="0" t="0" r="r" b="b"/>
              <a:pathLst>
                <a:path w="27" h="3">
                  <a:moveTo>
                    <a:pt x="0" y="0"/>
                  </a:moveTo>
                  <a:lnTo>
                    <a:pt x="27" y="3"/>
                  </a:lnTo>
                  <a:lnTo>
                    <a:pt x="27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40" name=""/>
            <p:cNvSpPr/>
            <p:nvPr/>
          </p:nvSpPr>
          <p:spPr>
            <a:xfrm rot="0" flipV="1">
              <a:off x="1959" y="3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41" name=""/>
            <p:cNvSpPr/>
            <p:nvPr/>
          </p:nvSpPr>
          <p:spPr>
            <a:xfrm rot="0">
              <a:off x="1946" y="3385"/>
              <a:ext cx="14" cy="27"/>
            </a:xfrm>
            <a:custGeom>
              <a:avLst/>
              <a:ahLst/>
              <a:rect l="0" t="0" r="r" b="b"/>
              <a:pathLst>
                <a:path w="60" h="105">
                  <a:moveTo>
                    <a:pt x="0" y="103"/>
                  </a:moveTo>
                  <a:lnTo>
                    <a:pt x="28" y="104"/>
                  </a:lnTo>
                  <a:lnTo>
                    <a:pt x="55" y="105"/>
                  </a:lnTo>
                  <a:lnTo>
                    <a:pt x="60" y="2"/>
                  </a:lnTo>
                  <a:lnTo>
                    <a:pt x="32" y="1"/>
                  </a:lnTo>
                  <a:lnTo>
                    <a:pt x="5" y="0"/>
                  </a:lnTo>
                  <a:lnTo>
                    <a:pt x="0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42" name=""/>
            <p:cNvSpPr/>
            <p:nvPr/>
          </p:nvSpPr>
          <p:spPr>
            <a:xfrm rot="0">
              <a:off x="1946" y="3385"/>
              <a:ext cx="14" cy="27"/>
            </a:xfrm>
            <a:custGeom>
              <a:avLst/>
              <a:ahLst/>
              <a:rect l="0" t="0" r="r" b="b"/>
              <a:pathLst>
                <a:path w="60" h="105">
                  <a:moveTo>
                    <a:pt x="0" y="103"/>
                  </a:moveTo>
                  <a:lnTo>
                    <a:pt x="28" y="104"/>
                  </a:lnTo>
                  <a:lnTo>
                    <a:pt x="55" y="105"/>
                  </a:lnTo>
                  <a:lnTo>
                    <a:pt x="60" y="2"/>
                  </a:lnTo>
                  <a:lnTo>
                    <a:pt x="32" y="1"/>
                  </a:lnTo>
                  <a:lnTo>
                    <a:pt x="5" y="0"/>
                  </a:lnTo>
                  <a:lnTo>
                    <a:pt x="0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243" name=""/>
            <p:cNvSpPr/>
            <p:nvPr/>
          </p:nvSpPr>
          <p:spPr>
            <a:xfrm rot="0">
              <a:off x="1954" y="3385"/>
              <a:ext cx="7" cy="1"/>
            </a:xfrm>
            <a:custGeom>
              <a:avLst/>
              <a:ahLst/>
              <a:rect l="0" t="0" r="r" b="b"/>
              <a:pathLst>
                <a:path w="29" h="1">
                  <a:moveTo>
                    <a:pt x="0" y="0"/>
                  </a:moveTo>
                  <a:lnTo>
                    <a:pt x="28" y="1"/>
                  </a:lnTo>
                  <a:lnTo>
                    <a:pt x="2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244" name=""/>
            <p:cNvSpPr/>
            <p:nvPr/>
          </p:nvSpPr>
          <p:spPr>
            <a:xfrm rot="0" flipV="1">
              <a:off x="1960" y="3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23" name=""/>
          <p:cNvGrpSpPr/>
          <p:nvPr/>
        </p:nvGrpSpPr>
        <p:grpSpPr>
          <a:xfrm rot="0">
            <a:off x="1409700" y="1349375"/>
            <a:ext cx="1993900" cy="4530725"/>
            <a:chOff x="848" y="1150"/>
            <a:chExt cx="1256" cy="2854"/>
          </a:xfrm>
        </p:grpSpPr>
        <p:grpSp>
          <p:nvGrpSpPr>
            <p:cNvPr id="424" name=""/>
            <p:cNvGrpSpPr/>
            <p:nvPr/>
          </p:nvGrpSpPr>
          <p:grpSpPr>
            <a:xfrm rot="0">
              <a:off x="1043" y="2890"/>
              <a:ext cx="918" cy="495"/>
              <a:chOff x="1043" y="2890"/>
              <a:chExt cx="918" cy="495"/>
            </a:xfrm>
          </p:grpSpPr>
          <p:sp>
            <p:nvSpPr>
              <p:cNvPr id="1081245" name=""/>
              <p:cNvSpPr/>
              <p:nvPr/>
            </p:nvSpPr>
            <p:spPr>
              <a:xfrm rot="0">
                <a:off x="1947" y="3360"/>
                <a:ext cx="14" cy="25"/>
              </a:xfrm>
              <a:custGeom>
                <a:avLst/>
                <a:ahLst/>
                <a:rect l="0" t="0" r="r" b="b"/>
                <a:pathLst>
                  <a:path w="56" h="103">
                    <a:moveTo>
                      <a:pt x="0" y="103"/>
                    </a:moveTo>
                    <a:lnTo>
                      <a:pt x="27" y="103"/>
                    </a:lnTo>
                    <a:lnTo>
                      <a:pt x="56" y="103"/>
                    </a:lnTo>
                    <a:lnTo>
                      <a:pt x="56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0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46" name=""/>
              <p:cNvSpPr/>
              <p:nvPr/>
            </p:nvSpPr>
            <p:spPr>
              <a:xfrm rot="0">
                <a:off x="1947" y="3360"/>
                <a:ext cx="14" cy="25"/>
              </a:xfrm>
              <a:custGeom>
                <a:avLst/>
                <a:ahLst/>
                <a:rect l="0" t="0" r="r" b="b"/>
                <a:pathLst>
                  <a:path w="56" h="103">
                    <a:moveTo>
                      <a:pt x="0" y="103"/>
                    </a:moveTo>
                    <a:lnTo>
                      <a:pt x="27" y="103"/>
                    </a:lnTo>
                    <a:lnTo>
                      <a:pt x="56" y="103"/>
                    </a:lnTo>
                    <a:lnTo>
                      <a:pt x="56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0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47" name=""/>
              <p:cNvSpPr/>
              <p:nvPr/>
            </p:nvSpPr>
            <p:spPr>
              <a:xfrm rot="0">
                <a:off x="1954" y="3359"/>
                <a:ext cx="7" cy="1"/>
              </a:xfrm>
              <a:custGeom>
                <a:avLst/>
                <a:ahLst/>
                <a:rect l="0" t="0" r="r" b="b"/>
                <a:pathLst>
                  <a:path w="29" h="3">
                    <a:moveTo>
                      <a:pt x="0" y="3"/>
                    </a:moveTo>
                    <a:lnTo>
                      <a:pt x="29" y="3"/>
                    </a:lnTo>
                    <a:lnTo>
                      <a:pt x="28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48" name=""/>
              <p:cNvSpPr/>
              <p:nvPr/>
            </p:nvSpPr>
            <p:spPr>
              <a:xfrm rot="0" flipH="1" flipV="1">
                <a:off x="1960" y="33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49" name=""/>
              <p:cNvSpPr/>
              <p:nvPr/>
            </p:nvSpPr>
            <p:spPr>
              <a:xfrm rot="0">
                <a:off x="1945" y="3333"/>
                <a:ext cx="15" cy="27"/>
              </a:xfrm>
              <a:custGeom>
                <a:avLst/>
                <a:ahLst/>
                <a:rect l="0" t="0" r="r" b="b"/>
                <a:pathLst>
                  <a:path w="62" h="108">
                    <a:moveTo>
                      <a:pt x="7" y="108"/>
                    </a:moveTo>
                    <a:lnTo>
                      <a:pt x="34" y="106"/>
                    </a:lnTo>
                    <a:lnTo>
                      <a:pt x="62" y="103"/>
                    </a:lnTo>
                    <a:lnTo>
                      <a:pt x="55" y="0"/>
                    </a:lnTo>
                    <a:lnTo>
                      <a:pt x="28" y="2"/>
                    </a:lnTo>
                    <a:lnTo>
                      <a:pt x="0" y="5"/>
                    </a:lnTo>
                    <a:lnTo>
                      <a:pt x="7" y="10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50" name=""/>
              <p:cNvSpPr/>
              <p:nvPr/>
            </p:nvSpPr>
            <p:spPr>
              <a:xfrm rot="0">
                <a:off x="1945" y="3333"/>
                <a:ext cx="15" cy="27"/>
              </a:xfrm>
              <a:custGeom>
                <a:avLst/>
                <a:ahLst/>
                <a:rect l="0" t="0" r="r" b="b"/>
                <a:pathLst>
                  <a:path w="62" h="108">
                    <a:moveTo>
                      <a:pt x="7" y="108"/>
                    </a:moveTo>
                    <a:lnTo>
                      <a:pt x="34" y="106"/>
                    </a:lnTo>
                    <a:lnTo>
                      <a:pt x="62" y="103"/>
                    </a:lnTo>
                    <a:lnTo>
                      <a:pt x="55" y="0"/>
                    </a:lnTo>
                    <a:lnTo>
                      <a:pt x="28" y="2"/>
                    </a:lnTo>
                    <a:lnTo>
                      <a:pt x="0" y="5"/>
                    </a:lnTo>
                    <a:lnTo>
                      <a:pt x="7" y="10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51" name=""/>
              <p:cNvSpPr/>
              <p:nvPr/>
            </p:nvSpPr>
            <p:spPr>
              <a:xfrm rot="0">
                <a:off x="1952" y="3333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0" y="3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52" name=""/>
              <p:cNvSpPr/>
              <p:nvPr/>
            </p:nvSpPr>
            <p:spPr>
              <a:xfrm rot="0" flipV="1">
                <a:off x="1959" y="33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53" name=""/>
              <p:cNvSpPr/>
              <p:nvPr/>
            </p:nvSpPr>
            <p:spPr>
              <a:xfrm rot="0">
                <a:off x="1942" y="3307"/>
                <a:ext cx="17" cy="28"/>
              </a:xfrm>
              <a:custGeom>
                <a:avLst/>
                <a:ahLst/>
                <a:rect l="0" t="0" r="r" b="b"/>
                <a:pathLst>
                  <a:path w="67" h="109">
                    <a:moveTo>
                      <a:pt x="12" y="109"/>
                    </a:moveTo>
                    <a:lnTo>
                      <a:pt x="40" y="105"/>
                    </a:lnTo>
                    <a:lnTo>
                      <a:pt x="67" y="102"/>
                    </a:lnTo>
                    <a:lnTo>
                      <a:pt x="55" y="0"/>
                    </a:lnTo>
                    <a:lnTo>
                      <a:pt x="27" y="3"/>
                    </a:lnTo>
                    <a:lnTo>
                      <a:pt x="0" y="7"/>
                    </a:lnTo>
                    <a:lnTo>
                      <a:pt x="12" y="10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54" name=""/>
              <p:cNvSpPr/>
              <p:nvPr/>
            </p:nvSpPr>
            <p:spPr>
              <a:xfrm rot="0">
                <a:off x="1942" y="3307"/>
                <a:ext cx="17" cy="28"/>
              </a:xfrm>
              <a:custGeom>
                <a:avLst/>
                <a:ahLst/>
                <a:rect l="0" t="0" r="r" b="b"/>
                <a:pathLst>
                  <a:path w="67" h="109">
                    <a:moveTo>
                      <a:pt x="12" y="109"/>
                    </a:moveTo>
                    <a:lnTo>
                      <a:pt x="40" y="105"/>
                    </a:lnTo>
                    <a:lnTo>
                      <a:pt x="67" y="102"/>
                    </a:lnTo>
                    <a:lnTo>
                      <a:pt x="55" y="0"/>
                    </a:lnTo>
                    <a:lnTo>
                      <a:pt x="27" y="3"/>
                    </a:lnTo>
                    <a:lnTo>
                      <a:pt x="0" y="7"/>
                    </a:lnTo>
                    <a:lnTo>
                      <a:pt x="12" y="10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55" name=""/>
              <p:cNvSpPr/>
              <p:nvPr/>
            </p:nvSpPr>
            <p:spPr>
              <a:xfrm rot="0">
                <a:off x="1949" y="3307"/>
                <a:ext cx="7" cy="1"/>
              </a:xfrm>
              <a:custGeom>
                <a:avLst/>
                <a:ahLst/>
                <a:rect l="0" t="0" r="r" b="b"/>
                <a:pathLst>
                  <a:path w="28" h="4">
                    <a:moveTo>
                      <a:pt x="0" y="4"/>
                    </a:moveTo>
                    <a:lnTo>
                      <a:pt x="28" y="1"/>
                    </a:lnTo>
                    <a:lnTo>
                      <a:pt x="28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56" name=""/>
              <p:cNvSpPr/>
              <p:nvPr/>
            </p:nvSpPr>
            <p:spPr>
              <a:xfrm rot="0" flipV="1">
                <a:off x="1956" y="33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57" name=""/>
              <p:cNvSpPr/>
              <p:nvPr/>
            </p:nvSpPr>
            <p:spPr>
              <a:xfrm rot="0">
                <a:off x="1938" y="3282"/>
                <a:ext cx="18" cy="27"/>
              </a:xfrm>
              <a:custGeom>
                <a:avLst/>
                <a:ahLst/>
                <a:rect l="0" t="0" r="r" b="b"/>
                <a:pathLst>
                  <a:path w="71" h="111">
                    <a:moveTo>
                      <a:pt x="16" y="111"/>
                    </a:moveTo>
                    <a:lnTo>
                      <a:pt x="43" y="106"/>
                    </a:lnTo>
                    <a:lnTo>
                      <a:pt x="71" y="102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9"/>
                    </a:lnTo>
                    <a:lnTo>
                      <a:pt x="16" y="1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58" name=""/>
              <p:cNvSpPr/>
              <p:nvPr/>
            </p:nvSpPr>
            <p:spPr>
              <a:xfrm rot="0">
                <a:off x="1938" y="3282"/>
                <a:ext cx="18" cy="27"/>
              </a:xfrm>
              <a:custGeom>
                <a:avLst/>
                <a:ahLst/>
                <a:rect l="0" t="0" r="r" b="b"/>
                <a:pathLst>
                  <a:path w="71" h="111">
                    <a:moveTo>
                      <a:pt x="16" y="111"/>
                    </a:moveTo>
                    <a:lnTo>
                      <a:pt x="43" y="106"/>
                    </a:lnTo>
                    <a:lnTo>
                      <a:pt x="71" y="102"/>
                    </a:lnTo>
                    <a:lnTo>
                      <a:pt x="54" y="0"/>
                    </a:lnTo>
                    <a:lnTo>
                      <a:pt x="27" y="4"/>
                    </a:lnTo>
                    <a:lnTo>
                      <a:pt x="0" y="9"/>
                    </a:lnTo>
                    <a:lnTo>
                      <a:pt x="16" y="1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59" name=""/>
              <p:cNvSpPr/>
              <p:nvPr/>
            </p:nvSpPr>
            <p:spPr>
              <a:xfrm rot="0">
                <a:off x="1945" y="3281"/>
                <a:ext cx="7" cy="2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0" y="6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60" name=""/>
              <p:cNvSpPr/>
              <p:nvPr/>
            </p:nvSpPr>
            <p:spPr>
              <a:xfrm rot="0" flipV="1">
                <a:off x="1952" y="32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61" name=""/>
              <p:cNvSpPr/>
              <p:nvPr/>
            </p:nvSpPr>
            <p:spPr>
              <a:xfrm rot="0">
                <a:off x="1932" y="3256"/>
                <a:ext cx="20" cy="28"/>
              </a:xfrm>
              <a:custGeom>
                <a:avLst/>
                <a:ahLst/>
                <a:rect l="0" t="0" r="r" b="b"/>
                <a:pathLst>
                  <a:path w="77" h="114">
                    <a:moveTo>
                      <a:pt x="23" y="114"/>
                    </a:moveTo>
                    <a:lnTo>
                      <a:pt x="50" y="107"/>
                    </a:lnTo>
                    <a:lnTo>
                      <a:pt x="77" y="101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3"/>
                    </a:lnTo>
                    <a:lnTo>
                      <a:pt x="23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62" name=""/>
              <p:cNvSpPr/>
              <p:nvPr/>
            </p:nvSpPr>
            <p:spPr>
              <a:xfrm rot="0">
                <a:off x="1932" y="3256"/>
                <a:ext cx="20" cy="28"/>
              </a:xfrm>
              <a:custGeom>
                <a:avLst/>
                <a:ahLst/>
                <a:rect l="0" t="0" r="r" b="b"/>
                <a:pathLst>
                  <a:path w="77" h="114">
                    <a:moveTo>
                      <a:pt x="23" y="114"/>
                    </a:moveTo>
                    <a:lnTo>
                      <a:pt x="50" y="107"/>
                    </a:lnTo>
                    <a:lnTo>
                      <a:pt x="77" y="101"/>
                    </a:lnTo>
                    <a:lnTo>
                      <a:pt x="54" y="0"/>
                    </a:lnTo>
                    <a:lnTo>
                      <a:pt x="27" y="6"/>
                    </a:lnTo>
                    <a:lnTo>
                      <a:pt x="0" y="13"/>
                    </a:lnTo>
                    <a:lnTo>
                      <a:pt x="23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63" name=""/>
              <p:cNvSpPr/>
              <p:nvPr/>
            </p:nvSpPr>
            <p:spPr>
              <a:xfrm rot="0">
                <a:off x="1939" y="3256"/>
                <a:ext cx="7" cy="2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8"/>
                    </a:moveTo>
                    <a:lnTo>
                      <a:pt x="27" y="2"/>
                    </a:lnTo>
                    <a:lnTo>
                      <a:pt x="27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64" name=""/>
              <p:cNvSpPr/>
              <p:nvPr/>
            </p:nvSpPr>
            <p:spPr>
              <a:xfrm rot="0" flipV="1">
                <a:off x="1946" y="32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65" name=""/>
              <p:cNvSpPr/>
              <p:nvPr/>
            </p:nvSpPr>
            <p:spPr>
              <a:xfrm rot="0">
                <a:off x="1925" y="3231"/>
                <a:ext cx="21" cy="28"/>
              </a:xfrm>
              <a:custGeom>
                <a:avLst/>
                <a:ahLst/>
                <a:rect l="0" t="0" r="r" b="b"/>
                <a:pathLst>
                  <a:path w="82" h="114">
                    <a:moveTo>
                      <a:pt x="28" y="114"/>
                    </a:moveTo>
                    <a:lnTo>
                      <a:pt x="55" y="106"/>
                    </a:lnTo>
                    <a:lnTo>
                      <a:pt x="82" y="98"/>
                    </a:lnTo>
                    <a:lnTo>
                      <a:pt x="55" y="0"/>
                    </a:lnTo>
                    <a:lnTo>
                      <a:pt x="28" y="7"/>
                    </a:lnTo>
                    <a:lnTo>
                      <a:pt x="0" y="15"/>
                    </a:lnTo>
                    <a:lnTo>
                      <a:pt x="28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66" name=""/>
              <p:cNvSpPr/>
              <p:nvPr/>
            </p:nvSpPr>
            <p:spPr>
              <a:xfrm rot="0">
                <a:off x="1925" y="3231"/>
                <a:ext cx="21" cy="28"/>
              </a:xfrm>
              <a:custGeom>
                <a:avLst/>
                <a:ahLst/>
                <a:rect l="0" t="0" r="r" b="b"/>
                <a:pathLst>
                  <a:path w="82" h="114">
                    <a:moveTo>
                      <a:pt x="28" y="114"/>
                    </a:moveTo>
                    <a:lnTo>
                      <a:pt x="55" y="106"/>
                    </a:lnTo>
                    <a:lnTo>
                      <a:pt x="82" y="98"/>
                    </a:lnTo>
                    <a:lnTo>
                      <a:pt x="55" y="0"/>
                    </a:lnTo>
                    <a:lnTo>
                      <a:pt x="28" y="7"/>
                    </a:lnTo>
                    <a:lnTo>
                      <a:pt x="0" y="15"/>
                    </a:lnTo>
                    <a:lnTo>
                      <a:pt x="28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67" name=""/>
              <p:cNvSpPr/>
              <p:nvPr/>
            </p:nvSpPr>
            <p:spPr>
              <a:xfrm rot="0">
                <a:off x="1932" y="3231"/>
                <a:ext cx="7" cy="2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0" y="8"/>
                    </a:moveTo>
                    <a:lnTo>
                      <a:pt x="27" y="1"/>
                    </a:lnTo>
                    <a:lnTo>
                      <a:pt x="26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68" name=""/>
              <p:cNvSpPr/>
              <p:nvPr/>
            </p:nvSpPr>
            <p:spPr>
              <a:xfrm rot="0" flipH="1" flipV="1">
                <a:off x="1939" y="32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69" name=""/>
              <p:cNvSpPr/>
              <p:nvPr/>
            </p:nvSpPr>
            <p:spPr>
              <a:xfrm rot="0">
                <a:off x="1917" y="3206"/>
                <a:ext cx="22" cy="29"/>
              </a:xfrm>
              <a:custGeom>
                <a:avLst/>
                <a:ahLst/>
                <a:rect l="0" t="0" r="r" b="b"/>
                <a:pathLst>
                  <a:path w="87" h="115">
                    <a:moveTo>
                      <a:pt x="34" y="115"/>
                    </a:moveTo>
                    <a:lnTo>
                      <a:pt x="61" y="106"/>
                    </a:lnTo>
                    <a:lnTo>
                      <a:pt x="87" y="98"/>
                    </a:lnTo>
                    <a:lnTo>
                      <a:pt x="53" y="0"/>
                    </a:lnTo>
                    <a:lnTo>
                      <a:pt x="27" y="9"/>
                    </a:lnTo>
                    <a:lnTo>
                      <a:pt x="0" y="17"/>
                    </a:lnTo>
                    <a:lnTo>
                      <a:pt x="34" y="1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70" name=""/>
              <p:cNvSpPr/>
              <p:nvPr/>
            </p:nvSpPr>
            <p:spPr>
              <a:xfrm rot="0">
                <a:off x="1917" y="3206"/>
                <a:ext cx="22" cy="29"/>
              </a:xfrm>
              <a:custGeom>
                <a:avLst/>
                <a:ahLst/>
                <a:rect l="0" t="0" r="r" b="b"/>
                <a:pathLst>
                  <a:path w="87" h="115">
                    <a:moveTo>
                      <a:pt x="34" y="115"/>
                    </a:moveTo>
                    <a:lnTo>
                      <a:pt x="61" y="106"/>
                    </a:lnTo>
                    <a:lnTo>
                      <a:pt x="87" y="98"/>
                    </a:lnTo>
                    <a:lnTo>
                      <a:pt x="53" y="0"/>
                    </a:lnTo>
                    <a:lnTo>
                      <a:pt x="27" y="9"/>
                    </a:lnTo>
                    <a:lnTo>
                      <a:pt x="0" y="17"/>
                    </a:lnTo>
                    <a:lnTo>
                      <a:pt x="34" y="1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71" name=""/>
              <p:cNvSpPr/>
              <p:nvPr/>
            </p:nvSpPr>
            <p:spPr>
              <a:xfrm rot="0">
                <a:off x="1924" y="3206"/>
                <a:ext cx="6" cy="2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0" y="11"/>
                    </a:moveTo>
                    <a:lnTo>
                      <a:pt x="26" y="2"/>
                    </a:lnTo>
                    <a:lnTo>
                      <a:pt x="26" y="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72" name=""/>
              <p:cNvSpPr/>
              <p:nvPr/>
            </p:nvSpPr>
            <p:spPr>
              <a:xfrm rot="0" flipV="1">
                <a:off x="1930" y="32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73" name=""/>
              <p:cNvSpPr/>
              <p:nvPr/>
            </p:nvSpPr>
            <p:spPr>
              <a:xfrm rot="0">
                <a:off x="1907" y="3182"/>
                <a:ext cx="23" cy="29"/>
              </a:xfrm>
              <a:custGeom>
                <a:avLst/>
                <a:ahLst/>
                <a:rect l="0" t="0" r="r" b="b"/>
                <a:pathLst>
                  <a:path w="91" h="118">
                    <a:moveTo>
                      <a:pt x="38" y="118"/>
                    </a:moveTo>
                    <a:lnTo>
                      <a:pt x="65" y="107"/>
                    </a:lnTo>
                    <a:lnTo>
                      <a:pt x="91" y="96"/>
                    </a:lnTo>
                    <a:lnTo>
                      <a:pt x="52" y="0"/>
                    </a:lnTo>
                    <a:lnTo>
                      <a:pt x="26" y="11"/>
                    </a:lnTo>
                    <a:lnTo>
                      <a:pt x="0" y="22"/>
                    </a:lnTo>
                    <a:lnTo>
                      <a:pt x="38" y="1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74" name=""/>
              <p:cNvSpPr/>
              <p:nvPr/>
            </p:nvSpPr>
            <p:spPr>
              <a:xfrm rot="0">
                <a:off x="1907" y="3182"/>
                <a:ext cx="23" cy="29"/>
              </a:xfrm>
              <a:custGeom>
                <a:avLst/>
                <a:ahLst/>
                <a:rect l="0" t="0" r="r" b="b"/>
                <a:pathLst>
                  <a:path w="91" h="118">
                    <a:moveTo>
                      <a:pt x="38" y="118"/>
                    </a:moveTo>
                    <a:lnTo>
                      <a:pt x="65" y="107"/>
                    </a:lnTo>
                    <a:lnTo>
                      <a:pt x="91" y="96"/>
                    </a:lnTo>
                    <a:lnTo>
                      <a:pt x="52" y="0"/>
                    </a:lnTo>
                    <a:lnTo>
                      <a:pt x="26" y="11"/>
                    </a:lnTo>
                    <a:lnTo>
                      <a:pt x="0" y="22"/>
                    </a:lnTo>
                    <a:lnTo>
                      <a:pt x="38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75" name=""/>
              <p:cNvSpPr/>
              <p:nvPr/>
            </p:nvSpPr>
            <p:spPr>
              <a:xfrm rot="0">
                <a:off x="1914" y="3182"/>
                <a:ext cx="7" cy="3"/>
              </a:xfrm>
              <a:custGeom>
                <a:avLst/>
                <a:ahLst/>
                <a:rect l="0" t="0" r="r" b="b"/>
                <a:pathLst>
                  <a:path w="26" h="12">
                    <a:moveTo>
                      <a:pt x="0" y="12"/>
                    </a:moveTo>
                    <a:lnTo>
                      <a:pt x="26" y="1"/>
                    </a:lnTo>
                    <a:lnTo>
                      <a:pt x="25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76" name=""/>
              <p:cNvSpPr/>
              <p:nvPr/>
            </p:nvSpPr>
            <p:spPr>
              <a:xfrm rot="0" flipH="1" flipV="1">
                <a:off x="1920" y="31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77" name=""/>
              <p:cNvSpPr/>
              <p:nvPr/>
            </p:nvSpPr>
            <p:spPr>
              <a:xfrm rot="0">
                <a:off x="1897" y="3158"/>
                <a:ext cx="23" cy="30"/>
              </a:xfrm>
              <a:custGeom>
                <a:avLst/>
                <a:ahLst/>
                <a:rect l="0" t="0" r="r" b="b"/>
                <a:pathLst>
                  <a:path w="94" h="117">
                    <a:moveTo>
                      <a:pt x="44" y="117"/>
                    </a:moveTo>
                    <a:lnTo>
                      <a:pt x="69" y="105"/>
                    </a:lnTo>
                    <a:lnTo>
                      <a:pt x="94" y="93"/>
                    </a:lnTo>
                    <a:lnTo>
                      <a:pt x="50" y="0"/>
                    </a:lnTo>
                    <a:lnTo>
                      <a:pt x="25" y="12"/>
                    </a:lnTo>
                    <a:lnTo>
                      <a:pt x="0" y="24"/>
                    </a:lnTo>
                    <a:lnTo>
                      <a:pt x="44" y="1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78" name=""/>
              <p:cNvSpPr/>
              <p:nvPr/>
            </p:nvSpPr>
            <p:spPr>
              <a:xfrm rot="0">
                <a:off x="1897" y="3158"/>
                <a:ext cx="23" cy="30"/>
              </a:xfrm>
              <a:custGeom>
                <a:avLst/>
                <a:ahLst/>
                <a:rect l="0" t="0" r="r" b="b"/>
                <a:pathLst>
                  <a:path w="94" h="117">
                    <a:moveTo>
                      <a:pt x="44" y="117"/>
                    </a:moveTo>
                    <a:lnTo>
                      <a:pt x="69" y="105"/>
                    </a:lnTo>
                    <a:lnTo>
                      <a:pt x="94" y="93"/>
                    </a:lnTo>
                    <a:lnTo>
                      <a:pt x="50" y="0"/>
                    </a:lnTo>
                    <a:lnTo>
                      <a:pt x="25" y="12"/>
                    </a:lnTo>
                    <a:lnTo>
                      <a:pt x="0" y="24"/>
                    </a:lnTo>
                    <a:lnTo>
                      <a:pt x="44" y="1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79" name=""/>
              <p:cNvSpPr/>
              <p:nvPr/>
            </p:nvSpPr>
            <p:spPr>
              <a:xfrm rot="0">
                <a:off x="1903" y="3158"/>
                <a:ext cx="6" cy="3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0" y="13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80" name=""/>
              <p:cNvSpPr/>
              <p:nvPr/>
            </p:nvSpPr>
            <p:spPr>
              <a:xfrm rot="0" flipV="1">
                <a:off x="1909" y="315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81" name=""/>
              <p:cNvSpPr/>
              <p:nvPr/>
            </p:nvSpPr>
            <p:spPr>
              <a:xfrm rot="0">
                <a:off x="1885" y="3135"/>
                <a:ext cx="24" cy="29"/>
              </a:xfrm>
              <a:custGeom>
                <a:avLst/>
                <a:ahLst/>
                <a:rect l="0" t="0" r="r" b="b"/>
                <a:pathLst>
                  <a:path w="98" h="118">
                    <a:moveTo>
                      <a:pt x="48" y="118"/>
                    </a:moveTo>
                    <a:lnTo>
                      <a:pt x="73" y="105"/>
                    </a:lnTo>
                    <a:lnTo>
                      <a:pt x="98" y="92"/>
                    </a:lnTo>
                    <a:lnTo>
                      <a:pt x="50" y="0"/>
                    </a:lnTo>
                    <a:lnTo>
                      <a:pt x="25" y="14"/>
                    </a:lnTo>
                    <a:lnTo>
                      <a:pt x="0" y="27"/>
                    </a:lnTo>
                    <a:lnTo>
                      <a:pt x="48" y="1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82" name=""/>
              <p:cNvSpPr/>
              <p:nvPr/>
            </p:nvSpPr>
            <p:spPr>
              <a:xfrm rot="0">
                <a:off x="1885" y="3135"/>
                <a:ext cx="24" cy="29"/>
              </a:xfrm>
              <a:custGeom>
                <a:avLst/>
                <a:ahLst/>
                <a:rect l="0" t="0" r="r" b="b"/>
                <a:pathLst>
                  <a:path w="98" h="118">
                    <a:moveTo>
                      <a:pt x="48" y="118"/>
                    </a:moveTo>
                    <a:lnTo>
                      <a:pt x="73" y="105"/>
                    </a:lnTo>
                    <a:lnTo>
                      <a:pt x="98" y="92"/>
                    </a:lnTo>
                    <a:lnTo>
                      <a:pt x="50" y="0"/>
                    </a:lnTo>
                    <a:lnTo>
                      <a:pt x="25" y="14"/>
                    </a:lnTo>
                    <a:lnTo>
                      <a:pt x="0" y="27"/>
                    </a:lnTo>
                    <a:lnTo>
                      <a:pt x="48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83" name=""/>
              <p:cNvSpPr/>
              <p:nvPr/>
            </p:nvSpPr>
            <p:spPr>
              <a:xfrm rot="0">
                <a:off x="1891" y="3135"/>
                <a:ext cx="6" cy="3"/>
              </a:xfrm>
              <a:custGeom>
                <a:avLst/>
                <a:ahLst/>
                <a:rect l="0" t="0" r="r" b="b"/>
                <a:pathLst>
                  <a:path w="25" h="15">
                    <a:moveTo>
                      <a:pt x="0" y="15"/>
                    </a:moveTo>
                    <a:lnTo>
                      <a:pt x="25" y="1"/>
                    </a:lnTo>
                    <a:lnTo>
                      <a:pt x="2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84" name=""/>
              <p:cNvSpPr/>
              <p:nvPr/>
            </p:nvSpPr>
            <p:spPr>
              <a:xfrm rot="0" flipH="1" flipV="1">
                <a:off x="1897" y="313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85" name=""/>
              <p:cNvSpPr/>
              <p:nvPr/>
            </p:nvSpPr>
            <p:spPr>
              <a:xfrm rot="0">
                <a:off x="1871" y="3113"/>
                <a:ext cx="26" cy="29"/>
              </a:xfrm>
              <a:custGeom>
                <a:avLst/>
                <a:ahLst/>
                <a:rect l="0" t="0" r="r" b="b"/>
                <a:pathLst>
                  <a:path w="102" h="118">
                    <a:moveTo>
                      <a:pt x="54" y="118"/>
                    </a:moveTo>
                    <a:lnTo>
                      <a:pt x="78" y="104"/>
                    </a:lnTo>
                    <a:lnTo>
                      <a:pt x="102" y="89"/>
                    </a:lnTo>
                    <a:lnTo>
                      <a:pt x="48" y="0"/>
                    </a:lnTo>
                    <a:lnTo>
                      <a:pt x="24" y="15"/>
                    </a:lnTo>
                    <a:lnTo>
                      <a:pt x="0" y="29"/>
                    </a:lnTo>
                    <a:lnTo>
                      <a:pt x="54" y="1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86" name=""/>
              <p:cNvSpPr/>
              <p:nvPr/>
            </p:nvSpPr>
            <p:spPr>
              <a:xfrm rot="0">
                <a:off x="1871" y="3113"/>
                <a:ext cx="26" cy="29"/>
              </a:xfrm>
              <a:custGeom>
                <a:avLst/>
                <a:ahLst/>
                <a:rect l="0" t="0" r="r" b="b"/>
                <a:pathLst>
                  <a:path w="102" h="118">
                    <a:moveTo>
                      <a:pt x="54" y="118"/>
                    </a:moveTo>
                    <a:lnTo>
                      <a:pt x="78" y="104"/>
                    </a:lnTo>
                    <a:lnTo>
                      <a:pt x="102" y="89"/>
                    </a:lnTo>
                    <a:lnTo>
                      <a:pt x="48" y="0"/>
                    </a:lnTo>
                    <a:lnTo>
                      <a:pt x="24" y="15"/>
                    </a:lnTo>
                    <a:lnTo>
                      <a:pt x="0" y="29"/>
                    </a:lnTo>
                    <a:lnTo>
                      <a:pt x="54" y="11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87" name=""/>
              <p:cNvSpPr/>
              <p:nvPr/>
            </p:nvSpPr>
            <p:spPr>
              <a:xfrm rot="0">
                <a:off x="1878" y="3112"/>
                <a:ext cx="6" cy="4"/>
              </a:xfrm>
              <a:custGeom>
                <a:avLst/>
                <a:ahLst/>
                <a:rect l="0" t="0" r="r" b="b"/>
                <a:pathLst>
                  <a:path w="24" h="16">
                    <a:moveTo>
                      <a:pt x="0" y="16"/>
                    </a:moveTo>
                    <a:lnTo>
                      <a:pt x="24" y="1"/>
                    </a:lnTo>
                    <a:lnTo>
                      <a:pt x="23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88" name=""/>
              <p:cNvSpPr/>
              <p:nvPr/>
            </p:nvSpPr>
            <p:spPr>
              <a:xfrm rot="0" flipH="1" flipV="1">
                <a:off x="1883" y="31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89" name=""/>
              <p:cNvSpPr/>
              <p:nvPr/>
            </p:nvSpPr>
            <p:spPr>
              <a:xfrm rot="0">
                <a:off x="1857" y="3091"/>
                <a:ext cx="26" cy="29"/>
              </a:xfrm>
              <a:custGeom>
                <a:avLst/>
                <a:ahLst/>
                <a:rect l="0" t="0" r="r" b="b"/>
                <a:pathLst>
                  <a:path w="104" h="115">
                    <a:moveTo>
                      <a:pt x="58" y="115"/>
                    </a:moveTo>
                    <a:lnTo>
                      <a:pt x="81" y="100"/>
                    </a:lnTo>
                    <a:lnTo>
                      <a:pt x="104" y="84"/>
                    </a:lnTo>
                    <a:lnTo>
                      <a:pt x="46" y="0"/>
                    </a:lnTo>
                    <a:lnTo>
                      <a:pt x="23" y="15"/>
                    </a:lnTo>
                    <a:lnTo>
                      <a:pt x="0" y="31"/>
                    </a:lnTo>
                    <a:lnTo>
                      <a:pt x="58" y="1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90" name=""/>
              <p:cNvSpPr/>
              <p:nvPr/>
            </p:nvSpPr>
            <p:spPr>
              <a:xfrm rot="0">
                <a:off x="1857" y="3091"/>
                <a:ext cx="26" cy="29"/>
              </a:xfrm>
              <a:custGeom>
                <a:avLst/>
                <a:ahLst/>
                <a:rect l="0" t="0" r="r" b="b"/>
                <a:pathLst>
                  <a:path w="104" h="115">
                    <a:moveTo>
                      <a:pt x="58" y="115"/>
                    </a:moveTo>
                    <a:lnTo>
                      <a:pt x="81" y="100"/>
                    </a:lnTo>
                    <a:lnTo>
                      <a:pt x="104" y="84"/>
                    </a:lnTo>
                    <a:lnTo>
                      <a:pt x="46" y="0"/>
                    </a:lnTo>
                    <a:lnTo>
                      <a:pt x="23" y="15"/>
                    </a:lnTo>
                    <a:lnTo>
                      <a:pt x="0" y="31"/>
                    </a:lnTo>
                    <a:lnTo>
                      <a:pt x="58" y="1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91" name=""/>
              <p:cNvSpPr/>
              <p:nvPr/>
            </p:nvSpPr>
            <p:spPr>
              <a:xfrm rot="0">
                <a:off x="1863" y="3091"/>
                <a:ext cx="6" cy="4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0" y="16"/>
                    </a:moveTo>
                    <a:lnTo>
                      <a:pt x="23" y="1"/>
                    </a:lnTo>
                    <a:lnTo>
                      <a:pt x="22" y="0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92" name=""/>
              <p:cNvSpPr/>
              <p:nvPr/>
            </p:nvSpPr>
            <p:spPr>
              <a:xfrm rot="0" flipH="1" flipV="1">
                <a:off x="1868" y="309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93" name=""/>
              <p:cNvSpPr/>
              <p:nvPr/>
            </p:nvSpPr>
            <p:spPr>
              <a:xfrm rot="0">
                <a:off x="1842" y="3070"/>
                <a:ext cx="26" cy="29"/>
              </a:xfrm>
              <a:custGeom>
                <a:avLst/>
                <a:ahLst/>
                <a:rect l="0" t="0" r="r" b="b"/>
                <a:pathLst>
                  <a:path w="107" h="116">
                    <a:moveTo>
                      <a:pt x="63" y="116"/>
                    </a:moveTo>
                    <a:lnTo>
                      <a:pt x="85" y="99"/>
                    </a:lnTo>
                    <a:lnTo>
                      <a:pt x="107" y="83"/>
                    </a:lnTo>
                    <a:lnTo>
                      <a:pt x="44" y="0"/>
                    </a:lnTo>
                    <a:lnTo>
                      <a:pt x="22" y="17"/>
                    </a:lnTo>
                    <a:lnTo>
                      <a:pt x="0" y="33"/>
                    </a:lnTo>
                    <a:lnTo>
                      <a:pt x="63" y="1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94" name=""/>
              <p:cNvSpPr/>
              <p:nvPr/>
            </p:nvSpPr>
            <p:spPr>
              <a:xfrm rot="0">
                <a:off x="1842" y="3070"/>
                <a:ext cx="26" cy="29"/>
              </a:xfrm>
              <a:custGeom>
                <a:avLst/>
                <a:ahLst/>
                <a:rect l="0" t="0" r="r" b="b"/>
                <a:pathLst>
                  <a:path w="107" h="116">
                    <a:moveTo>
                      <a:pt x="63" y="116"/>
                    </a:moveTo>
                    <a:lnTo>
                      <a:pt x="85" y="99"/>
                    </a:lnTo>
                    <a:lnTo>
                      <a:pt x="107" y="83"/>
                    </a:lnTo>
                    <a:lnTo>
                      <a:pt x="44" y="0"/>
                    </a:lnTo>
                    <a:lnTo>
                      <a:pt x="22" y="17"/>
                    </a:lnTo>
                    <a:lnTo>
                      <a:pt x="0" y="33"/>
                    </a:lnTo>
                    <a:lnTo>
                      <a:pt x="63" y="11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95" name=""/>
              <p:cNvSpPr/>
              <p:nvPr/>
            </p:nvSpPr>
            <p:spPr>
              <a:xfrm rot="0">
                <a:off x="1847" y="3070"/>
                <a:ext cx="6" cy="4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0" y="18"/>
                    </a:moveTo>
                    <a:lnTo>
                      <a:pt x="22" y="1"/>
                    </a:lnTo>
                    <a:lnTo>
                      <a:pt x="21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96" name=""/>
              <p:cNvSpPr/>
              <p:nvPr/>
            </p:nvSpPr>
            <p:spPr>
              <a:xfrm rot="0" flipH="1" flipV="1">
                <a:off x="1853" y="30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97" name=""/>
              <p:cNvSpPr/>
              <p:nvPr/>
            </p:nvSpPr>
            <p:spPr>
              <a:xfrm rot="0">
                <a:off x="1825" y="3050"/>
                <a:ext cx="28" cy="29"/>
              </a:xfrm>
              <a:custGeom>
                <a:avLst/>
                <a:ahLst/>
                <a:rect l="0" t="0" r="r" b="b"/>
                <a:pathLst>
                  <a:path w="108" h="114">
                    <a:moveTo>
                      <a:pt x="67" y="114"/>
                    </a:moveTo>
                    <a:lnTo>
                      <a:pt x="87" y="97"/>
                    </a:lnTo>
                    <a:lnTo>
                      <a:pt x="108" y="79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5"/>
                    </a:lnTo>
                    <a:lnTo>
                      <a:pt x="67" y="1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298" name=""/>
              <p:cNvSpPr/>
              <p:nvPr/>
            </p:nvSpPr>
            <p:spPr>
              <a:xfrm rot="0">
                <a:off x="1825" y="3050"/>
                <a:ext cx="28" cy="29"/>
              </a:xfrm>
              <a:custGeom>
                <a:avLst/>
                <a:ahLst/>
                <a:rect l="0" t="0" r="r" b="b"/>
                <a:pathLst>
                  <a:path w="108" h="114">
                    <a:moveTo>
                      <a:pt x="67" y="114"/>
                    </a:moveTo>
                    <a:lnTo>
                      <a:pt x="87" y="97"/>
                    </a:lnTo>
                    <a:lnTo>
                      <a:pt x="108" y="79"/>
                    </a:lnTo>
                    <a:lnTo>
                      <a:pt x="41" y="0"/>
                    </a:lnTo>
                    <a:lnTo>
                      <a:pt x="20" y="18"/>
                    </a:lnTo>
                    <a:lnTo>
                      <a:pt x="0" y="35"/>
                    </a:lnTo>
                    <a:lnTo>
                      <a:pt x="67" y="11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299" name=""/>
              <p:cNvSpPr/>
              <p:nvPr/>
            </p:nvSpPr>
            <p:spPr>
              <a:xfrm rot="0">
                <a:off x="1831" y="3050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0" y="20"/>
                    </a:moveTo>
                    <a:lnTo>
                      <a:pt x="21" y="2"/>
                    </a:lnTo>
                    <a:lnTo>
                      <a:pt x="20" y="0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00" name=""/>
              <p:cNvSpPr/>
              <p:nvPr/>
            </p:nvSpPr>
            <p:spPr>
              <a:xfrm rot="0" flipH="1" flipV="1">
                <a:off x="1836" y="30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01" name=""/>
              <p:cNvSpPr/>
              <p:nvPr/>
            </p:nvSpPr>
            <p:spPr>
              <a:xfrm rot="0">
                <a:off x="1808" y="3031"/>
                <a:ext cx="28" cy="29"/>
              </a:xfrm>
              <a:custGeom>
                <a:avLst/>
                <a:ahLst/>
                <a:rect l="0" t="0" r="r" b="b"/>
                <a:pathLst>
                  <a:path w="111" h="115">
                    <a:moveTo>
                      <a:pt x="72" y="115"/>
                    </a:moveTo>
                    <a:lnTo>
                      <a:pt x="91" y="95"/>
                    </a:lnTo>
                    <a:lnTo>
                      <a:pt x="111" y="75"/>
                    </a:lnTo>
                    <a:lnTo>
                      <a:pt x="40" y="0"/>
                    </a:lnTo>
                    <a:lnTo>
                      <a:pt x="20" y="20"/>
                    </a:lnTo>
                    <a:lnTo>
                      <a:pt x="0" y="40"/>
                    </a:lnTo>
                    <a:lnTo>
                      <a:pt x="72" y="1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02" name=""/>
              <p:cNvSpPr/>
              <p:nvPr/>
            </p:nvSpPr>
            <p:spPr>
              <a:xfrm rot="0">
                <a:off x="1808" y="3031"/>
                <a:ext cx="28" cy="29"/>
              </a:xfrm>
              <a:custGeom>
                <a:avLst/>
                <a:ahLst/>
                <a:rect l="0" t="0" r="r" b="b"/>
                <a:pathLst>
                  <a:path w="111" h="115">
                    <a:moveTo>
                      <a:pt x="72" y="115"/>
                    </a:moveTo>
                    <a:lnTo>
                      <a:pt x="91" y="95"/>
                    </a:lnTo>
                    <a:lnTo>
                      <a:pt x="111" y="75"/>
                    </a:lnTo>
                    <a:lnTo>
                      <a:pt x="40" y="0"/>
                    </a:lnTo>
                    <a:lnTo>
                      <a:pt x="20" y="20"/>
                    </a:lnTo>
                    <a:lnTo>
                      <a:pt x="0" y="40"/>
                    </a:lnTo>
                    <a:lnTo>
                      <a:pt x="72" y="1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03" name=""/>
              <p:cNvSpPr/>
              <p:nvPr/>
            </p:nvSpPr>
            <p:spPr>
              <a:xfrm rot="0">
                <a:off x="1813" y="3031"/>
                <a:ext cx="5" cy="5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0" y="21"/>
                    </a:moveTo>
                    <a:lnTo>
                      <a:pt x="20" y="1"/>
                    </a:lnTo>
                    <a:lnTo>
                      <a:pt x="19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04" name=""/>
              <p:cNvSpPr/>
              <p:nvPr/>
            </p:nvSpPr>
            <p:spPr>
              <a:xfrm rot="0" flipH="1" flipV="1">
                <a:off x="1817" y="30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05" name=""/>
              <p:cNvSpPr/>
              <p:nvPr/>
            </p:nvSpPr>
            <p:spPr>
              <a:xfrm rot="0">
                <a:off x="1789" y="3013"/>
                <a:ext cx="28" cy="28"/>
              </a:xfrm>
              <a:custGeom>
                <a:avLst/>
                <a:ahLst/>
                <a:rect l="0" t="0" r="r" b="b"/>
                <a:pathLst>
                  <a:path w="112" h="112">
                    <a:moveTo>
                      <a:pt x="74" y="112"/>
                    </a:moveTo>
                    <a:lnTo>
                      <a:pt x="93" y="91"/>
                    </a:lnTo>
                    <a:lnTo>
                      <a:pt x="112" y="70"/>
                    </a:lnTo>
                    <a:lnTo>
                      <a:pt x="37" y="0"/>
                    </a:lnTo>
                    <a:lnTo>
                      <a:pt x="18" y="21"/>
                    </a:lnTo>
                    <a:lnTo>
                      <a:pt x="0" y="42"/>
                    </a:lnTo>
                    <a:lnTo>
                      <a:pt x="74" y="1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06" name=""/>
              <p:cNvSpPr/>
              <p:nvPr/>
            </p:nvSpPr>
            <p:spPr>
              <a:xfrm rot="0">
                <a:off x="1789" y="3013"/>
                <a:ext cx="28" cy="28"/>
              </a:xfrm>
              <a:custGeom>
                <a:avLst/>
                <a:ahLst/>
                <a:rect l="0" t="0" r="r" b="b"/>
                <a:pathLst>
                  <a:path w="112" h="112">
                    <a:moveTo>
                      <a:pt x="74" y="112"/>
                    </a:moveTo>
                    <a:lnTo>
                      <a:pt x="93" y="91"/>
                    </a:lnTo>
                    <a:lnTo>
                      <a:pt x="112" y="70"/>
                    </a:lnTo>
                    <a:lnTo>
                      <a:pt x="37" y="0"/>
                    </a:lnTo>
                    <a:lnTo>
                      <a:pt x="18" y="21"/>
                    </a:lnTo>
                    <a:lnTo>
                      <a:pt x="0" y="42"/>
                    </a:lnTo>
                    <a:lnTo>
                      <a:pt x="74" y="11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07" name=""/>
              <p:cNvSpPr/>
              <p:nvPr/>
            </p:nvSpPr>
            <p:spPr>
              <a:xfrm rot="0">
                <a:off x="1794" y="3013"/>
                <a:ext cx="5" cy="5"/>
              </a:xfrm>
              <a:custGeom>
                <a:avLst/>
                <a:ahLst/>
                <a:rect l="0" t="0" r="r" b="b"/>
                <a:pathLst>
                  <a:path w="19" h="21">
                    <a:moveTo>
                      <a:pt x="0" y="21"/>
                    </a:moveTo>
                    <a:lnTo>
                      <a:pt x="19" y="0"/>
                    </a:lnTo>
                    <a:lnTo>
                      <a:pt x="18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08" name=""/>
              <p:cNvSpPr/>
              <p:nvPr/>
            </p:nvSpPr>
            <p:spPr>
              <a:xfrm rot="0" flipH="1">
                <a:off x="1799" y="301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09" name=""/>
              <p:cNvSpPr/>
              <p:nvPr/>
            </p:nvSpPr>
            <p:spPr>
              <a:xfrm rot="0">
                <a:off x="1770" y="2997"/>
                <a:ext cx="29" cy="27"/>
              </a:xfrm>
              <a:custGeom>
                <a:avLst/>
                <a:ahLst/>
                <a:rect l="0" t="0" r="r" b="b"/>
                <a:pathLst>
                  <a:path w="114" h="109">
                    <a:moveTo>
                      <a:pt x="79" y="109"/>
                    </a:moveTo>
                    <a:lnTo>
                      <a:pt x="96" y="88"/>
                    </a:lnTo>
                    <a:lnTo>
                      <a:pt x="114" y="67"/>
                    </a:lnTo>
                    <a:lnTo>
                      <a:pt x="35" y="0"/>
                    </a:lnTo>
                    <a:lnTo>
                      <a:pt x="17" y="21"/>
                    </a:lnTo>
                    <a:lnTo>
                      <a:pt x="0" y="42"/>
                    </a:lnTo>
                    <a:lnTo>
                      <a:pt x="79" y="10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10" name=""/>
              <p:cNvSpPr/>
              <p:nvPr/>
            </p:nvSpPr>
            <p:spPr>
              <a:xfrm rot="0">
                <a:off x="1770" y="2997"/>
                <a:ext cx="29" cy="27"/>
              </a:xfrm>
              <a:custGeom>
                <a:avLst/>
                <a:ahLst/>
                <a:rect l="0" t="0" r="r" b="b"/>
                <a:pathLst>
                  <a:path w="114" h="109">
                    <a:moveTo>
                      <a:pt x="79" y="109"/>
                    </a:moveTo>
                    <a:lnTo>
                      <a:pt x="96" y="88"/>
                    </a:lnTo>
                    <a:lnTo>
                      <a:pt x="114" y="67"/>
                    </a:lnTo>
                    <a:lnTo>
                      <a:pt x="35" y="0"/>
                    </a:lnTo>
                    <a:lnTo>
                      <a:pt x="17" y="21"/>
                    </a:lnTo>
                    <a:lnTo>
                      <a:pt x="0" y="42"/>
                    </a:lnTo>
                    <a:lnTo>
                      <a:pt x="79" y="10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11" name=""/>
              <p:cNvSpPr/>
              <p:nvPr/>
            </p:nvSpPr>
            <p:spPr>
              <a:xfrm rot="0">
                <a:off x="1774" y="2996"/>
                <a:ext cx="5" cy="6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18" y="1"/>
                    </a:lnTo>
                    <a:lnTo>
                      <a:pt x="17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12" name=""/>
              <p:cNvSpPr/>
              <p:nvPr/>
            </p:nvSpPr>
            <p:spPr>
              <a:xfrm rot="0" flipH="1" flipV="1">
                <a:off x="1778" y="29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13" name=""/>
              <p:cNvSpPr/>
              <p:nvPr/>
            </p:nvSpPr>
            <p:spPr>
              <a:xfrm rot="0">
                <a:off x="1750" y="2981"/>
                <a:ext cx="28" cy="26"/>
              </a:xfrm>
              <a:custGeom>
                <a:avLst/>
                <a:ahLst/>
                <a:rect l="0" t="0" r="r" b="b"/>
                <a:pathLst>
                  <a:path w="115" h="107">
                    <a:moveTo>
                      <a:pt x="82" y="107"/>
                    </a:moveTo>
                    <a:lnTo>
                      <a:pt x="98" y="85"/>
                    </a:lnTo>
                    <a:lnTo>
                      <a:pt x="115" y="63"/>
                    </a:lnTo>
                    <a:lnTo>
                      <a:pt x="33" y="0"/>
                    </a:lnTo>
                    <a:lnTo>
                      <a:pt x="16" y="22"/>
                    </a:lnTo>
                    <a:lnTo>
                      <a:pt x="0" y="44"/>
                    </a:lnTo>
                    <a:lnTo>
                      <a:pt x="82" y="10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14" name=""/>
              <p:cNvSpPr/>
              <p:nvPr/>
            </p:nvSpPr>
            <p:spPr>
              <a:xfrm rot="0">
                <a:off x="1750" y="2981"/>
                <a:ext cx="28" cy="26"/>
              </a:xfrm>
              <a:custGeom>
                <a:avLst/>
                <a:ahLst/>
                <a:rect l="0" t="0" r="r" b="b"/>
                <a:pathLst>
                  <a:path w="115" h="107">
                    <a:moveTo>
                      <a:pt x="82" y="107"/>
                    </a:moveTo>
                    <a:lnTo>
                      <a:pt x="98" y="85"/>
                    </a:lnTo>
                    <a:lnTo>
                      <a:pt x="115" y="63"/>
                    </a:lnTo>
                    <a:lnTo>
                      <a:pt x="33" y="0"/>
                    </a:lnTo>
                    <a:lnTo>
                      <a:pt x="16" y="22"/>
                    </a:lnTo>
                    <a:lnTo>
                      <a:pt x="0" y="44"/>
                    </a:lnTo>
                    <a:lnTo>
                      <a:pt x="82" y="10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15" name=""/>
              <p:cNvSpPr/>
              <p:nvPr/>
            </p:nvSpPr>
            <p:spPr>
              <a:xfrm rot="0">
                <a:off x="1754" y="2980"/>
                <a:ext cx="4" cy="6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0" y="23"/>
                    </a:moveTo>
                    <a:lnTo>
                      <a:pt x="17" y="1"/>
                    </a:lnTo>
                    <a:lnTo>
                      <a:pt x="15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16" name=""/>
              <p:cNvSpPr/>
              <p:nvPr/>
            </p:nvSpPr>
            <p:spPr>
              <a:xfrm rot="0" flipH="1" flipV="1">
                <a:off x="1758" y="29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17" name=""/>
              <p:cNvSpPr/>
              <p:nvPr/>
            </p:nvSpPr>
            <p:spPr>
              <a:xfrm rot="0">
                <a:off x="1729" y="2966"/>
                <a:ext cx="29" cy="26"/>
              </a:xfrm>
              <a:custGeom>
                <a:avLst/>
                <a:ahLst/>
                <a:rect l="0" t="0" r="r" b="b"/>
                <a:pathLst>
                  <a:path w="116" h="103">
                    <a:moveTo>
                      <a:pt x="86" y="103"/>
                    </a:moveTo>
                    <a:lnTo>
                      <a:pt x="101" y="80"/>
                    </a:lnTo>
                    <a:lnTo>
                      <a:pt x="116" y="57"/>
                    </a:lnTo>
                    <a:lnTo>
                      <a:pt x="31" y="0"/>
                    </a:lnTo>
                    <a:lnTo>
                      <a:pt x="16" y="23"/>
                    </a:lnTo>
                    <a:lnTo>
                      <a:pt x="0" y="46"/>
                    </a:lnTo>
                    <a:lnTo>
                      <a:pt x="86" y="10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18" name=""/>
              <p:cNvSpPr/>
              <p:nvPr/>
            </p:nvSpPr>
            <p:spPr>
              <a:xfrm rot="0">
                <a:off x="1729" y="2966"/>
                <a:ext cx="29" cy="26"/>
              </a:xfrm>
              <a:custGeom>
                <a:avLst/>
                <a:ahLst/>
                <a:rect l="0" t="0" r="r" b="b"/>
                <a:pathLst>
                  <a:path w="116" h="103">
                    <a:moveTo>
                      <a:pt x="86" y="103"/>
                    </a:moveTo>
                    <a:lnTo>
                      <a:pt x="101" y="80"/>
                    </a:lnTo>
                    <a:lnTo>
                      <a:pt x="116" y="57"/>
                    </a:lnTo>
                    <a:lnTo>
                      <a:pt x="31" y="0"/>
                    </a:lnTo>
                    <a:lnTo>
                      <a:pt x="16" y="23"/>
                    </a:lnTo>
                    <a:lnTo>
                      <a:pt x="0" y="46"/>
                    </a:lnTo>
                    <a:lnTo>
                      <a:pt x="86" y="10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19" name=""/>
              <p:cNvSpPr/>
              <p:nvPr/>
            </p:nvSpPr>
            <p:spPr>
              <a:xfrm rot="0">
                <a:off x="1732" y="2966"/>
                <a:ext cx="4" cy="6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0" y="24"/>
                    </a:moveTo>
                    <a:lnTo>
                      <a:pt x="15" y="1"/>
                    </a:lnTo>
                    <a:lnTo>
                      <a:pt x="14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20" name=""/>
              <p:cNvSpPr/>
              <p:nvPr/>
            </p:nvSpPr>
            <p:spPr>
              <a:xfrm rot="0" flipH="1" flipV="1">
                <a:off x="1736" y="296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21" name=""/>
              <p:cNvSpPr/>
              <p:nvPr/>
            </p:nvSpPr>
            <p:spPr>
              <a:xfrm rot="0">
                <a:off x="1707" y="2952"/>
                <a:ext cx="29" cy="26"/>
              </a:xfrm>
              <a:custGeom>
                <a:avLst/>
                <a:ahLst/>
                <a:rect l="0" t="0" r="r" b="b"/>
                <a:pathLst>
                  <a:path w="117" h="102">
                    <a:moveTo>
                      <a:pt x="88" y="102"/>
                    </a:moveTo>
                    <a:lnTo>
                      <a:pt x="103" y="78"/>
                    </a:lnTo>
                    <a:lnTo>
                      <a:pt x="117" y="54"/>
                    </a:lnTo>
                    <a:lnTo>
                      <a:pt x="29" y="0"/>
                    </a:lnTo>
                    <a:lnTo>
                      <a:pt x="15" y="24"/>
                    </a:lnTo>
                    <a:lnTo>
                      <a:pt x="0" y="49"/>
                    </a:lnTo>
                    <a:lnTo>
                      <a:pt x="88" y="10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22" name=""/>
              <p:cNvSpPr/>
              <p:nvPr/>
            </p:nvSpPr>
            <p:spPr>
              <a:xfrm rot="0">
                <a:off x="1707" y="2952"/>
                <a:ext cx="29" cy="26"/>
              </a:xfrm>
              <a:custGeom>
                <a:avLst/>
                <a:ahLst/>
                <a:rect l="0" t="0" r="r" b="b"/>
                <a:pathLst>
                  <a:path w="117" h="102">
                    <a:moveTo>
                      <a:pt x="88" y="102"/>
                    </a:moveTo>
                    <a:lnTo>
                      <a:pt x="103" y="78"/>
                    </a:lnTo>
                    <a:lnTo>
                      <a:pt x="117" y="54"/>
                    </a:lnTo>
                    <a:lnTo>
                      <a:pt x="29" y="0"/>
                    </a:lnTo>
                    <a:lnTo>
                      <a:pt x="15" y="24"/>
                    </a:lnTo>
                    <a:lnTo>
                      <a:pt x="0" y="49"/>
                    </a:lnTo>
                    <a:lnTo>
                      <a:pt x="88" y="10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23" name=""/>
              <p:cNvSpPr/>
              <p:nvPr/>
            </p:nvSpPr>
            <p:spPr>
              <a:xfrm rot="0">
                <a:off x="1710" y="2952"/>
                <a:ext cx="4" cy="6"/>
              </a:xfrm>
              <a:custGeom>
                <a:avLst/>
                <a:ahLst/>
                <a:rect l="0" t="0" r="r" b="b"/>
                <a:pathLst>
                  <a:path w="14" h="25">
                    <a:moveTo>
                      <a:pt x="0" y="25"/>
                    </a:moveTo>
                    <a:lnTo>
                      <a:pt x="14" y="1"/>
                    </a:lnTo>
                    <a:lnTo>
                      <a:pt x="13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24" name=""/>
              <p:cNvSpPr/>
              <p:nvPr/>
            </p:nvSpPr>
            <p:spPr>
              <a:xfrm rot="0" flipH="1" flipV="1">
                <a:off x="1714" y="29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25" name=""/>
              <p:cNvSpPr/>
              <p:nvPr/>
            </p:nvSpPr>
            <p:spPr>
              <a:xfrm rot="0">
                <a:off x="1684" y="2940"/>
                <a:ext cx="30" cy="25"/>
              </a:xfrm>
              <a:custGeom>
                <a:avLst/>
                <a:ahLst/>
                <a:rect l="0" t="0" r="r" b="b"/>
                <a:pathLst>
                  <a:path w="118" h="99">
                    <a:moveTo>
                      <a:pt x="92" y="99"/>
                    </a:moveTo>
                    <a:lnTo>
                      <a:pt x="105" y="73"/>
                    </a:lnTo>
                    <a:lnTo>
                      <a:pt x="118" y="48"/>
                    </a:lnTo>
                    <a:lnTo>
                      <a:pt x="27" y="0"/>
                    </a:lnTo>
                    <a:lnTo>
                      <a:pt x="14" y="25"/>
                    </a:lnTo>
                    <a:lnTo>
                      <a:pt x="0" y="50"/>
                    </a:lnTo>
                    <a:lnTo>
                      <a:pt x="92" y="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26" name=""/>
              <p:cNvSpPr/>
              <p:nvPr/>
            </p:nvSpPr>
            <p:spPr>
              <a:xfrm rot="0">
                <a:off x="1684" y="2940"/>
                <a:ext cx="30" cy="25"/>
              </a:xfrm>
              <a:custGeom>
                <a:avLst/>
                <a:ahLst/>
                <a:rect l="0" t="0" r="r" b="b"/>
                <a:pathLst>
                  <a:path w="118" h="99">
                    <a:moveTo>
                      <a:pt x="92" y="99"/>
                    </a:moveTo>
                    <a:lnTo>
                      <a:pt x="105" y="73"/>
                    </a:lnTo>
                    <a:lnTo>
                      <a:pt x="118" y="48"/>
                    </a:lnTo>
                    <a:lnTo>
                      <a:pt x="27" y="0"/>
                    </a:lnTo>
                    <a:lnTo>
                      <a:pt x="14" y="25"/>
                    </a:lnTo>
                    <a:lnTo>
                      <a:pt x="0" y="50"/>
                    </a:lnTo>
                    <a:lnTo>
                      <a:pt x="92" y="9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27" name=""/>
              <p:cNvSpPr/>
              <p:nvPr/>
            </p:nvSpPr>
            <p:spPr>
              <a:xfrm rot="0">
                <a:off x="1688" y="2940"/>
                <a:ext cx="3" cy="6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0" y="25"/>
                    </a:moveTo>
                    <a:lnTo>
                      <a:pt x="13" y="0"/>
                    </a:lnTo>
                    <a:lnTo>
                      <a:pt x="12" y="0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28" name=""/>
              <p:cNvSpPr/>
              <p:nvPr/>
            </p:nvSpPr>
            <p:spPr>
              <a:xfrm rot="0" flipH="1">
                <a:off x="1691" y="29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29" name=""/>
              <p:cNvSpPr/>
              <p:nvPr/>
            </p:nvSpPr>
            <p:spPr>
              <a:xfrm rot="0">
                <a:off x="1661" y="2929"/>
                <a:ext cx="30" cy="24"/>
              </a:xfrm>
              <a:custGeom>
                <a:avLst/>
                <a:ahLst/>
                <a:rect l="0" t="0" r="r" b="b"/>
                <a:pathLst>
                  <a:path w="119" h="93">
                    <a:moveTo>
                      <a:pt x="95" y="93"/>
                    </a:moveTo>
                    <a:lnTo>
                      <a:pt x="107" y="68"/>
                    </a:lnTo>
                    <a:lnTo>
                      <a:pt x="119" y="43"/>
                    </a:lnTo>
                    <a:lnTo>
                      <a:pt x="24" y="0"/>
                    </a:lnTo>
                    <a:lnTo>
                      <a:pt x="12" y="25"/>
                    </a:lnTo>
                    <a:lnTo>
                      <a:pt x="0" y="51"/>
                    </a:lnTo>
                    <a:lnTo>
                      <a:pt x="95" y="9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30" name=""/>
              <p:cNvSpPr/>
              <p:nvPr/>
            </p:nvSpPr>
            <p:spPr>
              <a:xfrm rot="0">
                <a:off x="1661" y="2929"/>
                <a:ext cx="30" cy="24"/>
              </a:xfrm>
              <a:custGeom>
                <a:avLst/>
                <a:ahLst/>
                <a:rect l="0" t="0" r="r" b="b"/>
                <a:pathLst>
                  <a:path w="119" h="93">
                    <a:moveTo>
                      <a:pt x="95" y="93"/>
                    </a:moveTo>
                    <a:lnTo>
                      <a:pt x="107" y="68"/>
                    </a:lnTo>
                    <a:lnTo>
                      <a:pt x="119" y="43"/>
                    </a:lnTo>
                    <a:lnTo>
                      <a:pt x="24" y="0"/>
                    </a:lnTo>
                    <a:lnTo>
                      <a:pt x="12" y="25"/>
                    </a:lnTo>
                    <a:lnTo>
                      <a:pt x="0" y="51"/>
                    </a:lnTo>
                    <a:lnTo>
                      <a:pt x="95" y="9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31" name=""/>
              <p:cNvSpPr/>
              <p:nvPr/>
            </p:nvSpPr>
            <p:spPr>
              <a:xfrm rot="0">
                <a:off x="1664" y="2929"/>
                <a:ext cx="3" cy="7"/>
              </a:xfrm>
              <a:custGeom>
                <a:avLst/>
                <a:ahLst/>
                <a:rect l="0" t="0" r="r" b="b"/>
                <a:pathLst>
                  <a:path w="12" h="26">
                    <a:moveTo>
                      <a:pt x="0" y="26"/>
                    </a:moveTo>
                    <a:lnTo>
                      <a:pt x="12" y="1"/>
                    </a:lnTo>
                    <a:lnTo>
                      <a:pt x="11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32" name=""/>
              <p:cNvSpPr/>
              <p:nvPr/>
            </p:nvSpPr>
            <p:spPr>
              <a:xfrm rot="0" flipH="1" flipV="1">
                <a:off x="1667" y="29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33" name=""/>
              <p:cNvSpPr/>
              <p:nvPr/>
            </p:nvSpPr>
            <p:spPr>
              <a:xfrm rot="0">
                <a:off x="1637" y="2919"/>
                <a:ext cx="30" cy="23"/>
              </a:xfrm>
              <a:custGeom>
                <a:avLst/>
                <a:ahLst/>
                <a:rect l="0" t="0" r="r" b="b"/>
                <a:pathLst>
                  <a:path w="117" h="91">
                    <a:moveTo>
                      <a:pt x="95" y="91"/>
                    </a:moveTo>
                    <a:lnTo>
                      <a:pt x="106" y="64"/>
                    </a:lnTo>
                    <a:lnTo>
                      <a:pt x="117" y="38"/>
                    </a:lnTo>
                    <a:lnTo>
                      <a:pt x="22" y="0"/>
                    </a:lnTo>
                    <a:lnTo>
                      <a:pt x="11" y="26"/>
                    </a:lnTo>
                    <a:lnTo>
                      <a:pt x="0" y="52"/>
                    </a:lnTo>
                    <a:lnTo>
                      <a:pt x="95" y="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34" name=""/>
              <p:cNvSpPr/>
              <p:nvPr/>
            </p:nvSpPr>
            <p:spPr>
              <a:xfrm rot="0">
                <a:off x="1637" y="2919"/>
                <a:ext cx="30" cy="23"/>
              </a:xfrm>
              <a:custGeom>
                <a:avLst/>
                <a:ahLst/>
                <a:rect l="0" t="0" r="r" b="b"/>
                <a:pathLst>
                  <a:path w="117" h="91">
                    <a:moveTo>
                      <a:pt x="95" y="91"/>
                    </a:moveTo>
                    <a:lnTo>
                      <a:pt x="106" y="64"/>
                    </a:lnTo>
                    <a:lnTo>
                      <a:pt x="117" y="38"/>
                    </a:lnTo>
                    <a:lnTo>
                      <a:pt x="22" y="0"/>
                    </a:lnTo>
                    <a:lnTo>
                      <a:pt x="11" y="26"/>
                    </a:lnTo>
                    <a:lnTo>
                      <a:pt x="0" y="52"/>
                    </a:lnTo>
                    <a:lnTo>
                      <a:pt x="95" y="9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35" name=""/>
              <p:cNvSpPr/>
              <p:nvPr/>
            </p:nvSpPr>
            <p:spPr>
              <a:xfrm rot="0">
                <a:off x="1640" y="2919"/>
                <a:ext cx="3" cy="7"/>
              </a:xfrm>
              <a:custGeom>
                <a:avLst/>
                <a:ahLst/>
                <a:rect l="0" t="0" r="r" b="b"/>
                <a:pathLst>
                  <a:path w="11" h="26">
                    <a:moveTo>
                      <a:pt x="0" y="26"/>
                    </a:moveTo>
                    <a:lnTo>
                      <a:pt x="11" y="0"/>
                    </a:lnTo>
                    <a:lnTo>
                      <a:pt x="9" y="0"/>
                    </a:lnTo>
                    <a:lnTo>
                      <a:pt x="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36" name=""/>
              <p:cNvSpPr/>
              <p:nvPr/>
            </p:nvSpPr>
            <p:spPr>
              <a:xfrm rot="0" flipH="1">
                <a:off x="1642" y="29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37" name=""/>
              <p:cNvSpPr/>
              <p:nvPr/>
            </p:nvSpPr>
            <p:spPr>
              <a:xfrm rot="0">
                <a:off x="1614" y="2911"/>
                <a:ext cx="28" cy="22"/>
              </a:xfrm>
              <a:custGeom>
                <a:avLst/>
                <a:ahLst/>
                <a:rect l="0" t="0" r="r" b="b"/>
                <a:pathLst>
                  <a:path w="116" h="85">
                    <a:moveTo>
                      <a:pt x="98" y="85"/>
                    </a:moveTo>
                    <a:lnTo>
                      <a:pt x="107" y="59"/>
                    </a:lnTo>
                    <a:lnTo>
                      <a:pt x="116" y="33"/>
                    </a:lnTo>
                    <a:lnTo>
                      <a:pt x="18" y="0"/>
                    </a:lnTo>
                    <a:lnTo>
                      <a:pt x="9" y="26"/>
                    </a:lnTo>
                    <a:lnTo>
                      <a:pt x="0" y="52"/>
                    </a:lnTo>
                    <a:lnTo>
                      <a:pt x="98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38" name=""/>
              <p:cNvSpPr/>
              <p:nvPr/>
            </p:nvSpPr>
            <p:spPr>
              <a:xfrm rot="0">
                <a:off x="1614" y="2911"/>
                <a:ext cx="28" cy="22"/>
              </a:xfrm>
              <a:custGeom>
                <a:avLst/>
                <a:ahLst/>
                <a:rect l="0" t="0" r="r" b="b"/>
                <a:pathLst>
                  <a:path w="116" h="85">
                    <a:moveTo>
                      <a:pt x="98" y="85"/>
                    </a:moveTo>
                    <a:lnTo>
                      <a:pt x="107" y="59"/>
                    </a:lnTo>
                    <a:lnTo>
                      <a:pt x="116" y="33"/>
                    </a:lnTo>
                    <a:lnTo>
                      <a:pt x="18" y="0"/>
                    </a:lnTo>
                    <a:lnTo>
                      <a:pt x="9" y="26"/>
                    </a:lnTo>
                    <a:lnTo>
                      <a:pt x="0" y="52"/>
                    </a:lnTo>
                    <a:lnTo>
                      <a:pt x="98" y="8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39" name=""/>
              <p:cNvSpPr/>
              <p:nvPr/>
            </p:nvSpPr>
            <p:spPr>
              <a:xfrm rot="0">
                <a:off x="1616" y="2911"/>
                <a:ext cx="2" cy="7"/>
              </a:xfrm>
              <a:custGeom>
                <a:avLst/>
                <a:ahLst/>
                <a:rect l="0" t="0" r="r" b="b"/>
                <a:pathLst>
                  <a:path w="9" h="27">
                    <a:moveTo>
                      <a:pt x="0" y="27"/>
                    </a:moveTo>
                    <a:lnTo>
                      <a:pt x="9" y="1"/>
                    </a:lnTo>
                    <a:lnTo>
                      <a:pt x="8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40" name=""/>
              <p:cNvSpPr/>
              <p:nvPr/>
            </p:nvSpPr>
            <p:spPr>
              <a:xfrm rot="0" flipH="1" flipV="1">
                <a:off x="1618" y="29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41" name=""/>
              <p:cNvSpPr/>
              <p:nvPr/>
            </p:nvSpPr>
            <p:spPr>
              <a:xfrm rot="0">
                <a:off x="1589" y="2904"/>
                <a:ext cx="29" cy="21"/>
              </a:xfrm>
              <a:custGeom>
                <a:avLst/>
                <a:ahLst/>
                <a:rect l="0" t="0" r="r" b="b"/>
                <a:pathLst>
                  <a:path w="114" h="82">
                    <a:moveTo>
                      <a:pt x="98" y="82"/>
                    </a:moveTo>
                    <a:lnTo>
                      <a:pt x="106" y="55"/>
                    </a:lnTo>
                    <a:lnTo>
                      <a:pt x="114" y="28"/>
                    </a:lnTo>
                    <a:lnTo>
                      <a:pt x="15" y="0"/>
                    </a:lnTo>
                    <a:lnTo>
                      <a:pt x="7" y="28"/>
                    </a:lnTo>
                    <a:lnTo>
                      <a:pt x="0" y="55"/>
                    </a:lnTo>
                    <a:lnTo>
                      <a:pt x="98" y="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42" name=""/>
              <p:cNvSpPr/>
              <p:nvPr/>
            </p:nvSpPr>
            <p:spPr>
              <a:xfrm rot="0">
                <a:off x="1589" y="2904"/>
                <a:ext cx="29" cy="21"/>
              </a:xfrm>
              <a:custGeom>
                <a:avLst/>
                <a:ahLst/>
                <a:rect l="0" t="0" r="r" b="b"/>
                <a:pathLst>
                  <a:path w="114" h="82">
                    <a:moveTo>
                      <a:pt x="98" y="82"/>
                    </a:moveTo>
                    <a:lnTo>
                      <a:pt x="106" y="55"/>
                    </a:lnTo>
                    <a:lnTo>
                      <a:pt x="114" y="28"/>
                    </a:lnTo>
                    <a:lnTo>
                      <a:pt x="15" y="0"/>
                    </a:lnTo>
                    <a:lnTo>
                      <a:pt x="7" y="28"/>
                    </a:lnTo>
                    <a:lnTo>
                      <a:pt x="0" y="55"/>
                    </a:lnTo>
                    <a:lnTo>
                      <a:pt x="98" y="8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43" name=""/>
              <p:cNvSpPr/>
              <p:nvPr/>
            </p:nvSpPr>
            <p:spPr>
              <a:xfrm rot="0">
                <a:off x="1591" y="2904"/>
                <a:ext cx="2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44" name=""/>
              <p:cNvSpPr/>
              <p:nvPr/>
            </p:nvSpPr>
            <p:spPr>
              <a:xfrm rot="0" flipH="1">
                <a:off x="1592" y="290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45" name=""/>
              <p:cNvSpPr/>
              <p:nvPr/>
            </p:nvSpPr>
            <p:spPr>
              <a:xfrm rot="0">
                <a:off x="1564" y="2899"/>
                <a:ext cx="28" cy="19"/>
              </a:xfrm>
              <a:custGeom>
                <a:avLst/>
                <a:ahLst/>
                <a:rect l="0" t="0" r="r" b="b"/>
                <a:pathLst>
                  <a:path w="112" h="77">
                    <a:moveTo>
                      <a:pt x="101" y="77"/>
                    </a:moveTo>
                    <a:lnTo>
                      <a:pt x="106" y="50"/>
                    </a:lnTo>
                    <a:lnTo>
                      <a:pt x="112" y="22"/>
                    </a:lnTo>
                    <a:lnTo>
                      <a:pt x="11" y="0"/>
                    </a:lnTo>
                    <a:lnTo>
                      <a:pt x="5" y="28"/>
                    </a:lnTo>
                    <a:lnTo>
                      <a:pt x="0" y="55"/>
                    </a:lnTo>
                    <a:lnTo>
                      <a:pt x="101" y="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46" name=""/>
              <p:cNvSpPr/>
              <p:nvPr/>
            </p:nvSpPr>
            <p:spPr>
              <a:xfrm rot="0">
                <a:off x="1564" y="2899"/>
                <a:ext cx="28" cy="19"/>
              </a:xfrm>
              <a:custGeom>
                <a:avLst/>
                <a:ahLst/>
                <a:rect l="0" t="0" r="r" b="b"/>
                <a:pathLst>
                  <a:path w="112" h="77">
                    <a:moveTo>
                      <a:pt x="101" y="77"/>
                    </a:moveTo>
                    <a:lnTo>
                      <a:pt x="106" y="50"/>
                    </a:lnTo>
                    <a:lnTo>
                      <a:pt x="112" y="22"/>
                    </a:lnTo>
                    <a:lnTo>
                      <a:pt x="11" y="0"/>
                    </a:lnTo>
                    <a:lnTo>
                      <a:pt x="5" y="28"/>
                    </a:lnTo>
                    <a:lnTo>
                      <a:pt x="0" y="55"/>
                    </a:lnTo>
                    <a:lnTo>
                      <a:pt x="101" y="7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47" name=""/>
              <p:cNvSpPr/>
              <p:nvPr/>
            </p:nvSpPr>
            <p:spPr>
              <a:xfrm rot="0">
                <a:off x="1566" y="2899"/>
                <a:ext cx="1" cy="6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0" y="28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48" name=""/>
              <p:cNvSpPr/>
              <p:nvPr/>
            </p:nvSpPr>
            <p:spPr>
              <a:xfrm rot="0" flipH="1">
                <a:off x="1567" y="28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49" name=""/>
              <p:cNvSpPr/>
              <p:nvPr/>
            </p:nvSpPr>
            <p:spPr>
              <a:xfrm rot="0">
                <a:off x="1539" y="2894"/>
                <a:ext cx="28" cy="18"/>
              </a:xfrm>
              <a:custGeom>
                <a:avLst/>
                <a:ahLst/>
                <a:rect l="0" t="0" r="r" b="b"/>
                <a:pathLst>
                  <a:path w="111" h="71">
                    <a:moveTo>
                      <a:pt x="102" y="71"/>
                    </a:moveTo>
                    <a:lnTo>
                      <a:pt x="106" y="44"/>
                    </a:lnTo>
                    <a:lnTo>
                      <a:pt x="111" y="16"/>
                    </a:lnTo>
                    <a:lnTo>
                      <a:pt x="9" y="0"/>
                    </a:lnTo>
                    <a:lnTo>
                      <a:pt x="4" y="27"/>
                    </a:lnTo>
                    <a:lnTo>
                      <a:pt x="0" y="55"/>
                    </a:lnTo>
                    <a:lnTo>
                      <a:pt x="102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50" name=""/>
              <p:cNvSpPr/>
              <p:nvPr/>
            </p:nvSpPr>
            <p:spPr>
              <a:xfrm rot="0">
                <a:off x="1539" y="2894"/>
                <a:ext cx="28" cy="18"/>
              </a:xfrm>
              <a:custGeom>
                <a:avLst/>
                <a:ahLst/>
                <a:rect l="0" t="0" r="r" b="b"/>
                <a:pathLst>
                  <a:path w="111" h="71">
                    <a:moveTo>
                      <a:pt x="102" y="71"/>
                    </a:moveTo>
                    <a:lnTo>
                      <a:pt x="106" y="44"/>
                    </a:lnTo>
                    <a:lnTo>
                      <a:pt x="111" y="16"/>
                    </a:lnTo>
                    <a:lnTo>
                      <a:pt x="9" y="0"/>
                    </a:lnTo>
                    <a:lnTo>
                      <a:pt x="4" y="27"/>
                    </a:lnTo>
                    <a:lnTo>
                      <a:pt x="0" y="55"/>
                    </a:lnTo>
                    <a:lnTo>
                      <a:pt x="102" y="7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51" name=""/>
              <p:cNvSpPr/>
              <p:nvPr/>
            </p:nvSpPr>
            <p:spPr>
              <a:xfrm rot="0">
                <a:off x="1540" y="2894"/>
                <a:ext cx="1" cy="7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0" y="27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52" name=""/>
              <p:cNvSpPr/>
              <p:nvPr/>
            </p:nvSpPr>
            <p:spPr>
              <a:xfrm rot="0" flipH="1">
                <a:off x="1541" y="28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53" name=""/>
              <p:cNvSpPr/>
              <p:nvPr/>
            </p:nvSpPr>
            <p:spPr>
              <a:xfrm rot="0">
                <a:off x="1514" y="2892"/>
                <a:ext cx="27" cy="16"/>
              </a:xfrm>
              <a:custGeom>
                <a:avLst/>
                <a:ahLst/>
                <a:rect l="0" t="0" r="r" b="b"/>
                <a:pathLst>
                  <a:path w="109" h="66">
                    <a:moveTo>
                      <a:pt x="102" y="66"/>
                    </a:moveTo>
                    <a:lnTo>
                      <a:pt x="105" y="38"/>
                    </a:lnTo>
                    <a:lnTo>
                      <a:pt x="109" y="11"/>
                    </a:lnTo>
                    <a:lnTo>
                      <a:pt x="6" y="0"/>
                    </a:lnTo>
                    <a:lnTo>
                      <a:pt x="3" y="27"/>
                    </a:lnTo>
                    <a:lnTo>
                      <a:pt x="0" y="55"/>
                    </a:lnTo>
                    <a:lnTo>
                      <a:pt x="102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54" name=""/>
              <p:cNvSpPr/>
              <p:nvPr/>
            </p:nvSpPr>
            <p:spPr>
              <a:xfrm rot="0">
                <a:off x="1514" y="2892"/>
                <a:ext cx="27" cy="16"/>
              </a:xfrm>
              <a:custGeom>
                <a:avLst/>
                <a:ahLst/>
                <a:rect l="0" t="0" r="r" b="b"/>
                <a:pathLst>
                  <a:path w="109" h="66">
                    <a:moveTo>
                      <a:pt x="102" y="66"/>
                    </a:moveTo>
                    <a:lnTo>
                      <a:pt x="105" y="38"/>
                    </a:lnTo>
                    <a:lnTo>
                      <a:pt x="109" y="11"/>
                    </a:lnTo>
                    <a:lnTo>
                      <a:pt x="6" y="0"/>
                    </a:lnTo>
                    <a:lnTo>
                      <a:pt x="3" y="27"/>
                    </a:lnTo>
                    <a:lnTo>
                      <a:pt x="0" y="55"/>
                    </a:lnTo>
                    <a:lnTo>
                      <a:pt x="102" y="6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55" name=""/>
              <p:cNvSpPr/>
              <p:nvPr/>
            </p:nvSpPr>
            <p:spPr>
              <a:xfrm rot="0">
                <a:off x="1515" y="2892"/>
                <a:ext cx="1" cy="7"/>
              </a:xfrm>
              <a:custGeom>
                <a:avLst/>
                <a:ahLst/>
                <a:rect l="0" t="0" r="r" b="b"/>
                <a:pathLst>
                  <a:path w="3" h="27">
                    <a:moveTo>
                      <a:pt x="0" y="27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56" name=""/>
              <p:cNvSpPr/>
              <p:nvPr/>
            </p:nvSpPr>
            <p:spPr>
              <a:xfrm rot="0" flipH="1">
                <a:off x="1515" y="28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57" name=""/>
              <p:cNvSpPr/>
              <p:nvPr/>
            </p:nvSpPr>
            <p:spPr>
              <a:xfrm rot="0">
                <a:off x="1489" y="2890"/>
                <a:ext cx="26" cy="15"/>
              </a:xfrm>
              <a:custGeom>
                <a:avLst/>
                <a:ahLst/>
                <a:rect l="0" t="0" r="r" b="b"/>
                <a:pathLst>
                  <a:path w="105" h="61">
                    <a:moveTo>
                      <a:pt x="103" y="61"/>
                    </a:moveTo>
                    <a:lnTo>
                      <a:pt x="104" y="33"/>
                    </a:lnTo>
                    <a:lnTo>
                      <a:pt x="105" y="6"/>
                    </a:lnTo>
                    <a:lnTo>
                      <a:pt x="2" y="0"/>
                    </a:lnTo>
                    <a:lnTo>
                      <a:pt x="1" y="28"/>
                    </a:lnTo>
                    <a:lnTo>
                      <a:pt x="0" y="55"/>
                    </a:lnTo>
                    <a:lnTo>
                      <a:pt x="103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58" name=""/>
              <p:cNvSpPr/>
              <p:nvPr/>
            </p:nvSpPr>
            <p:spPr>
              <a:xfrm rot="0">
                <a:off x="1489" y="2890"/>
                <a:ext cx="26" cy="15"/>
              </a:xfrm>
              <a:custGeom>
                <a:avLst/>
                <a:ahLst/>
                <a:rect l="0" t="0" r="r" b="b"/>
                <a:pathLst>
                  <a:path w="105" h="61">
                    <a:moveTo>
                      <a:pt x="103" y="61"/>
                    </a:moveTo>
                    <a:lnTo>
                      <a:pt x="104" y="33"/>
                    </a:lnTo>
                    <a:lnTo>
                      <a:pt x="105" y="6"/>
                    </a:lnTo>
                    <a:lnTo>
                      <a:pt x="2" y="0"/>
                    </a:lnTo>
                    <a:lnTo>
                      <a:pt x="1" y="28"/>
                    </a:lnTo>
                    <a:lnTo>
                      <a:pt x="0" y="55"/>
                    </a:lnTo>
                    <a:lnTo>
                      <a:pt x="103" y="6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59" name=""/>
              <p:cNvSpPr/>
              <p:nvPr/>
            </p:nvSpPr>
            <p:spPr>
              <a:xfrm rot="0">
                <a:off x="1489" y="2890"/>
                <a:ext cx="1" cy="7"/>
              </a:xfrm>
              <a:custGeom>
                <a:avLst/>
                <a:ahLst/>
                <a:rect l="0" t="0" r="r" b="b"/>
                <a:pathLst>
                  <a:path w="1" h="29">
                    <a:moveTo>
                      <a:pt x="0" y="29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60" name=""/>
              <p:cNvSpPr/>
              <p:nvPr/>
            </p:nvSpPr>
            <p:spPr>
              <a:xfrm rot="0" flipH="1" flipV="1">
                <a:off x="1489" y="28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61" name=""/>
              <p:cNvSpPr/>
              <p:nvPr/>
            </p:nvSpPr>
            <p:spPr>
              <a:xfrm rot="0">
                <a:off x="1463" y="2890"/>
                <a:ext cx="26" cy="14"/>
              </a:xfrm>
              <a:custGeom>
                <a:avLst/>
                <a:ahLst/>
                <a:rect l="0" t="0" r="r" b="b"/>
                <a:pathLst>
                  <a:path w="103" h="56">
                    <a:moveTo>
                      <a:pt x="103" y="56"/>
                    </a:moveTo>
                    <a:lnTo>
                      <a:pt x="103" y="29"/>
                    </a:lnTo>
                    <a:lnTo>
                      <a:pt x="103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0" y="56"/>
                    </a:lnTo>
                    <a:lnTo>
                      <a:pt x="103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62" name=""/>
              <p:cNvSpPr/>
              <p:nvPr/>
            </p:nvSpPr>
            <p:spPr>
              <a:xfrm rot="0">
                <a:off x="1463" y="2890"/>
                <a:ext cx="26" cy="14"/>
              </a:xfrm>
              <a:custGeom>
                <a:avLst/>
                <a:ahLst/>
                <a:rect l="0" t="0" r="r" b="b"/>
                <a:pathLst>
                  <a:path w="103" h="56">
                    <a:moveTo>
                      <a:pt x="103" y="56"/>
                    </a:moveTo>
                    <a:lnTo>
                      <a:pt x="103" y="29"/>
                    </a:lnTo>
                    <a:lnTo>
                      <a:pt x="103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0" y="56"/>
                    </a:lnTo>
                    <a:lnTo>
                      <a:pt x="103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63" name=""/>
              <p:cNvSpPr/>
              <p:nvPr/>
            </p:nvSpPr>
            <p:spPr>
              <a:xfrm rot="0">
                <a:off x="1463" y="2890"/>
                <a:ext cx="1" cy="7"/>
              </a:xfrm>
              <a:custGeom>
                <a:avLst/>
                <a:ahLst/>
                <a:rect l="0" t="0" r="r" b="b"/>
                <a:pathLst>
                  <a:path w="1" h="29">
                    <a:moveTo>
                      <a:pt x="1" y="29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64" name=""/>
              <p:cNvSpPr/>
              <p:nvPr/>
            </p:nvSpPr>
            <p:spPr>
              <a:xfrm rot="0" flipH="1">
                <a:off x="1463" y="289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65" name=""/>
              <p:cNvSpPr/>
              <p:nvPr/>
            </p:nvSpPr>
            <p:spPr>
              <a:xfrm rot="0">
                <a:off x="1437" y="2890"/>
                <a:ext cx="26" cy="15"/>
              </a:xfrm>
              <a:custGeom>
                <a:avLst/>
                <a:ahLst/>
                <a:rect l="0" t="0" r="r" b="b"/>
                <a:pathLst>
                  <a:path w="105" h="61">
                    <a:moveTo>
                      <a:pt x="105" y="55"/>
                    </a:moveTo>
                    <a:lnTo>
                      <a:pt x="104" y="28"/>
                    </a:lnTo>
                    <a:lnTo>
                      <a:pt x="103" y="0"/>
                    </a:lnTo>
                    <a:lnTo>
                      <a:pt x="0" y="6"/>
                    </a:lnTo>
                    <a:lnTo>
                      <a:pt x="1" y="33"/>
                    </a:lnTo>
                    <a:lnTo>
                      <a:pt x="2" y="61"/>
                    </a:lnTo>
                    <a:lnTo>
                      <a:pt x="105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66" name=""/>
              <p:cNvSpPr/>
              <p:nvPr/>
            </p:nvSpPr>
            <p:spPr>
              <a:xfrm rot="0">
                <a:off x="1437" y="2890"/>
                <a:ext cx="26" cy="15"/>
              </a:xfrm>
              <a:custGeom>
                <a:avLst/>
                <a:ahLst/>
                <a:rect l="0" t="0" r="r" b="b"/>
                <a:pathLst>
                  <a:path w="105" h="61">
                    <a:moveTo>
                      <a:pt x="105" y="55"/>
                    </a:moveTo>
                    <a:lnTo>
                      <a:pt x="104" y="28"/>
                    </a:lnTo>
                    <a:lnTo>
                      <a:pt x="103" y="0"/>
                    </a:lnTo>
                    <a:lnTo>
                      <a:pt x="0" y="6"/>
                    </a:lnTo>
                    <a:lnTo>
                      <a:pt x="1" y="33"/>
                    </a:lnTo>
                    <a:lnTo>
                      <a:pt x="2" y="61"/>
                    </a:lnTo>
                    <a:lnTo>
                      <a:pt x="105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67" name=""/>
              <p:cNvSpPr/>
              <p:nvPr/>
            </p:nvSpPr>
            <p:spPr>
              <a:xfrm rot="0">
                <a:off x="1437" y="2892"/>
                <a:ext cx="1" cy="7"/>
              </a:xfrm>
              <a:custGeom>
                <a:avLst/>
                <a:ahLst/>
                <a:rect l="0" t="0" r="r" b="b"/>
                <a:pathLst>
                  <a:path w="4" h="27">
                    <a:moveTo>
                      <a:pt x="4" y="27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4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68" name=""/>
              <p:cNvSpPr/>
              <p:nvPr/>
            </p:nvSpPr>
            <p:spPr>
              <a:xfrm rot="0" flipH="1">
                <a:off x="1437" y="289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69" name=""/>
              <p:cNvSpPr/>
              <p:nvPr/>
            </p:nvSpPr>
            <p:spPr>
              <a:xfrm rot="0">
                <a:off x="1411" y="2892"/>
                <a:ext cx="27" cy="16"/>
              </a:xfrm>
              <a:custGeom>
                <a:avLst/>
                <a:ahLst/>
                <a:rect l="0" t="0" r="r" b="b"/>
                <a:pathLst>
                  <a:path w="109" h="66">
                    <a:moveTo>
                      <a:pt x="109" y="55"/>
                    </a:moveTo>
                    <a:lnTo>
                      <a:pt x="106" y="27"/>
                    </a:lnTo>
                    <a:lnTo>
                      <a:pt x="102" y="0"/>
                    </a:lnTo>
                    <a:lnTo>
                      <a:pt x="0" y="11"/>
                    </a:lnTo>
                    <a:lnTo>
                      <a:pt x="4" y="38"/>
                    </a:lnTo>
                    <a:lnTo>
                      <a:pt x="7" y="66"/>
                    </a:lnTo>
                    <a:lnTo>
                      <a:pt x="109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70" name=""/>
              <p:cNvSpPr/>
              <p:nvPr/>
            </p:nvSpPr>
            <p:spPr>
              <a:xfrm rot="0">
                <a:off x="1411" y="2892"/>
                <a:ext cx="27" cy="16"/>
              </a:xfrm>
              <a:custGeom>
                <a:avLst/>
                <a:ahLst/>
                <a:rect l="0" t="0" r="r" b="b"/>
                <a:pathLst>
                  <a:path w="109" h="66">
                    <a:moveTo>
                      <a:pt x="109" y="55"/>
                    </a:moveTo>
                    <a:lnTo>
                      <a:pt x="106" y="27"/>
                    </a:lnTo>
                    <a:lnTo>
                      <a:pt x="102" y="0"/>
                    </a:lnTo>
                    <a:lnTo>
                      <a:pt x="0" y="11"/>
                    </a:lnTo>
                    <a:lnTo>
                      <a:pt x="4" y="38"/>
                    </a:lnTo>
                    <a:lnTo>
                      <a:pt x="7" y="66"/>
                    </a:lnTo>
                    <a:lnTo>
                      <a:pt x="109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71" name=""/>
              <p:cNvSpPr/>
              <p:nvPr/>
            </p:nvSpPr>
            <p:spPr>
              <a:xfrm rot="0">
                <a:off x="1411" y="2894"/>
                <a:ext cx="1" cy="7"/>
              </a:xfrm>
              <a:custGeom>
                <a:avLst/>
                <a:ahLst/>
                <a:rect l="0" t="0" r="r" b="b"/>
                <a:pathLst>
                  <a:path w="5" h="27">
                    <a:moveTo>
                      <a:pt x="5" y="27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5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72" name=""/>
              <p:cNvSpPr/>
              <p:nvPr/>
            </p:nvSpPr>
            <p:spPr>
              <a:xfrm rot="0" flipH="1">
                <a:off x="1411" y="289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73" name=""/>
              <p:cNvSpPr/>
              <p:nvPr/>
            </p:nvSpPr>
            <p:spPr>
              <a:xfrm rot="0">
                <a:off x="1385" y="2894"/>
                <a:ext cx="28" cy="18"/>
              </a:xfrm>
              <a:custGeom>
                <a:avLst/>
                <a:ahLst/>
                <a:rect l="0" t="0" r="r" b="b"/>
                <a:pathLst>
                  <a:path w="111" h="71">
                    <a:moveTo>
                      <a:pt x="111" y="55"/>
                    </a:moveTo>
                    <a:lnTo>
                      <a:pt x="107" y="27"/>
                    </a:lnTo>
                    <a:lnTo>
                      <a:pt x="102" y="0"/>
                    </a:lnTo>
                    <a:lnTo>
                      <a:pt x="0" y="16"/>
                    </a:lnTo>
                    <a:lnTo>
                      <a:pt x="5" y="44"/>
                    </a:lnTo>
                    <a:lnTo>
                      <a:pt x="9" y="71"/>
                    </a:lnTo>
                    <a:lnTo>
                      <a:pt x="111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74" name=""/>
              <p:cNvSpPr/>
              <p:nvPr/>
            </p:nvSpPr>
            <p:spPr>
              <a:xfrm rot="0">
                <a:off x="1385" y="2894"/>
                <a:ext cx="28" cy="18"/>
              </a:xfrm>
              <a:custGeom>
                <a:avLst/>
                <a:ahLst/>
                <a:rect l="0" t="0" r="r" b="b"/>
                <a:pathLst>
                  <a:path w="111" h="71">
                    <a:moveTo>
                      <a:pt x="111" y="55"/>
                    </a:moveTo>
                    <a:lnTo>
                      <a:pt x="107" y="27"/>
                    </a:lnTo>
                    <a:lnTo>
                      <a:pt x="102" y="0"/>
                    </a:lnTo>
                    <a:lnTo>
                      <a:pt x="0" y="16"/>
                    </a:lnTo>
                    <a:lnTo>
                      <a:pt x="5" y="44"/>
                    </a:lnTo>
                    <a:lnTo>
                      <a:pt x="9" y="71"/>
                    </a:lnTo>
                    <a:lnTo>
                      <a:pt x="111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75" name=""/>
              <p:cNvSpPr/>
              <p:nvPr/>
            </p:nvSpPr>
            <p:spPr>
              <a:xfrm rot="0">
                <a:off x="1385" y="2899"/>
                <a:ext cx="1" cy="6"/>
              </a:xfrm>
              <a:custGeom>
                <a:avLst/>
                <a:ahLst/>
                <a:rect l="0" t="0" r="r" b="b"/>
                <a:pathLst>
                  <a:path w="6" h="28">
                    <a:moveTo>
                      <a:pt x="6" y="28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76" name=""/>
              <p:cNvSpPr/>
              <p:nvPr/>
            </p:nvSpPr>
            <p:spPr>
              <a:xfrm rot="0" flipH="1">
                <a:off x="1385" y="289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77" name=""/>
              <p:cNvSpPr/>
              <p:nvPr/>
            </p:nvSpPr>
            <p:spPr>
              <a:xfrm rot="0">
                <a:off x="1360" y="2899"/>
                <a:ext cx="28" cy="19"/>
              </a:xfrm>
              <a:custGeom>
                <a:avLst/>
                <a:ahLst/>
                <a:rect l="0" t="0" r="r" b="b"/>
                <a:pathLst>
                  <a:path w="112" h="77">
                    <a:moveTo>
                      <a:pt x="112" y="55"/>
                    </a:moveTo>
                    <a:lnTo>
                      <a:pt x="107" y="28"/>
                    </a:lnTo>
                    <a:lnTo>
                      <a:pt x="101" y="0"/>
                    </a:lnTo>
                    <a:lnTo>
                      <a:pt x="0" y="22"/>
                    </a:lnTo>
                    <a:lnTo>
                      <a:pt x="6" y="50"/>
                    </a:lnTo>
                    <a:lnTo>
                      <a:pt x="11" y="77"/>
                    </a:lnTo>
                    <a:lnTo>
                      <a:pt x="112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78" name=""/>
              <p:cNvSpPr/>
              <p:nvPr/>
            </p:nvSpPr>
            <p:spPr>
              <a:xfrm rot="0">
                <a:off x="1360" y="2899"/>
                <a:ext cx="28" cy="19"/>
              </a:xfrm>
              <a:custGeom>
                <a:avLst/>
                <a:ahLst/>
                <a:rect l="0" t="0" r="r" b="b"/>
                <a:pathLst>
                  <a:path w="112" h="77">
                    <a:moveTo>
                      <a:pt x="112" y="55"/>
                    </a:moveTo>
                    <a:lnTo>
                      <a:pt x="107" y="28"/>
                    </a:lnTo>
                    <a:lnTo>
                      <a:pt x="101" y="0"/>
                    </a:lnTo>
                    <a:lnTo>
                      <a:pt x="0" y="22"/>
                    </a:lnTo>
                    <a:lnTo>
                      <a:pt x="6" y="50"/>
                    </a:lnTo>
                    <a:lnTo>
                      <a:pt x="11" y="77"/>
                    </a:lnTo>
                    <a:lnTo>
                      <a:pt x="112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79" name=""/>
              <p:cNvSpPr/>
              <p:nvPr/>
            </p:nvSpPr>
            <p:spPr>
              <a:xfrm rot="0">
                <a:off x="1359" y="2904"/>
                <a:ext cx="2" cy="7"/>
              </a:xfrm>
              <a:custGeom>
                <a:avLst/>
                <a:ahLst/>
                <a:rect l="0" t="0" r="r" b="b"/>
                <a:pathLst>
                  <a:path w="8" h="28">
                    <a:moveTo>
                      <a:pt x="8" y="28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8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80" name=""/>
              <p:cNvSpPr/>
              <p:nvPr/>
            </p:nvSpPr>
            <p:spPr>
              <a:xfrm rot="0" flipH="1">
                <a:off x="1359" y="290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81" name=""/>
              <p:cNvSpPr/>
              <p:nvPr/>
            </p:nvSpPr>
            <p:spPr>
              <a:xfrm rot="0">
                <a:off x="1335" y="2904"/>
                <a:ext cx="28" cy="21"/>
              </a:xfrm>
              <a:custGeom>
                <a:avLst/>
                <a:ahLst/>
                <a:rect l="0" t="0" r="r" b="b"/>
                <a:pathLst>
                  <a:path w="114" h="82">
                    <a:moveTo>
                      <a:pt x="114" y="55"/>
                    </a:moveTo>
                    <a:lnTo>
                      <a:pt x="107" y="28"/>
                    </a:lnTo>
                    <a:lnTo>
                      <a:pt x="99" y="0"/>
                    </a:lnTo>
                    <a:lnTo>
                      <a:pt x="0" y="28"/>
                    </a:lnTo>
                    <a:lnTo>
                      <a:pt x="8" y="55"/>
                    </a:lnTo>
                    <a:lnTo>
                      <a:pt x="15" y="82"/>
                    </a:lnTo>
                    <a:lnTo>
                      <a:pt x="114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82" name=""/>
              <p:cNvSpPr/>
              <p:nvPr/>
            </p:nvSpPr>
            <p:spPr>
              <a:xfrm rot="0">
                <a:off x="1335" y="2904"/>
                <a:ext cx="28" cy="21"/>
              </a:xfrm>
              <a:custGeom>
                <a:avLst/>
                <a:ahLst/>
                <a:rect l="0" t="0" r="r" b="b"/>
                <a:pathLst>
                  <a:path w="114" h="82">
                    <a:moveTo>
                      <a:pt x="114" y="55"/>
                    </a:moveTo>
                    <a:lnTo>
                      <a:pt x="107" y="28"/>
                    </a:lnTo>
                    <a:lnTo>
                      <a:pt x="99" y="0"/>
                    </a:lnTo>
                    <a:lnTo>
                      <a:pt x="0" y="28"/>
                    </a:lnTo>
                    <a:lnTo>
                      <a:pt x="8" y="55"/>
                    </a:lnTo>
                    <a:lnTo>
                      <a:pt x="15" y="82"/>
                    </a:lnTo>
                    <a:lnTo>
                      <a:pt x="114" y="5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83" name=""/>
              <p:cNvSpPr/>
              <p:nvPr/>
            </p:nvSpPr>
            <p:spPr>
              <a:xfrm rot="0">
                <a:off x="1334" y="2911"/>
                <a:ext cx="2" cy="7"/>
              </a:xfrm>
              <a:custGeom>
                <a:avLst/>
                <a:ahLst/>
                <a:rect l="0" t="0" r="r" b="b"/>
                <a:pathLst>
                  <a:path w="9" h="27">
                    <a:moveTo>
                      <a:pt x="9" y="27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9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84" name=""/>
              <p:cNvSpPr/>
              <p:nvPr/>
            </p:nvSpPr>
            <p:spPr>
              <a:xfrm rot="0" flipH="1">
                <a:off x="1334" y="29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85" name=""/>
              <p:cNvSpPr/>
              <p:nvPr/>
            </p:nvSpPr>
            <p:spPr>
              <a:xfrm rot="0">
                <a:off x="1310" y="2911"/>
                <a:ext cx="29" cy="22"/>
              </a:xfrm>
              <a:custGeom>
                <a:avLst/>
                <a:ahLst/>
                <a:rect l="0" t="0" r="r" b="b"/>
                <a:pathLst>
                  <a:path w="116" h="85">
                    <a:moveTo>
                      <a:pt x="116" y="52"/>
                    </a:moveTo>
                    <a:lnTo>
                      <a:pt x="107" y="26"/>
                    </a:lnTo>
                    <a:lnTo>
                      <a:pt x="98" y="0"/>
                    </a:lnTo>
                    <a:lnTo>
                      <a:pt x="0" y="33"/>
                    </a:lnTo>
                    <a:lnTo>
                      <a:pt x="9" y="59"/>
                    </a:lnTo>
                    <a:lnTo>
                      <a:pt x="18" y="85"/>
                    </a:lnTo>
                    <a:lnTo>
                      <a:pt x="116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86" name=""/>
              <p:cNvSpPr/>
              <p:nvPr/>
            </p:nvSpPr>
            <p:spPr>
              <a:xfrm rot="0">
                <a:off x="1310" y="2911"/>
                <a:ext cx="29" cy="22"/>
              </a:xfrm>
              <a:custGeom>
                <a:avLst/>
                <a:ahLst/>
                <a:rect l="0" t="0" r="r" b="b"/>
                <a:pathLst>
                  <a:path w="116" h="85">
                    <a:moveTo>
                      <a:pt x="116" y="52"/>
                    </a:moveTo>
                    <a:lnTo>
                      <a:pt x="107" y="26"/>
                    </a:lnTo>
                    <a:lnTo>
                      <a:pt x="98" y="0"/>
                    </a:lnTo>
                    <a:lnTo>
                      <a:pt x="0" y="33"/>
                    </a:lnTo>
                    <a:lnTo>
                      <a:pt x="9" y="59"/>
                    </a:lnTo>
                    <a:lnTo>
                      <a:pt x="18" y="85"/>
                    </a:lnTo>
                    <a:lnTo>
                      <a:pt x="116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87" name=""/>
              <p:cNvSpPr/>
              <p:nvPr/>
            </p:nvSpPr>
            <p:spPr>
              <a:xfrm rot="0">
                <a:off x="1310" y="2919"/>
                <a:ext cx="2" cy="7"/>
              </a:xfrm>
              <a:custGeom>
                <a:avLst/>
                <a:ahLst/>
                <a:rect l="0" t="0" r="r" b="b"/>
                <a:pathLst>
                  <a:path w="10" h="26">
                    <a:moveTo>
                      <a:pt x="10" y="26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0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88" name=""/>
              <p:cNvSpPr/>
              <p:nvPr/>
            </p:nvSpPr>
            <p:spPr>
              <a:xfrm rot="0" flipH="1">
                <a:off x="1310" y="291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89" name=""/>
              <p:cNvSpPr/>
              <p:nvPr/>
            </p:nvSpPr>
            <p:spPr>
              <a:xfrm rot="0">
                <a:off x="1285" y="2919"/>
                <a:ext cx="29" cy="23"/>
              </a:xfrm>
              <a:custGeom>
                <a:avLst/>
                <a:ahLst/>
                <a:rect l="0" t="0" r="r" b="b"/>
                <a:pathLst>
                  <a:path w="116" h="91">
                    <a:moveTo>
                      <a:pt x="116" y="52"/>
                    </a:moveTo>
                    <a:lnTo>
                      <a:pt x="106" y="26"/>
                    </a:lnTo>
                    <a:lnTo>
                      <a:pt x="96" y="0"/>
                    </a:lnTo>
                    <a:lnTo>
                      <a:pt x="0" y="38"/>
                    </a:lnTo>
                    <a:lnTo>
                      <a:pt x="10" y="64"/>
                    </a:lnTo>
                    <a:lnTo>
                      <a:pt x="19" y="91"/>
                    </a:lnTo>
                    <a:lnTo>
                      <a:pt x="116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90" name=""/>
              <p:cNvSpPr/>
              <p:nvPr/>
            </p:nvSpPr>
            <p:spPr>
              <a:xfrm rot="0">
                <a:off x="1285" y="2919"/>
                <a:ext cx="29" cy="23"/>
              </a:xfrm>
              <a:custGeom>
                <a:avLst/>
                <a:ahLst/>
                <a:rect l="0" t="0" r="r" b="b"/>
                <a:pathLst>
                  <a:path w="116" h="91">
                    <a:moveTo>
                      <a:pt x="116" y="52"/>
                    </a:moveTo>
                    <a:lnTo>
                      <a:pt x="106" y="26"/>
                    </a:lnTo>
                    <a:lnTo>
                      <a:pt x="96" y="0"/>
                    </a:lnTo>
                    <a:lnTo>
                      <a:pt x="0" y="38"/>
                    </a:lnTo>
                    <a:lnTo>
                      <a:pt x="10" y="64"/>
                    </a:lnTo>
                    <a:lnTo>
                      <a:pt x="19" y="91"/>
                    </a:lnTo>
                    <a:lnTo>
                      <a:pt x="116" y="5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91" name=""/>
              <p:cNvSpPr/>
              <p:nvPr/>
            </p:nvSpPr>
            <p:spPr>
              <a:xfrm rot="0">
                <a:off x="1285" y="2929"/>
                <a:ext cx="3" cy="7"/>
              </a:xfrm>
              <a:custGeom>
                <a:avLst/>
                <a:ahLst/>
                <a:rect l="0" t="0" r="r" b="b"/>
                <a:pathLst>
                  <a:path w="13" h="26">
                    <a:moveTo>
                      <a:pt x="13" y="26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3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92" name=""/>
              <p:cNvSpPr/>
              <p:nvPr/>
            </p:nvSpPr>
            <p:spPr>
              <a:xfrm rot="0" flipH="1">
                <a:off x="1285" y="292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93" name=""/>
              <p:cNvSpPr/>
              <p:nvPr/>
            </p:nvSpPr>
            <p:spPr>
              <a:xfrm rot="0">
                <a:off x="1262" y="2929"/>
                <a:ext cx="29" cy="24"/>
              </a:xfrm>
              <a:custGeom>
                <a:avLst/>
                <a:ahLst/>
                <a:rect l="0" t="0" r="r" b="b"/>
                <a:pathLst>
                  <a:path w="118" h="93">
                    <a:moveTo>
                      <a:pt x="118" y="51"/>
                    </a:moveTo>
                    <a:lnTo>
                      <a:pt x="106" y="25"/>
                    </a:lnTo>
                    <a:lnTo>
                      <a:pt x="93" y="0"/>
                    </a:lnTo>
                    <a:lnTo>
                      <a:pt x="0" y="43"/>
                    </a:lnTo>
                    <a:lnTo>
                      <a:pt x="12" y="68"/>
                    </a:lnTo>
                    <a:lnTo>
                      <a:pt x="24" y="93"/>
                    </a:lnTo>
                    <a:lnTo>
                      <a:pt x="118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94" name=""/>
              <p:cNvSpPr/>
              <p:nvPr/>
            </p:nvSpPr>
            <p:spPr>
              <a:xfrm rot="0">
                <a:off x="1262" y="2929"/>
                <a:ext cx="29" cy="24"/>
              </a:xfrm>
              <a:custGeom>
                <a:avLst/>
                <a:ahLst/>
                <a:rect l="0" t="0" r="r" b="b"/>
                <a:pathLst>
                  <a:path w="118" h="93">
                    <a:moveTo>
                      <a:pt x="118" y="51"/>
                    </a:moveTo>
                    <a:lnTo>
                      <a:pt x="106" y="25"/>
                    </a:lnTo>
                    <a:lnTo>
                      <a:pt x="93" y="0"/>
                    </a:lnTo>
                    <a:lnTo>
                      <a:pt x="0" y="43"/>
                    </a:lnTo>
                    <a:lnTo>
                      <a:pt x="12" y="68"/>
                    </a:lnTo>
                    <a:lnTo>
                      <a:pt x="24" y="93"/>
                    </a:lnTo>
                    <a:lnTo>
                      <a:pt x="118" y="5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95" name=""/>
              <p:cNvSpPr/>
              <p:nvPr/>
            </p:nvSpPr>
            <p:spPr>
              <a:xfrm rot="0">
                <a:off x="1261" y="2940"/>
                <a:ext cx="4" cy="6"/>
              </a:xfrm>
              <a:custGeom>
                <a:avLst/>
                <a:ahLst/>
                <a:rect l="0" t="0" r="r" b="b"/>
                <a:pathLst>
                  <a:path w="13" h="25">
                    <a:moveTo>
                      <a:pt x="13" y="25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3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96" name=""/>
              <p:cNvSpPr/>
              <p:nvPr/>
            </p:nvSpPr>
            <p:spPr>
              <a:xfrm rot="0" flipH="1">
                <a:off x="1261" y="29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97" name=""/>
              <p:cNvSpPr/>
              <p:nvPr/>
            </p:nvSpPr>
            <p:spPr>
              <a:xfrm rot="0">
                <a:off x="1238" y="2940"/>
                <a:ext cx="30" cy="25"/>
              </a:xfrm>
              <a:custGeom>
                <a:avLst/>
                <a:ahLst/>
                <a:rect l="0" t="0" r="r" b="b"/>
                <a:pathLst>
                  <a:path w="117" h="99">
                    <a:moveTo>
                      <a:pt x="117" y="50"/>
                    </a:moveTo>
                    <a:lnTo>
                      <a:pt x="104" y="25"/>
                    </a:lnTo>
                    <a:lnTo>
                      <a:pt x="91" y="0"/>
                    </a:lnTo>
                    <a:lnTo>
                      <a:pt x="0" y="48"/>
                    </a:lnTo>
                    <a:lnTo>
                      <a:pt x="13" y="73"/>
                    </a:lnTo>
                    <a:lnTo>
                      <a:pt x="26" y="99"/>
                    </a:lnTo>
                    <a:lnTo>
                      <a:pt x="117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398" name=""/>
              <p:cNvSpPr/>
              <p:nvPr/>
            </p:nvSpPr>
            <p:spPr>
              <a:xfrm rot="0">
                <a:off x="1238" y="2940"/>
                <a:ext cx="30" cy="25"/>
              </a:xfrm>
              <a:custGeom>
                <a:avLst/>
                <a:ahLst/>
                <a:rect l="0" t="0" r="r" b="b"/>
                <a:pathLst>
                  <a:path w="117" h="99">
                    <a:moveTo>
                      <a:pt x="117" y="50"/>
                    </a:moveTo>
                    <a:lnTo>
                      <a:pt x="104" y="25"/>
                    </a:lnTo>
                    <a:lnTo>
                      <a:pt x="91" y="0"/>
                    </a:lnTo>
                    <a:lnTo>
                      <a:pt x="0" y="48"/>
                    </a:lnTo>
                    <a:lnTo>
                      <a:pt x="13" y="73"/>
                    </a:lnTo>
                    <a:lnTo>
                      <a:pt x="26" y="99"/>
                    </a:lnTo>
                    <a:lnTo>
                      <a:pt x="117" y="5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399" name=""/>
              <p:cNvSpPr/>
              <p:nvPr/>
            </p:nvSpPr>
            <p:spPr>
              <a:xfrm rot="0">
                <a:off x="1238" y="2952"/>
                <a:ext cx="4" cy="6"/>
              </a:xfrm>
              <a:custGeom>
                <a:avLst/>
                <a:ahLst/>
                <a:rect l="0" t="0" r="r" b="b"/>
                <a:pathLst>
                  <a:path w="14" h="25">
                    <a:moveTo>
                      <a:pt x="14" y="2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4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00" name=""/>
              <p:cNvSpPr/>
              <p:nvPr/>
            </p:nvSpPr>
            <p:spPr>
              <a:xfrm rot="0" flipH="1">
                <a:off x="1238" y="295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01" name=""/>
              <p:cNvSpPr/>
              <p:nvPr/>
            </p:nvSpPr>
            <p:spPr>
              <a:xfrm rot="0">
                <a:off x="1216" y="2952"/>
                <a:ext cx="29" cy="26"/>
              </a:xfrm>
              <a:custGeom>
                <a:avLst/>
                <a:ahLst/>
                <a:rect l="0" t="0" r="r" b="b"/>
                <a:pathLst>
                  <a:path w="117" h="102">
                    <a:moveTo>
                      <a:pt x="117" y="49"/>
                    </a:moveTo>
                    <a:lnTo>
                      <a:pt x="103" y="24"/>
                    </a:lnTo>
                    <a:lnTo>
                      <a:pt x="89" y="0"/>
                    </a:lnTo>
                    <a:lnTo>
                      <a:pt x="0" y="54"/>
                    </a:lnTo>
                    <a:lnTo>
                      <a:pt x="14" y="78"/>
                    </a:lnTo>
                    <a:lnTo>
                      <a:pt x="28" y="102"/>
                    </a:lnTo>
                    <a:lnTo>
                      <a:pt x="117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02" name=""/>
              <p:cNvSpPr/>
              <p:nvPr/>
            </p:nvSpPr>
            <p:spPr>
              <a:xfrm rot="0">
                <a:off x="1216" y="2952"/>
                <a:ext cx="29" cy="26"/>
              </a:xfrm>
              <a:custGeom>
                <a:avLst/>
                <a:ahLst/>
                <a:rect l="0" t="0" r="r" b="b"/>
                <a:pathLst>
                  <a:path w="117" h="102">
                    <a:moveTo>
                      <a:pt x="117" y="49"/>
                    </a:moveTo>
                    <a:lnTo>
                      <a:pt x="103" y="24"/>
                    </a:lnTo>
                    <a:lnTo>
                      <a:pt x="89" y="0"/>
                    </a:lnTo>
                    <a:lnTo>
                      <a:pt x="0" y="54"/>
                    </a:lnTo>
                    <a:lnTo>
                      <a:pt x="14" y="78"/>
                    </a:lnTo>
                    <a:lnTo>
                      <a:pt x="28" y="102"/>
                    </a:lnTo>
                    <a:lnTo>
                      <a:pt x="117" y="4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03" name=""/>
              <p:cNvSpPr/>
              <p:nvPr/>
            </p:nvSpPr>
            <p:spPr>
              <a:xfrm rot="0">
                <a:off x="1216" y="2966"/>
                <a:ext cx="4" cy="6"/>
              </a:xfrm>
              <a:custGeom>
                <a:avLst/>
                <a:ahLst/>
                <a:rect l="0" t="0" r="r" b="b"/>
                <a:pathLst>
                  <a:path w="15" h="24">
                    <a:moveTo>
                      <a:pt x="15" y="24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5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04" name=""/>
              <p:cNvSpPr/>
              <p:nvPr/>
            </p:nvSpPr>
            <p:spPr>
              <a:xfrm rot="0" flipH="1">
                <a:off x="1216" y="296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05" name=""/>
              <p:cNvSpPr/>
              <p:nvPr/>
            </p:nvSpPr>
            <p:spPr>
              <a:xfrm rot="0">
                <a:off x="1194" y="2966"/>
                <a:ext cx="29" cy="26"/>
              </a:xfrm>
              <a:custGeom>
                <a:avLst/>
                <a:ahLst/>
                <a:rect l="0" t="0" r="r" b="b"/>
                <a:pathLst>
                  <a:path w="117" h="103">
                    <a:moveTo>
                      <a:pt x="117" y="46"/>
                    </a:moveTo>
                    <a:lnTo>
                      <a:pt x="101" y="23"/>
                    </a:lnTo>
                    <a:lnTo>
                      <a:pt x="86" y="0"/>
                    </a:lnTo>
                    <a:lnTo>
                      <a:pt x="0" y="57"/>
                    </a:lnTo>
                    <a:lnTo>
                      <a:pt x="16" y="80"/>
                    </a:lnTo>
                    <a:lnTo>
                      <a:pt x="31" y="103"/>
                    </a:lnTo>
                    <a:lnTo>
                      <a:pt x="117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06" name=""/>
              <p:cNvSpPr/>
              <p:nvPr/>
            </p:nvSpPr>
            <p:spPr>
              <a:xfrm rot="0">
                <a:off x="1194" y="2966"/>
                <a:ext cx="29" cy="26"/>
              </a:xfrm>
              <a:custGeom>
                <a:avLst/>
                <a:ahLst/>
                <a:rect l="0" t="0" r="r" b="b"/>
                <a:pathLst>
                  <a:path w="117" h="103">
                    <a:moveTo>
                      <a:pt x="117" y="46"/>
                    </a:moveTo>
                    <a:lnTo>
                      <a:pt x="101" y="23"/>
                    </a:lnTo>
                    <a:lnTo>
                      <a:pt x="86" y="0"/>
                    </a:lnTo>
                    <a:lnTo>
                      <a:pt x="0" y="57"/>
                    </a:lnTo>
                    <a:lnTo>
                      <a:pt x="16" y="80"/>
                    </a:lnTo>
                    <a:lnTo>
                      <a:pt x="31" y="103"/>
                    </a:lnTo>
                    <a:lnTo>
                      <a:pt x="117" y="4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07" name=""/>
              <p:cNvSpPr/>
              <p:nvPr/>
            </p:nvSpPr>
            <p:spPr>
              <a:xfrm rot="0">
                <a:off x="1194" y="2980"/>
                <a:ext cx="4" cy="6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17" y="2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7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08" name=""/>
              <p:cNvSpPr/>
              <p:nvPr/>
            </p:nvSpPr>
            <p:spPr>
              <a:xfrm rot="0" flipH="1">
                <a:off x="1194" y="298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09" name=""/>
              <p:cNvSpPr/>
              <p:nvPr/>
            </p:nvSpPr>
            <p:spPr>
              <a:xfrm rot="0">
                <a:off x="1173" y="2981"/>
                <a:ext cx="29" cy="26"/>
              </a:xfrm>
              <a:custGeom>
                <a:avLst/>
                <a:ahLst/>
                <a:rect l="0" t="0" r="r" b="b"/>
                <a:pathLst>
                  <a:path w="115" h="107">
                    <a:moveTo>
                      <a:pt x="115" y="44"/>
                    </a:moveTo>
                    <a:lnTo>
                      <a:pt x="99" y="22"/>
                    </a:lnTo>
                    <a:lnTo>
                      <a:pt x="82" y="0"/>
                    </a:lnTo>
                    <a:lnTo>
                      <a:pt x="0" y="63"/>
                    </a:lnTo>
                    <a:lnTo>
                      <a:pt x="16" y="85"/>
                    </a:lnTo>
                    <a:lnTo>
                      <a:pt x="33" y="107"/>
                    </a:lnTo>
                    <a:lnTo>
                      <a:pt x="115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10" name=""/>
              <p:cNvSpPr/>
              <p:nvPr/>
            </p:nvSpPr>
            <p:spPr>
              <a:xfrm rot="0">
                <a:off x="1173" y="2981"/>
                <a:ext cx="29" cy="26"/>
              </a:xfrm>
              <a:custGeom>
                <a:avLst/>
                <a:ahLst/>
                <a:rect l="0" t="0" r="r" b="b"/>
                <a:pathLst>
                  <a:path w="115" h="107">
                    <a:moveTo>
                      <a:pt x="115" y="44"/>
                    </a:moveTo>
                    <a:lnTo>
                      <a:pt x="99" y="22"/>
                    </a:lnTo>
                    <a:lnTo>
                      <a:pt x="82" y="0"/>
                    </a:lnTo>
                    <a:lnTo>
                      <a:pt x="0" y="63"/>
                    </a:lnTo>
                    <a:lnTo>
                      <a:pt x="16" y="85"/>
                    </a:lnTo>
                    <a:lnTo>
                      <a:pt x="33" y="107"/>
                    </a:lnTo>
                    <a:lnTo>
                      <a:pt x="115" y="4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11" name=""/>
              <p:cNvSpPr/>
              <p:nvPr/>
            </p:nvSpPr>
            <p:spPr>
              <a:xfrm rot="0">
                <a:off x="1173" y="2996"/>
                <a:ext cx="5" cy="6"/>
              </a:xfrm>
              <a:custGeom>
                <a:avLst/>
                <a:ahLst/>
                <a:rect l="0" t="0" r="r" b="b"/>
                <a:pathLst>
                  <a:path w="18" h="22">
                    <a:moveTo>
                      <a:pt x="18" y="2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8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12" name=""/>
              <p:cNvSpPr/>
              <p:nvPr/>
            </p:nvSpPr>
            <p:spPr>
              <a:xfrm rot="0" flipH="1">
                <a:off x="1173" y="29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13" name=""/>
              <p:cNvSpPr/>
              <p:nvPr/>
            </p:nvSpPr>
            <p:spPr>
              <a:xfrm rot="0">
                <a:off x="1153" y="2997"/>
                <a:ext cx="29" cy="27"/>
              </a:xfrm>
              <a:custGeom>
                <a:avLst/>
                <a:ahLst/>
                <a:rect l="0" t="0" r="r" b="b"/>
                <a:pathLst>
                  <a:path w="115" h="109">
                    <a:moveTo>
                      <a:pt x="115" y="42"/>
                    </a:moveTo>
                    <a:lnTo>
                      <a:pt x="96" y="21"/>
                    </a:lnTo>
                    <a:lnTo>
                      <a:pt x="78" y="0"/>
                    </a:lnTo>
                    <a:lnTo>
                      <a:pt x="0" y="67"/>
                    </a:lnTo>
                    <a:lnTo>
                      <a:pt x="18" y="88"/>
                    </a:lnTo>
                    <a:lnTo>
                      <a:pt x="37" y="109"/>
                    </a:lnTo>
                    <a:lnTo>
                      <a:pt x="115" y="4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14" name=""/>
              <p:cNvSpPr/>
              <p:nvPr/>
            </p:nvSpPr>
            <p:spPr>
              <a:xfrm rot="0">
                <a:off x="1153" y="2997"/>
                <a:ext cx="29" cy="27"/>
              </a:xfrm>
              <a:custGeom>
                <a:avLst/>
                <a:ahLst/>
                <a:rect l="0" t="0" r="r" b="b"/>
                <a:pathLst>
                  <a:path w="115" h="109">
                    <a:moveTo>
                      <a:pt x="115" y="42"/>
                    </a:moveTo>
                    <a:lnTo>
                      <a:pt x="96" y="21"/>
                    </a:lnTo>
                    <a:lnTo>
                      <a:pt x="78" y="0"/>
                    </a:lnTo>
                    <a:lnTo>
                      <a:pt x="0" y="67"/>
                    </a:lnTo>
                    <a:lnTo>
                      <a:pt x="18" y="88"/>
                    </a:lnTo>
                    <a:lnTo>
                      <a:pt x="37" y="109"/>
                    </a:lnTo>
                    <a:lnTo>
                      <a:pt x="115" y="4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15" name=""/>
              <p:cNvSpPr/>
              <p:nvPr/>
            </p:nvSpPr>
            <p:spPr>
              <a:xfrm rot="0">
                <a:off x="1153" y="3013"/>
                <a:ext cx="5" cy="5"/>
              </a:xfrm>
              <a:custGeom>
                <a:avLst/>
                <a:ahLst/>
                <a:rect l="0" t="0" r="r" b="b"/>
                <a:pathLst>
                  <a:path w="18" h="21">
                    <a:moveTo>
                      <a:pt x="18" y="2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8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16" name=""/>
              <p:cNvSpPr/>
              <p:nvPr/>
            </p:nvSpPr>
            <p:spPr>
              <a:xfrm rot="0">
                <a:off x="1153" y="301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17" name=""/>
              <p:cNvSpPr/>
              <p:nvPr/>
            </p:nvSpPr>
            <p:spPr>
              <a:xfrm rot="0">
                <a:off x="1134" y="3013"/>
                <a:ext cx="29" cy="28"/>
              </a:xfrm>
              <a:custGeom>
                <a:avLst/>
                <a:ahLst/>
                <a:rect l="0" t="0" r="r" b="b"/>
                <a:pathLst>
                  <a:path w="113" h="112">
                    <a:moveTo>
                      <a:pt x="113" y="42"/>
                    </a:moveTo>
                    <a:lnTo>
                      <a:pt x="94" y="21"/>
                    </a:lnTo>
                    <a:lnTo>
                      <a:pt x="76" y="0"/>
                    </a:lnTo>
                    <a:lnTo>
                      <a:pt x="0" y="70"/>
                    </a:lnTo>
                    <a:lnTo>
                      <a:pt x="19" y="91"/>
                    </a:lnTo>
                    <a:lnTo>
                      <a:pt x="37" y="112"/>
                    </a:lnTo>
                    <a:lnTo>
                      <a:pt x="113" y="4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18" name=""/>
              <p:cNvSpPr/>
              <p:nvPr/>
            </p:nvSpPr>
            <p:spPr>
              <a:xfrm rot="0">
                <a:off x="1134" y="3013"/>
                <a:ext cx="29" cy="28"/>
              </a:xfrm>
              <a:custGeom>
                <a:avLst/>
                <a:ahLst/>
                <a:rect l="0" t="0" r="r" b="b"/>
                <a:pathLst>
                  <a:path w="113" h="112">
                    <a:moveTo>
                      <a:pt x="113" y="42"/>
                    </a:moveTo>
                    <a:lnTo>
                      <a:pt x="94" y="21"/>
                    </a:lnTo>
                    <a:lnTo>
                      <a:pt x="76" y="0"/>
                    </a:lnTo>
                    <a:lnTo>
                      <a:pt x="0" y="70"/>
                    </a:lnTo>
                    <a:lnTo>
                      <a:pt x="19" y="91"/>
                    </a:lnTo>
                    <a:lnTo>
                      <a:pt x="37" y="112"/>
                    </a:lnTo>
                    <a:lnTo>
                      <a:pt x="113" y="4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19" name=""/>
              <p:cNvSpPr/>
              <p:nvPr/>
            </p:nvSpPr>
            <p:spPr>
              <a:xfrm rot="0">
                <a:off x="1134" y="3031"/>
                <a:ext cx="5" cy="5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20" y="2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20" name=""/>
              <p:cNvSpPr/>
              <p:nvPr/>
            </p:nvSpPr>
            <p:spPr>
              <a:xfrm rot="0" flipH="1">
                <a:off x="1134" y="30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21" name=""/>
              <p:cNvSpPr/>
              <p:nvPr/>
            </p:nvSpPr>
            <p:spPr>
              <a:xfrm rot="0">
                <a:off x="1116" y="3031"/>
                <a:ext cx="28" cy="29"/>
              </a:xfrm>
              <a:custGeom>
                <a:avLst/>
                <a:ahLst/>
                <a:rect l="0" t="0" r="r" b="b"/>
                <a:pathLst>
                  <a:path w="110" h="115">
                    <a:moveTo>
                      <a:pt x="110" y="40"/>
                    </a:moveTo>
                    <a:lnTo>
                      <a:pt x="91" y="20"/>
                    </a:lnTo>
                    <a:lnTo>
                      <a:pt x="71" y="0"/>
                    </a:lnTo>
                    <a:lnTo>
                      <a:pt x="0" y="75"/>
                    </a:lnTo>
                    <a:lnTo>
                      <a:pt x="19" y="95"/>
                    </a:lnTo>
                    <a:lnTo>
                      <a:pt x="39" y="115"/>
                    </a:lnTo>
                    <a:lnTo>
                      <a:pt x="110" y="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22" name=""/>
              <p:cNvSpPr/>
              <p:nvPr/>
            </p:nvSpPr>
            <p:spPr>
              <a:xfrm rot="0">
                <a:off x="1116" y="3031"/>
                <a:ext cx="28" cy="29"/>
              </a:xfrm>
              <a:custGeom>
                <a:avLst/>
                <a:ahLst/>
                <a:rect l="0" t="0" r="r" b="b"/>
                <a:pathLst>
                  <a:path w="110" h="115">
                    <a:moveTo>
                      <a:pt x="110" y="40"/>
                    </a:moveTo>
                    <a:lnTo>
                      <a:pt x="91" y="20"/>
                    </a:lnTo>
                    <a:lnTo>
                      <a:pt x="71" y="0"/>
                    </a:lnTo>
                    <a:lnTo>
                      <a:pt x="0" y="75"/>
                    </a:lnTo>
                    <a:lnTo>
                      <a:pt x="19" y="95"/>
                    </a:lnTo>
                    <a:lnTo>
                      <a:pt x="39" y="115"/>
                    </a:lnTo>
                    <a:lnTo>
                      <a:pt x="110" y="4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23" name=""/>
              <p:cNvSpPr/>
              <p:nvPr/>
            </p:nvSpPr>
            <p:spPr>
              <a:xfrm rot="0">
                <a:off x="1116" y="3050"/>
                <a:ext cx="5" cy="5"/>
              </a:xfrm>
              <a:custGeom>
                <a:avLst/>
                <a:ahLst/>
                <a:rect l="0" t="0" r="r" b="b"/>
                <a:pathLst>
                  <a:path w="21" h="20">
                    <a:moveTo>
                      <a:pt x="21" y="2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1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24" name=""/>
              <p:cNvSpPr/>
              <p:nvPr/>
            </p:nvSpPr>
            <p:spPr>
              <a:xfrm rot="0" flipH="1">
                <a:off x="1116" y="30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25" name=""/>
              <p:cNvSpPr/>
              <p:nvPr/>
            </p:nvSpPr>
            <p:spPr>
              <a:xfrm rot="0">
                <a:off x="1099" y="3050"/>
                <a:ext cx="28" cy="29"/>
              </a:xfrm>
              <a:custGeom>
                <a:avLst/>
                <a:ahLst/>
                <a:rect l="0" t="0" r="r" b="b"/>
                <a:pathLst>
                  <a:path w="108" h="114">
                    <a:moveTo>
                      <a:pt x="108" y="35"/>
                    </a:moveTo>
                    <a:lnTo>
                      <a:pt x="87" y="18"/>
                    </a:lnTo>
                    <a:lnTo>
                      <a:pt x="66" y="0"/>
                    </a:lnTo>
                    <a:lnTo>
                      <a:pt x="0" y="79"/>
                    </a:lnTo>
                    <a:lnTo>
                      <a:pt x="20" y="97"/>
                    </a:lnTo>
                    <a:lnTo>
                      <a:pt x="41" y="114"/>
                    </a:lnTo>
                    <a:lnTo>
                      <a:pt x="108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26" name=""/>
              <p:cNvSpPr/>
              <p:nvPr/>
            </p:nvSpPr>
            <p:spPr>
              <a:xfrm rot="0">
                <a:off x="1099" y="3050"/>
                <a:ext cx="28" cy="29"/>
              </a:xfrm>
              <a:custGeom>
                <a:avLst/>
                <a:ahLst/>
                <a:rect l="0" t="0" r="r" b="b"/>
                <a:pathLst>
                  <a:path w="108" h="114">
                    <a:moveTo>
                      <a:pt x="108" y="35"/>
                    </a:moveTo>
                    <a:lnTo>
                      <a:pt x="87" y="18"/>
                    </a:lnTo>
                    <a:lnTo>
                      <a:pt x="66" y="0"/>
                    </a:lnTo>
                    <a:lnTo>
                      <a:pt x="0" y="79"/>
                    </a:lnTo>
                    <a:lnTo>
                      <a:pt x="20" y="97"/>
                    </a:lnTo>
                    <a:lnTo>
                      <a:pt x="41" y="114"/>
                    </a:lnTo>
                    <a:lnTo>
                      <a:pt x="108" y="3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27" name=""/>
              <p:cNvSpPr/>
              <p:nvPr/>
            </p:nvSpPr>
            <p:spPr>
              <a:xfrm rot="0">
                <a:off x="1099" y="3070"/>
                <a:ext cx="6" cy="4"/>
              </a:xfrm>
              <a:custGeom>
                <a:avLst/>
                <a:ahLst/>
                <a:rect l="0" t="0" r="r" b="b"/>
                <a:pathLst>
                  <a:path w="22" h="18">
                    <a:moveTo>
                      <a:pt x="22" y="18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2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28" name=""/>
              <p:cNvSpPr/>
              <p:nvPr/>
            </p:nvSpPr>
            <p:spPr>
              <a:xfrm rot="0" flipH="1">
                <a:off x="1099" y="307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29" name=""/>
              <p:cNvSpPr/>
              <p:nvPr/>
            </p:nvSpPr>
            <p:spPr>
              <a:xfrm rot="0">
                <a:off x="1083" y="3070"/>
                <a:ext cx="27" cy="29"/>
              </a:xfrm>
              <a:custGeom>
                <a:avLst/>
                <a:ahLst/>
                <a:rect l="0" t="0" r="r" b="b"/>
                <a:pathLst>
                  <a:path w="106" h="116">
                    <a:moveTo>
                      <a:pt x="106" y="33"/>
                    </a:moveTo>
                    <a:lnTo>
                      <a:pt x="84" y="17"/>
                    </a:lnTo>
                    <a:lnTo>
                      <a:pt x="62" y="0"/>
                    </a:lnTo>
                    <a:lnTo>
                      <a:pt x="0" y="83"/>
                    </a:lnTo>
                    <a:lnTo>
                      <a:pt x="22" y="99"/>
                    </a:lnTo>
                    <a:lnTo>
                      <a:pt x="44" y="116"/>
                    </a:lnTo>
                    <a:lnTo>
                      <a:pt x="106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30" name=""/>
              <p:cNvSpPr/>
              <p:nvPr/>
            </p:nvSpPr>
            <p:spPr>
              <a:xfrm rot="0">
                <a:off x="1083" y="3070"/>
                <a:ext cx="27" cy="29"/>
              </a:xfrm>
              <a:custGeom>
                <a:avLst/>
                <a:ahLst/>
                <a:rect l="0" t="0" r="r" b="b"/>
                <a:pathLst>
                  <a:path w="106" h="116">
                    <a:moveTo>
                      <a:pt x="106" y="33"/>
                    </a:moveTo>
                    <a:lnTo>
                      <a:pt x="84" y="17"/>
                    </a:lnTo>
                    <a:lnTo>
                      <a:pt x="62" y="0"/>
                    </a:lnTo>
                    <a:lnTo>
                      <a:pt x="0" y="83"/>
                    </a:lnTo>
                    <a:lnTo>
                      <a:pt x="22" y="99"/>
                    </a:lnTo>
                    <a:lnTo>
                      <a:pt x="44" y="116"/>
                    </a:lnTo>
                    <a:lnTo>
                      <a:pt x="106" y="33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31" name=""/>
              <p:cNvSpPr/>
              <p:nvPr/>
            </p:nvSpPr>
            <p:spPr>
              <a:xfrm rot="0">
                <a:off x="1083" y="3091"/>
                <a:ext cx="6" cy="4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23" y="16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3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32" name=""/>
              <p:cNvSpPr/>
              <p:nvPr/>
            </p:nvSpPr>
            <p:spPr>
              <a:xfrm rot="0" flipH="1">
                <a:off x="1083" y="309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33" name=""/>
              <p:cNvSpPr/>
              <p:nvPr/>
            </p:nvSpPr>
            <p:spPr>
              <a:xfrm rot="0">
                <a:off x="1069" y="3091"/>
                <a:ext cx="26" cy="29"/>
              </a:xfrm>
              <a:custGeom>
                <a:avLst/>
                <a:ahLst/>
                <a:rect l="0" t="0" r="r" b="b"/>
                <a:pathLst>
                  <a:path w="104" h="115">
                    <a:moveTo>
                      <a:pt x="104" y="31"/>
                    </a:moveTo>
                    <a:lnTo>
                      <a:pt x="81" y="15"/>
                    </a:lnTo>
                    <a:lnTo>
                      <a:pt x="58" y="0"/>
                    </a:lnTo>
                    <a:lnTo>
                      <a:pt x="0" y="84"/>
                    </a:lnTo>
                    <a:lnTo>
                      <a:pt x="23" y="100"/>
                    </a:lnTo>
                    <a:lnTo>
                      <a:pt x="46" y="115"/>
                    </a:lnTo>
                    <a:lnTo>
                      <a:pt x="104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34" name=""/>
              <p:cNvSpPr/>
              <p:nvPr/>
            </p:nvSpPr>
            <p:spPr>
              <a:xfrm rot="0">
                <a:off x="1069" y="3091"/>
                <a:ext cx="26" cy="29"/>
              </a:xfrm>
              <a:custGeom>
                <a:avLst/>
                <a:ahLst/>
                <a:rect l="0" t="0" r="r" b="b"/>
                <a:pathLst>
                  <a:path w="104" h="115">
                    <a:moveTo>
                      <a:pt x="104" y="31"/>
                    </a:moveTo>
                    <a:lnTo>
                      <a:pt x="81" y="15"/>
                    </a:lnTo>
                    <a:lnTo>
                      <a:pt x="58" y="0"/>
                    </a:lnTo>
                    <a:lnTo>
                      <a:pt x="0" y="84"/>
                    </a:lnTo>
                    <a:lnTo>
                      <a:pt x="23" y="100"/>
                    </a:lnTo>
                    <a:lnTo>
                      <a:pt x="46" y="115"/>
                    </a:lnTo>
                    <a:lnTo>
                      <a:pt x="104" y="3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35" name=""/>
              <p:cNvSpPr/>
              <p:nvPr/>
            </p:nvSpPr>
            <p:spPr>
              <a:xfrm rot="0">
                <a:off x="1068" y="3112"/>
                <a:ext cx="6" cy="4"/>
              </a:xfrm>
              <a:custGeom>
                <a:avLst/>
                <a:ahLst/>
                <a:rect l="0" t="0" r="r" b="b"/>
                <a:pathLst>
                  <a:path w="25" h="16">
                    <a:moveTo>
                      <a:pt x="25" y="16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5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36" name=""/>
              <p:cNvSpPr/>
              <p:nvPr/>
            </p:nvSpPr>
            <p:spPr>
              <a:xfrm rot="0" flipH="1">
                <a:off x="1068" y="31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37" name=""/>
              <p:cNvSpPr/>
              <p:nvPr/>
            </p:nvSpPr>
            <p:spPr>
              <a:xfrm rot="0">
                <a:off x="1055" y="3113"/>
                <a:ext cx="25" cy="29"/>
              </a:xfrm>
              <a:custGeom>
                <a:avLst/>
                <a:ahLst/>
                <a:rect l="0" t="0" r="r" b="b"/>
                <a:pathLst>
                  <a:path w="101" h="118">
                    <a:moveTo>
                      <a:pt x="101" y="29"/>
                    </a:moveTo>
                    <a:lnTo>
                      <a:pt x="77" y="15"/>
                    </a:lnTo>
                    <a:lnTo>
                      <a:pt x="52" y="0"/>
                    </a:lnTo>
                    <a:lnTo>
                      <a:pt x="0" y="89"/>
                    </a:lnTo>
                    <a:lnTo>
                      <a:pt x="24" y="104"/>
                    </a:lnTo>
                    <a:lnTo>
                      <a:pt x="48" y="118"/>
                    </a:lnTo>
                    <a:lnTo>
                      <a:pt x="101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38" name=""/>
              <p:cNvSpPr/>
              <p:nvPr/>
            </p:nvSpPr>
            <p:spPr>
              <a:xfrm rot="0">
                <a:off x="1055" y="3113"/>
                <a:ext cx="25" cy="29"/>
              </a:xfrm>
              <a:custGeom>
                <a:avLst/>
                <a:ahLst/>
                <a:rect l="0" t="0" r="r" b="b"/>
                <a:pathLst>
                  <a:path w="101" h="118">
                    <a:moveTo>
                      <a:pt x="101" y="29"/>
                    </a:moveTo>
                    <a:lnTo>
                      <a:pt x="77" y="15"/>
                    </a:lnTo>
                    <a:lnTo>
                      <a:pt x="52" y="0"/>
                    </a:lnTo>
                    <a:lnTo>
                      <a:pt x="0" y="89"/>
                    </a:lnTo>
                    <a:lnTo>
                      <a:pt x="24" y="104"/>
                    </a:lnTo>
                    <a:lnTo>
                      <a:pt x="48" y="118"/>
                    </a:lnTo>
                    <a:lnTo>
                      <a:pt x="101" y="2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39" name=""/>
              <p:cNvSpPr/>
              <p:nvPr/>
            </p:nvSpPr>
            <p:spPr>
              <a:xfrm rot="0">
                <a:off x="1055" y="3135"/>
                <a:ext cx="6" cy="3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24" y="1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4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40" name=""/>
              <p:cNvSpPr/>
              <p:nvPr/>
            </p:nvSpPr>
            <p:spPr>
              <a:xfrm rot="0">
                <a:off x="1055" y="313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41" name=""/>
              <p:cNvSpPr/>
              <p:nvPr/>
            </p:nvSpPr>
            <p:spPr>
              <a:xfrm rot="0">
                <a:off x="1043" y="3135"/>
                <a:ext cx="24" cy="29"/>
              </a:xfrm>
              <a:custGeom>
                <a:avLst/>
                <a:ahLst/>
                <a:rect l="0" t="0" r="r" b="b"/>
                <a:pathLst>
                  <a:path w="98" h="118">
                    <a:moveTo>
                      <a:pt x="98" y="27"/>
                    </a:moveTo>
                    <a:lnTo>
                      <a:pt x="74" y="14"/>
                    </a:lnTo>
                    <a:lnTo>
                      <a:pt x="50" y="0"/>
                    </a:lnTo>
                    <a:lnTo>
                      <a:pt x="0" y="92"/>
                    </a:lnTo>
                    <a:lnTo>
                      <a:pt x="25" y="105"/>
                    </a:lnTo>
                    <a:lnTo>
                      <a:pt x="49" y="118"/>
                    </a:lnTo>
                    <a:lnTo>
                      <a:pt x="98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42" name=""/>
              <p:cNvSpPr/>
              <p:nvPr/>
            </p:nvSpPr>
            <p:spPr>
              <a:xfrm rot="0">
                <a:off x="1043" y="3135"/>
                <a:ext cx="24" cy="29"/>
              </a:xfrm>
              <a:custGeom>
                <a:avLst/>
                <a:ahLst/>
                <a:rect l="0" t="0" r="r" b="b"/>
                <a:pathLst>
                  <a:path w="98" h="118">
                    <a:moveTo>
                      <a:pt x="98" y="27"/>
                    </a:moveTo>
                    <a:lnTo>
                      <a:pt x="74" y="14"/>
                    </a:lnTo>
                    <a:lnTo>
                      <a:pt x="50" y="0"/>
                    </a:lnTo>
                    <a:lnTo>
                      <a:pt x="0" y="92"/>
                    </a:lnTo>
                    <a:lnTo>
                      <a:pt x="25" y="105"/>
                    </a:lnTo>
                    <a:lnTo>
                      <a:pt x="49" y="118"/>
                    </a:lnTo>
                    <a:lnTo>
                      <a:pt x="98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43" name=""/>
              <p:cNvSpPr/>
              <p:nvPr/>
            </p:nvSpPr>
            <p:spPr>
              <a:xfrm rot="0">
                <a:off x="1043" y="3158"/>
                <a:ext cx="6" cy="3"/>
              </a:xfrm>
              <a:custGeom>
                <a:avLst/>
                <a:ahLst/>
                <a:rect l="0" t="0" r="r" b="b"/>
                <a:pathLst>
                  <a:path w="26" h="13">
                    <a:moveTo>
                      <a:pt x="26" y="1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6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44" name=""/>
              <p:cNvSpPr/>
              <p:nvPr/>
            </p:nvSpPr>
            <p:spPr>
              <a:xfrm rot="0" flipH="1">
                <a:off x="1043" y="315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425" name=""/>
            <p:cNvGrpSpPr/>
            <p:nvPr/>
          </p:nvGrpSpPr>
          <p:grpSpPr>
            <a:xfrm rot="0">
              <a:off x="848" y="1150"/>
              <a:ext cx="1256" cy="2854"/>
              <a:chOff x="848" y="1150"/>
              <a:chExt cx="1256" cy="2854"/>
            </a:xfrm>
          </p:grpSpPr>
          <p:sp>
            <p:nvSpPr>
              <p:cNvPr id="1081445" name=""/>
              <p:cNvSpPr/>
              <p:nvPr/>
            </p:nvSpPr>
            <p:spPr>
              <a:xfrm rot="0">
                <a:off x="1032" y="3158"/>
                <a:ext cx="23" cy="30"/>
              </a:xfrm>
              <a:custGeom>
                <a:avLst/>
                <a:ahLst/>
                <a:rect l="0" t="0" r="r" b="b"/>
                <a:pathLst>
                  <a:path w="93" h="117">
                    <a:moveTo>
                      <a:pt x="93" y="24"/>
                    </a:moveTo>
                    <a:lnTo>
                      <a:pt x="68" y="12"/>
                    </a:lnTo>
                    <a:lnTo>
                      <a:pt x="42" y="0"/>
                    </a:lnTo>
                    <a:lnTo>
                      <a:pt x="0" y="93"/>
                    </a:lnTo>
                    <a:lnTo>
                      <a:pt x="25" y="105"/>
                    </a:lnTo>
                    <a:lnTo>
                      <a:pt x="50" y="117"/>
                    </a:lnTo>
                    <a:lnTo>
                      <a:pt x="93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46" name=""/>
              <p:cNvSpPr/>
              <p:nvPr/>
            </p:nvSpPr>
            <p:spPr>
              <a:xfrm rot="0">
                <a:off x="1032" y="3158"/>
                <a:ext cx="23" cy="30"/>
              </a:xfrm>
              <a:custGeom>
                <a:avLst/>
                <a:ahLst/>
                <a:rect l="0" t="0" r="r" b="b"/>
                <a:pathLst>
                  <a:path w="93" h="117">
                    <a:moveTo>
                      <a:pt x="93" y="24"/>
                    </a:moveTo>
                    <a:lnTo>
                      <a:pt x="68" y="12"/>
                    </a:lnTo>
                    <a:lnTo>
                      <a:pt x="42" y="0"/>
                    </a:lnTo>
                    <a:lnTo>
                      <a:pt x="0" y="93"/>
                    </a:lnTo>
                    <a:lnTo>
                      <a:pt x="25" y="105"/>
                    </a:lnTo>
                    <a:lnTo>
                      <a:pt x="50" y="117"/>
                    </a:lnTo>
                    <a:lnTo>
                      <a:pt x="93" y="24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47" name=""/>
              <p:cNvSpPr/>
              <p:nvPr/>
            </p:nvSpPr>
            <p:spPr>
              <a:xfrm rot="0">
                <a:off x="1032" y="3182"/>
                <a:ext cx="6" cy="3"/>
              </a:xfrm>
              <a:custGeom>
                <a:avLst/>
                <a:ahLst/>
                <a:rect l="0" t="0" r="r" b="b"/>
                <a:pathLst>
                  <a:path w="27" h="12">
                    <a:moveTo>
                      <a:pt x="27" y="1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7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48" name=""/>
              <p:cNvSpPr/>
              <p:nvPr/>
            </p:nvSpPr>
            <p:spPr>
              <a:xfrm rot="0" flipH="1">
                <a:off x="1032" y="318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49" name=""/>
              <p:cNvSpPr/>
              <p:nvPr/>
            </p:nvSpPr>
            <p:spPr>
              <a:xfrm rot="0">
                <a:off x="1022" y="3182"/>
                <a:ext cx="23" cy="29"/>
              </a:xfrm>
              <a:custGeom>
                <a:avLst/>
                <a:ahLst/>
                <a:rect l="0" t="0" r="r" b="b"/>
                <a:pathLst>
                  <a:path w="92" h="118">
                    <a:moveTo>
                      <a:pt x="92" y="22"/>
                    </a:moveTo>
                    <a:lnTo>
                      <a:pt x="66" y="11"/>
                    </a:lnTo>
                    <a:lnTo>
                      <a:pt x="39" y="0"/>
                    </a:lnTo>
                    <a:lnTo>
                      <a:pt x="0" y="96"/>
                    </a:lnTo>
                    <a:lnTo>
                      <a:pt x="26" y="107"/>
                    </a:lnTo>
                    <a:lnTo>
                      <a:pt x="53" y="118"/>
                    </a:lnTo>
                    <a:lnTo>
                      <a:pt x="92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50" name=""/>
              <p:cNvSpPr/>
              <p:nvPr/>
            </p:nvSpPr>
            <p:spPr>
              <a:xfrm rot="0">
                <a:off x="1022" y="3182"/>
                <a:ext cx="23" cy="29"/>
              </a:xfrm>
              <a:custGeom>
                <a:avLst/>
                <a:ahLst/>
                <a:rect l="0" t="0" r="r" b="b"/>
                <a:pathLst>
                  <a:path w="92" h="118">
                    <a:moveTo>
                      <a:pt x="92" y="22"/>
                    </a:moveTo>
                    <a:lnTo>
                      <a:pt x="66" y="11"/>
                    </a:lnTo>
                    <a:lnTo>
                      <a:pt x="39" y="0"/>
                    </a:lnTo>
                    <a:lnTo>
                      <a:pt x="0" y="96"/>
                    </a:lnTo>
                    <a:lnTo>
                      <a:pt x="26" y="107"/>
                    </a:lnTo>
                    <a:lnTo>
                      <a:pt x="53" y="118"/>
                    </a:lnTo>
                    <a:lnTo>
                      <a:pt x="92" y="22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51" name=""/>
              <p:cNvSpPr/>
              <p:nvPr/>
            </p:nvSpPr>
            <p:spPr>
              <a:xfrm rot="0">
                <a:off x="1022" y="3206"/>
                <a:ext cx="6" cy="2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26" y="11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52" name=""/>
              <p:cNvSpPr/>
              <p:nvPr/>
            </p:nvSpPr>
            <p:spPr>
              <a:xfrm rot="0">
                <a:off x="1022" y="320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53" name=""/>
              <p:cNvSpPr/>
              <p:nvPr/>
            </p:nvSpPr>
            <p:spPr>
              <a:xfrm rot="0">
                <a:off x="1013" y="3206"/>
                <a:ext cx="22" cy="29"/>
              </a:xfrm>
              <a:custGeom>
                <a:avLst/>
                <a:ahLst/>
                <a:rect l="0" t="0" r="r" b="b"/>
                <a:pathLst>
                  <a:path w="86" h="115">
                    <a:moveTo>
                      <a:pt x="86" y="17"/>
                    </a:moveTo>
                    <a:lnTo>
                      <a:pt x="59" y="9"/>
                    </a:lnTo>
                    <a:lnTo>
                      <a:pt x="33" y="0"/>
                    </a:lnTo>
                    <a:lnTo>
                      <a:pt x="0" y="98"/>
                    </a:lnTo>
                    <a:lnTo>
                      <a:pt x="26" y="106"/>
                    </a:lnTo>
                    <a:lnTo>
                      <a:pt x="53" y="115"/>
                    </a:lnTo>
                    <a:lnTo>
                      <a:pt x="86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54" name=""/>
              <p:cNvSpPr/>
              <p:nvPr/>
            </p:nvSpPr>
            <p:spPr>
              <a:xfrm rot="0">
                <a:off x="1013" y="3206"/>
                <a:ext cx="22" cy="29"/>
              </a:xfrm>
              <a:custGeom>
                <a:avLst/>
                <a:ahLst/>
                <a:rect l="0" t="0" r="r" b="b"/>
                <a:pathLst>
                  <a:path w="86" h="115">
                    <a:moveTo>
                      <a:pt x="86" y="17"/>
                    </a:moveTo>
                    <a:lnTo>
                      <a:pt x="59" y="9"/>
                    </a:lnTo>
                    <a:lnTo>
                      <a:pt x="33" y="0"/>
                    </a:lnTo>
                    <a:lnTo>
                      <a:pt x="0" y="98"/>
                    </a:lnTo>
                    <a:lnTo>
                      <a:pt x="26" y="106"/>
                    </a:lnTo>
                    <a:lnTo>
                      <a:pt x="53" y="115"/>
                    </a:lnTo>
                    <a:lnTo>
                      <a:pt x="86" y="1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55" name=""/>
              <p:cNvSpPr/>
              <p:nvPr/>
            </p:nvSpPr>
            <p:spPr>
              <a:xfrm rot="0">
                <a:off x="1013" y="3231"/>
                <a:ext cx="7" cy="2"/>
              </a:xfrm>
              <a:custGeom>
                <a:avLst/>
                <a:ahLst/>
                <a:rect l="0" t="0" r="r" b="b"/>
                <a:pathLst>
                  <a:path w="26" h="8">
                    <a:moveTo>
                      <a:pt x="26" y="8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6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56" name=""/>
              <p:cNvSpPr/>
              <p:nvPr/>
            </p:nvSpPr>
            <p:spPr>
              <a:xfrm rot="0">
                <a:off x="1013" y="323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57" name=""/>
              <p:cNvSpPr/>
              <p:nvPr/>
            </p:nvSpPr>
            <p:spPr>
              <a:xfrm rot="0">
                <a:off x="1006" y="3231"/>
                <a:ext cx="21" cy="28"/>
              </a:xfrm>
              <a:custGeom>
                <a:avLst/>
                <a:ahLst/>
                <a:rect l="0" t="0" r="r" b="b"/>
                <a:pathLst>
                  <a:path w="82" h="114">
                    <a:moveTo>
                      <a:pt x="82" y="15"/>
                    </a:moveTo>
                    <a:lnTo>
                      <a:pt x="55" y="7"/>
                    </a:lnTo>
                    <a:lnTo>
                      <a:pt x="29" y="0"/>
                    </a:lnTo>
                    <a:lnTo>
                      <a:pt x="0" y="98"/>
                    </a:lnTo>
                    <a:lnTo>
                      <a:pt x="27" y="106"/>
                    </a:lnTo>
                    <a:lnTo>
                      <a:pt x="53" y="114"/>
                    </a:lnTo>
                    <a:lnTo>
                      <a:pt x="82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58" name=""/>
              <p:cNvSpPr/>
              <p:nvPr/>
            </p:nvSpPr>
            <p:spPr>
              <a:xfrm rot="0">
                <a:off x="1006" y="3231"/>
                <a:ext cx="21" cy="28"/>
              </a:xfrm>
              <a:custGeom>
                <a:avLst/>
                <a:ahLst/>
                <a:rect l="0" t="0" r="r" b="b"/>
                <a:pathLst>
                  <a:path w="82" h="114">
                    <a:moveTo>
                      <a:pt x="82" y="15"/>
                    </a:moveTo>
                    <a:lnTo>
                      <a:pt x="55" y="7"/>
                    </a:lnTo>
                    <a:lnTo>
                      <a:pt x="29" y="0"/>
                    </a:lnTo>
                    <a:lnTo>
                      <a:pt x="0" y="98"/>
                    </a:lnTo>
                    <a:lnTo>
                      <a:pt x="27" y="106"/>
                    </a:lnTo>
                    <a:lnTo>
                      <a:pt x="53" y="114"/>
                    </a:lnTo>
                    <a:lnTo>
                      <a:pt x="82" y="1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59" name=""/>
              <p:cNvSpPr/>
              <p:nvPr/>
            </p:nvSpPr>
            <p:spPr>
              <a:xfrm rot="0">
                <a:off x="1006" y="3256"/>
                <a:ext cx="7" cy="2"/>
              </a:xfrm>
              <a:custGeom>
                <a:avLst/>
                <a:ahLst/>
                <a:rect l="0" t="0" r="r" b="b"/>
                <a:pathLst>
                  <a:path w="28" h="8">
                    <a:moveTo>
                      <a:pt x="28" y="8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8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60" name=""/>
              <p:cNvSpPr/>
              <p:nvPr/>
            </p:nvSpPr>
            <p:spPr>
              <a:xfrm rot="0" flipH="1">
                <a:off x="1006" y="325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61" name=""/>
              <p:cNvSpPr/>
              <p:nvPr/>
            </p:nvSpPr>
            <p:spPr>
              <a:xfrm rot="0">
                <a:off x="1001" y="3256"/>
                <a:ext cx="19" cy="28"/>
              </a:xfrm>
              <a:custGeom>
                <a:avLst/>
                <a:ahLst/>
                <a:rect l="0" t="0" r="r" b="b"/>
                <a:pathLst>
                  <a:path w="77" h="112">
                    <a:moveTo>
                      <a:pt x="77" y="11"/>
                    </a:moveTo>
                    <a:lnTo>
                      <a:pt x="50" y="5"/>
                    </a:lnTo>
                    <a:lnTo>
                      <a:pt x="22" y="0"/>
                    </a:lnTo>
                    <a:lnTo>
                      <a:pt x="0" y="101"/>
                    </a:lnTo>
                    <a:lnTo>
                      <a:pt x="28" y="106"/>
                    </a:lnTo>
                    <a:lnTo>
                      <a:pt x="55" y="112"/>
                    </a:lnTo>
                    <a:lnTo>
                      <a:pt x="77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62" name=""/>
              <p:cNvSpPr/>
              <p:nvPr/>
            </p:nvSpPr>
            <p:spPr>
              <a:xfrm rot="0">
                <a:off x="1001" y="3256"/>
                <a:ext cx="19" cy="28"/>
              </a:xfrm>
              <a:custGeom>
                <a:avLst/>
                <a:ahLst/>
                <a:rect l="0" t="0" r="r" b="b"/>
                <a:pathLst>
                  <a:path w="77" h="112">
                    <a:moveTo>
                      <a:pt x="77" y="11"/>
                    </a:moveTo>
                    <a:lnTo>
                      <a:pt x="50" y="5"/>
                    </a:lnTo>
                    <a:lnTo>
                      <a:pt x="22" y="0"/>
                    </a:lnTo>
                    <a:lnTo>
                      <a:pt x="0" y="101"/>
                    </a:lnTo>
                    <a:lnTo>
                      <a:pt x="28" y="106"/>
                    </a:lnTo>
                    <a:lnTo>
                      <a:pt x="55" y="112"/>
                    </a:lnTo>
                    <a:lnTo>
                      <a:pt x="77" y="11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63" name=""/>
              <p:cNvSpPr/>
              <p:nvPr/>
            </p:nvSpPr>
            <p:spPr>
              <a:xfrm rot="0">
                <a:off x="1001" y="3281"/>
                <a:ext cx="6" cy="2"/>
              </a:xfrm>
              <a:custGeom>
                <a:avLst/>
                <a:ahLst/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8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64" name=""/>
              <p:cNvSpPr/>
              <p:nvPr/>
            </p:nvSpPr>
            <p:spPr>
              <a:xfrm rot="0">
                <a:off x="1001" y="32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65" name=""/>
              <p:cNvSpPr/>
              <p:nvPr/>
            </p:nvSpPr>
            <p:spPr>
              <a:xfrm rot="0">
                <a:off x="996" y="3282"/>
                <a:ext cx="18" cy="27"/>
              </a:xfrm>
              <a:custGeom>
                <a:avLst/>
                <a:ahLst/>
                <a:rect l="0" t="0" r="r" b="b"/>
                <a:pathLst>
                  <a:path w="72" h="111">
                    <a:moveTo>
                      <a:pt x="72" y="9"/>
                    </a:moveTo>
                    <a:lnTo>
                      <a:pt x="45" y="4"/>
                    </a:lnTo>
                    <a:lnTo>
                      <a:pt x="17" y="0"/>
                    </a:lnTo>
                    <a:lnTo>
                      <a:pt x="0" y="102"/>
                    </a:lnTo>
                    <a:lnTo>
                      <a:pt x="27" y="106"/>
                    </a:lnTo>
                    <a:lnTo>
                      <a:pt x="55" y="111"/>
                    </a:lnTo>
                    <a:lnTo>
                      <a:pt x="72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66" name=""/>
              <p:cNvSpPr/>
              <p:nvPr/>
            </p:nvSpPr>
            <p:spPr>
              <a:xfrm rot="0">
                <a:off x="996" y="3282"/>
                <a:ext cx="18" cy="27"/>
              </a:xfrm>
              <a:custGeom>
                <a:avLst/>
                <a:ahLst/>
                <a:rect l="0" t="0" r="r" b="b"/>
                <a:pathLst>
                  <a:path w="72" h="111">
                    <a:moveTo>
                      <a:pt x="72" y="9"/>
                    </a:moveTo>
                    <a:lnTo>
                      <a:pt x="45" y="4"/>
                    </a:lnTo>
                    <a:lnTo>
                      <a:pt x="17" y="0"/>
                    </a:lnTo>
                    <a:lnTo>
                      <a:pt x="0" y="102"/>
                    </a:lnTo>
                    <a:lnTo>
                      <a:pt x="27" y="106"/>
                    </a:lnTo>
                    <a:lnTo>
                      <a:pt x="55" y="111"/>
                    </a:lnTo>
                    <a:lnTo>
                      <a:pt x="72" y="9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67" name=""/>
              <p:cNvSpPr/>
              <p:nvPr/>
            </p:nvSpPr>
            <p:spPr>
              <a:xfrm rot="0">
                <a:off x="996" y="3307"/>
                <a:ext cx="7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27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68" name=""/>
              <p:cNvSpPr/>
              <p:nvPr/>
            </p:nvSpPr>
            <p:spPr>
              <a:xfrm rot="0">
                <a:off x="996" y="330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69" name=""/>
              <p:cNvSpPr/>
              <p:nvPr/>
            </p:nvSpPr>
            <p:spPr>
              <a:xfrm rot="0">
                <a:off x="993" y="3307"/>
                <a:ext cx="17" cy="28"/>
              </a:xfrm>
              <a:custGeom>
                <a:avLst/>
                <a:ahLst/>
                <a:rect l="0" t="0" r="r" b="b"/>
                <a:pathLst>
                  <a:path w="66" h="109">
                    <a:moveTo>
                      <a:pt x="66" y="7"/>
                    </a:moveTo>
                    <a:lnTo>
                      <a:pt x="38" y="3"/>
                    </a:lnTo>
                    <a:lnTo>
                      <a:pt x="11" y="0"/>
                    </a:lnTo>
                    <a:lnTo>
                      <a:pt x="0" y="102"/>
                    </a:lnTo>
                    <a:lnTo>
                      <a:pt x="27" y="105"/>
                    </a:lnTo>
                    <a:lnTo>
                      <a:pt x="55" y="109"/>
                    </a:lnTo>
                    <a:lnTo>
                      <a:pt x="66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70" name=""/>
              <p:cNvSpPr/>
              <p:nvPr/>
            </p:nvSpPr>
            <p:spPr>
              <a:xfrm rot="0">
                <a:off x="993" y="3307"/>
                <a:ext cx="17" cy="28"/>
              </a:xfrm>
              <a:custGeom>
                <a:avLst/>
                <a:ahLst/>
                <a:rect l="0" t="0" r="r" b="b"/>
                <a:pathLst>
                  <a:path w="66" h="109">
                    <a:moveTo>
                      <a:pt x="66" y="7"/>
                    </a:moveTo>
                    <a:lnTo>
                      <a:pt x="38" y="3"/>
                    </a:lnTo>
                    <a:lnTo>
                      <a:pt x="11" y="0"/>
                    </a:lnTo>
                    <a:lnTo>
                      <a:pt x="0" y="102"/>
                    </a:lnTo>
                    <a:lnTo>
                      <a:pt x="27" y="105"/>
                    </a:lnTo>
                    <a:lnTo>
                      <a:pt x="55" y="109"/>
                    </a:lnTo>
                    <a:lnTo>
                      <a:pt x="66" y="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71" name=""/>
              <p:cNvSpPr/>
              <p:nvPr/>
            </p:nvSpPr>
            <p:spPr>
              <a:xfrm rot="0">
                <a:off x="993" y="3333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72" name=""/>
              <p:cNvSpPr/>
              <p:nvPr/>
            </p:nvSpPr>
            <p:spPr>
              <a:xfrm rot="0">
                <a:off x="993" y="33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73" name=""/>
              <p:cNvSpPr/>
              <p:nvPr/>
            </p:nvSpPr>
            <p:spPr>
              <a:xfrm rot="0">
                <a:off x="992" y="3333"/>
                <a:ext cx="15" cy="27"/>
              </a:xfrm>
              <a:custGeom>
                <a:avLst/>
                <a:ahLst/>
                <a:rect l="0" t="0" r="r" b="b"/>
                <a:pathLst>
                  <a:path w="62" h="108">
                    <a:moveTo>
                      <a:pt x="62" y="5"/>
                    </a:moveTo>
                    <a:lnTo>
                      <a:pt x="34" y="2"/>
                    </a:lnTo>
                    <a:lnTo>
                      <a:pt x="7" y="0"/>
                    </a:lnTo>
                    <a:lnTo>
                      <a:pt x="0" y="103"/>
                    </a:lnTo>
                    <a:lnTo>
                      <a:pt x="28" y="106"/>
                    </a:lnTo>
                    <a:lnTo>
                      <a:pt x="55" y="108"/>
                    </a:lnTo>
                    <a:lnTo>
                      <a:pt x="62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74" name=""/>
              <p:cNvSpPr/>
              <p:nvPr/>
            </p:nvSpPr>
            <p:spPr>
              <a:xfrm rot="0">
                <a:off x="992" y="3333"/>
                <a:ext cx="15" cy="27"/>
              </a:xfrm>
              <a:custGeom>
                <a:avLst/>
                <a:ahLst/>
                <a:rect l="0" t="0" r="r" b="b"/>
                <a:pathLst>
                  <a:path w="62" h="108">
                    <a:moveTo>
                      <a:pt x="62" y="5"/>
                    </a:moveTo>
                    <a:lnTo>
                      <a:pt x="34" y="2"/>
                    </a:lnTo>
                    <a:lnTo>
                      <a:pt x="7" y="0"/>
                    </a:lnTo>
                    <a:lnTo>
                      <a:pt x="0" y="103"/>
                    </a:lnTo>
                    <a:lnTo>
                      <a:pt x="28" y="106"/>
                    </a:lnTo>
                    <a:lnTo>
                      <a:pt x="55" y="108"/>
                    </a:lnTo>
                    <a:lnTo>
                      <a:pt x="62" y="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75" name=""/>
              <p:cNvSpPr/>
              <p:nvPr/>
            </p:nvSpPr>
            <p:spPr>
              <a:xfrm rot="0">
                <a:off x="992" y="3359"/>
                <a:ext cx="7" cy="1"/>
              </a:xfrm>
              <a:custGeom>
                <a:avLst/>
                <a:ahLst/>
                <a:rect l="0" t="0" r="r" b="b"/>
                <a:pathLst>
                  <a:path w="28" h="3">
                    <a:moveTo>
                      <a:pt x="28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8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76" name=""/>
              <p:cNvSpPr/>
              <p:nvPr/>
            </p:nvSpPr>
            <p:spPr>
              <a:xfrm rot="0">
                <a:off x="992" y="335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77" name=""/>
              <p:cNvSpPr/>
              <p:nvPr/>
            </p:nvSpPr>
            <p:spPr>
              <a:xfrm rot="0">
                <a:off x="992" y="3360"/>
                <a:ext cx="14" cy="25"/>
              </a:xfrm>
              <a:custGeom>
                <a:avLst/>
                <a:ahLst/>
                <a:rect l="0" t="0" r="r" b="b"/>
                <a:pathLst>
                  <a:path w="56" h="103">
                    <a:moveTo>
                      <a:pt x="56" y="0"/>
                    </a:moveTo>
                    <a:lnTo>
                      <a:pt x="29" y="0"/>
                    </a:lnTo>
                    <a:lnTo>
                      <a:pt x="1" y="0"/>
                    </a:lnTo>
                    <a:lnTo>
                      <a:pt x="0" y="103"/>
                    </a:lnTo>
                    <a:lnTo>
                      <a:pt x="28" y="103"/>
                    </a:lnTo>
                    <a:lnTo>
                      <a:pt x="55" y="103"/>
                    </a:lnTo>
                    <a:lnTo>
                      <a:pt x="5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78" name=""/>
              <p:cNvSpPr/>
              <p:nvPr/>
            </p:nvSpPr>
            <p:spPr>
              <a:xfrm rot="0">
                <a:off x="992" y="3360"/>
                <a:ext cx="14" cy="25"/>
              </a:xfrm>
              <a:custGeom>
                <a:avLst/>
                <a:ahLst/>
                <a:rect l="0" t="0" r="r" b="b"/>
                <a:pathLst>
                  <a:path w="56" h="103">
                    <a:moveTo>
                      <a:pt x="56" y="0"/>
                    </a:moveTo>
                    <a:lnTo>
                      <a:pt x="29" y="0"/>
                    </a:lnTo>
                    <a:lnTo>
                      <a:pt x="1" y="0"/>
                    </a:lnTo>
                    <a:lnTo>
                      <a:pt x="0" y="103"/>
                    </a:lnTo>
                    <a:lnTo>
                      <a:pt x="28" y="103"/>
                    </a:lnTo>
                    <a:lnTo>
                      <a:pt x="55" y="103"/>
                    </a:lnTo>
                    <a:lnTo>
                      <a:pt x="5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79" name=""/>
              <p:cNvSpPr/>
              <p:nvPr/>
            </p:nvSpPr>
            <p:spPr>
              <a:xfrm rot="0">
                <a:off x="992" y="3385"/>
                <a:ext cx="6" cy="1"/>
              </a:xfrm>
              <a:custGeom>
                <a:avLst/>
                <a:ahLst/>
                <a:rect l="0" t="0" r="r" b="b"/>
                <a:pathLst>
                  <a:path w="28" h="1">
                    <a:moveTo>
                      <a:pt x="28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80" name=""/>
              <p:cNvSpPr/>
              <p:nvPr/>
            </p:nvSpPr>
            <p:spPr>
              <a:xfrm rot="0">
                <a:off x="992" y="338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81" name=""/>
              <p:cNvSpPr/>
              <p:nvPr/>
            </p:nvSpPr>
            <p:spPr>
              <a:xfrm rot="0">
                <a:off x="992" y="3385"/>
                <a:ext cx="15" cy="27"/>
              </a:xfrm>
              <a:custGeom>
                <a:avLst/>
                <a:ahLst/>
                <a:rect l="0" t="0" r="r" b="b"/>
                <a:pathLst>
                  <a:path w="61" h="105">
                    <a:moveTo>
                      <a:pt x="55" y="0"/>
                    </a:moveTo>
                    <a:lnTo>
                      <a:pt x="28" y="1"/>
                    </a:lnTo>
                    <a:lnTo>
                      <a:pt x="0" y="2"/>
                    </a:lnTo>
                    <a:lnTo>
                      <a:pt x="6" y="105"/>
                    </a:lnTo>
                    <a:lnTo>
                      <a:pt x="33" y="104"/>
                    </a:lnTo>
                    <a:lnTo>
                      <a:pt x="61" y="103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82" name=""/>
              <p:cNvSpPr/>
              <p:nvPr/>
            </p:nvSpPr>
            <p:spPr>
              <a:xfrm rot="0">
                <a:off x="992" y="3385"/>
                <a:ext cx="15" cy="27"/>
              </a:xfrm>
              <a:custGeom>
                <a:avLst/>
                <a:ahLst/>
                <a:rect l="0" t="0" r="r" b="b"/>
                <a:pathLst>
                  <a:path w="61" h="105">
                    <a:moveTo>
                      <a:pt x="55" y="0"/>
                    </a:moveTo>
                    <a:lnTo>
                      <a:pt x="28" y="1"/>
                    </a:lnTo>
                    <a:lnTo>
                      <a:pt x="0" y="2"/>
                    </a:lnTo>
                    <a:lnTo>
                      <a:pt x="6" y="105"/>
                    </a:lnTo>
                    <a:lnTo>
                      <a:pt x="33" y="104"/>
                    </a:lnTo>
                    <a:lnTo>
                      <a:pt x="61" y="103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83" name=""/>
              <p:cNvSpPr/>
              <p:nvPr/>
            </p:nvSpPr>
            <p:spPr>
              <a:xfrm rot="0">
                <a:off x="993" y="3411"/>
                <a:ext cx="7" cy="1"/>
              </a:xfrm>
              <a:custGeom>
                <a:avLst/>
                <a:ahLst/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84" name=""/>
              <p:cNvSpPr/>
              <p:nvPr/>
            </p:nvSpPr>
            <p:spPr>
              <a:xfrm rot="0">
                <a:off x="993" y="341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85" name=""/>
              <p:cNvSpPr/>
              <p:nvPr/>
            </p:nvSpPr>
            <p:spPr>
              <a:xfrm rot="0">
                <a:off x="993" y="3410"/>
                <a:ext cx="16" cy="28"/>
              </a:xfrm>
              <a:custGeom>
                <a:avLst/>
                <a:ahLst/>
                <a:rect l="0" t="0" r="r" b="b"/>
                <a:pathLst>
                  <a:path w="66" h="109">
                    <a:moveTo>
                      <a:pt x="55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11" y="109"/>
                    </a:lnTo>
                    <a:lnTo>
                      <a:pt x="38" y="106"/>
                    </a:lnTo>
                    <a:lnTo>
                      <a:pt x="66" y="103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86" name=""/>
              <p:cNvSpPr/>
              <p:nvPr/>
            </p:nvSpPr>
            <p:spPr>
              <a:xfrm rot="0">
                <a:off x="993" y="3410"/>
                <a:ext cx="16" cy="28"/>
              </a:xfrm>
              <a:custGeom>
                <a:avLst/>
                <a:ahLst/>
                <a:rect l="0" t="0" r="r" b="b"/>
                <a:pathLst>
                  <a:path w="66" h="109">
                    <a:moveTo>
                      <a:pt x="55" y="0"/>
                    </a:moveTo>
                    <a:lnTo>
                      <a:pt x="27" y="3"/>
                    </a:lnTo>
                    <a:lnTo>
                      <a:pt x="0" y="6"/>
                    </a:lnTo>
                    <a:lnTo>
                      <a:pt x="11" y="109"/>
                    </a:lnTo>
                    <a:lnTo>
                      <a:pt x="38" y="106"/>
                    </a:lnTo>
                    <a:lnTo>
                      <a:pt x="66" y="103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87" name=""/>
              <p:cNvSpPr/>
              <p:nvPr/>
            </p:nvSpPr>
            <p:spPr>
              <a:xfrm rot="0">
                <a:off x="996" y="3437"/>
                <a:ext cx="7" cy="1"/>
              </a:xfrm>
              <a:custGeom>
                <a:avLst/>
                <a:ahLst/>
                <a:rect l="0" t="0" r="r" b="b"/>
                <a:pathLst>
                  <a:path w="27" h="4">
                    <a:moveTo>
                      <a:pt x="27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88" name=""/>
              <p:cNvSpPr/>
              <p:nvPr/>
            </p:nvSpPr>
            <p:spPr>
              <a:xfrm rot="0">
                <a:off x="996" y="343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89" name=""/>
              <p:cNvSpPr/>
              <p:nvPr/>
            </p:nvSpPr>
            <p:spPr>
              <a:xfrm rot="0">
                <a:off x="996" y="3436"/>
                <a:ext cx="17" cy="28"/>
              </a:xfrm>
              <a:custGeom>
                <a:avLst/>
                <a:ahLst/>
                <a:rect l="0" t="0" r="r" b="b"/>
                <a:pathLst>
                  <a:path w="70" h="111">
                    <a:moveTo>
                      <a:pt x="55" y="0"/>
                    </a:moveTo>
                    <a:lnTo>
                      <a:pt x="27" y="4"/>
                    </a:lnTo>
                    <a:lnTo>
                      <a:pt x="0" y="8"/>
                    </a:lnTo>
                    <a:lnTo>
                      <a:pt x="15" y="111"/>
                    </a:lnTo>
                    <a:lnTo>
                      <a:pt x="42" y="106"/>
                    </a:lnTo>
                    <a:lnTo>
                      <a:pt x="70" y="102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90" name=""/>
              <p:cNvSpPr/>
              <p:nvPr/>
            </p:nvSpPr>
            <p:spPr>
              <a:xfrm rot="0">
                <a:off x="996" y="3436"/>
                <a:ext cx="17" cy="28"/>
              </a:xfrm>
              <a:custGeom>
                <a:avLst/>
                <a:ahLst/>
                <a:rect l="0" t="0" r="r" b="b"/>
                <a:pathLst>
                  <a:path w="70" h="111">
                    <a:moveTo>
                      <a:pt x="55" y="0"/>
                    </a:moveTo>
                    <a:lnTo>
                      <a:pt x="27" y="4"/>
                    </a:lnTo>
                    <a:lnTo>
                      <a:pt x="0" y="8"/>
                    </a:lnTo>
                    <a:lnTo>
                      <a:pt x="15" y="111"/>
                    </a:lnTo>
                    <a:lnTo>
                      <a:pt x="42" y="106"/>
                    </a:lnTo>
                    <a:lnTo>
                      <a:pt x="70" y="102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91" name=""/>
              <p:cNvSpPr/>
              <p:nvPr/>
            </p:nvSpPr>
            <p:spPr>
              <a:xfrm rot="0">
                <a:off x="999" y="3463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27" y="0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92" name=""/>
              <p:cNvSpPr/>
              <p:nvPr/>
            </p:nvSpPr>
            <p:spPr>
              <a:xfrm rot="0">
                <a:off x="999" y="346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93" name=""/>
              <p:cNvSpPr/>
              <p:nvPr/>
            </p:nvSpPr>
            <p:spPr>
              <a:xfrm rot="0">
                <a:off x="999" y="3461"/>
                <a:ext cx="20" cy="28"/>
              </a:xfrm>
              <a:custGeom>
                <a:avLst/>
                <a:ahLst/>
                <a:rect l="0" t="0" r="r" b="b"/>
                <a:pathLst>
                  <a:path w="77" h="112">
                    <a:moveTo>
                      <a:pt x="55" y="0"/>
                    </a:moveTo>
                    <a:lnTo>
                      <a:pt x="27" y="5"/>
                    </a:lnTo>
                    <a:lnTo>
                      <a:pt x="0" y="11"/>
                    </a:lnTo>
                    <a:lnTo>
                      <a:pt x="22" y="112"/>
                    </a:lnTo>
                    <a:lnTo>
                      <a:pt x="49" y="106"/>
                    </a:lnTo>
                    <a:lnTo>
                      <a:pt x="77" y="101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94" name=""/>
              <p:cNvSpPr/>
              <p:nvPr/>
            </p:nvSpPr>
            <p:spPr>
              <a:xfrm rot="0">
                <a:off x="999" y="3461"/>
                <a:ext cx="20" cy="28"/>
              </a:xfrm>
              <a:custGeom>
                <a:avLst/>
                <a:ahLst/>
                <a:rect l="0" t="0" r="r" b="b"/>
                <a:pathLst>
                  <a:path w="77" h="112">
                    <a:moveTo>
                      <a:pt x="55" y="0"/>
                    </a:moveTo>
                    <a:lnTo>
                      <a:pt x="27" y="5"/>
                    </a:lnTo>
                    <a:lnTo>
                      <a:pt x="0" y="11"/>
                    </a:lnTo>
                    <a:lnTo>
                      <a:pt x="22" y="112"/>
                    </a:lnTo>
                    <a:lnTo>
                      <a:pt x="49" y="106"/>
                    </a:lnTo>
                    <a:lnTo>
                      <a:pt x="77" y="101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95" name=""/>
              <p:cNvSpPr/>
              <p:nvPr/>
            </p:nvSpPr>
            <p:spPr>
              <a:xfrm rot="0">
                <a:off x="1005" y="3488"/>
                <a:ext cx="7" cy="2"/>
              </a:xfrm>
              <a:custGeom>
                <a:avLst/>
                <a:ahLst/>
                <a:rect l="0" t="0" r="r" b="b"/>
                <a:pathLst>
                  <a:path w="27" h="8">
                    <a:moveTo>
                      <a:pt x="27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96" name=""/>
              <p:cNvSpPr/>
              <p:nvPr/>
            </p:nvSpPr>
            <p:spPr>
              <a:xfrm rot="0">
                <a:off x="1005" y="348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97" name=""/>
              <p:cNvSpPr/>
              <p:nvPr/>
            </p:nvSpPr>
            <p:spPr>
              <a:xfrm rot="0">
                <a:off x="1005" y="3486"/>
                <a:ext cx="21" cy="28"/>
              </a:xfrm>
              <a:custGeom>
                <a:avLst/>
                <a:ahLst/>
                <a:rect l="0" t="0" r="r" b="b"/>
                <a:pathLst>
                  <a:path w="82" h="114">
                    <a:moveTo>
                      <a:pt x="55" y="0"/>
                    </a:moveTo>
                    <a:lnTo>
                      <a:pt x="27" y="7"/>
                    </a:lnTo>
                    <a:lnTo>
                      <a:pt x="0" y="15"/>
                    </a:lnTo>
                    <a:lnTo>
                      <a:pt x="27" y="114"/>
                    </a:lnTo>
                    <a:lnTo>
                      <a:pt x="55" y="106"/>
                    </a:lnTo>
                    <a:lnTo>
                      <a:pt x="82" y="98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498" name=""/>
              <p:cNvSpPr/>
              <p:nvPr/>
            </p:nvSpPr>
            <p:spPr>
              <a:xfrm rot="0">
                <a:off x="1005" y="3486"/>
                <a:ext cx="21" cy="28"/>
              </a:xfrm>
              <a:custGeom>
                <a:avLst/>
                <a:ahLst/>
                <a:rect l="0" t="0" r="r" b="b"/>
                <a:pathLst>
                  <a:path w="82" h="114">
                    <a:moveTo>
                      <a:pt x="55" y="0"/>
                    </a:moveTo>
                    <a:lnTo>
                      <a:pt x="27" y="7"/>
                    </a:lnTo>
                    <a:lnTo>
                      <a:pt x="0" y="15"/>
                    </a:lnTo>
                    <a:lnTo>
                      <a:pt x="27" y="114"/>
                    </a:lnTo>
                    <a:lnTo>
                      <a:pt x="55" y="106"/>
                    </a:lnTo>
                    <a:lnTo>
                      <a:pt x="82" y="98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499" name=""/>
              <p:cNvSpPr/>
              <p:nvPr/>
            </p:nvSpPr>
            <p:spPr>
              <a:xfrm rot="0">
                <a:off x="1012" y="3513"/>
                <a:ext cx="7" cy="2"/>
              </a:xfrm>
              <a:custGeom>
                <a:avLst/>
                <a:ahLst/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0" y="8"/>
                    </a:lnTo>
                    <a:lnTo>
                      <a:pt x="1" y="9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00" name=""/>
              <p:cNvSpPr/>
              <p:nvPr/>
            </p:nvSpPr>
            <p:spPr>
              <a:xfrm rot="0">
                <a:off x="1012" y="351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01" name=""/>
              <p:cNvSpPr/>
              <p:nvPr/>
            </p:nvSpPr>
            <p:spPr>
              <a:xfrm rot="0">
                <a:off x="1012" y="3510"/>
                <a:ext cx="21" cy="29"/>
              </a:xfrm>
              <a:custGeom>
                <a:avLst/>
                <a:ahLst/>
                <a:rect l="0" t="0" r="r" b="b"/>
                <a:pathLst>
                  <a:path w="85" h="117">
                    <a:moveTo>
                      <a:pt x="53" y="0"/>
                    </a:moveTo>
                    <a:lnTo>
                      <a:pt x="27" y="9"/>
                    </a:lnTo>
                    <a:lnTo>
                      <a:pt x="0" y="18"/>
                    </a:lnTo>
                    <a:lnTo>
                      <a:pt x="32" y="117"/>
                    </a:lnTo>
                    <a:lnTo>
                      <a:pt x="59" y="108"/>
                    </a:lnTo>
                    <a:lnTo>
                      <a:pt x="85" y="99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02" name=""/>
              <p:cNvSpPr/>
              <p:nvPr/>
            </p:nvSpPr>
            <p:spPr>
              <a:xfrm rot="0">
                <a:off x="1012" y="3510"/>
                <a:ext cx="21" cy="29"/>
              </a:xfrm>
              <a:custGeom>
                <a:avLst/>
                <a:ahLst/>
                <a:rect l="0" t="0" r="r" b="b"/>
                <a:pathLst>
                  <a:path w="85" h="117">
                    <a:moveTo>
                      <a:pt x="53" y="0"/>
                    </a:moveTo>
                    <a:lnTo>
                      <a:pt x="27" y="9"/>
                    </a:lnTo>
                    <a:lnTo>
                      <a:pt x="0" y="18"/>
                    </a:lnTo>
                    <a:lnTo>
                      <a:pt x="32" y="117"/>
                    </a:lnTo>
                    <a:lnTo>
                      <a:pt x="59" y="108"/>
                    </a:lnTo>
                    <a:lnTo>
                      <a:pt x="85" y="99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03" name=""/>
              <p:cNvSpPr/>
              <p:nvPr/>
            </p:nvSpPr>
            <p:spPr>
              <a:xfrm rot="0">
                <a:off x="1020" y="3537"/>
                <a:ext cx="7" cy="3"/>
              </a:xfrm>
              <a:custGeom>
                <a:avLst/>
                <a:ahLst/>
                <a:rect l="0" t="0" r="r" b="b"/>
                <a:pathLst>
                  <a:path w="27" h="10">
                    <a:moveTo>
                      <a:pt x="27" y="0"/>
                    </a:moveTo>
                    <a:lnTo>
                      <a:pt x="0" y="9"/>
                    </a:lnTo>
                    <a:lnTo>
                      <a:pt x="0" y="1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04" name=""/>
              <p:cNvSpPr/>
              <p:nvPr/>
            </p:nvSpPr>
            <p:spPr>
              <a:xfrm rot="0">
                <a:off x="1020" y="3539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05" name=""/>
              <p:cNvSpPr/>
              <p:nvPr/>
            </p:nvSpPr>
            <p:spPr>
              <a:xfrm rot="0">
                <a:off x="1020" y="3535"/>
                <a:ext cx="23" cy="29"/>
              </a:xfrm>
              <a:custGeom>
                <a:avLst/>
                <a:ahLst/>
                <a:rect l="0" t="0" r="r" b="b"/>
                <a:pathLst>
                  <a:path w="90" h="115">
                    <a:moveTo>
                      <a:pt x="53" y="0"/>
                    </a:moveTo>
                    <a:lnTo>
                      <a:pt x="27" y="10"/>
                    </a:lnTo>
                    <a:lnTo>
                      <a:pt x="0" y="20"/>
                    </a:lnTo>
                    <a:lnTo>
                      <a:pt x="38" y="115"/>
                    </a:lnTo>
                    <a:lnTo>
                      <a:pt x="64" y="105"/>
                    </a:lnTo>
                    <a:lnTo>
                      <a:pt x="90" y="95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06" name=""/>
              <p:cNvSpPr/>
              <p:nvPr/>
            </p:nvSpPr>
            <p:spPr>
              <a:xfrm rot="0">
                <a:off x="1020" y="3535"/>
                <a:ext cx="23" cy="29"/>
              </a:xfrm>
              <a:custGeom>
                <a:avLst/>
                <a:ahLst/>
                <a:rect l="0" t="0" r="r" b="b"/>
                <a:pathLst>
                  <a:path w="90" h="115">
                    <a:moveTo>
                      <a:pt x="53" y="0"/>
                    </a:moveTo>
                    <a:lnTo>
                      <a:pt x="27" y="10"/>
                    </a:lnTo>
                    <a:lnTo>
                      <a:pt x="0" y="20"/>
                    </a:lnTo>
                    <a:lnTo>
                      <a:pt x="38" y="115"/>
                    </a:lnTo>
                    <a:lnTo>
                      <a:pt x="64" y="105"/>
                    </a:lnTo>
                    <a:lnTo>
                      <a:pt x="90" y="95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07" name=""/>
              <p:cNvSpPr/>
              <p:nvPr/>
            </p:nvSpPr>
            <p:spPr>
              <a:xfrm rot="0">
                <a:off x="1029" y="3561"/>
                <a:ext cx="7" cy="3"/>
              </a:xfrm>
              <a:custGeom>
                <a:avLst/>
                <a:ahLst/>
                <a:rect l="0" t="0" r="r" b="b"/>
                <a:pathLst>
                  <a:path w="26" h="12">
                    <a:moveTo>
                      <a:pt x="26" y="0"/>
                    </a:moveTo>
                    <a:lnTo>
                      <a:pt x="0" y="10"/>
                    </a:lnTo>
                    <a:lnTo>
                      <a:pt x="1" y="12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08" name=""/>
              <p:cNvSpPr/>
              <p:nvPr/>
            </p:nvSpPr>
            <p:spPr>
              <a:xfrm rot="0">
                <a:off x="1029" y="3564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09" name=""/>
              <p:cNvSpPr/>
              <p:nvPr/>
            </p:nvSpPr>
            <p:spPr>
              <a:xfrm rot="0">
                <a:off x="1030" y="3558"/>
                <a:ext cx="23" cy="30"/>
              </a:xfrm>
              <a:custGeom>
                <a:avLst/>
                <a:ahLst/>
                <a:rect l="0" t="0" r="r" b="b"/>
                <a:pathLst>
                  <a:path w="93" h="119">
                    <a:moveTo>
                      <a:pt x="50" y="0"/>
                    </a:moveTo>
                    <a:lnTo>
                      <a:pt x="25" y="12"/>
                    </a:lnTo>
                    <a:lnTo>
                      <a:pt x="0" y="24"/>
                    </a:lnTo>
                    <a:lnTo>
                      <a:pt x="43" y="119"/>
                    </a:lnTo>
                    <a:lnTo>
                      <a:pt x="68" y="107"/>
                    </a:lnTo>
                    <a:lnTo>
                      <a:pt x="93" y="95"/>
                    </a:lnTo>
                    <a:lnTo>
                      <a:pt x="5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10" name=""/>
              <p:cNvSpPr/>
              <p:nvPr/>
            </p:nvSpPr>
            <p:spPr>
              <a:xfrm rot="0">
                <a:off x="1030" y="3558"/>
                <a:ext cx="23" cy="30"/>
              </a:xfrm>
              <a:custGeom>
                <a:avLst/>
                <a:ahLst/>
                <a:rect l="0" t="0" r="r" b="b"/>
                <a:pathLst>
                  <a:path w="93" h="119">
                    <a:moveTo>
                      <a:pt x="50" y="0"/>
                    </a:moveTo>
                    <a:lnTo>
                      <a:pt x="25" y="12"/>
                    </a:lnTo>
                    <a:lnTo>
                      <a:pt x="0" y="24"/>
                    </a:lnTo>
                    <a:lnTo>
                      <a:pt x="43" y="119"/>
                    </a:lnTo>
                    <a:lnTo>
                      <a:pt x="68" y="107"/>
                    </a:lnTo>
                    <a:lnTo>
                      <a:pt x="93" y="95"/>
                    </a:lnTo>
                    <a:lnTo>
                      <a:pt x="5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11" name=""/>
              <p:cNvSpPr/>
              <p:nvPr/>
            </p:nvSpPr>
            <p:spPr>
              <a:xfrm rot="0">
                <a:off x="1040" y="3585"/>
                <a:ext cx="7" cy="3"/>
              </a:xfrm>
              <a:custGeom>
                <a:avLst/>
                <a:ahLst/>
                <a:rect l="0" t="0" r="r" b="b"/>
                <a:pathLst>
                  <a:path w="25" h="13">
                    <a:moveTo>
                      <a:pt x="25" y="0"/>
                    </a:moveTo>
                    <a:lnTo>
                      <a:pt x="0" y="12"/>
                    </a:lnTo>
                    <a:lnTo>
                      <a:pt x="0" y="13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12" name=""/>
              <p:cNvSpPr/>
              <p:nvPr/>
            </p:nvSpPr>
            <p:spPr>
              <a:xfrm rot="0">
                <a:off x="1040" y="358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13" name=""/>
              <p:cNvSpPr/>
              <p:nvPr/>
            </p:nvSpPr>
            <p:spPr>
              <a:xfrm rot="0">
                <a:off x="1040" y="3581"/>
                <a:ext cx="25" cy="30"/>
              </a:xfrm>
              <a:custGeom>
                <a:avLst/>
                <a:ahLst/>
                <a:rect l="0" t="0" r="r" b="b"/>
                <a:pathLst>
                  <a:path w="97" h="117">
                    <a:moveTo>
                      <a:pt x="50" y="0"/>
                    </a:moveTo>
                    <a:lnTo>
                      <a:pt x="25" y="13"/>
                    </a:lnTo>
                    <a:lnTo>
                      <a:pt x="0" y="26"/>
                    </a:lnTo>
                    <a:lnTo>
                      <a:pt x="47" y="117"/>
                    </a:lnTo>
                    <a:lnTo>
                      <a:pt x="72" y="104"/>
                    </a:lnTo>
                    <a:lnTo>
                      <a:pt x="97" y="91"/>
                    </a:lnTo>
                    <a:lnTo>
                      <a:pt x="5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14" name=""/>
              <p:cNvSpPr/>
              <p:nvPr/>
            </p:nvSpPr>
            <p:spPr>
              <a:xfrm rot="0">
                <a:off x="1040" y="3581"/>
                <a:ext cx="25" cy="30"/>
              </a:xfrm>
              <a:custGeom>
                <a:avLst/>
                <a:ahLst/>
                <a:rect l="0" t="0" r="r" b="b"/>
                <a:pathLst>
                  <a:path w="97" h="117">
                    <a:moveTo>
                      <a:pt x="50" y="0"/>
                    </a:moveTo>
                    <a:lnTo>
                      <a:pt x="25" y="13"/>
                    </a:lnTo>
                    <a:lnTo>
                      <a:pt x="0" y="26"/>
                    </a:lnTo>
                    <a:lnTo>
                      <a:pt x="47" y="117"/>
                    </a:lnTo>
                    <a:lnTo>
                      <a:pt x="72" y="104"/>
                    </a:lnTo>
                    <a:lnTo>
                      <a:pt x="97" y="91"/>
                    </a:lnTo>
                    <a:lnTo>
                      <a:pt x="5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15" name=""/>
              <p:cNvSpPr/>
              <p:nvPr/>
            </p:nvSpPr>
            <p:spPr>
              <a:xfrm rot="0">
                <a:off x="1052" y="3607"/>
                <a:ext cx="6" cy="4"/>
              </a:xfrm>
              <a:custGeom>
                <a:avLst/>
                <a:ahLst/>
                <a:rect l="0" t="0" r="r" b="b"/>
                <a:pathLst>
                  <a:path w="25" h="14">
                    <a:moveTo>
                      <a:pt x="25" y="0"/>
                    </a:moveTo>
                    <a:lnTo>
                      <a:pt x="0" y="13"/>
                    </a:lnTo>
                    <a:lnTo>
                      <a:pt x="1" y="14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16" name=""/>
              <p:cNvSpPr/>
              <p:nvPr/>
            </p:nvSpPr>
            <p:spPr>
              <a:xfrm rot="0">
                <a:off x="1052" y="361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17" name=""/>
              <p:cNvSpPr/>
              <p:nvPr/>
            </p:nvSpPr>
            <p:spPr>
              <a:xfrm rot="0">
                <a:off x="1052" y="3604"/>
                <a:ext cx="26" cy="29"/>
              </a:xfrm>
              <a:custGeom>
                <a:avLst/>
                <a:ahLst/>
                <a:rect l="0" t="0" r="r" b="b"/>
                <a:pathLst>
                  <a:path w="101" h="117">
                    <a:moveTo>
                      <a:pt x="48" y="0"/>
                    </a:moveTo>
                    <a:lnTo>
                      <a:pt x="24" y="14"/>
                    </a:lnTo>
                    <a:lnTo>
                      <a:pt x="0" y="28"/>
                    </a:lnTo>
                    <a:lnTo>
                      <a:pt x="53" y="117"/>
                    </a:lnTo>
                    <a:lnTo>
                      <a:pt x="77" y="103"/>
                    </a:lnTo>
                    <a:lnTo>
                      <a:pt x="101" y="89"/>
                    </a:lnTo>
                    <a:lnTo>
                      <a:pt x="4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18" name=""/>
              <p:cNvSpPr/>
              <p:nvPr/>
            </p:nvSpPr>
            <p:spPr>
              <a:xfrm rot="0">
                <a:off x="1052" y="3604"/>
                <a:ext cx="26" cy="29"/>
              </a:xfrm>
              <a:custGeom>
                <a:avLst/>
                <a:ahLst/>
                <a:rect l="0" t="0" r="r" b="b"/>
                <a:pathLst>
                  <a:path w="101" h="117">
                    <a:moveTo>
                      <a:pt x="48" y="0"/>
                    </a:moveTo>
                    <a:lnTo>
                      <a:pt x="24" y="14"/>
                    </a:lnTo>
                    <a:lnTo>
                      <a:pt x="0" y="28"/>
                    </a:lnTo>
                    <a:lnTo>
                      <a:pt x="53" y="117"/>
                    </a:lnTo>
                    <a:lnTo>
                      <a:pt x="77" y="103"/>
                    </a:lnTo>
                    <a:lnTo>
                      <a:pt x="101" y="89"/>
                    </a:lnTo>
                    <a:lnTo>
                      <a:pt x="4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19" name=""/>
              <p:cNvSpPr/>
              <p:nvPr/>
            </p:nvSpPr>
            <p:spPr>
              <a:xfrm rot="0">
                <a:off x="1066" y="3630"/>
                <a:ext cx="6" cy="4"/>
              </a:xfrm>
              <a:custGeom>
                <a:avLst/>
                <a:ahLst/>
                <a:rect l="0" t="0" r="r" b="b"/>
                <a:pathLst>
                  <a:path w="24" h="15">
                    <a:moveTo>
                      <a:pt x="24" y="0"/>
                    </a:moveTo>
                    <a:lnTo>
                      <a:pt x="0" y="14"/>
                    </a:lnTo>
                    <a:lnTo>
                      <a:pt x="1" y="15"/>
                    </a:lnTo>
                    <a:lnTo>
                      <a:pt x="2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20" name=""/>
              <p:cNvSpPr/>
              <p:nvPr/>
            </p:nvSpPr>
            <p:spPr>
              <a:xfrm rot="0">
                <a:off x="1066" y="36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21" name=""/>
              <p:cNvSpPr/>
              <p:nvPr/>
            </p:nvSpPr>
            <p:spPr>
              <a:xfrm rot="0">
                <a:off x="1066" y="3626"/>
                <a:ext cx="26" cy="29"/>
              </a:xfrm>
              <a:custGeom>
                <a:avLst/>
                <a:ahLst/>
                <a:rect l="0" t="0" r="r" b="b"/>
                <a:pathLst>
                  <a:path w="103" h="118">
                    <a:moveTo>
                      <a:pt x="46" y="0"/>
                    </a:moveTo>
                    <a:lnTo>
                      <a:pt x="23" y="16"/>
                    </a:lnTo>
                    <a:lnTo>
                      <a:pt x="0" y="31"/>
                    </a:lnTo>
                    <a:lnTo>
                      <a:pt x="57" y="118"/>
                    </a:lnTo>
                    <a:lnTo>
                      <a:pt x="80" y="103"/>
                    </a:lnTo>
                    <a:lnTo>
                      <a:pt x="103" y="87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22" name=""/>
              <p:cNvSpPr/>
              <p:nvPr/>
            </p:nvSpPr>
            <p:spPr>
              <a:xfrm rot="0">
                <a:off x="1066" y="3626"/>
                <a:ext cx="26" cy="29"/>
              </a:xfrm>
              <a:custGeom>
                <a:avLst/>
                <a:ahLst/>
                <a:rect l="0" t="0" r="r" b="b"/>
                <a:pathLst>
                  <a:path w="103" h="118">
                    <a:moveTo>
                      <a:pt x="46" y="0"/>
                    </a:moveTo>
                    <a:lnTo>
                      <a:pt x="23" y="16"/>
                    </a:lnTo>
                    <a:lnTo>
                      <a:pt x="0" y="31"/>
                    </a:lnTo>
                    <a:lnTo>
                      <a:pt x="57" y="118"/>
                    </a:lnTo>
                    <a:lnTo>
                      <a:pt x="80" y="103"/>
                    </a:lnTo>
                    <a:lnTo>
                      <a:pt x="103" y="87"/>
                    </a:lnTo>
                    <a:lnTo>
                      <a:pt x="46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23" name=""/>
              <p:cNvSpPr/>
              <p:nvPr/>
            </p:nvSpPr>
            <p:spPr>
              <a:xfrm rot="0">
                <a:off x="1080" y="3651"/>
                <a:ext cx="6" cy="4"/>
              </a:xfrm>
              <a:custGeom>
                <a:avLst/>
                <a:ahLst/>
                <a:rect l="0" t="0" r="r" b="b"/>
                <a:pathLst>
                  <a:path w="23" h="16">
                    <a:moveTo>
                      <a:pt x="23" y="0"/>
                    </a:moveTo>
                    <a:lnTo>
                      <a:pt x="0" y="15"/>
                    </a:lnTo>
                    <a:lnTo>
                      <a:pt x="1" y="16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24" name=""/>
              <p:cNvSpPr/>
              <p:nvPr/>
            </p:nvSpPr>
            <p:spPr>
              <a:xfrm rot="0">
                <a:off x="1080" y="365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25" name=""/>
              <p:cNvSpPr/>
              <p:nvPr/>
            </p:nvSpPr>
            <p:spPr>
              <a:xfrm rot="0">
                <a:off x="1080" y="3647"/>
                <a:ext cx="27" cy="29"/>
              </a:xfrm>
              <a:custGeom>
                <a:avLst/>
                <a:ahLst/>
                <a:rect l="0" t="0" r="r" b="b"/>
                <a:pathLst>
                  <a:path w="106" h="115">
                    <a:moveTo>
                      <a:pt x="44" y="0"/>
                    </a:moveTo>
                    <a:lnTo>
                      <a:pt x="22" y="17"/>
                    </a:lnTo>
                    <a:lnTo>
                      <a:pt x="0" y="33"/>
                    </a:lnTo>
                    <a:lnTo>
                      <a:pt x="62" y="115"/>
                    </a:lnTo>
                    <a:lnTo>
                      <a:pt x="84" y="99"/>
                    </a:lnTo>
                    <a:lnTo>
                      <a:pt x="106" y="82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26" name=""/>
              <p:cNvSpPr/>
              <p:nvPr/>
            </p:nvSpPr>
            <p:spPr>
              <a:xfrm rot="0">
                <a:off x="1080" y="3647"/>
                <a:ext cx="27" cy="29"/>
              </a:xfrm>
              <a:custGeom>
                <a:avLst/>
                <a:ahLst/>
                <a:rect l="0" t="0" r="r" b="b"/>
                <a:pathLst>
                  <a:path w="106" h="115">
                    <a:moveTo>
                      <a:pt x="44" y="0"/>
                    </a:moveTo>
                    <a:lnTo>
                      <a:pt x="22" y="17"/>
                    </a:lnTo>
                    <a:lnTo>
                      <a:pt x="0" y="33"/>
                    </a:lnTo>
                    <a:lnTo>
                      <a:pt x="62" y="115"/>
                    </a:lnTo>
                    <a:lnTo>
                      <a:pt x="84" y="99"/>
                    </a:lnTo>
                    <a:lnTo>
                      <a:pt x="106" y="8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27" name=""/>
              <p:cNvSpPr/>
              <p:nvPr/>
            </p:nvSpPr>
            <p:spPr>
              <a:xfrm rot="0">
                <a:off x="1096" y="3672"/>
                <a:ext cx="6" cy="4"/>
              </a:xfrm>
              <a:custGeom>
                <a:avLst/>
                <a:ahLst/>
                <a:rect l="0" t="0" r="r" b="b"/>
                <a:pathLst>
                  <a:path w="22" h="17">
                    <a:moveTo>
                      <a:pt x="22" y="0"/>
                    </a:moveTo>
                    <a:lnTo>
                      <a:pt x="0" y="16"/>
                    </a:lnTo>
                    <a:lnTo>
                      <a:pt x="0" y="17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28" name=""/>
              <p:cNvSpPr/>
              <p:nvPr/>
            </p:nvSpPr>
            <p:spPr>
              <a:xfrm rot="0">
                <a:off x="1096" y="36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29" name=""/>
              <p:cNvSpPr/>
              <p:nvPr/>
            </p:nvSpPr>
            <p:spPr>
              <a:xfrm rot="0">
                <a:off x="1096" y="3668"/>
                <a:ext cx="28" cy="28"/>
              </a:xfrm>
              <a:custGeom>
                <a:avLst/>
                <a:ahLst/>
                <a:rect l="0" t="0" r="r" b="b"/>
                <a:pathLst>
                  <a:path w="110" h="114">
                    <a:moveTo>
                      <a:pt x="44" y="0"/>
                    </a:moveTo>
                    <a:lnTo>
                      <a:pt x="22" y="18"/>
                    </a:lnTo>
                    <a:lnTo>
                      <a:pt x="0" y="35"/>
                    </a:lnTo>
                    <a:lnTo>
                      <a:pt x="66" y="114"/>
                    </a:lnTo>
                    <a:lnTo>
                      <a:pt x="88" y="97"/>
                    </a:lnTo>
                    <a:lnTo>
                      <a:pt x="110" y="79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30" name=""/>
              <p:cNvSpPr/>
              <p:nvPr/>
            </p:nvSpPr>
            <p:spPr>
              <a:xfrm rot="0">
                <a:off x="1096" y="3668"/>
                <a:ext cx="28" cy="28"/>
              </a:xfrm>
              <a:custGeom>
                <a:avLst/>
                <a:ahLst/>
                <a:rect l="0" t="0" r="r" b="b"/>
                <a:pathLst>
                  <a:path w="110" h="114">
                    <a:moveTo>
                      <a:pt x="44" y="0"/>
                    </a:moveTo>
                    <a:lnTo>
                      <a:pt x="22" y="18"/>
                    </a:lnTo>
                    <a:lnTo>
                      <a:pt x="0" y="35"/>
                    </a:lnTo>
                    <a:lnTo>
                      <a:pt x="66" y="114"/>
                    </a:lnTo>
                    <a:lnTo>
                      <a:pt x="88" y="97"/>
                    </a:lnTo>
                    <a:lnTo>
                      <a:pt x="110" y="79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31" name=""/>
              <p:cNvSpPr/>
              <p:nvPr/>
            </p:nvSpPr>
            <p:spPr>
              <a:xfrm rot="0">
                <a:off x="1113" y="3692"/>
                <a:ext cx="5" cy="4"/>
              </a:xfrm>
              <a:custGeom>
                <a:avLst/>
                <a:ahLst/>
                <a:rect l="0" t="0" r="r" b="b"/>
                <a:pathLst>
                  <a:path w="22" h="19">
                    <a:moveTo>
                      <a:pt x="22" y="0"/>
                    </a:moveTo>
                    <a:lnTo>
                      <a:pt x="0" y="17"/>
                    </a:lnTo>
                    <a:lnTo>
                      <a:pt x="1" y="19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32" name=""/>
              <p:cNvSpPr/>
              <p:nvPr/>
            </p:nvSpPr>
            <p:spPr>
              <a:xfrm rot="0">
                <a:off x="1113" y="369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33" name=""/>
              <p:cNvSpPr/>
              <p:nvPr/>
            </p:nvSpPr>
            <p:spPr>
              <a:xfrm rot="0">
                <a:off x="1113" y="3687"/>
                <a:ext cx="28" cy="28"/>
              </a:xfrm>
              <a:custGeom>
                <a:avLst/>
                <a:ahLst/>
                <a:rect l="0" t="0" r="r" b="b"/>
                <a:pathLst>
                  <a:path w="112" h="113">
                    <a:moveTo>
                      <a:pt x="42" y="0"/>
                    </a:moveTo>
                    <a:lnTo>
                      <a:pt x="21" y="19"/>
                    </a:lnTo>
                    <a:lnTo>
                      <a:pt x="0" y="38"/>
                    </a:lnTo>
                    <a:lnTo>
                      <a:pt x="71" y="113"/>
                    </a:lnTo>
                    <a:lnTo>
                      <a:pt x="91" y="95"/>
                    </a:lnTo>
                    <a:lnTo>
                      <a:pt x="112" y="76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34" name=""/>
              <p:cNvSpPr/>
              <p:nvPr/>
            </p:nvSpPr>
            <p:spPr>
              <a:xfrm rot="0">
                <a:off x="1113" y="3687"/>
                <a:ext cx="28" cy="28"/>
              </a:xfrm>
              <a:custGeom>
                <a:avLst/>
                <a:ahLst/>
                <a:rect l="0" t="0" r="r" b="b"/>
                <a:pathLst>
                  <a:path w="112" h="113">
                    <a:moveTo>
                      <a:pt x="42" y="0"/>
                    </a:moveTo>
                    <a:lnTo>
                      <a:pt x="21" y="19"/>
                    </a:lnTo>
                    <a:lnTo>
                      <a:pt x="0" y="38"/>
                    </a:lnTo>
                    <a:lnTo>
                      <a:pt x="71" y="113"/>
                    </a:lnTo>
                    <a:lnTo>
                      <a:pt x="91" y="95"/>
                    </a:lnTo>
                    <a:lnTo>
                      <a:pt x="112" y="76"/>
                    </a:lnTo>
                    <a:lnTo>
                      <a:pt x="42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35" name=""/>
              <p:cNvSpPr/>
              <p:nvPr/>
            </p:nvSpPr>
            <p:spPr>
              <a:xfrm rot="0">
                <a:off x="1130" y="3711"/>
                <a:ext cx="6" cy="5"/>
              </a:xfrm>
              <a:custGeom>
                <a:avLst/>
                <a:ahLst/>
                <a:rect l="0" t="0" r="r" b="b"/>
                <a:pathLst>
                  <a:path w="20" h="19">
                    <a:moveTo>
                      <a:pt x="20" y="0"/>
                    </a:moveTo>
                    <a:lnTo>
                      <a:pt x="0" y="18"/>
                    </a:lnTo>
                    <a:lnTo>
                      <a:pt x="1" y="19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36" name=""/>
              <p:cNvSpPr/>
              <p:nvPr/>
            </p:nvSpPr>
            <p:spPr>
              <a:xfrm rot="0">
                <a:off x="1130" y="3715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37" name=""/>
              <p:cNvSpPr/>
              <p:nvPr/>
            </p:nvSpPr>
            <p:spPr>
              <a:xfrm rot="0">
                <a:off x="1131" y="3706"/>
                <a:ext cx="28" cy="27"/>
              </a:xfrm>
              <a:custGeom>
                <a:avLst/>
                <a:ahLst/>
                <a:rect l="0" t="0" r="r" b="b"/>
                <a:pathLst>
                  <a:path w="114" h="111">
                    <a:moveTo>
                      <a:pt x="39" y="0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74" y="111"/>
                    </a:lnTo>
                    <a:lnTo>
                      <a:pt x="94" y="91"/>
                    </a:lnTo>
                    <a:lnTo>
                      <a:pt x="114" y="71"/>
                    </a:lnTo>
                    <a:lnTo>
                      <a:pt x="3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38" name=""/>
              <p:cNvSpPr/>
              <p:nvPr/>
            </p:nvSpPr>
            <p:spPr>
              <a:xfrm rot="0">
                <a:off x="1131" y="3706"/>
                <a:ext cx="28" cy="27"/>
              </a:xfrm>
              <a:custGeom>
                <a:avLst/>
                <a:ahLst/>
                <a:rect l="0" t="0" r="r" b="b"/>
                <a:pathLst>
                  <a:path w="114" h="111">
                    <a:moveTo>
                      <a:pt x="39" y="0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74" y="111"/>
                    </a:lnTo>
                    <a:lnTo>
                      <a:pt x="94" y="91"/>
                    </a:lnTo>
                    <a:lnTo>
                      <a:pt x="114" y="71"/>
                    </a:lnTo>
                    <a:lnTo>
                      <a:pt x="39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39" name=""/>
              <p:cNvSpPr/>
              <p:nvPr/>
            </p:nvSpPr>
            <p:spPr>
              <a:xfrm rot="0">
                <a:off x="1149" y="3729"/>
                <a:ext cx="5" cy="5"/>
              </a:xfrm>
              <a:custGeom>
                <a:avLst/>
                <a:ahLst/>
                <a:rect l="0" t="0" r="r" b="b"/>
                <a:pathLst>
                  <a:path w="20" h="21">
                    <a:moveTo>
                      <a:pt x="20" y="0"/>
                    </a:moveTo>
                    <a:lnTo>
                      <a:pt x="0" y="20"/>
                    </a:lnTo>
                    <a:lnTo>
                      <a:pt x="1" y="21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40" name=""/>
              <p:cNvSpPr/>
              <p:nvPr/>
            </p:nvSpPr>
            <p:spPr>
              <a:xfrm rot="0">
                <a:off x="1149" y="373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41" name=""/>
              <p:cNvSpPr/>
              <p:nvPr/>
            </p:nvSpPr>
            <p:spPr>
              <a:xfrm rot="0">
                <a:off x="1150" y="3723"/>
                <a:ext cx="28" cy="27"/>
              </a:xfrm>
              <a:custGeom>
                <a:avLst/>
                <a:ahLst/>
                <a:rect l="0" t="0" r="r" b="b"/>
                <a:pathLst>
                  <a:path w="116" h="109">
                    <a:moveTo>
                      <a:pt x="38" y="0"/>
                    </a:moveTo>
                    <a:lnTo>
                      <a:pt x="19" y="21"/>
                    </a:lnTo>
                    <a:lnTo>
                      <a:pt x="0" y="42"/>
                    </a:lnTo>
                    <a:lnTo>
                      <a:pt x="78" y="109"/>
                    </a:lnTo>
                    <a:lnTo>
                      <a:pt x="97" y="88"/>
                    </a:lnTo>
                    <a:lnTo>
                      <a:pt x="116" y="67"/>
                    </a:lnTo>
                    <a:lnTo>
                      <a:pt x="3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42" name=""/>
              <p:cNvSpPr/>
              <p:nvPr/>
            </p:nvSpPr>
            <p:spPr>
              <a:xfrm rot="0">
                <a:off x="1150" y="3723"/>
                <a:ext cx="28" cy="27"/>
              </a:xfrm>
              <a:custGeom>
                <a:avLst/>
                <a:ahLst/>
                <a:rect l="0" t="0" r="r" b="b"/>
                <a:pathLst>
                  <a:path w="116" h="109">
                    <a:moveTo>
                      <a:pt x="38" y="0"/>
                    </a:moveTo>
                    <a:lnTo>
                      <a:pt x="19" y="21"/>
                    </a:lnTo>
                    <a:lnTo>
                      <a:pt x="0" y="42"/>
                    </a:lnTo>
                    <a:lnTo>
                      <a:pt x="78" y="109"/>
                    </a:lnTo>
                    <a:lnTo>
                      <a:pt x="97" y="88"/>
                    </a:lnTo>
                    <a:lnTo>
                      <a:pt x="116" y="67"/>
                    </a:lnTo>
                    <a:lnTo>
                      <a:pt x="3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43" name=""/>
              <p:cNvSpPr/>
              <p:nvPr/>
            </p:nvSpPr>
            <p:spPr>
              <a:xfrm rot="0">
                <a:off x="1169" y="3745"/>
                <a:ext cx="5" cy="6"/>
              </a:xfrm>
              <a:custGeom>
                <a:avLst/>
                <a:ahLst/>
                <a:rect l="0" t="0" r="r" b="b"/>
                <a:pathLst>
                  <a:path w="19" h="22">
                    <a:moveTo>
                      <a:pt x="19" y="0"/>
                    </a:moveTo>
                    <a:lnTo>
                      <a:pt x="0" y="21"/>
                    </a:lnTo>
                    <a:lnTo>
                      <a:pt x="1" y="22"/>
                    </a:lnTo>
                    <a:lnTo>
                      <a:pt x="1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44" name=""/>
              <p:cNvSpPr/>
              <p:nvPr/>
            </p:nvSpPr>
            <p:spPr>
              <a:xfrm rot="0">
                <a:off x="1169" y="375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45" name=""/>
              <p:cNvSpPr/>
              <p:nvPr/>
            </p:nvSpPr>
            <p:spPr>
              <a:xfrm rot="0">
                <a:off x="1169" y="3740"/>
                <a:ext cx="29" cy="27"/>
              </a:xfrm>
              <a:custGeom>
                <a:avLst/>
                <a:ahLst/>
                <a:rect l="0" t="0" r="r" b="b"/>
                <a:pathLst>
                  <a:path w="117" h="108">
                    <a:moveTo>
                      <a:pt x="35" y="0"/>
                    </a:moveTo>
                    <a:lnTo>
                      <a:pt x="18" y="22"/>
                    </a:lnTo>
                    <a:lnTo>
                      <a:pt x="0" y="44"/>
                    </a:lnTo>
                    <a:lnTo>
                      <a:pt x="82" y="108"/>
                    </a:lnTo>
                    <a:lnTo>
                      <a:pt x="99" y="86"/>
                    </a:lnTo>
                    <a:lnTo>
                      <a:pt x="117" y="64"/>
                    </a:lnTo>
                    <a:lnTo>
                      <a:pt x="3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46" name=""/>
              <p:cNvSpPr/>
              <p:nvPr/>
            </p:nvSpPr>
            <p:spPr>
              <a:xfrm rot="0">
                <a:off x="1169" y="3740"/>
                <a:ext cx="29" cy="27"/>
              </a:xfrm>
              <a:custGeom>
                <a:avLst/>
                <a:ahLst/>
                <a:rect l="0" t="0" r="r" b="b"/>
                <a:pathLst>
                  <a:path w="117" h="108">
                    <a:moveTo>
                      <a:pt x="35" y="0"/>
                    </a:moveTo>
                    <a:lnTo>
                      <a:pt x="18" y="22"/>
                    </a:lnTo>
                    <a:lnTo>
                      <a:pt x="0" y="44"/>
                    </a:lnTo>
                    <a:lnTo>
                      <a:pt x="82" y="108"/>
                    </a:lnTo>
                    <a:lnTo>
                      <a:pt x="99" y="86"/>
                    </a:lnTo>
                    <a:lnTo>
                      <a:pt x="117" y="64"/>
                    </a:lnTo>
                    <a:lnTo>
                      <a:pt x="3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47" name=""/>
              <p:cNvSpPr/>
              <p:nvPr/>
            </p:nvSpPr>
            <p:spPr>
              <a:xfrm rot="0">
                <a:off x="1190" y="3761"/>
                <a:ext cx="4" cy="6"/>
              </a:xfrm>
              <a:custGeom>
                <a:avLst/>
                <a:ahLst/>
                <a:rect l="0" t="0" r="r" b="b"/>
                <a:pathLst>
                  <a:path w="17" h="23">
                    <a:moveTo>
                      <a:pt x="17" y="0"/>
                    </a:moveTo>
                    <a:lnTo>
                      <a:pt x="0" y="22"/>
                    </a:lnTo>
                    <a:lnTo>
                      <a:pt x="2" y="23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48" name=""/>
              <p:cNvSpPr/>
              <p:nvPr/>
            </p:nvSpPr>
            <p:spPr>
              <a:xfrm rot="0">
                <a:off x="1190" y="3767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49" name=""/>
              <p:cNvSpPr/>
              <p:nvPr/>
            </p:nvSpPr>
            <p:spPr>
              <a:xfrm rot="0">
                <a:off x="1190" y="3755"/>
                <a:ext cx="29" cy="26"/>
              </a:xfrm>
              <a:custGeom>
                <a:avLst/>
                <a:ahLst/>
                <a:rect l="0" t="0" r="r" b="b"/>
                <a:pathLst>
                  <a:path w="115" h="104">
                    <a:moveTo>
                      <a:pt x="31" y="0"/>
                    </a:moveTo>
                    <a:lnTo>
                      <a:pt x="15" y="23"/>
                    </a:lnTo>
                    <a:lnTo>
                      <a:pt x="0" y="46"/>
                    </a:lnTo>
                    <a:lnTo>
                      <a:pt x="84" y="104"/>
                    </a:lnTo>
                    <a:lnTo>
                      <a:pt x="100" y="81"/>
                    </a:lnTo>
                    <a:lnTo>
                      <a:pt x="115" y="58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50" name=""/>
              <p:cNvSpPr/>
              <p:nvPr/>
            </p:nvSpPr>
            <p:spPr>
              <a:xfrm rot="0">
                <a:off x="1190" y="3755"/>
                <a:ext cx="29" cy="26"/>
              </a:xfrm>
              <a:custGeom>
                <a:avLst/>
                <a:ahLst/>
                <a:rect l="0" t="0" r="r" b="b"/>
                <a:pathLst>
                  <a:path w="115" h="104">
                    <a:moveTo>
                      <a:pt x="31" y="0"/>
                    </a:moveTo>
                    <a:lnTo>
                      <a:pt x="15" y="23"/>
                    </a:lnTo>
                    <a:lnTo>
                      <a:pt x="0" y="46"/>
                    </a:lnTo>
                    <a:lnTo>
                      <a:pt x="84" y="104"/>
                    </a:lnTo>
                    <a:lnTo>
                      <a:pt x="100" y="81"/>
                    </a:lnTo>
                    <a:lnTo>
                      <a:pt x="115" y="58"/>
                    </a:lnTo>
                    <a:lnTo>
                      <a:pt x="3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51" name=""/>
              <p:cNvSpPr/>
              <p:nvPr/>
            </p:nvSpPr>
            <p:spPr>
              <a:xfrm rot="0">
                <a:off x="1211" y="3776"/>
                <a:ext cx="4" cy="6"/>
              </a:xfrm>
              <a:custGeom>
                <a:avLst/>
                <a:ahLst/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0" y="23"/>
                    </a:lnTo>
                    <a:lnTo>
                      <a:pt x="0" y="24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52" name=""/>
              <p:cNvSpPr/>
              <p:nvPr/>
            </p:nvSpPr>
            <p:spPr>
              <a:xfrm rot="0">
                <a:off x="1211" y="3781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53" name=""/>
              <p:cNvSpPr/>
              <p:nvPr/>
            </p:nvSpPr>
            <p:spPr>
              <a:xfrm rot="0">
                <a:off x="1211" y="3770"/>
                <a:ext cx="30" cy="25"/>
              </a:xfrm>
              <a:custGeom>
                <a:avLst/>
                <a:ahLst/>
                <a:rect l="0" t="0" r="r" b="b"/>
                <a:pathLst>
                  <a:path w="119" h="103">
                    <a:moveTo>
                      <a:pt x="31" y="0"/>
                    </a:moveTo>
                    <a:lnTo>
                      <a:pt x="16" y="24"/>
                    </a:lnTo>
                    <a:lnTo>
                      <a:pt x="0" y="48"/>
                    </a:lnTo>
                    <a:lnTo>
                      <a:pt x="88" y="103"/>
                    </a:lnTo>
                    <a:lnTo>
                      <a:pt x="103" y="79"/>
                    </a:lnTo>
                    <a:lnTo>
                      <a:pt x="119" y="55"/>
                    </a:lnTo>
                    <a:lnTo>
                      <a:pt x="3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54" name=""/>
              <p:cNvSpPr/>
              <p:nvPr/>
            </p:nvSpPr>
            <p:spPr>
              <a:xfrm rot="0">
                <a:off x="1211" y="3770"/>
                <a:ext cx="30" cy="25"/>
              </a:xfrm>
              <a:custGeom>
                <a:avLst/>
                <a:ahLst/>
                <a:rect l="0" t="0" r="r" b="b"/>
                <a:pathLst>
                  <a:path w="119" h="103">
                    <a:moveTo>
                      <a:pt x="31" y="0"/>
                    </a:moveTo>
                    <a:lnTo>
                      <a:pt x="16" y="24"/>
                    </a:lnTo>
                    <a:lnTo>
                      <a:pt x="0" y="48"/>
                    </a:lnTo>
                    <a:lnTo>
                      <a:pt x="88" y="103"/>
                    </a:lnTo>
                    <a:lnTo>
                      <a:pt x="103" y="79"/>
                    </a:lnTo>
                    <a:lnTo>
                      <a:pt x="119" y="55"/>
                    </a:lnTo>
                    <a:lnTo>
                      <a:pt x="31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55" name=""/>
              <p:cNvSpPr/>
              <p:nvPr/>
            </p:nvSpPr>
            <p:spPr>
              <a:xfrm rot="0">
                <a:off x="1233" y="3783"/>
                <a:ext cx="11" cy="13"/>
              </a:xfrm>
              <a:custGeom>
                <a:avLst/>
                <a:ahLst/>
                <a:rect l="0" t="0" r="r" b="b"/>
                <a:pathLst>
                  <a:path w="43" h="51">
                    <a:moveTo>
                      <a:pt x="15" y="24"/>
                    </a:moveTo>
                    <a:lnTo>
                      <a:pt x="31" y="0"/>
                    </a:lnTo>
                    <a:lnTo>
                      <a:pt x="37" y="6"/>
                    </a:lnTo>
                    <a:lnTo>
                      <a:pt x="42" y="13"/>
                    </a:lnTo>
                    <a:lnTo>
                      <a:pt x="43" y="22"/>
                    </a:lnTo>
                    <a:lnTo>
                      <a:pt x="43" y="30"/>
                    </a:lnTo>
                    <a:lnTo>
                      <a:pt x="40" y="39"/>
                    </a:lnTo>
                    <a:lnTo>
                      <a:pt x="33" y="46"/>
                    </a:lnTo>
                    <a:lnTo>
                      <a:pt x="26" y="50"/>
                    </a:lnTo>
                    <a:lnTo>
                      <a:pt x="18" y="51"/>
                    </a:lnTo>
                    <a:lnTo>
                      <a:pt x="9" y="51"/>
                    </a:lnTo>
                    <a:lnTo>
                      <a:pt x="0" y="48"/>
                    </a:lnTo>
                    <a:lnTo>
                      <a:pt x="15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56" name=""/>
              <p:cNvSpPr/>
              <p:nvPr/>
            </p:nvSpPr>
            <p:spPr>
              <a:xfrm rot="0">
                <a:off x="1233" y="3783"/>
                <a:ext cx="11" cy="13"/>
              </a:xfrm>
              <a:custGeom>
                <a:avLst/>
                <a:ahLst/>
                <a:rect l="0" t="0" r="r" b="b"/>
                <a:pathLst>
                  <a:path w="43" h="51">
                    <a:moveTo>
                      <a:pt x="31" y="0"/>
                    </a:moveTo>
                    <a:lnTo>
                      <a:pt x="37" y="6"/>
                    </a:lnTo>
                    <a:lnTo>
                      <a:pt x="42" y="13"/>
                    </a:lnTo>
                    <a:lnTo>
                      <a:pt x="43" y="22"/>
                    </a:lnTo>
                    <a:lnTo>
                      <a:pt x="43" y="30"/>
                    </a:lnTo>
                    <a:lnTo>
                      <a:pt x="40" y="39"/>
                    </a:lnTo>
                    <a:lnTo>
                      <a:pt x="33" y="46"/>
                    </a:lnTo>
                    <a:lnTo>
                      <a:pt x="26" y="50"/>
                    </a:lnTo>
                    <a:lnTo>
                      <a:pt x="18" y="51"/>
                    </a:lnTo>
                    <a:lnTo>
                      <a:pt x="9" y="51"/>
                    </a:lnTo>
                    <a:lnTo>
                      <a:pt x="0" y="4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57" name=""/>
              <p:cNvSpPr/>
              <p:nvPr/>
            </p:nvSpPr>
            <p:spPr>
              <a:xfrm rot="0">
                <a:off x="1708" y="3990"/>
                <a:ext cx="7" cy="14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29"/>
                    </a:moveTo>
                    <a:lnTo>
                      <a:pt x="27" y="56"/>
                    </a:lnTo>
                    <a:lnTo>
                      <a:pt x="18" y="55"/>
                    </a:lnTo>
                    <a:lnTo>
                      <a:pt x="11" y="52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58" name=""/>
              <p:cNvSpPr/>
              <p:nvPr/>
            </p:nvSpPr>
            <p:spPr>
              <a:xfrm rot="0">
                <a:off x="1708" y="3990"/>
                <a:ext cx="7" cy="14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56"/>
                    </a:moveTo>
                    <a:lnTo>
                      <a:pt x="18" y="55"/>
                    </a:lnTo>
                    <a:lnTo>
                      <a:pt x="11" y="52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6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59" name=""/>
              <p:cNvSpPr/>
              <p:nvPr/>
            </p:nvSpPr>
            <p:spPr>
              <a:xfrm rot="0">
                <a:off x="1715" y="3990"/>
                <a:ext cx="382" cy="14"/>
              </a:xfrm>
              <a:custGeom>
                <a:avLst/>
                <a:ahLst/>
                <a:rect l="0" t="0" r="r" b="b"/>
                <a:pathLst>
                  <a:path w="1529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1529" y="56"/>
                    </a:lnTo>
                    <a:lnTo>
                      <a:pt x="1529" y="29"/>
                    </a:lnTo>
                    <a:lnTo>
                      <a:pt x="152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60" name=""/>
              <p:cNvSpPr/>
              <p:nvPr/>
            </p:nvSpPr>
            <p:spPr>
              <a:xfrm rot="0">
                <a:off x="1715" y="3990"/>
                <a:ext cx="382" cy="14"/>
              </a:xfrm>
              <a:custGeom>
                <a:avLst/>
                <a:ahLst/>
                <a:rect l="0" t="0" r="r" b="b"/>
                <a:pathLst>
                  <a:path w="1529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1529" y="56"/>
                    </a:lnTo>
                    <a:lnTo>
                      <a:pt x="1529" y="29"/>
                    </a:lnTo>
                    <a:lnTo>
                      <a:pt x="1529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61" name=""/>
              <p:cNvSpPr/>
              <p:nvPr/>
            </p:nvSpPr>
            <p:spPr>
              <a:xfrm rot="0">
                <a:off x="2097" y="399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9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62" name=""/>
              <p:cNvSpPr/>
              <p:nvPr/>
            </p:nvSpPr>
            <p:spPr>
              <a:xfrm rot="0">
                <a:off x="2097" y="399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63" name=""/>
              <p:cNvSpPr/>
              <p:nvPr/>
            </p:nvSpPr>
            <p:spPr>
              <a:xfrm rot="0">
                <a:off x="2097" y="2746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1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64" name=""/>
              <p:cNvSpPr/>
              <p:nvPr/>
            </p:nvSpPr>
            <p:spPr>
              <a:xfrm rot="0">
                <a:off x="2097" y="2746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1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65" name=""/>
              <p:cNvSpPr/>
              <p:nvPr/>
            </p:nvSpPr>
            <p:spPr>
              <a:xfrm rot="0">
                <a:off x="855" y="2746"/>
                <a:ext cx="1242" cy="14"/>
              </a:xfrm>
              <a:custGeom>
                <a:avLst/>
                <a:ahLst/>
                <a:rect l="0" t="0" r="r" b="b"/>
                <a:pathLst>
                  <a:path w="4967" h="56">
                    <a:moveTo>
                      <a:pt x="4967" y="56"/>
                    </a:moveTo>
                    <a:lnTo>
                      <a:pt x="4967" y="28"/>
                    </a:lnTo>
                    <a:lnTo>
                      <a:pt x="4967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6"/>
                    </a:lnTo>
                    <a:lnTo>
                      <a:pt x="4967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66" name=""/>
              <p:cNvSpPr/>
              <p:nvPr/>
            </p:nvSpPr>
            <p:spPr>
              <a:xfrm rot="0">
                <a:off x="855" y="2746"/>
                <a:ext cx="1242" cy="14"/>
              </a:xfrm>
              <a:custGeom>
                <a:avLst/>
                <a:ahLst/>
                <a:rect l="0" t="0" r="r" b="b"/>
                <a:pathLst>
                  <a:path w="4967" h="56">
                    <a:moveTo>
                      <a:pt x="4967" y="56"/>
                    </a:moveTo>
                    <a:lnTo>
                      <a:pt x="4967" y="28"/>
                    </a:lnTo>
                    <a:lnTo>
                      <a:pt x="4967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6"/>
                    </a:lnTo>
                    <a:lnTo>
                      <a:pt x="4967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67" name=""/>
              <p:cNvSpPr/>
              <p:nvPr/>
            </p:nvSpPr>
            <p:spPr>
              <a:xfrm rot="0">
                <a:off x="848" y="2746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28"/>
                    </a:moveTo>
                    <a:lnTo>
                      <a:pt x="28" y="56"/>
                    </a:lnTo>
                    <a:lnTo>
                      <a:pt x="19" y="55"/>
                    </a:lnTo>
                    <a:lnTo>
                      <a:pt x="11" y="51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28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68" name=""/>
              <p:cNvSpPr/>
              <p:nvPr/>
            </p:nvSpPr>
            <p:spPr>
              <a:xfrm rot="0">
                <a:off x="848" y="2746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56"/>
                    </a:moveTo>
                    <a:lnTo>
                      <a:pt x="19" y="55"/>
                    </a:lnTo>
                    <a:lnTo>
                      <a:pt x="11" y="51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69" name=""/>
              <p:cNvSpPr/>
              <p:nvPr/>
            </p:nvSpPr>
            <p:spPr>
              <a:xfrm rot="0">
                <a:off x="848" y="3990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29"/>
                    </a:moveTo>
                    <a:lnTo>
                      <a:pt x="28" y="56"/>
                    </a:lnTo>
                    <a:lnTo>
                      <a:pt x="19" y="55"/>
                    </a:lnTo>
                    <a:lnTo>
                      <a:pt x="11" y="52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28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70" name=""/>
              <p:cNvSpPr/>
              <p:nvPr/>
            </p:nvSpPr>
            <p:spPr>
              <a:xfrm rot="0">
                <a:off x="848" y="3990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56"/>
                    </a:moveTo>
                    <a:lnTo>
                      <a:pt x="19" y="55"/>
                    </a:lnTo>
                    <a:lnTo>
                      <a:pt x="11" y="52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1" name=""/>
              <p:cNvSpPr/>
              <p:nvPr/>
            </p:nvSpPr>
            <p:spPr>
              <a:xfrm rot="0">
                <a:off x="855" y="3990"/>
                <a:ext cx="382" cy="14"/>
              </a:xfrm>
              <a:custGeom>
                <a:avLst/>
                <a:ahLst/>
                <a:rect l="0" t="0" r="r" b="b"/>
                <a:pathLst>
                  <a:path w="1527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1527" y="56"/>
                    </a:lnTo>
                    <a:lnTo>
                      <a:pt x="1527" y="29"/>
                    </a:lnTo>
                    <a:lnTo>
                      <a:pt x="152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72" name=""/>
              <p:cNvSpPr/>
              <p:nvPr/>
            </p:nvSpPr>
            <p:spPr>
              <a:xfrm rot="0">
                <a:off x="855" y="3990"/>
                <a:ext cx="382" cy="14"/>
              </a:xfrm>
              <a:custGeom>
                <a:avLst/>
                <a:ahLst/>
                <a:rect l="0" t="0" r="r" b="b"/>
                <a:pathLst>
                  <a:path w="1527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1527" y="56"/>
                    </a:lnTo>
                    <a:lnTo>
                      <a:pt x="1527" y="29"/>
                    </a:lnTo>
                    <a:lnTo>
                      <a:pt x="1527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3" name=""/>
              <p:cNvSpPr/>
              <p:nvPr/>
            </p:nvSpPr>
            <p:spPr>
              <a:xfrm rot="0">
                <a:off x="1237" y="399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9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7" y="20"/>
                    </a:lnTo>
                    <a:lnTo>
                      <a:pt x="29" y="29"/>
                    </a:lnTo>
                    <a:lnTo>
                      <a:pt x="27" y="37"/>
                    </a:lnTo>
                    <a:lnTo>
                      <a:pt x="24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74" name=""/>
              <p:cNvSpPr/>
              <p:nvPr/>
            </p:nvSpPr>
            <p:spPr>
              <a:xfrm rot="0">
                <a:off x="1237" y="399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6"/>
                    </a:lnTo>
                    <a:lnTo>
                      <a:pt x="24" y="12"/>
                    </a:lnTo>
                    <a:lnTo>
                      <a:pt x="27" y="20"/>
                    </a:lnTo>
                    <a:lnTo>
                      <a:pt x="29" y="29"/>
                    </a:lnTo>
                    <a:lnTo>
                      <a:pt x="27" y="37"/>
                    </a:lnTo>
                    <a:lnTo>
                      <a:pt x="24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5" name=""/>
              <p:cNvSpPr/>
              <p:nvPr/>
            </p:nvSpPr>
            <p:spPr>
              <a:xfrm rot="0">
                <a:off x="998" y="1157"/>
                <a:ext cx="1" cy="9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6" name=""/>
              <p:cNvSpPr/>
              <p:nvPr/>
            </p:nvSpPr>
            <p:spPr>
              <a:xfrm rot="0">
                <a:off x="998" y="1300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7" name=""/>
              <p:cNvSpPr/>
              <p:nvPr/>
            </p:nvSpPr>
            <p:spPr>
              <a:xfrm rot="0">
                <a:off x="998" y="1436"/>
                <a:ext cx="1" cy="9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8" name=""/>
              <p:cNvSpPr/>
              <p:nvPr/>
            </p:nvSpPr>
            <p:spPr>
              <a:xfrm rot="0">
                <a:off x="998" y="1573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79" name=""/>
              <p:cNvSpPr/>
              <p:nvPr/>
            </p:nvSpPr>
            <p:spPr>
              <a:xfrm rot="0">
                <a:off x="998" y="1710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0" name=""/>
              <p:cNvSpPr/>
              <p:nvPr/>
            </p:nvSpPr>
            <p:spPr>
              <a:xfrm rot="0">
                <a:off x="998" y="1846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1" name=""/>
              <p:cNvSpPr/>
              <p:nvPr/>
            </p:nvSpPr>
            <p:spPr>
              <a:xfrm rot="0">
                <a:off x="998" y="1983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2" name=""/>
              <p:cNvSpPr/>
              <p:nvPr/>
            </p:nvSpPr>
            <p:spPr>
              <a:xfrm rot="0">
                <a:off x="998" y="2120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3" name=""/>
              <p:cNvSpPr/>
              <p:nvPr/>
            </p:nvSpPr>
            <p:spPr>
              <a:xfrm rot="0">
                <a:off x="998" y="2256"/>
                <a:ext cx="1" cy="9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4" name=""/>
              <p:cNvSpPr/>
              <p:nvPr/>
            </p:nvSpPr>
            <p:spPr>
              <a:xfrm rot="0" flipV="1">
                <a:off x="1954" y="2256"/>
                <a:ext cx="1" cy="9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5" name=""/>
              <p:cNvSpPr/>
              <p:nvPr/>
            </p:nvSpPr>
            <p:spPr>
              <a:xfrm rot="0" flipV="1">
                <a:off x="1954" y="2120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6" name=""/>
              <p:cNvSpPr/>
              <p:nvPr/>
            </p:nvSpPr>
            <p:spPr>
              <a:xfrm rot="0" flipV="1">
                <a:off x="1954" y="1983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7" name=""/>
              <p:cNvSpPr/>
              <p:nvPr/>
            </p:nvSpPr>
            <p:spPr>
              <a:xfrm rot="0" flipV="1">
                <a:off x="1954" y="1846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8" name=""/>
              <p:cNvSpPr/>
              <p:nvPr/>
            </p:nvSpPr>
            <p:spPr>
              <a:xfrm rot="0" flipV="1">
                <a:off x="1954" y="1710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89" name=""/>
              <p:cNvSpPr/>
              <p:nvPr/>
            </p:nvSpPr>
            <p:spPr>
              <a:xfrm rot="0" flipV="1">
                <a:off x="1954" y="1573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0" name=""/>
              <p:cNvSpPr/>
              <p:nvPr/>
            </p:nvSpPr>
            <p:spPr>
              <a:xfrm rot="0" flipV="1">
                <a:off x="1954" y="1436"/>
                <a:ext cx="1" cy="9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1" name=""/>
              <p:cNvSpPr/>
              <p:nvPr/>
            </p:nvSpPr>
            <p:spPr>
              <a:xfrm rot="0" flipV="1">
                <a:off x="1954" y="1300"/>
                <a:ext cx="1" cy="9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2" name=""/>
              <p:cNvSpPr/>
              <p:nvPr/>
            </p:nvSpPr>
            <p:spPr>
              <a:xfrm rot="0" flipV="1">
                <a:off x="1954" y="1157"/>
                <a:ext cx="1" cy="97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3" name=""/>
              <p:cNvSpPr/>
              <p:nvPr/>
            </p:nvSpPr>
            <p:spPr>
              <a:xfrm rot="0">
                <a:off x="1715" y="115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7" y="20"/>
                    </a:lnTo>
                    <a:lnTo>
                      <a:pt x="29" y="28"/>
                    </a:lnTo>
                    <a:lnTo>
                      <a:pt x="27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94" name=""/>
              <p:cNvSpPr/>
              <p:nvPr/>
            </p:nvSpPr>
            <p:spPr>
              <a:xfrm rot="0">
                <a:off x="1715" y="115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7" y="20"/>
                    </a:lnTo>
                    <a:lnTo>
                      <a:pt x="29" y="28"/>
                    </a:lnTo>
                    <a:lnTo>
                      <a:pt x="27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5" name=""/>
              <p:cNvSpPr/>
              <p:nvPr/>
            </p:nvSpPr>
            <p:spPr>
              <a:xfrm rot="0">
                <a:off x="1237" y="1150"/>
                <a:ext cx="478" cy="14"/>
              </a:xfrm>
              <a:custGeom>
                <a:avLst/>
                <a:ahLst/>
                <a:rect l="0" t="0" r="r" b="b"/>
                <a:pathLst>
                  <a:path w="1911" h="56">
                    <a:moveTo>
                      <a:pt x="1911" y="56"/>
                    </a:moveTo>
                    <a:lnTo>
                      <a:pt x="1911" y="28"/>
                    </a:lnTo>
                    <a:lnTo>
                      <a:pt x="1911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6"/>
                    </a:lnTo>
                    <a:lnTo>
                      <a:pt x="1911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96" name=""/>
              <p:cNvSpPr/>
              <p:nvPr/>
            </p:nvSpPr>
            <p:spPr>
              <a:xfrm rot="0">
                <a:off x="1237" y="1150"/>
                <a:ext cx="478" cy="14"/>
              </a:xfrm>
              <a:custGeom>
                <a:avLst/>
                <a:ahLst/>
                <a:rect l="0" t="0" r="r" b="b"/>
                <a:pathLst>
                  <a:path w="1911" h="56">
                    <a:moveTo>
                      <a:pt x="1911" y="56"/>
                    </a:moveTo>
                    <a:lnTo>
                      <a:pt x="1911" y="28"/>
                    </a:lnTo>
                    <a:lnTo>
                      <a:pt x="1911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56"/>
                    </a:lnTo>
                    <a:lnTo>
                      <a:pt x="1911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7" name=""/>
              <p:cNvSpPr/>
              <p:nvPr/>
            </p:nvSpPr>
            <p:spPr>
              <a:xfrm rot="0">
                <a:off x="1230" y="1150"/>
                <a:ext cx="7" cy="14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28"/>
                    </a:moveTo>
                    <a:lnTo>
                      <a:pt x="27" y="56"/>
                    </a:lnTo>
                    <a:lnTo>
                      <a:pt x="19" y="55"/>
                    </a:lnTo>
                    <a:lnTo>
                      <a:pt x="11" y="52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598" name=""/>
              <p:cNvSpPr/>
              <p:nvPr/>
            </p:nvSpPr>
            <p:spPr>
              <a:xfrm rot="0">
                <a:off x="1230" y="1150"/>
                <a:ext cx="7" cy="14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56"/>
                    </a:moveTo>
                    <a:lnTo>
                      <a:pt x="19" y="55"/>
                    </a:lnTo>
                    <a:lnTo>
                      <a:pt x="11" y="52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599" name=""/>
              <p:cNvSpPr/>
              <p:nvPr/>
            </p:nvSpPr>
            <p:spPr>
              <a:xfrm rot="0">
                <a:off x="1708" y="1150"/>
                <a:ext cx="7" cy="14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28"/>
                    </a:moveTo>
                    <a:lnTo>
                      <a:pt x="27" y="56"/>
                    </a:lnTo>
                    <a:lnTo>
                      <a:pt x="18" y="55"/>
                    </a:lnTo>
                    <a:lnTo>
                      <a:pt x="11" y="52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00" name=""/>
              <p:cNvSpPr/>
              <p:nvPr/>
            </p:nvSpPr>
            <p:spPr>
              <a:xfrm rot="0">
                <a:off x="1708" y="1150"/>
                <a:ext cx="7" cy="14"/>
              </a:xfrm>
              <a:custGeom>
                <a:avLst/>
                <a:ahLst/>
                <a:rect l="0" t="0" r="r" b="b"/>
                <a:pathLst>
                  <a:path w="27" h="56">
                    <a:moveTo>
                      <a:pt x="27" y="56"/>
                    </a:moveTo>
                    <a:lnTo>
                      <a:pt x="18" y="55"/>
                    </a:lnTo>
                    <a:lnTo>
                      <a:pt x="11" y="52"/>
                    </a:lnTo>
                    <a:lnTo>
                      <a:pt x="4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01" name=""/>
              <p:cNvSpPr/>
              <p:nvPr/>
            </p:nvSpPr>
            <p:spPr>
              <a:xfrm rot="0">
                <a:off x="1715" y="1150"/>
                <a:ext cx="382" cy="14"/>
              </a:xfrm>
              <a:custGeom>
                <a:avLst/>
                <a:ahLst/>
                <a:rect l="0" t="0" r="r" b="b"/>
                <a:pathLst>
                  <a:path w="1529" h="56">
                    <a:moveTo>
                      <a:pt x="0" y="0"/>
                    </a:moveTo>
                    <a:lnTo>
                      <a:pt x="0" y="28"/>
                    </a:lnTo>
                    <a:lnTo>
                      <a:pt x="0" y="56"/>
                    </a:lnTo>
                    <a:lnTo>
                      <a:pt x="1529" y="56"/>
                    </a:lnTo>
                    <a:lnTo>
                      <a:pt x="1529" y="28"/>
                    </a:lnTo>
                    <a:lnTo>
                      <a:pt x="152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02" name=""/>
              <p:cNvSpPr/>
              <p:nvPr/>
            </p:nvSpPr>
            <p:spPr>
              <a:xfrm rot="0">
                <a:off x="1715" y="1150"/>
                <a:ext cx="382" cy="14"/>
              </a:xfrm>
              <a:custGeom>
                <a:avLst/>
                <a:ahLst/>
                <a:rect l="0" t="0" r="r" b="b"/>
                <a:pathLst>
                  <a:path w="1529" h="56">
                    <a:moveTo>
                      <a:pt x="0" y="0"/>
                    </a:moveTo>
                    <a:lnTo>
                      <a:pt x="0" y="28"/>
                    </a:lnTo>
                    <a:lnTo>
                      <a:pt x="0" y="56"/>
                    </a:lnTo>
                    <a:lnTo>
                      <a:pt x="1529" y="56"/>
                    </a:lnTo>
                    <a:lnTo>
                      <a:pt x="1529" y="28"/>
                    </a:lnTo>
                    <a:lnTo>
                      <a:pt x="1529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03" name=""/>
              <p:cNvSpPr/>
              <p:nvPr/>
            </p:nvSpPr>
            <p:spPr>
              <a:xfrm rot="0">
                <a:off x="2097" y="115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04" name=""/>
              <p:cNvSpPr/>
              <p:nvPr/>
            </p:nvSpPr>
            <p:spPr>
              <a:xfrm rot="0">
                <a:off x="2097" y="115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5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05" name=""/>
              <p:cNvSpPr/>
              <p:nvPr/>
            </p:nvSpPr>
            <p:spPr>
              <a:xfrm rot="0">
                <a:off x="848" y="1150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28"/>
                    </a:moveTo>
                    <a:lnTo>
                      <a:pt x="28" y="56"/>
                    </a:lnTo>
                    <a:lnTo>
                      <a:pt x="19" y="55"/>
                    </a:lnTo>
                    <a:lnTo>
                      <a:pt x="11" y="52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28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06" name=""/>
              <p:cNvSpPr/>
              <p:nvPr/>
            </p:nvSpPr>
            <p:spPr>
              <a:xfrm rot="0">
                <a:off x="848" y="1150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56"/>
                    </a:moveTo>
                    <a:lnTo>
                      <a:pt x="19" y="55"/>
                    </a:lnTo>
                    <a:lnTo>
                      <a:pt x="11" y="52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5"/>
                    </a:lnTo>
                    <a:lnTo>
                      <a:pt x="19" y="2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07" name=""/>
              <p:cNvSpPr/>
              <p:nvPr/>
            </p:nvSpPr>
            <p:spPr>
              <a:xfrm rot="0">
                <a:off x="855" y="1150"/>
                <a:ext cx="382" cy="14"/>
              </a:xfrm>
              <a:custGeom>
                <a:avLst/>
                <a:ahLst/>
                <a:rect l="0" t="0" r="r" b="b"/>
                <a:pathLst>
                  <a:path w="1527" h="56">
                    <a:moveTo>
                      <a:pt x="0" y="0"/>
                    </a:moveTo>
                    <a:lnTo>
                      <a:pt x="0" y="28"/>
                    </a:lnTo>
                    <a:lnTo>
                      <a:pt x="0" y="56"/>
                    </a:lnTo>
                    <a:lnTo>
                      <a:pt x="1527" y="56"/>
                    </a:lnTo>
                    <a:lnTo>
                      <a:pt x="1527" y="28"/>
                    </a:lnTo>
                    <a:lnTo>
                      <a:pt x="152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08" name=""/>
              <p:cNvSpPr/>
              <p:nvPr/>
            </p:nvSpPr>
            <p:spPr>
              <a:xfrm rot="0">
                <a:off x="855" y="1150"/>
                <a:ext cx="382" cy="14"/>
              </a:xfrm>
              <a:custGeom>
                <a:avLst/>
                <a:ahLst/>
                <a:rect l="0" t="0" r="r" b="b"/>
                <a:pathLst>
                  <a:path w="1527" h="56">
                    <a:moveTo>
                      <a:pt x="0" y="0"/>
                    </a:moveTo>
                    <a:lnTo>
                      <a:pt x="0" y="28"/>
                    </a:lnTo>
                    <a:lnTo>
                      <a:pt x="0" y="56"/>
                    </a:lnTo>
                    <a:lnTo>
                      <a:pt x="1527" y="56"/>
                    </a:lnTo>
                    <a:lnTo>
                      <a:pt x="1527" y="28"/>
                    </a:lnTo>
                    <a:lnTo>
                      <a:pt x="1527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09" name=""/>
              <p:cNvSpPr/>
              <p:nvPr/>
            </p:nvSpPr>
            <p:spPr>
              <a:xfrm rot="0">
                <a:off x="1237" y="115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8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5"/>
                    </a:lnTo>
                    <a:lnTo>
                      <a:pt x="24" y="12"/>
                    </a:lnTo>
                    <a:lnTo>
                      <a:pt x="27" y="20"/>
                    </a:lnTo>
                    <a:lnTo>
                      <a:pt x="29" y="28"/>
                    </a:lnTo>
                    <a:lnTo>
                      <a:pt x="27" y="37"/>
                    </a:lnTo>
                    <a:lnTo>
                      <a:pt x="24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10" name=""/>
              <p:cNvSpPr/>
              <p:nvPr/>
            </p:nvSpPr>
            <p:spPr>
              <a:xfrm rot="0">
                <a:off x="1237" y="1150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5"/>
                    </a:lnTo>
                    <a:lnTo>
                      <a:pt x="24" y="12"/>
                    </a:lnTo>
                    <a:lnTo>
                      <a:pt x="27" y="20"/>
                    </a:lnTo>
                    <a:lnTo>
                      <a:pt x="29" y="28"/>
                    </a:lnTo>
                    <a:lnTo>
                      <a:pt x="27" y="37"/>
                    </a:lnTo>
                    <a:lnTo>
                      <a:pt x="24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11" name=""/>
              <p:cNvSpPr/>
              <p:nvPr/>
            </p:nvSpPr>
            <p:spPr>
              <a:xfrm rot="0">
                <a:off x="848" y="2346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29"/>
                    </a:moveTo>
                    <a:lnTo>
                      <a:pt x="28" y="56"/>
                    </a:lnTo>
                    <a:lnTo>
                      <a:pt x="19" y="55"/>
                    </a:lnTo>
                    <a:lnTo>
                      <a:pt x="11" y="52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28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12" name=""/>
              <p:cNvSpPr/>
              <p:nvPr/>
            </p:nvSpPr>
            <p:spPr>
              <a:xfrm rot="0">
                <a:off x="848" y="2346"/>
                <a:ext cx="7" cy="14"/>
              </a:xfrm>
              <a:custGeom>
                <a:avLst/>
                <a:ahLst/>
                <a:rect l="0" t="0" r="r" b="b"/>
                <a:pathLst>
                  <a:path w="28" h="56">
                    <a:moveTo>
                      <a:pt x="28" y="56"/>
                    </a:moveTo>
                    <a:lnTo>
                      <a:pt x="19" y="55"/>
                    </a:lnTo>
                    <a:lnTo>
                      <a:pt x="11" y="52"/>
                    </a:lnTo>
                    <a:lnTo>
                      <a:pt x="5" y="45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5" y="12"/>
                    </a:lnTo>
                    <a:lnTo>
                      <a:pt x="11" y="6"/>
                    </a:lnTo>
                    <a:lnTo>
                      <a:pt x="19" y="2"/>
                    </a:lnTo>
                    <a:lnTo>
                      <a:pt x="28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13" name=""/>
              <p:cNvSpPr/>
              <p:nvPr/>
            </p:nvSpPr>
            <p:spPr>
              <a:xfrm rot="0">
                <a:off x="855" y="2346"/>
                <a:ext cx="1242" cy="14"/>
              </a:xfrm>
              <a:custGeom>
                <a:avLst/>
                <a:ahLst/>
                <a:rect l="0" t="0" r="r" b="b"/>
                <a:pathLst>
                  <a:path w="4967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4967" y="56"/>
                    </a:lnTo>
                    <a:lnTo>
                      <a:pt x="4967" y="29"/>
                    </a:lnTo>
                    <a:lnTo>
                      <a:pt x="496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14" name=""/>
              <p:cNvSpPr/>
              <p:nvPr/>
            </p:nvSpPr>
            <p:spPr>
              <a:xfrm rot="0">
                <a:off x="855" y="2346"/>
                <a:ext cx="1242" cy="14"/>
              </a:xfrm>
              <a:custGeom>
                <a:avLst/>
                <a:ahLst/>
                <a:rect l="0" t="0" r="r" b="b"/>
                <a:pathLst>
                  <a:path w="4967" h="56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4967" y="56"/>
                    </a:lnTo>
                    <a:lnTo>
                      <a:pt x="4967" y="29"/>
                    </a:lnTo>
                    <a:lnTo>
                      <a:pt x="4967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15" name=""/>
              <p:cNvSpPr/>
              <p:nvPr/>
            </p:nvSpPr>
            <p:spPr>
              <a:xfrm rot="0">
                <a:off x="2097" y="2346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29"/>
                    </a:moveTo>
                    <a:lnTo>
                      <a:pt x="0" y="0"/>
                    </a:lnTo>
                    <a:lnTo>
                      <a:pt x="9" y="2"/>
                    </a:lnTo>
                    <a:lnTo>
                      <a:pt x="17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  <a:lnTo>
                      <a:pt x="0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16" name=""/>
              <p:cNvSpPr/>
              <p:nvPr/>
            </p:nvSpPr>
            <p:spPr>
              <a:xfrm rot="0">
                <a:off x="2097" y="2346"/>
                <a:ext cx="7" cy="14"/>
              </a:xfrm>
              <a:custGeom>
                <a:avLst/>
                <a:ahLst/>
                <a:rect l="0" t="0" r="r" b="b"/>
                <a:pathLst>
                  <a:path w="29" h="56">
                    <a:moveTo>
                      <a:pt x="0" y="0"/>
                    </a:moveTo>
                    <a:lnTo>
                      <a:pt x="9" y="2"/>
                    </a:lnTo>
                    <a:lnTo>
                      <a:pt x="17" y="6"/>
                    </a:lnTo>
                    <a:lnTo>
                      <a:pt x="23" y="12"/>
                    </a:lnTo>
                    <a:lnTo>
                      <a:pt x="26" y="20"/>
                    </a:lnTo>
                    <a:lnTo>
                      <a:pt x="29" y="29"/>
                    </a:lnTo>
                    <a:lnTo>
                      <a:pt x="26" y="37"/>
                    </a:lnTo>
                    <a:lnTo>
                      <a:pt x="23" y="45"/>
                    </a:lnTo>
                    <a:lnTo>
                      <a:pt x="17" y="52"/>
                    </a:lnTo>
                    <a:lnTo>
                      <a:pt x="9" y="55"/>
                    </a:lnTo>
                    <a:lnTo>
                      <a:pt x="0" y="56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17" name=""/>
              <p:cNvSpPr/>
              <p:nvPr/>
            </p:nvSpPr>
            <p:spPr>
              <a:xfrm rot="0">
                <a:off x="1708" y="1803"/>
                <a:ext cx="14" cy="7"/>
              </a:xfrm>
              <a:custGeom>
                <a:avLst/>
                <a:ahLst/>
                <a:rect l="0" t="0" r="r" b="b"/>
                <a:pathLst>
                  <a:path w="56" h="27">
                    <a:moveTo>
                      <a:pt x="27" y="0"/>
                    </a:moveTo>
                    <a:lnTo>
                      <a:pt x="56" y="0"/>
                    </a:lnTo>
                    <a:lnTo>
                      <a:pt x="54" y="9"/>
                    </a:lnTo>
                    <a:lnTo>
                      <a:pt x="50" y="16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18" name=""/>
              <p:cNvSpPr/>
              <p:nvPr/>
            </p:nvSpPr>
            <p:spPr>
              <a:xfrm rot="0">
                <a:off x="1708" y="1803"/>
                <a:ext cx="14" cy="7"/>
              </a:xfrm>
              <a:custGeom>
                <a:avLst/>
                <a:ahLst/>
                <a:rect l="0" t="0" r="r" b="b"/>
                <a:pathLst>
                  <a:path w="56" h="27">
                    <a:moveTo>
                      <a:pt x="56" y="0"/>
                    </a:moveTo>
                    <a:lnTo>
                      <a:pt x="54" y="9"/>
                    </a:lnTo>
                    <a:lnTo>
                      <a:pt x="50" y="16"/>
                    </a:lnTo>
                    <a:lnTo>
                      <a:pt x="44" y="23"/>
                    </a:lnTo>
                    <a:lnTo>
                      <a:pt x="36" y="26"/>
                    </a:lnTo>
                    <a:lnTo>
                      <a:pt x="27" y="27"/>
                    </a:lnTo>
                    <a:lnTo>
                      <a:pt x="18" y="26"/>
                    </a:lnTo>
                    <a:lnTo>
                      <a:pt x="11" y="23"/>
                    </a:lnTo>
                    <a:lnTo>
                      <a:pt x="4" y="16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19" name=""/>
              <p:cNvSpPr/>
              <p:nvPr/>
            </p:nvSpPr>
            <p:spPr>
              <a:xfrm rot="0">
                <a:off x="1708" y="1157"/>
                <a:ext cx="14" cy="646"/>
              </a:xfrm>
              <a:custGeom>
                <a:avLst/>
                <a:ahLst/>
                <a:rect l="0" t="0" r="r" b="b"/>
                <a:pathLst>
                  <a:path w="56" h="2585">
                    <a:moveTo>
                      <a:pt x="0" y="2585"/>
                    </a:moveTo>
                    <a:lnTo>
                      <a:pt x="27" y="2585"/>
                    </a:lnTo>
                    <a:lnTo>
                      <a:pt x="56" y="2585"/>
                    </a:lnTo>
                    <a:lnTo>
                      <a:pt x="56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25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20" name=""/>
              <p:cNvSpPr/>
              <p:nvPr/>
            </p:nvSpPr>
            <p:spPr>
              <a:xfrm rot="0">
                <a:off x="1708" y="1157"/>
                <a:ext cx="14" cy="646"/>
              </a:xfrm>
              <a:custGeom>
                <a:avLst/>
                <a:ahLst/>
                <a:rect l="0" t="0" r="r" b="b"/>
                <a:pathLst>
                  <a:path w="56" h="2585">
                    <a:moveTo>
                      <a:pt x="0" y="2585"/>
                    </a:moveTo>
                    <a:lnTo>
                      <a:pt x="27" y="2585"/>
                    </a:lnTo>
                    <a:lnTo>
                      <a:pt x="56" y="2585"/>
                    </a:lnTo>
                    <a:lnTo>
                      <a:pt x="56" y="0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2585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21" name=""/>
              <p:cNvSpPr/>
              <p:nvPr/>
            </p:nvSpPr>
            <p:spPr>
              <a:xfrm rot="0">
                <a:off x="1708" y="1150"/>
                <a:ext cx="14" cy="7"/>
              </a:xfrm>
              <a:custGeom>
                <a:avLst/>
                <a:ahLst/>
                <a:rect l="0" t="0" r="r" b="b"/>
                <a:pathLst>
                  <a:path w="56" h="28">
                    <a:moveTo>
                      <a:pt x="27" y="28"/>
                    </a:moveTo>
                    <a:lnTo>
                      <a:pt x="0" y="28"/>
                    </a:ln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50" y="12"/>
                    </a:lnTo>
                    <a:lnTo>
                      <a:pt x="54" y="20"/>
                    </a:lnTo>
                    <a:lnTo>
                      <a:pt x="56" y="28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22" name=""/>
              <p:cNvSpPr/>
              <p:nvPr/>
            </p:nvSpPr>
            <p:spPr>
              <a:xfrm rot="0">
                <a:off x="1708" y="1150"/>
                <a:ext cx="14" cy="7"/>
              </a:xfrm>
              <a:custGeom>
                <a:avLst/>
                <a:ahLst/>
                <a:rect l="0" t="0" r="r" b="b"/>
                <a:pathLst>
                  <a:path w="56" h="28">
                    <a:moveTo>
                      <a:pt x="0" y="28"/>
                    </a:moveTo>
                    <a:lnTo>
                      <a:pt x="1" y="20"/>
                    </a:lnTo>
                    <a:lnTo>
                      <a:pt x="4" y="12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7" y="0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50" y="12"/>
                    </a:lnTo>
                    <a:lnTo>
                      <a:pt x="54" y="20"/>
                    </a:lnTo>
                    <a:lnTo>
                      <a:pt x="56" y="28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23" name=""/>
              <p:cNvSpPr/>
              <p:nvPr/>
            </p:nvSpPr>
            <p:spPr>
              <a:xfrm rot="0">
                <a:off x="1230" y="1797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27" y="28"/>
                    </a:moveTo>
                    <a:lnTo>
                      <a:pt x="0" y="29"/>
                    </a:lnTo>
                    <a:lnTo>
                      <a:pt x="0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8" y="1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3" y="5"/>
                    </a:lnTo>
                    <a:lnTo>
                      <a:pt x="49" y="10"/>
                    </a:lnTo>
                    <a:lnTo>
                      <a:pt x="54" y="18"/>
                    </a:lnTo>
                    <a:lnTo>
                      <a:pt x="55" y="27"/>
                    </a:lnTo>
                    <a:lnTo>
                      <a:pt x="2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24" name=""/>
              <p:cNvSpPr/>
              <p:nvPr/>
            </p:nvSpPr>
            <p:spPr>
              <a:xfrm rot="0">
                <a:off x="1230" y="1797"/>
                <a:ext cx="14" cy="7"/>
              </a:xfrm>
              <a:custGeom>
                <a:avLst/>
                <a:ahLst/>
                <a:rect l="0" t="0" r="r" b="b"/>
                <a:pathLst>
                  <a:path w="55" h="29">
                    <a:moveTo>
                      <a:pt x="0" y="29"/>
                    </a:moveTo>
                    <a:lnTo>
                      <a:pt x="0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8" y="1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3" y="5"/>
                    </a:lnTo>
                    <a:lnTo>
                      <a:pt x="49" y="10"/>
                    </a:lnTo>
                    <a:lnTo>
                      <a:pt x="54" y="18"/>
                    </a:lnTo>
                    <a:lnTo>
                      <a:pt x="55" y="27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25" name=""/>
              <p:cNvSpPr/>
              <p:nvPr/>
            </p:nvSpPr>
            <p:spPr>
              <a:xfrm rot="0">
                <a:off x="1230" y="1803"/>
                <a:ext cx="15" cy="19"/>
              </a:xfrm>
              <a:custGeom>
                <a:avLst/>
                <a:ahLst/>
                <a:rect l="0" t="0" r="r" b="b"/>
                <a:pathLst>
                  <a:path w="58" h="73">
                    <a:moveTo>
                      <a:pt x="55" y="0"/>
                    </a:moveTo>
                    <a:lnTo>
                      <a:pt x="27" y="1"/>
                    </a:lnTo>
                    <a:lnTo>
                      <a:pt x="0" y="2"/>
                    </a:lnTo>
                    <a:lnTo>
                      <a:pt x="3" y="73"/>
                    </a:lnTo>
                    <a:lnTo>
                      <a:pt x="31" y="72"/>
                    </a:lnTo>
                    <a:lnTo>
                      <a:pt x="58" y="71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26" name=""/>
              <p:cNvSpPr/>
              <p:nvPr/>
            </p:nvSpPr>
            <p:spPr>
              <a:xfrm rot="0">
                <a:off x="1230" y="1803"/>
                <a:ext cx="15" cy="19"/>
              </a:xfrm>
              <a:custGeom>
                <a:avLst/>
                <a:ahLst/>
                <a:rect l="0" t="0" r="r" b="b"/>
                <a:pathLst>
                  <a:path w="58" h="73">
                    <a:moveTo>
                      <a:pt x="55" y="0"/>
                    </a:moveTo>
                    <a:lnTo>
                      <a:pt x="27" y="1"/>
                    </a:lnTo>
                    <a:lnTo>
                      <a:pt x="0" y="2"/>
                    </a:lnTo>
                    <a:lnTo>
                      <a:pt x="3" y="73"/>
                    </a:lnTo>
                    <a:lnTo>
                      <a:pt x="31" y="72"/>
                    </a:lnTo>
                    <a:lnTo>
                      <a:pt x="58" y="71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27" name=""/>
              <p:cNvSpPr/>
              <p:nvPr/>
            </p:nvSpPr>
            <p:spPr>
              <a:xfrm rot="0">
                <a:off x="1231" y="1821"/>
                <a:ext cx="7" cy="1"/>
              </a:xfrm>
              <a:custGeom>
                <a:avLst/>
                <a:ahLst/>
                <a:rect l="0" t="0" r="r" b="b"/>
                <a:pathLst>
                  <a:path w="28" h="3">
                    <a:moveTo>
                      <a:pt x="28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28" name=""/>
              <p:cNvSpPr/>
              <p:nvPr/>
            </p:nvSpPr>
            <p:spPr>
              <a:xfrm rot="0">
                <a:off x="1231" y="1822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29" name=""/>
              <p:cNvSpPr/>
              <p:nvPr/>
            </p:nvSpPr>
            <p:spPr>
              <a:xfrm rot="0">
                <a:off x="1231" y="1820"/>
                <a:ext cx="16" cy="20"/>
              </a:xfrm>
              <a:custGeom>
                <a:avLst/>
                <a:ahLst/>
                <a:rect l="0" t="0" r="r" b="b"/>
                <a:pathLst>
                  <a:path w="63" h="78">
                    <a:moveTo>
                      <a:pt x="55" y="0"/>
                    </a:moveTo>
                    <a:lnTo>
                      <a:pt x="28" y="3"/>
                    </a:lnTo>
                    <a:lnTo>
                      <a:pt x="0" y="6"/>
                    </a:lnTo>
                    <a:lnTo>
                      <a:pt x="8" y="78"/>
                    </a:lnTo>
                    <a:lnTo>
                      <a:pt x="35" y="74"/>
                    </a:lnTo>
                    <a:lnTo>
                      <a:pt x="63" y="71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30" name=""/>
              <p:cNvSpPr/>
              <p:nvPr/>
            </p:nvSpPr>
            <p:spPr>
              <a:xfrm rot="0">
                <a:off x="1231" y="1820"/>
                <a:ext cx="16" cy="20"/>
              </a:xfrm>
              <a:custGeom>
                <a:avLst/>
                <a:ahLst/>
                <a:rect l="0" t="0" r="r" b="b"/>
                <a:pathLst>
                  <a:path w="63" h="78">
                    <a:moveTo>
                      <a:pt x="55" y="0"/>
                    </a:moveTo>
                    <a:lnTo>
                      <a:pt x="28" y="3"/>
                    </a:lnTo>
                    <a:lnTo>
                      <a:pt x="0" y="6"/>
                    </a:lnTo>
                    <a:lnTo>
                      <a:pt x="8" y="78"/>
                    </a:lnTo>
                    <a:lnTo>
                      <a:pt x="35" y="74"/>
                    </a:lnTo>
                    <a:lnTo>
                      <a:pt x="63" y="71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31" name=""/>
              <p:cNvSpPr/>
              <p:nvPr/>
            </p:nvSpPr>
            <p:spPr>
              <a:xfrm rot="0">
                <a:off x="1233" y="1839"/>
                <a:ext cx="7" cy="1"/>
              </a:xfrm>
              <a:custGeom>
                <a:avLst/>
                <a:ahLst/>
                <a:rect l="0" t="0" r="r" b="b"/>
                <a:pathLst>
                  <a:path w="27" h="6">
                    <a:moveTo>
                      <a:pt x="27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32" name=""/>
              <p:cNvSpPr/>
              <p:nvPr/>
            </p:nvSpPr>
            <p:spPr>
              <a:xfrm rot="0">
                <a:off x="1233" y="1840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33" name=""/>
              <p:cNvSpPr/>
              <p:nvPr/>
            </p:nvSpPr>
            <p:spPr>
              <a:xfrm rot="0">
                <a:off x="1233" y="1838"/>
                <a:ext cx="17" cy="20"/>
              </a:xfrm>
              <a:custGeom>
                <a:avLst/>
                <a:ahLst/>
                <a:rect l="0" t="0" r="r" b="b"/>
                <a:pathLst>
                  <a:path w="68" h="81">
                    <a:moveTo>
                      <a:pt x="55" y="0"/>
                    </a:moveTo>
                    <a:lnTo>
                      <a:pt x="27" y="5"/>
                    </a:lnTo>
                    <a:lnTo>
                      <a:pt x="0" y="11"/>
                    </a:lnTo>
                    <a:lnTo>
                      <a:pt x="13" y="81"/>
                    </a:lnTo>
                    <a:lnTo>
                      <a:pt x="41" y="76"/>
                    </a:lnTo>
                    <a:lnTo>
                      <a:pt x="68" y="70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34" name=""/>
              <p:cNvSpPr/>
              <p:nvPr/>
            </p:nvSpPr>
            <p:spPr>
              <a:xfrm rot="0">
                <a:off x="1233" y="1838"/>
                <a:ext cx="17" cy="20"/>
              </a:xfrm>
              <a:custGeom>
                <a:avLst/>
                <a:ahLst/>
                <a:rect l="0" t="0" r="r" b="b"/>
                <a:pathLst>
                  <a:path w="68" h="81">
                    <a:moveTo>
                      <a:pt x="55" y="0"/>
                    </a:moveTo>
                    <a:lnTo>
                      <a:pt x="27" y="5"/>
                    </a:lnTo>
                    <a:lnTo>
                      <a:pt x="0" y="11"/>
                    </a:lnTo>
                    <a:lnTo>
                      <a:pt x="13" y="81"/>
                    </a:lnTo>
                    <a:lnTo>
                      <a:pt x="41" y="76"/>
                    </a:lnTo>
                    <a:lnTo>
                      <a:pt x="68" y="70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35" name=""/>
              <p:cNvSpPr/>
              <p:nvPr/>
            </p:nvSpPr>
            <p:spPr>
              <a:xfrm rot="0">
                <a:off x="1236" y="1857"/>
                <a:ext cx="7" cy="2"/>
              </a:xfrm>
              <a:custGeom>
                <a:avLst/>
                <a:ahLst/>
                <a:rect l="0" t="0" r="r" b="b"/>
                <a:pathLst>
                  <a:path w="28" h="7">
                    <a:moveTo>
                      <a:pt x="28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36" name=""/>
              <p:cNvSpPr/>
              <p:nvPr/>
            </p:nvSpPr>
            <p:spPr>
              <a:xfrm rot="0">
                <a:off x="1236" y="1858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37" name=""/>
              <p:cNvSpPr/>
              <p:nvPr/>
            </p:nvSpPr>
            <p:spPr>
              <a:xfrm rot="0">
                <a:off x="1236" y="1855"/>
                <a:ext cx="19" cy="21"/>
              </a:xfrm>
              <a:custGeom>
                <a:avLst/>
                <a:ahLst/>
                <a:rect l="0" t="0" r="r" b="b"/>
                <a:pathLst>
                  <a:path w="74" h="85">
                    <a:moveTo>
                      <a:pt x="55" y="0"/>
                    </a:moveTo>
                    <a:lnTo>
                      <a:pt x="28" y="8"/>
                    </a:lnTo>
                    <a:lnTo>
                      <a:pt x="0" y="15"/>
                    </a:lnTo>
                    <a:lnTo>
                      <a:pt x="19" y="85"/>
                    </a:lnTo>
                    <a:lnTo>
                      <a:pt x="46" y="77"/>
                    </a:lnTo>
                    <a:lnTo>
                      <a:pt x="74" y="69"/>
                    </a:lnTo>
                    <a:lnTo>
                      <a:pt x="5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38" name=""/>
              <p:cNvSpPr/>
              <p:nvPr/>
            </p:nvSpPr>
            <p:spPr>
              <a:xfrm rot="0">
                <a:off x="1236" y="1855"/>
                <a:ext cx="19" cy="21"/>
              </a:xfrm>
              <a:custGeom>
                <a:avLst/>
                <a:ahLst/>
                <a:rect l="0" t="0" r="r" b="b"/>
                <a:pathLst>
                  <a:path w="74" h="85">
                    <a:moveTo>
                      <a:pt x="55" y="0"/>
                    </a:moveTo>
                    <a:lnTo>
                      <a:pt x="28" y="8"/>
                    </a:lnTo>
                    <a:lnTo>
                      <a:pt x="0" y="15"/>
                    </a:lnTo>
                    <a:lnTo>
                      <a:pt x="19" y="85"/>
                    </a:lnTo>
                    <a:lnTo>
                      <a:pt x="46" y="77"/>
                    </a:lnTo>
                    <a:lnTo>
                      <a:pt x="74" y="69"/>
                    </a:lnTo>
                    <a:lnTo>
                      <a:pt x="55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39" name=""/>
              <p:cNvSpPr/>
              <p:nvPr/>
            </p:nvSpPr>
            <p:spPr>
              <a:xfrm rot="0">
                <a:off x="1241" y="1874"/>
                <a:ext cx="7" cy="2"/>
              </a:xfrm>
              <a:custGeom>
                <a:avLst/>
                <a:ahLst/>
                <a:rect l="0" t="0" r="r" b="b"/>
                <a:pathLst>
                  <a:path w="27" h="10">
                    <a:moveTo>
                      <a:pt x="27" y="0"/>
                    </a:moveTo>
                    <a:lnTo>
                      <a:pt x="0" y="8"/>
                    </a:lnTo>
                    <a:lnTo>
                      <a:pt x="1" y="10"/>
                    </a:lnTo>
                    <a:lnTo>
                      <a:pt x="2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40" name=""/>
              <p:cNvSpPr/>
              <p:nvPr/>
            </p:nvSpPr>
            <p:spPr>
              <a:xfrm rot="0">
                <a:off x="1241" y="1876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41" name=""/>
              <p:cNvSpPr/>
              <p:nvPr/>
            </p:nvSpPr>
            <p:spPr>
              <a:xfrm rot="0">
                <a:off x="1241" y="1872"/>
                <a:ext cx="19" cy="21"/>
              </a:xfrm>
              <a:custGeom>
                <a:avLst/>
                <a:ahLst/>
                <a:rect l="0" t="0" r="r" b="b"/>
                <a:pathLst>
                  <a:path w="77" h="87">
                    <a:moveTo>
                      <a:pt x="53" y="0"/>
                    </a:moveTo>
                    <a:lnTo>
                      <a:pt x="26" y="10"/>
                    </a:lnTo>
                    <a:lnTo>
                      <a:pt x="0" y="20"/>
                    </a:lnTo>
                    <a:lnTo>
                      <a:pt x="24" y="87"/>
                    </a:lnTo>
                    <a:lnTo>
                      <a:pt x="50" y="77"/>
                    </a:lnTo>
                    <a:lnTo>
                      <a:pt x="77" y="67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42" name=""/>
              <p:cNvSpPr/>
              <p:nvPr/>
            </p:nvSpPr>
            <p:spPr>
              <a:xfrm rot="0">
                <a:off x="1241" y="1872"/>
                <a:ext cx="19" cy="21"/>
              </a:xfrm>
              <a:custGeom>
                <a:avLst/>
                <a:ahLst/>
                <a:rect l="0" t="0" r="r" b="b"/>
                <a:pathLst>
                  <a:path w="77" h="87">
                    <a:moveTo>
                      <a:pt x="53" y="0"/>
                    </a:moveTo>
                    <a:lnTo>
                      <a:pt x="26" y="10"/>
                    </a:lnTo>
                    <a:lnTo>
                      <a:pt x="0" y="20"/>
                    </a:lnTo>
                    <a:lnTo>
                      <a:pt x="24" y="87"/>
                    </a:lnTo>
                    <a:lnTo>
                      <a:pt x="50" y="77"/>
                    </a:lnTo>
                    <a:lnTo>
                      <a:pt x="77" y="67"/>
                    </a:lnTo>
                    <a:lnTo>
                      <a:pt x="53" y="0"/>
                    </a:lnTo>
                  </a:path>
                </a:pathLst>
              </a:custGeom>
              <a:noFill/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1643" name=""/>
              <p:cNvSpPr/>
              <p:nvPr/>
            </p:nvSpPr>
            <p:spPr>
              <a:xfrm rot="0">
                <a:off x="1247" y="1891"/>
                <a:ext cx="7" cy="2"/>
              </a:xfrm>
              <a:custGeom>
                <a:avLst/>
                <a:ahLst/>
                <a:rect l="0" t="0" r="r" b="b"/>
                <a:pathLst>
                  <a:path w="26" h="11">
                    <a:moveTo>
                      <a:pt x="26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sp>
            <p:nvSpPr>
              <p:cNvPr id="1081644" name=""/>
              <p:cNvSpPr/>
              <p:nvPr/>
            </p:nvSpPr>
            <p:spPr>
              <a:xfrm rot="0">
                <a:off x="1247" y="1893"/>
                <a:ext cx="1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grpSp>
        <p:nvGrpSpPr>
          <p:cNvPr id="426" name=""/>
          <p:cNvGrpSpPr/>
          <p:nvPr/>
        </p:nvGrpSpPr>
        <p:grpSpPr>
          <a:xfrm rot="0">
            <a:off x="1193800" y="1089025"/>
            <a:ext cx="3721100" cy="3794125"/>
            <a:chOff x="712" y="986"/>
            <a:chExt cx="2344" cy="2390"/>
          </a:xfrm>
        </p:grpSpPr>
        <p:sp>
          <p:nvSpPr>
            <p:cNvPr id="1081645" name=""/>
            <p:cNvSpPr/>
            <p:nvPr/>
          </p:nvSpPr>
          <p:spPr>
            <a:xfrm rot="0">
              <a:off x="1248" y="1888"/>
              <a:ext cx="19" cy="22"/>
            </a:xfrm>
            <a:custGeom>
              <a:avLst/>
              <a:ahLst/>
              <a:rect l="0" t="0" r="r" b="b"/>
              <a:pathLst>
                <a:path w="79" h="88">
                  <a:moveTo>
                    <a:pt x="51" y="0"/>
                  </a:moveTo>
                  <a:lnTo>
                    <a:pt x="25" y="11"/>
                  </a:lnTo>
                  <a:lnTo>
                    <a:pt x="0" y="22"/>
                  </a:lnTo>
                  <a:lnTo>
                    <a:pt x="29" y="88"/>
                  </a:lnTo>
                  <a:lnTo>
                    <a:pt x="54" y="77"/>
                  </a:lnTo>
                  <a:lnTo>
                    <a:pt x="79" y="66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46" name=""/>
            <p:cNvSpPr/>
            <p:nvPr/>
          </p:nvSpPr>
          <p:spPr>
            <a:xfrm rot="0">
              <a:off x="1248" y="1888"/>
              <a:ext cx="19" cy="22"/>
            </a:xfrm>
            <a:custGeom>
              <a:avLst/>
              <a:ahLst/>
              <a:rect l="0" t="0" r="r" b="b"/>
              <a:pathLst>
                <a:path w="79" h="88">
                  <a:moveTo>
                    <a:pt x="51" y="0"/>
                  </a:moveTo>
                  <a:lnTo>
                    <a:pt x="25" y="11"/>
                  </a:lnTo>
                  <a:lnTo>
                    <a:pt x="0" y="22"/>
                  </a:lnTo>
                  <a:lnTo>
                    <a:pt x="29" y="88"/>
                  </a:lnTo>
                  <a:lnTo>
                    <a:pt x="54" y="77"/>
                  </a:lnTo>
                  <a:lnTo>
                    <a:pt x="79" y="66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47" name=""/>
            <p:cNvSpPr/>
            <p:nvPr/>
          </p:nvSpPr>
          <p:spPr>
            <a:xfrm rot="0">
              <a:off x="1255" y="1907"/>
              <a:ext cx="6" cy="3"/>
            </a:xfrm>
            <a:custGeom>
              <a:avLst/>
              <a:ahLst/>
              <a:rect l="0" t="0" r="r" b="b"/>
              <a:pathLst>
                <a:path w="25" h="13">
                  <a:moveTo>
                    <a:pt x="25" y="0"/>
                  </a:moveTo>
                  <a:lnTo>
                    <a:pt x="0" y="11"/>
                  </a:lnTo>
                  <a:lnTo>
                    <a:pt x="0" y="1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48" name=""/>
            <p:cNvSpPr/>
            <p:nvPr/>
          </p:nvSpPr>
          <p:spPr>
            <a:xfrm rot="0">
              <a:off x="1255" y="19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49" name=""/>
            <p:cNvSpPr/>
            <p:nvPr/>
          </p:nvSpPr>
          <p:spPr>
            <a:xfrm rot="0">
              <a:off x="1255" y="1904"/>
              <a:ext cx="21" cy="22"/>
            </a:xfrm>
            <a:custGeom>
              <a:avLst/>
              <a:ahLst/>
              <a:rect l="0" t="0" r="r" b="b"/>
              <a:pathLst>
                <a:path w="83" h="89">
                  <a:moveTo>
                    <a:pt x="50" y="0"/>
                  </a:moveTo>
                  <a:lnTo>
                    <a:pt x="25" y="13"/>
                  </a:lnTo>
                  <a:lnTo>
                    <a:pt x="0" y="26"/>
                  </a:lnTo>
                  <a:lnTo>
                    <a:pt x="33" y="89"/>
                  </a:lnTo>
                  <a:lnTo>
                    <a:pt x="58" y="75"/>
                  </a:lnTo>
                  <a:lnTo>
                    <a:pt x="83" y="62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50" name=""/>
            <p:cNvSpPr/>
            <p:nvPr/>
          </p:nvSpPr>
          <p:spPr>
            <a:xfrm rot="0">
              <a:off x="1255" y="1904"/>
              <a:ext cx="21" cy="22"/>
            </a:xfrm>
            <a:custGeom>
              <a:avLst/>
              <a:ahLst/>
              <a:rect l="0" t="0" r="r" b="b"/>
              <a:pathLst>
                <a:path w="83" h="89">
                  <a:moveTo>
                    <a:pt x="50" y="0"/>
                  </a:moveTo>
                  <a:lnTo>
                    <a:pt x="25" y="13"/>
                  </a:lnTo>
                  <a:lnTo>
                    <a:pt x="0" y="26"/>
                  </a:lnTo>
                  <a:lnTo>
                    <a:pt x="33" y="89"/>
                  </a:lnTo>
                  <a:lnTo>
                    <a:pt x="58" y="75"/>
                  </a:lnTo>
                  <a:lnTo>
                    <a:pt x="83" y="62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51" name=""/>
            <p:cNvSpPr/>
            <p:nvPr/>
          </p:nvSpPr>
          <p:spPr>
            <a:xfrm rot="0">
              <a:off x="1263" y="1923"/>
              <a:ext cx="6" cy="4"/>
            </a:xfrm>
            <a:custGeom>
              <a:avLst/>
              <a:ahLst/>
              <a:rect l="0" t="0" r="r" b="b"/>
              <a:pathLst>
                <a:path w="25" h="16">
                  <a:moveTo>
                    <a:pt x="25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52" name=""/>
            <p:cNvSpPr/>
            <p:nvPr/>
          </p:nvSpPr>
          <p:spPr>
            <a:xfrm rot="0">
              <a:off x="1263" y="19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53" name=""/>
            <p:cNvSpPr/>
            <p:nvPr/>
          </p:nvSpPr>
          <p:spPr>
            <a:xfrm rot="0">
              <a:off x="1263" y="1919"/>
              <a:ext cx="22" cy="23"/>
            </a:xfrm>
            <a:custGeom>
              <a:avLst/>
              <a:ahLst/>
              <a:rect l="0" t="0" r="r" b="b"/>
              <a:pathLst>
                <a:path w="86" h="92">
                  <a:moveTo>
                    <a:pt x="48" y="0"/>
                  </a:moveTo>
                  <a:lnTo>
                    <a:pt x="24" y="15"/>
                  </a:lnTo>
                  <a:lnTo>
                    <a:pt x="0" y="31"/>
                  </a:lnTo>
                  <a:lnTo>
                    <a:pt x="38" y="92"/>
                  </a:lnTo>
                  <a:lnTo>
                    <a:pt x="62" y="77"/>
                  </a:lnTo>
                  <a:lnTo>
                    <a:pt x="86" y="61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54" name=""/>
            <p:cNvSpPr/>
            <p:nvPr/>
          </p:nvSpPr>
          <p:spPr>
            <a:xfrm rot="0">
              <a:off x="1263" y="1919"/>
              <a:ext cx="22" cy="23"/>
            </a:xfrm>
            <a:custGeom>
              <a:avLst/>
              <a:ahLst/>
              <a:rect l="0" t="0" r="r" b="b"/>
              <a:pathLst>
                <a:path w="86" h="92">
                  <a:moveTo>
                    <a:pt x="48" y="0"/>
                  </a:moveTo>
                  <a:lnTo>
                    <a:pt x="24" y="15"/>
                  </a:lnTo>
                  <a:lnTo>
                    <a:pt x="0" y="31"/>
                  </a:lnTo>
                  <a:lnTo>
                    <a:pt x="38" y="92"/>
                  </a:lnTo>
                  <a:lnTo>
                    <a:pt x="62" y="77"/>
                  </a:lnTo>
                  <a:lnTo>
                    <a:pt x="86" y="61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55" name=""/>
            <p:cNvSpPr/>
            <p:nvPr/>
          </p:nvSpPr>
          <p:spPr>
            <a:xfrm rot="0">
              <a:off x="1273" y="1938"/>
              <a:ext cx="6" cy="4"/>
            </a:xfrm>
            <a:custGeom>
              <a:avLst/>
              <a:ahLst/>
              <a:rect l="0" t="0" r="r" b="b"/>
              <a:pathLst>
                <a:path w="24" h="16">
                  <a:moveTo>
                    <a:pt x="24" y="0"/>
                  </a:moveTo>
                  <a:lnTo>
                    <a:pt x="0" y="15"/>
                  </a:lnTo>
                  <a:lnTo>
                    <a:pt x="1" y="16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56" name=""/>
            <p:cNvSpPr/>
            <p:nvPr/>
          </p:nvSpPr>
          <p:spPr>
            <a:xfrm rot="0">
              <a:off x="1273" y="1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57" name=""/>
            <p:cNvSpPr/>
            <p:nvPr/>
          </p:nvSpPr>
          <p:spPr>
            <a:xfrm rot="0">
              <a:off x="1273" y="1934"/>
              <a:ext cx="22" cy="23"/>
            </a:xfrm>
            <a:custGeom>
              <a:avLst/>
              <a:ahLst/>
              <a:rect l="0" t="0" r="r" b="b"/>
              <a:pathLst>
                <a:path w="88" h="90">
                  <a:moveTo>
                    <a:pt x="46" y="0"/>
                  </a:moveTo>
                  <a:lnTo>
                    <a:pt x="23" y="17"/>
                  </a:lnTo>
                  <a:lnTo>
                    <a:pt x="0" y="33"/>
                  </a:lnTo>
                  <a:lnTo>
                    <a:pt x="42" y="90"/>
                  </a:lnTo>
                  <a:lnTo>
                    <a:pt x="65" y="74"/>
                  </a:lnTo>
                  <a:lnTo>
                    <a:pt x="88" y="57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58" name=""/>
            <p:cNvSpPr/>
            <p:nvPr/>
          </p:nvSpPr>
          <p:spPr>
            <a:xfrm rot="0">
              <a:off x="1273" y="1934"/>
              <a:ext cx="22" cy="23"/>
            </a:xfrm>
            <a:custGeom>
              <a:avLst/>
              <a:ahLst/>
              <a:rect l="0" t="0" r="r" b="b"/>
              <a:pathLst>
                <a:path w="88" h="90">
                  <a:moveTo>
                    <a:pt x="46" y="0"/>
                  </a:moveTo>
                  <a:lnTo>
                    <a:pt x="23" y="17"/>
                  </a:lnTo>
                  <a:lnTo>
                    <a:pt x="0" y="33"/>
                  </a:lnTo>
                  <a:lnTo>
                    <a:pt x="42" y="90"/>
                  </a:lnTo>
                  <a:lnTo>
                    <a:pt x="65" y="74"/>
                  </a:lnTo>
                  <a:lnTo>
                    <a:pt x="88" y="57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59" name=""/>
            <p:cNvSpPr/>
            <p:nvPr/>
          </p:nvSpPr>
          <p:spPr>
            <a:xfrm rot="0">
              <a:off x="1283" y="1952"/>
              <a:ext cx="6" cy="5"/>
            </a:xfrm>
            <a:custGeom>
              <a:avLst/>
              <a:ahLst/>
              <a:rect l="0" t="0" r="r" b="b"/>
              <a:pathLst>
                <a:path w="23" h="19">
                  <a:moveTo>
                    <a:pt x="23" y="0"/>
                  </a:moveTo>
                  <a:lnTo>
                    <a:pt x="0" y="16"/>
                  </a:lnTo>
                  <a:lnTo>
                    <a:pt x="2" y="19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60" name=""/>
            <p:cNvSpPr/>
            <p:nvPr/>
          </p:nvSpPr>
          <p:spPr>
            <a:xfrm rot="0">
              <a:off x="1283" y="1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61" name=""/>
            <p:cNvSpPr/>
            <p:nvPr/>
          </p:nvSpPr>
          <p:spPr>
            <a:xfrm rot="0">
              <a:off x="1284" y="1948"/>
              <a:ext cx="22" cy="23"/>
            </a:xfrm>
            <a:custGeom>
              <a:avLst/>
              <a:ahLst/>
              <a:rect l="0" t="0" r="r" b="b"/>
              <a:pathLst>
                <a:path w="89" h="91">
                  <a:moveTo>
                    <a:pt x="42" y="0"/>
                  </a:moveTo>
                  <a:lnTo>
                    <a:pt x="21" y="19"/>
                  </a:lnTo>
                  <a:lnTo>
                    <a:pt x="0" y="38"/>
                  </a:lnTo>
                  <a:lnTo>
                    <a:pt x="47" y="91"/>
                  </a:lnTo>
                  <a:lnTo>
                    <a:pt x="68" y="73"/>
                  </a:lnTo>
                  <a:lnTo>
                    <a:pt x="89" y="54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62" name=""/>
            <p:cNvSpPr/>
            <p:nvPr/>
          </p:nvSpPr>
          <p:spPr>
            <a:xfrm rot="0">
              <a:off x="1284" y="1948"/>
              <a:ext cx="22" cy="23"/>
            </a:xfrm>
            <a:custGeom>
              <a:avLst/>
              <a:ahLst/>
              <a:rect l="0" t="0" r="r" b="b"/>
              <a:pathLst>
                <a:path w="89" h="91">
                  <a:moveTo>
                    <a:pt x="42" y="0"/>
                  </a:moveTo>
                  <a:lnTo>
                    <a:pt x="21" y="19"/>
                  </a:lnTo>
                  <a:lnTo>
                    <a:pt x="0" y="38"/>
                  </a:lnTo>
                  <a:lnTo>
                    <a:pt x="47" y="91"/>
                  </a:lnTo>
                  <a:lnTo>
                    <a:pt x="68" y="73"/>
                  </a:lnTo>
                  <a:lnTo>
                    <a:pt x="89" y="54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63" name=""/>
            <p:cNvSpPr/>
            <p:nvPr/>
          </p:nvSpPr>
          <p:spPr>
            <a:xfrm rot="0">
              <a:off x="1296" y="1966"/>
              <a:ext cx="5" cy="5"/>
            </a:xfrm>
            <a:custGeom>
              <a:avLst/>
              <a:ahLst/>
              <a:rect l="0" t="0" r="r" b="b"/>
              <a:pathLst>
                <a:path w="21" h="19">
                  <a:moveTo>
                    <a:pt x="21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64" name=""/>
            <p:cNvSpPr/>
            <p:nvPr/>
          </p:nvSpPr>
          <p:spPr>
            <a:xfrm rot="0">
              <a:off x="1296" y="1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65" name=""/>
            <p:cNvSpPr/>
            <p:nvPr/>
          </p:nvSpPr>
          <p:spPr>
            <a:xfrm rot="0">
              <a:off x="1296" y="1961"/>
              <a:ext cx="23" cy="22"/>
            </a:xfrm>
            <a:custGeom>
              <a:avLst/>
              <a:ahLst/>
              <a:rect l="0" t="0" r="r" b="b"/>
              <a:pathLst>
                <a:path w="90" h="90">
                  <a:moveTo>
                    <a:pt x="40" y="0"/>
                  </a:moveTo>
                  <a:lnTo>
                    <a:pt x="20" y="20"/>
                  </a:lnTo>
                  <a:lnTo>
                    <a:pt x="0" y="39"/>
                  </a:lnTo>
                  <a:lnTo>
                    <a:pt x="51" y="90"/>
                  </a:lnTo>
                  <a:lnTo>
                    <a:pt x="71" y="70"/>
                  </a:lnTo>
                  <a:lnTo>
                    <a:pt x="90" y="50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66" name=""/>
            <p:cNvSpPr/>
            <p:nvPr/>
          </p:nvSpPr>
          <p:spPr>
            <a:xfrm rot="0">
              <a:off x="1296" y="1961"/>
              <a:ext cx="23" cy="22"/>
            </a:xfrm>
            <a:custGeom>
              <a:avLst/>
              <a:ahLst/>
              <a:rect l="0" t="0" r="r" b="b"/>
              <a:pathLst>
                <a:path w="90" h="90">
                  <a:moveTo>
                    <a:pt x="40" y="0"/>
                  </a:moveTo>
                  <a:lnTo>
                    <a:pt x="20" y="20"/>
                  </a:lnTo>
                  <a:lnTo>
                    <a:pt x="0" y="39"/>
                  </a:lnTo>
                  <a:lnTo>
                    <a:pt x="51" y="90"/>
                  </a:lnTo>
                  <a:lnTo>
                    <a:pt x="71" y="70"/>
                  </a:lnTo>
                  <a:lnTo>
                    <a:pt x="90" y="50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67" name=""/>
            <p:cNvSpPr/>
            <p:nvPr/>
          </p:nvSpPr>
          <p:spPr>
            <a:xfrm rot="0">
              <a:off x="1309" y="1979"/>
              <a:ext cx="5" cy="5"/>
            </a:xfrm>
            <a:custGeom>
              <a:avLst/>
              <a:ahLst/>
              <a:rect l="0" t="0" r="r" b="b"/>
              <a:pathLst>
                <a:path w="20" h="21">
                  <a:moveTo>
                    <a:pt x="20" y="0"/>
                  </a:moveTo>
                  <a:lnTo>
                    <a:pt x="0" y="20"/>
                  </a:lnTo>
                  <a:lnTo>
                    <a:pt x="1" y="21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68" name=""/>
            <p:cNvSpPr/>
            <p:nvPr/>
          </p:nvSpPr>
          <p:spPr>
            <a:xfrm rot="0">
              <a:off x="1309" y="19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69" name=""/>
            <p:cNvSpPr/>
            <p:nvPr/>
          </p:nvSpPr>
          <p:spPr>
            <a:xfrm rot="0">
              <a:off x="1309" y="1973"/>
              <a:ext cx="23" cy="23"/>
            </a:xfrm>
            <a:custGeom>
              <a:avLst/>
              <a:ahLst/>
              <a:rect l="0" t="0" r="r" b="b"/>
              <a:pathLst>
                <a:path w="91" h="89">
                  <a:moveTo>
                    <a:pt x="37" y="0"/>
                  </a:moveTo>
                  <a:lnTo>
                    <a:pt x="19" y="21"/>
                  </a:lnTo>
                  <a:lnTo>
                    <a:pt x="0" y="42"/>
                  </a:lnTo>
                  <a:lnTo>
                    <a:pt x="54" y="89"/>
                  </a:lnTo>
                  <a:lnTo>
                    <a:pt x="72" y="68"/>
                  </a:lnTo>
                  <a:lnTo>
                    <a:pt x="91" y="48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70" name=""/>
            <p:cNvSpPr/>
            <p:nvPr/>
          </p:nvSpPr>
          <p:spPr>
            <a:xfrm rot="0">
              <a:off x="1309" y="1973"/>
              <a:ext cx="23" cy="23"/>
            </a:xfrm>
            <a:custGeom>
              <a:avLst/>
              <a:ahLst/>
              <a:rect l="0" t="0" r="r" b="b"/>
              <a:pathLst>
                <a:path w="91" h="89">
                  <a:moveTo>
                    <a:pt x="37" y="0"/>
                  </a:moveTo>
                  <a:lnTo>
                    <a:pt x="19" y="21"/>
                  </a:lnTo>
                  <a:lnTo>
                    <a:pt x="0" y="42"/>
                  </a:lnTo>
                  <a:lnTo>
                    <a:pt x="54" y="89"/>
                  </a:lnTo>
                  <a:lnTo>
                    <a:pt x="72" y="68"/>
                  </a:lnTo>
                  <a:lnTo>
                    <a:pt x="91" y="48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71" name=""/>
            <p:cNvSpPr/>
            <p:nvPr/>
          </p:nvSpPr>
          <p:spPr>
            <a:xfrm rot="0">
              <a:off x="1322" y="1990"/>
              <a:ext cx="5" cy="6"/>
            </a:xfrm>
            <a:custGeom>
              <a:avLst/>
              <a:ahLst/>
              <a:rect l="0" t="0" r="r" b="b"/>
              <a:pathLst>
                <a:path w="18" h="23">
                  <a:moveTo>
                    <a:pt x="18" y="0"/>
                  </a:moveTo>
                  <a:lnTo>
                    <a:pt x="0" y="21"/>
                  </a:lnTo>
                  <a:lnTo>
                    <a:pt x="2" y="23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72" name=""/>
            <p:cNvSpPr/>
            <p:nvPr/>
          </p:nvSpPr>
          <p:spPr>
            <a:xfrm rot="0">
              <a:off x="1322" y="19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73" name=""/>
            <p:cNvSpPr/>
            <p:nvPr/>
          </p:nvSpPr>
          <p:spPr>
            <a:xfrm rot="0">
              <a:off x="1323" y="1985"/>
              <a:ext cx="23" cy="22"/>
            </a:xfrm>
            <a:custGeom>
              <a:avLst/>
              <a:ahLst/>
              <a:rect l="0" t="0" r="r" b="b"/>
              <a:pathLst>
                <a:path w="91" h="89">
                  <a:moveTo>
                    <a:pt x="33" y="0"/>
                  </a:moveTo>
                  <a:lnTo>
                    <a:pt x="16" y="23"/>
                  </a:lnTo>
                  <a:lnTo>
                    <a:pt x="0" y="46"/>
                  </a:lnTo>
                  <a:lnTo>
                    <a:pt x="58" y="89"/>
                  </a:lnTo>
                  <a:lnTo>
                    <a:pt x="75" y="66"/>
                  </a:lnTo>
                  <a:lnTo>
                    <a:pt x="91" y="43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74" name=""/>
            <p:cNvSpPr/>
            <p:nvPr/>
          </p:nvSpPr>
          <p:spPr>
            <a:xfrm rot="0">
              <a:off x="1323" y="1985"/>
              <a:ext cx="23" cy="22"/>
            </a:xfrm>
            <a:custGeom>
              <a:avLst/>
              <a:ahLst/>
              <a:rect l="0" t="0" r="r" b="b"/>
              <a:pathLst>
                <a:path w="91" h="89">
                  <a:moveTo>
                    <a:pt x="33" y="0"/>
                  </a:moveTo>
                  <a:lnTo>
                    <a:pt x="16" y="23"/>
                  </a:lnTo>
                  <a:lnTo>
                    <a:pt x="0" y="46"/>
                  </a:lnTo>
                  <a:lnTo>
                    <a:pt x="58" y="89"/>
                  </a:lnTo>
                  <a:lnTo>
                    <a:pt x="75" y="66"/>
                  </a:lnTo>
                  <a:lnTo>
                    <a:pt x="91" y="43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75" name=""/>
            <p:cNvSpPr/>
            <p:nvPr/>
          </p:nvSpPr>
          <p:spPr>
            <a:xfrm rot="0">
              <a:off x="1338" y="2001"/>
              <a:ext cx="4" cy="6"/>
            </a:xfrm>
            <a:custGeom>
              <a:avLst/>
              <a:ahLst/>
              <a:rect l="0" t="0" r="r" b="b"/>
              <a:pathLst>
                <a:path w="17" h="24">
                  <a:moveTo>
                    <a:pt x="17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76" name=""/>
            <p:cNvSpPr/>
            <p:nvPr/>
          </p:nvSpPr>
          <p:spPr>
            <a:xfrm rot="0">
              <a:off x="1338" y="2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77" name=""/>
            <p:cNvSpPr/>
            <p:nvPr/>
          </p:nvSpPr>
          <p:spPr>
            <a:xfrm rot="0">
              <a:off x="1338" y="1995"/>
              <a:ext cx="22" cy="21"/>
            </a:xfrm>
            <a:custGeom>
              <a:avLst/>
              <a:ahLst/>
              <a:rect l="0" t="0" r="r" b="b"/>
              <a:pathLst>
                <a:path w="89" h="86">
                  <a:moveTo>
                    <a:pt x="29" y="0"/>
                  </a:moveTo>
                  <a:lnTo>
                    <a:pt x="15" y="24"/>
                  </a:lnTo>
                  <a:lnTo>
                    <a:pt x="0" y="48"/>
                  </a:lnTo>
                  <a:lnTo>
                    <a:pt x="61" y="86"/>
                  </a:lnTo>
                  <a:lnTo>
                    <a:pt x="75" y="62"/>
                  </a:lnTo>
                  <a:lnTo>
                    <a:pt x="89" y="37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78" name=""/>
            <p:cNvSpPr/>
            <p:nvPr/>
          </p:nvSpPr>
          <p:spPr>
            <a:xfrm rot="0">
              <a:off x="1338" y="1995"/>
              <a:ext cx="22" cy="21"/>
            </a:xfrm>
            <a:custGeom>
              <a:avLst/>
              <a:ahLst/>
              <a:rect l="0" t="0" r="r" b="b"/>
              <a:pathLst>
                <a:path w="89" h="86">
                  <a:moveTo>
                    <a:pt x="29" y="0"/>
                  </a:moveTo>
                  <a:lnTo>
                    <a:pt x="15" y="24"/>
                  </a:lnTo>
                  <a:lnTo>
                    <a:pt x="0" y="48"/>
                  </a:lnTo>
                  <a:lnTo>
                    <a:pt x="61" y="86"/>
                  </a:lnTo>
                  <a:lnTo>
                    <a:pt x="75" y="62"/>
                  </a:lnTo>
                  <a:lnTo>
                    <a:pt x="89" y="37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79" name=""/>
            <p:cNvSpPr/>
            <p:nvPr/>
          </p:nvSpPr>
          <p:spPr>
            <a:xfrm rot="0">
              <a:off x="1353" y="2010"/>
              <a:ext cx="4" cy="6"/>
            </a:xfrm>
            <a:custGeom>
              <a:avLst/>
              <a:ahLst/>
              <a:rect l="0" t="0" r="r" b="b"/>
              <a:pathLst>
                <a:path w="14" h="24">
                  <a:moveTo>
                    <a:pt x="14" y="0"/>
                  </a:moveTo>
                  <a:lnTo>
                    <a:pt x="0" y="24"/>
                  </a:lnTo>
                  <a:lnTo>
                    <a:pt x="1" y="24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80" name=""/>
            <p:cNvSpPr/>
            <p:nvPr/>
          </p:nvSpPr>
          <p:spPr>
            <a:xfrm rot="0">
              <a:off x="1353" y="2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81" name=""/>
            <p:cNvSpPr/>
            <p:nvPr/>
          </p:nvSpPr>
          <p:spPr>
            <a:xfrm rot="0">
              <a:off x="1353" y="2004"/>
              <a:ext cx="23" cy="21"/>
            </a:xfrm>
            <a:custGeom>
              <a:avLst/>
              <a:ahLst/>
              <a:rect l="0" t="0" r="r" b="b"/>
              <a:pathLst>
                <a:path w="89" h="83">
                  <a:moveTo>
                    <a:pt x="26" y="0"/>
                  </a:moveTo>
                  <a:lnTo>
                    <a:pt x="13" y="25"/>
                  </a:lnTo>
                  <a:lnTo>
                    <a:pt x="0" y="49"/>
                  </a:lnTo>
                  <a:lnTo>
                    <a:pt x="62" y="83"/>
                  </a:lnTo>
                  <a:lnTo>
                    <a:pt x="76" y="59"/>
                  </a:lnTo>
                  <a:lnTo>
                    <a:pt x="89" y="3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82" name=""/>
            <p:cNvSpPr/>
            <p:nvPr/>
          </p:nvSpPr>
          <p:spPr>
            <a:xfrm rot="0">
              <a:off x="1353" y="2004"/>
              <a:ext cx="23" cy="21"/>
            </a:xfrm>
            <a:custGeom>
              <a:avLst/>
              <a:ahLst/>
              <a:rect l="0" t="0" r="r" b="b"/>
              <a:pathLst>
                <a:path w="89" h="83">
                  <a:moveTo>
                    <a:pt x="26" y="0"/>
                  </a:moveTo>
                  <a:lnTo>
                    <a:pt x="13" y="25"/>
                  </a:lnTo>
                  <a:lnTo>
                    <a:pt x="0" y="49"/>
                  </a:lnTo>
                  <a:lnTo>
                    <a:pt x="62" y="83"/>
                  </a:lnTo>
                  <a:lnTo>
                    <a:pt x="76" y="59"/>
                  </a:lnTo>
                  <a:lnTo>
                    <a:pt x="89" y="34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83" name=""/>
            <p:cNvSpPr/>
            <p:nvPr/>
          </p:nvSpPr>
          <p:spPr>
            <a:xfrm rot="0">
              <a:off x="1369" y="2019"/>
              <a:ext cx="3" cy="6"/>
            </a:xfrm>
            <a:custGeom>
              <a:avLst/>
              <a:ahLst/>
              <a:rect l="0" t="0" r="r" b="b"/>
              <a:pathLst>
                <a:path w="14" h="25">
                  <a:moveTo>
                    <a:pt x="14" y="0"/>
                  </a:moveTo>
                  <a:lnTo>
                    <a:pt x="0" y="24"/>
                  </a:lnTo>
                  <a:lnTo>
                    <a:pt x="3" y="25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84" name=""/>
            <p:cNvSpPr/>
            <p:nvPr/>
          </p:nvSpPr>
          <p:spPr>
            <a:xfrm rot="0">
              <a:off x="1369" y="2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85" name=""/>
            <p:cNvSpPr/>
            <p:nvPr/>
          </p:nvSpPr>
          <p:spPr>
            <a:xfrm rot="0">
              <a:off x="1370" y="2013"/>
              <a:ext cx="22" cy="19"/>
            </a:xfrm>
            <a:custGeom>
              <a:avLst/>
              <a:ahLst/>
              <a:rect l="0" t="0" r="r" b="b"/>
              <a:pathLst>
                <a:path w="87" h="79">
                  <a:moveTo>
                    <a:pt x="22" y="0"/>
                  </a:moveTo>
                  <a:lnTo>
                    <a:pt x="11" y="26"/>
                  </a:lnTo>
                  <a:lnTo>
                    <a:pt x="0" y="51"/>
                  </a:lnTo>
                  <a:lnTo>
                    <a:pt x="65" y="79"/>
                  </a:lnTo>
                  <a:lnTo>
                    <a:pt x="76" y="54"/>
                  </a:lnTo>
                  <a:lnTo>
                    <a:pt x="87" y="29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86" name=""/>
            <p:cNvSpPr/>
            <p:nvPr/>
          </p:nvSpPr>
          <p:spPr>
            <a:xfrm rot="0">
              <a:off x="1370" y="2013"/>
              <a:ext cx="22" cy="19"/>
            </a:xfrm>
            <a:custGeom>
              <a:avLst/>
              <a:ahLst/>
              <a:rect l="0" t="0" r="r" b="b"/>
              <a:pathLst>
                <a:path w="87" h="79">
                  <a:moveTo>
                    <a:pt x="22" y="0"/>
                  </a:moveTo>
                  <a:lnTo>
                    <a:pt x="11" y="26"/>
                  </a:lnTo>
                  <a:lnTo>
                    <a:pt x="0" y="51"/>
                  </a:lnTo>
                  <a:lnTo>
                    <a:pt x="65" y="79"/>
                  </a:lnTo>
                  <a:lnTo>
                    <a:pt x="76" y="54"/>
                  </a:lnTo>
                  <a:lnTo>
                    <a:pt x="87" y="29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87" name=""/>
            <p:cNvSpPr/>
            <p:nvPr/>
          </p:nvSpPr>
          <p:spPr>
            <a:xfrm rot="0">
              <a:off x="1386" y="2026"/>
              <a:ext cx="3" cy="7"/>
            </a:xfrm>
            <a:custGeom>
              <a:avLst/>
              <a:ahLst/>
              <a:rect l="0" t="0" r="r" b="b"/>
              <a:pathLst>
                <a:path w="11" h="26">
                  <a:moveTo>
                    <a:pt x="11" y="0"/>
                  </a:moveTo>
                  <a:lnTo>
                    <a:pt x="0" y="25"/>
                  </a:lnTo>
                  <a:lnTo>
                    <a:pt x="3" y="2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88" name=""/>
            <p:cNvSpPr/>
            <p:nvPr/>
          </p:nvSpPr>
          <p:spPr>
            <a:xfrm rot="0">
              <a:off x="1386" y="2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89" name=""/>
            <p:cNvSpPr/>
            <p:nvPr/>
          </p:nvSpPr>
          <p:spPr>
            <a:xfrm rot="0">
              <a:off x="1387" y="2019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17" y="0"/>
                  </a:moveTo>
                  <a:lnTo>
                    <a:pt x="8" y="26"/>
                  </a:lnTo>
                  <a:lnTo>
                    <a:pt x="0" y="52"/>
                  </a:lnTo>
                  <a:lnTo>
                    <a:pt x="67" y="76"/>
                  </a:lnTo>
                  <a:lnTo>
                    <a:pt x="75" y="49"/>
                  </a:lnTo>
                  <a:lnTo>
                    <a:pt x="84" y="23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90" name=""/>
            <p:cNvSpPr/>
            <p:nvPr/>
          </p:nvSpPr>
          <p:spPr>
            <a:xfrm rot="0">
              <a:off x="1387" y="2019"/>
              <a:ext cx="21" cy="19"/>
            </a:xfrm>
            <a:custGeom>
              <a:avLst/>
              <a:ahLst/>
              <a:rect l="0" t="0" r="r" b="b"/>
              <a:pathLst>
                <a:path w="84" h="76">
                  <a:moveTo>
                    <a:pt x="17" y="0"/>
                  </a:moveTo>
                  <a:lnTo>
                    <a:pt x="8" y="26"/>
                  </a:lnTo>
                  <a:lnTo>
                    <a:pt x="0" y="52"/>
                  </a:lnTo>
                  <a:lnTo>
                    <a:pt x="67" y="76"/>
                  </a:lnTo>
                  <a:lnTo>
                    <a:pt x="75" y="49"/>
                  </a:lnTo>
                  <a:lnTo>
                    <a:pt x="84" y="23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91" name=""/>
            <p:cNvSpPr/>
            <p:nvPr/>
          </p:nvSpPr>
          <p:spPr>
            <a:xfrm rot="0">
              <a:off x="1403" y="2032"/>
              <a:ext cx="3" cy="7"/>
            </a:xfrm>
            <a:custGeom>
              <a:avLst/>
              <a:ahLst/>
              <a:rect l="0" t="0" r="r" b="b"/>
              <a:pathLst>
                <a:path w="8" h="28">
                  <a:moveTo>
                    <a:pt x="8" y="0"/>
                  </a:moveTo>
                  <a:lnTo>
                    <a:pt x="0" y="27"/>
                  </a:lnTo>
                  <a:lnTo>
                    <a:pt x="1" y="28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92" name=""/>
            <p:cNvSpPr/>
            <p:nvPr/>
          </p:nvSpPr>
          <p:spPr>
            <a:xfrm rot="0">
              <a:off x="1403" y="20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93" name=""/>
            <p:cNvSpPr/>
            <p:nvPr/>
          </p:nvSpPr>
          <p:spPr>
            <a:xfrm rot="0">
              <a:off x="1404" y="2025"/>
              <a:ext cx="21" cy="18"/>
            </a:xfrm>
            <a:custGeom>
              <a:avLst/>
              <a:ahLst/>
              <a:rect l="0" t="0" r="r" b="b"/>
              <a:pathLst>
                <a:path w="84" h="73">
                  <a:moveTo>
                    <a:pt x="15" y="0"/>
                  </a:moveTo>
                  <a:lnTo>
                    <a:pt x="7" y="27"/>
                  </a:lnTo>
                  <a:lnTo>
                    <a:pt x="0" y="55"/>
                  </a:lnTo>
                  <a:lnTo>
                    <a:pt x="69" y="73"/>
                  </a:lnTo>
                  <a:lnTo>
                    <a:pt x="76" y="46"/>
                  </a:lnTo>
                  <a:lnTo>
                    <a:pt x="84" y="18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94" name=""/>
            <p:cNvSpPr/>
            <p:nvPr/>
          </p:nvSpPr>
          <p:spPr>
            <a:xfrm rot="0">
              <a:off x="1404" y="2025"/>
              <a:ext cx="21" cy="18"/>
            </a:xfrm>
            <a:custGeom>
              <a:avLst/>
              <a:ahLst/>
              <a:rect l="0" t="0" r="r" b="b"/>
              <a:pathLst>
                <a:path w="84" h="73">
                  <a:moveTo>
                    <a:pt x="15" y="0"/>
                  </a:moveTo>
                  <a:lnTo>
                    <a:pt x="7" y="27"/>
                  </a:lnTo>
                  <a:lnTo>
                    <a:pt x="0" y="55"/>
                  </a:lnTo>
                  <a:lnTo>
                    <a:pt x="69" y="73"/>
                  </a:lnTo>
                  <a:lnTo>
                    <a:pt x="76" y="46"/>
                  </a:lnTo>
                  <a:lnTo>
                    <a:pt x="84" y="18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95" name=""/>
            <p:cNvSpPr/>
            <p:nvPr/>
          </p:nvSpPr>
          <p:spPr>
            <a:xfrm rot="0">
              <a:off x="1421" y="2036"/>
              <a:ext cx="2" cy="7"/>
            </a:xfrm>
            <a:custGeom>
              <a:avLst/>
              <a:ahLst/>
              <a:rect l="0" t="0" r="r" b="b"/>
              <a:pathLst>
                <a:path w="7" h="27">
                  <a:moveTo>
                    <a:pt x="7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96" name=""/>
            <p:cNvSpPr/>
            <p:nvPr/>
          </p:nvSpPr>
          <p:spPr>
            <a:xfrm rot="0">
              <a:off x="1421" y="20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97" name=""/>
            <p:cNvSpPr/>
            <p:nvPr/>
          </p:nvSpPr>
          <p:spPr>
            <a:xfrm rot="0">
              <a:off x="1422" y="2030"/>
              <a:ext cx="20" cy="17"/>
            </a:xfrm>
            <a:custGeom>
              <a:avLst/>
              <a:ahLst/>
              <a:rect l="0" t="0" r="r" b="b"/>
              <a:pathLst>
                <a:path w="81" h="68">
                  <a:moveTo>
                    <a:pt x="11" y="0"/>
                  </a:moveTo>
                  <a:lnTo>
                    <a:pt x="5" y="28"/>
                  </a:lnTo>
                  <a:lnTo>
                    <a:pt x="0" y="55"/>
                  </a:lnTo>
                  <a:lnTo>
                    <a:pt x="70" y="68"/>
                  </a:lnTo>
                  <a:lnTo>
                    <a:pt x="76" y="41"/>
                  </a:lnTo>
                  <a:lnTo>
                    <a:pt x="81" y="14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698" name=""/>
            <p:cNvSpPr/>
            <p:nvPr/>
          </p:nvSpPr>
          <p:spPr>
            <a:xfrm rot="0">
              <a:off x="1422" y="2030"/>
              <a:ext cx="20" cy="17"/>
            </a:xfrm>
            <a:custGeom>
              <a:avLst/>
              <a:ahLst/>
              <a:rect l="0" t="0" r="r" b="b"/>
              <a:pathLst>
                <a:path w="81" h="68">
                  <a:moveTo>
                    <a:pt x="11" y="0"/>
                  </a:moveTo>
                  <a:lnTo>
                    <a:pt x="5" y="28"/>
                  </a:lnTo>
                  <a:lnTo>
                    <a:pt x="0" y="55"/>
                  </a:lnTo>
                  <a:lnTo>
                    <a:pt x="70" y="68"/>
                  </a:lnTo>
                  <a:lnTo>
                    <a:pt x="76" y="41"/>
                  </a:lnTo>
                  <a:lnTo>
                    <a:pt x="81" y="14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699" name=""/>
            <p:cNvSpPr/>
            <p:nvPr/>
          </p:nvSpPr>
          <p:spPr>
            <a:xfrm rot="0">
              <a:off x="1439" y="2040"/>
              <a:ext cx="1" cy="7"/>
            </a:xfrm>
            <a:custGeom>
              <a:avLst/>
              <a:ahLst/>
              <a:rect l="0" t="0" r="r" b="b"/>
              <a:pathLst>
                <a:path w="6" h="27">
                  <a:moveTo>
                    <a:pt x="6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00" name=""/>
            <p:cNvSpPr/>
            <p:nvPr/>
          </p:nvSpPr>
          <p:spPr>
            <a:xfrm rot="0">
              <a:off x="1439" y="2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01" name=""/>
            <p:cNvSpPr/>
            <p:nvPr/>
          </p:nvSpPr>
          <p:spPr>
            <a:xfrm rot="0">
              <a:off x="1440" y="2033"/>
              <a:ext cx="19" cy="16"/>
            </a:xfrm>
            <a:custGeom>
              <a:avLst/>
              <a:ahLst/>
              <a:rect l="0" t="0" r="r" b="b"/>
              <a:pathLst>
                <a:path w="78" h="63">
                  <a:moveTo>
                    <a:pt x="7" y="0"/>
                  </a:moveTo>
                  <a:lnTo>
                    <a:pt x="4" y="27"/>
                  </a:lnTo>
                  <a:lnTo>
                    <a:pt x="0" y="54"/>
                  </a:lnTo>
                  <a:lnTo>
                    <a:pt x="72" y="63"/>
                  </a:lnTo>
                  <a:lnTo>
                    <a:pt x="75" y="36"/>
                  </a:lnTo>
                  <a:lnTo>
                    <a:pt x="78" y="8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02" name=""/>
            <p:cNvSpPr/>
            <p:nvPr/>
          </p:nvSpPr>
          <p:spPr>
            <a:xfrm rot="0">
              <a:off x="1440" y="2033"/>
              <a:ext cx="19" cy="16"/>
            </a:xfrm>
            <a:custGeom>
              <a:avLst/>
              <a:ahLst/>
              <a:rect l="0" t="0" r="r" b="b"/>
              <a:pathLst>
                <a:path w="78" h="63">
                  <a:moveTo>
                    <a:pt x="7" y="0"/>
                  </a:moveTo>
                  <a:lnTo>
                    <a:pt x="4" y="27"/>
                  </a:lnTo>
                  <a:lnTo>
                    <a:pt x="0" y="54"/>
                  </a:lnTo>
                  <a:lnTo>
                    <a:pt x="72" y="63"/>
                  </a:lnTo>
                  <a:lnTo>
                    <a:pt x="75" y="36"/>
                  </a:lnTo>
                  <a:lnTo>
                    <a:pt x="78" y="8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03" name=""/>
            <p:cNvSpPr/>
            <p:nvPr/>
          </p:nvSpPr>
          <p:spPr>
            <a:xfrm rot="0">
              <a:off x="1457" y="2042"/>
              <a:ext cx="1" cy="7"/>
            </a:xfrm>
            <a:custGeom>
              <a:avLst/>
              <a:ahLst/>
              <a:rect l="0" t="0" r="r" b="b"/>
              <a:pathLst>
                <a:path w="3" h="27">
                  <a:moveTo>
                    <a:pt x="3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04" name=""/>
            <p:cNvSpPr/>
            <p:nvPr/>
          </p:nvSpPr>
          <p:spPr>
            <a:xfrm rot="0">
              <a:off x="1457" y="20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05" name=""/>
            <p:cNvSpPr/>
            <p:nvPr/>
          </p:nvSpPr>
          <p:spPr>
            <a:xfrm rot="0">
              <a:off x="1458" y="2035"/>
              <a:ext cx="18" cy="14"/>
            </a:xfrm>
            <a:custGeom>
              <a:avLst/>
              <a:ahLst/>
              <a:rect l="0" t="0" r="r" b="b"/>
              <a:pathLst>
                <a:path w="74" h="57">
                  <a:moveTo>
                    <a:pt x="2" y="0"/>
                  </a:moveTo>
                  <a:lnTo>
                    <a:pt x="1" y="28"/>
                  </a:lnTo>
                  <a:lnTo>
                    <a:pt x="0" y="55"/>
                  </a:lnTo>
                  <a:lnTo>
                    <a:pt x="71" y="57"/>
                  </a:lnTo>
                  <a:lnTo>
                    <a:pt x="72" y="30"/>
                  </a:lnTo>
                  <a:lnTo>
                    <a:pt x="74" y="3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06" name=""/>
            <p:cNvSpPr/>
            <p:nvPr/>
          </p:nvSpPr>
          <p:spPr>
            <a:xfrm rot="0">
              <a:off x="1458" y="2035"/>
              <a:ext cx="18" cy="14"/>
            </a:xfrm>
            <a:custGeom>
              <a:avLst/>
              <a:ahLst/>
              <a:rect l="0" t="0" r="r" b="b"/>
              <a:pathLst>
                <a:path w="74" h="57">
                  <a:moveTo>
                    <a:pt x="2" y="0"/>
                  </a:moveTo>
                  <a:lnTo>
                    <a:pt x="1" y="28"/>
                  </a:lnTo>
                  <a:lnTo>
                    <a:pt x="0" y="55"/>
                  </a:lnTo>
                  <a:lnTo>
                    <a:pt x="71" y="57"/>
                  </a:lnTo>
                  <a:lnTo>
                    <a:pt x="72" y="30"/>
                  </a:lnTo>
                  <a:lnTo>
                    <a:pt x="74" y="3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07" name=""/>
            <p:cNvSpPr/>
            <p:nvPr/>
          </p:nvSpPr>
          <p:spPr>
            <a:xfrm rot="0">
              <a:off x="1476" y="2042"/>
              <a:ext cx="1" cy="7"/>
            </a:xfrm>
            <a:custGeom>
              <a:avLst/>
              <a:ahLst/>
              <a:rect l="0" t="0" r="r" b="b"/>
              <a:pathLst>
                <a:path w="3" h="27">
                  <a:moveTo>
                    <a:pt x="1" y="0"/>
                  </a:moveTo>
                  <a:lnTo>
                    <a:pt x="0" y="27"/>
                  </a:lnTo>
                  <a:lnTo>
                    <a:pt x="3" y="27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08" name=""/>
            <p:cNvSpPr/>
            <p:nvPr/>
          </p:nvSpPr>
          <p:spPr>
            <a:xfrm rot="0">
              <a:off x="1476" y="20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09" name=""/>
            <p:cNvSpPr/>
            <p:nvPr/>
          </p:nvSpPr>
          <p:spPr>
            <a:xfrm rot="0">
              <a:off x="1476" y="2035"/>
              <a:ext cx="18" cy="14"/>
            </a:xfrm>
            <a:custGeom>
              <a:avLst/>
              <a:ahLst/>
              <a:rect l="0" t="0" r="r" b="b"/>
              <a:pathLst>
                <a:path w="74" h="57">
                  <a:moveTo>
                    <a:pt x="0" y="3"/>
                  </a:moveTo>
                  <a:lnTo>
                    <a:pt x="1" y="30"/>
                  </a:lnTo>
                  <a:lnTo>
                    <a:pt x="3" y="57"/>
                  </a:lnTo>
                  <a:lnTo>
                    <a:pt x="74" y="55"/>
                  </a:lnTo>
                  <a:lnTo>
                    <a:pt x="73" y="28"/>
                  </a:lnTo>
                  <a:lnTo>
                    <a:pt x="72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10" name=""/>
            <p:cNvSpPr/>
            <p:nvPr/>
          </p:nvSpPr>
          <p:spPr>
            <a:xfrm rot="0">
              <a:off x="1476" y="2035"/>
              <a:ext cx="18" cy="14"/>
            </a:xfrm>
            <a:custGeom>
              <a:avLst/>
              <a:ahLst/>
              <a:rect l="0" t="0" r="r" b="b"/>
              <a:pathLst>
                <a:path w="74" h="57">
                  <a:moveTo>
                    <a:pt x="0" y="3"/>
                  </a:moveTo>
                  <a:lnTo>
                    <a:pt x="1" y="30"/>
                  </a:lnTo>
                  <a:lnTo>
                    <a:pt x="3" y="57"/>
                  </a:lnTo>
                  <a:lnTo>
                    <a:pt x="74" y="55"/>
                  </a:lnTo>
                  <a:lnTo>
                    <a:pt x="73" y="28"/>
                  </a:lnTo>
                  <a:lnTo>
                    <a:pt x="72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11" name=""/>
            <p:cNvSpPr/>
            <p:nvPr/>
          </p:nvSpPr>
          <p:spPr>
            <a:xfrm rot="0">
              <a:off x="1494" y="2042"/>
              <a:ext cx="1" cy="7"/>
            </a:xfrm>
            <a:custGeom>
              <a:avLst/>
              <a:ahLst/>
              <a:rect l="0" t="0" r="r" b="b"/>
              <a:pathLst>
                <a:path w="3" h="27">
                  <a:moveTo>
                    <a:pt x="0" y="0"/>
                  </a:moveTo>
                  <a:lnTo>
                    <a:pt x="1" y="27"/>
                  </a:lnTo>
                  <a:lnTo>
                    <a:pt x="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12" name=""/>
            <p:cNvSpPr/>
            <p:nvPr/>
          </p:nvSpPr>
          <p:spPr>
            <a:xfrm rot="0">
              <a:off x="1494" y="20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13" name=""/>
            <p:cNvSpPr/>
            <p:nvPr/>
          </p:nvSpPr>
          <p:spPr>
            <a:xfrm rot="0">
              <a:off x="1493" y="2033"/>
              <a:ext cx="20" cy="16"/>
            </a:xfrm>
            <a:custGeom>
              <a:avLst/>
              <a:ahLst/>
              <a:rect l="0" t="0" r="r" b="b"/>
              <a:pathLst>
                <a:path w="78" h="63">
                  <a:moveTo>
                    <a:pt x="0" y="8"/>
                  </a:moveTo>
                  <a:lnTo>
                    <a:pt x="4" y="36"/>
                  </a:lnTo>
                  <a:lnTo>
                    <a:pt x="7" y="63"/>
                  </a:lnTo>
                  <a:lnTo>
                    <a:pt x="78" y="54"/>
                  </a:lnTo>
                  <a:lnTo>
                    <a:pt x="75" y="27"/>
                  </a:lnTo>
                  <a:lnTo>
                    <a:pt x="72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14" name=""/>
            <p:cNvSpPr/>
            <p:nvPr/>
          </p:nvSpPr>
          <p:spPr>
            <a:xfrm rot="0">
              <a:off x="1493" y="2033"/>
              <a:ext cx="20" cy="16"/>
            </a:xfrm>
            <a:custGeom>
              <a:avLst/>
              <a:ahLst/>
              <a:rect l="0" t="0" r="r" b="b"/>
              <a:pathLst>
                <a:path w="78" h="63">
                  <a:moveTo>
                    <a:pt x="0" y="8"/>
                  </a:moveTo>
                  <a:lnTo>
                    <a:pt x="4" y="36"/>
                  </a:lnTo>
                  <a:lnTo>
                    <a:pt x="7" y="63"/>
                  </a:lnTo>
                  <a:lnTo>
                    <a:pt x="78" y="54"/>
                  </a:lnTo>
                  <a:lnTo>
                    <a:pt x="75" y="27"/>
                  </a:lnTo>
                  <a:lnTo>
                    <a:pt x="72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15" name=""/>
            <p:cNvSpPr/>
            <p:nvPr/>
          </p:nvSpPr>
          <p:spPr>
            <a:xfrm rot="0">
              <a:off x="1512" y="2040"/>
              <a:ext cx="1" cy="7"/>
            </a:xfrm>
            <a:custGeom>
              <a:avLst/>
              <a:ahLst/>
              <a:rect l="0" t="0" r="r" b="b"/>
              <a:pathLst>
                <a:path w="6" h="27">
                  <a:moveTo>
                    <a:pt x="0" y="0"/>
                  </a:moveTo>
                  <a:lnTo>
                    <a:pt x="3" y="27"/>
                  </a:lnTo>
                  <a:lnTo>
                    <a:pt x="6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16" name=""/>
            <p:cNvSpPr/>
            <p:nvPr/>
          </p:nvSpPr>
          <p:spPr>
            <a:xfrm rot="0">
              <a:off x="1513" y="2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17" name=""/>
            <p:cNvSpPr/>
            <p:nvPr/>
          </p:nvSpPr>
          <p:spPr>
            <a:xfrm rot="0">
              <a:off x="1510" y="2030"/>
              <a:ext cx="20" cy="17"/>
            </a:xfrm>
            <a:custGeom>
              <a:avLst/>
              <a:ahLst/>
              <a:rect l="0" t="0" r="r" b="b"/>
              <a:pathLst>
                <a:path w="80" h="68">
                  <a:moveTo>
                    <a:pt x="0" y="14"/>
                  </a:moveTo>
                  <a:lnTo>
                    <a:pt x="5" y="41"/>
                  </a:lnTo>
                  <a:lnTo>
                    <a:pt x="11" y="68"/>
                  </a:lnTo>
                  <a:lnTo>
                    <a:pt x="80" y="55"/>
                  </a:lnTo>
                  <a:lnTo>
                    <a:pt x="74" y="28"/>
                  </a:lnTo>
                  <a:lnTo>
                    <a:pt x="69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18" name=""/>
            <p:cNvSpPr/>
            <p:nvPr/>
          </p:nvSpPr>
          <p:spPr>
            <a:xfrm rot="0">
              <a:off x="1510" y="2030"/>
              <a:ext cx="20" cy="17"/>
            </a:xfrm>
            <a:custGeom>
              <a:avLst/>
              <a:ahLst/>
              <a:rect l="0" t="0" r="r" b="b"/>
              <a:pathLst>
                <a:path w="80" h="68">
                  <a:moveTo>
                    <a:pt x="0" y="14"/>
                  </a:moveTo>
                  <a:lnTo>
                    <a:pt x="5" y="41"/>
                  </a:lnTo>
                  <a:lnTo>
                    <a:pt x="11" y="68"/>
                  </a:lnTo>
                  <a:lnTo>
                    <a:pt x="80" y="55"/>
                  </a:lnTo>
                  <a:lnTo>
                    <a:pt x="74" y="28"/>
                  </a:lnTo>
                  <a:lnTo>
                    <a:pt x="69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19" name=""/>
            <p:cNvSpPr/>
            <p:nvPr/>
          </p:nvSpPr>
          <p:spPr>
            <a:xfrm rot="0">
              <a:off x="1529" y="2036"/>
              <a:ext cx="2" cy="7"/>
            </a:xfrm>
            <a:custGeom>
              <a:avLst/>
              <a:ahLst/>
              <a:rect l="0" t="0" r="r" b="b"/>
              <a:pathLst>
                <a:path w="8" h="27">
                  <a:moveTo>
                    <a:pt x="0" y="0"/>
                  </a:moveTo>
                  <a:lnTo>
                    <a:pt x="6" y="27"/>
                  </a:lnTo>
                  <a:lnTo>
                    <a:pt x="8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20" name=""/>
            <p:cNvSpPr/>
            <p:nvPr/>
          </p:nvSpPr>
          <p:spPr>
            <a:xfrm rot="0">
              <a:off x="1530" y="20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21" name=""/>
            <p:cNvSpPr/>
            <p:nvPr/>
          </p:nvSpPr>
          <p:spPr>
            <a:xfrm rot="0">
              <a:off x="1527" y="2025"/>
              <a:ext cx="21" cy="18"/>
            </a:xfrm>
            <a:custGeom>
              <a:avLst/>
              <a:ahLst/>
              <a:rect l="0" t="0" r="r" b="b"/>
              <a:pathLst>
                <a:path w="84" h="73">
                  <a:moveTo>
                    <a:pt x="0" y="18"/>
                  </a:moveTo>
                  <a:lnTo>
                    <a:pt x="7" y="46"/>
                  </a:lnTo>
                  <a:lnTo>
                    <a:pt x="15" y="73"/>
                  </a:lnTo>
                  <a:lnTo>
                    <a:pt x="84" y="55"/>
                  </a:lnTo>
                  <a:lnTo>
                    <a:pt x="76" y="27"/>
                  </a:lnTo>
                  <a:lnTo>
                    <a:pt x="69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22" name=""/>
            <p:cNvSpPr/>
            <p:nvPr/>
          </p:nvSpPr>
          <p:spPr>
            <a:xfrm rot="0">
              <a:off x="1527" y="2025"/>
              <a:ext cx="21" cy="18"/>
            </a:xfrm>
            <a:custGeom>
              <a:avLst/>
              <a:ahLst/>
              <a:rect l="0" t="0" r="r" b="b"/>
              <a:pathLst>
                <a:path w="84" h="73">
                  <a:moveTo>
                    <a:pt x="0" y="18"/>
                  </a:moveTo>
                  <a:lnTo>
                    <a:pt x="7" y="46"/>
                  </a:lnTo>
                  <a:lnTo>
                    <a:pt x="15" y="73"/>
                  </a:lnTo>
                  <a:lnTo>
                    <a:pt x="84" y="55"/>
                  </a:lnTo>
                  <a:lnTo>
                    <a:pt x="76" y="27"/>
                  </a:lnTo>
                  <a:lnTo>
                    <a:pt x="69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23" name=""/>
            <p:cNvSpPr/>
            <p:nvPr/>
          </p:nvSpPr>
          <p:spPr>
            <a:xfrm rot="0">
              <a:off x="1546" y="2032"/>
              <a:ext cx="3" cy="7"/>
            </a:xfrm>
            <a:custGeom>
              <a:avLst/>
              <a:ahLst/>
              <a:rect l="0" t="0" r="r" b="b"/>
              <a:pathLst>
                <a:path w="9" h="28">
                  <a:moveTo>
                    <a:pt x="0" y="0"/>
                  </a:moveTo>
                  <a:lnTo>
                    <a:pt x="8" y="28"/>
                  </a:lnTo>
                  <a:lnTo>
                    <a:pt x="9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24" name=""/>
            <p:cNvSpPr/>
            <p:nvPr/>
          </p:nvSpPr>
          <p:spPr>
            <a:xfrm rot="0" flipV="1">
              <a:off x="1548" y="20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25" name=""/>
            <p:cNvSpPr/>
            <p:nvPr/>
          </p:nvSpPr>
          <p:spPr>
            <a:xfrm rot="0">
              <a:off x="1544" y="2019"/>
              <a:ext cx="22" cy="19"/>
            </a:xfrm>
            <a:custGeom>
              <a:avLst/>
              <a:ahLst/>
              <a:rect l="0" t="0" r="r" b="b"/>
              <a:pathLst>
                <a:path w="85" h="76">
                  <a:moveTo>
                    <a:pt x="0" y="23"/>
                  </a:moveTo>
                  <a:lnTo>
                    <a:pt x="8" y="49"/>
                  </a:lnTo>
                  <a:lnTo>
                    <a:pt x="17" y="76"/>
                  </a:lnTo>
                  <a:lnTo>
                    <a:pt x="85" y="52"/>
                  </a:lnTo>
                  <a:lnTo>
                    <a:pt x="76" y="26"/>
                  </a:lnTo>
                  <a:lnTo>
                    <a:pt x="68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26" name=""/>
            <p:cNvSpPr/>
            <p:nvPr/>
          </p:nvSpPr>
          <p:spPr>
            <a:xfrm rot="0">
              <a:off x="1544" y="2019"/>
              <a:ext cx="22" cy="19"/>
            </a:xfrm>
            <a:custGeom>
              <a:avLst/>
              <a:ahLst/>
              <a:rect l="0" t="0" r="r" b="b"/>
              <a:pathLst>
                <a:path w="85" h="76">
                  <a:moveTo>
                    <a:pt x="0" y="23"/>
                  </a:moveTo>
                  <a:lnTo>
                    <a:pt x="8" y="49"/>
                  </a:lnTo>
                  <a:lnTo>
                    <a:pt x="17" y="76"/>
                  </a:lnTo>
                  <a:lnTo>
                    <a:pt x="85" y="52"/>
                  </a:lnTo>
                  <a:lnTo>
                    <a:pt x="76" y="26"/>
                  </a:lnTo>
                  <a:lnTo>
                    <a:pt x="68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27" name=""/>
            <p:cNvSpPr/>
            <p:nvPr/>
          </p:nvSpPr>
          <p:spPr>
            <a:xfrm rot="0">
              <a:off x="1563" y="2026"/>
              <a:ext cx="3" cy="7"/>
            </a:xfrm>
            <a:custGeom>
              <a:avLst/>
              <a:ahLst/>
              <a:rect l="0" t="0" r="r" b="b"/>
              <a:pathLst>
                <a:path w="11" h="26">
                  <a:moveTo>
                    <a:pt x="0" y="0"/>
                  </a:moveTo>
                  <a:lnTo>
                    <a:pt x="9" y="26"/>
                  </a:lnTo>
                  <a:lnTo>
                    <a:pt x="11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28" name=""/>
            <p:cNvSpPr/>
            <p:nvPr/>
          </p:nvSpPr>
          <p:spPr>
            <a:xfrm rot="0" flipV="1">
              <a:off x="1566" y="2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29" name=""/>
            <p:cNvSpPr/>
            <p:nvPr/>
          </p:nvSpPr>
          <p:spPr>
            <a:xfrm rot="0">
              <a:off x="1561" y="2013"/>
              <a:ext cx="21" cy="19"/>
            </a:xfrm>
            <a:custGeom>
              <a:avLst/>
              <a:ahLst/>
              <a:rect l="0" t="0" r="r" b="b"/>
              <a:pathLst>
                <a:path w="87" h="79">
                  <a:moveTo>
                    <a:pt x="0" y="29"/>
                  </a:moveTo>
                  <a:lnTo>
                    <a:pt x="11" y="54"/>
                  </a:lnTo>
                  <a:lnTo>
                    <a:pt x="22" y="79"/>
                  </a:lnTo>
                  <a:lnTo>
                    <a:pt x="87" y="51"/>
                  </a:lnTo>
                  <a:lnTo>
                    <a:pt x="76" y="26"/>
                  </a:lnTo>
                  <a:lnTo>
                    <a:pt x="65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30" name=""/>
            <p:cNvSpPr/>
            <p:nvPr/>
          </p:nvSpPr>
          <p:spPr>
            <a:xfrm rot="0">
              <a:off x="1561" y="2013"/>
              <a:ext cx="21" cy="19"/>
            </a:xfrm>
            <a:custGeom>
              <a:avLst/>
              <a:ahLst/>
              <a:rect l="0" t="0" r="r" b="b"/>
              <a:pathLst>
                <a:path w="87" h="79">
                  <a:moveTo>
                    <a:pt x="0" y="29"/>
                  </a:moveTo>
                  <a:lnTo>
                    <a:pt x="11" y="54"/>
                  </a:lnTo>
                  <a:lnTo>
                    <a:pt x="22" y="79"/>
                  </a:lnTo>
                  <a:lnTo>
                    <a:pt x="87" y="51"/>
                  </a:lnTo>
                  <a:lnTo>
                    <a:pt x="76" y="26"/>
                  </a:lnTo>
                  <a:lnTo>
                    <a:pt x="65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31" name=""/>
            <p:cNvSpPr/>
            <p:nvPr/>
          </p:nvSpPr>
          <p:spPr>
            <a:xfrm rot="0">
              <a:off x="1580" y="2019"/>
              <a:ext cx="3" cy="6"/>
            </a:xfrm>
            <a:custGeom>
              <a:avLst/>
              <a:ahLst/>
              <a:rect l="0" t="0" r="r" b="b"/>
              <a:pathLst>
                <a:path w="13" h="25">
                  <a:moveTo>
                    <a:pt x="0" y="0"/>
                  </a:moveTo>
                  <a:lnTo>
                    <a:pt x="11" y="25"/>
                  </a:lnTo>
                  <a:lnTo>
                    <a:pt x="13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32" name=""/>
            <p:cNvSpPr/>
            <p:nvPr/>
          </p:nvSpPr>
          <p:spPr>
            <a:xfrm rot="0" flipV="1">
              <a:off x="1582" y="2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33" name=""/>
            <p:cNvSpPr/>
            <p:nvPr/>
          </p:nvSpPr>
          <p:spPr>
            <a:xfrm rot="0">
              <a:off x="1576" y="2004"/>
              <a:ext cx="23" cy="21"/>
            </a:xfrm>
            <a:custGeom>
              <a:avLst/>
              <a:ahLst/>
              <a:rect l="0" t="0" r="r" b="b"/>
              <a:pathLst>
                <a:path w="90" h="83">
                  <a:moveTo>
                    <a:pt x="0" y="34"/>
                  </a:moveTo>
                  <a:lnTo>
                    <a:pt x="13" y="59"/>
                  </a:lnTo>
                  <a:lnTo>
                    <a:pt x="26" y="83"/>
                  </a:lnTo>
                  <a:lnTo>
                    <a:pt x="90" y="49"/>
                  </a:lnTo>
                  <a:lnTo>
                    <a:pt x="77" y="25"/>
                  </a:lnTo>
                  <a:lnTo>
                    <a:pt x="64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34" name=""/>
            <p:cNvSpPr/>
            <p:nvPr/>
          </p:nvSpPr>
          <p:spPr>
            <a:xfrm rot="0">
              <a:off x="1576" y="2004"/>
              <a:ext cx="23" cy="21"/>
            </a:xfrm>
            <a:custGeom>
              <a:avLst/>
              <a:ahLst/>
              <a:rect l="0" t="0" r="r" b="b"/>
              <a:pathLst>
                <a:path w="90" h="83">
                  <a:moveTo>
                    <a:pt x="0" y="34"/>
                  </a:moveTo>
                  <a:lnTo>
                    <a:pt x="13" y="59"/>
                  </a:lnTo>
                  <a:lnTo>
                    <a:pt x="26" y="83"/>
                  </a:lnTo>
                  <a:lnTo>
                    <a:pt x="90" y="49"/>
                  </a:lnTo>
                  <a:lnTo>
                    <a:pt x="77" y="25"/>
                  </a:lnTo>
                  <a:lnTo>
                    <a:pt x="64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35" name=""/>
            <p:cNvSpPr/>
            <p:nvPr/>
          </p:nvSpPr>
          <p:spPr>
            <a:xfrm rot="0">
              <a:off x="1595" y="2010"/>
              <a:ext cx="4" cy="6"/>
            </a:xfrm>
            <a:custGeom>
              <a:avLst/>
              <a:ahLst/>
              <a:rect l="0" t="0" r="r" b="b"/>
              <a:pathLst>
                <a:path w="14" h="24">
                  <a:moveTo>
                    <a:pt x="0" y="0"/>
                  </a:moveTo>
                  <a:lnTo>
                    <a:pt x="13" y="24"/>
                  </a:lnTo>
                  <a:lnTo>
                    <a:pt x="14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36" name=""/>
            <p:cNvSpPr/>
            <p:nvPr/>
          </p:nvSpPr>
          <p:spPr>
            <a:xfrm rot="0">
              <a:off x="1599" y="20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37" name=""/>
            <p:cNvSpPr/>
            <p:nvPr/>
          </p:nvSpPr>
          <p:spPr>
            <a:xfrm rot="0">
              <a:off x="1592" y="1995"/>
              <a:ext cx="22" cy="21"/>
            </a:xfrm>
            <a:custGeom>
              <a:avLst/>
              <a:ahLst/>
              <a:rect l="0" t="0" r="r" b="b"/>
              <a:pathLst>
                <a:path w="88" h="86">
                  <a:moveTo>
                    <a:pt x="0" y="37"/>
                  </a:moveTo>
                  <a:lnTo>
                    <a:pt x="14" y="62"/>
                  </a:lnTo>
                  <a:lnTo>
                    <a:pt x="28" y="86"/>
                  </a:lnTo>
                  <a:lnTo>
                    <a:pt x="88" y="48"/>
                  </a:lnTo>
                  <a:lnTo>
                    <a:pt x="74" y="24"/>
                  </a:lnTo>
                  <a:lnTo>
                    <a:pt x="6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38" name=""/>
            <p:cNvSpPr/>
            <p:nvPr/>
          </p:nvSpPr>
          <p:spPr>
            <a:xfrm rot="0">
              <a:off x="1592" y="1995"/>
              <a:ext cx="22" cy="21"/>
            </a:xfrm>
            <a:custGeom>
              <a:avLst/>
              <a:ahLst/>
              <a:rect l="0" t="0" r="r" b="b"/>
              <a:pathLst>
                <a:path w="88" h="86">
                  <a:moveTo>
                    <a:pt x="0" y="37"/>
                  </a:moveTo>
                  <a:lnTo>
                    <a:pt x="14" y="62"/>
                  </a:lnTo>
                  <a:lnTo>
                    <a:pt x="28" y="86"/>
                  </a:lnTo>
                  <a:lnTo>
                    <a:pt x="88" y="48"/>
                  </a:lnTo>
                  <a:lnTo>
                    <a:pt x="74" y="24"/>
                  </a:lnTo>
                  <a:lnTo>
                    <a:pt x="60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39" name=""/>
            <p:cNvSpPr/>
            <p:nvPr/>
          </p:nvSpPr>
          <p:spPr>
            <a:xfrm rot="0">
              <a:off x="1611" y="2001"/>
              <a:ext cx="4" cy="6"/>
            </a:xfrm>
            <a:custGeom>
              <a:avLst/>
              <a:ahLst/>
              <a:rect l="0" t="0" r="r" b="b"/>
              <a:pathLst>
                <a:path w="17" h="24">
                  <a:moveTo>
                    <a:pt x="0" y="0"/>
                  </a:moveTo>
                  <a:lnTo>
                    <a:pt x="14" y="24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40" name=""/>
            <p:cNvSpPr/>
            <p:nvPr/>
          </p:nvSpPr>
          <p:spPr>
            <a:xfrm rot="0" flipV="1">
              <a:off x="1614" y="20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41" name=""/>
            <p:cNvSpPr/>
            <p:nvPr/>
          </p:nvSpPr>
          <p:spPr>
            <a:xfrm rot="0">
              <a:off x="1606" y="1985"/>
              <a:ext cx="23" cy="22"/>
            </a:xfrm>
            <a:custGeom>
              <a:avLst/>
              <a:ahLst/>
              <a:rect l="0" t="0" r="r" b="b"/>
              <a:pathLst>
                <a:path w="90" h="87">
                  <a:moveTo>
                    <a:pt x="0" y="43"/>
                  </a:moveTo>
                  <a:lnTo>
                    <a:pt x="16" y="65"/>
                  </a:lnTo>
                  <a:lnTo>
                    <a:pt x="33" y="87"/>
                  </a:lnTo>
                  <a:lnTo>
                    <a:pt x="90" y="44"/>
                  </a:lnTo>
                  <a:lnTo>
                    <a:pt x="73" y="22"/>
                  </a:lnTo>
                  <a:lnTo>
                    <a:pt x="57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42" name=""/>
            <p:cNvSpPr/>
            <p:nvPr/>
          </p:nvSpPr>
          <p:spPr>
            <a:xfrm rot="0">
              <a:off x="1606" y="1985"/>
              <a:ext cx="23" cy="22"/>
            </a:xfrm>
            <a:custGeom>
              <a:avLst/>
              <a:ahLst/>
              <a:rect l="0" t="0" r="r" b="b"/>
              <a:pathLst>
                <a:path w="90" h="87">
                  <a:moveTo>
                    <a:pt x="0" y="43"/>
                  </a:moveTo>
                  <a:lnTo>
                    <a:pt x="16" y="65"/>
                  </a:lnTo>
                  <a:lnTo>
                    <a:pt x="33" y="87"/>
                  </a:lnTo>
                  <a:lnTo>
                    <a:pt x="90" y="44"/>
                  </a:lnTo>
                  <a:lnTo>
                    <a:pt x="73" y="22"/>
                  </a:lnTo>
                  <a:lnTo>
                    <a:pt x="57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43" name=""/>
            <p:cNvSpPr/>
            <p:nvPr/>
          </p:nvSpPr>
          <p:spPr>
            <a:xfrm rot="0">
              <a:off x="1625" y="1990"/>
              <a:ext cx="4" cy="6"/>
            </a:xfrm>
            <a:custGeom>
              <a:avLst/>
              <a:ahLst/>
              <a:rect l="0" t="0" r="r" b="b"/>
              <a:pathLst>
                <a:path w="19" h="22">
                  <a:moveTo>
                    <a:pt x="0" y="0"/>
                  </a:moveTo>
                  <a:lnTo>
                    <a:pt x="17" y="22"/>
                  </a:lnTo>
                  <a:lnTo>
                    <a:pt x="19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44" name=""/>
            <p:cNvSpPr/>
            <p:nvPr/>
          </p:nvSpPr>
          <p:spPr>
            <a:xfrm rot="0" flipV="1">
              <a:off x="1629" y="19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45" name=""/>
            <p:cNvSpPr/>
            <p:nvPr/>
          </p:nvSpPr>
          <p:spPr>
            <a:xfrm rot="0">
              <a:off x="1620" y="1973"/>
              <a:ext cx="23" cy="23"/>
            </a:xfrm>
            <a:custGeom>
              <a:avLst/>
              <a:ahLst/>
              <a:rect l="0" t="0" r="r" b="b"/>
              <a:pathLst>
                <a:path w="92" h="89">
                  <a:moveTo>
                    <a:pt x="0" y="48"/>
                  </a:moveTo>
                  <a:lnTo>
                    <a:pt x="18" y="68"/>
                  </a:lnTo>
                  <a:lnTo>
                    <a:pt x="37" y="89"/>
                  </a:lnTo>
                  <a:lnTo>
                    <a:pt x="92" y="42"/>
                  </a:lnTo>
                  <a:lnTo>
                    <a:pt x="73" y="21"/>
                  </a:lnTo>
                  <a:lnTo>
                    <a:pt x="55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46" name=""/>
            <p:cNvSpPr/>
            <p:nvPr/>
          </p:nvSpPr>
          <p:spPr>
            <a:xfrm rot="0">
              <a:off x="1620" y="1973"/>
              <a:ext cx="23" cy="23"/>
            </a:xfrm>
            <a:custGeom>
              <a:avLst/>
              <a:ahLst/>
              <a:rect l="0" t="0" r="r" b="b"/>
              <a:pathLst>
                <a:path w="92" h="89">
                  <a:moveTo>
                    <a:pt x="0" y="48"/>
                  </a:moveTo>
                  <a:lnTo>
                    <a:pt x="18" y="68"/>
                  </a:lnTo>
                  <a:lnTo>
                    <a:pt x="37" y="89"/>
                  </a:lnTo>
                  <a:lnTo>
                    <a:pt x="92" y="42"/>
                  </a:lnTo>
                  <a:lnTo>
                    <a:pt x="73" y="21"/>
                  </a:lnTo>
                  <a:lnTo>
                    <a:pt x="55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47" name=""/>
            <p:cNvSpPr/>
            <p:nvPr/>
          </p:nvSpPr>
          <p:spPr>
            <a:xfrm rot="0">
              <a:off x="1639" y="1979"/>
              <a:ext cx="4" cy="5"/>
            </a:xfrm>
            <a:custGeom>
              <a:avLst/>
              <a:ahLst/>
              <a:rect l="0" t="0" r="r" b="b"/>
              <a:pathLst>
                <a:path w="20" h="21">
                  <a:moveTo>
                    <a:pt x="0" y="0"/>
                  </a:moveTo>
                  <a:lnTo>
                    <a:pt x="19" y="21"/>
                  </a:lnTo>
                  <a:lnTo>
                    <a:pt x="20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48" name=""/>
            <p:cNvSpPr/>
            <p:nvPr/>
          </p:nvSpPr>
          <p:spPr>
            <a:xfrm rot="0" flipV="1">
              <a:off x="1643" y="19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49" name=""/>
            <p:cNvSpPr/>
            <p:nvPr/>
          </p:nvSpPr>
          <p:spPr>
            <a:xfrm rot="0">
              <a:off x="1634" y="1961"/>
              <a:ext cx="22" cy="22"/>
            </a:xfrm>
            <a:custGeom>
              <a:avLst/>
              <a:ahLst/>
              <a:rect l="0" t="0" r="r" b="b"/>
              <a:pathLst>
                <a:path w="90" h="90">
                  <a:moveTo>
                    <a:pt x="0" y="50"/>
                  </a:moveTo>
                  <a:lnTo>
                    <a:pt x="20" y="70"/>
                  </a:lnTo>
                  <a:lnTo>
                    <a:pt x="40" y="90"/>
                  </a:lnTo>
                  <a:lnTo>
                    <a:pt x="90" y="39"/>
                  </a:lnTo>
                  <a:lnTo>
                    <a:pt x="71" y="20"/>
                  </a:lnTo>
                  <a:lnTo>
                    <a:pt x="51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50" name=""/>
            <p:cNvSpPr/>
            <p:nvPr/>
          </p:nvSpPr>
          <p:spPr>
            <a:xfrm rot="0">
              <a:off x="1634" y="1961"/>
              <a:ext cx="22" cy="22"/>
            </a:xfrm>
            <a:custGeom>
              <a:avLst/>
              <a:ahLst/>
              <a:rect l="0" t="0" r="r" b="b"/>
              <a:pathLst>
                <a:path w="90" h="90">
                  <a:moveTo>
                    <a:pt x="0" y="50"/>
                  </a:moveTo>
                  <a:lnTo>
                    <a:pt x="20" y="70"/>
                  </a:lnTo>
                  <a:lnTo>
                    <a:pt x="40" y="90"/>
                  </a:lnTo>
                  <a:lnTo>
                    <a:pt x="90" y="39"/>
                  </a:lnTo>
                  <a:lnTo>
                    <a:pt x="71" y="20"/>
                  </a:lnTo>
                  <a:lnTo>
                    <a:pt x="51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51" name=""/>
            <p:cNvSpPr/>
            <p:nvPr/>
          </p:nvSpPr>
          <p:spPr>
            <a:xfrm rot="0">
              <a:off x="1651" y="1966"/>
              <a:ext cx="5" cy="5"/>
            </a:xfrm>
            <a:custGeom>
              <a:avLst/>
              <a:ahLst/>
              <a:rect l="0" t="0" r="r" b="b"/>
              <a:pathLst>
                <a:path w="21" h="19">
                  <a:moveTo>
                    <a:pt x="0" y="0"/>
                  </a:moveTo>
                  <a:lnTo>
                    <a:pt x="19" y="19"/>
                  </a:lnTo>
                  <a:lnTo>
                    <a:pt x="21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52" name=""/>
            <p:cNvSpPr/>
            <p:nvPr/>
          </p:nvSpPr>
          <p:spPr>
            <a:xfrm rot="0" flipV="1">
              <a:off x="1656" y="1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53" name=""/>
            <p:cNvSpPr/>
            <p:nvPr/>
          </p:nvSpPr>
          <p:spPr>
            <a:xfrm rot="0">
              <a:off x="1646" y="1948"/>
              <a:ext cx="22" cy="23"/>
            </a:xfrm>
            <a:custGeom>
              <a:avLst/>
              <a:ahLst/>
              <a:rect l="0" t="0" r="r" b="b"/>
              <a:pathLst>
                <a:path w="88" h="91">
                  <a:moveTo>
                    <a:pt x="0" y="54"/>
                  </a:moveTo>
                  <a:lnTo>
                    <a:pt x="21" y="73"/>
                  </a:lnTo>
                  <a:lnTo>
                    <a:pt x="42" y="91"/>
                  </a:lnTo>
                  <a:lnTo>
                    <a:pt x="88" y="38"/>
                  </a:lnTo>
                  <a:lnTo>
                    <a:pt x="67" y="19"/>
                  </a:lnTo>
                  <a:lnTo>
                    <a:pt x="46" y="0"/>
                  </a:lnTo>
                  <a:lnTo>
                    <a:pt x="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54" name=""/>
            <p:cNvSpPr/>
            <p:nvPr/>
          </p:nvSpPr>
          <p:spPr>
            <a:xfrm rot="0">
              <a:off x="1646" y="1948"/>
              <a:ext cx="22" cy="23"/>
            </a:xfrm>
            <a:custGeom>
              <a:avLst/>
              <a:ahLst/>
              <a:rect l="0" t="0" r="r" b="b"/>
              <a:pathLst>
                <a:path w="88" h="91">
                  <a:moveTo>
                    <a:pt x="0" y="54"/>
                  </a:moveTo>
                  <a:lnTo>
                    <a:pt x="21" y="73"/>
                  </a:lnTo>
                  <a:lnTo>
                    <a:pt x="42" y="91"/>
                  </a:lnTo>
                  <a:lnTo>
                    <a:pt x="88" y="38"/>
                  </a:lnTo>
                  <a:lnTo>
                    <a:pt x="67" y="19"/>
                  </a:lnTo>
                  <a:lnTo>
                    <a:pt x="46" y="0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55" name=""/>
            <p:cNvSpPr/>
            <p:nvPr/>
          </p:nvSpPr>
          <p:spPr>
            <a:xfrm rot="0">
              <a:off x="1663" y="1952"/>
              <a:ext cx="5" cy="5"/>
            </a:xfrm>
            <a:custGeom>
              <a:avLst/>
              <a:ahLst/>
              <a:rect l="0" t="0" r="r" b="b"/>
              <a:pathLst>
                <a:path w="22" h="19">
                  <a:moveTo>
                    <a:pt x="0" y="0"/>
                  </a:moveTo>
                  <a:lnTo>
                    <a:pt x="21" y="19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56" name=""/>
            <p:cNvSpPr/>
            <p:nvPr/>
          </p:nvSpPr>
          <p:spPr>
            <a:xfrm rot="0" flipV="1">
              <a:off x="1668" y="1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57" name=""/>
            <p:cNvSpPr/>
            <p:nvPr/>
          </p:nvSpPr>
          <p:spPr>
            <a:xfrm rot="0">
              <a:off x="1657" y="1934"/>
              <a:ext cx="22" cy="23"/>
            </a:xfrm>
            <a:custGeom>
              <a:avLst/>
              <a:ahLst/>
              <a:rect l="0" t="0" r="r" b="b"/>
              <a:pathLst>
                <a:path w="86" h="90">
                  <a:moveTo>
                    <a:pt x="0" y="57"/>
                  </a:moveTo>
                  <a:lnTo>
                    <a:pt x="22" y="74"/>
                  </a:lnTo>
                  <a:lnTo>
                    <a:pt x="44" y="90"/>
                  </a:lnTo>
                  <a:lnTo>
                    <a:pt x="86" y="33"/>
                  </a:lnTo>
                  <a:lnTo>
                    <a:pt x="65" y="17"/>
                  </a:lnTo>
                  <a:lnTo>
                    <a:pt x="43" y="0"/>
                  </a:lnTo>
                  <a:lnTo>
                    <a:pt x="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58" name=""/>
            <p:cNvSpPr/>
            <p:nvPr/>
          </p:nvSpPr>
          <p:spPr>
            <a:xfrm rot="0">
              <a:off x="1657" y="1934"/>
              <a:ext cx="22" cy="23"/>
            </a:xfrm>
            <a:custGeom>
              <a:avLst/>
              <a:ahLst/>
              <a:rect l="0" t="0" r="r" b="b"/>
              <a:pathLst>
                <a:path w="86" h="90">
                  <a:moveTo>
                    <a:pt x="0" y="57"/>
                  </a:moveTo>
                  <a:lnTo>
                    <a:pt x="22" y="74"/>
                  </a:lnTo>
                  <a:lnTo>
                    <a:pt x="44" y="90"/>
                  </a:lnTo>
                  <a:lnTo>
                    <a:pt x="86" y="33"/>
                  </a:lnTo>
                  <a:lnTo>
                    <a:pt x="65" y="17"/>
                  </a:lnTo>
                  <a:lnTo>
                    <a:pt x="43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59" name=""/>
            <p:cNvSpPr/>
            <p:nvPr/>
          </p:nvSpPr>
          <p:spPr>
            <a:xfrm rot="0">
              <a:off x="1673" y="1938"/>
              <a:ext cx="6" cy="4"/>
            </a:xfrm>
            <a:custGeom>
              <a:avLst/>
              <a:ahLst/>
              <a:rect l="0" t="0" r="r" b="b"/>
              <a:pathLst>
                <a:path w="24" h="16">
                  <a:moveTo>
                    <a:pt x="0" y="0"/>
                  </a:moveTo>
                  <a:lnTo>
                    <a:pt x="21" y="16"/>
                  </a:lnTo>
                  <a:lnTo>
                    <a:pt x="24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60" name=""/>
            <p:cNvSpPr/>
            <p:nvPr/>
          </p:nvSpPr>
          <p:spPr>
            <a:xfrm rot="0" flipV="1">
              <a:off x="1679" y="1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61" name=""/>
            <p:cNvSpPr/>
            <p:nvPr/>
          </p:nvSpPr>
          <p:spPr>
            <a:xfrm rot="0">
              <a:off x="1667" y="1919"/>
              <a:ext cx="22" cy="23"/>
            </a:xfrm>
            <a:custGeom>
              <a:avLst/>
              <a:ahLst/>
              <a:rect l="0" t="0" r="r" b="b"/>
              <a:pathLst>
                <a:path w="87" h="92">
                  <a:moveTo>
                    <a:pt x="0" y="61"/>
                  </a:moveTo>
                  <a:lnTo>
                    <a:pt x="25" y="77"/>
                  </a:lnTo>
                  <a:lnTo>
                    <a:pt x="49" y="92"/>
                  </a:lnTo>
                  <a:lnTo>
                    <a:pt x="87" y="31"/>
                  </a:lnTo>
                  <a:lnTo>
                    <a:pt x="63" y="15"/>
                  </a:lnTo>
                  <a:lnTo>
                    <a:pt x="39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62" name=""/>
            <p:cNvSpPr/>
            <p:nvPr/>
          </p:nvSpPr>
          <p:spPr>
            <a:xfrm rot="0">
              <a:off x="1667" y="1919"/>
              <a:ext cx="22" cy="23"/>
            </a:xfrm>
            <a:custGeom>
              <a:avLst/>
              <a:ahLst/>
              <a:rect l="0" t="0" r="r" b="b"/>
              <a:pathLst>
                <a:path w="87" h="92">
                  <a:moveTo>
                    <a:pt x="0" y="61"/>
                  </a:moveTo>
                  <a:lnTo>
                    <a:pt x="25" y="77"/>
                  </a:lnTo>
                  <a:lnTo>
                    <a:pt x="49" y="92"/>
                  </a:lnTo>
                  <a:lnTo>
                    <a:pt x="87" y="31"/>
                  </a:lnTo>
                  <a:lnTo>
                    <a:pt x="63" y="15"/>
                  </a:lnTo>
                  <a:lnTo>
                    <a:pt x="39" y="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63" name=""/>
            <p:cNvSpPr/>
            <p:nvPr/>
          </p:nvSpPr>
          <p:spPr>
            <a:xfrm rot="0">
              <a:off x="1683" y="1923"/>
              <a:ext cx="6" cy="4"/>
            </a:xfrm>
            <a:custGeom>
              <a:avLst/>
              <a:ahLst/>
              <a:rect l="0" t="0" r="r" b="b"/>
              <a:pathLst>
                <a:path w="25" h="16">
                  <a:moveTo>
                    <a:pt x="0" y="0"/>
                  </a:moveTo>
                  <a:lnTo>
                    <a:pt x="24" y="16"/>
                  </a:lnTo>
                  <a:lnTo>
                    <a:pt x="25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64" name=""/>
            <p:cNvSpPr/>
            <p:nvPr/>
          </p:nvSpPr>
          <p:spPr>
            <a:xfrm rot="0" flipV="1">
              <a:off x="1689" y="19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65" name=""/>
            <p:cNvSpPr/>
            <p:nvPr/>
          </p:nvSpPr>
          <p:spPr>
            <a:xfrm rot="0">
              <a:off x="1677" y="1904"/>
              <a:ext cx="21" cy="22"/>
            </a:xfrm>
            <a:custGeom>
              <a:avLst/>
              <a:ahLst/>
              <a:rect l="0" t="0" r="r" b="b"/>
              <a:pathLst>
                <a:path w="83" h="89">
                  <a:moveTo>
                    <a:pt x="0" y="62"/>
                  </a:moveTo>
                  <a:lnTo>
                    <a:pt x="25" y="75"/>
                  </a:lnTo>
                  <a:lnTo>
                    <a:pt x="50" y="89"/>
                  </a:lnTo>
                  <a:lnTo>
                    <a:pt x="83" y="26"/>
                  </a:lnTo>
                  <a:lnTo>
                    <a:pt x="58" y="13"/>
                  </a:lnTo>
                  <a:lnTo>
                    <a:pt x="33" y="0"/>
                  </a:lnTo>
                  <a:lnTo>
                    <a:pt x="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66" name=""/>
            <p:cNvSpPr/>
            <p:nvPr/>
          </p:nvSpPr>
          <p:spPr>
            <a:xfrm rot="0">
              <a:off x="1677" y="1904"/>
              <a:ext cx="21" cy="22"/>
            </a:xfrm>
            <a:custGeom>
              <a:avLst/>
              <a:ahLst/>
              <a:rect l="0" t="0" r="r" b="b"/>
              <a:pathLst>
                <a:path w="83" h="89">
                  <a:moveTo>
                    <a:pt x="0" y="62"/>
                  </a:moveTo>
                  <a:lnTo>
                    <a:pt x="25" y="75"/>
                  </a:lnTo>
                  <a:lnTo>
                    <a:pt x="50" y="89"/>
                  </a:lnTo>
                  <a:lnTo>
                    <a:pt x="83" y="26"/>
                  </a:lnTo>
                  <a:lnTo>
                    <a:pt x="58" y="13"/>
                  </a:lnTo>
                  <a:lnTo>
                    <a:pt x="33" y="0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67" name=""/>
            <p:cNvSpPr/>
            <p:nvPr/>
          </p:nvSpPr>
          <p:spPr>
            <a:xfrm rot="0">
              <a:off x="1691" y="1907"/>
              <a:ext cx="7" cy="3"/>
            </a:xfrm>
            <a:custGeom>
              <a:avLst/>
              <a:ahLst/>
              <a:rect l="0" t="0" r="r" b="b"/>
              <a:pathLst>
                <a:path w="25" h="13">
                  <a:moveTo>
                    <a:pt x="0" y="0"/>
                  </a:moveTo>
                  <a:lnTo>
                    <a:pt x="25" y="13"/>
                  </a:lnTo>
                  <a:lnTo>
                    <a:pt x="25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68" name=""/>
            <p:cNvSpPr/>
            <p:nvPr/>
          </p:nvSpPr>
          <p:spPr>
            <a:xfrm rot="0" flipV="1">
              <a:off x="1698" y="19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69" name=""/>
            <p:cNvSpPr/>
            <p:nvPr/>
          </p:nvSpPr>
          <p:spPr>
            <a:xfrm rot="0">
              <a:off x="1685" y="1888"/>
              <a:ext cx="20" cy="22"/>
            </a:xfrm>
            <a:custGeom>
              <a:avLst/>
              <a:ahLst/>
              <a:rect l="0" t="0" r="r" b="b"/>
              <a:pathLst>
                <a:path w="79" h="88">
                  <a:moveTo>
                    <a:pt x="0" y="66"/>
                  </a:moveTo>
                  <a:lnTo>
                    <a:pt x="25" y="77"/>
                  </a:lnTo>
                  <a:lnTo>
                    <a:pt x="50" y="88"/>
                  </a:lnTo>
                  <a:lnTo>
                    <a:pt x="79" y="22"/>
                  </a:lnTo>
                  <a:lnTo>
                    <a:pt x="53" y="11"/>
                  </a:lnTo>
                  <a:lnTo>
                    <a:pt x="28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70" name=""/>
            <p:cNvSpPr/>
            <p:nvPr/>
          </p:nvSpPr>
          <p:spPr>
            <a:xfrm rot="0">
              <a:off x="1685" y="1888"/>
              <a:ext cx="20" cy="22"/>
            </a:xfrm>
            <a:custGeom>
              <a:avLst/>
              <a:ahLst/>
              <a:rect l="0" t="0" r="r" b="b"/>
              <a:pathLst>
                <a:path w="79" h="88">
                  <a:moveTo>
                    <a:pt x="0" y="66"/>
                  </a:moveTo>
                  <a:lnTo>
                    <a:pt x="25" y="77"/>
                  </a:lnTo>
                  <a:lnTo>
                    <a:pt x="50" y="88"/>
                  </a:lnTo>
                  <a:lnTo>
                    <a:pt x="79" y="22"/>
                  </a:lnTo>
                  <a:lnTo>
                    <a:pt x="53" y="11"/>
                  </a:lnTo>
                  <a:lnTo>
                    <a:pt x="28" y="0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71" name=""/>
            <p:cNvSpPr/>
            <p:nvPr/>
          </p:nvSpPr>
          <p:spPr>
            <a:xfrm rot="0">
              <a:off x="1698" y="1891"/>
              <a:ext cx="7" cy="2"/>
            </a:xfrm>
            <a:custGeom>
              <a:avLst/>
              <a:ahLst/>
              <a:rect l="0" t="0" r="r" b="b"/>
              <a:pathLst>
                <a:path w="27" h="11">
                  <a:moveTo>
                    <a:pt x="0" y="0"/>
                  </a:moveTo>
                  <a:lnTo>
                    <a:pt x="26" y="11"/>
                  </a:lnTo>
                  <a:lnTo>
                    <a:pt x="27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72" name=""/>
            <p:cNvSpPr/>
            <p:nvPr/>
          </p:nvSpPr>
          <p:spPr>
            <a:xfrm rot="0" flipV="1">
              <a:off x="1705" y="18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73" name=""/>
            <p:cNvSpPr/>
            <p:nvPr/>
          </p:nvSpPr>
          <p:spPr>
            <a:xfrm rot="0">
              <a:off x="1692" y="1872"/>
              <a:ext cx="19" cy="21"/>
            </a:xfrm>
            <a:custGeom>
              <a:avLst/>
              <a:ahLst/>
              <a:rect l="0" t="0" r="r" b="b"/>
              <a:pathLst>
                <a:path w="77" h="87">
                  <a:moveTo>
                    <a:pt x="0" y="67"/>
                  </a:moveTo>
                  <a:lnTo>
                    <a:pt x="26" y="77"/>
                  </a:lnTo>
                  <a:lnTo>
                    <a:pt x="53" y="87"/>
                  </a:lnTo>
                  <a:lnTo>
                    <a:pt x="77" y="20"/>
                  </a:lnTo>
                  <a:lnTo>
                    <a:pt x="51" y="10"/>
                  </a:lnTo>
                  <a:lnTo>
                    <a:pt x="24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74" name=""/>
            <p:cNvSpPr/>
            <p:nvPr/>
          </p:nvSpPr>
          <p:spPr>
            <a:xfrm rot="0">
              <a:off x="1692" y="1872"/>
              <a:ext cx="19" cy="21"/>
            </a:xfrm>
            <a:custGeom>
              <a:avLst/>
              <a:ahLst/>
              <a:rect l="0" t="0" r="r" b="b"/>
              <a:pathLst>
                <a:path w="77" h="87">
                  <a:moveTo>
                    <a:pt x="0" y="67"/>
                  </a:moveTo>
                  <a:lnTo>
                    <a:pt x="26" y="77"/>
                  </a:lnTo>
                  <a:lnTo>
                    <a:pt x="53" y="87"/>
                  </a:lnTo>
                  <a:lnTo>
                    <a:pt x="77" y="20"/>
                  </a:lnTo>
                  <a:lnTo>
                    <a:pt x="51" y="10"/>
                  </a:lnTo>
                  <a:lnTo>
                    <a:pt x="24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75" name=""/>
            <p:cNvSpPr/>
            <p:nvPr/>
          </p:nvSpPr>
          <p:spPr>
            <a:xfrm rot="0">
              <a:off x="1704" y="1874"/>
              <a:ext cx="7" cy="2"/>
            </a:xfrm>
            <a:custGeom>
              <a:avLst/>
              <a:ahLst/>
              <a:rect l="0" t="0" r="r" b="b"/>
              <a:pathLst>
                <a:path w="27" h="10">
                  <a:moveTo>
                    <a:pt x="0" y="0"/>
                  </a:moveTo>
                  <a:lnTo>
                    <a:pt x="26" y="10"/>
                  </a:lnTo>
                  <a:lnTo>
                    <a:pt x="27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76" name=""/>
            <p:cNvSpPr/>
            <p:nvPr/>
          </p:nvSpPr>
          <p:spPr>
            <a:xfrm rot="0" flipV="1">
              <a:off x="1711" y="1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77" name=""/>
            <p:cNvSpPr/>
            <p:nvPr/>
          </p:nvSpPr>
          <p:spPr>
            <a:xfrm rot="0">
              <a:off x="1698" y="1855"/>
              <a:ext cx="18" cy="21"/>
            </a:xfrm>
            <a:custGeom>
              <a:avLst/>
              <a:ahLst/>
              <a:rect l="0" t="0" r="r" b="b"/>
              <a:pathLst>
                <a:path w="73" h="83">
                  <a:moveTo>
                    <a:pt x="0" y="69"/>
                  </a:moveTo>
                  <a:lnTo>
                    <a:pt x="28" y="76"/>
                  </a:lnTo>
                  <a:lnTo>
                    <a:pt x="55" y="83"/>
                  </a:lnTo>
                  <a:lnTo>
                    <a:pt x="73" y="13"/>
                  </a:lnTo>
                  <a:lnTo>
                    <a:pt x="45" y="7"/>
                  </a:lnTo>
                  <a:lnTo>
                    <a:pt x="18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78" name=""/>
            <p:cNvSpPr/>
            <p:nvPr/>
          </p:nvSpPr>
          <p:spPr>
            <a:xfrm rot="0">
              <a:off x="1698" y="1855"/>
              <a:ext cx="18" cy="21"/>
            </a:xfrm>
            <a:custGeom>
              <a:avLst/>
              <a:ahLst/>
              <a:rect l="0" t="0" r="r" b="b"/>
              <a:pathLst>
                <a:path w="73" h="83">
                  <a:moveTo>
                    <a:pt x="0" y="69"/>
                  </a:moveTo>
                  <a:lnTo>
                    <a:pt x="28" y="76"/>
                  </a:lnTo>
                  <a:lnTo>
                    <a:pt x="55" y="83"/>
                  </a:lnTo>
                  <a:lnTo>
                    <a:pt x="73" y="13"/>
                  </a:lnTo>
                  <a:lnTo>
                    <a:pt x="45" y="7"/>
                  </a:lnTo>
                  <a:lnTo>
                    <a:pt x="18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79" name=""/>
            <p:cNvSpPr/>
            <p:nvPr/>
          </p:nvSpPr>
          <p:spPr>
            <a:xfrm rot="0">
              <a:off x="1709" y="1857"/>
              <a:ext cx="7" cy="1"/>
            </a:xfrm>
            <a:custGeom>
              <a:avLst/>
              <a:ahLst/>
              <a:rect l="0" t="0" r="r" b="b"/>
              <a:pathLst>
                <a:path w="28" h="6">
                  <a:moveTo>
                    <a:pt x="0" y="0"/>
                  </a:moveTo>
                  <a:lnTo>
                    <a:pt x="28" y="6"/>
                  </a:lnTo>
                  <a:lnTo>
                    <a:pt x="28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80" name=""/>
            <p:cNvSpPr/>
            <p:nvPr/>
          </p:nvSpPr>
          <p:spPr>
            <a:xfrm rot="0" flipV="1">
              <a:off x="1716" y="18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81" name=""/>
            <p:cNvSpPr/>
            <p:nvPr/>
          </p:nvSpPr>
          <p:spPr>
            <a:xfrm rot="0">
              <a:off x="1702" y="1838"/>
              <a:ext cx="17" cy="20"/>
            </a:xfrm>
            <a:custGeom>
              <a:avLst/>
              <a:ahLst/>
              <a:rect l="0" t="0" r="r" b="b"/>
              <a:pathLst>
                <a:path w="68" h="81">
                  <a:moveTo>
                    <a:pt x="0" y="70"/>
                  </a:moveTo>
                  <a:lnTo>
                    <a:pt x="27" y="76"/>
                  </a:lnTo>
                  <a:lnTo>
                    <a:pt x="55" y="81"/>
                  </a:lnTo>
                  <a:lnTo>
                    <a:pt x="68" y="11"/>
                  </a:lnTo>
                  <a:lnTo>
                    <a:pt x="40" y="5"/>
                  </a:lnTo>
                  <a:lnTo>
                    <a:pt x="13" y="0"/>
                  </a:lnTo>
                  <a:lnTo>
                    <a:pt x="0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82" name=""/>
            <p:cNvSpPr/>
            <p:nvPr/>
          </p:nvSpPr>
          <p:spPr>
            <a:xfrm rot="0">
              <a:off x="1702" y="1838"/>
              <a:ext cx="17" cy="20"/>
            </a:xfrm>
            <a:custGeom>
              <a:avLst/>
              <a:ahLst/>
              <a:rect l="0" t="0" r="r" b="b"/>
              <a:pathLst>
                <a:path w="68" h="81">
                  <a:moveTo>
                    <a:pt x="0" y="70"/>
                  </a:moveTo>
                  <a:lnTo>
                    <a:pt x="27" y="76"/>
                  </a:lnTo>
                  <a:lnTo>
                    <a:pt x="55" y="81"/>
                  </a:lnTo>
                  <a:lnTo>
                    <a:pt x="68" y="11"/>
                  </a:lnTo>
                  <a:lnTo>
                    <a:pt x="40" y="5"/>
                  </a:lnTo>
                  <a:lnTo>
                    <a:pt x="13" y="0"/>
                  </a:lnTo>
                  <a:lnTo>
                    <a:pt x="0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83" name=""/>
            <p:cNvSpPr/>
            <p:nvPr/>
          </p:nvSpPr>
          <p:spPr>
            <a:xfrm rot="0">
              <a:off x="1712" y="1839"/>
              <a:ext cx="7" cy="1"/>
            </a:xfrm>
            <a:custGeom>
              <a:avLst/>
              <a:ahLst/>
              <a:rect l="0" t="0" r="r" b="b"/>
              <a:pathLst>
                <a:path w="28" h="6">
                  <a:moveTo>
                    <a:pt x="0" y="0"/>
                  </a:moveTo>
                  <a:lnTo>
                    <a:pt x="28" y="6"/>
                  </a:lnTo>
                  <a:lnTo>
                    <a:pt x="28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84" name=""/>
            <p:cNvSpPr/>
            <p:nvPr/>
          </p:nvSpPr>
          <p:spPr>
            <a:xfrm rot="0" flipV="1">
              <a:off x="1719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85" name=""/>
            <p:cNvSpPr/>
            <p:nvPr/>
          </p:nvSpPr>
          <p:spPr>
            <a:xfrm rot="0">
              <a:off x="1705" y="1820"/>
              <a:ext cx="16" cy="20"/>
            </a:xfrm>
            <a:custGeom>
              <a:avLst/>
              <a:ahLst/>
              <a:rect l="0" t="0" r="r" b="b"/>
              <a:pathLst>
                <a:path w="64" h="78">
                  <a:moveTo>
                    <a:pt x="0" y="71"/>
                  </a:moveTo>
                  <a:lnTo>
                    <a:pt x="27" y="74"/>
                  </a:lnTo>
                  <a:lnTo>
                    <a:pt x="55" y="78"/>
                  </a:lnTo>
                  <a:lnTo>
                    <a:pt x="64" y="6"/>
                  </a:lnTo>
                  <a:lnTo>
                    <a:pt x="36" y="3"/>
                  </a:lnTo>
                  <a:lnTo>
                    <a:pt x="9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86" name=""/>
            <p:cNvSpPr/>
            <p:nvPr/>
          </p:nvSpPr>
          <p:spPr>
            <a:xfrm rot="0">
              <a:off x="1705" y="1820"/>
              <a:ext cx="16" cy="20"/>
            </a:xfrm>
            <a:custGeom>
              <a:avLst/>
              <a:ahLst/>
              <a:rect l="0" t="0" r="r" b="b"/>
              <a:pathLst>
                <a:path w="64" h="78">
                  <a:moveTo>
                    <a:pt x="0" y="71"/>
                  </a:moveTo>
                  <a:lnTo>
                    <a:pt x="27" y="74"/>
                  </a:lnTo>
                  <a:lnTo>
                    <a:pt x="55" y="78"/>
                  </a:lnTo>
                  <a:lnTo>
                    <a:pt x="64" y="6"/>
                  </a:lnTo>
                  <a:lnTo>
                    <a:pt x="36" y="3"/>
                  </a:lnTo>
                  <a:lnTo>
                    <a:pt x="9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87" name=""/>
            <p:cNvSpPr/>
            <p:nvPr/>
          </p:nvSpPr>
          <p:spPr>
            <a:xfrm rot="0">
              <a:off x="1714" y="1821"/>
              <a:ext cx="7" cy="1"/>
            </a:xfrm>
            <a:custGeom>
              <a:avLst/>
              <a:ahLst/>
              <a:rect l="0" t="0" r="r" b="b"/>
              <a:pathLst>
                <a:path w="28" h="3">
                  <a:moveTo>
                    <a:pt x="0" y="0"/>
                  </a:moveTo>
                  <a:lnTo>
                    <a:pt x="28" y="3"/>
                  </a:lnTo>
                  <a:lnTo>
                    <a:pt x="28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88" name=""/>
            <p:cNvSpPr/>
            <p:nvPr/>
          </p:nvSpPr>
          <p:spPr>
            <a:xfrm rot="0" flipV="1">
              <a:off x="1721" y="18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89" name=""/>
            <p:cNvSpPr/>
            <p:nvPr/>
          </p:nvSpPr>
          <p:spPr>
            <a:xfrm rot="0">
              <a:off x="1707" y="1803"/>
              <a:ext cx="15" cy="19"/>
            </a:xfrm>
            <a:custGeom>
              <a:avLst/>
              <a:ahLst/>
              <a:rect l="0" t="0" r="r" b="b"/>
              <a:pathLst>
                <a:path w="57" h="73">
                  <a:moveTo>
                    <a:pt x="0" y="71"/>
                  </a:moveTo>
                  <a:lnTo>
                    <a:pt x="27" y="72"/>
                  </a:lnTo>
                  <a:lnTo>
                    <a:pt x="55" y="73"/>
                  </a:lnTo>
                  <a:lnTo>
                    <a:pt x="57" y="2"/>
                  </a:lnTo>
                  <a:lnTo>
                    <a:pt x="29" y="1"/>
                  </a:lnTo>
                  <a:lnTo>
                    <a:pt x="2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90" name=""/>
            <p:cNvSpPr/>
            <p:nvPr/>
          </p:nvSpPr>
          <p:spPr>
            <a:xfrm rot="0">
              <a:off x="1707" y="1803"/>
              <a:ext cx="15" cy="19"/>
            </a:xfrm>
            <a:custGeom>
              <a:avLst/>
              <a:ahLst/>
              <a:rect l="0" t="0" r="r" b="b"/>
              <a:pathLst>
                <a:path w="57" h="73">
                  <a:moveTo>
                    <a:pt x="0" y="71"/>
                  </a:moveTo>
                  <a:lnTo>
                    <a:pt x="27" y="72"/>
                  </a:lnTo>
                  <a:lnTo>
                    <a:pt x="55" y="73"/>
                  </a:lnTo>
                  <a:lnTo>
                    <a:pt x="57" y="2"/>
                  </a:lnTo>
                  <a:lnTo>
                    <a:pt x="29" y="1"/>
                  </a:lnTo>
                  <a:lnTo>
                    <a:pt x="2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91" name=""/>
            <p:cNvSpPr/>
            <p:nvPr/>
          </p:nvSpPr>
          <p:spPr>
            <a:xfrm rot="0">
              <a:off x="1708" y="1797"/>
              <a:ext cx="14" cy="7"/>
            </a:xfrm>
            <a:custGeom>
              <a:avLst/>
              <a:ahLst/>
              <a:rect l="0" t="0" r="r" b="b"/>
              <a:pathLst>
                <a:path w="55" h="29">
                  <a:moveTo>
                    <a:pt x="27" y="28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8" y="0"/>
                  </a:lnTo>
                  <a:lnTo>
                    <a:pt x="37" y="1"/>
                  </a:lnTo>
                  <a:lnTo>
                    <a:pt x="45" y="6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5" y="29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92" name=""/>
            <p:cNvSpPr/>
            <p:nvPr/>
          </p:nvSpPr>
          <p:spPr>
            <a:xfrm rot="0">
              <a:off x="1708" y="1797"/>
              <a:ext cx="14" cy="7"/>
            </a:xfrm>
            <a:custGeom>
              <a:avLst/>
              <a:ahLst/>
              <a:rect l="0" t="0" r="r" b="b"/>
              <a:pathLst>
                <a:path w="55" h="29">
                  <a:moveTo>
                    <a:pt x="0" y="27"/>
                  </a:moveTo>
                  <a:lnTo>
                    <a:pt x="1" y="18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8" y="0"/>
                  </a:lnTo>
                  <a:lnTo>
                    <a:pt x="37" y="1"/>
                  </a:lnTo>
                  <a:lnTo>
                    <a:pt x="45" y="6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5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93" name=""/>
            <p:cNvSpPr/>
            <p:nvPr/>
          </p:nvSpPr>
          <p:spPr>
            <a:xfrm rot="0">
              <a:off x="1230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94" name=""/>
            <p:cNvSpPr/>
            <p:nvPr/>
          </p:nvSpPr>
          <p:spPr>
            <a:xfrm rot="0">
              <a:off x="1230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95" name=""/>
            <p:cNvSpPr/>
            <p:nvPr/>
          </p:nvSpPr>
          <p:spPr>
            <a:xfrm rot="0">
              <a:off x="1230" y="1157"/>
              <a:ext cx="14" cy="646"/>
            </a:xfrm>
            <a:custGeom>
              <a:avLst/>
              <a:ahLst/>
              <a:rect l="0" t="0" r="r" b="b"/>
              <a:pathLst>
                <a:path w="56" h="2585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585"/>
                  </a:lnTo>
                  <a:lnTo>
                    <a:pt x="27" y="2585"/>
                  </a:lnTo>
                  <a:lnTo>
                    <a:pt x="56" y="2585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96" name=""/>
            <p:cNvSpPr/>
            <p:nvPr/>
          </p:nvSpPr>
          <p:spPr>
            <a:xfrm rot="0">
              <a:off x="1230" y="1157"/>
              <a:ext cx="14" cy="646"/>
            </a:xfrm>
            <a:custGeom>
              <a:avLst/>
              <a:ahLst/>
              <a:rect l="0" t="0" r="r" b="b"/>
              <a:pathLst>
                <a:path w="56" h="2585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585"/>
                  </a:lnTo>
                  <a:lnTo>
                    <a:pt x="27" y="2585"/>
                  </a:lnTo>
                  <a:lnTo>
                    <a:pt x="56" y="2585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97" name=""/>
            <p:cNvSpPr/>
            <p:nvPr/>
          </p:nvSpPr>
          <p:spPr>
            <a:xfrm rot="0">
              <a:off x="1230" y="180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4" y="9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798" name=""/>
            <p:cNvSpPr/>
            <p:nvPr/>
          </p:nvSpPr>
          <p:spPr>
            <a:xfrm rot="0">
              <a:off x="1230" y="180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9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799" name=""/>
            <p:cNvSpPr/>
            <p:nvPr/>
          </p:nvSpPr>
          <p:spPr>
            <a:xfrm rot="0">
              <a:off x="848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8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  <a:lnTo>
                    <a:pt x="28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800" name=""/>
            <p:cNvSpPr/>
            <p:nvPr/>
          </p:nvSpPr>
          <p:spPr>
            <a:xfrm rot="0">
              <a:off x="848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01" name=""/>
            <p:cNvSpPr/>
            <p:nvPr/>
          </p:nvSpPr>
          <p:spPr>
            <a:xfrm rot="0">
              <a:off x="848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783"/>
                  </a:lnTo>
                  <a:lnTo>
                    <a:pt x="28" y="4783"/>
                  </a:lnTo>
                  <a:lnTo>
                    <a:pt x="56" y="4783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802" name=""/>
            <p:cNvSpPr/>
            <p:nvPr/>
          </p:nvSpPr>
          <p:spPr>
            <a:xfrm rot="0">
              <a:off x="848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56" y="0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0" y="4783"/>
                  </a:lnTo>
                  <a:lnTo>
                    <a:pt x="28" y="4783"/>
                  </a:lnTo>
                  <a:lnTo>
                    <a:pt x="56" y="4783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03" name=""/>
            <p:cNvSpPr/>
            <p:nvPr/>
          </p:nvSpPr>
          <p:spPr>
            <a:xfrm rot="0">
              <a:off x="848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8" y="0"/>
                  </a:moveTo>
                  <a:lnTo>
                    <a:pt x="56" y="0"/>
                  </a:ln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804" name=""/>
            <p:cNvSpPr/>
            <p:nvPr/>
          </p:nvSpPr>
          <p:spPr>
            <a:xfrm rot="0">
              <a:off x="848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05" name=""/>
            <p:cNvSpPr/>
            <p:nvPr/>
          </p:nvSpPr>
          <p:spPr>
            <a:xfrm rot="0">
              <a:off x="2090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806" name=""/>
            <p:cNvSpPr/>
            <p:nvPr/>
          </p:nvSpPr>
          <p:spPr>
            <a:xfrm rot="0">
              <a:off x="2090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07" name=""/>
            <p:cNvSpPr/>
            <p:nvPr/>
          </p:nvSpPr>
          <p:spPr>
            <a:xfrm rot="0">
              <a:off x="2090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4783"/>
                  </a:lnTo>
                  <a:lnTo>
                    <a:pt x="27" y="4783"/>
                  </a:lnTo>
                  <a:lnTo>
                    <a:pt x="56" y="4783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808" name=""/>
            <p:cNvSpPr/>
            <p:nvPr/>
          </p:nvSpPr>
          <p:spPr>
            <a:xfrm rot="0">
              <a:off x="2090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56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4783"/>
                  </a:lnTo>
                  <a:lnTo>
                    <a:pt x="27" y="4783"/>
                  </a:lnTo>
                  <a:lnTo>
                    <a:pt x="56" y="4783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09" name=""/>
            <p:cNvSpPr/>
            <p:nvPr/>
          </p:nvSpPr>
          <p:spPr>
            <a:xfrm rot="0">
              <a:off x="2090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810" name=""/>
            <p:cNvSpPr/>
            <p:nvPr/>
          </p:nvSpPr>
          <p:spPr>
            <a:xfrm rot="0">
              <a:off x="2090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1" name=""/>
            <p:cNvSpPr/>
            <p:nvPr/>
          </p:nvSpPr>
          <p:spPr>
            <a:xfrm rot="0">
              <a:off x="712" y="3375"/>
              <a:ext cx="40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2" name=""/>
            <p:cNvSpPr/>
            <p:nvPr/>
          </p:nvSpPr>
          <p:spPr>
            <a:xfrm rot="0">
              <a:off x="1173" y="3375"/>
              <a:ext cx="6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3" name=""/>
            <p:cNvSpPr/>
            <p:nvPr/>
          </p:nvSpPr>
          <p:spPr>
            <a:xfrm rot="0">
              <a:off x="1294" y="3375"/>
              <a:ext cx="36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4" name=""/>
            <p:cNvSpPr/>
            <p:nvPr/>
          </p:nvSpPr>
          <p:spPr>
            <a:xfrm rot="0">
              <a:off x="1719" y="3375"/>
              <a:ext cx="6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5" name=""/>
            <p:cNvSpPr/>
            <p:nvPr/>
          </p:nvSpPr>
          <p:spPr>
            <a:xfrm rot="0">
              <a:off x="1840" y="3375"/>
              <a:ext cx="40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6" name=""/>
            <p:cNvSpPr/>
            <p:nvPr/>
          </p:nvSpPr>
          <p:spPr>
            <a:xfrm rot="0">
              <a:off x="1476" y="986"/>
              <a:ext cx="1" cy="36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7" name=""/>
            <p:cNvSpPr/>
            <p:nvPr/>
          </p:nvSpPr>
          <p:spPr>
            <a:xfrm rot="0">
              <a:off x="1476" y="1409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8" name=""/>
            <p:cNvSpPr/>
            <p:nvPr/>
          </p:nvSpPr>
          <p:spPr>
            <a:xfrm rot="0">
              <a:off x="1476" y="1530"/>
              <a:ext cx="1" cy="36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19" name=""/>
            <p:cNvSpPr/>
            <p:nvPr/>
          </p:nvSpPr>
          <p:spPr>
            <a:xfrm rot="0">
              <a:off x="1476" y="1955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0" name=""/>
            <p:cNvSpPr/>
            <p:nvPr/>
          </p:nvSpPr>
          <p:spPr>
            <a:xfrm rot="0">
              <a:off x="1476" y="2077"/>
              <a:ext cx="1" cy="3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1" name=""/>
            <p:cNvSpPr/>
            <p:nvPr/>
          </p:nvSpPr>
          <p:spPr>
            <a:xfrm rot="0">
              <a:off x="3049" y="986"/>
              <a:ext cx="1" cy="36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2" name=""/>
            <p:cNvSpPr/>
            <p:nvPr/>
          </p:nvSpPr>
          <p:spPr>
            <a:xfrm rot="0">
              <a:off x="3049" y="1409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3" name=""/>
            <p:cNvSpPr/>
            <p:nvPr/>
          </p:nvSpPr>
          <p:spPr>
            <a:xfrm rot="0">
              <a:off x="3049" y="1530"/>
              <a:ext cx="1" cy="36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4" name=""/>
            <p:cNvSpPr/>
            <p:nvPr/>
          </p:nvSpPr>
          <p:spPr>
            <a:xfrm rot="0">
              <a:off x="3049" y="1955"/>
              <a:ext cx="1" cy="6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5" name=""/>
            <p:cNvSpPr/>
            <p:nvPr/>
          </p:nvSpPr>
          <p:spPr>
            <a:xfrm rot="0">
              <a:off x="3049" y="2077"/>
              <a:ext cx="1" cy="3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6" name=""/>
            <p:cNvSpPr/>
            <p:nvPr/>
          </p:nvSpPr>
          <p:spPr>
            <a:xfrm rot="0">
              <a:off x="1142" y="1803"/>
              <a:ext cx="15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7" name=""/>
            <p:cNvSpPr/>
            <p:nvPr/>
          </p:nvSpPr>
          <p:spPr>
            <a:xfrm rot="0">
              <a:off x="1324" y="1803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8" name=""/>
            <p:cNvSpPr/>
            <p:nvPr/>
          </p:nvSpPr>
          <p:spPr>
            <a:xfrm rot="0">
              <a:off x="1385" y="1803"/>
              <a:ext cx="18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29" name=""/>
            <p:cNvSpPr/>
            <p:nvPr/>
          </p:nvSpPr>
          <p:spPr>
            <a:xfrm rot="0">
              <a:off x="1597" y="1803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30" name=""/>
            <p:cNvSpPr/>
            <p:nvPr/>
          </p:nvSpPr>
          <p:spPr>
            <a:xfrm rot="0">
              <a:off x="1658" y="1803"/>
              <a:ext cx="15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31" name=""/>
            <p:cNvSpPr/>
            <p:nvPr/>
          </p:nvSpPr>
          <p:spPr>
            <a:xfrm rot="0">
              <a:off x="2421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8" y="0"/>
                  </a:moveTo>
                  <a:lnTo>
                    <a:pt x="56" y="0"/>
                  </a:ln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7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32" name=""/>
            <p:cNvSpPr/>
            <p:nvPr/>
          </p:nvSpPr>
          <p:spPr>
            <a:xfrm rot="0">
              <a:off x="2421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8"/>
                  </a:lnTo>
                  <a:lnTo>
                    <a:pt x="51" y="16"/>
                  </a:lnTo>
                  <a:lnTo>
                    <a:pt x="44" y="23"/>
                  </a:lnTo>
                  <a:lnTo>
                    <a:pt x="37" y="26"/>
                  </a:lnTo>
                  <a:lnTo>
                    <a:pt x="28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33" name=""/>
            <p:cNvSpPr/>
            <p:nvPr/>
          </p:nvSpPr>
          <p:spPr>
            <a:xfrm rot="0">
              <a:off x="2421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0" y="4783"/>
                  </a:moveTo>
                  <a:lnTo>
                    <a:pt x="28" y="4783"/>
                  </a:lnTo>
                  <a:lnTo>
                    <a:pt x="56" y="4783"/>
                  </a:lnTo>
                  <a:lnTo>
                    <a:pt x="56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478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34" name=""/>
            <p:cNvSpPr/>
            <p:nvPr/>
          </p:nvSpPr>
          <p:spPr>
            <a:xfrm rot="0">
              <a:off x="2421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0" y="4783"/>
                  </a:moveTo>
                  <a:lnTo>
                    <a:pt x="28" y="4783"/>
                  </a:lnTo>
                  <a:lnTo>
                    <a:pt x="56" y="4783"/>
                  </a:lnTo>
                  <a:lnTo>
                    <a:pt x="56" y="0"/>
                  </a:lnTo>
                  <a:lnTo>
                    <a:pt x="28" y="0"/>
                  </a:lnTo>
                  <a:lnTo>
                    <a:pt x="0" y="0"/>
                  </a:lnTo>
                  <a:lnTo>
                    <a:pt x="0" y="478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35" name=""/>
            <p:cNvSpPr/>
            <p:nvPr/>
          </p:nvSpPr>
          <p:spPr>
            <a:xfrm rot="0">
              <a:off x="2421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8" y="28"/>
                  </a:move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  <a:lnTo>
                    <a:pt x="28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36" name=""/>
            <p:cNvSpPr/>
            <p:nvPr/>
          </p:nvSpPr>
          <p:spPr>
            <a:xfrm rot="0">
              <a:off x="2421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37" y="2"/>
                  </a:lnTo>
                  <a:lnTo>
                    <a:pt x="44" y="5"/>
                  </a:lnTo>
                  <a:lnTo>
                    <a:pt x="51" y="12"/>
                  </a:lnTo>
                  <a:lnTo>
                    <a:pt x="54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37" name=""/>
            <p:cNvSpPr/>
            <p:nvPr/>
          </p:nvSpPr>
          <p:spPr>
            <a:xfrm rot="0">
              <a:off x="2421" y="2346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28" y="29"/>
                  </a:moveTo>
                  <a:lnTo>
                    <a:pt x="28" y="56"/>
                  </a:lnTo>
                  <a:lnTo>
                    <a:pt x="19" y="55"/>
                  </a:lnTo>
                  <a:lnTo>
                    <a:pt x="11" y="52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38" name=""/>
            <p:cNvSpPr/>
            <p:nvPr/>
          </p:nvSpPr>
          <p:spPr>
            <a:xfrm rot="0">
              <a:off x="2421" y="2346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28" y="56"/>
                  </a:moveTo>
                  <a:lnTo>
                    <a:pt x="19" y="55"/>
                  </a:lnTo>
                  <a:lnTo>
                    <a:pt x="11" y="52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39" name=""/>
            <p:cNvSpPr/>
            <p:nvPr/>
          </p:nvSpPr>
          <p:spPr>
            <a:xfrm rot="0">
              <a:off x="2428" y="2346"/>
              <a:ext cx="621" cy="14"/>
            </a:xfrm>
            <a:custGeom>
              <a:avLst/>
              <a:ahLst/>
              <a:rect l="0" t="0" r="r" b="b"/>
              <a:pathLst>
                <a:path w="2484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2484" y="56"/>
                  </a:lnTo>
                  <a:lnTo>
                    <a:pt x="2484" y="29"/>
                  </a:lnTo>
                  <a:lnTo>
                    <a:pt x="2484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40" name=""/>
            <p:cNvSpPr/>
            <p:nvPr/>
          </p:nvSpPr>
          <p:spPr>
            <a:xfrm rot="0">
              <a:off x="2428" y="2346"/>
              <a:ext cx="621" cy="14"/>
            </a:xfrm>
            <a:custGeom>
              <a:avLst/>
              <a:ahLst/>
              <a:rect l="0" t="0" r="r" b="b"/>
              <a:pathLst>
                <a:path w="2484" h="56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2484" y="56"/>
                  </a:lnTo>
                  <a:lnTo>
                    <a:pt x="2484" y="29"/>
                  </a:lnTo>
                  <a:lnTo>
                    <a:pt x="248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41" name=""/>
            <p:cNvSpPr/>
            <p:nvPr/>
          </p:nvSpPr>
          <p:spPr>
            <a:xfrm rot="0">
              <a:off x="3049" y="2346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0" y="29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2"/>
                  </a:lnTo>
                  <a:lnTo>
                    <a:pt x="8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42" name=""/>
            <p:cNvSpPr/>
            <p:nvPr/>
          </p:nvSpPr>
          <p:spPr>
            <a:xfrm rot="0">
              <a:off x="3049" y="2346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8" y="2"/>
                  </a:lnTo>
                  <a:lnTo>
                    <a:pt x="16" y="6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9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2"/>
                  </a:lnTo>
                  <a:lnTo>
                    <a:pt x="8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43" name=""/>
            <p:cNvSpPr/>
            <p:nvPr/>
          </p:nvSpPr>
          <p:spPr>
            <a:xfrm rot="0">
              <a:off x="2421" y="1150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28" y="28"/>
                  </a:moveTo>
                  <a:lnTo>
                    <a:pt x="28" y="56"/>
                  </a:lnTo>
                  <a:lnTo>
                    <a:pt x="19" y="55"/>
                  </a:lnTo>
                  <a:lnTo>
                    <a:pt x="11" y="52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44" name=""/>
            <p:cNvSpPr/>
            <p:nvPr/>
          </p:nvSpPr>
          <p:spPr>
            <a:xfrm rot="0">
              <a:off x="2421" y="1150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28" y="56"/>
                  </a:moveTo>
                  <a:lnTo>
                    <a:pt x="19" y="55"/>
                  </a:lnTo>
                  <a:lnTo>
                    <a:pt x="11" y="52"/>
                  </a:lnTo>
                  <a:lnTo>
                    <a:pt x="5" y="45"/>
                  </a:lnTo>
                  <a:lnTo>
                    <a:pt x="2" y="37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27" name=""/>
          <p:cNvGrpSpPr/>
          <p:nvPr/>
        </p:nvGrpSpPr>
        <p:grpSpPr>
          <a:xfrm rot="0">
            <a:off x="3917950" y="1349375"/>
            <a:ext cx="2274887" cy="1920875"/>
            <a:chOff x="2428" y="1150"/>
            <a:chExt cx="1433" cy="1210"/>
          </a:xfrm>
        </p:grpSpPr>
        <p:sp>
          <p:nvSpPr>
            <p:cNvPr id="1081845" name=""/>
            <p:cNvSpPr/>
            <p:nvPr/>
          </p:nvSpPr>
          <p:spPr>
            <a:xfrm rot="0">
              <a:off x="2428" y="1150"/>
              <a:ext cx="610" cy="14"/>
            </a:xfrm>
            <a:custGeom>
              <a:avLst/>
              <a:ahLst/>
              <a:rect l="0" t="0" r="r" b="b"/>
              <a:pathLst>
                <a:path w="2441" h="56">
                  <a:moveTo>
                    <a:pt x="0" y="0"/>
                  </a:moveTo>
                  <a:lnTo>
                    <a:pt x="0" y="28"/>
                  </a:lnTo>
                  <a:lnTo>
                    <a:pt x="0" y="56"/>
                  </a:lnTo>
                  <a:lnTo>
                    <a:pt x="2441" y="56"/>
                  </a:lnTo>
                  <a:lnTo>
                    <a:pt x="2441" y="28"/>
                  </a:lnTo>
                  <a:lnTo>
                    <a:pt x="244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46" name=""/>
            <p:cNvSpPr/>
            <p:nvPr/>
          </p:nvSpPr>
          <p:spPr>
            <a:xfrm rot="0">
              <a:off x="2428" y="1150"/>
              <a:ext cx="610" cy="14"/>
            </a:xfrm>
            <a:custGeom>
              <a:avLst/>
              <a:ahLst/>
              <a:rect l="0" t="0" r="r" b="b"/>
              <a:pathLst>
                <a:path w="2441" h="56">
                  <a:moveTo>
                    <a:pt x="0" y="0"/>
                  </a:moveTo>
                  <a:lnTo>
                    <a:pt x="0" y="28"/>
                  </a:lnTo>
                  <a:lnTo>
                    <a:pt x="0" y="56"/>
                  </a:lnTo>
                  <a:lnTo>
                    <a:pt x="2441" y="56"/>
                  </a:lnTo>
                  <a:lnTo>
                    <a:pt x="2441" y="28"/>
                  </a:lnTo>
                  <a:lnTo>
                    <a:pt x="244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47" name=""/>
            <p:cNvSpPr/>
            <p:nvPr/>
          </p:nvSpPr>
          <p:spPr>
            <a:xfrm rot="0">
              <a:off x="3038" y="1150"/>
              <a:ext cx="8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2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48" name=""/>
            <p:cNvSpPr/>
            <p:nvPr/>
          </p:nvSpPr>
          <p:spPr>
            <a:xfrm rot="0">
              <a:off x="3038" y="1150"/>
              <a:ext cx="8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16" y="52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49" name=""/>
            <p:cNvSpPr/>
            <p:nvPr/>
          </p:nvSpPr>
          <p:spPr>
            <a:xfrm rot="0" flipV="1">
              <a:off x="2572" y="2241"/>
              <a:ext cx="1" cy="11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0" name=""/>
            <p:cNvSpPr/>
            <p:nvPr/>
          </p:nvSpPr>
          <p:spPr>
            <a:xfrm rot="0" flipV="1">
              <a:off x="2572" y="2059"/>
              <a:ext cx="1" cy="1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1" name=""/>
            <p:cNvSpPr/>
            <p:nvPr/>
          </p:nvSpPr>
          <p:spPr>
            <a:xfrm rot="0" flipV="1">
              <a:off x="2572" y="1877"/>
              <a:ext cx="1" cy="1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2" name=""/>
            <p:cNvSpPr/>
            <p:nvPr/>
          </p:nvSpPr>
          <p:spPr>
            <a:xfrm rot="0" flipV="1">
              <a:off x="2572" y="1694"/>
              <a:ext cx="1" cy="12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3" name=""/>
            <p:cNvSpPr/>
            <p:nvPr/>
          </p:nvSpPr>
          <p:spPr>
            <a:xfrm rot="0" flipV="1">
              <a:off x="2572" y="1512"/>
              <a:ext cx="1" cy="12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4" name=""/>
            <p:cNvSpPr/>
            <p:nvPr/>
          </p:nvSpPr>
          <p:spPr>
            <a:xfrm rot="0" flipV="1">
              <a:off x="2572" y="1330"/>
              <a:ext cx="1" cy="12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5" name=""/>
            <p:cNvSpPr/>
            <p:nvPr/>
          </p:nvSpPr>
          <p:spPr>
            <a:xfrm rot="0" flipV="1">
              <a:off x="2572" y="1157"/>
              <a:ext cx="1" cy="112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6" name=""/>
            <p:cNvSpPr/>
            <p:nvPr/>
          </p:nvSpPr>
          <p:spPr>
            <a:xfrm rot="0" flipV="1">
              <a:off x="3527" y="2228"/>
              <a:ext cx="1" cy="12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7" name=""/>
            <p:cNvSpPr/>
            <p:nvPr/>
          </p:nvSpPr>
          <p:spPr>
            <a:xfrm rot="0" flipV="1">
              <a:off x="3527" y="2042"/>
              <a:ext cx="1" cy="12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58" name=""/>
            <p:cNvSpPr/>
            <p:nvPr/>
          </p:nvSpPr>
          <p:spPr>
            <a:xfrm rot="0">
              <a:off x="3670" y="1150"/>
              <a:ext cx="7" cy="14"/>
            </a:xfrm>
            <a:custGeom>
              <a:avLst/>
              <a:ahLst/>
              <a:rect l="0" t="0" r="r" b="b"/>
              <a:pathLst>
                <a:path w="29" h="56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59" name=""/>
            <p:cNvSpPr/>
            <p:nvPr/>
          </p:nvSpPr>
          <p:spPr>
            <a:xfrm rot="0">
              <a:off x="3670" y="1150"/>
              <a:ext cx="7" cy="14"/>
            </a:xfrm>
            <a:custGeom>
              <a:avLst/>
              <a:ahLst/>
              <a:rect l="0" t="0" r="r" b="b"/>
              <a:pathLst>
                <a:path w="29" h="56">
                  <a:moveTo>
                    <a:pt x="0" y="0"/>
                  </a:moveTo>
                  <a:lnTo>
                    <a:pt x="9" y="2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8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60" name=""/>
            <p:cNvSpPr/>
            <p:nvPr/>
          </p:nvSpPr>
          <p:spPr>
            <a:xfrm rot="0">
              <a:off x="3060" y="1150"/>
              <a:ext cx="610" cy="14"/>
            </a:xfrm>
            <a:custGeom>
              <a:avLst/>
              <a:ahLst/>
              <a:rect l="0" t="0" r="r" b="b"/>
              <a:pathLst>
                <a:path w="2440" h="56">
                  <a:moveTo>
                    <a:pt x="2440" y="56"/>
                  </a:moveTo>
                  <a:lnTo>
                    <a:pt x="2440" y="28"/>
                  </a:lnTo>
                  <a:lnTo>
                    <a:pt x="244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2440" y="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61" name=""/>
            <p:cNvSpPr/>
            <p:nvPr/>
          </p:nvSpPr>
          <p:spPr>
            <a:xfrm rot="0">
              <a:off x="3060" y="1150"/>
              <a:ext cx="610" cy="14"/>
            </a:xfrm>
            <a:custGeom>
              <a:avLst/>
              <a:ahLst/>
              <a:rect l="0" t="0" r="r" b="b"/>
              <a:pathLst>
                <a:path w="2440" h="56">
                  <a:moveTo>
                    <a:pt x="2440" y="56"/>
                  </a:moveTo>
                  <a:lnTo>
                    <a:pt x="2440" y="28"/>
                  </a:lnTo>
                  <a:lnTo>
                    <a:pt x="244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244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62" name=""/>
            <p:cNvSpPr/>
            <p:nvPr/>
          </p:nvSpPr>
          <p:spPr>
            <a:xfrm rot="0">
              <a:off x="3053" y="1150"/>
              <a:ext cx="7" cy="14"/>
            </a:xfrm>
            <a:custGeom>
              <a:avLst/>
              <a:ahLst/>
              <a:rect l="0" t="0" r="r" b="b"/>
              <a:pathLst>
                <a:path w="27" h="56">
                  <a:moveTo>
                    <a:pt x="27" y="28"/>
                  </a:moveTo>
                  <a:lnTo>
                    <a:pt x="27" y="56"/>
                  </a:lnTo>
                  <a:lnTo>
                    <a:pt x="19" y="55"/>
                  </a:lnTo>
                  <a:lnTo>
                    <a:pt x="11" y="52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63" name=""/>
            <p:cNvSpPr/>
            <p:nvPr/>
          </p:nvSpPr>
          <p:spPr>
            <a:xfrm rot="0">
              <a:off x="3053" y="1150"/>
              <a:ext cx="7" cy="14"/>
            </a:xfrm>
            <a:custGeom>
              <a:avLst/>
              <a:ahLst/>
              <a:rect l="0" t="0" r="r" b="b"/>
              <a:pathLst>
                <a:path w="27" h="56">
                  <a:moveTo>
                    <a:pt x="27" y="56"/>
                  </a:moveTo>
                  <a:lnTo>
                    <a:pt x="19" y="55"/>
                  </a:lnTo>
                  <a:lnTo>
                    <a:pt x="11" y="52"/>
                  </a:lnTo>
                  <a:lnTo>
                    <a:pt x="4" y="45"/>
                  </a:lnTo>
                  <a:lnTo>
                    <a:pt x="1" y="37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64" name=""/>
            <p:cNvSpPr/>
            <p:nvPr/>
          </p:nvSpPr>
          <p:spPr>
            <a:xfrm rot="0">
              <a:off x="3670" y="2346"/>
              <a:ext cx="7" cy="14"/>
            </a:xfrm>
            <a:custGeom>
              <a:avLst/>
              <a:ahLst/>
              <a:rect l="0" t="0" r="r" b="b"/>
              <a:pathLst>
                <a:path w="29" h="56">
                  <a:moveTo>
                    <a:pt x="0" y="29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9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6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65" name=""/>
            <p:cNvSpPr/>
            <p:nvPr/>
          </p:nvSpPr>
          <p:spPr>
            <a:xfrm rot="0">
              <a:off x="3670" y="2346"/>
              <a:ext cx="7" cy="14"/>
            </a:xfrm>
            <a:custGeom>
              <a:avLst/>
              <a:ahLst/>
              <a:rect l="0" t="0" r="r" b="b"/>
              <a:pathLst>
                <a:path w="29" h="56">
                  <a:moveTo>
                    <a:pt x="0" y="0"/>
                  </a:moveTo>
                  <a:lnTo>
                    <a:pt x="9" y="2"/>
                  </a:lnTo>
                  <a:lnTo>
                    <a:pt x="17" y="6"/>
                  </a:lnTo>
                  <a:lnTo>
                    <a:pt x="23" y="12"/>
                  </a:lnTo>
                  <a:lnTo>
                    <a:pt x="27" y="20"/>
                  </a:lnTo>
                  <a:lnTo>
                    <a:pt x="29" y="29"/>
                  </a:lnTo>
                  <a:lnTo>
                    <a:pt x="27" y="37"/>
                  </a:lnTo>
                  <a:lnTo>
                    <a:pt x="23" y="45"/>
                  </a:lnTo>
                  <a:lnTo>
                    <a:pt x="17" y="52"/>
                  </a:lnTo>
                  <a:lnTo>
                    <a:pt x="9" y="55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66" name=""/>
            <p:cNvSpPr/>
            <p:nvPr/>
          </p:nvSpPr>
          <p:spPr>
            <a:xfrm rot="0">
              <a:off x="3049" y="2346"/>
              <a:ext cx="621" cy="14"/>
            </a:xfrm>
            <a:custGeom>
              <a:avLst/>
              <a:ahLst/>
              <a:rect l="0" t="0" r="r" b="b"/>
              <a:pathLst>
                <a:path w="2483" h="56">
                  <a:moveTo>
                    <a:pt x="2483" y="56"/>
                  </a:moveTo>
                  <a:lnTo>
                    <a:pt x="2483" y="29"/>
                  </a:lnTo>
                  <a:lnTo>
                    <a:pt x="2483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2483" y="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67" name=""/>
            <p:cNvSpPr/>
            <p:nvPr/>
          </p:nvSpPr>
          <p:spPr>
            <a:xfrm rot="0">
              <a:off x="3049" y="2346"/>
              <a:ext cx="621" cy="14"/>
            </a:xfrm>
            <a:custGeom>
              <a:avLst/>
              <a:ahLst/>
              <a:rect l="0" t="0" r="r" b="b"/>
              <a:pathLst>
                <a:path w="2483" h="56">
                  <a:moveTo>
                    <a:pt x="2483" y="56"/>
                  </a:moveTo>
                  <a:lnTo>
                    <a:pt x="2483" y="29"/>
                  </a:lnTo>
                  <a:lnTo>
                    <a:pt x="2483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6"/>
                  </a:lnTo>
                  <a:lnTo>
                    <a:pt x="2483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68" name=""/>
            <p:cNvSpPr/>
            <p:nvPr/>
          </p:nvSpPr>
          <p:spPr>
            <a:xfrm rot="0">
              <a:off x="3042" y="2346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28" y="29"/>
                  </a:moveTo>
                  <a:lnTo>
                    <a:pt x="28" y="56"/>
                  </a:lnTo>
                  <a:lnTo>
                    <a:pt x="19" y="55"/>
                  </a:lnTo>
                  <a:lnTo>
                    <a:pt x="11" y="52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  <a:lnTo>
                    <a:pt x="28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69" name=""/>
            <p:cNvSpPr/>
            <p:nvPr/>
          </p:nvSpPr>
          <p:spPr>
            <a:xfrm rot="0">
              <a:off x="3042" y="2346"/>
              <a:ext cx="7" cy="14"/>
            </a:xfrm>
            <a:custGeom>
              <a:avLst/>
              <a:ahLst/>
              <a:rect l="0" t="0" r="r" b="b"/>
              <a:pathLst>
                <a:path w="28" h="56">
                  <a:moveTo>
                    <a:pt x="28" y="56"/>
                  </a:moveTo>
                  <a:lnTo>
                    <a:pt x="19" y="55"/>
                  </a:lnTo>
                  <a:lnTo>
                    <a:pt x="11" y="52"/>
                  </a:lnTo>
                  <a:lnTo>
                    <a:pt x="5" y="45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2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0" name=""/>
            <p:cNvSpPr/>
            <p:nvPr/>
          </p:nvSpPr>
          <p:spPr>
            <a:xfrm rot="0">
              <a:off x="3663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27" y="0"/>
                  </a:moveTo>
                  <a:lnTo>
                    <a:pt x="56" y="0"/>
                  </a:lnTo>
                  <a:lnTo>
                    <a:pt x="54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71" name=""/>
            <p:cNvSpPr/>
            <p:nvPr/>
          </p:nvSpPr>
          <p:spPr>
            <a:xfrm rot="0">
              <a:off x="3663" y="2353"/>
              <a:ext cx="14" cy="7"/>
            </a:xfrm>
            <a:custGeom>
              <a:avLst/>
              <a:ahLst/>
              <a:rect l="0" t="0" r="r" b="b"/>
              <a:pathLst>
                <a:path w="56" h="27">
                  <a:moveTo>
                    <a:pt x="56" y="0"/>
                  </a:moveTo>
                  <a:lnTo>
                    <a:pt x="54" y="8"/>
                  </a:lnTo>
                  <a:lnTo>
                    <a:pt x="50" y="16"/>
                  </a:lnTo>
                  <a:lnTo>
                    <a:pt x="44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2" name=""/>
            <p:cNvSpPr/>
            <p:nvPr/>
          </p:nvSpPr>
          <p:spPr>
            <a:xfrm rot="0">
              <a:off x="3663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0" y="4783"/>
                  </a:moveTo>
                  <a:lnTo>
                    <a:pt x="27" y="4783"/>
                  </a:lnTo>
                  <a:lnTo>
                    <a:pt x="56" y="4783"/>
                  </a:lnTo>
                  <a:lnTo>
                    <a:pt x="56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78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73" name=""/>
            <p:cNvSpPr/>
            <p:nvPr/>
          </p:nvSpPr>
          <p:spPr>
            <a:xfrm rot="0">
              <a:off x="3663" y="1157"/>
              <a:ext cx="14" cy="1196"/>
            </a:xfrm>
            <a:custGeom>
              <a:avLst/>
              <a:ahLst/>
              <a:rect l="0" t="0" r="r" b="b"/>
              <a:pathLst>
                <a:path w="56" h="4783">
                  <a:moveTo>
                    <a:pt x="0" y="4783"/>
                  </a:moveTo>
                  <a:lnTo>
                    <a:pt x="27" y="4783"/>
                  </a:lnTo>
                  <a:lnTo>
                    <a:pt x="56" y="4783"/>
                  </a:lnTo>
                  <a:lnTo>
                    <a:pt x="56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78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4" name=""/>
            <p:cNvSpPr/>
            <p:nvPr/>
          </p:nvSpPr>
          <p:spPr>
            <a:xfrm rot="0">
              <a:off x="3663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27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8"/>
                  </a:lnTo>
                  <a:lnTo>
                    <a:pt x="27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75" name=""/>
            <p:cNvSpPr/>
            <p:nvPr/>
          </p:nvSpPr>
          <p:spPr>
            <a:xfrm rot="0">
              <a:off x="3663" y="1150"/>
              <a:ext cx="14" cy="7"/>
            </a:xfrm>
            <a:custGeom>
              <a:avLst/>
              <a:ahLst/>
              <a:rect l="0" t="0" r="r" b="b"/>
              <a:pathLst>
                <a:path w="56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4" y="20"/>
                  </a:lnTo>
                  <a:lnTo>
                    <a:pt x="56" y="2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6" name=""/>
            <p:cNvSpPr/>
            <p:nvPr/>
          </p:nvSpPr>
          <p:spPr>
            <a:xfrm rot="0">
              <a:off x="3527" y="2042"/>
              <a:ext cx="14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7" name=""/>
            <p:cNvSpPr/>
            <p:nvPr/>
          </p:nvSpPr>
          <p:spPr>
            <a:xfrm rot="0">
              <a:off x="3193" y="1803"/>
              <a:ext cx="15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8" name=""/>
            <p:cNvSpPr/>
            <p:nvPr/>
          </p:nvSpPr>
          <p:spPr>
            <a:xfrm rot="0">
              <a:off x="3375" y="1803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79" name=""/>
            <p:cNvSpPr/>
            <p:nvPr/>
          </p:nvSpPr>
          <p:spPr>
            <a:xfrm rot="0">
              <a:off x="3436" y="1803"/>
              <a:ext cx="18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0" name=""/>
            <p:cNvSpPr/>
            <p:nvPr/>
          </p:nvSpPr>
          <p:spPr>
            <a:xfrm rot="0">
              <a:off x="3648" y="1803"/>
              <a:ext cx="3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1" name=""/>
            <p:cNvSpPr/>
            <p:nvPr/>
          </p:nvSpPr>
          <p:spPr>
            <a:xfrm rot="0">
              <a:off x="3709" y="1803"/>
              <a:ext cx="15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2" name=""/>
            <p:cNvSpPr/>
            <p:nvPr/>
          </p:nvSpPr>
          <p:spPr>
            <a:xfrm rot="0">
              <a:off x="3466" y="1803"/>
              <a:ext cx="7" cy="95"/>
            </a:xfrm>
            <a:custGeom>
              <a:avLst/>
              <a:ahLst/>
              <a:rect l="0" t="0" r="r" b="b"/>
              <a:pathLst>
                <a:path w="27" h="376">
                  <a:moveTo>
                    <a:pt x="1" y="0"/>
                  </a:moveTo>
                  <a:lnTo>
                    <a:pt x="0" y="100"/>
                  </a:lnTo>
                  <a:lnTo>
                    <a:pt x="4" y="200"/>
                  </a:lnTo>
                  <a:lnTo>
                    <a:pt x="15" y="299"/>
                  </a:lnTo>
                  <a:lnTo>
                    <a:pt x="27" y="37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3" name=""/>
            <p:cNvSpPr/>
            <p:nvPr/>
          </p:nvSpPr>
          <p:spPr>
            <a:xfrm rot="0">
              <a:off x="3488" y="1957"/>
              <a:ext cx="39" cy="85"/>
            </a:xfrm>
            <a:custGeom>
              <a:avLst/>
              <a:ahLst/>
              <a:rect l="0" t="0" r="r" b="b"/>
              <a:pathLst>
                <a:path w="155" h="344">
                  <a:moveTo>
                    <a:pt x="0" y="0"/>
                  </a:moveTo>
                  <a:lnTo>
                    <a:pt x="25" y="74"/>
                  </a:lnTo>
                  <a:lnTo>
                    <a:pt x="63" y="166"/>
                  </a:lnTo>
                  <a:lnTo>
                    <a:pt x="107" y="256"/>
                  </a:lnTo>
                  <a:lnTo>
                    <a:pt x="155" y="3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4" name=""/>
            <p:cNvSpPr/>
            <p:nvPr/>
          </p:nvSpPr>
          <p:spPr>
            <a:xfrm rot="0" flipV="1">
              <a:off x="3466" y="1693"/>
              <a:ext cx="1" cy="110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5" name=""/>
            <p:cNvSpPr/>
            <p:nvPr/>
          </p:nvSpPr>
          <p:spPr>
            <a:xfrm rot="0" flipV="1">
              <a:off x="3466" y="1511"/>
              <a:ext cx="1" cy="1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6" name=""/>
            <p:cNvSpPr/>
            <p:nvPr/>
          </p:nvSpPr>
          <p:spPr>
            <a:xfrm rot="0" flipV="1">
              <a:off x="3466" y="1329"/>
              <a:ext cx="1" cy="12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87" name=""/>
            <p:cNvSpPr/>
            <p:nvPr/>
          </p:nvSpPr>
          <p:spPr>
            <a:xfrm rot="0" flipV="1">
              <a:off x="3466" y="1157"/>
              <a:ext cx="1" cy="11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</p:spTree>
  </p:cSld>
  <p:clrMapOvr>
    <a:masterClrMapping/>
  </p:clrMapOvr>
  <p:timing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28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1888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51</a:t>
            </a:r>
          </a:p>
        </p:txBody>
      </p:sp>
      <p:sp>
        <p:nvSpPr>
          <p:cNvPr id="1081889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grpSp>
        <p:nvGrpSpPr>
          <p:cNvPr id="429" name=""/>
          <p:cNvGrpSpPr/>
          <p:nvPr/>
        </p:nvGrpSpPr>
        <p:grpSpPr>
          <a:xfrm rot="0">
            <a:off x="2187575" y="1687512"/>
            <a:ext cx="4391025" cy="1266825"/>
            <a:chOff x="1378" y="1063"/>
            <a:chExt cx="2766" cy="798"/>
          </a:xfrm>
        </p:grpSpPr>
        <p:sp>
          <p:nvSpPr>
            <p:cNvPr id="1081890" name=""/>
            <p:cNvSpPr/>
            <p:nvPr/>
          </p:nvSpPr>
          <p:spPr>
            <a:xfrm rot="0">
              <a:off x="2069" y="1396"/>
              <a:ext cx="9" cy="18"/>
            </a:xfrm>
            <a:custGeom>
              <a:avLst/>
              <a:ahLst/>
              <a:rect l="0" t="0" r="r" b="b"/>
              <a:pathLst>
                <a:path w="27" h="53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1" y="43"/>
                  </a:lnTo>
                  <a:lnTo>
                    <a:pt x="15" y="49"/>
                  </a:lnTo>
                  <a:lnTo>
                    <a:pt x="8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91" name=""/>
            <p:cNvSpPr/>
            <p:nvPr/>
          </p:nvSpPr>
          <p:spPr>
            <a:xfrm rot="0">
              <a:off x="2069" y="1396"/>
              <a:ext cx="9" cy="18"/>
            </a:xfrm>
            <a:custGeom>
              <a:avLst/>
              <a:ahLst/>
              <a:rect l="0" t="0" r="r" b="b"/>
              <a:pathLst>
                <a:path w="27" h="53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1" y="43"/>
                  </a:lnTo>
                  <a:lnTo>
                    <a:pt x="15" y="49"/>
                  </a:lnTo>
                  <a:lnTo>
                    <a:pt x="8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92" name=""/>
            <p:cNvSpPr/>
            <p:nvPr/>
          </p:nvSpPr>
          <p:spPr>
            <a:xfrm rot="0">
              <a:off x="1649" y="1396"/>
              <a:ext cx="420" cy="18"/>
            </a:xfrm>
            <a:custGeom>
              <a:avLst/>
              <a:ahLst/>
              <a:rect l="0" t="0" r="r" b="b"/>
              <a:pathLst>
                <a:path w="1261" h="53">
                  <a:moveTo>
                    <a:pt x="1261" y="53"/>
                  </a:moveTo>
                  <a:lnTo>
                    <a:pt x="1261" y="27"/>
                  </a:lnTo>
                  <a:lnTo>
                    <a:pt x="126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261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93" name=""/>
            <p:cNvSpPr/>
            <p:nvPr/>
          </p:nvSpPr>
          <p:spPr>
            <a:xfrm rot="0">
              <a:off x="1649" y="1396"/>
              <a:ext cx="420" cy="18"/>
            </a:xfrm>
            <a:custGeom>
              <a:avLst/>
              <a:ahLst/>
              <a:rect l="0" t="0" r="r" b="b"/>
              <a:pathLst>
                <a:path w="1261" h="53">
                  <a:moveTo>
                    <a:pt x="1261" y="53"/>
                  </a:moveTo>
                  <a:lnTo>
                    <a:pt x="1261" y="27"/>
                  </a:lnTo>
                  <a:lnTo>
                    <a:pt x="126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261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94" name=""/>
            <p:cNvSpPr/>
            <p:nvPr/>
          </p:nvSpPr>
          <p:spPr>
            <a:xfrm rot="0">
              <a:off x="1640" y="1396"/>
              <a:ext cx="9" cy="18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95" name=""/>
            <p:cNvSpPr/>
            <p:nvPr/>
          </p:nvSpPr>
          <p:spPr>
            <a:xfrm rot="0">
              <a:off x="1640" y="1396"/>
              <a:ext cx="9" cy="18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96" name=""/>
            <p:cNvSpPr/>
            <p:nvPr/>
          </p:nvSpPr>
          <p:spPr>
            <a:xfrm rot="0">
              <a:off x="1378" y="1326"/>
              <a:ext cx="13" cy="16"/>
            </a:xfrm>
            <a:custGeom>
              <a:avLst/>
              <a:ahLst/>
              <a:rect l="0" t="0" r="r" b="b"/>
              <a:pathLst>
                <a:path w="38" h="48">
                  <a:moveTo>
                    <a:pt x="26" y="26"/>
                  </a:moveTo>
                  <a:lnTo>
                    <a:pt x="13" y="48"/>
                  </a:ln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7" y="7"/>
                  </a:lnTo>
                  <a:lnTo>
                    <a:pt x="14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97" name=""/>
            <p:cNvSpPr/>
            <p:nvPr/>
          </p:nvSpPr>
          <p:spPr>
            <a:xfrm rot="0">
              <a:off x="1378" y="1326"/>
              <a:ext cx="13" cy="16"/>
            </a:xfrm>
            <a:custGeom>
              <a:avLst/>
              <a:ahLst/>
              <a:rect l="0" t="0" r="r" b="b"/>
              <a:pathLst>
                <a:path w="38" h="48">
                  <a:moveTo>
                    <a:pt x="13" y="48"/>
                  </a:moveTo>
                  <a:lnTo>
                    <a:pt x="7" y="44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7" y="7"/>
                  </a:lnTo>
                  <a:lnTo>
                    <a:pt x="14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8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898" name=""/>
            <p:cNvSpPr/>
            <p:nvPr/>
          </p:nvSpPr>
          <p:spPr>
            <a:xfrm rot="0">
              <a:off x="1382" y="1327"/>
              <a:ext cx="31" cy="27"/>
            </a:xfrm>
            <a:custGeom>
              <a:avLst/>
              <a:ahLst/>
              <a:rect l="0" t="0" r="r" b="b"/>
              <a:pathLst>
                <a:path w="91" h="81">
                  <a:moveTo>
                    <a:pt x="25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66" y="81"/>
                  </a:lnTo>
                  <a:lnTo>
                    <a:pt x="78" y="58"/>
                  </a:lnTo>
                  <a:lnTo>
                    <a:pt x="91" y="35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899" name=""/>
            <p:cNvSpPr/>
            <p:nvPr/>
          </p:nvSpPr>
          <p:spPr>
            <a:xfrm rot="0">
              <a:off x="1382" y="1327"/>
              <a:ext cx="31" cy="27"/>
            </a:xfrm>
            <a:custGeom>
              <a:avLst/>
              <a:ahLst/>
              <a:rect l="0" t="0" r="r" b="b"/>
              <a:pathLst>
                <a:path w="91" h="81">
                  <a:moveTo>
                    <a:pt x="25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66" y="81"/>
                  </a:lnTo>
                  <a:lnTo>
                    <a:pt x="78" y="58"/>
                  </a:lnTo>
                  <a:lnTo>
                    <a:pt x="91" y="35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00" name=""/>
            <p:cNvSpPr/>
            <p:nvPr/>
          </p:nvSpPr>
          <p:spPr>
            <a:xfrm rot="0">
              <a:off x="1404" y="1347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01" name=""/>
            <p:cNvSpPr/>
            <p:nvPr/>
          </p:nvSpPr>
          <p:spPr>
            <a:xfrm rot="0">
              <a:off x="1404" y="1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02" name=""/>
            <p:cNvSpPr/>
            <p:nvPr/>
          </p:nvSpPr>
          <p:spPr>
            <a:xfrm rot="0">
              <a:off x="1405" y="1339"/>
              <a:ext cx="30" cy="27"/>
            </a:xfrm>
            <a:custGeom>
              <a:avLst/>
              <a:ahLst/>
              <a:rect l="0" t="0" r="r" b="b"/>
              <a:pathLst>
                <a:path w="90" h="81">
                  <a:moveTo>
                    <a:pt x="23" y="0"/>
                  </a:moveTo>
                  <a:lnTo>
                    <a:pt x="11" y="24"/>
                  </a:lnTo>
                  <a:lnTo>
                    <a:pt x="0" y="48"/>
                  </a:lnTo>
                  <a:lnTo>
                    <a:pt x="67" y="81"/>
                  </a:lnTo>
                  <a:lnTo>
                    <a:pt x="79" y="57"/>
                  </a:lnTo>
                  <a:lnTo>
                    <a:pt x="90" y="33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03" name=""/>
            <p:cNvSpPr/>
            <p:nvPr/>
          </p:nvSpPr>
          <p:spPr>
            <a:xfrm rot="0">
              <a:off x="1405" y="1339"/>
              <a:ext cx="30" cy="27"/>
            </a:xfrm>
            <a:custGeom>
              <a:avLst/>
              <a:ahLst/>
              <a:rect l="0" t="0" r="r" b="b"/>
              <a:pathLst>
                <a:path w="90" h="81">
                  <a:moveTo>
                    <a:pt x="23" y="0"/>
                  </a:moveTo>
                  <a:lnTo>
                    <a:pt x="11" y="24"/>
                  </a:lnTo>
                  <a:lnTo>
                    <a:pt x="0" y="48"/>
                  </a:lnTo>
                  <a:lnTo>
                    <a:pt x="67" y="81"/>
                  </a:lnTo>
                  <a:lnTo>
                    <a:pt x="79" y="57"/>
                  </a:lnTo>
                  <a:lnTo>
                    <a:pt x="90" y="33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04" name=""/>
            <p:cNvSpPr/>
            <p:nvPr/>
          </p:nvSpPr>
          <p:spPr>
            <a:xfrm rot="0">
              <a:off x="1427" y="1358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0"/>
                  </a:moveTo>
                  <a:lnTo>
                    <a:pt x="0" y="24"/>
                  </a:lnTo>
                  <a:lnTo>
                    <a:pt x="1" y="24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05" name=""/>
            <p:cNvSpPr/>
            <p:nvPr/>
          </p:nvSpPr>
          <p:spPr>
            <a:xfrm rot="0">
              <a:off x="1427" y="13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06" name=""/>
            <p:cNvSpPr/>
            <p:nvPr/>
          </p:nvSpPr>
          <p:spPr>
            <a:xfrm rot="0">
              <a:off x="1427" y="1350"/>
              <a:ext cx="30" cy="26"/>
            </a:xfrm>
            <a:custGeom>
              <a:avLst/>
              <a:ahLst/>
              <a:rect l="0" t="0" r="r" b="b"/>
              <a:pathLst>
                <a:path w="90" h="78">
                  <a:moveTo>
                    <a:pt x="21" y="0"/>
                  </a:moveTo>
                  <a:lnTo>
                    <a:pt x="11" y="24"/>
                  </a:lnTo>
                  <a:lnTo>
                    <a:pt x="0" y="48"/>
                  </a:lnTo>
                  <a:lnTo>
                    <a:pt x="70" y="78"/>
                  </a:lnTo>
                  <a:lnTo>
                    <a:pt x="80" y="54"/>
                  </a:lnTo>
                  <a:lnTo>
                    <a:pt x="90" y="30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07" name=""/>
            <p:cNvSpPr/>
            <p:nvPr/>
          </p:nvSpPr>
          <p:spPr>
            <a:xfrm rot="0">
              <a:off x="1427" y="1350"/>
              <a:ext cx="30" cy="26"/>
            </a:xfrm>
            <a:custGeom>
              <a:avLst/>
              <a:ahLst/>
              <a:rect l="0" t="0" r="r" b="b"/>
              <a:pathLst>
                <a:path w="90" h="78">
                  <a:moveTo>
                    <a:pt x="21" y="0"/>
                  </a:moveTo>
                  <a:lnTo>
                    <a:pt x="11" y="24"/>
                  </a:lnTo>
                  <a:lnTo>
                    <a:pt x="0" y="48"/>
                  </a:lnTo>
                  <a:lnTo>
                    <a:pt x="70" y="78"/>
                  </a:lnTo>
                  <a:lnTo>
                    <a:pt x="80" y="54"/>
                  </a:lnTo>
                  <a:lnTo>
                    <a:pt x="90" y="30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08" name=""/>
            <p:cNvSpPr/>
            <p:nvPr/>
          </p:nvSpPr>
          <p:spPr>
            <a:xfrm rot="0">
              <a:off x="1451" y="1368"/>
              <a:ext cx="3" cy="8"/>
            </a:xfrm>
            <a:custGeom>
              <a:avLst/>
              <a:ahLst/>
              <a:rect l="0" t="0" r="r" b="b"/>
              <a:pathLst>
                <a:path w="10" h="25">
                  <a:moveTo>
                    <a:pt x="10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09" name=""/>
            <p:cNvSpPr/>
            <p:nvPr/>
          </p:nvSpPr>
          <p:spPr>
            <a:xfrm rot="0">
              <a:off x="1451" y="13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10" name=""/>
            <p:cNvSpPr/>
            <p:nvPr/>
          </p:nvSpPr>
          <p:spPr>
            <a:xfrm rot="0">
              <a:off x="1451" y="1359"/>
              <a:ext cx="29" cy="26"/>
            </a:xfrm>
            <a:custGeom>
              <a:avLst/>
              <a:ahLst/>
              <a:rect l="0" t="0" r="r" b="b"/>
              <a:pathLst>
                <a:path w="88" h="76">
                  <a:moveTo>
                    <a:pt x="18" y="0"/>
                  </a:moveTo>
                  <a:lnTo>
                    <a:pt x="9" y="25"/>
                  </a:lnTo>
                  <a:lnTo>
                    <a:pt x="0" y="50"/>
                  </a:lnTo>
                  <a:lnTo>
                    <a:pt x="69" y="76"/>
                  </a:lnTo>
                  <a:lnTo>
                    <a:pt x="78" y="51"/>
                  </a:lnTo>
                  <a:lnTo>
                    <a:pt x="88" y="26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11" name=""/>
            <p:cNvSpPr/>
            <p:nvPr/>
          </p:nvSpPr>
          <p:spPr>
            <a:xfrm rot="0">
              <a:off x="1451" y="1359"/>
              <a:ext cx="29" cy="26"/>
            </a:xfrm>
            <a:custGeom>
              <a:avLst/>
              <a:ahLst/>
              <a:rect l="0" t="0" r="r" b="b"/>
              <a:pathLst>
                <a:path w="88" h="76">
                  <a:moveTo>
                    <a:pt x="18" y="0"/>
                  </a:moveTo>
                  <a:lnTo>
                    <a:pt x="9" y="25"/>
                  </a:lnTo>
                  <a:lnTo>
                    <a:pt x="0" y="50"/>
                  </a:lnTo>
                  <a:lnTo>
                    <a:pt x="69" y="76"/>
                  </a:lnTo>
                  <a:lnTo>
                    <a:pt x="78" y="51"/>
                  </a:lnTo>
                  <a:lnTo>
                    <a:pt x="88" y="26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12" name=""/>
            <p:cNvSpPr/>
            <p:nvPr/>
          </p:nvSpPr>
          <p:spPr>
            <a:xfrm rot="0">
              <a:off x="1474" y="1376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13" name=""/>
            <p:cNvSpPr/>
            <p:nvPr/>
          </p:nvSpPr>
          <p:spPr>
            <a:xfrm rot="0">
              <a:off x="1474" y="1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14" name=""/>
            <p:cNvSpPr/>
            <p:nvPr/>
          </p:nvSpPr>
          <p:spPr>
            <a:xfrm rot="0">
              <a:off x="1474" y="1368"/>
              <a:ext cx="30" cy="24"/>
            </a:xfrm>
            <a:custGeom>
              <a:avLst/>
              <a:ahLst/>
              <a:rect l="0" t="0" r="r" b="b"/>
              <a:pathLst>
                <a:path w="88" h="73">
                  <a:moveTo>
                    <a:pt x="17" y="0"/>
                  </a:moveTo>
                  <a:lnTo>
                    <a:pt x="8" y="25"/>
                  </a:lnTo>
                  <a:lnTo>
                    <a:pt x="0" y="50"/>
                  </a:lnTo>
                  <a:lnTo>
                    <a:pt x="72" y="73"/>
                  </a:lnTo>
                  <a:lnTo>
                    <a:pt x="80" y="48"/>
                  </a:lnTo>
                  <a:lnTo>
                    <a:pt x="88" y="23"/>
                  </a:lnTo>
                  <a:lnTo>
                    <a:pt x="1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15" name=""/>
            <p:cNvSpPr/>
            <p:nvPr/>
          </p:nvSpPr>
          <p:spPr>
            <a:xfrm rot="0">
              <a:off x="1474" y="1368"/>
              <a:ext cx="30" cy="24"/>
            </a:xfrm>
            <a:custGeom>
              <a:avLst/>
              <a:ahLst/>
              <a:rect l="0" t="0" r="r" b="b"/>
              <a:pathLst>
                <a:path w="88" h="73">
                  <a:moveTo>
                    <a:pt x="17" y="0"/>
                  </a:moveTo>
                  <a:lnTo>
                    <a:pt x="8" y="25"/>
                  </a:lnTo>
                  <a:lnTo>
                    <a:pt x="0" y="50"/>
                  </a:lnTo>
                  <a:lnTo>
                    <a:pt x="72" y="73"/>
                  </a:lnTo>
                  <a:lnTo>
                    <a:pt x="80" y="48"/>
                  </a:lnTo>
                  <a:lnTo>
                    <a:pt x="88" y="23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16" name=""/>
            <p:cNvSpPr/>
            <p:nvPr/>
          </p:nvSpPr>
          <p:spPr>
            <a:xfrm rot="0">
              <a:off x="1498" y="1384"/>
              <a:ext cx="3" cy="9"/>
            </a:xfrm>
            <a:custGeom>
              <a:avLst/>
              <a:ahLst/>
              <a:rect l="0" t="0" r="r" b="b"/>
              <a:pathLst>
                <a:path w="8" h="26">
                  <a:moveTo>
                    <a:pt x="8" y="0"/>
                  </a:moveTo>
                  <a:lnTo>
                    <a:pt x="0" y="25"/>
                  </a:lnTo>
                  <a:lnTo>
                    <a:pt x="1" y="26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17" name=""/>
            <p:cNvSpPr/>
            <p:nvPr/>
          </p:nvSpPr>
          <p:spPr>
            <a:xfrm rot="0">
              <a:off x="1498" y="1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18" name=""/>
            <p:cNvSpPr/>
            <p:nvPr/>
          </p:nvSpPr>
          <p:spPr>
            <a:xfrm rot="0">
              <a:off x="1499" y="1375"/>
              <a:ext cx="29" cy="24"/>
            </a:xfrm>
            <a:custGeom>
              <a:avLst/>
              <a:ahLst/>
              <a:rect l="0" t="0" r="r" b="b"/>
              <a:pathLst>
                <a:path w="87" h="71">
                  <a:moveTo>
                    <a:pt x="14" y="0"/>
                  </a:moveTo>
                  <a:lnTo>
                    <a:pt x="7" y="26"/>
                  </a:lnTo>
                  <a:lnTo>
                    <a:pt x="0" y="52"/>
                  </a:lnTo>
                  <a:lnTo>
                    <a:pt x="72" y="71"/>
                  </a:lnTo>
                  <a:lnTo>
                    <a:pt x="80" y="46"/>
                  </a:lnTo>
                  <a:lnTo>
                    <a:pt x="87" y="20"/>
                  </a:lnTo>
                  <a:lnTo>
                    <a:pt x="1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19" name=""/>
            <p:cNvSpPr/>
            <p:nvPr/>
          </p:nvSpPr>
          <p:spPr>
            <a:xfrm rot="0">
              <a:off x="1499" y="1375"/>
              <a:ext cx="29" cy="24"/>
            </a:xfrm>
            <a:custGeom>
              <a:avLst/>
              <a:ahLst/>
              <a:rect l="0" t="0" r="r" b="b"/>
              <a:pathLst>
                <a:path w="87" h="71">
                  <a:moveTo>
                    <a:pt x="14" y="0"/>
                  </a:moveTo>
                  <a:lnTo>
                    <a:pt x="7" y="26"/>
                  </a:lnTo>
                  <a:lnTo>
                    <a:pt x="0" y="52"/>
                  </a:lnTo>
                  <a:lnTo>
                    <a:pt x="72" y="71"/>
                  </a:lnTo>
                  <a:lnTo>
                    <a:pt x="80" y="46"/>
                  </a:lnTo>
                  <a:lnTo>
                    <a:pt x="87" y="20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20" name=""/>
            <p:cNvSpPr/>
            <p:nvPr/>
          </p:nvSpPr>
          <p:spPr>
            <a:xfrm rot="0">
              <a:off x="1523" y="1391"/>
              <a:ext cx="2" cy="8"/>
            </a:xfrm>
            <a:custGeom>
              <a:avLst/>
              <a:ahLst/>
              <a:rect l="0" t="0" r="r" b="b"/>
              <a:pathLst>
                <a:path w="8" h="25">
                  <a:moveTo>
                    <a:pt x="8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21" name=""/>
            <p:cNvSpPr/>
            <p:nvPr/>
          </p:nvSpPr>
          <p:spPr>
            <a:xfrm rot="0">
              <a:off x="1523" y="13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22" name=""/>
            <p:cNvSpPr/>
            <p:nvPr/>
          </p:nvSpPr>
          <p:spPr>
            <a:xfrm rot="0">
              <a:off x="1523" y="1382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11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74" y="67"/>
                  </a:lnTo>
                  <a:lnTo>
                    <a:pt x="79" y="41"/>
                  </a:lnTo>
                  <a:lnTo>
                    <a:pt x="84" y="15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23" name=""/>
            <p:cNvSpPr/>
            <p:nvPr/>
          </p:nvSpPr>
          <p:spPr>
            <a:xfrm rot="0">
              <a:off x="1523" y="1382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11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74" y="67"/>
                  </a:lnTo>
                  <a:lnTo>
                    <a:pt x="79" y="41"/>
                  </a:lnTo>
                  <a:lnTo>
                    <a:pt x="84" y="15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24" name=""/>
            <p:cNvSpPr/>
            <p:nvPr/>
          </p:nvSpPr>
          <p:spPr>
            <a:xfrm rot="0">
              <a:off x="1548" y="1396"/>
              <a:ext cx="2" cy="8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25" name=""/>
            <p:cNvSpPr/>
            <p:nvPr/>
          </p:nvSpPr>
          <p:spPr>
            <a:xfrm rot="0">
              <a:off x="1548" y="14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26" name=""/>
            <p:cNvSpPr/>
            <p:nvPr/>
          </p:nvSpPr>
          <p:spPr>
            <a:xfrm rot="0">
              <a:off x="1548" y="1387"/>
              <a:ext cx="28" cy="21"/>
            </a:xfrm>
            <a:custGeom>
              <a:avLst/>
              <a:ahLst/>
              <a:rect l="0" t="0" r="r" b="b"/>
              <a:pathLst>
                <a:path w="82" h="64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74" y="64"/>
                  </a:lnTo>
                  <a:lnTo>
                    <a:pt x="78" y="39"/>
                  </a:lnTo>
                  <a:lnTo>
                    <a:pt x="82" y="13"/>
                  </a:lnTo>
                  <a:lnTo>
                    <a:pt x="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27" name=""/>
            <p:cNvSpPr/>
            <p:nvPr/>
          </p:nvSpPr>
          <p:spPr>
            <a:xfrm rot="0">
              <a:off x="1548" y="1387"/>
              <a:ext cx="28" cy="21"/>
            </a:xfrm>
            <a:custGeom>
              <a:avLst/>
              <a:ahLst/>
              <a:rect l="0" t="0" r="r" b="b"/>
              <a:pathLst>
                <a:path w="82" h="64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74" y="64"/>
                  </a:lnTo>
                  <a:lnTo>
                    <a:pt x="78" y="39"/>
                  </a:lnTo>
                  <a:lnTo>
                    <a:pt x="82" y="13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28" name=""/>
            <p:cNvSpPr/>
            <p:nvPr/>
          </p:nvSpPr>
          <p:spPr>
            <a:xfrm rot="0">
              <a:off x="1573" y="1400"/>
              <a:ext cx="1" cy="8"/>
            </a:xfrm>
            <a:custGeom>
              <a:avLst/>
              <a:ahLst/>
              <a:rect l="0" t="0" r="r" b="b"/>
              <a:pathLst>
                <a:path w="4" h="25">
                  <a:moveTo>
                    <a:pt x="4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29" name=""/>
            <p:cNvSpPr/>
            <p:nvPr/>
          </p:nvSpPr>
          <p:spPr>
            <a:xfrm rot="0">
              <a:off x="1573" y="14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30" name=""/>
            <p:cNvSpPr/>
            <p:nvPr/>
          </p:nvSpPr>
          <p:spPr>
            <a:xfrm rot="0">
              <a:off x="1573" y="1391"/>
              <a:ext cx="27" cy="21"/>
            </a:xfrm>
            <a:custGeom>
              <a:avLst/>
              <a:ahLst/>
              <a:rect l="0" t="0" r="r" b="b"/>
              <a:pathLst>
                <a:path w="81" h="61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74" y="61"/>
                  </a:lnTo>
                  <a:lnTo>
                    <a:pt x="78" y="35"/>
                  </a:lnTo>
                  <a:lnTo>
                    <a:pt x="81" y="9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31" name=""/>
            <p:cNvSpPr/>
            <p:nvPr/>
          </p:nvSpPr>
          <p:spPr>
            <a:xfrm rot="0">
              <a:off x="1573" y="1391"/>
              <a:ext cx="27" cy="21"/>
            </a:xfrm>
            <a:custGeom>
              <a:avLst/>
              <a:ahLst/>
              <a:rect l="0" t="0" r="r" b="b"/>
              <a:pathLst>
                <a:path w="81" h="61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74" y="61"/>
                  </a:lnTo>
                  <a:lnTo>
                    <a:pt x="78" y="35"/>
                  </a:lnTo>
                  <a:lnTo>
                    <a:pt x="81" y="9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32" name=""/>
            <p:cNvSpPr/>
            <p:nvPr/>
          </p:nvSpPr>
          <p:spPr>
            <a:xfrm rot="0">
              <a:off x="1598" y="1403"/>
              <a:ext cx="1" cy="9"/>
            </a:xfrm>
            <a:custGeom>
              <a:avLst/>
              <a:ahLst/>
              <a:rect l="0" t="0" r="r" b="b"/>
              <a:pathLst>
                <a:path w="4" h="26">
                  <a:moveTo>
                    <a:pt x="4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33" name=""/>
            <p:cNvSpPr/>
            <p:nvPr/>
          </p:nvSpPr>
          <p:spPr>
            <a:xfrm rot="0">
              <a:off x="1598" y="1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34" name=""/>
            <p:cNvSpPr/>
            <p:nvPr/>
          </p:nvSpPr>
          <p:spPr>
            <a:xfrm rot="0">
              <a:off x="1598" y="1394"/>
              <a:ext cx="27" cy="19"/>
            </a:xfrm>
            <a:custGeom>
              <a:avLst/>
              <a:ahLst/>
              <a:rect l="0" t="0" r="r" b="b"/>
              <a:pathLst>
                <a:path w="79" h="57">
                  <a:moveTo>
                    <a:pt x="5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75" y="57"/>
                  </a:lnTo>
                  <a:lnTo>
                    <a:pt x="77" y="31"/>
                  </a:lnTo>
                  <a:lnTo>
                    <a:pt x="79" y="5"/>
                  </a:lnTo>
                  <a:lnTo>
                    <a:pt x="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35" name=""/>
            <p:cNvSpPr/>
            <p:nvPr/>
          </p:nvSpPr>
          <p:spPr>
            <a:xfrm rot="0">
              <a:off x="1598" y="1394"/>
              <a:ext cx="27" cy="19"/>
            </a:xfrm>
            <a:custGeom>
              <a:avLst/>
              <a:ahLst/>
              <a:rect l="0" t="0" r="r" b="b"/>
              <a:pathLst>
                <a:path w="79" h="57">
                  <a:moveTo>
                    <a:pt x="5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75" y="57"/>
                  </a:lnTo>
                  <a:lnTo>
                    <a:pt x="77" y="31"/>
                  </a:lnTo>
                  <a:lnTo>
                    <a:pt x="79" y="5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36" name=""/>
            <p:cNvSpPr/>
            <p:nvPr/>
          </p:nvSpPr>
          <p:spPr>
            <a:xfrm rot="0">
              <a:off x="1623" y="1405"/>
              <a:ext cx="1" cy="8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37" name=""/>
            <p:cNvSpPr/>
            <p:nvPr/>
          </p:nvSpPr>
          <p:spPr>
            <a:xfrm rot="0">
              <a:off x="1623" y="14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38" name=""/>
            <p:cNvSpPr/>
            <p:nvPr/>
          </p:nvSpPr>
          <p:spPr>
            <a:xfrm rot="0">
              <a:off x="1624" y="1396"/>
              <a:ext cx="25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75" y="54"/>
                  </a:lnTo>
                  <a:lnTo>
                    <a:pt x="76" y="28"/>
                  </a:lnTo>
                  <a:lnTo>
                    <a:pt x="77" y="2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39" name=""/>
            <p:cNvSpPr/>
            <p:nvPr/>
          </p:nvSpPr>
          <p:spPr>
            <a:xfrm rot="0">
              <a:off x="1624" y="1396"/>
              <a:ext cx="25" cy="18"/>
            </a:xfrm>
            <a:custGeom>
              <a:avLst/>
              <a:ahLst/>
              <a:rect l="0" t="0" r="r" b="b"/>
              <a:pathLst>
                <a:path w="77" h="54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75" y="54"/>
                  </a:lnTo>
                  <a:lnTo>
                    <a:pt x="76" y="28"/>
                  </a:lnTo>
                  <a:lnTo>
                    <a:pt x="77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40" name=""/>
            <p:cNvSpPr/>
            <p:nvPr/>
          </p:nvSpPr>
          <p:spPr>
            <a:xfrm rot="0">
              <a:off x="1649" y="1397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1" y="26"/>
                  </a:moveTo>
                  <a:lnTo>
                    <a:pt x="2" y="0"/>
                  </a:lnTo>
                  <a:lnTo>
                    <a:pt x="10" y="1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7" y="27"/>
                  </a:lnTo>
                  <a:lnTo>
                    <a:pt x="26" y="35"/>
                  </a:lnTo>
                  <a:lnTo>
                    <a:pt x="22" y="43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1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41" name=""/>
            <p:cNvSpPr/>
            <p:nvPr/>
          </p:nvSpPr>
          <p:spPr>
            <a:xfrm rot="0">
              <a:off x="1649" y="1397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2" y="0"/>
                  </a:moveTo>
                  <a:lnTo>
                    <a:pt x="10" y="1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7" y="27"/>
                  </a:lnTo>
                  <a:lnTo>
                    <a:pt x="26" y="35"/>
                  </a:lnTo>
                  <a:lnTo>
                    <a:pt x="22" y="43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42" name=""/>
            <p:cNvSpPr/>
            <p:nvPr/>
          </p:nvSpPr>
          <p:spPr>
            <a:xfrm rot="0">
              <a:off x="2061" y="1397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26" y="26"/>
                  </a:moveTo>
                  <a:lnTo>
                    <a:pt x="27" y="52"/>
                  </a:lnTo>
                  <a:lnTo>
                    <a:pt x="18" y="51"/>
                  </a:lnTo>
                  <a:lnTo>
                    <a:pt x="11" y="48"/>
                  </a:lnTo>
                  <a:lnTo>
                    <a:pt x="5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43" name=""/>
            <p:cNvSpPr/>
            <p:nvPr/>
          </p:nvSpPr>
          <p:spPr>
            <a:xfrm rot="0">
              <a:off x="2061" y="1397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27" y="52"/>
                  </a:moveTo>
                  <a:lnTo>
                    <a:pt x="18" y="51"/>
                  </a:lnTo>
                  <a:lnTo>
                    <a:pt x="11" y="48"/>
                  </a:lnTo>
                  <a:lnTo>
                    <a:pt x="5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44" name=""/>
            <p:cNvSpPr/>
            <p:nvPr/>
          </p:nvSpPr>
          <p:spPr>
            <a:xfrm rot="0">
              <a:off x="2069" y="1396"/>
              <a:ext cx="25" cy="18"/>
            </a:xfrm>
            <a:custGeom>
              <a:avLst/>
              <a:ahLst/>
              <a:rect l="0" t="0" r="r" b="b"/>
              <a:pathLst>
                <a:path w="76" h="54">
                  <a:moveTo>
                    <a:pt x="0" y="2"/>
                  </a:moveTo>
                  <a:lnTo>
                    <a:pt x="1" y="28"/>
                  </a:lnTo>
                  <a:lnTo>
                    <a:pt x="2" y="54"/>
                  </a:lnTo>
                  <a:lnTo>
                    <a:pt x="76" y="52"/>
                  </a:lnTo>
                  <a:lnTo>
                    <a:pt x="75" y="26"/>
                  </a:lnTo>
                  <a:lnTo>
                    <a:pt x="74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45" name=""/>
            <p:cNvSpPr/>
            <p:nvPr/>
          </p:nvSpPr>
          <p:spPr>
            <a:xfrm rot="0">
              <a:off x="2069" y="1396"/>
              <a:ext cx="25" cy="18"/>
            </a:xfrm>
            <a:custGeom>
              <a:avLst/>
              <a:ahLst/>
              <a:rect l="0" t="0" r="r" b="b"/>
              <a:pathLst>
                <a:path w="76" h="54">
                  <a:moveTo>
                    <a:pt x="0" y="2"/>
                  </a:moveTo>
                  <a:lnTo>
                    <a:pt x="1" y="28"/>
                  </a:lnTo>
                  <a:lnTo>
                    <a:pt x="2" y="54"/>
                  </a:lnTo>
                  <a:lnTo>
                    <a:pt x="76" y="52"/>
                  </a:lnTo>
                  <a:lnTo>
                    <a:pt x="75" y="26"/>
                  </a:lnTo>
                  <a:lnTo>
                    <a:pt x="74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46" name=""/>
            <p:cNvSpPr/>
            <p:nvPr/>
          </p:nvSpPr>
          <p:spPr>
            <a:xfrm rot="0">
              <a:off x="2094" y="1405"/>
              <a:ext cx="1" cy="8"/>
            </a:xfrm>
            <a:custGeom>
              <a:avLst/>
              <a:ahLst/>
              <a:rect l="0" t="0" r="r" b="b"/>
              <a:pathLst>
                <a:path w="2" h="26">
                  <a:moveTo>
                    <a:pt x="0" y="0"/>
                  </a:moveTo>
                  <a:lnTo>
                    <a:pt x="1" y="26"/>
                  </a:lnTo>
                  <a:lnTo>
                    <a:pt x="2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47" name=""/>
            <p:cNvSpPr/>
            <p:nvPr/>
          </p:nvSpPr>
          <p:spPr>
            <a:xfrm rot="0">
              <a:off x="2094" y="14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48" name=""/>
            <p:cNvSpPr/>
            <p:nvPr/>
          </p:nvSpPr>
          <p:spPr>
            <a:xfrm rot="0">
              <a:off x="2093" y="1394"/>
              <a:ext cx="27" cy="19"/>
            </a:xfrm>
            <a:custGeom>
              <a:avLst/>
              <a:ahLst/>
              <a:rect l="0" t="0" r="r" b="b"/>
              <a:pathLst>
                <a:path w="79" h="57">
                  <a:moveTo>
                    <a:pt x="0" y="5"/>
                  </a:moveTo>
                  <a:lnTo>
                    <a:pt x="2" y="31"/>
                  </a:lnTo>
                  <a:lnTo>
                    <a:pt x="4" y="57"/>
                  </a:lnTo>
                  <a:lnTo>
                    <a:pt x="79" y="52"/>
                  </a:lnTo>
                  <a:lnTo>
                    <a:pt x="77" y="26"/>
                  </a:lnTo>
                  <a:lnTo>
                    <a:pt x="75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49" name=""/>
            <p:cNvSpPr/>
            <p:nvPr/>
          </p:nvSpPr>
          <p:spPr>
            <a:xfrm rot="0">
              <a:off x="2093" y="1394"/>
              <a:ext cx="27" cy="19"/>
            </a:xfrm>
            <a:custGeom>
              <a:avLst/>
              <a:ahLst/>
              <a:rect l="0" t="0" r="r" b="b"/>
              <a:pathLst>
                <a:path w="79" h="57">
                  <a:moveTo>
                    <a:pt x="0" y="5"/>
                  </a:moveTo>
                  <a:lnTo>
                    <a:pt x="2" y="31"/>
                  </a:lnTo>
                  <a:lnTo>
                    <a:pt x="4" y="57"/>
                  </a:lnTo>
                  <a:lnTo>
                    <a:pt x="79" y="52"/>
                  </a:lnTo>
                  <a:lnTo>
                    <a:pt x="77" y="26"/>
                  </a:lnTo>
                  <a:lnTo>
                    <a:pt x="75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50" name=""/>
            <p:cNvSpPr/>
            <p:nvPr/>
          </p:nvSpPr>
          <p:spPr>
            <a:xfrm rot="0">
              <a:off x="2119" y="1403"/>
              <a:ext cx="1" cy="9"/>
            </a:xfrm>
            <a:custGeom>
              <a:avLst/>
              <a:ahLst/>
              <a:rect l="0" t="0" r="r" b="b"/>
              <a:pathLst>
                <a:path w="3" h="26">
                  <a:moveTo>
                    <a:pt x="0" y="0"/>
                  </a:moveTo>
                  <a:lnTo>
                    <a:pt x="2" y="26"/>
                  </a:lnTo>
                  <a:lnTo>
                    <a:pt x="3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51" name=""/>
            <p:cNvSpPr/>
            <p:nvPr/>
          </p:nvSpPr>
          <p:spPr>
            <a:xfrm rot="0">
              <a:off x="2120" y="1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52" name=""/>
            <p:cNvSpPr/>
            <p:nvPr/>
          </p:nvSpPr>
          <p:spPr>
            <a:xfrm rot="0">
              <a:off x="2118" y="1391"/>
              <a:ext cx="27" cy="21"/>
            </a:xfrm>
            <a:custGeom>
              <a:avLst/>
              <a:ahLst/>
              <a:rect l="0" t="0" r="r" b="b"/>
              <a:pathLst>
                <a:path w="81" h="61">
                  <a:moveTo>
                    <a:pt x="0" y="9"/>
                  </a:moveTo>
                  <a:lnTo>
                    <a:pt x="3" y="35"/>
                  </a:lnTo>
                  <a:lnTo>
                    <a:pt x="6" y="61"/>
                  </a:lnTo>
                  <a:lnTo>
                    <a:pt x="81" y="51"/>
                  </a:lnTo>
                  <a:lnTo>
                    <a:pt x="78" y="26"/>
                  </a:lnTo>
                  <a:lnTo>
                    <a:pt x="74" y="0"/>
                  </a:lnTo>
                  <a:lnTo>
                    <a:pt x="0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53" name=""/>
            <p:cNvSpPr/>
            <p:nvPr/>
          </p:nvSpPr>
          <p:spPr>
            <a:xfrm rot="0">
              <a:off x="2118" y="1391"/>
              <a:ext cx="27" cy="21"/>
            </a:xfrm>
            <a:custGeom>
              <a:avLst/>
              <a:ahLst/>
              <a:rect l="0" t="0" r="r" b="b"/>
              <a:pathLst>
                <a:path w="81" h="61">
                  <a:moveTo>
                    <a:pt x="0" y="9"/>
                  </a:moveTo>
                  <a:lnTo>
                    <a:pt x="3" y="35"/>
                  </a:lnTo>
                  <a:lnTo>
                    <a:pt x="6" y="61"/>
                  </a:lnTo>
                  <a:lnTo>
                    <a:pt x="81" y="51"/>
                  </a:lnTo>
                  <a:lnTo>
                    <a:pt x="78" y="26"/>
                  </a:lnTo>
                  <a:lnTo>
                    <a:pt x="74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54" name=""/>
            <p:cNvSpPr/>
            <p:nvPr/>
          </p:nvSpPr>
          <p:spPr>
            <a:xfrm rot="0">
              <a:off x="2144" y="1400"/>
              <a:ext cx="1" cy="8"/>
            </a:xfrm>
            <a:custGeom>
              <a:avLst/>
              <a:ahLst/>
              <a:rect l="0" t="0" r="r" b="b"/>
              <a:pathLst>
                <a:path w="4" h="25">
                  <a:moveTo>
                    <a:pt x="0" y="0"/>
                  </a:moveTo>
                  <a:lnTo>
                    <a:pt x="3" y="25"/>
                  </a:lnTo>
                  <a:lnTo>
                    <a:pt x="4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55" name=""/>
            <p:cNvSpPr/>
            <p:nvPr/>
          </p:nvSpPr>
          <p:spPr>
            <a:xfrm rot="0">
              <a:off x="2145" y="14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56" name=""/>
            <p:cNvSpPr/>
            <p:nvPr/>
          </p:nvSpPr>
          <p:spPr>
            <a:xfrm rot="0">
              <a:off x="2142" y="1387"/>
              <a:ext cx="28" cy="21"/>
            </a:xfrm>
            <a:custGeom>
              <a:avLst/>
              <a:ahLst/>
              <a:rect l="0" t="0" r="r" b="b"/>
              <a:pathLst>
                <a:path w="82" h="64">
                  <a:moveTo>
                    <a:pt x="0" y="13"/>
                  </a:moveTo>
                  <a:lnTo>
                    <a:pt x="5" y="39"/>
                  </a:lnTo>
                  <a:lnTo>
                    <a:pt x="9" y="64"/>
                  </a:lnTo>
                  <a:lnTo>
                    <a:pt x="82" y="52"/>
                  </a:lnTo>
                  <a:lnTo>
                    <a:pt x="78" y="26"/>
                  </a:lnTo>
                  <a:lnTo>
                    <a:pt x="74" y="0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57" name=""/>
            <p:cNvSpPr/>
            <p:nvPr/>
          </p:nvSpPr>
          <p:spPr>
            <a:xfrm rot="0">
              <a:off x="2142" y="1387"/>
              <a:ext cx="28" cy="21"/>
            </a:xfrm>
            <a:custGeom>
              <a:avLst/>
              <a:ahLst/>
              <a:rect l="0" t="0" r="r" b="b"/>
              <a:pathLst>
                <a:path w="82" h="64">
                  <a:moveTo>
                    <a:pt x="0" y="13"/>
                  </a:moveTo>
                  <a:lnTo>
                    <a:pt x="5" y="39"/>
                  </a:lnTo>
                  <a:lnTo>
                    <a:pt x="9" y="64"/>
                  </a:lnTo>
                  <a:lnTo>
                    <a:pt x="82" y="52"/>
                  </a:lnTo>
                  <a:lnTo>
                    <a:pt x="78" y="26"/>
                  </a:lnTo>
                  <a:lnTo>
                    <a:pt x="74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58" name=""/>
            <p:cNvSpPr/>
            <p:nvPr/>
          </p:nvSpPr>
          <p:spPr>
            <a:xfrm rot="0">
              <a:off x="2168" y="1396"/>
              <a:ext cx="2" cy="8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4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59" name=""/>
            <p:cNvSpPr/>
            <p:nvPr/>
          </p:nvSpPr>
          <p:spPr>
            <a:xfrm rot="0">
              <a:off x="2170" y="14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60" name=""/>
            <p:cNvSpPr/>
            <p:nvPr/>
          </p:nvSpPr>
          <p:spPr>
            <a:xfrm rot="0">
              <a:off x="2167" y="1382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0" y="15"/>
                  </a:moveTo>
                  <a:lnTo>
                    <a:pt x="5" y="41"/>
                  </a:lnTo>
                  <a:lnTo>
                    <a:pt x="10" y="67"/>
                  </a:lnTo>
                  <a:lnTo>
                    <a:pt x="84" y="51"/>
                  </a:lnTo>
                  <a:lnTo>
                    <a:pt x="79" y="26"/>
                  </a:lnTo>
                  <a:lnTo>
                    <a:pt x="74" y="0"/>
                  </a:lnTo>
                  <a:lnTo>
                    <a:pt x="0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61" name=""/>
            <p:cNvSpPr/>
            <p:nvPr/>
          </p:nvSpPr>
          <p:spPr>
            <a:xfrm rot="0">
              <a:off x="2167" y="1382"/>
              <a:ext cx="28" cy="22"/>
            </a:xfrm>
            <a:custGeom>
              <a:avLst/>
              <a:ahLst/>
              <a:rect l="0" t="0" r="r" b="b"/>
              <a:pathLst>
                <a:path w="84" h="67">
                  <a:moveTo>
                    <a:pt x="0" y="15"/>
                  </a:moveTo>
                  <a:lnTo>
                    <a:pt x="5" y="41"/>
                  </a:lnTo>
                  <a:lnTo>
                    <a:pt x="10" y="67"/>
                  </a:lnTo>
                  <a:lnTo>
                    <a:pt x="84" y="51"/>
                  </a:lnTo>
                  <a:lnTo>
                    <a:pt x="79" y="26"/>
                  </a:lnTo>
                  <a:lnTo>
                    <a:pt x="74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62" name=""/>
            <p:cNvSpPr/>
            <p:nvPr/>
          </p:nvSpPr>
          <p:spPr>
            <a:xfrm rot="0">
              <a:off x="2193" y="1391"/>
              <a:ext cx="2" cy="8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5" y="25"/>
                  </a:lnTo>
                  <a:lnTo>
                    <a:pt x="7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63" name=""/>
            <p:cNvSpPr/>
            <p:nvPr/>
          </p:nvSpPr>
          <p:spPr>
            <a:xfrm rot="0">
              <a:off x="2195" y="13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64" name=""/>
            <p:cNvSpPr/>
            <p:nvPr/>
          </p:nvSpPr>
          <p:spPr>
            <a:xfrm rot="0">
              <a:off x="2191" y="1375"/>
              <a:ext cx="29" cy="24"/>
            </a:xfrm>
            <a:custGeom>
              <a:avLst/>
              <a:ahLst/>
              <a:rect l="0" t="0" r="r" b="b"/>
              <a:pathLst>
                <a:path w="87" h="71">
                  <a:moveTo>
                    <a:pt x="0" y="20"/>
                  </a:moveTo>
                  <a:lnTo>
                    <a:pt x="7" y="46"/>
                  </a:lnTo>
                  <a:lnTo>
                    <a:pt x="14" y="71"/>
                  </a:lnTo>
                  <a:lnTo>
                    <a:pt x="87" y="52"/>
                  </a:lnTo>
                  <a:lnTo>
                    <a:pt x="79" y="26"/>
                  </a:lnTo>
                  <a:lnTo>
                    <a:pt x="72" y="0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65" name=""/>
            <p:cNvSpPr/>
            <p:nvPr/>
          </p:nvSpPr>
          <p:spPr>
            <a:xfrm rot="0">
              <a:off x="2191" y="1375"/>
              <a:ext cx="29" cy="24"/>
            </a:xfrm>
            <a:custGeom>
              <a:avLst/>
              <a:ahLst/>
              <a:rect l="0" t="0" r="r" b="b"/>
              <a:pathLst>
                <a:path w="87" h="71">
                  <a:moveTo>
                    <a:pt x="0" y="20"/>
                  </a:moveTo>
                  <a:lnTo>
                    <a:pt x="7" y="46"/>
                  </a:lnTo>
                  <a:lnTo>
                    <a:pt x="14" y="71"/>
                  </a:lnTo>
                  <a:lnTo>
                    <a:pt x="87" y="52"/>
                  </a:lnTo>
                  <a:lnTo>
                    <a:pt x="79" y="26"/>
                  </a:lnTo>
                  <a:lnTo>
                    <a:pt x="72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66" name=""/>
            <p:cNvSpPr/>
            <p:nvPr/>
          </p:nvSpPr>
          <p:spPr>
            <a:xfrm rot="0">
              <a:off x="2217" y="1384"/>
              <a:ext cx="3" cy="9"/>
            </a:xfrm>
            <a:custGeom>
              <a:avLst/>
              <a:ahLst/>
              <a:rect l="0" t="0" r="r" b="b"/>
              <a:pathLst>
                <a:path w="9" h="26">
                  <a:moveTo>
                    <a:pt x="0" y="0"/>
                  </a:moveTo>
                  <a:lnTo>
                    <a:pt x="8" y="26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67" name=""/>
            <p:cNvSpPr/>
            <p:nvPr/>
          </p:nvSpPr>
          <p:spPr>
            <a:xfrm rot="0" flipV="1">
              <a:off x="2220" y="1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68" name=""/>
            <p:cNvSpPr/>
            <p:nvPr/>
          </p:nvSpPr>
          <p:spPr>
            <a:xfrm rot="0">
              <a:off x="2214" y="1368"/>
              <a:ext cx="29" cy="24"/>
            </a:xfrm>
            <a:custGeom>
              <a:avLst/>
              <a:ahLst/>
              <a:rect l="0" t="0" r="r" b="b"/>
              <a:pathLst>
                <a:path w="87" h="73">
                  <a:moveTo>
                    <a:pt x="0" y="23"/>
                  </a:moveTo>
                  <a:lnTo>
                    <a:pt x="8" y="48"/>
                  </a:lnTo>
                  <a:lnTo>
                    <a:pt x="17" y="73"/>
                  </a:lnTo>
                  <a:lnTo>
                    <a:pt x="87" y="50"/>
                  </a:lnTo>
                  <a:lnTo>
                    <a:pt x="79" y="25"/>
                  </a:lnTo>
                  <a:lnTo>
                    <a:pt x="71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69" name=""/>
            <p:cNvSpPr/>
            <p:nvPr/>
          </p:nvSpPr>
          <p:spPr>
            <a:xfrm rot="0">
              <a:off x="2214" y="1368"/>
              <a:ext cx="29" cy="24"/>
            </a:xfrm>
            <a:custGeom>
              <a:avLst/>
              <a:ahLst/>
              <a:rect l="0" t="0" r="r" b="b"/>
              <a:pathLst>
                <a:path w="87" h="73">
                  <a:moveTo>
                    <a:pt x="0" y="23"/>
                  </a:moveTo>
                  <a:lnTo>
                    <a:pt x="8" y="48"/>
                  </a:lnTo>
                  <a:lnTo>
                    <a:pt x="17" y="73"/>
                  </a:lnTo>
                  <a:lnTo>
                    <a:pt x="87" y="50"/>
                  </a:lnTo>
                  <a:lnTo>
                    <a:pt x="79" y="25"/>
                  </a:lnTo>
                  <a:lnTo>
                    <a:pt x="71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70" name=""/>
            <p:cNvSpPr/>
            <p:nvPr/>
          </p:nvSpPr>
          <p:spPr>
            <a:xfrm rot="0">
              <a:off x="2241" y="1376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8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71" name=""/>
            <p:cNvSpPr/>
            <p:nvPr/>
          </p:nvSpPr>
          <p:spPr>
            <a:xfrm rot="0">
              <a:off x="2243" y="1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72" name=""/>
            <p:cNvSpPr/>
            <p:nvPr/>
          </p:nvSpPr>
          <p:spPr>
            <a:xfrm rot="0">
              <a:off x="2238" y="1359"/>
              <a:ext cx="29" cy="26"/>
            </a:xfrm>
            <a:custGeom>
              <a:avLst/>
              <a:ahLst/>
              <a:rect l="0" t="0" r="r" b="b"/>
              <a:pathLst>
                <a:path w="89" h="76">
                  <a:moveTo>
                    <a:pt x="0" y="26"/>
                  </a:moveTo>
                  <a:lnTo>
                    <a:pt x="9" y="51"/>
                  </a:lnTo>
                  <a:lnTo>
                    <a:pt x="18" y="76"/>
                  </a:lnTo>
                  <a:lnTo>
                    <a:pt x="89" y="50"/>
                  </a:lnTo>
                  <a:lnTo>
                    <a:pt x="79" y="25"/>
                  </a:lnTo>
                  <a:lnTo>
                    <a:pt x="70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73" name=""/>
            <p:cNvSpPr/>
            <p:nvPr/>
          </p:nvSpPr>
          <p:spPr>
            <a:xfrm rot="0">
              <a:off x="2238" y="1359"/>
              <a:ext cx="29" cy="26"/>
            </a:xfrm>
            <a:custGeom>
              <a:avLst/>
              <a:ahLst/>
              <a:rect l="0" t="0" r="r" b="b"/>
              <a:pathLst>
                <a:path w="89" h="76">
                  <a:moveTo>
                    <a:pt x="0" y="26"/>
                  </a:moveTo>
                  <a:lnTo>
                    <a:pt x="9" y="51"/>
                  </a:lnTo>
                  <a:lnTo>
                    <a:pt x="18" y="76"/>
                  </a:lnTo>
                  <a:lnTo>
                    <a:pt x="89" y="50"/>
                  </a:lnTo>
                  <a:lnTo>
                    <a:pt x="79" y="25"/>
                  </a:lnTo>
                  <a:lnTo>
                    <a:pt x="70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74" name=""/>
            <p:cNvSpPr/>
            <p:nvPr/>
          </p:nvSpPr>
          <p:spPr>
            <a:xfrm rot="0">
              <a:off x="2264" y="1368"/>
              <a:ext cx="4" cy="8"/>
            </a:xfrm>
            <a:custGeom>
              <a:avLst/>
              <a:ahLst/>
              <a:rect l="0" t="0" r="r" b="b"/>
              <a:pathLst>
                <a:path w="11" h="25">
                  <a:moveTo>
                    <a:pt x="0" y="0"/>
                  </a:moveTo>
                  <a:lnTo>
                    <a:pt x="10" y="25"/>
                  </a:lnTo>
                  <a:lnTo>
                    <a:pt x="11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75" name=""/>
            <p:cNvSpPr/>
            <p:nvPr/>
          </p:nvSpPr>
          <p:spPr>
            <a:xfrm rot="0" flipV="1">
              <a:off x="2267" y="13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76" name=""/>
            <p:cNvSpPr/>
            <p:nvPr/>
          </p:nvSpPr>
          <p:spPr>
            <a:xfrm rot="0">
              <a:off x="2261" y="1350"/>
              <a:ext cx="30" cy="26"/>
            </a:xfrm>
            <a:custGeom>
              <a:avLst/>
              <a:ahLst/>
              <a:rect l="0" t="0" r="r" b="b"/>
              <a:pathLst>
                <a:path w="90" h="78">
                  <a:moveTo>
                    <a:pt x="0" y="30"/>
                  </a:moveTo>
                  <a:lnTo>
                    <a:pt x="10" y="54"/>
                  </a:lnTo>
                  <a:lnTo>
                    <a:pt x="21" y="78"/>
                  </a:lnTo>
                  <a:lnTo>
                    <a:pt x="90" y="48"/>
                  </a:lnTo>
                  <a:lnTo>
                    <a:pt x="80" y="24"/>
                  </a:lnTo>
                  <a:lnTo>
                    <a:pt x="70" y="0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77" name=""/>
            <p:cNvSpPr/>
            <p:nvPr/>
          </p:nvSpPr>
          <p:spPr>
            <a:xfrm rot="0">
              <a:off x="2261" y="1350"/>
              <a:ext cx="30" cy="26"/>
            </a:xfrm>
            <a:custGeom>
              <a:avLst/>
              <a:ahLst/>
              <a:rect l="0" t="0" r="r" b="b"/>
              <a:pathLst>
                <a:path w="90" h="78">
                  <a:moveTo>
                    <a:pt x="0" y="30"/>
                  </a:moveTo>
                  <a:lnTo>
                    <a:pt x="10" y="54"/>
                  </a:lnTo>
                  <a:lnTo>
                    <a:pt x="21" y="78"/>
                  </a:lnTo>
                  <a:lnTo>
                    <a:pt x="90" y="48"/>
                  </a:lnTo>
                  <a:lnTo>
                    <a:pt x="80" y="24"/>
                  </a:lnTo>
                  <a:lnTo>
                    <a:pt x="70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78" name=""/>
            <p:cNvSpPr/>
            <p:nvPr/>
          </p:nvSpPr>
          <p:spPr>
            <a:xfrm rot="0">
              <a:off x="2287" y="1358"/>
              <a:ext cx="4" cy="8"/>
            </a:xfrm>
            <a:custGeom>
              <a:avLst/>
              <a:ahLst/>
              <a:rect l="0" t="0" r="r" b="b"/>
              <a:pathLst>
                <a:path w="11" h="24">
                  <a:moveTo>
                    <a:pt x="0" y="0"/>
                  </a:moveTo>
                  <a:lnTo>
                    <a:pt x="10" y="24"/>
                  </a:lnTo>
                  <a:lnTo>
                    <a:pt x="11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79" name=""/>
            <p:cNvSpPr/>
            <p:nvPr/>
          </p:nvSpPr>
          <p:spPr>
            <a:xfrm rot="0">
              <a:off x="2291" y="13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80" name=""/>
            <p:cNvSpPr/>
            <p:nvPr/>
          </p:nvSpPr>
          <p:spPr>
            <a:xfrm rot="0">
              <a:off x="2283" y="1339"/>
              <a:ext cx="31" cy="27"/>
            </a:xfrm>
            <a:custGeom>
              <a:avLst/>
              <a:ahLst/>
              <a:rect l="0" t="0" r="r" b="b"/>
              <a:pathLst>
                <a:path w="91" h="81">
                  <a:moveTo>
                    <a:pt x="0" y="33"/>
                  </a:moveTo>
                  <a:lnTo>
                    <a:pt x="12" y="57"/>
                  </a:lnTo>
                  <a:lnTo>
                    <a:pt x="23" y="81"/>
                  </a:lnTo>
                  <a:lnTo>
                    <a:pt x="91" y="48"/>
                  </a:lnTo>
                  <a:lnTo>
                    <a:pt x="79" y="24"/>
                  </a:lnTo>
                  <a:lnTo>
                    <a:pt x="68" y="0"/>
                  </a:lnTo>
                  <a:lnTo>
                    <a:pt x="0" y="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81" name=""/>
            <p:cNvSpPr/>
            <p:nvPr/>
          </p:nvSpPr>
          <p:spPr>
            <a:xfrm rot="0">
              <a:off x="2283" y="1339"/>
              <a:ext cx="31" cy="27"/>
            </a:xfrm>
            <a:custGeom>
              <a:avLst/>
              <a:ahLst/>
              <a:rect l="0" t="0" r="r" b="b"/>
              <a:pathLst>
                <a:path w="91" h="81">
                  <a:moveTo>
                    <a:pt x="0" y="33"/>
                  </a:moveTo>
                  <a:lnTo>
                    <a:pt x="12" y="57"/>
                  </a:lnTo>
                  <a:lnTo>
                    <a:pt x="23" y="81"/>
                  </a:lnTo>
                  <a:lnTo>
                    <a:pt x="91" y="48"/>
                  </a:lnTo>
                  <a:lnTo>
                    <a:pt x="79" y="24"/>
                  </a:lnTo>
                  <a:lnTo>
                    <a:pt x="68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82" name=""/>
            <p:cNvSpPr/>
            <p:nvPr/>
          </p:nvSpPr>
          <p:spPr>
            <a:xfrm rot="0">
              <a:off x="2310" y="1347"/>
              <a:ext cx="4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0"/>
                  </a:moveTo>
                  <a:lnTo>
                    <a:pt x="12" y="24"/>
                  </a:lnTo>
                  <a:lnTo>
                    <a:pt x="13" y="2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83" name=""/>
            <p:cNvSpPr/>
            <p:nvPr/>
          </p:nvSpPr>
          <p:spPr>
            <a:xfrm rot="0" flipV="1">
              <a:off x="2314" y="1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84" name=""/>
            <p:cNvSpPr/>
            <p:nvPr/>
          </p:nvSpPr>
          <p:spPr>
            <a:xfrm rot="0">
              <a:off x="2306" y="1327"/>
              <a:ext cx="30" cy="27"/>
            </a:xfrm>
            <a:custGeom>
              <a:avLst/>
              <a:ahLst/>
              <a:rect l="0" t="0" r="r" b="b"/>
              <a:pathLst>
                <a:path w="90" h="81">
                  <a:moveTo>
                    <a:pt x="0" y="35"/>
                  </a:moveTo>
                  <a:lnTo>
                    <a:pt x="12" y="58"/>
                  </a:lnTo>
                  <a:lnTo>
                    <a:pt x="25" y="81"/>
                  </a:lnTo>
                  <a:lnTo>
                    <a:pt x="90" y="45"/>
                  </a:lnTo>
                  <a:lnTo>
                    <a:pt x="78" y="23"/>
                  </a:lnTo>
                  <a:lnTo>
                    <a:pt x="65" y="0"/>
                  </a:lnTo>
                  <a:lnTo>
                    <a:pt x="0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85" name=""/>
            <p:cNvSpPr/>
            <p:nvPr/>
          </p:nvSpPr>
          <p:spPr>
            <a:xfrm rot="0">
              <a:off x="2306" y="1327"/>
              <a:ext cx="30" cy="27"/>
            </a:xfrm>
            <a:custGeom>
              <a:avLst/>
              <a:ahLst/>
              <a:rect l="0" t="0" r="r" b="b"/>
              <a:pathLst>
                <a:path w="90" h="81">
                  <a:moveTo>
                    <a:pt x="0" y="35"/>
                  </a:moveTo>
                  <a:lnTo>
                    <a:pt x="12" y="58"/>
                  </a:lnTo>
                  <a:lnTo>
                    <a:pt x="25" y="81"/>
                  </a:lnTo>
                  <a:lnTo>
                    <a:pt x="90" y="45"/>
                  </a:lnTo>
                  <a:lnTo>
                    <a:pt x="78" y="23"/>
                  </a:lnTo>
                  <a:lnTo>
                    <a:pt x="65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86" name=""/>
            <p:cNvSpPr/>
            <p:nvPr/>
          </p:nvSpPr>
          <p:spPr>
            <a:xfrm rot="0">
              <a:off x="2327" y="1326"/>
              <a:ext cx="13" cy="16"/>
            </a:xfrm>
            <a:custGeom>
              <a:avLst/>
              <a:ahLst/>
              <a:rect l="0" t="0" r="r" b="b"/>
              <a:pathLst>
                <a:path w="39" h="48">
                  <a:moveTo>
                    <a:pt x="13" y="26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1" y="7"/>
                  </a:lnTo>
                  <a:lnTo>
                    <a:pt x="35" y="13"/>
                  </a:lnTo>
                  <a:lnTo>
                    <a:pt x="39" y="20"/>
                  </a:lnTo>
                  <a:lnTo>
                    <a:pt x="39" y="29"/>
                  </a:lnTo>
                  <a:lnTo>
                    <a:pt x="36" y="37"/>
                  </a:lnTo>
                  <a:lnTo>
                    <a:pt x="31" y="44"/>
                  </a:lnTo>
                  <a:lnTo>
                    <a:pt x="25" y="48"/>
                  </a:lnTo>
                  <a:lnTo>
                    <a:pt x="13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1987" name=""/>
            <p:cNvSpPr/>
            <p:nvPr/>
          </p:nvSpPr>
          <p:spPr>
            <a:xfrm rot="0">
              <a:off x="2327" y="1326"/>
              <a:ext cx="13" cy="16"/>
            </a:xfrm>
            <a:custGeom>
              <a:avLst/>
              <a:ahLst/>
              <a:rect l="0" t="0" r="r" b="b"/>
              <a:pathLst>
                <a:path w="39" h="48">
                  <a:moveTo>
                    <a:pt x="0" y="3"/>
                  </a:moveTo>
                  <a:lnTo>
                    <a:pt x="7" y="0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1" y="7"/>
                  </a:lnTo>
                  <a:lnTo>
                    <a:pt x="35" y="13"/>
                  </a:lnTo>
                  <a:lnTo>
                    <a:pt x="39" y="20"/>
                  </a:lnTo>
                  <a:lnTo>
                    <a:pt x="39" y="29"/>
                  </a:lnTo>
                  <a:lnTo>
                    <a:pt x="36" y="37"/>
                  </a:lnTo>
                  <a:lnTo>
                    <a:pt x="31" y="44"/>
                  </a:lnTo>
                  <a:lnTo>
                    <a:pt x="25" y="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88" name=""/>
            <p:cNvSpPr/>
            <p:nvPr/>
          </p:nvSpPr>
          <p:spPr>
            <a:xfrm rot="0">
              <a:off x="3339" y="1063"/>
              <a:ext cx="8" cy="17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989" name=""/>
            <p:cNvSpPr/>
            <p:nvPr/>
          </p:nvSpPr>
          <p:spPr>
            <a:xfrm rot="0">
              <a:off x="3339" y="1063"/>
              <a:ext cx="8" cy="17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0" y="49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90" name=""/>
            <p:cNvSpPr/>
            <p:nvPr/>
          </p:nvSpPr>
          <p:spPr>
            <a:xfrm rot="0">
              <a:off x="3347" y="1063"/>
              <a:ext cx="525" cy="17"/>
            </a:xfrm>
            <a:custGeom>
              <a:avLst/>
              <a:ahLst/>
              <a:rect l="0" t="0" r="r" b="b"/>
              <a:pathLst>
                <a:path w="1575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1575" y="53"/>
                  </a:lnTo>
                  <a:lnTo>
                    <a:pt x="1575" y="27"/>
                  </a:lnTo>
                  <a:lnTo>
                    <a:pt x="157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991" name=""/>
            <p:cNvSpPr/>
            <p:nvPr/>
          </p:nvSpPr>
          <p:spPr>
            <a:xfrm rot="0">
              <a:off x="3347" y="1063"/>
              <a:ext cx="525" cy="17"/>
            </a:xfrm>
            <a:custGeom>
              <a:avLst/>
              <a:ahLst/>
              <a:rect l="0" t="0" r="r" b="b"/>
              <a:pathLst>
                <a:path w="1575" h="53">
                  <a:moveTo>
                    <a:pt x="0" y="0"/>
                  </a:moveTo>
                  <a:lnTo>
                    <a:pt x="0" y="27"/>
                  </a:lnTo>
                  <a:lnTo>
                    <a:pt x="0" y="53"/>
                  </a:lnTo>
                  <a:lnTo>
                    <a:pt x="1575" y="53"/>
                  </a:lnTo>
                  <a:lnTo>
                    <a:pt x="1575" y="27"/>
                  </a:lnTo>
                  <a:lnTo>
                    <a:pt x="157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92" name=""/>
            <p:cNvSpPr/>
            <p:nvPr/>
          </p:nvSpPr>
          <p:spPr>
            <a:xfrm rot="0">
              <a:off x="3872" y="1063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0" y="27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5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5" y="49"/>
                  </a:lnTo>
                  <a:lnTo>
                    <a:pt x="8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993" name=""/>
            <p:cNvSpPr/>
            <p:nvPr/>
          </p:nvSpPr>
          <p:spPr>
            <a:xfrm rot="0">
              <a:off x="3872" y="1063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0" y="0"/>
                  </a:moveTo>
                  <a:lnTo>
                    <a:pt x="8" y="3"/>
                  </a:lnTo>
                  <a:lnTo>
                    <a:pt x="15" y="6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5" y="49"/>
                  </a:lnTo>
                  <a:lnTo>
                    <a:pt x="8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94" name=""/>
            <p:cNvSpPr/>
            <p:nvPr/>
          </p:nvSpPr>
          <p:spPr>
            <a:xfrm rot="0">
              <a:off x="3339" y="1063"/>
              <a:ext cx="17" cy="9"/>
            </a:xfrm>
            <a:custGeom>
              <a:avLst/>
              <a:ahLst/>
              <a:rect l="0" t="0" r="r" b="b"/>
              <a:pathLst>
                <a:path w="53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3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995" name=""/>
            <p:cNvSpPr/>
            <p:nvPr/>
          </p:nvSpPr>
          <p:spPr>
            <a:xfrm rot="0">
              <a:off x="3339" y="1063"/>
              <a:ext cx="17" cy="9"/>
            </a:xfrm>
            <a:custGeom>
              <a:avLst/>
              <a:ahLst/>
              <a:rect l="0" t="0" r="r" b="b"/>
              <a:pathLst>
                <a:path w="53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3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96" name=""/>
            <p:cNvSpPr/>
            <p:nvPr/>
          </p:nvSpPr>
          <p:spPr>
            <a:xfrm rot="0">
              <a:off x="3339" y="1072"/>
              <a:ext cx="17" cy="333"/>
            </a:xfrm>
            <a:custGeom>
              <a:avLst/>
              <a:ahLst/>
              <a:rect l="0" t="0" r="r" b="b"/>
              <a:pathLst>
                <a:path w="53" h="1001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01"/>
                  </a:lnTo>
                  <a:lnTo>
                    <a:pt x="26" y="1001"/>
                  </a:lnTo>
                  <a:lnTo>
                    <a:pt x="53" y="1001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997" name=""/>
            <p:cNvSpPr/>
            <p:nvPr/>
          </p:nvSpPr>
          <p:spPr>
            <a:xfrm rot="0">
              <a:off x="3339" y="1072"/>
              <a:ext cx="17" cy="333"/>
            </a:xfrm>
            <a:custGeom>
              <a:avLst/>
              <a:ahLst/>
              <a:rect l="0" t="0" r="r" b="b"/>
              <a:pathLst>
                <a:path w="53" h="1001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01"/>
                  </a:lnTo>
                  <a:lnTo>
                    <a:pt x="26" y="1001"/>
                  </a:lnTo>
                  <a:lnTo>
                    <a:pt x="53" y="1001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1998" name=""/>
            <p:cNvSpPr/>
            <p:nvPr/>
          </p:nvSpPr>
          <p:spPr>
            <a:xfrm rot="0">
              <a:off x="3339" y="1405"/>
              <a:ext cx="17" cy="9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8"/>
                  </a:lnTo>
                  <a:lnTo>
                    <a:pt x="48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1999" name=""/>
            <p:cNvSpPr/>
            <p:nvPr/>
          </p:nvSpPr>
          <p:spPr>
            <a:xfrm rot="0">
              <a:off x="3339" y="1405"/>
              <a:ext cx="17" cy="9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8"/>
                  </a:lnTo>
                  <a:lnTo>
                    <a:pt x="48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00" name=""/>
            <p:cNvSpPr/>
            <p:nvPr/>
          </p:nvSpPr>
          <p:spPr>
            <a:xfrm rot="0">
              <a:off x="3864" y="1063"/>
              <a:ext cx="17" cy="9"/>
            </a:xfrm>
            <a:custGeom>
              <a:avLst/>
              <a:ahLst/>
              <a:rect l="0" t="0" r="r" b="b"/>
              <a:pathLst>
                <a:path w="53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3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01" name=""/>
            <p:cNvSpPr/>
            <p:nvPr/>
          </p:nvSpPr>
          <p:spPr>
            <a:xfrm rot="0">
              <a:off x="3864" y="1063"/>
              <a:ext cx="17" cy="9"/>
            </a:xfrm>
            <a:custGeom>
              <a:avLst/>
              <a:ahLst/>
              <a:rect l="0" t="0" r="r" b="b"/>
              <a:pathLst>
                <a:path w="53" h="27">
                  <a:moveTo>
                    <a:pt x="0" y="27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3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02" name=""/>
            <p:cNvSpPr/>
            <p:nvPr/>
          </p:nvSpPr>
          <p:spPr>
            <a:xfrm rot="0">
              <a:off x="3864" y="1072"/>
              <a:ext cx="17" cy="333"/>
            </a:xfrm>
            <a:custGeom>
              <a:avLst/>
              <a:ahLst/>
              <a:rect l="0" t="0" r="r" b="b"/>
              <a:pathLst>
                <a:path w="53" h="1001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01"/>
                  </a:lnTo>
                  <a:lnTo>
                    <a:pt x="26" y="1001"/>
                  </a:lnTo>
                  <a:lnTo>
                    <a:pt x="53" y="1001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03" name=""/>
            <p:cNvSpPr/>
            <p:nvPr/>
          </p:nvSpPr>
          <p:spPr>
            <a:xfrm rot="0">
              <a:off x="3864" y="1072"/>
              <a:ext cx="17" cy="333"/>
            </a:xfrm>
            <a:custGeom>
              <a:avLst/>
              <a:ahLst/>
              <a:rect l="0" t="0" r="r" b="b"/>
              <a:pathLst>
                <a:path w="53" h="1001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001"/>
                  </a:lnTo>
                  <a:lnTo>
                    <a:pt x="26" y="1001"/>
                  </a:lnTo>
                  <a:lnTo>
                    <a:pt x="53" y="1001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04" name=""/>
            <p:cNvSpPr/>
            <p:nvPr/>
          </p:nvSpPr>
          <p:spPr>
            <a:xfrm rot="0">
              <a:off x="3864" y="1405"/>
              <a:ext cx="17" cy="9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8"/>
                  </a:lnTo>
                  <a:lnTo>
                    <a:pt x="48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05" name=""/>
            <p:cNvSpPr/>
            <p:nvPr/>
          </p:nvSpPr>
          <p:spPr>
            <a:xfrm rot="0">
              <a:off x="3864" y="1405"/>
              <a:ext cx="17" cy="9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8"/>
                  </a:lnTo>
                  <a:lnTo>
                    <a:pt x="48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06" name=""/>
            <p:cNvSpPr/>
            <p:nvPr/>
          </p:nvSpPr>
          <p:spPr>
            <a:xfrm rot="0">
              <a:off x="4126" y="1834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2" y="80"/>
                  </a:moveTo>
                  <a:lnTo>
                    <a:pt x="28" y="79"/>
                  </a:lnTo>
                  <a:lnTo>
                    <a:pt x="54" y="78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2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07" name=""/>
            <p:cNvSpPr/>
            <p:nvPr/>
          </p:nvSpPr>
          <p:spPr>
            <a:xfrm rot="0">
              <a:off x="4126" y="1834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2" y="80"/>
                  </a:moveTo>
                  <a:lnTo>
                    <a:pt x="28" y="79"/>
                  </a:lnTo>
                  <a:lnTo>
                    <a:pt x="54" y="78"/>
                  </a:lnTo>
                  <a:lnTo>
                    <a:pt x="52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2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08" name=""/>
            <p:cNvSpPr/>
            <p:nvPr/>
          </p:nvSpPr>
          <p:spPr>
            <a:xfrm rot="0">
              <a:off x="4134" y="1834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2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09" name=""/>
            <p:cNvSpPr/>
            <p:nvPr/>
          </p:nvSpPr>
          <p:spPr>
            <a:xfrm rot="0" flipV="1">
              <a:off x="4143" y="1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10" name=""/>
            <p:cNvSpPr/>
            <p:nvPr/>
          </p:nvSpPr>
          <p:spPr>
            <a:xfrm rot="0">
              <a:off x="4124" y="1808"/>
              <a:ext cx="19" cy="27"/>
            </a:xfrm>
            <a:custGeom>
              <a:avLst/>
              <a:ahLst/>
              <a:rect l="0" t="0" r="r" b="b"/>
              <a:pathLst>
                <a:path w="58" h="82">
                  <a:moveTo>
                    <a:pt x="6" y="82"/>
                  </a:moveTo>
                  <a:lnTo>
                    <a:pt x="32" y="80"/>
                  </a:lnTo>
                  <a:lnTo>
                    <a:pt x="58" y="78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6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11" name=""/>
            <p:cNvSpPr/>
            <p:nvPr/>
          </p:nvSpPr>
          <p:spPr>
            <a:xfrm rot="0">
              <a:off x="4124" y="1808"/>
              <a:ext cx="19" cy="27"/>
            </a:xfrm>
            <a:custGeom>
              <a:avLst/>
              <a:ahLst/>
              <a:rect l="0" t="0" r="r" b="b"/>
              <a:pathLst>
                <a:path w="58" h="82">
                  <a:moveTo>
                    <a:pt x="6" y="82"/>
                  </a:moveTo>
                  <a:lnTo>
                    <a:pt x="32" y="80"/>
                  </a:lnTo>
                  <a:lnTo>
                    <a:pt x="58" y="78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6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12" name=""/>
            <p:cNvSpPr/>
            <p:nvPr/>
          </p:nvSpPr>
          <p:spPr>
            <a:xfrm rot="0">
              <a:off x="4132" y="1808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13" name=""/>
            <p:cNvSpPr/>
            <p:nvPr/>
          </p:nvSpPr>
          <p:spPr>
            <a:xfrm rot="0" flipV="1">
              <a:off x="4141" y="1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14" name=""/>
            <p:cNvSpPr/>
            <p:nvPr/>
          </p:nvSpPr>
          <p:spPr>
            <a:xfrm rot="0">
              <a:off x="4120" y="1782"/>
              <a:ext cx="21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10" y="83"/>
                  </a:moveTo>
                  <a:lnTo>
                    <a:pt x="36" y="80"/>
                  </a:lnTo>
                  <a:lnTo>
                    <a:pt x="62" y="77"/>
                  </a:lnTo>
                  <a:lnTo>
                    <a:pt x="52" y="0"/>
                  </a:lnTo>
                  <a:lnTo>
                    <a:pt x="26" y="3"/>
                  </a:lnTo>
                  <a:lnTo>
                    <a:pt x="0" y="7"/>
                  </a:lnTo>
                  <a:lnTo>
                    <a:pt x="1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15" name=""/>
            <p:cNvSpPr/>
            <p:nvPr/>
          </p:nvSpPr>
          <p:spPr>
            <a:xfrm rot="0">
              <a:off x="4120" y="1782"/>
              <a:ext cx="21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10" y="83"/>
                  </a:moveTo>
                  <a:lnTo>
                    <a:pt x="36" y="80"/>
                  </a:lnTo>
                  <a:lnTo>
                    <a:pt x="62" y="77"/>
                  </a:lnTo>
                  <a:lnTo>
                    <a:pt x="52" y="0"/>
                  </a:lnTo>
                  <a:lnTo>
                    <a:pt x="26" y="3"/>
                  </a:lnTo>
                  <a:lnTo>
                    <a:pt x="0" y="7"/>
                  </a:lnTo>
                  <a:lnTo>
                    <a:pt x="1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16" name=""/>
            <p:cNvSpPr/>
            <p:nvPr/>
          </p:nvSpPr>
          <p:spPr>
            <a:xfrm rot="0">
              <a:off x="4129" y="1782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17" name=""/>
            <p:cNvSpPr/>
            <p:nvPr/>
          </p:nvSpPr>
          <p:spPr>
            <a:xfrm rot="0" flipV="1">
              <a:off x="4138" y="1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18" name=""/>
            <p:cNvSpPr/>
            <p:nvPr/>
          </p:nvSpPr>
          <p:spPr>
            <a:xfrm rot="0">
              <a:off x="4116" y="1757"/>
              <a:ext cx="22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12" y="84"/>
                  </a:moveTo>
                  <a:lnTo>
                    <a:pt x="38" y="79"/>
                  </a:lnTo>
                  <a:lnTo>
                    <a:pt x="64" y="75"/>
                  </a:lnTo>
                  <a:lnTo>
                    <a:pt x="52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12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19" name=""/>
            <p:cNvSpPr/>
            <p:nvPr/>
          </p:nvSpPr>
          <p:spPr>
            <a:xfrm rot="0">
              <a:off x="4116" y="1757"/>
              <a:ext cx="22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12" y="84"/>
                  </a:moveTo>
                  <a:lnTo>
                    <a:pt x="38" y="79"/>
                  </a:lnTo>
                  <a:lnTo>
                    <a:pt x="64" y="75"/>
                  </a:lnTo>
                  <a:lnTo>
                    <a:pt x="52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12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20" name=""/>
            <p:cNvSpPr/>
            <p:nvPr/>
          </p:nvSpPr>
          <p:spPr>
            <a:xfrm rot="0">
              <a:off x="4125" y="1756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6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21" name=""/>
            <p:cNvSpPr/>
            <p:nvPr/>
          </p:nvSpPr>
          <p:spPr>
            <a:xfrm rot="0" flipV="1">
              <a:off x="4134" y="1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22" name=""/>
            <p:cNvSpPr/>
            <p:nvPr/>
          </p:nvSpPr>
          <p:spPr>
            <a:xfrm rot="0">
              <a:off x="4110" y="1731"/>
              <a:ext cx="24" cy="29"/>
            </a:xfrm>
            <a:custGeom>
              <a:avLst/>
              <a:ahLst/>
              <a:rect l="0" t="0" r="r" b="b"/>
              <a:pathLst>
                <a:path w="70" h="88">
                  <a:moveTo>
                    <a:pt x="18" y="88"/>
                  </a:moveTo>
                  <a:lnTo>
                    <a:pt x="44" y="82"/>
                  </a:lnTo>
                  <a:lnTo>
                    <a:pt x="70" y="76"/>
                  </a:lnTo>
                  <a:lnTo>
                    <a:pt x="52" y="0"/>
                  </a:lnTo>
                  <a:lnTo>
                    <a:pt x="26" y="6"/>
                  </a:lnTo>
                  <a:lnTo>
                    <a:pt x="0" y="12"/>
                  </a:lnTo>
                  <a:lnTo>
                    <a:pt x="18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23" name=""/>
            <p:cNvSpPr/>
            <p:nvPr/>
          </p:nvSpPr>
          <p:spPr>
            <a:xfrm rot="0">
              <a:off x="4110" y="1731"/>
              <a:ext cx="24" cy="29"/>
            </a:xfrm>
            <a:custGeom>
              <a:avLst/>
              <a:ahLst/>
              <a:rect l="0" t="0" r="r" b="b"/>
              <a:pathLst>
                <a:path w="70" h="88">
                  <a:moveTo>
                    <a:pt x="18" y="88"/>
                  </a:moveTo>
                  <a:lnTo>
                    <a:pt x="44" y="82"/>
                  </a:lnTo>
                  <a:lnTo>
                    <a:pt x="70" y="76"/>
                  </a:lnTo>
                  <a:lnTo>
                    <a:pt x="52" y="0"/>
                  </a:lnTo>
                  <a:lnTo>
                    <a:pt x="26" y="6"/>
                  </a:lnTo>
                  <a:lnTo>
                    <a:pt x="0" y="12"/>
                  </a:lnTo>
                  <a:lnTo>
                    <a:pt x="18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24" name=""/>
            <p:cNvSpPr/>
            <p:nvPr/>
          </p:nvSpPr>
          <p:spPr>
            <a:xfrm rot="0">
              <a:off x="4119" y="1730"/>
              <a:ext cx="9" cy="3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25" name=""/>
            <p:cNvSpPr/>
            <p:nvPr/>
          </p:nvSpPr>
          <p:spPr>
            <a:xfrm rot="0" flipV="1">
              <a:off x="4128" y="1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26" name=""/>
            <p:cNvSpPr/>
            <p:nvPr/>
          </p:nvSpPr>
          <p:spPr>
            <a:xfrm rot="0">
              <a:off x="4104" y="1705"/>
              <a:ext cx="24" cy="30"/>
            </a:xfrm>
            <a:custGeom>
              <a:avLst/>
              <a:ahLst/>
              <a:rect l="0" t="0" r="r" b="b"/>
              <a:pathLst>
                <a:path w="72" h="89">
                  <a:moveTo>
                    <a:pt x="20" y="89"/>
                  </a:moveTo>
                  <a:lnTo>
                    <a:pt x="46" y="82"/>
                  </a:lnTo>
                  <a:lnTo>
                    <a:pt x="72" y="75"/>
                  </a:lnTo>
                  <a:lnTo>
                    <a:pt x="51" y="0"/>
                  </a:lnTo>
                  <a:lnTo>
                    <a:pt x="26" y="7"/>
                  </a:lnTo>
                  <a:lnTo>
                    <a:pt x="0" y="15"/>
                  </a:lnTo>
                  <a:lnTo>
                    <a:pt x="2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27" name=""/>
            <p:cNvSpPr/>
            <p:nvPr/>
          </p:nvSpPr>
          <p:spPr>
            <a:xfrm rot="0">
              <a:off x="4104" y="1705"/>
              <a:ext cx="24" cy="30"/>
            </a:xfrm>
            <a:custGeom>
              <a:avLst/>
              <a:ahLst/>
              <a:rect l="0" t="0" r="r" b="b"/>
              <a:pathLst>
                <a:path w="72" h="89">
                  <a:moveTo>
                    <a:pt x="20" y="89"/>
                  </a:moveTo>
                  <a:lnTo>
                    <a:pt x="46" y="82"/>
                  </a:lnTo>
                  <a:lnTo>
                    <a:pt x="72" y="75"/>
                  </a:lnTo>
                  <a:lnTo>
                    <a:pt x="51" y="0"/>
                  </a:lnTo>
                  <a:lnTo>
                    <a:pt x="26" y="7"/>
                  </a:lnTo>
                  <a:lnTo>
                    <a:pt x="0" y="15"/>
                  </a:lnTo>
                  <a:lnTo>
                    <a:pt x="2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28" name=""/>
            <p:cNvSpPr/>
            <p:nvPr/>
          </p:nvSpPr>
          <p:spPr>
            <a:xfrm rot="0">
              <a:off x="4112" y="1705"/>
              <a:ext cx="9" cy="3"/>
            </a:xfrm>
            <a:custGeom>
              <a:avLst/>
              <a:ahLst/>
              <a:rect l="0" t="0" r="r" b="b"/>
              <a:pathLst>
                <a:path w="25" h="8">
                  <a:moveTo>
                    <a:pt x="0" y="8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29" name=""/>
            <p:cNvSpPr/>
            <p:nvPr/>
          </p:nvSpPr>
          <p:spPr>
            <a:xfrm rot="0" flipH="1" flipV="1">
              <a:off x="4120" y="17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30" name=""/>
            <p:cNvSpPr/>
            <p:nvPr/>
          </p:nvSpPr>
          <p:spPr>
            <a:xfrm rot="0">
              <a:off x="4096" y="1681"/>
              <a:ext cx="24" cy="30"/>
            </a:xfrm>
            <a:custGeom>
              <a:avLst/>
              <a:ahLst/>
              <a:rect l="0" t="0" r="r" b="b"/>
              <a:pathLst>
                <a:path w="73" h="90">
                  <a:moveTo>
                    <a:pt x="24" y="90"/>
                  </a:moveTo>
                  <a:lnTo>
                    <a:pt x="49" y="81"/>
                  </a:lnTo>
                  <a:lnTo>
                    <a:pt x="73" y="73"/>
                  </a:lnTo>
                  <a:lnTo>
                    <a:pt x="50" y="0"/>
                  </a:lnTo>
                  <a:lnTo>
                    <a:pt x="25" y="8"/>
                  </a:lnTo>
                  <a:lnTo>
                    <a:pt x="0" y="16"/>
                  </a:lnTo>
                  <a:lnTo>
                    <a:pt x="24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31" name=""/>
            <p:cNvSpPr/>
            <p:nvPr/>
          </p:nvSpPr>
          <p:spPr>
            <a:xfrm rot="0">
              <a:off x="4096" y="1681"/>
              <a:ext cx="24" cy="30"/>
            </a:xfrm>
            <a:custGeom>
              <a:avLst/>
              <a:ahLst/>
              <a:rect l="0" t="0" r="r" b="b"/>
              <a:pathLst>
                <a:path w="73" h="90">
                  <a:moveTo>
                    <a:pt x="24" y="90"/>
                  </a:moveTo>
                  <a:lnTo>
                    <a:pt x="49" y="81"/>
                  </a:lnTo>
                  <a:lnTo>
                    <a:pt x="73" y="73"/>
                  </a:lnTo>
                  <a:lnTo>
                    <a:pt x="50" y="0"/>
                  </a:lnTo>
                  <a:lnTo>
                    <a:pt x="25" y="8"/>
                  </a:lnTo>
                  <a:lnTo>
                    <a:pt x="0" y="16"/>
                  </a:lnTo>
                  <a:lnTo>
                    <a:pt x="24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32" name=""/>
            <p:cNvSpPr/>
            <p:nvPr/>
          </p:nvSpPr>
          <p:spPr>
            <a:xfrm rot="0">
              <a:off x="4104" y="1680"/>
              <a:ext cx="9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33" name=""/>
            <p:cNvSpPr/>
            <p:nvPr/>
          </p:nvSpPr>
          <p:spPr>
            <a:xfrm rot="0" flipV="1">
              <a:off x="4113" y="1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34" name=""/>
            <p:cNvSpPr/>
            <p:nvPr/>
          </p:nvSpPr>
          <p:spPr>
            <a:xfrm rot="0">
              <a:off x="4087" y="1656"/>
              <a:ext cx="26" cy="30"/>
            </a:xfrm>
            <a:custGeom>
              <a:avLst/>
              <a:ahLst/>
              <a:rect l="0" t="0" r="r" b="b"/>
              <a:pathLst>
                <a:path w="78" h="90">
                  <a:moveTo>
                    <a:pt x="28" y="90"/>
                  </a:moveTo>
                  <a:lnTo>
                    <a:pt x="53" y="81"/>
                  </a:lnTo>
                  <a:lnTo>
                    <a:pt x="78" y="71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9"/>
                  </a:lnTo>
                  <a:lnTo>
                    <a:pt x="28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35" name=""/>
            <p:cNvSpPr/>
            <p:nvPr/>
          </p:nvSpPr>
          <p:spPr>
            <a:xfrm rot="0">
              <a:off x="4087" y="1656"/>
              <a:ext cx="26" cy="30"/>
            </a:xfrm>
            <a:custGeom>
              <a:avLst/>
              <a:ahLst/>
              <a:rect l="0" t="0" r="r" b="b"/>
              <a:pathLst>
                <a:path w="78" h="90">
                  <a:moveTo>
                    <a:pt x="28" y="90"/>
                  </a:moveTo>
                  <a:lnTo>
                    <a:pt x="53" y="81"/>
                  </a:lnTo>
                  <a:lnTo>
                    <a:pt x="78" y="71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9"/>
                  </a:lnTo>
                  <a:lnTo>
                    <a:pt x="28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36" name=""/>
            <p:cNvSpPr/>
            <p:nvPr/>
          </p:nvSpPr>
          <p:spPr>
            <a:xfrm rot="0">
              <a:off x="4095" y="1656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37" name=""/>
            <p:cNvSpPr/>
            <p:nvPr/>
          </p:nvSpPr>
          <p:spPr>
            <a:xfrm rot="0" flipH="1" flipV="1">
              <a:off x="4103" y="16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38" name=""/>
            <p:cNvSpPr/>
            <p:nvPr/>
          </p:nvSpPr>
          <p:spPr>
            <a:xfrm rot="0">
              <a:off x="4077" y="1632"/>
              <a:ext cx="26" cy="31"/>
            </a:xfrm>
            <a:custGeom>
              <a:avLst/>
              <a:ahLst/>
              <a:rect l="0" t="0" r="r" b="b"/>
              <a:pathLst>
                <a:path w="79" h="93">
                  <a:moveTo>
                    <a:pt x="31" y="93"/>
                  </a:moveTo>
                  <a:lnTo>
                    <a:pt x="55" y="82"/>
                  </a:lnTo>
                  <a:lnTo>
                    <a:pt x="79" y="72"/>
                  </a:lnTo>
                  <a:lnTo>
                    <a:pt x="47" y="0"/>
                  </a:lnTo>
                  <a:lnTo>
                    <a:pt x="24" y="11"/>
                  </a:lnTo>
                  <a:lnTo>
                    <a:pt x="0" y="21"/>
                  </a:lnTo>
                  <a:lnTo>
                    <a:pt x="31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39" name=""/>
            <p:cNvSpPr/>
            <p:nvPr/>
          </p:nvSpPr>
          <p:spPr>
            <a:xfrm rot="0">
              <a:off x="4077" y="1632"/>
              <a:ext cx="26" cy="31"/>
            </a:xfrm>
            <a:custGeom>
              <a:avLst/>
              <a:ahLst/>
              <a:rect l="0" t="0" r="r" b="b"/>
              <a:pathLst>
                <a:path w="79" h="93">
                  <a:moveTo>
                    <a:pt x="31" y="93"/>
                  </a:moveTo>
                  <a:lnTo>
                    <a:pt x="55" y="82"/>
                  </a:lnTo>
                  <a:lnTo>
                    <a:pt x="79" y="72"/>
                  </a:lnTo>
                  <a:lnTo>
                    <a:pt x="47" y="0"/>
                  </a:lnTo>
                  <a:lnTo>
                    <a:pt x="24" y="11"/>
                  </a:lnTo>
                  <a:lnTo>
                    <a:pt x="0" y="21"/>
                  </a:lnTo>
                  <a:lnTo>
                    <a:pt x="31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40" name=""/>
            <p:cNvSpPr/>
            <p:nvPr/>
          </p:nvSpPr>
          <p:spPr>
            <a:xfrm rot="0">
              <a:off x="4085" y="1631"/>
              <a:ext cx="7" cy="5"/>
            </a:xfrm>
            <a:custGeom>
              <a:avLst/>
              <a:ahLst/>
              <a:rect l="0" t="0" r="r" b="b"/>
              <a:pathLst>
                <a:path w="23" h="13">
                  <a:moveTo>
                    <a:pt x="0" y="13"/>
                  </a:moveTo>
                  <a:lnTo>
                    <a:pt x="23" y="2"/>
                  </a:lnTo>
                  <a:lnTo>
                    <a:pt x="23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41" name=""/>
            <p:cNvSpPr/>
            <p:nvPr/>
          </p:nvSpPr>
          <p:spPr>
            <a:xfrm rot="0" flipV="1">
              <a:off x="4092" y="1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42" name=""/>
            <p:cNvSpPr/>
            <p:nvPr/>
          </p:nvSpPr>
          <p:spPr>
            <a:xfrm rot="0">
              <a:off x="4065" y="1609"/>
              <a:ext cx="27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36" y="93"/>
                  </a:moveTo>
                  <a:lnTo>
                    <a:pt x="60" y="81"/>
                  </a:lnTo>
                  <a:lnTo>
                    <a:pt x="83" y="68"/>
                  </a:lnTo>
                  <a:lnTo>
                    <a:pt x="48" y="0"/>
                  </a:lnTo>
                  <a:lnTo>
                    <a:pt x="24" y="12"/>
                  </a:lnTo>
                  <a:lnTo>
                    <a:pt x="0" y="25"/>
                  </a:lnTo>
                  <a:lnTo>
                    <a:pt x="36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43" name=""/>
            <p:cNvSpPr/>
            <p:nvPr/>
          </p:nvSpPr>
          <p:spPr>
            <a:xfrm rot="0">
              <a:off x="4065" y="1609"/>
              <a:ext cx="27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36" y="93"/>
                  </a:moveTo>
                  <a:lnTo>
                    <a:pt x="60" y="81"/>
                  </a:lnTo>
                  <a:lnTo>
                    <a:pt x="83" y="68"/>
                  </a:lnTo>
                  <a:lnTo>
                    <a:pt x="48" y="0"/>
                  </a:lnTo>
                  <a:lnTo>
                    <a:pt x="24" y="12"/>
                  </a:lnTo>
                  <a:lnTo>
                    <a:pt x="0" y="25"/>
                  </a:lnTo>
                  <a:lnTo>
                    <a:pt x="36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44" name=""/>
            <p:cNvSpPr/>
            <p:nvPr/>
          </p:nvSpPr>
          <p:spPr>
            <a:xfrm rot="0">
              <a:off x="4073" y="1609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0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45" name=""/>
            <p:cNvSpPr/>
            <p:nvPr/>
          </p:nvSpPr>
          <p:spPr>
            <a:xfrm rot="0" flipH="1">
              <a:off x="4080" y="16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46" name=""/>
            <p:cNvSpPr/>
            <p:nvPr/>
          </p:nvSpPr>
          <p:spPr>
            <a:xfrm rot="0">
              <a:off x="4053" y="1586"/>
              <a:ext cx="27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37" y="93"/>
                  </a:moveTo>
                  <a:lnTo>
                    <a:pt x="60" y="80"/>
                  </a:lnTo>
                  <a:lnTo>
                    <a:pt x="83" y="68"/>
                  </a:lnTo>
                  <a:lnTo>
                    <a:pt x="46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37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47" name=""/>
            <p:cNvSpPr/>
            <p:nvPr/>
          </p:nvSpPr>
          <p:spPr>
            <a:xfrm rot="0">
              <a:off x="4053" y="1586"/>
              <a:ext cx="27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37" y="93"/>
                  </a:moveTo>
                  <a:lnTo>
                    <a:pt x="60" y="80"/>
                  </a:lnTo>
                  <a:lnTo>
                    <a:pt x="83" y="68"/>
                  </a:lnTo>
                  <a:lnTo>
                    <a:pt x="46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37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48" name=""/>
            <p:cNvSpPr/>
            <p:nvPr/>
          </p:nvSpPr>
          <p:spPr>
            <a:xfrm rot="0">
              <a:off x="4060" y="1585"/>
              <a:ext cx="8" cy="5"/>
            </a:xfrm>
            <a:custGeom>
              <a:avLst/>
              <a:ahLst/>
              <a:rect l="0" t="0" r="r" b="b"/>
              <a:pathLst>
                <a:path w="23" h="15">
                  <a:moveTo>
                    <a:pt x="0" y="15"/>
                  </a:moveTo>
                  <a:lnTo>
                    <a:pt x="23" y="2"/>
                  </a:lnTo>
                  <a:lnTo>
                    <a:pt x="23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49" name=""/>
            <p:cNvSpPr/>
            <p:nvPr/>
          </p:nvSpPr>
          <p:spPr>
            <a:xfrm rot="0" flipV="1">
              <a:off x="4068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50" name=""/>
            <p:cNvSpPr/>
            <p:nvPr/>
          </p:nvSpPr>
          <p:spPr>
            <a:xfrm rot="0">
              <a:off x="4039" y="1564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41" y="94"/>
                  </a:moveTo>
                  <a:lnTo>
                    <a:pt x="64" y="80"/>
                  </a:lnTo>
                  <a:lnTo>
                    <a:pt x="87" y="65"/>
                  </a:lnTo>
                  <a:lnTo>
                    <a:pt x="45" y="0"/>
                  </a:lnTo>
                  <a:lnTo>
                    <a:pt x="23" y="15"/>
                  </a:lnTo>
                  <a:lnTo>
                    <a:pt x="0" y="29"/>
                  </a:lnTo>
                  <a:lnTo>
                    <a:pt x="41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51" name=""/>
            <p:cNvSpPr/>
            <p:nvPr/>
          </p:nvSpPr>
          <p:spPr>
            <a:xfrm rot="0">
              <a:off x="4039" y="1564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41" y="94"/>
                  </a:moveTo>
                  <a:lnTo>
                    <a:pt x="64" y="80"/>
                  </a:lnTo>
                  <a:lnTo>
                    <a:pt x="87" y="65"/>
                  </a:lnTo>
                  <a:lnTo>
                    <a:pt x="45" y="0"/>
                  </a:lnTo>
                  <a:lnTo>
                    <a:pt x="23" y="15"/>
                  </a:lnTo>
                  <a:lnTo>
                    <a:pt x="0" y="29"/>
                  </a:lnTo>
                  <a:lnTo>
                    <a:pt x="41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52" name=""/>
            <p:cNvSpPr/>
            <p:nvPr/>
          </p:nvSpPr>
          <p:spPr>
            <a:xfrm rot="0">
              <a:off x="4047" y="1563"/>
              <a:ext cx="7" cy="6"/>
            </a:xfrm>
            <a:custGeom>
              <a:avLst/>
              <a:ahLst/>
              <a:rect l="0" t="0" r="r" b="b"/>
              <a:pathLst>
                <a:path w="22" h="16">
                  <a:moveTo>
                    <a:pt x="0" y="16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53" name=""/>
            <p:cNvSpPr/>
            <p:nvPr/>
          </p:nvSpPr>
          <p:spPr>
            <a:xfrm rot="0" flipH="1" flipV="1">
              <a:off x="4054" y="1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54" name=""/>
            <p:cNvSpPr/>
            <p:nvPr/>
          </p:nvSpPr>
          <p:spPr>
            <a:xfrm rot="0">
              <a:off x="4024" y="1542"/>
              <a:ext cx="30" cy="32"/>
            </a:xfrm>
            <a:custGeom>
              <a:avLst/>
              <a:ahLst/>
              <a:rect l="0" t="0" r="r" b="b"/>
              <a:pathLst>
                <a:path w="88" h="94">
                  <a:moveTo>
                    <a:pt x="45" y="94"/>
                  </a:moveTo>
                  <a:lnTo>
                    <a:pt x="67" y="79"/>
                  </a:lnTo>
                  <a:lnTo>
                    <a:pt x="88" y="63"/>
                  </a:lnTo>
                  <a:lnTo>
                    <a:pt x="44" y="0"/>
                  </a:lnTo>
                  <a:lnTo>
                    <a:pt x="22" y="15"/>
                  </a:lnTo>
                  <a:lnTo>
                    <a:pt x="0" y="31"/>
                  </a:lnTo>
                  <a:lnTo>
                    <a:pt x="45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55" name=""/>
            <p:cNvSpPr/>
            <p:nvPr/>
          </p:nvSpPr>
          <p:spPr>
            <a:xfrm rot="0">
              <a:off x="4024" y="1542"/>
              <a:ext cx="30" cy="32"/>
            </a:xfrm>
            <a:custGeom>
              <a:avLst/>
              <a:ahLst/>
              <a:rect l="0" t="0" r="r" b="b"/>
              <a:pathLst>
                <a:path w="88" h="94">
                  <a:moveTo>
                    <a:pt x="45" y="94"/>
                  </a:moveTo>
                  <a:lnTo>
                    <a:pt x="67" y="79"/>
                  </a:lnTo>
                  <a:lnTo>
                    <a:pt x="88" y="63"/>
                  </a:lnTo>
                  <a:lnTo>
                    <a:pt x="44" y="0"/>
                  </a:lnTo>
                  <a:lnTo>
                    <a:pt x="22" y="15"/>
                  </a:lnTo>
                  <a:lnTo>
                    <a:pt x="0" y="31"/>
                  </a:lnTo>
                  <a:lnTo>
                    <a:pt x="45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56" name=""/>
            <p:cNvSpPr/>
            <p:nvPr/>
          </p:nvSpPr>
          <p:spPr>
            <a:xfrm rot="0">
              <a:off x="4032" y="1542"/>
              <a:ext cx="7" cy="5"/>
            </a:xfrm>
            <a:custGeom>
              <a:avLst/>
              <a:ahLst/>
              <a:rect l="0" t="0" r="r" b="b"/>
              <a:pathLst>
                <a:path w="22" h="16">
                  <a:moveTo>
                    <a:pt x="0" y="16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57" name=""/>
            <p:cNvSpPr/>
            <p:nvPr/>
          </p:nvSpPr>
          <p:spPr>
            <a:xfrm rot="0" flipH="1" flipV="1">
              <a:off x="4039" y="15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58" name=""/>
            <p:cNvSpPr/>
            <p:nvPr/>
          </p:nvSpPr>
          <p:spPr>
            <a:xfrm rot="0">
              <a:off x="4009" y="1522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48" y="94"/>
                  </a:moveTo>
                  <a:lnTo>
                    <a:pt x="69" y="77"/>
                  </a:lnTo>
                  <a:lnTo>
                    <a:pt x="90" y="61"/>
                  </a:lnTo>
                  <a:lnTo>
                    <a:pt x="42" y="0"/>
                  </a:lnTo>
                  <a:lnTo>
                    <a:pt x="21" y="16"/>
                  </a:lnTo>
                  <a:lnTo>
                    <a:pt x="0" y="33"/>
                  </a:lnTo>
                  <a:lnTo>
                    <a:pt x="48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59" name=""/>
            <p:cNvSpPr/>
            <p:nvPr/>
          </p:nvSpPr>
          <p:spPr>
            <a:xfrm rot="0">
              <a:off x="4009" y="1522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48" y="94"/>
                  </a:moveTo>
                  <a:lnTo>
                    <a:pt x="69" y="77"/>
                  </a:lnTo>
                  <a:lnTo>
                    <a:pt x="90" y="61"/>
                  </a:lnTo>
                  <a:lnTo>
                    <a:pt x="42" y="0"/>
                  </a:lnTo>
                  <a:lnTo>
                    <a:pt x="21" y="16"/>
                  </a:lnTo>
                  <a:lnTo>
                    <a:pt x="0" y="33"/>
                  </a:lnTo>
                  <a:lnTo>
                    <a:pt x="48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60" name=""/>
            <p:cNvSpPr/>
            <p:nvPr/>
          </p:nvSpPr>
          <p:spPr>
            <a:xfrm rot="0">
              <a:off x="4016" y="1521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0" y="18"/>
                  </a:moveTo>
                  <a:lnTo>
                    <a:pt x="21" y="2"/>
                  </a:lnTo>
                  <a:lnTo>
                    <a:pt x="20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61" name=""/>
            <p:cNvSpPr/>
            <p:nvPr/>
          </p:nvSpPr>
          <p:spPr>
            <a:xfrm rot="0" flipH="1" flipV="1">
              <a:off x="4022" y="1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62" name=""/>
            <p:cNvSpPr/>
            <p:nvPr/>
          </p:nvSpPr>
          <p:spPr>
            <a:xfrm rot="0">
              <a:off x="3992" y="1501"/>
              <a:ext cx="30" cy="32"/>
            </a:xfrm>
            <a:custGeom>
              <a:avLst/>
              <a:ahLst/>
              <a:rect l="0" t="0" r="r" b="b"/>
              <a:pathLst>
                <a:path w="90" h="95">
                  <a:moveTo>
                    <a:pt x="51" y="95"/>
                  </a:moveTo>
                  <a:lnTo>
                    <a:pt x="70" y="77"/>
                  </a:lnTo>
                  <a:lnTo>
                    <a:pt x="90" y="59"/>
                  </a:lnTo>
                  <a:lnTo>
                    <a:pt x="39" y="0"/>
                  </a:lnTo>
                  <a:lnTo>
                    <a:pt x="19" y="18"/>
                  </a:lnTo>
                  <a:lnTo>
                    <a:pt x="0" y="36"/>
                  </a:lnTo>
                  <a:lnTo>
                    <a:pt x="51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63" name=""/>
            <p:cNvSpPr/>
            <p:nvPr/>
          </p:nvSpPr>
          <p:spPr>
            <a:xfrm rot="0">
              <a:off x="3992" y="1501"/>
              <a:ext cx="30" cy="32"/>
            </a:xfrm>
            <a:custGeom>
              <a:avLst/>
              <a:ahLst/>
              <a:rect l="0" t="0" r="r" b="b"/>
              <a:pathLst>
                <a:path w="90" h="95">
                  <a:moveTo>
                    <a:pt x="51" y="95"/>
                  </a:moveTo>
                  <a:lnTo>
                    <a:pt x="70" y="77"/>
                  </a:lnTo>
                  <a:lnTo>
                    <a:pt x="90" y="59"/>
                  </a:lnTo>
                  <a:lnTo>
                    <a:pt x="39" y="0"/>
                  </a:lnTo>
                  <a:lnTo>
                    <a:pt x="19" y="18"/>
                  </a:lnTo>
                  <a:lnTo>
                    <a:pt x="0" y="36"/>
                  </a:lnTo>
                  <a:lnTo>
                    <a:pt x="51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64" name=""/>
            <p:cNvSpPr/>
            <p:nvPr/>
          </p:nvSpPr>
          <p:spPr>
            <a:xfrm rot="0">
              <a:off x="3999" y="1501"/>
              <a:ext cx="6" cy="6"/>
            </a:xfrm>
            <a:custGeom>
              <a:avLst/>
              <a:ahLst/>
              <a:rect l="0" t="0" r="r" b="b"/>
              <a:pathLst>
                <a:path w="20" h="19">
                  <a:moveTo>
                    <a:pt x="0" y="19"/>
                  </a:moveTo>
                  <a:lnTo>
                    <a:pt x="20" y="1"/>
                  </a:lnTo>
                  <a:lnTo>
                    <a:pt x="20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65" name=""/>
            <p:cNvSpPr/>
            <p:nvPr/>
          </p:nvSpPr>
          <p:spPr>
            <a:xfrm rot="0" flipV="1">
              <a:off x="4005" y="15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66" name=""/>
            <p:cNvSpPr/>
            <p:nvPr/>
          </p:nvSpPr>
          <p:spPr>
            <a:xfrm rot="0">
              <a:off x="3975" y="1482"/>
              <a:ext cx="30" cy="32"/>
            </a:xfrm>
            <a:custGeom>
              <a:avLst/>
              <a:ahLst/>
              <a:rect l="0" t="0" r="r" b="b"/>
              <a:pathLst>
                <a:path w="92" h="94">
                  <a:moveTo>
                    <a:pt x="53" y="94"/>
                  </a:moveTo>
                  <a:lnTo>
                    <a:pt x="72" y="75"/>
                  </a:lnTo>
                  <a:lnTo>
                    <a:pt x="92" y="56"/>
                  </a:lnTo>
                  <a:lnTo>
                    <a:pt x="39" y="0"/>
                  </a:lnTo>
                  <a:lnTo>
                    <a:pt x="20" y="19"/>
                  </a:lnTo>
                  <a:lnTo>
                    <a:pt x="0" y="38"/>
                  </a:lnTo>
                  <a:lnTo>
                    <a:pt x="53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67" name=""/>
            <p:cNvSpPr/>
            <p:nvPr/>
          </p:nvSpPr>
          <p:spPr>
            <a:xfrm rot="0">
              <a:off x="3975" y="1482"/>
              <a:ext cx="30" cy="32"/>
            </a:xfrm>
            <a:custGeom>
              <a:avLst/>
              <a:ahLst/>
              <a:rect l="0" t="0" r="r" b="b"/>
              <a:pathLst>
                <a:path w="92" h="94">
                  <a:moveTo>
                    <a:pt x="53" y="94"/>
                  </a:moveTo>
                  <a:lnTo>
                    <a:pt x="72" y="75"/>
                  </a:lnTo>
                  <a:lnTo>
                    <a:pt x="92" y="56"/>
                  </a:lnTo>
                  <a:lnTo>
                    <a:pt x="39" y="0"/>
                  </a:lnTo>
                  <a:lnTo>
                    <a:pt x="20" y="19"/>
                  </a:lnTo>
                  <a:lnTo>
                    <a:pt x="0" y="38"/>
                  </a:lnTo>
                  <a:lnTo>
                    <a:pt x="53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68" name=""/>
            <p:cNvSpPr/>
            <p:nvPr/>
          </p:nvSpPr>
          <p:spPr>
            <a:xfrm rot="0">
              <a:off x="3981" y="1482"/>
              <a:ext cx="7" cy="7"/>
            </a:xfrm>
            <a:custGeom>
              <a:avLst/>
              <a:ahLst/>
              <a:rect l="0" t="0" r="r" b="b"/>
              <a:pathLst>
                <a:path w="19" h="20">
                  <a:moveTo>
                    <a:pt x="0" y="20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69" name=""/>
            <p:cNvSpPr/>
            <p:nvPr/>
          </p:nvSpPr>
          <p:spPr>
            <a:xfrm rot="0" flipH="1" flipV="1">
              <a:off x="3987" y="14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70" name=""/>
            <p:cNvSpPr/>
            <p:nvPr/>
          </p:nvSpPr>
          <p:spPr>
            <a:xfrm rot="0">
              <a:off x="3956" y="1464"/>
              <a:ext cx="31" cy="31"/>
            </a:xfrm>
            <a:custGeom>
              <a:avLst/>
              <a:ahLst/>
              <a:rect l="0" t="0" r="r" b="b"/>
              <a:pathLst>
                <a:path w="93" h="93">
                  <a:moveTo>
                    <a:pt x="56" y="93"/>
                  </a:moveTo>
                  <a:lnTo>
                    <a:pt x="75" y="73"/>
                  </a:lnTo>
                  <a:lnTo>
                    <a:pt x="93" y="53"/>
                  </a:lnTo>
                  <a:lnTo>
                    <a:pt x="37" y="0"/>
                  </a:lnTo>
                  <a:lnTo>
                    <a:pt x="19" y="20"/>
                  </a:lnTo>
                  <a:lnTo>
                    <a:pt x="0" y="40"/>
                  </a:lnTo>
                  <a:lnTo>
                    <a:pt x="56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71" name=""/>
            <p:cNvSpPr/>
            <p:nvPr/>
          </p:nvSpPr>
          <p:spPr>
            <a:xfrm rot="0">
              <a:off x="3956" y="1464"/>
              <a:ext cx="31" cy="31"/>
            </a:xfrm>
            <a:custGeom>
              <a:avLst/>
              <a:ahLst/>
              <a:rect l="0" t="0" r="r" b="b"/>
              <a:pathLst>
                <a:path w="93" h="93">
                  <a:moveTo>
                    <a:pt x="56" y="93"/>
                  </a:moveTo>
                  <a:lnTo>
                    <a:pt x="75" y="73"/>
                  </a:lnTo>
                  <a:lnTo>
                    <a:pt x="93" y="53"/>
                  </a:lnTo>
                  <a:lnTo>
                    <a:pt x="37" y="0"/>
                  </a:lnTo>
                  <a:lnTo>
                    <a:pt x="19" y="20"/>
                  </a:lnTo>
                  <a:lnTo>
                    <a:pt x="0" y="40"/>
                  </a:lnTo>
                  <a:lnTo>
                    <a:pt x="56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72" name=""/>
            <p:cNvSpPr/>
            <p:nvPr/>
          </p:nvSpPr>
          <p:spPr>
            <a:xfrm rot="0">
              <a:off x="3963" y="1464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0" y="20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73" name=""/>
            <p:cNvSpPr/>
            <p:nvPr/>
          </p:nvSpPr>
          <p:spPr>
            <a:xfrm rot="0" flipH="1">
              <a:off x="3968" y="1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74" name=""/>
            <p:cNvSpPr/>
            <p:nvPr/>
          </p:nvSpPr>
          <p:spPr>
            <a:xfrm rot="0">
              <a:off x="3937" y="1448"/>
              <a:ext cx="31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59" y="90"/>
                  </a:moveTo>
                  <a:lnTo>
                    <a:pt x="77" y="70"/>
                  </a:lnTo>
                  <a:lnTo>
                    <a:pt x="94" y="50"/>
                  </a:lnTo>
                  <a:lnTo>
                    <a:pt x="35" y="0"/>
                  </a:lnTo>
                  <a:lnTo>
                    <a:pt x="17" y="19"/>
                  </a:lnTo>
                  <a:lnTo>
                    <a:pt x="0" y="39"/>
                  </a:lnTo>
                  <a:lnTo>
                    <a:pt x="59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75" name=""/>
            <p:cNvSpPr/>
            <p:nvPr/>
          </p:nvSpPr>
          <p:spPr>
            <a:xfrm rot="0">
              <a:off x="3937" y="1448"/>
              <a:ext cx="31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59" y="90"/>
                  </a:moveTo>
                  <a:lnTo>
                    <a:pt x="77" y="70"/>
                  </a:lnTo>
                  <a:lnTo>
                    <a:pt x="94" y="50"/>
                  </a:lnTo>
                  <a:lnTo>
                    <a:pt x="35" y="0"/>
                  </a:lnTo>
                  <a:lnTo>
                    <a:pt x="17" y="19"/>
                  </a:lnTo>
                  <a:lnTo>
                    <a:pt x="0" y="39"/>
                  </a:lnTo>
                  <a:lnTo>
                    <a:pt x="59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76" name=""/>
            <p:cNvSpPr/>
            <p:nvPr/>
          </p:nvSpPr>
          <p:spPr>
            <a:xfrm rot="0">
              <a:off x="3943" y="1447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0" y="20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77" name=""/>
            <p:cNvSpPr/>
            <p:nvPr/>
          </p:nvSpPr>
          <p:spPr>
            <a:xfrm rot="0" flipH="1" flipV="1">
              <a:off x="3948" y="1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78" name=""/>
            <p:cNvSpPr/>
            <p:nvPr/>
          </p:nvSpPr>
          <p:spPr>
            <a:xfrm rot="0">
              <a:off x="3917" y="1431"/>
              <a:ext cx="31" cy="30"/>
            </a:xfrm>
            <a:custGeom>
              <a:avLst/>
              <a:ahLst/>
              <a:rect l="0" t="0" r="r" b="b"/>
              <a:pathLst>
                <a:path w="93" h="89">
                  <a:moveTo>
                    <a:pt x="60" y="89"/>
                  </a:moveTo>
                  <a:lnTo>
                    <a:pt x="76" y="68"/>
                  </a:lnTo>
                  <a:lnTo>
                    <a:pt x="93" y="48"/>
                  </a:lnTo>
                  <a:lnTo>
                    <a:pt x="33" y="0"/>
                  </a:lnTo>
                  <a:lnTo>
                    <a:pt x="16" y="21"/>
                  </a:lnTo>
                  <a:lnTo>
                    <a:pt x="0" y="41"/>
                  </a:lnTo>
                  <a:lnTo>
                    <a:pt x="6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79" name=""/>
            <p:cNvSpPr/>
            <p:nvPr/>
          </p:nvSpPr>
          <p:spPr>
            <a:xfrm rot="0">
              <a:off x="3917" y="1431"/>
              <a:ext cx="31" cy="30"/>
            </a:xfrm>
            <a:custGeom>
              <a:avLst/>
              <a:ahLst/>
              <a:rect l="0" t="0" r="r" b="b"/>
              <a:pathLst>
                <a:path w="93" h="89">
                  <a:moveTo>
                    <a:pt x="60" y="89"/>
                  </a:moveTo>
                  <a:lnTo>
                    <a:pt x="76" y="68"/>
                  </a:lnTo>
                  <a:lnTo>
                    <a:pt x="93" y="48"/>
                  </a:lnTo>
                  <a:lnTo>
                    <a:pt x="33" y="0"/>
                  </a:lnTo>
                  <a:lnTo>
                    <a:pt x="16" y="21"/>
                  </a:lnTo>
                  <a:lnTo>
                    <a:pt x="0" y="41"/>
                  </a:lnTo>
                  <a:lnTo>
                    <a:pt x="6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80" name=""/>
            <p:cNvSpPr/>
            <p:nvPr/>
          </p:nvSpPr>
          <p:spPr>
            <a:xfrm rot="0">
              <a:off x="3923" y="1431"/>
              <a:ext cx="5" cy="7"/>
            </a:xfrm>
            <a:custGeom>
              <a:avLst/>
              <a:ahLst/>
              <a:rect l="0" t="0" r="r" b="b"/>
              <a:pathLst>
                <a:path w="17" h="22">
                  <a:moveTo>
                    <a:pt x="0" y="22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81" name=""/>
            <p:cNvSpPr/>
            <p:nvPr/>
          </p:nvSpPr>
          <p:spPr>
            <a:xfrm rot="0" flipH="1" flipV="1">
              <a:off x="3928" y="14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82" name=""/>
            <p:cNvSpPr/>
            <p:nvPr/>
          </p:nvSpPr>
          <p:spPr>
            <a:xfrm rot="0">
              <a:off x="3897" y="1416"/>
              <a:ext cx="31" cy="29"/>
            </a:xfrm>
            <a:custGeom>
              <a:avLst/>
              <a:ahLst/>
              <a:rect l="0" t="0" r="r" b="b"/>
              <a:pathLst>
                <a:path w="94" h="88">
                  <a:moveTo>
                    <a:pt x="63" y="88"/>
                  </a:moveTo>
                  <a:lnTo>
                    <a:pt x="78" y="67"/>
                  </a:lnTo>
                  <a:lnTo>
                    <a:pt x="94" y="45"/>
                  </a:lnTo>
                  <a:lnTo>
                    <a:pt x="31" y="0"/>
                  </a:lnTo>
                  <a:lnTo>
                    <a:pt x="15" y="22"/>
                  </a:lnTo>
                  <a:lnTo>
                    <a:pt x="0" y="44"/>
                  </a:lnTo>
                  <a:lnTo>
                    <a:pt x="63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83" name=""/>
            <p:cNvSpPr/>
            <p:nvPr/>
          </p:nvSpPr>
          <p:spPr>
            <a:xfrm rot="0">
              <a:off x="3897" y="1416"/>
              <a:ext cx="31" cy="29"/>
            </a:xfrm>
            <a:custGeom>
              <a:avLst/>
              <a:ahLst/>
              <a:rect l="0" t="0" r="r" b="b"/>
              <a:pathLst>
                <a:path w="94" h="88">
                  <a:moveTo>
                    <a:pt x="63" y="88"/>
                  </a:moveTo>
                  <a:lnTo>
                    <a:pt x="78" y="67"/>
                  </a:lnTo>
                  <a:lnTo>
                    <a:pt x="94" y="45"/>
                  </a:lnTo>
                  <a:lnTo>
                    <a:pt x="31" y="0"/>
                  </a:lnTo>
                  <a:lnTo>
                    <a:pt x="15" y="22"/>
                  </a:lnTo>
                  <a:lnTo>
                    <a:pt x="0" y="44"/>
                  </a:lnTo>
                  <a:lnTo>
                    <a:pt x="63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84" name=""/>
            <p:cNvSpPr/>
            <p:nvPr/>
          </p:nvSpPr>
          <p:spPr>
            <a:xfrm rot="0">
              <a:off x="3902" y="1416"/>
              <a:ext cx="5" cy="7"/>
            </a:xfrm>
            <a:custGeom>
              <a:avLst/>
              <a:ahLst/>
              <a:rect l="0" t="0" r="r" b="b"/>
              <a:pathLst>
                <a:path w="16" h="23">
                  <a:moveTo>
                    <a:pt x="0" y="23"/>
                  </a:moveTo>
                  <a:lnTo>
                    <a:pt x="16" y="1"/>
                  </a:lnTo>
                  <a:lnTo>
                    <a:pt x="15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85" name=""/>
            <p:cNvSpPr/>
            <p:nvPr/>
          </p:nvSpPr>
          <p:spPr>
            <a:xfrm rot="0" flipH="1" flipV="1">
              <a:off x="3907" y="14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86" name=""/>
            <p:cNvSpPr/>
            <p:nvPr/>
          </p:nvSpPr>
          <p:spPr>
            <a:xfrm rot="0">
              <a:off x="3875" y="1402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66" y="87"/>
                  </a:moveTo>
                  <a:lnTo>
                    <a:pt x="80" y="64"/>
                  </a:lnTo>
                  <a:lnTo>
                    <a:pt x="95" y="41"/>
                  </a:lnTo>
                  <a:lnTo>
                    <a:pt x="29" y="0"/>
                  </a:lnTo>
                  <a:lnTo>
                    <a:pt x="15" y="23"/>
                  </a:lnTo>
                  <a:lnTo>
                    <a:pt x="0" y="45"/>
                  </a:lnTo>
                  <a:lnTo>
                    <a:pt x="66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87" name=""/>
            <p:cNvSpPr/>
            <p:nvPr/>
          </p:nvSpPr>
          <p:spPr>
            <a:xfrm rot="0">
              <a:off x="3875" y="1402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66" y="87"/>
                  </a:moveTo>
                  <a:lnTo>
                    <a:pt x="80" y="64"/>
                  </a:lnTo>
                  <a:lnTo>
                    <a:pt x="95" y="41"/>
                  </a:lnTo>
                  <a:lnTo>
                    <a:pt x="29" y="0"/>
                  </a:lnTo>
                  <a:lnTo>
                    <a:pt x="15" y="23"/>
                  </a:lnTo>
                  <a:lnTo>
                    <a:pt x="0" y="45"/>
                  </a:lnTo>
                  <a:lnTo>
                    <a:pt x="66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88" name=""/>
            <p:cNvSpPr/>
            <p:nvPr/>
          </p:nvSpPr>
          <p:spPr>
            <a:xfrm rot="0">
              <a:off x="3880" y="1402"/>
              <a:ext cx="5" cy="8"/>
            </a:xfrm>
            <a:custGeom>
              <a:avLst/>
              <a:ahLst/>
              <a:rect l="0" t="0" r="r" b="b"/>
              <a:pathLst>
                <a:path w="14" h="23">
                  <a:moveTo>
                    <a:pt x="0" y="23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89" name=""/>
            <p:cNvSpPr/>
            <p:nvPr/>
          </p:nvSpPr>
          <p:spPr>
            <a:xfrm rot="0" flipH="1">
              <a:off x="3884" y="14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0" name=""/>
          <p:cNvGrpSpPr/>
          <p:nvPr/>
        </p:nvGrpSpPr>
        <p:grpSpPr>
          <a:xfrm rot="0">
            <a:off x="4883150" y="2105025"/>
            <a:ext cx="1282700" cy="1135062"/>
            <a:chOff x="3076" y="1326"/>
            <a:chExt cx="808" cy="715"/>
          </a:xfrm>
        </p:grpSpPr>
        <p:sp>
          <p:nvSpPr>
            <p:cNvPr id="1082090" name=""/>
            <p:cNvSpPr/>
            <p:nvPr/>
          </p:nvSpPr>
          <p:spPr>
            <a:xfrm rot="0">
              <a:off x="3853" y="1389"/>
              <a:ext cx="31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67" y="84"/>
                  </a:moveTo>
                  <a:lnTo>
                    <a:pt x="81" y="62"/>
                  </a:lnTo>
                  <a:lnTo>
                    <a:pt x="94" y="39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6"/>
                  </a:lnTo>
                  <a:lnTo>
                    <a:pt x="67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91" name=""/>
            <p:cNvSpPr/>
            <p:nvPr/>
          </p:nvSpPr>
          <p:spPr>
            <a:xfrm rot="0">
              <a:off x="3853" y="1389"/>
              <a:ext cx="31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67" y="84"/>
                  </a:moveTo>
                  <a:lnTo>
                    <a:pt x="81" y="62"/>
                  </a:lnTo>
                  <a:lnTo>
                    <a:pt x="94" y="39"/>
                  </a:lnTo>
                  <a:lnTo>
                    <a:pt x="27" y="0"/>
                  </a:lnTo>
                  <a:lnTo>
                    <a:pt x="13" y="23"/>
                  </a:lnTo>
                  <a:lnTo>
                    <a:pt x="0" y="46"/>
                  </a:lnTo>
                  <a:lnTo>
                    <a:pt x="67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92" name=""/>
            <p:cNvSpPr/>
            <p:nvPr/>
          </p:nvSpPr>
          <p:spPr>
            <a:xfrm rot="0">
              <a:off x="3857" y="1389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0" y="24"/>
                  </a:moveTo>
                  <a:lnTo>
                    <a:pt x="14" y="1"/>
                  </a:lnTo>
                  <a:lnTo>
                    <a:pt x="12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93" name=""/>
            <p:cNvSpPr/>
            <p:nvPr/>
          </p:nvSpPr>
          <p:spPr>
            <a:xfrm rot="0" flipH="1" flipV="1">
              <a:off x="3861" y="13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94" name=""/>
            <p:cNvSpPr/>
            <p:nvPr/>
          </p:nvSpPr>
          <p:spPr>
            <a:xfrm rot="0">
              <a:off x="3830" y="1377"/>
              <a:ext cx="31" cy="28"/>
            </a:xfrm>
            <a:custGeom>
              <a:avLst/>
              <a:ahLst/>
              <a:rect l="0" t="0" r="r" b="b"/>
              <a:pathLst>
                <a:path w="93" h="82">
                  <a:moveTo>
                    <a:pt x="70" y="82"/>
                  </a:moveTo>
                  <a:lnTo>
                    <a:pt x="81" y="58"/>
                  </a:lnTo>
                  <a:lnTo>
                    <a:pt x="93" y="34"/>
                  </a:lnTo>
                  <a:lnTo>
                    <a:pt x="23" y="0"/>
                  </a:lnTo>
                  <a:lnTo>
                    <a:pt x="12" y="24"/>
                  </a:lnTo>
                  <a:lnTo>
                    <a:pt x="0" y="48"/>
                  </a:lnTo>
                  <a:lnTo>
                    <a:pt x="7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95" name=""/>
            <p:cNvSpPr/>
            <p:nvPr/>
          </p:nvSpPr>
          <p:spPr>
            <a:xfrm rot="0">
              <a:off x="3830" y="1377"/>
              <a:ext cx="31" cy="28"/>
            </a:xfrm>
            <a:custGeom>
              <a:avLst/>
              <a:ahLst/>
              <a:rect l="0" t="0" r="r" b="b"/>
              <a:pathLst>
                <a:path w="93" h="82">
                  <a:moveTo>
                    <a:pt x="70" y="82"/>
                  </a:moveTo>
                  <a:lnTo>
                    <a:pt x="81" y="58"/>
                  </a:lnTo>
                  <a:lnTo>
                    <a:pt x="93" y="34"/>
                  </a:lnTo>
                  <a:lnTo>
                    <a:pt x="23" y="0"/>
                  </a:lnTo>
                  <a:lnTo>
                    <a:pt x="12" y="24"/>
                  </a:lnTo>
                  <a:lnTo>
                    <a:pt x="0" y="48"/>
                  </a:lnTo>
                  <a:lnTo>
                    <a:pt x="7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96" name=""/>
            <p:cNvSpPr/>
            <p:nvPr/>
          </p:nvSpPr>
          <p:spPr>
            <a:xfrm rot="0">
              <a:off x="3834" y="1377"/>
              <a:ext cx="4" cy="8"/>
            </a:xfrm>
            <a:custGeom>
              <a:avLst/>
              <a:ahLst/>
              <a:rect l="0" t="0" r="r" b="b"/>
              <a:pathLst>
                <a:path w="11" h="24">
                  <a:moveTo>
                    <a:pt x="0" y="24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97" name=""/>
            <p:cNvSpPr/>
            <p:nvPr/>
          </p:nvSpPr>
          <p:spPr>
            <a:xfrm rot="0" flipH="1">
              <a:off x="3838" y="1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098" name=""/>
            <p:cNvSpPr/>
            <p:nvPr/>
          </p:nvSpPr>
          <p:spPr>
            <a:xfrm rot="0">
              <a:off x="3807" y="1367"/>
              <a:ext cx="31" cy="26"/>
            </a:xfrm>
            <a:custGeom>
              <a:avLst/>
              <a:ahLst/>
              <a:rect l="0" t="0" r="r" b="b"/>
              <a:pathLst>
                <a:path w="91" h="79">
                  <a:moveTo>
                    <a:pt x="71" y="79"/>
                  </a:moveTo>
                  <a:lnTo>
                    <a:pt x="81" y="55"/>
                  </a:lnTo>
                  <a:lnTo>
                    <a:pt x="91" y="31"/>
                  </a:lnTo>
                  <a:lnTo>
                    <a:pt x="21" y="0"/>
                  </a:lnTo>
                  <a:lnTo>
                    <a:pt x="10" y="24"/>
                  </a:lnTo>
                  <a:lnTo>
                    <a:pt x="0" y="48"/>
                  </a:lnTo>
                  <a:lnTo>
                    <a:pt x="71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099" name=""/>
            <p:cNvSpPr/>
            <p:nvPr/>
          </p:nvSpPr>
          <p:spPr>
            <a:xfrm rot="0">
              <a:off x="3807" y="1367"/>
              <a:ext cx="31" cy="26"/>
            </a:xfrm>
            <a:custGeom>
              <a:avLst/>
              <a:ahLst/>
              <a:rect l="0" t="0" r="r" b="b"/>
              <a:pathLst>
                <a:path w="91" h="79">
                  <a:moveTo>
                    <a:pt x="71" y="79"/>
                  </a:moveTo>
                  <a:lnTo>
                    <a:pt x="81" y="55"/>
                  </a:lnTo>
                  <a:lnTo>
                    <a:pt x="91" y="31"/>
                  </a:lnTo>
                  <a:lnTo>
                    <a:pt x="21" y="0"/>
                  </a:lnTo>
                  <a:lnTo>
                    <a:pt x="10" y="24"/>
                  </a:lnTo>
                  <a:lnTo>
                    <a:pt x="0" y="48"/>
                  </a:lnTo>
                  <a:lnTo>
                    <a:pt x="71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00" name=""/>
            <p:cNvSpPr/>
            <p:nvPr/>
          </p:nvSpPr>
          <p:spPr>
            <a:xfrm rot="0">
              <a:off x="3811" y="1367"/>
              <a:ext cx="3" cy="8"/>
            </a:xfrm>
            <a:custGeom>
              <a:avLst/>
              <a:ahLst/>
              <a:rect l="0" t="0" r="r" b="b"/>
              <a:pathLst>
                <a:path w="11" h="25">
                  <a:moveTo>
                    <a:pt x="0" y="25"/>
                  </a:moveTo>
                  <a:lnTo>
                    <a:pt x="11" y="1"/>
                  </a:lnTo>
                  <a:lnTo>
                    <a:pt x="10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01" name=""/>
            <p:cNvSpPr/>
            <p:nvPr/>
          </p:nvSpPr>
          <p:spPr>
            <a:xfrm rot="0" flipH="1" flipV="1">
              <a:off x="3814" y="13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02" name=""/>
            <p:cNvSpPr/>
            <p:nvPr/>
          </p:nvSpPr>
          <p:spPr>
            <a:xfrm rot="0">
              <a:off x="3783" y="1357"/>
              <a:ext cx="31" cy="26"/>
            </a:xfrm>
            <a:custGeom>
              <a:avLst/>
              <a:ahLst/>
              <a:rect l="0" t="0" r="r" b="b"/>
              <a:pathLst>
                <a:path w="92" h="78">
                  <a:moveTo>
                    <a:pt x="73" y="78"/>
                  </a:moveTo>
                  <a:lnTo>
                    <a:pt x="82" y="53"/>
                  </a:lnTo>
                  <a:lnTo>
                    <a:pt x="92" y="28"/>
                  </a:lnTo>
                  <a:lnTo>
                    <a:pt x="19" y="0"/>
                  </a:lnTo>
                  <a:lnTo>
                    <a:pt x="10" y="25"/>
                  </a:lnTo>
                  <a:lnTo>
                    <a:pt x="0" y="50"/>
                  </a:lnTo>
                  <a:lnTo>
                    <a:pt x="73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03" name=""/>
            <p:cNvSpPr/>
            <p:nvPr/>
          </p:nvSpPr>
          <p:spPr>
            <a:xfrm rot="0">
              <a:off x="3783" y="1357"/>
              <a:ext cx="31" cy="26"/>
            </a:xfrm>
            <a:custGeom>
              <a:avLst/>
              <a:ahLst/>
              <a:rect l="0" t="0" r="r" b="b"/>
              <a:pathLst>
                <a:path w="92" h="78">
                  <a:moveTo>
                    <a:pt x="73" y="78"/>
                  </a:moveTo>
                  <a:lnTo>
                    <a:pt x="82" y="53"/>
                  </a:lnTo>
                  <a:lnTo>
                    <a:pt x="92" y="28"/>
                  </a:lnTo>
                  <a:lnTo>
                    <a:pt x="19" y="0"/>
                  </a:lnTo>
                  <a:lnTo>
                    <a:pt x="10" y="25"/>
                  </a:lnTo>
                  <a:lnTo>
                    <a:pt x="0" y="50"/>
                  </a:lnTo>
                  <a:lnTo>
                    <a:pt x="73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04" name=""/>
            <p:cNvSpPr/>
            <p:nvPr/>
          </p:nvSpPr>
          <p:spPr>
            <a:xfrm rot="0">
              <a:off x="3787" y="1357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0" y="25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05" name=""/>
            <p:cNvSpPr/>
            <p:nvPr/>
          </p:nvSpPr>
          <p:spPr>
            <a:xfrm rot="0" flipH="1">
              <a:off x="3789" y="13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06" name=""/>
            <p:cNvSpPr/>
            <p:nvPr/>
          </p:nvSpPr>
          <p:spPr>
            <a:xfrm rot="0">
              <a:off x="3760" y="1349"/>
              <a:ext cx="29" cy="25"/>
            </a:xfrm>
            <a:custGeom>
              <a:avLst/>
              <a:ahLst/>
              <a:rect l="0" t="0" r="r" b="b"/>
              <a:pathLst>
                <a:path w="89" h="75">
                  <a:moveTo>
                    <a:pt x="72" y="75"/>
                  </a:moveTo>
                  <a:lnTo>
                    <a:pt x="81" y="50"/>
                  </a:lnTo>
                  <a:lnTo>
                    <a:pt x="89" y="25"/>
                  </a:lnTo>
                  <a:lnTo>
                    <a:pt x="16" y="0"/>
                  </a:lnTo>
                  <a:lnTo>
                    <a:pt x="8" y="25"/>
                  </a:lnTo>
                  <a:lnTo>
                    <a:pt x="0" y="50"/>
                  </a:lnTo>
                  <a:lnTo>
                    <a:pt x="7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07" name=""/>
            <p:cNvSpPr/>
            <p:nvPr/>
          </p:nvSpPr>
          <p:spPr>
            <a:xfrm rot="0">
              <a:off x="3760" y="1349"/>
              <a:ext cx="29" cy="25"/>
            </a:xfrm>
            <a:custGeom>
              <a:avLst/>
              <a:ahLst/>
              <a:rect l="0" t="0" r="r" b="b"/>
              <a:pathLst>
                <a:path w="89" h="75">
                  <a:moveTo>
                    <a:pt x="72" y="75"/>
                  </a:moveTo>
                  <a:lnTo>
                    <a:pt x="81" y="50"/>
                  </a:lnTo>
                  <a:lnTo>
                    <a:pt x="89" y="25"/>
                  </a:lnTo>
                  <a:lnTo>
                    <a:pt x="16" y="0"/>
                  </a:lnTo>
                  <a:lnTo>
                    <a:pt x="8" y="25"/>
                  </a:lnTo>
                  <a:lnTo>
                    <a:pt x="0" y="50"/>
                  </a:lnTo>
                  <a:lnTo>
                    <a:pt x="7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08" name=""/>
            <p:cNvSpPr/>
            <p:nvPr/>
          </p:nvSpPr>
          <p:spPr>
            <a:xfrm rot="0">
              <a:off x="3762" y="1349"/>
              <a:ext cx="3" cy="8"/>
            </a:xfrm>
            <a:custGeom>
              <a:avLst/>
              <a:ahLst/>
              <a:rect l="0" t="0" r="r" b="b"/>
              <a:pathLst>
                <a:path w="8" h="26">
                  <a:moveTo>
                    <a:pt x="0" y="26"/>
                  </a:moveTo>
                  <a:lnTo>
                    <a:pt x="8" y="1"/>
                  </a:lnTo>
                  <a:lnTo>
                    <a:pt x="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09" name=""/>
            <p:cNvSpPr/>
            <p:nvPr/>
          </p:nvSpPr>
          <p:spPr>
            <a:xfrm rot="0" flipH="1" flipV="1">
              <a:off x="3765" y="13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10" name=""/>
            <p:cNvSpPr/>
            <p:nvPr/>
          </p:nvSpPr>
          <p:spPr>
            <a:xfrm rot="0">
              <a:off x="3735" y="1342"/>
              <a:ext cx="30" cy="24"/>
            </a:xfrm>
            <a:custGeom>
              <a:avLst/>
              <a:ahLst/>
              <a:rect l="0" t="0" r="r" b="b"/>
              <a:pathLst>
                <a:path w="89" h="73">
                  <a:moveTo>
                    <a:pt x="75" y="73"/>
                  </a:moveTo>
                  <a:lnTo>
                    <a:pt x="82" y="47"/>
                  </a:lnTo>
                  <a:lnTo>
                    <a:pt x="89" y="21"/>
                  </a:lnTo>
                  <a:lnTo>
                    <a:pt x="15" y="0"/>
                  </a:lnTo>
                  <a:lnTo>
                    <a:pt x="8" y="26"/>
                  </a:lnTo>
                  <a:lnTo>
                    <a:pt x="0" y="52"/>
                  </a:lnTo>
                  <a:lnTo>
                    <a:pt x="75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11" name=""/>
            <p:cNvSpPr/>
            <p:nvPr/>
          </p:nvSpPr>
          <p:spPr>
            <a:xfrm rot="0">
              <a:off x="3735" y="1342"/>
              <a:ext cx="30" cy="24"/>
            </a:xfrm>
            <a:custGeom>
              <a:avLst/>
              <a:ahLst/>
              <a:rect l="0" t="0" r="r" b="b"/>
              <a:pathLst>
                <a:path w="89" h="73">
                  <a:moveTo>
                    <a:pt x="75" y="73"/>
                  </a:moveTo>
                  <a:lnTo>
                    <a:pt x="82" y="47"/>
                  </a:lnTo>
                  <a:lnTo>
                    <a:pt x="89" y="21"/>
                  </a:lnTo>
                  <a:lnTo>
                    <a:pt x="15" y="0"/>
                  </a:lnTo>
                  <a:lnTo>
                    <a:pt x="8" y="26"/>
                  </a:lnTo>
                  <a:lnTo>
                    <a:pt x="0" y="52"/>
                  </a:lnTo>
                  <a:lnTo>
                    <a:pt x="75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12" name=""/>
            <p:cNvSpPr/>
            <p:nvPr/>
          </p:nvSpPr>
          <p:spPr>
            <a:xfrm rot="0">
              <a:off x="3738" y="1342"/>
              <a:ext cx="2" cy="8"/>
            </a:xfrm>
            <a:custGeom>
              <a:avLst/>
              <a:ahLst/>
              <a:rect l="0" t="0" r="r" b="b"/>
              <a:pathLst>
                <a:path w="7" h="26">
                  <a:moveTo>
                    <a:pt x="0" y="26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13" name=""/>
            <p:cNvSpPr/>
            <p:nvPr/>
          </p:nvSpPr>
          <p:spPr>
            <a:xfrm rot="0" flipH="1">
              <a:off x="3739" y="13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14" name=""/>
            <p:cNvSpPr/>
            <p:nvPr/>
          </p:nvSpPr>
          <p:spPr>
            <a:xfrm rot="0">
              <a:off x="3711" y="1336"/>
              <a:ext cx="28" cy="23"/>
            </a:xfrm>
            <a:custGeom>
              <a:avLst/>
              <a:ahLst/>
              <a:rect l="0" t="0" r="r" b="b"/>
              <a:pathLst>
                <a:path w="86" h="68">
                  <a:moveTo>
                    <a:pt x="75" y="68"/>
                  </a:moveTo>
                  <a:lnTo>
                    <a:pt x="81" y="42"/>
                  </a:lnTo>
                  <a:lnTo>
                    <a:pt x="86" y="16"/>
                  </a:lnTo>
                  <a:lnTo>
                    <a:pt x="10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75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15" name=""/>
            <p:cNvSpPr/>
            <p:nvPr/>
          </p:nvSpPr>
          <p:spPr>
            <a:xfrm rot="0">
              <a:off x="3711" y="1336"/>
              <a:ext cx="28" cy="23"/>
            </a:xfrm>
            <a:custGeom>
              <a:avLst/>
              <a:ahLst/>
              <a:rect l="0" t="0" r="r" b="b"/>
              <a:pathLst>
                <a:path w="86" h="68">
                  <a:moveTo>
                    <a:pt x="75" y="68"/>
                  </a:moveTo>
                  <a:lnTo>
                    <a:pt x="81" y="42"/>
                  </a:lnTo>
                  <a:lnTo>
                    <a:pt x="86" y="16"/>
                  </a:lnTo>
                  <a:lnTo>
                    <a:pt x="10" y="0"/>
                  </a:lnTo>
                  <a:lnTo>
                    <a:pt x="5" y="26"/>
                  </a:lnTo>
                  <a:lnTo>
                    <a:pt x="0" y="52"/>
                  </a:lnTo>
                  <a:lnTo>
                    <a:pt x="75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16" name=""/>
            <p:cNvSpPr/>
            <p:nvPr/>
          </p:nvSpPr>
          <p:spPr>
            <a:xfrm rot="0">
              <a:off x="3712" y="1336"/>
              <a:ext cx="2" cy="9"/>
            </a:xfrm>
            <a:custGeom>
              <a:avLst/>
              <a:ahLst/>
              <a:rect l="0" t="0" r="r" b="b"/>
              <a:pathLst>
                <a:path w="5" h="26">
                  <a:moveTo>
                    <a:pt x="0" y="26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17" name=""/>
            <p:cNvSpPr/>
            <p:nvPr/>
          </p:nvSpPr>
          <p:spPr>
            <a:xfrm rot="0" flipH="1">
              <a:off x="3714" y="1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18" name=""/>
            <p:cNvSpPr/>
            <p:nvPr/>
          </p:nvSpPr>
          <p:spPr>
            <a:xfrm rot="0">
              <a:off x="3685" y="1332"/>
              <a:ext cx="29" cy="22"/>
            </a:xfrm>
            <a:custGeom>
              <a:avLst/>
              <a:ahLst/>
              <a:rect l="0" t="0" r="r" b="b"/>
              <a:pathLst>
                <a:path w="85" h="66">
                  <a:moveTo>
                    <a:pt x="77" y="66"/>
                  </a:moveTo>
                  <a:lnTo>
                    <a:pt x="81" y="40"/>
                  </a:lnTo>
                  <a:lnTo>
                    <a:pt x="85" y="14"/>
                  </a:lnTo>
                  <a:lnTo>
                    <a:pt x="8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77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19" name=""/>
            <p:cNvSpPr/>
            <p:nvPr/>
          </p:nvSpPr>
          <p:spPr>
            <a:xfrm rot="0">
              <a:off x="3685" y="1332"/>
              <a:ext cx="29" cy="22"/>
            </a:xfrm>
            <a:custGeom>
              <a:avLst/>
              <a:ahLst/>
              <a:rect l="0" t="0" r="r" b="b"/>
              <a:pathLst>
                <a:path w="85" h="66">
                  <a:moveTo>
                    <a:pt x="77" y="66"/>
                  </a:moveTo>
                  <a:lnTo>
                    <a:pt x="81" y="40"/>
                  </a:lnTo>
                  <a:lnTo>
                    <a:pt x="85" y="14"/>
                  </a:lnTo>
                  <a:lnTo>
                    <a:pt x="8" y="0"/>
                  </a:lnTo>
                  <a:lnTo>
                    <a:pt x="4" y="26"/>
                  </a:lnTo>
                  <a:lnTo>
                    <a:pt x="0" y="52"/>
                  </a:lnTo>
                  <a:lnTo>
                    <a:pt x="77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20" name=""/>
            <p:cNvSpPr/>
            <p:nvPr/>
          </p:nvSpPr>
          <p:spPr>
            <a:xfrm rot="0">
              <a:off x="3687" y="1332"/>
              <a:ext cx="1" cy="8"/>
            </a:xfrm>
            <a:custGeom>
              <a:avLst/>
              <a:ahLst/>
              <a:rect l="0" t="0" r="r" b="b"/>
              <a:pathLst>
                <a:path w="4" h="26">
                  <a:moveTo>
                    <a:pt x="0" y="26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21" name=""/>
            <p:cNvSpPr/>
            <p:nvPr/>
          </p:nvSpPr>
          <p:spPr>
            <a:xfrm rot="0" flipH="1">
              <a:off x="3688" y="1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22" name=""/>
            <p:cNvSpPr/>
            <p:nvPr/>
          </p:nvSpPr>
          <p:spPr>
            <a:xfrm rot="0">
              <a:off x="3660" y="1329"/>
              <a:ext cx="28" cy="20"/>
            </a:xfrm>
            <a:custGeom>
              <a:avLst/>
              <a:ahLst/>
              <a:rect l="0" t="0" r="r" b="b"/>
              <a:pathLst>
                <a:path w="83" h="61">
                  <a:moveTo>
                    <a:pt x="77" y="61"/>
                  </a:moveTo>
                  <a:lnTo>
                    <a:pt x="80" y="35"/>
                  </a:lnTo>
                  <a:lnTo>
                    <a:pt x="83" y="9"/>
                  </a:lnTo>
                  <a:lnTo>
                    <a:pt x="7" y="0"/>
                  </a:lnTo>
                  <a:lnTo>
                    <a:pt x="3" y="26"/>
                  </a:lnTo>
                  <a:lnTo>
                    <a:pt x="0" y="52"/>
                  </a:lnTo>
                  <a:lnTo>
                    <a:pt x="77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23" name=""/>
            <p:cNvSpPr/>
            <p:nvPr/>
          </p:nvSpPr>
          <p:spPr>
            <a:xfrm rot="0">
              <a:off x="3660" y="1329"/>
              <a:ext cx="28" cy="20"/>
            </a:xfrm>
            <a:custGeom>
              <a:avLst/>
              <a:ahLst/>
              <a:rect l="0" t="0" r="r" b="b"/>
              <a:pathLst>
                <a:path w="83" h="61">
                  <a:moveTo>
                    <a:pt x="77" y="61"/>
                  </a:moveTo>
                  <a:lnTo>
                    <a:pt x="80" y="35"/>
                  </a:lnTo>
                  <a:lnTo>
                    <a:pt x="83" y="9"/>
                  </a:lnTo>
                  <a:lnTo>
                    <a:pt x="7" y="0"/>
                  </a:lnTo>
                  <a:lnTo>
                    <a:pt x="3" y="26"/>
                  </a:lnTo>
                  <a:lnTo>
                    <a:pt x="0" y="52"/>
                  </a:lnTo>
                  <a:lnTo>
                    <a:pt x="77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24" name=""/>
            <p:cNvSpPr/>
            <p:nvPr/>
          </p:nvSpPr>
          <p:spPr>
            <a:xfrm rot="0">
              <a:off x="3661" y="1329"/>
              <a:ext cx="1" cy="8"/>
            </a:xfrm>
            <a:custGeom>
              <a:avLst/>
              <a:ahLst/>
              <a:rect l="0" t="0" r="r" b="b"/>
              <a:pathLst>
                <a:path w="4" h="26">
                  <a:moveTo>
                    <a:pt x="0" y="26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25" name=""/>
            <p:cNvSpPr/>
            <p:nvPr/>
          </p:nvSpPr>
          <p:spPr>
            <a:xfrm rot="0" flipH="1">
              <a:off x="3662" y="13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26" name=""/>
            <p:cNvSpPr/>
            <p:nvPr/>
          </p:nvSpPr>
          <p:spPr>
            <a:xfrm rot="0">
              <a:off x="3635" y="1327"/>
              <a:ext cx="27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76" y="57"/>
                  </a:moveTo>
                  <a:lnTo>
                    <a:pt x="78" y="31"/>
                  </a:lnTo>
                  <a:lnTo>
                    <a:pt x="80" y="5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2"/>
                  </a:lnTo>
                  <a:lnTo>
                    <a:pt x="76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27" name=""/>
            <p:cNvSpPr/>
            <p:nvPr/>
          </p:nvSpPr>
          <p:spPr>
            <a:xfrm rot="0">
              <a:off x="3635" y="1327"/>
              <a:ext cx="27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76" y="57"/>
                  </a:moveTo>
                  <a:lnTo>
                    <a:pt x="78" y="31"/>
                  </a:lnTo>
                  <a:lnTo>
                    <a:pt x="80" y="5"/>
                  </a:lnTo>
                  <a:lnTo>
                    <a:pt x="4" y="0"/>
                  </a:lnTo>
                  <a:lnTo>
                    <a:pt x="2" y="26"/>
                  </a:lnTo>
                  <a:lnTo>
                    <a:pt x="0" y="52"/>
                  </a:lnTo>
                  <a:lnTo>
                    <a:pt x="76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28" name=""/>
            <p:cNvSpPr/>
            <p:nvPr/>
          </p:nvSpPr>
          <p:spPr>
            <a:xfrm rot="0">
              <a:off x="3636" y="1327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0" y="26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29" name=""/>
            <p:cNvSpPr/>
            <p:nvPr/>
          </p:nvSpPr>
          <p:spPr>
            <a:xfrm rot="0" flipH="1">
              <a:off x="3636" y="13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30" name=""/>
            <p:cNvSpPr/>
            <p:nvPr/>
          </p:nvSpPr>
          <p:spPr>
            <a:xfrm rot="0">
              <a:off x="3610" y="1326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77" y="54"/>
                  </a:moveTo>
                  <a:lnTo>
                    <a:pt x="78" y="28"/>
                  </a:lnTo>
                  <a:lnTo>
                    <a:pt x="79" y="2"/>
                  </a:lnTo>
                  <a:lnTo>
                    <a:pt x="2" y="0"/>
                  </a:lnTo>
                  <a:lnTo>
                    <a:pt x="1" y="26"/>
                  </a:lnTo>
                  <a:lnTo>
                    <a:pt x="0" y="51"/>
                  </a:lnTo>
                  <a:lnTo>
                    <a:pt x="77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31" name=""/>
            <p:cNvSpPr/>
            <p:nvPr/>
          </p:nvSpPr>
          <p:spPr>
            <a:xfrm rot="0">
              <a:off x="3610" y="1326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77" y="54"/>
                  </a:moveTo>
                  <a:lnTo>
                    <a:pt x="78" y="28"/>
                  </a:lnTo>
                  <a:lnTo>
                    <a:pt x="79" y="2"/>
                  </a:lnTo>
                  <a:lnTo>
                    <a:pt x="2" y="0"/>
                  </a:lnTo>
                  <a:lnTo>
                    <a:pt x="1" y="26"/>
                  </a:lnTo>
                  <a:lnTo>
                    <a:pt x="0" y="51"/>
                  </a:lnTo>
                  <a:lnTo>
                    <a:pt x="77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32" name=""/>
            <p:cNvSpPr/>
            <p:nvPr/>
          </p:nvSpPr>
          <p:spPr>
            <a:xfrm rot="0">
              <a:off x="3610" y="1326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1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33" name=""/>
            <p:cNvSpPr/>
            <p:nvPr/>
          </p:nvSpPr>
          <p:spPr>
            <a:xfrm rot="0" flipH="1">
              <a:off x="3610" y="13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34" name=""/>
            <p:cNvSpPr/>
            <p:nvPr/>
          </p:nvSpPr>
          <p:spPr>
            <a:xfrm rot="0">
              <a:off x="3584" y="1326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80" y="51"/>
                  </a:moveTo>
                  <a:lnTo>
                    <a:pt x="79" y="26"/>
                  </a:lnTo>
                  <a:lnTo>
                    <a:pt x="78" y="0"/>
                  </a:lnTo>
                  <a:lnTo>
                    <a:pt x="0" y="2"/>
                  </a:lnTo>
                  <a:lnTo>
                    <a:pt x="1" y="28"/>
                  </a:lnTo>
                  <a:lnTo>
                    <a:pt x="2" y="54"/>
                  </a:lnTo>
                  <a:lnTo>
                    <a:pt x="8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35" name=""/>
            <p:cNvSpPr/>
            <p:nvPr/>
          </p:nvSpPr>
          <p:spPr>
            <a:xfrm rot="0">
              <a:off x="3584" y="1326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80" y="51"/>
                  </a:moveTo>
                  <a:lnTo>
                    <a:pt x="79" y="26"/>
                  </a:lnTo>
                  <a:lnTo>
                    <a:pt x="78" y="0"/>
                  </a:lnTo>
                  <a:lnTo>
                    <a:pt x="0" y="2"/>
                  </a:lnTo>
                  <a:lnTo>
                    <a:pt x="1" y="28"/>
                  </a:lnTo>
                  <a:lnTo>
                    <a:pt x="2" y="54"/>
                  </a:lnTo>
                  <a:lnTo>
                    <a:pt x="8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36" name=""/>
            <p:cNvSpPr/>
            <p:nvPr/>
          </p:nvSpPr>
          <p:spPr>
            <a:xfrm rot="0">
              <a:off x="3583" y="1327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2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37" name=""/>
            <p:cNvSpPr/>
            <p:nvPr/>
          </p:nvSpPr>
          <p:spPr>
            <a:xfrm rot="0" flipH="1">
              <a:off x="3583" y="13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38" name=""/>
            <p:cNvSpPr/>
            <p:nvPr/>
          </p:nvSpPr>
          <p:spPr>
            <a:xfrm rot="0">
              <a:off x="3558" y="1327"/>
              <a:ext cx="27" cy="19"/>
            </a:xfrm>
            <a:custGeom>
              <a:avLst/>
              <a:ahLst/>
              <a:rect l="0" t="0" r="r" b="b"/>
              <a:pathLst>
                <a:path w="81" h="57">
                  <a:moveTo>
                    <a:pt x="81" y="52"/>
                  </a:moveTo>
                  <a:lnTo>
                    <a:pt x="79" y="26"/>
                  </a:lnTo>
                  <a:lnTo>
                    <a:pt x="77" y="0"/>
                  </a:lnTo>
                  <a:lnTo>
                    <a:pt x="0" y="5"/>
                  </a:lnTo>
                  <a:lnTo>
                    <a:pt x="2" y="31"/>
                  </a:lnTo>
                  <a:lnTo>
                    <a:pt x="5" y="57"/>
                  </a:lnTo>
                  <a:lnTo>
                    <a:pt x="8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39" name=""/>
            <p:cNvSpPr/>
            <p:nvPr/>
          </p:nvSpPr>
          <p:spPr>
            <a:xfrm rot="0">
              <a:off x="3558" y="1327"/>
              <a:ext cx="27" cy="19"/>
            </a:xfrm>
            <a:custGeom>
              <a:avLst/>
              <a:ahLst/>
              <a:rect l="0" t="0" r="r" b="b"/>
              <a:pathLst>
                <a:path w="81" h="57">
                  <a:moveTo>
                    <a:pt x="81" y="52"/>
                  </a:moveTo>
                  <a:lnTo>
                    <a:pt x="79" y="26"/>
                  </a:lnTo>
                  <a:lnTo>
                    <a:pt x="77" y="0"/>
                  </a:lnTo>
                  <a:lnTo>
                    <a:pt x="0" y="5"/>
                  </a:lnTo>
                  <a:lnTo>
                    <a:pt x="2" y="31"/>
                  </a:lnTo>
                  <a:lnTo>
                    <a:pt x="5" y="57"/>
                  </a:lnTo>
                  <a:lnTo>
                    <a:pt x="8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40" name=""/>
            <p:cNvSpPr/>
            <p:nvPr/>
          </p:nvSpPr>
          <p:spPr>
            <a:xfrm rot="0">
              <a:off x="3557" y="1329"/>
              <a:ext cx="1" cy="8"/>
            </a:xfrm>
            <a:custGeom>
              <a:avLst/>
              <a:ahLst/>
              <a:rect l="0" t="0" r="r" b="b"/>
              <a:pathLst>
                <a:path w="3" h="26">
                  <a:moveTo>
                    <a:pt x="3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41" name=""/>
            <p:cNvSpPr/>
            <p:nvPr/>
          </p:nvSpPr>
          <p:spPr>
            <a:xfrm rot="0" flipH="1">
              <a:off x="3557" y="13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42" name=""/>
            <p:cNvSpPr/>
            <p:nvPr/>
          </p:nvSpPr>
          <p:spPr>
            <a:xfrm rot="0">
              <a:off x="3532" y="1329"/>
              <a:ext cx="28" cy="20"/>
            </a:xfrm>
            <a:custGeom>
              <a:avLst/>
              <a:ahLst/>
              <a:rect l="0" t="0" r="r" b="b"/>
              <a:pathLst>
                <a:path w="83" h="61">
                  <a:moveTo>
                    <a:pt x="83" y="52"/>
                  </a:moveTo>
                  <a:lnTo>
                    <a:pt x="79" y="26"/>
                  </a:lnTo>
                  <a:lnTo>
                    <a:pt x="76" y="0"/>
                  </a:lnTo>
                  <a:lnTo>
                    <a:pt x="0" y="9"/>
                  </a:lnTo>
                  <a:lnTo>
                    <a:pt x="3" y="35"/>
                  </a:lnTo>
                  <a:lnTo>
                    <a:pt x="6" y="61"/>
                  </a:lnTo>
                  <a:lnTo>
                    <a:pt x="83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43" name=""/>
            <p:cNvSpPr/>
            <p:nvPr/>
          </p:nvSpPr>
          <p:spPr>
            <a:xfrm rot="0">
              <a:off x="3532" y="1329"/>
              <a:ext cx="28" cy="20"/>
            </a:xfrm>
            <a:custGeom>
              <a:avLst/>
              <a:ahLst/>
              <a:rect l="0" t="0" r="r" b="b"/>
              <a:pathLst>
                <a:path w="83" h="61">
                  <a:moveTo>
                    <a:pt x="83" y="52"/>
                  </a:moveTo>
                  <a:lnTo>
                    <a:pt x="79" y="26"/>
                  </a:lnTo>
                  <a:lnTo>
                    <a:pt x="76" y="0"/>
                  </a:lnTo>
                  <a:lnTo>
                    <a:pt x="0" y="9"/>
                  </a:lnTo>
                  <a:lnTo>
                    <a:pt x="3" y="35"/>
                  </a:lnTo>
                  <a:lnTo>
                    <a:pt x="6" y="61"/>
                  </a:lnTo>
                  <a:lnTo>
                    <a:pt x="83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44" name=""/>
            <p:cNvSpPr/>
            <p:nvPr/>
          </p:nvSpPr>
          <p:spPr>
            <a:xfrm rot="0">
              <a:off x="3532" y="1332"/>
              <a:ext cx="1" cy="8"/>
            </a:xfrm>
            <a:custGeom>
              <a:avLst/>
              <a:ahLst/>
              <a:rect l="0" t="0" r="r" b="b"/>
              <a:pathLst>
                <a:path w="4" h="26">
                  <a:moveTo>
                    <a:pt x="4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45" name=""/>
            <p:cNvSpPr/>
            <p:nvPr/>
          </p:nvSpPr>
          <p:spPr>
            <a:xfrm rot="0" flipH="1">
              <a:off x="3532" y="1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46" name=""/>
            <p:cNvSpPr/>
            <p:nvPr/>
          </p:nvSpPr>
          <p:spPr>
            <a:xfrm rot="0">
              <a:off x="3506" y="1332"/>
              <a:ext cx="28" cy="22"/>
            </a:xfrm>
            <a:custGeom>
              <a:avLst/>
              <a:ahLst/>
              <a:rect l="0" t="0" r="r" b="b"/>
              <a:pathLst>
                <a:path w="85" h="66">
                  <a:moveTo>
                    <a:pt x="85" y="52"/>
                  </a:moveTo>
                  <a:lnTo>
                    <a:pt x="81" y="26"/>
                  </a:lnTo>
                  <a:lnTo>
                    <a:pt x="77" y="0"/>
                  </a:lnTo>
                  <a:lnTo>
                    <a:pt x="0" y="14"/>
                  </a:lnTo>
                  <a:lnTo>
                    <a:pt x="4" y="40"/>
                  </a:lnTo>
                  <a:lnTo>
                    <a:pt x="8" y="66"/>
                  </a:lnTo>
                  <a:lnTo>
                    <a:pt x="85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47" name=""/>
            <p:cNvSpPr/>
            <p:nvPr/>
          </p:nvSpPr>
          <p:spPr>
            <a:xfrm rot="0">
              <a:off x="3506" y="1332"/>
              <a:ext cx="28" cy="22"/>
            </a:xfrm>
            <a:custGeom>
              <a:avLst/>
              <a:ahLst/>
              <a:rect l="0" t="0" r="r" b="b"/>
              <a:pathLst>
                <a:path w="85" h="66">
                  <a:moveTo>
                    <a:pt x="85" y="52"/>
                  </a:moveTo>
                  <a:lnTo>
                    <a:pt x="81" y="26"/>
                  </a:lnTo>
                  <a:lnTo>
                    <a:pt x="77" y="0"/>
                  </a:lnTo>
                  <a:lnTo>
                    <a:pt x="0" y="14"/>
                  </a:lnTo>
                  <a:lnTo>
                    <a:pt x="4" y="40"/>
                  </a:lnTo>
                  <a:lnTo>
                    <a:pt x="8" y="66"/>
                  </a:lnTo>
                  <a:lnTo>
                    <a:pt x="85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48" name=""/>
            <p:cNvSpPr/>
            <p:nvPr/>
          </p:nvSpPr>
          <p:spPr>
            <a:xfrm rot="0">
              <a:off x="3506" y="1336"/>
              <a:ext cx="1" cy="9"/>
            </a:xfrm>
            <a:custGeom>
              <a:avLst/>
              <a:ahLst/>
              <a:rect l="0" t="0" r="r" b="b"/>
              <a:pathLst>
                <a:path w="5" h="26">
                  <a:moveTo>
                    <a:pt x="5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49" name=""/>
            <p:cNvSpPr/>
            <p:nvPr/>
          </p:nvSpPr>
          <p:spPr>
            <a:xfrm rot="0" flipH="1">
              <a:off x="3506" y="1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50" name=""/>
            <p:cNvSpPr/>
            <p:nvPr/>
          </p:nvSpPr>
          <p:spPr>
            <a:xfrm rot="0">
              <a:off x="3480" y="1336"/>
              <a:ext cx="29" cy="23"/>
            </a:xfrm>
            <a:custGeom>
              <a:avLst/>
              <a:ahLst/>
              <a:rect l="0" t="0" r="r" b="b"/>
              <a:pathLst>
                <a:path w="86" h="68">
                  <a:moveTo>
                    <a:pt x="86" y="52"/>
                  </a:moveTo>
                  <a:lnTo>
                    <a:pt x="81" y="26"/>
                  </a:lnTo>
                  <a:lnTo>
                    <a:pt x="76" y="0"/>
                  </a:lnTo>
                  <a:lnTo>
                    <a:pt x="0" y="16"/>
                  </a:lnTo>
                  <a:lnTo>
                    <a:pt x="5" y="42"/>
                  </a:lnTo>
                  <a:lnTo>
                    <a:pt x="10" y="68"/>
                  </a:lnTo>
                  <a:lnTo>
                    <a:pt x="86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51" name=""/>
            <p:cNvSpPr/>
            <p:nvPr/>
          </p:nvSpPr>
          <p:spPr>
            <a:xfrm rot="0">
              <a:off x="3480" y="1336"/>
              <a:ext cx="29" cy="23"/>
            </a:xfrm>
            <a:custGeom>
              <a:avLst/>
              <a:ahLst/>
              <a:rect l="0" t="0" r="r" b="b"/>
              <a:pathLst>
                <a:path w="86" h="68">
                  <a:moveTo>
                    <a:pt x="86" y="52"/>
                  </a:moveTo>
                  <a:lnTo>
                    <a:pt x="81" y="26"/>
                  </a:lnTo>
                  <a:lnTo>
                    <a:pt x="76" y="0"/>
                  </a:lnTo>
                  <a:lnTo>
                    <a:pt x="0" y="16"/>
                  </a:lnTo>
                  <a:lnTo>
                    <a:pt x="5" y="42"/>
                  </a:lnTo>
                  <a:lnTo>
                    <a:pt x="10" y="68"/>
                  </a:lnTo>
                  <a:lnTo>
                    <a:pt x="86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52" name=""/>
            <p:cNvSpPr/>
            <p:nvPr/>
          </p:nvSpPr>
          <p:spPr>
            <a:xfrm rot="0">
              <a:off x="3480" y="1342"/>
              <a:ext cx="2" cy="8"/>
            </a:xfrm>
            <a:custGeom>
              <a:avLst/>
              <a:ahLst/>
              <a:rect l="0" t="0" r="r" b="b"/>
              <a:pathLst>
                <a:path w="7" h="26">
                  <a:moveTo>
                    <a:pt x="7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53" name=""/>
            <p:cNvSpPr/>
            <p:nvPr/>
          </p:nvSpPr>
          <p:spPr>
            <a:xfrm rot="0" flipH="1">
              <a:off x="3480" y="13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54" name=""/>
            <p:cNvSpPr/>
            <p:nvPr/>
          </p:nvSpPr>
          <p:spPr>
            <a:xfrm rot="0">
              <a:off x="3455" y="1342"/>
              <a:ext cx="30" cy="24"/>
            </a:xfrm>
            <a:custGeom>
              <a:avLst/>
              <a:ahLst/>
              <a:rect l="0" t="0" r="r" b="b"/>
              <a:pathLst>
                <a:path w="89" h="73">
                  <a:moveTo>
                    <a:pt x="89" y="52"/>
                  </a:moveTo>
                  <a:lnTo>
                    <a:pt x="81" y="26"/>
                  </a:lnTo>
                  <a:lnTo>
                    <a:pt x="74" y="0"/>
                  </a:lnTo>
                  <a:lnTo>
                    <a:pt x="0" y="21"/>
                  </a:lnTo>
                  <a:lnTo>
                    <a:pt x="8" y="47"/>
                  </a:lnTo>
                  <a:lnTo>
                    <a:pt x="15" y="73"/>
                  </a:lnTo>
                  <a:lnTo>
                    <a:pt x="8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55" name=""/>
            <p:cNvSpPr/>
            <p:nvPr/>
          </p:nvSpPr>
          <p:spPr>
            <a:xfrm rot="0">
              <a:off x="3455" y="1342"/>
              <a:ext cx="30" cy="24"/>
            </a:xfrm>
            <a:custGeom>
              <a:avLst/>
              <a:ahLst/>
              <a:rect l="0" t="0" r="r" b="b"/>
              <a:pathLst>
                <a:path w="89" h="73">
                  <a:moveTo>
                    <a:pt x="89" y="52"/>
                  </a:moveTo>
                  <a:lnTo>
                    <a:pt x="81" y="26"/>
                  </a:lnTo>
                  <a:lnTo>
                    <a:pt x="74" y="0"/>
                  </a:lnTo>
                  <a:lnTo>
                    <a:pt x="0" y="21"/>
                  </a:lnTo>
                  <a:lnTo>
                    <a:pt x="8" y="47"/>
                  </a:lnTo>
                  <a:lnTo>
                    <a:pt x="15" y="73"/>
                  </a:lnTo>
                  <a:lnTo>
                    <a:pt x="8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56" name=""/>
            <p:cNvSpPr/>
            <p:nvPr/>
          </p:nvSpPr>
          <p:spPr>
            <a:xfrm rot="0">
              <a:off x="3455" y="1349"/>
              <a:ext cx="3" cy="8"/>
            </a:xfrm>
            <a:custGeom>
              <a:avLst/>
              <a:ahLst/>
              <a:rect l="0" t="0" r="r" b="b"/>
              <a:pathLst>
                <a:path w="9" h="26">
                  <a:moveTo>
                    <a:pt x="9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57" name=""/>
            <p:cNvSpPr/>
            <p:nvPr/>
          </p:nvSpPr>
          <p:spPr>
            <a:xfrm rot="0" flipH="1">
              <a:off x="3455" y="13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58" name=""/>
            <p:cNvSpPr/>
            <p:nvPr/>
          </p:nvSpPr>
          <p:spPr>
            <a:xfrm rot="0">
              <a:off x="3430" y="1349"/>
              <a:ext cx="30" cy="25"/>
            </a:xfrm>
            <a:custGeom>
              <a:avLst/>
              <a:ahLst/>
              <a:rect l="0" t="0" r="r" b="b"/>
              <a:pathLst>
                <a:path w="90" h="75">
                  <a:moveTo>
                    <a:pt x="90" y="50"/>
                  </a:moveTo>
                  <a:lnTo>
                    <a:pt x="82" y="25"/>
                  </a:lnTo>
                  <a:lnTo>
                    <a:pt x="73" y="0"/>
                  </a:lnTo>
                  <a:lnTo>
                    <a:pt x="0" y="25"/>
                  </a:lnTo>
                  <a:lnTo>
                    <a:pt x="8" y="50"/>
                  </a:lnTo>
                  <a:lnTo>
                    <a:pt x="16" y="75"/>
                  </a:lnTo>
                  <a:lnTo>
                    <a:pt x="9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59" name=""/>
            <p:cNvSpPr/>
            <p:nvPr/>
          </p:nvSpPr>
          <p:spPr>
            <a:xfrm rot="0">
              <a:off x="3430" y="1349"/>
              <a:ext cx="30" cy="25"/>
            </a:xfrm>
            <a:custGeom>
              <a:avLst/>
              <a:ahLst/>
              <a:rect l="0" t="0" r="r" b="b"/>
              <a:pathLst>
                <a:path w="90" h="75">
                  <a:moveTo>
                    <a:pt x="90" y="50"/>
                  </a:moveTo>
                  <a:lnTo>
                    <a:pt x="82" y="25"/>
                  </a:lnTo>
                  <a:lnTo>
                    <a:pt x="73" y="0"/>
                  </a:lnTo>
                  <a:lnTo>
                    <a:pt x="0" y="25"/>
                  </a:lnTo>
                  <a:lnTo>
                    <a:pt x="8" y="50"/>
                  </a:lnTo>
                  <a:lnTo>
                    <a:pt x="16" y="75"/>
                  </a:lnTo>
                  <a:lnTo>
                    <a:pt x="9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60" name=""/>
            <p:cNvSpPr/>
            <p:nvPr/>
          </p:nvSpPr>
          <p:spPr>
            <a:xfrm rot="0">
              <a:off x="3430" y="1357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9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61" name=""/>
            <p:cNvSpPr/>
            <p:nvPr/>
          </p:nvSpPr>
          <p:spPr>
            <a:xfrm rot="0" flipH="1">
              <a:off x="3430" y="13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62" name=""/>
            <p:cNvSpPr/>
            <p:nvPr/>
          </p:nvSpPr>
          <p:spPr>
            <a:xfrm rot="0">
              <a:off x="3406" y="1357"/>
              <a:ext cx="30" cy="26"/>
            </a:xfrm>
            <a:custGeom>
              <a:avLst/>
              <a:ahLst/>
              <a:rect l="0" t="0" r="r" b="b"/>
              <a:pathLst>
                <a:path w="91" h="78">
                  <a:moveTo>
                    <a:pt x="91" y="50"/>
                  </a:moveTo>
                  <a:lnTo>
                    <a:pt x="82" y="25"/>
                  </a:lnTo>
                  <a:lnTo>
                    <a:pt x="73" y="0"/>
                  </a:lnTo>
                  <a:lnTo>
                    <a:pt x="0" y="28"/>
                  </a:lnTo>
                  <a:lnTo>
                    <a:pt x="9" y="53"/>
                  </a:lnTo>
                  <a:lnTo>
                    <a:pt x="19" y="78"/>
                  </a:lnTo>
                  <a:lnTo>
                    <a:pt x="91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63" name=""/>
            <p:cNvSpPr/>
            <p:nvPr/>
          </p:nvSpPr>
          <p:spPr>
            <a:xfrm rot="0">
              <a:off x="3406" y="1357"/>
              <a:ext cx="30" cy="26"/>
            </a:xfrm>
            <a:custGeom>
              <a:avLst/>
              <a:ahLst/>
              <a:rect l="0" t="0" r="r" b="b"/>
              <a:pathLst>
                <a:path w="91" h="78">
                  <a:moveTo>
                    <a:pt x="91" y="50"/>
                  </a:moveTo>
                  <a:lnTo>
                    <a:pt x="82" y="25"/>
                  </a:lnTo>
                  <a:lnTo>
                    <a:pt x="73" y="0"/>
                  </a:lnTo>
                  <a:lnTo>
                    <a:pt x="0" y="28"/>
                  </a:lnTo>
                  <a:lnTo>
                    <a:pt x="9" y="53"/>
                  </a:lnTo>
                  <a:lnTo>
                    <a:pt x="19" y="78"/>
                  </a:lnTo>
                  <a:lnTo>
                    <a:pt x="91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64" name=""/>
            <p:cNvSpPr/>
            <p:nvPr/>
          </p:nvSpPr>
          <p:spPr>
            <a:xfrm rot="0">
              <a:off x="3405" y="1367"/>
              <a:ext cx="4" cy="8"/>
            </a:xfrm>
            <a:custGeom>
              <a:avLst/>
              <a:ahLst/>
              <a:rect l="0" t="0" r="r" b="b"/>
              <a:pathLst>
                <a:path w="10" h="25">
                  <a:moveTo>
                    <a:pt x="10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65" name=""/>
            <p:cNvSpPr/>
            <p:nvPr/>
          </p:nvSpPr>
          <p:spPr>
            <a:xfrm rot="0" flipH="1">
              <a:off x="3405" y="13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66" name=""/>
            <p:cNvSpPr/>
            <p:nvPr/>
          </p:nvSpPr>
          <p:spPr>
            <a:xfrm rot="0">
              <a:off x="3382" y="1367"/>
              <a:ext cx="30" cy="26"/>
            </a:xfrm>
            <a:custGeom>
              <a:avLst/>
              <a:ahLst/>
              <a:rect l="0" t="0" r="r" b="b"/>
              <a:pathLst>
                <a:path w="91" h="79">
                  <a:moveTo>
                    <a:pt x="91" y="48"/>
                  </a:moveTo>
                  <a:lnTo>
                    <a:pt x="80" y="24"/>
                  </a:lnTo>
                  <a:lnTo>
                    <a:pt x="70" y="0"/>
                  </a:lnTo>
                  <a:lnTo>
                    <a:pt x="0" y="31"/>
                  </a:lnTo>
                  <a:lnTo>
                    <a:pt x="10" y="55"/>
                  </a:lnTo>
                  <a:lnTo>
                    <a:pt x="20" y="79"/>
                  </a:lnTo>
                  <a:lnTo>
                    <a:pt x="91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67" name=""/>
            <p:cNvSpPr/>
            <p:nvPr/>
          </p:nvSpPr>
          <p:spPr>
            <a:xfrm rot="0">
              <a:off x="3382" y="1367"/>
              <a:ext cx="30" cy="26"/>
            </a:xfrm>
            <a:custGeom>
              <a:avLst/>
              <a:ahLst/>
              <a:rect l="0" t="0" r="r" b="b"/>
              <a:pathLst>
                <a:path w="91" h="79">
                  <a:moveTo>
                    <a:pt x="91" y="48"/>
                  </a:moveTo>
                  <a:lnTo>
                    <a:pt x="80" y="24"/>
                  </a:lnTo>
                  <a:lnTo>
                    <a:pt x="70" y="0"/>
                  </a:lnTo>
                  <a:lnTo>
                    <a:pt x="0" y="31"/>
                  </a:lnTo>
                  <a:lnTo>
                    <a:pt x="10" y="55"/>
                  </a:lnTo>
                  <a:lnTo>
                    <a:pt x="20" y="79"/>
                  </a:lnTo>
                  <a:lnTo>
                    <a:pt x="91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68" name=""/>
            <p:cNvSpPr/>
            <p:nvPr/>
          </p:nvSpPr>
          <p:spPr>
            <a:xfrm rot="0">
              <a:off x="3382" y="1377"/>
              <a:ext cx="3" cy="8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69" name=""/>
            <p:cNvSpPr/>
            <p:nvPr/>
          </p:nvSpPr>
          <p:spPr>
            <a:xfrm rot="0" flipH="1">
              <a:off x="3382" y="1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70" name=""/>
            <p:cNvSpPr/>
            <p:nvPr/>
          </p:nvSpPr>
          <p:spPr>
            <a:xfrm rot="0">
              <a:off x="3358" y="1377"/>
              <a:ext cx="31" cy="28"/>
            </a:xfrm>
            <a:custGeom>
              <a:avLst/>
              <a:ahLst/>
              <a:rect l="0" t="0" r="r" b="b"/>
              <a:pathLst>
                <a:path w="92" h="82">
                  <a:moveTo>
                    <a:pt x="92" y="48"/>
                  </a:moveTo>
                  <a:lnTo>
                    <a:pt x="81" y="24"/>
                  </a:lnTo>
                  <a:lnTo>
                    <a:pt x="70" y="0"/>
                  </a:lnTo>
                  <a:lnTo>
                    <a:pt x="0" y="34"/>
                  </a:lnTo>
                  <a:lnTo>
                    <a:pt x="12" y="58"/>
                  </a:lnTo>
                  <a:lnTo>
                    <a:pt x="23" y="82"/>
                  </a:lnTo>
                  <a:lnTo>
                    <a:pt x="92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71" name=""/>
            <p:cNvSpPr/>
            <p:nvPr/>
          </p:nvSpPr>
          <p:spPr>
            <a:xfrm rot="0">
              <a:off x="3358" y="1377"/>
              <a:ext cx="31" cy="28"/>
            </a:xfrm>
            <a:custGeom>
              <a:avLst/>
              <a:ahLst/>
              <a:rect l="0" t="0" r="r" b="b"/>
              <a:pathLst>
                <a:path w="92" h="82">
                  <a:moveTo>
                    <a:pt x="92" y="48"/>
                  </a:moveTo>
                  <a:lnTo>
                    <a:pt x="81" y="24"/>
                  </a:lnTo>
                  <a:lnTo>
                    <a:pt x="70" y="0"/>
                  </a:lnTo>
                  <a:lnTo>
                    <a:pt x="0" y="34"/>
                  </a:lnTo>
                  <a:lnTo>
                    <a:pt x="12" y="58"/>
                  </a:lnTo>
                  <a:lnTo>
                    <a:pt x="23" y="82"/>
                  </a:lnTo>
                  <a:lnTo>
                    <a:pt x="92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72" name=""/>
            <p:cNvSpPr/>
            <p:nvPr/>
          </p:nvSpPr>
          <p:spPr>
            <a:xfrm rot="0">
              <a:off x="3358" y="1389"/>
              <a:ext cx="4" cy="8"/>
            </a:xfrm>
            <a:custGeom>
              <a:avLst/>
              <a:ahLst/>
              <a:rect l="0" t="0" r="r" b="b"/>
              <a:pathLst>
                <a:path w="14" h="24">
                  <a:moveTo>
                    <a:pt x="14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73" name=""/>
            <p:cNvSpPr/>
            <p:nvPr/>
          </p:nvSpPr>
          <p:spPr>
            <a:xfrm rot="0" flipH="1">
              <a:off x="3358" y="13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74" name=""/>
            <p:cNvSpPr/>
            <p:nvPr/>
          </p:nvSpPr>
          <p:spPr>
            <a:xfrm rot="0">
              <a:off x="3335" y="1389"/>
              <a:ext cx="32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94" y="46"/>
                  </a:moveTo>
                  <a:lnTo>
                    <a:pt x="81" y="23"/>
                  </a:lnTo>
                  <a:lnTo>
                    <a:pt x="67" y="0"/>
                  </a:lnTo>
                  <a:lnTo>
                    <a:pt x="0" y="39"/>
                  </a:lnTo>
                  <a:lnTo>
                    <a:pt x="13" y="62"/>
                  </a:lnTo>
                  <a:lnTo>
                    <a:pt x="27" y="84"/>
                  </a:lnTo>
                  <a:lnTo>
                    <a:pt x="94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75" name=""/>
            <p:cNvSpPr/>
            <p:nvPr/>
          </p:nvSpPr>
          <p:spPr>
            <a:xfrm rot="0">
              <a:off x="3335" y="1389"/>
              <a:ext cx="32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94" y="46"/>
                  </a:moveTo>
                  <a:lnTo>
                    <a:pt x="81" y="23"/>
                  </a:lnTo>
                  <a:lnTo>
                    <a:pt x="67" y="0"/>
                  </a:lnTo>
                  <a:lnTo>
                    <a:pt x="0" y="39"/>
                  </a:lnTo>
                  <a:lnTo>
                    <a:pt x="13" y="62"/>
                  </a:lnTo>
                  <a:lnTo>
                    <a:pt x="27" y="84"/>
                  </a:lnTo>
                  <a:lnTo>
                    <a:pt x="94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76" name=""/>
            <p:cNvSpPr/>
            <p:nvPr/>
          </p:nvSpPr>
          <p:spPr>
            <a:xfrm rot="0">
              <a:off x="3335" y="1402"/>
              <a:ext cx="5" cy="8"/>
            </a:xfrm>
            <a:custGeom>
              <a:avLst/>
              <a:ahLst/>
              <a:rect l="0" t="0" r="r" b="b"/>
              <a:pathLst>
                <a:path w="14" h="23">
                  <a:moveTo>
                    <a:pt x="14" y="2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77" name=""/>
            <p:cNvSpPr/>
            <p:nvPr/>
          </p:nvSpPr>
          <p:spPr>
            <a:xfrm rot="0" flipH="1">
              <a:off x="3335" y="14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78" name=""/>
            <p:cNvSpPr/>
            <p:nvPr/>
          </p:nvSpPr>
          <p:spPr>
            <a:xfrm rot="0">
              <a:off x="3313" y="1402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95" y="45"/>
                  </a:moveTo>
                  <a:lnTo>
                    <a:pt x="80" y="23"/>
                  </a:lnTo>
                  <a:lnTo>
                    <a:pt x="66" y="0"/>
                  </a:lnTo>
                  <a:lnTo>
                    <a:pt x="0" y="41"/>
                  </a:lnTo>
                  <a:lnTo>
                    <a:pt x="15" y="64"/>
                  </a:lnTo>
                  <a:lnTo>
                    <a:pt x="29" y="87"/>
                  </a:lnTo>
                  <a:lnTo>
                    <a:pt x="95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79" name=""/>
            <p:cNvSpPr/>
            <p:nvPr/>
          </p:nvSpPr>
          <p:spPr>
            <a:xfrm rot="0">
              <a:off x="3313" y="1402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95" y="45"/>
                  </a:moveTo>
                  <a:lnTo>
                    <a:pt x="80" y="23"/>
                  </a:lnTo>
                  <a:lnTo>
                    <a:pt x="66" y="0"/>
                  </a:lnTo>
                  <a:lnTo>
                    <a:pt x="0" y="41"/>
                  </a:lnTo>
                  <a:lnTo>
                    <a:pt x="15" y="64"/>
                  </a:lnTo>
                  <a:lnTo>
                    <a:pt x="29" y="87"/>
                  </a:lnTo>
                  <a:lnTo>
                    <a:pt x="95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80" name=""/>
            <p:cNvSpPr/>
            <p:nvPr/>
          </p:nvSpPr>
          <p:spPr>
            <a:xfrm rot="0">
              <a:off x="3313" y="1416"/>
              <a:ext cx="5" cy="7"/>
            </a:xfrm>
            <a:custGeom>
              <a:avLst/>
              <a:ahLst/>
              <a:rect l="0" t="0" r="r" b="b"/>
              <a:pathLst>
                <a:path w="16" h="23">
                  <a:moveTo>
                    <a:pt x="16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81" name=""/>
            <p:cNvSpPr/>
            <p:nvPr/>
          </p:nvSpPr>
          <p:spPr>
            <a:xfrm rot="0" flipH="1">
              <a:off x="3313" y="14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82" name=""/>
            <p:cNvSpPr/>
            <p:nvPr/>
          </p:nvSpPr>
          <p:spPr>
            <a:xfrm rot="0">
              <a:off x="3292" y="1416"/>
              <a:ext cx="31" cy="29"/>
            </a:xfrm>
            <a:custGeom>
              <a:avLst/>
              <a:ahLst/>
              <a:rect l="0" t="0" r="r" b="b"/>
              <a:pathLst>
                <a:path w="93" h="88">
                  <a:moveTo>
                    <a:pt x="93" y="44"/>
                  </a:moveTo>
                  <a:lnTo>
                    <a:pt x="78" y="22"/>
                  </a:lnTo>
                  <a:lnTo>
                    <a:pt x="62" y="0"/>
                  </a:lnTo>
                  <a:lnTo>
                    <a:pt x="0" y="45"/>
                  </a:lnTo>
                  <a:lnTo>
                    <a:pt x="16" y="67"/>
                  </a:lnTo>
                  <a:lnTo>
                    <a:pt x="31" y="88"/>
                  </a:lnTo>
                  <a:lnTo>
                    <a:pt x="93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83" name=""/>
            <p:cNvSpPr/>
            <p:nvPr/>
          </p:nvSpPr>
          <p:spPr>
            <a:xfrm rot="0">
              <a:off x="3292" y="1416"/>
              <a:ext cx="31" cy="29"/>
            </a:xfrm>
            <a:custGeom>
              <a:avLst/>
              <a:ahLst/>
              <a:rect l="0" t="0" r="r" b="b"/>
              <a:pathLst>
                <a:path w="93" h="88">
                  <a:moveTo>
                    <a:pt x="93" y="44"/>
                  </a:moveTo>
                  <a:lnTo>
                    <a:pt x="78" y="22"/>
                  </a:lnTo>
                  <a:lnTo>
                    <a:pt x="62" y="0"/>
                  </a:lnTo>
                  <a:lnTo>
                    <a:pt x="0" y="45"/>
                  </a:lnTo>
                  <a:lnTo>
                    <a:pt x="16" y="67"/>
                  </a:lnTo>
                  <a:lnTo>
                    <a:pt x="31" y="88"/>
                  </a:lnTo>
                  <a:lnTo>
                    <a:pt x="93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84" name=""/>
            <p:cNvSpPr/>
            <p:nvPr/>
          </p:nvSpPr>
          <p:spPr>
            <a:xfrm rot="0">
              <a:off x="3292" y="1431"/>
              <a:ext cx="5" cy="7"/>
            </a:xfrm>
            <a:custGeom>
              <a:avLst/>
              <a:ahLst/>
              <a:rect l="0" t="0" r="r" b="b"/>
              <a:pathLst>
                <a:path w="17" h="22">
                  <a:moveTo>
                    <a:pt x="17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85" name=""/>
            <p:cNvSpPr/>
            <p:nvPr/>
          </p:nvSpPr>
          <p:spPr>
            <a:xfrm rot="0" flipH="1">
              <a:off x="3292" y="14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86" name=""/>
            <p:cNvSpPr/>
            <p:nvPr/>
          </p:nvSpPr>
          <p:spPr>
            <a:xfrm rot="0">
              <a:off x="3271" y="1431"/>
              <a:ext cx="32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94" y="41"/>
                  </a:moveTo>
                  <a:lnTo>
                    <a:pt x="78" y="21"/>
                  </a:lnTo>
                  <a:lnTo>
                    <a:pt x="61" y="0"/>
                  </a:lnTo>
                  <a:lnTo>
                    <a:pt x="0" y="48"/>
                  </a:lnTo>
                  <a:lnTo>
                    <a:pt x="16" y="68"/>
                  </a:lnTo>
                  <a:lnTo>
                    <a:pt x="33" y="89"/>
                  </a:lnTo>
                  <a:lnTo>
                    <a:pt x="94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87" name=""/>
            <p:cNvSpPr/>
            <p:nvPr/>
          </p:nvSpPr>
          <p:spPr>
            <a:xfrm rot="0">
              <a:off x="3271" y="1431"/>
              <a:ext cx="32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94" y="41"/>
                  </a:moveTo>
                  <a:lnTo>
                    <a:pt x="78" y="21"/>
                  </a:lnTo>
                  <a:lnTo>
                    <a:pt x="61" y="0"/>
                  </a:lnTo>
                  <a:lnTo>
                    <a:pt x="0" y="48"/>
                  </a:lnTo>
                  <a:lnTo>
                    <a:pt x="16" y="68"/>
                  </a:lnTo>
                  <a:lnTo>
                    <a:pt x="33" y="89"/>
                  </a:lnTo>
                  <a:lnTo>
                    <a:pt x="94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88" name=""/>
            <p:cNvSpPr/>
            <p:nvPr/>
          </p:nvSpPr>
          <p:spPr>
            <a:xfrm rot="0">
              <a:off x="3271" y="1447"/>
              <a:ext cx="6" cy="7"/>
            </a:xfrm>
            <a:custGeom>
              <a:avLst/>
              <a:ahLst/>
              <a:rect l="0" t="0" r="r" b="b"/>
              <a:pathLst>
                <a:path w="17" h="20">
                  <a:moveTo>
                    <a:pt x="17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89" name=""/>
            <p:cNvSpPr/>
            <p:nvPr/>
          </p:nvSpPr>
          <p:spPr>
            <a:xfrm rot="0" flipH="1">
              <a:off x="3271" y="14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90" name=""/>
            <p:cNvSpPr/>
            <p:nvPr/>
          </p:nvSpPr>
          <p:spPr>
            <a:xfrm rot="0">
              <a:off x="3251" y="1448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94" y="39"/>
                  </a:moveTo>
                  <a:lnTo>
                    <a:pt x="76" y="19"/>
                  </a:lnTo>
                  <a:lnTo>
                    <a:pt x="59" y="0"/>
                  </a:lnTo>
                  <a:lnTo>
                    <a:pt x="0" y="50"/>
                  </a:lnTo>
                  <a:lnTo>
                    <a:pt x="17" y="70"/>
                  </a:lnTo>
                  <a:lnTo>
                    <a:pt x="35" y="90"/>
                  </a:lnTo>
                  <a:lnTo>
                    <a:pt x="94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91" name=""/>
            <p:cNvSpPr/>
            <p:nvPr/>
          </p:nvSpPr>
          <p:spPr>
            <a:xfrm rot="0">
              <a:off x="3251" y="1448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94" y="39"/>
                  </a:moveTo>
                  <a:lnTo>
                    <a:pt x="76" y="19"/>
                  </a:lnTo>
                  <a:lnTo>
                    <a:pt x="59" y="0"/>
                  </a:lnTo>
                  <a:lnTo>
                    <a:pt x="0" y="50"/>
                  </a:lnTo>
                  <a:lnTo>
                    <a:pt x="17" y="70"/>
                  </a:lnTo>
                  <a:lnTo>
                    <a:pt x="35" y="90"/>
                  </a:lnTo>
                  <a:lnTo>
                    <a:pt x="94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92" name=""/>
            <p:cNvSpPr/>
            <p:nvPr/>
          </p:nvSpPr>
          <p:spPr>
            <a:xfrm rot="0">
              <a:off x="3251" y="1464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18" y="2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93" name=""/>
            <p:cNvSpPr/>
            <p:nvPr/>
          </p:nvSpPr>
          <p:spPr>
            <a:xfrm rot="0" flipH="1">
              <a:off x="3251" y="1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94" name=""/>
            <p:cNvSpPr/>
            <p:nvPr/>
          </p:nvSpPr>
          <p:spPr>
            <a:xfrm rot="0">
              <a:off x="3232" y="1464"/>
              <a:ext cx="31" cy="31"/>
            </a:xfrm>
            <a:custGeom>
              <a:avLst/>
              <a:ahLst/>
              <a:rect l="0" t="0" r="r" b="b"/>
              <a:pathLst>
                <a:path w="93" h="93">
                  <a:moveTo>
                    <a:pt x="93" y="40"/>
                  </a:moveTo>
                  <a:lnTo>
                    <a:pt x="74" y="20"/>
                  </a:lnTo>
                  <a:lnTo>
                    <a:pt x="56" y="0"/>
                  </a:lnTo>
                  <a:lnTo>
                    <a:pt x="0" y="53"/>
                  </a:lnTo>
                  <a:lnTo>
                    <a:pt x="18" y="73"/>
                  </a:lnTo>
                  <a:lnTo>
                    <a:pt x="37" y="93"/>
                  </a:lnTo>
                  <a:lnTo>
                    <a:pt x="93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95" name=""/>
            <p:cNvSpPr/>
            <p:nvPr/>
          </p:nvSpPr>
          <p:spPr>
            <a:xfrm rot="0">
              <a:off x="3232" y="1464"/>
              <a:ext cx="31" cy="31"/>
            </a:xfrm>
            <a:custGeom>
              <a:avLst/>
              <a:ahLst/>
              <a:rect l="0" t="0" r="r" b="b"/>
              <a:pathLst>
                <a:path w="93" h="93">
                  <a:moveTo>
                    <a:pt x="93" y="40"/>
                  </a:moveTo>
                  <a:lnTo>
                    <a:pt x="74" y="20"/>
                  </a:lnTo>
                  <a:lnTo>
                    <a:pt x="56" y="0"/>
                  </a:lnTo>
                  <a:lnTo>
                    <a:pt x="0" y="53"/>
                  </a:lnTo>
                  <a:lnTo>
                    <a:pt x="18" y="73"/>
                  </a:lnTo>
                  <a:lnTo>
                    <a:pt x="37" y="93"/>
                  </a:lnTo>
                  <a:lnTo>
                    <a:pt x="93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96" name=""/>
            <p:cNvSpPr/>
            <p:nvPr/>
          </p:nvSpPr>
          <p:spPr>
            <a:xfrm rot="0">
              <a:off x="3232" y="1482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19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97" name=""/>
            <p:cNvSpPr/>
            <p:nvPr/>
          </p:nvSpPr>
          <p:spPr>
            <a:xfrm rot="0" flipH="1">
              <a:off x="3232" y="14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198" name=""/>
            <p:cNvSpPr/>
            <p:nvPr/>
          </p:nvSpPr>
          <p:spPr>
            <a:xfrm rot="0">
              <a:off x="3214" y="1482"/>
              <a:ext cx="31" cy="32"/>
            </a:xfrm>
            <a:custGeom>
              <a:avLst/>
              <a:ahLst/>
              <a:rect l="0" t="0" r="r" b="b"/>
              <a:pathLst>
                <a:path w="92" h="94">
                  <a:moveTo>
                    <a:pt x="92" y="38"/>
                  </a:moveTo>
                  <a:lnTo>
                    <a:pt x="72" y="19"/>
                  </a:lnTo>
                  <a:lnTo>
                    <a:pt x="53" y="0"/>
                  </a:lnTo>
                  <a:lnTo>
                    <a:pt x="0" y="56"/>
                  </a:lnTo>
                  <a:lnTo>
                    <a:pt x="19" y="75"/>
                  </a:lnTo>
                  <a:lnTo>
                    <a:pt x="39" y="94"/>
                  </a:lnTo>
                  <a:lnTo>
                    <a:pt x="92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199" name=""/>
            <p:cNvSpPr/>
            <p:nvPr/>
          </p:nvSpPr>
          <p:spPr>
            <a:xfrm rot="0">
              <a:off x="3214" y="1482"/>
              <a:ext cx="31" cy="32"/>
            </a:xfrm>
            <a:custGeom>
              <a:avLst/>
              <a:ahLst/>
              <a:rect l="0" t="0" r="r" b="b"/>
              <a:pathLst>
                <a:path w="92" h="94">
                  <a:moveTo>
                    <a:pt x="92" y="38"/>
                  </a:moveTo>
                  <a:lnTo>
                    <a:pt x="72" y="19"/>
                  </a:lnTo>
                  <a:lnTo>
                    <a:pt x="53" y="0"/>
                  </a:lnTo>
                  <a:lnTo>
                    <a:pt x="0" y="56"/>
                  </a:lnTo>
                  <a:lnTo>
                    <a:pt x="19" y="75"/>
                  </a:lnTo>
                  <a:lnTo>
                    <a:pt x="39" y="94"/>
                  </a:lnTo>
                  <a:lnTo>
                    <a:pt x="92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00" name=""/>
            <p:cNvSpPr/>
            <p:nvPr/>
          </p:nvSpPr>
          <p:spPr>
            <a:xfrm rot="0">
              <a:off x="3214" y="1501"/>
              <a:ext cx="7" cy="6"/>
            </a:xfrm>
            <a:custGeom>
              <a:avLst/>
              <a:ahLst/>
              <a:rect l="0" t="0" r="r" b="b"/>
              <a:pathLst>
                <a:path w="19" h="19">
                  <a:moveTo>
                    <a:pt x="19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01" name=""/>
            <p:cNvSpPr/>
            <p:nvPr/>
          </p:nvSpPr>
          <p:spPr>
            <a:xfrm rot="0">
              <a:off x="3214" y="15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02" name=""/>
            <p:cNvSpPr/>
            <p:nvPr/>
          </p:nvSpPr>
          <p:spPr>
            <a:xfrm rot="0">
              <a:off x="3197" y="1501"/>
              <a:ext cx="30" cy="32"/>
            </a:xfrm>
            <a:custGeom>
              <a:avLst/>
              <a:ahLst/>
              <a:rect l="0" t="0" r="r" b="b"/>
              <a:pathLst>
                <a:path w="90" h="95">
                  <a:moveTo>
                    <a:pt x="90" y="36"/>
                  </a:moveTo>
                  <a:lnTo>
                    <a:pt x="70" y="18"/>
                  </a:lnTo>
                  <a:lnTo>
                    <a:pt x="51" y="0"/>
                  </a:lnTo>
                  <a:lnTo>
                    <a:pt x="0" y="59"/>
                  </a:lnTo>
                  <a:lnTo>
                    <a:pt x="20" y="77"/>
                  </a:lnTo>
                  <a:lnTo>
                    <a:pt x="39" y="95"/>
                  </a:lnTo>
                  <a:lnTo>
                    <a:pt x="9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03" name=""/>
            <p:cNvSpPr/>
            <p:nvPr/>
          </p:nvSpPr>
          <p:spPr>
            <a:xfrm rot="0">
              <a:off x="3197" y="1501"/>
              <a:ext cx="30" cy="32"/>
            </a:xfrm>
            <a:custGeom>
              <a:avLst/>
              <a:ahLst/>
              <a:rect l="0" t="0" r="r" b="b"/>
              <a:pathLst>
                <a:path w="90" h="95">
                  <a:moveTo>
                    <a:pt x="90" y="36"/>
                  </a:moveTo>
                  <a:lnTo>
                    <a:pt x="70" y="18"/>
                  </a:lnTo>
                  <a:lnTo>
                    <a:pt x="51" y="0"/>
                  </a:lnTo>
                  <a:lnTo>
                    <a:pt x="0" y="59"/>
                  </a:lnTo>
                  <a:lnTo>
                    <a:pt x="20" y="77"/>
                  </a:lnTo>
                  <a:lnTo>
                    <a:pt x="39" y="95"/>
                  </a:lnTo>
                  <a:lnTo>
                    <a:pt x="9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04" name=""/>
            <p:cNvSpPr/>
            <p:nvPr/>
          </p:nvSpPr>
          <p:spPr>
            <a:xfrm rot="0">
              <a:off x="3197" y="1521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21" y="1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05" name=""/>
            <p:cNvSpPr/>
            <p:nvPr/>
          </p:nvSpPr>
          <p:spPr>
            <a:xfrm rot="0" flipH="1">
              <a:off x="3197" y="1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06" name=""/>
            <p:cNvSpPr/>
            <p:nvPr/>
          </p:nvSpPr>
          <p:spPr>
            <a:xfrm rot="0">
              <a:off x="3181" y="1522"/>
              <a:ext cx="30" cy="31"/>
            </a:xfrm>
            <a:custGeom>
              <a:avLst/>
              <a:ahLst/>
              <a:rect l="0" t="0" r="r" b="b"/>
              <a:pathLst>
                <a:path w="89" h="94">
                  <a:moveTo>
                    <a:pt x="89" y="33"/>
                  </a:moveTo>
                  <a:lnTo>
                    <a:pt x="69" y="16"/>
                  </a:lnTo>
                  <a:lnTo>
                    <a:pt x="48" y="0"/>
                  </a:lnTo>
                  <a:lnTo>
                    <a:pt x="0" y="61"/>
                  </a:lnTo>
                  <a:lnTo>
                    <a:pt x="21" y="77"/>
                  </a:lnTo>
                  <a:lnTo>
                    <a:pt x="42" y="94"/>
                  </a:lnTo>
                  <a:lnTo>
                    <a:pt x="8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07" name=""/>
            <p:cNvSpPr/>
            <p:nvPr/>
          </p:nvSpPr>
          <p:spPr>
            <a:xfrm rot="0">
              <a:off x="3181" y="1522"/>
              <a:ext cx="30" cy="31"/>
            </a:xfrm>
            <a:custGeom>
              <a:avLst/>
              <a:ahLst/>
              <a:rect l="0" t="0" r="r" b="b"/>
              <a:pathLst>
                <a:path w="89" h="94">
                  <a:moveTo>
                    <a:pt x="89" y="33"/>
                  </a:moveTo>
                  <a:lnTo>
                    <a:pt x="69" y="16"/>
                  </a:lnTo>
                  <a:lnTo>
                    <a:pt x="48" y="0"/>
                  </a:lnTo>
                  <a:lnTo>
                    <a:pt x="0" y="61"/>
                  </a:lnTo>
                  <a:lnTo>
                    <a:pt x="21" y="77"/>
                  </a:lnTo>
                  <a:lnTo>
                    <a:pt x="42" y="94"/>
                  </a:lnTo>
                  <a:lnTo>
                    <a:pt x="89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08" name=""/>
            <p:cNvSpPr/>
            <p:nvPr/>
          </p:nvSpPr>
          <p:spPr>
            <a:xfrm rot="0">
              <a:off x="3181" y="1542"/>
              <a:ext cx="7" cy="5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09" name=""/>
            <p:cNvSpPr/>
            <p:nvPr/>
          </p:nvSpPr>
          <p:spPr>
            <a:xfrm rot="0" flipH="1">
              <a:off x="3181" y="15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10" name=""/>
            <p:cNvSpPr/>
            <p:nvPr/>
          </p:nvSpPr>
          <p:spPr>
            <a:xfrm rot="0">
              <a:off x="3166" y="1542"/>
              <a:ext cx="29" cy="32"/>
            </a:xfrm>
            <a:custGeom>
              <a:avLst/>
              <a:ahLst/>
              <a:rect l="0" t="0" r="r" b="b"/>
              <a:pathLst>
                <a:path w="88" h="94">
                  <a:moveTo>
                    <a:pt x="88" y="31"/>
                  </a:moveTo>
                  <a:lnTo>
                    <a:pt x="66" y="15"/>
                  </a:lnTo>
                  <a:lnTo>
                    <a:pt x="44" y="0"/>
                  </a:lnTo>
                  <a:lnTo>
                    <a:pt x="0" y="63"/>
                  </a:lnTo>
                  <a:lnTo>
                    <a:pt x="21" y="79"/>
                  </a:lnTo>
                  <a:lnTo>
                    <a:pt x="43" y="94"/>
                  </a:lnTo>
                  <a:lnTo>
                    <a:pt x="88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11" name=""/>
            <p:cNvSpPr/>
            <p:nvPr/>
          </p:nvSpPr>
          <p:spPr>
            <a:xfrm rot="0">
              <a:off x="3166" y="1542"/>
              <a:ext cx="29" cy="32"/>
            </a:xfrm>
            <a:custGeom>
              <a:avLst/>
              <a:ahLst/>
              <a:rect l="0" t="0" r="r" b="b"/>
              <a:pathLst>
                <a:path w="88" h="94">
                  <a:moveTo>
                    <a:pt x="88" y="31"/>
                  </a:moveTo>
                  <a:lnTo>
                    <a:pt x="66" y="15"/>
                  </a:lnTo>
                  <a:lnTo>
                    <a:pt x="44" y="0"/>
                  </a:lnTo>
                  <a:lnTo>
                    <a:pt x="0" y="63"/>
                  </a:lnTo>
                  <a:lnTo>
                    <a:pt x="21" y="79"/>
                  </a:lnTo>
                  <a:lnTo>
                    <a:pt x="43" y="94"/>
                  </a:lnTo>
                  <a:lnTo>
                    <a:pt x="88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12" name=""/>
            <p:cNvSpPr/>
            <p:nvPr/>
          </p:nvSpPr>
          <p:spPr>
            <a:xfrm rot="0">
              <a:off x="3166" y="1563"/>
              <a:ext cx="7" cy="6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13" name=""/>
            <p:cNvSpPr/>
            <p:nvPr/>
          </p:nvSpPr>
          <p:spPr>
            <a:xfrm rot="0" flipH="1">
              <a:off x="3166" y="1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14" name=""/>
            <p:cNvSpPr/>
            <p:nvPr/>
          </p:nvSpPr>
          <p:spPr>
            <a:xfrm rot="0">
              <a:off x="3152" y="1564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87" y="29"/>
                  </a:moveTo>
                  <a:lnTo>
                    <a:pt x="64" y="15"/>
                  </a:lnTo>
                  <a:lnTo>
                    <a:pt x="42" y="0"/>
                  </a:lnTo>
                  <a:lnTo>
                    <a:pt x="0" y="65"/>
                  </a:lnTo>
                  <a:lnTo>
                    <a:pt x="23" y="80"/>
                  </a:lnTo>
                  <a:lnTo>
                    <a:pt x="46" y="94"/>
                  </a:lnTo>
                  <a:lnTo>
                    <a:pt x="87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15" name=""/>
            <p:cNvSpPr/>
            <p:nvPr/>
          </p:nvSpPr>
          <p:spPr>
            <a:xfrm rot="0">
              <a:off x="3152" y="1564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87" y="29"/>
                  </a:moveTo>
                  <a:lnTo>
                    <a:pt x="64" y="15"/>
                  </a:lnTo>
                  <a:lnTo>
                    <a:pt x="42" y="0"/>
                  </a:lnTo>
                  <a:lnTo>
                    <a:pt x="0" y="65"/>
                  </a:lnTo>
                  <a:lnTo>
                    <a:pt x="23" y="80"/>
                  </a:lnTo>
                  <a:lnTo>
                    <a:pt x="46" y="94"/>
                  </a:lnTo>
                  <a:lnTo>
                    <a:pt x="87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16" name=""/>
            <p:cNvSpPr/>
            <p:nvPr/>
          </p:nvSpPr>
          <p:spPr>
            <a:xfrm rot="0">
              <a:off x="3152" y="1585"/>
              <a:ext cx="7" cy="5"/>
            </a:xfrm>
            <a:custGeom>
              <a:avLst/>
              <a:ahLst/>
              <a:rect l="0" t="0" r="r" b="b"/>
              <a:pathLst>
                <a:path w="23" h="15">
                  <a:moveTo>
                    <a:pt x="23" y="1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17" name=""/>
            <p:cNvSpPr/>
            <p:nvPr/>
          </p:nvSpPr>
          <p:spPr>
            <a:xfrm rot="0">
              <a:off x="3152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18" name=""/>
            <p:cNvSpPr/>
            <p:nvPr/>
          </p:nvSpPr>
          <p:spPr>
            <a:xfrm rot="0">
              <a:off x="3139" y="1586"/>
              <a:ext cx="28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83" y="25"/>
                  </a:moveTo>
                  <a:lnTo>
                    <a:pt x="60" y="13"/>
                  </a:lnTo>
                  <a:lnTo>
                    <a:pt x="37" y="0"/>
                  </a:lnTo>
                  <a:lnTo>
                    <a:pt x="0" y="68"/>
                  </a:lnTo>
                  <a:lnTo>
                    <a:pt x="23" y="80"/>
                  </a:lnTo>
                  <a:lnTo>
                    <a:pt x="45" y="93"/>
                  </a:lnTo>
                  <a:lnTo>
                    <a:pt x="8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19" name=""/>
            <p:cNvSpPr/>
            <p:nvPr/>
          </p:nvSpPr>
          <p:spPr>
            <a:xfrm rot="0">
              <a:off x="3139" y="1586"/>
              <a:ext cx="28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83" y="25"/>
                  </a:moveTo>
                  <a:lnTo>
                    <a:pt x="60" y="13"/>
                  </a:lnTo>
                  <a:lnTo>
                    <a:pt x="37" y="0"/>
                  </a:lnTo>
                  <a:lnTo>
                    <a:pt x="0" y="68"/>
                  </a:lnTo>
                  <a:lnTo>
                    <a:pt x="23" y="80"/>
                  </a:lnTo>
                  <a:lnTo>
                    <a:pt x="45" y="93"/>
                  </a:lnTo>
                  <a:lnTo>
                    <a:pt x="83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20" name=""/>
            <p:cNvSpPr/>
            <p:nvPr/>
          </p:nvSpPr>
          <p:spPr>
            <a:xfrm rot="0">
              <a:off x="3139" y="1609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1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21" name=""/>
            <p:cNvSpPr/>
            <p:nvPr/>
          </p:nvSpPr>
          <p:spPr>
            <a:xfrm rot="0" flipH="1">
              <a:off x="3139" y="16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22" name=""/>
            <p:cNvSpPr/>
            <p:nvPr/>
          </p:nvSpPr>
          <p:spPr>
            <a:xfrm rot="0">
              <a:off x="3127" y="1609"/>
              <a:ext cx="28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83" y="25"/>
                  </a:moveTo>
                  <a:lnTo>
                    <a:pt x="60" y="12"/>
                  </a:lnTo>
                  <a:lnTo>
                    <a:pt x="36" y="0"/>
                  </a:lnTo>
                  <a:lnTo>
                    <a:pt x="0" y="68"/>
                  </a:lnTo>
                  <a:lnTo>
                    <a:pt x="24" y="81"/>
                  </a:lnTo>
                  <a:lnTo>
                    <a:pt x="48" y="93"/>
                  </a:lnTo>
                  <a:lnTo>
                    <a:pt x="8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23" name=""/>
            <p:cNvSpPr/>
            <p:nvPr/>
          </p:nvSpPr>
          <p:spPr>
            <a:xfrm rot="0">
              <a:off x="3127" y="1609"/>
              <a:ext cx="28" cy="31"/>
            </a:xfrm>
            <a:custGeom>
              <a:avLst/>
              <a:ahLst/>
              <a:rect l="0" t="0" r="r" b="b"/>
              <a:pathLst>
                <a:path w="83" h="93">
                  <a:moveTo>
                    <a:pt x="83" y="25"/>
                  </a:moveTo>
                  <a:lnTo>
                    <a:pt x="60" y="12"/>
                  </a:lnTo>
                  <a:lnTo>
                    <a:pt x="36" y="0"/>
                  </a:lnTo>
                  <a:lnTo>
                    <a:pt x="0" y="68"/>
                  </a:lnTo>
                  <a:lnTo>
                    <a:pt x="24" y="81"/>
                  </a:lnTo>
                  <a:lnTo>
                    <a:pt x="48" y="93"/>
                  </a:lnTo>
                  <a:lnTo>
                    <a:pt x="83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24" name=""/>
            <p:cNvSpPr/>
            <p:nvPr/>
          </p:nvSpPr>
          <p:spPr>
            <a:xfrm rot="0">
              <a:off x="3127" y="1631"/>
              <a:ext cx="8" cy="5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25" name=""/>
            <p:cNvSpPr/>
            <p:nvPr/>
          </p:nvSpPr>
          <p:spPr>
            <a:xfrm rot="0">
              <a:off x="3127" y="1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26" name=""/>
            <p:cNvSpPr/>
            <p:nvPr/>
          </p:nvSpPr>
          <p:spPr>
            <a:xfrm rot="0">
              <a:off x="3117" y="1632"/>
              <a:ext cx="26" cy="31"/>
            </a:xfrm>
            <a:custGeom>
              <a:avLst/>
              <a:ahLst/>
              <a:rect l="0" t="0" r="r" b="b"/>
              <a:pathLst>
                <a:path w="79" h="93">
                  <a:moveTo>
                    <a:pt x="79" y="21"/>
                  </a:moveTo>
                  <a:lnTo>
                    <a:pt x="55" y="11"/>
                  </a:lnTo>
                  <a:lnTo>
                    <a:pt x="31" y="0"/>
                  </a:lnTo>
                  <a:lnTo>
                    <a:pt x="0" y="72"/>
                  </a:lnTo>
                  <a:lnTo>
                    <a:pt x="24" y="82"/>
                  </a:lnTo>
                  <a:lnTo>
                    <a:pt x="48" y="93"/>
                  </a:lnTo>
                  <a:lnTo>
                    <a:pt x="79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27" name=""/>
            <p:cNvSpPr/>
            <p:nvPr/>
          </p:nvSpPr>
          <p:spPr>
            <a:xfrm rot="0">
              <a:off x="3117" y="1632"/>
              <a:ext cx="26" cy="31"/>
            </a:xfrm>
            <a:custGeom>
              <a:avLst/>
              <a:ahLst/>
              <a:rect l="0" t="0" r="r" b="b"/>
              <a:pathLst>
                <a:path w="79" h="93">
                  <a:moveTo>
                    <a:pt x="79" y="21"/>
                  </a:moveTo>
                  <a:lnTo>
                    <a:pt x="55" y="11"/>
                  </a:lnTo>
                  <a:lnTo>
                    <a:pt x="31" y="0"/>
                  </a:lnTo>
                  <a:lnTo>
                    <a:pt x="0" y="72"/>
                  </a:lnTo>
                  <a:lnTo>
                    <a:pt x="24" y="82"/>
                  </a:lnTo>
                  <a:lnTo>
                    <a:pt x="48" y="93"/>
                  </a:lnTo>
                  <a:lnTo>
                    <a:pt x="79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28" name=""/>
            <p:cNvSpPr/>
            <p:nvPr/>
          </p:nvSpPr>
          <p:spPr>
            <a:xfrm rot="0">
              <a:off x="3116" y="1656"/>
              <a:ext cx="9" cy="3"/>
            </a:xfrm>
            <a:custGeom>
              <a:avLst/>
              <a:ahLst/>
              <a:rect l="0" t="0" r="r" b="b"/>
              <a:pathLst>
                <a:path w="25" h="10">
                  <a:moveTo>
                    <a:pt x="25" y="1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29" name=""/>
            <p:cNvSpPr/>
            <p:nvPr/>
          </p:nvSpPr>
          <p:spPr>
            <a:xfrm rot="0" flipH="1">
              <a:off x="3116" y="16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30" name=""/>
            <p:cNvSpPr/>
            <p:nvPr/>
          </p:nvSpPr>
          <p:spPr>
            <a:xfrm rot="0">
              <a:off x="3107" y="1656"/>
              <a:ext cx="26" cy="30"/>
            </a:xfrm>
            <a:custGeom>
              <a:avLst/>
              <a:ahLst/>
              <a:rect l="0" t="0" r="r" b="b"/>
              <a:pathLst>
                <a:path w="78" h="90">
                  <a:moveTo>
                    <a:pt x="78" y="19"/>
                  </a:moveTo>
                  <a:lnTo>
                    <a:pt x="53" y="9"/>
                  </a:lnTo>
                  <a:lnTo>
                    <a:pt x="28" y="0"/>
                  </a:lnTo>
                  <a:lnTo>
                    <a:pt x="0" y="71"/>
                  </a:lnTo>
                  <a:lnTo>
                    <a:pt x="25" y="81"/>
                  </a:lnTo>
                  <a:lnTo>
                    <a:pt x="50" y="90"/>
                  </a:lnTo>
                  <a:lnTo>
                    <a:pt x="7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31" name=""/>
            <p:cNvSpPr/>
            <p:nvPr/>
          </p:nvSpPr>
          <p:spPr>
            <a:xfrm rot="0">
              <a:off x="3107" y="1656"/>
              <a:ext cx="26" cy="30"/>
            </a:xfrm>
            <a:custGeom>
              <a:avLst/>
              <a:ahLst/>
              <a:rect l="0" t="0" r="r" b="b"/>
              <a:pathLst>
                <a:path w="78" h="90">
                  <a:moveTo>
                    <a:pt x="78" y="19"/>
                  </a:moveTo>
                  <a:lnTo>
                    <a:pt x="53" y="9"/>
                  </a:lnTo>
                  <a:lnTo>
                    <a:pt x="28" y="0"/>
                  </a:lnTo>
                  <a:lnTo>
                    <a:pt x="0" y="71"/>
                  </a:lnTo>
                  <a:lnTo>
                    <a:pt x="25" y="81"/>
                  </a:lnTo>
                  <a:lnTo>
                    <a:pt x="50" y="90"/>
                  </a:lnTo>
                  <a:lnTo>
                    <a:pt x="78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32" name=""/>
            <p:cNvSpPr/>
            <p:nvPr/>
          </p:nvSpPr>
          <p:spPr>
            <a:xfrm rot="0">
              <a:off x="3107" y="1680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25" y="1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33" name=""/>
            <p:cNvSpPr/>
            <p:nvPr/>
          </p:nvSpPr>
          <p:spPr>
            <a:xfrm rot="0">
              <a:off x="3107" y="1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34" name=""/>
            <p:cNvSpPr/>
            <p:nvPr/>
          </p:nvSpPr>
          <p:spPr>
            <a:xfrm rot="0">
              <a:off x="3099" y="1681"/>
              <a:ext cx="25" cy="30"/>
            </a:xfrm>
            <a:custGeom>
              <a:avLst/>
              <a:ahLst/>
              <a:rect l="0" t="0" r="r" b="b"/>
              <a:pathLst>
                <a:path w="74" h="90">
                  <a:moveTo>
                    <a:pt x="74" y="16"/>
                  </a:moveTo>
                  <a:lnTo>
                    <a:pt x="49" y="8"/>
                  </a:lnTo>
                  <a:lnTo>
                    <a:pt x="24" y="0"/>
                  </a:lnTo>
                  <a:lnTo>
                    <a:pt x="0" y="73"/>
                  </a:lnTo>
                  <a:lnTo>
                    <a:pt x="25" y="81"/>
                  </a:lnTo>
                  <a:lnTo>
                    <a:pt x="50" y="90"/>
                  </a:lnTo>
                  <a:lnTo>
                    <a:pt x="7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35" name=""/>
            <p:cNvSpPr/>
            <p:nvPr/>
          </p:nvSpPr>
          <p:spPr>
            <a:xfrm rot="0">
              <a:off x="3099" y="1681"/>
              <a:ext cx="25" cy="30"/>
            </a:xfrm>
            <a:custGeom>
              <a:avLst/>
              <a:ahLst/>
              <a:rect l="0" t="0" r="r" b="b"/>
              <a:pathLst>
                <a:path w="74" h="90">
                  <a:moveTo>
                    <a:pt x="74" y="16"/>
                  </a:moveTo>
                  <a:lnTo>
                    <a:pt x="49" y="8"/>
                  </a:lnTo>
                  <a:lnTo>
                    <a:pt x="24" y="0"/>
                  </a:lnTo>
                  <a:lnTo>
                    <a:pt x="0" y="73"/>
                  </a:lnTo>
                  <a:lnTo>
                    <a:pt x="25" y="81"/>
                  </a:lnTo>
                  <a:lnTo>
                    <a:pt x="50" y="90"/>
                  </a:lnTo>
                  <a:lnTo>
                    <a:pt x="74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36" name=""/>
            <p:cNvSpPr/>
            <p:nvPr/>
          </p:nvSpPr>
          <p:spPr>
            <a:xfrm rot="0">
              <a:off x="3099" y="1705"/>
              <a:ext cx="8" cy="3"/>
            </a:xfrm>
            <a:custGeom>
              <a:avLst/>
              <a:ahLst/>
              <a:rect l="0" t="0" r="r" b="b"/>
              <a:pathLst>
                <a:path w="26" h="8">
                  <a:moveTo>
                    <a:pt x="26" y="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37" name=""/>
            <p:cNvSpPr/>
            <p:nvPr/>
          </p:nvSpPr>
          <p:spPr>
            <a:xfrm rot="0" flipH="1">
              <a:off x="3099" y="17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38" name=""/>
            <p:cNvSpPr/>
            <p:nvPr/>
          </p:nvSpPr>
          <p:spPr>
            <a:xfrm rot="0">
              <a:off x="3092" y="1705"/>
              <a:ext cx="24" cy="30"/>
            </a:xfrm>
            <a:custGeom>
              <a:avLst/>
              <a:ahLst/>
              <a:rect l="0" t="0" r="r" b="b"/>
              <a:pathLst>
                <a:path w="72" h="89">
                  <a:moveTo>
                    <a:pt x="72" y="15"/>
                  </a:moveTo>
                  <a:lnTo>
                    <a:pt x="46" y="7"/>
                  </a:lnTo>
                  <a:lnTo>
                    <a:pt x="20" y="0"/>
                  </a:lnTo>
                  <a:lnTo>
                    <a:pt x="0" y="75"/>
                  </a:lnTo>
                  <a:lnTo>
                    <a:pt x="26" y="82"/>
                  </a:lnTo>
                  <a:lnTo>
                    <a:pt x="52" y="89"/>
                  </a:lnTo>
                  <a:lnTo>
                    <a:pt x="72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39" name=""/>
            <p:cNvSpPr/>
            <p:nvPr/>
          </p:nvSpPr>
          <p:spPr>
            <a:xfrm rot="0">
              <a:off x="3092" y="1705"/>
              <a:ext cx="24" cy="30"/>
            </a:xfrm>
            <a:custGeom>
              <a:avLst/>
              <a:ahLst/>
              <a:rect l="0" t="0" r="r" b="b"/>
              <a:pathLst>
                <a:path w="72" h="89">
                  <a:moveTo>
                    <a:pt x="72" y="15"/>
                  </a:moveTo>
                  <a:lnTo>
                    <a:pt x="46" y="7"/>
                  </a:lnTo>
                  <a:lnTo>
                    <a:pt x="20" y="0"/>
                  </a:lnTo>
                  <a:lnTo>
                    <a:pt x="0" y="75"/>
                  </a:lnTo>
                  <a:lnTo>
                    <a:pt x="26" y="82"/>
                  </a:lnTo>
                  <a:lnTo>
                    <a:pt x="52" y="89"/>
                  </a:lnTo>
                  <a:lnTo>
                    <a:pt x="72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40" name=""/>
            <p:cNvSpPr/>
            <p:nvPr/>
          </p:nvSpPr>
          <p:spPr>
            <a:xfrm rot="0">
              <a:off x="3092" y="1730"/>
              <a:ext cx="9" cy="3"/>
            </a:xfrm>
            <a:custGeom>
              <a:avLst/>
              <a:ahLst/>
              <a:rect l="0" t="0" r="r" b="b"/>
              <a:pathLst>
                <a:path w="26" h="7">
                  <a:moveTo>
                    <a:pt x="26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41" name=""/>
            <p:cNvSpPr/>
            <p:nvPr/>
          </p:nvSpPr>
          <p:spPr>
            <a:xfrm rot="0">
              <a:off x="3092" y="1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42" name=""/>
            <p:cNvSpPr/>
            <p:nvPr/>
          </p:nvSpPr>
          <p:spPr>
            <a:xfrm rot="0">
              <a:off x="3086" y="1731"/>
              <a:ext cx="23" cy="29"/>
            </a:xfrm>
            <a:custGeom>
              <a:avLst/>
              <a:ahLst/>
              <a:rect l="0" t="0" r="r" b="b"/>
              <a:pathLst>
                <a:path w="70" h="88">
                  <a:moveTo>
                    <a:pt x="70" y="12"/>
                  </a:moveTo>
                  <a:lnTo>
                    <a:pt x="44" y="6"/>
                  </a:lnTo>
                  <a:lnTo>
                    <a:pt x="18" y="0"/>
                  </a:lnTo>
                  <a:lnTo>
                    <a:pt x="0" y="76"/>
                  </a:lnTo>
                  <a:lnTo>
                    <a:pt x="26" y="82"/>
                  </a:lnTo>
                  <a:lnTo>
                    <a:pt x="52" y="88"/>
                  </a:lnTo>
                  <a:lnTo>
                    <a:pt x="7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43" name=""/>
            <p:cNvSpPr/>
            <p:nvPr/>
          </p:nvSpPr>
          <p:spPr>
            <a:xfrm rot="0">
              <a:off x="3086" y="1731"/>
              <a:ext cx="23" cy="29"/>
            </a:xfrm>
            <a:custGeom>
              <a:avLst/>
              <a:ahLst/>
              <a:rect l="0" t="0" r="r" b="b"/>
              <a:pathLst>
                <a:path w="70" h="88">
                  <a:moveTo>
                    <a:pt x="70" y="12"/>
                  </a:moveTo>
                  <a:lnTo>
                    <a:pt x="44" y="6"/>
                  </a:lnTo>
                  <a:lnTo>
                    <a:pt x="18" y="0"/>
                  </a:lnTo>
                  <a:lnTo>
                    <a:pt x="0" y="76"/>
                  </a:lnTo>
                  <a:lnTo>
                    <a:pt x="26" y="82"/>
                  </a:lnTo>
                  <a:lnTo>
                    <a:pt x="52" y="88"/>
                  </a:lnTo>
                  <a:lnTo>
                    <a:pt x="7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44" name=""/>
            <p:cNvSpPr/>
            <p:nvPr/>
          </p:nvSpPr>
          <p:spPr>
            <a:xfrm rot="0">
              <a:off x="3086" y="1756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45" name=""/>
            <p:cNvSpPr/>
            <p:nvPr/>
          </p:nvSpPr>
          <p:spPr>
            <a:xfrm rot="0">
              <a:off x="3086" y="1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46" name=""/>
            <p:cNvSpPr/>
            <p:nvPr/>
          </p:nvSpPr>
          <p:spPr>
            <a:xfrm rot="0">
              <a:off x="3082" y="1757"/>
              <a:ext cx="21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64" y="8"/>
                  </a:moveTo>
                  <a:lnTo>
                    <a:pt x="38" y="4"/>
                  </a:lnTo>
                  <a:lnTo>
                    <a:pt x="12" y="0"/>
                  </a:lnTo>
                  <a:lnTo>
                    <a:pt x="0" y="75"/>
                  </a:lnTo>
                  <a:lnTo>
                    <a:pt x="26" y="79"/>
                  </a:lnTo>
                  <a:lnTo>
                    <a:pt x="51" y="84"/>
                  </a:lnTo>
                  <a:lnTo>
                    <a:pt x="64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47" name=""/>
            <p:cNvSpPr/>
            <p:nvPr/>
          </p:nvSpPr>
          <p:spPr>
            <a:xfrm rot="0">
              <a:off x="3082" y="1757"/>
              <a:ext cx="21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64" y="8"/>
                  </a:moveTo>
                  <a:lnTo>
                    <a:pt x="38" y="4"/>
                  </a:lnTo>
                  <a:lnTo>
                    <a:pt x="12" y="0"/>
                  </a:lnTo>
                  <a:lnTo>
                    <a:pt x="0" y="75"/>
                  </a:lnTo>
                  <a:lnTo>
                    <a:pt x="26" y="79"/>
                  </a:lnTo>
                  <a:lnTo>
                    <a:pt x="51" y="84"/>
                  </a:lnTo>
                  <a:lnTo>
                    <a:pt x="64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48" name=""/>
            <p:cNvSpPr/>
            <p:nvPr/>
          </p:nvSpPr>
          <p:spPr>
            <a:xfrm rot="0">
              <a:off x="3082" y="1782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49" name=""/>
            <p:cNvSpPr/>
            <p:nvPr/>
          </p:nvSpPr>
          <p:spPr>
            <a:xfrm rot="0">
              <a:off x="3082" y="1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50" name=""/>
            <p:cNvSpPr/>
            <p:nvPr/>
          </p:nvSpPr>
          <p:spPr>
            <a:xfrm rot="0">
              <a:off x="3079" y="1782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61" y="7"/>
                  </a:moveTo>
                  <a:lnTo>
                    <a:pt x="36" y="3"/>
                  </a:lnTo>
                  <a:lnTo>
                    <a:pt x="10" y="0"/>
                  </a:lnTo>
                  <a:lnTo>
                    <a:pt x="0" y="77"/>
                  </a:lnTo>
                  <a:lnTo>
                    <a:pt x="26" y="80"/>
                  </a:lnTo>
                  <a:lnTo>
                    <a:pt x="52" y="83"/>
                  </a:lnTo>
                  <a:lnTo>
                    <a:pt x="6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51" name=""/>
            <p:cNvSpPr/>
            <p:nvPr/>
          </p:nvSpPr>
          <p:spPr>
            <a:xfrm rot="0">
              <a:off x="3079" y="1782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61" y="7"/>
                  </a:moveTo>
                  <a:lnTo>
                    <a:pt x="36" y="3"/>
                  </a:lnTo>
                  <a:lnTo>
                    <a:pt x="10" y="0"/>
                  </a:lnTo>
                  <a:lnTo>
                    <a:pt x="0" y="77"/>
                  </a:lnTo>
                  <a:lnTo>
                    <a:pt x="26" y="80"/>
                  </a:lnTo>
                  <a:lnTo>
                    <a:pt x="52" y="83"/>
                  </a:lnTo>
                  <a:lnTo>
                    <a:pt x="61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52" name=""/>
            <p:cNvSpPr/>
            <p:nvPr/>
          </p:nvSpPr>
          <p:spPr>
            <a:xfrm rot="0">
              <a:off x="3079" y="1808"/>
              <a:ext cx="8" cy="1"/>
            </a:xfrm>
            <a:custGeom>
              <a:avLst/>
              <a:ahLst/>
              <a:rect l="0" t="0" r="r" b="b"/>
              <a:pathLst>
                <a:path w="26" h="3">
                  <a:moveTo>
                    <a:pt x="26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53" name=""/>
            <p:cNvSpPr/>
            <p:nvPr/>
          </p:nvSpPr>
          <p:spPr>
            <a:xfrm rot="0">
              <a:off x="3079" y="1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54" name=""/>
            <p:cNvSpPr/>
            <p:nvPr/>
          </p:nvSpPr>
          <p:spPr>
            <a:xfrm rot="0">
              <a:off x="3077" y="1808"/>
              <a:ext cx="19" cy="27"/>
            </a:xfrm>
            <a:custGeom>
              <a:avLst/>
              <a:ahLst/>
              <a:rect l="0" t="0" r="r" b="b"/>
              <a:pathLst>
                <a:path w="58" h="82">
                  <a:moveTo>
                    <a:pt x="58" y="4"/>
                  </a:moveTo>
                  <a:lnTo>
                    <a:pt x="32" y="2"/>
                  </a:lnTo>
                  <a:lnTo>
                    <a:pt x="6" y="0"/>
                  </a:lnTo>
                  <a:lnTo>
                    <a:pt x="0" y="78"/>
                  </a:lnTo>
                  <a:lnTo>
                    <a:pt x="26" y="80"/>
                  </a:lnTo>
                  <a:lnTo>
                    <a:pt x="52" y="82"/>
                  </a:lnTo>
                  <a:lnTo>
                    <a:pt x="5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55" name=""/>
            <p:cNvSpPr/>
            <p:nvPr/>
          </p:nvSpPr>
          <p:spPr>
            <a:xfrm rot="0">
              <a:off x="3077" y="1808"/>
              <a:ext cx="19" cy="27"/>
            </a:xfrm>
            <a:custGeom>
              <a:avLst/>
              <a:ahLst/>
              <a:rect l="0" t="0" r="r" b="b"/>
              <a:pathLst>
                <a:path w="58" h="82">
                  <a:moveTo>
                    <a:pt x="58" y="4"/>
                  </a:moveTo>
                  <a:lnTo>
                    <a:pt x="32" y="2"/>
                  </a:lnTo>
                  <a:lnTo>
                    <a:pt x="6" y="0"/>
                  </a:lnTo>
                  <a:lnTo>
                    <a:pt x="0" y="78"/>
                  </a:lnTo>
                  <a:lnTo>
                    <a:pt x="26" y="80"/>
                  </a:lnTo>
                  <a:lnTo>
                    <a:pt x="52" y="82"/>
                  </a:lnTo>
                  <a:lnTo>
                    <a:pt x="58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56" name=""/>
            <p:cNvSpPr/>
            <p:nvPr/>
          </p:nvSpPr>
          <p:spPr>
            <a:xfrm rot="0">
              <a:off x="3077" y="1834"/>
              <a:ext cx="8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57" name=""/>
            <p:cNvSpPr/>
            <p:nvPr/>
          </p:nvSpPr>
          <p:spPr>
            <a:xfrm rot="0">
              <a:off x="3077" y="18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58" name=""/>
            <p:cNvSpPr/>
            <p:nvPr/>
          </p:nvSpPr>
          <p:spPr>
            <a:xfrm rot="0">
              <a:off x="3076" y="1834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54" y="2"/>
                  </a:moveTo>
                  <a:lnTo>
                    <a:pt x="28" y="1"/>
                  </a:lnTo>
                  <a:lnTo>
                    <a:pt x="2" y="0"/>
                  </a:lnTo>
                  <a:lnTo>
                    <a:pt x="0" y="78"/>
                  </a:lnTo>
                  <a:lnTo>
                    <a:pt x="26" y="79"/>
                  </a:lnTo>
                  <a:lnTo>
                    <a:pt x="52" y="80"/>
                  </a:lnTo>
                  <a:lnTo>
                    <a:pt x="54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59" name=""/>
            <p:cNvSpPr/>
            <p:nvPr/>
          </p:nvSpPr>
          <p:spPr>
            <a:xfrm rot="0">
              <a:off x="3076" y="1834"/>
              <a:ext cx="18" cy="27"/>
            </a:xfrm>
            <a:custGeom>
              <a:avLst/>
              <a:ahLst/>
              <a:rect l="0" t="0" r="r" b="b"/>
              <a:pathLst>
                <a:path w="54" h="80">
                  <a:moveTo>
                    <a:pt x="54" y="2"/>
                  </a:moveTo>
                  <a:lnTo>
                    <a:pt x="28" y="1"/>
                  </a:lnTo>
                  <a:lnTo>
                    <a:pt x="2" y="0"/>
                  </a:lnTo>
                  <a:lnTo>
                    <a:pt x="0" y="78"/>
                  </a:lnTo>
                  <a:lnTo>
                    <a:pt x="26" y="79"/>
                  </a:lnTo>
                  <a:lnTo>
                    <a:pt x="52" y="80"/>
                  </a:lnTo>
                  <a:lnTo>
                    <a:pt x="54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60" name=""/>
            <p:cNvSpPr/>
            <p:nvPr/>
          </p:nvSpPr>
          <p:spPr>
            <a:xfrm rot="0">
              <a:off x="3076" y="1860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61" name=""/>
            <p:cNvSpPr/>
            <p:nvPr/>
          </p:nvSpPr>
          <p:spPr>
            <a:xfrm rot="0">
              <a:off x="3076" y="18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62" name=""/>
            <p:cNvSpPr/>
            <p:nvPr/>
          </p:nvSpPr>
          <p:spPr>
            <a:xfrm rot="0">
              <a:off x="3076" y="1860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52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2" y="79"/>
                  </a:lnTo>
                  <a:lnTo>
                    <a:pt x="28" y="78"/>
                  </a:lnTo>
                  <a:lnTo>
                    <a:pt x="54" y="76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63" name=""/>
            <p:cNvSpPr/>
            <p:nvPr/>
          </p:nvSpPr>
          <p:spPr>
            <a:xfrm rot="0">
              <a:off x="3076" y="1860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52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2" y="79"/>
                  </a:lnTo>
                  <a:lnTo>
                    <a:pt x="28" y="78"/>
                  </a:lnTo>
                  <a:lnTo>
                    <a:pt x="54" y="76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64" name=""/>
            <p:cNvSpPr/>
            <p:nvPr/>
          </p:nvSpPr>
          <p:spPr>
            <a:xfrm rot="0">
              <a:off x="3077" y="1886"/>
              <a:ext cx="8" cy="1"/>
            </a:xfrm>
            <a:custGeom>
              <a:avLst/>
              <a:ahLst/>
              <a:rect l="0" t="0" r="r" b="b"/>
              <a:pathLst>
                <a:path w="26" h="2">
                  <a:moveTo>
                    <a:pt x="26" y="0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65" name=""/>
            <p:cNvSpPr/>
            <p:nvPr/>
          </p:nvSpPr>
          <p:spPr>
            <a:xfrm rot="0">
              <a:off x="3077" y="1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66" name=""/>
            <p:cNvSpPr/>
            <p:nvPr/>
          </p:nvSpPr>
          <p:spPr>
            <a:xfrm rot="0">
              <a:off x="3077" y="1885"/>
              <a:ext cx="19" cy="28"/>
            </a:xfrm>
            <a:custGeom>
              <a:avLst/>
              <a:ahLst/>
              <a:rect l="0" t="0" r="r" b="b"/>
              <a:pathLst>
                <a:path w="58" h="82">
                  <a:moveTo>
                    <a:pt x="52" y="0"/>
                  </a:moveTo>
                  <a:lnTo>
                    <a:pt x="26" y="3"/>
                  </a:lnTo>
                  <a:lnTo>
                    <a:pt x="0" y="5"/>
                  </a:lnTo>
                  <a:lnTo>
                    <a:pt x="6" y="82"/>
                  </a:lnTo>
                  <a:lnTo>
                    <a:pt x="32" y="80"/>
                  </a:lnTo>
                  <a:lnTo>
                    <a:pt x="58" y="78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67" name=""/>
            <p:cNvSpPr/>
            <p:nvPr/>
          </p:nvSpPr>
          <p:spPr>
            <a:xfrm rot="0">
              <a:off x="3077" y="1885"/>
              <a:ext cx="19" cy="28"/>
            </a:xfrm>
            <a:custGeom>
              <a:avLst/>
              <a:ahLst/>
              <a:rect l="0" t="0" r="r" b="b"/>
              <a:pathLst>
                <a:path w="58" h="82">
                  <a:moveTo>
                    <a:pt x="52" y="0"/>
                  </a:moveTo>
                  <a:lnTo>
                    <a:pt x="26" y="3"/>
                  </a:lnTo>
                  <a:lnTo>
                    <a:pt x="0" y="5"/>
                  </a:lnTo>
                  <a:lnTo>
                    <a:pt x="6" y="82"/>
                  </a:lnTo>
                  <a:lnTo>
                    <a:pt x="32" y="80"/>
                  </a:lnTo>
                  <a:lnTo>
                    <a:pt x="58" y="78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68" name=""/>
            <p:cNvSpPr/>
            <p:nvPr/>
          </p:nvSpPr>
          <p:spPr>
            <a:xfrm rot="0">
              <a:off x="3079" y="1912"/>
              <a:ext cx="8" cy="1"/>
            </a:xfrm>
            <a:custGeom>
              <a:avLst/>
              <a:ahLst/>
              <a:rect l="0" t="0" r="r" b="b"/>
              <a:pathLst>
                <a:path w="26" h="3">
                  <a:moveTo>
                    <a:pt x="26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69" name=""/>
            <p:cNvSpPr/>
            <p:nvPr/>
          </p:nvSpPr>
          <p:spPr>
            <a:xfrm rot="0">
              <a:off x="3079" y="1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70" name=""/>
            <p:cNvSpPr/>
            <p:nvPr/>
          </p:nvSpPr>
          <p:spPr>
            <a:xfrm rot="0">
              <a:off x="3079" y="1911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10" y="83"/>
                  </a:lnTo>
                  <a:lnTo>
                    <a:pt x="36" y="80"/>
                  </a:lnTo>
                  <a:lnTo>
                    <a:pt x="61" y="77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71" name=""/>
            <p:cNvSpPr/>
            <p:nvPr/>
          </p:nvSpPr>
          <p:spPr>
            <a:xfrm rot="0">
              <a:off x="3079" y="1911"/>
              <a:ext cx="20" cy="28"/>
            </a:xfrm>
            <a:custGeom>
              <a:avLst/>
              <a:ahLst/>
              <a:rect l="0" t="0" r="r" b="b"/>
              <a:pathLst>
                <a:path w="61" h="83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10" y="83"/>
                  </a:lnTo>
                  <a:lnTo>
                    <a:pt x="36" y="80"/>
                  </a:lnTo>
                  <a:lnTo>
                    <a:pt x="61" y="77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72" name=""/>
            <p:cNvSpPr/>
            <p:nvPr/>
          </p:nvSpPr>
          <p:spPr>
            <a:xfrm rot="0">
              <a:off x="3082" y="1938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73" name=""/>
            <p:cNvSpPr/>
            <p:nvPr/>
          </p:nvSpPr>
          <p:spPr>
            <a:xfrm rot="0">
              <a:off x="3082" y="1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74" name=""/>
            <p:cNvSpPr/>
            <p:nvPr/>
          </p:nvSpPr>
          <p:spPr>
            <a:xfrm rot="0">
              <a:off x="3082" y="1936"/>
              <a:ext cx="21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51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12" y="84"/>
                  </a:lnTo>
                  <a:lnTo>
                    <a:pt x="38" y="80"/>
                  </a:lnTo>
                  <a:lnTo>
                    <a:pt x="64" y="76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75" name=""/>
            <p:cNvSpPr/>
            <p:nvPr/>
          </p:nvSpPr>
          <p:spPr>
            <a:xfrm rot="0">
              <a:off x="3082" y="1936"/>
              <a:ext cx="21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51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12" y="84"/>
                  </a:lnTo>
                  <a:lnTo>
                    <a:pt x="38" y="80"/>
                  </a:lnTo>
                  <a:lnTo>
                    <a:pt x="64" y="76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76" name=""/>
            <p:cNvSpPr/>
            <p:nvPr/>
          </p:nvSpPr>
          <p:spPr>
            <a:xfrm rot="0">
              <a:off x="3086" y="1963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77" name=""/>
            <p:cNvSpPr/>
            <p:nvPr/>
          </p:nvSpPr>
          <p:spPr>
            <a:xfrm rot="0">
              <a:off x="3086" y="19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78" name=""/>
            <p:cNvSpPr/>
            <p:nvPr/>
          </p:nvSpPr>
          <p:spPr>
            <a:xfrm rot="0">
              <a:off x="3086" y="1961"/>
              <a:ext cx="23" cy="29"/>
            </a:xfrm>
            <a:custGeom>
              <a:avLst/>
              <a:ahLst/>
              <a:rect l="0" t="0" r="r" b="b"/>
              <a:pathLst>
                <a:path w="70" h="89">
                  <a:moveTo>
                    <a:pt x="52" y="0"/>
                  </a:moveTo>
                  <a:lnTo>
                    <a:pt x="26" y="7"/>
                  </a:lnTo>
                  <a:lnTo>
                    <a:pt x="0" y="13"/>
                  </a:lnTo>
                  <a:lnTo>
                    <a:pt x="18" y="89"/>
                  </a:lnTo>
                  <a:lnTo>
                    <a:pt x="44" y="82"/>
                  </a:lnTo>
                  <a:lnTo>
                    <a:pt x="70" y="76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79" name=""/>
            <p:cNvSpPr/>
            <p:nvPr/>
          </p:nvSpPr>
          <p:spPr>
            <a:xfrm rot="0">
              <a:off x="3086" y="1961"/>
              <a:ext cx="23" cy="29"/>
            </a:xfrm>
            <a:custGeom>
              <a:avLst/>
              <a:ahLst/>
              <a:rect l="0" t="0" r="r" b="b"/>
              <a:pathLst>
                <a:path w="70" h="89">
                  <a:moveTo>
                    <a:pt x="52" y="0"/>
                  </a:moveTo>
                  <a:lnTo>
                    <a:pt x="26" y="7"/>
                  </a:lnTo>
                  <a:lnTo>
                    <a:pt x="0" y="13"/>
                  </a:lnTo>
                  <a:lnTo>
                    <a:pt x="18" y="89"/>
                  </a:lnTo>
                  <a:lnTo>
                    <a:pt x="44" y="82"/>
                  </a:lnTo>
                  <a:lnTo>
                    <a:pt x="70" y="76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80" name=""/>
            <p:cNvSpPr/>
            <p:nvPr/>
          </p:nvSpPr>
          <p:spPr>
            <a:xfrm rot="0">
              <a:off x="3092" y="1988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26" y="0"/>
                  </a:moveTo>
                  <a:lnTo>
                    <a:pt x="0" y="7"/>
                  </a:lnTo>
                  <a:lnTo>
                    <a:pt x="0" y="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81" name=""/>
            <p:cNvSpPr/>
            <p:nvPr/>
          </p:nvSpPr>
          <p:spPr>
            <a:xfrm rot="0">
              <a:off x="3092" y="1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82" name=""/>
            <p:cNvSpPr/>
            <p:nvPr/>
          </p:nvSpPr>
          <p:spPr>
            <a:xfrm rot="0">
              <a:off x="3092" y="1986"/>
              <a:ext cx="24" cy="29"/>
            </a:xfrm>
            <a:custGeom>
              <a:avLst/>
              <a:ahLst/>
              <a:rect l="0" t="0" r="r" b="b"/>
              <a:pathLst>
                <a:path w="72" h="89">
                  <a:moveTo>
                    <a:pt x="52" y="0"/>
                  </a:moveTo>
                  <a:lnTo>
                    <a:pt x="26" y="7"/>
                  </a:lnTo>
                  <a:lnTo>
                    <a:pt x="0" y="15"/>
                  </a:lnTo>
                  <a:lnTo>
                    <a:pt x="20" y="89"/>
                  </a:lnTo>
                  <a:lnTo>
                    <a:pt x="46" y="82"/>
                  </a:lnTo>
                  <a:lnTo>
                    <a:pt x="72" y="75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83" name=""/>
            <p:cNvSpPr/>
            <p:nvPr/>
          </p:nvSpPr>
          <p:spPr>
            <a:xfrm rot="0">
              <a:off x="3092" y="1986"/>
              <a:ext cx="24" cy="29"/>
            </a:xfrm>
            <a:custGeom>
              <a:avLst/>
              <a:ahLst/>
              <a:rect l="0" t="0" r="r" b="b"/>
              <a:pathLst>
                <a:path w="72" h="89">
                  <a:moveTo>
                    <a:pt x="52" y="0"/>
                  </a:moveTo>
                  <a:lnTo>
                    <a:pt x="26" y="7"/>
                  </a:lnTo>
                  <a:lnTo>
                    <a:pt x="0" y="15"/>
                  </a:lnTo>
                  <a:lnTo>
                    <a:pt x="20" y="89"/>
                  </a:lnTo>
                  <a:lnTo>
                    <a:pt x="46" y="82"/>
                  </a:lnTo>
                  <a:lnTo>
                    <a:pt x="72" y="75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84" name=""/>
            <p:cNvSpPr/>
            <p:nvPr/>
          </p:nvSpPr>
          <p:spPr>
            <a:xfrm rot="0">
              <a:off x="3099" y="2013"/>
              <a:ext cx="8" cy="3"/>
            </a:xfrm>
            <a:custGeom>
              <a:avLst/>
              <a:ahLst/>
              <a:rect l="0" t="0" r="r" b="b"/>
              <a:pathLst>
                <a:path w="26" h="8">
                  <a:moveTo>
                    <a:pt x="26" y="0"/>
                  </a:moveTo>
                  <a:lnTo>
                    <a:pt x="0" y="7"/>
                  </a:lnTo>
                  <a:lnTo>
                    <a:pt x="1" y="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85" name=""/>
            <p:cNvSpPr/>
            <p:nvPr/>
          </p:nvSpPr>
          <p:spPr>
            <a:xfrm rot="0">
              <a:off x="3099" y="2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86" name=""/>
            <p:cNvSpPr/>
            <p:nvPr/>
          </p:nvSpPr>
          <p:spPr>
            <a:xfrm rot="0">
              <a:off x="3099" y="2010"/>
              <a:ext cx="25" cy="30"/>
            </a:xfrm>
            <a:custGeom>
              <a:avLst/>
              <a:ahLst/>
              <a:rect l="0" t="0" r="r" b="b"/>
              <a:pathLst>
                <a:path w="74" h="90">
                  <a:moveTo>
                    <a:pt x="50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24" y="90"/>
                  </a:lnTo>
                  <a:lnTo>
                    <a:pt x="49" y="82"/>
                  </a:lnTo>
                  <a:lnTo>
                    <a:pt x="74" y="73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87" name=""/>
            <p:cNvSpPr/>
            <p:nvPr/>
          </p:nvSpPr>
          <p:spPr>
            <a:xfrm rot="0">
              <a:off x="3099" y="2010"/>
              <a:ext cx="25" cy="30"/>
            </a:xfrm>
            <a:custGeom>
              <a:avLst/>
              <a:ahLst/>
              <a:rect l="0" t="0" r="r" b="b"/>
              <a:pathLst>
                <a:path w="74" h="90">
                  <a:moveTo>
                    <a:pt x="50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24" y="90"/>
                  </a:lnTo>
                  <a:lnTo>
                    <a:pt x="49" y="82"/>
                  </a:lnTo>
                  <a:lnTo>
                    <a:pt x="74" y="73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88" name=""/>
            <p:cNvSpPr/>
            <p:nvPr/>
          </p:nvSpPr>
          <p:spPr>
            <a:xfrm rot="0">
              <a:off x="3107" y="2038"/>
              <a:ext cx="8" cy="3"/>
            </a:xfrm>
            <a:custGeom>
              <a:avLst/>
              <a:ahLst/>
              <a:rect l="0" t="0" r="r" b="b"/>
              <a:pathLst>
                <a:path w="25" h="9">
                  <a:moveTo>
                    <a:pt x="25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89" name=""/>
            <p:cNvSpPr/>
            <p:nvPr/>
          </p:nvSpPr>
          <p:spPr>
            <a:xfrm rot="0">
              <a:off x="3107" y="2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1" name=""/>
          <p:cNvGrpSpPr/>
          <p:nvPr/>
        </p:nvGrpSpPr>
        <p:grpSpPr>
          <a:xfrm rot="0">
            <a:off x="4932362" y="3228975"/>
            <a:ext cx="1598612" cy="574675"/>
            <a:chOff x="3107" y="2034"/>
            <a:chExt cx="1007" cy="362"/>
          </a:xfrm>
        </p:grpSpPr>
        <p:sp>
          <p:nvSpPr>
            <p:cNvPr id="1082290" name=""/>
            <p:cNvSpPr/>
            <p:nvPr/>
          </p:nvSpPr>
          <p:spPr>
            <a:xfrm rot="0">
              <a:off x="3107" y="2034"/>
              <a:ext cx="26" cy="31"/>
            </a:xfrm>
            <a:custGeom>
              <a:avLst/>
              <a:ahLst/>
              <a:rect l="0" t="0" r="r" b="b"/>
              <a:pathLst>
                <a:path w="78" h="91">
                  <a:moveTo>
                    <a:pt x="50" y="0"/>
                  </a:moveTo>
                  <a:lnTo>
                    <a:pt x="25" y="10"/>
                  </a:lnTo>
                  <a:lnTo>
                    <a:pt x="0" y="19"/>
                  </a:lnTo>
                  <a:lnTo>
                    <a:pt x="28" y="91"/>
                  </a:lnTo>
                  <a:lnTo>
                    <a:pt x="53" y="81"/>
                  </a:lnTo>
                  <a:lnTo>
                    <a:pt x="78" y="72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91" name=""/>
            <p:cNvSpPr/>
            <p:nvPr/>
          </p:nvSpPr>
          <p:spPr>
            <a:xfrm rot="0">
              <a:off x="3107" y="2034"/>
              <a:ext cx="26" cy="31"/>
            </a:xfrm>
            <a:custGeom>
              <a:avLst/>
              <a:ahLst/>
              <a:rect l="0" t="0" r="r" b="b"/>
              <a:pathLst>
                <a:path w="78" h="91">
                  <a:moveTo>
                    <a:pt x="50" y="0"/>
                  </a:moveTo>
                  <a:lnTo>
                    <a:pt x="25" y="10"/>
                  </a:lnTo>
                  <a:lnTo>
                    <a:pt x="0" y="19"/>
                  </a:lnTo>
                  <a:lnTo>
                    <a:pt x="28" y="91"/>
                  </a:lnTo>
                  <a:lnTo>
                    <a:pt x="53" y="81"/>
                  </a:lnTo>
                  <a:lnTo>
                    <a:pt x="78" y="72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92" name=""/>
            <p:cNvSpPr/>
            <p:nvPr/>
          </p:nvSpPr>
          <p:spPr>
            <a:xfrm rot="0">
              <a:off x="3116" y="2061"/>
              <a:ext cx="9" cy="4"/>
            </a:xfrm>
            <a:custGeom>
              <a:avLst/>
              <a:ahLst/>
              <a:rect l="0" t="0" r="r" b="b"/>
              <a:pathLst>
                <a:path w="25" h="11">
                  <a:moveTo>
                    <a:pt x="25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93" name=""/>
            <p:cNvSpPr/>
            <p:nvPr/>
          </p:nvSpPr>
          <p:spPr>
            <a:xfrm rot="0">
              <a:off x="3116" y="20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94" name=""/>
            <p:cNvSpPr/>
            <p:nvPr/>
          </p:nvSpPr>
          <p:spPr>
            <a:xfrm rot="0">
              <a:off x="3117" y="2058"/>
              <a:ext cx="26" cy="31"/>
            </a:xfrm>
            <a:custGeom>
              <a:avLst/>
              <a:ahLst/>
              <a:rect l="0" t="0" r="r" b="b"/>
              <a:pathLst>
                <a:path w="79" h="92">
                  <a:moveTo>
                    <a:pt x="48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31" y="92"/>
                  </a:lnTo>
                  <a:lnTo>
                    <a:pt x="55" y="82"/>
                  </a:lnTo>
                  <a:lnTo>
                    <a:pt x="79" y="71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95" name=""/>
            <p:cNvSpPr/>
            <p:nvPr/>
          </p:nvSpPr>
          <p:spPr>
            <a:xfrm rot="0">
              <a:off x="3117" y="2058"/>
              <a:ext cx="26" cy="31"/>
            </a:xfrm>
            <a:custGeom>
              <a:avLst/>
              <a:ahLst/>
              <a:rect l="0" t="0" r="r" b="b"/>
              <a:pathLst>
                <a:path w="79" h="92">
                  <a:moveTo>
                    <a:pt x="48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31" y="92"/>
                  </a:lnTo>
                  <a:lnTo>
                    <a:pt x="55" y="82"/>
                  </a:lnTo>
                  <a:lnTo>
                    <a:pt x="79" y="71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96" name=""/>
            <p:cNvSpPr/>
            <p:nvPr/>
          </p:nvSpPr>
          <p:spPr>
            <a:xfrm rot="0">
              <a:off x="3127" y="2085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0"/>
                  </a:lnTo>
                  <a:lnTo>
                    <a:pt x="0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97" name=""/>
            <p:cNvSpPr/>
            <p:nvPr/>
          </p:nvSpPr>
          <p:spPr>
            <a:xfrm rot="0">
              <a:off x="3127" y="2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298" name=""/>
            <p:cNvSpPr/>
            <p:nvPr/>
          </p:nvSpPr>
          <p:spPr>
            <a:xfrm rot="0">
              <a:off x="3127" y="2081"/>
              <a:ext cx="28" cy="31"/>
            </a:xfrm>
            <a:custGeom>
              <a:avLst/>
              <a:ahLst/>
              <a:rect l="0" t="0" r="r" b="b"/>
              <a:pathLst>
                <a:path w="83" h="94">
                  <a:moveTo>
                    <a:pt x="48" y="0"/>
                  </a:moveTo>
                  <a:lnTo>
                    <a:pt x="24" y="13"/>
                  </a:lnTo>
                  <a:lnTo>
                    <a:pt x="0" y="25"/>
                  </a:lnTo>
                  <a:lnTo>
                    <a:pt x="36" y="94"/>
                  </a:lnTo>
                  <a:lnTo>
                    <a:pt x="60" y="81"/>
                  </a:lnTo>
                  <a:lnTo>
                    <a:pt x="83" y="69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299" name=""/>
            <p:cNvSpPr/>
            <p:nvPr/>
          </p:nvSpPr>
          <p:spPr>
            <a:xfrm rot="0">
              <a:off x="3127" y="2081"/>
              <a:ext cx="28" cy="31"/>
            </a:xfrm>
            <a:custGeom>
              <a:avLst/>
              <a:ahLst/>
              <a:rect l="0" t="0" r="r" b="b"/>
              <a:pathLst>
                <a:path w="83" h="94">
                  <a:moveTo>
                    <a:pt x="48" y="0"/>
                  </a:moveTo>
                  <a:lnTo>
                    <a:pt x="24" y="13"/>
                  </a:lnTo>
                  <a:lnTo>
                    <a:pt x="0" y="25"/>
                  </a:lnTo>
                  <a:lnTo>
                    <a:pt x="36" y="94"/>
                  </a:lnTo>
                  <a:lnTo>
                    <a:pt x="60" y="81"/>
                  </a:lnTo>
                  <a:lnTo>
                    <a:pt x="83" y="69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00" name=""/>
            <p:cNvSpPr/>
            <p:nvPr/>
          </p:nvSpPr>
          <p:spPr>
            <a:xfrm rot="0">
              <a:off x="3139" y="2108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24" y="0"/>
                  </a:moveTo>
                  <a:lnTo>
                    <a:pt x="0" y="13"/>
                  </a:lnTo>
                  <a:lnTo>
                    <a:pt x="1" y="13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01" name=""/>
            <p:cNvSpPr/>
            <p:nvPr/>
          </p:nvSpPr>
          <p:spPr>
            <a:xfrm rot="0">
              <a:off x="3139" y="21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02" name=""/>
            <p:cNvSpPr/>
            <p:nvPr/>
          </p:nvSpPr>
          <p:spPr>
            <a:xfrm rot="0">
              <a:off x="3139" y="2104"/>
              <a:ext cx="28" cy="31"/>
            </a:xfrm>
            <a:custGeom>
              <a:avLst/>
              <a:ahLst/>
              <a:rect l="0" t="0" r="r" b="b"/>
              <a:pathLst>
                <a:path w="83" h="92">
                  <a:moveTo>
                    <a:pt x="45" y="0"/>
                  </a:moveTo>
                  <a:lnTo>
                    <a:pt x="23" y="12"/>
                  </a:lnTo>
                  <a:lnTo>
                    <a:pt x="0" y="25"/>
                  </a:lnTo>
                  <a:lnTo>
                    <a:pt x="37" y="92"/>
                  </a:lnTo>
                  <a:lnTo>
                    <a:pt x="60" y="80"/>
                  </a:lnTo>
                  <a:lnTo>
                    <a:pt x="83" y="67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03" name=""/>
            <p:cNvSpPr/>
            <p:nvPr/>
          </p:nvSpPr>
          <p:spPr>
            <a:xfrm rot="0">
              <a:off x="3139" y="2104"/>
              <a:ext cx="28" cy="31"/>
            </a:xfrm>
            <a:custGeom>
              <a:avLst/>
              <a:ahLst/>
              <a:rect l="0" t="0" r="r" b="b"/>
              <a:pathLst>
                <a:path w="83" h="92">
                  <a:moveTo>
                    <a:pt x="45" y="0"/>
                  </a:moveTo>
                  <a:lnTo>
                    <a:pt x="23" y="12"/>
                  </a:lnTo>
                  <a:lnTo>
                    <a:pt x="0" y="25"/>
                  </a:lnTo>
                  <a:lnTo>
                    <a:pt x="37" y="92"/>
                  </a:lnTo>
                  <a:lnTo>
                    <a:pt x="60" y="80"/>
                  </a:lnTo>
                  <a:lnTo>
                    <a:pt x="83" y="67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04" name=""/>
            <p:cNvSpPr/>
            <p:nvPr/>
          </p:nvSpPr>
          <p:spPr>
            <a:xfrm rot="0">
              <a:off x="3152" y="2131"/>
              <a:ext cx="7" cy="4"/>
            </a:xfrm>
            <a:custGeom>
              <a:avLst/>
              <a:ahLst/>
              <a:rect l="0" t="0" r="r" b="b"/>
              <a:pathLst>
                <a:path w="23" h="14">
                  <a:moveTo>
                    <a:pt x="23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05" name=""/>
            <p:cNvSpPr/>
            <p:nvPr/>
          </p:nvSpPr>
          <p:spPr>
            <a:xfrm rot="0">
              <a:off x="3152" y="2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06" name=""/>
            <p:cNvSpPr/>
            <p:nvPr/>
          </p:nvSpPr>
          <p:spPr>
            <a:xfrm rot="0">
              <a:off x="3152" y="2126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46" y="0"/>
                  </a:moveTo>
                  <a:lnTo>
                    <a:pt x="23" y="15"/>
                  </a:lnTo>
                  <a:lnTo>
                    <a:pt x="0" y="29"/>
                  </a:lnTo>
                  <a:lnTo>
                    <a:pt x="42" y="94"/>
                  </a:lnTo>
                  <a:lnTo>
                    <a:pt x="64" y="80"/>
                  </a:lnTo>
                  <a:lnTo>
                    <a:pt x="87" y="65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07" name=""/>
            <p:cNvSpPr/>
            <p:nvPr/>
          </p:nvSpPr>
          <p:spPr>
            <a:xfrm rot="0">
              <a:off x="3152" y="2126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46" y="0"/>
                  </a:moveTo>
                  <a:lnTo>
                    <a:pt x="23" y="15"/>
                  </a:lnTo>
                  <a:lnTo>
                    <a:pt x="0" y="29"/>
                  </a:lnTo>
                  <a:lnTo>
                    <a:pt x="42" y="94"/>
                  </a:lnTo>
                  <a:lnTo>
                    <a:pt x="64" y="80"/>
                  </a:lnTo>
                  <a:lnTo>
                    <a:pt x="87" y="65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08" name=""/>
            <p:cNvSpPr/>
            <p:nvPr/>
          </p:nvSpPr>
          <p:spPr>
            <a:xfrm rot="0">
              <a:off x="3166" y="2152"/>
              <a:ext cx="7" cy="6"/>
            </a:xfrm>
            <a:custGeom>
              <a:avLst/>
              <a:ahLst/>
              <a:rect l="0" t="0" r="r" b="b"/>
              <a:pathLst>
                <a:path w="22" h="16">
                  <a:moveTo>
                    <a:pt x="22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09" name=""/>
            <p:cNvSpPr/>
            <p:nvPr/>
          </p:nvSpPr>
          <p:spPr>
            <a:xfrm rot="0">
              <a:off x="3166" y="21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10" name=""/>
            <p:cNvSpPr/>
            <p:nvPr/>
          </p:nvSpPr>
          <p:spPr>
            <a:xfrm rot="0">
              <a:off x="3166" y="2147"/>
              <a:ext cx="29" cy="32"/>
            </a:xfrm>
            <a:custGeom>
              <a:avLst/>
              <a:ahLst/>
              <a:rect l="0" t="0" r="r" b="b"/>
              <a:pathLst>
                <a:path w="88" h="95">
                  <a:moveTo>
                    <a:pt x="43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44" y="95"/>
                  </a:lnTo>
                  <a:lnTo>
                    <a:pt x="66" y="79"/>
                  </a:lnTo>
                  <a:lnTo>
                    <a:pt x="88" y="64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11" name=""/>
            <p:cNvSpPr/>
            <p:nvPr/>
          </p:nvSpPr>
          <p:spPr>
            <a:xfrm rot="0">
              <a:off x="3166" y="2147"/>
              <a:ext cx="29" cy="32"/>
            </a:xfrm>
            <a:custGeom>
              <a:avLst/>
              <a:ahLst/>
              <a:rect l="0" t="0" r="r" b="b"/>
              <a:pathLst>
                <a:path w="88" h="95">
                  <a:moveTo>
                    <a:pt x="43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44" y="95"/>
                  </a:lnTo>
                  <a:lnTo>
                    <a:pt x="66" y="79"/>
                  </a:lnTo>
                  <a:lnTo>
                    <a:pt x="88" y="64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12" name=""/>
            <p:cNvSpPr/>
            <p:nvPr/>
          </p:nvSpPr>
          <p:spPr>
            <a:xfrm rot="0">
              <a:off x="3181" y="2173"/>
              <a:ext cx="7" cy="6"/>
            </a:xfrm>
            <a:custGeom>
              <a:avLst/>
              <a:ahLst/>
              <a:rect l="0" t="0" r="r" b="b"/>
              <a:pathLst>
                <a:path w="22" h="17">
                  <a:moveTo>
                    <a:pt x="22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13" name=""/>
            <p:cNvSpPr/>
            <p:nvPr/>
          </p:nvSpPr>
          <p:spPr>
            <a:xfrm rot="0">
              <a:off x="3181" y="21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14" name=""/>
            <p:cNvSpPr/>
            <p:nvPr/>
          </p:nvSpPr>
          <p:spPr>
            <a:xfrm rot="0">
              <a:off x="3181" y="2168"/>
              <a:ext cx="30" cy="31"/>
            </a:xfrm>
            <a:custGeom>
              <a:avLst/>
              <a:ahLst/>
              <a:rect l="0" t="0" r="r" b="b"/>
              <a:pathLst>
                <a:path w="89" h="94">
                  <a:moveTo>
                    <a:pt x="42" y="0"/>
                  </a:moveTo>
                  <a:lnTo>
                    <a:pt x="21" y="16"/>
                  </a:lnTo>
                  <a:lnTo>
                    <a:pt x="0" y="33"/>
                  </a:lnTo>
                  <a:lnTo>
                    <a:pt x="48" y="94"/>
                  </a:lnTo>
                  <a:lnTo>
                    <a:pt x="69" y="77"/>
                  </a:lnTo>
                  <a:lnTo>
                    <a:pt x="89" y="61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15" name=""/>
            <p:cNvSpPr/>
            <p:nvPr/>
          </p:nvSpPr>
          <p:spPr>
            <a:xfrm rot="0">
              <a:off x="3181" y="2168"/>
              <a:ext cx="30" cy="31"/>
            </a:xfrm>
            <a:custGeom>
              <a:avLst/>
              <a:ahLst/>
              <a:rect l="0" t="0" r="r" b="b"/>
              <a:pathLst>
                <a:path w="89" h="94">
                  <a:moveTo>
                    <a:pt x="42" y="0"/>
                  </a:moveTo>
                  <a:lnTo>
                    <a:pt x="21" y="16"/>
                  </a:lnTo>
                  <a:lnTo>
                    <a:pt x="0" y="33"/>
                  </a:lnTo>
                  <a:lnTo>
                    <a:pt x="48" y="94"/>
                  </a:lnTo>
                  <a:lnTo>
                    <a:pt x="69" y="77"/>
                  </a:lnTo>
                  <a:lnTo>
                    <a:pt x="89" y="61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16" name=""/>
            <p:cNvSpPr/>
            <p:nvPr/>
          </p:nvSpPr>
          <p:spPr>
            <a:xfrm rot="0">
              <a:off x="3197" y="2194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21" y="0"/>
                  </a:moveTo>
                  <a:lnTo>
                    <a:pt x="0" y="17"/>
                  </a:lnTo>
                  <a:lnTo>
                    <a:pt x="1" y="18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17" name=""/>
            <p:cNvSpPr/>
            <p:nvPr/>
          </p:nvSpPr>
          <p:spPr>
            <a:xfrm rot="0">
              <a:off x="3197" y="21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18" name=""/>
            <p:cNvSpPr/>
            <p:nvPr/>
          </p:nvSpPr>
          <p:spPr>
            <a:xfrm rot="0">
              <a:off x="3197" y="2188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39" y="0"/>
                  </a:moveTo>
                  <a:lnTo>
                    <a:pt x="20" y="17"/>
                  </a:lnTo>
                  <a:lnTo>
                    <a:pt x="0" y="35"/>
                  </a:lnTo>
                  <a:lnTo>
                    <a:pt x="51" y="94"/>
                  </a:lnTo>
                  <a:lnTo>
                    <a:pt x="70" y="77"/>
                  </a:lnTo>
                  <a:lnTo>
                    <a:pt x="90" y="59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19" name=""/>
            <p:cNvSpPr/>
            <p:nvPr/>
          </p:nvSpPr>
          <p:spPr>
            <a:xfrm rot="0">
              <a:off x="3197" y="2188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39" y="0"/>
                  </a:moveTo>
                  <a:lnTo>
                    <a:pt x="20" y="17"/>
                  </a:lnTo>
                  <a:lnTo>
                    <a:pt x="0" y="35"/>
                  </a:lnTo>
                  <a:lnTo>
                    <a:pt x="51" y="94"/>
                  </a:lnTo>
                  <a:lnTo>
                    <a:pt x="70" y="77"/>
                  </a:lnTo>
                  <a:lnTo>
                    <a:pt x="90" y="59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20" name=""/>
            <p:cNvSpPr/>
            <p:nvPr/>
          </p:nvSpPr>
          <p:spPr>
            <a:xfrm rot="0">
              <a:off x="3214" y="2214"/>
              <a:ext cx="7" cy="6"/>
            </a:xfrm>
            <a:custGeom>
              <a:avLst/>
              <a:ahLst/>
              <a:rect l="0" t="0" r="r" b="b"/>
              <a:pathLst>
                <a:path w="19" h="18">
                  <a:moveTo>
                    <a:pt x="19" y="0"/>
                  </a:moveTo>
                  <a:lnTo>
                    <a:pt x="0" y="17"/>
                  </a:lnTo>
                  <a:lnTo>
                    <a:pt x="0" y="18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21" name=""/>
            <p:cNvSpPr/>
            <p:nvPr/>
          </p:nvSpPr>
          <p:spPr>
            <a:xfrm rot="0">
              <a:off x="3214" y="22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22" name=""/>
            <p:cNvSpPr/>
            <p:nvPr/>
          </p:nvSpPr>
          <p:spPr>
            <a:xfrm rot="0">
              <a:off x="3214" y="2207"/>
              <a:ext cx="31" cy="31"/>
            </a:xfrm>
            <a:custGeom>
              <a:avLst/>
              <a:ahLst/>
              <a:rect l="0" t="0" r="r" b="b"/>
              <a:pathLst>
                <a:path w="92" h="93">
                  <a:moveTo>
                    <a:pt x="39" y="0"/>
                  </a:moveTo>
                  <a:lnTo>
                    <a:pt x="19" y="19"/>
                  </a:lnTo>
                  <a:lnTo>
                    <a:pt x="0" y="37"/>
                  </a:lnTo>
                  <a:lnTo>
                    <a:pt x="53" y="93"/>
                  </a:lnTo>
                  <a:lnTo>
                    <a:pt x="72" y="75"/>
                  </a:lnTo>
                  <a:lnTo>
                    <a:pt x="92" y="56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23" name=""/>
            <p:cNvSpPr/>
            <p:nvPr/>
          </p:nvSpPr>
          <p:spPr>
            <a:xfrm rot="0">
              <a:off x="3214" y="2207"/>
              <a:ext cx="31" cy="31"/>
            </a:xfrm>
            <a:custGeom>
              <a:avLst/>
              <a:ahLst/>
              <a:rect l="0" t="0" r="r" b="b"/>
              <a:pathLst>
                <a:path w="92" h="93">
                  <a:moveTo>
                    <a:pt x="39" y="0"/>
                  </a:moveTo>
                  <a:lnTo>
                    <a:pt x="19" y="19"/>
                  </a:lnTo>
                  <a:lnTo>
                    <a:pt x="0" y="37"/>
                  </a:lnTo>
                  <a:lnTo>
                    <a:pt x="53" y="93"/>
                  </a:lnTo>
                  <a:lnTo>
                    <a:pt x="72" y="75"/>
                  </a:lnTo>
                  <a:lnTo>
                    <a:pt x="92" y="56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24" name=""/>
            <p:cNvSpPr/>
            <p:nvPr/>
          </p:nvSpPr>
          <p:spPr>
            <a:xfrm rot="0">
              <a:off x="3232" y="2232"/>
              <a:ext cx="6" cy="7"/>
            </a:xfrm>
            <a:custGeom>
              <a:avLst/>
              <a:ahLst/>
              <a:rect l="0" t="0" r="r" b="b"/>
              <a:pathLst>
                <a:path w="19" h="19">
                  <a:moveTo>
                    <a:pt x="19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25" name=""/>
            <p:cNvSpPr/>
            <p:nvPr/>
          </p:nvSpPr>
          <p:spPr>
            <a:xfrm rot="0">
              <a:off x="3232" y="22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26" name=""/>
            <p:cNvSpPr/>
            <p:nvPr/>
          </p:nvSpPr>
          <p:spPr>
            <a:xfrm rot="0">
              <a:off x="3232" y="2226"/>
              <a:ext cx="31" cy="30"/>
            </a:xfrm>
            <a:custGeom>
              <a:avLst/>
              <a:ahLst/>
              <a:rect l="0" t="0" r="r" b="b"/>
              <a:pathLst>
                <a:path w="93" h="92">
                  <a:moveTo>
                    <a:pt x="37" y="0"/>
                  </a:moveTo>
                  <a:lnTo>
                    <a:pt x="18" y="20"/>
                  </a:lnTo>
                  <a:lnTo>
                    <a:pt x="0" y="39"/>
                  </a:lnTo>
                  <a:lnTo>
                    <a:pt x="56" y="92"/>
                  </a:lnTo>
                  <a:lnTo>
                    <a:pt x="74" y="72"/>
                  </a:lnTo>
                  <a:lnTo>
                    <a:pt x="93" y="53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27" name=""/>
            <p:cNvSpPr/>
            <p:nvPr/>
          </p:nvSpPr>
          <p:spPr>
            <a:xfrm rot="0">
              <a:off x="3232" y="2226"/>
              <a:ext cx="31" cy="30"/>
            </a:xfrm>
            <a:custGeom>
              <a:avLst/>
              <a:ahLst/>
              <a:rect l="0" t="0" r="r" b="b"/>
              <a:pathLst>
                <a:path w="93" h="92">
                  <a:moveTo>
                    <a:pt x="37" y="0"/>
                  </a:moveTo>
                  <a:lnTo>
                    <a:pt x="18" y="20"/>
                  </a:lnTo>
                  <a:lnTo>
                    <a:pt x="0" y="39"/>
                  </a:lnTo>
                  <a:lnTo>
                    <a:pt x="56" y="92"/>
                  </a:lnTo>
                  <a:lnTo>
                    <a:pt x="74" y="72"/>
                  </a:lnTo>
                  <a:lnTo>
                    <a:pt x="93" y="5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28" name=""/>
            <p:cNvSpPr/>
            <p:nvPr/>
          </p:nvSpPr>
          <p:spPr>
            <a:xfrm rot="0">
              <a:off x="3251" y="2250"/>
              <a:ext cx="6" cy="6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20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29" name=""/>
            <p:cNvSpPr/>
            <p:nvPr/>
          </p:nvSpPr>
          <p:spPr>
            <a:xfrm rot="0">
              <a:off x="3251" y="22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30" name=""/>
            <p:cNvSpPr/>
            <p:nvPr/>
          </p:nvSpPr>
          <p:spPr>
            <a:xfrm rot="0">
              <a:off x="3251" y="2243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35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59" y="90"/>
                  </a:lnTo>
                  <a:lnTo>
                    <a:pt x="76" y="70"/>
                  </a:lnTo>
                  <a:lnTo>
                    <a:pt x="94" y="51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31" name=""/>
            <p:cNvSpPr/>
            <p:nvPr/>
          </p:nvSpPr>
          <p:spPr>
            <a:xfrm rot="0">
              <a:off x="3251" y="2243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35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59" y="90"/>
                  </a:lnTo>
                  <a:lnTo>
                    <a:pt x="76" y="70"/>
                  </a:lnTo>
                  <a:lnTo>
                    <a:pt x="94" y="51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32" name=""/>
            <p:cNvSpPr/>
            <p:nvPr/>
          </p:nvSpPr>
          <p:spPr>
            <a:xfrm rot="0">
              <a:off x="3271" y="2267"/>
              <a:ext cx="6" cy="7"/>
            </a:xfrm>
            <a:custGeom>
              <a:avLst/>
              <a:ahLst/>
              <a:rect l="0" t="0" r="r" b="b"/>
              <a:pathLst>
                <a:path w="17" h="21">
                  <a:moveTo>
                    <a:pt x="17" y="0"/>
                  </a:moveTo>
                  <a:lnTo>
                    <a:pt x="0" y="20"/>
                  </a:lnTo>
                  <a:lnTo>
                    <a:pt x="1" y="21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33" name=""/>
            <p:cNvSpPr/>
            <p:nvPr/>
          </p:nvSpPr>
          <p:spPr>
            <a:xfrm rot="0">
              <a:off x="3271" y="22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34" name=""/>
            <p:cNvSpPr/>
            <p:nvPr/>
          </p:nvSpPr>
          <p:spPr>
            <a:xfrm rot="0">
              <a:off x="3271" y="2260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33" y="0"/>
                  </a:moveTo>
                  <a:lnTo>
                    <a:pt x="16" y="21"/>
                  </a:lnTo>
                  <a:lnTo>
                    <a:pt x="0" y="42"/>
                  </a:lnTo>
                  <a:lnTo>
                    <a:pt x="61" y="90"/>
                  </a:lnTo>
                  <a:lnTo>
                    <a:pt x="78" y="69"/>
                  </a:lnTo>
                  <a:lnTo>
                    <a:pt x="94" y="48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35" name=""/>
            <p:cNvSpPr/>
            <p:nvPr/>
          </p:nvSpPr>
          <p:spPr>
            <a:xfrm rot="0">
              <a:off x="3271" y="2260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33" y="0"/>
                  </a:moveTo>
                  <a:lnTo>
                    <a:pt x="16" y="21"/>
                  </a:lnTo>
                  <a:lnTo>
                    <a:pt x="0" y="42"/>
                  </a:lnTo>
                  <a:lnTo>
                    <a:pt x="61" y="90"/>
                  </a:lnTo>
                  <a:lnTo>
                    <a:pt x="78" y="69"/>
                  </a:lnTo>
                  <a:lnTo>
                    <a:pt x="94" y="48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36" name=""/>
            <p:cNvSpPr/>
            <p:nvPr/>
          </p:nvSpPr>
          <p:spPr>
            <a:xfrm rot="0">
              <a:off x="3292" y="2283"/>
              <a:ext cx="5" cy="7"/>
            </a:xfrm>
            <a:custGeom>
              <a:avLst/>
              <a:ahLst/>
              <a:rect l="0" t="0" r="r" b="b"/>
              <a:pathLst>
                <a:path w="17" h="22">
                  <a:moveTo>
                    <a:pt x="17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37" name=""/>
            <p:cNvSpPr/>
            <p:nvPr/>
          </p:nvSpPr>
          <p:spPr>
            <a:xfrm rot="0">
              <a:off x="3292" y="22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38" name=""/>
            <p:cNvSpPr/>
            <p:nvPr/>
          </p:nvSpPr>
          <p:spPr>
            <a:xfrm rot="0">
              <a:off x="3292" y="2275"/>
              <a:ext cx="31" cy="30"/>
            </a:xfrm>
            <a:custGeom>
              <a:avLst/>
              <a:ahLst/>
              <a:rect l="0" t="0" r="r" b="b"/>
              <a:pathLst>
                <a:path w="93" h="88">
                  <a:moveTo>
                    <a:pt x="31" y="0"/>
                  </a:moveTo>
                  <a:lnTo>
                    <a:pt x="16" y="22"/>
                  </a:lnTo>
                  <a:lnTo>
                    <a:pt x="0" y="44"/>
                  </a:lnTo>
                  <a:lnTo>
                    <a:pt x="62" y="88"/>
                  </a:lnTo>
                  <a:lnTo>
                    <a:pt x="78" y="66"/>
                  </a:lnTo>
                  <a:lnTo>
                    <a:pt x="93" y="45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39" name=""/>
            <p:cNvSpPr/>
            <p:nvPr/>
          </p:nvSpPr>
          <p:spPr>
            <a:xfrm rot="0">
              <a:off x="3292" y="2275"/>
              <a:ext cx="31" cy="30"/>
            </a:xfrm>
            <a:custGeom>
              <a:avLst/>
              <a:ahLst/>
              <a:rect l="0" t="0" r="r" b="b"/>
              <a:pathLst>
                <a:path w="93" h="88">
                  <a:moveTo>
                    <a:pt x="31" y="0"/>
                  </a:moveTo>
                  <a:lnTo>
                    <a:pt x="16" y="22"/>
                  </a:lnTo>
                  <a:lnTo>
                    <a:pt x="0" y="44"/>
                  </a:lnTo>
                  <a:lnTo>
                    <a:pt x="62" y="88"/>
                  </a:lnTo>
                  <a:lnTo>
                    <a:pt x="78" y="66"/>
                  </a:lnTo>
                  <a:lnTo>
                    <a:pt x="93" y="45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40" name=""/>
            <p:cNvSpPr/>
            <p:nvPr/>
          </p:nvSpPr>
          <p:spPr>
            <a:xfrm rot="0">
              <a:off x="3313" y="2297"/>
              <a:ext cx="5" cy="8"/>
            </a:xfrm>
            <a:custGeom>
              <a:avLst/>
              <a:ahLst/>
              <a:rect l="0" t="0" r="r" b="b"/>
              <a:pathLst>
                <a:path w="16" h="23">
                  <a:moveTo>
                    <a:pt x="16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41" name=""/>
            <p:cNvSpPr/>
            <p:nvPr/>
          </p:nvSpPr>
          <p:spPr>
            <a:xfrm rot="0">
              <a:off x="3313" y="2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42" name=""/>
            <p:cNvSpPr/>
            <p:nvPr/>
          </p:nvSpPr>
          <p:spPr>
            <a:xfrm rot="0">
              <a:off x="3313" y="2290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29" y="0"/>
                  </a:moveTo>
                  <a:lnTo>
                    <a:pt x="15" y="22"/>
                  </a:lnTo>
                  <a:lnTo>
                    <a:pt x="0" y="45"/>
                  </a:lnTo>
                  <a:lnTo>
                    <a:pt x="66" y="87"/>
                  </a:lnTo>
                  <a:lnTo>
                    <a:pt x="80" y="64"/>
                  </a:lnTo>
                  <a:lnTo>
                    <a:pt x="95" y="41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43" name=""/>
            <p:cNvSpPr/>
            <p:nvPr/>
          </p:nvSpPr>
          <p:spPr>
            <a:xfrm rot="0">
              <a:off x="3313" y="2290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29" y="0"/>
                  </a:moveTo>
                  <a:lnTo>
                    <a:pt x="15" y="22"/>
                  </a:lnTo>
                  <a:lnTo>
                    <a:pt x="0" y="45"/>
                  </a:lnTo>
                  <a:lnTo>
                    <a:pt x="66" y="87"/>
                  </a:lnTo>
                  <a:lnTo>
                    <a:pt x="80" y="64"/>
                  </a:lnTo>
                  <a:lnTo>
                    <a:pt x="95" y="41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44" name=""/>
            <p:cNvSpPr/>
            <p:nvPr/>
          </p:nvSpPr>
          <p:spPr>
            <a:xfrm rot="0">
              <a:off x="3335" y="2311"/>
              <a:ext cx="5" cy="8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3"/>
                  </a:lnTo>
                  <a:lnTo>
                    <a:pt x="1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45" name=""/>
            <p:cNvSpPr/>
            <p:nvPr/>
          </p:nvSpPr>
          <p:spPr>
            <a:xfrm rot="0">
              <a:off x="3335" y="23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46" name=""/>
            <p:cNvSpPr/>
            <p:nvPr/>
          </p:nvSpPr>
          <p:spPr>
            <a:xfrm rot="0">
              <a:off x="3335" y="2304"/>
              <a:ext cx="32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27" y="0"/>
                  </a:moveTo>
                  <a:lnTo>
                    <a:pt x="13" y="23"/>
                  </a:lnTo>
                  <a:lnTo>
                    <a:pt x="0" y="46"/>
                  </a:lnTo>
                  <a:lnTo>
                    <a:pt x="67" y="84"/>
                  </a:lnTo>
                  <a:lnTo>
                    <a:pt x="81" y="61"/>
                  </a:lnTo>
                  <a:lnTo>
                    <a:pt x="94" y="39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47" name=""/>
            <p:cNvSpPr/>
            <p:nvPr/>
          </p:nvSpPr>
          <p:spPr>
            <a:xfrm rot="0">
              <a:off x="3335" y="2304"/>
              <a:ext cx="32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27" y="0"/>
                  </a:moveTo>
                  <a:lnTo>
                    <a:pt x="13" y="23"/>
                  </a:lnTo>
                  <a:lnTo>
                    <a:pt x="0" y="46"/>
                  </a:lnTo>
                  <a:lnTo>
                    <a:pt x="67" y="84"/>
                  </a:lnTo>
                  <a:lnTo>
                    <a:pt x="81" y="61"/>
                  </a:lnTo>
                  <a:lnTo>
                    <a:pt x="94" y="39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48" name=""/>
            <p:cNvSpPr/>
            <p:nvPr/>
          </p:nvSpPr>
          <p:spPr>
            <a:xfrm rot="0">
              <a:off x="3358" y="2324"/>
              <a:ext cx="4" cy="8"/>
            </a:xfrm>
            <a:custGeom>
              <a:avLst/>
              <a:ahLst/>
              <a:rect l="0" t="0" r="r" b="b"/>
              <a:pathLst>
                <a:path w="14" h="24">
                  <a:moveTo>
                    <a:pt x="14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49" name=""/>
            <p:cNvSpPr/>
            <p:nvPr/>
          </p:nvSpPr>
          <p:spPr>
            <a:xfrm rot="0">
              <a:off x="3358" y="2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50" name=""/>
            <p:cNvSpPr/>
            <p:nvPr/>
          </p:nvSpPr>
          <p:spPr>
            <a:xfrm rot="0">
              <a:off x="3358" y="2316"/>
              <a:ext cx="31" cy="27"/>
            </a:xfrm>
            <a:custGeom>
              <a:avLst/>
              <a:ahLst/>
              <a:rect l="0" t="0" r="r" b="b"/>
              <a:pathLst>
                <a:path w="92" h="82">
                  <a:moveTo>
                    <a:pt x="23" y="0"/>
                  </a:moveTo>
                  <a:lnTo>
                    <a:pt x="12" y="24"/>
                  </a:lnTo>
                  <a:lnTo>
                    <a:pt x="0" y="48"/>
                  </a:lnTo>
                  <a:lnTo>
                    <a:pt x="70" y="82"/>
                  </a:lnTo>
                  <a:lnTo>
                    <a:pt x="81" y="59"/>
                  </a:lnTo>
                  <a:lnTo>
                    <a:pt x="92" y="35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51" name=""/>
            <p:cNvSpPr/>
            <p:nvPr/>
          </p:nvSpPr>
          <p:spPr>
            <a:xfrm rot="0">
              <a:off x="3358" y="2316"/>
              <a:ext cx="31" cy="27"/>
            </a:xfrm>
            <a:custGeom>
              <a:avLst/>
              <a:ahLst/>
              <a:rect l="0" t="0" r="r" b="b"/>
              <a:pathLst>
                <a:path w="92" h="82">
                  <a:moveTo>
                    <a:pt x="23" y="0"/>
                  </a:moveTo>
                  <a:lnTo>
                    <a:pt x="12" y="24"/>
                  </a:lnTo>
                  <a:lnTo>
                    <a:pt x="0" y="48"/>
                  </a:lnTo>
                  <a:lnTo>
                    <a:pt x="70" y="82"/>
                  </a:lnTo>
                  <a:lnTo>
                    <a:pt x="81" y="59"/>
                  </a:lnTo>
                  <a:lnTo>
                    <a:pt x="92" y="35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52" name=""/>
            <p:cNvSpPr/>
            <p:nvPr/>
          </p:nvSpPr>
          <p:spPr>
            <a:xfrm rot="0">
              <a:off x="3382" y="2336"/>
              <a:ext cx="3" cy="7"/>
            </a:xfrm>
            <a:custGeom>
              <a:avLst/>
              <a:ahLst/>
              <a:rect l="0" t="0" r="r" b="b"/>
              <a:pathLst>
                <a:path w="11" h="23">
                  <a:moveTo>
                    <a:pt x="11" y="0"/>
                  </a:moveTo>
                  <a:lnTo>
                    <a:pt x="0" y="23"/>
                  </a:lnTo>
                  <a:lnTo>
                    <a:pt x="0" y="23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53" name=""/>
            <p:cNvSpPr/>
            <p:nvPr/>
          </p:nvSpPr>
          <p:spPr>
            <a:xfrm rot="0">
              <a:off x="3382" y="23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54" name=""/>
            <p:cNvSpPr/>
            <p:nvPr/>
          </p:nvSpPr>
          <p:spPr>
            <a:xfrm rot="0">
              <a:off x="3382" y="2328"/>
              <a:ext cx="31" cy="26"/>
            </a:xfrm>
            <a:custGeom>
              <a:avLst/>
              <a:ahLst/>
              <a:rect l="0" t="0" r="r" b="b"/>
              <a:pathLst>
                <a:path w="93" h="80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70" y="80"/>
                  </a:lnTo>
                  <a:lnTo>
                    <a:pt x="81" y="56"/>
                  </a:lnTo>
                  <a:lnTo>
                    <a:pt x="93" y="32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55" name=""/>
            <p:cNvSpPr/>
            <p:nvPr/>
          </p:nvSpPr>
          <p:spPr>
            <a:xfrm rot="0">
              <a:off x="3382" y="2328"/>
              <a:ext cx="31" cy="26"/>
            </a:xfrm>
            <a:custGeom>
              <a:avLst/>
              <a:ahLst/>
              <a:rect l="0" t="0" r="r" b="b"/>
              <a:pathLst>
                <a:path w="93" h="80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70" y="80"/>
                  </a:lnTo>
                  <a:lnTo>
                    <a:pt x="81" y="56"/>
                  </a:lnTo>
                  <a:lnTo>
                    <a:pt x="93" y="32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56" name=""/>
            <p:cNvSpPr/>
            <p:nvPr/>
          </p:nvSpPr>
          <p:spPr>
            <a:xfrm rot="0">
              <a:off x="3405" y="2346"/>
              <a:ext cx="4" cy="9"/>
            </a:xfrm>
            <a:custGeom>
              <a:avLst/>
              <a:ahLst/>
              <a:rect l="0" t="0" r="r" b="b"/>
              <a:pathLst>
                <a:path w="11" h="25">
                  <a:moveTo>
                    <a:pt x="11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57" name=""/>
            <p:cNvSpPr/>
            <p:nvPr/>
          </p:nvSpPr>
          <p:spPr>
            <a:xfrm rot="0">
              <a:off x="3405" y="2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58" name=""/>
            <p:cNvSpPr/>
            <p:nvPr/>
          </p:nvSpPr>
          <p:spPr>
            <a:xfrm rot="0">
              <a:off x="3406" y="2338"/>
              <a:ext cx="30" cy="26"/>
            </a:xfrm>
            <a:custGeom>
              <a:avLst/>
              <a:ahLst/>
              <a:rect l="0" t="0" r="r" b="b"/>
              <a:pathLst>
                <a:path w="91" h="77">
                  <a:moveTo>
                    <a:pt x="19" y="0"/>
                  </a:moveTo>
                  <a:lnTo>
                    <a:pt x="9" y="25"/>
                  </a:lnTo>
                  <a:lnTo>
                    <a:pt x="0" y="50"/>
                  </a:lnTo>
                  <a:lnTo>
                    <a:pt x="73" y="77"/>
                  </a:lnTo>
                  <a:lnTo>
                    <a:pt x="82" y="52"/>
                  </a:lnTo>
                  <a:lnTo>
                    <a:pt x="91" y="27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59" name=""/>
            <p:cNvSpPr/>
            <p:nvPr/>
          </p:nvSpPr>
          <p:spPr>
            <a:xfrm rot="0">
              <a:off x="3406" y="2338"/>
              <a:ext cx="30" cy="26"/>
            </a:xfrm>
            <a:custGeom>
              <a:avLst/>
              <a:ahLst/>
              <a:rect l="0" t="0" r="r" b="b"/>
              <a:pathLst>
                <a:path w="91" h="77">
                  <a:moveTo>
                    <a:pt x="19" y="0"/>
                  </a:moveTo>
                  <a:lnTo>
                    <a:pt x="9" y="25"/>
                  </a:lnTo>
                  <a:lnTo>
                    <a:pt x="0" y="50"/>
                  </a:lnTo>
                  <a:lnTo>
                    <a:pt x="73" y="77"/>
                  </a:lnTo>
                  <a:lnTo>
                    <a:pt x="82" y="52"/>
                  </a:lnTo>
                  <a:lnTo>
                    <a:pt x="91" y="27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60" name=""/>
            <p:cNvSpPr/>
            <p:nvPr/>
          </p:nvSpPr>
          <p:spPr>
            <a:xfrm rot="0">
              <a:off x="3430" y="2355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61" name=""/>
            <p:cNvSpPr/>
            <p:nvPr/>
          </p:nvSpPr>
          <p:spPr>
            <a:xfrm rot="0">
              <a:off x="3430" y="23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62" name=""/>
            <p:cNvSpPr/>
            <p:nvPr/>
          </p:nvSpPr>
          <p:spPr>
            <a:xfrm rot="0">
              <a:off x="3430" y="2347"/>
              <a:ext cx="30" cy="25"/>
            </a:xfrm>
            <a:custGeom>
              <a:avLst/>
              <a:ahLst/>
              <a:rect l="0" t="0" r="r" b="b"/>
              <a:pathLst>
                <a:path w="90" h="74">
                  <a:moveTo>
                    <a:pt x="16" y="0"/>
                  </a:moveTo>
                  <a:lnTo>
                    <a:pt x="8" y="25"/>
                  </a:lnTo>
                  <a:lnTo>
                    <a:pt x="0" y="50"/>
                  </a:lnTo>
                  <a:lnTo>
                    <a:pt x="73" y="74"/>
                  </a:lnTo>
                  <a:lnTo>
                    <a:pt x="82" y="50"/>
                  </a:lnTo>
                  <a:lnTo>
                    <a:pt x="90" y="25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63" name=""/>
            <p:cNvSpPr/>
            <p:nvPr/>
          </p:nvSpPr>
          <p:spPr>
            <a:xfrm rot="0">
              <a:off x="3430" y="2347"/>
              <a:ext cx="30" cy="25"/>
            </a:xfrm>
            <a:custGeom>
              <a:avLst/>
              <a:ahLst/>
              <a:rect l="0" t="0" r="r" b="b"/>
              <a:pathLst>
                <a:path w="90" h="74">
                  <a:moveTo>
                    <a:pt x="16" y="0"/>
                  </a:moveTo>
                  <a:lnTo>
                    <a:pt x="8" y="25"/>
                  </a:lnTo>
                  <a:lnTo>
                    <a:pt x="0" y="50"/>
                  </a:lnTo>
                  <a:lnTo>
                    <a:pt x="73" y="74"/>
                  </a:lnTo>
                  <a:lnTo>
                    <a:pt x="82" y="50"/>
                  </a:lnTo>
                  <a:lnTo>
                    <a:pt x="90" y="25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64" name=""/>
            <p:cNvSpPr/>
            <p:nvPr/>
          </p:nvSpPr>
          <p:spPr>
            <a:xfrm rot="0">
              <a:off x="3455" y="2364"/>
              <a:ext cx="3" cy="8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65" name=""/>
            <p:cNvSpPr/>
            <p:nvPr/>
          </p:nvSpPr>
          <p:spPr>
            <a:xfrm rot="0">
              <a:off x="3455" y="23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66" name=""/>
            <p:cNvSpPr/>
            <p:nvPr/>
          </p:nvSpPr>
          <p:spPr>
            <a:xfrm rot="0">
              <a:off x="3455" y="2355"/>
              <a:ext cx="30" cy="24"/>
            </a:xfrm>
            <a:custGeom>
              <a:avLst/>
              <a:ahLst/>
              <a:rect l="0" t="0" r="r" b="b"/>
              <a:pathLst>
                <a:path w="89" h="72">
                  <a:moveTo>
                    <a:pt x="15" y="0"/>
                  </a:moveTo>
                  <a:lnTo>
                    <a:pt x="8" y="26"/>
                  </a:lnTo>
                  <a:lnTo>
                    <a:pt x="0" y="51"/>
                  </a:lnTo>
                  <a:lnTo>
                    <a:pt x="74" y="72"/>
                  </a:lnTo>
                  <a:lnTo>
                    <a:pt x="81" y="46"/>
                  </a:lnTo>
                  <a:lnTo>
                    <a:pt x="89" y="20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67" name=""/>
            <p:cNvSpPr/>
            <p:nvPr/>
          </p:nvSpPr>
          <p:spPr>
            <a:xfrm rot="0">
              <a:off x="3455" y="2355"/>
              <a:ext cx="30" cy="24"/>
            </a:xfrm>
            <a:custGeom>
              <a:avLst/>
              <a:ahLst/>
              <a:rect l="0" t="0" r="r" b="b"/>
              <a:pathLst>
                <a:path w="89" h="72">
                  <a:moveTo>
                    <a:pt x="15" y="0"/>
                  </a:moveTo>
                  <a:lnTo>
                    <a:pt x="8" y="26"/>
                  </a:lnTo>
                  <a:lnTo>
                    <a:pt x="0" y="51"/>
                  </a:lnTo>
                  <a:lnTo>
                    <a:pt x="74" y="72"/>
                  </a:lnTo>
                  <a:lnTo>
                    <a:pt x="81" y="46"/>
                  </a:lnTo>
                  <a:lnTo>
                    <a:pt x="89" y="20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68" name=""/>
            <p:cNvSpPr/>
            <p:nvPr/>
          </p:nvSpPr>
          <p:spPr>
            <a:xfrm rot="0">
              <a:off x="3480" y="2370"/>
              <a:ext cx="2" cy="9"/>
            </a:xfrm>
            <a:custGeom>
              <a:avLst/>
              <a:ahLst/>
              <a:rect l="0" t="0" r="r" b="b"/>
              <a:pathLst>
                <a:path w="7" h="26">
                  <a:moveTo>
                    <a:pt x="7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69" name=""/>
            <p:cNvSpPr/>
            <p:nvPr/>
          </p:nvSpPr>
          <p:spPr>
            <a:xfrm rot="0">
              <a:off x="3480" y="23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70" name=""/>
            <p:cNvSpPr/>
            <p:nvPr/>
          </p:nvSpPr>
          <p:spPr>
            <a:xfrm rot="0">
              <a:off x="3480" y="2362"/>
              <a:ext cx="29" cy="23"/>
            </a:xfrm>
            <a:custGeom>
              <a:avLst/>
              <a:ahLst/>
              <a:rect l="0" t="0" r="r" b="b"/>
              <a:pathLst>
                <a:path w="86" h="69">
                  <a:moveTo>
                    <a:pt x="10" y="0"/>
                  </a:moveTo>
                  <a:lnTo>
                    <a:pt x="5" y="26"/>
                  </a:lnTo>
                  <a:lnTo>
                    <a:pt x="0" y="52"/>
                  </a:lnTo>
                  <a:lnTo>
                    <a:pt x="76" y="69"/>
                  </a:lnTo>
                  <a:lnTo>
                    <a:pt x="81" y="43"/>
                  </a:lnTo>
                  <a:lnTo>
                    <a:pt x="86" y="17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71" name=""/>
            <p:cNvSpPr/>
            <p:nvPr/>
          </p:nvSpPr>
          <p:spPr>
            <a:xfrm rot="0">
              <a:off x="3480" y="2362"/>
              <a:ext cx="29" cy="23"/>
            </a:xfrm>
            <a:custGeom>
              <a:avLst/>
              <a:ahLst/>
              <a:rect l="0" t="0" r="r" b="b"/>
              <a:pathLst>
                <a:path w="86" h="69">
                  <a:moveTo>
                    <a:pt x="10" y="0"/>
                  </a:moveTo>
                  <a:lnTo>
                    <a:pt x="5" y="26"/>
                  </a:lnTo>
                  <a:lnTo>
                    <a:pt x="0" y="52"/>
                  </a:lnTo>
                  <a:lnTo>
                    <a:pt x="76" y="69"/>
                  </a:lnTo>
                  <a:lnTo>
                    <a:pt x="81" y="43"/>
                  </a:lnTo>
                  <a:lnTo>
                    <a:pt x="86" y="17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72" name=""/>
            <p:cNvSpPr/>
            <p:nvPr/>
          </p:nvSpPr>
          <p:spPr>
            <a:xfrm rot="0">
              <a:off x="3506" y="2376"/>
              <a:ext cx="1" cy="9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73" name=""/>
            <p:cNvSpPr/>
            <p:nvPr/>
          </p:nvSpPr>
          <p:spPr>
            <a:xfrm rot="0">
              <a:off x="3506" y="2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74" name=""/>
            <p:cNvSpPr/>
            <p:nvPr/>
          </p:nvSpPr>
          <p:spPr>
            <a:xfrm rot="0">
              <a:off x="3506" y="2367"/>
              <a:ext cx="28" cy="22"/>
            </a:xfrm>
            <a:custGeom>
              <a:avLst/>
              <a:ahLst/>
              <a:rect l="0" t="0" r="r" b="b"/>
              <a:pathLst>
                <a:path w="85" h="65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77" y="65"/>
                  </a:lnTo>
                  <a:lnTo>
                    <a:pt x="81" y="39"/>
                  </a:lnTo>
                  <a:lnTo>
                    <a:pt x="85" y="13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75" name=""/>
            <p:cNvSpPr/>
            <p:nvPr/>
          </p:nvSpPr>
          <p:spPr>
            <a:xfrm rot="0">
              <a:off x="3506" y="2367"/>
              <a:ext cx="28" cy="22"/>
            </a:xfrm>
            <a:custGeom>
              <a:avLst/>
              <a:ahLst/>
              <a:rect l="0" t="0" r="r" b="b"/>
              <a:pathLst>
                <a:path w="85" h="65">
                  <a:moveTo>
                    <a:pt x="8" y="0"/>
                  </a:moveTo>
                  <a:lnTo>
                    <a:pt x="4" y="26"/>
                  </a:lnTo>
                  <a:lnTo>
                    <a:pt x="0" y="52"/>
                  </a:lnTo>
                  <a:lnTo>
                    <a:pt x="77" y="65"/>
                  </a:lnTo>
                  <a:lnTo>
                    <a:pt x="81" y="39"/>
                  </a:lnTo>
                  <a:lnTo>
                    <a:pt x="85" y="13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76" name=""/>
            <p:cNvSpPr/>
            <p:nvPr/>
          </p:nvSpPr>
          <p:spPr>
            <a:xfrm rot="0">
              <a:off x="3532" y="2380"/>
              <a:ext cx="1" cy="9"/>
            </a:xfrm>
            <a:custGeom>
              <a:avLst/>
              <a:ahLst/>
              <a:rect l="0" t="0" r="r" b="b"/>
              <a:pathLst>
                <a:path w="4" h="26">
                  <a:moveTo>
                    <a:pt x="4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77" name=""/>
            <p:cNvSpPr/>
            <p:nvPr/>
          </p:nvSpPr>
          <p:spPr>
            <a:xfrm rot="0">
              <a:off x="3532" y="23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78" name=""/>
            <p:cNvSpPr/>
            <p:nvPr/>
          </p:nvSpPr>
          <p:spPr>
            <a:xfrm rot="0">
              <a:off x="3532" y="2372"/>
              <a:ext cx="28" cy="20"/>
            </a:xfrm>
            <a:custGeom>
              <a:avLst/>
              <a:ahLst/>
              <a:rect l="0" t="0" r="r" b="b"/>
              <a:pathLst>
                <a:path w="83" h="62">
                  <a:moveTo>
                    <a:pt x="6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76" y="62"/>
                  </a:lnTo>
                  <a:lnTo>
                    <a:pt x="79" y="36"/>
                  </a:lnTo>
                  <a:lnTo>
                    <a:pt x="83" y="1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79" name=""/>
            <p:cNvSpPr/>
            <p:nvPr/>
          </p:nvSpPr>
          <p:spPr>
            <a:xfrm rot="0">
              <a:off x="3532" y="2372"/>
              <a:ext cx="28" cy="20"/>
            </a:xfrm>
            <a:custGeom>
              <a:avLst/>
              <a:ahLst/>
              <a:rect l="0" t="0" r="r" b="b"/>
              <a:pathLst>
                <a:path w="83" h="62">
                  <a:moveTo>
                    <a:pt x="6" y="0"/>
                  </a:moveTo>
                  <a:lnTo>
                    <a:pt x="3" y="26"/>
                  </a:lnTo>
                  <a:lnTo>
                    <a:pt x="0" y="52"/>
                  </a:lnTo>
                  <a:lnTo>
                    <a:pt x="76" y="62"/>
                  </a:lnTo>
                  <a:lnTo>
                    <a:pt x="79" y="36"/>
                  </a:lnTo>
                  <a:lnTo>
                    <a:pt x="83" y="10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80" name=""/>
            <p:cNvSpPr/>
            <p:nvPr/>
          </p:nvSpPr>
          <p:spPr>
            <a:xfrm rot="0">
              <a:off x="3557" y="2384"/>
              <a:ext cx="1" cy="8"/>
            </a:xfrm>
            <a:custGeom>
              <a:avLst/>
              <a:ahLst/>
              <a:rect l="0" t="0" r="r" b="b"/>
              <a:pathLst>
                <a:path w="3" h="26">
                  <a:moveTo>
                    <a:pt x="3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81" name=""/>
            <p:cNvSpPr/>
            <p:nvPr/>
          </p:nvSpPr>
          <p:spPr>
            <a:xfrm rot="0">
              <a:off x="3557" y="2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82" name=""/>
            <p:cNvSpPr/>
            <p:nvPr/>
          </p:nvSpPr>
          <p:spPr>
            <a:xfrm rot="0">
              <a:off x="3558" y="2375"/>
              <a:ext cx="27" cy="19"/>
            </a:xfrm>
            <a:custGeom>
              <a:avLst/>
              <a:ahLst/>
              <a:rect l="0" t="0" r="r" b="b"/>
              <a:pathLst>
                <a:path w="81" h="57">
                  <a:moveTo>
                    <a:pt x="5" y="0"/>
                  </a:moveTo>
                  <a:lnTo>
                    <a:pt x="2" y="26"/>
                  </a:lnTo>
                  <a:lnTo>
                    <a:pt x="0" y="52"/>
                  </a:lnTo>
                  <a:lnTo>
                    <a:pt x="77" y="57"/>
                  </a:lnTo>
                  <a:lnTo>
                    <a:pt x="79" y="31"/>
                  </a:lnTo>
                  <a:lnTo>
                    <a:pt x="81" y="5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83" name=""/>
            <p:cNvSpPr/>
            <p:nvPr/>
          </p:nvSpPr>
          <p:spPr>
            <a:xfrm rot="0">
              <a:off x="3558" y="2375"/>
              <a:ext cx="27" cy="19"/>
            </a:xfrm>
            <a:custGeom>
              <a:avLst/>
              <a:ahLst/>
              <a:rect l="0" t="0" r="r" b="b"/>
              <a:pathLst>
                <a:path w="81" h="57">
                  <a:moveTo>
                    <a:pt x="5" y="0"/>
                  </a:moveTo>
                  <a:lnTo>
                    <a:pt x="2" y="26"/>
                  </a:lnTo>
                  <a:lnTo>
                    <a:pt x="0" y="52"/>
                  </a:lnTo>
                  <a:lnTo>
                    <a:pt x="77" y="57"/>
                  </a:lnTo>
                  <a:lnTo>
                    <a:pt x="79" y="31"/>
                  </a:lnTo>
                  <a:lnTo>
                    <a:pt x="81" y="5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84" name=""/>
            <p:cNvSpPr/>
            <p:nvPr/>
          </p:nvSpPr>
          <p:spPr>
            <a:xfrm rot="0">
              <a:off x="3583" y="2385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85" name=""/>
            <p:cNvSpPr/>
            <p:nvPr/>
          </p:nvSpPr>
          <p:spPr>
            <a:xfrm rot="0">
              <a:off x="3583" y="23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86" name=""/>
            <p:cNvSpPr/>
            <p:nvPr/>
          </p:nvSpPr>
          <p:spPr>
            <a:xfrm rot="0">
              <a:off x="3584" y="2377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78" y="54"/>
                  </a:lnTo>
                  <a:lnTo>
                    <a:pt x="79" y="28"/>
                  </a:lnTo>
                  <a:lnTo>
                    <a:pt x="80" y="2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87" name=""/>
            <p:cNvSpPr/>
            <p:nvPr/>
          </p:nvSpPr>
          <p:spPr>
            <a:xfrm rot="0">
              <a:off x="3584" y="2377"/>
              <a:ext cx="26" cy="18"/>
            </a:xfrm>
            <a:custGeom>
              <a:avLst/>
              <a:ahLst/>
              <a:rect l="0" t="0" r="r" b="b"/>
              <a:pathLst>
                <a:path w="80" h="54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78" y="54"/>
                  </a:lnTo>
                  <a:lnTo>
                    <a:pt x="79" y="28"/>
                  </a:lnTo>
                  <a:lnTo>
                    <a:pt x="80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88" name=""/>
            <p:cNvSpPr/>
            <p:nvPr/>
          </p:nvSpPr>
          <p:spPr>
            <a:xfrm rot="0">
              <a:off x="3610" y="2386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1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89" name=""/>
            <p:cNvSpPr/>
            <p:nvPr/>
          </p:nvSpPr>
          <p:spPr>
            <a:xfrm rot="0">
              <a:off x="3610" y="23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90" name=""/>
            <p:cNvSpPr/>
            <p:nvPr/>
          </p:nvSpPr>
          <p:spPr>
            <a:xfrm rot="0">
              <a:off x="3610" y="2377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0" y="2"/>
                  </a:moveTo>
                  <a:lnTo>
                    <a:pt x="1" y="28"/>
                  </a:lnTo>
                  <a:lnTo>
                    <a:pt x="2" y="54"/>
                  </a:lnTo>
                  <a:lnTo>
                    <a:pt x="79" y="52"/>
                  </a:lnTo>
                  <a:lnTo>
                    <a:pt x="78" y="26"/>
                  </a:lnTo>
                  <a:lnTo>
                    <a:pt x="77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91" name=""/>
            <p:cNvSpPr/>
            <p:nvPr/>
          </p:nvSpPr>
          <p:spPr>
            <a:xfrm rot="0">
              <a:off x="3610" y="2377"/>
              <a:ext cx="26" cy="18"/>
            </a:xfrm>
            <a:custGeom>
              <a:avLst/>
              <a:ahLst/>
              <a:rect l="0" t="0" r="r" b="b"/>
              <a:pathLst>
                <a:path w="79" h="54">
                  <a:moveTo>
                    <a:pt x="0" y="2"/>
                  </a:moveTo>
                  <a:lnTo>
                    <a:pt x="1" y="28"/>
                  </a:lnTo>
                  <a:lnTo>
                    <a:pt x="2" y="54"/>
                  </a:lnTo>
                  <a:lnTo>
                    <a:pt x="79" y="52"/>
                  </a:lnTo>
                  <a:lnTo>
                    <a:pt x="78" y="26"/>
                  </a:lnTo>
                  <a:lnTo>
                    <a:pt x="77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92" name=""/>
            <p:cNvSpPr/>
            <p:nvPr/>
          </p:nvSpPr>
          <p:spPr>
            <a:xfrm rot="0">
              <a:off x="3636" y="2385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0" y="0"/>
                  </a:moveTo>
                  <a:lnTo>
                    <a:pt x="1" y="26"/>
                  </a:lnTo>
                  <a:lnTo>
                    <a:pt x="2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93" name=""/>
            <p:cNvSpPr/>
            <p:nvPr/>
          </p:nvSpPr>
          <p:spPr>
            <a:xfrm rot="0">
              <a:off x="3636" y="23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94" name=""/>
            <p:cNvSpPr/>
            <p:nvPr/>
          </p:nvSpPr>
          <p:spPr>
            <a:xfrm rot="0">
              <a:off x="3635" y="2375"/>
              <a:ext cx="27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0" y="5"/>
                  </a:moveTo>
                  <a:lnTo>
                    <a:pt x="2" y="31"/>
                  </a:lnTo>
                  <a:lnTo>
                    <a:pt x="4" y="57"/>
                  </a:lnTo>
                  <a:lnTo>
                    <a:pt x="80" y="52"/>
                  </a:lnTo>
                  <a:lnTo>
                    <a:pt x="78" y="26"/>
                  </a:lnTo>
                  <a:lnTo>
                    <a:pt x="76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95" name=""/>
            <p:cNvSpPr/>
            <p:nvPr/>
          </p:nvSpPr>
          <p:spPr>
            <a:xfrm rot="0">
              <a:off x="3635" y="2375"/>
              <a:ext cx="27" cy="19"/>
            </a:xfrm>
            <a:custGeom>
              <a:avLst/>
              <a:ahLst/>
              <a:rect l="0" t="0" r="r" b="b"/>
              <a:pathLst>
                <a:path w="80" h="57">
                  <a:moveTo>
                    <a:pt x="0" y="5"/>
                  </a:moveTo>
                  <a:lnTo>
                    <a:pt x="2" y="31"/>
                  </a:lnTo>
                  <a:lnTo>
                    <a:pt x="4" y="57"/>
                  </a:lnTo>
                  <a:lnTo>
                    <a:pt x="80" y="52"/>
                  </a:lnTo>
                  <a:lnTo>
                    <a:pt x="78" y="26"/>
                  </a:lnTo>
                  <a:lnTo>
                    <a:pt x="76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96" name=""/>
            <p:cNvSpPr/>
            <p:nvPr/>
          </p:nvSpPr>
          <p:spPr>
            <a:xfrm rot="0">
              <a:off x="3661" y="2384"/>
              <a:ext cx="1" cy="8"/>
            </a:xfrm>
            <a:custGeom>
              <a:avLst/>
              <a:ahLst/>
              <a:rect l="0" t="0" r="r" b="b"/>
              <a:pathLst>
                <a:path w="4" h="26">
                  <a:moveTo>
                    <a:pt x="0" y="0"/>
                  </a:moveTo>
                  <a:lnTo>
                    <a:pt x="2" y="26"/>
                  </a:lnTo>
                  <a:lnTo>
                    <a:pt x="4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97" name=""/>
            <p:cNvSpPr/>
            <p:nvPr/>
          </p:nvSpPr>
          <p:spPr>
            <a:xfrm rot="0">
              <a:off x="3662" y="2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398" name=""/>
            <p:cNvSpPr/>
            <p:nvPr/>
          </p:nvSpPr>
          <p:spPr>
            <a:xfrm rot="0">
              <a:off x="3660" y="2372"/>
              <a:ext cx="28" cy="20"/>
            </a:xfrm>
            <a:custGeom>
              <a:avLst/>
              <a:ahLst/>
              <a:rect l="0" t="0" r="r" b="b"/>
              <a:pathLst>
                <a:path w="83" h="62">
                  <a:moveTo>
                    <a:pt x="0" y="10"/>
                  </a:moveTo>
                  <a:lnTo>
                    <a:pt x="3" y="36"/>
                  </a:lnTo>
                  <a:lnTo>
                    <a:pt x="7" y="62"/>
                  </a:lnTo>
                  <a:lnTo>
                    <a:pt x="83" y="52"/>
                  </a:lnTo>
                  <a:lnTo>
                    <a:pt x="80" y="26"/>
                  </a:lnTo>
                  <a:lnTo>
                    <a:pt x="77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399" name=""/>
            <p:cNvSpPr/>
            <p:nvPr/>
          </p:nvSpPr>
          <p:spPr>
            <a:xfrm rot="0">
              <a:off x="3660" y="2372"/>
              <a:ext cx="28" cy="20"/>
            </a:xfrm>
            <a:custGeom>
              <a:avLst/>
              <a:ahLst/>
              <a:rect l="0" t="0" r="r" b="b"/>
              <a:pathLst>
                <a:path w="83" h="62">
                  <a:moveTo>
                    <a:pt x="0" y="10"/>
                  </a:moveTo>
                  <a:lnTo>
                    <a:pt x="3" y="36"/>
                  </a:lnTo>
                  <a:lnTo>
                    <a:pt x="7" y="62"/>
                  </a:lnTo>
                  <a:lnTo>
                    <a:pt x="83" y="52"/>
                  </a:lnTo>
                  <a:lnTo>
                    <a:pt x="80" y="26"/>
                  </a:lnTo>
                  <a:lnTo>
                    <a:pt x="77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00" name=""/>
            <p:cNvSpPr/>
            <p:nvPr/>
          </p:nvSpPr>
          <p:spPr>
            <a:xfrm rot="0">
              <a:off x="3687" y="2380"/>
              <a:ext cx="1" cy="9"/>
            </a:xfrm>
            <a:custGeom>
              <a:avLst/>
              <a:ahLst/>
              <a:rect l="0" t="0" r="r" b="b"/>
              <a:pathLst>
                <a:path w="4" h="26">
                  <a:moveTo>
                    <a:pt x="0" y="0"/>
                  </a:moveTo>
                  <a:lnTo>
                    <a:pt x="3" y="26"/>
                  </a:lnTo>
                  <a:lnTo>
                    <a:pt x="4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01" name=""/>
            <p:cNvSpPr/>
            <p:nvPr/>
          </p:nvSpPr>
          <p:spPr>
            <a:xfrm rot="0">
              <a:off x="3688" y="23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02" name=""/>
            <p:cNvSpPr/>
            <p:nvPr/>
          </p:nvSpPr>
          <p:spPr>
            <a:xfrm rot="0">
              <a:off x="3685" y="2367"/>
              <a:ext cx="29" cy="22"/>
            </a:xfrm>
            <a:custGeom>
              <a:avLst/>
              <a:ahLst/>
              <a:rect l="0" t="0" r="r" b="b"/>
              <a:pathLst>
                <a:path w="85" h="65">
                  <a:moveTo>
                    <a:pt x="0" y="13"/>
                  </a:moveTo>
                  <a:lnTo>
                    <a:pt x="4" y="39"/>
                  </a:lnTo>
                  <a:lnTo>
                    <a:pt x="8" y="65"/>
                  </a:lnTo>
                  <a:lnTo>
                    <a:pt x="85" y="52"/>
                  </a:lnTo>
                  <a:lnTo>
                    <a:pt x="81" y="26"/>
                  </a:lnTo>
                  <a:lnTo>
                    <a:pt x="77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03" name=""/>
            <p:cNvSpPr/>
            <p:nvPr/>
          </p:nvSpPr>
          <p:spPr>
            <a:xfrm rot="0">
              <a:off x="3685" y="2367"/>
              <a:ext cx="29" cy="22"/>
            </a:xfrm>
            <a:custGeom>
              <a:avLst/>
              <a:ahLst/>
              <a:rect l="0" t="0" r="r" b="b"/>
              <a:pathLst>
                <a:path w="85" h="65">
                  <a:moveTo>
                    <a:pt x="0" y="13"/>
                  </a:moveTo>
                  <a:lnTo>
                    <a:pt x="4" y="39"/>
                  </a:lnTo>
                  <a:lnTo>
                    <a:pt x="8" y="65"/>
                  </a:lnTo>
                  <a:lnTo>
                    <a:pt x="85" y="52"/>
                  </a:lnTo>
                  <a:lnTo>
                    <a:pt x="81" y="26"/>
                  </a:lnTo>
                  <a:lnTo>
                    <a:pt x="77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04" name=""/>
            <p:cNvSpPr/>
            <p:nvPr/>
          </p:nvSpPr>
          <p:spPr>
            <a:xfrm rot="0">
              <a:off x="3712" y="2376"/>
              <a:ext cx="2" cy="9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4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05" name=""/>
            <p:cNvSpPr/>
            <p:nvPr/>
          </p:nvSpPr>
          <p:spPr>
            <a:xfrm rot="0">
              <a:off x="3714" y="2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06" name=""/>
            <p:cNvSpPr/>
            <p:nvPr/>
          </p:nvSpPr>
          <p:spPr>
            <a:xfrm rot="0">
              <a:off x="3711" y="2362"/>
              <a:ext cx="28" cy="23"/>
            </a:xfrm>
            <a:custGeom>
              <a:avLst/>
              <a:ahLst/>
              <a:rect l="0" t="0" r="r" b="b"/>
              <a:pathLst>
                <a:path w="86" h="69">
                  <a:moveTo>
                    <a:pt x="0" y="17"/>
                  </a:moveTo>
                  <a:lnTo>
                    <a:pt x="5" y="43"/>
                  </a:lnTo>
                  <a:lnTo>
                    <a:pt x="10" y="69"/>
                  </a:lnTo>
                  <a:lnTo>
                    <a:pt x="86" y="52"/>
                  </a:lnTo>
                  <a:lnTo>
                    <a:pt x="81" y="26"/>
                  </a:lnTo>
                  <a:lnTo>
                    <a:pt x="75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07" name=""/>
            <p:cNvSpPr/>
            <p:nvPr/>
          </p:nvSpPr>
          <p:spPr>
            <a:xfrm rot="0">
              <a:off x="3711" y="2362"/>
              <a:ext cx="28" cy="23"/>
            </a:xfrm>
            <a:custGeom>
              <a:avLst/>
              <a:ahLst/>
              <a:rect l="0" t="0" r="r" b="b"/>
              <a:pathLst>
                <a:path w="86" h="69">
                  <a:moveTo>
                    <a:pt x="0" y="17"/>
                  </a:moveTo>
                  <a:lnTo>
                    <a:pt x="5" y="43"/>
                  </a:lnTo>
                  <a:lnTo>
                    <a:pt x="10" y="69"/>
                  </a:lnTo>
                  <a:lnTo>
                    <a:pt x="86" y="52"/>
                  </a:lnTo>
                  <a:lnTo>
                    <a:pt x="81" y="26"/>
                  </a:lnTo>
                  <a:lnTo>
                    <a:pt x="75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08" name=""/>
            <p:cNvSpPr/>
            <p:nvPr/>
          </p:nvSpPr>
          <p:spPr>
            <a:xfrm rot="0">
              <a:off x="3738" y="2370"/>
              <a:ext cx="2" cy="9"/>
            </a:xfrm>
            <a:custGeom>
              <a:avLst/>
              <a:ahLst/>
              <a:rect l="0" t="0" r="r" b="b"/>
              <a:pathLst>
                <a:path w="7" h="26">
                  <a:moveTo>
                    <a:pt x="0" y="0"/>
                  </a:moveTo>
                  <a:lnTo>
                    <a:pt x="5" y="26"/>
                  </a:lnTo>
                  <a:lnTo>
                    <a:pt x="7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09" name=""/>
            <p:cNvSpPr/>
            <p:nvPr/>
          </p:nvSpPr>
          <p:spPr>
            <a:xfrm rot="0">
              <a:off x="3739" y="23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10" name=""/>
            <p:cNvSpPr/>
            <p:nvPr/>
          </p:nvSpPr>
          <p:spPr>
            <a:xfrm rot="0">
              <a:off x="3735" y="2355"/>
              <a:ext cx="30" cy="24"/>
            </a:xfrm>
            <a:custGeom>
              <a:avLst/>
              <a:ahLst/>
              <a:rect l="0" t="0" r="r" b="b"/>
              <a:pathLst>
                <a:path w="89" h="72">
                  <a:moveTo>
                    <a:pt x="0" y="20"/>
                  </a:moveTo>
                  <a:lnTo>
                    <a:pt x="8" y="46"/>
                  </a:lnTo>
                  <a:lnTo>
                    <a:pt x="15" y="72"/>
                  </a:lnTo>
                  <a:lnTo>
                    <a:pt x="89" y="51"/>
                  </a:lnTo>
                  <a:lnTo>
                    <a:pt x="82" y="26"/>
                  </a:lnTo>
                  <a:lnTo>
                    <a:pt x="75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11" name=""/>
            <p:cNvSpPr/>
            <p:nvPr/>
          </p:nvSpPr>
          <p:spPr>
            <a:xfrm rot="0">
              <a:off x="3735" y="2355"/>
              <a:ext cx="30" cy="24"/>
            </a:xfrm>
            <a:custGeom>
              <a:avLst/>
              <a:ahLst/>
              <a:rect l="0" t="0" r="r" b="b"/>
              <a:pathLst>
                <a:path w="89" h="72">
                  <a:moveTo>
                    <a:pt x="0" y="20"/>
                  </a:moveTo>
                  <a:lnTo>
                    <a:pt x="8" y="46"/>
                  </a:lnTo>
                  <a:lnTo>
                    <a:pt x="15" y="72"/>
                  </a:lnTo>
                  <a:lnTo>
                    <a:pt x="89" y="51"/>
                  </a:lnTo>
                  <a:lnTo>
                    <a:pt x="82" y="26"/>
                  </a:lnTo>
                  <a:lnTo>
                    <a:pt x="75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12" name=""/>
            <p:cNvSpPr/>
            <p:nvPr/>
          </p:nvSpPr>
          <p:spPr>
            <a:xfrm rot="0">
              <a:off x="3762" y="2364"/>
              <a:ext cx="3" cy="8"/>
            </a:xfrm>
            <a:custGeom>
              <a:avLst/>
              <a:ahLst/>
              <a:rect l="0" t="0" r="r" b="b"/>
              <a:pathLst>
                <a:path w="8" h="25">
                  <a:moveTo>
                    <a:pt x="0" y="0"/>
                  </a:moveTo>
                  <a:lnTo>
                    <a:pt x="7" y="25"/>
                  </a:lnTo>
                  <a:lnTo>
                    <a:pt x="8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13" name=""/>
            <p:cNvSpPr/>
            <p:nvPr/>
          </p:nvSpPr>
          <p:spPr>
            <a:xfrm rot="0" flipV="1">
              <a:off x="3765" y="23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14" name=""/>
            <p:cNvSpPr/>
            <p:nvPr/>
          </p:nvSpPr>
          <p:spPr>
            <a:xfrm rot="0">
              <a:off x="3760" y="2347"/>
              <a:ext cx="29" cy="25"/>
            </a:xfrm>
            <a:custGeom>
              <a:avLst/>
              <a:ahLst/>
              <a:rect l="0" t="0" r="r" b="b"/>
              <a:pathLst>
                <a:path w="89" h="74">
                  <a:moveTo>
                    <a:pt x="0" y="25"/>
                  </a:moveTo>
                  <a:lnTo>
                    <a:pt x="8" y="50"/>
                  </a:lnTo>
                  <a:lnTo>
                    <a:pt x="16" y="74"/>
                  </a:lnTo>
                  <a:lnTo>
                    <a:pt x="89" y="50"/>
                  </a:lnTo>
                  <a:lnTo>
                    <a:pt x="81" y="25"/>
                  </a:lnTo>
                  <a:lnTo>
                    <a:pt x="72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15" name=""/>
            <p:cNvSpPr/>
            <p:nvPr/>
          </p:nvSpPr>
          <p:spPr>
            <a:xfrm rot="0">
              <a:off x="3760" y="2347"/>
              <a:ext cx="29" cy="25"/>
            </a:xfrm>
            <a:custGeom>
              <a:avLst/>
              <a:ahLst/>
              <a:rect l="0" t="0" r="r" b="b"/>
              <a:pathLst>
                <a:path w="89" h="74">
                  <a:moveTo>
                    <a:pt x="0" y="25"/>
                  </a:moveTo>
                  <a:lnTo>
                    <a:pt x="8" y="50"/>
                  </a:lnTo>
                  <a:lnTo>
                    <a:pt x="16" y="74"/>
                  </a:lnTo>
                  <a:lnTo>
                    <a:pt x="89" y="50"/>
                  </a:lnTo>
                  <a:lnTo>
                    <a:pt x="81" y="25"/>
                  </a:lnTo>
                  <a:lnTo>
                    <a:pt x="72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16" name=""/>
            <p:cNvSpPr/>
            <p:nvPr/>
          </p:nvSpPr>
          <p:spPr>
            <a:xfrm rot="0">
              <a:off x="3787" y="2355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8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17" name=""/>
            <p:cNvSpPr/>
            <p:nvPr/>
          </p:nvSpPr>
          <p:spPr>
            <a:xfrm rot="0">
              <a:off x="3789" y="23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18" name=""/>
            <p:cNvSpPr/>
            <p:nvPr/>
          </p:nvSpPr>
          <p:spPr>
            <a:xfrm rot="0">
              <a:off x="3783" y="2338"/>
              <a:ext cx="31" cy="26"/>
            </a:xfrm>
            <a:custGeom>
              <a:avLst/>
              <a:ahLst/>
              <a:rect l="0" t="0" r="r" b="b"/>
              <a:pathLst>
                <a:path w="92" h="77">
                  <a:moveTo>
                    <a:pt x="0" y="27"/>
                  </a:moveTo>
                  <a:lnTo>
                    <a:pt x="10" y="52"/>
                  </a:lnTo>
                  <a:lnTo>
                    <a:pt x="19" y="77"/>
                  </a:lnTo>
                  <a:lnTo>
                    <a:pt x="92" y="50"/>
                  </a:lnTo>
                  <a:lnTo>
                    <a:pt x="82" y="25"/>
                  </a:lnTo>
                  <a:lnTo>
                    <a:pt x="7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19" name=""/>
            <p:cNvSpPr/>
            <p:nvPr/>
          </p:nvSpPr>
          <p:spPr>
            <a:xfrm rot="0">
              <a:off x="3783" y="2338"/>
              <a:ext cx="31" cy="26"/>
            </a:xfrm>
            <a:custGeom>
              <a:avLst/>
              <a:ahLst/>
              <a:rect l="0" t="0" r="r" b="b"/>
              <a:pathLst>
                <a:path w="92" h="77">
                  <a:moveTo>
                    <a:pt x="0" y="27"/>
                  </a:moveTo>
                  <a:lnTo>
                    <a:pt x="10" y="52"/>
                  </a:lnTo>
                  <a:lnTo>
                    <a:pt x="19" y="77"/>
                  </a:lnTo>
                  <a:lnTo>
                    <a:pt x="92" y="50"/>
                  </a:lnTo>
                  <a:lnTo>
                    <a:pt x="82" y="25"/>
                  </a:lnTo>
                  <a:lnTo>
                    <a:pt x="73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20" name=""/>
            <p:cNvSpPr/>
            <p:nvPr/>
          </p:nvSpPr>
          <p:spPr>
            <a:xfrm rot="0">
              <a:off x="3811" y="2346"/>
              <a:ext cx="4" cy="9"/>
            </a:xfrm>
            <a:custGeom>
              <a:avLst/>
              <a:ahLst/>
              <a:rect l="0" t="0" r="r" b="b"/>
              <a:pathLst>
                <a:path w="12" h="25">
                  <a:moveTo>
                    <a:pt x="0" y="0"/>
                  </a:moveTo>
                  <a:lnTo>
                    <a:pt x="10" y="25"/>
                  </a:lnTo>
                  <a:lnTo>
                    <a:pt x="12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21" name=""/>
            <p:cNvSpPr/>
            <p:nvPr/>
          </p:nvSpPr>
          <p:spPr>
            <a:xfrm rot="0" flipV="1">
              <a:off x="3814" y="2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22" name=""/>
            <p:cNvSpPr/>
            <p:nvPr/>
          </p:nvSpPr>
          <p:spPr>
            <a:xfrm rot="0">
              <a:off x="3807" y="2328"/>
              <a:ext cx="31" cy="26"/>
            </a:xfrm>
            <a:custGeom>
              <a:avLst/>
              <a:ahLst/>
              <a:rect l="0" t="0" r="r" b="b"/>
              <a:pathLst>
                <a:path w="93" h="80">
                  <a:moveTo>
                    <a:pt x="0" y="32"/>
                  </a:moveTo>
                  <a:lnTo>
                    <a:pt x="11" y="56"/>
                  </a:lnTo>
                  <a:lnTo>
                    <a:pt x="23" y="80"/>
                  </a:lnTo>
                  <a:lnTo>
                    <a:pt x="93" y="47"/>
                  </a:lnTo>
                  <a:lnTo>
                    <a:pt x="82" y="24"/>
                  </a:lnTo>
                  <a:lnTo>
                    <a:pt x="70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23" name=""/>
            <p:cNvSpPr/>
            <p:nvPr/>
          </p:nvSpPr>
          <p:spPr>
            <a:xfrm rot="0">
              <a:off x="3807" y="2328"/>
              <a:ext cx="31" cy="26"/>
            </a:xfrm>
            <a:custGeom>
              <a:avLst/>
              <a:ahLst/>
              <a:rect l="0" t="0" r="r" b="b"/>
              <a:pathLst>
                <a:path w="93" h="80">
                  <a:moveTo>
                    <a:pt x="0" y="32"/>
                  </a:moveTo>
                  <a:lnTo>
                    <a:pt x="11" y="56"/>
                  </a:lnTo>
                  <a:lnTo>
                    <a:pt x="23" y="80"/>
                  </a:lnTo>
                  <a:lnTo>
                    <a:pt x="93" y="47"/>
                  </a:lnTo>
                  <a:lnTo>
                    <a:pt x="82" y="24"/>
                  </a:lnTo>
                  <a:lnTo>
                    <a:pt x="70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24" name=""/>
            <p:cNvSpPr/>
            <p:nvPr/>
          </p:nvSpPr>
          <p:spPr>
            <a:xfrm rot="0">
              <a:off x="3834" y="2336"/>
              <a:ext cx="4" cy="7"/>
            </a:xfrm>
            <a:custGeom>
              <a:avLst/>
              <a:ahLst/>
              <a:rect l="0" t="0" r="r" b="b"/>
              <a:pathLst>
                <a:path w="11" h="23">
                  <a:moveTo>
                    <a:pt x="0" y="0"/>
                  </a:moveTo>
                  <a:lnTo>
                    <a:pt x="11" y="23"/>
                  </a:lnTo>
                  <a:lnTo>
                    <a:pt x="11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25" name=""/>
            <p:cNvSpPr/>
            <p:nvPr/>
          </p:nvSpPr>
          <p:spPr>
            <a:xfrm rot="0">
              <a:off x="3838" y="23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26" name=""/>
            <p:cNvSpPr/>
            <p:nvPr/>
          </p:nvSpPr>
          <p:spPr>
            <a:xfrm rot="0">
              <a:off x="3830" y="2316"/>
              <a:ext cx="31" cy="27"/>
            </a:xfrm>
            <a:custGeom>
              <a:avLst/>
              <a:ahLst/>
              <a:rect l="0" t="0" r="r" b="b"/>
              <a:pathLst>
                <a:path w="93" h="82">
                  <a:moveTo>
                    <a:pt x="0" y="35"/>
                  </a:moveTo>
                  <a:lnTo>
                    <a:pt x="12" y="59"/>
                  </a:lnTo>
                  <a:lnTo>
                    <a:pt x="23" y="82"/>
                  </a:lnTo>
                  <a:lnTo>
                    <a:pt x="93" y="48"/>
                  </a:lnTo>
                  <a:lnTo>
                    <a:pt x="81" y="24"/>
                  </a:lnTo>
                  <a:lnTo>
                    <a:pt x="70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27" name=""/>
            <p:cNvSpPr/>
            <p:nvPr/>
          </p:nvSpPr>
          <p:spPr>
            <a:xfrm rot="0">
              <a:off x="3830" y="2316"/>
              <a:ext cx="31" cy="27"/>
            </a:xfrm>
            <a:custGeom>
              <a:avLst/>
              <a:ahLst/>
              <a:rect l="0" t="0" r="r" b="b"/>
              <a:pathLst>
                <a:path w="93" h="82">
                  <a:moveTo>
                    <a:pt x="0" y="35"/>
                  </a:moveTo>
                  <a:lnTo>
                    <a:pt x="12" y="59"/>
                  </a:lnTo>
                  <a:lnTo>
                    <a:pt x="23" y="82"/>
                  </a:lnTo>
                  <a:lnTo>
                    <a:pt x="93" y="48"/>
                  </a:lnTo>
                  <a:lnTo>
                    <a:pt x="81" y="24"/>
                  </a:lnTo>
                  <a:lnTo>
                    <a:pt x="70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28" name=""/>
            <p:cNvSpPr/>
            <p:nvPr/>
          </p:nvSpPr>
          <p:spPr>
            <a:xfrm rot="0">
              <a:off x="3857" y="2324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0" y="0"/>
                  </a:moveTo>
                  <a:lnTo>
                    <a:pt x="12" y="24"/>
                  </a:lnTo>
                  <a:lnTo>
                    <a:pt x="14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29" name=""/>
            <p:cNvSpPr/>
            <p:nvPr/>
          </p:nvSpPr>
          <p:spPr>
            <a:xfrm rot="0" flipV="1">
              <a:off x="3861" y="2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30" name=""/>
            <p:cNvSpPr/>
            <p:nvPr/>
          </p:nvSpPr>
          <p:spPr>
            <a:xfrm rot="0">
              <a:off x="3853" y="2304"/>
              <a:ext cx="31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0" y="39"/>
                  </a:moveTo>
                  <a:lnTo>
                    <a:pt x="13" y="61"/>
                  </a:lnTo>
                  <a:lnTo>
                    <a:pt x="27" y="84"/>
                  </a:lnTo>
                  <a:lnTo>
                    <a:pt x="94" y="46"/>
                  </a:lnTo>
                  <a:lnTo>
                    <a:pt x="81" y="23"/>
                  </a:lnTo>
                  <a:lnTo>
                    <a:pt x="67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31" name=""/>
            <p:cNvSpPr/>
            <p:nvPr/>
          </p:nvSpPr>
          <p:spPr>
            <a:xfrm rot="0">
              <a:off x="3853" y="2304"/>
              <a:ext cx="31" cy="28"/>
            </a:xfrm>
            <a:custGeom>
              <a:avLst/>
              <a:ahLst/>
              <a:rect l="0" t="0" r="r" b="b"/>
              <a:pathLst>
                <a:path w="94" h="84">
                  <a:moveTo>
                    <a:pt x="0" y="39"/>
                  </a:moveTo>
                  <a:lnTo>
                    <a:pt x="13" y="61"/>
                  </a:lnTo>
                  <a:lnTo>
                    <a:pt x="27" y="84"/>
                  </a:lnTo>
                  <a:lnTo>
                    <a:pt x="94" y="46"/>
                  </a:lnTo>
                  <a:lnTo>
                    <a:pt x="81" y="23"/>
                  </a:lnTo>
                  <a:lnTo>
                    <a:pt x="67" y="0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32" name=""/>
            <p:cNvSpPr/>
            <p:nvPr/>
          </p:nvSpPr>
          <p:spPr>
            <a:xfrm rot="0">
              <a:off x="3880" y="2311"/>
              <a:ext cx="5" cy="8"/>
            </a:xfrm>
            <a:custGeom>
              <a:avLst/>
              <a:ahLst/>
              <a:rect l="0" t="0" r="r" b="b"/>
              <a:pathLst>
                <a:path w="14" h="23">
                  <a:moveTo>
                    <a:pt x="0" y="0"/>
                  </a:moveTo>
                  <a:lnTo>
                    <a:pt x="13" y="23"/>
                  </a:lnTo>
                  <a:lnTo>
                    <a:pt x="14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33" name=""/>
            <p:cNvSpPr/>
            <p:nvPr/>
          </p:nvSpPr>
          <p:spPr>
            <a:xfrm rot="0">
              <a:off x="3884" y="23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34" name=""/>
            <p:cNvSpPr/>
            <p:nvPr/>
          </p:nvSpPr>
          <p:spPr>
            <a:xfrm rot="0">
              <a:off x="3875" y="2290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0" y="41"/>
                  </a:moveTo>
                  <a:lnTo>
                    <a:pt x="15" y="64"/>
                  </a:lnTo>
                  <a:lnTo>
                    <a:pt x="29" y="87"/>
                  </a:lnTo>
                  <a:lnTo>
                    <a:pt x="95" y="45"/>
                  </a:lnTo>
                  <a:lnTo>
                    <a:pt x="80" y="22"/>
                  </a:lnTo>
                  <a:lnTo>
                    <a:pt x="66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35" name=""/>
            <p:cNvSpPr/>
            <p:nvPr/>
          </p:nvSpPr>
          <p:spPr>
            <a:xfrm rot="0">
              <a:off x="3875" y="2290"/>
              <a:ext cx="32" cy="29"/>
            </a:xfrm>
            <a:custGeom>
              <a:avLst/>
              <a:ahLst/>
              <a:rect l="0" t="0" r="r" b="b"/>
              <a:pathLst>
                <a:path w="95" h="87">
                  <a:moveTo>
                    <a:pt x="0" y="41"/>
                  </a:moveTo>
                  <a:lnTo>
                    <a:pt x="15" y="64"/>
                  </a:lnTo>
                  <a:lnTo>
                    <a:pt x="29" y="87"/>
                  </a:lnTo>
                  <a:lnTo>
                    <a:pt x="95" y="45"/>
                  </a:lnTo>
                  <a:lnTo>
                    <a:pt x="80" y="22"/>
                  </a:lnTo>
                  <a:lnTo>
                    <a:pt x="66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36" name=""/>
            <p:cNvSpPr/>
            <p:nvPr/>
          </p:nvSpPr>
          <p:spPr>
            <a:xfrm rot="0">
              <a:off x="3902" y="2297"/>
              <a:ext cx="5" cy="8"/>
            </a:xfrm>
            <a:custGeom>
              <a:avLst/>
              <a:ahLst/>
              <a:rect l="0" t="0" r="r" b="b"/>
              <a:pathLst>
                <a:path w="16" h="23">
                  <a:moveTo>
                    <a:pt x="0" y="0"/>
                  </a:moveTo>
                  <a:lnTo>
                    <a:pt x="15" y="23"/>
                  </a:lnTo>
                  <a:lnTo>
                    <a:pt x="16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37" name=""/>
            <p:cNvSpPr/>
            <p:nvPr/>
          </p:nvSpPr>
          <p:spPr>
            <a:xfrm rot="0" flipV="1">
              <a:off x="3907" y="2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38" name=""/>
            <p:cNvSpPr/>
            <p:nvPr/>
          </p:nvSpPr>
          <p:spPr>
            <a:xfrm rot="0">
              <a:off x="3897" y="2275"/>
              <a:ext cx="31" cy="30"/>
            </a:xfrm>
            <a:custGeom>
              <a:avLst/>
              <a:ahLst/>
              <a:rect l="0" t="0" r="r" b="b"/>
              <a:pathLst>
                <a:path w="94" h="88">
                  <a:moveTo>
                    <a:pt x="0" y="45"/>
                  </a:moveTo>
                  <a:lnTo>
                    <a:pt x="15" y="66"/>
                  </a:lnTo>
                  <a:lnTo>
                    <a:pt x="31" y="88"/>
                  </a:lnTo>
                  <a:lnTo>
                    <a:pt x="94" y="44"/>
                  </a:lnTo>
                  <a:lnTo>
                    <a:pt x="78" y="22"/>
                  </a:lnTo>
                  <a:lnTo>
                    <a:pt x="63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39" name=""/>
            <p:cNvSpPr/>
            <p:nvPr/>
          </p:nvSpPr>
          <p:spPr>
            <a:xfrm rot="0">
              <a:off x="3897" y="2275"/>
              <a:ext cx="31" cy="30"/>
            </a:xfrm>
            <a:custGeom>
              <a:avLst/>
              <a:ahLst/>
              <a:rect l="0" t="0" r="r" b="b"/>
              <a:pathLst>
                <a:path w="94" h="88">
                  <a:moveTo>
                    <a:pt x="0" y="45"/>
                  </a:moveTo>
                  <a:lnTo>
                    <a:pt x="15" y="66"/>
                  </a:lnTo>
                  <a:lnTo>
                    <a:pt x="31" y="88"/>
                  </a:lnTo>
                  <a:lnTo>
                    <a:pt x="94" y="44"/>
                  </a:lnTo>
                  <a:lnTo>
                    <a:pt x="78" y="22"/>
                  </a:lnTo>
                  <a:lnTo>
                    <a:pt x="63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40" name=""/>
            <p:cNvSpPr/>
            <p:nvPr/>
          </p:nvSpPr>
          <p:spPr>
            <a:xfrm rot="0">
              <a:off x="3923" y="2283"/>
              <a:ext cx="5" cy="7"/>
            </a:xfrm>
            <a:custGeom>
              <a:avLst/>
              <a:ahLst/>
              <a:rect l="0" t="0" r="r" b="b"/>
              <a:pathLst>
                <a:path w="17" h="22">
                  <a:moveTo>
                    <a:pt x="0" y="0"/>
                  </a:moveTo>
                  <a:lnTo>
                    <a:pt x="16" y="22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41" name=""/>
            <p:cNvSpPr/>
            <p:nvPr/>
          </p:nvSpPr>
          <p:spPr>
            <a:xfrm rot="0" flipV="1">
              <a:off x="3928" y="22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42" name=""/>
            <p:cNvSpPr/>
            <p:nvPr/>
          </p:nvSpPr>
          <p:spPr>
            <a:xfrm rot="0">
              <a:off x="3917" y="2260"/>
              <a:ext cx="31" cy="30"/>
            </a:xfrm>
            <a:custGeom>
              <a:avLst/>
              <a:ahLst/>
              <a:rect l="0" t="0" r="r" b="b"/>
              <a:pathLst>
                <a:path w="93" h="90">
                  <a:moveTo>
                    <a:pt x="0" y="48"/>
                  </a:moveTo>
                  <a:lnTo>
                    <a:pt x="16" y="69"/>
                  </a:lnTo>
                  <a:lnTo>
                    <a:pt x="33" y="90"/>
                  </a:lnTo>
                  <a:lnTo>
                    <a:pt x="93" y="42"/>
                  </a:lnTo>
                  <a:lnTo>
                    <a:pt x="76" y="21"/>
                  </a:lnTo>
                  <a:lnTo>
                    <a:pt x="60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43" name=""/>
            <p:cNvSpPr/>
            <p:nvPr/>
          </p:nvSpPr>
          <p:spPr>
            <a:xfrm rot="0">
              <a:off x="3917" y="2260"/>
              <a:ext cx="31" cy="30"/>
            </a:xfrm>
            <a:custGeom>
              <a:avLst/>
              <a:ahLst/>
              <a:rect l="0" t="0" r="r" b="b"/>
              <a:pathLst>
                <a:path w="93" h="90">
                  <a:moveTo>
                    <a:pt x="0" y="48"/>
                  </a:moveTo>
                  <a:lnTo>
                    <a:pt x="16" y="69"/>
                  </a:lnTo>
                  <a:lnTo>
                    <a:pt x="33" y="90"/>
                  </a:lnTo>
                  <a:lnTo>
                    <a:pt x="93" y="42"/>
                  </a:lnTo>
                  <a:lnTo>
                    <a:pt x="76" y="21"/>
                  </a:lnTo>
                  <a:lnTo>
                    <a:pt x="60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44" name=""/>
            <p:cNvSpPr/>
            <p:nvPr/>
          </p:nvSpPr>
          <p:spPr>
            <a:xfrm rot="0">
              <a:off x="3943" y="2267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0" y="0"/>
                  </a:moveTo>
                  <a:lnTo>
                    <a:pt x="17" y="21"/>
                  </a:lnTo>
                  <a:lnTo>
                    <a:pt x="18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45" name=""/>
            <p:cNvSpPr/>
            <p:nvPr/>
          </p:nvSpPr>
          <p:spPr>
            <a:xfrm rot="0" flipV="1">
              <a:off x="3948" y="22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46" name=""/>
            <p:cNvSpPr/>
            <p:nvPr/>
          </p:nvSpPr>
          <p:spPr>
            <a:xfrm rot="0">
              <a:off x="3937" y="2243"/>
              <a:ext cx="31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0" y="51"/>
                  </a:moveTo>
                  <a:lnTo>
                    <a:pt x="17" y="70"/>
                  </a:lnTo>
                  <a:lnTo>
                    <a:pt x="35" y="90"/>
                  </a:lnTo>
                  <a:lnTo>
                    <a:pt x="94" y="39"/>
                  </a:lnTo>
                  <a:lnTo>
                    <a:pt x="77" y="19"/>
                  </a:lnTo>
                  <a:lnTo>
                    <a:pt x="59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47" name=""/>
            <p:cNvSpPr/>
            <p:nvPr/>
          </p:nvSpPr>
          <p:spPr>
            <a:xfrm rot="0">
              <a:off x="3937" y="2243"/>
              <a:ext cx="31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0" y="51"/>
                  </a:moveTo>
                  <a:lnTo>
                    <a:pt x="17" y="70"/>
                  </a:lnTo>
                  <a:lnTo>
                    <a:pt x="35" y="90"/>
                  </a:lnTo>
                  <a:lnTo>
                    <a:pt x="94" y="39"/>
                  </a:lnTo>
                  <a:lnTo>
                    <a:pt x="77" y="19"/>
                  </a:lnTo>
                  <a:lnTo>
                    <a:pt x="59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48" name=""/>
            <p:cNvSpPr/>
            <p:nvPr/>
          </p:nvSpPr>
          <p:spPr>
            <a:xfrm rot="0">
              <a:off x="3963" y="2250"/>
              <a:ext cx="6" cy="6"/>
            </a:xfrm>
            <a:custGeom>
              <a:avLst/>
              <a:ahLst/>
              <a:rect l="0" t="0" r="r" b="b"/>
              <a:pathLst>
                <a:path w="18" h="20">
                  <a:moveTo>
                    <a:pt x="0" y="0"/>
                  </a:moveTo>
                  <a:lnTo>
                    <a:pt x="17" y="20"/>
                  </a:lnTo>
                  <a:lnTo>
                    <a:pt x="18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49" name=""/>
            <p:cNvSpPr/>
            <p:nvPr/>
          </p:nvSpPr>
          <p:spPr>
            <a:xfrm rot="0">
              <a:off x="3968" y="22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50" name=""/>
            <p:cNvSpPr/>
            <p:nvPr/>
          </p:nvSpPr>
          <p:spPr>
            <a:xfrm rot="0">
              <a:off x="3956" y="2226"/>
              <a:ext cx="31" cy="30"/>
            </a:xfrm>
            <a:custGeom>
              <a:avLst/>
              <a:ahLst/>
              <a:rect l="0" t="0" r="r" b="b"/>
              <a:pathLst>
                <a:path w="93" h="92">
                  <a:moveTo>
                    <a:pt x="0" y="53"/>
                  </a:moveTo>
                  <a:lnTo>
                    <a:pt x="19" y="72"/>
                  </a:lnTo>
                  <a:lnTo>
                    <a:pt x="37" y="92"/>
                  </a:lnTo>
                  <a:lnTo>
                    <a:pt x="93" y="39"/>
                  </a:lnTo>
                  <a:lnTo>
                    <a:pt x="75" y="20"/>
                  </a:lnTo>
                  <a:lnTo>
                    <a:pt x="56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51" name=""/>
            <p:cNvSpPr/>
            <p:nvPr/>
          </p:nvSpPr>
          <p:spPr>
            <a:xfrm rot="0">
              <a:off x="3956" y="2226"/>
              <a:ext cx="31" cy="30"/>
            </a:xfrm>
            <a:custGeom>
              <a:avLst/>
              <a:ahLst/>
              <a:rect l="0" t="0" r="r" b="b"/>
              <a:pathLst>
                <a:path w="93" h="92">
                  <a:moveTo>
                    <a:pt x="0" y="53"/>
                  </a:moveTo>
                  <a:lnTo>
                    <a:pt x="19" y="72"/>
                  </a:lnTo>
                  <a:lnTo>
                    <a:pt x="37" y="92"/>
                  </a:lnTo>
                  <a:lnTo>
                    <a:pt x="93" y="39"/>
                  </a:lnTo>
                  <a:lnTo>
                    <a:pt x="75" y="20"/>
                  </a:lnTo>
                  <a:lnTo>
                    <a:pt x="56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52" name=""/>
            <p:cNvSpPr/>
            <p:nvPr/>
          </p:nvSpPr>
          <p:spPr>
            <a:xfrm rot="0">
              <a:off x="3981" y="2232"/>
              <a:ext cx="7" cy="7"/>
            </a:xfrm>
            <a:custGeom>
              <a:avLst/>
              <a:ahLst/>
              <a:rect l="0" t="0" r="r" b="b"/>
              <a:pathLst>
                <a:path w="19" h="19">
                  <a:moveTo>
                    <a:pt x="0" y="0"/>
                  </a:moveTo>
                  <a:lnTo>
                    <a:pt x="18" y="19"/>
                  </a:lnTo>
                  <a:lnTo>
                    <a:pt x="19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53" name=""/>
            <p:cNvSpPr/>
            <p:nvPr/>
          </p:nvSpPr>
          <p:spPr>
            <a:xfrm rot="0" flipV="1">
              <a:off x="3987" y="22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54" name=""/>
            <p:cNvSpPr/>
            <p:nvPr/>
          </p:nvSpPr>
          <p:spPr>
            <a:xfrm rot="0">
              <a:off x="3975" y="2207"/>
              <a:ext cx="30" cy="31"/>
            </a:xfrm>
            <a:custGeom>
              <a:avLst/>
              <a:ahLst/>
              <a:rect l="0" t="0" r="r" b="b"/>
              <a:pathLst>
                <a:path w="92" h="93">
                  <a:moveTo>
                    <a:pt x="0" y="56"/>
                  </a:moveTo>
                  <a:lnTo>
                    <a:pt x="20" y="75"/>
                  </a:lnTo>
                  <a:lnTo>
                    <a:pt x="39" y="93"/>
                  </a:lnTo>
                  <a:lnTo>
                    <a:pt x="92" y="37"/>
                  </a:lnTo>
                  <a:lnTo>
                    <a:pt x="72" y="19"/>
                  </a:lnTo>
                  <a:lnTo>
                    <a:pt x="53" y="0"/>
                  </a:lnTo>
                  <a:lnTo>
                    <a:pt x="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55" name=""/>
            <p:cNvSpPr/>
            <p:nvPr/>
          </p:nvSpPr>
          <p:spPr>
            <a:xfrm rot="0">
              <a:off x="3975" y="2207"/>
              <a:ext cx="30" cy="31"/>
            </a:xfrm>
            <a:custGeom>
              <a:avLst/>
              <a:ahLst/>
              <a:rect l="0" t="0" r="r" b="b"/>
              <a:pathLst>
                <a:path w="92" h="93">
                  <a:moveTo>
                    <a:pt x="0" y="56"/>
                  </a:moveTo>
                  <a:lnTo>
                    <a:pt x="20" y="75"/>
                  </a:lnTo>
                  <a:lnTo>
                    <a:pt x="39" y="93"/>
                  </a:lnTo>
                  <a:lnTo>
                    <a:pt x="92" y="37"/>
                  </a:lnTo>
                  <a:lnTo>
                    <a:pt x="72" y="19"/>
                  </a:lnTo>
                  <a:lnTo>
                    <a:pt x="53" y="0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56" name=""/>
            <p:cNvSpPr/>
            <p:nvPr/>
          </p:nvSpPr>
          <p:spPr>
            <a:xfrm rot="0">
              <a:off x="3999" y="2214"/>
              <a:ext cx="6" cy="6"/>
            </a:xfrm>
            <a:custGeom>
              <a:avLst/>
              <a:ahLst/>
              <a:rect l="0" t="0" r="r" b="b"/>
              <a:pathLst>
                <a:path w="20" h="18">
                  <a:moveTo>
                    <a:pt x="0" y="0"/>
                  </a:moveTo>
                  <a:lnTo>
                    <a:pt x="20" y="18"/>
                  </a:lnTo>
                  <a:lnTo>
                    <a:pt x="20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57" name=""/>
            <p:cNvSpPr/>
            <p:nvPr/>
          </p:nvSpPr>
          <p:spPr>
            <a:xfrm rot="0" flipV="1">
              <a:off x="4005" y="22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58" name=""/>
            <p:cNvSpPr/>
            <p:nvPr/>
          </p:nvSpPr>
          <p:spPr>
            <a:xfrm rot="0">
              <a:off x="3992" y="2188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0" y="59"/>
                  </a:moveTo>
                  <a:lnTo>
                    <a:pt x="19" y="77"/>
                  </a:lnTo>
                  <a:lnTo>
                    <a:pt x="39" y="94"/>
                  </a:lnTo>
                  <a:lnTo>
                    <a:pt x="90" y="35"/>
                  </a:lnTo>
                  <a:lnTo>
                    <a:pt x="70" y="17"/>
                  </a:lnTo>
                  <a:lnTo>
                    <a:pt x="51" y="0"/>
                  </a:lnTo>
                  <a:lnTo>
                    <a:pt x="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59" name=""/>
            <p:cNvSpPr/>
            <p:nvPr/>
          </p:nvSpPr>
          <p:spPr>
            <a:xfrm rot="0">
              <a:off x="3992" y="2188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0" y="59"/>
                  </a:moveTo>
                  <a:lnTo>
                    <a:pt x="19" y="77"/>
                  </a:lnTo>
                  <a:lnTo>
                    <a:pt x="39" y="94"/>
                  </a:lnTo>
                  <a:lnTo>
                    <a:pt x="90" y="35"/>
                  </a:lnTo>
                  <a:lnTo>
                    <a:pt x="70" y="17"/>
                  </a:lnTo>
                  <a:lnTo>
                    <a:pt x="51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60" name=""/>
            <p:cNvSpPr/>
            <p:nvPr/>
          </p:nvSpPr>
          <p:spPr>
            <a:xfrm rot="0">
              <a:off x="4016" y="2194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0" y="0"/>
                  </a:moveTo>
                  <a:lnTo>
                    <a:pt x="20" y="18"/>
                  </a:lnTo>
                  <a:lnTo>
                    <a:pt x="21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61" name=""/>
            <p:cNvSpPr/>
            <p:nvPr/>
          </p:nvSpPr>
          <p:spPr>
            <a:xfrm rot="0" flipV="1">
              <a:off x="4022" y="21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62" name=""/>
            <p:cNvSpPr/>
            <p:nvPr/>
          </p:nvSpPr>
          <p:spPr>
            <a:xfrm rot="0">
              <a:off x="4009" y="2168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0" y="61"/>
                  </a:moveTo>
                  <a:lnTo>
                    <a:pt x="21" y="77"/>
                  </a:lnTo>
                  <a:lnTo>
                    <a:pt x="42" y="94"/>
                  </a:lnTo>
                  <a:lnTo>
                    <a:pt x="90" y="33"/>
                  </a:lnTo>
                  <a:lnTo>
                    <a:pt x="69" y="16"/>
                  </a:lnTo>
                  <a:lnTo>
                    <a:pt x="48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63" name=""/>
            <p:cNvSpPr/>
            <p:nvPr/>
          </p:nvSpPr>
          <p:spPr>
            <a:xfrm rot="0">
              <a:off x="4009" y="2168"/>
              <a:ext cx="30" cy="31"/>
            </a:xfrm>
            <a:custGeom>
              <a:avLst/>
              <a:ahLst/>
              <a:rect l="0" t="0" r="r" b="b"/>
              <a:pathLst>
                <a:path w="90" h="94">
                  <a:moveTo>
                    <a:pt x="0" y="61"/>
                  </a:moveTo>
                  <a:lnTo>
                    <a:pt x="21" y="77"/>
                  </a:lnTo>
                  <a:lnTo>
                    <a:pt x="42" y="94"/>
                  </a:lnTo>
                  <a:lnTo>
                    <a:pt x="90" y="33"/>
                  </a:lnTo>
                  <a:lnTo>
                    <a:pt x="69" y="16"/>
                  </a:lnTo>
                  <a:lnTo>
                    <a:pt x="48" y="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64" name=""/>
            <p:cNvSpPr/>
            <p:nvPr/>
          </p:nvSpPr>
          <p:spPr>
            <a:xfrm rot="0">
              <a:off x="4032" y="2173"/>
              <a:ext cx="7" cy="6"/>
            </a:xfrm>
            <a:custGeom>
              <a:avLst/>
              <a:ahLst/>
              <a:rect l="0" t="0" r="r" b="b"/>
              <a:pathLst>
                <a:path w="22" h="17">
                  <a:moveTo>
                    <a:pt x="0" y="0"/>
                  </a:moveTo>
                  <a:lnTo>
                    <a:pt x="21" y="17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65" name=""/>
            <p:cNvSpPr/>
            <p:nvPr/>
          </p:nvSpPr>
          <p:spPr>
            <a:xfrm rot="0" flipV="1">
              <a:off x="4039" y="21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66" name=""/>
            <p:cNvSpPr/>
            <p:nvPr/>
          </p:nvSpPr>
          <p:spPr>
            <a:xfrm rot="0">
              <a:off x="4024" y="2147"/>
              <a:ext cx="30" cy="32"/>
            </a:xfrm>
            <a:custGeom>
              <a:avLst/>
              <a:ahLst/>
              <a:rect l="0" t="0" r="r" b="b"/>
              <a:pathLst>
                <a:path w="88" h="95">
                  <a:moveTo>
                    <a:pt x="0" y="64"/>
                  </a:moveTo>
                  <a:lnTo>
                    <a:pt x="22" y="79"/>
                  </a:lnTo>
                  <a:lnTo>
                    <a:pt x="44" y="95"/>
                  </a:lnTo>
                  <a:lnTo>
                    <a:pt x="88" y="32"/>
                  </a:lnTo>
                  <a:lnTo>
                    <a:pt x="67" y="16"/>
                  </a:lnTo>
                  <a:lnTo>
                    <a:pt x="45" y="0"/>
                  </a:lnTo>
                  <a:lnTo>
                    <a:pt x="0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67" name=""/>
            <p:cNvSpPr/>
            <p:nvPr/>
          </p:nvSpPr>
          <p:spPr>
            <a:xfrm rot="0">
              <a:off x="4024" y="2147"/>
              <a:ext cx="30" cy="32"/>
            </a:xfrm>
            <a:custGeom>
              <a:avLst/>
              <a:ahLst/>
              <a:rect l="0" t="0" r="r" b="b"/>
              <a:pathLst>
                <a:path w="88" h="95">
                  <a:moveTo>
                    <a:pt x="0" y="64"/>
                  </a:moveTo>
                  <a:lnTo>
                    <a:pt x="22" y="79"/>
                  </a:lnTo>
                  <a:lnTo>
                    <a:pt x="44" y="95"/>
                  </a:lnTo>
                  <a:lnTo>
                    <a:pt x="88" y="32"/>
                  </a:lnTo>
                  <a:lnTo>
                    <a:pt x="67" y="16"/>
                  </a:lnTo>
                  <a:lnTo>
                    <a:pt x="45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68" name=""/>
            <p:cNvSpPr/>
            <p:nvPr/>
          </p:nvSpPr>
          <p:spPr>
            <a:xfrm rot="0">
              <a:off x="4047" y="2152"/>
              <a:ext cx="7" cy="6"/>
            </a:xfrm>
            <a:custGeom>
              <a:avLst/>
              <a:ahLst/>
              <a:rect l="0" t="0" r="r" b="b"/>
              <a:pathLst>
                <a:path w="22" h="16">
                  <a:moveTo>
                    <a:pt x="0" y="0"/>
                  </a:moveTo>
                  <a:lnTo>
                    <a:pt x="21" y="16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69" name=""/>
            <p:cNvSpPr/>
            <p:nvPr/>
          </p:nvSpPr>
          <p:spPr>
            <a:xfrm rot="0" flipV="1">
              <a:off x="4054" y="21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70" name=""/>
            <p:cNvSpPr/>
            <p:nvPr/>
          </p:nvSpPr>
          <p:spPr>
            <a:xfrm rot="0">
              <a:off x="4039" y="2126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0" y="65"/>
                  </a:moveTo>
                  <a:lnTo>
                    <a:pt x="23" y="80"/>
                  </a:lnTo>
                  <a:lnTo>
                    <a:pt x="45" y="94"/>
                  </a:lnTo>
                  <a:lnTo>
                    <a:pt x="87" y="29"/>
                  </a:lnTo>
                  <a:lnTo>
                    <a:pt x="64" y="15"/>
                  </a:lnTo>
                  <a:lnTo>
                    <a:pt x="41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71" name=""/>
            <p:cNvSpPr/>
            <p:nvPr/>
          </p:nvSpPr>
          <p:spPr>
            <a:xfrm rot="0">
              <a:off x="4039" y="2126"/>
              <a:ext cx="29" cy="31"/>
            </a:xfrm>
            <a:custGeom>
              <a:avLst/>
              <a:ahLst/>
              <a:rect l="0" t="0" r="r" b="b"/>
              <a:pathLst>
                <a:path w="87" h="94">
                  <a:moveTo>
                    <a:pt x="0" y="65"/>
                  </a:moveTo>
                  <a:lnTo>
                    <a:pt x="23" y="80"/>
                  </a:lnTo>
                  <a:lnTo>
                    <a:pt x="45" y="94"/>
                  </a:lnTo>
                  <a:lnTo>
                    <a:pt x="87" y="29"/>
                  </a:lnTo>
                  <a:lnTo>
                    <a:pt x="64" y="15"/>
                  </a:lnTo>
                  <a:lnTo>
                    <a:pt x="41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72" name=""/>
            <p:cNvSpPr/>
            <p:nvPr/>
          </p:nvSpPr>
          <p:spPr>
            <a:xfrm rot="0">
              <a:off x="4060" y="2131"/>
              <a:ext cx="8" cy="4"/>
            </a:xfrm>
            <a:custGeom>
              <a:avLst/>
              <a:ahLst/>
              <a:rect l="0" t="0" r="r" b="b"/>
              <a:pathLst>
                <a:path w="23" h="14">
                  <a:moveTo>
                    <a:pt x="0" y="0"/>
                  </a:moveTo>
                  <a:lnTo>
                    <a:pt x="23" y="14"/>
                  </a:lnTo>
                  <a:lnTo>
                    <a:pt x="23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73" name=""/>
            <p:cNvSpPr/>
            <p:nvPr/>
          </p:nvSpPr>
          <p:spPr>
            <a:xfrm rot="0" flipV="1">
              <a:off x="4068" y="2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74" name=""/>
            <p:cNvSpPr/>
            <p:nvPr/>
          </p:nvSpPr>
          <p:spPr>
            <a:xfrm rot="0">
              <a:off x="4053" y="2104"/>
              <a:ext cx="27" cy="31"/>
            </a:xfrm>
            <a:custGeom>
              <a:avLst/>
              <a:ahLst/>
              <a:rect l="0" t="0" r="r" b="b"/>
              <a:pathLst>
                <a:path w="83" h="92">
                  <a:moveTo>
                    <a:pt x="0" y="67"/>
                  </a:moveTo>
                  <a:lnTo>
                    <a:pt x="23" y="80"/>
                  </a:lnTo>
                  <a:lnTo>
                    <a:pt x="46" y="92"/>
                  </a:lnTo>
                  <a:lnTo>
                    <a:pt x="83" y="25"/>
                  </a:lnTo>
                  <a:lnTo>
                    <a:pt x="60" y="12"/>
                  </a:lnTo>
                  <a:lnTo>
                    <a:pt x="37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75" name=""/>
            <p:cNvSpPr/>
            <p:nvPr/>
          </p:nvSpPr>
          <p:spPr>
            <a:xfrm rot="0">
              <a:off x="4053" y="2104"/>
              <a:ext cx="27" cy="31"/>
            </a:xfrm>
            <a:custGeom>
              <a:avLst/>
              <a:ahLst/>
              <a:rect l="0" t="0" r="r" b="b"/>
              <a:pathLst>
                <a:path w="83" h="92">
                  <a:moveTo>
                    <a:pt x="0" y="67"/>
                  </a:moveTo>
                  <a:lnTo>
                    <a:pt x="23" y="80"/>
                  </a:lnTo>
                  <a:lnTo>
                    <a:pt x="46" y="92"/>
                  </a:lnTo>
                  <a:lnTo>
                    <a:pt x="83" y="25"/>
                  </a:lnTo>
                  <a:lnTo>
                    <a:pt x="60" y="12"/>
                  </a:lnTo>
                  <a:lnTo>
                    <a:pt x="37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76" name=""/>
            <p:cNvSpPr/>
            <p:nvPr/>
          </p:nvSpPr>
          <p:spPr>
            <a:xfrm rot="0">
              <a:off x="4073" y="2108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0" y="0"/>
                  </a:moveTo>
                  <a:lnTo>
                    <a:pt x="23" y="13"/>
                  </a:lnTo>
                  <a:lnTo>
                    <a:pt x="24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77" name=""/>
            <p:cNvSpPr/>
            <p:nvPr/>
          </p:nvSpPr>
          <p:spPr>
            <a:xfrm rot="0">
              <a:off x="4080" y="21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78" name=""/>
            <p:cNvSpPr/>
            <p:nvPr/>
          </p:nvSpPr>
          <p:spPr>
            <a:xfrm rot="0">
              <a:off x="4065" y="2081"/>
              <a:ext cx="27" cy="31"/>
            </a:xfrm>
            <a:custGeom>
              <a:avLst/>
              <a:ahLst/>
              <a:rect l="0" t="0" r="r" b="b"/>
              <a:pathLst>
                <a:path w="83" h="94">
                  <a:moveTo>
                    <a:pt x="0" y="69"/>
                  </a:moveTo>
                  <a:lnTo>
                    <a:pt x="24" y="81"/>
                  </a:lnTo>
                  <a:lnTo>
                    <a:pt x="48" y="94"/>
                  </a:lnTo>
                  <a:lnTo>
                    <a:pt x="83" y="25"/>
                  </a:lnTo>
                  <a:lnTo>
                    <a:pt x="60" y="13"/>
                  </a:lnTo>
                  <a:lnTo>
                    <a:pt x="36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79" name=""/>
            <p:cNvSpPr/>
            <p:nvPr/>
          </p:nvSpPr>
          <p:spPr>
            <a:xfrm rot="0">
              <a:off x="4065" y="2081"/>
              <a:ext cx="27" cy="31"/>
            </a:xfrm>
            <a:custGeom>
              <a:avLst/>
              <a:ahLst/>
              <a:rect l="0" t="0" r="r" b="b"/>
              <a:pathLst>
                <a:path w="83" h="94">
                  <a:moveTo>
                    <a:pt x="0" y="69"/>
                  </a:moveTo>
                  <a:lnTo>
                    <a:pt x="24" y="81"/>
                  </a:lnTo>
                  <a:lnTo>
                    <a:pt x="48" y="94"/>
                  </a:lnTo>
                  <a:lnTo>
                    <a:pt x="83" y="25"/>
                  </a:lnTo>
                  <a:lnTo>
                    <a:pt x="60" y="13"/>
                  </a:lnTo>
                  <a:lnTo>
                    <a:pt x="36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80" name=""/>
            <p:cNvSpPr/>
            <p:nvPr/>
          </p:nvSpPr>
          <p:spPr>
            <a:xfrm rot="0">
              <a:off x="4085" y="2085"/>
              <a:ext cx="7" cy="4"/>
            </a:xfrm>
            <a:custGeom>
              <a:avLst/>
              <a:ahLst/>
              <a:rect l="0" t="0" r="r" b="b"/>
              <a:pathLst>
                <a:path w="23" h="12">
                  <a:moveTo>
                    <a:pt x="0" y="0"/>
                  </a:moveTo>
                  <a:lnTo>
                    <a:pt x="23" y="12"/>
                  </a:lnTo>
                  <a:lnTo>
                    <a:pt x="23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81" name=""/>
            <p:cNvSpPr/>
            <p:nvPr/>
          </p:nvSpPr>
          <p:spPr>
            <a:xfrm rot="0" flipV="1">
              <a:off x="4092" y="2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82" name=""/>
            <p:cNvSpPr/>
            <p:nvPr/>
          </p:nvSpPr>
          <p:spPr>
            <a:xfrm rot="0">
              <a:off x="4077" y="2058"/>
              <a:ext cx="26" cy="31"/>
            </a:xfrm>
            <a:custGeom>
              <a:avLst/>
              <a:ahLst/>
              <a:rect l="0" t="0" r="r" b="b"/>
              <a:pathLst>
                <a:path w="79" h="92">
                  <a:moveTo>
                    <a:pt x="0" y="71"/>
                  </a:moveTo>
                  <a:lnTo>
                    <a:pt x="24" y="82"/>
                  </a:lnTo>
                  <a:lnTo>
                    <a:pt x="47" y="92"/>
                  </a:lnTo>
                  <a:lnTo>
                    <a:pt x="79" y="21"/>
                  </a:lnTo>
                  <a:lnTo>
                    <a:pt x="55" y="10"/>
                  </a:lnTo>
                  <a:lnTo>
                    <a:pt x="31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83" name=""/>
            <p:cNvSpPr/>
            <p:nvPr/>
          </p:nvSpPr>
          <p:spPr>
            <a:xfrm rot="0">
              <a:off x="4077" y="2058"/>
              <a:ext cx="26" cy="31"/>
            </a:xfrm>
            <a:custGeom>
              <a:avLst/>
              <a:ahLst/>
              <a:rect l="0" t="0" r="r" b="b"/>
              <a:pathLst>
                <a:path w="79" h="92">
                  <a:moveTo>
                    <a:pt x="0" y="71"/>
                  </a:moveTo>
                  <a:lnTo>
                    <a:pt x="24" y="82"/>
                  </a:lnTo>
                  <a:lnTo>
                    <a:pt x="47" y="92"/>
                  </a:lnTo>
                  <a:lnTo>
                    <a:pt x="79" y="21"/>
                  </a:lnTo>
                  <a:lnTo>
                    <a:pt x="55" y="10"/>
                  </a:lnTo>
                  <a:lnTo>
                    <a:pt x="31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84" name=""/>
            <p:cNvSpPr/>
            <p:nvPr/>
          </p:nvSpPr>
          <p:spPr>
            <a:xfrm rot="0">
              <a:off x="4095" y="2061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0"/>
                  </a:moveTo>
                  <a:lnTo>
                    <a:pt x="24" y="11"/>
                  </a:lnTo>
                  <a:lnTo>
                    <a:pt x="25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85" name=""/>
            <p:cNvSpPr/>
            <p:nvPr/>
          </p:nvSpPr>
          <p:spPr>
            <a:xfrm rot="0" flipV="1">
              <a:off x="4103" y="20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86" name=""/>
            <p:cNvSpPr/>
            <p:nvPr/>
          </p:nvSpPr>
          <p:spPr>
            <a:xfrm rot="0">
              <a:off x="4087" y="2034"/>
              <a:ext cx="26" cy="31"/>
            </a:xfrm>
            <a:custGeom>
              <a:avLst/>
              <a:ahLst/>
              <a:rect l="0" t="0" r="r" b="b"/>
              <a:pathLst>
                <a:path w="78" h="91">
                  <a:moveTo>
                    <a:pt x="0" y="72"/>
                  </a:moveTo>
                  <a:lnTo>
                    <a:pt x="25" y="81"/>
                  </a:lnTo>
                  <a:lnTo>
                    <a:pt x="50" y="91"/>
                  </a:lnTo>
                  <a:lnTo>
                    <a:pt x="78" y="19"/>
                  </a:lnTo>
                  <a:lnTo>
                    <a:pt x="53" y="10"/>
                  </a:lnTo>
                  <a:lnTo>
                    <a:pt x="28" y="0"/>
                  </a:lnTo>
                  <a:lnTo>
                    <a:pt x="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87" name=""/>
            <p:cNvSpPr/>
            <p:nvPr/>
          </p:nvSpPr>
          <p:spPr>
            <a:xfrm rot="0">
              <a:off x="4087" y="2034"/>
              <a:ext cx="26" cy="31"/>
            </a:xfrm>
            <a:custGeom>
              <a:avLst/>
              <a:ahLst/>
              <a:rect l="0" t="0" r="r" b="b"/>
              <a:pathLst>
                <a:path w="78" h="91">
                  <a:moveTo>
                    <a:pt x="0" y="72"/>
                  </a:moveTo>
                  <a:lnTo>
                    <a:pt x="25" y="81"/>
                  </a:lnTo>
                  <a:lnTo>
                    <a:pt x="50" y="91"/>
                  </a:lnTo>
                  <a:lnTo>
                    <a:pt x="78" y="19"/>
                  </a:lnTo>
                  <a:lnTo>
                    <a:pt x="53" y="10"/>
                  </a:lnTo>
                  <a:lnTo>
                    <a:pt x="28" y="0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88" name=""/>
            <p:cNvSpPr/>
            <p:nvPr/>
          </p:nvSpPr>
          <p:spPr>
            <a:xfrm rot="0">
              <a:off x="4104" y="2038"/>
              <a:ext cx="9" cy="3"/>
            </a:xfrm>
            <a:custGeom>
              <a:avLst/>
              <a:ahLst/>
              <a:rect l="0" t="0" r="r" b="b"/>
              <a:pathLst>
                <a:path w="25" h="9">
                  <a:moveTo>
                    <a:pt x="0" y="0"/>
                  </a:moveTo>
                  <a:lnTo>
                    <a:pt x="25" y="9"/>
                  </a:lnTo>
                  <a:lnTo>
                    <a:pt x="25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89" name=""/>
            <p:cNvSpPr/>
            <p:nvPr/>
          </p:nvSpPr>
          <p:spPr>
            <a:xfrm rot="0" flipV="1">
              <a:off x="4113" y="2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2" name=""/>
          <p:cNvGrpSpPr/>
          <p:nvPr/>
        </p:nvGrpSpPr>
        <p:grpSpPr>
          <a:xfrm rot="0">
            <a:off x="1936750" y="2952750"/>
            <a:ext cx="4643437" cy="3049587"/>
            <a:chOff x="1220" y="1860"/>
            <a:chExt cx="2925" cy="1921"/>
          </a:xfrm>
        </p:grpSpPr>
        <p:sp>
          <p:nvSpPr>
            <p:cNvPr id="1082490" name=""/>
            <p:cNvSpPr/>
            <p:nvPr/>
          </p:nvSpPr>
          <p:spPr>
            <a:xfrm rot="0">
              <a:off x="4096" y="2010"/>
              <a:ext cx="24" cy="30"/>
            </a:xfrm>
            <a:custGeom>
              <a:avLst/>
              <a:ahLst/>
              <a:rect l="0" t="0" r="r" b="b"/>
              <a:pathLst>
                <a:path w="73" h="90">
                  <a:moveTo>
                    <a:pt x="0" y="73"/>
                  </a:moveTo>
                  <a:lnTo>
                    <a:pt x="25" y="82"/>
                  </a:lnTo>
                  <a:lnTo>
                    <a:pt x="50" y="90"/>
                  </a:lnTo>
                  <a:lnTo>
                    <a:pt x="73" y="16"/>
                  </a:lnTo>
                  <a:lnTo>
                    <a:pt x="49" y="8"/>
                  </a:lnTo>
                  <a:lnTo>
                    <a:pt x="24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91" name=""/>
            <p:cNvSpPr/>
            <p:nvPr/>
          </p:nvSpPr>
          <p:spPr>
            <a:xfrm rot="0">
              <a:off x="4096" y="2010"/>
              <a:ext cx="24" cy="30"/>
            </a:xfrm>
            <a:custGeom>
              <a:avLst/>
              <a:ahLst/>
              <a:rect l="0" t="0" r="r" b="b"/>
              <a:pathLst>
                <a:path w="73" h="90">
                  <a:moveTo>
                    <a:pt x="0" y="73"/>
                  </a:moveTo>
                  <a:lnTo>
                    <a:pt x="25" y="82"/>
                  </a:lnTo>
                  <a:lnTo>
                    <a:pt x="50" y="90"/>
                  </a:lnTo>
                  <a:lnTo>
                    <a:pt x="73" y="16"/>
                  </a:lnTo>
                  <a:lnTo>
                    <a:pt x="49" y="8"/>
                  </a:lnTo>
                  <a:lnTo>
                    <a:pt x="24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92" name=""/>
            <p:cNvSpPr/>
            <p:nvPr/>
          </p:nvSpPr>
          <p:spPr>
            <a:xfrm rot="0">
              <a:off x="4112" y="2013"/>
              <a:ext cx="9" cy="3"/>
            </a:xfrm>
            <a:custGeom>
              <a:avLst/>
              <a:ahLst/>
              <a:rect l="0" t="0" r="r" b="b"/>
              <a:pathLst>
                <a:path w="25" h="8">
                  <a:moveTo>
                    <a:pt x="0" y="0"/>
                  </a:moveTo>
                  <a:lnTo>
                    <a:pt x="24" y="8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93" name=""/>
            <p:cNvSpPr/>
            <p:nvPr/>
          </p:nvSpPr>
          <p:spPr>
            <a:xfrm rot="0" flipV="1">
              <a:off x="4120" y="2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94" name=""/>
            <p:cNvSpPr/>
            <p:nvPr/>
          </p:nvSpPr>
          <p:spPr>
            <a:xfrm rot="0">
              <a:off x="4104" y="1986"/>
              <a:ext cx="24" cy="29"/>
            </a:xfrm>
            <a:custGeom>
              <a:avLst/>
              <a:ahLst/>
              <a:rect l="0" t="0" r="r" b="b"/>
              <a:pathLst>
                <a:path w="72" h="89">
                  <a:moveTo>
                    <a:pt x="0" y="75"/>
                  </a:moveTo>
                  <a:lnTo>
                    <a:pt x="26" y="82"/>
                  </a:lnTo>
                  <a:lnTo>
                    <a:pt x="51" y="89"/>
                  </a:lnTo>
                  <a:lnTo>
                    <a:pt x="72" y="15"/>
                  </a:lnTo>
                  <a:lnTo>
                    <a:pt x="46" y="7"/>
                  </a:lnTo>
                  <a:lnTo>
                    <a:pt x="20" y="0"/>
                  </a:lnTo>
                  <a:lnTo>
                    <a:pt x="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95" name=""/>
            <p:cNvSpPr/>
            <p:nvPr/>
          </p:nvSpPr>
          <p:spPr>
            <a:xfrm rot="0">
              <a:off x="4104" y="1986"/>
              <a:ext cx="24" cy="29"/>
            </a:xfrm>
            <a:custGeom>
              <a:avLst/>
              <a:ahLst/>
              <a:rect l="0" t="0" r="r" b="b"/>
              <a:pathLst>
                <a:path w="72" h="89">
                  <a:moveTo>
                    <a:pt x="0" y="75"/>
                  </a:moveTo>
                  <a:lnTo>
                    <a:pt x="26" y="82"/>
                  </a:lnTo>
                  <a:lnTo>
                    <a:pt x="51" y="89"/>
                  </a:lnTo>
                  <a:lnTo>
                    <a:pt x="72" y="15"/>
                  </a:lnTo>
                  <a:lnTo>
                    <a:pt x="46" y="7"/>
                  </a:lnTo>
                  <a:lnTo>
                    <a:pt x="20" y="0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96" name=""/>
            <p:cNvSpPr/>
            <p:nvPr/>
          </p:nvSpPr>
          <p:spPr>
            <a:xfrm rot="0">
              <a:off x="4119" y="1988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0"/>
                  </a:moveTo>
                  <a:lnTo>
                    <a:pt x="26" y="8"/>
                  </a:lnTo>
                  <a:lnTo>
                    <a:pt x="26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97" name=""/>
            <p:cNvSpPr/>
            <p:nvPr/>
          </p:nvSpPr>
          <p:spPr>
            <a:xfrm rot="0" flipV="1">
              <a:off x="4128" y="1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498" name=""/>
            <p:cNvSpPr/>
            <p:nvPr/>
          </p:nvSpPr>
          <p:spPr>
            <a:xfrm rot="0">
              <a:off x="4110" y="1961"/>
              <a:ext cx="24" cy="29"/>
            </a:xfrm>
            <a:custGeom>
              <a:avLst/>
              <a:ahLst/>
              <a:rect l="0" t="0" r="r" b="b"/>
              <a:pathLst>
                <a:path w="70" h="89">
                  <a:moveTo>
                    <a:pt x="0" y="76"/>
                  </a:moveTo>
                  <a:lnTo>
                    <a:pt x="26" y="82"/>
                  </a:lnTo>
                  <a:lnTo>
                    <a:pt x="52" y="89"/>
                  </a:lnTo>
                  <a:lnTo>
                    <a:pt x="70" y="13"/>
                  </a:lnTo>
                  <a:lnTo>
                    <a:pt x="44" y="7"/>
                  </a:lnTo>
                  <a:lnTo>
                    <a:pt x="18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499" name=""/>
            <p:cNvSpPr/>
            <p:nvPr/>
          </p:nvSpPr>
          <p:spPr>
            <a:xfrm rot="0">
              <a:off x="4110" y="1961"/>
              <a:ext cx="24" cy="29"/>
            </a:xfrm>
            <a:custGeom>
              <a:avLst/>
              <a:ahLst/>
              <a:rect l="0" t="0" r="r" b="b"/>
              <a:pathLst>
                <a:path w="70" h="89">
                  <a:moveTo>
                    <a:pt x="0" y="76"/>
                  </a:moveTo>
                  <a:lnTo>
                    <a:pt x="26" y="82"/>
                  </a:lnTo>
                  <a:lnTo>
                    <a:pt x="52" y="89"/>
                  </a:lnTo>
                  <a:lnTo>
                    <a:pt x="70" y="13"/>
                  </a:lnTo>
                  <a:lnTo>
                    <a:pt x="44" y="7"/>
                  </a:lnTo>
                  <a:lnTo>
                    <a:pt x="18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00" name=""/>
            <p:cNvSpPr/>
            <p:nvPr/>
          </p:nvSpPr>
          <p:spPr>
            <a:xfrm rot="0">
              <a:off x="4125" y="1963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6"/>
                  </a:lnTo>
                  <a:lnTo>
                    <a:pt x="26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01" name=""/>
            <p:cNvSpPr/>
            <p:nvPr/>
          </p:nvSpPr>
          <p:spPr>
            <a:xfrm rot="0" flipV="1">
              <a:off x="4134" y="19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02" name=""/>
            <p:cNvSpPr/>
            <p:nvPr/>
          </p:nvSpPr>
          <p:spPr>
            <a:xfrm rot="0">
              <a:off x="4116" y="1936"/>
              <a:ext cx="22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0" y="76"/>
                  </a:moveTo>
                  <a:lnTo>
                    <a:pt x="26" y="80"/>
                  </a:lnTo>
                  <a:lnTo>
                    <a:pt x="52" y="84"/>
                  </a:lnTo>
                  <a:lnTo>
                    <a:pt x="64" y="8"/>
                  </a:lnTo>
                  <a:lnTo>
                    <a:pt x="38" y="4"/>
                  </a:lnTo>
                  <a:lnTo>
                    <a:pt x="12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03" name=""/>
            <p:cNvSpPr/>
            <p:nvPr/>
          </p:nvSpPr>
          <p:spPr>
            <a:xfrm rot="0">
              <a:off x="4116" y="1936"/>
              <a:ext cx="22" cy="28"/>
            </a:xfrm>
            <a:custGeom>
              <a:avLst/>
              <a:ahLst/>
              <a:rect l="0" t="0" r="r" b="b"/>
              <a:pathLst>
                <a:path w="64" h="84">
                  <a:moveTo>
                    <a:pt x="0" y="76"/>
                  </a:moveTo>
                  <a:lnTo>
                    <a:pt x="26" y="80"/>
                  </a:lnTo>
                  <a:lnTo>
                    <a:pt x="52" y="84"/>
                  </a:lnTo>
                  <a:lnTo>
                    <a:pt x="64" y="8"/>
                  </a:lnTo>
                  <a:lnTo>
                    <a:pt x="38" y="4"/>
                  </a:lnTo>
                  <a:lnTo>
                    <a:pt x="12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04" name=""/>
            <p:cNvSpPr/>
            <p:nvPr/>
          </p:nvSpPr>
          <p:spPr>
            <a:xfrm rot="0">
              <a:off x="4129" y="1938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0"/>
                  </a:moveTo>
                  <a:lnTo>
                    <a:pt x="26" y="4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05" name=""/>
            <p:cNvSpPr/>
            <p:nvPr/>
          </p:nvSpPr>
          <p:spPr>
            <a:xfrm rot="0" flipV="1">
              <a:off x="4138" y="1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06" name=""/>
            <p:cNvSpPr/>
            <p:nvPr/>
          </p:nvSpPr>
          <p:spPr>
            <a:xfrm rot="0">
              <a:off x="4120" y="1911"/>
              <a:ext cx="21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0" y="77"/>
                  </a:moveTo>
                  <a:lnTo>
                    <a:pt x="26" y="80"/>
                  </a:lnTo>
                  <a:lnTo>
                    <a:pt x="52" y="83"/>
                  </a:lnTo>
                  <a:lnTo>
                    <a:pt x="62" y="6"/>
                  </a:lnTo>
                  <a:lnTo>
                    <a:pt x="36" y="3"/>
                  </a:lnTo>
                  <a:lnTo>
                    <a:pt x="10" y="0"/>
                  </a:lnTo>
                  <a:lnTo>
                    <a:pt x="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07" name=""/>
            <p:cNvSpPr/>
            <p:nvPr/>
          </p:nvSpPr>
          <p:spPr>
            <a:xfrm rot="0">
              <a:off x="4120" y="1911"/>
              <a:ext cx="21" cy="28"/>
            </a:xfrm>
            <a:custGeom>
              <a:avLst/>
              <a:ahLst/>
              <a:rect l="0" t="0" r="r" b="b"/>
              <a:pathLst>
                <a:path w="62" h="83">
                  <a:moveTo>
                    <a:pt x="0" y="77"/>
                  </a:moveTo>
                  <a:lnTo>
                    <a:pt x="26" y="80"/>
                  </a:lnTo>
                  <a:lnTo>
                    <a:pt x="52" y="83"/>
                  </a:lnTo>
                  <a:lnTo>
                    <a:pt x="62" y="6"/>
                  </a:lnTo>
                  <a:lnTo>
                    <a:pt x="36" y="3"/>
                  </a:lnTo>
                  <a:lnTo>
                    <a:pt x="10" y="0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08" name=""/>
            <p:cNvSpPr/>
            <p:nvPr/>
          </p:nvSpPr>
          <p:spPr>
            <a:xfrm rot="0">
              <a:off x="4132" y="1912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09" name=""/>
            <p:cNvSpPr/>
            <p:nvPr/>
          </p:nvSpPr>
          <p:spPr>
            <a:xfrm rot="0" flipV="1">
              <a:off x="4141" y="1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10" name=""/>
            <p:cNvSpPr/>
            <p:nvPr/>
          </p:nvSpPr>
          <p:spPr>
            <a:xfrm rot="0">
              <a:off x="4124" y="1885"/>
              <a:ext cx="19" cy="28"/>
            </a:xfrm>
            <a:custGeom>
              <a:avLst/>
              <a:ahLst/>
              <a:rect l="0" t="0" r="r" b="b"/>
              <a:pathLst>
                <a:path w="58" h="82">
                  <a:moveTo>
                    <a:pt x="0" y="78"/>
                  </a:moveTo>
                  <a:lnTo>
                    <a:pt x="26" y="80"/>
                  </a:lnTo>
                  <a:lnTo>
                    <a:pt x="52" y="82"/>
                  </a:lnTo>
                  <a:lnTo>
                    <a:pt x="58" y="5"/>
                  </a:lnTo>
                  <a:lnTo>
                    <a:pt x="32" y="3"/>
                  </a:lnTo>
                  <a:lnTo>
                    <a:pt x="6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11" name=""/>
            <p:cNvSpPr/>
            <p:nvPr/>
          </p:nvSpPr>
          <p:spPr>
            <a:xfrm rot="0">
              <a:off x="4124" y="1885"/>
              <a:ext cx="19" cy="28"/>
            </a:xfrm>
            <a:custGeom>
              <a:avLst/>
              <a:ahLst/>
              <a:rect l="0" t="0" r="r" b="b"/>
              <a:pathLst>
                <a:path w="58" h="82">
                  <a:moveTo>
                    <a:pt x="0" y="78"/>
                  </a:moveTo>
                  <a:lnTo>
                    <a:pt x="26" y="80"/>
                  </a:lnTo>
                  <a:lnTo>
                    <a:pt x="52" y="82"/>
                  </a:lnTo>
                  <a:lnTo>
                    <a:pt x="58" y="5"/>
                  </a:lnTo>
                  <a:lnTo>
                    <a:pt x="32" y="3"/>
                  </a:lnTo>
                  <a:lnTo>
                    <a:pt x="6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12" name=""/>
            <p:cNvSpPr/>
            <p:nvPr/>
          </p:nvSpPr>
          <p:spPr>
            <a:xfrm rot="0">
              <a:off x="4134" y="1886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0"/>
                  </a:moveTo>
                  <a:lnTo>
                    <a:pt x="26" y="2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13" name=""/>
            <p:cNvSpPr/>
            <p:nvPr/>
          </p:nvSpPr>
          <p:spPr>
            <a:xfrm rot="0" flipV="1">
              <a:off x="4143" y="1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14" name=""/>
            <p:cNvSpPr/>
            <p:nvPr/>
          </p:nvSpPr>
          <p:spPr>
            <a:xfrm rot="0">
              <a:off x="4126" y="1860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0" y="76"/>
                  </a:moveTo>
                  <a:lnTo>
                    <a:pt x="26" y="78"/>
                  </a:lnTo>
                  <a:lnTo>
                    <a:pt x="52" y="79"/>
                  </a:lnTo>
                  <a:lnTo>
                    <a:pt x="54" y="2"/>
                  </a:lnTo>
                  <a:lnTo>
                    <a:pt x="28" y="1"/>
                  </a:lnTo>
                  <a:lnTo>
                    <a:pt x="2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15" name=""/>
            <p:cNvSpPr/>
            <p:nvPr/>
          </p:nvSpPr>
          <p:spPr>
            <a:xfrm rot="0">
              <a:off x="4126" y="1860"/>
              <a:ext cx="18" cy="27"/>
            </a:xfrm>
            <a:custGeom>
              <a:avLst/>
              <a:ahLst/>
              <a:rect l="0" t="0" r="r" b="b"/>
              <a:pathLst>
                <a:path w="54" h="79">
                  <a:moveTo>
                    <a:pt x="0" y="76"/>
                  </a:moveTo>
                  <a:lnTo>
                    <a:pt x="26" y="78"/>
                  </a:lnTo>
                  <a:lnTo>
                    <a:pt x="52" y="79"/>
                  </a:lnTo>
                  <a:lnTo>
                    <a:pt x="54" y="2"/>
                  </a:lnTo>
                  <a:lnTo>
                    <a:pt x="28" y="1"/>
                  </a:lnTo>
                  <a:lnTo>
                    <a:pt x="2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16" name=""/>
            <p:cNvSpPr/>
            <p:nvPr/>
          </p:nvSpPr>
          <p:spPr>
            <a:xfrm rot="0">
              <a:off x="4135" y="1860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1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17" name=""/>
            <p:cNvSpPr/>
            <p:nvPr/>
          </p:nvSpPr>
          <p:spPr>
            <a:xfrm rot="0" flipV="1">
              <a:off x="4144" y="18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18" name=""/>
            <p:cNvSpPr/>
            <p:nvPr/>
          </p:nvSpPr>
          <p:spPr>
            <a:xfrm rot="0">
              <a:off x="2480" y="3772"/>
              <a:ext cx="18" cy="9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19" name=""/>
            <p:cNvSpPr/>
            <p:nvPr/>
          </p:nvSpPr>
          <p:spPr>
            <a:xfrm rot="0">
              <a:off x="2480" y="3772"/>
              <a:ext cx="18" cy="9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20" name=""/>
            <p:cNvSpPr/>
            <p:nvPr/>
          </p:nvSpPr>
          <p:spPr>
            <a:xfrm rot="0">
              <a:off x="2480" y="2721"/>
              <a:ext cx="18" cy="1051"/>
            </a:xfrm>
            <a:custGeom>
              <a:avLst/>
              <a:ahLst/>
              <a:rect l="0" t="0" r="r" b="b"/>
              <a:pathLst>
                <a:path w="53" h="3154">
                  <a:moveTo>
                    <a:pt x="0" y="3154"/>
                  </a:moveTo>
                  <a:lnTo>
                    <a:pt x="26" y="3154"/>
                  </a:lnTo>
                  <a:lnTo>
                    <a:pt x="53" y="315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1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21" name=""/>
            <p:cNvSpPr/>
            <p:nvPr/>
          </p:nvSpPr>
          <p:spPr>
            <a:xfrm rot="0">
              <a:off x="2480" y="2721"/>
              <a:ext cx="18" cy="1051"/>
            </a:xfrm>
            <a:custGeom>
              <a:avLst/>
              <a:ahLst/>
              <a:rect l="0" t="0" r="r" b="b"/>
              <a:pathLst>
                <a:path w="53" h="3154">
                  <a:moveTo>
                    <a:pt x="0" y="3154"/>
                  </a:moveTo>
                  <a:lnTo>
                    <a:pt x="26" y="3154"/>
                  </a:lnTo>
                  <a:lnTo>
                    <a:pt x="53" y="315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1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22" name=""/>
            <p:cNvSpPr/>
            <p:nvPr/>
          </p:nvSpPr>
          <p:spPr>
            <a:xfrm rot="0">
              <a:off x="2480" y="2712"/>
              <a:ext cx="18" cy="9"/>
            </a:xfrm>
            <a:custGeom>
              <a:avLst/>
              <a:ahLst/>
              <a:rect l="0" t="0" r="r" b="b"/>
              <a:pathLst>
                <a:path w="53" h="27">
                  <a:moveTo>
                    <a:pt x="26" y="27"/>
                  </a:moveTo>
                  <a:lnTo>
                    <a:pt x="0" y="27"/>
                  </a:lnTo>
                  <a:lnTo>
                    <a:pt x="2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3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23" name=""/>
            <p:cNvSpPr/>
            <p:nvPr/>
          </p:nvSpPr>
          <p:spPr>
            <a:xfrm rot="0">
              <a:off x="2480" y="2712"/>
              <a:ext cx="18" cy="9"/>
            </a:xfrm>
            <a:custGeom>
              <a:avLst/>
              <a:ahLst/>
              <a:rect l="0" t="0" r="r" b="b"/>
              <a:pathLst>
                <a:path w="53" h="27">
                  <a:moveTo>
                    <a:pt x="0" y="27"/>
                  </a:moveTo>
                  <a:lnTo>
                    <a:pt x="2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3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24" name=""/>
            <p:cNvSpPr/>
            <p:nvPr/>
          </p:nvSpPr>
          <p:spPr>
            <a:xfrm rot="0">
              <a:off x="1220" y="3772"/>
              <a:ext cx="18" cy="9"/>
            </a:xfrm>
            <a:custGeom>
              <a:avLst/>
              <a:ahLst/>
              <a:rect l="0" t="0" r="r" b="b"/>
              <a:pathLst>
                <a:path w="53" h="26">
                  <a:moveTo>
                    <a:pt x="26" y="0"/>
                  </a:moveTo>
                  <a:lnTo>
                    <a:pt x="53" y="0"/>
                  </a:lnTo>
                  <a:lnTo>
                    <a:pt x="51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25" name=""/>
            <p:cNvSpPr/>
            <p:nvPr/>
          </p:nvSpPr>
          <p:spPr>
            <a:xfrm rot="0">
              <a:off x="1220" y="3772"/>
              <a:ext cx="18" cy="9"/>
            </a:xfrm>
            <a:custGeom>
              <a:avLst/>
              <a:ahLst/>
              <a:rect l="0" t="0" r="r" b="b"/>
              <a:pathLst>
                <a:path w="53" h="26">
                  <a:moveTo>
                    <a:pt x="53" y="0"/>
                  </a:moveTo>
                  <a:lnTo>
                    <a:pt x="51" y="8"/>
                  </a:lnTo>
                  <a:lnTo>
                    <a:pt x="48" y="16"/>
                  </a:lnTo>
                  <a:lnTo>
                    <a:pt x="42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26" name=""/>
            <p:cNvSpPr/>
            <p:nvPr/>
          </p:nvSpPr>
          <p:spPr>
            <a:xfrm rot="0">
              <a:off x="1220" y="2721"/>
              <a:ext cx="18" cy="1051"/>
            </a:xfrm>
            <a:custGeom>
              <a:avLst/>
              <a:ahLst/>
              <a:rect l="0" t="0" r="r" b="b"/>
              <a:pathLst>
                <a:path w="53" h="3154">
                  <a:moveTo>
                    <a:pt x="0" y="3154"/>
                  </a:moveTo>
                  <a:lnTo>
                    <a:pt x="26" y="3154"/>
                  </a:lnTo>
                  <a:lnTo>
                    <a:pt x="53" y="315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1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27" name=""/>
            <p:cNvSpPr/>
            <p:nvPr/>
          </p:nvSpPr>
          <p:spPr>
            <a:xfrm rot="0">
              <a:off x="1220" y="2721"/>
              <a:ext cx="18" cy="1051"/>
            </a:xfrm>
            <a:custGeom>
              <a:avLst/>
              <a:ahLst/>
              <a:rect l="0" t="0" r="r" b="b"/>
              <a:pathLst>
                <a:path w="53" h="3154">
                  <a:moveTo>
                    <a:pt x="0" y="3154"/>
                  </a:moveTo>
                  <a:lnTo>
                    <a:pt x="26" y="3154"/>
                  </a:lnTo>
                  <a:lnTo>
                    <a:pt x="53" y="3154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1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28" name=""/>
            <p:cNvSpPr/>
            <p:nvPr/>
          </p:nvSpPr>
          <p:spPr>
            <a:xfrm rot="0">
              <a:off x="1220" y="2712"/>
              <a:ext cx="18" cy="9"/>
            </a:xfrm>
            <a:custGeom>
              <a:avLst/>
              <a:ahLst/>
              <a:rect l="0" t="0" r="r" b="b"/>
              <a:pathLst>
                <a:path w="53" h="27">
                  <a:moveTo>
                    <a:pt x="26" y="27"/>
                  </a:moveTo>
                  <a:lnTo>
                    <a:pt x="0" y="27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3" y="27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29" name=""/>
            <p:cNvSpPr/>
            <p:nvPr/>
          </p:nvSpPr>
          <p:spPr>
            <a:xfrm rot="0">
              <a:off x="1220" y="2712"/>
              <a:ext cx="18" cy="9"/>
            </a:xfrm>
            <a:custGeom>
              <a:avLst/>
              <a:ahLst/>
              <a:rect l="0" t="0" r="r" b="b"/>
              <a:pathLst>
                <a:path w="53" h="27">
                  <a:moveTo>
                    <a:pt x="0" y="27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2" y="5"/>
                  </a:lnTo>
                  <a:lnTo>
                    <a:pt x="48" y="11"/>
                  </a:lnTo>
                  <a:lnTo>
                    <a:pt x="51" y="18"/>
                  </a:lnTo>
                  <a:lnTo>
                    <a:pt x="53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30" name=""/>
            <p:cNvSpPr/>
            <p:nvPr/>
          </p:nvSpPr>
          <p:spPr>
            <a:xfrm rot="0">
              <a:off x="2069" y="297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1" y="42"/>
                  </a:lnTo>
                  <a:lnTo>
                    <a:pt x="15" y="49"/>
                  </a:lnTo>
                  <a:lnTo>
                    <a:pt x="8" y="52"/>
                  </a:lnTo>
                  <a:lnTo>
                    <a:pt x="0" y="53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31" name=""/>
            <p:cNvSpPr/>
            <p:nvPr/>
          </p:nvSpPr>
          <p:spPr>
            <a:xfrm rot="0">
              <a:off x="2069" y="2975"/>
              <a:ext cx="9" cy="17"/>
            </a:xfrm>
            <a:custGeom>
              <a:avLst/>
              <a:ahLst/>
              <a:rect l="0" t="0" r="r" b="b"/>
              <a:pathLst>
                <a:path w="27" h="53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1" y="42"/>
                  </a:lnTo>
                  <a:lnTo>
                    <a:pt x="15" y="49"/>
                  </a:lnTo>
                  <a:lnTo>
                    <a:pt x="8" y="52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32" name=""/>
            <p:cNvSpPr/>
            <p:nvPr/>
          </p:nvSpPr>
          <p:spPr>
            <a:xfrm rot="0">
              <a:off x="1649" y="2975"/>
              <a:ext cx="420" cy="17"/>
            </a:xfrm>
            <a:custGeom>
              <a:avLst/>
              <a:ahLst/>
              <a:rect l="0" t="0" r="r" b="b"/>
              <a:pathLst>
                <a:path w="1261" h="53">
                  <a:moveTo>
                    <a:pt x="1261" y="53"/>
                  </a:moveTo>
                  <a:lnTo>
                    <a:pt x="1261" y="27"/>
                  </a:lnTo>
                  <a:lnTo>
                    <a:pt x="126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261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33" name=""/>
            <p:cNvSpPr/>
            <p:nvPr/>
          </p:nvSpPr>
          <p:spPr>
            <a:xfrm rot="0">
              <a:off x="1649" y="2975"/>
              <a:ext cx="420" cy="17"/>
            </a:xfrm>
            <a:custGeom>
              <a:avLst/>
              <a:ahLst/>
              <a:rect l="0" t="0" r="r" b="b"/>
              <a:pathLst>
                <a:path w="1261" h="53">
                  <a:moveTo>
                    <a:pt x="1261" y="53"/>
                  </a:moveTo>
                  <a:lnTo>
                    <a:pt x="1261" y="27"/>
                  </a:lnTo>
                  <a:lnTo>
                    <a:pt x="1261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3"/>
                  </a:lnTo>
                  <a:lnTo>
                    <a:pt x="1261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34" name=""/>
            <p:cNvSpPr/>
            <p:nvPr/>
          </p:nvSpPr>
          <p:spPr>
            <a:xfrm rot="0">
              <a:off x="1640" y="2975"/>
              <a:ext cx="9" cy="17"/>
            </a:xfrm>
            <a:custGeom>
              <a:avLst/>
              <a:ahLst/>
              <a:rect l="0" t="0" r="r" b="b"/>
              <a:pathLst>
                <a:path w="26" h="53">
                  <a:moveTo>
                    <a:pt x="26" y="27"/>
                  </a:moveTo>
                  <a:lnTo>
                    <a:pt x="26" y="53"/>
                  </a:lnTo>
                  <a:lnTo>
                    <a:pt x="18" y="52"/>
                  </a:lnTo>
                  <a:lnTo>
                    <a:pt x="10" y="49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35" name=""/>
            <p:cNvSpPr/>
            <p:nvPr/>
          </p:nvSpPr>
          <p:spPr>
            <a:xfrm rot="0">
              <a:off x="1640" y="2975"/>
              <a:ext cx="9" cy="17"/>
            </a:xfrm>
            <a:custGeom>
              <a:avLst/>
              <a:ahLst/>
              <a:rect l="0" t="0" r="r" b="b"/>
              <a:pathLst>
                <a:path w="26" h="53">
                  <a:moveTo>
                    <a:pt x="26" y="53"/>
                  </a:moveTo>
                  <a:lnTo>
                    <a:pt x="18" y="52"/>
                  </a:lnTo>
                  <a:lnTo>
                    <a:pt x="10" y="49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36" name=""/>
            <p:cNvSpPr/>
            <p:nvPr/>
          </p:nvSpPr>
          <p:spPr>
            <a:xfrm rot="0">
              <a:off x="1649" y="2975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1" y="26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5" y="4"/>
                  </a:lnTo>
                  <a:lnTo>
                    <a:pt x="22" y="9"/>
                  </a:lnTo>
                  <a:lnTo>
                    <a:pt x="26" y="17"/>
                  </a:lnTo>
                  <a:lnTo>
                    <a:pt x="27" y="25"/>
                  </a:lnTo>
                  <a:lnTo>
                    <a:pt x="27" y="33"/>
                  </a:lnTo>
                  <a:lnTo>
                    <a:pt x="23" y="40"/>
                  </a:lnTo>
                  <a:lnTo>
                    <a:pt x="17" y="47"/>
                  </a:lnTo>
                  <a:lnTo>
                    <a:pt x="10" y="51"/>
                  </a:lnTo>
                  <a:lnTo>
                    <a:pt x="2" y="52"/>
                  </a:lnTo>
                  <a:lnTo>
                    <a:pt x="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37" name=""/>
            <p:cNvSpPr/>
            <p:nvPr/>
          </p:nvSpPr>
          <p:spPr>
            <a:xfrm rot="0">
              <a:off x="1649" y="2975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0"/>
                  </a:lnTo>
                  <a:lnTo>
                    <a:pt x="15" y="4"/>
                  </a:lnTo>
                  <a:lnTo>
                    <a:pt x="22" y="9"/>
                  </a:lnTo>
                  <a:lnTo>
                    <a:pt x="26" y="17"/>
                  </a:lnTo>
                  <a:lnTo>
                    <a:pt x="27" y="25"/>
                  </a:lnTo>
                  <a:lnTo>
                    <a:pt x="27" y="33"/>
                  </a:lnTo>
                  <a:lnTo>
                    <a:pt x="23" y="40"/>
                  </a:lnTo>
                  <a:lnTo>
                    <a:pt x="17" y="47"/>
                  </a:lnTo>
                  <a:lnTo>
                    <a:pt x="10" y="51"/>
                  </a:lnTo>
                  <a:lnTo>
                    <a:pt x="2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38" name=""/>
            <p:cNvSpPr/>
            <p:nvPr/>
          </p:nvSpPr>
          <p:spPr>
            <a:xfrm rot="0">
              <a:off x="1631" y="2975"/>
              <a:ext cx="18" cy="18"/>
            </a:xfrm>
            <a:custGeom>
              <a:avLst/>
              <a:ahLst/>
              <a:rect l="0" t="0" r="r" b="b"/>
              <a:pathLst>
                <a:path w="56" h="54">
                  <a:moveTo>
                    <a:pt x="56" y="52"/>
                  </a:moveTo>
                  <a:lnTo>
                    <a:pt x="55" y="26"/>
                  </a:lnTo>
                  <a:lnTo>
                    <a:pt x="54" y="0"/>
                  </a:lnTo>
                  <a:lnTo>
                    <a:pt x="0" y="2"/>
                  </a:lnTo>
                  <a:lnTo>
                    <a:pt x="1" y="28"/>
                  </a:lnTo>
                  <a:lnTo>
                    <a:pt x="2" y="54"/>
                  </a:lnTo>
                  <a:lnTo>
                    <a:pt x="56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39" name=""/>
            <p:cNvSpPr/>
            <p:nvPr/>
          </p:nvSpPr>
          <p:spPr>
            <a:xfrm rot="0">
              <a:off x="1631" y="2975"/>
              <a:ext cx="18" cy="18"/>
            </a:xfrm>
            <a:custGeom>
              <a:avLst/>
              <a:ahLst/>
              <a:rect l="0" t="0" r="r" b="b"/>
              <a:pathLst>
                <a:path w="56" h="54">
                  <a:moveTo>
                    <a:pt x="56" y="52"/>
                  </a:moveTo>
                  <a:lnTo>
                    <a:pt x="55" y="26"/>
                  </a:lnTo>
                  <a:lnTo>
                    <a:pt x="54" y="0"/>
                  </a:lnTo>
                  <a:lnTo>
                    <a:pt x="0" y="2"/>
                  </a:lnTo>
                  <a:lnTo>
                    <a:pt x="1" y="28"/>
                  </a:lnTo>
                  <a:lnTo>
                    <a:pt x="2" y="54"/>
                  </a:lnTo>
                  <a:lnTo>
                    <a:pt x="56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40" name=""/>
            <p:cNvSpPr/>
            <p:nvPr/>
          </p:nvSpPr>
          <p:spPr>
            <a:xfrm rot="0">
              <a:off x="1630" y="2976"/>
              <a:ext cx="1" cy="8"/>
            </a:xfrm>
            <a:custGeom>
              <a:avLst/>
              <a:ahLst/>
              <a:rect l="0" t="0" r="r" b="b"/>
              <a:pathLst>
                <a:path w="3" h="26">
                  <a:moveTo>
                    <a:pt x="3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41" name=""/>
            <p:cNvSpPr/>
            <p:nvPr/>
          </p:nvSpPr>
          <p:spPr>
            <a:xfrm rot="0" flipH="1">
              <a:off x="1630" y="29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42" name=""/>
            <p:cNvSpPr/>
            <p:nvPr/>
          </p:nvSpPr>
          <p:spPr>
            <a:xfrm rot="0">
              <a:off x="1612" y="2976"/>
              <a:ext cx="20" cy="19"/>
            </a:xfrm>
            <a:custGeom>
              <a:avLst/>
              <a:ahLst/>
              <a:rect l="0" t="0" r="r" b="b"/>
              <a:pathLst>
                <a:path w="59" h="58">
                  <a:moveTo>
                    <a:pt x="59" y="52"/>
                  </a:moveTo>
                  <a:lnTo>
                    <a:pt x="56" y="26"/>
                  </a:lnTo>
                  <a:lnTo>
                    <a:pt x="53" y="0"/>
                  </a:lnTo>
                  <a:lnTo>
                    <a:pt x="0" y="6"/>
                  </a:lnTo>
                  <a:lnTo>
                    <a:pt x="3" y="32"/>
                  </a:lnTo>
                  <a:lnTo>
                    <a:pt x="6" y="58"/>
                  </a:lnTo>
                  <a:lnTo>
                    <a:pt x="59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43" name=""/>
            <p:cNvSpPr/>
            <p:nvPr/>
          </p:nvSpPr>
          <p:spPr>
            <a:xfrm rot="0">
              <a:off x="1612" y="2976"/>
              <a:ext cx="20" cy="19"/>
            </a:xfrm>
            <a:custGeom>
              <a:avLst/>
              <a:ahLst/>
              <a:rect l="0" t="0" r="r" b="b"/>
              <a:pathLst>
                <a:path w="59" h="58">
                  <a:moveTo>
                    <a:pt x="59" y="52"/>
                  </a:moveTo>
                  <a:lnTo>
                    <a:pt x="56" y="26"/>
                  </a:lnTo>
                  <a:lnTo>
                    <a:pt x="53" y="0"/>
                  </a:lnTo>
                  <a:lnTo>
                    <a:pt x="0" y="6"/>
                  </a:lnTo>
                  <a:lnTo>
                    <a:pt x="3" y="32"/>
                  </a:lnTo>
                  <a:lnTo>
                    <a:pt x="6" y="58"/>
                  </a:lnTo>
                  <a:lnTo>
                    <a:pt x="59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44" name=""/>
            <p:cNvSpPr/>
            <p:nvPr/>
          </p:nvSpPr>
          <p:spPr>
            <a:xfrm rot="0">
              <a:off x="1612" y="2978"/>
              <a:ext cx="1" cy="8"/>
            </a:xfrm>
            <a:custGeom>
              <a:avLst/>
              <a:ahLst/>
              <a:rect l="0" t="0" r="r" b="b"/>
              <a:pathLst>
                <a:path w="4" h="26">
                  <a:moveTo>
                    <a:pt x="4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45" name=""/>
            <p:cNvSpPr/>
            <p:nvPr/>
          </p:nvSpPr>
          <p:spPr>
            <a:xfrm rot="0" flipH="1">
              <a:off x="1612" y="2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46" name=""/>
            <p:cNvSpPr/>
            <p:nvPr/>
          </p:nvSpPr>
          <p:spPr>
            <a:xfrm rot="0">
              <a:off x="1594" y="2978"/>
              <a:ext cx="21" cy="20"/>
            </a:xfrm>
            <a:custGeom>
              <a:avLst/>
              <a:ahLst/>
              <a:rect l="0" t="0" r="r" b="b"/>
              <a:pathLst>
                <a:path w="61" h="60">
                  <a:moveTo>
                    <a:pt x="61" y="52"/>
                  </a:moveTo>
                  <a:lnTo>
                    <a:pt x="57" y="26"/>
                  </a:lnTo>
                  <a:lnTo>
                    <a:pt x="53" y="0"/>
                  </a:lnTo>
                  <a:lnTo>
                    <a:pt x="0" y="9"/>
                  </a:lnTo>
                  <a:lnTo>
                    <a:pt x="4" y="34"/>
                  </a:lnTo>
                  <a:lnTo>
                    <a:pt x="8" y="60"/>
                  </a:lnTo>
                  <a:lnTo>
                    <a:pt x="61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47" name=""/>
            <p:cNvSpPr/>
            <p:nvPr/>
          </p:nvSpPr>
          <p:spPr>
            <a:xfrm rot="0">
              <a:off x="1594" y="2978"/>
              <a:ext cx="21" cy="20"/>
            </a:xfrm>
            <a:custGeom>
              <a:avLst/>
              <a:ahLst/>
              <a:rect l="0" t="0" r="r" b="b"/>
              <a:pathLst>
                <a:path w="61" h="60">
                  <a:moveTo>
                    <a:pt x="61" y="52"/>
                  </a:moveTo>
                  <a:lnTo>
                    <a:pt x="57" y="26"/>
                  </a:lnTo>
                  <a:lnTo>
                    <a:pt x="53" y="0"/>
                  </a:lnTo>
                  <a:lnTo>
                    <a:pt x="0" y="9"/>
                  </a:lnTo>
                  <a:lnTo>
                    <a:pt x="4" y="34"/>
                  </a:lnTo>
                  <a:lnTo>
                    <a:pt x="8" y="60"/>
                  </a:lnTo>
                  <a:lnTo>
                    <a:pt x="61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48" name=""/>
            <p:cNvSpPr/>
            <p:nvPr/>
          </p:nvSpPr>
          <p:spPr>
            <a:xfrm rot="0">
              <a:off x="1594" y="2981"/>
              <a:ext cx="2" cy="8"/>
            </a:xfrm>
            <a:custGeom>
              <a:avLst/>
              <a:ahLst/>
              <a:rect l="0" t="0" r="r" b="b"/>
              <a:pathLst>
                <a:path w="6" h="25">
                  <a:moveTo>
                    <a:pt x="6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49" name=""/>
            <p:cNvSpPr/>
            <p:nvPr/>
          </p:nvSpPr>
          <p:spPr>
            <a:xfrm rot="0" flipH="1">
              <a:off x="1594" y="2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50" name=""/>
            <p:cNvSpPr/>
            <p:nvPr/>
          </p:nvSpPr>
          <p:spPr>
            <a:xfrm rot="0">
              <a:off x="1576" y="2981"/>
              <a:ext cx="22" cy="21"/>
            </a:xfrm>
            <a:custGeom>
              <a:avLst/>
              <a:ahLst/>
              <a:rect l="0" t="0" r="r" b="b"/>
              <a:pathLst>
                <a:path w="65" h="65">
                  <a:moveTo>
                    <a:pt x="65" y="51"/>
                  </a:moveTo>
                  <a:lnTo>
                    <a:pt x="59" y="25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6" y="39"/>
                  </a:lnTo>
                  <a:lnTo>
                    <a:pt x="12" y="65"/>
                  </a:lnTo>
                  <a:lnTo>
                    <a:pt x="6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51" name=""/>
            <p:cNvSpPr/>
            <p:nvPr/>
          </p:nvSpPr>
          <p:spPr>
            <a:xfrm rot="0">
              <a:off x="1576" y="2981"/>
              <a:ext cx="22" cy="21"/>
            </a:xfrm>
            <a:custGeom>
              <a:avLst/>
              <a:ahLst/>
              <a:rect l="0" t="0" r="r" b="b"/>
              <a:pathLst>
                <a:path w="65" h="65">
                  <a:moveTo>
                    <a:pt x="65" y="51"/>
                  </a:moveTo>
                  <a:lnTo>
                    <a:pt x="59" y="25"/>
                  </a:lnTo>
                  <a:lnTo>
                    <a:pt x="53" y="0"/>
                  </a:lnTo>
                  <a:lnTo>
                    <a:pt x="0" y="13"/>
                  </a:lnTo>
                  <a:lnTo>
                    <a:pt x="6" y="39"/>
                  </a:lnTo>
                  <a:lnTo>
                    <a:pt x="12" y="65"/>
                  </a:lnTo>
                  <a:lnTo>
                    <a:pt x="6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52" name=""/>
            <p:cNvSpPr/>
            <p:nvPr/>
          </p:nvSpPr>
          <p:spPr>
            <a:xfrm rot="0">
              <a:off x="1576" y="2985"/>
              <a:ext cx="2" cy="9"/>
            </a:xfrm>
            <a:custGeom>
              <a:avLst/>
              <a:ahLst/>
              <a:rect l="0" t="0" r="r" b="b"/>
              <a:pathLst>
                <a:path w="7" h="26">
                  <a:moveTo>
                    <a:pt x="7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53" name=""/>
            <p:cNvSpPr/>
            <p:nvPr/>
          </p:nvSpPr>
          <p:spPr>
            <a:xfrm rot="0" flipH="1">
              <a:off x="1576" y="29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54" name=""/>
            <p:cNvSpPr/>
            <p:nvPr/>
          </p:nvSpPr>
          <p:spPr>
            <a:xfrm rot="0">
              <a:off x="1559" y="2985"/>
              <a:ext cx="22" cy="22"/>
            </a:xfrm>
            <a:custGeom>
              <a:avLst/>
              <a:ahLst/>
              <a:rect l="0" t="0" r="r" b="b"/>
              <a:pathLst>
                <a:path w="66" h="65">
                  <a:moveTo>
                    <a:pt x="66" y="50"/>
                  </a:moveTo>
                  <a:lnTo>
                    <a:pt x="58" y="25"/>
                  </a:lnTo>
                  <a:lnTo>
                    <a:pt x="51" y="0"/>
                  </a:lnTo>
                  <a:lnTo>
                    <a:pt x="0" y="16"/>
                  </a:lnTo>
                  <a:lnTo>
                    <a:pt x="7" y="40"/>
                  </a:lnTo>
                  <a:lnTo>
                    <a:pt x="15" y="65"/>
                  </a:lnTo>
                  <a:lnTo>
                    <a:pt x="66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55" name=""/>
            <p:cNvSpPr/>
            <p:nvPr/>
          </p:nvSpPr>
          <p:spPr>
            <a:xfrm rot="0">
              <a:off x="1559" y="2985"/>
              <a:ext cx="22" cy="22"/>
            </a:xfrm>
            <a:custGeom>
              <a:avLst/>
              <a:ahLst/>
              <a:rect l="0" t="0" r="r" b="b"/>
              <a:pathLst>
                <a:path w="66" h="65">
                  <a:moveTo>
                    <a:pt x="66" y="50"/>
                  </a:moveTo>
                  <a:lnTo>
                    <a:pt x="58" y="25"/>
                  </a:lnTo>
                  <a:lnTo>
                    <a:pt x="51" y="0"/>
                  </a:lnTo>
                  <a:lnTo>
                    <a:pt x="0" y="16"/>
                  </a:lnTo>
                  <a:lnTo>
                    <a:pt x="7" y="40"/>
                  </a:lnTo>
                  <a:lnTo>
                    <a:pt x="15" y="65"/>
                  </a:lnTo>
                  <a:lnTo>
                    <a:pt x="66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56" name=""/>
            <p:cNvSpPr/>
            <p:nvPr/>
          </p:nvSpPr>
          <p:spPr>
            <a:xfrm rot="0">
              <a:off x="1558" y="2991"/>
              <a:ext cx="3" cy="8"/>
            </a:xfrm>
            <a:custGeom>
              <a:avLst/>
              <a:ahLst/>
              <a:rect l="0" t="0" r="r" b="b"/>
              <a:pathLst>
                <a:path w="9" h="24">
                  <a:moveTo>
                    <a:pt x="9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57" name=""/>
            <p:cNvSpPr/>
            <p:nvPr/>
          </p:nvSpPr>
          <p:spPr>
            <a:xfrm rot="0" flipH="1">
              <a:off x="1558" y="2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58" name=""/>
            <p:cNvSpPr/>
            <p:nvPr/>
          </p:nvSpPr>
          <p:spPr>
            <a:xfrm rot="0">
              <a:off x="1541" y="2991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69" y="49"/>
                  </a:moveTo>
                  <a:lnTo>
                    <a:pt x="59" y="24"/>
                  </a:lnTo>
                  <a:lnTo>
                    <a:pt x="50" y="0"/>
                  </a:lnTo>
                  <a:lnTo>
                    <a:pt x="0" y="19"/>
                  </a:lnTo>
                  <a:lnTo>
                    <a:pt x="10" y="44"/>
                  </a:lnTo>
                  <a:lnTo>
                    <a:pt x="19" y="69"/>
                  </a:lnTo>
                  <a:lnTo>
                    <a:pt x="6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59" name=""/>
            <p:cNvSpPr/>
            <p:nvPr/>
          </p:nvSpPr>
          <p:spPr>
            <a:xfrm rot="0">
              <a:off x="1541" y="2991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69" y="49"/>
                  </a:moveTo>
                  <a:lnTo>
                    <a:pt x="59" y="24"/>
                  </a:lnTo>
                  <a:lnTo>
                    <a:pt x="50" y="0"/>
                  </a:lnTo>
                  <a:lnTo>
                    <a:pt x="0" y="19"/>
                  </a:lnTo>
                  <a:lnTo>
                    <a:pt x="10" y="44"/>
                  </a:lnTo>
                  <a:lnTo>
                    <a:pt x="19" y="69"/>
                  </a:lnTo>
                  <a:lnTo>
                    <a:pt x="6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60" name=""/>
            <p:cNvSpPr/>
            <p:nvPr/>
          </p:nvSpPr>
          <p:spPr>
            <a:xfrm rot="0">
              <a:off x="1541" y="2997"/>
              <a:ext cx="4" cy="8"/>
            </a:xfrm>
            <a:custGeom>
              <a:avLst/>
              <a:ahLst/>
              <a:rect l="0" t="0" r="r" b="b"/>
              <a:pathLst>
                <a:path w="12" h="25">
                  <a:moveTo>
                    <a:pt x="12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61" name=""/>
            <p:cNvSpPr/>
            <p:nvPr/>
          </p:nvSpPr>
          <p:spPr>
            <a:xfrm rot="0" flipH="1">
              <a:off x="1541" y="29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62" name=""/>
            <p:cNvSpPr/>
            <p:nvPr/>
          </p:nvSpPr>
          <p:spPr>
            <a:xfrm rot="0">
              <a:off x="1525" y="2997"/>
              <a:ext cx="23" cy="24"/>
            </a:xfrm>
            <a:custGeom>
              <a:avLst/>
              <a:ahLst/>
              <a:rect l="0" t="0" r="r" b="b"/>
              <a:pathLst>
                <a:path w="71" h="72">
                  <a:moveTo>
                    <a:pt x="71" y="48"/>
                  </a:moveTo>
                  <a:lnTo>
                    <a:pt x="60" y="24"/>
                  </a:lnTo>
                  <a:lnTo>
                    <a:pt x="48" y="0"/>
                  </a:lnTo>
                  <a:lnTo>
                    <a:pt x="0" y="24"/>
                  </a:lnTo>
                  <a:lnTo>
                    <a:pt x="11" y="48"/>
                  </a:lnTo>
                  <a:lnTo>
                    <a:pt x="22" y="72"/>
                  </a:lnTo>
                  <a:lnTo>
                    <a:pt x="71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63" name=""/>
            <p:cNvSpPr/>
            <p:nvPr/>
          </p:nvSpPr>
          <p:spPr>
            <a:xfrm rot="0">
              <a:off x="1525" y="2997"/>
              <a:ext cx="23" cy="24"/>
            </a:xfrm>
            <a:custGeom>
              <a:avLst/>
              <a:ahLst/>
              <a:rect l="0" t="0" r="r" b="b"/>
              <a:pathLst>
                <a:path w="71" h="72">
                  <a:moveTo>
                    <a:pt x="71" y="48"/>
                  </a:moveTo>
                  <a:lnTo>
                    <a:pt x="60" y="24"/>
                  </a:lnTo>
                  <a:lnTo>
                    <a:pt x="48" y="0"/>
                  </a:lnTo>
                  <a:lnTo>
                    <a:pt x="0" y="24"/>
                  </a:lnTo>
                  <a:lnTo>
                    <a:pt x="11" y="48"/>
                  </a:lnTo>
                  <a:lnTo>
                    <a:pt x="22" y="72"/>
                  </a:lnTo>
                  <a:lnTo>
                    <a:pt x="71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64" name=""/>
            <p:cNvSpPr/>
            <p:nvPr/>
          </p:nvSpPr>
          <p:spPr>
            <a:xfrm rot="0">
              <a:off x="1524" y="3005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65" name=""/>
            <p:cNvSpPr/>
            <p:nvPr/>
          </p:nvSpPr>
          <p:spPr>
            <a:xfrm rot="0" flipH="1">
              <a:off x="1524" y="30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66" name=""/>
            <p:cNvSpPr/>
            <p:nvPr/>
          </p:nvSpPr>
          <p:spPr>
            <a:xfrm rot="0">
              <a:off x="1508" y="3006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72" y="46"/>
                  </a:moveTo>
                  <a:lnTo>
                    <a:pt x="60" y="23"/>
                  </a:lnTo>
                  <a:lnTo>
                    <a:pt x="48" y="0"/>
                  </a:lnTo>
                  <a:lnTo>
                    <a:pt x="0" y="26"/>
                  </a:lnTo>
                  <a:lnTo>
                    <a:pt x="12" y="49"/>
                  </a:lnTo>
                  <a:lnTo>
                    <a:pt x="25" y="72"/>
                  </a:lnTo>
                  <a:lnTo>
                    <a:pt x="72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67" name=""/>
            <p:cNvSpPr/>
            <p:nvPr/>
          </p:nvSpPr>
          <p:spPr>
            <a:xfrm rot="0">
              <a:off x="1508" y="3006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72" y="46"/>
                  </a:moveTo>
                  <a:lnTo>
                    <a:pt x="60" y="23"/>
                  </a:lnTo>
                  <a:lnTo>
                    <a:pt x="48" y="0"/>
                  </a:lnTo>
                  <a:lnTo>
                    <a:pt x="0" y="26"/>
                  </a:lnTo>
                  <a:lnTo>
                    <a:pt x="12" y="49"/>
                  </a:lnTo>
                  <a:lnTo>
                    <a:pt x="25" y="72"/>
                  </a:lnTo>
                  <a:lnTo>
                    <a:pt x="72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68" name=""/>
            <p:cNvSpPr/>
            <p:nvPr/>
          </p:nvSpPr>
          <p:spPr>
            <a:xfrm rot="0">
              <a:off x="1508" y="3014"/>
              <a:ext cx="4" cy="8"/>
            </a:xfrm>
            <a:custGeom>
              <a:avLst/>
              <a:ahLst/>
              <a:rect l="0" t="0" r="r" b="b"/>
              <a:pathLst>
                <a:path w="14" h="23">
                  <a:moveTo>
                    <a:pt x="14" y="2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69" name=""/>
            <p:cNvSpPr/>
            <p:nvPr/>
          </p:nvSpPr>
          <p:spPr>
            <a:xfrm rot="0" flipH="1">
              <a:off x="1508" y="30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70" name=""/>
            <p:cNvSpPr/>
            <p:nvPr/>
          </p:nvSpPr>
          <p:spPr>
            <a:xfrm rot="0">
              <a:off x="1493" y="3015"/>
              <a:ext cx="24" cy="24"/>
            </a:xfrm>
            <a:custGeom>
              <a:avLst/>
              <a:ahLst/>
              <a:rect l="0" t="0" r="r" b="b"/>
              <a:pathLst>
                <a:path w="74" h="74">
                  <a:moveTo>
                    <a:pt x="74" y="44"/>
                  </a:moveTo>
                  <a:lnTo>
                    <a:pt x="59" y="22"/>
                  </a:lnTo>
                  <a:lnTo>
                    <a:pt x="45" y="0"/>
                  </a:lnTo>
                  <a:lnTo>
                    <a:pt x="0" y="30"/>
                  </a:lnTo>
                  <a:lnTo>
                    <a:pt x="15" y="52"/>
                  </a:lnTo>
                  <a:lnTo>
                    <a:pt x="29" y="74"/>
                  </a:lnTo>
                  <a:lnTo>
                    <a:pt x="74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71" name=""/>
            <p:cNvSpPr/>
            <p:nvPr/>
          </p:nvSpPr>
          <p:spPr>
            <a:xfrm rot="0">
              <a:off x="1493" y="3015"/>
              <a:ext cx="24" cy="24"/>
            </a:xfrm>
            <a:custGeom>
              <a:avLst/>
              <a:ahLst/>
              <a:rect l="0" t="0" r="r" b="b"/>
              <a:pathLst>
                <a:path w="74" h="74">
                  <a:moveTo>
                    <a:pt x="74" y="44"/>
                  </a:moveTo>
                  <a:lnTo>
                    <a:pt x="59" y="22"/>
                  </a:lnTo>
                  <a:lnTo>
                    <a:pt x="45" y="0"/>
                  </a:lnTo>
                  <a:lnTo>
                    <a:pt x="0" y="30"/>
                  </a:lnTo>
                  <a:lnTo>
                    <a:pt x="15" y="52"/>
                  </a:lnTo>
                  <a:lnTo>
                    <a:pt x="29" y="74"/>
                  </a:lnTo>
                  <a:lnTo>
                    <a:pt x="74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72" name=""/>
            <p:cNvSpPr/>
            <p:nvPr/>
          </p:nvSpPr>
          <p:spPr>
            <a:xfrm rot="0">
              <a:off x="1492" y="3025"/>
              <a:ext cx="6" cy="7"/>
            </a:xfrm>
            <a:custGeom>
              <a:avLst/>
              <a:ahLst/>
              <a:rect l="0" t="0" r="r" b="b"/>
              <a:pathLst>
                <a:path w="16" h="22">
                  <a:moveTo>
                    <a:pt x="1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73" name=""/>
            <p:cNvSpPr/>
            <p:nvPr/>
          </p:nvSpPr>
          <p:spPr>
            <a:xfrm rot="0" flipH="1">
              <a:off x="1492" y="3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74" name=""/>
            <p:cNvSpPr/>
            <p:nvPr/>
          </p:nvSpPr>
          <p:spPr>
            <a:xfrm rot="0">
              <a:off x="1478" y="3025"/>
              <a:ext cx="25" cy="25"/>
            </a:xfrm>
            <a:custGeom>
              <a:avLst/>
              <a:ahLst/>
              <a:rect l="0" t="0" r="r" b="b"/>
              <a:pathLst>
                <a:path w="73" h="74">
                  <a:moveTo>
                    <a:pt x="73" y="42"/>
                  </a:moveTo>
                  <a:lnTo>
                    <a:pt x="58" y="21"/>
                  </a:lnTo>
                  <a:lnTo>
                    <a:pt x="42" y="0"/>
                  </a:lnTo>
                  <a:lnTo>
                    <a:pt x="0" y="32"/>
                  </a:lnTo>
                  <a:lnTo>
                    <a:pt x="15" y="53"/>
                  </a:lnTo>
                  <a:lnTo>
                    <a:pt x="31" y="74"/>
                  </a:lnTo>
                  <a:lnTo>
                    <a:pt x="73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75" name=""/>
            <p:cNvSpPr/>
            <p:nvPr/>
          </p:nvSpPr>
          <p:spPr>
            <a:xfrm rot="0">
              <a:off x="1478" y="3025"/>
              <a:ext cx="25" cy="25"/>
            </a:xfrm>
            <a:custGeom>
              <a:avLst/>
              <a:ahLst/>
              <a:rect l="0" t="0" r="r" b="b"/>
              <a:pathLst>
                <a:path w="73" h="74">
                  <a:moveTo>
                    <a:pt x="73" y="42"/>
                  </a:moveTo>
                  <a:lnTo>
                    <a:pt x="58" y="21"/>
                  </a:lnTo>
                  <a:lnTo>
                    <a:pt x="42" y="0"/>
                  </a:lnTo>
                  <a:lnTo>
                    <a:pt x="0" y="32"/>
                  </a:lnTo>
                  <a:lnTo>
                    <a:pt x="15" y="53"/>
                  </a:lnTo>
                  <a:lnTo>
                    <a:pt x="31" y="74"/>
                  </a:lnTo>
                  <a:lnTo>
                    <a:pt x="73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76" name=""/>
            <p:cNvSpPr/>
            <p:nvPr/>
          </p:nvSpPr>
          <p:spPr>
            <a:xfrm rot="0">
              <a:off x="1478" y="3036"/>
              <a:ext cx="5" cy="7"/>
            </a:xfrm>
            <a:custGeom>
              <a:avLst/>
              <a:ahLst/>
              <a:rect l="0" t="0" r="r" b="b"/>
              <a:pathLst>
                <a:path w="17" h="21">
                  <a:moveTo>
                    <a:pt x="17" y="2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77" name=""/>
            <p:cNvSpPr/>
            <p:nvPr/>
          </p:nvSpPr>
          <p:spPr>
            <a:xfrm rot="0" flipH="1">
              <a:off x="1478" y="30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78" name=""/>
            <p:cNvSpPr/>
            <p:nvPr/>
          </p:nvSpPr>
          <p:spPr>
            <a:xfrm rot="0">
              <a:off x="1464" y="3036"/>
              <a:ext cx="25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76" y="40"/>
                  </a:moveTo>
                  <a:lnTo>
                    <a:pt x="58" y="20"/>
                  </a:lnTo>
                  <a:lnTo>
                    <a:pt x="41" y="0"/>
                  </a:lnTo>
                  <a:lnTo>
                    <a:pt x="0" y="36"/>
                  </a:lnTo>
                  <a:lnTo>
                    <a:pt x="18" y="55"/>
                  </a:lnTo>
                  <a:lnTo>
                    <a:pt x="35" y="75"/>
                  </a:lnTo>
                  <a:lnTo>
                    <a:pt x="76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79" name=""/>
            <p:cNvSpPr/>
            <p:nvPr/>
          </p:nvSpPr>
          <p:spPr>
            <a:xfrm rot="0">
              <a:off x="1464" y="3036"/>
              <a:ext cx="25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76" y="40"/>
                  </a:moveTo>
                  <a:lnTo>
                    <a:pt x="58" y="20"/>
                  </a:lnTo>
                  <a:lnTo>
                    <a:pt x="41" y="0"/>
                  </a:lnTo>
                  <a:lnTo>
                    <a:pt x="0" y="36"/>
                  </a:lnTo>
                  <a:lnTo>
                    <a:pt x="18" y="55"/>
                  </a:lnTo>
                  <a:lnTo>
                    <a:pt x="35" y="75"/>
                  </a:lnTo>
                  <a:lnTo>
                    <a:pt x="76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80" name=""/>
            <p:cNvSpPr/>
            <p:nvPr/>
          </p:nvSpPr>
          <p:spPr>
            <a:xfrm rot="0">
              <a:off x="1464" y="3048"/>
              <a:ext cx="6" cy="6"/>
            </a:xfrm>
            <a:custGeom>
              <a:avLst/>
              <a:ahLst/>
              <a:rect l="0" t="0" r="r" b="b"/>
              <a:pathLst>
                <a:path w="19" h="19">
                  <a:moveTo>
                    <a:pt x="19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81" name=""/>
            <p:cNvSpPr/>
            <p:nvPr/>
          </p:nvSpPr>
          <p:spPr>
            <a:xfrm rot="0" flipH="1">
              <a:off x="1464" y="30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82" name=""/>
            <p:cNvSpPr/>
            <p:nvPr/>
          </p:nvSpPr>
          <p:spPr>
            <a:xfrm rot="0">
              <a:off x="1451" y="3048"/>
              <a:ext cx="25" cy="25"/>
            </a:xfrm>
            <a:custGeom>
              <a:avLst/>
              <a:ahLst/>
              <a:rect l="0" t="0" r="r" b="b"/>
              <a:pathLst>
                <a:path w="75" h="75">
                  <a:moveTo>
                    <a:pt x="75" y="37"/>
                  </a:moveTo>
                  <a:lnTo>
                    <a:pt x="57" y="18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18" y="57"/>
                  </a:lnTo>
                  <a:lnTo>
                    <a:pt x="37" y="75"/>
                  </a:lnTo>
                  <a:lnTo>
                    <a:pt x="7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83" name=""/>
            <p:cNvSpPr/>
            <p:nvPr/>
          </p:nvSpPr>
          <p:spPr>
            <a:xfrm rot="0">
              <a:off x="1451" y="3048"/>
              <a:ext cx="25" cy="25"/>
            </a:xfrm>
            <a:custGeom>
              <a:avLst/>
              <a:ahLst/>
              <a:rect l="0" t="0" r="r" b="b"/>
              <a:pathLst>
                <a:path w="75" h="75">
                  <a:moveTo>
                    <a:pt x="75" y="37"/>
                  </a:moveTo>
                  <a:lnTo>
                    <a:pt x="57" y="18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18" y="57"/>
                  </a:lnTo>
                  <a:lnTo>
                    <a:pt x="37" y="75"/>
                  </a:lnTo>
                  <a:lnTo>
                    <a:pt x="75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84" name=""/>
            <p:cNvSpPr/>
            <p:nvPr/>
          </p:nvSpPr>
          <p:spPr>
            <a:xfrm rot="0">
              <a:off x="1451" y="3061"/>
              <a:ext cx="6" cy="6"/>
            </a:xfrm>
            <a:custGeom>
              <a:avLst/>
              <a:ahLst/>
              <a:rect l="0" t="0" r="r" b="b"/>
              <a:pathLst>
                <a:path w="19" h="19">
                  <a:moveTo>
                    <a:pt x="19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85" name=""/>
            <p:cNvSpPr/>
            <p:nvPr/>
          </p:nvSpPr>
          <p:spPr>
            <a:xfrm rot="0" flipH="1">
              <a:off x="1451" y="30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86" name=""/>
            <p:cNvSpPr/>
            <p:nvPr/>
          </p:nvSpPr>
          <p:spPr>
            <a:xfrm rot="0">
              <a:off x="1439" y="3061"/>
              <a:ext cx="25" cy="26"/>
            </a:xfrm>
            <a:custGeom>
              <a:avLst/>
              <a:ahLst/>
              <a:rect l="0" t="0" r="r" b="b"/>
              <a:pathLst>
                <a:path w="75" h="76">
                  <a:moveTo>
                    <a:pt x="75" y="35"/>
                  </a:moveTo>
                  <a:lnTo>
                    <a:pt x="55" y="18"/>
                  </a:lnTo>
                  <a:lnTo>
                    <a:pt x="36" y="0"/>
                  </a:lnTo>
                  <a:lnTo>
                    <a:pt x="0" y="41"/>
                  </a:lnTo>
                  <a:lnTo>
                    <a:pt x="20" y="58"/>
                  </a:lnTo>
                  <a:lnTo>
                    <a:pt x="40" y="76"/>
                  </a:lnTo>
                  <a:lnTo>
                    <a:pt x="7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87" name=""/>
            <p:cNvSpPr/>
            <p:nvPr/>
          </p:nvSpPr>
          <p:spPr>
            <a:xfrm rot="0">
              <a:off x="1439" y="3061"/>
              <a:ext cx="25" cy="26"/>
            </a:xfrm>
            <a:custGeom>
              <a:avLst/>
              <a:ahLst/>
              <a:rect l="0" t="0" r="r" b="b"/>
              <a:pathLst>
                <a:path w="75" h="76">
                  <a:moveTo>
                    <a:pt x="75" y="35"/>
                  </a:moveTo>
                  <a:lnTo>
                    <a:pt x="55" y="18"/>
                  </a:lnTo>
                  <a:lnTo>
                    <a:pt x="36" y="0"/>
                  </a:lnTo>
                  <a:lnTo>
                    <a:pt x="0" y="41"/>
                  </a:lnTo>
                  <a:lnTo>
                    <a:pt x="20" y="58"/>
                  </a:lnTo>
                  <a:lnTo>
                    <a:pt x="40" y="76"/>
                  </a:lnTo>
                  <a:lnTo>
                    <a:pt x="75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88" name=""/>
            <p:cNvSpPr/>
            <p:nvPr/>
          </p:nvSpPr>
          <p:spPr>
            <a:xfrm rot="0">
              <a:off x="1438" y="3075"/>
              <a:ext cx="7" cy="6"/>
            </a:xfrm>
            <a:custGeom>
              <a:avLst/>
              <a:ahLst/>
              <a:rect l="0" t="0" r="r" b="b"/>
              <a:pathLst>
                <a:path w="21" h="17">
                  <a:moveTo>
                    <a:pt x="21" y="1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89" name=""/>
            <p:cNvSpPr/>
            <p:nvPr/>
          </p:nvSpPr>
          <p:spPr>
            <a:xfrm rot="0" flipH="1">
              <a:off x="1438" y="3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90" name=""/>
            <p:cNvSpPr/>
            <p:nvPr/>
          </p:nvSpPr>
          <p:spPr>
            <a:xfrm rot="0">
              <a:off x="1428" y="3076"/>
              <a:ext cx="24" cy="24"/>
            </a:xfrm>
            <a:custGeom>
              <a:avLst/>
              <a:ahLst/>
              <a:rect l="0" t="0" r="r" b="b"/>
              <a:pathLst>
                <a:path w="74" h="73">
                  <a:moveTo>
                    <a:pt x="74" y="31"/>
                  </a:moveTo>
                  <a:lnTo>
                    <a:pt x="53" y="15"/>
                  </a:lnTo>
                  <a:lnTo>
                    <a:pt x="32" y="0"/>
                  </a:lnTo>
                  <a:lnTo>
                    <a:pt x="0" y="42"/>
                  </a:lnTo>
                  <a:lnTo>
                    <a:pt x="21" y="58"/>
                  </a:lnTo>
                  <a:lnTo>
                    <a:pt x="42" y="73"/>
                  </a:lnTo>
                  <a:lnTo>
                    <a:pt x="74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91" name=""/>
            <p:cNvSpPr/>
            <p:nvPr/>
          </p:nvSpPr>
          <p:spPr>
            <a:xfrm rot="0">
              <a:off x="1428" y="3076"/>
              <a:ext cx="24" cy="24"/>
            </a:xfrm>
            <a:custGeom>
              <a:avLst/>
              <a:ahLst/>
              <a:rect l="0" t="0" r="r" b="b"/>
              <a:pathLst>
                <a:path w="74" h="73">
                  <a:moveTo>
                    <a:pt x="74" y="31"/>
                  </a:moveTo>
                  <a:lnTo>
                    <a:pt x="53" y="15"/>
                  </a:lnTo>
                  <a:lnTo>
                    <a:pt x="32" y="0"/>
                  </a:lnTo>
                  <a:lnTo>
                    <a:pt x="0" y="42"/>
                  </a:lnTo>
                  <a:lnTo>
                    <a:pt x="21" y="58"/>
                  </a:lnTo>
                  <a:lnTo>
                    <a:pt x="42" y="73"/>
                  </a:lnTo>
                  <a:lnTo>
                    <a:pt x="74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92" name=""/>
            <p:cNvSpPr/>
            <p:nvPr/>
          </p:nvSpPr>
          <p:spPr>
            <a:xfrm rot="0">
              <a:off x="1427" y="3090"/>
              <a:ext cx="8" cy="5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93" name=""/>
            <p:cNvSpPr/>
            <p:nvPr/>
          </p:nvSpPr>
          <p:spPr>
            <a:xfrm rot="0" flipH="1">
              <a:off x="1427" y="30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94" name=""/>
            <p:cNvSpPr/>
            <p:nvPr/>
          </p:nvSpPr>
          <p:spPr>
            <a:xfrm rot="0">
              <a:off x="1417" y="3090"/>
              <a:ext cx="25" cy="25"/>
            </a:xfrm>
            <a:custGeom>
              <a:avLst/>
              <a:ahLst/>
              <a:rect l="0" t="0" r="r" b="b"/>
              <a:pathLst>
                <a:path w="74" h="75">
                  <a:moveTo>
                    <a:pt x="74" y="29"/>
                  </a:moveTo>
                  <a:lnTo>
                    <a:pt x="52" y="15"/>
                  </a:lnTo>
                  <a:lnTo>
                    <a:pt x="30" y="0"/>
                  </a:lnTo>
                  <a:lnTo>
                    <a:pt x="0" y="46"/>
                  </a:lnTo>
                  <a:lnTo>
                    <a:pt x="22" y="60"/>
                  </a:lnTo>
                  <a:lnTo>
                    <a:pt x="44" y="75"/>
                  </a:lnTo>
                  <a:lnTo>
                    <a:pt x="7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95" name=""/>
            <p:cNvSpPr/>
            <p:nvPr/>
          </p:nvSpPr>
          <p:spPr>
            <a:xfrm rot="0">
              <a:off x="1417" y="3090"/>
              <a:ext cx="25" cy="25"/>
            </a:xfrm>
            <a:custGeom>
              <a:avLst/>
              <a:ahLst/>
              <a:rect l="0" t="0" r="r" b="b"/>
              <a:pathLst>
                <a:path w="74" h="75">
                  <a:moveTo>
                    <a:pt x="74" y="29"/>
                  </a:moveTo>
                  <a:lnTo>
                    <a:pt x="52" y="15"/>
                  </a:lnTo>
                  <a:lnTo>
                    <a:pt x="30" y="0"/>
                  </a:lnTo>
                  <a:lnTo>
                    <a:pt x="0" y="46"/>
                  </a:lnTo>
                  <a:lnTo>
                    <a:pt x="22" y="60"/>
                  </a:lnTo>
                  <a:lnTo>
                    <a:pt x="44" y="75"/>
                  </a:lnTo>
                  <a:lnTo>
                    <a:pt x="74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96" name=""/>
            <p:cNvSpPr/>
            <p:nvPr/>
          </p:nvSpPr>
          <p:spPr>
            <a:xfrm rot="0">
              <a:off x="1417" y="3105"/>
              <a:ext cx="8" cy="5"/>
            </a:xfrm>
            <a:custGeom>
              <a:avLst/>
              <a:ahLst/>
              <a:rect l="0" t="0" r="r" b="b"/>
              <a:pathLst>
                <a:path w="23" h="14">
                  <a:moveTo>
                    <a:pt x="23" y="14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97" name=""/>
            <p:cNvSpPr/>
            <p:nvPr/>
          </p:nvSpPr>
          <p:spPr>
            <a:xfrm rot="0" flipH="1">
              <a:off x="1417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598" name=""/>
            <p:cNvSpPr/>
            <p:nvPr/>
          </p:nvSpPr>
          <p:spPr>
            <a:xfrm rot="0">
              <a:off x="1408" y="3106"/>
              <a:ext cx="24" cy="24"/>
            </a:xfrm>
            <a:custGeom>
              <a:avLst/>
              <a:ahLst/>
              <a:rect l="0" t="0" r="r" b="b"/>
              <a:pathLst>
                <a:path w="72" h="71">
                  <a:moveTo>
                    <a:pt x="72" y="25"/>
                  </a:moveTo>
                  <a:lnTo>
                    <a:pt x="49" y="12"/>
                  </a:lnTo>
                  <a:lnTo>
                    <a:pt x="26" y="0"/>
                  </a:lnTo>
                  <a:lnTo>
                    <a:pt x="0" y="47"/>
                  </a:lnTo>
                  <a:lnTo>
                    <a:pt x="23" y="59"/>
                  </a:lnTo>
                  <a:lnTo>
                    <a:pt x="46" y="71"/>
                  </a:lnTo>
                  <a:lnTo>
                    <a:pt x="7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599" name=""/>
            <p:cNvSpPr/>
            <p:nvPr/>
          </p:nvSpPr>
          <p:spPr>
            <a:xfrm rot="0">
              <a:off x="1408" y="3106"/>
              <a:ext cx="24" cy="24"/>
            </a:xfrm>
            <a:custGeom>
              <a:avLst/>
              <a:ahLst/>
              <a:rect l="0" t="0" r="r" b="b"/>
              <a:pathLst>
                <a:path w="72" h="71">
                  <a:moveTo>
                    <a:pt x="72" y="25"/>
                  </a:moveTo>
                  <a:lnTo>
                    <a:pt x="49" y="12"/>
                  </a:lnTo>
                  <a:lnTo>
                    <a:pt x="26" y="0"/>
                  </a:lnTo>
                  <a:lnTo>
                    <a:pt x="0" y="47"/>
                  </a:lnTo>
                  <a:lnTo>
                    <a:pt x="23" y="59"/>
                  </a:lnTo>
                  <a:lnTo>
                    <a:pt x="46" y="71"/>
                  </a:lnTo>
                  <a:lnTo>
                    <a:pt x="72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00" name=""/>
            <p:cNvSpPr/>
            <p:nvPr/>
          </p:nvSpPr>
          <p:spPr>
            <a:xfrm rot="0">
              <a:off x="1408" y="3122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1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01" name=""/>
            <p:cNvSpPr/>
            <p:nvPr/>
          </p:nvSpPr>
          <p:spPr>
            <a:xfrm rot="0" flipH="1">
              <a:off x="1408" y="31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02" name=""/>
            <p:cNvSpPr/>
            <p:nvPr/>
          </p:nvSpPr>
          <p:spPr>
            <a:xfrm rot="0">
              <a:off x="1400" y="3122"/>
              <a:ext cx="24" cy="24"/>
            </a:xfrm>
            <a:custGeom>
              <a:avLst/>
              <a:ahLst/>
              <a:rect l="0" t="0" r="r" b="b"/>
              <a:pathLst>
                <a:path w="72" h="71">
                  <a:moveTo>
                    <a:pt x="72" y="22"/>
                  </a:moveTo>
                  <a:lnTo>
                    <a:pt x="48" y="11"/>
                  </a:lnTo>
                  <a:lnTo>
                    <a:pt x="24" y="0"/>
                  </a:lnTo>
                  <a:lnTo>
                    <a:pt x="0" y="48"/>
                  </a:lnTo>
                  <a:lnTo>
                    <a:pt x="24" y="60"/>
                  </a:lnTo>
                  <a:lnTo>
                    <a:pt x="48" y="71"/>
                  </a:lnTo>
                  <a:lnTo>
                    <a:pt x="7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03" name=""/>
            <p:cNvSpPr/>
            <p:nvPr/>
          </p:nvSpPr>
          <p:spPr>
            <a:xfrm rot="0">
              <a:off x="1400" y="3122"/>
              <a:ext cx="24" cy="24"/>
            </a:xfrm>
            <a:custGeom>
              <a:avLst/>
              <a:ahLst/>
              <a:rect l="0" t="0" r="r" b="b"/>
              <a:pathLst>
                <a:path w="72" h="71">
                  <a:moveTo>
                    <a:pt x="72" y="22"/>
                  </a:moveTo>
                  <a:lnTo>
                    <a:pt x="48" y="11"/>
                  </a:lnTo>
                  <a:lnTo>
                    <a:pt x="24" y="0"/>
                  </a:lnTo>
                  <a:lnTo>
                    <a:pt x="0" y="48"/>
                  </a:lnTo>
                  <a:lnTo>
                    <a:pt x="24" y="60"/>
                  </a:lnTo>
                  <a:lnTo>
                    <a:pt x="48" y="71"/>
                  </a:lnTo>
                  <a:lnTo>
                    <a:pt x="72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04" name=""/>
            <p:cNvSpPr/>
            <p:nvPr/>
          </p:nvSpPr>
          <p:spPr>
            <a:xfrm rot="0">
              <a:off x="1400" y="3138"/>
              <a:ext cx="8" cy="4"/>
            </a:xfrm>
            <a:custGeom>
              <a:avLst/>
              <a:ahLst/>
              <a:rect l="0" t="0" r="r" b="b"/>
              <a:pathLst>
                <a:path w="25" h="12">
                  <a:moveTo>
                    <a:pt x="25" y="1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5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05" name=""/>
            <p:cNvSpPr/>
            <p:nvPr/>
          </p:nvSpPr>
          <p:spPr>
            <a:xfrm rot="0" flipH="1">
              <a:off x="1400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06" name=""/>
            <p:cNvSpPr/>
            <p:nvPr/>
          </p:nvSpPr>
          <p:spPr>
            <a:xfrm rot="0">
              <a:off x="1393" y="3139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69" y="19"/>
                  </a:moveTo>
                  <a:lnTo>
                    <a:pt x="44" y="10"/>
                  </a:lnTo>
                  <a:lnTo>
                    <a:pt x="19" y="0"/>
                  </a:lnTo>
                  <a:lnTo>
                    <a:pt x="0" y="50"/>
                  </a:lnTo>
                  <a:lnTo>
                    <a:pt x="24" y="60"/>
                  </a:lnTo>
                  <a:lnTo>
                    <a:pt x="49" y="69"/>
                  </a:lnTo>
                  <a:lnTo>
                    <a:pt x="6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07" name=""/>
            <p:cNvSpPr/>
            <p:nvPr/>
          </p:nvSpPr>
          <p:spPr>
            <a:xfrm rot="0">
              <a:off x="1393" y="3139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69" y="19"/>
                  </a:moveTo>
                  <a:lnTo>
                    <a:pt x="44" y="10"/>
                  </a:lnTo>
                  <a:lnTo>
                    <a:pt x="19" y="0"/>
                  </a:lnTo>
                  <a:lnTo>
                    <a:pt x="0" y="50"/>
                  </a:lnTo>
                  <a:lnTo>
                    <a:pt x="24" y="60"/>
                  </a:lnTo>
                  <a:lnTo>
                    <a:pt x="49" y="69"/>
                  </a:lnTo>
                  <a:lnTo>
                    <a:pt x="69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08" name=""/>
            <p:cNvSpPr/>
            <p:nvPr/>
          </p:nvSpPr>
          <p:spPr>
            <a:xfrm rot="0">
              <a:off x="1393" y="3155"/>
              <a:ext cx="8" cy="4"/>
            </a:xfrm>
            <a:custGeom>
              <a:avLst/>
              <a:ahLst/>
              <a:rect l="0" t="0" r="r" b="b"/>
              <a:pathLst>
                <a:path w="24" h="10">
                  <a:moveTo>
                    <a:pt x="24" y="1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09" name=""/>
            <p:cNvSpPr/>
            <p:nvPr/>
          </p:nvSpPr>
          <p:spPr>
            <a:xfrm rot="0">
              <a:off x="1393" y="3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10" name=""/>
            <p:cNvSpPr/>
            <p:nvPr/>
          </p:nvSpPr>
          <p:spPr>
            <a:xfrm rot="0">
              <a:off x="1388" y="3156"/>
              <a:ext cx="22" cy="22"/>
            </a:xfrm>
            <a:custGeom>
              <a:avLst/>
              <a:ahLst/>
              <a:rect l="0" t="0" r="r" b="b"/>
              <a:pathLst>
                <a:path w="65" h="67">
                  <a:moveTo>
                    <a:pt x="65" y="15"/>
                  </a:moveTo>
                  <a:lnTo>
                    <a:pt x="40" y="8"/>
                  </a:lnTo>
                  <a:lnTo>
                    <a:pt x="16" y="0"/>
                  </a:lnTo>
                  <a:lnTo>
                    <a:pt x="0" y="52"/>
                  </a:lnTo>
                  <a:lnTo>
                    <a:pt x="25" y="59"/>
                  </a:lnTo>
                  <a:lnTo>
                    <a:pt x="50" y="67"/>
                  </a:lnTo>
                  <a:lnTo>
                    <a:pt x="65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11" name=""/>
            <p:cNvSpPr/>
            <p:nvPr/>
          </p:nvSpPr>
          <p:spPr>
            <a:xfrm rot="0">
              <a:off x="1388" y="3156"/>
              <a:ext cx="22" cy="22"/>
            </a:xfrm>
            <a:custGeom>
              <a:avLst/>
              <a:ahLst/>
              <a:rect l="0" t="0" r="r" b="b"/>
              <a:pathLst>
                <a:path w="65" h="67">
                  <a:moveTo>
                    <a:pt x="65" y="15"/>
                  </a:moveTo>
                  <a:lnTo>
                    <a:pt x="40" y="8"/>
                  </a:lnTo>
                  <a:lnTo>
                    <a:pt x="16" y="0"/>
                  </a:lnTo>
                  <a:lnTo>
                    <a:pt x="0" y="52"/>
                  </a:lnTo>
                  <a:lnTo>
                    <a:pt x="25" y="59"/>
                  </a:lnTo>
                  <a:lnTo>
                    <a:pt x="50" y="67"/>
                  </a:lnTo>
                  <a:lnTo>
                    <a:pt x="65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12" name=""/>
            <p:cNvSpPr/>
            <p:nvPr/>
          </p:nvSpPr>
          <p:spPr>
            <a:xfrm rot="0">
              <a:off x="1388" y="3173"/>
              <a:ext cx="8" cy="3"/>
            </a:xfrm>
            <a:custGeom>
              <a:avLst/>
              <a:ahLst/>
              <a:rect l="0" t="0" r="r" b="b"/>
              <a:pathLst>
                <a:path w="26" h="7">
                  <a:moveTo>
                    <a:pt x="26" y="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13" name=""/>
            <p:cNvSpPr/>
            <p:nvPr/>
          </p:nvSpPr>
          <p:spPr>
            <a:xfrm rot="0" flipH="1">
              <a:off x="1388" y="31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14" name=""/>
            <p:cNvSpPr/>
            <p:nvPr/>
          </p:nvSpPr>
          <p:spPr>
            <a:xfrm rot="0">
              <a:off x="1383" y="3174"/>
              <a:ext cx="22" cy="21"/>
            </a:xfrm>
            <a:custGeom>
              <a:avLst/>
              <a:ahLst/>
              <a:rect l="0" t="0" r="r" b="b"/>
              <a:pathLst>
                <a:path w="66" h="64">
                  <a:moveTo>
                    <a:pt x="66" y="13"/>
                  </a:moveTo>
                  <a:lnTo>
                    <a:pt x="40" y="6"/>
                  </a:lnTo>
                  <a:lnTo>
                    <a:pt x="14" y="0"/>
                  </a:lnTo>
                  <a:lnTo>
                    <a:pt x="0" y="52"/>
                  </a:lnTo>
                  <a:lnTo>
                    <a:pt x="26" y="58"/>
                  </a:lnTo>
                  <a:lnTo>
                    <a:pt x="52" y="64"/>
                  </a:lnTo>
                  <a:lnTo>
                    <a:pt x="6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15" name=""/>
            <p:cNvSpPr/>
            <p:nvPr/>
          </p:nvSpPr>
          <p:spPr>
            <a:xfrm rot="0">
              <a:off x="1383" y="3174"/>
              <a:ext cx="22" cy="21"/>
            </a:xfrm>
            <a:custGeom>
              <a:avLst/>
              <a:ahLst/>
              <a:rect l="0" t="0" r="r" b="b"/>
              <a:pathLst>
                <a:path w="66" h="64">
                  <a:moveTo>
                    <a:pt x="66" y="13"/>
                  </a:moveTo>
                  <a:lnTo>
                    <a:pt x="40" y="6"/>
                  </a:lnTo>
                  <a:lnTo>
                    <a:pt x="14" y="0"/>
                  </a:lnTo>
                  <a:lnTo>
                    <a:pt x="0" y="52"/>
                  </a:lnTo>
                  <a:lnTo>
                    <a:pt x="26" y="58"/>
                  </a:lnTo>
                  <a:lnTo>
                    <a:pt x="52" y="64"/>
                  </a:lnTo>
                  <a:lnTo>
                    <a:pt x="66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16" name=""/>
            <p:cNvSpPr/>
            <p:nvPr/>
          </p:nvSpPr>
          <p:spPr>
            <a:xfrm rot="0">
              <a:off x="1383" y="3191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17" name=""/>
            <p:cNvSpPr/>
            <p:nvPr/>
          </p:nvSpPr>
          <p:spPr>
            <a:xfrm rot="0">
              <a:off x="1383" y="31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18" name=""/>
            <p:cNvSpPr/>
            <p:nvPr/>
          </p:nvSpPr>
          <p:spPr>
            <a:xfrm rot="0">
              <a:off x="1380" y="3192"/>
              <a:ext cx="20" cy="20"/>
            </a:xfrm>
            <a:custGeom>
              <a:avLst/>
              <a:ahLst/>
              <a:rect l="0" t="0" r="r" b="b"/>
              <a:pathLst>
                <a:path w="60" h="61">
                  <a:moveTo>
                    <a:pt x="60" y="8"/>
                  </a:moveTo>
                  <a:lnTo>
                    <a:pt x="34" y="4"/>
                  </a:lnTo>
                  <a:lnTo>
                    <a:pt x="8" y="0"/>
                  </a:lnTo>
                  <a:lnTo>
                    <a:pt x="0" y="53"/>
                  </a:lnTo>
                  <a:lnTo>
                    <a:pt x="26" y="57"/>
                  </a:lnTo>
                  <a:lnTo>
                    <a:pt x="52" y="61"/>
                  </a:lnTo>
                  <a:lnTo>
                    <a:pt x="6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19" name=""/>
            <p:cNvSpPr/>
            <p:nvPr/>
          </p:nvSpPr>
          <p:spPr>
            <a:xfrm rot="0">
              <a:off x="1380" y="3192"/>
              <a:ext cx="20" cy="20"/>
            </a:xfrm>
            <a:custGeom>
              <a:avLst/>
              <a:ahLst/>
              <a:rect l="0" t="0" r="r" b="b"/>
              <a:pathLst>
                <a:path w="60" h="61">
                  <a:moveTo>
                    <a:pt x="60" y="8"/>
                  </a:moveTo>
                  <a:lnTo>
                    <a:pt x="34" y="4"/>
                  </a:lnTo>
                  <a:lnTo>
                    <a:pt x="8" y="0"/>
                  </a:lnTo>
                  <a:lnTo>
                    <a:pt x="0" y="53"/>
                  </a:lnTo>
                  <a:lnTo>
                    <a:pt x="26" y="57"/>
                  </a:lnTo>
                  <a:lnTo>
                    <a:pt x="52" y="61"/>
                  </a:lnTo>
                  <a:lnTo>
                    <a:pt x="6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20" name=""/>
            <p:cNvSpPr/>
            <p:nvPr/>
          </p:nvSpPr>
          <p:spPr>
            <a:xfrm rot="0">
              <a:off x="1380" y="3209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2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21" name=""/>
            <p:cNvSpPr/>
            <p:nvPr/>
          </p:nvSpPr>
          <p:spPr>
            <a:xfrm rot="0">
              <a:off x="1380" y="32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22" name=""/>
            <p:cNvSpPr/>
            <p:nvPr/>
          </p:nvSpPr>
          <p:spPr>
            <a:xfrm rot="0">
              <a:off x="1378" y="3210"/>
              <a:ext cx="20" cy="20"/>
            </a:xfrm>
            <a:custGeom>
              <a:avLst/>
              <a:ahLst/>
              <a:rect l="0" t="0" r="r" b="b"/>
              <a:pathLst>
                <a:path w="58" h="60">
                  <a:moveTo>
                    <a:pt x="58" y="6"/>
                  </a:moveTo>
                  <a:lnTo>
                    <a:pt x="32" y="3"/>
                  </a:lnTo>
                  <a:lnTo>
                    <a:pt x="6" y="0"/>
                  </a:lnTo>
                  <a:lnTo>
                    <a:pt x="0" y="54"/>
                  </a:lnTo>
                  <a:lnTo>
                    <a:pt x="26" y="57"/>
                  </a:lnTo>
                  <a:lnTo>
                    <a:pt x="52" y="60"/>
                  </a:lnTo>
                  <a:lnTo>
                    <a:pt x="58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23" name=""/>
            <p:cNvSpPr/>
            <p:nvPr/>
          </p:nvSpPr>
          <p:spPr>
            <a:xfrm rot="0">
              <a:off x="1378" y="3210"/>
              <a:ext cx="20" cy="20"/>
            </a:xfrm>
            <a:custGeom>
              <a:avLst/>
              <a:ahLst/>
              <a:rect l="0" t="0" r="r" b="b"/>
              <a:pathLst>
                <a:path w="58" h="60">
                  <a:moveTo>
                    <a:pt x="58" y="6"/>
                  </a:moveTo>
                  <a:lnTo>
                    <a:pt x="32" y="3"/>
                  </a:lnTo>
                  <a:lnTo>
                    <a:pt x="6" y="0"/>
                  </a:lnTo>
                  <a:lnTo>
                    <a:pt x="0" y="54"/>
                  </a:lnTo>
                  <a:lnTo>
                    <a:pt x="26" y="57"/>
                  </a:lnTo>
                  <a:lnTo>
                    <a:pt x="52" y="60"/>
                  </a:lnTo>
                  <a:lnTo>
                    <a:pt x="58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24" name=""/>
            <p:cNvSpPr/>
            <p:nvPr/>
          </p:nvSpPr>
          <p:spPr>
            <a:xfrm rot="0">
              <a:off x="1378" y="3228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26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25" name=""/>
            <p:cNvSpPr/>
            <p:nvPr/>
          </p:nvSpPr>
          <p:spPr>
            <a:xfrm rot="0">
              <a:off x="1378" y="3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26" name=""/>
            <p:cNvSpPr/>
            <p:nvPr/>
          </p:nvSpPr>
          <p:spPr>
            <a:xfrm rot="0">
              <a:off x="1378" y="3229"/>
              <a:ext cx="18" cy="18"/>
            </a:xfrm>
            <a:custGeom>
              <a:avLst/>
              <a:ahLst/>
              <a:rect l="0" t="0" r="r" b="b"/>
              <a:pathLst>
                <a:path w="53" h="54">
                  <a:moveTo>
                    <a:pt x="53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0" y="54"/>
                  </a:lnTo>
                  <a:lnTo>
                    <a:pt x="26" y="54"/>
                  </a:lnTo>
                  <a:lnTo>
                    <a:pt x="52" y="54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27" name=""/>
            <p:cNvSpPr/>
            <p:nvPr/>
          </p:nvSpPr>
          <p:spPr>
            <a:xfrm rot="0">
              <a:off x="1378" y="3229"/>
              <a:ext cx="18" cy="18"/>
            </a:xfrm>
            <a:custGeom>
              <a:avLst/>
              <a:ahLst/>
              <a:rect l="0" t="0" r="r" b="b"/>
              <a:pathLst>
                <a:path w="53" h="54">
                  <a:moveTo>
                    <a:pt x="53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0" y="54"/>
                  </a:lnTo>
                  <a:lnTo>
                    <a:pt x="26" y="54"/>
                  </a:lnTo>
                  <a:lnTo>
                    <a:pt x="52" y="54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28" name=""/>
            <p:cNvSpPr/>
            <p:nvPr/>
          </p:nvSpPr>
          <p:spPr>
            <a:xfrm rot="0">
              <a:off x="1378" y="3247"/>
              <a:ext cx="9" cy="1"/>
            </a:xfrm>
            <a:prstGeom prst="rect"/>
            <a:solidFill>
              <a:srgbClr val="000000"/>
            </a:solidFill>
            <a:ln>
              <a:noFill/>
            </a:ln>
          </p:spPr>
        </p:sp>
        <p:sp>
          <p:nvSpPr>
            <p:cNvPr id="1082629" name=""/>
            <p:cNvSpPr/>
            <p:nvPr/>
          </p:nvSpPr>
          <p:spPr>
            <a:xfrm rot="0">
              <a:off x="1378" y="32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30" name=""/>
            <p:cNvSpPr/>
            <p:nvPr/>
          </p:nvSpPr>
          <p:spPr>
            <a:xfrm rot="0">
              <a:off x="1378" y="3247"/>
              <a:ext cx="18" cy="18"/>
            </a:xfrm>
            <a:custGeom>
              <a:avLst/>
              <a:ahLst/>
              <a:rect l="0" t="0" r="r" b="b"/>
              <a:pathLst>
                <a:path w="53" h="54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1" y="54"/>
                  </a:lnTo>
                  <a:lnTo>
                    <a:pt x="27" y="54"/>
                  </a:lnTo>
                  <a:lnTo>
                    <a:pt x="53" y="54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31" name=""/>
            <p:cNvSpPr/>
            <p:nvPr/>
          </p:nvSpPr>
          <p:spPr>
            <a:xfrm rot="0">
              <a:off x="1378" y="3247"/>
              <a:ext cx="18" cy="18"/>
            </a:xfrm>
            <a:custGeom>
              <a:avLst/>
              <a:ahLst/>
              <a:rect l="0" t="0" r="r" b="b"/>
              <a:pathLst>
                <a:path w="53" h="54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1" y="54"/>
                  </a:lnTo>
                  <a:lnTo>
                    <a:pt x="27" y="54"/>
                  </a:lnTo>
                  <a:lnTo>
                    <a:pt x="53" y="54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32" name=""/>
            <p:cNvSpPr/>
            <p:nvPr/>
          </p:nvSpPr>
          <p:spPr>
            <a:xfrm rot="0">
              <a:off x="1378" y="3265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26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33" name=""/>
            <p:cNvSpPr/>
            <p:nvPr/>
          </p:nvSpPr>
          <p:spPr>
            <a:xfrm rot="0">
              <a:off x="1378" y="32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34" name=""/>
            <p:cNvSpPr/>
            <p:nvPr/>
          </p:nvSpPr>
          <p:spPr>
            <a:xfrm rot="0">
              <a:off x="1378" y="3264"/>
              <a:ext cx="20" cy="19"/>
            </a:xfrm>
            <a:custGeom>
              <a:avLst/>
              <a:ahLst/>
              <a:rect l="0" t="0" r="r" b="b"/>
              <a:pathLst>
                <a:path w="58" h="59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6" y="59"/>
                  </a:lnTo>
                  <a:lnTo>
                    <a:pt x="32" y="56"/>
                  </a:lnTo>
                  <a:lnTo>
                    <a:pt x="58" y="53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35" name=""/>
            <p:cNvSpPr/>
            <p:nvPr/>
          </p:nvSpPr>
          <p:spPr>
            <a:xfrm rot="0">
              <a:off x="1378" y="3264"/>
              <a:ext cx="20" cy="19"/>
            </a:xfrm>
            <a:custGeom>
              <a:avLst/>
              <a:ahLst/>
              <a:rect l="0" t="0" r="r" b="b"/>
              <a:pathLst>
                <a:path w="58" h="59">
                  <a:moveTo>
                    <a:pt x="52" y="0"/>
                  </a:moveTo>
                  <a:lnTo>
                    <a:pt x="26" y="3"/>
                  </a:lnTo>
                  <a:lnTo>
                    <a:pt x="0" y="6"/>
                  </a:lnTo>
                  <a:lnTo>
                    <a:pt x="6" y="59"/>
                  </a:lnTo>
                  <a:lnTo>
                    <a:pt x="32" y="56"/>
                  </a:lnTo>
                  <a:lnTo>
                    <a:pt x="58" y="53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36" name=""/>
            <p:cNvSpPr/>
            <p:nvPr/>
          </p:nvSpPr>
          <p:spPr>
            <a:xfrm rot="0">
              <a:off x="1380" y="3282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26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37" name=""/>
            <p:cNvSpPr/>
            <p:nvPr/>
          </p:nvSpPr>
          <p:spPr>
            <a:xfrm rot="0">
              <a:off x="1380" y="32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38" name=""/>
            <p:cNvSpPr/>
            <p:nvPr/>
          </p:nvSpPr>
          <p:spPr>
            <a:xfrm rot="0">
              <a:off x="1380" y="3281"/>
              <a:ext cx="20" cy="21"/>
            </a:xfrm>
            <a:custGeom>
              <a:avLst/>
              <a:ahLst/>
              <a:rect l="0" t="0" r="r" b="b"/>
              <a:pathLst>
                <a:path w="60" h="62">
                  <a:moveTo>
                    <a:pt x="52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8" y="62"/>
                  </a:lnTo>
                  <a:lnTo>
                    <a:pt x="34" y="58"/>
                  </a:lnTo>
                  <a:lnTo>
                    <a:pt x="60" y="54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39" name=""/>
            <p:cNvSpPr/>
            <p:nvPr/>
          </p:nvSpPr>
          <p:spPr>
            <a:xfrm rot="0">
              <a:off x="1380" y="3281"/>
              <a:ext cx="20" cy="21"/>
            </a:xfrm>
            <a:custGeom>
              <a:avLst/>
              <a:ahLst/>
              <a:rect l="0" t="0" r="r" b="b"/>
              <a:pathLst>
                <a:path w="60" h="62">
                  <a:moveTo>
                    <a:pt x="52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8" y="62"/>
                  </a:lnTo>
                  <a:lnTo>
                    <a:pt x="34" y="58"/>
                  </a:lnTo>
                  <a:lnTo>
                    <a:pt x="60" y="54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40" name=""/>
            <p:cNvSpPr/>
            <p:nvPr/>
          </p:nvSpPr>
          <p:spPr>
            <a:xfrm rot="0">
              <a:off x="1383" y="3300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41" name=""/>
            <p:cNvSpPr/>
            <p:nvPr/>
          </p:nvSpPr>
          <p:spPr>
            <a:xfrm rot="0">
              <a:off x="1383" y="33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42" name=""/>
            <p:cNvSpPr/>
            <p:nvPr/>
          </p:nvSpPr>
          <p:spPr>
            <a:xfrm rot="0">
              <a:off x="1383" y="3298"/>
              <a:ext cx="22" cy="22"/>
            </a:xfrm>
            <a:custGeom>
              <a:avLst/>
              <a:ahLst/>
              <a:rect l="0" t="0" r="r" b="b"/>
              <a:pathLst>
                <a:path w="66" h="65">
                  <a:moveTo>
                    <a:pt x="52" y="0"/>
                  </a:moveTo>
                  <a:lnTo>
                    <a:pt x="26" y="7"/>
                  </a:lnTo>
                  <a:lnTo>
                    <a:pt x="0" y="13"/>
                  </a:lnTo>
                  <a:lnTo>
                    <a:pt x="14" y="65"/>
                  </a:lnTo>
                  <a:lnTo>
                    <a:pt x="40" y="59"/>
                  </a:lnTo>
                  <a:lnTo>
                    <a:pt x="66" y="52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43" name=""/>
            <p:cNvSpPr/>
            <p:nvPr/>
          </p:nvSpPr>
          <p:spPr>
            <a:xfrm rot="0">
              <a:off x="1383" y="3298"/>
              <a:ext cx="22" cy="22"/>
            </a:xfrm>
            <a:custGeom>
              <a:avLst/>
              <a:ahLst/>
              <a:rect l="0" t="0" r="r" b="b"/>
              <a:pathLst>
                <a:path w="66" h="65">
                  <a:moveTo>
                    <a:pt x="52" y="0"/>
                  </a:moveTo>
                  <a:lnTo>
                    <a:pt x="26" y="7"/>
                  </a:lnTo>
                  <a:lnTo>
                    <a:pt x="0" y="13"/>
                  </a:lnTo>
                  <a:lnTo>
                    <a:pt x="14" y="65"/>
                  </a:lnTo>
                  <a:lnTo>
                    <a:pt x="40" y="59"/>
                  </a:lnTo>
                  <a:lnTo>
                    <a:pt x="66" y="5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44" name=""/>
            <p:cNvSpPr/>
            <p:nvPr/>
          </p:nvSpPr>
          <p:spPr>
            <a:xfrm rot="0">
              <a:off x="1388" y="3318"/>
              <a:ext cx="8" cy="2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6"/>
                  </a:lnTo>
                  <a:lnTo>
                    <a:pt x="1" y="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45" name=""/>
            <p:cNvSpPr/>
            <p:nvPr/>
          </p:nvSpPr>
          <p:spPr>
            <a:xfrm rot="0">
              <a:off x="1388" y="33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46" name=""/>
            <p:cNvSpPr/>
            <p:nvPr/>
          </p:nvSpPr>
          <p:spPr>
            <a:xfrm rot="0">
              <a:off x="1388" y="3315"/>
              <a:ext cx="22" cy="22"/>
            </a:xfrm>
            <a:custGeom>
              <a:avLst/>
              <a:ahLst/>
              <a:rect l="0" t="0" r="r" b="b"/>
              <a:pathLst>
                <a:path w="65" h="66">
                  <a:moveTo>
                    <a:pt x="50" y="0"/>
                  </a:moveTo>
                  <a:lnTo>
                    <a:pt x="25" y="8"/>
                  </a:lnTo>
                  <a:lnTo>
                    <a:pt x="0" y="15"/>
                  </a:lnTo>
                  <a:lnTo>
                    <a:pt x="16" y="66"/>
                  </a:lnTo>
                  <a:lnTo>
                    <a:pt x="40" y="58"/>
                  </a:lnTo>
                  <a:lnTo>
                    <a:pt x="65" y="51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47" name=""/>
            <p:cNvSpPr/>
            <p:nvPr/>
          </p:nvSpPr>
          <p:spPr>
            <a:xfrm rot="0">
              <a:off x="1388" y="3315"/>
              <a:ext cx="22" cy="22"/>
            </a:xfrm>
            <a:custGeom>
              <a:avLst/>
              <a:ahLst/>
              <a:rect l="0" t="0" r="r" b="b"/>
              <a:pathLst>
                <a:path w="65" h="66">
                  <a:moveTo>
                    <a:pt x="50" y="0"/>
                  </a:moveTo>
                  <a:lnTo>
                    <a:pt x="25" y="8"/>
                  </a:lnTo>
                  <a:lnTo>
                    <a:pt x="0" y="15"/>
                  </a:lnTo>
                  <a:lnTo>
                    <a:pt x="16" y="66"/>
                  </a:lnTo>
                  <a:lnTo>
                    <a:pt x="40" y="58"/>
                  </a:lnTo>
                  <a:lnTo>
                    <a:pt x="65" y="51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48" name=""/>
            <p:cNvSpPr/>
            <p:nvPr/>
          </p:nvSpPr>
          <p:spPr>
            <a:xfrm rot="0">
              <a:off x="1393" y="3334"/>
              <a:ext cx="8" cy="4"/>
            </a:xfrm>
            <a:custGeom>
              <a:avLst/>
              <a:ahLst/>
              <a:rect l="0" t="0" r="r" b="b"/>
              <a:pathLst>
                <a:path w="24" h="10">
                  <a:moveTo>
                    <a:pt x="24" y="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49" name=""/>
            <p:cNvSpPr/>
            <p:nvPr/>
          </p:nvSpPr>
          <p:spPr>
            <a:xfrm rot="0">
              <a:off x="1393" y="33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50" name=""/>
            <p:cNvSpPr/>
            <p:nvPr/>
          </p:nvSpPr>
          <p:spPr>
            <a:xfrm rot="0">
              <a:off x="1393" y="3331"/>
              <a:ext cx="23" cy="24"/>
            </a:xfrm>
            <a:custGeom>
              <a:avLst/>
              <a:ahLst/>
              <a:rect l="0" t="0" r="r" b="b"/>
              <a:pathLst>
                <a:path w="69" h="70">
                  <a:moveTo>
                    <a:pt x="49" y="0"/>
                  </a:moveTo>
                  <a:lnTo>
                    <a:pt x="24" y="9"/>
                  </a:lnTo>
                  <a:lnTo>
                    <a:pt x="0" y="19"/>
                  </a:lnTo>
                  <a:lnTo>
                    <a:pt x="19" y="70"/>
                  </a:lnTo>
                  <a:lnTo>
                    <a:pt x="44" y="60"/>
                  </a:lnTo>
                  <a:lnTo>
                    <a:pt x="69" y="5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51" name=""/>
            <p:cNvSpPr/>
            <p:nvPr/>
          </p:nvSpPr>
          <p:spPr>
            <a:xfrm rot="0">
              <a:off x="1393" y="3331"/>
              <a:ext cx="23" cy="24"/>
            </a:xfrm>
            <a:custGeom>
              <a:avLst/>
              <a:ahLst/>
              <a:rect l="0" t="0" r="r" b="b"/>
              <a:pathLst>
                <a:path w="69" h="70">
                  <a:moveTo>
                    <a:pt x="49" y="0"/>
                  </a:moveTo>
                  <a:lnTo>
                    <a:pt x="24" y="9"/>
                  </a:lnTo>
                  <a:lnTo>
                    <a:pt x="0" y="19"/>
                  </a:lnTo>
                  <a:lnTo>
                    <a:pt x="19" y="70"/>
                  </a:lnTo>
                  <a:lnTo>
                    <a:pt x="44" y="60"/>
                  </a:lnTo>
                  <a:lnTo>
                    <a:pt x="69" y="51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52" name=""/>
            <p:cNvSpPr/>
            <p:nvPr/>
          </p:nvSpPr>
          <p:spPr>
            <a:xfrm rot="0">
              <a:off x="1400" y="3351"/>
              <a:ext cx="8" cy="4"/>
            </a:xfrm>
            <a:custGeom>
              <a:avLst/>
              <a:ahLst/>
              <a:rect l="0" t="0" r="r" b="b"/>
              <a:pathLst>
                <a:path w="25" h="12">
                  <a:moveTo>
                    <a:pt x="25" y="0"/>
                  </a:moveTo>
                  <a:lnTo>
                    <a:pt x="0" y="10"/>
                  </a:lnTo>
                  <a:lnTo>
                    <a:pt x="1" y="12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53" name=""/>
            <p:cNvSpPr/>
            <p:nvPr/>
          </p:nvSpPr>
          <p:spPr>
            <a:xfrm rot="0">
              <a:off x="1400" y="3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54" name=""/>
            <p:cNvSpPr/>
            <p:nvPr/>
          </p:nvSpPr>
          <p:spPr>
            <a:xfrm rot="0">
              <a:off x="1400" y="3348"/>
              <a:ext cx="24" cy="23"/>
            </a:xfrm>
            <a:custGeom>
              <a:avLst/>
              <a:ahLst/>
              <a:rect l="0" t="0" r="r" b="b"/>
              <a:pathLst>
                <a:path w="72" h="71">
                  <a:moveTo>
                    <a:pt x="48" y="0"/>
                  </a:moveTo>
                  <a:lnTo>
                    <a:pt x="24" y="11"/>
                  </a:lnTo>
                  <a:lnTo>
                    <a:pt x="0" y="23"/>
                  </a:lnTo>
                  <a:lnTo>
                    <a:pt x="24" y="71"/>
                  </a:lnTo>
                  <a:lnTo>
                    <a:pt x="48" y="60"/>
                  </a:lnTo>
                  <a:lnTo>
                    <a:pt x="72" y="49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55" name=""/>
            <p:cNvSpPr/>
            <p:nvPr/>
          </p:nvSpPr>
          <p:spPr>
            <a:xfrm rot="0">
              <a:off x="1400" y="3348"/>
              <a:ext cx="24" cy="23"/>
            </a:xfrm>
            <a:custGeom>
              <a:avLst/>
              <a:ahLst/>
              <a:rect l="0" t="0" r="r" b="b"/>
              <a:pathLst>
                <a:path w="72" h="71">
                  <a:moveTo>
                    <a:pt x="48" y="0"/>
                  </a:moveTo>
                  <a:lnTo>
                    <a:pt x="24" y="11"/>
                  </a:lnTo>
                  <a:lnTo>
                    <a:pt x="0" y="23"/>
                  </a:lnTo>
                  <a:lnTo>
                    <a:pt x="24" y="71"/>
                  </a:lnTo>
                  <a:lnTo>
                    <a:pt x="48" y="60"/>
                  </a:lnTo>
                  <a:lnTo>
                    <a:pt x="72" y="49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56" name=""/>
            <p:cNvSpPr/>
            <p:nvPr/>
          </p:nvSpPr>
          <p:spPr>
            <a:xfrm rot="0">
              <a:off x="1408" y="3368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57" name=""/>
            <p:cNvSpPr/>
            <p:nvPr/>
          </p:nvSpPr>
          <p:spPr>
            <a:xfrm rot="0">
              <a:off x="1408" y="33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58" name=""/>
            <p:cNvSpPr/>
            <p:nvPr/>
          </p:nvSpPr>
          <p:spPr>
            <a:xfrm rot="0">
              <a:off x="1408" y="3363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46" y="0"/>
                  </a:moveTo>
                  <a:lnTo>
                    <a:pt x="23" y="13"/>
                  </a:lnTo>
                  <a:lnTo>
                    <a:pt x="0" y="25"/>
                  </a:lnTo>
                  <a:lnTo>
                    <a:pt x="26" y="72"/>
                  </a:lnTo>
                  <a:lnTo>
                    <a:pt x="49" y="60"/>
                  </a:lnTo>
                  <a:lnTo>
                    <a:pt x="72" y="47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59" name=""/>
            <p:cNvSpPr/>
            <p:nvPr/>
          </p:nvSpPr>
          <p:spPr>
            <a:xfrm rot="0">
              <a:off x="1408" y="3363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46" y="0"/>
                  </a:moveTo>
                  <a:lnTo>
                    <a:pt x="23" y="13"/>
                  </a:lnTo>
                  <a:lnTo>
                    <a:pt x="0" y="25"/>
                  </a:lnTo>
                  <a:lnTo>
                    <a:pt x="26" y="72"/>
                  </a:lnTo>
                  <a:lnTo>
                    <a:pt x="49" y="60"/>
                  </a:lnTo>
                  <a:lnTo>
                    <a:pt x="72" y="47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60" name=""/>
            <p:cNvSpPr/>
            <p:nvPr/>
          </p:nvSpPr>
          <p:spPr>
            <a:xfrm rot="0">
              <a:off x="1417" y="3383"/>
              <a:ext cx="8" cy="5"/>
            </a:xfrm>
            <a:custGeom>
              <a:avLst/>
              <a:ahLst/>
              <a:rect l="0" t="0" r="r" b="b"/>
              <a:pathLst>
                <a:path w="23" h="14">
                  <a:moveTo>
                    <a:pt x="23" y="0"/>
                  </a:moveTo>
                  <a:lnTo>
                    <a:pt x="0" y="12"/>
                  </a:lnTo>
                  <a:lnTo>
                    <a:pt x="1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61" name=""/>
            <p:cNvSpPr/>
            <p:nvPr/>
          </p:nvSpPr>
          <p:spPr>
            <a:xfrm rot="0">
              <a:off x="1417" y="33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62" name=""/>
            <p:cNvSpPr/>
            <p:nvPr/>
          </p:nvSpPr>
          <p:spPr>
            <a:xfrm rot="0">
              <a:off x="1417" y="3378"/>
              <a:ext cx="25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44" y="0"/>
                  </a:moveTo>
                  <a:lnTo>
                    <a:pt x="22" y="15"/>
                  </a:lnTo>
                  <a:lnTo>
                    <a:pt x="0" y="29"/>
                  </a:lnTo>
                  <a:lnTo>
                    <a:pt x="30" y="74"/>
                  </a:lnTo>
                  <a:lnTo>
                    <a:pt x="52" y="59"/>
                  </a:lnTo>
                  <a:lnTo>
                    <a:pt x="74" y="45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63" name=""/>
            <p:cNvSpPr/>
            <p:nvPr/>
          </p:nvSpPr>
          <p:spPr>
            <a:xfrm rot="0">
              <a:off x="1417" y="3378"/>
              <a:ext cx="25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44" y="0"/>
                  </a:moveTo>
                  <a:lnTo>
                    <a:pt x="22" y="15"/>
                  </a:lnTo>
                  <a:lnTo>
                    <a:pt x="0" y="29"/>
                  </a:lnTo>
                  <a:lnTo>
                    <a:pt x="30" y="74"/>
                  </a:lnTo>
                  <a:lnTo>
                    <a:pt x="52" y="59"/>
                  </a:lnTo>
                  <a:lnTo>
                    <a:pt x="74" y="45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64" name=""/>
            <p:cNvSpPr/>
            <p:nvPr/>
          </p:nvSpPr>
          <p:spPr>
            <a:xfrm rot="0">
              <a:off x="1427" y="3398"/>
              <a:ext cx="8" cy="5"/>
            </a:xfrm>
            <a:custGeom>
              <a:avLst/>
              <a:ahLst/>
              <a:rect l="0" t="0" r="r" b="b"/>
              <a:pathLst>
                <a:path w="22" h="16">
                  <a:moveTo>
                    <a:pt x="22" y="0"/>
                  </a:moveTo>
                  <a:lnTo>
                    <a:pt x="0" y="15"/>
                  </a:lnTo>
                  <a:lnTo>
                    <a:pt x="0" y="16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65" name=""/>
            <p:cNvSpPr/>
            <p:nvPr/>
          </p:nvSpPr>
          <p:spPr>
            <a:xfrm rot="0">
              <a:off x="1427" y="34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66" name=""/>
            <p:cNvSpPr/>
            <p:nvPr/>
          </p:nvSpPr>
          <p:spPr>
            <a:xfrm rot="0">
              <a:off x="1427" y="3393"/>
              <a:ext cx="26" cy="25"/>
            </a:xfrm>
            <a:custGeom>
              <a:avLst/>
              <a:ahLst/>
              <a:rect l="0" t="0" r="r" b="b"/>
              <a:pathLst>
                <a:path w="76" h="74">
                  <a:moveTo>
                    <a:pt x="44" y="0"/>
                  </a:moveTo>
                  <a:lnTo>
                    <a:pt x="22" y="15"/>
                  </a:lnTo>
                  <a:lnTo>
                    <a:pt x="0" y="31"/>
                  </a:lnTo>
                  <a:lnTo>
                    <a:pt x="32" y="74"/>
                  </a:lnTo>
                  <a:lnTo>
                    <a:pt x="54" y="59"/>
                  </a:lnTo>
                  <a:lnTo>
                    <a:pt x="76" y="43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67" name=""/>
            <p:cNvSpPr/>
            <p:nvPr/>
          </p:nvSpPr>
          <p:spPr>
            <a:xfrm rot="0">
              <a:off x="1427" y="3393"/>
              <a:ext cx="26" cy="25"/>
            </a:xfrm>
            <a:custGeom>
              <a:avLst/>
              <a:ahLst/>
              <a:rect l="0" t="0" r="r" b="b"/>
              <a:pathLst>
                <a:path w="76" h="74">
                  <a:moveTo>
                    <a:pt x="44" y="0"/>
                  </a:moveTo>
                  <a:lnTo>
                    <a:pt x="22" y="15"/>
                  </a:lnTo>
                  <a:lnTo>
                    <a:pt x="0" y="31"/>
                  </a:lnTo>
                  <a:lnTo>
                    <a:pt x="32" y="74"/>
                  </a:lnTo>
                  <a:lnTo>
                    <a:pt x="54" y="59"/>
                  </a:lnTo>
                  <a:lnTo>
                    <a:pt x="76" y="4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68" name=""/>
            <p:cNvSpPr/>
            <p:nvPr/>
          </p:nvSpPr>
          <p:spPr>
            <a:xfrm rot="0">
              <a:off x="1438" y="3413"/>
              <a:ext cx="7" cy="5"/>
            </a:xfrm>
            <a:custGeom>
              <a:avLst/>
              <a:ahLst/>
              <a:rect l="0" t="0" r="r" b="b"/>
              <a:pathLst>
                <a:path w="22" h="17">
                  <a:moveTo>
                    <a:pt x="22" y="0"/>
                  </a:moveTo>
                  <a:lnTo>
                    <a:pt x="0" y="15"/>
                  </a:lnTo>
                  <a:lnTo>
                    <a:pt x="2" y="17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69" name=""/>
            <p:cNvSpPr/>
            <p:nvPr/>
          </p:nvSpPr>
          <p:spPr>
            <a:xfrm rot="0">
              <a:off x="1438" y="3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70" name=""/>
            <p:cNvSpPr/>
            <p:nvPr/>
          </p:nvSpPr>
          <p:spPr>
            <a:xfrm rot="0">
              <a:off x="1439" y="3407"/>
              <a:ext cx="25" cy="25"/>
            </a:xfrm>
            <a:custGeom>
              <a:avLst/>
              <a:ahLst/>
              <a:rect l="0" t="0" r="r" b="b"/>
              <a:pathLst>
                <a:path w="75" h="76">
                  <a:moveTo>
                    <a:pt x="40" y="0"/>
                  </a:moveTo>
                  <a:lnTo>
                    <a:pt x="20" y="18"/>
                  </a:lnTo>
                  <a:lnTo>
                    <a:pt x="0" y="35"/>
                  </a:lnTo>
                  <a:lnTo>
                    <a:pt x="36" y="76"/>
                  </a:lnTo>
                  <a:lnTo>
                    <a:pt x="55" y="58"/>
                  </a:lnTo>
                  <a:lnTo>
                    <a:pt x="75" y="41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71" name=""/>
            <p:cNvSpPr/>
            <p:nvPr/>
          </p:nvSpPr>
          <p:spPr>
            <a:xfrm rot="0">
              <a:off x="1439" y="3407"/>
              <a:ext cx="25" cy="25"/>
            </a:xfrm>
            <a:custGeom>
              <a:avLst/>
              <a:ahLst/>
              <a:rect l="0" t="0" r="r" b="b"/>
              <a:pathLst>
                <a:path w="75" h="76">
                  <a:moveTo>
                    <a:pt x="40" y="0"/>
                  </a:moveTo>
                  <a:lnTo>
                    <a:pt x="20" y="18"/>
                  </a:lnTo>
                  <a:lnTo>
                    <a:pt x="0" y="35"/>
                  </a:lnTo>
                  <a:lnTo>
                    <a:pt x="36" y="76"/>
                  </a:lnTo>
                  <a:lnTo>
                    <a:pt x="55" y="58"/>
                  </a:lnTo>
                  <a:lnTo>
                    <a:pt x="75" y="41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72" name=""/>
            <p:cNvSpPr/>
            <p:nvPr/>
          </p:nvSpPr>
          <p:spPr>
            <a:xfrm rot="0">
              <a:off x="1451" y="3426"/>
              <a:ext cx="6" cy="6"/>
            </a:xfrm>
            <a:custGeom>
              <a:avLst/>
              <a:ahLst/>
              <a:rect l="0" t="0" r="r" b="b"/>
              <a:pathLst>
                <a:path w="19" h="19">
                  <a:moveTo>
                    <a:pt x="19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73" name=""/>
            <p:cNvSpPr/>
            <p:nvPr/>
          </p:nvSpPr>
          <p:spPr>
            <a:xfrm rot="0">
              <a:off x="1451" y="34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74" name=""/>
            <p:cNvSpPr/>
            <p:nvPr/>
          </p:nvSpPr>
          <p:spPr>
            <a:xfrm rot="0">
              <a:off x="1451" y="3420"/>
              <a:ext cx="25" cy="25"/>
            </a:xfrm>
            <a:custGeom>
              <a:avLst/>
              <a:ahLst/>
              <a:rect l="0" t="0" r="r" b="b"/>
              <a:pathLst>
                <a:path w="75" h="76">
                  <a:moveTo>
                    <a:pt x="37" y="0"/>
                  </a:moveTo>
                  <a:lnTo>
                    <a:pt x="18" y="19"/>
                  </a:lnTo>
                  <a:lnTo>
                    <a:pt x="0" y="38"/>
                  </a:lnTo>
                  <a:lnTo>
                    <a:pt x="38" y="76"/>
                  </a:lnTo>
                  <a:lnTo>
                    <a:pt x="57" y="58"/>
                  </a:lnTo>
                  <a:lnTo>
                    <a:pt x="75" y="39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75" name=""/>
            <p:cNvSpPr/>
            <p:nvPr/>
          </p:nvSpPr>
          <p:spPr>
            <a:xfrm rot="0">
              <a:off x="1451" y="3420"/>
              <a:ext cx="25" cy="25"/>
            </a:xfrm>
            <a:custGeom>
              <a:avLst/>
              <a:ahLst/>
              <a:rect l="0" t="0" r="r" b="b"/>
              <a:pathLst>
                <a:path w="75" h="76">
                  <a:moveTo>
                    <a:pt x="37" y="0"/>
                  </a:moveTo>
                  <a:lnTo>
                    <a:pt x="18" y="19"/>
                  </a:lnTo>
                  <a:lnTo>
                    <a:pt x="0" y="38"/>
                  </a:lnTo>
                  <a:lnTo>
                    <a:pt x="38" y="76"/>
                  </a:lnTo>
                  <a:lnTo>
                    <a:pt x="57" y="58"/>
                  </a:lnTo>
                  <a:lnTo>
                    <a:pt x="75" y="39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76" name=""/>
            <p:cNvSpPr/>
            <p:nvPr/>
          </p:nvSpPr>
          <p:spPr>
            <a:xfrm rot="0">
              <a:off x="1464" y="3439"/>
              <a:ext cx="6" cy="6"/>
            </a:xfrm>
            <a:custGeom>
              <a:avLst/>
              <a:ahLst/>
              <a:rect l="0" t="0" r="r" b="b"/>
              <a:pathLst>
                <a:path w="19" h="19">
                  <a:moveTo>
                    <a:pt x="19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77" name=""/>
            <p:cNvSpPr/>
            <p:nvPr/>
          </p:nvSpPr>
          <p:spPr>
            <a:xfrm rot="0">
              <a:off x="1464" y="3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78" name=""/>
            <p:cNvSpPr/>
            <p:nvPr/>
          </p:nvSpPr>
          <p:spPr>
            <a:xfrm rot="0">
              <a:off x="1464" y="3432"/>
              <a:ext cx="25" cy="25"/>
            </a:xfrm>
            <a:custGeom>
              <a:avLst/>
              <a:ahLst/>
              <a:rect l="0" t="0" r="r" b="b"/>
              <a:pathLst>
                <a:path w="76" h="74">
                  <a:moveTo>
                    <a:pt x="35" y="0"/>
                  </a:moveTo>
                  <a:lnTo>
                    <a:pt x="18" y="20"/>
                  </a:lnTo>
                  <a:lnTo>
                    <a:pt x="0" y="39"/>
                  </a:lnTo>
                  <a:lnTo>
                    <a:pt x="41" y="74"/>
                  </a:lnTo>
                  <a:lnTo>
                    <a:pt x="58" y="55"/>
                  </a:lnTo>
                  <a:lnTo>
                    <a:pt x="76" y="35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79" name=""/>
            <p:cNvSpPr/>
            <p:nvPr/>
          </p:nvSpPr>
          <p:spPr>
            <a:xfrm rot="0">
              <a:off x="1464" y="3432"/>
              <a:ext cx="25" cy="25"/>
            </a:xfrm>
            <a:custGeom>
              <a:avLst/>
              <a:ahLst/>
              <a:rect l="0" t="0" r="r" b="b"/>
              <a:pathLst>
                <a:path w="76" h="74">
                  <a:moveTo>
                    <a:pt x="35" y="0"/>
                  </a:moveTo>
                  <a:lnTo>
                    <a:pt x="18" y="20"/>
                  </a:lnTo>
                  <a:lnTo>
                    <a:pt x="0" y="39"/>
                  </a:lnTo>
                  <a:lnTo>
                    <a:pt x="41" y="74"/>
                  </a:lnTo>
                  <a:lnTo>
                    <a:pt x="58" y="55"/>
                  </a:lnTo>
                  <a:lnTo>
                    <a:pt x="76" y="35"/>
                  </a:lnTo>
                  <a:lnTo>
                    <a:pt x="3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80" name=""/>
            <p:cNvSpPr/>
            <p:nvPr/>
          </p:nvSpPr>
          <p:spPr>
            <a:xfrm rot="0">
              <a:off x="1478" y="3451"/>
              <a:ext cx="5" cy="7"/>
            </a:xfrm>
            <a:custGeom>
              <a:avLst/>
              <a:ahLst/>
              <a:rect l="0" t="0" r="r" b="b"/>
              <a:pathLst>
                <a:path w="17" h="21">
                  <a:moveTo>
                    <a:pt x="17" y="0"/>
                  </a:moveTo>
                  <a:lnTo>
                    <a:pt x="0" y="19"/>
                  </a:lnTo>
                  <a:lnTo>
                    <a:pt x="2" y="21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81" name=""/>
            <p:cNvSpPr/>
            <p:nvPr/>
          </p:nvSpPr>
          <p:spPr>
            <a:xfrm rot="0">
              <a:off x="1478" y="3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82" name=""/>
            <p:cNvSpPr/>
            <p:nvPr/>
          </p:nvSpPr>
          <p:spPr>
            <a:xfrm rot="0">
              <a:off x="1478" y="3444"/>
              <a:ext cx="25" cy="24"/>
            </a:xfrm>
            <a:custGeom>
              <a:avLst/>
              <a:ahLst/>
              <a:rect l="0" t="0" r="r" b="b"/>
              <a:pathLst>
                <a:path w="73" h="74">
                  <a:moveTo>
                    <a:pt x="31" y="0"/>
                  </a:moveTo>
                  <a:lnTo>
                    <a:pt x="15" y="21"/>
                  </a:lnTo>
                  <a:lnTo>
                    <a:pt x="0" y="42"/>
                  </a:lnTo>
                  <a:lnTo>
                    <a:pt x="42" y="74"/>
                  </a:lnTo>
                  <a:lnTo>
                    <a:pt x="58" y="53"/>
                  </a:lnTo>
                  <a:lnTo>
                    <a:pt x="73" y="32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83" name=""/>
            <p:cNvSpPr/>
            <p:nvPr/>
          </p:nvSpPr>
          <p:spPr>
            <a:xfrm rot="0">
              <a:off x="1478" y="3444"/>
              <a:ext cx="25" cy="24"/>
            </a:xfrm>
            <a:custGeom>
              <a:avLst/>
              <a:ahLst/>
              <a:rect l="0" t="0" r="r" b="b"/>
              <a:pathLst>
                <a:path w="73" h="74">
                  <a:moveTo>
                    <a:pt x="31" y="0"/>
                  </a:moveTo>
                  <a:lnTo>
                    <a:pt x="15" y="21"/>
                  </a:lnTo>
                  <a:lnTo>
                    <a:pt x="0" y="42"/>
                  </a:lnTo>
                  <a:lnTo>
                    <a:pt x="42" y="74"/>
                  </a:lnTo>
                  <a:lnTo>
                    <a:pt x="58" y="53"/>
                  </a:lnTo>
                  <a:lnTo>
                    <a:pt x="73" y="3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84" name=""/>
            <p:cNvSpPr/>
            <p:nvPr/>
          </p:nvSpPr>
          <p:spPr>
            <a:xfrm rot="0">
              <a:off x="1492" y="3461"/>
              <a:ext cx="6" cy="8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85" name=""/>
            <p:cNvSpPr/>
            <p:nvPr/>
          </p:nvSpPr>
          <p:spPr>
            <a:xfrm rot="0">
              <a:off x="1492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86" name=""/>
            <p:cNvSpPr/>
            <p:nvPr/>
          </p:nvSpPr>
          <p:spPr>
            <a:xfrm rot="0">
              <a:off x="1493" y="3454"/>
              <a:ext cx="24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29" y="0"/>
                  </a:moveTo>
                  <a:lnTo>
                    <a:pt x="15" y="22"/>
                  </a:lnTo>
                  <a:lnTo>
                    <a:pt x="0" y="44"/>
                  </a:lnTo>
                  <a:lnTo>
                    <a:pt x="45" y="74"/>
                  </a:lnTo>
                  <a:lnTo>
                    <a:pt x="59" y="52"/>
                  </a:lnTo>
                  <a:lnTo>
                    <a:pt x="74" y="3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87" name=""/>
            <p:cNvSpPr/>
            <p:nvPr/>
          </p:nvSpPr>
          <p:spPr>
            <a:xfrm rot="0">
              <a:off x="1493" y="3454"/>
              <a:ext cx="24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29" y="0"/>
                  </a:moveTo>
                  <a:lnTo>
                    <a:pt x="15" y="22"/>
                  </a:lnTo>
                  <a:lnTo>
                    <a:pt x="0" y="44"/>
                  </a:lnTo>
                  <a:lnTo>
                    <a:pt x="45" y="74"/>
                  </a:lnTo>
                  <a:lnTo>
                    <a:pt x="59" y="52"/>
                  </a:lnTo>
                  <a:lnTo>
                    <a:pt x="74" y="30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88" name=""/>
            <p:cNvSpPr/>
            <p:nvPr/>
          </p:nvSpPr>
          <p:spPr>
            <a:xfrm rot="0">
              <a:off x="1508" y="3471"/>
              <a:ext cx="4" cy="8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89" name=""/>
            <p:cNvSpPr/>
            <p:nvPr/>
          </p:nvSpPr>
          <p:spPr>
            <a:xfrm rot="0">
              <a:off x="1508" y="3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3" name=""/>
          <p:cNvGrpSpPr/>
          <p:nvPr/>
        </p:nvGrpSpPr>
        <p:grpSpPr>
          <a:xfrm rot="0">
            <a:off x="2393950" y="4738687"/>
            <a:ext cx="1322387" cy="846137"/>
            <a:chOff x="1508" y="2985"/>
            <a:chExt cx="833" cy="533"/>
          </a:xfrm>
        </p:grpSpPr>
        <p:sp>
          <p:nvSpPr>
            <p:cNvPr id="1082690" name=""/>
            <p:cNvSpPr/>
            <p:nvPr/>
          </p:nvSpPr>
          <p:spPr>
            <a:xfrm rot="0">
              <a:off x="1508" y="3464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25" y="0"/>
                  </a:moveTo>
                  <a:lnTo>
                    <a:pt x="12" y="23"/>
                  </a:lnTo>
                  <a:lnTo>
                    <a:pt x="0" y="46"/>
                  </a:lnTo>
                  <a:lnTo>
                    <a:pt x="48" y="72"/>
                  </a:lnTo>
                  <a:lnTo>
                    <a:pt x="60" y="49"/>
                  </a:lnTo>
                  <a:lnTo>
                    <a:pt x="72" y="26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91" name=""/>
            <p:cNvSpPr/>
            <p:nvPr/>
          </p:nvSpPr>
          <p:spPr>
            <a:xfrm rot="0">
              <a:off x="1508" y="3464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25" y="0"/>
                  </a:moveTo>
                  <a:lnTo>
                    <a:pt x="12" y="23"/>
                  </a:lnTo>
                  <a:lnTo>
                    <a:pt x="0" y="46"/>
                  </a:lnTo>
                  <a:lnTo>
                    <a:pt x="48" y="72"/>
                  </a:lnTo>
                  <a:lnTo>
                    <a:pt x="60" y="49"/>
                  </a:lnTo>
                  <a:lnTo>
                    <a:pt x="72" y="26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92" name=""/>
            <p:cNvSpPr/>
            <p:nvPr/>
          </p:nvSpPr>
          <p:spPr>
            <a:xfrm rot="0">
              <a:off x="1524" y="3480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93" name=""/>
            <p:cNvSpPr/>
            <p:nvPr/>
          </p:nvSpPr>
          <p:spPr>
            <a:xfrm rot="0">
              <a:off x="1524" y="34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94" name=""/>
            <p:cNvSpPr/>
            <p:nvPr/>
          </p:nvSpPr>
          <p:spPr>
            <a:xfrm rot="0">
              <a:off x="1525" y="3472"/>
              <a:ext cx="23" cy="24"/>
            </a:xfrm>
            <a:custGeom>
              <a:avLst/>
              <a:ahLst/>
              <a:rect l="0" t="0" r="r" b="b"/>
              <a:pathLst>
                <a:path w="71" h="71">
                  <a:moveTo>
                    <a:pt x="22" y="0"/>
                  </a:moveTo>
                  <a:lnTo>
                    <a:pt x="11" y="24"/>
                  </a:lnTo>
                  <a:lnTo>
                    <a:pt x="0" y="48"/>
                  </a:lnTo>
                  <a:lnTo>
                    <a:pt x="48" y="71"/>
                  </a:lnTo>
                  <a:lnTo>
                    <a:pt x="60" y="47"/>
                  </a:lnTo>
                  <a:lnTo>
                    <a:pt x="71" y="23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95" name=""/>
            <p:cNvSpPr/>
            <p:nvPr/>
          </p:nvSpPr>
          <p:spPr>
            <a:xfrm rot="0">
              <a:off x="1525" y="3472"/>
              <a:ext cx="23" cy="24"/>
            </a:xfrm>
            <a:custGeom>
              <a:avLst/>
              <a:ahLst/>
              <a:rect l="0" t="0" r="r" b="b"/>
              <a:pathLst>
                <a:path w="71" h="71">
                  <a:moveTo>
                    <a:pt x="22" y="0"/>
                  </a:moveTo>
                  <a:lnTo>
                    <a:pt x="11" y="24"/>
                  </a:lnTo>
                  <a:lnTo>
                    <a:pt x="0" y="48"/>
                  </a:lnTo>
                  <a:lnTo>
                    <a:pt x="48" y="71"/>
                  </a:lnTo>
                  <a:lnTo>
                    <a:pt x="60" y="47"/>
                  </a:lnTo>
                  <a:lnTo>
                    <a:pt x="71" y="23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96" name=""/>
            <p:cNvSpPr/>
            <p:nvPr/>
          </p:nvSpPr>
          <p:spPr>
            <a:xfrm rot="0">
              <a:off x="1541" y="3488"/>
              <a:ext cx="4" cy="8"/>
            </a:xfrm>
            <a:custGeom>
              <a:avLst/>
              <a:ahLst/>
              <a:rect l="0" t="0" r="r" b="b"/>
              <a:pathLst>
                <a:path w="12" h="25">
                  <a:moveTo>
                    <a:pt x="12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97" name=""/>
            <p:cNvSpPr/>
            <p:nvPr/>
          </p:nvSpPr>
          <p:spPr>
            <a:xfrm rot="0">
              <a:off x="1541" y="34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698" name=""/>
            <p:cNvSpPr/>
            <p:nvPr/>
          </p:nvSpPr>
          <p:spPr>
            <a:xfrm rot="0">
              <a:off x="1541" y="3479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19" y="0"/>
                  </a:moveTo>
                  <a:lnTo>
                    <a:pt x="10" y="25"/>
                  </a:lnTo>
                  <a:lnTo>
                    <a:pt x="0" y="50"/>
                  </a:lnTo>
                  <a:lnTo>
                    <a:pt x="50" y="69"/>
                  </a:lnTo>
                  <a:lnTo>
                    <a:pt x="59" y="44"/>
                  </a:lnTo>
                  <a:lnTo>
                    <a:pt x="69" y="2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699" name=""/>
            <p:cNvSpPr/>
            <p:nvPr/>
          </p:nvSpPr>
          <p:spPr>
            <a:xfrm rot="0">
              <a:off x="1541" y="3479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19" y="0"/>
                  </a:moveTo>
                  <a:lnTo>
                    <a:pt x="10" y="25"/>
                  </a:lnTo>
                  <a:lnTo>
                    <a:pt x="0" y="50"/>
                  </a:lnTo>
                  <a:lnTo>
                    <a:pt x="50" y="69"/>
                  </a:lnTo>
                  <a:lnTo>
                    <a:pt x="59" y="44"/>
                  </a:lnTo>
                  <a:lnTo>
                    <a:pt x="69" y="20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00" name=""/>
            <p:cNvSpPr/>
            <p:nvPr/>
          </p:nvSpPr>
          <p:spPr>
            <a:xfrm rot="0">
              <a:off x="1558" y="3494"/>
              <a:ext cx="3" cy="8"/>
            </a:xfrm>
            <a:custGeom>
              <a:avLst/>
              <a:ahLst/>
              <a:rect l="0" t="0" r="r" b="b"/>
              <a:pathLst>
                <a:path w="9" h="25">
                  <a:moveTo>
                    <a:pt x="9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01" name=""/>
            <p:cNvSpPr/>
            <p:nvPr/>
          </p:nvSpPr>
          <p:spPr>
            <a:xfrm rot="0">
              <a:off x="1558" y="35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02" name=""/>
            <p:cNvSpPr/>
            <p:nvPr/>
          </p:nvSpPr>
          <p:spPr>
            <a:xfrm rot="0">
              <a:off x="1558" y="3486"/>
              <a:ext cx="23" cy="22"/>
            </a:xfrm>
            <a:custGeom>
              <a:avLst/>
              <a:ahLst/>
              <a:rect l="0" t="0" r="r" b="b"/>
              <a:pathLst>
                <a:path w="68" h="66">
                  <a:moveTo>
                    <a:pt x="17" y="0"/>
                  </a:moveTo>
                  <a:lnTo>
                    <a:pt x="8" y="24"/>
                  </a:lnTo>
                  <a:lnTo>
                    <a:pt x="0" y="49"/>
                  </a:lnTo>
                  <a:lnTo>
                    <a:pt x="51" y="66"/>
                  </a:lnTo>
                  <a:lnTo>
                    <a:pt x="59" y="41"/>
                  </a:lnTo>
                  <a:lnTo>
                    <a:pt x="68" y="16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03" name=""/>
            <p:cNvSpPr/>
            <p:nvPr/>
          </p:nvSpPr>
          <p:spPr>
            <a:xfrm rot="0">
              <a:off x="1558" y="3486"/>
              <a:ext cx="23" cy="22"/>
            </a:xfrm>
            <a:custGeom>
              <a:avLst/>
              <a:ahLst/>
              <a:rect l="0" t="0" r="r" b="b"/>
              <a:pathLst>
                <a:path w="68" h="66">
                  <a:moveTo>
                    <a:pt x="17" y="0"/>
                  </a:moveTo>
                  <a:lnTo>
                    <a:pt x="8" y="24"/>
                  </a:lnTo>
                  <a:lnTo>
                    <a:pt x="0" y="49"/>
                  </a:lnTo>
                  <a:lnTo>
                    <a:pt x="51" y="66"/>
                  </a:lnTo>
                  <a:lnTo>
                    <a:pt x="59" y="41"/>
                  </a:lnTo>
                  <a:lnTo>
                    <a:pt x="68" y="16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04" name=""/>
            <p:cNvSpPr/>
            <p:nvPr/>
          </p:nvSpPr>
          <p:spPr>
            <a:xfrm rot="0">
              <a:off x="1575" y="3500"/>
              <a:ext cx="3" cy="8"/>
            </a:xfrm>
            <a:custGeom>
              <a:avLst/>
              <a:ahLst/>
              <a:rect l="0" t="0" r="r" b="b"/>
              <a:pathLst>
                <a:path w="8" h="26">
                  <a:moveTo>
                    <a:pt x="8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05" name=""/>
            <p:cNvSpPr/>
            <p:nvPr/>
          </p:nvSpPr>
          <p:spPr>
            <a:xfrm rot="0">
              <a:off x="1575" y="35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06" name=""/>
            <p:cNvSpPr/>
            <p:nvPr/>
          </p:nvSpPr>
          <p:spPr>
            <a:xfrm rot="0">
              <a:off x="1576" y="3491"/>
              <a:ext cx="22" cy="21"/>
            </a:xfrm>
            <a:custGeom>
              <a:avLst/>
              <a:ahLst/>
              <a:rect l="0" t="0" r="r" b="b"/>
              <a:pathLst>
                <a:path w="65" h="64">
                  <a:moveTo>
                    <a:pt x="12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53" y="64"/>
                  </a:lnTo>
                  <a:lnTo>
                    <a:pt x="59" y="38"/>
                  </a:lnTo>
                  <a:lnTo>
                    <a:pt x="65" y="13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07" name=""/>
            <p:cNvSpPr/>
            <p:nvPr/>
          </p:nvSpPr>
          <p:spPr>
            <a:xfrm rot="0">
              <a:off x="1576" y="3491"/>
              <a:ext cx="22" cy="21"/>
            </a:xfrm>
            <a:custGeom>
              <a:avLst/>
              <a:ahLst/>
              <a:rect l="0" t="0" r="r" b="b"/>
              <a:pathLst>
                <a:path w="65" h="64">
                  <a:moveTo>
                    <a:pt x="12" y="0"/>
                  </a:moveTo>
                  <a:lnTo>
                    <a:pt x="6" y="26"/>
                  </a:lnTo>
                  <a:lnTo>
                    <a:pt x="0" y="52"/>
                  </a:lnTo>
                  <a:lnTo>
                    <a:pt x="53" y="64"/>
                  </a:lnTo>
                  <a:lnTo>
                    <a:pt x="59" y="38"/>
                  </a:lnTo>
                  <a:lnTo>
                    <a:pt x="65" y="13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08" name=""/>
            <p:cNvSpPr/>
            <p:nvPr/>
          </p:nvSpPr>
          <p:spPr>
            <a:xfrm rot="0">
              <a:off x="1594" y="3504"/>
              <a:ext cx="2" cy="8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09" name=""/>
            <p:cNvSpPr/>
            <p:nvPr/>
          </p:nvSpPr>
          <p:spPr>
            <a:xfrm rot="0">
              <a:off x="1594" y="35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10" name=""/>
            <p:cNvSpPr/>
            <p:nvPr/>
          </p:nvSpPr>
          <p:spPr>
            <a:xfrm rot="0">
              <a:off x="1594" y="3495"/>
              <a:ext cx="21" cy="21"/>
            </a:xfrm>
            <a:custGeom>
              <a:avLst/>
              <a:ahLst/>
              <a:rect l="0" t="0" r="r" b="b"/>
              <a:pathLst>
                <a:path w="61" h="61">
                  <a:moveTo>
                    <a:pt x="8" y="0"/>
                  </a:moveTo>
                  <a:lnTo>
                    <a:pt x="4" y="25"/>
                  </a:lnTo>
                  <a:lnTo>
                    <a:pt x="0" y="51"/>
                  </a:lnTo>
                  <a:lnTo>
                    <a:pt x="53" y="61"/>
                  </a:lnTo>
                  <a:lnTo>
                    <a:pt x="57" y="35"/>
                  </a:lnTo>
                  <a:lnTo>
                    <a:pt x="61" y="9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11" name=""/>
            <p:cNvSpPr/>
            <p:nvPr/>
          </p:nvSpPr>
          <p:spPr>
            <a:xfrm rot="0">
              <a:off x="1594" y="3495"/>
              <a:ext cx="21" cy="21"/>
            </a:xfrm>
            <a:custGeom>
              <a:avLst/>
              <a:ahLst/>
              <a:rect l="0" t="0" r="r" b="b"/>
              <a:pathLst>
                <a:path w="61" h="61">
                  <a:moveTo>
                    <a:pt x="8" y="0"/>
                  </a:moveTo>
                  <a:lnTo>
                    <a:pt x="4" y="25"/>
                  </a:lnTo>
                  <a:lnTo>
                    <a:pt x="0" y="51"/>
                  </a:lnTo>
                  <a:lnTo>
                    <a:pt x="53" y="61"/>
                  </a:lnTo>
                  <a:lnTo>
                    <a:pt x="57" y="35"/>
                  </a:lnTo>
                  <a:lnTo>
                    <a:pt x="61" y="9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12" name=""/>
            <p:cNvSpPr/>
            <p:nvPr/>
          </p:nvSpPr>
          <p:spPr>
            <a:xfrm rot="0">
              <a:off x="1612" y="3507"/>
              <a:ext cx="1" cy="9"/>
            </a:xfrm>
            <a:custGeom>
              <a:avLst/>
              <a:ahLst/>
              <a:rect l="0" t="0" r="r" b="b"/>
              <a:pathLst>
                <a:path w="4" h="26">
                  <a:moveTo>
                    <a:pt x="4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13" name=""/>
            <p:cNvSpPr/>
            <p:nvPr/>
          </p:nvSpPr>
          <p:spPr>
            <a:xfrm rot="0">
              <a:off x="1612" y="35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14" name=""/>
            <p:cNvSpPr/>
            <p:nvPr/>
          </p:nvSpPr>
          <p:spPr>
            <a:xfrm rot="0">
              <a:off x="1613" y="3498"/>
              <a:ext cx="19" cy="19"/>
            </a:xfrm>
            <a:custGeom>
              <a:avLst/>
              <a:ahLst/>
              <a:rect l="0" t="0" r="r" b="b"/>
              <a:pathLst>
                <a:path w="57" h="57">
                  <a:moveTo>
                    <a:pt x="4" y="0"/>
                  </a:moveTo>
                  <a:lnTo>
                    <a:pt x="2" y="26"/>
                  </a:lnTo>
                  <a:lnTo>
                    <a:pt x="0" y="52"/>
                  </a:lnTo>
                  <a:lnTo>
                    <a:pt x="53" y="57"/>
                  </a:lnTo>
                  <a:lnTo>
                    <a:pt x="55" y="31"/>
                  </a:lnTo>
                  <a:lnTo>
                    <a:pt x="57" y="5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15" name=""/>
            <p:cNvSpPr/>
            <p:nvPr/>
          </p:nvSpPr>
          <p:spPr>
            <a:xfrm rot="0">
              <a:off x="1613" y="3498"/>
              <a:ext cx="19" cy="19"/>
            </a:xfrm>
            <a:custGeom>
              <a:avLst/>
              <a:ahLst/>
              <a:rect l="0" t="0" r="r" b="b"/>
              <a:pathLst>
                <a:path w="57" h="57">
                  <a:moveTo>
                    <a:pt x="4" y="0"/>
                  </a:moveTo>
                  <a:lnTo>
                    <a:pt x="2" y="26"/>
                  </a:lnTo>
                  <a:lnTo>
                    <a:pt x="0" y="52"/>
                  </a:lnTo>
                  <a:lnTo>
                    <a:pt x="53" y="57"/>
                  </a:lnTo>
                  <a:lnTo>
                    <a:pt x="55" y="31"/>
                  </a:lnTo>
                  <a:lnTo>
                    <a:pt x="57" y="5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16" name=""/>
            <p:cNvSpPr/>
            <p:nvPr/>
          </p:nvSpPr>
          <p:spPr>
            <a:xfrm rot="0">
              <a:off x="1630" y="3509"/>
              <a:ext cx="1" cy="8"/>
            </a:xfrm>
            <a:custGeom>
              <a:avLst/>
              <a:ahLst/>
              <a:rect l="0" t="0" r="r" b="b"/>
              <a:pathLst>
                <a:path w="2" h="26">
                  <a:moveTo>
                    <a:pt x="2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17" name=""/>
            <p:cNvSpPr/>
            <p:nvPr/>
          </p:nvSpPr>
          <p:spPr>
            <a:xfrm rot="0">
              <a:off x="1630" y="35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18" name=""/>
            <p:cNvSpPr/>
            <p:nvPr/>
          </p:nvSpPr>
          <p:spPr>
            <a:xfrm rot="0">
              <a:off x="1631" y="3500"/>
              <a:ext cx="18" cy="18"/>
            </a:xfrm>
            <a:custGeom>
              <a:avLst/>
              <a:ahLst/>
              <a:rect l="0" t="0" r="r" b="b"/>
              <a:pathLst>
                <a:path w="56" h="54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54" y="54"/>
                  </a:lnTo>
                  <a:lnTo>
                    <a:pt x="55" y="28"/>
                  </a:lnTo>
                  <a:lnTo>
                    <a:pt x="56" y="2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19" name=""/>
            <p:cNvSpPr/>
            <p:nvPr/>
          </p:nvSpPr>
          <p:spPr>
            <a:xfrm rot="0">
              <a:off x="1631" y="3500"/>
              <a:ext cx="18" cy="18"/>
            </a:xfrm>
            <a:custGeom>
              <a:avLst/>
              <a:ahLst/>
              <a:rect l="0" t="0" r="r" b="b"/>
              <a:pathLst>
                <a:path w="56" h="54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54" y="54"/>
                  </a:lnTo>
                  <a:lnTo>
                    <a:pt x="55" y="28"/>
                  </a:lnTo>
                  <a:lnTo>
                    <a:pt x="56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20" name=""/>
            <p:cNvSpPr/>
            <p:nvPr/>
          </p:nvSpPr>
          <p:spPr>
            <a:xfrm rot="0">
              <a:off x="1649" y="350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1" y="26"/>
                  </a:moveTo>
                  <a:lnTo>
                    <a:pt x="2" y="0"/>
                  </a:lnTo>
                  <a:lnTo>
                    <a:pt x="10" y="1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19"/>
                  </a:lnTo>
                  <a:lnTo>
                    <a:pt x="27" y="27"/>
                  </a:lnTo>
                  <a:lnTo>
                    <a:pt x="26" y="35"/>
                  </a:lnTo>
                  <a:lnTo>
                    <a:pt x="22" y="43"/>
                  </a:lnTo>
                  <a:lnTo>
                    <a:pt x="15" y="48"/>
                  </a:lnTo>
                  <a:lnTo>
                    <a:pt x="8" y="52"/>
                  </a:lnTo>
                  <a:lnTo>
                    <a:pt x="0" y="52"/>
                  </a:lnTo>
                  <a:lnTo>
                    <a:pt x="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21" name=""/>
            <p:cNvSpPr/>
            <p:nvPr/>
          </p:nvSpPr>
          <p:spPr>
            <a:xfrm rot="0">
              <a:off x="1649" y="350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2" y="0"/>
                  </a:moveTo>
                  <a:lnTo>
                    <a:pt x="10" y="1"/>
                  </a:lnTo>
                  <a:lnTo>
                    <a:pt x="17" y="5"/>
                  </a:lnTo>
                  <a:lnTo>
                    <a:pt x="23" y="12"/>
                  </a:lnTo>
                  <a:lnTo>
                    <a:pt x="27" y="19"/>
                  </a:lnTo>
                  <a:lnTo>
                    <a:pt x="27" y="27"/>
                  </a:lnTo>
                  <a:lnTo>
                    <a:pt x="26" y="35"/>
                  </a:lnTo>
                  <a:lnTo>
                    <a:pt x="22" y="43"/>
                  </a:lnTo>
                  <a:lnTo>
                    <a:pt x="15" y="48"/>
                  </a:lnTo>
                  <a:lnTo>
                    <a:pt x="8" y="52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22" name=""/>
            <p:cNvSpPr/>
            <p:nvPr/>
          </p:nvSpPr>
          <p:spPr>
            <a:xfrm rot="0">
              <a:off x="2061" y="350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26" y="26"/>
                  </a:moveTo>
                  <a:lnTo>
                    <a:pt x="27" y="52"/>
                  </a:lnTo>
                  <a:lnTo>
                    <a:pt x="18" y="52"/>
                  </a:lnTo>
                  <a:lnTo>
                    <a:pt x="11" y="48"/>
                  </a:lnTo>
                  <a:lnTo>
                    <a:pt x="5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2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23" name=""/>
            <p:cNvSpPr/>
            <p:nvPr/>
          </p:nvSpPr>
          <p:spPr>
            <a:xfrm rot="0">
              <a:off x="2061" y="350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27" y="52"/>
                  </a:moveTo>
                  <a:lnTo>
                    <a:pt x="18" y="52"/>
                  </a:lnTo>
                  <a:lnTo>
                    <a:pt x="11" y="48"/>
                  </a:lnTo>
                  <a:lnTo>
                    <a:pt x="5" y="43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4" y="12"/>
                  </a:lnTo>
                  <a:lnTo>
                    <a:pt x="9" y="5"/>
                  </a:lnTo>
                  <a:lnTo>
                    <a:pt x="16" y="1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24" name=""/>
            <p:cNvSpPr/>
            <p:nvPr/>
          </p:nvSpPr>
          <p:spPr>
            <a:xfrm rot="0">
              <a:off x="2069" y="3500"/>
              <a:ext cx="18" cy="18"/>
            </a:xfrm>
            <a:custGeom>
              <a:avLst/>
              <a:ahLst/>
              <a:rect l="0" t="0" r="r" b="b"/>
              <a:pathLst>
                <a:path w="55" h="54">
                  <a:moveTo>
                    <a:pt x="0" y="2"/>
                  </a:moveTo>
                  <a:lnTo>
                    <a:pt x="1" y="28"/>
                  </a:lnTo>
                  <a:lnTo>
                    <a:pt x="2" y="54"/>
                  </a:lnTo>
                  <a:lnTo>
                    <a:pt x="55" y="52"/>
                  </a:lnTo>
                  <a:lnTo>
                    <a:pt x="54" y="26"/>
                  </a:lnTo>
                  <a:lnTo>
                    <a:pt x="52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25" name=""/>
            <p:cNvSpPr/>
            <p:nvPr/>
          </p:nvSpPr>
          <p:spPr>
            <a:xfrm rot="0">
              <a:off x="2069" y="3500"/>
              <a:ext cx="18" cy="18"/>
            </a:xfrm>
            <a:custGeom>
              <a:avLst/>
              <a:ahLst/>
              <a:rect l="0" t="0" r="r" b="b"/>
              <a:pathLst>
                <a:path w="55" h="54">
                  <a:moveTo>
                    <a:pt x="0" y="2"/>
                  </a:moveTo>
                  <a:lnTo>
                    <a:pt x="1" y="28"/>
                  </a:lnTo>
                  <a:lnTo>
                    <a:pt x="2" y="54"/>
                  </a:lnTo>
                  <a:lnTo>
                    <a:pt x="55" y="52"/>
                  </a:lnTo>
                  <a:lnTo>
                    <a:pt x="54" y="26"/>
                  </a:lnTo>
                  <a:lnTo>
                    <a:pt x="52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26" name=""/>
            <p:cNvSpPr/>
            <p:nvPr/>
          </p:nvSpPr>
          <p:spPr>
            <a:xfrm rot="0">
              <a:off x="2087" y="3509"/>
              <a:ext cx="1" cy="8"/>
            </a:xfrm>
            <a:custGeom>
              <a:avLst/>
              <a:ahLst/>
              <a:rect l="0" t="0" r="r" b="b"/>
              <a:pathLst>
                <a:path w="2" h="26">
                  <a:moveTo>
                    <a:pt x="0" y="0"/>
                  </a:moveTo>
                  <a:lnTo>
                    <a:pt x="1" y="26"/>
                  </a:lnTo>
                  <a:lnTo>
                    <a:pt x="2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27" name=""/>
            <p:cNvSpPr/>
            <p:nvPr/>
          </p:nvSpPr>
          <p:spPr>
            <a:xfrm rot="0">
              <a:off x="2087" y="35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28" name=""/>
            <p:cNvSpPr/>
            <p:nvPr/>
          </p:nvSpPr>
          <p:spPr>
            <a:xfrm rot="0">
              <a:off x="2086" y="3498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0" y="5"/>
                  </a:moveTo>
                  <a:lnTo>
                    <a:pt x="3" y="31"/>
                  </a:lnTo>
                  <a:lnTo>
                    <a:pt x="5" y="57"/>
                  </a:lnTo>
                  <a:lnTo>
                    <a:pt x="59" y="52"/>
                  </a:lnTo>
                  <a:lnTo>
                    <a:pt x="56" y="26"/>
                  </a:lnTo>
                  <a:lnTo>
                    <a:pt x="54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29" name=""/>
            <p:cNvSpPr/>
            <p:nvPr/>
          </p:nvSpPr>
          <p:spPr>
            <a:xfrm rot="0">
              <a:off x="2086" y="3498"/>
              <a:ext cx="20" cy="19"/>
            </a:xfrm>
            <a:custGeom>
              <a:avLst/>
              <a:ahLst/>
              <a:rect l="0" t="0" r="r" b="b"/>
              <a:pathLst>
                <a:path w="59" h="57">
                  <a:moveTo>
                    <a:pt x="0" y="5"/>
                  </a:moveTo>
                  <a:lnTo>
                    <a:pt x="3" y="31"/>
                  </a:lnTo>
                  <a:lnTo>
                    <a:pt x="5" y="57"/>
                  </a:lnTo>
                  <a:lnTo>
                    <a:pt x="59" y="52"/>
                  </a:lnTo>
                  <a:lnTo>
                    <a:pt x="56" y="26"/>
                  </a:lnTo>
                  <a:lnTo>
                    <a:pt x="54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30" name=""/>
            <p:cNvSpPr/>
            <p:nvPr/>
          </p:nvSpPr>
          <p:spPr>
            <a:xfrm rot="0">
              <a:off x="2105" y="3507"/>
              <a:ext cx="1" cy="9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3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31" name=""/>
            <p:cNvSpPr/>
            <p:nvPr/>
          </p:nvSpPr>
          <p:spPr>
            <a:xfrm rot="0">
              <a:off x="2106" y="35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32" name=""/>
            <p:cNvSpPr/>
            <p:nvPr/>
          </p:nvSpPr>
          <p:spPr>
            <a:xfrm rot="0">
              <a:off x="2103" y="3495"/>
              <a:ext cx="21" cy="21"/>
            </a:xfrm>
            <a:custGeom>
              <a:avLst/>
              <a:ahLst/>
              <a:rect l="0" t="0" r="r" b="b"/>
              <a:pathLst>
                <a:path w="61" h="61">
                  <a:moveTo>
                    <a:pt x="0" y="9"/>
                  </a:moveTo>
                  <a:lnTo>
                    <a:pt x="4" y="35"/>
                  </a:lnTo>
                  <a:lnTo>
                    <a:pt x="9" y="61"/>
                  </a:lnTo>
                  <a:lnTo>
                    <a:pt x="61" y="51"/>
                  </a:lnTo>
                  <a:lnTo>
                    <a:pt x="57" y="25"/>
                  </a:lnTo>
                  <a:lnTo>
                    <a:pt x="53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33" name=""/>
            <p:cNvSpPr/>
            <p:nvPr/>
          </p:nvSpPr>
          <p:spPr>
            <a:xfrm rot="0">
              <a:off x="2103" y="3495"/>
              <a:ext cx="21" cy="21"/>
            </a:xfrm>
            <a:custGeom>
              <a:avLst/>
              <a:ahLst/>
              <a:rect l="0" t="0" r="r" b="b"/>
              <a:pathLst>
                <a:path w="61" h="61">
                  <a:moveTo>
                    <a:pt x="0" y="9"/>
                  </a:moveTo>
                  <a:lnTo>
                    <a:pt x="4" y="35"/>
                  </a:lnTo>
                  <a:lnTo>
                    <a:pt x="9" y="61"/>
                  </a:lnTo>
                  <a:lnTo>
                    <a:pt x="61" y="51"/>
                  </a:lnTo>
                  <a:lnTo>
                    <a:pt x="57" y="25"/>
                  </a:lnTo>
                  <a:lnTo>
                    <a:pt x="53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34" name=""/>
            <p:cNvSpPr/>
            <p:nvPr/>
          </p:nvSpPr>
          <p:spPr>
            <a:xfrm rot="0">
              <a:off x="2122" y="3504"/>
              <a:ext cx="3" cy="8"/>
            </a:xfrm>
            <a:custGeom>
              <a:avLst/>
              <a:ahLst/>
              <a:rect l="0" t="0" r="r" b="b"/>
              <a:pathLst>
                <a:path w="7" h="26">
                  <a:moveTo>
                    <a:pt x="0" y="0"/>
                  </a:moveTo>
                  <a:lnTo>
                    <a:pt x="4" y="26"/>
                  </a:lnTo>
                  <a:lnTo>
                    <a:pt x="7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35" name=""/>
            <p:cNvSpPr/>
            <p:nvPr/>
          </p:nvSpPr>
          <p:spPr>
            <a:xfrm rot="0">
              <a:off x="2124" y="35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36" name=""/>
            <p:cNvSpPr/>
            <p:nvPr/>
          </p:nvSpPr>
          <p:spPr>
            <a:xfrm rot="0">
              <a:off x="2120" y="3491"/>
              <a:ext cx="22" cy="21"/>
            </a:xfrm>
            <a:custGeom>
              <a:avLst/>
              <a:ahLst/>
              <a:rect l="0" t="0" r="r" b="b"/>
              <a:pathLst>
                <a:path w="64" h="64">
                  <a:moveTo>
                    <a:pt x="0" y="13"/>
                  </a:moveTo>
                  <a:lnTo>
                    <a:pt x="6" y="38"/>
                  </a:lnTo>
                  <a:lnTo>
                    <a:pt x="13" y="64"/>
                  </a:lnTo>
                  <a:lnTo>
                    <a:pt x="64" y="52"/>
                  </a:lnTo>
                  <a:lnTo>
                    <a:pt x="58" y="26"/>
                  </a:lnTo>
                  <a:lnTo>
                    <a:pt x="52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37" name=""/>
            <p:cNvSpPr/>
            <p:nvPr/>
          </p:nvSpPr>
          <p:spPr>
            <a:xfrm rot="0">
              <a:off x="2120" y="3491"/>
              <a:ext cx="22" cy="21"/>
            </a:xfrm>
            <a:custGeom>
              <a:avLst/>
              <a:ahLst/>
              <a:rect l="0" t="0" r="r" b="b"/>
              <a:pathLst>
                <a:path w="64" h="64">
                  <a:moveTo>
                    <a:pt x="0" y="13"/>
                  </a:moveTo>
                  <a:lnTo>
                    <a:pt x="6" y="38"/>
                  </a:lnTo>
                  <a:lnTo>
                    <a:pt x="13" y="64"/>
                  </a:lnTo>
                  <a:lnTo>
                    <a:pt x="64" y="52"/>
                  </a:lnTo>
                  <a:lnTo>
                    <a:pt x="58" y="26"/>
                  </a:lnTo>
                  <a:lnTo>
                    <a:pt x="52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38" name=""/>
            <p:cNvSpPr/>
            <p:nvPr/>
          </p:nvSpPr>
          <p:spPr>
            <a:xfrm rot="0">
              <a:off x="2140" y="3500"/>
              <a:ext cx="2" cy="8"/>
            </a:xfrm>
            <a:custGeom>
              <a:avLst/>
              <a:ahLst/>
              <a:rect l="0" t="0" r="r" b="b"/>
              <a:pathLst>
                <a:path w="8" h="26">
                  <a:moveTo>
                    <a:pt x="0" y="0"/>
                  </a:moveTo>
                  <a:lnTo>
                    <a:pt x="6" y="26"/>
                  </a:lnTo>
                  <a:lnTo>
                    <a:pt x="8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39" name=""/>
            <p:cNvSpPr/>
            <p:nvPr/>
          </p:nvSpPr>
          <p:spPr>
            <a:xfrm rot="0" flipV="1">
              <a:off x="2142" y="35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40" name=""/>
            <p:cNvSpPr/>
            <p:nvPr/>
          </p:nvSpPr>
          <p:spPr>
            <a:xfrm rot="0">
              <a:off x="2137" y="3486"/>
              <a:ext cx="23" cy="22"/>
            </a:xfrm>
            <a:custGeom>
              <a:avLst/>
              <a:ahLst/>
              <a:rect l="0" t="0" r="r" b="b"/>
              <a:pathLst>
                <a:path w="68" h="66">
                  <a:moveTo>
                    <a:pt x="0" y="16"/>
                  </a:moveTo>
                  <a:lnTo>
                    <a:pt x="8" y="41"/>
                  </a:lnTo>
                  <a:lnTo>
                    <a:pt x="16" y="66"/>
                  </a:lnTo>
                  <a:lnTo>
                    <a:pt x="68" y="49"/>
                  </a:lnTo>
                  <a:lnTo>
                    <a:pt x="60" y="24"/>
                  </a:lnTo>
                  <a:lnTo>
                    <a:pt x="52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41" name=""/>
            <p:cNvSpPr/>
            <p:nvPr/>
          </p:nvSpPr>
          <p:spPr>
            <a:xfrm rot="0">
              <a:off x="2137" y="3486"/>
              <a:ext cx="23" cy="22"/>
            </a:xfrm>
            <a:custGeom>
              <a:avLst/>
              <a:ahLst/>
              <a:rect l="0" t="0" r="r" b="b"/>
              <a:pathLst>
                <a:path w="68" h="66">
                  <a:moveTo>
                    <a:pt x="0" y="16"/>
                  </a:moveTo>
                  <a:lnTo>
                    <a:pt x="8" y="41"/>
                  </a:lnTo>
                  <a:lnTo>
                    <a:pt x="16" y="66"/>
                  </a:lnTo>
                  <a:lnTo>
                    <a:pt x="68" y="49"/>
                  </a:lnTo>
                  <a:lnTo>
                    <a:pt x="60" y="24"/>
                  </a:lnTo>
                  <a:lnTo>
                    <a:pt x="52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42" name=""/>
            <p:cNvSpPr/>
            <p:nvPr/>
          </p:nvSpPr>
          <p:spPr>
            <a:xfrm rot="0">
              <a:off x="2157" y="3494"/>
              <a:ext cx="3" cy="8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8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43" name=""/>
            <p:cNvSpPr/>
            <p:nvPr/>
          </p:nvSpPr>
          <p:spPr>
            <a:xfrm rot="0">
              <a:off x="2160" y="35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44" name=""/>
            <p:cNvSpPr/>
            <p:nvPr/>
          </p:nvSpPr>
          <p:spPr>
            <a:xfrm rot="0">
              <a:off x="2154" y="3479"/>
              <a:ext cx="23" cy="23"/>
            </a:xfrm>
            <a:custGeom>
              <a:avLst/>
              <a:ahLst/>
              <a:rect l="0" t="0" r="r" b="b"/>
              <a:pathLst>
                <a:path w="68" h="69">
                  <a:moveTo>
                    <a:pt x="0" y="20"/>
                  </a:moveTo>
                  <a:lnTo>
                    <a:pt x="9" y="44"/>
                  </a:lnTo>
                  <a:lnTo>
                    <a:pt x="18" y="69"/>
                  </a:lnTo>
                  <a:lnTo>
                    <a:pt x="68" y="50"/>
                  </a:lnTo>
                  <a:lnTo>
                    <a:pt x="59" y="25"/>
                  </a:lnTo>
                  <a:lnTo>
                    <a:pt x="49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45" name=""/>
            <p:cNvSpPr/>
            <p:nvPr/>
          </p:nvSpPr>
          <p:spPr>
            <a:xfrm rot="0">
              <a:off x="2154" y="3479"/>
              <a:ext cx="23" cy="23"/>
            </a:xfrm>
            <a:custGeom>
              <a:avLst/>
              <a:ahLst/>
              <a:rect l="0" t="0" r="r" b="b"/>
              <a:pathLst>
                <a:path w="68" h="69">
                  <a:moveTo>
                    <a:pt x="0" y="20"/>
                  </a:moveTo>
                  <a:lnTo>
                    <a:pt x="9" y="44"/>
                  </a:lnTo>
                  <a:lnTo>
                    <a:pt x="18" y="69"/>
                  </a:lnTo>
                  <a:lnTo>
                    <a:pt x="68" y="50"/>
                  </a:lnTo>
                  <a:lnTo>
                    <a:pt x="59" y="25"/>
                  </a:lnTo>
                  <a:lnTo>
                    <a:pt x="49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46" name=""/>
            <p:cNvSpPr/>
            <p:nvPr/>
          </p:nvSpPr>
          <p:spPr>
            <a:xfrm rot="0">
              <a:off x="2174" y="3488"/>
              <a:ext cx="3" cy="8"/>
            </a:xfrm>
            <a:custGeom>
              <a:avLst/>
              <a:ahLst/>
              <a:rect l="0" t="0" r="r" b="b"/>
              <a:pathLst>
                <a:path w="11" h="25">
                  <a:moveTo>
                    <a:pt x="0" y="0"/>
                  </a:moveTo>
                  <a:lnTo>
                    <a:pt x="9" y="25"/>
                  </a:lnTo>
                  <a:lnTo>
                    <a:pt x="11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47" name=""/>
            <p:cNvSpPr/>
            <p:nvPr/>
          </p:nvSpPr>
          <p:spPr>
            <a:xfrm rot="0" flipV="1">
              <a:off x="2177" y="34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48" name=""/>
            <p:cNvSpPr/>
            <p:nvPr/>
          </p:nvSpPr>
          <p:spPr>
            <a:xfrm rot="0">
              <a:off x="2170" y="3472"/>
              <a:ext cx="24" cy="24"/>
            </a:xfrm>
            <a:custGeom>
              <a:avLst/>
              <a:ahLst/>
              <a:rect l="0" t="0" r="r" b="b"/>
              <a:pathLst>
                <a:path w="72" h="71">
                  <a:moveTo>
                    <a:pt x="0" y="23"/>
                  </a:moveTo>
                  <a:lnTo>
                    <a:pt x="12" y="47"/>
                  </a:lnTo>
                  <a:lnTo>
                    <a:pt x="23" y="71"/>
                  </a:lnTo>
                  <a:lnTo>
                    <a:pt x="72" y="48"/>
                  </a:lnTo>
                  <a:lnTo>
                    <a:pt x="60" y="24"/>
                  </a:lnTo>
                  <a:lnTo>
                    <a:pt x="49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49" name=""/>
            <p:cNvSpPr/>
            <p:nvPr/>
          </p:nvSpPr>
          <p:spPr>
            <a:xfrm rot="0">
              <a:off x="2170" y="3472"/>
              <a:ext cx="24" cy="24"/>
            </a:xfrm>
            <a:custGeom>
              <a:avLst/>
              <a:ahLst/>
              <a:rect l="0" t="0" r="r" b="b"/>
              <a:pathLst>
                <a:path w="72" h="71">
                  <a:moveTo>
                    <a:pt x="0" y="23"/>
                  </a:moveTo>
                  <a:lnTo>
                    <a:pt x="12" y="47"/>
                  </a:lnTo>
                  <a:lnTo>
                    <a:pt x="23" y="71"/>
                  </a:lnTo>
                  <a:lnTo>
                    <a:pt x="72" y="48"/>
                  </a:lnTo>
                  <a:lnTo>
                    <a:pt x="60" y="24"/>
                  </a:lnTo>
                  <a:lnTo>
                    <a:pt x="49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50" name=""/>
            <p:cNvSpPr/>
            <p:nvPr/>
          </p:nvSpPr>
          <p:spPr>
            <a:xfrm rot="0">
              <a:off x="2190" y="3480"/>
              <a:ext cx="4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0"/>
                  </a:moveTo>
                  <a:lnTo>
                    <a:pt x="12" y="24"/>
                  </a:lnTo>
                  <a:lnTo>
                    <a:pt x="13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51" name=""/>
            <p:cNvSpPr/>
            <p:nvPr/>
          </p:nvSpPr>
          <p:spPr>
            <a:xfrm rot="0" flipV="1">
              <a:off x="2194" y="34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52" name=""/>
            <p:cNvSpPr/>
            <p:nvPr/>
          </p:nvSpPr>
          <p:spPr>
            <a:xfrm rot="0">
              <a:off x="2186" y="3464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0" y="26"/>
                  </a:moveTo>
                  <a:lnTo>
                    <a:pt x="12" y="49"/>
                  </a:lnTo>
                  <a:lnTo>
                    <a:pt x="25" y="72"/>
                  </a:lnTo>
                  <a:lnTo>
                    <a:pt x="72" y="46"/>
                  </a:lnTo>
                  <a:lnTo>
                    <a:pt x="59" y="23"/>
                  </a:lnTo>
                  <a:lnTo>
                    <a:pt x="4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53" name=""/>
            <p:cNvSpPr/>
            <p:nvPr/>
          </p:nvSpPr>
          <p:spPr>
            <a:xfrm rot="0">
              <a:off x="2186" y="3464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0" y="26"/>
                  </a:moveTo>
                  <a:lnTo>
                    <a:pt x="12" y="49"/>
                  </a:lnTo>
                  <a:lnTo>
                    <a:pt x="25" y="72"/>
                  </a:lnTo>
                  <a:lnTo>
                    <a:pt x="72" y="46"/>
                  </a:lnTo>
                  <a:lnTo>
                    <a:pt x="59" y="23"/>
                  </a:lnTo>
                  <a:lnTo>
                    <a:pt x="47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54" name=""/>
            <p:cNvSpPr/>
            <p:nvPr/>
          </p:nvSpPr>
          <p:spPr>
            <a:xfrm rot="0">
              <a:off x="2205" y="3471"/>
              <a:ext cx="5" cy="8"/>
            </a:xfrm>
            <a:custGeom>
              <a:avLst/>
              <a:ahLst/>
              <a:rect l="0" t="0" r="r" b="b"/>
              <a:pathLst>
                <a:path w="15" h="23">
                  <a:moveTo>
                    <a:pt x="0" y="0"/>
                  </a:moveTo>
                  <a:lnTo>
                    <a:pt x="13" y="23"/>
                  </a:lnTo>
                  <a:lnTo>
                    <a:pt x="15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55" name=""/>
            <p:cNvSpPr/>
            <p:nvPr/>
          </p:nvSpPr>
          <p:spPr>
            <a:xfrm rot="0" flipV="1">
              <a:off x="2210" y="3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56" name=""/>
            <p:cNvSpPr/>
            <p:nvPr/>
          </p:nvSpPr>
          <p:spPr>
            <a:xfrm rot="0">
              <a:off x="2201" y="3454"/>
              <a:ext cx="24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0" y="30"/>
                  </a:moveTo>
                  <a:lnTo>
                    <a:pt x="14" y="52"/>
                  </a:lnTo>
                  <a:lnTo>
                    <a:pt x="29" y="74"/>
                  </a:lnTo>
                  <a:lnTo>
                    <a:pt x="74" y="44"/>
                  </a:lnTo>
                  <a:lnTo>
                    <a:pt x="60" y="22"/>
                  </a:lnTo>
                  <a:lnTo>
                    <a:pt x="4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57" name=""/>
            <p:cNvSpPr/>
            <p:nvPr/>
          </p:nvSpPr>
          <p:spPr>
            <a:xfrm rot="0">
              <a:off x="2201" y="3454"/>
              <a:ext cx="24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0" y="30"/>
                  </a:moveTo>
                  <a:lnTo>
                    <a:pt x="14" y="52"/>
                  </a:lnTo>
                  <a:lnTo>
                    <a:pt x="29" y="74"/>
                  </a:lnTo>
                  <a:lnTo>
                    <a:pt x="74" y="44"/>
                  </a:lnTo>
                  <a:lnTo>
                    <a:pt x="60" y="22"/>
                  </a:lnTo>
                  <a:lnTo>
                    <a:pt x="45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58" name=""/>
            <p:cNvSpPr/>
            <p:nvPr/>
          </p:nvSpPr>
          <p:spPr>
            <a:xfrm rot="0">
              <a:off x="2221" y="3461"/>
              <a:ext cx="5" cy="8"/>
            </a:xfrm>
            <a:custGeom>
              <a:avLst/>
              <a:ahLst/>
              <a:rect l="0" t="0" r="r" b="b"/>
              <a:pathLst>
                <a:path w="15" h="22">
                  <a:moveTo>
                    <a:pt x="0" y="0"/>
                  </a:moveTo>
                  <a:lnTo>
                    <a:pt x="14" y="22"/>
                  </a:lnTo>
                  <a:lnTo>
                    <a:pt x="1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59" name=""/>
            <p:cNvSpPr/>
            <p:nvPr/>
          </p:nvSpPr>
          <p:spPr>
            <a:xfrm rot="0" flipV="1">
              <a:off x="2225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60" name=""/>
            <p:cNvSpPr/>
            <p:nvPr/>
          </p:nvSpPr>
          <p:spPr>
            <a:xfrm rot="0">
              <a:off x="2215" y="3444"/>
              <a:ext cx="25" cy="24"/>
            </a:xfrm>
            <a:custGeom>
              <a:avLst/>
              <a:ahLst/>
              <a:rect l="0" t="0" r="r" b="b"/>
              <a:pathLst>
                <a:path w="74" h="74">
                  <a:moveTo>
                    <a:pt x="0" y="32"/>
                  </a:moveTo>
                  <a:lnTo>
                    <a:pt x="16" y="53"/>
                  </a:lnTo>
                  <a:lnTo>
                    <a:pt x="31" y="74"/>
                  </a:lnTo>
                  <a:lnTo>
                    <a:pt x="74" y="42"/>
                  </a:lnTo>
                  <a:lnTo>
                    <a:pt x="58" y="21"/>
                  </a:lnTo>
                  <a:lnTo>
                    <a:pt x="43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61" name=""/>
            <p:cNvSpPr/>
            <p:nvPr/>
          </p:nvSpPr>
          <p:spPr>
            <a:xfrm rot="0">
              <a:off x="2215" y="3444"/>
              <a:ext cx="25" cy="24"/>
            </a:xfrm>
            <a:custGeom>
              <a:avLst/>
              <a:ahLst/>
              <a:rect l="0" t="0" r="r" b="b"/>
              <a:pathLst>
                <a:path w="74" h="74">
                  <a:moveTo>
                    <a:pt x="0" y="32"/>
                  </a:moveTo>
                  <a:lnTo>
                    <a:pt x="16" y="53"/>
                  </a:lnTo>
                  <a:lnTo>
                    <a:pt x="31" y="74"/>
                  </a:lnTo>
                  <a:lnTo>
                    <a:pt x="74" y="42"/>
                  </a:lnTo>
                  <a:lnTo>
                    <a:pt x="58" y="21"/>
                  </a:lnTo>
                  <a:lnTo>
                    <a:pt x="43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62" name=""/>
            <p:cNvSpPr/>
            <p:nvPr/>
          </p:nvSpPr>
          <p:spPr>
            <a:xfrm rot="0">
              <a:off x="2235" y="3451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0" y="0"/>
                  </a:moveTo>
                  <a:lnTo>
                    <a:pt x="16" y="21"/>
                  </a:lnTo>
                  <a:lnTo>
                    <a:pt x="18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63" name=""/>
            <p:cNvSpPr/>
            <p:nvPr/>
          </p:nvSpPr>
          <p:spPr>
            <a:xfrm rot="0" flipV="1">
              <a:off x="2240" y="3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64" name=""/>
            <p:cNvSpPr/>
            <p:nvPr/>
          </p:nvSpPr>
          <p:spPr>
            <a:xfrm rot="0">
              <a:off x="2229" y="3432"/>
              <a:ext cx="25" cy="25"/>
            </a:xfrm>
            <a:custGeom>
              <a:avLst/>
              <a:ahLst/>
              <a:rect l="0" t="0" r="r" b="b"/>
              <a:pathLst>
                <a:path w="75" h="74">
                  <a:moveTo>
                    <a:pt x="0" y="35"/>
                  </a:moveTo>
                  <a:lnTo>
                    <a:pt x="17" y="55"/>
                  </a:lnTo>
                  <a:lnTo>
                    <a:pt x="35" y="74"/>
                  </a:lnTo>
                  <a:lnTo>
                    <a:pt x="75" y="39"/>
                  </a:lnTo>
                  <a:lnTo>
                    <a:pt x="58" y="20"/>
                  </a:lnTo>
                  <a:lnTo>
                    <a:pt x="40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65" name=""/>
            <p:cNvSpPr/>
            <p:nvPr/>
          </p:nvSpPr>
          <p:spPr>
            <a:xfrm rot="0">
              <a:off x="2229" y="3432"/>
              <a:ext cx="25" cy="25"/>
            </a:xfrm>
            <a:custGeom>
              <a:avLst/>
              <a:ahLst/>
              <a:rect l="0" t="0" r="r" b="b"/>
              <a:pathLst>
                <a:path w="75" h="74">
                  <a:moveTo>
                    <a:pt x="0" y="35"/>
                  </a:moveTo>
                  <a:lnTo>
                    <a:pt x="17" y="55"/>
                  </a:lnTo>
                  <a:lnTo>
                    <a:pt x="35" y="74"/>
                  </a:lnTo>
                  <a:lnTo>
                    <a:pt x="75" y="39"/>
                  </a:lnTo>
                  <a:lnTo>
                    <a:pt x="58" y="20"/>
                  </a:lnTo>
                  <a:lnTo>
                    <a:pt x="40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66" name=""/>
            <p:cNvSpPr/>
            <p:nvPr/>
          </p:nvSpPr>
          <p:spPr>
            <a:xfrm rot="0">
              <a:off x="2248" y="3439"/>
              <a:ext cx="6" cy="6"/>
            </a:xfrm>
            <a:custGeom>
              <a:avLst/>
              <a:ahLst/>
              <a:rect l="0" t="0" r="r" b="b"/>
              <a:pathLst>
                <a:path w="18" h="19">
                  <a:moveTo>
                    <a:pt x="0" y="0"/>
                  </a:moveTo>
                  <a:lnTo>
                    <a:pt x="17" y="19"/>
                  </a:lnTo>
                  <a:lnTo>
                    <a:pt x="18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67" name=""/>
            <p:cNvSpPr/>
            <p:nvPr/>
          </p:nvSpPr>
          <p:spPr>
            <a:xfrm rot="0" flipV="1">
              <a:off x="2254" y="34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68" name=""/>
            <p:cNvSpPr/>
            <p:nvPr/>
          </p:nvSpPr>
          <p:spPr>
            <a:xfrm rot="0">
              <a:off x="2242" y="3420"/>
              <a:ext cx="25" cy="25"/>
            </a:xfrm>
            <a:custGeom>
              <a:avLst/>
              <a:ahLst/>
              <a:rect l="0" t="0" r="r" b="b"/>
              <a:pathLst>
                <a:path w="76" h="76">
                  <a:moveTo>
                    <a:pt x="0" y="39"/>
                  </a:moveTo>
                  <a:lnTo>
                    <a:pt x="19" y="58"/>
                  </a:lnTo>
                  <a:lnTo>
                    <a:pt x="37" y="76"/>
                  </a:lnTo>
                  <a:lnTo>
                    <a:pt x="76" y="38"/>
                  </a:lnTo>
                  <a:lnTo>
                    <a:pt x="57" y="19"/>
                  </a:lnTo>
                  <a:lnTo>
                    <a:pt x="38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69" name=""/>
            <p:cNvSpPr/>
            <p:nvPr/>
          </p:nvSpPr>
          <p:spPr>
            <a:xfrm rot="0">
              <a:off x="2242" y="3420"/>
              <a:ext cx="25" cy="25"/>
            </a:xfrm>
            <a:custGeom>
              <a:avLst/>
              <a:ahLst/>
              <a:rect l="0" t="0" r="r" b="b"/>
              <a:pathLst>
                <a:path w="76" h="76">
                  <a:moveTo>
                    <a:pt x="0" y="39"/>
                  </a:moveTo>
                  <a:lnTo>
                    <a:pt x="19" y="58"/>
                  </a:lnTo>
                  <a:lnTo>
                    <a:pt x="37" y="76"/>
                  </a:lnTo>
                  <a:lnTo>
                    <a:pt x="76" y="38"/>
                  </a:lnTo>
                  <a:lnTo>
                    <a:pt x="57" y="19"/>
                  </a:lnTo>
                  <a:lnTo>
                    <a:pt x="38" y="0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70" name=""/>
            <p:cNvSpPr/>
            <p:nvPr/>
          </p:nvSpPr>
          <p:spPr>
            <a:xfrm rot="0">
              <a:off x="2261" y="3426"/>
              <a:ext cx="7" cy="6"/>
            </a:xfrm>
            <a:custGeom>
              <a:avLst/>
              <a:ahLst/>
              <a:rect l="0" t="0" r="r" b="b"/>
              <a:pathLst>
                <a:path w="20" h="19">
                  <a:moveTo>
                    <a:pt x="0" y="0"/>
                  </a:moveTo>
                  <a:lnTo>
                    <a:pt x="19" y="19"/>
                  </a:lnTo>
                  <a:lnTo>
                    <a:pt x="20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71" name=""/>
            <p:cNvSpPr/>
            <p:nvPr/>
          </p:nvSpPr>
          <p:spPr>
            <a:xfrm rot="0" flipV="1">
              <a:off x="2267" y="34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72" name=""/>
            <p:cNvSpPr/>
            <p:nvPr/>
          </p:nvSpPr>
          <p:spPr>
            <a:xfrm rot="0">
              <a:off x="2254" y="3407"/>
              <a:ext cx="25" cy="25"/>
            </a:xfrm>
            <a:custGeom>
              <a:avLst/>
              <a:ahLst/>
              <a:rect l="0" t="0" r="r" b="b"/>
              <a:pathLst>
                <a:path w="75" h="76">
                  <a:moveTo>
                    <a:pt x="0" y="41"/>
                  </a:moveTo>
                  <a:lnTo>
                    <a:pt x="20" y="58"/>
                  </a:lnTo>
                  <a:lnTo>
                    <a:pt x="40" y="76"/>
                  </a:lnTo>
                  <a:lnTo>
                    <a:pt x="75" y="35"/>
                  </a:lnTo>
                  <a:lnTo>
                    <a:pt x="55" y="18"/>
                  </a:lnTo>
                  <a:lnTo>
                    <a:pt x="36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73" name=""/>
            <p:cNvSpPr/>
            <p:nvPr/>
          </p:nvSpPr>
          <p:spPr>
            <a:xfrm rot="0">
              <a:off x="2254" y="3407"/>
              <a:ext cx="25" cy="25"/>
            </a:xfrm>
            <a:custGeom>
              <a:avLst/>
              <a:ahLst/>
              <a:rect l="0" t="0" r="r" b="b"/>
              <a:pathLst>
                <a:path w="75" h="76">
                  <a:moveTo>
                    <a:pt x="0" y="41"/>
                  </a:moveTo>
                  <a:lnTo>
                    <a:pt x="20" y="58"/>
                  </a:lnTo>
                  <a:lnTo>
                    <a:pt x="40" y="76"/>
                  </a:lnTo>
                  <a:lnTo>
                    <a:pt x="75" y="35"/>
                  </a:lnTo>
                  <a:lnTo>
                    <a:pt x="55" y="18"/>
                  </a:lnTo>
                  <a:lnTo>
                    <a:pt x="36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74" name=""/>
            <p:cNvSpPr/>
            <p:nvPr/>
          </p:nvSpPr>
          <p:spPr>
            <a:xfrm rot="0">
              <a:off x="2273" y="3413"/>
              <a:ext cx="7" cy="5"/>
            </a:xfrm>
            <a:custGeom>
              <a:avLst/>
              <a:ahLst/>
              <a:rect l="0" t="0" r="r" b="b"/>
              <a:pathLst>
                <a:path w="22" h="17">
                  <a:moveTo>
                    <a:pt x="0" y="0"/>
                  </a:moveTo>
                  <a:lnTo>
                    <a:pt x="20" y="17"/>
                  </a:lnTo>
                  <a:lnTo>
                    <a:pt x="22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75" name=""/>
            <p:cNvSpPr/>
            <p:nvPr/>
          </p:nvSpPr>
          <p:spPr>
            <a:xfrm rot="0" flipV="1">
              <a:off x="2279" y="3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76" name=""/>
            <p:cNvSpPr/>
            <p:nvPr/>
          </p:nvSpPr>
          <p:spPr>
            <a:xfrm rot="0">
              <a:off x="2266" y="3393"/>
              <a:ext cx="25" cy="25"/>
            </a:xfrm>
            <a:custGeom>
              <a:avLst/>
              <a:ahLst/>
              <a:rect l="0" t="0" r="r" b="b"/>
              <a:pathLst>
                <a:path w="75" h="74">
                  <a:moveTo>
                    <a:pt x="0" y="43"/>
                  </a:moveTo>
                  <a:lnTo>
                    <a:pt x="21" y="59"/>
                  </a:lnTo>
                  <a:lnTo>
                    <a:pt x="43" y="74"/>
                  </a:lnTo>
                  <a:lnTo>
                    <a:pt x="75" y="31"/>
                  </a:lnTo>
                  <a:lnTo>
                    <a:pt x="53" y="15"/>
                  </a:lnTo>
                  <a:lnTo>
                    <a:pt x="32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77" name=""/>
            <p:cNvSpPr/>
            <p:nvPr/>
          </p:nvSpPr>
          <p:spPr>
            <a:xfrm rot="0">
              <a:off x="2266" y="3393"/>
              <a:ext cx="25" cy="25"/>
            </a:xfrm>
            <a:custGeom>
              <a:avLst/>
              <a:ahLst/>
              <a:rect l="0" t="0" r="r" b="b"/>
              <a:pathLst>
                <a:path w="75" h="74">
                  <a:moveTo>
                    <a:pt x="0" y="43"/>
                  </a:moveTo>
                  <a:lnTo>
                    <a:pt x="21" y="59"/>
                  </a:lnTo>
                  <a:lnTo>
                    <a:pt x="43" y="74"/>
                  </a:lnTo>
                  <a:lnTo>
                    <a:pt x="75" y="31"/>
                  </a:lnTo>
                  <a:lnTo>
                    <a:pt x="53" y="15"/>
                  </a:lnTo>
                  <a:lnTo>
                    <a:pt x="32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78" name=""/>
            <p:cNvSpPr/>
            <p:nvPr/>
          </p:nvSpPr>
          <p:spPr>
            <a:xfrm rot="0">
              <a:off x="2283" y="3398"/>
              <a:ext cx="8" cy="5"/>
            </a:xfrm>
            <a:custGeom>
              <a:avLst/>
              <a:ahLst/>
              <a:rect l="0" t="0" r="r" b="b"/>
              <a:pathLst>
                <a:path w="22" h="16">
                  <a:moveTo>
                    <a:pt x="0" y="0"/>
                  </a:moveTo>
                  <a:lnTo>
                    <a:pt x="22" y="16"/>
                  </a:lnTo>
                  <a:lnTo>
                    <a:pt x="22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79" name=""/>
            <p:cNvSpPr/>
            <p:nvPr/>
          </p:nvSpPr>
          <p:spPr>
            <a:xfrm rot="0" flipV="1">
              <a:off x="2291" y="34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80" name=""/>
            <p:cNvSpPr/>
            <p:nvPr/>
          </p:nvSpPr>
          <p:spPr>
            <a:xfrm rot="0">
              <a:off x="2276" y="3378"/>
              <a:ext cx="25" cy="25"/>
            </a:xfrm>
            <a:custGeom>
              <a:avLst/>
              <a:ahLst/>
              <a:rect l="0" t="0" r="r" b="b"/>
              <a:pathLst>
                <a:path w="73" h="74">
                  <a:moveTo>
                    <a:pt x="0" y="45"/>
                  </a:moveTo>
                  <a:lnTo>
                    <a:pt x="21" y="59"/>
                  </a:lnTo>
                  <a:lnTo>
                    <a:pt x="43" y="74"/>
                  </a:lnTo>
                  <a:lnTo>
                    <a:pt x="73" y="29"/>
                  </a:lnTo>
                  <a:lnTo>
                    <a:pt x="52" y="15"/>
                  </a:lnTo>
                  <a:lnTo>
                    <a:pt x="30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81" name=""/>
            <p:cNvSpPr/>
            <p:nvPr/>
          </p:nvSpPr>
          <p:spPr>
            <a:xfrm rot="0">
              <a:off x="2276" y="3378"/>
              <a:ext cx="25" cy="25"/>
            </a:xfrm>
            <a:custGeom>
              <a:avLst/>
              <a:ahLst/>
              <a:rect l="0" t="0" r="r" b="b"/>
              <a:pathLst>
                <a:path w="73" h="74">
                  <a:moveTo>
                    <a:pt x="0" y="45"/>
                  </a:moveTo>
                  <a:lnTo>
                    <a:pt x="21" y="59"/>
                  </a:lnTo>
                  <a:lnTo>
                    <a:pt x="43" y="74"/>
                  </a:lnTo>
                  <a:lnTo>
                    <a:pt x="73" y="29"/>
                  </a:lnTo>
                  <a:lnTo>
                    <a:pt x="52" y="15"/>
                  </a:lnTo>
                  <a:lnTo>
                    <a:pt x="30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82" name=""/>
            <p:cNvSpPr/>
            <p:nvPr/>
          </p:nvSpPr>
          <p:spPr>
            <a:xfrm rot="0">
              <a:off x="2294" y="3383"/>
              <a:ext cx="7" cy="5"/>
            </a:xfrm>
            <a:custGeom>
              <a:avLst/>
              <a:ahLst/>
              <a:rect l="0" t="0" r="r" b="b"/>
              <a:pathLst>
                <a:path w="22" h="14">
                  <a:moveTo>
                    <a:pt x="0" y="0"/>
                  </a:moveTo>
                  <a:lnTo>
                    <a:pt x="21" y="14"/>
                  </a:lnTo>
                  <a:lnTo>
                    <a:pt x="22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83" name=""/>
            <p:cNvSpPr/>
            <p:nvPr/>
          </p:nvSpPr>
          <p:spPr>
            <a:xfrm rot="0" flipV="1">
              <a:off x="2301" y="33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84" name=""/>
            <p:cNvSpPr/>
            <p:nvPr/>
          </p:nvSpPr>
          <p:spPr>
            <a:xfrm rot="0">
              <a:off x="2286" y="3363"/>
              <a:ext cx="24" cy="24"/>
            </a:xfrm>
            <a:custGeom>
              <a:avLst/>
              <a:ahLst/>
              <a:rect l="0" t="0" r="r" b="b"/>
              <a:pathLst>
                <a:path w="71" h="72">
                  <a:moveTo>
                    <a:pt x="0" y="47"/>
                  </a:moveTo>
                  <a:lnTo>
                    <a:pt x="23" y="60"/>
                  </a:lnTo>
                  <a:lnTo>
                    <a:pt x="45" y="72"/>
                  </a:lnTo>
                  <a:lnTo>
                    <a:pt x="71" y="25"/>
                  </a:lnTo>
                  <a:lnTo>
                    <a:pt x="48" y="13"/>
                  </a:lnTo>
                  <a:lnTo>
                    <a:pt x="26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85" name=""/>
            <p:cNvSpPr/>
            <p:nvPr/>
          </p:nvSpPr>
          <p:spPr>
            <a:xfrm rot="0">
              <a:off x="2286" y="3363"/>
              <a:ext cx="24" cy="24"/>
            </a:xfrm>
            <a:custGeom>
              <a:avLst/>
              <a:ahLst/>
              <a:rect l="0" t="0" r="r" b="b"/>
              <a:pathLst>
                <a:path w="71" h="72">
                  <a:moveTo>
                    <a:pt x="0" y="47"/>
                  </a:moveTo>
                  <a:lnTo>
                    <a:pt x="23" y="60"/>
                  </a:lnTo>
                  <a:lnTo>
                    <a:pt x="45" y="72"/>
                  </a:lnTo>
                  <a:lnTo>
                    <a:pt x="71" y="25"/>
                  </a:lnTo>
                  <a:lnTo>
                    <a:pt x="48" y="13"/>
                  </a:lnTo>
                  <a:lnTo>
                    <a:pt x="26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86" name=""/>
            <p:cNvSpPr/>
            <p:nvPr/>
          </p:nvSpPr>
          <p:spPr>
            <a:xfrm rot="0">
              <a:off x="2302" y="3368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3" y="12"/>
                  </a:lnTo>
                  <a:lnTo>
                    <a:pt x="2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87" name=""/>
            <p:cNvSpPr/>
            <p:nvPr/>
          </p:nvSpPr>
          <p:spPr>
            <a:xfrm rot="0" flipV="1">
              <a:off x="2310" y="33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88" name=""/>
            <p:cNvSpPr/>
            <p:nvPr/>
          </p:nvSpPr>
          <p:spPr>
            <a:xfrm rot="0">
              <a:off x="2294" y="3348"/>
              <a:ext cx="24" cy="23"/>
            </a:xfrm>
            <a:custGeom>
              <a:avLst/>
              <a:ahLst/>
              <a:rect l="0" t="0" r="r" b="b"/>
              <a:pathLst>
                <a:path w="70" h="71">
                  <a:moveTo>
                    <a:pt x="0" y="49"/>
                  </a:moveTo>
                  <a:lnTo>
                    <a:pt x="23" y="60"/>
                  </a:lnTo>
                  <a:lnTo>
                    <a:pt x="47" y="71"/>
                  </a:lnTo>
                  <a:lnTo>
                    <a:pt x="70" y="23"/>
                  </a:lnTo>
                  <a:lnTo>
                    <a:pt x="46" y="11"/>
                  </a:lnTo>
                  <a:lnTo>
                    <a:pt x="22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89" name=""/>
            <p:cNvSpPr/>
            <p:nvPr/>
          </p:nvSpPr>
          <p:spPr>
            <a:xfrm rot="0">
              <a:off x="2294" y="3348"/>
              <a:ext cx="24" cy="23"/>
            </a:xfrm>
            <a:custGeom>
              <a:avLst/>
              <a:ahLst/>
              <a:rect l="0" t="0" r="r" b="b"/>
              <a:pathLst>
                <a:path w="70" h="71">
                  <a:moveTo>
                    <a:pt x="0" y="49"/>
                  </a:moveTo>
                  <a:lnTo>
                    <a:pt x="23" y="60"/>
                  </a:lnTo>
                  <a:lnTo>
                    <a:pt x="47" y="71"/>
                  </a:lnTo>
                  <a:lnTo>
                    <a:pt x="70" y="23"/>
                  </a:lnTo>
                  <a:lnTo>
                    <a:pt x="46" y="11"/>
                  </a:lnTo>
                  <a:lnTo>
                    <a:pt x="22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90" name=""/>
            <p:cNvSpPr/>
            <p:nvPr/>
          </p:nvSpPr>
          <p:spPr>
            <a:xfrm rot="0">
              <a:off x="2310" y="3351"/>
              <a:ext cx="8" cy="4"/>
            </a:xfrm>
            <a:custGeom>
              <a:avLst/>
              <a:ahLst/>
              <a:rect l="0" t="0" r="r" b="b"/>
              <a:pathLst>
                <a:path w="25" h="12">
                  <a:moveTo>
                    <a:pt x="0" y="0"/>
                  </a:moveTo>
                  <a:lnTo>
                    <a:pt x="24" y="12"/>
                  </a:lnTo>
                  <a:lnTo>
                    <a:pt x="25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91" name=""/>
            <p:cNvSpPr/>
            <p:nvPr/>
          </p:nvSpPr>
          <p:spPr>
            <a:xfrm rot="0" flipV="1">
              <a:off x="2318" y="3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92" name=""/>
            <p:cNvSpPr/>
            <p:nvPr/>
          </p:nvSpPr>
          <p:spPr>
            <a:xfrm rot="0">
              <a:off x="2301" y="3331"/>
              <a:ext cx="24" cy="24"/>
            </a:xfrm>
            <a:custGeom>
              <a:avLst/>
              <a:ahLst/>
              <a:rect l="0" t="0" r="r" b="b"/>
              <a:pathLst>
                <a:path w="70" h="70">
                  <a:moveTo>
                    <a:pt x="0" y="51"/>
                  </a:moveTo>
                  <a:lnTo>
                    <a:pt x="25" y="60"/>
                  </a:lnTo>
                  <a:lnTo>
                    <a:pt x="50" y="70"/>
                  </a:lnTo>
                  <a:lnTo>
                    <a:pt x="70" y="19"/>
                  </a:lnTo>
                  <a:lnTo>
                    <a:pt x="45" y="9"/>
                  </a:lnTo>
                  <a:lnTo>
                    <a:pt x="20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93" name=""/>
            <p:cNvSpPr/>
            <p:nvPr/>
          </p:nvSpPr>
          <p:spPr>
            <a:xfrm rot="0">
              <a:off x="2301" y="3331"/>
              <a:ext cx="24" cy="24"/>
            </a:xfrm>
            <a:custGeom>
              <a:avLst/>
              <a:ahLst/>
              <a:rect l="0" t="0" r="r" b="b"/>
              <a:pathLst>
                <a:path w="70" h="70">
                  <a:moveTo>
                    <a:pt x="0" y="51"/>
                  </a:moveTo>
                  <a:lnTo>
                    <a:pt x="25" y="60"/>
                  </a:lnTo>
                  <a:lnTo>
                    <a:pt x="50" y="70"/>
                  </a:lnTo>
                  <a:lnTo>
                    <a:pt x="70" y="19"/>
                  </a:lnTo>
                  <a:lnTo>
                    <a:pt x="45" y="9"/>
                  </a:lnTo>
                  <a:lnTo>
                    <a:pt x="20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94" name=""/>
            <p:cNvSpPr/>
            <p:nvPr/>
          </p:nvSpPr>
          <p:spPr>
            <a:xfrm rot="0">
              <a:off x="2316" y="3334"/>
              <a:ext cx="9" cy="4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5" y="10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95" name=""/>
            <p:cNvSpPr/>
            <p:nvPr/>
          </p:nvSpPr>
          <p:spPr>
            <a:xfrm rot="0" flipV="1">
              <a:off x="2325" y="33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96" name=""/>
            <p:cNvSpPr/>
            <p:nvPr/>
          </p:nvSpPr>
          <p:spPr>
            <a:xfrm rot="0">
              <a:off x="2308" y="3315"/>
              <a:ext cx="22" cy="22"/>
            </a:xfrm>
            <a:custGeom>
              <a:avLst/>
              <a:ahLst/>
              <a:rect l="0" t="0" r="r" b="b"/>
              <a:pathLst>
                <a:path w="66" h="68">
                  <a:moveTo>
                    <a:pt x="0" y="51"/>
                  </a:moveTo>
                  <a:lnTo>
                    <a:pt x="25" y="59"/>
                  </a:lnTo>
                  <a:lnTo>
                    <a:pt x="50" y="68"/>
                  </a:lnTo>
                  <a:lnTo>
                    <a:pt x="66" y="17"/>
                  </a:lnTo>
                  <a:lnTo>
                    <a:pt x="42" y="9"/>
                  </a:lnTo>
                  <a:lnTo>
                    <a:pt x="17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97" name=""/>
            <p:cNvSpPr/>
            <p:nvPr/>
          </p:nvSpPr>
          <p:spPr>
            <a:xfrm rot="0">
              <a:off x="2308" y="3315"/>
              <a:ext cx="22" cy="22"/>
            </a:xfrm>
            <a:custGeom>
              <a:avLst/>
              <a:ahLst/>
              <a:rect l="0" t="0" r="r" b="b"/>
              <a:pathLst>
                <a:path w="66" h="68">
                  <a:moveTo>
                    <a:pt x="0" y="51"/>
                  </a:moveTo>
                  <a:lnTo>
                    <a:pt x="25" y="59"/>
                  </a:lnTo>
                  <a:lnTo>
                    <a:pt x="50" y="68"/>
                  </a:lnTo>
                  <a:lnTo>
                    <a:pt x="66" y="17"/>
                  </a:lnTo>
                  <a:lnTo>
                    <a:pt x="42" y="9"/>
                  </a:lnTo>
                  <a:lnTo>
                    <a:pt x="17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798" name=""/>
            <p:cNvSpPr/>
            <p:nvPr/>
          </p:nvSpPr>
          <p:spPr>
            <a:xfrm rot="0">
              <a:off x="2322" y="3318"/>
              <a:ext cx="8" cy="2"/>
            </a:xfrm>
            <a:custGeom>
              <a:avLst/>
              <a:ahLst/>
              <a:rect l="0" t="0" r="r" b="b"/>
              <a:pathLst>
                <a:path w="25" h="8">
                  <a:moveTo>
                    <a:pt x="0" y="0"/>
                  </a:moveTo>
                  <a:lnTo>
                    <a:pt x="24" y="8"/>
                  </a:lnTo>
                  <a:lnTo>
                    <a:pt x="25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799" name=""/>
            <p:cNvSpPr/>
            <p:nvPr/>
          </p:nvSpPr>
          <p:spPr>
            <a:xfrm rot="0" flipV="1">
              <a:off x="2330" y="33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00" name=""/>
            <p:cNvSpPr/>
            <p:nvPr/>
          </p:nvSpPr>
          <p:spPr>
            <a:xfrm rot="0">
              <a:off x="2313" y="3298"/>
              <a:ext cx="22" cy="22"/>
            </a:xfrm>
            <a:custGeom>
              <a:avLst/>
              <a:ahLst/>
              <a:rect l="0" t="0" r="r" b="b"/>
              <a:pathLst>
                <a:path w="64" h="65">
                  <a:moveTo>
                    <a:pt x="0" y="52"/>
                  </a:moveTo>
                  <a:lnTo>
                    <a:pt x="26" y="59"/>
                  </a:lnTo>
                  <a:lnTo>
                    <a:pt x="51" y="65"/>
                  </a:lnTo>
                  <a:lnTo>
                    <a:pt x="64" y="13"/>
                  </a:lnTo>
                  <a:lnTo>
                    <a:pt x="38" y="7"/>
                  </a:lnTo>
                  <a:lnTo>
                    <a:pt x="12" y="0"/>
                  </a:lnTo>
                  <a:lnTo>
                    <a:pt x="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01" name=""/>
            <p:cNvSpPr/>
            <p:nvPr/>
          </p:nvSpPr>
          <p:spPr>
            <a:xfrm rot="0">
              <a:off x="2313" y="3298"/>
              <a:ext cx="22" cy="22"/>
            </a:xfrm>
            <a:custGeom>
              <a:avLst/>
              <a:ahLst/>
              <a:rect l="0" t="0" r="r" b="b"/>
              <a:pathLst>
                <a:path w="64" h="65">
                  <a:moveTo>
                    <a:pt x="0" y="52"/>
                  </a:moveTo>
                  <a:lnTo>
                    <a:pt x="26" y="59"/>
                  </a:lnTo>
                  <a:lnTo>
                    <a:pt x="51" y="65"/>
                  </a:lnTo>
                  <a:lnTo>
                    <a:pt x="64" y="13"/>
                  </a:lnTo>
                  <a:lnTo>
                    <a:pt x="38" y="7"/>
                  </a:lnTo>
                  <a:lnTo>
                    <a:pt x="12" y="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02" name=""/>
            <p:cNvSpPr/>
            <p:nvPr/>
          </p:nvSpPr>
          <p:spPr>
            <a:xfrm rot="0">
              <a:off x="2326" y="3300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6"/>
                  </a:lnTo>
                  <a:lnTo>
                    <a:pt x="26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03" name=""/>
            <p:cNvSpPr/>
            <p:nvPr/>
          </p:nvSpPr>
          <p:spPr>
            <a:xfrm rot="0" flipV="1">
              <a:off x="2335" y="33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04" name=""/>
            <p:cNvSpPr/>
            <p:nvPr/>
          </p:nvSpPr>
          <p:spPr>
            <a:xfrm rot="0">
              <a:off x="2317" y="3281"/>
              <a:ext cx="21" cy="21"/>
            </a:xfrm>
            <a:custGeom>
              <a:avLst/>
              <a:ahLst/>
              <a:rect l="0" t="0" r="r" b="b"/>
              <a:pathLst>
                <a:path w="61" h="62">
                  <a:moveTo>
                    <a:pt x="0" y="54"/>
                  </a:moveTo>
                  <a:lnTo>
                    <a:pt x="26" y="58"/>
                  </a:lnTo>
                  <a:lnTo>
                    <a:pt x="52" y="62"/>
                  </a:lnTo>
                  <a:lnTo>
                    <a:pt x="61" y="8"/>
                  </a:lnTo>
                  <a:lnTo>
                    <a:pt x="35" y="4"/>
                  </a:lnTo>
                  <a:lnTo>
                    <a:pt x="9" y="0"/>
                  </a:lnTo>
                  <a:lnTo>
                    <a:pt x="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05" name=""/>
            <p:cNvSpPr/>
            <p:nvPr/>
          </p:nvSpPr>
          <p:spPr>
            <a:xfrm rot="0">
              <a:off x="2317" y="3281"/>
              <a:ext cx="21" cy="21"/>
            </a:xfrm>
            <a:custGeom>
              <a:avLst/>
              <a:ahLst/>
              <a:rect l="0" t="0" r="r" b="b"/>
              <a:pathLst>
                <a:path w="61" h="62">
                  <a:moveTo>
                    <a:pt x="0" y="54"/>
                  </a:moveTo>
                  <a:lnTo>
                    <a:pt x="26" y="58"/>
                  </a:lnTo>
                  <a:lnTo>
                    <a:pt x="52" y="62"/>
                  </a:lnTo>
                  <a:lnTo>
                    <a:pt x="61" y="8"/>
                  </a:lnTo>
                  <a:lnTo>
                    <a:pt x="35" y="4"/>
                  </a:lnTo>
                  <a:lnTo>
                    <a:pt x="9" y="0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06" name=""/>
            <p:cNvSpPr/>
            <p:nvPr/>
          </p:nvSpPr>
          <p:spPr>
            <a:xfrm rot="0">
              <a:off x="2329" y="3282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0"/>
                  </a:moveTo>
                  <a:lnTo>
                    <a:pt x="26" y="4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07" name=""/>
            <p:cNvSpPr/>
            <p:nvPr/>
          </p:nvSpPr>
          <p:spPr>
            <a:xfrm rot="0" flipV="1">
              <a:off x="2338" y="32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08" name=""/>
            <p:cNvSpPr/>
            <p:nvPr/>
          </p:nvSpPr>
          <p:spPr>
            <a:xfrm rot="0">
              <a:off x="2320" y="3264"/>
              <a:ext cx="19" cy="19"/>
            </a:xfrm>
            <a:custGeom>
              <a:avLst/>
              <a:ahLst/>
              <a:rect l="0" t="0" r="r" b="b"/>
              <a:pathLst>
                <a:path w="57" h="57">
                  <a:moveTo>
                    <a:pt x="0" y="53"/>
                  </a:moveTo>
                  <a:lnTo>
                    <a:pt x="26" y="55"/>
                  </a:lnTo>
                  <a:lnTo>
                    <a:pt x="52" y="57"/>
                  </a:lnTo>
                  <a:lnTo>
                    <a:pt x="57" y="4"/>
                  </a:lnTo>
                  <a:lnTo>
                    <a:pt x="32" y="2"/>
                  </a:lnTo>
                  <a:lnTo>
                    <a:pt x="6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09" name=""/>
            <p:cNvSpPr/>
            <p:nvPr/>
          </p:nvSpPr>
          <p:spPr>
            <a:xfrm rot="0">
              <a:off x="2320" y="3264"/>
              <a:ext cx="19" cy="19"/>
            </a:xfrm>
            <a:custGeom>
              <a:avLst/>
              <a:ahLst/>
              <a:rect l="0" t="0" r="r" b="b"/>
              <a:pathLst>
                <a:path w="57" h="57">
                  <a:moveTo>
                    <a:pt x="0" y="53"/>
                  </a:moveTo>
                  <a:lnTo>
                    <a:pt x="26" y="55"/>
                  </a:lnTo>
                  <a:lnTo>
                    <a:pt x="52" y="57"/>
                  </a:lnTo>
                  <a:lnTo>
                    <a:pt x="57" y="4"/>
                  </a:lnTo>
                  <a:lnTo>
                    <a:pt x="32" y="2"/>
                  </a:lnTo>
                  <a:lnTo>
                    <a:pt x="6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10" name=""/>
            <p:cNvSpPr/>
            <p:nvPr/>
          </p:nvSpPr>
          <p:spPr>
            <a:xfrm rot="0">
              <a:off x="2331" y="3265"/>
              <a:ext cx="8" cy="1"/>
            </a:xfrm>
            <a:custGeom>
              <a:avLst/>
              <a:ahLst/>
              <a:rect l="0" t="0" r="r" b="b"/>
              <a:pathLst>
                <a:path w="25" h="2">
                  <a:moveTo>
                    <a:pt x="0" y="0"/>
                  </a:moveTo>
                  <a:lnTo>
                    <a:pt x="25" y="2"/>
                  </a:lnTo>
                  <a:lnTo>
                    <a:pt x="25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11" name=""/>
            <p:cNvSpPr/>
            <p:nvPr/>
          </p:nvSpPr>
          <p:spPr>
            <a:xfrm rot="0" flipV="1">
              <a:off x="2339" y="32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12" name=""/>
            <p:cNvSpPr/>
            <p:nvPr/>
          </p:nvSpPr>
          <p:spPr>
            <a:xfrm rot="0">
              <a:off x="2322" y="3246"/>
              <a:ext cx="18" cy="19"/>
            </a:xfrm>
            <a:custGeom>
              <a:avLst/>
              <a:ahLst/>
              <a:rect l="0" t="0" r="r" b="b"/>
              <a:pathLst>
                <a:path w="54" h="56">
                  <a:moveTo>
                    <a:pt x="0" y="54"/>
                  </a:moveTo>
                  <a:lnTo>
                    <a:pt x="26" y="55"/>
                  </a:lnTo>
                  <a:lnTo>
                    <a:pt x="51" y="56"/>
                  </a:lnTo>
                  <a:lnTo>
                    <a:pt x="54" y="2"/>
                  </a:lnTo>
                  <a:lnTo>
                    <a:pt x="28" y="1"/>
                  </a:lnTo>
                  <a:lnTo>
                    <a:pt x="2" y="0"/>
                  </a:lnTo>
                  <a:lnTo>
                    <a:pt x="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13" name=""/>
            <p:cNvSpPr/>
            <p:nvPr/>
          </p:nvSpPr>
          <p:spPr>
            <a:xfrm rot="0">
              <a:off x="2322" y="3246"/>
              <a:ext cx="18" cy="19"/>
            </a:xfrm>
            <a:custGeom>
              <a:avLst/>
              <a:ahLst/>
              <a:rect l="0" t="0" r="r" b="b"/>
              <a:pathLst>
                <a:path w="54" h="56">
                  <a:moveTo>
                    <a:pt x="0" y="54"/>
                  </a:moveTo>
                  <a:lnTo>
                    <a:pt x="26" y="55"/>
                  </a:lnTo>
                  <a:lnTo>
                    <a:pt x="51" y="56"/>
                  </a:lnTo>
                  <a:lnTo>
                    <a:pt x="54" y="2"/>
                  </a:lnTo>
                  <a:lnTo>
                    <a:pt x="28" y="1"/>
                  </a:lnTo>
                  <a:lnTo>
                    <a:pt x="2" y="0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14" name=""/>
            <p:cNvSpPr/>
            <p:nvPr/>
          </p:nvSpPr>
          <p:spPr>
            <a:xfrm rot="0">
              <a:off x="2332" y="3246"/>
              <a:ext cx="8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1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15" name=""/>
            <p:cNvSpPr/>
            <p:nvPr/>
          </p:nvSpPr>
          <p:spPr>
            <a:xfrm rot="0" flipV="1">
              <a:off x="2340" y="32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16" name=""/>
            <p:cNvSpPr/>
            <p:nvPr/>
          </p:nvSpPr>
          <p:spPr>
            <a:xfrm rot="0">
              <a:off x="2322" y="3228"/>
              <a:ext cx="18" cy="19"/>
            </a:xfrm>
            <a:custGeom>
              <a:avLst/>
              <a:ahLst/>
              <a:rect l="0" t="0" r="r" b="b"/>
              <a:pathLst>
                <a:path w="54" h="56">
                  <a:moveTo>
                    <a:pt x="2" y="56"/>
                  </a:moveTo>
                  <a:lnTo>
                    <a:pt x="28" y="55"/>
                  </a:lnTo>
                  <a:lnTo>
                    <a:pt x="54" y="54"/>
                  </a:lnTo>
                  <a:lnTo>
                    <a:pt x="51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2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17" name=""/>
            <p:cNvSpPr/>
            <p:nvPr/>
          </p:nvSpPr>
          <p:spPr>
            <a:xfrm rot="0">
              <a:off x="2322" y="3228"/>
              <a:ext cx="18" cy="19"/>
            </a:xfrm>
            <a:custGeom>
              <a:avLst/>
              <a:ahLst/>
              <a:rect l="0" t="0" r="r" b="b"/>
              <a:pathLst>
                <a:path w="54" h="56">
                  <a:moveTo>
                    <a:pt x="2" y="56"/>
                  </a:moveTo>
                  <a:lnTo>
                    <a:pt x="28" y="55"/>
                  </a:lnTo>
                  <a:lnTo>
                    <a:pt x="54" y="54"/>
                  </a:lnTo>
                  <a:lnTo>
                    <a:pt x="51" y="0"/>
                  </a:lnTo>
                  <a:lnTo>
                    <a:pt x="26" y="1"/>
                  </a:lnTo>
                  <a:lnTo>
                    <a:pt x="0" y="2"/>
                  </a:lnTo>
                  <a:lnTo>
                    <a:pt x="2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18" name=""/>
            <p:cNvSpPr/>
            <p:nvPr/>
          </p:nvSpPr>
          <p:spPr>
            <a:xfrm rot="0">
              <a:off x="2331" y="3228"/>
              <a:ext cx="8" cy="1"/>
            </a:xfrm>
            <a:custGeom>
              <a:avLst/>
              <a:ahLst/>
              <a:rect l="0" t="0" r="r" b="b"/>
              <a:pathLst>
                <a:path w="25" h="2">
                  <a:moveTo>
                    <a:pt x="0" y="2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19" name=""/>
            <p:cNvSpPr/>
            <p:nvPr/>
          </p:nvSpPr>
          <p:spPr>
            <a:xfrm rot="0" flipV="1">
              <a:off x="2339" y="3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20" name=""/>
            <p:cNvSpPr/>
            <p:nvPr/>
          </p:nvSpPr>
          <p:spPr>
            <a:xfrm rot="0">
              <a:off x="2320" y="3210"/>
              <a:ext cx="19" cy="19"/>
            </a:xfrm>
            <a:custGeom>
              <a:avLst/>
              <a:ahLst/>
              <a:rect l="0" t="0" r="r" b="b"/>
              <a:pathLst>
                <a:path w="57" h="58">
                  <a:moveTo>
                    <a:pt x="6" y="58"/>
                  </a:moveTo>
                  <a:lnTo>
                    <a:pt x="32" y="56"/>
                  </a:lnTo>
                  <a:lnTo>
                    <a:pt x="57" y="54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6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21" name=""/>
            <p:cNvSpPr/>
            <p:nvPr/>
          </p:nvSpPr>
          <p:spPr>
            <a:xfrm rot="0">
              <a:off x="2320" y="3210"/>
              <a:ext cx="19" cy="19"/>
            </a:xfrm>
            <a:custGeom>
              <a:avLst/>
              <a:ahLst/>
              <a:rect l="0" t="0" r="r" b="b"/>
              <a:pathLst>
                <a:path w="57" h="58">
                  <a:moveTo>
                    <a:pt x="6" y="58"/>
                  </a:moveTo>
                  <a:lnTo>
                    <a:pt x="32" y="56"/>
                  </a:lnTo>
                  <a:lnTo>
                    <a:pt x="57" y="54"/>
                  </a:lnTo>
                  <a:lnTo>
                    <a:pt x="52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6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22" name=""/>
            <p:cNvSpPr/>
            <p:nvPr/>
          </p:nvSpPr>
          <p:spPr>
            <a:xfrm rot="0">
              <a:off x="2329" y="3209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23" name=""/>
            <p:cNvSpPr/>
            <p:nvPr/>
          </p:nvSpPr>
          <p:spPr>
            <a:xfrm rot="0" flipV="1">
              <a:off x="2338" y="32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24" name=""/>
            <p:cNvSpPr/>
            <p:nvPr/>
          </p:nvSpPr>
          <p:spPr>
            <a:xfrm rot="0">
              <a:off x="2317" y="3192"/>
              <a:ext cx="21" cy="20"/>
            </a:xfrm>
            <a:custGeom>
              <a:avLst/>
              <a:ahLst/>
              <a:rect l="0" t="0" r="r" b="b"/>
              <a:pathLst>
                <a:path w="61" h="61">
                  <a:moveTo>
                    <a:pt x="9" y="61"/>
                  </a:moveTo>
                  <a:lnTo>
                    <a:pt x="35" y="57"/>
                  </a:lnTo>
                  <a:lnTo>
                    <a:pt x="61" y="53"/>
                  </a:lnTo>
                  <a:lnTo>
                    <a:pt x="52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9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25" name=""/>
            <p:cNvSpPr/>
            <p:nvPr/>
          </p:nvSpPr>
          <p:spPr>
            <a:xfrm rot="0">
              <a:off x="2317" y="3192"/>
              <a:ext cx="21" cy="20"/>
            </a:xfrm>
            <a:custGeom>
              <a:avLst/>
              <a:ahLst/>
              <a:rect l="0" t="0" r="r" b="b"/>
              <a:pathLst>
                <a:path w="61" h="61">
                  <a:moveTo>
                    <a:pt x="9" y="61"/>
                  </a:moveTo>
                  <a:lnTo>
                    <a:pt x="35" y="57"/>
                  </a:lnTo>
                  <a:lnTo>
                    <a:pt x="61" y="53"/>
                  </a:lnTo>
                  <a:lnTo>
                    <a:pt x="52" y="0"/>
                  </a:lnTo>
                  <a:lnTo>
                    <a:pt x="26" y="4"/>
                  </a:lnTo>
                  <a:lnTo>
                    <a:pt x="0" y="8"/>
                  </a:lnTo>
                  <a:lnTo>
                    <a:pt x="9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26" name=""/>
            <p:cNvSpPr/>
            <p:nvPr/>
          </p:nvSpPr>
          <p:spPr>
            <a:xfrm rot="0">
              <a:off x="2326" y="3191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6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27" name=""/>
            <p:cNvSpPr/>
            <p:nvPr/>
          </p:nvSpPr>
          <p:spPr>
            <a:xfrm rot="0" flipV="1">
              <a:off x="2335" y="31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28" name=""/>
            <p:cNvSpPr/>
            <p:nvPr/>
          </p:nvSpPr>
          <p:spPr>
            <a:xfrm rot="0">
              <a:off x="2313" y="3174"/>
              <a:ext cx="22" cy="21"/>
            </a:xfrm>
            <a:custGeom>
              <a:avLst/>
              <a:ahLst/>
              <a:rect l="0" t="0" r="r" b="b"/>
              <a:pathLst>
                <a:path w="64" h="64">
                  <a:moveTo>
                    <a:pt x="12" y="64"/>
                  </a:moveTo>
                  <a:lnTo>
                    <a:pt x="38" y="58"/>
                  </a:lnTo>
                  <a:lnTo>
                    <a:pt x="64" y="52"/>
                  </a:lnTo>
                  <a:lnTo>
                    <a:pt x="51" y="0"/>
                  </a:lnTo>
                  <a:lnTo>
                    <a:pt x="26" y="6"/>
                  </a:lnTo>
                  <a:lnTo>
                    <a:pt x="0" y="13"/>
                  </a:lnTo>
                  <a:lnTo>
                    <a:pt x="12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29" name=""/>
            <p:cNvSpPr/>
            <p:nvPr/>
          </p:nvSpPr>
          <p:spPr>
            <a:xfrm rot="0">
              <a:off x="2313" y="3174"/>
              <a:ext cx="22" cy="21"/>
            </a:xfrm>
            <a:custGeom>
              <a:avLst/>
              <a:ahLst/>
              <a:rect l="0" t="0" r="r" b="b"/>
              <a:pathLst>
                <a:path w="64" h="64">
                  <a:moveTo>
                    <a:pt x="12" y="64"/>
                  </a:moveTo>
                  <a:lnTo>
                    <a:pt x="38" y="58"/>
                  </a:lnTo>
                  <a:lnTo>
                    <a:pt x="64" y="52"/>
                  </a:lnTo>
                  <a:lnTo>
                    <a:pt x="51" y="0"/>
                  </a:lnTo>
                  <a:lnTo>
                    <a:pt x="26" y="6"/>
                  </a:lnTo>
                  <a:lnTo>
                    <a:pt x="0" y="13"/>
                  </a:lnTo>
                  <a:lnTo>
                    <a:pt x="12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30" name=""/>
            <p:cNvSpPr/>
            <p:nvPr/>
          </p:nvSpPr>
          <p:spPr>
            <a:xfrm rot="0">
              <a:off x="2322" y="3173"/>
              <a:ext cx="8" cy="3"/>
            </a:xfrm>
            <a:custGeom>
              <a:avLst/>
              <a:ahLst/>
              <a:rect l="0" t="0" r="r" b="b"/>
              <a:pathLst>
                <a:path w="25" h="8">
                  <a:moveTo>
                    <a:pt x="0" y="8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31" name=""/>
            <p:cNvSpPr/>
            <p:nvPr/>
          </p:nvSpPr>
          <p:spPr>
            <a:xfrm rot="0" flipH="1" flipV="1">
              <a:off x="2330" y="31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32" name=""/>
            <p:cNvSpPr/>
            <p:nvPr/>
          </p:nvSpPr>
          <p:spPr>
            <a:xfrm rot="0">
              <a:off x="2308" y="3156"/>
              <a:ext cx="22" cy="23"/>
            </a:xfrm>
            <a:custGeom>
              <a:avLst/>
              <a:ahLst/>
              <a:rect l="0" t="0" r="r" b="b"/>
              <a:pathLst>
                <a:path w="66" h="69">
                  <a:moveTo>
                    <a:pt x="17" y="69"/>
                  </a:moveTo>
                  <a:lnTo>
                    <a:pt x="42" y="60"/>
                  </a:lnTo>
                  <a:lnTo>
                    <a:pt x="66" y="52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7"/>
                  </a:lnTo>
                  <a:lnTo>
                    <a:pt x="17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33" name=""/>
            <p:cNvSpPr/>
            <p:nvPr/>
          </p:nvSpPr>
          <p:spPr>
            <a:xfrm rot="0">
              <a:off x="2308" y="3156"/>
              <a:ext cx="22" cy="23"/>
            </a:xfrm>
            <a:custGeom>
              <a:avLst/>
              <a:ahLst/>
              <a:rect l="0" t="0" r="r" b="b"/>
              <a:pathLst>
                <a:path w="66" h="69">
                  <a:moveTo>
                    <a:pt x="17" y="69"/>
                  </a:moveTo>
                  <a:lnTo>
                    <a:pt x="42" y="60"/>
                  </a:lnTo>
                  <a:lnTo>
                    <a:pt x="66" y="52"/>
                  </a:lnTo>
                  <a:lnTo>
                    <a:pt x="50" y="0"/>
                  </a:lnTo>
                  <a:lnTo>
                    <a:pt x="25" y="9"/>
                  </a:lnTo>
                  <a:lnTo>
                    <a:pt x="0" y="17"/>
                  </a:lnTo>
                  <a:lnTo>
                    <a:pt x="17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34" name=""/>
            <p:cNvSpPr/>
            <p:nvPr/>
          </p:nvSpPr>
          <p:spPr>
            <a:xfrm rot="0">
              <a:off x="2316" y="3155"/>
              <a:ext cx="9" cy="4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35" name=""/>
            <p:cNvSpPr/>
            <p:nvPr/>
          </p:nvSpPr>
          <p:spPr>
            <a:xfrm rot="0" flipV="1">
              <a:off x="2325" y="31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36" name=""/>
            <p:cNvSpPr/>
            <p:nvPr/>
          </p:nvSpPr>
          <p:spPr>
            <a:xfrm rot="0">
              <a:off x="2301" y="3139"/>
              <a:ext cx="24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20" y="69"/>
                  </a:moveTo>
                  <a:lnTo>
                    <a:pt x="45" y="60"/>
                  </a:lnTo>
                  <a:lnTo>
                    <a:pt x="70" y="50"/>
                  </a:lnTo>
                  <a:lnTo>
                    <a:pt x="50" y="0"/>
                  </a:lnTo>
                  <a:lnTo>
                    <a:pt x="25" y="10"/>
                  </a:lnTo>
                  <a:lnTo>
                    <a:pt x="0" y="19"/>
                  </a:lnTo>
                  <a:lnTo>
                    <a:pt x="2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37" name=""/>
            <p:cNvSpPr/>
            <p:nvPr/>
          </p:nvSpPr>
          <p:spPr>
            <a:xfrm rot="0">
              <a:off x="2301" y="3139"/>
              <a:ext cx="24" cy="23"/>
            </a:xfrm>
            <a:custGeom>
              <a:avLst/>
              <a:ahLst/>
              <a:rect l="0" t="0" r="r" b="b"/>
              <a:pathLst>
                <a:path w="70" h="69">
                  <a:moveTo>
                    <a:pt x="20" y="69"/>
                  </a:moveTo>
                  <a:lnTo>
                    <a:pt x="45" y="60"/>
                  </a:lnTo>
                  <a:lnTo>
                    <a:pt x="70" y="50"/>
                  </a:lnTo>
                  <a:lnTo>
                    <a:pt x="50" y="0"/>
                  </a:lnTo>
                  <a:lnTo>
                    <a:pt x="25" y="10"/>
                  </a:lnTo>
                  <a:lnTo>
                    <a:pt x="0" y="19"/>
                  </a:lnTo>
                  <a:lnTo>
                    <a:pt x="2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38" name=""/>
            <p:cNvSpPr/>
            <p:nvPr/>
          </p:nvSpPr>
          <p:spPr>
            <a:xfrm rot="0">
              <a:off x="2310" y="3138"/>
              <a:ext cx="8" cy="4"/>
            </a:xfrm>
            <a:custGeom>
              <a:avLst/>
              <a:ahLst/>
              <a:rect l="0" t="0" r="r" b="b"/>
              <a:pathLst>
                <a:path w="25" h="12">
                  <a:moveTo>
                    <a:pt x="0" y="12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39" name=""/>
            <p:cNvSpPr/>
            <p:nvPr/>
          </p:nvSpPr>
          <p:spPr>
            <a:xfrm rot="0" flipH="1" flipV="1">
              <a:off x="2318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40" name=""/>
            <p:cNvSpPr/>
            <p:nvPr/>
          </p:nvSpPr>
          <p:spPr>
            <a:xfrm rot="0">
              <a:off x="2294" y="3122"/>
              <a:ext cx="24" cy="24"/>
            </a:xfrm>
            <a:custGeom>
              <a:avLst/>
              <a:ahLst/>
              <a:rect l="0" t="0" r="r" b="b"/>
              <a:pathLst>
                <a:path w="70" h="71">
                  <a:moveTo>
                    <a:pt x="22" y="71"/>
                  </a:moveTo>
                  <a:lnTo>
                    <a:pt x="46" y="60"/>
                  </a:lnTo>
                  <a:lnTo>
                    <a:pt x="70" y="48"/>
                  </a:lnTo>
                  <a:lnTo>
                    <a:pt x="47" y="0"/>
                  </a:lnTo>
                  <a:lnTo>
                    <a:pt x="23" y="11"/>
                  </a:lnTo>
                  <a:lnTo>
                    <a:pt x="0" y="22"/>
                  </a:lnTo>
                  <a:lnTo>
                    <a:pt x="2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41" name=""/>
            <p:cNvSpPr/>
            <p:nvPr/>
          </p:nvSpPr>
          <p:spPr>
            <a:xfrm rot="0">
              <a:off x="2294" y="3122"/>
              <a:ext cx="24" cy="24"/>
            </a:xfrm>
            <a:custGeom>
              <a:avLst/>
              <a:ahLst/>
              <a:rect l="0" t="0" r="r" b="b"/>
              <a:pathLst>
                <a:path w="70" h="71">
                  <a:moveTo>
                    <a:pt x="22" y="71"/>
                  </a:moveTo>
                  <a:lnTo>
                    <a:pt x="46" y="60"/>
                  </a:lnTo>
                  <a:lnTo>
                    <a:pt x="70" y="48"/>
                  </a:lnTo>
                  <a:lnTo>
                    <a:pt x="47" y="0"/>
                  </a:lnTo>
                  <a:lnTo>
                    <a:pt x="23" y="11"/>
                  </a:lnTo>
                  <a:lnTo>
                    <a:pt x="0" y="22"/>
                  </a:lnTo>
                  <a:lnTo>
                    <a:pt x="2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42" name=""/>
            <p:cNvSpPr/>
            <p:nvPr/>
          </p:nvSpPr>
          <p:spPr>
            <a:xfrm rot="0">
              <a:off x="2302" y="3122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43" name=""/>
            <p:cNvSpPr/>
            <p:nvPr/>
          </p:nvSpPr>
          <p:spPr>
            <a:xfrm rot="0" flipH="1" flipV="1">
              <a:off x="2310" y="31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44" name=""/>
            <p:cNvSpPr/>
            <p:nvPr/>
          </p:nvSpPr>
          <p:spPr>
            <a:xfrm rot="0">
              <a:off x="2286" y="3106"/>
              <a:ext cx="24" cy="24"/>
            </a:xfrm>
            <a:custGeom>
              <a:avLst/>
              <a:ahLst/>
              <a:rect l="0" t="0" r="r" b="b"/>
              <a:pathLst>
                <a:path w="71" h="71">
                  <a:moveTo>
                    <a:pt x="26" y="71"/>
                  </a:moveTo>
                  <a:lnTo>
                    <a:pt x="48" y="59"/>
                  </a:lnTo>
                  <a:lnTo>
                    <a:pt x="71" y="47"/>
                  </a:lnTo>
                  <a:lnTo>
                    <a:pt x="45" y="0"/>
                  </a:lnTo>
                  <a:lnTo>
                    <a:pt x="23" y="12"/>
                  </a:lnTo>
                  <a:lnTo>
                    <a:pt x="0" y="25"/>
                  </a:lnTo>
                  <a:lnTo>
                    <a:pt x="26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45" name=""/>
            <p:cNvSpPr/>
            <p:nvPr/>
          </p:nvSpPr>
          <p:spPr>
            <a:xfrm rot="0">
              <a:off x="2286" y="3106"/>
              <a:ext cx="24" cy="24"/>
            </a:xfrm>
            <a:custGeom>
              <a:avLst/>
              <a:ahLst/>
              <a:rect l="0" t="0" r="r" b="b"/>
              <a:pathLst>
                <a:path w="71" h="71">
                  <a:moveTo>
                    <a:pt x="26" y="71"/>
                  </a:moveTo>
                  <a:lnTo>
                    <a:pt x="48" y="59"/>
                  </a:lnTo>
                  <a:lnTo>
                    <a:pt x="71" y="47"/>
                  </a:lnTo>
                  <a:lnTo>
                    <a:pt x="45" y="0"/>
                  </a:lnTo>
                  <a:lnTo>
                    <a:pt x="23" y="12"/>
                  </a:lnTo>
                  <a:lnTo>
                    <a:pt x="0" y="25"/>
                  </a:lnTo>
                  <a:lnTo>
                    <a:pt x="26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46" name=""/>
            <p:cNvSpPr/>
            <p:nvPr/>
          </p:nvSpPr>
          <p:spPr>
            <a:xfrm rot="0">
              <a:off x="2294" y="3105"/>
              <a:ext cx="7" cy="5"/>
            </a:xfrm>
            <a:custGeom>
              <a:avLst/>
              <a:ahLst/>
              <a:rect l="0" t="0" r="r" b="b"/>
              <a:pathLst>
                <a:path w="22" h="14">
                  <a:moveTo>
                    <a:pt x="0" y="14"/>
                  </a:moveTo>
                  <a:lnTo>
                    <a:pt x="22" y="2"/>
                  </a:lnTo>
                  <a:lnTo>
                    <a:pt x="21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47" name=""/>
            <p:cNvSpPr/>
            <p:nvPr/>
          </p:nvSpPr>
          <p:spPr>
            <a:xfrm rot="0" flipH="1" flipV="1">
              <a:off x="2301" y="31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48" name=""/>
            <p:cNvSpPr/>
            <p:nvPr/>
          </p:nvSpPr>
          <p:spPr>
            <a:xfrm rot="0">
              <a:off x="2276" y="3090"/>
              <a:ext cx="25" cy="25"/>
            </a:xfrm>
            <a:custGeom>
              <a:avLst/>
              <a:ahLst/>
              <a:rect l="0" t="0" r="r" b="b"/>
              <a:pathLst>
                <a:path w="73" h="75">
                  <a:moveTo>
                    <a:pt x="30" y="75"/>
                  </a:moveTo>
                  <a:lnTo>
                    <a:pt x="52" y="60"/>
                  </a:lnTo>
                  <a:lnTo>
                    <a:pt x="73" y="46"/>
                  </a:lnTo>
                  <a:lnTo>
                    <a:pt x="43" y="0"/>
                  </a:lnTo>
                  <a:lnTo>
                    <a:pt x="21" y="15"/>
                  </a:lnTo>
                  <a:lnTo>
                    <a:pt x="0" y="29"/>
                  </a:lnTo>
                  <a:lnTo>
                    <a:pt x="3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49" name=""/>
            <p:cNvSpPr/>
            <p:nvPr/>
          </p:nvSpPr>
          <p:spPr>
            <a:xfrm rot="0">
              <a:off x="2276" y="3090"/>
              <a:ext cx="25" cy="25"/>
            </a:xfrm>
            <a:custGeom>
              <a:avLst/>
              <a:ahLst/>
              <a:rect l="0" t="0" r="r" b="b"/>
              <a:pathLst>
                <a:path w="73" h="75">
                  <a:moveTo>
                    <a:pt x="30" y="75"/>
                  </a:moveTo>
                  <a:lnTo>
                    <a:pt x="52" y="60"/>
                  </a:lnTo>
                  <a:lnTo>
                    <a:pt x="73" y="46"/>
                  </a:lnTo>
                  <a:lnTo>
                    <a:pt x="43" y="0"/>
                  </a:lnTo>
                  <a:lnTo>
                    <a:pt x="21" y="15"/>
                  </a:lnTo>
                  <a:lnTo>
                    <a:pt x="0" y="29"/>
                  </a:lnTo>
                  <a:lnTo>
                    <a:pt x="3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50" name=""/>
            <p:cNvSpPr/>
            <p:nvPr/>
          </p:nvSpPr>
          <p:spPr>
            <a:xfrm rot="0">
              <a:off x="2283" y="3090"/>
              <a:ext cx="8" cy="5"/>
            </a:xfrm>
            <a:custGeom>
              <a:avLst/>
              <a:ahLst/>
              <a:rect l="0" t="0" r="r" b="b"/>
              <a:pathLst>
                <a:path w="22" h="16">
                  <a:moveTo>
                    <a:pt x="0" y="16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51" name=""/>
            <p:cNvSpPr/>
            <p:nvPr/>
          </p:nvSpPr>
          <p:spPr>
            <a:xfrm rot="0" flipH="1" flipV="1">
              <a:off x="2290" y="30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52" name=""/>
            <p:cNvSpPr/>
            <p:nvPr/>
          </p:nvSpPr>
          <p:spPr>
            <a:xfrm rot="0">
              <a:off x="2266" y="3076"/>
              <a:ext cx="24" cy="24"/>
            </a:xfrm>
            <a:custGeom>
              <a:avLst/>
              <a:ahLst/>
              <a:rect l="0" t="0" r="r" b="b"/>
              <a:pathLst>
                <a:path w="73" h="73">
                  <a:moveTo>
                    <a:pt x="32" y="73"/>
                  </a:moveTo>
                  <a:lnTo>
                    <a:pt x="52" y="58"/>
                  </a:lnTo>
                  <a:lnTo>
                    <a:pt x="73" y="42"/>
                  </a:lnTo>
                  <a:lnTo>
                    <a:pt x="41" y="0"/>
                  </a:lnTo>
                  <a:lnTo>
                    <a:pt x="20" y="15"/>
                  </a:lnTo>
                  <a:lnTo>
                    <a:pt x="0" y="31"/>
                  </a:lnTo>
                  <a:lnTo>
                    <a:pt x="32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53" name=""/>
            <p:cNvSpPr/>
            <p:nvPr/>
          </p:nvSpPr>
          <p:spPr>
            <a:xfrm rot="0">
              <a:off x="2266" y="3076"/>
              <a:ext cx="24" cy="24"/>
            </a:xfrm>
            <a:custGeom>
              <a:avLst/>
              <a:ahLst/>
              <a:rect l="0" t="0" r="r" b="b"/>
              <a:pathLst>
                <a:path w="73" h="73">
                  <a:moveTo>
                    <a:pt x="32" y="73"/>
                  </a:moveTo>
                  <a:lnTo>
                    <a:pt x="52" y="58"/>
                  </a:lnTo>
                  <a:lnTo>
                    <a:pt x="73" y="42"/>
                  </a:lnTo>
                  <a:lnTo>
                    <a:pt x="41" y="0"/>
                  </a:lnTo>
                  <a:lnTo>
                    <a:pt x="20" y="15"/>
                  </a:lnTo>
                  <a:lnTo>
                    <a:pt x="0" y="31"/>
                  </a:lnTo>
                  <a:lnTo>
                    <a:pt x="32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54" name=""/>
            <p:cNvSpPr/>
            <p:nvPr/>
          </p:nvSpPr>
          <p:spPr>
            <a:xfrm rot="0">
              <a:off x="2273" y="3075"/>
              <a:ext cx="7" cy="6"/>
            </a:xfrm>
            <a:custGeom>
              <a:avLst/>
              <a:ahLst/>
              <a:rect l="0" t="0" r="r" b="b"/>
              <a:pathLst>
                <a:path w="21" h="17">
                  <a:moveTo>
                    <a:pt x="0" y="17"/>
                  </a:moveTo>
                  <a:lnTo>
                    <a:pt x="21" y="2"/>
                  </a:lnTo>
                  <a:lnTo>
                    <a:pt x="20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55" name=""/>
            <p:cNvSpPr/>
            <p:nvPr/>
          </p:nvSpPr>
          <p:spPr>
            <a:xfrm rot="0" flipH="1" flipV="1">
              <a:off x="2279" y="3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56" name=""/>
            <p:cNvSpPr/>
            <p:nvPr/>
          </p:nvSpPr>
          <p:spPr>
            <a:xfrm rot="0">
              <a:off x="2254" y="3061"/>
              <a:ext cx="25" cy="26"/>
            </a:xfrm>
            <a:custGeom>
              <a:avLst/>
              <a:ahLst/>
              <a:rect l="0" t="0" r="r" b="b"/>
              <a:pathLst>
                <a:path w="75" h="76">
                  <a:moveTo>
                    <a:pt x="36" y="76"/>
                  </a:moveTo>
                  <a:lnTo>
                    <a:pt x="55" y="58"/>
                  </a:lnTo>
                  <a:lnTo>
                    <a:pt x="75" y="41"/>
                  </a:lnTo>
                  <a:lnTo>
                    <a:pt x="40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36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57" name=""/>
            <p:cNvSpPr/>
            <p:nvPr/>
          </p:nvSpPr>
          <p:spPr>
            <a:xfrm rot="0">
              <a:off x="2254" y="3061"/>
              <a:ext cx="25" cy="26"/>
            </a:xfrm>
            <a:custGeom>
              <a:avLst/>
              <a:ahLst/>
              <a:rect l="0" t="0" r="r" b="b"/>
              <a:pathLst>
                <a:path w="75" h="76">
                  <a:moveTo>
                    <a:pt x="36" y="76"/>
                  </a:moveTo>
                  <a:lnTo>
                    <a:pt x="55" y="58"/>
                  </a:lnTo>
                  <a:lnTo>
                    <a:pt x="75" y="41"/>
                  </a:lnTo>
                  <a:lnTo>
                    <a:pt x="40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36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58" name=""/>
            <p:cNvSpPr/>
            <p:nvPr/>
          </p:nvSpPr>
          <p:spPr>
            <a:xfrm rot="0">
              <a:off x="2261" y="3061"/>
              <a:ext cx="7" cy="6"/>
            </a:xfrm>
            <a:custGeom>
              <a:avLst/>
              <a:ahLst/>
              <a:rect l="0" t="0" r="r" b="b"/>
              <a:pathLst>
                <a:path w="20" h="19">
                  <a:moveTo>
                    <a:pt x="0" y="19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59" name=""/>
            <p:cNvSpPr/>
            <p:nvPr/>
          </p:nvSpPr>
          <p:spPr>
            <a:xfrm rot="0" flipH="1" flipV="1">
              <a:off x="2267" y="30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60" name=""/>
            <p:cNvSpPr/>
            <p:nvPr/>
          </p:nvSpPr>
          <p:spPr>
            <a:xfrm rot="0">
              <a:off x="2242" y="3048"/>
              <a:ext cx="25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38" y="75"/>
                  </a:moveTo>
                  <a:lnTo>
                    <a:pt x="57" y="57"/>
                  </a:lnTo>
                  <a:lnTo>
                    <a:pt x="76" y="38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7"/>
                  </a:lnTo>
                  <a:lnTo>
                    <a:pt x="38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61" name=""/>
            <p:cNvSpPr/>
            <p:nvPr/>
          </p:nvSpPr>
          <p:spPr>
            <a:xfrm rot="0">
              <a:off x="2242" y="3048"/>
              <a:ext cx="25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38" y="75"/>
                  </a:moveTo>
                  <a:lnTo>
                    <a:pt x="57" y="57"/>
                  </a:lnTo>
                  <a:lnTo>
                    <a:pt x="76" y="38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7"/>
                  </a:lnTo>
                  <a:lnTo>
                    <a:pt x="38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62" name=""/>
            <p:cNvSpPr/>
            <p:nvPr/>
          </p:nvSpPr>
          <p:spPr>
            <a:xfrm rot="0">
              <a:off x="2248" y="3048"/>
              <a:ext cx="6" cy="6"/>
            </a:xfrm>
            <a:custGeom>
              <a:avLst/>
              <a:ahLst/>
              <a:rect l="0" t="0" r="r" b="b"/>
              <a:pathLst>
                <a:path w="18" h="19">
                  <a:moveTo>
                    <a:pt x="0" y="19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63" name=""/>
            <p:cNvSpPr/>
            <p:nvPr/>
          </p:nvSpPr>
          <p:spPr>
            <a:xfrm rot="0" flipH="1" flipV="1">
              <a:off x="2254" y="30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64" name=""/>
            <p:cNvSpPr/>
            <p:nvPr/>
          </p:nvSpPr>
          <p:spPr>
            <a:xfrm rot="0">
              <a:off x="2229" y="3036"/>
              <a:ext cx="25" cy="25"/>
            </a:xfrm>
            <a:custGeom>
              <a:avLst/>
              <a:ahLst/>
              <a:rect l="0" t="0" r="r" b="b"/>
              <a:pathLst>
                <a:path w="75" h="75">
                  <a:moveTo>
                    <a:pt x="40" y="75"/>
                  </a:moveTo>
                  <a:lnTo>
                    <a:pt x="58" y="55"/>
                  </a:lnTo>
                  <a:lnTo>
                    <a:pt x="75" y="36"/>
                  </a:lnTo>
                  <a:lnTo>
                    <a:pt x="35" y="0"/>
                  </a:lnTo>
                  <a:lnTo>
                    <a:pt x="17" y="20"/>
                  </a:lnTo>
                  <a:lnTo>
                    <a:pt x="0" y="40"/>
                  </a:lnTo>
                  <a:lnTo>
                    <a:pt x="4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65" name=""/>
            <p:cNvSpPr/>
            <p:nvPr/>
          </p:nvSpPr>
          <p:spPr>
            <a:xfrm rot="0">
              <a:off x="2229" y="3036"/>
              <a:ext cx="25" cy="25"/>
            </a:xfrm>
            <a:custGeom>
              <a:avLst/>
              <a:ahLst/>
              <a:rect l="0" t="0" r="r" b="b"/>
              <a:pathLst>
                <a:path w="75" h="75">
                  <a:moveTo>
                    <a:pt x="40" y="75"/>
                  </a:moveTo>
                  <a:lnTo>
                    <a:pt x="58" y="55"/>
                  </a:lnTo>
                  <a:lnTo>
                    <a:pt x="75" y="36"/>
                  </a:lnTo>
                  <a:lnTo>
                    <a:pt x="35" y="0"/>
                  </a:lnTo>
                  <a:lnTo>
                    <a:pt x="17" y="20"/>
                  </a:lnTo>
                  <a:lnTo>
                    <a:pt x="0" y="40"/>
                  </a:lnTo>
                  <a:lnTo>
                    <a:pt x="4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66" name=""/>
            <p:cNvSpPr/>
            <p:nvPr/>
          </p:nvSpPr>
          <p:spPr>
            <a:xfrm rot="0">
              <a:off x="2235" y="3036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0" y="21"/>
                  </a:moveTo>
                  <a:lnTo>
                    <a:pt x="18" y="1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67" name=""/>
            <p:cNvSpPr/>
            <p:nvPr/>
          </p:nvSpPr>
          <p:spPr>
            <a:xfrm rot="0" flipH="1" flipV="1">
              <a:off x="2240" y="30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68" name=""/>
            <p:cNvSpPr/>
            <p:nvPr/>
          </p:nvSpPr>
          <p:spPr>
            <a:xfrm rot="0">
              <a:off x="2215" y="3025"/>
              <a:ext cx="25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43" y="74"/>
                  </a:moveTo>
                  <a:lnTo>
                    <a:pt x="58" y="53"/>
                  </a:lnTo>
                  <a:lnTo>
                    <a:pt x="74" y="32"/>
                  </a:lnTo>
                  <a:lnTo>
                    <a:pt x="31" y="0"/>
                  </a:lnTo>
                  <a:lnTo>
                    <a:pt x="16" y="21"/>
                  </a:lnTo>
                  <a:lnTo>
                    <a:pt x="0" y="42"/>
                  </a:lnTo>
                  <a:lnTo>
                    <a:pt x="43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69" name=""/>
            <p:cNvSpPr/>
            <p:nvPr/>
          </p:nvSpPr>
          <p:spPr>
            <a:xfrm rot="0">
              <a:off x="2215" y="3025"/>
              <a:ext cx="25" cy="25"/>
            </a:xfrm>
            <a:custGeom>
              <a:avLst/>
              <a:ahLst/>
              <a:rect l="0" t="0" r="r" b="b"/>
              <a:pathLst>
                <a:path w="74" h="74">
                  <a:moveTo>
                    <a:pt x="43" y="74"/>
                  </a:moveTo>
                  <a:lnTo>
                    <a:pt x="58" y="53"/>
                  </a:lnTo>
                  <a:lnTo>
                    <a:pt x="74" y="32"/>
                  </a:lnTo>
                  <a:lnTo>
                    <a:pt x="31" y="0"/>
                  </a:lnTo>
                  <a:lnTo>
                    <a:pt x="16" y="21"/>
                  </a:lnTo>
                  <a:lnTo>
                    <a:pt x="0" y="42"/>
                  </a:lnTo>
                  <a:lnTo>
                    <a:pt x="43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70" name=""/>
            <p:cNvSpPr/>
            <p:nvPr/>
          </p:nvSpPr>
          <p:spPr>
            <a:xfrm rot="0">
              <a:off x="2221" y="3025"/>
              <a:ext cx="5" cy="7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1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71" name=""/>
            <p:cNvSpPr/>
            <p:nvPr/>
          </p:nvSpPr>
          <p:spPr>
            <a:xfrm rot="0" flipH="1" flipV="1">
              <a:off x="2225" y="3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72" name=""/>
            <p:cNvSpPr/>
            <p:nvPr/>
          </p:nvSpPr>
          <p:spPr>
            <a:xfrm rot="0">
              <a:off x="2201" y="3015"/>
              <a:ext cx="24" cy="24"/>
            </a:xfrm>
            <a:custGeom>
              <a:avLst/>
              <a:ahLst/>
              <a:rect l="0" t="0" r="r" b="b"/>
              <a:pathLst>
                <a:path w="74" h="74">
                  <a:moveTo>
                    <a:pt x="45" y="74"/>
                  </a:moveTo>
                  <a:lnTo>
                    <a:pt x="60" y="52"/>
                  </a:lnTo>
                  <a:lnTo>
                    <a:pt x="74" y="30"/>
                  </a:lnTo>
                  <a:lnTo>
                    <a:pt x="29" y="0"/>
                  </a:lnTo>
                  <a:lnTo>
                    <a:pt x="14" y="22"/>
                  </a:lnTo>
                  <a:lnTo>
                    <a:pt x="0" y="44"/>
                  </a:lnTo>
                  <a:lnTo>
                    <a:pt x="45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73" name=""/>
            <p:cNvSpPr/>
            <p:nvPr/>
          </p:nvSpPr>
          <p:spPr>
            <a:xfrm rot="0">
              <a:off x="2201" y="3015"/>
              <a:ext cx="24" cy="24"/>
            </a:xfrm>
            <a:custGeom>
              <a:avLst/>
              <a:ahLst/>
              <a:rect l="0" t="0" r="r" b="b"/>
              <a:pathLst>
                <a:path w="74" h="74">
                  <a:moveTo>
                    <a:pt x="45" y="74"/>
                  </a:moveTo>
                  <a:lnTo>
                    <a:pt x="60" y="52"/>
                  </a:lnTo>
                  <a:lnTo>
                    <a:pt x="74" y="30"/>
                  </a:lnTo>
                  <a:lnTo>
                    <a:pt x="29" y="0"/>
                  </a:lnTo>
                  <a:lnTo>
                    <a:pt x="14" y="22"/>
                  </a:lnTo>
                  <a:lnTo>
                    <a:pt x="0" y="44"/>
                  </a:lnTo>
                  <a:lnTo>
                    <a:pt x="45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74" name=""/>
            <p:cNvSpPr/>
            <p:nvPr/>
          </p:nvSpPr>
          <p:spPr>
            <a:xfrm rot="0">
              <a:off x="2205" y="3014"/>
              <a:ext cx="5" cy="8"/>
            </a:xfrm>
            <a:custGeom>
              <a:avLst/>
              <a:ahLst/>
              <a:rect l="0" t="0" r="r" b="b"/>
              <a:pathLst>
                <a:path w="15" h="23">
                  <a:moveTo>
                    <a:pt x="0" y="23"/>
                  </a:moveTo>
                  <a:lnTo>
                    <a:pt x="15" y="1"/>
                  </a:lnTo>
                  <a:lnTo>
                    <a:pt x="13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75" name=""/>
            <p:cNvSpPr/>
            <p:nvPr/>
          </p:nvSpPr>
          <p:spPr>
            <a:xfrm rot="0" flipH="1" flipV="1">
              <a:off x="2210" y="30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76" name=""/>
            <p:cNvSpPr/>
            <p:nvPr/>
          </p:nvSpPr>
          <p:spPr>
            <a:xfrm rot="0">
              <a:off x="2186" y="3006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47" y="72"/>
                  </a:moveTo>
                  <a:lnTo>
                    <a:pt x="59" y="49"/>
                  </a:lnTo>
                  <a:lnTo>
                    <a:pt x="72" y="26"/>
                  </a:lnTo>
                  <a:lnTo>
                    <a:pt x="25" y="0"/>
                  </a:lnTo>
                  <a:lnTo>
                    <a:pt x="12" y="23"/>
                  </a:lnTo>
                  <a:lnTo>
                    <a:pt x="0" y="46"/>
                  </a:lnTo>
                  <a:lnTo>
                    <a:pt x="47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77" name=""/>
            <p:cNvSpPr/>
            <p:nvPr/>
          </p:nvSpPr>
          <p:spPr>
            <a:xfrm rot="0">
              <a:off x="2186" y="3006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47" y="72"/>
                  </a:moveTo>
                  <a:lnTo>
                    <a:pt x="59" y="49"/>
                  </a:lnTo>
                  <a:lnTo>
                    <a:pt x="72" y="26"/>
                  </a:lnTo>
                  <a:lnTo>
                    <a:pt x="25" y="0"/>
                  </a:lnTo>
                  <a:lnTo>
                    <a:pt x="12" y="23"/>
                  </a:lnTo>
                  <a:lnTo>
                    <a:pt x="0" y="46"/>
                  </a:lnTo>
                  <a:lnTo>
                    <a:pt x="47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78" name=""/>
            <p:cNvSpPr/>
            <p:nvPr/>
          </p:nvSpPr>
          <p:spPr>
            <a:xfrm rot="0">
              <a:off x="2190" y="3005"/>
              <a:ext cx="4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24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79" name=""/>
            <p:cNvSpPr/>
            <p:nvPr/>
          </p:nvSpPr>
          <p:spPr>
            <a:xfrm rot="0" flipH="1" flipV="1">
              <a:off x="2194" y="30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80" name=""/>
            <p:cNvSpPr/>
            <p:nvPr/>
          </p:nvSpPr>
          <p:spPr>
            <a:xfrm rot="0">
              <a:off x="2170" y="2997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49" y="72"/>
                  </a:moveTo>
                  <a:lnTo>
                    <a:pt x="60" y="48"/>
                  </a:lnTo>
                  <a:lnTo>
                    <a:pt x="72" y="24"/>
                  </a:lnTo>
                  <a:lnTo>
                    <a:pt x="23" y="0"/>
                  </a:lnTo>
                  <a:lnTo>
                    <a:pt x="12" y="24"/>
                  </a:lnTo>
                  <a:lnTo>
                    <a:pt x="0" y="48"/>
                  </a:lnTo>
                  <a:lnTo>
                    <a:pt x="49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81" name=""/>
            <p:cNvSpPr/>
            <p:nvPr/>
          </p:nvSpPr>
          <p:spPr>
            <a:xfrm rot="0">
              <a:off x="2170" y="2997"/>
              <a:ext cx="24" cy="24"/>
            </a:xfrm>
            <a:custGeom>
              <a:avLst/>
              <a:ahLst/>
              <a:rect l="0" t="0" r="r" b="b"/>
              <a:pathLst>
                <a:path w="72" h="72">
                  <a:moveTo>
                    <a:pt x="49" y="72"/>
                  </a:moveTo>
                  <a:lnTo>
                    <a:pt x="60" y="48"/>
                  </a:lnTo>
                  <a:lnTo>
                    <a:pt x="72" y="24"/>
                  </a:lnTo>
                  <a:lnTo>
                    <a:pt x="23" y="0"/>
                  </a:lnTo>
                  <a:lnTo>
                    <a:pt x="12" y="24"/>
                  </a:lnTo>
                  <a:lnTo>
                    <a:pt x="0" y="48"/>
                  </a:lnTo>
                  <a:lnTo>
                    <a:pt x="49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82" name=""/>
            <p:cNvSpPr/>
            <p:nvPr/>
          </p:nvSpPr>
          <p:spPr>
            <a:xfrm rot="0">
              <a:off x="2174" y="2997"/>
              <a:ext cx="3" cy="8"/>
            </a:xfrm>
            <a:custGeom>
              <a:avLst/>
              <a:ahLst/>
              <a:rect l="0" t="0" r="r" b="b"/>
              <a:pathLst>
                <a:path w="11" h="25">
                  <a:moveTo>
                    <a:pt x="0" y="25"/>
                  </a:moveTo>
                  <a:lnTo>
                    <a:pt x="11" y="1"/>
                  </a:lnTo>
                  <a:lnTo>
                    <a:pt x="9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83" name=""/>
            <p:cNvSpPr/>
            <p:nvPr/>
          </p:nvSpPr>
          <p:spPr>
            <a:xfrm rot="0" flipH="1" flipV="1">
              <a:off x="2177" y="29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84" name=""/>
            <p:cNvSpPr/>
            <p:nvPr/>
          </p:nvSpPr>
          <p:spPr>
            <a:xfrm rot="0">
              <a:off x="2154" y="2991"/>
              <a:ext cx="23" cy="23"/>
            </a:xfrm>
            <a:custGeom>
              <a:avLst/>
              <a:ahLst/>
              <a:rect l="0" t="0" r="r" b="b"/>
              <a:pathLst>
                <a:path w="68" h="69">
                  <a:moveTo>
                    <a:pt x="49" y="69"/>
                  </a:moveTo>
                  <a:lnTo>
                    <a:pt x="59" y="44"/>
                  </a:lnTo>
                  <a:lnTo>
                    <a:pt x="68" y="19"/>
                  </a:lnTo>
                  <a:lnTo>
                    <a:pt x="18" y="0"/>
                  </a:lnTo>
                  <a:lnTo>
                    <a:pt x="9" y="24"/>
                  </a:lnTo>
                  <a:lnTo>
                    <a:pt x="0" y="49"/>
                  </a:lnTo>
                  <a:lnTo>
                    <a:pt x="49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85" name=""/>
            <p:cNvSpPr/>
            <p:nvPr/>
          </p:nvSpPr>
          <p:spPr>
            <a:xfrm rot="0">
              <a:off x="2154" y="2991"/>
              <a:ext cx="23" cy="23"/>
            </a:xfrm>
            <a:custGeom>
              <a:avLst/>
              <a:ahLst/>
              <a:rect l="0" t="0" r="r" b="b"/>
              <a:pathLst>
                <a:path w="68" h="69">
                  <a:moveTo>
                    <a:pt x="49" y="69"/>
                  </a:moveTo>
                  <a:lnTo>
                    <a:pt x="59" y="44"/>
                  </a:lnTo>
                  <a:lnTo>
                    <a:pt x="68" y="19"/>
                  </a:lnTo>
                  <a:lnTo>
                    <a:pt x="18" y="0"/>
                  </a:lnTo>
                  <a:lnTo>
                    <a:pt x="9" y="24"/>
                  </a:lnTo>
                  <a:lnTo>
                    <a:pt x="0" y="49"/>
                  </a:lnTo>
                  <a:lnTo>
                    <a:pt x="49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86" name=""/>
            <p:cNvSpPr/>
            <p:nvPr/>
          </p:nvSpPr>
          <p:spPr>
            <a:xfrm rot="0">
              <a:off x="2157" y="2991"/>
              <a:ext cx="3" cy="8"/>
            </a:xfrm>
            <a:custGeom>
              <a:avLst/>
              <a:ahLst/>
              <a:rect l="0" t="0" r="r" b="b"/>
              <a:pathLst>
                <a:path w="9" h="24">
                  <a:moveTo>
                    <a:pt x="0" y="24"/>
                  </a:moveTo>
                  <a:lnTo>
                    <a:pt x="9" y="0"/>
                  </a:lnTo>
                  <a:lnTo>
                    <a:pt x="7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87" name=""/>
            <p:cNvSpPr/>
            <p:nvPr/>
          </p:nvSpPr>
          <p:spPr>
            <a:xfrm rot="0" flipH="1">
              <a:off x="2159" y="2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2888" name=""/>
            <p:cNvSpPr/>
            <p:nvPr/>
          </p:nvSpPr>
          <p:spPr>
            <a:xfrm rot="0">
              <a:off x="2137" y="2985"/>
              <a:ext cx="22" cy="22"/>
            </a:xfrm>
            <a:custGeom>
              <a:avLst/>
              <a:ahLst/>
              <a:rect l="0" t="0" r="r" b="b"/>
              <a:pathLst>
                <a:path w="66" h="65">
                  <a:moveTo>
                    <a:pt x="52" y="65"/>
                  </a:moveTo>
                  <a:lnTo>
                    <a:pt x="59" y="40"/>
                  </a:lnTo>
                  <a:lnTo>
                    <a:pt x="66" y="16"/>
                  </a:lnTo>
                  <a:lnTo>
                    <a:pt x="14" y="0"/>
                  </a:lnTo>
                  <a:lnTo>
                    <a:pt x="7" y="25"/>
                  </a:lnTo>
                  <a:lnTo>
                    <a:pt x="0" y="50"/>
                  </a:lnTo>
                  <a:lnTo>
                    <a:pt x="52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2889" name=""/>
            <p:cNvSpPr/>
            <p:nvPr/>
          </p:nvSpPr>
          <p:spPr>
            <a:xfrm rot="0">
              <a:off x="2137" y="2985"/>
              <a:ext cx="22" cy="22"/>
            </a:xfrm>
            <a:custGeom>
              <a:avLst/>
              <a:ahLst/>
              <a:rect l="0" t="0" r="r" b="b"/>
              <a:pathLst>
                <a:path w="66" h="65">
                  <a:moveTo>
                    <a:pt x="52" y="65"/>
                  </a:moveTo>
                  <a:lnTo>
                    <a:pt x="59" y="40"/>
                  </a:lnTo>
                  <a:lnTo>
                    <a:pt x="66" y="16"/>
                  </a:lnTo>
                  <a:lnTo>
                    <a:pt x="14" y="0"/>
                  </a:lnTo>
                  <a:lnTo>
                    <a:pt x="7" y="25"/>
                  </a:lnTo>
                  <a:lnTo>
                    <a:pt x="0" y="50"/>
                  </a:lnTo>
                  <a:lnTo>
                    <a:pt x="52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2890" name=""/>
          <p:cNvSpPr/>
          <p:nvPr/>
        </p:nvSpPr>
        <p:spPr>
          <a:xfrm rot="0">
            <a:off x="3397250" y="4738687"/>
            <a:ext cx="3175" cy="14287"/>
          </a:xfrm>
          <a:custGeom>
            <a:avLst/>
            <a:ahLst/>
            <a:rect l="0" t="0" r="r" b="b"/>
            <a:pathLst>
              <a:path w="7" h="26">
                <a:moveTo>
                  <a:pt x="0" y="26"/>
                </a:moveTo>
                <a:lnTo>
                  <a:pt x="7" y="1"/>
                </a:lnTo>
                <a:lnTo>
                  <a:pt x="6" y="0"/>
                </a:lnTo>
                <a:lnTo>
                  <a:pt x="0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891" name=""/>
          <p:cNvSpPr/>
          <p:nvPr/>
        </p:nvSpPr>
        <p:spPr>
          <a:xfrm rot="0" flipH="1" flipV="1">
            <a:off x="3400425" y="473868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892" name=""/>
          <p:cNvSpPr/>
          <p:nvPr/>
        </p:nvSpPr>
        <p:spPr>
          <a:xfrm rot="0">
            <a:off x="3365500" y="4732337"/>
            <a:ext cx="34925" cy="33337"/>
          </a:xfrm>
          <a:custGeom>
            <a:avLst/>
            <a:ahLst/>
            <a:rect l="0" t="0" r="r" b="b"/>
            <a:pathLst>
              <a:path w="64" h="65">
                <a:moveTo>
                  <a:pt x="52" y="65"/>
                </a:moveTo>
                <a:lnTo>
                  <a:pt x="58" y="39"/>
                </a:lnTo>
                <a:lnTo>
                  <a:pt x="64" y="13"/>
                </a:lnTo>
                <a:lnTo>
                  <a:pt x="13" y="0"/>
                </a:lnTo>
                <a:lnTo>
                  <a:pt x="6" y="25"/>
                </a:lnTo>
                <a:lnTo>
                  <a:pt x="0" y="51"/>
                </a:lnTo>
                <a:lnTo>
                  <a:pt x="52" y="6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893" name=""/>
          <p:cNvSpPr/>
          <p:nvPr/>
        </p:nvSpPr>
        <p:spPr>
          <a:xfrm rot="0">
            <a:off x="3365500" y="4732337"/>
            <a:ext cx="34925" cy="33337"/>
          </a:xfrm>
          <a:custGeom>
            <a:avLst/>
            <a:ahLst/>
            <a:rect l="0" t="0" r="r" b="b"/>
            <a:pathLst>
              <a:path w="64" h="65">
                <a:moveTo>
                  <a:pt x="52" y="65"/>
                </a:moveTo>
                <a:lnTo>
                  <a:pt x="58" y="39"/>
                </a:lnTo>
                <a:lnTo>
                  <a:pt x="64" y="13"/>
                </a:lnTo>
                <a:lnTo>
                  <a:pt x="13" y="0"/>
                </a:lnTo>
                <a:lnTo>
                  <a:pt x="6" y="25"/>
                </a:lnTo>
                <a:lnTo>
                  <a:pt x="0" y="51"/>
                </a:lnTo>
                <a:lnTo>
                  <a:pt x="52" y="65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894" name=""/>
          <p:cNvSpPr/>
          <p:nvPr/>
        </p:nvSpPr>
        <p:spPr>
          <a:xfrm rot="0">
            <a:off x="3368675" y="4732337"/>
            <a:ext cx="4762" cy="12700"/>
          </a:xfrm>
          <a:custGeom>
            <a:avLst/>
            <a:ahLst/>
            <a:rect l="0" t="0" r="r" b="b"/>
            <a:pathLst>
              <a:path w="7" h="25">
                <a:moveTo>
                  <a:pt x="0" y="25"/>
                </a:moveTo>
                <a:lnTo>
                  <a:pt x="7" y="0"/>
                </a:lnTo>
                <a:lnTo>
                  <a:pt x="4" y="0"/>
                </a:lnTo>
                <a:lnTo>
                  <a:pt x="0" y="25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895" name=""/>
          <p:cNvSpPr/>
          <p:nvPr/>
        </p:nvSpPr>
        <p:spPr>
          <a:xfrm rot="0" flipH="1">
            <a:off x="3371850" y="47323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896" name=""/>
          <p:cNvSpPr/>
          <p:nvPr/>
        </p:nvSpPr>
        <p:spPr>
          <a:xfrm rot="0">
            <a:off x="3338512" y="4727575"/>
            <a:ext cx="33337" cy="31750"/>
          </a:xfrm>
          <a:custGeom>
            <a:avLst/>
            <a:ahLst/>
            <a:rect l="0" t="0" r="r" b="b"/>
            <a:pathLst>
              <a:path w="61" h="60">
                <a:moveTo>
                  <a:pt x="53" y="60"/>
                </a:moveTo>
                <a:lnTo>
                  <a:pt x="57" y="34"/>
                </a:lnTo>
                <a:lnTo>
                  <a:pt x="61" y="9"/>
                </a:lnTo>
                <a:lnTo>
                  <a:pt x="9" y="0"/>
                </a:lnTo>
                <a:lnTo>
                  <a:pt x="4" y="26"/>
                </a:lnTo>
                <a:lnTo>
                  <a:pt x="0" y="52"/>
                </a:lnTo>
                <a:lnTo>
                  <a:pt x="53" y="6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897" name=""/>
          <p:cNvSpPr/>
          <p:nvPr/>
        </p:nvSpPr>
        <p:spPr>
          <a:xfrm rot="0">
            <a:off x="3338512" y="4727575"/>
            <a:ext cx="33337" cy="31750"/>
          </a:xfrm>
          <a:custGeom>
            <a:avLst/>
            <a:ahLst/>
            <a:rect l="0" t="0" r="r" b="b"/>
            <a:pathLst>
              <a:path w="61" h="60">
                <a:moveTo>
                  <a:pt x="53" y="60"/>
                </a:moveTo>
                <a:lnTo>
                  <a:pt x="57" y="34"/>
                </a:lnTo>
                <a:lnTo>
                  <a:pt x="61" y="9"/>
                </a:lnTo>
                <a:lnTo>
                  <a:pt x="9" y="0"/>
                </a:lnTo>
                <a:lnTo>
                  <a:pt x="4" y="26"/>
                </a:lnTo>
                <a:lnTo>
                  <a:pt x="0" y="52"/>
                </a:lnTo>
                <a:lnTo>
                  <a:pt x="53" y="6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898" name=""/>
          <p:cNvSpPr/>
          <p:nvPr/>
        </p:nvSpPr>
        <p:spPr>
          <a:xfrm rot="0">
            <a:off x="3341687" y="4727575"/>
            <a:ext cx="1587" cy="12700"/>
          </a:xfrm>
          <a:custGeom>
            <a:avLst/>
            <a:ahLst/>
            <a:rect l="0" t="0" r="r" b="b"/>
            <a:pathLst>
              <a:path w="5" h="26">
                <a:moveTo>
                  <a:pt x="0" y="26"/>
                </a:moveTo>
                <a:lnTo>
                  <a:pt x="5" y="0"/>
                </a:lnTo>
                <a:lnTo>
                  <a:pt x="4" y="0"/>
                </a:lnTo>
                <a:lnTo>
                  <a:pt x="0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899" name=""/>
          <p:cNvSpPr/>
          <p:nvPr/>
        </p:nvSpPr>
        <p:spPr>
          <a:xfrm rot="0" flipH="1">
            <a:off x="3343275" y="4727575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00" name=""/>
          <p:cNvSpPr/>
          <p:nvPr/>
        </p:nvSpPr>
        <p:spPr>
          <a:xfrm rot="0">
            <a:off x="3311525" y="4724400"/>
            <a:ext cx="31750" cy="30162"/>
          </a:xfrm>
          <a:custGeom>
            <a:avLst/>
            <a:ahLst/>
            <a:rect l="0" t="0" r="r" b="b"/>
            <a:pathLst>
              <a:path w="61" h="58">
                <a:moveTo>
                  <a:pt x="54" y="58"/>
                </a:moveTo>
                <a:lnTo>
                  <a:pt x="57" y="32"/>
                </a:lnTo>
                <a:lnTo>
                  <a:pt x="61" y="6"/>
                </a:lnTo>
                <a:lnTo>
                  <a:pt x="7" y="0"/>
                </a:lnTo>
                <a:lnTo>
                  <a:pt x="4" y="26"/>
                </a:lnTo>
                <a:lnTo>
                  <a:pt x="0" y="52"/>
                </a:lnTo>
                <a:lnTo>
                  <a:pt x="54" y="58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01" name=""/>
          <p:cNvSpPr/>
          <p:nvPr/>
        </p:nvSpPr>
        <p:spPr>
          <a:xfrm rot="0">
            <a:off x="3311525" y="4724400"/>
            <a:ext cx="31750" cy="30162"/>
          </a:xfrm>
          <a:custGeom>
            <a:avLst/>
            <a:ahLst/>
            <a:rect l="0" t="0" r="r" b="b"/>
            <a:pathLst>
              <a:path w="61" h="58">
                <a:moveTo>
                  <a:pt x="54" y="58"/>
                </a:moveTo>
                <a:lnTo>
                  <a:pt x="57" y="32"/>
                </a:lnTo>
                <a:lnTo>
                  <a:pt x="61" y="6"/>
                </a:lnTo>
                <a:lnTo>
                  <a:pt x="7" y="0"/>
                </a:lnTo>
                <a:lnTo>
                  <a:pt x="4" y="26"/>
                </a:lnTo>
                <a:lnTo>
                  <a:pt x="0" y="52"/>
                </a:lnTo>
                <a:lnTo>
                  <a:pt x="54" y="5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02" name=""/>
          <p:cNvSpPr/>
          <p:nvPr/>
        </p:nvSpPr>
        <p:spPr>
          <a:xfrm rot="0">
            <a:off x="3313112" y="4724400"/>
            <a:ext cx="1587" cy="12700"/>
          </a:xfrm>
          <a:custGeom>
            <a:avLst/>
            <a:ahLst/>
            <a:rect l="0" t="0" r="r" b="b"/>
            <a:pathLst>
              <a:path w="3" h="26">
                <a:moveTo>
                  <a:pt x="0" y="26"/>
                </a:moveTo>
                <a:lnTo>
                  <a:pt x="3" y="0"/>
                </a:lnTo>
                <a:lnTo>
                  <a:pt x="1" y="0"/>
                </a:lnTo>
                <a:lnTo>
                  <a:pt x="0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03" name=""/>
          <p:cNvSpPr/>
          <p:nvPr/>
        </p:nvSpPr>
        <p:spPr>
          <a:xfrm rot="0" flipH="1">
            <a:off x="3313112" y="4724400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04" name=""/>
          <p:cNvSpPr/>
          <p:nvPr/>
        </p:nvSpPr>
        <p:spPr>
          <a:xfrm rot="0">
            <a:off x="3284537" y="4722812"/>
            <a:ext cx="28575" cy="28575"/>
          </a:xfrm>
          <a:custGeom>
            <a:avLst/>
            <a:ahLst/>
            <a:rect l="0" t="0" r="r" b="b"/>
            <a:pathLst>
              <a:path w="55" h="54">
                <a:moveTo>
                  <a:pt x="52" y="54"/>
                </a:moveTo>
                <a:lnTo>
                  <a:pt x="54" y="28"/>
                </a:lnTo>
                <a:lnTo>
                  <a:pt x="55" y="2"/>
                </a:lnTo>
                <a:lnTo>
                  <a:pt x="2" y="0"/>
                </a:lnTo>
                <a:lnTo>
                  <a:pt x="1" y="26"/>
                </a:lnTo>
                <a:lnTo>
                  <a:pt x="0" y="52"/>
                </a:lnTo>
                <a:lnTo>
                  <a:pt x="52" y="54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05" name=""/>
          <p:cNvSpPr/>
          <p:nvPr/>
        </p:nvSpPr>
        <p:spPr>
          <a:xfrm rot="0">
            <a:off x="3284537" y="4722812"/>
            <a:ext cx="28575" cy="28575"/>
          </a:xfrm>
          <a:custGeom>
            <a:avLst/>
            <a:ahLst/>
            <a:rect l="0" t="0" r="r" b="b"/>
            <a:pathLst>
              <a:path w="55" h="54">
                <a:moveTo>
                  <a:pt x="52" y="54"/>
                </a:moveTo>
                <a:lnTo>
                  <a:pt x="54" y="28"/>
                </a:lnTo>
                <a:lnTo>
                  <a:pt x="55" y="2"/>
                </a:lnTo>
                <a:lnTo>
                  <a:pt x="2" y="0"/>
                </a:lnTo>
                <a:lnTo>
                  <a:pt x="1" y="26"/>
                </a:lnTo>
                <a:lnTo>
                  <a:pt x="0" y="52"/>
                </a:lnTo>
                <a:lnTo>
                  <a:pt x="52" y="54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06" name=""/>
          <p:cNvSpPr/>
          <p:nvPr/>
        </p:nvSpPr>
        <p:spPr>
          <a:xfrm rot="0">
            <a:off x="3271837" y="4722812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26" y="26"/>
                </a:moveTo>
                <a:lnTo>
                  <a:pt x="25" y="52"/>
                </a:lnTo>
                <a:lnTo>
                  <a:pt x="16" y="51"/>
                </a:lnTo>
                <a:lnTo>
                  <a:pt x="9" y="47"/>
                </a:lnTo>
                <a:lnTo>
                  <a:pt x="4" y="40"/>
                </a:lnTo>
                <a:lnTo>
                  <a:pt x="0" y="33"/>
                </a:lnTo>
                <a:lnTo>
                  <a:pt x="0" y="25"/>
                </a:lnTo>
                <a:lnTo>
                  <a:pt x="1" y="17"/>
                </a:lnTo>
                <a:lnTo>
                  <a:pt x="5" y="9"/>
                </a:lnTo>
                <a:lnTo>
                  <a:pt x="11" y="4"/>
                </a:lnTo>
                <a:lnTo>
                  <a:pt x="18" y="0"/>
                </a:lnTo>
                <a:lnTo>
                  <a:pt x="27" y="0"/>
                </a:lnTo>
                <a:lnTo>
                  <a:pt x="26" y="2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07" name=""/>
          <p:cNvSpPr/>
          <p:nvPr/>
        </p:nvSpPr>
        <p:spPr>
          <a:xfrm rot="0">
            <a:off x="3271837" y="4722812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25" y="52"/>
                </a:moveTo>
                <a:lnTo>
                  <a:pt x="16" y="51"/>
                </a:lnTo>
                <a:lnTo>
                  <a:pt x="9" y="47"/>
                </a:lnTo>
                <a:lnTo>
                  <a:pt x="4" y="40"/>
                </a:lnTo>
                <a:lnTo>
                  <a:pt x="0" y="33"/>
                </a:lnTo>
                <a:lnTo>
                  <a:pt x="0" y="25"/>
                </a:lnTo>
                <a:lnTo>
                  <a:pt x="1" y="17"/>
                </a:lnTo>
                <a:lnTo>
                  <a:pt x="5" y="9"/>
                </a:lnTo>
                <a:lnTo>
                  <a:pt x="11" y="4"/>
                </a:lnTo>
                <a:lnTo>
                  <a:pt x="18" y="0"/>
                </a:lnTo>
                <a:lnTo>
                  <a:pt x="27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08" name=""/>
          <p:cNvSpPr/>
          <p:nvPr/>
        </p:nvSpPr>
        <p:spPr>
          <a:xfrm rot="0">
            <a:off x="2603500" y="5556250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5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09" name=""/>
          <p:cNvSpPr/>
          <p:nvPr/>
        </p:nvSpPr>
        <p:spPr>
          <a:xfrm rot="0">
            <a:off x="2603500" y="5556250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5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10" name=""/>
          <p:cNvSpPr/>
          <p:nvPr/>
        </p:nvSpPr>
        <p:spPr>
          <a:xfrm rot="0">
            <a:off x="2617787" y="5556250"/>
            <a:ext cx="666750" cy="28575"/>
          </a:xfrm>
          <a:custGeom>
            <a:avLst/>
            <a:ahLst/>
            <a:rect l="0" t="0" r="r" b="b"/>
            <a:pathLst>
              <a:path w="1261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1261" y="53"/>
                </a:lnTo>
                <a:lnTo>
                  <a:pt x="1261" y="27"/>
                </a:lnTo>
                <a:lnTo>
                  <a:pt x="1261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11" name=""/>
          <p:cNvSpPr/>
          <p:nvPr/>
        </p:nvSpPr>
        <p:spPr>
          <a:xfrm rot="0">
            <a:off x="2617787" y="5556250"/>
            <a:ext cx="666750" cy="28575"/>
          </a:xfrm>
          <a:custGeom>
            <a:avLst/>
            <a:ahLst/>
            <a:rect l="0" t="0" r="r" b="b"/>
            <a:pathLst>
              <a:path w="1261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1261" y="53"/>
                </a:lnTo>
                <a:lnTo>
                  <a:pt x="1261" y="27"/>
                </a:lnTo>
                <a:lnTo>
                  <a:pt x="1261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12" name=""/>
          <p:cNvSpPr/>
          <p:nvPr/>
        </p:nvSpPr>
        <p:spPr>
          <a:xfrm rot="0">
            <a:off x="3284537" y="5556250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8" y="2"/>
                </a:lnTo>
                <a:lnTo>
                  <a:pt x="15" y="5"/>
                </a:lnTo>
                <a:lnTo>
                  <a:pt x="21" y="12"/>
                </a:lnTo>
                <a:lnTo>
                  <a:pt x="25" y="19"/>
                </a:lnTo>
                <a:lnTo>
                  <a:pt x="27" y="27"/>
                </a:lnTo>
                <a:lnTo>
                  <a:pt x="25" y="35"/>
                </a:lnTo>
                <a:lnTo>
                  <a:pt x="21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13" name=""/>
          <p:cNvSpPr/>
          <p:nvPr/>
        </p:nvSpPr>
        <p:spPr>
          <a:xfrm rot="0">
            <a:off x="3284537" y="5556250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8" y="2"/>
                </a:lnTo>
                <a:lnTo>
                  <a:pt x="15" y="5"/>
                </a:lnTo>
                <a:lnTo>
                  <a:pt x="21" y="12"/>
                </a:lnTo>
                <a:lnTo>
                  <a:pt x="25" y="19"/>
                </a:lnTo>
                <a:lnTo>
                  <a:pt x="27" y="27"/>
                </a:lnTo>
                <a:lnTo>
                  <a:pt x="25" y="35"/>
                </a:lnTo>
                <a:lnTo>
                  <a:pt x="21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14" name=""/>
          <p:cNvSpPr/>
          <p:nvPr/>
        </p:nvSpPr>
        <p:spPr>
          <a:xfrm rot="0">
            <a:off x="1936750" y="5973762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5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15" name=""/>
          <p:cNvSpPr/>
          <p:nvPr/>
        </p:nvSpPr>
        <p:spPr>
          <a:xfrm rot="0">
            <a:off x="1936750" y="5973762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5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16" name=""/>
          <p:cNvSpPr/>
          <p:nvPr/>
        </p:nvSpPr>
        <p:spPr>
          <a:xfrm rot="0">
            <a:off x="1951037" y="5973762"/>
            <a:ext cx="2000250" cy="28575"/>
          </a:xfrm>
          <a:custGeom>
            <a:avLst/>
            <a:ahLst/>
            <a:rect l="0" t="0" r="r" b="b"/>
            <a:pathLst>
              <a:path w="3780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3780" y="53"/>
                </a:lnTo>
                <a:lnTo>
                  <a:pt x="3780" y="27"/>
                </a:lnTo>
                <a:lnTo>
                  <a:pt x="3780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17" name=""/>
          <p:cNvSpPr/>
          <p:nvPr/>
        </p:nvSpPr>
        <p:spPr>
          <a:xfrm rot="0">
            <a:off x="1951037" y="5973762"/>
            <a:ext cx="2000250" cy="28575"/>
          </a:xfrm>
          <a:custGeom>
            <a:avLst/>
            <a:ahLst/>
            <a:rect l="0" t="0" r="r" b="b"/>
            <a:pathLst>
              <a:path w="3780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3780" y="53"/>
                </a:lnTo>
                <a:lnTo>
                  <a:pt x="3780" y="27"/>
                </a:lnTo>
                <a:lnTo>
                  <a:pt x="378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18" name=""/>
          <p:cNvSpPr/>
          <p:nvPr/>
        </p:nvSpPr>
        <p:spPr>
          <a:xfrm rot="0">
            <a:off x="3951287" y="5973762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2" y="12"/>
                </a:lnTo>
                <a:lnTo>
                  <a:pt x="25" y="19"/>
                </a:lnTo>
                <a:lnTo>
                  <a:pt x="27" y="27"/>
                </a:lnTo>
                <a:lnTo>
                  <a:pt x="25" y="35"/>
                </a:lnTo>
                <a:lnTo>
                  <a:pt x="22" y="43"/>
                </a:lnTo>
                <a:lnTo>
                  <a:pt x="16" y="49"/>
                </a:lnTo>
                <a:lnTo>
                  <a:pt x="9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19" name=""/>
          <p:cNvSpPr/>
          <p:nvPr/>
        </p:nvSpPr>
        <p:spPr>
          <a:xfrm rot="0">
            <a:off x="3951287" y="5973762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2" y="12"/>
                </a:lnTo>
                <a:lnTo>
                  <a:pt x="25" y="19"/>
                </a:lnTo>
                <a:lnTo>
                  <a:pt x="27" y="27"/>
                </a:lnTo>
                <a:lnTo>
                  <a:pt x="25" y="35"/>
                </a:lnTo>
                <a:lnTo>
                  <a:pt x="22" y="43"/>
                </a:lnTo>
                <a:lnTo>
                  <a:pt x="16" y="49"/>
                </a:lnTo>
                <a:lnTo>
                  <a:pt x="9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20" name=""/>
          <p:cNvSpPr/>
          <p:nvPr/>
        </p:nvSpPr>
        <p:spPr>
          <a:xfrm rot="0">
            <a:off x="3951287" y="4305300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6" y="49"/>
                </a:lnTo>
                <a:lnTo>
                  <a:pt x="9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21" name=""/>
          <p:cNvSpPr/>
          <p:nvPr/>
        </p:nvSpPr>
        <p:spPr>
          <a:xfrm rot="0">
            <a:off x="3951287" y="4305300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6" y="49"/>
                </a:lnTo>
                <a:lnTo>
                  <a:pt x="9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22" name=""/>
          <p:cNvSpPr/>
          <p:nvPr/>
        </p:nvSpPr>
        <p:spPr>
          <a:xfrm rot="0">
            <a:off x="1951037" y="4305300"/>
            <a:ext cx="2000250" cy="28575"/>
          </a:xfrm>
          <a:custGeom>
            <a:avLst/>
            <a:ahLst/>
            <a:rect l="0" t="0" r="r" b="b"/>
            <a:pathLst>
              <a:path w="3780" h="53">
                <a:moveTo>
                  <a:pt x="3780" y="53"/>
                </a:moveTo>
                <a:lnTo>
                  <a:pt x="3780" y="27"/>
                </a:lnTo>
                <a:lnTo>
                  <a:pt x="3780" y="0"/>
                </a:lnTo>
                <a:lnTo>
                  <a:pt x="0" y="0"/>
                </a:lnTo>
                <a:lnTo>
                  <a:pt x="0" y="27"/>
                </a:lnTo>
                <a:lnTo>
                  <a:pt x="0" y="53"/>
                </a:lnTo>
                <a:lnTo>
                  <a:pt x="3780" y="53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23" name=""/>
          <p:cNvSpPr/>
          <p:nvPr/>
        </p:nvSpPr>
        <p:spPr>
          <a:xfrm rot="0">
            <a:off x="1951037" y="4305300"/>
            <a:ext cx="2000250" cy="28575"/>
          </a:xfrm>
          <a:custGeom>
            <a:avLst/>
            <a:ahLst/>
            <a:rect l="0" t="0" r="r" b="b"/>
            <a:pathLst>
              <a:path w="3780" h="53">
                <a:moveTo>
                  <a:pt x="3780" y="53"/>
                </a:moveTo>
                <a:lnTo>
                  <a:pt x="3780" y="27"/>
                </a:lnTo>
                <a:lnTo>
                  <a:pt x="3780" y="0"/>
                </a:lnTo>
                <a:lnTo>
                  <a:pt x="0" y="0"/>
                </a:lnTo>
                <a:lnTo>
                  <a:pt x="0" y="27"/>
                </a:lnTo>
                <a:lnTo>
                  <a:pt x="0" y="53"/>
                </a:lnTo>
                <a:lnTo>
                  <a:pt x="378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24" name=""/>
          <p:cNvSpPr/>
          <p:nvPr/>
        </p:nvSpPr>
        <p:spPr>
          <a:xfrm rot="0">
            <a:off x="1936750" y="4305300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8" y="52"/>
                </a:lnTo>
                <a:lnTo>
                  <a:pt x="10" y="49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25" name=""/>
          <p:cNvSpPr/>
          <p:nvPr/>
        </p:nvSpPr>
        <p:spPr>
          <a:xfrm rot="0">
            <a:off x="1936750" y="4305300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8" y="52"/>
                </a:lnTo>
                <a:lnTo>
                  <a:pt x="10" y="49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26" name=""/>
          <p:cNvSpPr/>
          <p:nvPr/>
        </p:nvSpPr>
        <p:spPr>
          <a:xfrm rot="0">
            <a:off x="2187575" y="2105025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34" y="2"/>
                </a:lnTo>
                <a:lnTo>
                  <a:pt x="41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27" name=""/>
          <p:cNvSpPr/>
          <p:nvPr/>
        </p:nvSpPr>
        <p:spPr>
          <a:xfrm rot="0">
            <a:off x="2187575" y="2105025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34" y="2"/>
                </a:lnTo>
                <a:lnTo>
                  <a:pt x="41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28" name=""/>
          <p:cNvSpPr/>
          <p:nvPr/>
        </p:nvSpPr>
        <p:spPr>
          <a:xfrm rot="0">
            <a:off x="2173287" y="2105025"/>
            <a:ext cx="14287" cy="26987"/>
          </a:xfrm>
          <a:custGeom>
            <a:avLst/>
            <a:ahLst/>
            <a:rect l="0" t="0" r="r" b="b"/>
            <a:pathLst>
              <a:path w="26" h="52">
                <a:moveTo>
                  <a:pt x="26" y="27"/>
                </a:moveTo>
                <a:lnTo>
                  <a:pt x="26" y="52"/>
                </a:lnTo>
                <a:lnTo>
                  <a:pt x="18" y="51"/>
                </a:lnTo>
                <a:lnTo>
                  <a:pt x="10" y="48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29" name=""/>
          <p:cNvSpPr/>
          <p:nvPr/>
        </p:nvSpPr>
        <p:spPr>
          <a:xfrm rot="0">
            <a:off x="2173287" y="2105025"/>
            <a:ext cx="14287" cy="26987"/>
          </a:xfrm>
          <a:custGeom>
            <a:avLst/>
            <a:ahLst/>
            <a:rect l="0" t="0" r="r" b="b"/>
            <a:pathLst>
              <a:path w="26" h="52">
                <a:moveTo>
                  <a:pt x="26" y="52"/>
                </a:moveTo>
                <a:lnTo>
                  <a:pt x="18" y="51"/>
                </a:lnTo>
                <a:lnTo>
                  <a:pt x="10" y="48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30" name=""/>
          <p:cNvSpPr/>
          <p:nvPr/>
        </p:nvSpPr>
        <p:spPr>
          <a:xfrm rot="0">
            <a:off x="2187575" y="2105025"/>
            <a:ext cx="28575" cy="26987"/>
          </a:xfrm>
          <a:custGeom>
            <a:avLst/>
            <a:ahLst/>
            <a:rect l="0" t="0" r="r" b="b"/>
            <a:pathLst>
              <a:path w="54" h="52">
                <a:moveTo>
                  <a:pt x="0" y="0"/>
                </a:moveTo>
                <a:lnTo>
                  <a:pt x="0" y="27"/>
                </a:lnTo>
                <a:lnTo>
                  <a:pt x="0" y="52"/>
                </a:lnTo>
                <a:lnTo>
                  <a:pt x="54" y="52"/>
                </a:lnTo>
                <a:lnTo>
                  <a:pt x="54" y="27"/>
                </a:lnTo>
                <a:lnTo>
                  <a:pt x="54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31" name=""/>
          <p:cNvSpPr/>
          <p:nvPr/>
        </p:nvSpPr>
        <p:spPr>
          <a:xfrm rot="0">
            <a:off x="2187575" y="2105025"/>
            <a:ext cx="28575" cy="26987"/>
          </a:xfrm>
          <a:custGeom>
            <a:avLst/>
            <a:ahLst/>
            <a:rect l="0" t="0" r="r" b="b"/>
            <a:pathLst>
              <a:path w="54" h="52">
                <a:moveTo>
                  <a:pt x="0" y="0"/>
                </a:moveTo>
                <a:lnTo>
                  <a:pt x="0" y="27"/>
                </a:lnTo>
                <a:lnTo>
                  <a:pt x="0" y="52"/>
                </a:lnTo>
                <a:lnTo>
                  <a:pt x="54" y="52"/>
                </a:lnTo>
                <a:lnTo>
                  <a:pt x="54" y="27"/>
                </a:lnTo>
                <a:lnTo>
                  <a:pt x="5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32" name=""/>
          <p:cNvSpPr/>
          <p:nvPr/>
        </p:nvSpPr>
        <p:spPr>
          <a:xfrm rot="0">
            <a:off x="2216150" y="2105025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0" y="27"/>
                </a:moveTo>
                <a:lnTo>
                  <a:pt x="0" y="0"/>
                </a:lnTo>
                <a:lnTo>
                  <a:pt x="8" y="2"/>
                </a:lnTo>
                <a:lnTo>
                  <a:pt x="15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5" y="48"/>
                </a:lnTo>
                <a:lnTo>
                  <a:pt x="8" y="51"/>
                </a:lnTo>
                <a:lnTo>
                  <a:pt x="0" y="52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33" name=""/>
          <p:cNvSpPr/>
          <p:nvPr/>
        </p:nvSpPr>
        <p:spPr>
          <a:xfrm rot="0">
            <a:off x="2216150" y="2105025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0" y="0"/>
                </a:moveTo>
                <a:lnTo>
                  <a:pt x="8" y="2"/>
                </a:lnTo>
                <a:lnTo>
                  <a:pt x="15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5" y="48"/>
                </a:lnTo>
                <a:lnTo>
                  <a:pt x="8" y="51"/>
                </a:lnTo>
                <a:lnTo>
                  <a:pt x="0" y="5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34" name=""/>
          <p:cNvSpPr/>
          <p:nvPr/>
        </p:nvSpPr>
        <p:spPr>
          <a:xfrm rot="0">
            <a:off x="2187575" y="2119312"/>
            <a:ext cx="28575" cy="14287"/>
          </a:xfrm>
          <a:custGeom>
            <a:avLst/>
            <a:ahLst/>
            <a:rect l="0" t="0" r="r" b="b"/>
            <a:pathLst>
              <a:path w="53" h="26">
                <a:moveTo>
                  <a:pt x="26" y="0"/>
                </a:moveTo>
                <a:lnTo>
                  <a:pt x="53" y="0"/>
                </a:lnTo>
                <a:lnTo>
                  <a:pt x="51" y="8"/>
                </a:lnTo>
                <a:lnTo>
                  <a:pt x="48" y="15"/>
                </a:lnTo>
                <a:lnTo>
                  <a:pt x="41" y="21"/>
                </a:lnTo>
                <a:lnTo>
                  <a:pt x="34" y="24"/>
                </a:lnTo>
                <a:lnTo>
                  <a:pt x="26" y="26"/>
                </a:lnTo>
                <a:lnTo>
                  <a:pt x="18" y="24"/>
                </a:lnTo>
                <a:lnTo>
                  <a:pt x="10" y="21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35" name=""/>
          <p:cNvSpPr/>
          <p:nvPr/>
        </p:nvSpPr>
        <p:spPr>
          <a:xfrm rot="0">
            <a:off x="2187575" y="2119312"/>
            <a:ext cx="28575" cy="14287"/>
          </a:xfrm>
          <a:custGeom>
            <a:avLst/>
            <a:ahLst/>
            <a:rect l="0" t="0" r="r" b="b"/>
            <a:pathLst>
              <a:path w="53" h="26">
                <a:moveTo>
                  <a:pt x="53" y="0"/>
                </a:moveTo>
                <a:lnTo>
                  <a:pt x="51" y="8"/>
                </a:lnTo>
                <a:lnTo>
                  <a:pt x="48" y="15"/>
                </a:lnTo>
                <a:lnTo>
                  <a:pt x="41" y="21"/>
                </a:lnTo>
                <a:lnTo>
                  <a:pt x="34" y="24"/>
                </a:lnTo>
                <a:lnTo>
                  <a:pt x="26" y="26"/>
                </a:lnTo>
                <a:lnTo>
                  <a:pt x="18" y="24"/>
                </a:lnTo>
                <a:lnTo>
                  <a:pt x="10" y="21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36" name=""/>
          <p:cNvSpPr/>
          <p:nvPr/>
        </p:nvSpPr>
        <p:spPr>
          <a:xfrm rot="0">
            <a:off x="2187575" y="1687512"/>
            <a:ext cx="14287" cy="26987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6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37" name=""/>
          <p:cNvSpPr/>
          <p:nvPr/>
        </p:nvSpPr>
        <p:spPr>
          <a:xfrm rot="0">
            <a:off x="2187575" y="1687512"/>
            <a:ext cx="14287" cy="26987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6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38" name=""/>
          <p:cNvSpPr/>
          <p:nvPr/>
        </p:nvSpPr>
        <p:spPr>
          <a:xfrm rot="0">
            <a:off x="2201862" y="1687512"/>
            <a:ext cx="415925" cy="26987"/>
          </a:xfrm>
          <a:custGeom>
            <a:avLst/>
            <a:ahLst/>
            <a:rect l="0" t="0" r="r" b="b"/>
            <a:pathLst>
              <a:path w="787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787" y="53"/>
                </a:lnTo>
                <a:lnTo>
                  <a:pt x="787" y="27"/>
                </a:lnTo>
                <a:lnTo>
                  <a:pt x="787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39" name=""/>
          <p:cNvSpPr/>
          <p:nvPr/>
        </p:nvSpPr>
        <p:spPr>
          <a:xfrm rot="0">
            <a:off x="2201862" y="1687512"/>
            <a:ext cx="415925" cy="26987"/>
          </a:xfrm>
          <a:custGeom>
            <a:avLst/>
            <a:ahLst/>
            <a:rect l="0" t="0" r="r" b="b"/>
            <a:pathLst>
              <a:path w="787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787" y="53"/>
                </a:lnTo>
                <a:lnTo>
                  <a:pt x="787" y="27"/>
                </a:lnTo>
                <a:lnTo>
                  <a:pt x="787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40" name=""/>
          <p:cNvSpPr/>
          <p:nvPr/>
        </p:nvSpPr>
        <p:spPr>
          <a:xfrm rot="0">
            <a:off x="2617787" y="1687512"/>
            <a:ext cx="14287" cy="26987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8" y="3"/>
                </a:lnTo>
                <a:lnTo>
                  <a:pt x="15" y="6"/>
                </a:lnTo>
                <a:lnTo>
                  <a:pt x="22" y="12"/>
                </a:lnTo>
                <a:lnTo>
                  <a:pt x="25" y="19"/>
                </a:lnTo>
                <a:lnTo>
                  <a:pt x="27" y="27"/>
                </a:lnTo>
                <a:lnTo>
                  <a:pt x="25" y="36"/>
                </a:lnTo>
                <a:lnTo>
                  <a:pt x="22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41" name=""/>
          <p:cNvSpPr/>
          <p:nvPr/>
        </p:nvSpPr>
        <p:spPr>
          <a:xfrm rot="0">
            <a:off x="2617787" y="1687512"/>
            <a:ext cx="14287" cy="26987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8" y="3"/>
                </a:lnTo>
                <a:lnTo>
                  <a:pt x="15" y="6"/>
                </a:lnTo>
                <a:lnTo>
                  <a:pt x="22" y="12"/>
                </a:lnTo>
                <a:lnTo>
                  <a:pt x="25" y="19"/>
                </a:lnTo>
                <a:lnTo>
                  <a:pt x="27" y="27"/>
                </a:lnTo>
                <a:lnTo>
                  <a:pt x="25" y="36"/>
                </a:lnTo>
                <a:lnTo>
                  <a:pt x="22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42" name=""/>
          <p:cNvSpPr/>
          <p:nvPr/>
        </p:nvSpPr>
        <p:spPr>
          <a:xfrm rot="0">
            <a:off x="2603500" y="1687512"/>
            <a:ext cx="14287" cy="26987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6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43" name=""/>
          <p:cNvSpPr/>
          <p:nvPr/>
        </p:nvSpPr>
        <p:spPr>
          <a:xfrm rot="0">
            <a:off x="2603500" y="1687512"/>
            <a:ext cx="14287" cy="26987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6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44" name=""/>
          <p:cNvSpPr/>
          <p:nvPr/>
        </p:nvSpPr>
        <p:spPr>
          <a:xfrm rot="0">
            <a:off x="2617787" y="1687512"/>
            <a:ext cx="666750" cy="26987"/>
          </a:xfrm>
          <a:custGeom>
            <a:avLst/>
            <a:ahLst/>
            <a:rect l="0" t="0" r="r" b="b"/>
            <a:pathLst>
              <a:path w="1261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1261" y="53"/>
                </a:lnTo>
                <a:lnTo>
                  <a:pt x="1261" y="27"/>
                </a:lnTo>
                <a:lnTo>
                  <a:pt x="1261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45" name=""/>
          <p:cNvSpPr/>
          <p:nvPr/>
        </p:nvSpPr>
        <p:spPr>
          <a:xfrm rot="0">
            <a:off x="2617787" y="1687512"/>
            <a:ext cx="666750" cy="26987"/>
          </a:xfrm>
          <a:custGeom>
            <a:avLst/>
            <a:ahLst/>
            <a:rect l="0" t="0" r="r" b="b"/>
            <a:pathLst>
              <a:path w="1261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1261" y="53"/>
                </a:lnTo>
                <a:lnTo>
                  <a:pt x="1261" y="27"/>
                </a:lnTo>
                <a:lnTo>
                  <a:pt x="1261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46" name=""/>
          <p:cNvSpPr/>
          <p:nvPr/>
        </p:nvSpPr>
        <p:spPr>
          <a:xfrm rot="0">
            <a:off x="3284537" y="1687512"/>
            <a:ext cx="14287" cy="26987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8" y="3"/>
                </a:lnTo>
                <a:lnTo>
                  <a:pt x="15" y="6"/>
                </a:lnTo>
                <a:lnTo>
                  <a:pt x="21" y="12"/>
                </a:lnTo>
                <a:lnTo>
                  <a:pt x="25" y="19"/>
                </a:lnTo>
                <a:lnTo>
                  <a:pt x="27" y="27"/>
                </a:lnTo>
                <a:lnTo>
                  <a:pt x="25" y="36"/>
                </a:lnTo>
                <a:lnTo>
                  <a:pt x="21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47" name=""/>
          <p:cNvSpPr/>
          <p:nvPr/>
        </p:nvSpPr>
        <p:spPr>
          <a:xfrm rot="0">
            <a:off x="3284537" y="1687512"/>
            <a:ext cx="14287" cy="26987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8" y="3"/>
                </a:lnTo>
                <a:lnTo>
                  <a:pt x="15" y="6"/>
                </a:lnTo>
                <a:lnTo>
                  <a:pt x="21" y="12"/>
                </a:lnTo>
                <a:lnTo>
                  <a:pt x="25" y="19"/>
                </a:lnTo>
                <a:lnTo>
                  <a:pt x="27" y="27"/>
                </a:lnTo>
                <a:lnTo>
                  <a:pt x="25" y="36"/>
                </a:lnTo>
                <a:lnTo>
                  <a:pt x="21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48" name=""/>
          <p:cNvSpPr/>
          <p:nvPr/>
        </p:nvSpPr>
        <p:spPr>
          <a:xfrm rot="0">
            <a:off x="3271837" y="1687512"/>
            <a:ext cx="12700" cy="26987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7" y="52"/>
                </a:lnTo>
                <a:lnTo>
                  <a:pt x="10" y="49"/>
                </a:lnTo>
                <a:lnTo>
                  <a:pt x="4" y="43"/>
                </a:lnTo>
                <a:lnTo>
                  <a:pt x="1" y="36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7" y="3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49" name=""/>
          <p:cNvSpPr/>
          <p:nvPr/>
        </p:nvSpPr>
        <p:spPr>
          <a:xfrm rot="0">
            <a:off x="3271837" y="1687512"/>
            <a:ext cx="12700" cy="26987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7" y="52"/>
                </a:lnTo>
                <a:lnTo>
                  <a:pt x="10" y="49"/>
                </a:lnTo>
                <a:lnTo>
                  <a:pt x="4" y="43"/>
                </a:lnTo>
                <a:lnTo>
                  <a:pt x="1" y="36"/>
                </a:ln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7" y="3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50" name=""/>
          <p:cNvSpPr/>
          <p:nvPr/>
        </p:nvSpPr>
        <p:spPr>
          <a:xfrm rot="0">
            <a:off x="3284537" y="1687512"/>
            <a:ext cx="417512" cy="26987"/>
          </a:xfrm>
          <a:custGeom>
            <a:avLst/>
            <a:ahLst/>
            <a:rect l="0" t="0" r="r" b="b"/>
            <a:pathLst>
              <a:path w="787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787" y="53"/>
                </a:lnTo>
                <a:lnTo>
                  <a:pt x="787" y="27"/>
                </a:lnTo>
                <a:lnTo>
                  <a:pt x="787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51" name=""/>
          <p:cNvSpPr/>
          <p:nvPr/>
        </p:nvSpPr>
        <p:spPr>
          <a:xfrm rot="0">
            <a:off x="3284537" y="1687512"/>
            <a:ext cx="417512" cy="26987"/>
          </a:xfrm>
          <a:custGeom>
            <a:avLst/>
            <a:ahLst/>
            <a:rect l="0" t="0" r="r" b="b"/>
            <a:pathLst>
              <a:path w="787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787" y="53"/>
                </a:lnTo>
                <a:lnTo>
                  <a:pt x="787" y="27"/>
                </a:lnTo>
                <a:lnTo>
                  <a:pt x="787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52" name=""/>
          <p:cNvSpPr/>
          <p:nvPr/>
        </p:nvSpPr>
        <p:spPr>
          <a:xfrm rot="0">
            <a:off x="3702050" y="1687512"/>
            <a:ext cx="14287" cy="26987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8" y="3"/>
                </a:lnTo>
                <a:lnTo>
                  <a:pt x="15" y="6"/>
                </a:lnTo>
                <a:lnTo>
                  <a:pt x="21" y="12"/>
                </a:lnTo>
                <a:lnTo>
                  <a:pt x="24" y="19"/>
                </a:lnTo>
                <a:lnTo>
                  <a:pt x="27" y="27"/>
                </a:lnTo>
                <a:lnTo>
                  <a:pt x="24" y="36"/>
                </a:lnTo>
                <a:lnTo>
                  <a:pt x="21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53" name=""/>
          <p:cNvSpPr/>
          <p:nvPr/>
        </p:nvSpPr>
        <p:spPr>
          <a:xfrm rot="0">
            <a:off x="3702050" y="1687512"/>
            <a:ext cx="14287" cy="26987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8" y="3"/>
                </a:lnTo>
                <a:lnTo>
                  <a:pt x="15" y="6"/>
                </a:lnTo>
                <a:lnTo>
                  <a:pt x="21" y="12"/>
                </a:lnTo>
                <a:lnTo>
                  <a:pt x="24" y="19"/>
                </a:lnTo>
                <a:lnTo>
                  <a:pt x="27" y="27"/>
                </a:lnTo>
                <a:lnTo>
                  <a:pt x="24" y="36"/>
                </a:lnTo>
                <a:lnTo>
                  <a:pt x="21" y="43"/>
                </a:lnTo>
                <a:lnTo>
                  <a:pt x="15" y="49"/>
                </a:lnTo>
                <a:lnTo>
                  <a:pt x="8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54" name=""/>
          <p:cNvSpPr/>
          <p:nvPr/>
        </p:nvSpPr>
        <p:spPr>
          <a:xfrm rot="0">
            <a:off x="3937000" y="3787775"/>
            <a:ext cx="28575" cy="14287"/>
          </a:xfrm>
          <a:custGeom>
            <a:avLst/>
            <a:ahLst/>
            <a:rect l="0" t="0" r="r" b="b"/>
            <a:pathLst>
              <a:path w="53" h="26">
                <a:moveTo>
                  <a:pt x="26" y="0"/>
                </a:moveTo>
                <a:lnTo>
                  <a:pt x="53" y="0"/>
                </a:lnTo>
                <a:lnTo>
                  <a:pt x="51" y="8"/>
                </a:lnTo>
                <a:lnTo>
                  <a:pt x="48" y="16"/>
                </a:lnTo>
                <a:lnTo>
                  <a:pt x="42" y="22"/>
                </a:lnTo>
                <a:lnTo>
                  <a:pt x="35" y="25"/>
                </a:lnTo>
                <a:lnTo>
                  <a:pt x="26" y="26"/>
                </a:lnTo>
                <a:lnTo>
                  <a:pt x="18" y="25"/>
                </a:lnTo>
                <a:lnTo>
                  <a:pt x="11" y="22"/>
                </a:lnTo>
                <a:lnTo>
                  <a:pt x="5" y="16"/>
                </a:lnTo>
                <a:lnTo>
                  <a:pt x="2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55" name=""/>
          <p:cNvSpPr/>
          <p:nvPr/>
        </p:nvSpPr>
        <p:spPr>
          <a:xfrm rot="0">
            <a:off x="3937000" y="3787775"/>
            <a:ext cx="28575" cy="14287"/>
          </a:xfrm>
          <a:custGeom>
            <a:avLst/>
            <a:ahLst/>
            <a:rect l="0" t="0" r="r" b="b"/>
            <a:pathLst>
              <a:path w="53" h="26">
                <a:moveTo>
                  <a:pt x="53" y="0"/>
                </a:moveTo>
                <a:lnTo>
                  <a:pt x="51" y="8"/>
                </a:lnTo>
                <a:lnTo>
                  <a:pt x="48" y="16"/>
                </a:lnTo>
                <a:lnTo>
                  <a:pt x="42" y="22"/>
                </a:lnTo>
                <a:lnTo>
                  <a:pt x="35" y="25"/>
                </a:lnTo>
                <a:lnTo>
                  <a:pt x="26" y="26"/>
                </a:lnTo>
                <a:lnTo>
                  <a:pt x="18" y="25"/>
                </a:lnTo>
                <a:lnTo>
                  <a:pt x="11" y="22"/>
                </a:lnTo>
                <a:lnTo>
                  <a:pt x="5" y="16"/>
                </a:lnTo>
                <a:lnTo>
                  <a:pt x="2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56" name=""/>
          <p:cNvSpPr/>
          <p:nvPr/>
        </p:nvSpPr>
        <p:spPr>
          <a:xfrm rot="0">
            <a:off x="3937000" y="2954337"/>
            <a:ext cx="28575" cy="833437"/>
          </a:xfrm>
          <a:custGeom>
            <a:avLst/>
            <a:ahLst/>
            <a:rect l="0" t="0" r="r" b="b"/>
            <a:pathLst>
              <a:path w="53" h="1576">
                <a:moveTo>
                  <a:pt x="0" y="1576"/>
                </a:moveTo>
                <a:lnTo>
                  <a:pt x="26" y="1576"/>
                </a:lnTo>
                <a:lnTo>
                  <a:pt x="53" y="1576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57" name=""/>
          <p:cNvSpPr/>
          <p:nvPr/>
        </p:nvSpPr>
        <p:spPr>
          <a:xfrm rot="0">
            <a:off x="3937000" y="2954337"/>
            <a:ext cx="28575" cy="833437"/>
          </a:xfrm>
          <a:custGeom>
            <a:avLst/>
            <a:ahLst/>
            <a:rect l="0" t="0" r="r" b="b"/>
            <a:pathLst>
              <a:path w="53" h="1576">
                <a:moveTo>
                  <a:pt x="0" y="1576"/>
                </a:moveTo>
                <a:lnTo>
                  <a:pt x="26" y="1576"/>
                </a:lnTo>
                <a:lnTo>
                  <a:pt x="53" y="1576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6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58" name=""/>
          <p:cNvSpPr/>
          <p:nvPr/>
        </p:nvSpPr>
        <p:spPr>
          <a:xfrm rot="0">
            <a:off x="3937000" y="2940050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2" y="18"/>
                </a:lnTo>
                <a:lnTo>
                  <a:pt x="5" y="11"/>
                </a:lnTo>
                <a:lnTo>
                  <a:pt x="11" y="5"/>
                </a:lnTo>
                <a:lnTo>
                  <a:pt x="18" y="2"/>
                </a:lnTo>
                <a:lnTo>
                  <a:pt x="26" y="0"/>
                </a:lnTo>
                <a:lnTo>
                  <a:pt x="35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59" name=""/>
          <p:cNvSpPr/>
          <p:nvPr/>
        </p:nvSpPr>
        <p:spPr>
          <a:xfrm rot="0">
            <a:off x="3937000" y="2940050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2" y="18"/>
                </a:lnTo>
                <a:lnTo>
                  <a:pt x="5" y="11"/>
                </a:lnTo>
                <a:lnTo>
                  <a:pt x="11" y="5"/>
                </a:lnTo>
                <a:lnTo>
                  <a:pt x="18" y="2"/>
                </a:lnTo>
                <a:lnTo>
                  <a:pt x="26" y="0"/>
                </a:lnTo>
                <a:lnTo>
                  <a:pt x="35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60" name=""/>
          <p:cNvSpPr/>
          <p:nvPr/>
        </p:nvSpPr>
        <p:spPr>
          <a:xfrm rot="0">
            <a:off x="3937000" y="2954337"/>
            <a:ext cx="28575" cy="12700"/>
          </a:xfrm>
          <a:custGeom>
            <a:avLst/>
            <a:ahLst/>
            <a:rect l="0" t="0" r="r" b="b"/>
            <a:pathLst>
              <a:path w="53" h="26">
                <a:moveTo>
                  <a:pt x="26" y="0"/>
                </a:moveTo>
                <a:lnTo>
                  <a:pt x="53" y="0"/>
                </a:lnTo>
                <a:lnTo>
                  <a:pt x="51" y="8"/>
                </a:lnTo>
                <a:lnTo>
                  <a:pt x="48" y="15"/>
                </a:lnTo>
                <a:lnTo>
                  <a:pt x="42" y="22"/>
                </a:lnTo>
                <a:lnTo>
                  <a:pt x="35" y="25"/>
                </a:lnTo>
                <a:lnTo>
                  <a:pt x="26" y="26"/>
                </a:lnTo>
                <a:lnTo>
                  <a:pt x="18" y="25"/>
                </a:lnTo>
                <a:lnTo>
                  <a:pt x="11" y="22"/>
                </a:lnTo>
                <a:lnTo>
                  <a:pt x="5" y="15"/>
                </a:lnTo>
                <a:lnTo>
                  <a:pt x="2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61" name=""/>
          <p:cNvSpPr/>
          <p:nvPr/>
        </p:nvSpPr>
        <p:spPr>
          <a:xfrm rot="0">
            <a:off x="3937000" y="2954337"/>
            <a:ext cx="28575" cy="12700"/>
          </a:xfrm>
          <a:custGeom>
            <a:avLst/>
            <a:ahLst/>
            <a:rect l="0" t="0" r="r" b="b"/>
            <a:pathLst>
              <a:path w="53" h="26">
                <a:moveTo>
                  <a:pt x="53" y="0"/>
                </a:moveTo>
                <a:lnTo>
                  <a:pt x="51" y="8"/>
                </a:lnTo>
                <a:lnTo>
                  <a:pt x="48" y="15"/>
                </a:lnTo>
                <a:lnTo>
                  <a:pt x="42" y="22"/>
                </a:lnTo>
                <a:lnTo>
                  <a:pt x="35" y="25"/>
                </a:lnTo>
                <a:lnTo>
                  <a:pt x="26" y="26"/>
                </a:lnTo>
                <a:lnTo>
                  <a:pt x="18" y="25"/>
                </a:lnTo>
                <a:lnTo>
                  <a:pt x="11" y="22"/>
                </a:lnTo>
                <a:lnTo>
                  <a:pt x="5" y="15"/>
                </a:lnTo>
                <a:lnTo>
                  <a:pt x="2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62" name=""/>
          <p:cNvSpPr/>
          <p:nvPr/>
        </p:nvSpPr>
        <p:spPr>
          <a:xfrm rot="0">
            <a:off x="3937000" y="2119312"/>
            <a:ext cx="28575" cy="835025"/>
          </a:xfrm>
          <a:custGeom>
            <a:avLst/>
            <a:ahLst/>
            <a:rect l="0" t="0" r="r" b="b"/>
            <a:pathLst>
              <a:path w="53" h="1577">
                <a:moveTo>
                  <a:pt x="0" y="1577"/>
                </a:moveTo>
                <a:lnTo>
                  <a:pt x="26" y="1577"/>
                </a:lnTo>
                <a:lnTo>
                  <a:pt x="53" y="1577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63" name=""/>
          <p:cNvSpPr/>
          <p:nvPr/>
        </p:nvSpPr>
        <p:spPr>
          <a:xfrm rot="0">
            <a:off x="3937000" y="2119312"/>
            <a:ext cx="28575" cy="835025"/>
          </a:xfrm>
          <a:custGeom>
            <a:avLst/>
            <a:ahLst/>
            <a:rect l="0" t="0" r="r" b="b"/>
            <a:pathLst>
              <a:path w="53" h="1577">
                <a:moveTo>
                  <a:pt x="0" y="1577"/>
                </a:moveTo>
                <a:lnTo>
                  <a:pt x="26" y="1577"/>
                </a:lnTo>
                <a:lnTo>
                  <a:pt x="53" y="1577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64" name=""/>
          <p:cNvSpPr/>
          <p:nvPr/>
        </p:nvSpPr>
        <p:spPr>
          <a:xfrm rot="0">
            <a:off x="3937000" y="2105025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2" y="18"/>
                </a:lnTo>
                <a:lnTo>
                  <a:pt x="5" y="11"/>
                </a:lnTo>
                <a:lnTo>
                  <a:pt x="11" y="5"/>
                </a:lnTo>
                <a:lnTo>
                  <a:pt x="18" y="2"/>
                </a:lnTo>
                <a:lnTo>
                  <a:pt x="26" y="0"/>
                </a:lnTo>
                <a:lnTo>
                  <a:pt x="35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65" name=""/>
          <p:cNvSpPr/>
          <p:nvPr/>
        </p:nvSpPr>
        <p:spPr>
          <a:xfrm rot="0">
            <a:off x="3937000" y="2105025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2" y="18"/>
                </a:lnTo>
                <a:lnTo>
                  <a:pt x="5" y="11"/>
                </a:lnTo>
                <a:lnTo>
                  <a:pt x="11" y="5"/>
                </a:lnTo>
                <a:lnTo>
                  <a:pt x="18" y="2"/>
                </a:lnTo>
                <a:lnTo>
                  <a:pt x="26" y="0"/>
                </a:lnTo>
                <a:lnTo>
                  <a:pt x="35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66" name=""/>
          <p:cNvSpPr/>
          <p:nvPr/>
        </p:nvSpPr>
        <p:spPr>
          <a:xfrm rot="0">
            <a:off x="1936750" y="3787775"/>
            <a:ext cx="28575" cy="14287"/>
          </a:xfrm>
          <a:custGeom>
            <a:avLst/>
            <a:ahLst/>
            <a:rect l="0" t="0" r="r" b="b"/>
            <a:pathLst>
              <a:path w="53" h="26">
                <a:moveTo>
                  <a:pt x="26" y="0"/>
                </a:moveTo>
                <a:lnTo>
                  <a:pt x="53" y="0"/>
                </a:lnTo>
                <a:lnTo>
                  <a:pt x="51" y="8"/>
                </a:lnTo>
                <a:lnTo>
                  <a:pt x="48" y="16"/>
                </a:lnTo>
                <a:lnTo>
                  <a:pt x="42" y="22"/>
                </a:lnTo>
                <a:lnTo>
                  <a:pt x="34" y="25"/>
                </a:lnTo>
                <a:lnTo>
                  <a:pt x="26" y="26"/>
                </a:lnTo>
                <a:lnTo>
                  <a:pt x="18" y="25"/>
                </a:lnTo>
                <a:lnTo>
                  <a:pt x="10" y="22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67" name=""/>
          <p:cNvSpPr/>
          <p:nvPr/>
        </p:nvSpPr>
        <p:spPr>
          <a:xfrm rot="0">
            <a:off x="1936750" y="3787775"/>
            <a:ext cx="28575" cy="14287"/>
          </a:xfrm>
          <a:custGeom>
            <a:avLst/>
            <a:ahLst/>
            <a:rect l="0" t="0" r="r" b="b"/>
            <a:pathLst>
              <a:path w="53" h="26">
                <a:moveTo>
                  <a:pt x="53" y="0"/>
                </a:moveTo>
                <a:lnTo>
                  <a:pt x="51" y="8"/>
                </a:lnTo>
                <a:lnTo>
                  <a:pt x="48" y="16"/>
                </a:lnTo>
                <a:lnTo>
                  <a:pt x="42" y="22"/>
                </a:lnTo>
                <a:lnTo>
                  <a:pt x="34" y="25"/>
                </a:lnTo>
                <a:lnTo>
                  <a:pt x="26" y="26"/>
                </a:lnTo>
                <a:lnTo>
                  <a:pt x="18" y="25"/>
                </a:lnTo>
                <a:lnTo>
                  <a:pt x="10" y="22"/>
                </a:lnTo>
                <a:lnTo>
                  <a:pt x="4" y="16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68" name=""/>
          <p:cNvSpPr/>
          <p:nvPr/>
        </p:nvSpPr>
        <p:spPr>
          <a:xfrm rot="0">
            <a:off x="1936750" y="2954337"/>
            <a:ext cx="28575" cy="833437"/>
          </a:xfrm>
          <a:custGeom>
            <a:avLst/>
            <a:ahLst/>
            <a:rect l="0" t="0" r="r" b="b"/>
            <a:pathLst>
              <a:path w="53" h="1576">
                <a:moveTo>
                  <a:pt x="0" y="1576"/>
                </a:moveTo>
                <a:lnTo>
                  <a:pt x="26" y="1576"/>
                </a:lnTo>
                <a:lnTo>
                  <a:pt x="53" y="1576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6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69" name=""/>
          <p:cNvSpPr/>
          <p:nvPr/>
        </p:nvSpPr>
        <p:spPr>
          <a:xfrm rot="0">
            <a:off x="1936750" y="2954337"/>
            <a:ext cx="28575" cy="833437"/>
          </a:xfrm>
          <a:custGeom>
            <a:avLst/>
            <a:ahLst/>
            <a:rect l="0" t="0" r="r" b="b"/>
            <a:pathLst>
              <a:path w="53" h="1576">
                <a:moveTo>
                  <a:pt x="0" y="1576"/>
                </a:moveTo>
                <a:lnTo>
                  <a:pt x="26" y="1576"/>
                </a:lnTo>
                <a:lnTo>
                  <a:pt x="53" y="1576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6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70" name=""/>
          <p:cNvSpPr/>
          <p:nvPr/>
        </p:nvSpPr>
        <p:spPr>
          <a:xfrm rot="0">
            <a:off x="1936750" y="2940050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34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71" name=""/>
          <p:cNvSpPr/>
          <p:nvPr/>
        </p:nvSpPr>
        <p:spPr>
          <a:xfrm rot="0">
            <a:off x="1936750" y="2940050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34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72" name=""/>
          <p:cNvSpPr/>
          <p:nvPr/>
        </p:nvSpPr>
        <p:spPr>
          <a:xfrm rot="0">
            <a:off x="1936750" y="2954337"/>
            <a:ext cx="28575" cy="12700"/>
          </a:xfrm>
          <a:custGeom>
            <a:avLst/>
            <a:ahLst/>
            <a:rect l="0" t="0" r="r" b="b"/>
            <a:pathLst>
              <a:path w="53" h="26">
                <a:moveTo>
                  <a:pt x="26" y="0"/>
                </a:moveTo>
                <a:lnTo>
                  <a:pt x="53" y="0"/>
                </a:lnTo>
                <a:lnTo>
                  <a:pt x="51" y="8"/>
                </a:lnTo>
                <a:lnTo>
                  <a:pt x="48" y="15"/>
                </a:lnTo>
                <a:lnTo>
                  <a:pt x="42" y="22"/>
                </a:lnTo>
                <a:lnTo>
                  <a:pt x="34" y="25"/>
                </a:lnTo>
                <a:lnTo>
                  <a:pt x="26" y="26"/>
                </a:lnTo>
                <a:lnTo>
                  <a:pt x="18" y="25"/>
                </a:lnTo>
                <a:lnTo>
                  <a:pt x="10" y="22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73" name=""/>
          <p:cNvSpPr/>
          <p:nvPr/>
        </p:nvSpPr>
        <p:spPr>
          <a:xfrm rot="0">
            <a:off x="1936750" y="2954337"/>
            <a:ext cx="28575" cy="12700"/>
          </a:xfrm>
          <a:custGeom>
            <a:avLst/>
            <a:ahLst/>
            <a:rect l="0" t="0" r="r" b="b"/>
            <a:pathLst>
              <a:path w="53" h="26">
                <a:moveTo>
                  <a:pt x="53" y="0"/>
                </a:moveTo>
                <a:lnTo>
                  <a:pt x="51" y="8"/>
                </a:lnTo>
                <a:lnTo>
                  <a:pt x="48" y="15"/>
                </a:lnTo>
                <a:lnTo>
                  <a:pt x="42" y="22"/>
                </a:lnTo>
                <a:lnTo>
                  <a:pt x="34" y="25"/>
                </a:lnTo>
                <a:lnTo>
                  <a:pt x="26" y="26"/>
                </a:lnTo>
                <a:lnTo>
                  <a:pt x="18" y="25"/>
                </a:lnTo>
                <a:lnTo>
                  <a:pt x="10" y="22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74" name=""/>
          <p:cNvSpPr/>
          <p:nvPr/>
        </p:nvSpPr>
        <p:spPr>
          <a:xfrm rot="0">
            <a:off x="1936750" y="2119312"/>
            <a:ext cx="28575" cy="835025"/>
          </a:xfrm>
          <a:custGeom>
            <a:avLst/>
            <a:ahLst/>
            <a:rect l="0" t="0" r="r" b="b"/>
            <a:pathLst>
              <a:path w="53" h="1577">
                <a:moveTo>
                  <a:pt x="0" y="1577"/>
                </a:moveTo>
                <a:lnTo>
                  <a:pt x="26" y="1577"/>
                </a:lnTo>
                <a:lnTo>
                  <a:pt x="53" y="1577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75" name=""/>
          <p:cNvSpPr/>
          <p:nvPr/>
        </p:nvSpPr>
        <p:spPr>
          <a:xfrm rot="0">
            <a:off x="1936750" y="2119312"/>
            <a:ext cx="28575" cy="835025"/>
          </a:xfrm>
          <a:custGeom>
            <a:avLst/>
            <a:ahLst/>
            <a:rect l="0" t="0" r="r" b="b"/>
            <a:pathLst>
              <a:path w="53" h="1577">
                <a:moveTo>
                  <a:pt x="0" y="1577"/>
                </a:moveTo>
                <a:lnTo>
                  <a:pt x="26" y="1577"/>
                </a:lnTo>
                <a:lnTo>
                  <a:pt x="53" y="1577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157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76" name=""/>
          <p:cNvSpPr/>
          <p:nvPr/>
        </p:nvSpPr>
        <p:spPr>
          <a:xfrm rot="0">
            <a:off x="1936750" y="2105025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34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77" name=""/>
          <p:cNvSpPr/>
          <p:nvPr/>
        </p:nvSpPr>
        <p:spPr>
          <a:xfrm rot="0">
            <a:off x="1936750" y="2105025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34" y="2"/>
                </a:lnTo>
                <a:lnTo>
                  <a:pt x="42" y="5"/>
                </a:lnTo>
                <a:lnTo>
                  <a:pt x="48" y="11"/>
                </a:lnTo>
                <a:lnTo>
                  <a:pt x="51" y="18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78" name=""/>
          <p:cNvSpPr/>
          <p:nvPr/>
        </p:nvSpPr>
        <p:spPr>
          <a:xfrm rot="0">
            <a:off x="2187575" y="1687512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6" y="0"/>
                </a:lnTo>
                <a:lnTo>
                  <a:pt x="34" y="3"/>
                </a:lnTo>
                <a:lnTo>
                  <a:pt x="41" y="6"/>
                </a:lnTo>
                <a:lnTo>
                  <a:pt x="48" y="12"/>
                </a:lnTo>
                <a:lnTo>
                  <a:pt x="51" y="19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79" name=""/>
          <p:cNvSpPr/>
          <p:nvPr/>
        </p:nvSpPr>
        <p:spPr>
          <a:xfrm rot="0">
            <a:off x="2187575" y="1687512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8" y="3"/>
                </a:lnTo>
                <a:lnTo>
                  <a:pt x="26" y="0"/>
                </a:lnTo>
                <a:lnTo>
                  <a:pt x="34" y="3"/>
                </a:lnTo>
                <a:lnTo>
                  <a:pt x="41" y="6"/>
                </a:lnTo>
                <a:lnTo>
                  <a:pt x="48" y="12"/>
                </a:lnTo>
                <a:lnTo>
                  <a:pt x="51" y="19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80" name=""/>
          <p:cNvSpPr/>
          <p:nvPr/>
        </p:nvSpPr>
        <p:spPr>
          <a:xfrm rot="0">
            <a:off x="2187575" y="1701800"/>
            <a:ext cx="28575" cy="417512"/>
          </a:xfrm>
          <a:custGeom>
            <a:avLst/>
            <a:ahLst/>
            <a:rect l="0" t="0" r="r" b="b"/>
            <a:pathLst>
              <a:path w="53" h="790">
                <a:moveTo>
                  <a:pt x="53" y="0"/>
                </a:moveTo>
                <a:lnTo>
                  <a:pt x="26" y="0"/>
                </a:lnTo>
                <a:lnTo>
                  <a:pt x="0" y="0"/>
                </a:lnTo>
                <a:lnTo>
                  <a:pt x="0" y="790"/>
                </a:lnTo>
                <a:lnTo>
                  <a:pt x="26" y="790"/>
                </a:lnTo>
                <a:lnTo>
                  <a:pt x="53" y="790"/>
                </a:lnTo>
                <a:lnTo>
                  <a:pt x="53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81" name=""/>
          <p:cNvSpPr/>
          <p:nvPr/>
        </p:nvSpPr>
        <p:spPr>
          <a:xfrm rot="0">
            <a:off x="2187575" y="1701800"/>
            <a:ext cx="28575" cy="417512"/>
          </a:xfrm>
          <a:custGeom>
            <a:avLst/>
            <a:ahLst/>
            <a:rect l="0" t="0" r="r" b="b"/>
            <a:pathLst>
              <a:path w="53" h="790">
                <a:moveTo>
                  <a:pt x="53" y="0"/>
                </a:moveTo>
                <a:lnTo>
                  <a:pt x="26" y="0"/>
                </a:lnTo>
                <a:lnTo>
                  <a:pt x="0" y="0"/>
                </a:lnTo>
                <a:lnTo>
                  <a:pt x="0" y="790"/>
                </a:lnTo>
                <a:lnTo>
                  <a:pt x="26" y="790"/>
                </a:lnTo>
                <a:lnTo>
                  <a:pt x="53" y="790"/>
                </a:lnTo>
                <a:lnTo>
                  <a:pt x="53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82" name=""/>
          <p:cNvSpPr/>
          <p:nvPr/>
        </p:nvSpPr>
        <p:spPr>
          <a:xfrm rot="0">
            <a:off x="2187575" y="2119312"/>
            <a:ext cx="28575" cy="12700"/>
          </a:xfrm>
          <a:custGeom>
            <a:avLst/>
            <a:ahLst/>
            <a:rect l="0" t="0" r="r" b="b"/>
            <a:pathLst>
              <a:path w="53" h="25">
                <a:moveTo>
                  <a:pt x="26" y="0"/>
                </a:moveTo>
                <a:lnTo>
                  <a:pt x="53" y="0"/>
                </a:lnTo>
                <a:lnTo>
                  <a:pt x="51" y="8"/>
                </a:lnTo>
                <a:lnTo>
                  <a:pt x="48" y="15"/>
                </a:lnTo>
                <a:lnTo>
                  <a:pt x="41" y="21"/>
                </a:lnTo>
                <a:lnTo>
                  <a:pt x="34" y="24"/>
                </a:lnTo>
                <a:lnTo>
                  <a:pt x="26" y="25"/>
                </a:lnTo>
                <a:lnTo>
                  <a:pt x="18" y="24"/>
                </a:lnTo>
                <a:lnTo>
                  <a:pt x="10" y="21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83" name=""/>
          <p:cNvSpPr/>
          <p:nvPr/>
        </p:nvSpPr>
        <p:spPr>
          <a:xfrm rot="0">
            <a:off x="2187575" y="2119312"/>
            <a:ext cx="28575" cy="12700"/>
          </a:xfrm>
          <a:custGeom>
            <a:avLst/>
            <a:ahLst/>
            <a:rect l="0" t="0" r="r" b="b"/>
            <a:pathLst>
              <a:path w="53" h="25">
                <a:moveTo>
                  <a:pt x="53" y="0"/>
                </a:moveTo>
                <a:lnTo>
                  <a:pt x="51" y="8"/>
                </a:lnTo>
                <a:lnTo>
                  <a:pt x="48" y="15"/>
                </a:lnTo>
                <a:lnTo>
                  <a:pt x="41" y="21"/>
                </a:lnTo>
                <a:lnTo>
                  <a:pt x="34" y="24"/>
                </a:lnTo>
                <a:lnTo>
                  <a:pt x="26" y="25"/>
                </a:lnTo>
                <a:lnTo>
                  <a:pt x="18" y="24"/>
                </a:lnTo>
                <a:lnTo>
                  <a:pt x="10" y="21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84" name=""/>
          <p:cNvSpPr/>
          <p:nvPr/>
        </p:nvSpPr>
        <p:spPr>
          <a:xfrm rot="0">
            <a:off x="3687762" y="2119312"/>
            <a:ext cx="28575" cy="12700"/>
          </a:xfrm>
          <a:custGeom>
            <a:avLst/>
            <a:ahLst/>
            <a:rect l="0" t="0" r="r" b="b"/>
            <a:pathLst>
              <a:path w="53" h="25">
                <a:moveTo>
                  <a:pt x="26" y="0"/>
                </a:moveTo>
                <a:lnTo>
                  <a:pt x="53" y="0"/>
                </a:lnTo>
                <a:lnTo>
                  <a:pt x="50" y="8"/>
                </a:lnTo>
                <a:lnTo>
                  <a:pt x="47" y="15"/>
                </a:lnTo>
                <a:lnTo>
                  <a:pt x="41" y="21"/>
                </a:lnTo>
                <a:lnTo>
                  <a:pt x="34" y="24"/>
                </a:lnTo>
                <a:lnTo>
                  <a:pt x="26" y="25"/>
                </a:lnTo>
                <a:lnTo>
                  <a:pt x="17" y="24"/>
                </a:lnTo>
                <a:lnTo>
                  <a:pt x="10" y="21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  <a:lnTo>
                  <a:pt x="26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85" name=""/>
          <p:cNvSpPr/>
          <p:nvPr/>
        </p:nvSpPr>
        <p:spPr>
          <a:xfrm rot="0">
            <a:off x="3687762" y="2119312"/>
            <a:ext cx="28575" cy="12700"/>
          </a:xfrm>
          <a:custGeom>
            <a:avLst/>
            <a:ahLst/>
            <a:rect l="0" t="0" r="r" b="b"/>
            <a:pathLst>
              <a:path w="53" h="25">
                <a:moveTo>
                  <a:pt x="53" y="0"/>
                </a:moveTo>
                <a:lnTo>
                  <a:pt x="50" y="8"/>
                </a:lnTo>
                <a:lnTo>
                  <a:pt x="47" y="15"/>
                </a:lnTo>
                <a:lnTo>
                  <a:pt x="41" y="21"/>
                </a:lnTo>
                <a:lnTo>
                  <a:pt x="34" y="24"/>
                </a:lnTo>
                <a:lnTo>
                  <a:pt x="26" y="25"/>
                </a:lnTo>
                <a:lnTo>
                  <a:pt x="17" y="24"/>
                </a:lnTo>
                <a:lnTo>
                  <a:pt x="10" y="21"/>
                </a:lnTo>
                <a:lnTo>
                  <a:pt x="4" y="15"/>
                </a:lnTo>
                <a:lnTo>
                  <a:pt x="1" y="8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86" name=""/>
          <p:cNvSpPr/>
          <p:nvPr/>
        </p:nvSpPr>
        <p:spPr>
          <a:xfrm rot="0">
            <a:off x="3687762" y="1701800"/>
            <a:ext cx="28575" cy="417512"/>
          </a:xfrm>
          <a:custGeom>
            <a:avLst/>
            <a:ahLst/>
            <a:rect l="0" t="0" r="r" b="b"/>
            <a:pathLst>
              <a:path w="53" h="790">
                <a:moveTo>
                  <a:pt x="0" y="790"/>
                </a:moveTo>
                <a:lnTo>
                  <a:pt x="26" y="790"/>
                </a:lnTo>
                <a:lnTo>
                  <a:pt x="53" y="790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79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87" name=""/>
          <p:cNvSpPr/>
          <p:nvPr/>
        </p:nvSpPr>
        <p:spPr>
          <a:xfrm rot="0">
            <a:off x="3687762" y="1701800"/>
            <a:ext cx="28575" cy="417512"/>
          </a:xfrm>
          <a:custGeom>
            <a:avLst/>
            <a:ahLst/>
            <a:rect l="0" t="0" r="r" b="b"/>
            <a:pathLst>
              <a:path w="53" h="790">
                <a:moveTo>
                  <a:pt x="0" y="790"/>
                </a:moveTo>
                <a:lnTo>
                  <a:pt x="26" y="790"/>
                </a:lnTo>
                <a:lnTo>
                  <a:pt x="53" y="790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lnTo>
                  <a:pt x="0" y="79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88" name=""/>
          <p:cNvSpPr/>
          <p:nvPr/>
        </p:nvSpPr>
        <p:spPr>
          <a:xfrm rot="0">
            <a:off x="3687762" y="1687512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26" y="27"/>
                </a:moveTo>
                <a:lnTo>
                  <a:pt x="0" y="27"/>
                </a:ln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7" y="3"/>
                </a:lnTo>
                <a:lnTo>
                  <a:pt x="26" y="0"/>
                </a:lnTo>
                <a:lnTo>
                  <a:pt x="34" y="3"/>
                </a:lnTo>
                <a:lnTo>
                  <a:pt x="41" y="6"/>
                </a:lnTo>
                <a:lnTo>
                  <a:pt x="47" y="12"/>
                </a:lnTo>
                <a:lnTo>
                  <a:pt x="50" y="19"/>
                </a:lnTo>
                <a:lnTo>
                  <a:pt x="53" y="27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89" name=""/>
          <p:cNvSpPr/>
          <p:nvPr/>
        </p:nvSpPr>
        <p:spPr>
          <a:xfrm rot="0">
            <a:off x="3687762" y="1687512"/>
            <a:ext cx="28575" cy="14287"/>
          </a:xfrm>
          <a:custGeom>
            <a:avLst/>
            <a:ahLst/>
            <a:rect l="0" t="0" r="r" b="b"/>
            <a:pathLst>
              <a:path w="53" h="27">
                <a:moveTo>
                  <a:pt x="0" y="27"/>
                </a:moveTo>
                <a:lnTo>
                  <a:pt x="1" y="19"/>
                </a:lnTo>
                <a:lnTo>
                  <a:pt x="4" y="12"/>
                </a:lnTo>
                <a:lnTo>
                  <a:pt x="10" y="6"/>
                </a:lnTo>
                <a:lnTo>
                  <a:pt x="17" y="3"/>
                </a:lnTo>
                <a:lnTo>
                  <a:pt x="26" y="0"/>
                </a:lnTo>
                <a:lnTo>
                  <a:pt x="34" y="3"/>
                </a:lnTo>
                <a:lnTo>
                  <a:pt x="41" y="6"/>
                </a:lnTo>
                <a:lnTo>
                  <a:pt x="47" y="12"/>
                </a:lnTo>
                <a:lnTo>
                  <a:pt x="50" y="19"/>
                </a:lnTo>
                <a:lnTo>
                  <a:pt x="53" y="2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90" name=""/>
          <p:cNvSpPr/>
          <p:nvPr/>
        </p:nvSpPr>
        <p:spPr>
          <a:xfrm rot="0">
            <a:off x="1936750" y="3773487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27"/>
                </a:moveTo>
                <a:lnTo>
                  <a:pt x="26" y="53"/>
                </a:ln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5"/>
                </a:lnTo>
                <a:lnTo>
                  <a:pt x="0" y="27"/>
                </a:lnTo>
                <a:lnTo>
                  <a:pt x="1" y="19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91" name=""/>
          <p:cNvSpPr/>
          <p:nvPr/>
        </p:nvSpPr>
        <p:spPr>
          <a:xfrm rot="0">
            <a:off x="1936750" y="3773487"/>
            <a:ext cx="14287" cy="28575"/>
          </a:xfrm>
          <a:custGeom>
            <a:avLst/>
            <a:ahLst/>
            <a:rect l="0" t="0" r="r" b="b"/>
            <a:pathLst>
              <a:path w="26" h="53">
                <a:moveTo>
                  <a:pt x="26" y="53"/>
                </a:moveTo>
                <a:lnTo>
                  <a:pt x="18" y="52"/>
                </a:lnTo>
                <a:lnTo>
                  <a:pt x="10" y="49"/>
                </a:lnTo>
                <a:lnTo>
                  <a:pt x="4" y="43"/>
                </a:lnTo>
                <a:lnTo>
                  <a:pt x="1" y="35"/>
                </a:lnTo>
                <a:lnTo>
                  <a:pt x="0" y="27"/>
                </a:lnTo>
                <a:lnTo>
                  <a:pt x="1" y="19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92" name=""/>
          <p:cNvSpPr/>
          <p:nvPr/>
        </p:nvSpPr>
        <p:spPr>
          <a:xfrm rot="0">
            <a:off x="1951037" y="3773487"/>
            <a:ext cx="2000250" cy="28575"/>
          </a:xfrm>
          <a:custGeom>
            <a:avLst/>
            <a:ahLst/>
            <a:rect l="0" t="0" r="r" b="b"/>
            <a:pathLst>
              <a:path w="3780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3780" y="53"/>
                </a:lnTo>
                <a:lnTo>
                  <a:pt x="3780" y="27"/>
                </a:lnTo>
                <a:lnTo>
                  <a:pt x="3780" y="0"/>
                </a:lnTo>
                <a:lnTo>
                  <a:pt x="0" y="0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93" name=""/>
          <p:cNvSpPr/>
          <p:nvPr/>
        </p:nvSpPr>
        <p:spPr>
          <a:xfrm rot="0">
            <a:off x="1951037" y="3773487"/>
            <a:ext cx="2000250" cy="28575"/>
          </a:xfrm>
          <a:custGeom>
            <a:avLst/>
            <a:ahLst/>
            <a:rect l="0" t="0" r="r" b="b"/>
            <a:pathLst>
              <a:path w="3780" h="53">
                <a:moveTo>
                  <a:pt x="0" y="0"/>
                </a:moveTo>
                <a:lnTo>
                  <a:pt x="0" y="27"/>
                </a:lnTo>
                <a:lnTo>
                  <a:pt x="0" y="53"/>
                </a:lnTo>
                <a:lnTo>
                  <a:pt x="3780" y="53"/>
                </a:lnTo>
                <a:lnTo>
                  <a:pt x="3780" y="27"/>
                </a:lnTo>
                <a:lnTo>
                  <a:pt x="3780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94" name=""/>
          <p:cNvSpPr/>
          <p:nvPr/>
        </p:nvSpPr>
        <p:spPr>
          <a:xfrm rot="0">
            <a:off x="3951287" y="3773487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27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2" y="11"/>
                </a:lnTo>
                <a:lnTo>
                  <a:pt x="25" y="19"/>
                </a:lnTo>
                <a:lnTo>
                  <a:pt x="27" y="27"/>
                </a:lnTo>
                <a:lnTo>
                  <a:pt x="25" y="35"/>
                </a:lnTo>
                <a:lnTo>
                  <a:pt x="22" y="43"/>
                </a:lnTo>
                <a:lnTo>
                  <a:pt x="16" y="49"/>
                </a:lnTo>
                <a:lnTo>
                  <a:pt x="9" y="52"/>
                </a:lnTo>
                <a:lnTo>
                  <a:pt x="0" y="53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95" name=""/>
          <p:cNvSpPr/>
          <p:nvPr/>
        </p:nvSpPr>
        <p:spPr>
          <a:xfrm rot="0">
            <a:off x="3951287" y="3773487"/>
            <a:ext cx="14287" cy="28575"/>
          </a:xfrm>
          <a:custGeom>
            <a:avLst/>
            <a:ahLst/>
            <a:rect l="0" t="0" r="r" b="b"/>
            <a:pathLst>
              <a:path w="27" h="53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2" y="11"/>
                </a:lnTo>
                <a:lnTo>
                  <a:pt x="25" y="19"/>
                </a:lnTo>
                <a:lnTo>
                  <a:pt x="27" y="27"/>
                </a:lnTo>
                <a:lnTo>
                  <a:pt x="25" y="35"/>
                </a:lnTo>
                <a:lnTo>
                  <a:pt x="22" y="43"/>
                </a:lnTo>
                <a:lnTo>
                  <a:pt x="16" y="49"/>
                </a:lnTo>
                <a:lnTo>
                  <a:pt x="9" y="52"/>
                </a:lnTo>
                <a:lnTo>
                  <a:pt x="0" y="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96" name=""/>
          <p:cNvSpPr/>
          <p:nvPr/>
        </p:nvSpPr>
        <p:spPr>
          <a:xfrm rot="0">
            <a:off x="3951287" y="2105025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0" y="27"/>
                </a:moveTo>
                <a:lnTo>
                  <a:pt x="0" y="0"/>
                </a:lnTo>
                <a:lnTo>
                  <a:pt x="9" y="2"/>
                </a:lnTo>
                <a:lnTo>
                  <a:pt x="16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6" y="48"/>
                </a:lnTo>
                <a:lnTo>
                  <a:pt x="9" y="51"/>
                </a:lnTo>
                <a:lnTo>
                  <a:pt x="0" y="52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97" name=""/>
          <p:cNvSpPr/>
          <p:nvPr/>
        </p:nvSpPr>
        <p:spPr>
          <a:xfrm rot="0">
            <a:off x="3951287" y="2105025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0" y="0"/>
                </a:moveTo>
                <a:lnTo>
                  <a:pt x="9" y="2"/>
                </a:lnTo>
                <a:lnTo>
                  <a:pt x="16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6" y="48"/>
                </a:lnTo>
                <a:lnTo>
                  <a:pt x="9" y="51"/>
                </a:lnTo>
                <a:lnTo>
                  <a:pt x="0" y="5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2998" name=""/>
          <p:cNvSpPr/>
          <p:nvPr/>
        </p:nvSpPr>
        <p:spPr>
          <a:xfrm rot="0">
            <a:off x="3702050" y="2105025"/>
            <a:ext cx="249237" cy="26987"/>
          </a:xfrm>
          <a:custGeom>
            <a:avLst/>
            <a:ahLst/>
            <a:rect l="0" t="0" r="r" b="b"/>
            <a:pathLst>
              <a:path w="472" h="52">
                <a:moveTo>
                  <a:pt x="472" y="52"/>
                </a:moveTo>
                <a:lnTo>
                  <a:pt x="472" y="27"/>
                </a:lnTo>
                <a:lnTo>
                  <a:pt x="472" y="0"/>
                </a:lnTo>
                <a:lnTo>
                  <a:pt x="0" y="0"/>
                </a:lnTo>
                <a:lnTo>
                  <a:pt x="0" y="27"/>
                </a:lnTo>
                <a:lnTo>
                  <a:pt x="0" y="52"/>
                </a:lnTo>
                <a:lnTo>
                  <a:pt x="472" y="52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2999" name=""/>
          <p:cNvSpPr/>
          <p:nvPr/>
        </p:nvSpPr>
        <p:spPr>
          <a:xfrm rot="0">
            <a:off x="3702050" y="2105025"/>
            <a:ext cx="249237" cy="26987"/>
          </a:xfrm>
          <a:custGeom>
            <a:avLst/>
            <a:ahLst/>
            <a:rect l="0" t="0" r="r" b="b"/>
            <a:pathLst>
              <a:path w="472" h="52">
                <a:moveTo>
                  <a:pt x="472" y="52"/>
                </a:moveTo>
                <a:lnTo>
                  <a:pt x="472" y="27"/>
                </a:lnTo>
                <a:lnTo>
                  <a:pt x="472" y="0"/>
                </a:lnTo>
                <a:lnTo>
                  <a:pt x="0" y="0"/>
                </a:lnTo>
                <a:lnTo>
                  <a:pt x="0" y="27"/>
                </a:lnTo>
                <a:lnTo>
                  <a:pt x="0" y="52"/>
                </a:lnTo>
                <a:lnTo>
                  <a:pt x="472" y="5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3000" name=""/>
          <p:cNvSpPr/>
          <p:nvPr/>
        </p:nvSpPr>
        <p:spPr>
          <a:xfrm rot="0">
            <a:off x="3687762" y="2105025"/>
            <a:ext cx="14287" cy="26987"/>
          </a:xfrm>
          <a:custGeom>
            <a:avLst/>
            <a:ahLst/>
            <a:rect l="0" t="0" r="r" b="b"/>
            <a:pathLst>
              <a:path w="26" h="52">
                <a:moveTo>
                  <a:pt x="26" y="27"/>
                </a:moveTo>
                <a:lnTo>
                  <a:pt x="26" y="52"/>
                </a:lnTo>
                <a:lnTo>
                  <a:pt x="17" y="51"/>
                </a:lnTo>
                <a:lnTo>
                  <a:pt x="10" y="48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7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3001" name=""/>
          <p:cNvSpPr/>
          <p:nvPr/>
        </p:nvSpPr>
        <p:spPr>
          <a:xfrm rot="0">
            <a:off x="3687762" y="2105025"/>
            <a:ext cx="14287" cy="26987"/>
          </a:xfrm>
          <a:custGeom>
            <a:avLst/>
            <a:ahLst/>
            <a:rect l="0" t="0" r="r" b="b"/>
            <a:pathLst>
              <a:path w="26" h="52">
                <a:moveTo>
                  <a:pt x="26" y="52"/>
                </a:moveTo>
                <a:lnTo>
                  <a:pt x="17" y="51"/>
                </a:lnTo>
                <a:lnTo>
                  <a:pt x="10" y="48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7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3002" name=""/>
          <p:cNvSpPr/>
          <p:nvPr/>
        </p:nvSpPr>
        <p:spPr>
          <a:xfrm rot="0">
            <a:off x="2201862" y="2105025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0" y="27"/>
                </a:moveTo>
                <a:lnTo>
                  <a:pt x="0" y="0"/>
                </a:lnTo>
                <a:lnTo>
                  <a:pt x="8" y="2"/>
                </a:lnTo>
                <a:lnTo>
                  <a:pt x="15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5" y="48"/>
                </a:lnTo>
                <a:lnTo>
                  <a:pt x="8" y="51"/>
                </a:lnTo>
                <a:lnTo>
                  <a:pt x="0" y="52"/>
                </a:lnTo>
                <a:lnTo>
                  <a:pt x="0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3003" name=""/>
          <p:cNvSpPr/>
          <p:nvPr/>
        </p:nvSpPr>
        <p:spPr>
          <a:xfrm rot="0">
            <a:off x="2201862" y="2105025"/>
            <a:ext cx="14287" cy="26987"/>
          </a:xfrm>
          <a:custGeom>
            <a:avLst/>
            <a:ahLst/>
            <a:rect l="0" t="0" r="r" b="b"/>
            <a:pathLst>
              <a:path w="27" h="52">
                <a:moveTo>
                  <a:pt x="0" y="0"/>
                </a:moveTo>
                <a:lnTo>
                  <a:pt x="8" y="2"/>
                </a:lnTo>
                <a:lnTo>
                  <a:pt x="15" y="5"/>
                </a:lnTo>
                <a:lnTo>
                  <a:pt x="22" y="11"/>
                </a:lnTo>
                <a:lnTo>
                  <a:pt x="25" y="18"/>
                </a:lnTo>
                <a:lnTo>
                  <a:pt x="27" y="27"/>
                </a:lnTo>
                <a:lnTo>
                  <a:pt x="25" y="35"/>
                </a:lnTo>
                <a:lnTo>
                  <a:pt x="22" y="42"/>
                </a:lnTo>
                <a:lnTo>
                  <a:pt x="15" y="48"/>
                </a:lnTo>
                <a:lnTo>
                  <a:pt x="8" y="51"/>
                </a:lnTo>
                <a:lnTo>
                  <a:pt x="0" y="5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3004" name=""/>
          <p:cNvSpPr/>
          <p:nvPr/>
        </p:nvSpPr>
        <p:spPr>
          <a:xfrm rot="0">
            <a:off x="1951037" y="2105025"/>
            <a:ext cx="250825" cy="26987"/>
          </a:xfrm>
          <a:custGeom>
            <a:avLst/>
            <a:ahLst/>
            <a:rect l="0" t="0" r="r" b="b"/>
            <a:pathLst>
              <a:path w="475" h="52">
                <a:moveTo>
                  <a:pt x="475" y="52"/>
                </a:moveTo>
                <a:lnTo>
                  <a:pt x="475" y="27"/>
                </a:lnTo>
                <a:lnTo>
                  <a:pt x="475" y="0"/>
                </a:lnTo>
                <a:lnTo>
                  <a:pt x="0" y="0"/>
                </a:lnTo>
                <a:lnTo>
                  <a:pt x="0" y="27"/>
                </a:lnTo>
                <a:lnTo>
                  <a:pt x="0" y="52"/>
                </a:lnTo>
                <a:lnTo>
                  <a:pt x="475" y="52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3005" name=""/>
          <p:cNvSpPr/>
          <p:nvPr/>
        </p:nvSpPr>
        <p:spPr>
          <a:xfrm rot="0">
            <a:off x="1951037" y="2105025"/>
            <a:ext cx="250825" cy="26987"/>
          </a:xfrm>
          <a:custGeom>
            <a:avLst/>
            <a:ahLst/>
            <a:rect l="0" t="0" r="r" b="b"/>
            <a:pathLst>
              <a:path w="475" h="52">
                <a:moveTo>
                  <a:pt x="475" y="52"/>
                </a:moveTo>
                <a:lnTo>
                  <a:pt x="475" y="27"/>
                </a:lnTo>
                <a:lnTo>
                  <a:pt x="475" y="0"/>
                </a:lnTo>
                <a:lnTo>
                  <a:pt x="0" y="0"/>
                </a:lnTo>
                <a:lnTo>
                  <a:pt x="0" y="27"/>
                </a:lnTo>
                <a:lnTo>
                  <a:pt x="0" y="52"/>
                </a:lnTo>
                <a:lnTo>
                  <a:pt x="475" y="5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3006" name=""/>
          <p:cNvSpPr/>
          <p:nvPr/>
        </p:nvSpPr>
        <p:spPr>
          <a:xfrm rot="0">
            <a:off x="1936750" y="2105025"/>
            <a:ext cx="14287" cy="26987"/>
          </a:xfrm>
          <a:custGeom>
            <a:avLst/>
            <a:ahLst/>
            <a:rect l="0" t="0" r="r" b="b"/>
            <a:pathLst>
              <a:path w="26" h="52">
                <a:moveTo>
                  <a:pt x="26" y="27"/>
                </a:moveTo>
                <a:lnTo>
                  <a:pt x="26" y="52"/>
                </a:lnTo>
                <a:lnTo>
                  <a:pt x="18" y="51"/>
                </a:lnTo>
                <a:lnTo>
                  <a:pt x="10" y="48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  <a:lnTo>
                  <a:pt x="26" y="27"/>
                </a:lnTo>
              </a:path>
            </a:pathLst>
          </a:custGeom>
          <a:solidFill>
            <a:srgbClr val="000000"/>
          </a:solidFill>
          <a:ln>
            <a:noFill/>
          </a:ln>
        </p:spPr>
      </p:sp>
      <p:sp>
        <p:nvSpPr>
          <p:cNvPr id="1083007" name=""/>
          <p:cNvSpPr/>
          <p:nvPr/>
        </p:nvSpPr>
        <p:spPr>
          <a:xfrm rot="0">
            <a:off x="1936750" y="2105025"/>
            <a:ext cx="14287" cy="26987"/>
          </a:xfrm>
          <a:custGeom>
            <a:avLst/>
            <a:ahLst/>
            <a:rect l="0" t="0" r="r" b="b"/>
            <a:pathLst>
              <a:path w="26" h="52">
                <a:moveTo>
                  <a:pt x="26" y="52"/>
                </a:moveTo>
                <a:lnTo>
                  <a:pt x="18" y="51"/>
                </a:lnTo>
                <a:lnTo>
                  <a:pt x="10" y="48"/>
                </a:lnTo>
                <a:lnTo>
                  <a:pt x="4" y="42"/>
                </a:lnTo>
                <a:lnTo>
                  <a:pt x="1" y="35"/>
                </a:lnTo>
                <a:lnTo>
                  <a:pt x="0" y="27"/>
                </a:lnTo>
                <a:lnTo>
                  <a:pt x="1" y="18"/>
                </a:lnTo>
                <a:lnTo>
                  <a:pt x="4" y="11"/>
                </a:lnTo>
                <a:lnTo>
                  <a:pt x="10" y="5"/>
                </a:lnTo>
                <a:lnTo>
                  <a:pt x="18" y="2"/>
                </a:lnTo>
                <a:lnTo>
                  <a:pt x="26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3008" name=""/>
          <p:cNvSpPr/>
          <p:nvPr/>
        </p:nvSpPr>
        <p:spPr>
          <a:xfrm rot="0">
            <a:off x="4730750" y="2954337"/>
            <a:ext cx="42227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09" name=""/>
          <p:cNvSpPr/>
          <p:nvPr/>
        </p:nvSpPr>
        <p:spPr>
          <a:xfrm rot="0">
            <a:off x="5249862" y="2954337"/>
            <a:ext cx="9525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0" name=""/>
          <p:cNvSpPr/>
          <p:nvPr/>
        </p:nvSpPr>
        <p:spPr>
          <a:xfrm rot="0">
            <a:off x="5441950" y="2954337"/>
            <a:ext cx="57785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1" name=""/>
          <p:cNvSpPr/>
          <p:nvPr/>
        </p:nvSpPr>
        <p:spPr>
          <a:xfrm rot="0">
            <a:off x="6115050" y="2954337"/>
            <a:ext cx="9683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2" name=""/>
          <p:cNvSpPr/>
          <p:nvPr/>
        </p:nvSpPr>
        <p:spPr>
          <a:xfrm rot="0">
            <a:off x="6308725" y="2954337"/>
            <a:ext cx="42227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3" name=""/>
          <p:cNvSpPr/>
          <p:nvPr/>
        </p:nvSpPr>
        <p:spPr>
          <a:xfrm rot="0">
            <a:off x="5730875" y="1535112"/>
            <a:ext cx="1587" cy="6318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4" name=""/>
          <p:cNvSpPr/>
          <p:nvPr/>
        </p:nvSpPr>
        <p:spPr>
          <a:xfrm rot="0">
            <a:off x="5730875" y="2262187"/>
            <a:ext cx="1587" cy="968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5" name=""/>
          <p:cNvSpPr/>
          <p:nvPr/>
        </p:nvSpPr>
        <p:spPr>
          <a:xfrm rot="0">
            <a:off x="5730875" y="2455862"/>
            <a:ext cx="1587" cy="5778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6" name=""/>
          <p:cNvSpPr/>
          <p:nvPr/>
        </p:nvSpPr>
        <p:spPr>
          <a:xfrm rot="0">
            <a:off x="5730875" y="3130550"/>
            <a:ext cx="1587" cy="95250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7" name=""/>
          <p:cNvSpPr/>
          <p:nvPr/>
        </p:nvSpPr>
        <p:spPr>
          <a:xfrm rot="0">
            <a:off x="5730875" y="3322637"/>
            <a:ext cx="1587" cy="6318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8" name=""/>
          <p:cNvSpPr/>
          <p:nvPr/>
        </p:nvSpPr>
        <p:spPr>
          <a:xfrm rot="0">
            <a:off x="1784350" y="2954337"/>
            <a:ext cx="588962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19" name=""/>
          <p:cNvSpPr/>
          <p:nvPr/>
        </p:nvSpPr>
        <p:spPr>
          <a:xfrm rot="0">
            <a:off x="2470150" y="2954337"/>
            <a:ext cx="9683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0" name=""/>
          <p:cNvSpPr/>
          <p:nvPr/>
        </p:nvSpPr>
        <p:spPr>
          <a:xfrm rot="0">
            <a:off x="2662237" y="2954337"/>
            <a:ext cx="57785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1" name=""/>
          <p:cNvSpPr/>
          <p:nvPr/>
        </p:nvSpPr>
        <p:spPr>
          <a:xfrm rot="0">
            <a:off x="3336925" y="2954337"/>
            <a:ext cx="9525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2" name=""/>
          <p:cNvSpPr/>
          <p:nvPr/>
        </p:nvSpPr>
        <p:spPr>
          <a:xfrm rot="0">
            <a:off x="3529012" y="2954337"/>
            <a:ext cx="588962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3" name=""/>
          <p:cNvSpPr/>
          <p:nvPr/>
        </p:nvSpPr>
        <p:spPr>
          <a:xfrm rot="0">
            <a:off x="1784350" y="5154612"/>
            <a:ext cx="3952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4" name=""/>
          <p:cNvSpPr/>
          <p:nvPr/>
        </p:nvSpPr>
        <p:spPr>
          <a:xfrm rot="0">
            <a:off x="2276475" y="5154612"/>
            <a:ext cx="9683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5" name=""/>
          <p:cNvSpPr/>
          <p:nvPr/>
        </p:nvSpPr>
        <p:spPr>
          <a:xfrm rot="0">
            <a:off x="2470150" y="5154612"/>
            <a:ext cx="39528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6" name=""/>
          <p:cNvSpPr/>
          <p:nvPr/>
        </p:nvSpPr>
        <p:spPr>
          <a:xfrm rot="0" flipV="1">
            <a:off x="2617787" y="5519737"/>
            <a:ext cx="1587" cy="2206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7" name=""/>
          <p:cNvSpPr/>
          <p:nvPr/>
        </p:nvSpPr>
        <p:spPr>
          <a:xfrm rot="0" flipV="1">
            <a:off x="2617787" y="5422900"/>
            <a:ext cx="1587" cy="476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8" name=""/>
          <p:cNvSpPr/>
          <p:nvPr/>
        </p:nvSpPr>
        <p:spPr>
          <a:xfrm rot="0" flipV="1">
            <a:off x="2617787" y="5154612"/>
            <a:ext cx="1587" cy="2206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29" name=""/>
          <p:cNvSpPr/>
          <p:nvPr/>
        </p:nvSpPr>
        <p:spPr>
          <a:xfrm rot="0" flipV="1">
            <a:off x="3284537" y="5519737"/>
            <a:ext cx="1587" cy="2206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0" name=""/>
          <p:cNvSpPr/>
          <p:nvPr/>
        </p:nvSpPr>
        <p:spPr>
          <a:xfrm rot="0" flipV="1">
            <a:off x="3284537" y="5422900"/>
            <a:ext cx="1587" cy="476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1" name=""/>
          <p:cNvSpPr/>
          <p:nvPr/>
        </p:nvSpPr>
        <p:spPr>
          <a:xfrm rot="0" flipV="1">
            <a:off x="3284537" y="5154612"/>
            <a:ext cx="1587" cy="2206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2" name=""/>
          <p:cNvSpPr/>
          <p:nvPr/>
        </p:nvSpPr>
        <p:spPr>
          <a:xfrm rot="0" flipV="1">
            <a:off x="2617787" y="2090737"/>
            <a:ext cx="1587" cy="3317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3" name=""/>
          <p:cNvSpPr/>
          <p:nvPr/>
        </p:nvSpPr>
        <p:spPr>
          <a:xfrm rot="0" flipV="1">
            <a:off x="2617787" y="1946275"/>
            <a:ext cx="1587" cy="714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4" name=""/>
          <p:cNvSpPr/>
          <p:nvPr/>
        </p:nvSpPr>
        <p:spPr>
          <a:xfrm rot="0" flipV="1">
            <a:off x="2617787" y="1541462"/>
            <a:ext cx="1587" cy="3317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5" name=""/>
          <p:cNvSpPr/>
          <p:nvPr/>
        </p:nvSpPr>
        <p:spPr>
          <a:xfrm rot="0" flipV="1">
            <a:off x="3284537" y="2109787"/>
            <a:ext cx="1587" cy="3508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6" name=""/>
          <p:cNvSpPr/>
          <p:nvPr/>
        </p:nvSpPr>
        <p:spPr>
          <a:xfrm rot="0" flipV="1">
            <a:off x="3284537" y="1965325"/>
            <a:ext cx="1587" cy="714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7" name=""/>
          <p:cNvSpPr/>
          <p:nvPr/>
        </p:nvSpPr>
        <p:spPr>
          <a:xfrm rot="0" flipV="1">
            <a:off x="3284537" y="1541462"/>
            <a:ext cx="1587" cy="35083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8" name=""/>
          <p:cNvSpPr/>
          <p:nvPr/>
        </p:nvSpPr>
        <p:spPr>
          <a:xfrm rot="0" flipV="1">
            <a:off x="2617787" y="4937125"/>
            <a:ext cx="1587" cy="2174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39" name=""/>
          <p:cNvSpPr/>
          <p:nvPr/>
        </p:nvSpPr>
        <p:spPr>
          <a:xfrm rot="0" flipV="1">
            <a:off x="2617787" y="4841875"/>
            <a:ext cx="1587" cy="476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0" name=""/>
          <p:cNvSpPr/>
          <p:nvPr/>
        </p:nvSpPr>
        <p:spPr>
          <a:xfrm rot="0" flipV="1">
            <a:off x="2617787" y="4576762"/>
            <a:ext cx="1587" cy="2174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1" name=""/>
          <p:cNvSpPr/>
          <p:nvPr/>
        </p:nvSpPr>
        <p:spPr>
          <a:xfrm rot="0" flipV="1">
            <a:off x="3284537" y="4937125"/>
            <a:ext cx="1587" cy="2174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2" name=""/>
          <p:cNvSpPr/>
          <p:nvPr/>
        </p:nvSpPr>
        <p:spPr>
          <a:xfrm rot="0" flipV="1">
            <a:off x="3284537" y="4841875"/>
            <a:ext cx="1587" cy="476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3" name=""/>
          <p:cNvSpPr/>
          <p:nvPr/>
        </p:nvSpPr>
        <p:spPr>
          <a:xfrm rot="0" flipV="1">
            <a:off x="3284537" y="4576762"/>
            <a:ext cx="1587" cy="2174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4" name=""/>
          <p:cNvSpPr/>
          <p:nvPr/>
        </p:nvSpPr>
        <p:spPr>
          <a:xfrm rot="0">
            <a:off x="2865437" y="5154612"/>
            <a:ext cx="48260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5" name=""/>
          <p:cNvSpPr/>
          <p:nvPr/>
        </p:nvSpPr>
        <p:spPr>
          <a:xfrm rot="0">
            <a:off x="3443287" y="5154612"/>
            <a:ext cx="96837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3046" name=""/>
          <p:cNvSpPr/>
          <p:nvPr/>
        </p:nvSpPr>
        <p:spPr>
          <a:xfrm rot="0">
            <a:off x="3636962" y="5154612"/>
            <a:ext cx="481012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iming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3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3047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52</a:t>
            </a:r>
          </a:p>
        </p:txBody>
      </p:sp>
      <p:sp>
        <p:nvSpPr>
          <p:cNvPr id="1083048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sp>
        <p:nvSpPr>
          <p:cNvPr id="1083049" name=""/>
          <p:cNvSpPr txBox="1"/>
          <p:nvPr/>
        </p:nvSpPr>
        <p:spPr>
          <a:xfrm rot="0">
            <a:off x="6877050" y="1016000"/>
            <a:ext cx="1979612" cy="1004887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/>
              <a:t>先求特殊点</a:t>
            </a:r>
          </a:p>
          <a:p>
            <a:pPr lvl="0">
              <a:spcBef>
                <a:spcPct val="50000"/>
              </a:spcBef>
            </a:pPr>
            <a:r>
              <a:rPr altLang="en-US" lang="zh-CN"/>
              <a:t>再求一般点</a:t>
            </a:r>
          </a:p>
        </p:txBody>
      </p:sp>
      <p:grpSp>
        <p:nvGrpSpPr>
          <p:cNvPr id="435" name=""/>
          <p:cNvGrpSpPr/>
          <p:nvPr/>
        </p:nvGrpSpPr>
        <p:grpSpPr>
          <a:xfrm rot="0">
            <a:off x="2030412" y="1317625"/>
            <a:ext cx="4664075" cy="1122362"/>
            <a:chOff x="1279" y="830"/>
            <a:chExt cx="2938" cy="707"/>
          </a:xfrm>
        </p:grpSpPr>
        <p:sp>
          <p:nvSpPr>
            <p:cNvPr id="1083050" name=""/>
            <p:cNvSpPr/>
            <p:nvPr/>
          </p:nvSpPr>
          <p:spPr>
            <a:xfrm rot="0">
              <a:off x="1279" y="929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27" y="27"/>
                  </a:moveTo>
                  <a:lnTo>
                    <a:pt x="7" y="46"/>
                  </a:lnTo>
                  <a:lnTo>
                    <a:pt x="2" y="40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2" y="14"/>
                  </a:lnTo>
                  <a:lnTo>
                    <a:pt x="7" y="8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9" y="2"/>
                  </a:lnTo>
                  <a:lnTo>
                    <a:pt x="46" y="8"/>
                  </a:lnTo>
                  <a:lnTo>
                    <a:pt x="27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3051" name=""/>
            <p:cNvSpPr/>
            <p:nvPr/>
          </p:nvSpPr>
          <p:spPr>
            <a:xfrm rot="0">
              <a:off x="1279" y="929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7" y="46"/>
                  </a:moveTo>
                  <a:lnTo>
                    <a:pt x="2" y="40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2" y="14"/>
                  </a:lnTo>
                  <a:lnTo>
                    <a:pt x="7" y="8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9" y="2"/>
                  </a:lnTo>
                  <a:lnTo>
                    <a:pt x="46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52" name=""/>
            <p:cNvSpPr/>
            <p:nvPr/>
          </p:nvSpPr>
          <p:spPr>
            <a:xfrm rot="0">
              <a:off x="1281" y="931"/>
              <a:ext cx="603" cy="604"/>
            </a:xfrm>
            <a:custGeom>
              <a:avLst/>
              <a:ahLst/>
              <a:rect l="0" t="0" r="r" b="b"/>
              <a:pathLst>
                <a:path w="1809" h="1810">
                  <a:moveTo>
                    <a:pt x="39" y="0"/>
                  </a:moveTo>
                  <a:lnTo>
                    <a:pt x="20" y="19"/>
                  </a:lnTo>
                  <a:lnTo>
                    <a:pt x="0" y="38"/>
                  </a:lnTo>
                  <a:lnTo>
                    <a:pt x="1771" y="1810"/>
                  </a:lnTo>
                  <a:lnTo>
                    <a:pt x="1790" y="1791"/>
                  </a:lnTo>
                  <a:lnTo>
                    <a:pt x="1809" y="1772"/>
                  </a:lnTo>
                  <a:lnTo>
                    <a:pt x="3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3053" name=""/>
            <p:cNvSpPr/>
            <p:nvPr/>
          </p:nvSpPr>
          <p:spPr>
            <a:xfrm rot="0">
              <a:off x="1281" y="931"/>
              <a:ext cx="603" cy="604"/>
            </a:xfrm>
            <a:custGeom>
              <a:avLst/>
              <a:ahLst/>
              <a:rect l="0" t="0" r="r" b="b"/>
              <a:pathLst>
                <a:path w="1809" h="1810">
                  <a:moveTo>
                    <a:pt x="39" y="0"/>
                  </a:moveTo>
                  <a:lnTo>
                    <a:pt x="20" y="19"/>
                  </a:lnTo>
                  <a:lnTo>
                    <a:pt x="0" y="38"/>
                  </a:lnTo>
                  <a:lnTo>
                    <a:pt x="1771" y="1810"/>
                  </a:lnTo>
                  <a:lnTo>
                    <a:pt x="1790" y="1791"/>
                  </a:lnTo>
                  <a:lnTo>
                    <a:pt x="1809" y="1772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54" name=""/>
            <p:cNvSpPr/>
            <p:nvPr/>
          </p:nvSpPr>
          <p:spPr>
            <a:xfrm rot="0">
              <a:off x="1872" y="1522"/>
              <a:ext cx="15" cy="15"/>
            </a:xfrm>
            <a:custGeom>
              <a:avLst/>
              <a:ahLst/>
              <a:rect l="0" t="0" r="r" b="b"/>
              <a:pathLst>
                <a:path w="45" h="46">
                  <a:moveTo>
                    <a:pt x="19" y="19"/>
                  </a:moveTo>
                  <a:lnTo>
                    <a:pt x="38" y="0"/>
                  </a:lnTo>
                  <a:lnTo>
                    <a:pt x="43" y="6"/>
                  </a:lnTo>
                  <a:lnTo>
                    <a:pt x="45" y="15"/>
                  </a:lnTo>
                  <a:lnTo>
                    <a:pt x="45" y="23"/>
                  </a:lnTo>
                  <a:lnTo>
                    <a:pt x="43" y="32"/>
                  </a:lnTo>
                  <a:lnTo>
                    <a:pt x="38" y="38"/>
                  </a:lnTo>
                  <a:lnTo>
                    <a:pt x="32" y="44"/>
                  </a:lnTo>
                  <a:lnTo>
                    <a:pt x="23" y="46"/>
                  </a:lnTo>
                  <a:lnTo>
                    <a:pt x="14" y="46"/>
                  </a:lnTo>
                  <a:lnTo>
                    <a:pt x="6" y="44"/>
                  </a:lnTo>
                  <a:lnTo>
                    <a:pt x="0" y="38"/>
                  </a:lnTo>
                  <a:lnTo>
                    <a:pt x="19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3055" name=""/>
            <p:cNvSpPr/>
            <p:nvPr/>
          </p:nvSpPr>
          <p:spPr>
            <a:xfrm rot="0">
              <a:off x="1872" y="1522"/>
              <a:ext cx="15" cy="15"/>
            </a:xfrm>
            <a:custGeom>
              <a:avLst/>
              <a:ahLst/>
              <a:rect l="0" t="0" r="r" b="b"/>
              <a:pathLst>
                <a:path w="45" h="46">
                  <a:moveTo>
                    <a:pt x="38" y="0"/>
                  </a:moveTo>
                  <a:lnTo>
                    <a:pt x="43" y="6"/>
                  </a:lnTo>
                  <a:lnTo>
                    <a:pt x="45" y="15"/>
                  </a:lnTo>
                  <a:lnTo>
                    <a:pt x="45" y="23"/>
                  </a:lnTo>
                  <a:lnTo>
                    <a:pt x="43" y="32"/>
                  </a:lnTo>
                  <a:lnTo>
                    <a:pt x="38" y="38"/>
                  </a:lnTo>
                  <a:lnTo>
                    <a:pt x="32" y="44"/>
                  </a:lnTo>
                  <a:lnTo>
                    <a:pt x="23" y="46"/>
                  </a:lnTo>
                  <a:lnTo>
                    <a:pt x="14" y="46"/>
                  </a:lnTo>
                  <a:lnTo>
                    <a:pt x="6" y="44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56" name=""/>
            <p:cNvSpPr/>
            <p:nvPr/>
          </p:nvSpPr>
          <p:spPr>
            <a:xfrm rot="0">
              <a:off x="1869" y="1522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27" y="19"/>
                  </a:moveTo>
                  <a:lnTo>
                    <a:pt x="46" y="38"/>
                  </a:lnTo>
                  <a:lnTo>
                    <a:pt x="40" y="44"/>
                  </a:lnTo>
                  <a:lnTo>
                    <a:pt x="31" y="46"/>
                  </a:lnTo>
                  <a:lnTo>
                    <a:pt x="22" y="46"/>
                  </a:lnTo>
                  <a:lnTo>
                    <a:pt x="14" y="44"/>
                  </a:lnTo>
                  <a:lnTo>
                    <a:pt x="8" y="38"/>
                  </a:lnTo>
                  <a:lnTo>
                    <a:pt x="2" y="32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" y="6"/>
                  </a:lnTo>
                  <a:lnTo>
                    <a:pt x="8" y="0"/>
                  </a:lnTo>
                  <a:lnTo>
                    <a:pt x="27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3057" name=""/>
            <p:cNvSpPr/>
            <p:nvPr/>
          </p:nvSpPr>
          <p:spPr>
            <a:xfrm rot="0">
              <a:off x="1869" y="1522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46" y="38"/>
                  </a:moveTo>
                  <a:lnTo>
                    <a:pt x="40" y="44"/>
                  </a:lnTo>
                  <a:lnTo>
                    <a:pt x="31" y="46"/>
                  </a:lnTo>
                  <a:lnTo>
                    <a:pt x="22" y="46"/>
                  </a:lnTo>
                  <a:lnTo>
                    <a:pt x="14" y="44"/>
                  </a:lnTo>
                  <a:lnTo>
                    <a:pt x="8" y="38"/>
                  </a:lnTo>
                  <a:lnTo>
                    <a:pt x="2" y="32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" y="6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58" name=""/>
            <p:cNvSpPr/>
            <p:nvPr/>
          </p:nvSpPr>
          <p:spPr>
            <a:xfrm rot="0">
              <a:off x="1872" y="931"/>
              <a:ext cx="602" cy="604"/>
            </a:xfrm>
            <a:custGeom>
              <a:avLst/>
              <a:ahLst/>
              <a:rect l="0" t="0" r="r" b="b"/>
              <a:pathLst>
                <a:path w="1808" h="1810">
                  <a:moveTo>
                    <a:pt x="0" y="1772"/>
                  </a:moveTo>
                  <a:lnTo>
                    <a:pt x="19" y="1791"/>
                  </a:lnTo>
                  <a:lnTo>
                    <a:pt x="38" y="1810"/>
                  </a:lnTo>
                  <a:lnTo>
                    <a:pt x="1808" y="38"/>
                  </a:lnTo>
                  <a:lnTo>
                    <a:pt x="1789" y="19"/>
                  </a:lnTo>
                  <a:lnTo>
                    <a:pt x="1770" y="0"/>
                  </a:lnTo>
                  <a:lnTo>
                    <a:pt x="0" y="177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3059" name=""/>
            <p:cNvSpPr/>
            <p:nvPr/>
          </p:nvSpPr>
          <p:spPr>
            <a:xfrm rot="0">
              <a:off x="1872" y="931"/>
              <a:ext cx="602" cy="604"/>
            </a:xfrm>
            <a:custGeom>
              <a:avLst/>
              <a:ahLst/>
              <a:rect l="0" t="0" r="r" b="b"/>
              <a:pathLst>
                <a:path w="1808" h="1810">
                  <a:moveTo>
                    <a:pt x="0" y="1772"/>
                  </a:moveTo>
                  <a:lnTo>
                    <a:pt x="19" y="1791"/>
                  </a:lnTo>
                  <a:lnTo>
                    <a:pt x="38" y="1810"/>
                  </a:lnTo>
                  <a:lnTo>
                    <a:pt x="1808" y="38"/>
                  </a:lnTo>
                  <a:lnTo>
                    <a:pt x="1789" y="19"/>
                  </a:lnTo>
                  <a:lnTo>
                    <a:pt x="1770" y="0"/>
                  </a:lnTo>
                  <a:lnTo>
                    <a:pt x="0" y="177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60" name=""/>
            <p:cNvSpPr/>
            <p:nvPr/>
          </p:nvSpPr>
          <p:spPr>
            <a:xfrm rot="0">
              <a:off x="2462" y="929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19" y="27"/>
                  </a:moveTo>
                  <a:lnTo>
                    <a:pt x="0" y="8"/>
                  </a:lnTo>
                  <a:lnTo>
                    <a:pt x="6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2"/>
                  </a:lnTo>
                  <a:lnTo>
                    <a:pt x="38" y="8"/>
                  </a:lnTo>
                  <a:lnTo>
                    <a:pt x="43" y="14"/>
                  </a:lnTo>
                  <a:lnTo>
                    <a:pt x="46" y="23"/>
                  </a:lnTo>
                  <a:lnTo>
                    <a:pt x="46" y="31"/>
                  </a:lnTo>
                  <a:lnTo>
                    <a:pt x="43" y="40"/>
                  </a:lnTo>
                  <a:lnTo>
                    <a:pt x="38" y="46"/>
                  </a:lnTo>
                  <a:lnTo>
                    <a:pt x="19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3061" name=""/>
            <p:cNvSpPr/>
            <p:nvPr/>
          </p:nvSpPr>
          <p:spPr>
            <a:xfrm rot="0">
              <a:off x="2462" y="929"/>
              <a:ext cx="15" cy="15"/>
            </a:xfrm>
            <a:custGeom>
              <a:avLst/>
              <a:ahLst/>
              <a:rect l="0" t="0" r="r" b="b"/>
              <a:pathLst>
                <a:path w="46" h="46">
                  <a:moveTo>
                    <a:pt x="0" y="8"/>
                  </a:moveTo>
                  <a:lnTo>
                    <a:pt x="6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2"/>
                  </a:lnTo>
                  <a:lnTo>
                    <a:pt x="38" y="8"/>
                  </a:lnTo>
                  <a:lnTo>
                    <a:pt x="43" y="14"/>
                  </a:lnTo>
                  <a:lnTo>
                    <a:pt x="46" y="23"/>
                  </a:lnTo>
                  <a:lnTo>
                    <a:pt x="46" y="31"/>
                  </a:lnTo>
                  <a:lnTo>
                    <a:pt x="43" y="40"/>
                  </a:lnTo>
                  <a:lnTo>
                    <a:pt x="38" y="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62" name=""/>
            <p:cNvSpPr/>
            <p:nvPr/>
          </p:nvSpPr>
          <p:spPr>
            <a:xfrm rot="0">
              <a:off x="3019" y="830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63" name=""/>
            <p:cNvSpPr/>
            <p:nvPr/>
          </p:nvSpPr>
          <p:spPr>
            <a:xfrm rot="0">
              <a:off x="3019" y="830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9" y="54"/>
                  </a:lnTo>
                  <a:lnTo>
                    <a:pt x="11" y="50"/>
                  </a:lnTo>
                  <a:lnTo>
                    <a:pt x="5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64" name=""/>
            <p:cNvSpPr/>
            <p:nvPr/>
          </p:nvSpPr>
          <p:spPr>
            <a:xfrm rot="0">
              <a:off x="3028" y="830"/>
              <a:ext cx="590" cy="18"/>
            </a:xfrm>
            <a:custGeom>
              <a:avLst/>
              <a:ahLst/>
              <a:rect l="0" t="0" r="r" b="b"/>
              <a:pathLst>
                <a:path w="177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770" y="55"/>
                  </a:lnTo>
                  <a:lnTo>
                    <a:pt x="1770" y="28"/>
                  </a:lnTo>
                  <a:lnTo>
                    <a:pt x="17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65" name=""/>
            <p:cNvSpPr/>
            <p:nvPr/>
          </p:nvSpPr>
          <p:spPr>
            <a:xfrm rot="0">
              <a:off x="3028" y="830"/>
              <a:ext cx="590" cy="18"/>
            </a:xfrm>
            <a:custGeom>
              <a:avLst/>
              <a:ahLst/>
              <a:rect l="0" t="0" r="r" b="b"/>
              <a:pathLst>
                <a:path w="177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770" y="55"/>
                  </a:lnTo>
                  <a:lnTo>
                    <a:pt x="1770" y="28"/>
                  </a:lnTo>
                  <a:lnTo>
                    <a:pt x="17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66" name=""/>
            <p:cNvSpPr/>
            <p:nvPr/>
          </p:nvSpPr>
          <p:spPr>
            <a:xfrm rot="0">
              <a:off x="3618" y="830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67" name=""/>
            <p:cNvSpPr/>
            <p:nvPr/>
          </p:nvSpPr>
          <p:spPr>
            <a:xfrm rot="0">
              <a:off x="3618" y="830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68" name=""/>
            <p:cNvSpPr/>
            <p:nvPr/>
          </p:nvSpPr>
          <p:spPr>
            <a:xfrm rot="0">
              <a:off x="3609" y="830"/>
              <a:ext cx="9" cy="18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69" name=""/>
            <p:cNvSpPr/>
            <p:nvPr/>
          </p:nvSpPr>
          <p:spPr>
            <a:xfrm rot="0">
              <a:off x="3609" y="830"/>
              <a:ext cx="9" cy="18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4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70" name=""/>
            <p:cNvSpPr/>
            <p:nvPr/>
          </p:nvSpPr>
          <p:spPr>
            <a:xfrm rot="0">
              <a:off x="3618" y="830"/>
              <a:ext cx="590" cy="18"/>
            </a:xfrm>
            <a:custGeom>
              <a:avLst/>
              <a:ahLst/>
              <a:rect l="0" t="0" r="r" b="b"/>
              <a:pathLst>
                <a:path w="177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770" y="55"/>
                  </a:lnTo>
                  <a:lnTo>
                    <a:pt x="1770" y="28"/>
                  </a:lnTo>
                  <a:lnTo>
                    <a:pt x="177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71" name=""/>
            <p:cNvSpPr/>
            <p:nvPr/>
          </p:nvSpPr>
          <p:spPr>
            <a:xfrm rot="0">
              <a:off x="3618" y="830"/>
              <a:ext cx="590" cy="18"/>
            </a:xfrm>
            <a:custGeom>
              <a:avLst/>
              <a:ahLst/>
              <a:rect l="0" t="0" r="r" b="b"/>
              <a:pathLst>
                <a:path w="177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1770" y="55"/>
                  </a:lnTo>
                  <a:lnTo>
                    <a:pt x="1770" y="28"/>
                  </a:lnTo>
                  <a:lnTo>
                    <a:pt x="177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72" name=""/>
            <p:cNvSpPr/>
            <p:nvPr/>
          </p:nvSpPr>
          <p:spPr>
            <a:xfrm rot="0">
              <a:off x="4208" y="830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73" name=""/>
            <p:cNvSpPr/>
            <p:nvPr/>
          </p:nvSpPr>
          <p:spPr>
            <a:xfrm rot="0">
              <a:off x="4208" y="830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74" name=""/>
            <p:cNvSpPr/>
            <p:nvPr/>
          </p:nvSpPr>
          <p:spPr>
            <a:xfrm rot="0">
              <a:off x="4198" y="1500"/>
              <a:ext cx="19" cy="29"/>
            </a:xfrm>
            <a:custGeom>
              <a:avLst/>
              <a:ahLst/>
              <a:rect l="0" t="0" r="r" b="b"/>
              <a:pathLst>
                <a:path w="56" h="86">
                  <a:moveTo>
                    <a:pt x="3" y="86"/>
                  </a:moveTo>
                  <a:lnTo>
                    <a:pt x="29" y="85"/>
                  </a:lnTo>
                  <a:lnTo>
                    <a:pt x="56" y="84"/>
                  </a:lnTo>
                  <a:lnTo>
                    <a:pt x="54" y="0"/>
                  </a:lnTo>
                  <a:lnTo>
                    <a:pt x="27" y="1"/>
                  </a:lnTo>
                  <a:lnTo>
                    <a:pt x="0" y="2"/>
                  </a:lnTo>
                  <a:lnTo>
                    <a:pt x="3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75" name=""/>
            <p:cNvSpPr/>
            <p:nvPr/>
          </p:nvSpPr>
          <p:spPr>
            <a:xfrm rot="0">
              <a:off x="4198" y="1500"/>
              <a:ext cx="19" cy="29"/>
            </a:xfrm>
            <a:custGeom>
              <a:avLst/>
              <a:ahLst/>
              <a:rect l="0" t="0" r="r" b="b"/>
              <a:pathLst>
                <a:path w="56" h="86">
                  <a:moveTo>
                    <a:pt x="3" y="86"/>
                  </a:moveTo>
                  <a:lnTo>
                    <a:pt x="29" y="85"/>
                  </a:lnTo>
                  <a:lnTo>
                    <a:pt x="56" y="84"/>
                  </a:lnTo>
                  <a:lnTo>
                    <a:pt x="54" y="0"/>
                  </a:lnTo>
                  <a:lnTo>
                    <a:pt x="27" y="1"/>
                  </a:lnTo>
                  <a:lnTo>
                    <a:pt x="0" y="2"/>
                  </a:lnTo>
                  <a:lnTo>
                    <a:pt x="3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76" name=""/>
            <p:cNvSpPr/>
            <p:nvPr/>
          </p:nvSpPr>
          <p:spPr>
            <a:xfrm rot="0">
              <a:off x="4207" y="1500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2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77" name=""/>
            <p:cNvSpPr/>
            <p:nvPr/>
          </p:nvSpPr>
          <p:spPr>
            <a:xfrm rot="0" flipV="1">
              <a:off x="4216" y="15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78" name=""/>
            <p:cNvSpPr/>
            <p:nvPr/>
          </p:nvSpPr>
          <p:spPr>
            <a:xfrm rot="0">
              <a:off x="4196" y="1471"/>
              <a:ext cx="20" cy="30"/>
            </a:xfrm>
            <a:custGeom>
              <a:avLst/>
              <a:ahLst/>
              <a:rect l="0" t="0" r="r" b="b"/>
              <a:pathLst>
                <a:path w="59" h="89">
                  <a:moveTo>
                    <a:pt x="5" y="89"/>
                  </a:moveTo>
                  <a:lnTo>
                    <a:pt x="32" y="87"/>
                  </a:lnTo>
                  <a:lnTo>
                    <a:pt x="59" y="85"/>
                  </a:lnTo>
                  <a:lnTo>
                    <a:pt x="54" y="0"/>
                  </a:lnTo>
                  <a:lnTo>
                    <a:pt x="27" y="2"/>
                  </a:lnTo>
                  <a:lnTo>
                    <a:pt x="0" y="5"/>
                  </a:lnTo>
                  <a:lnTo>
                    <a:pt x="5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79" name=""/>
            <p:cNvSpPr/>
            <p:nvPr/>
          </p:nvSpPr>
          <p:spPr>
            <a:xfrm rot="0">
              <a:off x="4196" y="1471"/>
              <a:ext cx="20" cy="30"/>
            </a:xfrm>
            <a:custGeom>
              <a:avLst/>
              <a:ahLst/>
              <a:rect l="0" t="0" r="r" b="b"/>
              <a:pathLst>
                <a:path w="59" h="89">
                  <a:moveTo>
                    <a:pt x="5" y="89"/>
                  </a:moveTo>
                  <a:lnTo>
                    <a:pt x="32" y="87"/>
                  </a:lnTo>
                  <a:lnTo>
                    <a:pt x="59" y="85"/>
                  </a:lnTo>
                  <a:lnTo>
                    <a:pt x="54" y="0"/>
                  </a:lnTo>
                  <a:lnTo>
                    <a:pt x="27" y="2"/>
                  </a:lnTo>
                  <a:lnTo>
                    <a:pt x="0" y="5"/>
                  </a:lnTo>
                  <a:lnTo>
                    <a:pt x="5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80" name=""/>
            <p:cNvSpPr/>
            <p:nvPr/>
          </p:nvSpPr>
          <p:spPr>
            <a:xfrm rot="0">
              <a:off x="4205" y="1471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0" y="3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81" name=""/>
            <p:cNvSpPr/>
            <p:nvPr/>
          </p:nvSpPr>
          <p:spPr>
            <a:xfrm rot="0" flipV="1">
              <a:off x="4214" y="14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82" name=""/>
            <p:cNvSpPr/>
            <p:nvPr/>
          </p:nvSpPr>
          <p:spPr>
            <a:xfrm rot="0">
              <a:off x="4193" y="1443"/>
              <a:ext cx="21" cy="30"/>
            </a:xfrm>
            <a:custGeom>
              <a:avLst/>
              <a:ahLst/>
              <a:rect l="0" t="0" r="r" b="b"/>
              <a:pathLst>
                <a:path w="65" h="90">
                  <a:moveTo>
                    <a:pt x="11" y="90"/>
                  </a:moveTo>
                  <a:lnTo>
                    <a:pt x="38" y="86"/>
                  </a:lnTo>
                  <a:lnTo>
                    <a:pt x="65" y="83"/>
                  </a:lnTo>
                  <a:lnTo>
                    <a:pt x="54" y="0"/>
                  </a:lnTo>
                  <a:lnTo>
                    <a:pt x="27" y="3"/>
                  </a:lnTo>
                  <a:lnTo>
                    <a:pt x="0" y="6"/>
                  </a:lnTo>
                  <a:lnTo>
                    <a:pt x="11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83" name=""/>
            <p:cNvSpPr/>
            <p:nvPr/>
          </p:nvSpPr>
          <p:spPr>
            <a:xfrm rot="0">
              <a:off x="4193" y="1443"/>
              <a:ext cx="21" cy="30"/>
            </a:xfrm>
            <a:custGeom>
              <a:avLst/>
              <a:ahLst/>
              <a:rect l="0" t="0" r="r" b="b"/>
              <a:pathLst>
                <a:path w="65" h="90">
                  <a:moveTo>
                    <a:pt x="11" y="90"/>
                  </a:moveTo>
                  <a:lnTo>
                    <a:pt x="38" y="86"/>
                  </a:lnTo>
                  <a:lnTo>
                    <a:pt x="65" y="83"/>
                  </a:lnTo>
                  <a:lnTo>
                    <a:pt x="54" y="0"/>
                  </a:lnTo>
                  <a:lnTo>
                    <a:pt x="27" y="3"/>
                  </a:lnTo>
                  <a:lnTo>
                    <a:pt x="0" y="6"/>
                  </a:lnTo>
                  <a:lnTo>
                    <a:pt x="11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84" name=""/>
            <p:cNvSpPr/>
            <p:nvPr/>
          </p:nvSpPr>
          <p:spPr>
            <a:xfrm rot="0">
              <a:off x="4202" y="1443"/>
              <a:ext cx="9" cy="1"/>
            </a:xfrm>
            <a:custGeom>
              <a:avLst/>
              <a:ahLst/>
              <a:rect l="0" t="0" r="r" b="b"/>
              <a:pathLst>
                <a:path w="27" h="4">
                  <a:moveTo>
                    <a:pt x="0" y="4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85" name=""/>
            <p:cNvSpPr/>
            <p:nvPr/>
          </p:nvSpPr>
          <p:spPr>
            <a:xfrm rot="0" flipV="1">
              <a:off x="4211" y="1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86" name=""/>
            <p:cNvSpPr/>
            <p:nvPr/>
          </p:nvSpPr>
          <p:spPr>
            <a:xfrm rot="0">
              <a:off x="4188" y="1415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13" y="92"/>
                  </a:moveTo>
                  <a:lnTo>
                    <a:pt x="40" y="88"/>
                  </a:lnTo>
                  <a:lnTo>
                    <a:pt x="67" y="84"/>
                  </a:lnTo>
                  <a:lnTo>
                    <a:pt x="53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13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87" name=""/>
            <p:cNvSpPr/>
            <p:nvPr/>
          </p:nvSpPr>
          <p:spPr>
            <a:xfrm rot="0">
              <a:off x="4188" y="1415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13" y="92"/>
                  </a:moveTo>
                  <a:lnTo>
                    <a:pt x="40" y="88"/>
                  </a:lnTo>
                  <a:lnTo>
                    <a:pt x="67" y="84"/>
                  </a:lnTo>
                  <a:lnTo>
                    <a:pt x="53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13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88" name=""/>
            <p:cNvSpPr/>
            <p:nvPr/>
          </p:nvSpPr>
          <p:spPr>
            <a:xfrm rot="0">
              <a:off x="4197" y="1415"/>
              <a:ext cx="9" cy="2"/>
            </a:xfrm>
            <a:custGeom>
              <a:avLst/>
              <a:ahLst/>
              <a:rect l="0" t="0" r="r" b="b"/>
              <a:pathLst>
                <a:path w="27" h="6">
                  <a:moveTo>
                    <a:pt x="0" y="6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89" name=""/>
            <p:cNvSpPr/>
            <p:nvPr/>
          </p:nvSpPr>
          <p:spPr>
            <a:xfrm rot="0" flipV="1">
              <a:off x="4206" y="14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90" name=""/>
            <p:cNvSpPr/>
            <p:nvPr/>
          </p:nvSpPr>
          <p:spPr>
            <a:xfrm rot="0">
              <a:off x="4182" y="1387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18" y="93"/>
                  </a:moveTo>
                  <a:lnTo>
                    <a:pt x="44" y="88"/>
                  </a:lnTo>
                  <a:lnTo>
                    <a:pt x="71" y="82"/>
                  </a:lnTo>
                  <a:lnTo>
                    <a:pt x="54" y="0"/>
                  </a:lnTo>
                  <a:lnTo>
                    <a:pt x="27" y="5"/>
                  </a:lnTo>
                  <a:lnTo>
                    <a:pt x="0" y="11"/>
                  </a:lnTo>
                  <a:lnTo>
                    <a:pt x="18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91" name=""/>
            <p:cNvSpPr/>
            <p:nvPr/>
          </p:nvSpPr>
          <p:spPr>
            <a:xfrm rot="0">
              <a:off x="4182" y="1387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18" y="93"/>
                  </a:moveTo>
                  <a:lnTo>
                    <a:pt x="44" y="88"/>
                  </a:lnTo>
                  <a:lnTo>
                    <a:pt x="71" y="82"/>
                  </a:lnTo>
                  <a:lnTo>
                    <a:pt x="54" y="0"/>
                  </a:lnTo>
                  <a:lnTo>
                    <a:pt x="27" y="5"/>
                  </a:lnTo>
                  <a:lnTo>
                    <a:pt x="0" y="11"/>
                  </a:lnTo>
                  <a:lnTo>
                    <a:pt x="18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92" name=""/>
            <p:cNvSpPr/>
            <p:nvPr/>
          </p:nvSpPr>
          <p:spPr>
            <a:xfrm rot="0">
              <a:off x="4191" y="1387"/>
              <a:ext cx="9" cy="2"/>
            </a:xfrm>
            <a:custGeom>
              <a:avLst/>
              <a:ahLst/>
              <a:rect l="0" t="0" r="r" b="b"/>
              <a:pathLst>
                <a:path w="27" h="7">
                  <a:moveTo>
                    <a:pt x="0" y="7"/>
                  </a:moveTo>
                  <a:lnTo>
                    <a:pt x="27" y="2"/>
                  </a:lnTo>
                  <a:lnTo>
                    <a:pt x="27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93" name=""/>
            <p:cNvSpPr/>
            <p:nvPr/>
          </p:nvSpPr>
          <p:spPr>
            <a:xfrm rot="0" flipV="1">
              <a:off x="4200" y="13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94" name=""/>
            <p:cNvSpPr/>
            <p:nvPr/>
          </p:nvSpPr>
          <p:spPr>
            <a:xfrm rot="0">
              <a:off x="4175" y="1360"/>
              <a:ext cx="25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22" y="96"/>
                  </a:moveTo>
                  <a:lnTo>
                    <a:pt x="49" y="88"/>
                  </a:lnTo>
                  <a:lnTo>
                    <a:pt x="76" y="81"/>
                  </a:lnTo>
                  <a:lnTo>
                    <a:pt x="53" y="0"/>
                  </a:lnTo>
                  <a:lnTo>
                    <a:pt x="27" y="7"/>
                  </a:lnTo>
                  <a:lnTo>
                    <a:pt x="0" y="15"/>
                  </a:lnTo>
                  <a:lnTo>
                    <a:pt x="22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95" name=""/>
            <p:cNvSpPr/>
            <p:nvPr/>
          </p:nvSpPr>
          <p:spPr>
            <a:xfrm rot="0">
              <a:off x="4175" y="1360"/>
              <a:ext cx="25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22" y="96"/>
                  </a:moveTo>
                  <a:lnTo>
                    <a:pt x="49" y="88"/>
                  </a:lnTo>
                  <a:lnTo>
                    <a:pt x="76" y="81"/>
                  </a:lnTo>
                  <a:lnTo>
                    <a:pt x="53" y="0"/>
                  </a:lnTo>
                  <a:lnTo>
                    <a:pt x="27" y="7"/>
                  </a:lnTo>
                  <a:lnTo>
                    <a:pt x="0" y="15"/>
                  </a:lnTo>
                  <a:lnTo>
                    <a:pt x="22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96" name=""/>
            <p:cNvSpPr/>
            <p:nvPr/>
          </p:nvSpPr>
          <p:spPr>
            <a:xfrm rot="0">
              <a:off x="4184" y="1359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8"/>
                  </a:moveTo>
                  <a:lnTo>
                    <a:pt x="26" y="1"/>
                  </a:lnTo>
                  <a:lnTo>
                    <a:pt x="25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97" name=""/>
            <p:cNvSpPr/>
            <p:nvPr/>
          </p:nvSpPr>
          <p:spPr>
            <a:xfrm rot="0" flipH="1" flipV="1">
              <a:off x="4192" y="13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098" name=""/>
            <p:cNvSpPr/>
            <p:nvPr/>
          </p:nvSpPr>
          <p:spPr>
            <a:xfrm rot="0">
              <a:off x="4167" y="1332"/>
              <a:ext cx="25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26" y="98"/>
                  </a:moveTo>
                  <a:lnTo>
                    <a:pt x="52" y="89"/>
                  </a:lnTo>
                  <a:lnTo>
                    <a:pt x="77" y="81"/>
                  </a:lnTo>
                  <a:lnTo>
                    <a:pt x="52" y="0"/>
                  </a:lnTo>
                  <a:lnTo>
                    <a:pt x="26" y="8"/>
                  </a:lnTo>
                  <a:lnTo>
                    <a:pt x="0" y="17"/>
                  </a:lnTo>
                  <a:lnTo>
                    <a:pt x="26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099" name=""/>
            <p:cNvSpPr/>
            <p:nvPr/>
          </p:nvSpPr>
          <p:spPr>
            <a:xfrm rot="0">
              <a:off x="4167" y="1332"/>
              <a:ext cx="25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26" y="98"/>
                  </a:moveTo>
                  <a:lnTo>
                    <a:pt x="52" y="89"/>
                  </a:lnTo>
                  <a:lnTo>
                    <a:pt x="77" y="81"/>
                  </a:lnTo>
                  <a:lnTo>
                    <a:pt x="52" y="0"/>
                  </a:lnTo>
                  <a:lnTo>
                    <a:pt x="26" y="8"/>
                  </a:lnTo>
                  <a:lnTo>
                    <a:pt x="0" y="17"/>
                  </a:lnTo>
                  <a:lnTo>
                    <a:pt x="26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00" name=""/>
            <p:cNvSpPr/>
            <p:nvPr/>
          </p:nvSpPr>
          <p:spPr>
            <a:xfrm rot="0">
              <a:off x="4175" y="1332"/>
              <a:ext cx="9" cy="3"/>
            </a:xfrm>
            <a:custGeom>
              <a:avLst/>
              <a:ahLst/>
              <a:rect l="0" t="0" r="r" b="b"/>
              <a:pathLst>
                <a:path w="26" h="10">
                  <a:moveTo>
                    <a:pt x="0" y="10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01" name=""/>
            <p:cNvSpPr/>
            <p:nvPr/>
          </p:nvSpPr>
          <p:spPr>
            <a:xfrm rot="0" flipV="1">
              <a:off x="4184" y="1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02" name=""/>
            <p:cNvSpPr/>
            <p:nvPr/>
          </p:nvSpPr>
          <p:spPr>
            <a:xfrm rot="0">
              <a:off x="4157" y="1305"/>
              <a:ext cx="27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28" y="99"/>
                  </a:moveTo>
                  <a:lnTo>
                    <a:pt x="54" y="89"/>
                  </a:lnTo>
                  <a:lnTo>
                    <a:pt x="80" y="79"/>
                  </a:lnTo>
                  <a:lnTo>
                    <a:pt x="51" y="0"/>
                  </a:lnTo>
                  <a:lnTo>
                    <a:pt x="25" y="10"/>
                  </a:lnTo>
                  <a:lnTo>
                    <a:pt x="0" y="20"/>
                  </a:lnTo>
                  <a:lnTo>
                    <a:pt x="28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03" name=""/>
            <p:cNvSpPr/>
            <p:nvPr/>
          </p:nvSpPr>
          <p:spPr>
            <a:xfrm rot="0">
              <a:off x="4157" y="1305"/>
              <a:ext cx="27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28" y="99"/>
                  </a:moveTo>
                  <a:lnTo>
                    <a:pt x="54" y="89"/>
                  </a:lnTo>
                  <a:lnTo>
                    <a:pt x="80" y="79"/>
                  </a:lnTo>
                  <a:lnTo>
                    <a:pt x="51" y="0"/>
                  </a:lnTo>
                  <a:lnTo>
                    <a:pt x="25" y="10"/>
                  </a:lnTo>
                  <a:lnTo>
                    <a:pt x="0" y="20"/>
                  </a:lnTo>
                  <a:lnTo>
                    <a:pt x="28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04" name=""/>
            <p:cNvSpPr/>
            <p:nvPr/>
          </p:nvSpPr>
          <p:spPr>
            <a:xfrm rot="0">
              <a:off x="4166" y="1305"/>
              <a:ext cx="8" cy="4"/>
            </a:xfrm>
            <a:custGeom>
              <a:avLst/>
              <a:ahLst/>
              <a:rect l="0" t="0" r="r" b="b"/>
              <a:pathLst>
                <a:path w="26" h="11">
                  <a:moveTo>
                    <a:pt x="0" y="11"/>
                  </a:moveTo>
                  <a:lnTo>
                    <a:pt x="26" y="1"/>
                  </a:lnTo>
                  <a:lnTo>
                    <a:pt x="25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05" name=""/>
            <p:cNvSpPr/>
            <p:nvPr/>
          </p:nvSpPr>
          <p:spPr>
            <a:xfrm rot="0" flipH="1" flipV="1">
              <a:off x="4174" y="1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06" name=""/>
            <p:cNvSpPr/>
            <p:nvPr/>
          </p:nvSpPr>
          <p:spPr>
            <a:xfrm rot="0">
              <a:off x="4146" y="1279"/>
              <a:ext cx="28" cy="33"/>
            </a:xfrm>
            <a:custGeom>
              <a:avLst/>
              <a:ahLst/>
              <a:rect l="0" t="0" r="r" b="b"/>
              <a:pathLst>
                <a:path w="83" h="99">
                  <a:moveTo>
                    <a:pt x="34" y="99"/>
                  </a:moveTo>
                  <a:lnTo>
                    <a:pt x="58" y="88"/>
                  </a:lnTo>
                  <a:lnTo>
                    <a:pt x="83" y="77"/>
                  </a:lnTo>
                  <a:lnTo>
                    <a:pt x="49" y="0"/>
                  </a:lnTo>
                  <a:lnTo>
                    <a:pt x="24" y="11"/>
                  </a:lnTo>
                  <a:lnTo>
                    <a:pt x="0" y="22"/>
                  </a:lnTo>
                  <a:lnTo>
                    <a:pt x="34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07" name=""/>
            <p:cNvSpPr/>
            <p:nvPr/>
          </p:nvSpPr>
          <p:spPr>
            <a:xfrm rot="0">
              <a:off x="4146" y="1279"/>
              <a:ext cx="28" cy="33"/>
            </a:xfrm>
            <a:custGeom>
              <a:avLst/>
              <a:ahLst/>
              <a:rect l="0" t="0" r="r" b="b"/>
              <a:pathLst>
                <a:path w="83" h="99">
                  <a:moveTo>
                    <a:pt x="34" y="99"/>
                  </a:moveTo>
                  <a:lnTo>
                    <a:pt x="58" y="88"/>
                  </a:lnTo>
                  <a:lnTo>
                    <a:pt x="83" y="77"/>
                  </a:lnTo>
                  <a:lnTo>
                    <a:pt x="49" y="0"/>
                  </a:lnTo>
                  <a:lnTo>
                    <a:pt x="24" y="11"/>
                  </a:lnTo>
                  <a:lnTo>
                    <a:pt x="0" y="22"/>
                  </a:lnTo>
                  <a:lnTo>
                    <a:pt x="34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08" name=""/>
            <p:cNvSpPr/>
            <p:nvPr/>
          </p:nvSpPr>
          <p:spPr>
            <a:xfrm rot="0">
              <a:off x="4154" y="1279"/>
              <a:ext cx="9" cy="4"/>
            </a:xfrm>
            <a:custGeom>
              <a:avLst/>
              <a:ahLst/>
              <a:rect l="0" t="0" r="r" b="b"/>
              <a:pathLst>
                <a:path w="25" h="12">
                  <a:moveTo>
                    <a:pt x="0" y="12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09" name=""/>
            <p:cNvSpPr/>
            <p:nvPr/>
          </p:nvSpPr>
          <p:spPr>
            <a:xfrm rot="0" flipV="1">
              <a:off x="4163" y="12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10" name=""/>
            <p:cNvSpPr/>
            <p:nvPr/>
          </p:nvSpPr>
          <p:spPr>
            <a:xfrm rot="0">
              <a:off x="4134" y="1254"/>
              <a:ext cx="29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37" y="99"/>
                  </a:moveTo>
                  <a:lnTo>
                    <a:pt x="61" y="87"/>
                  </a:lnTo>
                  <a:lnTo>
                    <a:pt x="86" y="75"/>
                  </a:lnTo>
                  <a:lnTo>
                    <a:pt x="49" y="0"/>
                  </a:lnTo>
                  <a:lnTo>
                    <a:pt x="25" y="11"/>
                  </a:lnTo>
                  <a:lnTo>
                    <a:pt x="0" y="23"/>
                  </a:lnTo>
                  <a:lnTo>
                    <a:pt x="37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11" name=""/>
            <p:cNvSpPr/>
            <p:nvPr/>
          </p:nvSpPr>
          <p:spPr>
            <a:xfrm rot="0">
              <a:off x="4134" y="1254"/>
              <a:ext cx="29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37" y="99"/>
                  </a:moveTo>
                  <a:lnTo>
                    <a:pt x="61" y="87"/>
                  </a:lnTo>
                  <a:lnTo>
                    <a:pt x="86" y="75"/>
                  </a:lnTo>
                  <a:lnTo>
                    <a:pt x="49" y="0"/>
                  </a:lnTo>
                  <a:lnTo>
                    <a:pt x="25" y="11"/>
                  </a:lnTo>
                  <a:lnTo>
                    <a:pt x="0" y="23"/>
                  </a:lnTo>
                  <a:lnTo>
                    <a:pt x="37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12" name=""/>
            <p:cNvSpPr/>
            <p:nvPr/>
          </p:nvSpPr>
          <p:spPr>
            <a:xfrm rot="0">
              <a:off x="4142" y="1253"/>
              <a:ext cx="8" cy="5"/>
            </a:xfrm>
            <a:custGeom>
              <a:avLst/>
              <a:ahLst/>
              <a:rect l="0" t="0" r="r" b="b"/>
              <a:pathLst>
                <a:path w="24" h="13">
                  <a:moveTo>
                    <a:pt x="0" y="13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13" name=""/>
            <p:cNvSpPr/>
            <p:nvPr/>
          </p:nvSpPr>
          <p:spPr>
            <a:xfrm rot="0" flipH="1" flipV="1">
              <a:off x="4150" y="12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14" name=""/>
            <p:cNvSpPr/>
            <p:nvPr/>
          </p:nvSpPr>
          <p:spPr>
            <a:xfrm rot="0">
              <a:off x="4121" y="1229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40" y="100"/>
                  </a:moveTo>
                  <a:lnTo>
                    <a:pt x="64" y="87"/>
                  </a:lnTo>
                  <a:lnTo>
                    <a:pt x="87" y="74"/>
                  </a:lnTo>
                  <a:lnTo>
                    <a:pt x="47" y="0"/>
                  </a:lnTo>
                  <a:lnTo>
                    <a:pt x="23" y="12"/>
                  </a:lnTo>
                  <a:lnTo>
                    <a:pt x="0" y="25"/>
                  </a:lnTo>
                  <a:lnTo>
                    <a:pt x="40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15" name=""/>
            <p:cNvSpPr/>
            <p:nvPr/>
          </p:nvSpPr>
          <p:spPr>
            <a:xfrm rot="0">
              <a:off x="4121" y="1229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40" y="100"/>
                  </a:moveTo>
                  <a:lnTo>
                    <a:pt x="64" y="87"/>
                  </a:lnTo>
                  <a:lnTo>
                    <a:pt x="87" y="74"/>
                  </a:lnTo>
                  <a:lnTo>
                    <a:pt x="47" y="0"/>
                  </a:lnTo>
                  <a:lnTo>
                    <a:pt x="23" y="12"/>
                  </a:lnTo>
                  <a:lnTo>
                    <a:pt x="0" y="25"/>
                  </a:lnTo>
                  <a:lnTo>
                    <a:pt x="4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16" name=""/>
            <p:cNvSpPr/>
            <p:nvPr/>
          </p:nvSpPr>
          <p:spPr>
            <a:xfrm rot="0">
              <a:off x="4129" y="1228"/>
              <a:ext cx="8" cy="5"/>
            </a:xfrm>
            <a:custGeom>
              <a:avLst/>
              <a:ahLst/>
              <a:rect l="0" t="0" r="r" b="b"/>
              <a:pathLst>
                <a:path w="24" h="13">
                  <a:moveTo>
                    <a:pt x="0" y="13"/>
                  </a:moveTo>
                  <a:lnTo>
                    <a:pt x="24" y="1"/>
                  </a:lnTo>
                  <a:lnTo>
                    <a:pt x="2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17" name=""/>
            <p:cNvSpPr/>
            <p:nvPr/>
          </p:nvSpPr>
          <p:spPr>
            <a:xfrm rot="0" flipV="1">
              <a:off x="4137" y="1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18" name=""/>
            <p:cNvSpPr/>
            <p:nvPr/>
          </p:nvSpPr>
          <p:spPr>
            <a:xfrm rot="0">
              <a:off x="4106" y="1204"/>
              <a:ext cx="31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44" y="99"/>
                  </a:moveTo>
                  <a:lnTo>
                    <a:pt x="67" y="85"/>
                  </a:lnTo>
                  <a:lnTo>
                    <a:pt x="91" y="72"/>
                  </a:lnTo>
                  <a:lnTo>
                    <a:pt x="47" y="0"/>
                  </a:lnTo>
                  <a:lnTo>
                    <a:pt x="23" y="14"/>
                  </a:lnTo>
                  <a:lnTo>
                    <a:pt x="0" y="28"/>
                  </a:lnTo>
                  <a:lnTo>
                    <a:pt x="44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19" name=""/>
            <p:cNvSpPr/>
            <p:nvPr/>
          </p:nvSpPr>
          <p:spPr>
            <a:xfrm rot="0">
              <a:off x="4106" y="1204"/>
              <a:ext cx="31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44" y="99"/>
                  </a:moveTo>
                  <a:lnTo>
                    <a:pt x="67" y="85"/>
                  </a:lnTo>
                  <a:lnTo>
                    <a:pt x="91" y="72"/>
                  </a:lnTo>
                  <a:lnTo>
                    <a:pt x="47" y="0"/>
                  </a:lnTo>
                  <a:lnTo>
                    <a:pt x="23" y="14"/>
                  </a:lnTo>
                  <a:lnTo>
                    <a:pt x="0" y="28"/>
                  </a:lnTo>
                  <a:lnTo>
                    <a:pt x="44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20" name=""/>
            <p:cNvSpPr/>
            <p:nvPr/>
          </p:nvSpPr>
          <p:spPr>
            <a:xfrm rot="0">
              <a:off x="4114" y="1204"/>
              <a:ext cx="8" cy="5"/>
            </a:xfrm>
            <a:custGeom>
              <a:avLst/>
              <a:ahLst/>
              <a:rect l="0" t="0" r="r" b="b"/>
              <a:pathLst>
                <a:path w="24" h="15">
                  <a:moveTo>
                    <a:pt x="0" y="15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21" name=""/>
            <p:cNvSpPr/>
            <p:nvPr/>
          </p:nvSpPr>
          <p:spPr>
            <a:xfrm rot="0" flipH="1" flipV="1">
              <a:off x="4122" y="12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22" name=""/>
            <p:cNvSpPr/>
            <p:nvPr/>
          </p:nvSpPr>
          <p:spPr>
            <a:xfrm rot="0">
              <a:off x="4091" y="1181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47" y="99"/>
                  </a:moveTo>
                  <a:lnTo>
                    <a:pt x="69" y="84"/>
                  </a:lnTo>
                  <a:lnTo>
                    <a:pt x="92" y="69"/>
                  </a:lnTo>
                  <a:lnTo>
                    <a:pt x="45" y="0"/>
                  </a:lnTo>
                  <a:lnTo>
                    <a:pt x="22" y="14"/>
                  </a:lnTo>
                  <a:lnTo>
                    <a:pt x="0" y="29"/>
                  </a:lnTo>
                  <a:lnTo>
                    <a:pt x="47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23" name=""/>
            <p:cNvSpPr/>
            <p:nvPr/>
          </p:nvSpPr>
          <p:spPr>
            <a:xfrm rot="0">
              <a:off x="4091" y="1181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47" y="99"/>
                  </a:moveTo>
                  <a:lnTo>
                    <a:pt x="69" y="84"/>
                  </a:lnTo>
                  <a:lnTo>
                    <a:pt x="92" y="69"/>
                  </a:lnTo>
                  <a:lnTo>
                    <a:pt x="45" y="0"/>
                  </a:lnTo>
                  <a:lnTo>
                    <a:pt x="22" y="14"/>
                  </a:lnTo>
                  <a:lnTo>
                    <a:pt x="0" y="29"/>
                  </a:lnTo>
                  <a:lnTo>
                    <a:pt x="47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24" name=""/>
            <p:cNvSpPr/>
            <p:nvPr/>
          </p:nvSpPr>
          <p:spPr>
            <a:xfrm rot="0">
              <a:off x="4098" y="1180"/>
              <a:ext cx="8" cy="6"/>
            </a:xfrm>
            <a:custGeom>
              <a:avLst/>
              <a:ahLst/>
              <a:rect l="0" t="0" r="r" b="b"/>
              <a:pathLst>
                <a:path w="23" h="16">
                  <a:moveTo>
                    <a:pt x="0" y="16"/>
                  </a:moveTo>
                  <a:lnTo>
                    <a:pt x="23" y="2"/>
                  </a:lnTo>
                  <a:lnTo>
                    <a:pt x="23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25" name=""/>
            <p:cNvSpPr/>
            <p:nvPr/>
          </p:nvSpPr>
          <p:spPr>
            <a:xfrm rot="0" flipV="1">
              <a:off x="4106" y="11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26" name=""/>
            <p:cNvSpPr/>
            <p:nvPr/>
          </p:nvSpPr>
          <p:spPr>
            <a:xfrm rot="0">
              <a:off x="4074" y="1158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50" y="100"/>
                  </a:moveTo>
                  <a:lnTo>
                    <a:pt x="72" y="84"/>
                  </a:lnTo>
                  <a:lnTo>
                    <a:pt x="95" y="68"/>
                  </a:lnTo>
                  <a:lnTo>
                    <a:pt x="45" y="0"/>
                  </a:lnTo>
                  <a:lnTo>
                    <a:pt x="22" y="16"/>
                  </a:lnTo>
                  <a:lnTo>
                    <a:pt x="0" y="32"/>
                  </a:lnTo>
                  <a:lnTo>
                    <a:pt x="50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27" name=""/>
            <p:cNvSpPr/>
            <p:nvPr/>
          </p:nvSpPr>
          <p:spPr>
            <a:xfrm rot="0">
              <a:off x="4074" y="1158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50" y="100"/>
                  </a:moveTo>
                  <a:lnTo>
                    <a:pt x="72" y="84"/>
                  </a:lnTo>
                  <a:lnTo>
                    <a:pt x="95" y="68"/>
                  </a:lnTo>
                  <a:lnTo>
                    <a:pt x="45" y="0"/>
                  </a:lnTo>
                  <a:lnTo>
                    <a:pt x="22" y="16"/>
                  </a:lnTo>
                  <a:lnTo>
                    <a:pt x="0" y="32"/>
                  </a:lnTo>
                  <a:lnTo>
                    <a:pt x="5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28" name=""/>
            <p:cNvSpPr/>
            <p:nvPr/>
          </p:nvSpPr>
          <p:spPr>
            <a:xfrm rot="0">
              <a:off x="4082" y="1157"/>
              <a:ext cx="7" cy="6"/>
            </a:xfrm>
            <a:custGeom>
              <a:avLst/>
              <a:ahLst/>
              <a:rect l="0" t="0" r="r" b="b"/>
              <a:pathLst>
                <a:path w="23" h="17">
                  <a:moveTo>
                    <a:pt x="0" y="17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29" name=""/>
            <p:cNvSpPr/>
            <p:nvPr/>
          </p:nvSpPr>
          <p:spPr>
            <a:xfrm rot="0" flipH="1" flipV="1">
              <a:off x="4089" y="11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30" name=""/>
            <p:cNvSpPr/>
            <p:nvPr/>
          </p:nvSpPr>
          <p:spPr>
            <a:xfrm rot="0">
              <a:off x="4056" y="1136"/>
              <a:ext cx="33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55" y="99"/>
                  </a:moveTo>
                  <a:lnTo>
                    <a:pt x="76" y="82"/>
                  </a:lnTo>
                  <a:lnTo>
                    <a:pt x="98" y="65"/>
                  </a:lnTo>
                  <a:lnTo>
                    <a:pt x="43" y="0"/>
                  </a:lnTo>
                  <a:lnTo>
                    <a:pt x="22" y="17"/>
                  </a:lnTo>
                  <a:lnTo>
                    <a:pt x="0" y="34"/>
                  </a:lnTo>
                  <a:lnTo>
                    <a:pt x="55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31" name=""/>
            <p:cNvSpPr/>
            <p:nvPr/>
          </p:nvSpPr>
          <p:spPr>
            <a:xfrm rot="0">
              <a:off x="4056" y="1136"/>
              <a:ext cx="33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55" y="99"/>
                  </a:moveTo>
                  <a:lnTo>
                    <a:pt x="76" y="82"/>
                  </a:lnTo>
                  <a:lnTo>
                    <a:pt x="98" y="65"/>
                  </a:lnTo>
                  <a:lnTo>
                    <a:pt x="43" y="0"/>
                  </a:lnTo>
                  <a:lnTo>
                    <a:pt x="22" y="17"/>
                  </a:lnTo>
                  <a:lnTo>
                    <a:pt x="0" y="34"/>
                  </a:lnTo>
                  <a:lnTo>
                    <a:pt x="55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32" name=""/>
            <p:cNvSpPr/>
            <p:nvPr/>
          </p:nvSpPr>
          <p:spPr>
            <a:xfrm rot="0">
              <a:off x="4064" y="1135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0" y="18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33" name=""/>
            <p:cNvSpPr/>
            <p:nvPr/>
          </p:nvSpPr>
          <p:spPr>
            <a:xfrm rot="0" flipH="1" flipV="1">
              <a:off x="4070" y="1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34" name=""/>
            <p:cNvSpPr/>
            <p:nvPr/>
          </p:nvSpPr>
          <p:spPr>
            <a:xfrm rot="0">
              <a:off x="4038" y="1115"/>
              <a:ext cx="32" cy="32"/>
            </a:xfrm>
            <a:custGeom>
              <a:avLst/>
              <a:ahLst/>
              <a:rect l="0" t="0" r="r" b="b"/>
              <a:pathLst>
                <a:path w="97" h="98">
                  <a:moveTo>
                    <a:pt x="56" y="98"/>
                  </a:moveTo>
                  <a:lnTo>
                    <a:pt x="77" y="80"/>
                  </a:lnTo>
                  <a:lnTo>
                    <a:pt x="97" y="62"/>
                  </a:lnTo>
                  <a:lnTo>
                    <a:pt x="40" y="0"/>
                  </a:lnTo>
                  <a:lnTo>
                    <a:pt x="20" y="18"/>
                  </a:lnTo>
                  <a:lnTo>
                    <a:pt x="0" y="36"/>
                  </a:lnTo>
                  <a:lnTo>
                    <a:pt x="56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35" name=""/>
            <p:cNvSpPr/>
            <p:nvPr/>
          </p:nvSpPr>
          <p:spPr>
            <a:xfrm rot="0">
              <a:off x="4038" y="1115"/>
              <a:ext cx="32" cy="32"/>
            </a:xfrm>
            <a:custGeom>
              <a:avLst/>
              <a:ahLst/>
              <a:rect l="0" t="0" r="r" b="b"/>
              <a:pathLst>
                <a:path w="97" h="98">
                  <a:moveTo>
                    <a:pt x="56" y="98"/>
                  </a:moveTo>
                  <a:lnTo>
                    <a:pt x="77" y="80"/>
                  </a:lnTo>
                  <a:lnTo>
                    <a:pt x="97" y="62"/>
                  </a:lnTo>
                  <a:lnTo>
                    <a:pt x="40" y="0"/>
                  </a:lnTo>
                  <a:lnTo>
                    <a:pt x="20" y="18"/>
                  </a:lnTo>
                  <a:lnTo>
                    <a:pt x="0" y="36"/>
                  </a:lnTo>
                  <a:lnTo>
                    <a:pt x="56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36" name=""/>
            <p:cNvSpPr/>
            <p:nvPr/>
          </p:nvSpPr>
          <p:spPr>
            <a:xfrm rot="0">
              <a:off x="4045" y="1114"/>
              <a:ext cx="6" cy="7"/>
            </a:xfrm>
            <a:custGeom>
              <a:avLst/>
              <a:ahLst/>
              <a:rect l="0" t="0" r="r" b="b"/>
              <a:pathLst>
                <a:path w="20" h="19">
                  <a:moveTo>
                    <a:pt x="0" y="19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37" name=""/>
            <p:cNvSpPr/>
            <p:nvPr/>
          </p:nvSpPr>
          <p:spPr>
            <a:xfrm rot="0" flipH="1" flipV="1">
              <a:off x="4051" y="11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38" name=""/>
            <p:cNvSpPr/>
            <p:nvPr/>
          </p:nvSpPr>
          <p:spPr>
            <a:xfrm rot="0">
              <a:off x="4019" y="1094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59" y="98"/>
                  </a:moveTo>
                  <a:lnTo>
                    <a:pt x="78" y="79"/>
                  </a:lnTo>
                  <a:lnTo>
                    <a:pt x="97" y="60"/>
                  </a:lnTo>
                  <a:lnTo>
                    <a:pt x="39" y="0"/>
                  </a:lnTo>
                  <a:lnTo>
                    <a:pt x="19" y="19"/>
                  </a:lnTo>
                  <a:lnTo>
                    <a:pt x="0" y="38"/>
                  </a:lnTo>
                  <a:lnTo>
                    <a:pt x="59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39" name=""/>
            <p:cNvSpPr/>
            <p:nvPr/>
          </p:nvSpPr>
          <p:spPr>
            <a:xfrm rot="0">
              <a:off x="4019" y="1094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59" y="98"/>
                  </a:moveTo>
                  <a:lnTo>
                    <a:pt x="78" y="79"/>
                  </a:lnTo>
                  <a:lnTo>
                    <a:pt x="97" y="60"/>
                  </a:lnTo>
                  <a:lnTo>
                    <a:pt x="39" y="0"/>
                  </a:lnTo>
                  <a:lnTo>
                    <a:pt x="19" y="19"/>
                  </a:lnTo>
                  <a:lnTo>
                    <a:pt x="0" y="38"/>
                  </a:lnTo>
                  <a:lnTo>
                    <a:pt x="59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40" name=""/>
            <p:cNvSpPr/>
            <p:nvPr/>
          </p:nvSpPr>
          <p:spPr>
            <a:xfrm rot="0">
              <a:off x="4025" y="1094"/>
              <a:ext cx="7" cy="7"/>
            </a:xfrm>
            <a:custGeom>
              <a:avLst/>
              <a:ahLst/>
              <a:rect l="0" t="0" r="r" b="b"/>
              <a:pathLst>
                <a:path w="20" h="20">
                  <a:moveTo>
                    <a:pt x="0" y="20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41" name=""/>
            <p:cNvSpPr/>
            <p:nvPr/>
          </p:nvSpPr>
          <p:spPr>
            <a:xfrm rot="0" flipH="1" flipV="1">
              <a:off x="4031" y="10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42" name=""/>
            <p:cNvSpPr/>
            <p:nvPr/>
          </p:nvSpPr>
          <p:spPr>
            <a:xfrm rot="0">
              <a:off x="3998" y="1075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63" y="97"/>
                  </a:moveTo>
                  <a:lnTo>
                    <a:pt x="81" y="77"/>
                  </a:lnTo>
                  <a:lnTo>
                    <a:pt x="99" y="57"/>
                  </a:lnTo>
                  <a:lnTo>
                    <a:pt x="36" y="0"/>
                  </a:lnTo>
                  <a:lnTo>
                    <a:pt x="18" y="21"/>
                  </a:lnTo>
                  <a:lnTo>
                    <a:pt x="0" y="41"/>
                  </a:lnTo>
                  <a:lnTo>
                    <a:pt x="63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43" name=""/>
            <p:cNvSpPr/>
            <p:nvPr/>
          </p:nvSpPr>
          <p:spPr>
            <a:xfrm rot="0">
              <a:off x="3998" y="1075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63" y="97"/>
                  </a:moveTo>
                  <a:lnTo>
                    <a:pt x="81" y="77"/>
                  </a:lnTo>
                  <a:lnTo>
                    <a:pt x="99" y="57"/>
                  </a:lnTo>
                  <a:lnTo>
                    <a:pt x="36" y="0"/>
                  </a:lnTo>
                  <a:lnTo>
                    <a:pt x="18" y="21"/>
                  </a:lnTo>
                  <a:lnTo>
                    <a:pt x="0" y="41"/>
                  </a:lnTo>
                  <a:lnTo>
                    <a:pt x="63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44" name=""/>
            <p:cNvSpPr/>
            <p:nvPr/>
          </p:nvSpPr>
          <p:spPr>
            <a:xfrm rot="0">
              <a:off x="4004" y="1075"/>
              <a:ext cx="6" cy="7"/>
            </a:xfrm>
            <a:custGeom>
              <a:avLst/>
              <a:ahLst/>
              <a:rect l="0" t="0" r="r" b="b"/>
              <a:pathLst>
                <a:path w="18" h="22">
                  <a:moveTo>
                    <a:pt x="0" y="22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45" name=""/>
            <p:cNvSpPr/>
            <p:nvPr/>
          </p:nvSpPr>
          <p:spPr>
            <a:xfrm rot="0" flipH="1" flipV="1">
              <a:off x="4010" y="1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46" name=""/>
            <p:cNvSpPr/>
            <p:nvPr/>
          </p:nvSpPr>
          <p:spPr>
            <a:xfrm rot="0">
              <a:off x="3977" y="1057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65" y="96"/>
                  </a:moveTo>
                  <a:lnTo>
                    <a:pt x="82" y="75"/>
                  </a:lnTo>
                  <a:lnTo>
                    <a:pt x="99" y="53"/>
                  </a:lnTo>
                  <a:lnTo>
                    <a:pt x="34" y="0"/>
                  </a:lnTo>
                  <a:lnTo>
                    <a:pt x="17" y="21"/>
                  </a:lnTo>
                  <a:lnTo>
                    <a:pt x="0" y="42"/>
                  </a:lnTo>
                  <a:lnTo>
                    <a:pt x="65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47" name=""/>
            <p:cNvSpPr/>
            <p:nvPr/>
          </p:nvSpPr>
          <p:spPr>
            <a:xfrm rot="0">
              <a:off x="3977" y="1057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65" y="96"/>
                  </a:moveTo>
                  <a:lnTo>
                    <a:pt x="82" y="75"/>
                  </a:lnTo>
                  <a:lnTo>
                    <a:pt x="99" y="53"/>
                  </a:lnTo>
                  <a:lnTo>
                    <a:pt x="34" y="0"/>
                  </a:lnTo>
                  <a:lnTo>
                    <a:pt x="17" y="21"/>
                  </a:lnTo>
                  <a:lnTo>
                    <a:pt x="0" y="42"/>
                  </a:lnTo>
                  <a:lnTo>
                    <a:pt x="65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48" name=""/>
            <p:cNvSpPr/>
            <p:nvPr/>
          </p:nvSpPr>
          <p:spPr>
            <a:xfrm rot="0">
              <a:off x="3982" y="1057"/>
              <a:ext cx="6" cy="7"/>
            </a:xfrm>
            <a:custGeom>
              <a:avLst/>
              <a:ahLst/>
              <a:rect l="0" t="0" r="r" b="b"/>
              <a:pathLst>
                <a:path w="17" h="21">
                  <a:moveTo>
                    <a:pt x="0" y="21"/>
                  </a:moveTo>
                  <a:lnTo>
                    <a:pt x="17" y="0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49" name=""/>
            <p:cNvSpPr/>
            <p:nvPr/>
          </p:nvSpPr>
          <p:spPr>
            <a:xfrm rot="0" flipH="1">
              <a:off x="3988" y="10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50" name=""/>
            <p:cNvSpPr/>
            <p:nvPr/>
          </p:nvSpPr>
          <p:spPr>
            <a:xfrm rot="0">
              <a:off x="3955" y="1040"/>
              <a:ext cx="33" cy="31"/>
            </a:xfrm>
            <a:custGeom>
              <a:avLst/>
              <a:ahLst/>
              <a:rect l="0" t="0" r="r" b="b"/>
              <a:pathLst>
                <a:path w="99" h="92">
                  <a:moveTo>
                    <a:pt x="67" y="92"/>
                  </a:moveTo>
                  <a:lnTo>
                    <a:pt x="83" y="71"/>
                  </a:lnTo>
                  <a:lnTo>
                    <a:pt x="99" y="50"/>
                  </a:lnTo>
                  <a:lnTo>
                    <a:pt x="32" y="0"/>
                  </a:lnTo>
                  <a:lnTo>
                    <a:pt x="16" y="21"/>
                  </a:lnTo>
                  <a:lnTo>
                    <a:pt x="0" y="42"/>
                  </a:lnTo>
                  <a:lnTo>
                    <a:pt x="67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51" name=""/>
            <p:cNvSpPr/>
            <p:nvPr/>
          </p:nvSpPr>
          <p:spPr>
            <a:xfrm rot="0">
              <a:off x="3955" y="1040"/>
              <a:ext cx="33" cy="31"/>
            </a:xfrm>
            <a:custGeom>
              <a:avLst/>
              <a:ahLst/>
              <a:rect l="0" t="0" r="r" b="b"/>
              <a:pathLst>
                <a:path w="99" h="92">
                  <a:moveTo>
                    <a:pt x="67" y="92"/>
                  </a:moveTo>
                  <a:lnTo>
                    <a:pt x="83" y="71"/>
                  </a:lnTo>
                  <a:lnTo>
                    <a:pt x="99" y="50"/>
                  </a:lnTo>
                  <a:lnTo>
                    <a:pt x="32" y="0"/>
                  </a:lnTo>
                  <a:lnTo>
                    <a:pt x="16" y="21"/>
                  </a:lnTo>
                  <a:lnTo>
                    <a:pt x="0" y="42"/>
                  </a:lnTo>
                  <a:lnTo>
                    <a:pt x="67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52" name=""/>
            <p:cNvSpPr/>
            <p:nvPr/>
          </p:nvSpPr>
          <p:spPr>
            <a:xfrm rot="0">
              <a:off x="3960" y="1040"/>
              <a:ext cx="5" cy="7"/>
            </a:xfrm>
            <a:custGeom>
              <a:avLst/>
              <a:ahLst/>
              <a:rect l="0" t="0" r="r" b="b"/>
              <a:pathLst>
                <a:path w="16" h="23">
                  <a:moveTo>
                    <a:pt x="0" y="23"/>
                  </a:moveTo>
                  <a:lnTo>
                    <a:pt x="16" y="2"/>
                  </a:lnTo>
                  <a:lnTo>
                    <a:pt x="16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53" name=""/>
            <p:cNvSpPr/>
            <p:nvPr/>
          </p:nvSpPr>
          <p:spPr>
            <a:xfrm rot="0" flipV="1">
              <a:off x="3965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54" name=""/>
            <p:cNvSpPr/>
            <p:nvPr/>
          </p:nvSpPr>
          <p:spPr>
            <a:xfrm rot="0">
              <a:off x="3931" y="1024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70" y="93"/>
                  </a:moveTo>
                  <a:lnTo>
                    <a:pt x="86" y="71"/>
                  </a:lnTo>
                  <a:lnTo>
                    <a:pt x="102" y="48"/>
                  </a:lnTo>
                  <a:lnTo>
                    <a:pt x="32" y="0"/>
                  </a:lnTo>
                  <a:lnTo>
                    <a:pt x="16" y="23"/>
                  </a:lnTo>
                  <a:lnTo>
                    <a:pt x="0" y="45"/>
                  </a:lnTo>
                  <a:lnTo>
                    <a:pt x="70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55" name=""/>
            <p:cNvSpPr/>
            <p:nvPr/>
          </p:nvSpPr>
          <p:spPr>
            <a:xfrm rot="0">
              <a:off x="3931" y="1024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70" y="93"/>
                  </a:moveTo>
                  <a:lnTo>
                    <a:pt x="86" y="71"/>
                  </a:lnTo>
                  <a:lnTo>
                    <a:pt x="102" y="48"/>
                  </a:lnTo>
                  <a:lnTo>
                    <a:pt x="32" y="0"/>
                  </a:lnTo>
                  <a:lnTo>
                    <a:pt x="16" y="23"/>
                  </a:lnTo>
                  <a:lnTo>
                    <a:pt x="0" y="45"/>
                  </a:lnTo>
                  <a:lnTo>
                    <a:pt x="70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56" name=""/>
            <p:cNvSpPr/>
            <p:nvPr/>
          </p:nvSpPr>
          <p:spPr>
            <a:xfrm rot="0">
              <a:off x="3937" y="1023"/>
              <a:ext cx="5" cy="8"/>
            </a:xfrm>
            <a:custGeom>
              <a:avLst/>
              <a:ahLst/>
              <a:rect l="0" t="0" r="r" b="b"/>
              <a:pathLst>
                <a:path w="16" h="24">
                  <a:moveTo>
                    <a:pt x="0" y="24"/>
                  </a:moveTo>
                  <a:lnTo>
                    <a:pt x="16" y="1"/>
                  </a:lnTo>
                  <a:lnTo>
                    <a:pt x="1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57" name=""/>
            <p:cNvSpPr/>
            <p:nvPr/>
          </p:nvSpPr>
          <p:spPr>
            <a:xfrm rot="0" flipH="1" flipV="1">
              <a:off x="3941" y="10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58" name=""/>
            <p:cNvSpPr/>
            <p:nvPr/>
          </p:nvSpPr>
          <p:spPr>
            <a:xfrm rot="0">
              <a:off x="3908" y="1009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71" y="91"/>
                  </a:moveTo>
                  <a:lnTo>
                    <a:pt x="85" y="68"/>
                  </a:lnTo>
                  <a:lnTo>
                    <a:pt x="99" y="44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8"/>
                  </a:lnTo>
                  <a:lnTo>
                    <a:pt x="71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59" name=""/>
            <p:cNvSpPr/>
            <p:nvPr/>
          </p:nvSpPr>
          <p:spPr>
            <a:xfrm rot="0">
              <a:off x="3908" y="1009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71" y="91"/>
                  </a:moveTo>
                  <a:lnTo>
                    <a:pt x="85" y="68"/>
                  </a:lnTo>
                  <a:lnTo>
                    <a:pt x="99" y="44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8"/>
                  </a:lnTo>
                  <a:lnTo>
                    <a:pt x="71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60" name=""/>
            <p:cNvSpPr/>
            <p:nvPr/>
          </p:nvSpPr>
          <p:spPr>
            <a:xfrm rot="0">
              <a:off x="3913" y="1009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0" y="24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61" name=""/>
            <p:cNvSpPr/>
            <p:nvPr/>
          </p:nvSpPr>
          <p:spPr>
            <a:xfrm rot="0" flipH="1">
              <a:off x="3917" y="10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62" name=""/>
            <p:cNvSpPr/>
            <p:nvPr/>
          </p:nvSpPr>
          <p:spPr>
            <a:xfrm rot="0">
              <a:off x="3884" y="995"/>
              <a:ext cx="33" cy="30"/>
            </a:xfrm>
            <a:custGeom>
              <a:avLst/>
              <a:ahLst/>
              <a:rect l="0" t="0" r="r" b="b"/>
              <a:pathLst>
                <a:path w="101" h="88">
                  <a:moveTo>
                    <a:pt x="75" y="88"/>
                  </a:moveTo>
                  <a:lnTo>
                    <a:pt x="88" y="64"/>
                  </a:lnTo>
                  <a:lnTo>
                    <a:pt x="101" y="40"/>
                  </a:lnTo>
                  <a:lnTo>
                    <a:pt x="26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75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63" name=""/>
            <p:cNvSpPr/>
            <p:nvPr/>
          </p:nvSpPr>
          <p:spPr>
            <a:xfrm rot="0">
              <a:off x="3884" y="995"/>
              <a:ext cx="33" cy="30"/>
            </a:xfrm>
            <a:custGeom>
              <a:avLst/>
              <a:ahLst/>
              <a:rect l="0" t="0" r="r" b="b"/>
              <a:pathLst>
                <a:path w="101" h="88">
                  <a:moveTo>
                    <a:pt x="75" y="88"/>
                  </a:moveTo>
                  <a:lnTo>
                    <a:pt x="88" y="64"/>
                  </a:lnTo>
                  <a:lnTo>
                    <a:pt x="101" y="40"/>
                  </a:lnTo>
                  <a:lnTo>
                    <a:pt x="26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75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64" name=""/>
            <p:cNvSpPr/>
            <p:nvPr/>
          </p:nvSpPr>
          <p:spPr>
            <a:xfrm rot="0">
              <a:off x="3888" y="995"/>
              <a:ext cx="4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24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65" name=""/>
            <p:cNvSpPr/>
            <p:nvPr/>
          </p:nvSpPr>
          <p:spPr>
            <a:xfrm rot="0" flipH="1" flipV="1">
              <a:off x="3892" y="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66" name=""/>
            <p:cNvSpPr/>
            <p:nvPr/>
          </p:nvSpPr>
          <p:spPr>
            <a:xfrm rot="0">
              <a:off x="3859" y="983"/>
              <a:ext cx="33" cy="28"/>
            </a:xfrm>
            <a:custGeom>
              <a:avLst/>
              <a:ahLst/>
              <a:rect l="0" t="0" r="r" b="b"/>
              <a:pathLst>
                <a:path w="100" h="85">
                  <a:moveTo>
                    <a:pt x="76" y="85"/>
                  </a:moveTo>
                  <a:lnTo>
                    <a:pt x="88" y="60"/>
                  </a:lnTo>
                  <a:lnTo>
                    <a:pt x="100" y="36"/>
                  </a:lnTo>
                  <a:lnTo>
                    <a:pt x="24" y="0"/>
                  </a:lnTo>
                  <a:lnTo>
                    <a:pt x="12" y="24"/>
                  </a:lnTo>
                  <a:lnTo>
                    <a:pt x="0" y="49"/>
                  </a:lnTo>
                  <a:lnTo>
                    <a:pt x="76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67" name=""/>
            <p:cNvSpPr/>
            <p:nvPr/>
          </p:nvSpPr>
          <p:spPr>
            <a:xfrm rot="0">
              <a:off x="3859" y="983"/>
              <a:ext cx="33" cy="28"/>
            </a:xfrm>
            <a:custGeom>
              <a:avLst/>
              <a:ahLst/>
              <a:rect l="0" t="0" r="r" b="b"/>
              <a:pathLst>
                <a:path w="100" h="85">
                  <a:moveTo>
                    <a:pt x="76" y="85"/>
                  </a:moveTo>
                  <a:lnTo>
                    <a:pt x="88" y="60"/>
                  </a:lnTo>
                  <a:lnTo>
                    <a:pt x="100" y="36"/>
                  </a:lnTo>
                  <a:lnTo>
                    <a:pt x="24" y="0"/>
                  </a:lnTo>
                  <a:lnTo>
                    <a:pt x="12" y="24"/>
                  </a:lnTo>
                  <a:lnTo>
                    <a:pt x="0" y="49"/>
                  </a:lnTo>
                  <a:lnTo>
                    <a:pt x="76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68" name=""/>
            <p:cNvSpPr/>
            <p:nvPr/>
          </p:nvSpPr>
          <p:spPr>
            <a:xfrm rot="0">
              <a:off x="3863" y="983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0" y="24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69" name=""/>
            <p:cNvSpPr/>
            <p:nvPr/>
          </p:nvSpPr>
          <p:spPr>
            <a:xfrm rot="0" flipH="1">
              <a:off x="3866" y="9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70" name=""/>
            <p:cNvSpPr/>
            <p:nvPr/>
          </p:nvSpPr>
          <p:spPr>
            <a:xfrm rot="0">
              <a:off x="3834" y="972"/>
              <a:ext cx="32" cy="27"/>
            </a:xfrm>
            <a:custGeom>
              <a:avLst/>
              <a:ahLst/>
              <a:rect l="0" t="0" r="r" b="b"/>
              <a:pathLst>
                <a:path w="98" h="83">
                  <a:moveTo>
                    <a:pt x="76" y="83"/>
                  </a:moveTo>
                  <a:lnTo>
                    <a:pt x="87" y="58"/>
                  </a:lnTo>
                  <a:lnTo>
                    <a:pt x="98" y="34"/>
                  </a:lnTo>
                  <a:lnTo>
                    <a:pt x="21" y="0"/>
                  </a:lnTo>
                  <a:lnTo>
                    <a:pt x="10" y="25"/>
                  </a:lnTo>
                  <a:lnTo>
                    <a:pt x="0" y="50"/>
                  </a:lnTo>
                  <a:lnTo>
                    <a:pt x="76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71" name=""/>
            <p:cNvSpPr/>
            <p:nvPr/>
          </p:nvSpPr>
          <p:spPr>
            <a:xfrm rot="0">
              <a:off x="3834" y="972"/>
              <a:ext cx="32" cy="27"/>
            </a:xfrm>
            <a:custGeom>
              <a:avLst/>
              <a:ahLst/>
              <a:rect l="0" t="0" r="r" b="b"/>
              <a:pathLst>
                <a:path w="98" h="83">
                  <a:moveTo>
                    <a:pt x="76" y="83"/>
                  </a:moveTo>
                  <a:lnTo>
                    <a:pt x="87" y="58"/>
                  </a:lnTo>
                  <a:lnTo>
                    <a:pt x="98" y="34"/>
                  </a:lnTo>
                  <a:lnTo>
                    <a:pt x="21" y="0"/>
                  </a:lnTo>
                  <a:lnTo>
                    <a:pt x="10" y="25"/>
                  </a:lnTo>
                  <a:lnTo>
                    <a:pt x="0" y="50"/>
                  </a:lnTo>
                  <a:lnTo>
                    <a:pt x="76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72" name=""/>
            <p:cNvSpPr/>
            <p:nvPr/>
          </p:nvSpPr>
          <p:spPr>
            <a:xfrm rot="0">
              <a:off x="3837" y="971"/>
              <a:ext cx="4" cy="9"/>
            </a:xfrm>
            <a:custGeom>
              <a:avLst/>
              <a:ahLst/>
              <a:rect l="0" t="0" r="r" b="b"/>
              <a:pathLst>
                <a:path w="11" h="26">
                  <a:moveTo>
                    <a:pt x="0" y="26"/>
                  </a:moveTo>
                  <a:lnTo>
                    <a:pt x="11" y="1"/>
                  </a:lnTo>
                  <a:lnTo>
                    <a:pt x="10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73" name=""/>
            <p:cNvSpPr/>
            <p:nvPr/>
          </p:nvSpPr>
          <p:spPr>
            <a:xfrm rot="0" flipH="1" flipV="1">
              <a:off x="3840" y="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74" name=""/>
            <p:cNvSpPr/>
            <p:nvPr/>
          </p:nvSpPr>
          <p:spPr>
            <a:xfrm rot="0">
              <a:off x="3808" y="961"/>
              <a:ext cx="32" cy="28"/>
            </a:xfrm>
            <a:custGeom>
              <a:avLst/>
              <a:ahLst/>
              <a:rect l="0" t="0" r="r" b="b"/>
              <a:pathLst>
                <a:path w="98" h="82">
                  <a:moveTo>
                    <a:pt x="79" y="82"/>
                  </a:moveTo>
                  <a:lnTo>
                    <a:pt x="88" y="56"/>
                  </a:lnTo>
                  <a:lnTo>
                    <a:pt x="98" y="30"/>
                  </a:lnTo>
                  <a:lnTo>
                    <a:pt x="19" y="0"/>
                  </a:lnTo>
                  <a:lnTo>
                    <a:pt x="9" y="26"/>
                  </a:lnTo>
                  <a:lnTo>
                    <a:pt x="0" y="52"/>
                  </a:lnTo>
                  <a:lnTo>
                    <a:pt x="79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75" name=""/>
            <p:cNvSpPr/>
            <p:nvPr/>
          </p:nvSpPr>
          <p:spPr>
            <a:xfrm rot="0">
              <a:off x="3808" y="961"/>
              <a:ext cx="32" cy="28"/>
            </a:xfrm>
            <a:custGeom>
              <a:avLst/>
              <a:ahLst/>
              <a:rect l="0" t="0" r="r" b="b"/>
              <a:pathLst>
                <a:path w="98" h="82">
                  <a:moveTo>
                    <a:pt x="79" y="82"/>
                  </a:moveTo>
                  <a:lnTo>
                    <a:pt x="88" y="56"/>
                  </a:lnTo>
                  <a:lnTo>
                    <a:pt x="98" y="30"/>
                  </a:lnTo>
                  <a:lnTo>
                    <a:pt x="19" y="0"/>
                  </a:lnTo>
                  <a:lnTo>
                    <a:pt x="9" y="26"/>
                  </a:lnTo>
                  <a:lnTo>
                    <a:pt x="0" y="52"/>
                  </a:lnTo>
                  <a:lnTo>
                    <a:pt x="79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76" name=""/>
            <p:cNvSpPr/>
            <p:nvPr/>
          </p:nvSpPr>
          <p:spPr>
            <a:xfrm rot="0">
              <a:off x="3811" y="961"/>
              <a:ext cx="3" cy="9"/>
            </a:xfrm>
            <a:custGeom>
              <a:avLst/>
              <a:ahLst/>
              <a:rect l="0" t="0" r="r" b="b"/>
              <a:pathLst>
                <a:path w="10" h="26">
                  <a:moveTo>
                    <a:pt x="0" y="26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77" name=""/>
            <p:cNvSpPr/>
            <p:nvPr/>
          </p:nvSpPr>
          <p:spPr>
            <a:xfrm rot="0" flipH="1">
              <a:off x="3814" y="9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78" name=""/>
            <p:cNvSpPr/>
            <p:nvPr/>
          </p:nvSpPr>
          <p:spPr>
            <a:xfrm rot="0">
              <a:off x="3781" y="953"/>
              <a:ext cx="33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80" y="77"/>
                  </a:moveTo>
                  <a:lnTo>
                    <a:pt x="88" y="51"/>
                  </a:lnTo>
                  <a:lnTo>
                    <a:pt x="97" y="25"/>
                  </a:lnTo>
                  <a:lnTo>
                    <a:pt x="17" y="0"/>
                  </a:lnTo>
                  <a:lnTo>
                    <a:pt x="8" y="25"/>
                  </a:lnTo>
                  <a:lnTo>
                    <a:pt x="0" y="51"/>
                  </a:lnTo>
                  <a:lnTo>
                    <a:pt x="8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79" name=""/>
            <p:cNvSpPr/>
            <p:nvPr/>
          </p:nvSpPr>
          <p:spPr>
            <a:xfrm rot="0">
              <a:off x="3781" y="953"/>
              <a:ext cx="33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80" y="77"/>
                  </a:moveTo>
                  <a:lnTo>
                    <a:pt x="88" y="51"/>
                  </a:lnTo>
                  <a:lnTo>
                    <a:pt x="97" y="25"/>
                  </a:lnTo>
                  <a:lnTo>
                    <a:pt x="17" y="0"/>
                  </a:lnTo>
                  <a:lnTo>
                    <a:pt x="8" y="25"/>
                  </a:lnTo>
                  <a:lnTo>
                    <a:pt x="0" y="51"/>
                  </a:lnTo>
                  <a:lnTo>
                    <a:pt x="8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80" name=""/>
            <p:cNvSpPr/>
            <p:nvPr/>
          </p:nvSpPr>
          <p:spPr>
            <a:xfrm rot="0">
              <a:off x="3784" y="953"/>
              <a:ext cx="3" cy="8"/>
            </a:xfrm>
            <a:custGeom>
              <a:avLst/>
              <a:ahLst/>
              <a:rect l="0" t="0" r="r" b="b"/>
              <a:pathLst>
                <a:path w="9" h="26">
                  <a:moveTo>
                    <a:pt x="0" y="26"/>
                  </a:moveTo>
                  <a:lnTo>
                    <a:pt x="9" y="1"/>
                  </a:lnTo>
                  <a:lnTo>
                    <a:pt x="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81" name=""/>
            <p:cNvSpPr/>
            <p:nvPr/>
          </p:nvSpPr>
          <p:spPr>
            <a:xfrm rot="0" flipH="1" flipV="1">
              <a:off x="3786" y="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82" name=""/>
            <p:cNvSpPr/>
            <p:nvPr/>
          </p:nvSpPr>
          <p:spPr>
            <a:xfrm rot="0">
              <a:off x="3755" y="945"/>
              <a:ext cx="31" cy="25"/>
            </a:xfrm>
            <a:custGeom>
              <a:avLst/>
              <a:ahLst/>
              <a:rect l="0" t="0" r="r" b="b"/>
              <a:pathLst>
                <a:path w="95" h="75">
                  <a:moveTo>
                    <a:pt x="82" y="75"/>
                  </a:moveTo>
                  <a:lnTo>
                    <a:pt x="88" y="48"/>
                  </a:lnTo>
                  <a:lnTo>
                    <a:pt x="95" y="22"/>
                  </a:lnTo>
                  <a:lnTo>
                    <a:pt x="13" y="0"/>
                  </a:lnTo>
                  <a:lnTo>
                    <a:pt x="7" y="27"/>
                  </a:lnTo>
                  <a:lnTo>
                    <a:pt x="0" y="54"/>
                  </a:lnTo>
                  <a:lnTo>
                    <a:pt x="8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83" name=""/>
            <p:cNvSpPr/>
            <p:nvPr/>
          </p:nvSpPr>
          <p:spPr>
            <a:xfrm rot="0">
              <a:off x="3755" y="945"/>
              <a:ext cx="31" cy="25"/>
            </a:xfrm>
            <a:custGeom>
              <a:avLst/>
              <a:ahLst/>
              <a:rect l="0" t="0" r="r" b="b"/>
              <a:pathLst>
                <a:path w="95" h="75">
                  <a:moveTo>
                    <a:pt x="82" y="75"/>
                  </a:moveTo>
                  <a:lnTo>
                    <a:pt x="88" y="48"/>
                  </a:lnTo>
                  <a:lnTo>
                    <a:pt x="95" y="22"/>
                  </a:lnTo>
                  <a:lnTo>
                    <a:pt x="13" y="0"/>
                  </a:lnTo>
                  <a:lnTo>
                    <a:pt x="7" y="27"/>
                  </a:lnTo>
                  <a:lnTo>
                    <a:pt x="0" y="54"/>
                  </a:lnTo>
                  <a:lnTo>
                    <a:pt x="8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84" name=""/>
            <p:cNvSpPr/>
            <p:nvPr/>
          </p:nvSpPr>
          <p:spPr>
            <a:xfrm rot="0">
              <a:off x="3757" y="945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0" y="27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85" name=""/>
            <p:cNvSpPr/>
            <p:nvPr/>
          </p:nvSpPr>
          <p:spPr>
            <a:xfrm rot="0" flipH="1">
              <a:off x="3759" y="9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86" name=""/>
            <p:cNvSpPr/>
            <p:nvPr/>
          </p:nvSpPr>
          <p:spPr>
            <a:xfrm rot="0">
              <a:off x="3728" y="939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83" y="72"/>
                  </a:moveTo>
                  <a:lnTo>
                    <a:pt x="88" y="45"/>
                  </a:lnTo>
                  <a:lnTo>
                    <a:pt x="93" y="18"/>
                  </a:lnTo>
                  <a:lnTo>
                    <a:pt x="11" y="0"/>
                  </a:lnTo>
                  <a:lnTo>
                    <a:pt x="6" y="27"/>
                  </a:lnTo>
                  <a:lnTo>
                    <a:pt x="0" y="54"/>
                  </a:lnTo>
                  <a:lnTo>
                    <a:pt x="83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87" name=""/>
            <p:cNvSpPr/>
            <p:nvPr/>
          </p:nvSpPr>
          <p:spPr>
            <a:xfrm rot="0">
              <a:off x="3728" y="939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83" y="72"/>
                  </a:moveTo>
                  <a:lnTo>
                    <a:pt x="88" y="45"/>
                  </a:lnTo>
                  <a:lnTo>
                    <a:pt x="93" y="18"/>
                  </a:lnTo>
                  <a:lnTo>
                    <a:pt x="11" y="0"/>
                  </a:lnTo>
                  <a:lnTo>
                    <a:pt x="6" y="27"/>
                  </a:lnTo>
                  <a:lnTo>
                    <a:pt x="0" y="54"/>
                  </a:lnTo>
                  <a:lnTo>
                    <a:pt x="83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88" name=""/>
            <p:cNvSpPr/>
            <p:nvPr/>
          </p:nvSpPr>
          <p:spPr>
            <a:xfrm rot="0">
              <a:off x="3730" y="939"/>
              <a:ext cx="1" cy="9"/>
            </a:xfrm>
            <a:custGeom>
              <a:avLst/>
              <a:ahLst/>
              <a:rect l="0" t="0" r="r" b="b"/>
              <a:pathLst>
                <a:path w="5" h="27">
                  <a:moveTo>
                    <a:pt x="0" y="27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89" name=""/>
            <p:cNvSpPr/>
            <p:nvPr/>
          </p:nvSpPr>
          <p:spPr>
            <a:xfrm rot="0" flipH="1">
              <a:off x="3731" y="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90" name=""/>
            <p:cNvSpPr/>
            <p:nvPr/>
          </p:nvSpPr>
          <p:spPr>
            <a:xfrm rot="0">
              <a:off x="3700" y="935"/>
              <a:ext cx="31" cy="22"/>
            </a:xfrm>
            <a:custGeom>
              <a:avLst/>
              <a:ahLst/>
              <a:rect l="0" t="0" r="r" b="b"/>
              <a:pathLst>
                <a:path w="92" h="68">
                  <a:moveTo>
                    <a:pt x="83" y="68"/>
                  </a:moveTo>
                  <a:lnTo>
                    <a:pt x="88" y="41"/>
                  </a:lnTo>
                  <a:lnTo>
                    <a:pt x="92" y="14"/>
                  </a:lnTo>
                  <a:lnTo>
                    <a:pt x="9" y="0"/>
                  </a:lnTo>
                  <a:lnTo>
                    <a:pt x="4" y="27"/>
                  </a:lnTo>
                  <a:lnTo>
                    <a:pt x="0" y="54"/>
                  </a:lnTo>
                  <a:lnTo>
                    <a:pt x="83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91" name=""/>
            <p:cNvSpPr/>
            <p:nvPr/>
          </p:nvSpPr>
          <p:spPr>
            <a:xfrm rot="0">
              <a:off x="3700" y="935"/>
              <a:ext cx="31" cy="22"/>
            </a:xfrm>
            <a:custGeom>
              <a:avLst/>
              <a:ahLst/>
              <a:rect l="0" t="0" r="r" b="b"/>
              <a:pathLst>
                <a:path w="92" h="68">
                  <a:moveTo>
                    <a:pt x="83" y="68"/>
                  </a:moveTo>
                  <a:lnTo>
                    <a:pt x="88" y="41"/>
                  </a:lnTo>
                  <a:lnTo>
                    <a:pt x="92" y="14"/>
                  </a:lnTo>
                  <a:lnTo>
                    <a:pt x="9" y="0"/>
                  </a:lnTo>
                  <a:lnTo>
                    <a:pt x="4" y="27"/>
                  </a:lnTo>
                  <a:lnTo>
                    <a:pt x="0" y="54"/>
                  </a:lnTo>
                  <a:lnTo>
                    <a:pt x="83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92" name=""/>
            <p:cNvSpPr/>
            <p:nvPr/>
          </p:nvSpPr>
          <p:spPr>
            <a:xfrm rot="0">
              <a:off x="3702" y="935"/>
              <a:ext cx="1" cy="9"/>
            </a:xfrm>
            <a:custGeom>
              <a:avLst/>
              <a:ahLst/>
              <a:rect l="0" t="0" r="r" b="b"/>
              <a:pathLst>
                <a:path w="5" h="27">
                  <a:moveTo>
                    <a:pt x="0" y="27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93" name=""/>
            <p:cNvSpPr/>
            <p:nvPr/>
          </p:nvSpPr>
          <p:spPr>
            <a:xfrm rot="0" flipH="1">
              <a:off x="3703" y="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94" name=""/>
            <p:cNvSpPr/>
            <p:nvPr/>
          </p:nvSpPr>
          <p:spPr>
            <a:xfrm rot="0">
              <a:off x="3673" y="931"/>
              <a:ext cx="30" cy="22"/>
            </a:xfrm>
            <a:custGeom>
              <a:avLst/>
              <a:ahLst/>
              <a:rect l="0" t="0" r="r" b="b"/>
              <a:pathLst>
                <a:path w="91" h="64">
                  <a:moveTo>
                    <a:pt x="84" y="64"/>
                  </a:moveTo>
                  <a:lnTo>
                    <a:pt x="87" y="37"/>
                  </a:lnTo>
                  <a:lnTo>
                    <a:pt x="91" y="10"/>
                  </a:lnTo>
                  <a:lnTo>
                    <a:pt x="6" y="0"/>
                  </a:lnTo>
                  <a:lnTo>
                    <a:pt x="3" y="26"/>
                  </a:lnTo>
                  <a:lnTo>
                    <a:pt x="0" y="53"/>
                  </a:lnTo>
                  <a:lnTo>
                    <a:pt x="8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95" name=""/>
            <p:cNvSpPr/>
            <p:nvPr/>
          </p:nvSpPr>
          <p:spPr>
            <a:xfrm rot="0">
              <a:off x="3673" y="931"/>
              <a:ext cx="30" cy="22"/>
            </a:xfrm>
            <a:custGeom>
              <a:avLst/>
              <a:ahLst/>
              <a:rect l="0" t="0" r="r" b="b"/>
              <a:pathLst>
                <a:path w="91" h="64">
                  <a:moveTo>
                    <a:pt x="84" y="64"/>
                  </a:moveTo>
                  <a:lnTo>
                    <a:pt x="87" y="37"/>
                  </a:lnTo>
                  <a:lnTo>
                    <a:pt x="91" y="10"/>
                  </a:lnTo>
                  <a:lnTo>
                    <a:pt x="6" y="0"/>
                  </a:lnTo>
                  <a:lnTo>
                    <a:pt x="3" y="26"/>
                  </a:lnTo>
                  <a:lnTo>
                    <a:pt x="0" y="53"/>
                  </a:lnTo>
                  <a:lnTo>
                    <a:pt x="84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96" name=""/>
            <p:cNvSpPr/>
            <p:nvPr/>
          </p:nvSpPr>
          <p:spPr>
            <a:xfrm rot="0">
              <a:off x="3674" y="931"/>
              <a:ext cx="1" cy="9"/>
            </a:xfrm>
            <a:custGeom>
              <a:avLst/>
              <a:ahLst/>
              <a:rect l="0" t="0" r="r" b="b"/>
              <a:pathLst>
                <a:path w="3" h="26">
                  <a:moveTo>
                    <a:pt x="0" y="2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97" name=""/>
            <p:cNvSpPr/>
            <p:nvPr/>
          </p:nvSpPr>
          <p:spPr>
            <a:xfrm rot="0" flipH="1">
              <a:off x="3674" y="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198" name=""/>
            <p:cNvSpPr/>
            <p:nvPr/>
          </p:nvSpPr>
          <p:spPr>
            <a:xfrm rot="0">
              <a:off x="3645" y="929"/>
              <a:ext cx="29" cy="20"/>
            </a:xfrm>
            <a:custGeom>
              <a:avLst/>
              <a:ahLst/>
              <a:rect l="0" t="0" r="r" b="b"/>
              <a:pathLst>
                <a:path w="88" h="59">
                  <a:moveTo>
                    <a:pt x="84" y="59"/>
                  </a:moveTo>
                  <a:lnTo>
                    <a:pt x="86" y="32"/>
                  </a:lnTo>
                  <a:lnTo>
                    <a:pt x="88" y="6"/>
                  </a:lnTo>
                  <a:lnTo>
                    <a:pt x="5" y="0"/>
                  </a:lnTo>
                  <a:lnTo>
                    <a:pt x="3" y="27"/>
                  </a:lnTo>
                  <a:lnTo>
                    <a:pt x="0" y="54"/>
                  </a:lnTo>
                  <a:lnTo>
                    <a:pt x="84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199" name=""/>
            <p:cNvSpPr/>
            <p:nvPr/>
          </p:nvSpPr>
          <p:spPr>
            <a:xfrm rot="0">
              <a:off x="3645" y="929"/>
              <a:ext cx="29" cy="20"/>
            </a:xfrm>
            <a:custGeom>
              <a:avLst/>
              <a:ahLst/>
              <a:rect l="0" t="0" r="r" b="b"/>
              <a:pathLst>
                <a:path w="88" h="59">
                  <a:moveTo>
                    <a:pt x="84" y="59"/>
                  </a:moveTo>
                  <a:lnTo>
                    <a:pt x="86" y="32"/>
                  </a:lnTo>
                  <a:lnTo>
                    <a:pt x="88" y="6"/>
                  </a:lnTo>
                  <a:lnTo>
                    <a:pt x="5" y="0"/>
                  </a:lnTo>
                  <a:lnTo>
                    <a:pt x="3" y="27"/>
                  </a:lnTo>
                  <a:lnTo>
                    <a:pt x="0" y="54"/>
                  </a:lnTo>
                  <a:lnTo>
                    <a:pt x="8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00" name=""/>
            <p:cNvSpPr/>
            <p:nvPr/>
          </p:nvSpPr>
          <p:spPr>
            <a:xfrm rot="0">
              <a:off x="3646" y="929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0" y="27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01" name=""/>
            <p:cNvSpPr/>
            <p:nvPr/>
          </p:nvSpPr>
          <p:spPr>
            <a:xfrm rot="0" flipH="1">
              <a:off x="3646" y="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02" name=""/>
            <p:cNvSpPr/>
            <p:nvPr/>
          </p:nvSpPr>
          <p:spPr>
            <a:xfrm rot="0">
              <a:off x="3617" y="929"/>
              <a:ext cx="29" cy="18"/>
            </a:xfrm>
            <a:custGeom>
              <a:avLst/>
              <a:ahLst/>
              <a:rect l="0" t="0" r="r" b="b"/>
              <a:pathLst>
                <a:path w="87" h="56">
                  <a:moveTo>
                    <a:pt x="85" y="56"/>
                  </a:moveTo>
                  <a:lnTo>
                    <a:pt x="86" y="29"/>
                  </a:lnTo>
                  <a:lnTo>
                    <a:pt x="87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4"/>
                  </a:lnTo>
                  <a:lnTo>
                    <a:pt x="85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03" name=""/>
            <p:cNvSpPr/>
            <p:nvPr/>
          </p:nvSpPr>
          <p:spPr>
            <a:xfrm rot="0">
              <a:off x="3617" y="929"/>
              <a:ext cx="29" cy="18"/>
            </a:xfrm>
            <a:custGeom>
              <a:avLst/>
              <a:ahLst/>
              <a:rect l="0" t="0" r="r" b="b"/>
              <a:pathLst>
                <a:path w="87" h="56">
                  <a:moveTo>
                    <a:pt x="85" y="56"/>
                  </a:moveTo>
                  <a:lnTo>
                    <a:pt x="86" y="29"/>
                  </a:lnTo>
                  <a:lnTo>
                    <a:pt x="87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4"/>
                  </a:lnTo>
                  <a:lnTo>
                    <a:pt x="85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04" name=""/>
            <p:cNvSpPr/>
            <p:nvPr/>
          </p:nvSpPr>
          <p:spPr>
            <a:xfrm rot="0">
              <a:off x="3617" y="929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1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05" name=""/>
            <p:cNvSpPr/>
            <p:nvPr/>
          </p:nvSpPr>
          <p:spPr>
            <a:xfrm rot="0" flipH="1">
              <a:off x="3617" y="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06" name=""/>
            <p:cNvSpPr/>
            <p:nvPr/>
          </p:nvSpPr>
          <p:spPr>
            <a:xfrm rot="0">
              <a:off x="3589" y="929"/>
              <a:ext cx="29" cy="18"/>
            </a:xfrm>
            <a:custGeom>
              <a:avLst/>
              <a:ahLst/>
              <a:rect l="0" t="0" r="r" b="b"/>
              <a:pathLst>
                <a:path w="86" h="56">
                  <a:moveTo>
                    <a:pt x="86" y="54"/>
                  </a:moveTo>
                  <a:lnTo>
                    <a:pt x="85" y="27"/>
                  </a:lnTo>
                  <a:lnTo>
                    <a:pt x="84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6"/>
                  </a:lnTo>
                  <a:lnTo>
                    <a:pt x="86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07" name=""/>
            <p:cNvSpPr/>
            <p:nvPr/>
          </p:nvSpPr>
          <p:spPr>
            <a:xfrm rot="0">
              <a:off x="3589" y="929"/>
              <a:ext cx="29" cy="18"/>
            </a:xfrm>
            <a:custGeom>
              <a:avLst/>
              <a:ahLst/>
              <a:rect l="0" t="0" r="r" b="b"/>
              <a:pathLst>
                <a:path w="86" h="56">
                  <a:moveTo>
                    <a:pt x="86" y="54"/>
                  </a:moveTo>
                  <a:lnTo>
                    <a:pt x="85" y="27"/>
                  </a:lnTo>
                  <a:lnTo>
                    <a:pt x="84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6"/>
                  </a:lnTo>
                  <a:lnTo>
                    <a:pt x="86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08" name=""/>
            <p:cNvSpPr/>
            <p:nvPr/>
          </p:nvSpPr>
          <p:spPr>
            <a:xfrm rot="0">
              <a:off x="3589" y="929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2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09" name=""/>
            <p:cNvSpPr/>
            <p:nvPr/>
          </p:nvSpPr>
          <p:spPr>
            <a:xfrm rot="0" flipH="1">
              <a:off x="3589" y="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10" name=""/>
            <p:cNvSpPr/>
            <p:nvPr/>
          </p:nvSpPr>
          <p:spPr>
            <a:xfrm rot="0">
              <a:off x="3561" y="929"/>
              <a:ext cx="29" cy="20"/>
            </a:xfrm>
            <a:custGeom>
              <a:avLst/>
              <a:ahLst/>
              <a:rect l="0" t="0" r="r" b="b"/>
              <a:pathLst>
                <a:path w="89" h="59">
                  <a:moveTo>
                    <a:pt x="89" y="54"/>
                  </a:moveTo>
                  <a:lnTo>
                    <a:pt x="87" y="27"/>
                  </a:lnTo>
                  <a:lnTo>
                    <a:pt x="85" y="0"/>
                  </a:lnTo>
                  <a:lnTo>
                    <a:pt x="0" y="6"/>
                  </a:lnTo>
                  <a:lnTo>
                    <a:pt x="2" y="32"/>
                  </a:lnTo>
                  <a:lnTo>
                    <a:pt x="5" y="59"/>
                  </a:lnTo>
                  <a:lnTo>
                    <a:pt x="89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11" name=""/>
            <p:cNvSpPr/>
            <p:nvPr/>
          </p:nvSpPr>
          <p:spPr>
            <a:xfrm rot="0">
              <a:off x="3561" y="929"/>
              <a:ext cx="29" cy="20"/>
            </a:xfrm>
            <a:custGeom>
              <a:avLst/>
              <a:ahLst/>
              <a:rect l="0" t="0" r="r" b="b"/>
              <a:pathLst>
                <a:path w="89" h="59">
                  <a:moveTo>
                    <a:pt x="89" y="54"/>
                  </a:moveTo>
                  <a:lnTo>
                    <a:pt x="87" y="27"/>
                  </a:lnTo>
                  <a:lnTo>
                    <a:pt x="85" y="0"/>
                  </a:lnTo>
                  <a:lnTo>
                    <a:pt x="0" y="6"/>
                  </a:lnTo>
                  <a:lnTo>
                    <a:pt x="2" y="32"/>
                  </a:lnTo>
                  <a:lnTo>
                    <a:pt x="5" y="59"/>
                  </a:lnTo>
                  <a:lnTo>
                    <a:pt x="89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12" name=""/>
            <p:cNvSpPr/>
            <p:nvPr/>
          </p:nvSpPr>
          <p:spPr>
            <a:xfrm rot="0">
              <a:off x="3560" y="931"/>
              <a:ext cx="1" cy="9"/>
            </a:xfrm>
            <a:custGeom>
              <a:avLst/>
              <a:ahLst/>
              <a:rect l="0" t="0" r="r" b="b"/>
              <a:pathLst>
                <a:path w="3" h="26">
                  <a:moveTo>
                    <a:pt x="3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13" name=""/>
            <p:cNvSpPr/>
            <p:nvPr/>
          </p:nvSpPr>
          <p:spPr>
            <a:xfrm rot="0" flipH="1">
              <a:off x="3560" y="9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14" name=""/>
            <p:cNvSpPr/>
            <p:nvPr/>
          </p:nvSpPr>
          <p:spPr>
            <a:xfrm rot="0">
              <a:off x="3533" y="931"/>
              <a:ext cx="30" cy="22"/>
            </a:xfrm>
            <a:custGeom>
              <a:avLst/>
              <a:ahLst/>
              <a:rect l="0" t="0" r="r" b="b"/>
              <a:pathLst>
                <a:path w="90" h="64">
                  <a:moveTo>
                    <a:pt x="90" y="53"/>
                  </a:moveTo>
                  <a:lnTo>
                    <a:pt x="86" y="26"/>
                  </a:lnTo>
                  <a:lnTo>
                    <a:pt x="83" y="0"/>
                  </a:lnTo>
                  <a:lnTo>
                    <a:pt x="0" y="10"/>
                  </a:lnTo>
                  <a:lnTo>
                    <a:pt x="3" y="37"/>
                  </a:lnTo>
                  <a:lnTo>
                    <a:pt x="6" y="64"/>
                  </a:lnTo>
                  <a:lnTo>
                    <a:pt x="9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15" name=""/>
            <p:cNvSpPr/>
            <p:nvPr/>
          </p:nvSpPr>
          <p:spPr>
            <a:xfrm rot="0">
              <a:off x="3533" y="931"/>
              <a:ext cx="30" cy="22"/>
            </a:xfrm>
            <a:custGeom>
              <a:avLst/>
              <a:ahLst/>
              <a:rect l="0" t="0" r="r" b="b"/>
              <a:pathLst>
                <a:path w="90" h="64">
                  <a:moveTo>
                    <a:pt x="90" y="53"/>
                  </a:moveTo>
                  <a:lnTo>
                    <a:pt x="86" y="26"/>
                  </a:lnTo>
                  <a:lnTo>
                    <a:pt x="83" y="0"/>
                  </a:lnTo>
                  <a:lnTo>
                    <a:pt x="0" y="10"/>
                  </a:lnTo>
                  <a:lnTo>
                    <a:pt x="3" y="37"/>
                  </a:lnTo>
                  <a:lnTo>
                    <a:pt x="6" y="64"/>
                  </a:lnTo>
                  <a:lnTo>
                    <a:pt x="9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16" name=""/>
            <p:cNvSpPr/>
            <p:nvPr/>
          </p:nvSpPr>
          <p:spPr>
            <a:xfrm rot="0">
              <a:off x="3532" y="935"/>
              <a:ext cx="2" cy="9"/>
            </a:xfrm>
            <a:custGeom>
              <a:avLst/>
              <a:ahLst/>
              <a:rect l="0" t="0" r="r" b="b"/>
              <a:pathLst>
                <a:path w="4" h="27">
                  <a:moveTo>
                    <a:pt x="4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17" name=""/>
            <p:cNvSpPr/>
            <p:nvPr/>
          </p:nvSpPr>
          <p:spPr>
            <a:xfrm rot="0" flipH="1">
              <a:off x="3532" y="9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18" name=""/>
            <p:cNvSpPr/>
            <p:nvPr/>
          </p:nvSpPr>
          <p:spPr>
            <a:xfrm rot="0">
              <a:off x="3505" y="935"/>
              <a:ext cx="30" cy="22"/>
            </a:xfrm>
            <a:custGeom>
              <a:avLst/>
              <a:ahLst/>
              <a:rect l="0" t="0" r="r" b="b"/>
              <a:pathLst>
                <a:path w="91" h="68">
                  <a:moveTo>
                    <a:pt x="91" y="54"/>
                  </a:moveTo>
                  <a:lnTo>
                    <a:pt x="87" y="27"/>
                  </a:lnTo>
                  <a:lnTo>
                    <a:pt x="83" y="0"/>
                  </a:lnTo>
                  <a:lnTo>
                    <a:pt x="0" y="14"/>
                  </a:lnTo>
                  <a:lnTo>
                    <a:pt x="4" y="41"/>
                  </a:lnTo>
                  <a:lnTo>
                    <a:pt x="8" y="68"/>
                  </a:lnTo>
                  <a:lnTo>
                    <a:pt x="91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19" name=""/>
            <p:cNvSpPr/>
            <p:nvPr/>
          </p:nvSpPr>
          <p:spPr>
            <a:xfrm rot="0">
              <a:off x="3505" y="935"/>
              <a:ext cx="30" cy="22"/>
            </a:xfrm>
            <a:custGeom>
              <a:avLst/>
              <a:ahLst/>
              <a:rect l="0" t="0" r="r" b="b"/>
              <a:pathLst>
                <a:path w="91" h="68">
                  <a:moveTo>
                    <a:pt x="91" y="54"/>
                  </a:moveTo>
                  <a:lnTo>
                    <a:pt x="87" y="27"/>
                  </a:lnTo>
                  <a:lnTo>
                    <a:pt x="83" y="0"/>
                  </a:lnTo>
                  <a:lnTo>
                    <a:pt x="0" y="14"/>
                  </a:lnTo>
                  <a:lnTo>
                    <a:pt x="4" y="41"/>
                  </a:lnTo>
                  <a:lnTo>
                    <a:pt x="8" y="68"/>
                  </a:lnTo>
                  <a:lnTo>
                    <a:pt x="91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20" name=""/>
            <p:cNvSpPr/>
            <p:nvPr/>
          </p:nvSpPr>
          <p:spPr>
            <a:xfrm rot="0">
              <a:off x="3504" y="939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6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21" name=""/>
            <p:cNvSpPr/>
            <p:nvPr/>
          </p:nvSpPr>
          <p:spPr>
            <a:xfrm rot="0" flipH="1">
              <a:off x="3504" y="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22" name=""/>
            <p:cNvSpPr/>
            <p:nvPr/>
          </p:nvSpPr>
          <p:spPr>
            <a:xfrm rot="0">
              <a:off x="3477" y="939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93" y="54"/>
                  </a:moveTo>
                  <a:lnTo>
                    <a:pt x="88" y="27"/>
                  </a:lnTo>
                  <a:lnTo>
                    <a:pt x="82" y="0"/>
                  </a:lnTo>
                  <a:lnTo>
                    <a:pt x="0" y="18"/>
                  </a:lnTo>
                  <a:lnTo>
                    <a:pt x="6" y="45"/>
                  </a:lnTo>
                  <a:lnTo>
                    <a:pt x="11" y="72"/>
                  </a:lnTo>
                  <a:lnTo>
                    <a:pt x="9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23" name=""/>
            <p:cNvSpPr/>
            <p:nvPr/>
          </p:nvSpPr>
          <p:spPr>
            <a:xfrm rot="0">
              <a:off x="3477" y="939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93" y="54"/>
                  </a:moveTo>
                  <a:lnTo>
                    <a:pt x="88" y="27"/>
                  </a:lnTo>
                  <a:lnTo>
                    <a:pt x="82" y="0"/>
                  </a:lnTo>
                  <a:lnTo>
                    <a:pt x="0" y="18"/>
                  </a:lnTo>
                  <a:lnTo>
                    <a:pt x="6" y="45"/>
                  </a:lnTo>
                  <a:lnTo>
                    <a:pt x="11" y="72"/>
                  </a:lnTo>
                  <a:lnTo>
                    <a:pt x="9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24" name=""/>
            <p:cNvSpPr/>
            <p:nvPr/>
          </p:nvSpPr>
          <p:spPr>
            <a:xfrm rot="0">
              <a:off x="3476" y="945"/>
              <a:ext cx="3" cy="9"/>
            </a:xfrm>
            <a:custGeom>
              <a:avLst/>
              <a:ahLst/>
              <a:rect l="0" t="0" r="r" b="b"/>
              <a:pathLst>
                <a:path w="7" h="27">
                  <a:moveTo>
                    <a:pt x="7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25" name=""/>
            <p:cNvSpPr/>
            <p:nvPr/>
          </p:nvSpPr>
          <p:spPr>
            <a:xfrm rot="0" flipH="1">
              <a:off x="3476" y="9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26" name=""/>
            <p:cNvSpPr/>
            <p:nvPr/>
          </p:nvSpPr>
          <p:spPr>
            <a:xfrm rot="0">
              <a:off x="3449" y="945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94" y="54"/>
                  </a:moveTo>
                  <a:lnTo>
                    <a:pt x="88" y="27"/>
                  </a:lnTo>
                  <a:lnTo>
                    <a:pt x="81" y="0"/>
                  </a:lnTo>
                  <a:lnTo>
                    <a:pt x="0" y="22"/>
                  </a:lnTo>
                  <a:lnTo>
                    <a:pt x="6" y="48"/>
                  </a:lnTo>
                  <a:lnTo>
                    <a:pt x="13" y="75"/>
                  </a:lnTo>
                  <a:lnTo>
                    <a:pt x="9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27" name=""/>
            <p:cNvSpPr/>
            <p:nvPr/>
          </p:nvSpPr>
          <p:spPr>
            <a:xfrm rot="0">
              <a:off x="3449" y="945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94" y="54"/>
                  </a:moveTo>
                  <a:lnTo>
                    <a:pt x="88" y="27"/>
                  </a:lnTo>
                  <a:lnTo>
                    <a:pt x="81" y="0"/>
                  </a:lnTo>
                  <a:lnTo>
                    <a:pt x="0" y="22"/>
                  </a:lnTo>
                  <a:lnTo>
                    <a:pt x="6" y="48"/>
                  </a:lnTo>
                  <a:lnTo>
                    <a:pt x="13" y="75"/>
                  </a:lnTo>
                  <a:lnTo>
                    <a:pt x="9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28" name=""/>
            <p:cNvSpPr/>
            <p:nvPr/>
          </p:nvSpPr>
          <p:spPr>
            <a:xfrm rot="0">
              <a:off x="3449" y="953"/>
              <a:ext cx="2" cy="8"/>
            </a:xfrm>
            <a:custGeom>
              <a:avLst/>
              <a:ahLst/>
              <a:rect l="0" t="0" r="r" b="b"/>
              <a:pathLst>
                <a:path w="8" h="26">
                  <a:moveTo>
                    <a:pt x="8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29" name=""/>
            <p:cNvSpPr/>
            <p:nvPr/>
          </p:nvSpPr>
          <p:spPr>
            <a:xfrm rot="0" flipH="1">
              <a:off x="3449" y="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30" name=""/>
            <p:cNvSpPr/>
            <p:nvPr/>
          </p:nvSpPr>
          <p:spPr>
            <a:xfrm rot="0">
              <a:off x="3422" y="953"/>
              <a:ext cx="32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97" y="51"/>
                  </a:moveTo>
                  <a:lnTo>
                    <a:pt x="88" y="25"/>
                  </a:lnTo>
                  <a:lnTo>
                    <a:pt x="80" y="0"/>
                  </a:lnTo>
                  <a:lnTo>
                    <a:pt x="0" y="25"/>
                  </a:lnTo>
                  <a:lnTo>
                    <a:pt x="8" y="51"/>
                  </a:lnTo>
                  <a:lnTo>
                    <a:pt x="17" y="77"/>
                  </a:lnTo>
                  <a:lnTo>
                    <a:pt x="9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31" name=""/>
            <p:cNvSpPr/>
            <p:nvPr/>
          </p:nvSpPr>
          <p:spPr>
            <a:xfrm rot="0">
              <a:off x="3422" y="953"/>
              <a:ext cx="32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97" y="51"/>
                  </a:moveTo>
                  <a:lnTo>
                    <a:pt x="88" y="25"/>
                  </a:lnTo>
                  <a:lnTo>
                    <a:pt x="80" y="0"/>
                  </a:lnTo>
                  <a:lnTo>
                    <a:pt x="0" y="25"/>
                  </a:lnTo>
                  <a:lnTo>
                    <a:pt x="8" y="51"/>
                  </a:lnTo>
                  <a:lnTo>
                    <a:pt x="17" y="77"/>
                  </a:lnTo>
                  <a:lnTo>
                    <a:pt x="9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32" name=""/>
            <p:cNvSpPr/>
            <p:nvPr/>
          </p:nvSpPr>
          <p:spPr>
            <a:xfrm rot="0">
              <a:off x="3422" y="961"/>
              <a:ext cx="3" cy="9"/>
            </a:xfrm>
            <a:custGeom>
              <a:avLst/>
              <a:ahLst/>
              <a:rect l="0" t="0" r="r" b="b"/>
              <a:pathLst>
                <a:path w="9" h="26">
                  <a:moveTo>
                    <a:pt x="9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33" name=""/>
            <p:cNvSpPr/>
            <p:nvPr/>
          </p:nvSpPr>
          <p:spPr>
            <a:xfrm rot="0" flipH="1">
              <a:off x="3422" y="9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34" name=""/>
            <p:cNvSpPr/>
            <p:nvPr/>
          </p:nvSpPr>
          <p:spPr>
            <a:xfrm rot="0">
              <a:off x="3395" y="961"/>
              <a:ext cx="33" cy="28"/>
            </a:xfrm>
            <a:custGeom>
              <a:avLst/>
              <a:ahLst/>
              <a:rect l="0" t="0" r="r" b="b"/>
              <a:pathLst>
                <a:path w="98" h="82">
                  <a:moveTo>
                    <a:pt x="98" y="52"/>
                  </a:moveTo>
                  <a:lnTo>
                    <a:pt x="88" y="26"/>
                  </a:lnTo>
                  <a:lnTo>
                    <a:pt x="79" y="0"/>
                  </a:lnTo>
                  <a:lnTo>
                    <a:pt x="0" y="30"/>
                  </a:lnTo>
                  <a:lnTo>
                    <a:pt x="9" y="56"/>
                  </a:lnTo>
                  <a:lnTo>
                    <a:pt x="19" y="82"/>
                  </a:lnTo>
                  <a:lnTo>
                    <a:pt x="98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35" name=""/>
            <p:cNvSpPr/>
            <p:nvPr/>
          </p:nvSpPr>
          <p:spPr>
            <a:xfrm rot="0">
              <a:off x="3395" y="961"/>
              <a:ext cx="33" cy="28"/>
            </a:xfrm>
            <a:custGeom>
              <a:avLst/>
              <a:ahLst/>
              <a:rect l="0" t="0" r="r" b="b"/>
              <a:pathLst>
                <a:path w="98" h="82">
                  <a:moveTo>
                    <a:pt x="98" y="52"/>
                  </a:moveTo>
                  <a:lnTo>
                    <a:pt x="88" y="26"/>
                  </a:lnTo>
                  <a:lnTo>
                    <a:pt x="79" y="0"/>
                  </a:lnTo>
                  <a:lnTo>
                    <a:pt x="0" y="30"/>
                  </a:lnTo>
                  <a:lnTo>
                    <a:pt x="9" y="56"/>
                  </a:lnTo>
                  <a:lnTo>
                    <a:pt x="19" y="82"/>
                  </a:lnTo>
                  <a:lnTo>
                    <a:pt x="98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36" name=""/>
            <p:cNvSpPr/>
            <p:nvPr/>
          </p:nvSpPr>
          <p:spPr>
            <a:xfrm rot="0">
              <a:off x="3395" y="971"/>
              <a:ext cx="3" cy="9"/>
            </a:xfrm>
            <a:custGeom>
              <a:avLst/>
              <a:ahLst/>
              <a:rect l="0" t="0" r="r" b="b"/>
              <a:pathLst>
                <a:path w="11" h="26">
                  <a:moveTo>
                    <a:pt x="11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37" name=""/>
            <p:cNvSpPr/>
            <p:nvPr/>
          </p:nvSpPr>
          <p:spPr>
            <a:xfrm rot="0" flipH="1">
              <a:off x="3395" y="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38" name=""/>
            <p:cNvSpPr/>
            <p:nvPr/>
          </p:nvSpPr>
          <p:spPr>
            <a:xfrm rot="0">
              <a:off x="3369" y="972"/>
              <a:ext cx="33" cy="27"/>
            </a:xfrm>
            <a:custGeom>
              <a:avLst/>
              <a:ahLst/>
              <a:rect l="0" t="0" r="r" b="b"/>
              <a:pathLst>
                <a:path w="99" h="83">
                  <a:moveTo>
                    <a:pt x="99" y="50"/>
                  </a:moveTo>
                  <a:lnTo>
                    <a:pt x="88" y="25"/>
                  </a:lnTo>
                  <a:lnTo>
                    <a:pt x="77" y="0"/>
                  </a:lnTo>
                  <a:lnTo>
                    <a:pt x="0" y="34"/>
                  </a:lnTo>
                  <a:lnTo>
                    <a:pt x="10" y="58"/>
                  </a:lnTo>
                  <a:lnTo>
                    <a:pt x="21" y="83"/>
                  </a:lnTo>
                  <a:lnTo>
                    <a:pt x="9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39" name=""/>
            <p:cNvSpPr/>
            <p:nvPr/>
          </p:nvSpPr>
          <p:spPr>
            <a:xfrm rot="0">
              <a:off x="3369" y="972"/>
              <a:ext cx="33" cy="27"/>
            </a:xfrm>
            <a:custGeom>
              <a:avLst/>
              <a:ahLst/>
              <a:rect l="0" t="0" r="r" b="b"/>
              <a:pathLst>
                <a:path w="99" h="83">
                  <a:moveTo>
                    <a:pt x="99" y="50"/>
                  </a:moveTo>
                  <a:lnTo>
                    <a:pt x="88" y="25"/>
                  </a:lnTo>
                  <a:lnTo>
                    <a:pt x="77" y="0"/>
                  </a:lnTo>
                  <a:lnTo>
                    <a:pt x="0" y="34"/>
                  </a:lnTo>
                  <a:lnTo>
                    <a:pt x="10" y="58"/>
                  </a:lnTo>
                  <a:lnTo>
                    <a:pt x="21" y="83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40" name=""/>
            <p:cNvSpPr/>
            <p:nvPr/>
          </p:nvSpPr>
          <p:spPr>
            <a:xfrm rot="0">
              <a:off x="3368" y="983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41" name=""/>
            <p:cNvSpPr/>
            <p:nvPr/>
          </p:nvSpPr>
          <p:spPr>
            <a:xfrm rot="0" flipH="1">
              <a:off x="3368" y="9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42" name=""/>
            <p:cNvSpPr/>
            <p:nvPr/>
          </p:nvSpPr>
          <p:spPr>
            <a:xfrm rot="0">
              <a:off x="3343" y="983"/>
              <a:ext cx="33" cy="28"/>
            </a:xfrm>
            <a:custGeom>
              <a:avLst/>
              <a:ahLst/>
              <a:rect l="0" t="0" r="r" b="b"/>
              <a:pathLst>
                <a:path w="99" h="85">
                  <a:moveTo>
                    <a:pt x="99" y="49"/>
                  </a:moveTo>
                  <a:lnTo>
                    <a:pt x="87" y="24"/>
                  </a:lnTo>
                  <a:lnTo>
                    <a:pt x="75" y="0"/>
                  </a:lnTo>
                  <a:lnTo>
                    <a:pt x="0" y="36"/>
                  </a:lnTo>
                  <a:lnTo>
                    <a:pt x="11" y="60"/>
                  </a:lnTo>
                  <a:lnTo>
                    <a:pt x="23" y="85"/>
                  </a:lnTo>
                  <a:lnTo>
                    <a:pt x="9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43" name=""/>
            <p:cNvSpPr/>
            <p:nvPr/>
          </p:nvSpPr>
          <p:spPr>
            <a:xfrm rot="0">
              <a:off x="3343" y="983"/>
              <a:ext cx="33" cy="28"/>
            </a:xfrm>
            <a:custGeom>
              <a:avLst/>
              <a:ahLst/>
              <a:rect l="0" t="0" r="r" b="b"/>
              <a:pathLst>
                <a:path w="99" h="85">
                  <a:moveTo>
                    <a:pt x="99" y="49"/>
                  </a:moveTo>
                  <a:lnTo>
                    <a:pt x="87" y="24"/>
                  </a:lnTo>
                  <a:lnTo>
                    <a:pt x="75" y="0"/>
                  </a:lnTo>
                  <a:lnTo>
                    <a:pt x="0" y="36"/>
                  </a:lnTo>
                  <a:lnTo>
                    <a:pt x="11" y="60"/>
                  </a:lnTo>
                  <a:lnTo>
                    <a:pt x="23" y="85"/>
                  </a:lnTo>
                  <a:lnTo>
                    <a:pt x="9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44" name=""/>
            <p:cNvSpPr/>
            <p:nvPr/>
          </p:nvSpPr>
          <p:spPr>
            <a:xfrm rot="0">
              <a:off x="3343" y="995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2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45" name=""/>
            <p:cNvSpPr/>
            <p:nvPr/>
          </p:nvSpPr>
          <p:spPr>
            <a:xfrm rot="0" flipH="1">
              <a:off x="3343" y="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46" name=""/>
            <p:cNvSpPr/>
            <p:nvPr/>
          </p:nvSpPr>
          <p:spPr>
            <a:xfrm rot="0">
              <a:off x="3318" y="995"/>
              <a:ext cx="33" cy="30"/>
            </a:xfrm>
            <a:custGeom>
              <a:avLst/>
              <a:ahLst/>
              <a:rect l="0" t="0" r="r" b="b"/>
              <a:pathLst>
                <a:path w="99" h="88">
                  <a:moveTo>
                    <a:pt x="99" y="47"/>
                  </a:moveTo>
                  <a:lnTo>
                    <a:pt x="86" y="23"/>
                  </a:lnTo>
                  <a:lnTo>
                    <a:pt x="74" y="0"/>
                  </a:lnTo>
                  <a:lnTo>
                    <a:pt x="0" y="40"/>
                  </a:lnTo>
                  <a:lnTo>
                    <a:pt x="13" y="64"/>
                  </a:lnTo>
                  <a:lnTo>
                    <a:pt x="25" y="88"/>
                  </a:lnTo>
                  <a:lnTo>
                    <a:pt x="99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47" name=""/>
            <p:cNvSpPr/>
            <p:nvPr/>
          </p:nvSpPr>
          <p:spPr>
            <a:xfrm rot="0">
              <a:off x="3318" y="995"/>
              <a:ext cx="33" cy="30"/>
            </a:xfrm>
            <a:custGeom>
              <a:avLst/>
              <a:ahLst/>
              <a:rect l="0" t="0" r="r" b="b"/>
              <a:pathLst>
                <a:path w="99" h="88">
                  <a:moveTo>
                    <a:pt x="99" y="47"/>
                  </a:moveTo>
                  <a:lnTo>
                    <a:pt x="86" y="23"/>
                  </a:lnTo>
                  <a:lnTo>
                    <a:pt x="74" y="0"/>
                  </a:lnTo>
                  <a:lnTo>
                    <a:pt x="0" y="40"/>
                  </a:lnTo>
                  <a:lnTo>
                    <a:pt x="13" y="64"/>
                  </a:lnTo>
                  <a:lnTo>
                    <a:pt x="25" y="88"/>
                  </a:lnTo>
                  <a:lnTo>
                    <a:pt x="99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48" name=""/>
            <p:cNvSpPr/>
            <p:nvPr/>
          </p:nvSpPr>
          <p:spPr>
            <a:xfrm rot="0">
              <a:off x="3318" y="1009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14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49" name=""/>
            <p:cNvSpPr/>
            <p:nvPr/>
          </p:nvSpPr>
          <p:spPr>
            <a:xfrm rot="0" flipH="1">
              <a:off x="3318" y="10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6" name=""/>
          <p:cNvGrpSpPr/>
          <p:nvPr/>
        </p:nvGrpSpPr>
        <p:grpSpPr>
          <a:xfrm rot="0">
            <a:off x="4792662" y="1601787"/>
            <a:ext cx="733425" cy="1751012"/>
            <a:chOff x="3019" y="1009"/>
            <a:chExt cx="462" cy="1103"/>
          </a:xfrm>
        </p:grpSpPr>
        <p:sp>
          <p:nvSpPr>
            <p:cNvPr id="1083250" name=""/>
            <p:cNvSpPr/>
            <p:nvPr/>
          </p:nvSpPr>
          <p:spPr>
            <a:xfrm rot="0">
              <a:off x="3294" y="1009"/>
              <a:ext cx="33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100" y="48"/>
                  </a:moveTo>
                  <a:lnTo>
                    <a:pt x="86" y="24"/>
                  </a:lnTo>
                  <a:lnTo>
                    <a:pt x="72" y="0"/>
                  </a:lnTo>
                  <a:lnTo>
                    <a:pt x="0" y="44"/>
                  </a:lnTo>
                  <a:lnTo>
                    <a:pt x="14" y="68"/>
                  </a:lnTo>
                  <a:lnTo>
                    <a:pt x="28" y="91"/>
                  </a:lnTo>
                  <a:lnTo>
                    <a:pt x="10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51" name=""/>
            <p:cNvSpPr/>
            <p:nvPr/>
          </p:nvSpPr>
          <p:spPr>
            <a:xfrm rot="0">
              <a:off x="3294" y="1009"/>
              <a:ext cx="33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100" y="48"/>
                  </a:moveTo>
                  <a:lnTo>
                    <a:pt x="86" y="24"/>
                  </a:lnTo>
                  <a:lnTo>
                    <a:pt x="72" y="0"/>
                  </a:lnTo>
                  <a:lnTo>
                    <a:pt x="0" y="44"/>
                  </a:lnTo>
                  <a:lnTo>
                    <a:pt x="14" y="68"/>
                  </a:lnTo>
                  <a:lnTo>
                    <a:pt x="28" y="91"/>
                  </a:lnTo>
                  <a:lnTo>
                    <a:pt x="10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52" name=""/>
            <p:cNvSpPr/>
            <p:nvPr/>
          </p:nvSpPr>
          <p:spPr>
            <a:xfrm rot="0">
              <a:off x="3293" y="1023"/>
              <a:ext cx="6" cy="8"/>
            </a:xfrm>
            <a:custGeom>
              <a:avLst/>
              <a:ahLst/>
              <a:rect l="0" t="0" r="r" b="b"/>
              <a:pathLst>
                <a:path w="16" h="24">
                  <a:moveTo>
                    <a:pt x="16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53" name=""/>
            <p:cNvSpPr/>
            <p:nvPr/>
          </p:nvSpPr>
          <p:spPr>
            <a:xfrm rot="0" flipH="1">
              <a:off x="3293" y="10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54" name=""/>
            <p:cNvSpPr/>
            <p:nvPr/>
          </p:nvSpPr>
          <p:spPr>
            <a:xfrm rot="0">
              <a:off x="3270" y="1024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101" y="45"/>
                  </a:moveTo>
                  <a:lnTo>
                    <a:pt x="85" y="23"/>
                  </a:lnTo>
                  <a:lnTo>
                    <a:pt x="69" y="0"/>
                  </a:lnTo>
                  <a:lnTo>
                    <a:pt x="0" y="48"/>
                  </a:lnTo>
                  <a:lnTo>
                    <a:pt x="16" y="71"/>
                  </a:lnTo>
                  <a:lnTo>
                    <a:pt x="32" y="93"/>
                  </a:lnTo>
                  <a:lnTo>
                    <a:pt x="10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55" name=""/>
            <p:cNvSpPr/>
            <p:nvPr/>
          </p:nvSpPr>
          <p:spPr>
            <a:xfrm rot="0">
              <a:off x="3270" y="1024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101" y="45"/>
                  </a:moveTo>
                  <a:lnTo>
                    <a:pt x="85" y="23"/>
                  </a:lnTo>
                  <a:lnTo>
                    <a:pt x="69" y="0"/>
                  </a:lnTo>
                  <a:lnTo>
                    <a:pt x="0" y="48"/>
                  </a:lnTo>
                  <a:lnTo>
                    <a:pt x="16" y="71"/>
                  </a:lnTo>
                  <a:lnTo>
                    <a:pt x="32" y="93"/>
                  </a:lnTo>
                  <a:lnTo>
                    <a:pt x="101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56" name=""/>
            <p:cNvSpPr/>
            <p:nvPr/>
          </p:nvSpPr>
          <p:spPr>
            <a:xfrm rot="0">
              <a:off x="3270" y="1040"/>
              <a:ext cx="6" cy="7"/>
            </a:xfrm>
            <a:custGeom>
              <a:avLst/>
              <a:ahLst/>
              <a:rect l="0" t="0" r="r" b="b"/>
              <a:pathLst>
                <a:path w="16" h="23">
                  <a:moveTo>
                    <a:pt x="16" y="2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57" name=""/>
            <p:cNvSpPr/>
            <p:nvPr/>
          </p:nvSpPr>
          <p:spPr>
            <a:xfrm rot="0">
              <a:off x="3270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58" name=""/>
            <p:cNvSpPr/>
            <p:nvPr/>
          </p:nvSpPr>
          <p:spPr>
            <a:xfrm rot="0">
              <a:off x="3247" y="1040"/>
              <a:ext cx="34" cy="32"/>
            </a:xfrm>
            <a:custGeom>
              <a:avLst/>
              <a:ahLst/>
              <a:rect l="0" t="0" r="r" b="b"/>
              <a:pathLst>
                <a:path w="101" h="96">
                  <a:moveTo>
                    <a:pt x="101" y="45"/>
                  </a:moveTo>
                  <a:lnTo>
                    <a:pt x="85" y="23"/>
                  </a:lnTo>
                  <a:lnTo>
                    <a:pt x="69" y="0"/>
                  </a:lnTo>
                  <a:lnTo>
                    <a:pt x="0" y="51"/>
                  </a:lnTo>
                  <a:lnTo>
                    <a:pt x="16" y="73"/>
                  </a:lnTo>
                  <a:lnTo>
                    <a:pt x="32" y="96"/>
                  </a:lnTo>
                  <a:lnTo>
                    <a:pt x="10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59" name=""/>
            <p:cNvSpPr/>
            <p:nvPr/>
          </p:nvSpPr>
          <p:spPr>
            <a:xfrm rot="0">
              <a:off x="3247" y="1040"/>
              <a:ext cx="34" cy="32"/>
            </a:xfrm>
            <a:custGeom>
              <a:avLst/>
              <a:ahLst/>
              <a:rect l="0" t="0" r="r" b="b"/>
              <a:pathLst>
                <a:path w="101" h="96">
                  <a:moveTo>
                    <a:pt x="101" y="45"/>
                  </a:moveTo>
                  <a:lnTo>
                    <a:pt x="85" y="23"/>
                  </a:lnTo>
                  <a:lnTo>
                    <a:pt x="69" y="0"/>
                  </a:lnTo>
                  <a:lnTo>
                    <a:pt x="0" y="51"/>
                  </a:lnTo>
                  <a:lnTo>
                    <a:pt x="16" y="73"/>
                  </a:lnTo>
                  <a:lnTo>
                    <a:pt x="32" y="96"/>
                  </a:lnTo>
                  <a:lnTo>
                    <a:pt x="101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60" name=""/>
            <p:cNvSpPr/>
            <p:nvPr/>
          </p:nvSpPr>
          <p:spPr>
            <a:xfrm rot="0">
              <a:off x="3247" y="1057"/>
              <a:ext cx="6" cy="7"/>
            </a:xfrm>
            <a:custGeom>
              <a:avLst/>
              <a:ahLst/>
              <a:rect l="0" t="0" r="r" b="b"/>
              <a:pathLst>
                <a:path w="17" h="22">
                  <a:moveTo>
                    <a:pt x="17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61" name=""/>
            <p:cNvSpPr/>
            <p:nvPr/>
          </p:nvSpPr>
          <p:spPr>
            <a:xfrm rot="0" flipH="1">
              <a:off x="3247" y="10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62" name=""/>
            <p:cNvSpPr/>
            <p:nvPr/>
          </p:nvSpPr>
          <p:spPr>
            <a:xfrm rot="0">
              <a:off x="3226" y="1057"/>
              <a:ext cx="32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98" y="42"/>
                  </a:moveTo>
                  <a:lnTo>
                    <a:pt x="81" y="21"/>
                  </a:lnTo>
                  <a:lnTo>
                    <a:pt x="64" y="0"/>
                  </a:lnTo>
                  <a:lnTo>
                    <a:pt x="0" y="53"/>
                  </a:lnTo>
                  <a:lnTo>
                    <a:pt x="17" y="75"/>
                  </a:lnTo>
                  <a:lnTo>
                    <a:pt x="34" y="96"/>
                  </a:lnTo>
                  <a:lnTo>
                    <a:pt x="98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63" name=""/>
            <p:cNvSpPr/>
            <p:nvPr/>
          </p:nvSpPr>
          <p:spPr>
            <a:xfrm rot="0">
              <a:off x="3226" y="1057"/>
              <a:ext cx="32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98" y="42"/>
                  </a:moveTo>
                  <a:lnTo>
                    <a:pt x="81" y="21"/>
                  </a:lnTo>
                  <a:lnTo>
                    <a:pt x="64" y="0"/>
                  </a:lnTo>
                  <a:lnTo>
                    <a:pt x="0" y="53"/>
                  </a:lnTo>
                  <a:lnTo>
                    <a:pt x="17" y="75"/>
                  </a:lnTo>
                  <a:lnTo>
                    <a:pt x="34" y="96"/>
                  </a:lnTo>
                  <a:lnTo>
                    <a:pt x="98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64" name=""/>
            <p:cNvSpPr/>
            <p:nvPr/>
          </p:nvSpPr>
          <p:spPr>
            <a:xfrm rot="0">
              <a:off x="3225" y="1075"/>
              <a:ext cx="6" cy="7"/>
            </a:xfrm>
            <a:custGeom>
              <a:avLst/>
              <a:ahLst/>
              <a:rect l="0" t="0" r="r" b="b"/>
              <a:pathLst>
                <a:path w="18" h="22">
                  <a:moveTo>
                    <a:pt x="18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65" name=""/>
            <p:cNvSpPr/>
            <p:nvPr/>
          </p:nvSpPr>
          <p:spPr>
            <a:xfrm rot="0" flipH="1">
              <a:off x="3225" y="10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66" name=""/>
            <p:cNvSpPr/>
            <p:nvPr/>
          </p:nvSpPr>
          <p:spPr>
            <a:xfrm rot="0">
              <a:off x="3204" y="1075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99" y="41"/>
                  </a:moveTo>
                  <a:lnTo>
                    <a:pt x="81" y="21"/>
                  </a:lnTo>
                  <a:lnTo>
                    <a:pt x="63" y="0"/>
                  </a:lnTo>
                  <a:lnTo>
                    <a:pt x="0" y="57"/>
                  </a:lnTo>
                  <a:lnTo>
                    <a:pt x="18" y="77"/>
                  </a:lnTo>
                  <a:lnTo>
                    <a:pt x="36" y="97"/>
                  </a:lnTo>
                  <a:lnTo>
                    <a:pt x="99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67" name=""/>
            <p:cNvSpPr/>
            <p:nvPr/>
          </p:nvSpPr>
          <p:spPr>
            <a:xfrm rot="0">
              <a:off x="3204" y="1075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99" y="41"/>
                  </a:moveTo>
                  <a:lnTo>
                    <a:pt x="81" y="21"/>
                  </a:lnTo>
                  <a:lnTo>
                    <a:pt x="63" y="0"/>
                  </a:lnTo>
                  <a:lnTo>
                    <a:pt x="0" y="57"/>
                  </a:lnTo>
                  <a:lnTo>
                    <a:pt x="18" y="77"/>
                  </a:lnTo>
                  <a:lnTo>
                    <a:pt x="36" y="97"/>
                  </a:lnTo>
                  <a:lnTo>
                    <a:pt x="99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68" name=""/>
            <p:cNvSpPr/>
            <p:nvPr/>
          </p:nvSpPr>
          <p:spPr>
            <a:xfrm rot="0">
              <a:off x="3204" y="1094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19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69" name=""/>
            <p:cNvSpPr/>
            <p:nvPr/>
          </p:nvSpPr>
          <p:spPr>
            <a:xfrm rot="0" flipH="1">
              <a:off x="3204" y="10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70" name=""/>
            <p:cNvSpPr/>
            <p:nvPr/>
          </p:nvSpPr>
          <p:spPr>
            <a:xfrm rot="0">
              <a:off x="3184" y="1094"/>
              <a:ext cx="33" cy="33"/>
            </a:xfrm>
            <a:custGeom>
              <a:avLst/>
              <a:ahLst/>
              <a:rect l="0" t="0" r="r" b="b"/>
              <a:pathLst>
                <a:path w="98" h="98">
                  <a:moveTo>
                    <a:pt x="98" y="38"/>
                  </a:moveTo>
                  <a:lnTo>
                    <a:pt x="79" y="19"/>
                  </a:lnTo>
                  <a:lnTo>
                    <a:pt x="60" y="0"/>
                  </a:lnTo>
                  <a:lnTo>
                    <a:pt x="0" y="60"/>
                  </a:lnTo>
                  <a:lnTo>
                    <a:pt x="19" y="79"/>
                  </a:lnTo>
                  <a:lnTo>
                    <a:pt x="39" y="98"/>
                  </a:lnTo>
                  <a:lnTo>
                    <a:pt x="98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71" name=""/>
            <p:cNvSpPr/>
            <p:nvPr/>
          </p:nvSpPr>
          <p:spPr>
            <a:xfrm rot="0">
              <a:off x="3184" y="1094"/>
              <a:ext cx="33" cy="33"/>
            </a:xfrm>
            <a:custGeom>
              <a:avLst/>
              <a:ahLst/>
              <a:rect l="0" t="0" r="r" b="b"/>
              <a:pathLst>
                <a:path w="98" h="98">
                  <a:moveTo>
                    <a:pt x="98" y="38"/>
                  </a:moveTo>
                  <a:lnTo>
                    <a:pt x="79" y="19"/>
                  </a:lnTo>
                  <a:lnTo>
                    <a:pt x="60" y="0"/>
                  </a:lnTo>
                  <a:lnTo>
                    <a:pt x="0" y="60"/>
                  </a:lnTo>
                  <a:lnTo>
                    <a:pt x="19" y="79"/>
                  </a:lnTo>
                  <a:lnTo>
                    <a:pt x="39" y="98"/>
                  </a:lnTo>
                  <a:lnTo>
                    <a:pt x="98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72" name=""/>
            <p:cNvSpPr/>
            <p:nvPr/>
          </p:nvSpPr>
          <p:spPr>
            <a:xfrm rot="0">
              <a:off x="3184" y="1114"/>
              <a:ext cx="6" cy="7"/>
            </a:xfrm>
            <a:custGeom>
              <a:avLst/>
              <a:ahLst/>
              <a:rect l="0" t="0" r="r" b="b"/>
              <a:pathLst>
                <a:path w="20" h="19">
                  <a:moveTo>
                    <a:pt x="20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73" name=""/>
            <p:cNvSpPr/>
            <p:nvPr/>
          </p:nvSpPr>
          <p:spPr>
            <a:xfrm rot="0" flipH="1">
              <a:off x="3184" y="11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74" name=""/>
            <p:cNvSpPr/>
            <p:nvPr/>
          </p:nvSpPr>
          <p:spPr>
            <a:xfrm rot="0">
              <a:off x="3165" y="1115"/>
              <a:ext cx="32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98" y="36"/>
                  </a:moveTo>
                  <a:lnTo>
                    <a:pt x="77" y="18"/>
                  </a:lnTo>
                  <a:lnTo>
                    <a:pt x="57" y="0"/>
                  </a:lnTo>
                  <a:lnTo>
                    <a:pt x="0" y="62"/>
                  </a:lnTo>
                  <a:lnTo>
                    <a:pt x="21" y="80"/>
                  </a:lnTo>
                  <a:lnTo>
                    <a:pt x="41" y="98"/>
                  </a:lnTo>
                  <a:lnTo>
                    <a:pt x="98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75" name=""/>
            <p:cNvSpPr/>
            <p:nvPr/>
          </p:nvSpPr>
          <p:spPr>
            <a:xfrm rot="0">
              <a:off x="3165" y="1115"/>
              <a:ext cx="32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98" y="36"/>
                  </a:moveTo>
                  <a:lnTo>
                    <a:pt x="77" y="18"/>
                  </a:lnTo>
                  <a:lnTo>
                    <a:pt x="57" y="0"/>
                  </a:lnTo>
                  <a:lnTo>
                    <a:pt x="0" y="62"/>
                  </a:lnTo>
                  <a:lnTo>
                    <a:pt x="21" y="80"/>
                  </a:lnTo>
                  <a:lnTo>
                    <a:pt x="41" y="98"/>
                  </a:lnTo>
                  <a:lnTo>
                    <a:pt x="98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76" name=""/>
            <p:cNvSpPr/>
            <p:nvPr/>
          </p:nvSpPr>
          <p:spPr>
            <a:xfrm rot="0">
              <a:off x="3164" y="1135"/>
              <a:ext cx="8" cy="6"/>
            </a:xfrm>
            <a:custGeom>
              <a:avLst/>
              <a:ahLst/>
              <a:rect l="0" t="0" r="r" b="b"/>
              <a:pathLst>
                <a:path w="22" h="18">
                  <a:moveTo>
                    <a:pt x="22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77" name=""/>
            <p:cNvSpPr/>
            <p:nvPr/>
          </p:nvSpPr>
          <p:spPr>
            <a:xfrm rot="0" flipH="1">
              <a:off x="3164" y="11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78" name=""/>
            <p:cNvSpPr/>
            <p:nvPr/>
          </p:nvSpPr>
          <p:spPr>
            <a:xfrm rot="0">
              <a:off x="3147" y="1136"/>
              <a:ext cx="32" cy="33"/>
            </a:xfrm>
            <a:custGeom>
              <a:avLst/>
              <a:ahLst/>
              <a:rect l="0" t="0" r="r" b="b"/>
              <a:pathLst>
                <a:path w="96" h="99">
                  <a:moveTo>
                    <a:pt x="96" y="34"/>
                  </a:moveTo>
                  <a:lnTo>
                    <a:pt x="75" y="17"/>
                  </a:lnTo>
                  <a:lnTo>
                    <a:pt x="53" y="0"/>
                  </a:lnTo>
                  <a:lnTo>
                    <a:pt x="0" y="65"/>
                  </a:lnTo>
                  <a:lnTo>
                    <a:pt x="21" y="82"/>
                  </a:lnTo>
                  <a:lnTo>
                    <a:pt x="43" y="99"/>
                  </a:lnTo>
                  <a:lnTo>
                    <a:pt x="9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79" name=""/>
            <p:cNvSpPr/>
            <p:nvPr/>
          </p:nvSpPr>
          <p:spPr>
            <a:xfrm rot="0">
              <a:off x="3147" y="1136"/>
              <a:ext cx="32" cy="33"/>
            </a:xfrm>
            <a:custGeom>
              <a:avLst/>
              <a:ahLst/>
              <a:rect l="0" t="0" r="r" b="b"/>
              <a:pathLst>
                <a:path w="96" h="99">
                  <a:moveTo>
                    <a:pt x="96" y="34"/>
                  </a:moveTo>
                  <a:lnTo>
                    <a:pt x="75" y="17"/>
                  </a:lnTo>
                  <a:lnTo>
                    <a:pt x="53" y="0"/>
                  </a:lnTo>
                  <a:lnTo>
                    <a:pt x="0" y="65"/>
                  </a:lnTo>
                  <a:lnTo>
                    <a:pt x="21" y="82"/>
                  </a:lnTo>
                  <a:lnTo>
                    <a:pt x="43" y="99"/>
                  </a:lnTo>
                  <a:lnTo>
                    <a:pt x="9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80" name=""/>
            <p:cNvSpPr/>
            <p:nvPr/>
          </p:nvSpPr>
          <p:spPr>
            <a:xfrm rot="0">
              <a:off x="3146" y="1157"/>
              <a:ext cx="8" cy="6"/>
            </a:xfrm>
            <a:custGeom>
              <a:avLst/>
              <a:ahLst/>
              <a:rect l="0" t="0" r="r" b="b"/>
              <a:pathLst>
                <a:path w="22" h="17">
                  <a:moveTo>
                    <a:pt x="22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81" name=""/>
            <p:cNvSpPr/>
            <p:nvPr/>
          </p:nvSpPr>
          <p:spPr>
            <a:xfrm rot="0" flipH="1">
              <a:off x="3146" y="11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82" name=""/>
            <p:cNvSpPr/>
            <p:nvPr/>
          </p:nvSpPr>
          <p:spPr>
            <a:xfrm rot="0">
              <a:off x="3130" y="1158"/>
              <a:ext cx="31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95" y="32"/>
                  </a:moveTo>
                  <a:lnTo>
                    <a:pt x="72" y="16"/>
                  </a:lnTo>
                  <a:lnTo>
                    <a:pt x="50" y="0"/>
                  </a:lnTo>
                  <a:lnTo>
                    <a:pt x="0" y="68"/>
                  </a:lnTo>
                  <a:lnTo>
                    <a:pt x="22" y="84"/>
                  </a:lnTo>
                  <a:lnTo>
                    <a:pt x="45" y="100"/>
                  </a:lnTo>
                  <a:lnTo>
                    <a:pt x="95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83" name=""/>
            <p:cNvSpPr/>
            <p:nvPr/>
          </p:nvSpPr>
          <p:spPr>
            <a:xfrm rot="0">
              <a:off x="3130" y="1158"/>
              <a:ext cx="31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95" y="32"/>
                  </a:moveTo>
                  <a:lnTo>
                    <a:pt x="72" y="16"/>
                  </a:lnTo>
                  <a:lnTo>
                    <a:pt x="50" y="0"/>
                  </a:lnTo>
                  <a:lnTo>
                    <a:pt x="0" y="68"/>
                  </a:lnTo>
                  <a:lnTo>
                    <a:pt x="22" y="84"/>
                  </a:lnTo>
                  <a:lnTo>
                    <a:pt x="45" y="100"/>
                  </a:lnTo>
                  <a:lnTo>
                    <a:pt x="95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84" name=""/>
            <p:cNvSpPr/>
            <p:nvPr/>
          </p:nvSpPr>
          <p:spPr>
            <a:xfrm rot="0">
              <a:off x="3130" y="1180"/>
              <a:ext cx="7" cy="6"/>
            </a:xfrm>
            <a:custGeom>
              <a:avLst/>
              <a:ahLst/>
              <a:rect l="0" t="0" r="r" b="b"/>
              <a:pathLst>
                <a:path w="22" h="16">
                  <a:moveTo>
                    <a:pt x="22" y="1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85" name=""/>
            <p:cNvSpPr/>
            <p:nvPr/>
          </p:nvSpPr>
          <p:spPr>
            <a:xfrm rot="0">
              <a:off x="3130" y="11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86" name=""/>
            <p:cNvSpPr/>
            <p:nvPr/>
          </p:nvSpPr>
          <p:spPr>
            <a:xfrm rot="0">
              <a:off x="3114" y="1181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92" y="29"/>
                  </a:moveTo>
                  <a:lnTo>
                    <a:pt x="69" y="14"/>
                  </a:lnTo>
                  <a:lnTo>
                    <a:pt x="47" y="0"/>
                  </a:lnTo>
                  <a:lnTo>
                    <a:pt x="0" y="69"/>
                  </a:lnTo>
                  <a:lnTo>
                    <a:pt x="22" y="84"/>
                  </a:lnTo>
                  <a:lnTo>
                    <a:pt x="45" y="99"/>
                  </a:lnTo>
                  <a:lnTo>
                    <a:pt x="9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87" name=""/>
            <p:cNvSpPr/>
            <p:nvPr/>
          </p:nvSpPr>
          <p:spPr>
            <a:xfrm rot="0">
              <a:off x="3114" y="1181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92" y="29"/>
                  </a:moveTo>
                  <a:lnTo>
                    <a:pt x="69" y="14"/>
                  </a:lnTo>
                  <a:lnTo>
                    <a:pt x="47" y="0"/>
                  </a:lnTo>
                  <a:lnTo>
                    <a:pt x="0" y="69"/>
                  </a:lnTo>
                  <a:lnTo>
                    <a:pt x="22" y="84"/>
                  </a:lnTo>
                  <a:lnTo>
                    <a:pt x="45" y="99"/>
                  </a:lnTo>
                  <a:lnTo>
                    <a:pt x="9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88" name=""/>
            <p:cNvSpPr/>
            <p:nvPr/>
          </p:nvSpPr>
          <p:spPr>
            <a:xfrm rot="0">
              <a:off x="3114" y="1204"/>
              <a:ext cx="7" cy="5"/>
            </a:xfrm>
            <a:custGeom>
              <a:avLst/>
              <a:ahLst/>
              <a:rect l="0" t="0" r="r" b="b"/>
              <a:pathLst>
                <a:path w="23" h="15">
                  <a:moveTo>
                    <a:pt x="23" y="1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89" name=""/>
            <p:cNvSpPr/>
            <p:nvPr/>
          </p:nvSpPr>
          <p:spPr>
            <a:xfrm rot="0" flipH="1">
              <a:off x="3114" y="12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90" name=""/>
            <p:cNvSpPr/>
            <p:nvPr/>
          </p:nvSpPr>
          <p:spPr>
            <a:xfrm rot="0">
              <a:off x="3099" y="1204"/>
              <a:ext cx="30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91" y="28"/>
                  </a:moveTo>
                  <a:lnTo>
                    <a:pt x="67" y="14"/>
                  </a:lnTo>
                  <a:lnTo>
                    <a:pt x="44" y="0"/>
                  </a:lnTo>
                  <a:lnTo>
                    <a:pt x="0" y="72"/>
                  </a:lnTo>
                  <a:lnTo>
                    <a:pt x="23" y="85"/>
                  </a:lnTo>
                  <a:lnTo>
                    <a:pt x="47" y="99"/>
                  </a:lnTo>
                  <a:lnTo>
                    <a:pt x="9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91" name=""/>
            <p:cNvSpPr/>
            <p:nvPr/>
          </p:nvSpPr>
          <p:spPr>
            <a:xfrm rot="0">
              <a:off x="3099" y="1204"/>
              <a:ext cx="30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91" y="28"/>
                  </a:moveTo>
                  <a:lnTo>
                    <a:pt x="67" y="14"/>
                  </a:lnTo>
                  <a:lnTo>
                    <a:pt x="44" y="0"/>
                  </a:lnTo>
                  <a:lnTo>
                    <a:pt x="0" y="72"/>
                  </a:lnTo>
                  <a:lnTo>
                    <a:pt x="23" y="85"/>
                  </a:lnTo>
                  <a:lnTo>
                    <a:pt x="47" y="99"/>
                  </a:lnTo>
                  <a:lnTo>
                    <a:pt x="91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92" name=""/>
            <p:cNvSpPr/>
            <p:nvPr/>
          </p:nvSpPr>
          <p:spPr>
            <a:xfrm rot="0">
              <a:off x="3099" y="1228"/>
              <a:ext cx="8" cy="5"/>
            </a:xfrm>
            <a:custGeom>
              <a:avLst/>
              <a:ahLst/>
              <a:rect l="0" t="0" r="r" b="b"/>
              <a:pathLst>
                <a:path w="23" h="13">
                  <a:moveTo>
                    <a:pt x="23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3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93" name=""/>
            <p:cNvSpPr/>
            <p:nvPr/>
          </p:nvSpPr>
          <p:spPr>
            <a:xfrm rot="0">
              <a:off x="3099" y="1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94" name=""/>
            <p:cNvSpPr/>
            <p:nvPr/>
          </p:nvSpPr>
          <p:spPr>
            <a:xfrm rot="0">
              <a:off x="3085" y="1229"/>
              <a:ext cx="30" cy="33"/>
            </a:xfrm>
            <a:custGeom>
              <a:avLst/>
              <a:ahLst/>
              <a:rect l="0" t="0" r="r" b="b"/>
              <a:pathLst>
                <a:path w="88" h="100">
                  <a:moveTo>
                    <a:pt x="88" y="25"/>
                  </a:moveTo>
                  <a:lnTo>
                    <a:pt x="64" y="12"/>
                  </a:lnTo>
                  <a:lnTo>
                    <a:pt x="41" y="0"/>
                  </a:lnTo>
                  <a:lnTo>
                    <a:pt x="0" y="74"/>
                  </a:lnTo>
                  <a:lnTo>
                    <a:pt x="24" y="87"/>
                  </a:lnTo>
                  <a:lnTo>
                    <a:pt x="47" y="100"/>
                  </a:lnTo>
                  <a:lnTo>
                    <a:pt x="8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95" name=""/>
            <p:cNvSpPr/>
            <p:nvPr/>
          </p:nvSpPr>
          <p:spPr>
            <a:xfrm rot="0">
              <a:off x="3085" y="1229"/>
              <a:ext cx="30" cy="33"/>
            </a:xfrm>
            <a:custGeom>
              <a:avLst/>
              <a:ahLst/>
              <a:rect l="0" t="0" r="r" b="b"/>
              <a:pathLst>
                <a:path w="88" h="100">
                  <a:moveTo>
                    <a:pt x="88" y="25"/>
                  </a:moveTo>
                  <a:lnTo>
                    <a:pt x="64" y="12"/>
                  </a:lnTo>
                  <a:lnTo>
                    <a:pt x="41" y="0"/>
                  </a:lnTo>
                  <a:lnTo>
                    <a:pt x="0" y="74"/>
                  </a:lnTo>
                  <a:lnTo>
                    <a:pt x="24" y="87"/>
                  </a:lnTo>
                  <a:lnTo>
                    <a:pt x="47" y="100"/>
                  </a:lnTo>
                  <a:lnTo>
                    <a:pt x="88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96" name=""/>
            <p:cNvSpPr/>
            <p:nvPr/>
          </p:nvSpPr>
          <p:spPr>
            <a:xfrm rot="0">
              <a:off x="3085" y="1253"/>
              <a:ext cx="8" cy="5"/>
            </a:xfrm>
            <a:custGeom>
              <a:avLst/>
              <a:ahLst/>
              <a:rect l="0" t="0" r="r" b="b"/>
              <a:pathLst>
                <a:path w="25" h="13">
                  <a:moveTo>
                    <a:pt x="25" y="1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97" name=""/>
            <p:cNvSpPr/>
            <p:nvPr/>
          </p:nvSpPr>
          <p:spPr>
            <a:xfrm rot="0" flipH="1">
              <a:off x="3085" y="12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298" name=""/>
            <p:cNvSpPr/>
            <p:nvPr/>
          </p:nvSpPr>
          <p:spPr>
            <a:xfrm rot="0">
              <a:off x="3073" y="1254"/>
              <a:ext cx="28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86" y="23"/>
                  </a:moveTo>
                  <a:lnTo>
                    <a:pt x="62" y="11"/>
                  </a:lnTo>
                  <a:lnTo>
                    <a:pt x="37" y="0"/>
                  </a:lnTo>
                  <a:lnTo>
                    <a:pt x="0" y="75"/>
                  </a:lnTo>
                  <a:lnTo>
                    <a:pt x="24" y="87"/>
                  </a:lnTo>
                  <a:lnTo>
                    <a:pt x="49" y="99"/>
                  </a:lnTo>
                  <a:lnTo>
                    <a:pt x="8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299" name=""/>
            <p:cNvSpPr/>
            <p:nvPr/>
          </p:nvSpPr>
          <p:spPr>
            <a:xfrm rot="0">
              <a:off x="3073" y="1254"/>
              <a:ext cx="28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86" y="23"/>
                  </a:moveTo>
                  <a:lnTo>
                    <a:pt x="62" y="11"/>
                  </a:lnTo>
                  <a:lnTo>
                    <a:pt x="37" y="0"/>
                  </a:lnTo>
                  <a:lnTo>
                    <a:pt x="0" y="75"/>
                  </a:lnTo>
                  <a:lnTo>
                    <a:pt x="24" y="87"/>
                  </a:lnTo>
                  <a:lnTo>
                    <a:pt x="49" y="99"/>
                  </a:lnTo>
                  <a:lnTo>
                    <a:pt x="86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00" name=""/>
            <p:cNvSpPr/>
            <p:nvPr/>
          </p:nvSpPr>
          <p:spPr>
            <a:xfrm rot="0">
              <a:off x="3073" y="1279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01" name=""/>
            <p:cNvSpPr/>
            <p:nvPr/>
          </p:nvSpPr>
          <p:spPr>
            <a:xfrm rot="0">
              <a:off x="3073" y="12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02" name=""/>
            <p:cNvSpPr/>
            <p:nvPr/>
          </p:nvSpPr>
          <p:spPr>
            <a:xfrm rot="0">
              <a:off x="3062" y="1279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82" y="22"/>
                  </a:moveTo>
                  <a:lnTo>
                    <a:pt x="57" y="11"/>
                  </a:lnTo>
                  <a:lnTo>
                    <a:pt x="33" y="0"/>
                  </a:lnTo>
                  <a:lnTo>
                    <a:pt x="0" y="77"/>
                  </a:lnTo>
                  <a:lnTo>
                    <a:pt x="24" y="88"/>
                  </a:lnTo>
                  <a:lnTo>
                    <a:pt x="49" y="99"/>
                  </a:lnTo>
                  <a:lnTo>
                    <a:pt x="8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03" name=""/>
            <p:cNvSpPr/>
            <p:nvPr/>
          </p:nvSpPr>
          <p:spPr>
            <a:xfrm rot="0">
              <a:off x="3062" y="1279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82" y="22"/>
                  </a:moveTo>
                  <a:lnTo>
                    <a:pt x="57" y="11"/>
                  </a:lnTo>
                  <a:lnTo>
                    <a:pt x="33" y="0"/>
                  </a:lnTo>
                  <a:lnTo>
                    <a:pt x="0" y="77"/>
                  </a:lnTo>
                  <a:lnTo>
                    <a:pt x="24" y="88"/>
                  </a:lnTo>
                  <a:lnTo>
                    <a:pt x="49" y="99"/>
                  </a:lnTo>
                  <a:lnTo>
                    <a:pt x="82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04" name=""/>
            <p:cNvSpPr/>
            <p:nvPr/>
          </p:nvSpPr>
          <p:spPr>
            <a:xfrm rot="0">
              <a:off x="3061" y="1305"/>
              <a:ext cx="9" cy="4"/>
            </a:xfrm>
            <a:custGeom>
              <a:avLst/>
              <a:ahLst/>
              <a:rect l="0" t="0" r="r" b="b"/>
              <a:pathLst>
                <a:path w="25" h="11">
                  <a:moveTo>
                    <a:pt x="25" y="1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05" name=""/>
            <p:cNvSpPr/>
            <p:nvPr/>
          </p:nvSpPr>
          <p:spPr>
            <a:xfrm rot="0" flipH="1">
              <a:off x="3061" y="1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06" name=""/>
            <p:cNvSpPr/>
            <p:nvPr/>
          </p:nvSpPr>
          <p:spPr>
            <a:xfrm rot="0">
              <a:off x="3052" y="1305"/>
              <a:ext cx="26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80" y="20"/>
                  </a:moveTo>
                  <a:lnTo>
                    <a:pt x="54" y="10"/>
                  </a:lnTo>
                  <a:lnTo>
                    <a:pt x="29" y="0"/>
                  </a:lnTo>
                  <a:lnTo>
                    <a:pt x="0" y="79"/>
                  </a:lnTo>
                  <a:lnTo>
                    <a:pt x="25" y="89"/>
                  </a:lnTo>
                  <a:lnTo>
                    <a:pt x="51" y="99"/>
                  </a:lnTo>
                  <a:lnTo>
                    <a:pt x="8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07" name=""/>
            <p:cNvSpPr/>
            <p:nvPr/>
          </p:nvSpPr>
          <p:spPr>
            <a:xfrm rot="0">
              <a:off x="3052" y="1305"/>
              <a:ext cx="26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80" y="20"/>
                  </a:moveTo>
                  <a:lnTo>
                    <a:pt x="54" y="10"/>
                  </a:lnTo>
                  <a:lnTo>
                    <a:pt x="29" y="0"/>
                  </a:lnTo>
                  <a:lnTo>
                    <a:pt x="0" y="79"/>
                  </a:lnTo>
                  <a:lnTo>
                    <a:pt x="25" y="89"/>
                  </a:lnTo>
                  <a:lnTo>
                    <a:pt x="51" y="99"/>
                  </a:lnTo>
                  <a:lnTo>
                    <a:pt x="8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08" name=""/>
            <p:cNvSpPr/>
            <p:nvPr/>
          </p:nvSpPr>
          <p:spPr>
            <a:xfrm rot="0">
              <a:off x="3052" y="1332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25" y="1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09" name=""/>
            <p:cNvSpPr/>
            <p:nvPr/>
          </p:nvSpPr>
          <p:spPr>
            <a:xfrm rot="0">
              <a:off x="3052" y="1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10" name=""/>
            <p:cNvSpPr/>
            <p:nvPr/>
          </p:nvSpPr>
          <p:spPr>
            <a:xfrm rot="0">
              <a:off x="3043" y="1332"/>
              <a:ext cx="26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77" y="17"/>
                  </a:moveTo>
                  <a:lnTo>
                    <a:pt x="51" y="8"/>
                  </a:lnTo>
                  <a:lnTo>
                    <a:pt x="26" y="0"/>
                  </a:lnTo>
                  <a:lnTo>
                    <a:pt x="0" y="81"/>
                  </a:lnTo>
                  <a:lnTo>
                    <a:pt x="26" y="89"/>
                  </a:lnTo>
                  <a:lnTo>
                    <a:pt x="51" y="98"/>
                  </a:lnTo>
                  <a:lnTo>
                    <a:pt x="7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11" name=""/>
            <p:cNvSpPr/>
            <p:nvPr/>
          </p:nvSpPr>
          <p:spPr>
            <a:xfrm rot="0">
              <a:off x="3043" y="1332"/>
              <a:ext cx="26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77" y="17"/>
                  </a:moveTo>
                  <a:lnTo>
                    <a:pt x="51" y="8"/>
                  </a:lnTo>
                  <a:lnTo>
                    <a:pt x="26" y="0"/>
                  </a:lnTo>
                  <a:lnTo>
                    <a:pt x="0" y="81"/>
                  </a:lnTo>
                  <a:lnTo>
                    <a:pt x="26" y="89"/>
                  </a:lnTo>
                  <a:lnTo>
                    <a:pt x="51" y="98"/>
                  </a:lnTo>
                  <a:lnTo>
                    <a:pt x="77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12" name=""/>
            <p:cNvSpPr/>
            <p:nvPr/>
          </p:nvSpPr>
          <p:spPr>
            <a:xfrm rot="0">
              <a:off x="3043" y="1359"/>
              <a:ext cx="9" cy="3"/>
            </a:xfrm>
            <a:custGeom>
              <a:avLst/>
              <a:ahLst/>
              <a:rect l="0" t="0" r="r" b="b"/>
              <a:pathLst>
                <a:path w="27" h="8">
                  <a:moveTo>
                    <a:pt x="27" y="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13" name=""/>
            <p:cNvSpPr/>
            <p:nvPr/>
          </p:nvSpPr>
          <p:spPr>
            <a:xfrm rot="0" flipH="1">
              <a:off x="3043" y="13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14" name=""/>
            <p:cNvSpPr/>
            <p:nvPr/>
          </p:nvSpPr>
          <p:spPr>
            <a:xfrm rot="0">
              <a:off x="3035" y="1360"/>
              <a:ext cx="25" cy="32"/>
            </a:xfrm>
            <a:custGeom>
              <a:avLst/>
              <a:ahLst/>
              <a:rect l="0" t="0" r="r" b="b"/>
              <a:pathLst>
                <a:path w="75" h="96">
                  <a:moveTo>
                    <a:pt x="75" y="15"/>
                  </a:moveTo>
                  <a:lnTo>
                    <a:pt x="49" y="7"/>
                  </a:lnTo>
                  <a:lnTo>
                    <a:pt x="22" y="0"/>
                  </a:lnTo>
                  <a:lnTo>
                    <a:pt x="0" y="81"/>
                  </a:lnTo>
                  <a:lnTo>
                    <a:pt x="26" y="88"/>
                  </a:lnTo>
                  <a:lnTo>
                    <a:pt x="53" y="96"/>
                  </a:lnTo>
                  <a:lnTo>
                    <a:pt x="75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15" name=""/>
            <p:cNvSpPr/>
            <p:nvPr/>
          </p:nvSpPr>
          <p:spPr>
            <a:xfrm rot="0">
              <a:off x="3035" y="1360"/>
              <a:ext cx="25" cy="32"/>
            </a:xfrm>
            <a:custGeom>
              <a:avLst/>
              <a:ahLst/>
              <a:rect l="0" t="0" r="r" b="b"/>
              <a:pathLst>
                <a:path w="75" h="96">
                  <a:moveTo>
                    <a:pt x="75" y="15"/>
                  </a:moveTo>
                  <a:lnTo>
                    <a:pt x="49" y="7"/>
                  </a:lnTo>
                  <a:lnTo>
                    <a:pt x="22" y="0"/>
                  </a:lnTo>
                  <a:lnTo>
                    <a:pt x="0" y="81"/>
                  </a:lnTo>
                  <a:lnTo>
                    <a:pt x="26" y="88"/>
                  </a:lnTo>
                  <a:lnTo>
                    <a:pt x="53" y="96"/>
                  </a:lnTo>
                  <a:lnTo>
                    <a:pt x="75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16" name=""/>
            <p:cNvSpPr/>
            <p:nvPr/>
          </p:nvSpPr>
          <p:spPr>
            <a:xfrm rot="0">
              <a:off x="3035" y="1387"/>
              <a:ext cx="9" cy="2"/>
            </a:xfrm>
            <a:custGeom>
              <a:avLst/>
              <a:ahLst/>
              <a:rect l="0" t="0" r="r" b="b"/>
              <a:pathLst>
                <a:path w="26" h="7">
                  <a:moveTo>
                    <a:pt x="26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17" name=""/>
            <p:cNvSpPr/>
            <p:nvPr/>
          </p:nvSpPr>
          <p:spPr>
            <a:xfrm rot="0">
              <a:off x="3035" y="13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18" name=""/>
            <p:cNvSpPr/>
            <p:nvPr/>
          </p:nvSpPr>
          <p:spPr>
            <a:xfrm rot="0">
              <a:off x="3029" y="1387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71" y="11"/>
                  </a:moveTo>
                  <a:lnTo>
                    <a:pt x="44" y="5"/>
                  </a:lnTo>
                  <a:lnTo>
                    <a:pt x="18" y="0"/>
                  </a:lnTo>
                  <a:lnTo>
                    <a:pt x="0" y="82"/>
                  </a:lnTo>
                  <a:lnTo>
                    <a:pt x="27" y="88"/>
                  </a:lnTo>
                  <a:lnTo>
                    <a:pt x="54" y="93"/>
                  </a:lnTo>
                  <a:lnTo>
                    <a:pt x="7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19" name=""/>
            <p:cNvSpPr/>
            <p:nvPr/>
          </p:nvSpPr>
          <p:spPr>
            <a:xfrm rot="0">
              <a:off x="3029" y="1387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71" y="11"/>
                  </a:moveTo>
                  <a:lnTo>
                    <a:pt x="44" y="5"/>
                  </a:lnTo>
                  <a:lnTo>
                    <a:pt x="18" y="0"/>
                  </a:lnTo>
                  <a:lnTo>
                    <a:pt x="0" y="82"/>
                  </a:lnTo>
                  <a:lnTo>
                    <a:pt x="27" y="88"/>
                  </a:lnTo>
                  <a:lnTo>
                    <a:pt x="54" y="93"/>
                  </a:lnTo>
                  <a:lnTo>
                    <a:pt x="71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20" name=""/>
            <p:cNvSpPr/>
            <p:nvPr/>
          </p:nvSpPr>
          <p:spPr>
            <a:xfrm rot="0">
              <a:off x="3029" y="1415"/>
              <a:ext cx="9" cy="2"/>
            </a:xfrm>
            <a:custGeom>
              <a:avLst/>
              <a:ahLst/>
              <a:rect l="0" t="0" r="r" b="b"/>
              <a:pathLst>
                <a:path w="27" h="6">
                  <a:moveTo>
                    <a:pt x="27" y="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21" name=""/>
            <p:cNvSpPr/>
            <p:nvPr/>
          </p:nvSpPr>
          <p:spPr>
            <a:xfrm rot="0">
              <a:off x="3029" y="14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22" name=""/>
            <p:cNvSpPr/>
            <p:nvPr/>
          </p:nvSpPr>
          <p:spPr>
            <a:xfrm rot="0">
              <a:off x="3025" y="1415"/>
              <a:ext cx="22" cy="31"/>
            </a:xfrm>
            <a:custGeom>
              <a:avLst/>
              <a:ahLst/>
              <a:rect l="0" t="0" r="r" b="b"/>
              <a:pathLst>
                <a:path w="68" h="94">
                  <a:moveTo>
                    <a:pt x="68" y="11"/>
                  </a:moveTo>
                  <a:lnTo>
                    <a:pt x="41" y="6"/>
                  </a:lnTo>
                  <a:lnTo>
                    <a:pt x="14" y="0"/>
                  </a:lnTo>
                  <a:lnTo>
                    <a:pt x="0" y="84"/>
                  </a:lnTo>
                  <a:lnTo>
                    <a:pt x="26" y="89"/>
                  </a:lnTo>
                  <a:lnTo>
                    <a:pt x="53" y="94"/>
                  </a:lnTo>
                  <a:lnTo>
                    <a:pt x="6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23" name=""/>
            <p:cNvSpPr/>
            <p:nvPr/>
          </p:nvSpPr>
          <p:spPr>
            <a:xfrm rot="0">
              <a:off x="3025" y="1415"/>
              <a:ext cx="22" cy="31"/>
            </a:xfrm>
            <a:custGeom>
              <a:avLst/>
              <a:ahLst/>
              <a:rect l="0" t="0" r="r" b="b"/>
              <a:pathLst>
                <a:path w="68" h="94">
                  <a:moveTo>
                    <a:pt x="68" y="11"/>
                  </a:moveTo>
                  <a:lnTo>
                    <a:pt x="41" y="6"/>
                  </a:lnTo>
                  <a:lnTo>
                    <a:pt x="14" y="0"/>
                  </a:lnTo>
                  <a:lnTo>
                    <a:pt x="0" y="84"/>
                  </a:lnTo>
                  <a:lnTo>
                    <a:pt x="26" y="89"/>
                  </a:lnTo>
                  <a:lnTo>
                    <a:pt x="53" y="94"/>
                  </a:lnTo>
                  <a:lnTo>
                    <a:pt x="68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24" name=""/>
            <p:cNvSpPr/>
            <p:nvPr/>
          </p:nvSpPr>
          <p:spPr>
            <a:xfrm rot="0">
              <a:off x="3025" y="1443"/>
              <a:ext cx="8" cy="1"/>
            </a:xfrm>
            <a:custGeom>
              <a:avLst/>
              <a:ahLst/>
              <a:rect l="0" t="0" r="r" b="b"/>
              <a:pathLst>
                <a:path w="26" h="5">
                  <a:moveTo>
                    <a:pt x="26" y="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25" name=""/>
            <p:cNvSpPr/>
            <p:nvPr/>
          </p:nvSpPr>
          <p:spPr>
            <a:xfrm rot="0">
              <a:off x="3025" y="1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26" name=""/>
            <p:cNvSpPr/>
            <p:nvPr/>
          </p:nvSpPr>
          <p:spPr>
            <a:xfrm rot="0">
              <a:off x="3021" y="1443"/>
              <a:ext cx="21" cy="30"/>
            </a:xfrm>
            <a:custGeom>
              <a:avLst/>
              <a:ahLst/>
              <a:rect l="0" t="0" r="r" b="b"/>
              <a:pathLst>
                <a:path w="63" h="90">
                  <a:moveTo>
                    <a:pt x="63" y="6"/>
                  </a:moveTo>
                  <a:lnTo>
                    <a:pt x="36" y="3"/>
                  </a:lnTo>
                  <a:lnTo>
                    <a:pt x="10" y="0"/>
                  </a:lnTo>
                  <a:lnTo>
                    <a:pt x="0" y="83"/>
                  </a:lnTo>
                  <a:lnTo>
                    <a:pt x="27" y="86"/>
                  </a:lnTo>
                  <a:lnTo>
                    <a:pt x="53" y="90"/>
                  </a:lnTo>
                  <a:lnTo>
                    <a:pt x="6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27" name=""/>
            <p:cNvSpPr/>
            <p:nvPr/>
          </p:nvSpPr>
          <p:spPr>
            <a:xfrm rot="0">
              <a:off x="3021" y="1443"/>
              <a:ext cx="21" cy="30"/>
            </a:xfrm>
            <a:custGeom>
              <a:avLst/>
              <a:ahLst/>
              <a:rect l="0" t="0" r="r" b="b"/>
              <a:pathLst>
                <a:path w="63" h="90">
                  <a:moveTo>
                    <a:pt x="63" y="6"/>
                  </a:moveTo>
                  <a:lnTo>
                    <a:pt x="36" y="3"/>
                  </a:lnTo>
                  <a:lnTo>
                    <a:pt x="10" y="0"/>
                  </a:lnTo>
                  <a:lnTo>
                    <a:pt x="0" y="83"/>
                  </a:lnTo>
                  <a:lnTo>
                    <a:pt x="27" y="86"/>
                  </a:lnTo>
                  <a:lnTo>
                    <a:pt x="53" y="90"/>
                  </a:lnTo>
                  <a:lnTo>
                    <a:pt x="63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28" name=""/>
            <p:cNvSpPr/>
            <p:nvPr/>
          </p:nvSpPr>
          <p:spPr>
            <a:xfrm rot="0">
              <a:off x="3021" y="1471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29" name=""/>
            <p:cNvSpPr/>
            <p:nvPr/>
          </p:nvSpPr>
          <p:spPr>
            <a:xfrm rot="0">
              <a:off x="3021" y="14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30" name=""/>
            <p:cNvSpPr/>
            <p:nvPr/>
          </p:nvSpPr>
          <p:spPr>
            <a:xfrm rot="0">
              <a:off x="3019" y="1471"/>
              <a:ext cx="20" cy="30"/>
            </a:xfrm>
            <a:custGeom>
              <a:avLst/>
              <a:ahLst/>
              <a:rect l="0" t="0" r="r" b="b"/>
              <a:pathLst>
                <a:path w="60" h="89">
                  <a:moveTo>
                    <a:pt x="60" y="5"/>
                  </a:moveTo>
                  <a:lnTo>
                    <a:pt x="34" y="2"/>
                  </a:lnTo>
                  <a:lnTo>
                    <a:pt x="7" y="0"/>
                  </a:lnTo>
                  <a:lnTo>
                    <a:pt x="0" y="85"/>
                  </a:lnTo>
                  <a:lnTo>
                    <a:pt x="27" y="87"/>
                  </a:lnTo>
                  <a:lnTo>
                    <a:pt x="54" y="89"/>
                  </a:lnTo>
                  <a:lnTo>
                    <a:pt x="6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31" name=""/>
            <p:cNvSpPr/>
            <p:nvPr/>
          </p:nvSpPr>
          <p:spPr>
            <a:xfrm rot="0">
              <a:off x="3019" y="1471"/>
              <a:ext cx="20" cy="30"/>
            </a:xfrm>
            <a:custGeom>
              <a:avLst/>
              <a:ahLst/>
              <a:rect l="0" t="0" r="r" b="b"/>
              <a:pathLst>
                <a:path w="60" h="89">
                  <a:moveTo>
                    <a:pt x="60" y="5"/>
                  </a:moveTo>
                  <a:lnTo>
                    <a:pt x="34" y="2"/>
                  </a:lnTo>
                  <a:lnTo>
                    <a:pt x="7" y="0"/>
                  </a:lnTo>
                  <a:lnTo>
                    <a:pt x="0" y="85"/>
                  </a:lnTo>
                  <a:lnTo>
                    <a:pt x="27" y="87"/>
                  </a:lnTo>
                  <a:lnTo>
                    <a:pt x="54" y="89"/>
                  </a:lnTo>
                  <a:lnTo>
                    <a:pt x="6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32" name=""/>
            <p:cNvSpPr/>
            <p:nvPr/>
          </p:nvSpPr>
          <p:spPr>
            <a:xfrm rot="0">
              <a:off x="3019" y="1500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27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33" name=""/>
            <p:cNvSpPr/>
            <p:nvPr/>
          </p:nvSpPr>
          <p:spPr>
            <a:xfrm rot="0">
              <a:off x="3019" y="15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34" name=""/>
            <p:cNvSpPr/>
            <p:nvPr/>
          </p:nvSpPr>
          <p:spPr>
            <a:xfrm rot="0">
              <a:off x="3019" y="1500"/>
              <a:ext cx="18" cy="28"/>
            </a:xfrm>
            <a:custGeom>
              <a:avLst/>
              <a:ahLst/>
              <a:rect l="0" t="0" r="r" b="b"/>
              <a:pathLst>
                <a:path w="55" h="84">
                  <a:moveTo>
                    <a:pt x="55" y="0"/>
                  </a:moveTo>
                  <a:lnTo>
                    <a:pt x="28" y="0"/>
                  </a:lnTo>
                  <a:lnTo>
                    <a:pt x="1" y="0"/>
                  </a:lnTo>
                  <a:lnTo>
                    <a:pt x="0" y="84"/>
                  </a:lnTo>
                  <a:lnTo>
                    <a:pt x="27" y="84"/>
                  </a:lnTo>
                  <a:lnTo>
                    <a:pt x="54" y="84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35" name=""/>
            <p:cNvSpPr/>
            <p:nvPr/>
          </p:nvSpPr>
          <p:spPr>
            <a:xfrm rot="0">
              <a:off x="3019" y="1500"/>
              <a:ext cx="18" cy="28"/>
            </a:xfrm>
            <a:custGeom>
              <a:avLst/>
              <a:ahLst/>
              <a:rect l="0" t="0" r="r" b="b"/>
              <a:pathLst>
                <a:path w="55" h="84">
                  <a:moveTo>
                    <a:pt x="55" y="0"/>
                  </a:moveTo>
                  <a:lnTo>
                    <a:pt x="28" y="0"/>
                  </a:lnTo>
                  <a:lnTo>
                    <a:pt x="1" y="0"/>
                  </a:lnTo>
                  <a:lnTo>
                    <a:pt x="0" y="84"/>
                  </a:lnTo>
                  <a:lnTo>
                    <a:pt x="27" y="84"/>
                  </a:lnTo>
                  <a:lnTo>
                    <a:pt x="54" y="84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36" name=""/>
            <p:cNvSpPr/>
            <p:nvPr/>
          </p:nvSpPr>
          <p:spPr>
            <a:xfrm rot="0">
              <a:off x="3019" y="1528"/>
              <a:ext cx="9" cy="1"/>
            </a:xfrm>
            <a:prstGeom prst="rect"/>
            <a:solidFill>
              <a:srgbClr val="000000"/>
            </a:solidFill>
            <a:ln>
              <a:noFill/>
            </a:ln>
          </p:spPr>
        </p:sp>
        <p:sp>
          <p:nvSpPr>
            <p:cNvPr id="1083337" name=""/>
            <p:cNvSpPr/>
            <p:nvPr/>
          </p:nvSpPr>
          <p:spPr>
            <a:xfrm rot="0">
              <a:off x="3019" y="1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38" name=""/>
            <p:cNvSpPr/>
            <p:nvPr/>
          </p:nvSpPr>
          <p:spPr>
            <a:xfrm rot="0">
              <a:off x="3019" y="1528"/>
              <a:ext cx="18" cy="29"/>
            </a:xfrm>
            <a:custGeom>
              <a:avLst/>
              <a:ahLst/>
              <a:rect l="0" t="0" r="r" b="b"/>
              <a:pathLst>
                <a:path w="55" h="8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1" y="85"/>
                  </a:lnTo>
                  <a:lnTo>
                    <a:pt x="28" y="85"/>
                  </a:lnTo>
                  <a:lnTo>
                    <a:pt x="55" y="8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39" name=""/>
            <p:cNvSpPr/>
            <p:nvPr/>
          </p:nvSpPr>
          <p:spPr>
            <a:xfrm rot="0">
              <a:off x="3019" y="1528"/>
              <a:ext cx="18" cy="29"/>
            </a:xfrm>
            <a:custGeom>
              <a:avLst/>
              <a:ahLst/>
              <a:rect l="0" t="0" r="r" b="b"/>
              <a:pathLst>
                <a:path w="55" h="85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1" y="85"/>
                  </a:lnTo>
                  <a:lnTo>
                    <a:pt x="28" y="85"/>
                  </a:lnTo>
                  <a:lnTo>
                    <a:pt x="55" y="8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40" name=""/>
            <p:cNvSpPr/>
            <p:nvPr/>
          </p:nvSpPr>
          <p:spPr>
            <a:xfrm rot="0">
              <a:off x="3019" y="1557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27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41" name=""/>
            <p:cNvSpPr/>
            <p:nvPr/>
          </p:nvSpPr>
          <p:spPr>
            <a:xfrm rot="0">
              <a:off x="3019" y="1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42" name=""/>
            <p:cNvSpPr/>
            <p:nvPr/>
          </p:nvSpPr>
          <p:spPr>
            <a:xfrm rot="0">
              <a:off x="3019" y="1556"/>
              <a:ext cx="20" cy="29"/>
            </a:xfrm>
            <a:custGeom>
              <a:avLst/>
              <a:ahLst/>
              <a:rect l="0" t="0" r="r" b="b"/>
              <a:pathLst>
                <a:path w="60" h="89">
                  <a:moveTo>
                    <a:pt x="54" y="0"/>
                  </a:moveTo>
                  <a:lnTo>
                    <a:pt x="27" y="3"/>
                  </a:lnTo>
                  <a:lnTo>
                    <a:pt x="0" y="5"/>
                  </a:lnTo>
                  <a:lnTo>
                    <a:pt x="7" y="89"/>
                  </a:lnTo>
                  <a:lnTo>
                    <a:pt x="34" y="87"/>
                  </a:lnTo>
                  <a:lnTo>
                    <a:pt x="60" y="85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43" name=""/>
            <p:cNvSpPr/>
            <p:nvPr/>
          </p:nvSpPr>
          <p:spPr>
            <a:xfrm rot="0">
              <a:off x="3019" y="1556"/>
              <a:ext cx="20" cy="29"/>
            </a:xfrm>
            <a:custGeom>
              <a:avLst/>
              <a:ahLst/>
              <a:rect l="0" t="0" r="r" b="b"/>
              <a:pathLst>
                <a:path w="60" h="89">
                  <a:moveTo>
                    <a:pt x="54" y="0"/>
                  </a:moveTo>
                  <a:lnTo>
                    <a:pt x="27" y="3"/>
                  </a:lnTo>
                  <a:lnTo>
                    <a:pt x="0" y="5"/>
                  </a:lnTo>
                  <a:lnTo>
                    <a:pt x="7" y="89"/>
                  </a:lnTo>
                  <a:lnTo>
                    <a:pt x="34" y="87"/>
                  </a:lnTo>
                  <a:lnTo>
                    <a:pt x="60" y="85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44" name=""/>
            <p:cNvSpPr/>
            <p:nvPr/>
          </p:nvSpPr>
          <p:spPr>
            <a:xfrm rot="0">
              <a:off x="3021" y="1585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45" name=""/>
            <p:cNvSpPr/>
            <p:nvPr/>
          </p:nvSpPr>
          <p:spPr>
            <a:xfrm rot="0">
              <a:off x="3021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46" name=""/>
            <p:cNvSpPr/>
            <p:nvPr/>
          </p:nvSpPr>
          <p:spPr>
            <a:xfrm rot="0">
              <a:off x="3021" y="1584"/>
              <a:ext cx="21" cy="30"/>
            </a:xfrm>
            <a:custGeom>
              <a:avLst/>
              <a:ahLst/>
              <a:rect l="0" t="0" r="r" b="b"/>
              <a:pathLst>
                <a:path w="63" h="90">
                  <a:moveTo>
                    <a:pt x="53" y="0"/>
                  </a:moveTo>
                  <a:lnTo>
                    <a:pt x="27" y="3"/>
                  </a:lnTo>
                  <a:lnTo>
                    <a:pt x="0" y="6"/>
                  </a:lnTo>
                  <a:lnTo>
                    <a:pt x="10" y="90"/>
                  </a:lnTo>
                  <a:lnTo>
                    <a:pt x="36" y="86"/>
                  </a:lnTo>
                  <a:lnTo>
                    <a:pt x="63" y="83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47" name=""/>
            <p:cNvSpPr/>
            <p:nvPr/>
          </p:nvSpPr>
          <p:spPr>
            <a:xfrm rot="0">
              <a:off x="3021" y="1584"/>
              <a:ext cx="21" cy="30"/>
            </a:xfrm>
            <a:custGeom>
              <a:avLst/>
              <a:ahLst/>
              <a:rect l="0" t="0" r="r" b="b"/>
              <a:pathLst>
                <a:path w="63" h="90">
                  <a:moveTo>
                    <a:pt x="53" y="0"/>
                  </a:moveTo>
                  <a:lnTo>
                    <a:pt x="27" y="3"/>
                  </a:lnTo>
                  <a:lnTo>
                    <a:pt x="0" y="6"/>
                  </a:lnTo>
                  <a:lnTo>
                    <a:pt x="10" y="90"/>
                  </a:lnTo>
                  <a:lnTo>
                    <a:pt x="36" y="86"/>
                  </a:lnTo>
                  <a:lnTo>
                    <a:pt x="63" y="83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48" name=""/>
            <p:cNvSpPr/>
            <p:nvPr/>
          </p:nvSpPr>
          <p:spPr>
            <a:xfrm rot="0">
              <a:off x="3025" y="1612"/>
              <a:ext cx="8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49" name=""/>
            <p:cNvSpPr/>
            <p:nvPr/>
          </p:nvSpPr>
          <p:spPr>
            <a:xfrm rot="0">
              <a:off x="3025" y="1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50" name=""/>
            <p:cNvSpPr/>
            <p:nvPr/>
          </p:nvSpPr>
          <p:spPr>
            <a:xfrm rot="0">
              <a:off x="3025" y="1611"/>
              <a:ext cx="22" cy="31"/>
            </a:xfrm>
            <a:custGeom>
              <a:avLst/>
              <a:ahLst/>
              <a:rect l="0" t="0" r="r" b="b"/>
              <a:pathLst>
                <a:path w="68" h="94">
                  <a:moveTo>
                    <a:pt x="53" y="0"/>
                  </a:moveTo>
                  <a:lnTo>
                    <a:pt x="26" y="5"/>
                  </a:lnTo>
                  <a:lnTo>
                    <a:pt x="0" y="11"/>
                  </a:lnTo>
                  <a:lnTo>
                    <a:pt x="14" y="94"/>
                  </a:lnTo>
                  <a:lnTo>
                    <a:pt x="41" y="89"/>
                  </a:lnTo>
                  <a:lnTo>
                    <a:pt x="68" y="83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51" name=""/>
            <p:cNvSpPr/>
            <p:nvPr/>
          </p:nvSpPr>
          <p:spPr>
            <a:xfrm rot="0">
              <a:off x="3025" y="1611"/>
              <a:ext cx="22" cy="31"/>
            </a:xfrm>
            <a:custGeom>
              <a:avLst/>
              <a:ahLst/>
              <a:rect l="0" t="0" r="r" b="b"/>
              <a:pathLst>
                <a:path w="68" h="94">
                  <a:moveTo>
                    <a:pt x="53" y="0"/>
                  </a:moveTo>
                  <a:lnTo>
                    <a:pt x="26" y="5"/>
                  </a:lnTo>
                  <a:lnTo>
                    <a:pt x="0" y="11"/>
                  </a:lnTo>
                  <a:lnTo>
                    <a:pt x="14" y="94"/>
                  </a:lnTo>
                  <a:lnTo>
                    <a:pt x="41" y="89"/>
                  </a:lnTo>
                  <a:lnTo>
                    <a:pt x="68" y="83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52" name=""/>
            <p:cNvSpPr/>
            <p:nvPr/>
          </p:nvSpPr>
          <p:spPr>
            <a:xfrm rot="0">
              <a:off x="3029" y="1640"/>
              <a:ext cx="9" cy="2"/>
            </a:xfrm>
            <a:custGeom>
              <a:avLst/>
              <a:ahLst/>
              <a:rect l="0" t="0" r="r" b="b"/>
              <a:pathLst>
                <a:path w="27" h="5">
                  <a:moveTo>
                    <a:pt x="27" y="0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53" name=""/>
            <p:cNvSpPr/>
            <p:nvPr/>
          </p:nvSpPr>
          <p:spPr>
            <a:xfrm rot="0">
              <a:off x="3029" y="16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54" name=""/>
            <p:cNvSpPr/>
            <p:nvPr/>
          </p:nvSpPr>
          <p:spPr>
            <a:xfrm rot="0">
              <a:off x="3029" y="1638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54" y="0"/>
                  </a:moveTo>
                  <a:lnTo>
                    <a:pt x="27" y="6"/>
                  </a:lnTo>
                  <a:lnTo>
                    <a:pt x="0" y="11"/>
                  </a:lnTo>
                  <a:lnTo>
                    <a:pt x="18" y="93"/>
                  </a:lnTo>
                  <a:lnTo>
                    <a:pt x="44" y="88"/>
                  </a:lnTo>
                  <a:lnTo>
                    <a:pt x="71" y="8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55" name=""/>
            <p:cNvSpPr/>
            <p:nvPr/>
          </p:nvSpPr>
          <p:spPr>
            <a:xfrm rot="0">
              <a:off x="3029" y="1638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54" y="0"/>
                  </a:moveTo>
                  <a:lnTo>
                    <a:pt x="27" y="6"/>
                  </a:lnTo>
                  <a:lnTo>
                    <a:pt x="0" y="11"/>
                  </a:lnTo>
                  <a:lnTo>
                    <a:pt x="18" y="93"/>
                  </a:lnTo>
                  <a:lnTo>
                    <a:pt x="44" y="88"/>
                  </a:lnTo>
                  <a:lnTo>
                    <a:pt x="71" y="8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56" name=""/>
            <p:cNvSpPr/>
            <p:nvPr/>
          </p:nvSpPr>
          <p:spPr>
            <a:xfrm rot="0">
              <a:off x="3035" y="1668"/>
              <a:ext cx="9" cy="2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57" name=""/>
            <p:cNvSpPr/>
            <p:nvPr/>
          </p:nvSpPr>
          <p:spPr>
            <a:xfrm rot="0">
              <a:off x="3035" y="1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58" name=""/>
            <p:cNvSpPr/>
            <p:nvPr/>
          </p:nvSpPr>
          <p:spPr>
            <a:xfrm rot="0">
              <a:off x="3035" y="1665"/>
              <a:ext cx="25" cy="32"/>
            </a:xfrm>
            <a:custGeom>
              <a:avLst/>
              <a:ahLst/>
              <a:rect l="0" t="0" r="r" b="b"/>
              <a:pathLst>
                <a:path w="75" h="97">
                  <a:moveTo>
                    <a:pt x="53" y="0"/>
                  </a:moveTo>
                  <a:lnTo>
                    <a:pt x="26" y="8"/>
                  </a:lnTo>
                  <a:lnTo>
                    <a:pt x="0" y="15"/>
                  </a:lnTo>
                  <a:lnTo>
                    <a:pt x="22" y="97"/>
                  </a:lnTo>
                  <a:lnTo>
                    <a:pt x="49" y="89"/>
                  </a:lnTo>
                  <a:lnTo>
                    <a:pt x="75" y="82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59" name=""/>
            <p:cNvSpPr/>
            <p:nvPr/>
          </p:nvSpPr>
          <p:spPr>
            <a:xfrm rot="0">
              <a:off x="3035" y="1665"/>
              <a:ext cx="25" cy="32"/>
            </a:xfrm>
            <a:custGeom>
              <a:avLst/>
              <a:ahLst/>
              <a:rect l="0" t="0" r="r" b="b"/>
              <a:pathLst>
                <a:path w="75" h="97">
                  <a:moveTo>
                    <a:pt x="53" y="0"/>
                  </a:moveTo>
                  <a:lnTo>
                    <a:pt x="26" y="8"/>
                  </a:lnTo>
                  <a:lnTo>
                    <a:pt x="0" y="15"/>
                  </a:lnTo>
                  <a:lnTo>
                    <a:pt x="22" y="97"/>
                  </a:lnTo>
                  <a:lnTo>
                    <a:pt x="49" y="89"/>
                  </a:lnTo>
                  <a:lnTo>
                    <a:pt x="75" y="82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60" name=""/>
            <p:cNvSpPr/>
            <p:nvPr/>
          </p:nvSpPr>
          <p:spPr>
            <a:xfrm rot="0">
              <a:off x="3043" y="1695"/>
              <a:ext cx="9" cy="3"/>
            </a:xfrm>
            <a:custGeom>
              <a:avLst/>
              <a:ahLst/>
              <a:rect l="0" t="0" r="r" b="b"/>
              <a:pathLst>
                <a:path w="27" h="9">
                  <a:moveTo>
                    <a:pt x="27" y="0"/>
                  </a:moveTo>
                  <a:lnTo>
                    <a:pt x="0" y="8"/>
                  </a:lnTo>
                  <a:lnTo>
                    <a:pt x="1" y="9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61" name=""/>
            <p:cNvSpPr/>
            <p:nvPr/>
          </p:nvSpPr>
          <p:spPr>
            <a:xfrm rot="0">
              <a:off x="3043" y="16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62" name=""/>
            <p:cNvSpPr/>
            <p:nvPr/>
          </p:nvSpPr>
          <p:spPr>
            <a:xfrm rot="0">
              <a:off x="3043" y="1692"/>
              <a:ext cx="26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51" y="0"/>
                  </a:moveTo>
                  <a:lnTo>
                    <a:pt x="26" y="8"/>
                  </a:lnTo>
                  <a:lnTo>
                    <a:pt x="0" y="17"/>
                  </a:lnTo>
                  <a:lnTo>
                    <a:pt x="26" y="98"/>
                  </a:lnTo>
                  <a:lnTo>
                    <a:pt x="51" y="89"/>
                  </a:lnTo>
                  <a:lnTo>
                    <a:pt x="77" y="81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63" name=""/>
            <p:cNvSpPr/>
            <p:nvPr/>
          </p:nvSpPr>
          <p:spPr>
            <a:xfrm rot="0">
              <a:off x="3043" y="1692"/>
              <a:ext cx="26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51" y="0"/>
                  </a:moveTo>
                  <a:lnTo>
                    <a:pt x="26" y="8"/>
                  </a:lnTo>
                  <a:lnTo>
                    <a:pt x="0" y="17"/>
                  </a:lnTo>
                  <a:lnTo>
                    <a:pt x="26" y="98"/>
                  </a:lnTo>
                  <a:lnTo>
                    <a:pt x="51" y="89"/>
                  </a:lnTo>
                  <a:lnTo>
                    <a:pt x="77" y="81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64" name=""/>
            <p:cNvSpPr/>
            <p:nvPr/>
          </p:nvSpPr>
          <p:spPr>
            <a:xfrm rot="0">
              <a:off x="3052" y="1722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25" y="0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65" name=""/>
            <p:cNvSpPr/>
            <p:nvPr/>
          </p:nvSpPr>
          <p:spPr>
            <a:xfrm rot="0">
              <a:off x="3052" y="17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66" name=""/>
            <p:cNvSpPr/>
            <p:nvPr/>
          </p:nvSpPr>
          <p:spPr>
            <a:xfrm rot="0">
              <a:off x="3052" y="1719"/>
              <a:ext cx="26" cy="32"/>
            </a:xfrm>
            <a:custGeom>
              <a:avLst/>
              <a:ahLst/>
              <a:rect l="0" t="0" r="r" b="b"/>
              <a:pathLst>
                <a:path w="80" h="97">
                  <a:moveTo>
                    <a:pt x="51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9" y="97"/>
                  </a:lnTo>
                  <a:lnTo>
                    <a:pt x="54" y="87"/>
                  </a:lnTo>
                  <a:lnTo>
                    <a:pt x="80" y="78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67" name=""/>
            <p:cNvSpPr/>
            <p:nvPr/>
          </p:nvSpPr>
          <p:spPr>
            <a:xfrm rot="0">
              <a:off x="3052" y="1719"/>
              <a:ext cx="26" cy="32"/>
            </a:xfrm>
            <a:custGeom>
              <a:avLst/>
              <a:ahLst/>
              <a:rect l="0" t="0" r="r" b="b"/>
              <a:pathLst>
                <a:path w="80" h="97">
                  <a:moveTo>
                    <a:pt x="51" y="0"/>
                  </a:moveTo>
                  <a:lnTo>
                    <a:pt x="25" y="9"/>
                  </a:lnTo>
                  <a:lnTo>
                    <a:pt x="0" y="19"/>
                  </a:lnTo>
                  <a:lnTo>
                    <a:pt x="29" y="97"/>
                  </a:lnTo>
                  <a:lnTo>
                    <a:pt x="54" y="87"/>
                  </a:lnTo>
                  <a:lnTo>
                    <a:pt x="80" y="78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68" name=""/>
            <p:cNvSpPr/>
            <p:nvPr/>
          </p:nvSpPr>
          <p:spPr>
            <a:xfrm rot="0">
              <a:off x="3061" y="1748"/>
              <a:ext cx="9" cy="3"/>
            </a:xfrm>
            <a:custGeom>
              <a:avLst/>
              <a:ahLst/>
              <a:rect l="0" t="0" r="r" b="b"/>
              <a:pathLst>
                <a:path w="25" h="11">
                  <a:moveTo>
                    <a:pt x="25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69" name=""/>
            <p:cNvSpPr/>
            <p:nvPr/>
          </p:nvSpPr>
          <p:spPr>
            <a:xfrm rot="0">
              <a:off x="3061" y="1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70" name=""/>
            <p:cNvSpPr/>
            <p:nvPr/>
          </p:nvSpPr>
          <p:spPr>
            <a:xfrm rot="0">
              <a:off x="3062" y="1744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49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33" y="99"/>
                  </a:lnTo>
                  <a:lnTo>
                    <a:pt x="57" y="88"/>
                  </a:lnTo>
                  <a:lnTo>
                    <a:pt x="82" y="78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71" name=""/>
            <p:cNvSpPr/>
            <p:nvPr/>
          </p:nvSpPr>
          <p:spPr>
            <a:xfrm rot="0">
              <a:off x="3062" y="1744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49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33" y="99"/>
                  </a:lnTo>
                  <a:lnTo>
                    <a:pt x="57" y="88"/>
                  </a:lnTo>
                  <a:lnTo>
                    <a:pt x="82" y="78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72" name=""/>
            <p:cNvSpPr/>
            <p:nvPr/>
          </p:nvSpPr>
          <p:spPr>
            <a:xfrm rot="0">
              <a:off x="3073" y="1774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73" name=""/>
            <p:cNvSpPr/>
            <p:nvPr/>
          </p:nvSpPr>
          <p:spPr>
            <a:xfrm rot="0">
              <a:off x="3073" y="17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74" name=""/>
            <p:cNvSpPr/>
            <p:nvPr/>
          </p:nvSpPr>
          <p:spPr>
            <a:xfrm rot="0">
              <a:off x="3073" y="1770"/>
              <a:ext cx="28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49" y="0"/>
                  </a:moveTo>
                  <a:lnTo>
                    <a:pt x="24" y="11"/>
                  </a:lnTo>
                  <a:lnTo>
                    <a:pt x="0" y="23"/>
                  </a:lnTo>
                  <a:lnTo>
                    <a:pt x="37" y="99"/>
                  </a:lnTo>
                  <a:lnTo>
                    <a:pt x="62" y="87"/>
                  </a:lnTo>
                  <a:lnTo>
                    <a:pt x="86" y="75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75" name=""/>
            <p:cNvSpPr/>
            <p:nvPr/>
          </p:nvSpPr>
          <p:spPr>
            <a:xfrm rot="0">
              <a:off x="3073" y="1770"/>
              <a:ext cx="28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49" y="0"/>
                  </a:moveTo>
                  <a:lnTo>
                    <a:pt x="24" y="11"/>
                  </a:lnTo>
                  <a:lnTo>
                    <a:pt x="0" y="23"/>
                  </a:lnTo>
                  <a:lnTo>
                    <a:pt x="37" y="99"/>
                  </a:lnTo>
                  <a:lnTo>
                    <a:pt x="62" y="87"/>
                  </a:lnTo>
                  <a:lnTo>
                    <a:pt x="86" y="75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76" name=""/>
            <p:cNvSpPr/>
            <p:nvPr/>
          </p:nvSpPr>
          <p:spPr>
            <a:xfrm rot="0">
              <a:off x="3085" y="1799"/>
              <a:ext cx="8" cy="4"/>
            </a:xfrm>
            <a:custGeom>
              <a:avLst/>
              <a:ahLst/>
              <a:rect l="0" t="0" r="r" b="b"/>
              <a:pathLst>
                <a:path w="25" h="13">
                  <a:moveTo>
                    <a:pt x="25" y="0"/>
                  </a:moveTo>
                  <a:lnTo>
                    <a:pt x="0" y="12"/>
                  </a:lnTo>
                  <a:lnTo>
                    <a:pt x="1" y="1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77" name=""/>
            <p:cNvSpPr/>
            <p:nvPr/>
          </p:nvSpPr>
          <p:spPr>
            <a:xfrm rot="0">
              <a:off x="3085" y="1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78" name=""/>
            <p:cNvSpPr/>
            <p:nvPr/>
          </p:nvSpPr>
          <p:spPr>
            <a:xfrm rot="0">
              <a:off x="3085" y="1795"/>
              <a:ext cx="30" cy="33"/>
            </a:xfrm>
            <a:custGeom>
              <a:avLst/>
              <a:ahLst/>
              <a:rect l="0" t="0" r="r" b="b"/>
              <a:pathLst>
                <a:path w="88" h="100">
                  <a:moveTo>
                    <a:pt x="47" y="0"/>
                  </a:moveTo>
                  <a:lnTo>
                    <a:pt x="24" y="13"/>
                  </a:lnTo>
                  <a:lnTo>
                    <a:pt x="0" y="26"/>
                  </a:lnTo>
                  <a:lnTo>
                    <a:pt x="41" y="100"/>
                  </a:lnTo>
                  <a:lnTo>
                    <a:pt x="64" y="87"/>
                  </a:lnTo>
                  <a:lnTo>
                    <a:pt x="88" y="74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79" name=""/>
            <p:cNvSpPr/>
            <p:nvPr/>
          </p:nvSpPr>
          <p:spPr>
            <a:xfrm rot="0">
              <a:off x="3085" y="1795"/>
              <a:ext cx="30" cy="33"/>
            </a:xfrm>
            <a:custGeom>
              <a:avLst/>
              <a:ahLst/>
              <a:rect l="0" t="0" r="r" b="b"/>
              <a:pathLst>
                <a:path w="88" h="100">
                  <a:moveTo>
                    <a:pt x="47" y="0"/>
                  </a:moveTo>
                  <a:lnTo>
                    <a:pt x="24" y="13"/>
                  </a:lnTo>
                  <a:lnTo>
                    <a:pt x="0" y="26"/>
                  </a:lnTo>
                  <a:lnTo>
                    <a:pt x="41" y="100"/>
                  </a:lnTo>
                  <a:lnTo>
                    <a:pt x="64" y="87"/>
                  </a:lnTo>
                  <a:lnTo>
                    <a:pt x="88" y="74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80" name=""/>
            <p:cNvSpPr/>
            <p:nvPr/>
          </p:nvSpPr>
          <p:spPr>
            <a:xfrm rot="0">
              <a:off x="3099" y="1824"/>
              <a:ext cx="8" cy="4"/>
            </a:xfrm>
            <a:custGeom>
              <a:avLst/>
              <a:ahLst/>
              <a:rect l="0" t="0" r="r" b="b"/>
              <a:pathLst>
                <a:path w="23" h="14">
                  <a:moveTo>
                    <a:pt x="23" y="0"/>
                  </a:moveTo>
                  <a:lnTo>
                    <a:pt x="0" y="13"/>
                  </a:lnTo>
                  <a:lnTo>
                    <a:pt x="0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81" name=""/>
            <p:cNvSpPr/>
            <p:nvPr/>
          </p:nvSpPr>
          <p:spPr>
            <a:xfrm rot="0">
              <a:off x="3099" y="1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82" name=""/>
            <p:cNvSpPr/>
            <p:nvPr/>
          </p:nvSpPr>
          <p:spPr>
            <a:xfrm rot="0">
              <a:off x="3099" y="1819"/>
              <a:ext cx="30" cy="33"/>
            </a:xfrm>
            <a:custGeom>
              <a:avLst/>
              <a:ahLst/>
              <a:rect l="0" t="0" r="r" b="b"/>
              <a:pathLst>
                <a:path w="91" h="100">
                  <a:moveTo>
                    <a:pt x="47" y="0"/>
                  </a:moveTo>
                  <a:lnTo>
                    <a:pt x="23" y="14"/>
                  </a:lnTo>
                  <a:lnTo>
                    <a:pt x="0" y="28"/>
                  </a:lnTo>
                  <a:lnTo>
                    <a:pt x="44" y="100"/>
                  </a:lnTo>
                  <a:lnTo>
                    <a:pt x="67" y="86"/>
                  </a:lnTo>
                  <a:lnTo>
                    <a:pt x="91" y="73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83" name=""/>
            <p:cNvSpPr/>
            <p:nvPr/>
          </p:nvSpPr>
          <p:spPr>
            <a:xfrm rot="0">
              <a:off x="3099" y="1819"/>
              <a:ext cx="30" cy="33"/>
            </a:xfrm>
            <a:custGeom>
              <a:avLst/>
              <a:ahLst/>
              <a:rect l="0" t="0" r="r" b="b"/>
              <a:pathLst>
                <a:path w="91" h="100">
                  <a:moveTo>
                    <a:pt x="47" y="0"/>
                  </a:moveTo>
                  <a:lnTo>
                    <a:pt x="23" y="14"/>
                  </a:lnTo>
                  <a:lnTo>
                    <a:pt x="0" y="28"/>
                  </a:lnTo>
                  <a:lnTo>
                    <a:pt x="44" y="100"/>
                  </a:lnTo>
                  <a:lnTo>
                    <a:pt x="67" y="86"/>
                  </a:lnTo>
                  <a:lnTo>
                    <a:pt x="91" y="73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84" name=""/>
            <p:cNvSpPr/>
            <p:nvPr/>
          </p:nvSpPr>
          <p:spPr>
            <a:xfrm rot="0">
              <a:off x="3114" y="1848"/>
              <a:ext cx="7" cy="5"/>
            </a:xfrm>
            <a:custGeom>
              <a:avLst/>
              <a:ahLst/>
              <a:rect l="0" t="0" r="r" b="b"/>
              <a:pathLst>
                <a:path w="23" h="15">
                  <a:moveTo>
                    <a:pt x="23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85" name=""/>
            <p:cNvSpPr/>
            <p:nvPr/>
          </p:nvSpPr>
          <p:spPr>
            <a:xfrm rot="0">
              <a:off x="3114" y="18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86" name=""/>
            <p:cNvSpPr/>
            <p:nvPr/>
          </p:nvSpPr>
          <p:spPr>
            <a:xfrm rot="0">
              <a:off x="3114" y="1843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45" y="0"/>
                  </a:moveTo>
                  <a:lnTo>
                    <a:pt x="22" y="14"/>
                  </a:lnTo>
                  <a:lnTo>
                    <a:pt x="0" y="29"/>
                  </a:lnTo>
                  <a:lnTo>
                    <a:pt x="47" y="99"/>
                  </a:lnTo>
                  <a:lnTo>
                    <a:pt x="69" y="84"/>
                  </a:lnTo>
                  <a:lnTo>
                    <a:pt x="92" y="69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87" name=""/>
            <p:cNvSpPr/>
            <p:nvPr/>
          </p:nvSpPr>
          <p:spPr>
            <a:xfrm rot="0">
              <a:off x="3114" y="1843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45" y="0"/>
                  </a:moveTo>
                  <a:lnTo>
                    <a:pt x="22" y="14"/>
                  </a:lnTo>
                  <a:lnTo>
                    <a:pt x="0" y="29"/>
                  </a:lnTo>
                  <a:lnTo>
                    <a:pt x="47" y="99"/>
                  </a:lnTo>
                  <a:lnTo>
                    <a:pt x="69" y="84"/>
                  </a:lnTo>
                  <a:lnTo>
                    <a:pt x="92" y="69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88" name=""/>
            <p:cNvSpPr/>
            <p:nvPr/>
          </p:nvSpPr>
          <p:spPr>
            <a:xfrm rot="0">
              <a:off x="3130" y="1871"/>
              <a:ext cx="7" cy="5"/>
            </a:xfrm>
            <a:custGeom>
              <a:avLst/>
              <a:ahLst/>
              <a:rect l="0" t="0" r="r" b="b"/>
              <a:pathLst>
                <a:path w="22" h="16">
                  <a:moveTo>
                    <a:pt x="22" y="0"/>
                  </a:moveTo>
                  <a:lnTo>
                    <a:pt x="0" y="15"/>
                  </a:lnTo>
                  <a:lnTo>
                    <a:pt x="1" y="16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89" name=""/>
            <p:cNvSpPr/>
            <p:nvPr/>
          </p:nvSpPr>
          <p:spPr>
            <a:xfrm rot="0">
              <a:off x="3130" y="1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90" name=""/>
            <p:cNvSpPr/>
            <p:nvPr/>
          </p:nvSpPr>
          <p:spPr>
            <a:xfrm rot="0">
              <a:off x="3130" y="1866"/>
              <a:ext cx="31" cy="33"/>
            </a:xfrm>
            <a:custGeom>
              <a:avLst/>
              <a:ahLst/>
              <a:rect l="0" t="0" r="r" b="b"/>
              <a:pathLst>
                <a:path w="93" h="99">
                  <a:moveTo>
                    <a:pt x="42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50" y="99"/>
                  </a:lnTo>
                  <a:lnTo>
                    <a:pt x="71" y="83"/>
                  </a:lnTo>
                  <a:lnTo>
                    <a:pt x="93" y="67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91" name=""/>
            <p:cNvSpPr/>
            <p:nvPr/>
          </p:nvSpPr>
          <p:spPr>
            <a:xfrm rot="0">
              <a:off x="3130" y="1866"/>
              <a:ext cx="31" cy="33"/>
            </a:xfrm>
            <a:custGeom>
              <a:avLst/>
              <a:ahLst/>
              <a:rect l="0" t="0" r="r" b="b"/>
              <a:pathLst>
                <a:path w="93" h="99">
                  <a:moveTo>
                    <a:pt x="42" y="0"/>
                  </a:moveTo>
                  <a:lnTo>
                    <a:pt x="21" y="16"/>
                  </a:lnTo>
                  <a:lnTo>
                    <a:pt x="0" y="32"/>
                  </a:lnTo>
                  <a:lnTo>
                    <a:pt x="50" y="99"/>
                  </a:lnTo>
                  <a:lnTo>
                    <a:pt x="71" y="83"/>
                  </a:lnTo>
                  <a:lnTo>
                    <a:pt x="93" y="67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92" name=""/>
            <p:cNvSpPr/>
            <p:nvPr/>
          </p:nvSpPr>
          <p:spPr>
            <a:xfrm rot="0">
              <a:off x="3147" y="1893"/>
              <a:ext cx="7" cy="6"/>
            </a:xfrm>
            <a:custGeom>
              <a:avLst/>
              <a:ahLst/>
              <a:rect l="0" t="0" r="r" b="b"/>
              <a:pathLst>
                <a:path w="21" h="17">
                  <a:moveTo>
                    <a:pt x="21" y="0"/>
                  </a:moveTo>
                  <a:lnTo>
                    <a:pt x="0" y="16"/>
                  </a:lnTo>
                  <a:lnTo>
                    <a:pt x="0" y="17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93" name=""/>
            <p:cNvSpPr/>
            <p:nvPr/>
          </p:nvSpPr>
          <p:spPr>
            <a:xfrm rot="0">
              <a:off x="3147" y="1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94" name=""/>
            <p:cNvSpPr/>
            <p:nvPr/>
          </p:nvSpPr>
          <p:spPr>
            <a:xfrm rot="0">
              <a:off x="3147" y="1888"/>
              <a:ext cx="32" cy="33"/>
            </a:xfrm>
            <a:custGeom>
              <a:avLst/>
              <a:ahLst/>
              <a:rect l="0" t="0" r="r" b="b"/>
              <a:pathLst>
                <a:path w="96" h="99">
                  <a:moveTo>
                    <a:pt x="43" y="0"/>
                  </a:moveTo>
                  <a:lnTo>
                    <a:pt x="21" y="17"/>
                  </a:lnTo>
                  <a:lnTo>
                    <a:pt x="0" y="34"/>
                  </a:lnTo>
                  <a:lnTo>
                    <a:pt x="53" y="99"/>
                  </a:lnTo>
                  <a:lnTo>
                    <a:pt x="75" y="82"/>
                  </a:lnTo>
                  <a:lnTo>
                    <a:pt x="96" y="65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95" name=""/>
            <p:cNvSpPr/>
            <p:nvPr/>
          </p:nvSpPr>
          <p:spPr>
            <a:xfrm rot="0">
              <a:off x="3147" y="1888"/>
              <a:ext cx="32" cy="33"/>
            </a:xfrm>
            <a:custGeom>
              <a:avLst/>
              <a:ahLst/>
              <a:rect l="0" t="0" r="r" b="b"/>
              <a:pathLst>
                <a:path w="96" h="99">
                  <a:moveTo>
                    <a:pt x="43" y="0"/>
                  </a:moveTo>
                  <a:lnTo>
                    <a:pt x="21" y="17"/>
                  </a:lnTo>
                  <a:lnTo>
                    <a:pt x="0" y="34"/>
                  </a:lnTo>
                  <a:lnTo>
                    <a:pt x="53" y="99"/>
                  </a:lnTo>
                  <a:lnTo>
                    <a:pt x="75" y="82"/>
                  </a:lnTo>
                  <a:lnTo>
                    <a:pt x="96" y="65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96" name=""/>
            <p:cNvSpPr/>
            <p:nvPr/>
          </p:nvSpPr>
          <p:spPr>
            <a:xfrm rot="0">
              <a:off x="3164" y="1915"/>
              <a:ext cx="8" cy="6"/>
            </a:xfrm>
            <a:custGeom>
              <a:avLst/>
              <a:ahLst/>
              <a:rect l="0" t="0" r="r" b="b"/>
              <a:pathLst>
                <a:path w="22" h="19">
                  <a:moveTo>
                    <a:pt x="22" y="0"/>
                  </a:moveTo>
                  <a:lnTo>
                    <a:pt x="0" y="17"/>
                  </a:lnTo>
                  <a:lnTo>
                    <a:pt x="1" y="19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97" name=""/>
            <p:cNvSpPr/>
            <p:nvPr/>
          </p:nvSpPr>
          <p:spPr>
            <a:xfrm rot="0">
              <a:off x="3164" y="1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398" name=""/>
            <p:cNvSpPr/>
            <p:nvPr/>
          </p:nvSpPr>
          <p:spPr>
            <a:xfrm rot="0">
              <a:off x="3165" y="1909"/>
              <a:ext cx="32" cy="33"/>
            </a:xfrm>
            <a:custGeom>
              <a:avLst/>
              <a:ahLst/>
              <a:rect l="0" t="0" r="r" b="b"/>
              <a:pathLst>
                <a:path w="98" h="100">
                  <a:moveTo>
                    <a:pt x="41" y="0"/>
                  </a:moveTo>
                  <a:lnTo>
                    <a:pt x="21" y="18"/>
                  </a:lnTo>
                  <a:lnTo>
                    <a:pt x="0" y="37"/>
                  </a:lnTo>
                  <a:lnTo>
                    <a:pt x="57" y="100"/>
                  </a:lnTo>
                  <a:lnTo>
                    <a:pt x="77" y="81"/>
                  </a:lnTo>
                  <a:lnTo>
                    <a:pt x="98" y="63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399" name=""/>
            <p:cNvSpPr/>
            <p:nvPr/>
          </p:nvSpPr>
          <p:spPr>
            <a:xfrm rot="0">
              <a:off x="3165" y="1909"/>
              <a:ext cx="32" cy="33"/>
            </a:xfrm>
            <a:custGeom>
              <a:avLst/>
              <a:ahLst/>
              <a:rect l="0" t="0" r="r" b="b"/>
              <a:pathLst>
                <a:path w="98" h="100">
                  <a:moveTo>
                    <a:pt x="41" y="0"/>
                  </a:moveTo>
                  <a:lnTo>
                    <a:pt x="21" y="18"/>
                  </a:lnTo>
                  <a:lnTo>
                    <a:pt x="0" y="37"/>
                  </a:lnTo>
                  <a:lnTo>
                    <a:pt x="57" y="100"/>
                  </a:lnTo>
                  <a:lnTo>
                    <a:pt x="77" y="81"/>
                  </a:lnTo>
                  <a:lnTo>
                    <a:pt x="98" y="63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00" name=""/>
            <p:cNvSpPr/>
            <p:nvPr/>
          </p:nvSpPr>
          <p:spPr>
            <a:xfrm rot="0">
              <a:off x="3184" y="1936"/>
              <a:ext cx="6" cy="7"/>
            </a:xfrm>
            <a:custGeom>
              <a:avLst/>
              <a:ahLst/>
              <a:rect l="0" t="0" r="r" b="b"/>
              <a:pathLst>
                <a:path w="20" h="20">
                  <a:moveTo>
                    <a:pt x="20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01" name=""/>
            <p:cNvSpPr/>
            <p:nvPr/>
          </p:nvSpPr>
          <p:spPr>
            <a:xfrm rot="0">
              <a:off x="3184" y="1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02" name=""/>
            <p:cNvSpPr/>
            <p:nvPr/>
          </p:nvSpPr>
          <p:spPr>
            <a:xfrm rot="0">
              <a:off x="3184" y="1930"/>
              <a:ext cx="33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39" y="0"/>
                  </a:moveTo>
                  <a:lnTo>
                    <a:pt x="19" y="19"/>
                  </a:lnTo>
                  <a:lnTo>
                    <a:pt x="0" y="39"/>
                  </a:lnTo>
                  <a:lnTo>
                    <a:pt x="60" y="98"/>
                  </a:lnTo>
                  <a:lnTo>
                    <a:pt x="79" y="79"/>
                  </a:lnTo>
                  <a:lnTo>
                    <a:pt x="98" y="60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03" name=""/>
            <p:cNvSpPr/>
            <p:nvPr/>
          </p:nvSpPr>
          <p:spPr>
            <a:xfrm rot="0">
              <a:off x="3184" y="1930"/>
              <a:ext cx="33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39" y="0"/>
                  </a:moveTo>
                  <a:lnTo>
                    <a:pt x="19" y="19"/>
                  </a:lnTo>
                  <a:lnTo>
                    <a:pt x="0" y="39"/>
                  </a:lnTo>
                  <a:lnTo>
                    <a:pt x="60" y="98"/>
                  </a:lnTo>
                  <a:lnTo>
                    <a:pt x="79" y="79"/>
                  </a:lnTo>
                  <a:lnTo>
                    <a:pt x="98" y="60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04" name=""/>
            <p:cNvSpPr/>
            <p:nvPr/>
          </p:nvSpPr>
          <p:spPr>
            <a:xfrm rot="0">
              <a:off x="3204" y="1956"/>
              <a:ext cx="6" cy="7"/>
            </a:xfrm>
            <a:custGeom>
              <a:avLst/>
              <a:ahLst/>
              <a:rect l="0" t="0" r="r" b="b"/>
              <a:pathLst>
                <a:path w="19" h="21">
                  <a:moveTo>
                    <a:pt x="19" y="0"/>
                  </a:moveTo>
                  <a:lnTo>
                    <a:pt x="0" y="19"/>
                  </a:lnTo>
                  <a:lnTo>
                    <a:pt x="1" y="2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05" name=""/>
            <p:cNvSpPr/>
            <p:nvPr/>
          </p:nvSpPr>
          <p:spPr>
            <a:xfrm rot="0">
              <a:off x="3204" y="19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06" name=""/>
            <p:cNvSpPr/>
            <p:nvPr/>
          </p:nvSpPr>
          <p:spPr>
            <a:xfrm rot="0">
              <a:off x="3204" y="1949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36" y="0"/>
                  </a:moveTo>
                  <a:lnTo>
                    <a:pt x="18" y="20"/>
                  </a:lnTo>
                  <a:lnTo>
                    <a:pt x="0" y="41"/>
                  </a:lnTo>
                  <a:lnTo>
                    <a:pt x="63" y="97"/>
                  </a:lnTo>
                  <a:lnTo>
                    <a:pt x="81" y="77"/>
                  </a:lnTo>
                  <a:lnTo>
                    <a:pt x="99" y="57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07" name=""/>
            <p:cNvSpPr/>
            <p:nvPr/>
          </p:nvSpPr>
          <p:spPr>
            <a:xfrm rot="0">
              <a:off x="3204" y="1949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36" y="0"/>
                  </a:moveTo>
                  <a:lnTo>
                    <a:pt x="18" y="20"/>
                  </a:lnTo>
                  <a:lnTo>
                    <a:pt x="0" y="41"/>
                  </a:lnTo>
                  <a:lnTo>
                    <a:pt x="63" y="97"/>
                  </a:lnTo>
                  <a:lnTo>
                    <a:pt x="81" y="77"/>
                  </a:lnTo>
                  <a:lnTo>
                    <a:pt x="99" y="57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08" name=""/>
            <p:cNvSpPr/>
            <p:nvPr/>
          </p:nvSpPr>
          <p:spPr>
            <a:xfrm rot="0">
              <a:off x="3225" y="1975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18" y="0"/>
                  </a:moveTo>
                  <a:lnTo>
                    <a:pt x="0" y="20"/>
                  </a:lnTo>
                  <a:lnTo>
                    <a:pt x="1" y="2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09" name=""/>
            <p:cNvSpPr/>
            <p:nvPr/>
          </p:nvSpPr>
          <p:spPr>
            <a:xfrm rot="0">
              <a:off x="3225" y="1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10" name=""/>
            <p:cNvSpPr/>
            <p:nvPr/>
          </p:nvSpPr>
          <p:spPr>
            <a:xfrm rot="0">
              <a:off x="3226" y="1968"/>
              <a:ext cx="32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34" y="0"/>
                  </a:moveTo>
                  <a:lnTo>
                    <a:pt x="17" y="21"/>
                  </a:lnTo>
                  <a:lnTo>
                    <a:pt x="0" y="42"/>
                  </a:lnTo>
                  <a:lnTo>
                    <a:pt x="64" y="96"/>
                  </a:lnTo>
                  <a:lnTo>
                    <a:pt x="81" y="74"/>
                  </a:lnTo>
                  <a:lnTo>
                    <a:pt x="98" y="5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11" name=""/>
            <p:cNvSpPr/>
            <p:nvPr/>
          </p:nvSpPr>
          <p:spPr>
            <a:xfrm rot="0">
              <a:off x="3226" y="1968"/>
              <a:ext cx="32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34" y="0"/>
                  </a:moveTo>
                  <a:lnTo>
                    <a:pt x="17" y="21"/>
                  </a:lnTo>
                  <a:lnTo>
                    <a:pt x="0" y="42"/>
                  </a:lnTo>
                  <a:lnTo>
                    <a:pt x="64" y="96"/>
                  </a:lnTo>
                  <a:lnTo>
                    <a:pt x="81" y="74"/>
                  </a:lnTo>
                  <a:lnTo>
                    <a:pt x="98" y="5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12" name=""/>
            <p:cNvSpPr/>
            <p:nvPr/>
          </p:nvSpPr>
          <p:spPr>
            <a:xfrm rot="0">
              <a:off x="3247" y="1993"/>
              <a:ext cx="6" cy="7"/>
            </a:xfrm>
            <a:custGeom>
              <a:avLst/>
              <a:ahLst/>
              <a:rect l="0" t="0" r="r" b="b"/>
              <a:pathLst>
                <a:path w="17" h="23">
                  <a:moveTo>
                    <a:pt x="17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13" name=""/>
            <p:cNvSpPr/>
            <p:nvPr/>
          </p:nvSpPr>
          <p:spPr>
            <a:xfrm rot="0">
              <a:off x="3247" y="20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14" name=""/>
            <p:cNvSpPr/>
            <p:nvPr/>
          </p:nvSpPr>
          <p:spPr>
            <a:xfrm rot="0">
              <a:off x="3247" y="1985"/>
              <a:ext cx="34" cy="32"/>
            </a:xfrm>
            <a:custGeom>
              <a:avLst/>
              <a:ahLst/>
              <a:rect l="0" t="0" r="r" b="b"/>
              <a:pathLst>
                <a:path w="101" h="95">
                  <a:moveTo>
                    <a:pt x="32" y="0"/>
                  </a:moveTo>
                  <a:lnTo>
                    <a:pt x="16" y="22"/>
                  </a:lnTo>
                  <a:lnTo>
                    <a:pt x="0" y="45"/>
                  </a:lnTo>
                  <a:lnTo>
                    <a:pt x="69" y="95"/>
                  </a:lnTo>
                  <a:lnTo>
                    <a:pt x="85" y="73"/>
                  </a:lnTo>
                  <a:lnTo>
                    <a:pt x="101" y="5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15" name=""/>
            <p:cNvSpPr/>
            <p:nvPr/>
          </p:nvSpPr>
          <p:spPr>
            <a:xfrm rot="0">
              <a:off x="3247" y="1985"/>
              <a:ext cx="34" cy="32"/>
            </a:xfrm>
            <a:custGeom>
              <a:avLst/>
              <a:ahLst/>
              <a:rect l="0" t="0" r="r" b="b"/>
              <a:pathLst>
                <a:path w="101" h="95">
                  <a:moveTo>
                    <a:pt x="32" y="0"/>
                  </a:moveTo>
                  <a:lnTo>
                    <a:pt x="16" y="22"/>
                  </a:lnTo>
                  <a:lnTo>
                    <a:pt x="0" y="45"/>
                  </a:lnTo>
                  <a:lnTo>
                    <a:pt x="69" y="95"/>
                  </a:lnTo>
                  <a:lnTo>
                    <a:pt x="85" y="73"/>
                  </a:lnTo>
                  <a:lnTo>
                    <a:pt x="101" y="50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16" name=""/>
            <p:cNvSpPr/>
            <p:nvPr/>
          </p:nvSpPr>
          <p:spPr>
            <a:xfrm rot="0">
              <a:off x="3270" y="2010"/>
              <a:ext cx="6" cy="7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2"/>
                  </a:lnTo>
                  <a:lnTo>
                    <a:pt x="0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17" name=""/>
            <p:cNvSpPr/>
            <p:nvPr/>
          </p:nvSpPr>
          <p:spPr>
            <a:xfrm rot="0">
              <a:off x="3270" y="20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18" name=""/>
            <p:cNvSpPr/>
            <p:nvPr/>
          </p:nvSpPr>
          <p:spPr>
            <a:xfrm rot="0">
              <a:off x="3270" y="2002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32" y="0"/>
                  </a:moveTo>
                  <a:lnTo>
                    <a:pt x="16" y="23"/>
                  </a:lnTo>
                  <a:lnTo>
                    <a:pt x="0" y="45"/>
                  </a:lnTo>
                  <a:lnTo>
                    <a:pt x="69" y="93"/>
                  </a:lnTo>
                  <a:lnTo>
                    <a:pt x="85" y="71"/>
                  </a:lnTo>
                  <a:lnTo>
                    <a:pt x="101" y="48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19" name=""/>
            <p:cNvSpPr/>
            <p:nvPr/>
          </p:nvSpPr>
          <p:spPr>
            <a:xfrm rot="0">
              <a:off x="3270" y="2002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32" y="0"/>
                  </a:moveTo>
                  <a:lnTo>
                    <a:pt x="16" y="23"/>
                  </a:lnTo>
                  <a:lnTo>
                    <a:pt x="0" y="45"/>
                  </a:lnTo>
                  <a:lnTo>
                    <a:pt x="69" y="93"/>
                  </a:lnTo>
                  <a:lnTo>
                    <a:pt x="85" y="71"/>
                  </a:lnTo>
                  <a:lnTo>
                    <a:pt x="101" y="48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20" name=""/>
            <p:cNvSpPr/>
            <p:nvPr/>
          </p:nvSpPr>
          <p:spPr>
            <a:xfrm rot="0">
              <a:off x="3293" y="2026"/>
              <a:ext cx="6" cy="7"/>
            </a:xfrm>
            <a:custGeom>
              <a:avLst/>
              <a:ahLst/>
              <a:rect l="0" t="0" r="r" b="b"/>
              <a:pathLst>
                <a:path w="16" h="23">
                  <a:moveTo>
                    <a:pt x="16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21" name=""/>
            <p:cNvSpPr/>
            <p:nvPr/>
          </p:nvSpPr>
          <p:spPr>
            <a:xfrm rot="0">
              <a:off x="3293" y="20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22" name=""/>
            <p:cNvSpPr/>
            <p:nvPr/>
          </p:nvSpPr>
          <p:spPr>
            <a:xfrm rot="0">
              <a:off x="3294" y="2018"/>
              <a:ext cx="33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28" y="0"/>
                  </a:moveTo>
                  <a:lnTo>
                    <a:pt x="14" y="24"/>
                  </a:lnTo>
                  <a:lnTo>
                    <a:pt x="0" y="47"/>
                  </a:lnTo>
                  <a:lnTo>
                    <a:pt x="72" y="91"/>
                  </a:lnTo>
                  <a:lnTo>
                    <a:pt x="86" y="67"/>
                  </a:lnTo>
                  <a:lnTo>
                    <a:pt x="100" y="4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23" name=""/>
            <p:cNvSpPr/>
            <p:nvPr/>
          </p:nvSpPr>
          <p:spPr>
            <a:xfrm rot="0">
              <a:off x="3294" y="2018"/>
              <a:ext cx="33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28" y="0"/>
                  </a:moveTo>
                  <a:lnTo>
                    <a:pt x="14" y="24"/>
                  </a:lnTo>
                  <a:lnTo>
                    <a:pt x="0" y="47"/>
                  </a:lnTo>
                  <a:lnTo>
                    <a:pt x="72" y="91"/>
                  </a:lnTo>
                  <a:lnTo>
                    <a:pt x="86" y="67"/>
                  </a:lnTo>
                  <a:lnTo>
                    <a:pt x="100" y="44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24" name=""/>
            <p:cNvSpPr/>
            <p:nvPr/>
          </p:nvSpPr>
          <p:spPr>
            <a:xfrm rot="0">
              <a:off x="3318" y="2040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14" y="0"/>
                  </a:moveTo>
                  <a:lnTo>
                    <a:pt x="0" y="24"/>
                  </a:lnTo>
                  <a:lnTo>
                    <a:pt x="1" y="24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25" name=""/>
            <p:cNvSpPr/>
            <p:nvPr/>
          </p:nvSpPr>
          <p:spPr>
            <a:xfrm rot="0">
              <a:off x="3318" y="20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26" name=""/>
            <p:cNvSpPr/>
            <p:nvPr/>
          </p:nvSpPr>
          <p:spPr>
            <a:xfrm rot="0">
              <a:off x="3318" y="2032"/>
              <a:ext cx="33" cy="29"/>
            </a:xfrm>
            <a:custGeom>
              <a:avLst/>
              <a:ahLst/>
              <a:rect l="0" t="0" r="r" b="b"/>
              <a:pathLst>
                <a:path w="99" h="86">
                  <a:moveTo>
                    <a:pt x="25" y="0"/>
                  </a:moveTo>
                  <a:lnTo>
                    <a:pt x="13" y="23"/>
                  </a:lnTo>
                  <a:lnTo>
                    <a:pt x="0" y="47"/>
                  </a:lnTo>
                  <a:lnTo>
                    <a:pt x="74" y="86"/>
                  </a:lnTo>
                  <a:lnTo>
                    <a:pt x="86" y="63"/>
                  </a:lnTo>
                  <a:lnTo>
                    <a:pt x="99" y="39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27" name=""/>
            <p:cNvSpPr/>
            <p:nvPr/>
          </p:nvSpPr>
          <p:spPr>
            <a:xfrm rot="0">
              <a:off x="3318" y="2032"/>
              <a:ext cx="33" cy="29"/>
            </a:xfrm>
            <a:custGeom>
              <a:avLst/>
              <a:ahLst/>
              <a:rect l="0" t="0" r="r" b="b"/>
              <a:pathLst>
                <a:path w="99" h="86">
                  <a:moveTo>
                    <a:pt x="25" y="0"/>
                  </a:moveTo>
                  <a:lnTo>
                    <a:pt x="13" y="23"/>
                  </a:lnTo>
                  <a:lnTo>
                    <a:pt x="0" y="47"/>
                  </a:lnTo>
                  <a:lnTo>
                    <a:pt x="74" y="86"/>
                  </a:lnTo>
                  <a:lnTo>
                    <a:pt x="86" y="63"/>
                  </a:lnTo>
                  <a:lnTo>
                    <a:pt x="99" y="39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28" name=""/>
            <p:cNvSpPr/>
            <p:nvPr/>
          </p:nvSpPr>
          <p:spPr>
            <a:xfrm rot="0">
              <a:off x="3343" y="2053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12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29" name=""/>
            <p:cNvSpPr/>
            <p:nvPr/>
          </p:nvSpPr>
          <p:spPr>
            <a:xfrm rot="0">
              <a:off x="3343" y="20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30" name=""/>
            <p:cNvSpPr/>
            <p:nvPr/>
          </p:nvSpPr>
          <p:spPr>
            <a:xfrm rot="0">
              <a:off x="3343" y="2045"/>
              <a:ext cx="33" cy="29"/>
            </a:xfrm>
            <a:custGeom>
              <a:avLst/>
              <a:ahLst/>
              <a:rect l="0" t="0" r="r" b="b"/>
              <a:pathLst>
                <a:path w="99" h="87">
                  <a:moveTo>
                    <a:pt x="23" y="0"/>
                  </a:moveTo>
                  <a:lnTo>
                    <a:pt x="11" y="25"/>
                  </a:lnTo>
                  <a:lnTo>
                    <a:pt x="0" y="49"/>
                  </a:lnTo>
                  <a:lnTo>
                    <a:pt x="75" y="87"/>
                  </a:lnTo>
                  <a:lnTo>
                    <a:pt x="87" y="62"/>
                  </a:lnTo>
                  <a:lnTo>
                    <a:pt x="99" y="38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31" name=""/>
            <p:cNvSpPr/>
            <p:nvPr/>
          </p:nvSpPr>
          <p:spPr>
            <a:xfrm rot="0">
              <a:off x="3343" y="2045"/>
              <a:ext cx="33" cy="29"/>
            </a:xfrm>
            <a:custGeom>
              <a:avLst/>
              <a:ahLst/>
              <a:rect l="0" t="0" r="r" b="b"/>
              <a:pathLst>
                <a:path w="99" h="87">
                  <a:moveTo>
                    <a:pt x="23" y="0"/>
                  </a:moveTo>
                  <a:lnTo>
                    <a:pt x="11" y="25"/>
                  </a:lnTo>
                  <a:lnTo>
                    <a:pt x="0" y="49"/>
                  </a:lnTo>
                  <a:lnTo>
                    <a:pt x="75" y="87"/>
                  </a:lnTo>
                  <a:lnTo>
                    <a:pt x="87" y="62"/>
                  </a:lnTo>
                  <a:lnTo>
                    <a:pt x="99" y="38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32" name=""/>
            <p:cNvSpPr/>
            <p:nvPr/>
          </p:nvSpPr>
          <p:spPr>
            <a:xfrm rot="0">
              <a:off x="3368" y="2066"/>
              <a:ext cx="4" cy="8"/>
            </a:xfrm>
            <a:custGeom>
              <a:avLst/>
              <a:ahLst/>
              <a:rect l="0" t="0" r="r" b="b"/>
              <a:pathLst>
                <a:path w="12" h="25">
                  <a:moveTo>
                    <a:pt x="12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33" name=""/>
            <p:cNvSpPr/>
            <p:nvPr/>
          </p:nvSpPr>
          <p:spPr>
            <a:xfrm rot="0">
              <a:off x="3368" y="20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34" name=""/>
            <p:cNvSpPr/>
            <p:nvPr/>
          </p:nvSpPr>
          <p:spPr>
            <a:xfrm rot="0">
              <a:off x="3369" y="2058"/>
              <a:ext cx="33" cy="27"/>
            </a:xfrm>
            <a:custGeom>
              <a:avLst/>
              <a:ahLst/>
              <a:rect l="0" t="0" r="r" b="b"/>
              <a:pathLst>
                <a:path w="99" h="82">
                  <a:moveTo>
                    <a:pt x="21" y="0"/>
                  </a:moveTo>
                  <a:lnTo>
                    <a:pt x="10" y="24"/>
                  </a:lnTo>
                  <a:lnTo>
                    <a:pt x="0" y="49"/>
                  </a:lnTo>
                  <a:lnTo>
                    <a:pt x="77" y="82"/>
                  </a:lnTo>
                  <a:lnTo>
                    <a:pt x="88" y="57"/>
                  </a:lnTo>
                  <a:lnTo>
                    <a:pt x="99" y="33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35" name=""/>
            <p:cNvSpPr/>
            <p:nvPr/>
          </p:nvSpPr>
          <p:spPr>
            <a:xfrm rot="0">
              <a:off x="3369" y="2058"/>
              <a:ext cx="33" cy="27"/>
            </a:xfrm>
            <a:custGeom>
              <a:avLst/>
              <a:ahLst/>
              <a:rect l="0" t="0" r="r" b="b"/>
              <a:pathLst>
                <a:path w="99" h="82">
                  <a:moveTo>
                    <a:pt x="21" y="0"/>
                  </a:moveTo>
                  <a:lnTo>
                    <a:pt x="10" y="24"/>
                  </a:lnTo>
                  <a:lnTo>
                    <a:pt x="0" y="49"/>
                  </a:lnTo>
                  <a:lnTo>
                    <a:pt x="77" y="82"/>
                  </a:lnTo>
                  <a:lnTo>
                    <a:pt x="88" y="57"/>
                  </a:lnTo>
                  <a:lnTo>
                    <a:pt x="99" y="33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36" name=""/>
            <p:cNvSpPr/>
            <p:nvPr/>
          </p:nvSpPr>
          <p:spPr>
            <a:xfrm rot="0">
              <a:off x="3395" y="2077"/>
              <a:ext cx="3" cy="8"/>
            </a:xfrm>
            <a:custGeom>
              <a:avLst/>
              <a:ahLst/>
              <a:rect l="0" t="0" r="r" b="b"/>
              <a:pathLst>
                <a:path w="11" h="26">
                  <a:moveTo>
                    <a:pt x="11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37" name=""/>
            <p:cNvSpPr/>
            <p:nvPr/>
          </p:nvSpPr>
          <p:spPr>
            <a:xfrm rot="0">
              <a:off x="3395" y="2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38" name=""/>
            <p:cNvSpPr/>
            <p:nvPr/>
          </p:nvSpPr>
          <p:spPr>
            <a:xfrm rot="0">
              <a:off x="3395" y="2068"/>
              <a:ext cx="33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19" y="0"/>
                  </a:moveTo>
                  <a:lnTo>
                    <a:pt x="9" y="25"/>
                  </a:lnTo>
                  <a:lnTo>
                    <a:pt x="0" y="51"/>
                  </a:lnTo>
                  <a:lnTo>
                    <a:pt x="79" y="81"/>
                  </a:lnTo>
                  <a:lnTo>
                    <a:pt x="88" y="55"/>
                  </a:lnTo>
                  <a:lnTo>
                    <a:pt x="98" y="3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39" name=""/>
            <p:cNvSpPr/>
            <p:nvPr/>
          </p:nvSpPr>
          <p:spPr>
            <a:xfrm rot="0">
              <a:off x="3395" y="2068"/>
              <a:ext cx="33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19" y="0"/>
                  </a:moveTo>
                  <a:lnTo>
                    <a:pt x="9" y="25"/>
                  </a:lnTo>
                  <a:lnTo>
                    <a:pt x="0" y="51"/>
                  </a:lnTo>
                  <a:lnTo>
                    <a:pt x="79" y="81"/>
                  </a:lnTo>
                  <a:lnTo>
                    <a:pt x="88" y="55"/>
                  </a:lnTo>
                  <a:lnTo>
                    <a:pt x="98" y="30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40" name=""/>
            <p:cNvSpPr/>
            <p:nvPr/>
          </p:nvSpPr>
          <p:spPr>
            <a:xfrm rot="0">
              <a:off x="3422" y="2087"/>
              <a:ext cx="3" cy="8"/>
            </a:xfrm>
            <a:custGeom>
              <a:avLst/>
              <a:ahLst/>
              <a:rect l="0" t="0" r="r" b="b"/>
              <a:pathLst>
                <a:path w="9" h="26">
                  <a:moveTo>
                    <a:pt x="9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41" name=""/>
            <p:cNvSpPr/>
            <p:nvPr/>
          </p:nvSpPr>
          <p:spPr>
            <a:xfrm rot="0">
              <a:off x="3422" y="20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42" name=""/>
            <p:cNvSpPr/>
            <p:nvPr/>
          </p:nvSpPr>
          <p:spPr>
            <a:xfrm rot="0">
              <a:off x="3422" y="2078"/>
              <a:ext cx="32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17" y="0"/>
                  </a:moveTo>
                  <a:lnTo>
                    <a:pt x="8" y="25"/>
                  </a:lnTo>
                  <a:lnTo>
                    <a:pt x="0" y="51"/>
                  </a:lnTo>
                  <a:lnTo>
                    <a:pt x="80" y="77"/>
                  </a:lnTo>
                  <a:lnTo>
                    <a:pt x="88" y="51"/>
                  </a:lnTo>
                  <a:lnTo>
                    <a:pt x="97" y="25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43" name=""/>
            <p:cNvSpPr/>
            <p:nvPr/>
          </p:nvSpPr>
          <p:spPr>
            <a:xfrm rot="0">
              <a:off x="3422" y="2078"/>
              <a:ext cx="32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17" y="0"/>
                  </a:moveTo>
                  <a:lnTo>
                    <a:pt x="8" y="25"/>
                  </a:lnTo>
                  <a:lnTo>
                    <a:pt x="0" y="51"/>
                  </a:lnTo>
                  <a:lnTo>
                    <a:pt x="80" y="77"/>
                  </a:lnTo>
                  <a:lnTo>
                    <a:pt x="88" y="51"/>
                  </a:lnTo>
                  <a:lnTo>
                    <a:pt x="97" y="25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44" name=""/>
            <p:cNvSpPr/>
            <p:nvPr/>
          </p:nvSpPr>
          <p:spPr>
            <a:xfrm rot="0">
              <a:off x="3449" y="2095"/>
              <a:ext cx="2" cy="9"/>
            </a:xfrm>
            <a:custGeom>
              <a:avLst/>
              <a:ahLst/>
              <a:rect l="0" t="0" r="r" b="b"/>
              <a:pathLst>
                <a:path w="8" h="27">
                  <a:moveTo>
                    <a:pt x="8" y="0"/>
                  </a:moveTo>
                  <a:lnTo>
                    <a:pt x="0" y="26"/>
                  </a:lnTo>
                  <a:lnTo>
                    <a:pt x="2" y="27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45" name=""/>
            <p:cNvSpPr/>
            <p:nvPr/>
          </p:nvSpPr>
          <p:spPr>
            <a:xfrm rot="0">
              <a:off x="3449" y="21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46" name=""/>
            <p:cNvSpPr/>
            <p:nvPr/>
          </p:nvSpPr>
          <p:spPr>
            <a:xfrm rot="0">
              <a:off x="3449" y="2086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13" y="0"/>
                  </a:moveTo>
                  <a:lnTo>
                    <a:pt x="6" y="27"/>
                  </a:lnTo>
                  <a:lnTo>
                    <a:pt x="0" y="54"/>
                  </a:lnTo>
                  <a:lnTo>
                    <a:pt x="81" y="75"/>
                  </a:lnTo>
                  <a:lnTo>
                    <a:pt x="88" y="48"/>
                  </a:lnTo>
                  <a:lnTo>
                    <a:pt x="94" y="22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47" name=""/>
            <p:cNvSpPr/>
            <p:nvPr/>
          </p:nvSpPr>
          <p:spPr>
            <a:xfrm rot="0">
              <a:off x="3449" y="2086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13" y="0"/>
                  </a:moveTo>
                  <a:lnTo>
                    <a:pt x="6" y="27"/>
                  </a:lnTo>
                  <a:lnTo>
                    <a:pt x="0" y="54"/>
                  </a:lnTo>
                  <a:lnTo>
                    <a:pt x="81" y="75"/>
                  </a:lnTo>
                  <a:lnTo>
                    <a:pt x="88" y="48"/>
                  </a:lnTo>
                  <a:lnTo>
                    <a:pt x="94" y="22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48" name=""/>
            <p:cNvSpPr/>
            <p:nvPr/>
          </p:nvSpPr>
          <p:spPr>
            <a:xfrm rot="0">
              <a:off x="3476" y="2102"/>
              <a:ext cx="3" cy="9"/>
            </a:xfrm>
            <a:custGeom>
              <a:avLst/>
              <a:ahLst/>
              <a:rect l="0" t="0" r="r" b="b"/>
              <a:pathLst>
                <a:path w="7" h="27">
                  <a:moveTo>
                    <a:pt x="7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49" name=""/>
            <p:cNvSpPr/>
            <p:nvPr/>
          </p:nvSpPr>
          <p:spPr>
            <a:xfrm rot="0">
              <a:off x="3476" y="21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7" name=""/>
          <p:cNvGrpSpPr/>
          <p:nvPr/>
        </p:nvGrpSpPr>
        <p:grpSpPr>
          <a:xfrm rot="0">
            <a:off x="1795462" y="1317625"/>
            <a:ext cx="4900612" cy="4524375"/>
            <a:chOff x="1131" y="830"/>
            <a:chExt cx="3087" cy="2850"/>
          </a:xfrm>
        </p:grpSpPr>
        <p:sp>
          <p:nvSpPr>
            <p:cNvPr id="1083450" name=""/>
            <p:cNvSpPr/>
            <p:nvPr/>
          </p:nvSpPr>
          <p:spPr>
            <a:xfrm rot="0">
              <a:off x="3477" y="2094"/>
              <a:ext cx="31" cy="23"/>
            </a:xfrm>
            <a:custGeom>
              <a:avLst/>
              <a:ahLst/>
              <a:rect l="0" t="0" r="r" b="b"/>
              <a:pathLst>
                <a:path w="93" h="71">
                  <a:moveTo>
                    <a:pt x="11" y="0"/>
                  </a:moveTo>
                  <a:lnTo>
                    <a:pt x="6" y="26"/>
                  </a:lnTo>
                  <a:lnTo>
                    <a:pt x="0" y="53"/>
                  </a:lnTo>
                  <a:lnTo>
                    <a:pt x="82" y="71"/>
                  </a:lnTo>
                  <a:lnTo>
                    <a:pt x="88" y="44"/>
                  </a:lnTo>
                  <a:lnTo>
                    <a:pt x="93" y="18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51" name=""/>
            <p:cNvSpPr/>
            <p:nvPr/>
          </p:nvSpPr>
          <p:spPr>
            <a:xfrm rot="0">
              <a:off x="3477" y="2094"/>
              <a:ext cx="31" cy="23"/>
            </a:xfrm>
            <a:custGeom>
              <a:avLst/>
              <a:ahLst/>
              <a:rect l="0" t="0" r="r" b="b"/>
              <a:pathLst>
                <a:path w="93" h="71">
                  <a:moveTo>
                    <a:pt x="11" y="0"/>
                  </a:moveTo>
                  <a:lnTo>
                    <a:pt x="6" y="26"/>
                  </a:lnTo>
                  <a:lnTo>
                    <a:pt x="0" y="53"/>
                  </a:lnTo>
                  <a:lnTo>
                    <a:pt x="82" y="71"/>
                  </a:lnTo>
                  <a:lnTo>
                    <a:pt x="88" y="44"/>
                  </a:lnTo>
                  <a:lnTo>
                    <a:pt x="93" y="18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52" name=""/>
            <p:cNvSpPr/>
            <p:nvPr/>
          </p:nvSpPr>
          <p:spPr>
            <a:xfrm rot="0">
              <a:off x="3504" y="2108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6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53" name=""/>
            <p:cNvSpPr/>
            <p:nvPr/>
          </p:nvSpPr>
          <p:spPr>
            <a:xfrm rot="0">
              <a:off x="3504" y="2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54" name=""/>
            <p:cNvSpPr/>
            <p:nvPr/>
          </p:nvSpPr>
          <p:spPr>
            <a:xfrm rot="0">
              <a:off x="3505" y="2100"/>
              <a:ext cx="30" cy="22"/>
            </a:xfrm>
            <a:custGeom>
              <a:avLst/>
              <a:ahLst/>
              <a:rect l="0" t="0" r="r" b="b"/>
              <a:pathLst>
                <a:path w="91" h="67">
                  <a:moveTo>
                    <a:pt x="8" y="0"/>
                  </a:moveTo>
                  <a:lnTo>
                    <a:pt x="4" y="26"/>
                  </a:lnTo>
                  <a:lnTo>
                    <a:pt x="0" y="53"/>
                  </a:lnTo>
                  <a:lnTo>
                    <a:pt x="83" y="67"/>
                  </a:lnTo>
                  <a:lnTo>
                    <a:pt x="87" y="40"/>
                  </a:lnTo>
                  <a:lnTo>
                    <a:pt x="91" y="14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55" name=""/>
            <p:cNvSpPr/>
            <p:nvPr/>
          </p:nvSpPr>
          <p:spPr>
            <a:xfrm rot="0">
              <a:off x="3505" y="2100"/>
              <a:ext cx="30" cy="22"/>
            </a:xfrm>
            <a:custGeom>
              <a:avLst/>
              <a:ahLst/>
              <a:rect l="0" t="0" r="r" b="b"/>
              <a:pathLst>
                <a:path w="91" h="67">
                  <a:moveTo>
                    <a:pt x="8" y="0"/>
                  </a:moveTo>
                  <a:lnTo>
                    <a:pt x="4" y="26"/>
                  </a:lnTo>
                  <a:lnTo>
                    <a:pt x="0" y="53"/>
                  </a:lnTo>
                  <a:lnTo>
                    <a:pt x="83" y="67"/>
                  </a:lnTo>
                  <a:lnTo>
                    <a:pt x="87" y="40"/>
                  </a:lnTo>
                  <a:lnTo>
                    <a:pt x="91" y="14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56" name=""/>
            <p:cNvSpPr/>
            <p:nvPr/>
          </p:nvSpPr>
          <p:spPr>
            <a:xfrm rot="0">
              <a:off x="3532" y="2113"/>
              <a:ext cx="2" cy="9"/>
            </a:xfrm>
            <a:custGeom>
              <a:avLst/>
              <a:ahLst/>
              <a:rect l="0" t="0" r="r" b="b"/>
              <a:pathLst>
                <a:path w="4" h="27">
                  <a:moveTo>
                    <a:pt x="4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57" name=""/>
            <p:cNvSpPr/>
            <p:nvPr/>
          </p:nvSpPr>
          <p:spPr>
            <a:xfrm rot="0">
              <a:off x="3532" y="21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58" name=""/>
            <p:cNvSpPr/>
            <p:nvPr/>
          </p:nvSpPr>
          <p:spPr>
            <a:xfrm rot="0">
              <a:off x="3533" y="2104"/>
              <a:ext cx="30" cy="21"/>
            </a:xfrm>
            <a:custGeom>
              <a:avLst/>
              <a:ahLst/>
              <a:rect l="0" t="0" r="r" b="b"/>
              <a:pathLst>
                <a:path w="90" h="63">
                  <a:moveTo>
                    <a:pt x="6" y="0"/>
                  </a:moveTo>
                  <a:lnTo>
                    <a:pt x="3" y="26"/>
                  </a:lnTo>
                  <a:lnTo>
                    <a:pt x="0" y="53"/>
                  </a:lnTo>
                  <a:lnTo>
                    <a:pt x="83" y="63"/>
                  </a:lnTo>
                  <a:lnTo>
                    <a:pt x="86" y="36"/>
                  </a:lnTo>
                  <a:lnTo>
                    <a:pt x="90" y="9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59" name=""/>
            <p:cNvSpPr/>
            <p:nvPr/>
          </p:nvSpPr>
          <p:spPr>
            <a:xfrm rot="0">
              <a:off x="3533" y="2104"/>
              <a:ext cx="30" cy="21"/>
            </a:xfrm>
            <a:custGeom>
              <a:avLst/>
              <a:ahLst/>
              <a:rect l="0" t="0" r="r" b="b"/>
              <a:pathLst>
                <a:path w="90" h="63">
                  <a:moveTo>
                    <a:pt x="6" y="0"/>
                  </a:moveTo>
                  <a:lnTo>
                    <a:pt x="3" y="26"/>
                  </a:lnTo>
                  <a:lnTo>
                    <a:pt x="0" y="53"/>
                  </a:lnTo>
                  <a:lnTo>
                    <a:pt x="83" y="63"/>
                  </a:lnTo>
                  <a:lnTo>
                    <a:pt x="86" y="36"/>
                  </a:lnTo>
                  <a:lnTo>
                    <a:pt x="90" y="9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60" name=""/>
            <p:cNvSpPr/>
            <p:nvPr/>
          </p:nvSpPr>
          <p:spPr>
            <a:xfrm rot="0">
              <a:off x="3560" y="2116"/>
              <a:ext cx="1" cy="9"/>
            </a:xfrm>
            <a:custGeom>
              <a:avLst/>
              <a:ahLst/>
              <a:rect l="0" t="0" r="r" b="b"/>
              <a:pathLst>
                <a:path w="3" h="27">
                  <a:moveTo>
                    <a:pt x="3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61" name=""/>
            <p:cNvSpPr/>
            <p:nvPr/>
          </p:nvSpPr>
          <p:spPr>
            <a:xfrm rot="0">
              <a:off x="3560" y="2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62" name=""/>
            <p:cNvSpPr/>
            <p:nvPr/>
          </p:nvSpPr>
          <p:spPr>
            <a:xfrm rot="0">
              <a:off x="3561" y="2107"/>
              <a:ext cx="29" cy="20"/>
            </a:xfrm>
            <a:custGeom>
              <a:avLst/>
              <a:ahLst/>
              <a:rect l="0" t="0" r="r" b="b"/>
              <a:pathLst>
                <a:path w="89" h="60">
                  <a:moveTo>
                    <a:pt x="5" y="0"/>
                  </a:moveTo>
                  <a:lnTo>
                    <a:pt x="2" y="27"/>
                  </a:lnTo>
                  <a:lnTo>
                    <a:pt x="0" y="54"/>
                  </a:lnTo>
                  <a:lnTo>
                    <a:pt x="85" y="60"/>
                  </a:lnTo>
                  <a:lnTo>
                    <a:pt x="87" y="33"/>
                  </a:lnTo>
                  <a:lnTo>
                    <a:pt x="89" y="7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63" name=""/>
            <p:cNvSpPr/>
            <p:nvPr/>
          </p:nvSpPr>
          <p:spPr>
            <a:xfrm rot="0">
              <a:off x="3561" y="2107"/>
              <a:ext cx="29" cy="20"/>
            </a:xfrm>
            <a:custGeom>
              <a:avLst/>
              <a:ahLst/>
              <a:rect l="0" t="0" r="r" b="b"/>
              <a:pathLst>
                <a:path w="89" h="60">
                  <a:moveTo>
                    <a:pt x="5" y="0"/>
                  </a:moveTo>
                  <a:lnTo>
                    <a:pt x="2" y="27"/>
                  </a:lnTo>
                  <a:lnTo>
                    <a:pt x="0" y="54"/>
                  </a:lnTo>
                  <a:lnTo>
                    <a:pt x="85" y="60"/>
                  </a:lnTo>
                  <a:lnTo>
                    <a:pt x="87" y="33"/>
                  </a:lnTo>
                  <a:lnTo>
                    <a:pt x="89" y="7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64" name=""/>
            <p:cNvSpPr/>
            <p:nvPr/>
          </p:nvSpPr>
          <p:spPr>
            <a:xfrm rot="0">
              <a:off x="3589" y="2118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2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65" name=""/>
            <p:cNvSpPr/>
            <p:nvPr/>
          </p:nvSpPr>
          <p:spPr>
            <a:xfrm rot="0">
              <a:off x="3589" y="21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66" name=""/>
            <p:cNvSpPr/>
            <p:nvPr/>
          </p:nvSpPr>
          <p:spPr>
            <a:xfrm rot="0">
              <a:off x="3589" y="2110"/>
              <a:ext cx="29" cy="18"/>
            </a:xfrm>
            <a:custGeom>
              <a:avLst/>
              <a:ahLst/>
              <a:rect l="0" t="0" r="r" b="b"/>
              <a:pathLst>
                <a:path w="86" h="55">
                  <a:moveTo>
                    <a:pt x="2" y="0"/>
                  </a:moveTo>
                  <a:lnTo>
                    <a:pt x="1" y="26"/>
                  </a:lnTo>
                  <a:lnTo>
                    <a:pt x="0" y="53"/>
                  </a:lnTo>
                  <a:lnTo>
                    <a:pt x="84" y="55"/>
                  </a:lnTo>
                  <a:lnTo>
                    <a:pt x="85" y="29"/>
                  </a:lnTo>
                  <a:lnTo>
                    <a:pt x="86" y="2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67" name=""/>
            <p:cNvSpPr/>
            <p:nvPr/>
          </p:nvSpPr>
          <p:spPr>
            <a:xfrm rot="0">
              <a:off x="3589" y="2110"/>
              <a:ext cx="29" cy="18"/>
            </a:xfrm>
            <a:custGeom>
              <a:avLst/>
              <a:ahLst/>
              <a:rect l="0" t="0" r="r" b="b"/>
              <a:pathLst>
                <a:path w="86" h="55">
                  <a:moveTo>
                    <a:pt x="2" y="0"/>
                  </a:moveTo>
                  <a:lnTo>
                    <a:pt x="1" y="26"/>
                  </a:lnTo>
                  <a:lnTo>
                    <a:pt x="0" y="53"/>
                  </a:lnTo>
                  <a:lnTo>
                    <a:pt x="84" y="55"/>
                  </a:lnTo>
                  <a:lnTo>
                    <a:pt x="85" y="29"/>
                  </a:lnTo>
                  <a:lnTo>
                    <a:pt x="86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68" name=""/>
            <p:cNvSpPr/>
            <p:nvPr/>
          </p:nvSpPr>
          <p:spPr>
            <a:xfrm rot="0">
              <a:off x="3617" y="2119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1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69" name=""/>
            <p:cNvSpPr/>
            <p:nvPr/>
          </p:nvSpPr>
          <p:spPr>
            <a:xfrm rot="0">
              <a:off x="3617" y="21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70" name=""/>
            <p:cNvSpPr/>
            <p:nvPr/>
          </p:nvSpPr>
          <p:spPr>
            <a:xfrm rot="0">
              <a:off x="3617" y="2110"/>
              <a:ext cx="29" cy="18"/>
            </a:xfrm>
            <a:custGeom>
              <a:avLst/>
              <a:ahLst/>
              <a:rect l="0" t="0" r="r" b="b"/>
              <a:pathLst>
                <a:path w="87" h="55">
                  <a:moveTo>
                    <a:pt x="0" y="2"/>
                  </a:moveTo>
                  <a:lnTo>
                    <a:pt x="1" y="29"/>
                  </a:lnTo>
                  <a:lnTo>
                    <a:pt x="2" y="55"/>
                  </a:lnTo>
                  <a:lnTo>
                    <a:pt x="87" y="53"/>
                  </a:lnTo>
                  <a:lnTo>
                    <a:pt x="86" y="26"/>
                  </a:lnTo>
                  <a:lnTo>
                    <a:pt x="85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71" name=""/>
            <p:cNvSpPr/>
            <p:nvPr/>
          </p:nvSpPr>
          <p:spPr>
            <a:xfrm rot="0">
              <a:off x="3617" y="2110"/>
              <a:ext cx="29" cy="18"/>
            </a:xfrm>
            <a:custGeom>
              <a:avLst/>
              <a:ahLst/>
              <a:rect l="0" t="0" r="r" b="b"/>
              <a:pathLst>
                <a:path w="87" h="55">
                  <a:moveTo>
                    <a:pt x="0" y="2"/>
                  </a:moveTo>
                  <a:lnTo>
                    <a:pt x="1" y="29"/>
                  </a:lnTo>
                  <a:lnTo>
                    <a:pt x="2" y="55"/>
                  </a:lnTo>
                  <a:lnTo>
                    <a:pt x="87" y="53"/>
                  </a:lnTo>
                  <a:lnTo>
                    <a:pt x="86" y="26"/>
                  </a:lnTo>
                  <a:lnTo>
                    <a:pt x="85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72" name=""/>
            <p:cNvSpPr/>
            <p:nvPr/>
          </p:nvSpPr>
          <p:spPr>
            <a:xfrm rot="0">
              <a:off x="3646" y="2118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0" y="0"/>
                  </a:moveTo>
                  <a:lnTo>
                    <a:pt x="1" y="27"/>
                  </a:lnTo>
                  <a:lnTo>
                    <a:pt x="2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73" name=""/>
            <p:cNvSpPr/>
            <p:nvPr/>
          </p:nvSpPr>
          <p:spPr>
            <a:xfrm rot="0">
              <a:off x="3646" y="21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74" name=""/>
            <p:cNvSpPr/>
            <p:nvPr/>
          </p:nvSpPr>
          <p:spPr>
            <a:xfrm rot="0">
              <a:off x="3645" y="2107"/>
              <a:ext cx="29" cy="20"/>
            </a:xfrm>
            <a:custGeom>
              <a:avLst/>
              <a:ahLst/>
              <a:rect l="0" t="0" r="r" b="b"/>
              <a:pathLst>
                <a:path w="88" h="60">
                  <a:moveTo>
                    <a:pt x="0" y="7"/>
                  </a:moveTo>
                  <a:lnTo>
                    <a:pt x="3" y="33"/>
                  </a:lnTo>
                  <a:lnTo>
                    <a:pt x="5" y="60"/>
                  </a:lnTo>
                  <a:lnTo>
                    <a:pt x="88" y="54"/>
                  </a:lnTo>
                  <a:lnTo>
                    <a:pt x="86" y="27"/>
                  </a:lnTo>
                  <a:lnTo>
                    <a:pt x="84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75" name=""/>
            <p:cNvSpPr/>
            <p:nvPr/>
          </p:nvSpPr>
          <p:spPr>
            <a:xfrm rot="0">
              <a:off x="3645" y="2107"/>
              <a:ext cx="29" cy="20"/>
            </a:xfrm>
            <a:custGeom>
              <a:avLst/>
              <a:ahLst/>
              <a:rect l="0" t="0" r="r" b="b"/>
              <a:pathLst>
                <a:path w="88" h="60">
                  <a:moveTo>
                    <a:pt x="0" y="7"/>
                  </a:moveTo>
                  <a:lnTo>
                    <a:pt x="3" y="33"/>
                  </a:lnTo>
                  <a:lnTo>
                    <a:pt x="5" y="60"/>
                  </a:lnTo>
                  <a:lnTo>
                    <a:pt x="88" y="54"/>
                  </a:lnTo>
                  <a:lnTo>
                    <a:pt x="86" y="27"/>
                  </a:lnTo>
                  <a:lnTo>
                    <a:pt x="84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76" name=""/>
            <p:cNvSpPr/>
            <p:nvPr/>
          </p:nvSpPr>
          <p:spPr>
            <a:xfrm rot="0">
              <a:off x="3674" y="2116"/>
              <a:ext cx="1" cy="9"/>
            </a:xfrm>
            <a:custGeom>
              <a:avLst/>
              <a:ahLst/>
              <a:rect l="0" t="0" r="r" b="b"/>
              <a:pathLst>
                <a:path w="3" h="27">
                  <a:moveTo>
                    <a:pt x="0" y="0"/>
                  </a:moveTo>
                  <a:lnTo>
                    <a:pt x="2" y="27"/>
                  </a:lnTo>
                  <a:lnTo>
                    <a:pt x="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77" name=""/>
            <p:cNvSpPr/>
            <p:nvPr/>
          </p:nvSpPr>
          <p:spPr>
            <a:xfrm rot="0">
              <a:off x="3674" y="2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78" name=""/>
            <p:cNvSpPr/>
            <p:nvPr/>
          </p:nvSpPr>
          <p:spPr>
            <a:xfrm rot="0">
              <a:off x="3673" y="2104"/>
              <a:ext cx="30" cy="21"/>
            </a:xfrm>
            <a:custGeom>
              <a:avLst/>
              <a:ahLst/>
              <a:rect l="0" t="0" r="r" b="b"/>
              <a:pathLst>
                <a:path w="91" h="63">
                  <a:moveTo>
                    <a:pt x="0" y="9"/>
                  </a:moveTo>
                  <a:lnTo>
                    <a:pt x="3" y="36"/>
                  </a:lnTo>
                  <a:lnTo>
                    <a:pt x="6" y="63"/>
                  </a:lnTo>
                  <a:lnTo>
                    <a:pt x="91" y="53"/>
                  </a:lnTo>
                  <a:lnTo>
                    <a:pt x="87" y="26"/>
                  </a:lnTo>
                  <a:lnTo>
                    <a:pt x="84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79" name=""/>
            <p:cNvSpPr/>
            <p:nvPr/>
          </p:nvSpPr>
          <p:spPr>
            <a:xfrm rot="0">
              <a:off x="3673" y="2104"/>
              <a:ext cx="30" cy="21"/>
            </a:xfrm>
            <a:custGeom>
              <a:avLst/>
              <a:ahLst/>
              <a:rect l="0" t="0" r="r" b="b"/>
              <a:pathLst>
                <a:path w="91" h="63">
                  <a:moveTo>
                    <a:pt x="0" y="9"/>
                  </a:moveTo>
                  <a:lnTo>
                    <a:pt x="3" y="36"/>
                  </a:lnTo>
                  <a:lnTo>
                    <a:pt x="6" y="63"/>
                  </a:lnTo>
                  <a:lnTo>
                    <a:pt x="91" y="53"/>
                  </a:lnTo>
                  <a:lnTo>
                    <a:pt x="87" y="26"/>
                  </a:lnTo>
                  <a:lnTo>
                    <a:pt x="84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80" name=""/>
            <p:cNvSpPr/>
            <p:nvPr/>
          </p:nvSpPr>
          <p:spPr>
            <a:xfrm rot="0">
              <a:off x="3702" y="2113"/>
              <a:ext cx="1" cy="9"/>
            </a:xfrm>
            <a:custGeom>
              <a:avLst/>
              <a:ahLst/>
              <a:rect l="0" t="0" r="r" b="b"/>
              <a:pathLst>
                <a:path w="5" h="27">
                  <a:moveTo>
                    <a:pt x="0" y="0"/>
                  </a:moveTo>
                  <a:lnTo>
                    <a:pt x="4" y="27"/>
                  </a:lnTo>
                  <a:lnTo>
                    <a:pt x="5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81" name=""/>
            <p:cNvSpPr/>
            <p:nvPr/>
          </p:nvSpPr>
          <p:spPr>
            <a:xfrm rot="0">
              <a:off x="3703" y="21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82" name=""/>
            <p:cNvSpPr/>
            <p:nvPr/>
          </p:nvSpPr>
          <p:spPr>
            <a:xfrm rot="0">
              <a:off x="3700" y="2100"/>
              <a:ext cx="31" cy="22"/>
            </a:xfrm>
            <a:custGeom>
              <a:avLst/>
              <a:ahLst/>
              <a:rect l="0" t="0" r="r" b="b"/>
              <a:pathLst>
                <a:path w="92" h="67">
                  <a:moveTo>
                    <a:pt x="0" y="14"/>
                  </a:moveTo>
                  <a:lnTo>
                    <a:pt x="4" y="40"/>
                  </a:lnTo>
                  <a:lnTo>
                    <a:pt x="9" y="67"/>
                  </a:lnTo>
                  <a:lnTo>
                    <a:pt x="92" y="53"/>
                  </a:lnTo>
                  <a:lnTo>
                    <a:pt x="88" y="26"/>
                  </a:lnTo>
                  <a:lnTo>
                    <a:pt x="8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83" name=""/>
            <p:cNvSpPr/>
            <p:nvPr/>
          </p:nvSpPr>
          <p:spPr>
            <a:xfrm rot="0">
              <a:off x="3700" y="2100"/>
              <a:ext cx="31" cy="22"/>
            </a:xfrm>
            <a:custGeom>
              <a:avLst/>
              <a:ahLst/>
              <a:rect l="0" t="0" r="r" b="b"/>
              <a:pathLst>
                <a:path w="92" h="67">
                  <a:moveTo>
                    <a:pt x="0" y="14"/>
                  </a:moveTo>
                  <a:lnTo>
                    <a:pt x="4" y="40"/>
                  </a:lnTo>
                  <a:lnTo>
                    <a:pt x="9" y="67"/>
                  </a:lnTo>
                  <a:lnTo>
                    <a:pt x="92" y="53"/>
                  </a:lnTo>
                  <a:lnTo>
                    <a:pt x="88" y="26"/>
                  </a:lnTo>
                  <a:lnTo>
                    <a:pt x="83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84" name=""/>
            <p:cNvSpPr/>
            <p:nvPr/>
          </p:nvSpPr>
          <p:spPr>
            <a:xfrm rot="0">
              <a:off x="3730" y="2108"/>
              <a:ext cx="1" cy="9"/>
            </a:xfrm>
            <a:custGeom>
              <a:avLst/>
              <a:ahLst/>
              <a:rect l="0" t="0" r="r" b="b"/>
              <a:pathLst>
                <a:path w="5" h="27">
                  <a:moveTo>
                    <a:pt x="0" y="0"/>
                  </a:moveTo>
                  <a:lnTo>
                    <a:pt x="4" y="27"/>
                  </a:lnTo>
                  <a:lnTo>
                    <a:pt x="5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85" name=""/>
            <p:cNvSpPr/>
            <p:nvPr/>
          </p:nvSpPr>
          <p:spPr>
            <a:xfrm rot="0">
              <a:off x="3731" y="21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86" name=""/>
            <p:cNvSpPr/>
            <p:nvPr/>
          </p:nvSpPr>
          <p:spPr>
            <a:xfrm rot="0">
              <a:off x="3728" y="2094"/>
              <a:ext cx="31" cy="23"/>
            </a:xfrm>
            <a:custGeom>
              <a:avLst/>
              <a:ahLst/>
              <a:rect l="0" t="0" r="r" b="b"/>
              <a:pathLst>
                <a:path w="93" h="71">
                  <a:moveTo>
                    <a:pt x="0" y="18"/>
                  </a:moveTo>
                  <a:lnTo>
                    <a:pt x="6" y="44"/>
                  </a:lnTo>
                  <a:lnTo>
                    <a:pt x="11" y="71"/>
                  </a:lnTo>
                  <a:lnTo>
                    <a:pt x="93" y="53"/>
                  </a:lnTo>
                  <a:lnTo>
                    <a:pt x="88" y="26"/>
                  </a:lnTo>
                  <a:lnTo>
                    <a:pt x="83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87" name=""/>
            <p:cNvSpPr/>
            <p:nvPr/>
          </p:nvSpPr>
          <p:spPr>
            <a:xfrm rot="0">
              <a:off x="3728" y="2094"/>
              <a:ext cx="31" cy="23"/>
            </a:xfrm>
            <a:custGeom>
              <a:avLst/>
              <a:ahLst/>
              <a:rect l="0" t="0" r="r" b="b"/>
              <a:pathLst>
                <a:path w="93" h="71">
                  <a:moveTo>
                    <a:pt x="0" y="18"/>
                  </a:moveTo>
                  <a:lnTo>
                    <a:pt x="6" y="44"/>
                  </a:lnTo>
                  <a:lnTo>
                    <a:pt x="11" y="71"/>
                  </a:lnTo>
                  <a:lnTo>
                    <a:pt x="93" y="53"/>
                  </a:lnTo>
                  <a:lnTo>
                    <a:pt x="88" y="26"/>
                  </a:lnTo>
                  <a:lnTo>
                    <a:pt x="83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88" name=""/>
            <p:cNvSpPr/>
            <p:nvPr/>
          </p:nvSpPr>
          <p:spPr>
            <a:xfrm rot="0">
              <a:off x="3757" y="2102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0" y="0"/>
                  </a:moveTo>
                  <a:lnTo>
                    <a:pt x="5" y="27"/>
                  </a:lnTo>
                  <a:lnTo>
                    <a:pt x="6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89" name=""/>
            <p:cNvSpPr/>
            <p:nvPr/>
          </p:nvSpPr>
          <p:spPr>
            <a:xfrm rot="0">
              <a:off x="3759" y="21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90" name=""/>
            <p:cNvSpPr/>
            <p:nvPr/>
          </p:nvSpPr>
          <p:spPr>
            <a:xfrm rot="0">
              <a:off x="3755" y="2086"/>
              <a:ext cx="31" cy="25"/>
            </a:xfrm>
            <a:custGeom>
              <a:avLst/>
              <a:ahLst/>
              <a:rect l="0" t="0" r="r" b="b"/>
              <a:pathLst>
                <a:path w="95" h="75">
                  <a:moveTo>
                    <a:pt x="0" y="22"/>
                  </a:moveTo>
                  <a:lnTo>
                    <a:pt x="7" y="48"/>
                  </a:lnTo>
                  <a:lnTo>
                    <a:pt x="13" y="75"/>
                  </a:lnTo>
                  <a:lnTo>
                    <a:pt x="95" y="54"/>
                  </a:lnTo>
                  <a:lnTo>
                    <a:pt x="88" y="27"/>
                  </a:lnTo>
                  <a:lnTo>
                    <a:pt x="82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91" name=""/>
            <p:cNvSpPr/>
            <p:nvPr/>
          </p:nvSpPr>
          <p:spPr>
            <a:xfrm rot="0">
              <a:off x="3755" y="2086"/>
              <a:ext cx="31" cy="25"/>
            </a:xfrm>
            <a:custGeom>
              <a:avLst/>
              <a:ahLst/>
              <a:rect l="0" t="0" r="r" b="b"/>
              <a:pathLst>
                <a:path w="95" h="75">
                  <a:moveTo>
                    <a:pt x="0" y="22"/>
                  </a:moveTo>
                  <a:lnTo>
                    <a:pt x="7" y="48"/>
                  </a:lnTo>
                  <a:lnTo>
                    <a:pt x="13" y="75"/>
                  </a:lnTo>
                  <a:lnTo>
                    <a:pt x="95" y="54"/>
                  </a:lnTo>
                  <a:lnTo>
                    <a:pt x="88" y="27"/>
                  </a:lnTo>
                  <a:lnTo>
                    <a:pt x="82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92" name=""/>
            <p:cNvSpPr/>
            <p:nvPr/>
          </p:nvSpPr>
          <p:spPr>
            <a:xfrm rot="0">
              <a:off x="3784" y="2095"/>
              <a:ext cx="3" cy="9"/>
            </a:xfrm>
            <a:custGeom>
              <a:avLst/>
              <a:ahLst/>
              <a:rect l="0" t="0" r="r" b="b"/>
              <a:pathLst>
                <a:path w="9" h="27">
                  <a:moveTo>
                    <a:pt x="0" y="0"/>
                  </a:moveTo>
                  <a:lnTo>
                    <a:pt x="7" y="27"/>
                  </a:lnTo>
                  <a:lnTo>
                    <a:pt x="9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93" name=""/>
            <p:cNvSpPr/>
            <p:nvPr/>
          </p:nvSpPr>
          <p:spPr>
            <a:xfrm rot="0" flipV="1">
              <a:off x="3786" y="21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94" name=""/>
            <p:cNvSpPr/>
            <p:nvPr/>
          </p:nvSpPr>
          <p:spPr>
            <a:xfrm rot="0">
              <a:off x="3781" y="2078"/>
              <a:ext cx="33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0" y="25"/>
                  </a:moveTo>
                  <a:lnTo>
                    <a:pt x="8" y="51"/>
                  </a:lnTo>
                  <a:lnTo>
                    <a:pt x="17" y="77"/>
                  </a:lnTo>
                  <a:lnTo>
                    <a:pt x="97" y="51"/>
                  </a:lnTo>
                  <a:lnTo>
                    <a:pt x="88" y="25"/>
                  </a:lnTo>
                  <a:lnTo>
                    <a:pt x="80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95" name=""/>
            <p:cNvSpPr/>
            <p:nvPr/>
          </p:nvSpPr>
          <p:spPr>
            <a:xfrm rot="0">
              <a:off x="3781" y="2078"/>
              <a:ext cx="33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0" y="25"/>
                  </a:moveTo>
                  <a:lnTo>
                    <a:pt x="8" y="51"/>
                  </a:lnTo>
                  <a:lnTo>
                    <a:pt x="17" y="77"/>
                  </a:lnTo>
                  <a:lnTo>
                    <a:pt x="97" y="51"/>
                  </a:lnTo>
                  <a:lnTo>
                    <a:pt x="88" y="25"/>
                  </a:lnTo>
                  <a:lnTo>
                    <a:pt x="80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96" name=""/>
            <p:cNvSpPr/>
            <p:nvPr/>
          </p:nvSpPr>
          <p:spPr>
            <a:xfrm rot="0">
              <a:off x="3811" y="2087"/>
              <a:ext cx="3" cy="8"/>
            </a:xfrm>
            <a:custGeom>
              <a:avLst/>
              <a:ahLst/>
              <a:rect l="0" t="0" r="r" b="b"/>
              <a:pathLst>
                <a:path w="10" h="26">
                  <a:moveTo>
                    <a:pt x="0" y="0"/>
                  </a:moveTo>
                  <a:lnTo>
                    <a:pt x="9" y="26"/>
                  </a:lnTo>
                  <a:lnTo>
                    <a:pt x="10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97" name=""/>
            <p:cNvSpPr/>
            <p:nvPr/>
          </p:nvSpPr>
          <p:spPr>
            <a:xfrm rot="0">
              <a:off x="3814" y="20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498" name=""/>
            <p:cNvSpPr/>
            <p:nvPr/>
          </p:nvSpPr>
          <p:spPr>
            <a:xfrm rot="0">
              <a:off x="3808" y="2068"/>
              <a:ext cx="32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0" y="30"/>
                  </a:moveTo>
                  <a:lnTo>
                    <a:pt x="9" y="55"/>
                  </a:lnTo>
                  <a:lnTo>
                    <a:pt x="19" y="81"/>
                  </a:lnTo>
                  <a:lnTo>
                    <a:pt x="98" y="51"/>
                  </a:lnTo>
                  <a:lnTo>
                    <a:pt x="88" y="25"/>
                  </a:lnTo>
                  <a:lnTo>
                    <a:pt x="79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499" name=""/>
            <p:cNvSpPr/>
            <p:nvPr/>
          </p:nvSpPr>
          <p:spPr>
            <a:xfrm rot="0">
              <a:off x="3808" y="2068"/>
              <a:ext cx="32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0" y="30"/>
                  </a:moveTo>
                  <a:lnTo>
                    <a:pt x="9" y="55"/>
                  </a:lnTo>
                  <a:lnTo>
                    <a:pt x="19" y="81"/>
                  </a:lnTo>
                  <a:lnTo>
                    <a:pt x="98" y="51"/>
                  </a:lnTo>
                  <a:lnTo>
                    <a:pt x="88" y="25"/>
                  </a:lnTo>
                  <a:lnTo>
                    <a:pt x="79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00" name=""/>
            <p:cNvSpPr/>
            <p:nvPr/>
          </p:nvSpPr>
          <p:spPr>
            <a:xfrm rot="0">
              <a:off x="3837" y="2077"/>
              <a:ext cx="4" cy="8"/>
            </a:xfrm>
            <a:custGeom>
              <a:avLst/>
              <a:ahLst/>
              <a:rect l="0" t="0" r="r" b="b"/>
              <a:pathLst>
                <a:path w="11" h="26">
                  <a:moveTo>
                    <a:pt x="0" y="0"/>
                  </a:moveTo>
                  <a:lnTo>
                    <a:pt x="10" y="26"/>
                  </a:lnTo>
                  <a:lnTo>
                    <a:pt x="11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01" name=""/>
            <p:cNvSpPr/>
            <p:nvPr/>
          </p:nvSpPr>
          <p:spPr>
            <a:xfrm rot="0" flipV="1">
              <a:off x="3840" y="20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02" name=""/>
            <p:cNvSpPr/>
            <p:nvPr/>
          </p:nvSpPr>
          <p:spPr>
            <a:xfrm rot="0">
              <a:off x="3834" y="2058"/>
              <a:ext cx="32" cy="27"/>
            </a:xfrm>
            <a:custGeom>
              <a:avLst/>
              <a:ahLst/>
              <a:rect l="0" t="0" r="r" b="b"/>
              <a:pathLst>
                <a:path w="98" h="82">
                  <a:moveTo>
                    <a:pt x="0" y="33"/>
                  </a:moveTo>
                  <a:lnTo>
                    <a:pt x="10" y="57"/>
                  </a:lnTo>
                  <a:lnTo>
                    <a:pt x="21" y="82"/>
                  </a:lnTo>
                  <a:lnTo>
                    <a:pt x="98" y="49"/>
                  </a:lnTo>
                  <a:lnTo>
                    <a:pt x="87" y="24"/>
                  </a:lnTo>
                  <a:lnTo>
                    <a:pt x="76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03" name=""/>
            <p:cNvSpPr/>
            <p:nvPr/>
          </p:nvSpPr>
          <p:spPr>
            <a:xfrm rot="0">
              <a:off x="3834" y="2058"/>
              <a:ext cx="32" cy="27"/>
            </a:xfrm>
            <a:custGeom>
              <a:avLst/>
              <a:ahLst/>
              <a:rect l="0" t="0" r="r" b="b"/>
              <a:pathLst>
                <a:path w="98" h="82">
                  <a:moveTo>
                    <a:pt x="0" y="33"/>
                  </a:moveTo>
                  <a:lnTo>
                    <a:pt x="10" y="57"/>
                  </a:lnTo>
                  <a:lnTo>
                    <a:pt x="21" y="82"/>
                  </a:lnTo>
                  <a:lnTo>
                    <a:pt x="98" y="49"/>
                  </a:lnTo>
                  <a:lnTo>
                    <a:pt x="87" y="24"/>
                  </a:lnTo>
                  <a:lnTo>
                    <a:pt x="76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04" name=""/>
            <p:cNvSpPr/>
            <p:nvPr/>
          </p:nvSpPr>
          <p:spPr>
            <a:xfrm rot="0">
              <a:off x="3863" y="2066"/>
              <a:ext cx="4" cy="8"/>
            </a:xfrm>
            <a:custGeom>
              <a:avLst/>
              <a:ahLst/>
              <a:rect l="0" t="0" r="r" b="b"/>
              <a:pathLst>
                <a:path w="12" h="25">
                  <a:moveTo>
                    <a:pt x="0" y="0"/>
                  </a:moveTo>
                  <a:lnTo>
                    <a:pt x="11" y="25"/>
                  </a:lnTo>
                  <a:lnTo>
                    <a:pt x="12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05" name=""/>
            <p:cNvSpPr/>
            <p:nvPr/>
          </p:nvSpPr>
          <p:spPr>
            <a:xfrm rot="0">
              <a:off x="3866" y="20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06" name=""/>
            <p:cNvSpPr/>
            <p:nvPr/>
          </p:nvSpPr>
          <p:spPr>
            <a:xfrm rot="0">
              <a:off x="3859" y="2045"/>
              <a:ext cx="33" cy="29"/>
            </a:xfrm>
            <a:custGeom>
              <a:avLst/>
              <a:ahLst/>
              <a:rect l="0" t="0" r="r" b="b"/>
              <a:pathLst>
                <a:path w="100" h="87">
                  <a:moveTo>
                    <a:pt x="0" y="38"/>
                  </a:moveTo>
                  <a:lnTo>
                    <a:pt x="12" y="62"/>
                  </a:lnTo>
                  <a:lnTo>
                    <a:pt x="24" y="87"/>
                  </a:lnTo>
                  <a:lnTo>
                    <a:pt x="100" y="49"/>
                  </a:lnTo>
                  <a:lnTo>
                    <a:pt x="88" y="25"/>
                  </a:lnTo>
                  <a:lnTo>
                    <a:pt x="76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07" name=""/>
            <p:cNvSpPr/>
            <p:nvPr/>
          </p:nvSpPr>
          <p:spPr>
            <a:xfrm rot="0">
              <a:off x="3859" y="2045"/>
              <a:ext cx="33" cy="29"/>
            </a:xfrm>
            <a:custGeom>
              <a:avLst/>
              <a:ahLst/>
              <a:rect l="0" t="0" r="r" b="b"/>
              <a:pathLst>
                <a:path w="100" h="87">
                  <a:moveTo>
                    <a:pt x="0" y="38"/>
                  </a:moveTo>
                  <a:lnTo>
                    <a:pt x="12" y="62"/>
                  </a:lnTo>
                  <a:lnTo>
                    <a:pt x="24" y="87"/>
                  </a:lnTo>
                  <a:lnTo>
                    <a:pt x="100" y="49"/>
                  </a:lnTo>
                  <a:lnTo>
                    <a:pt x="88" y="25"/>
                  </a:lnTo>
                  <a:lnTo>
                    <a:pt x="76" y="0"/>
                  </a:lnTo>
                  <a:lnTo>
                    <a:pt x="0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08" name=""/>
            <p:cNvSpPr/>
            <p:nvPr/>
          </p:nvSpPr>
          <p:spPr>
            <a:xfrm rot="0">
              <a:off x="3888" y="2053"/>
              <a:ext cx="4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0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09" name=""/>
            <p:cNvSpPr/>
            <p:nvPr/>
          </p:nvSpPr>
          <p:spPr>
            <a:xfrm rot="0">
              <a:off x="3892" y="20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10" name=""/>
            <p:cNvSpPr/>
            <p:nvPr/>
          </p:nvSpPr>
          <p:spPr>
            <a:xfrm rot="0">
              <a:off x="3884" y="2032"/>
              <a:ext cx="33" cy="29"/>
            </a:xfrm>
            <a:custGeom>
              <a:avLst/>
              <a:ahLst/>
              <a:rect l="0" t="0" r="r" b="b"/>
              <a:pathLst>
                <a:path w="101" h="88">
                  <a:moveTo>
                    <a:pt x="0" y="39"/>
                  </a:moveTo>
                  <a:lnTo>
                    <a:pt x="13" y="64"/>
                  </a:lnTo>
                  <a:lnTo>
                    <a:pt x="26" y="88"/>
                  </a:lnTo>
                  <a:lnTo>
                    <a:pt x="101" y="49"/>
                  </a:lnTo>
                  <a:lnTo>
                    <a:pt x="88" y="24"/>
                  </a:lnTo>
                  <a:lnTo>
                    <a:pt x="75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11" name=""/>
            <p:cNvSpPr/>
            <p:nvPr/>
          </p:nvSpPr>
          <p:spPr>
            <a:xfrm rot="0">
              <a:off x="3884" y="2032"/>
              <a:ext cx="33" cy="29"/>
            </a:xfrm>
            <a:custGeom>
              <a:avLst/>
              <a:ahLst/>
              <a:rect l="0" t="0" r="r" b="b"/>
              <a:pathLst>
                <a:path w="101" h="88">
                  <a:moveTo>
                    <a:pt x="0" y="39"/>
                  </a:moveTo>
                  <a:lnTo>
                    <a:pt x="13" y="64"/>
                  </a:lnTo>
                  <a:lnTo>
                    <a:pt x="26" y="88"/>
                  </a:lnTo>
                  <a:lnTo>
                    <a:pt x="101" y="49"/>
                  </a:lnTo>
                  <a:lnTo>
                    <a:pt x="88" y="24"/>
                  </a:lnTo>
                  <a:lnTo>
                    <a:pt x="75" y="0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12" name=""/>
            <p:cNvSpPr/>
            <p:nvPr/>
          </p:nvSpPr>
          <p:spPr>
            <a:xfrm rot="0">
              <a:off x="3913" y="2040"/>
              <a:ext cx="5" cy="8"/>
            </a:xfrm>
            <a:custGeom>
              <a:avLst/>
              <a:ahLst/>
              <a:rect l="0" t="0" r="r" b="b"/>
              <a:pathLst>
                <a:path w="14" h="25">
                  <a:moveTo>
                    <a:pt x="0" y="0"/>
                  </a:moveTo>
                  <a:lnTo>
                    <a:pt x="13" y="25"/>
                  </a:lnTo>
                  <a:lnTo>
                    <a:pt x="14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13" name=""/>
            <p:cNvSpPr/>
            <p:nvPr/>
          </p:nvSpPr>
          <p:spPr>
            <a:xfrm rot="0" flipV="1">
              <a:off x="3917" y="20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14" name=""/>
            <p:cNvSpPr/>
            <p:nvPr/>
          </p:nvSpPr>
          <p:spPr>
            <a:xfrm rot="0">
              <a:off x="3908" y="2018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0" y="44"/>
                  </a:moveTo>
                  <a:lnTo>
                    <a:pt x="14" y="67"/>
                  </a:lnTo>
                  <a:lnTo>
                    <a:pt x="28" y="91"/>
                  </a:lnTo>
                  <a:lnTo>
                    <a:pt x="99" y="47"/>
                  </a:lnTo>
                  <a:lnTo>
                    <a:pt x="85" y="24"/>
                  </a:lnTo>
                  <a:lnTo>
                    <a:pt x="71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15" name=""/>
            <p:cNvSpPr/>
            <p:nvPr/>
          </p:nvSpPr>
          <p:spPr>
            <a:xfrm rot="0">
              <a:off x="3908" y="2018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0" y="44"/>
                  </a:moveTo>
                  <a:lnTo>
                    <a:pt x="14" y="67"/>
                  </a:lnTo>
                  <a:lnTo>
                    <a:pt x="28" y="91"/>
                  </a:lnTo>
                  <a:lnTo>
                    <a:pt x="99" y="47"/>
                  </a:lnTo>
                  <a:lnTo>
                    <a:pt x="85" y="24"/>
                  </a:lnTo>
                  <a:lnTo>
                    <a:pt x="71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16" name=""/>
            <p:cNvSpPr/>
            <p:nvPr/>
          </p:nvSpPr>
          <p:spPr>
            <a:xfrm rot="0">
              <a:off x="3937" y="2026"/>
              <a:ext cx="5" cy="7"/>
            </a:xfrm>
            <a:custGeom>
              <a:avLst/>
              <a:ahLst/>
              <a:rect l="0" t="0" r="r" b="b"/>
              <a:pathLst>
                <a:path w="16" h="23">
                  <a:moveTo>
                    <a:pt x="0" y="0"/>
                  </a:moveTo>
                  <a:lnTo>
                    <a:pt x="14" y="23"/>
                  </a:lnTo>
                  <a:lnTo>
                    <a:pt x="16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17" name=""/>
            <p:cNvSpPr/>
            <p:nvPr/>
          </p:nvSpPr>
          <p:spPr>
            <a:xfrm rot="0" flipV="1">
              <a:off x="3941" y="20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18" name=""/>
            <p:cNvSpPr/>
            <p:nvPr/>
          </p:nvSpPr>
          <p:spPr>
            <a:xfrm rot="0">
              <a:off x="3931" y="2002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0" y="48"/>
                  </a:moveTo>
                  <a:lnTo>
                    <a:pt x="16" y="71"/>
                  </a:lnTo>
                  <a:lnTo>
                    <a:pt x="32" y="93"/>
                  </a:lnTo>
                  <a:lnTo>
                    <a:pt x="102" y="45"/>
                  </a:lnTo>
                  <a:lnTo>
                    <a:pt x="86" y="23"/>
                  </a:lnTo>
                  <a:lnTo>
                    <a:pt x="70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19" name=""/>
            <p:cNvSpPr/>
            <p:nvPr/>
          </p:nvSpPr>
          <p:spPr>
            <a:xfrm rot="0">
              <a:off x="3931" y="2002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0" y="48"/>
                  </a:moveTo>
                  <a:lnTo>
                    <a:pt x="16" y="71"/>
                  </a:lnTo>
                  <a:lnTo>
                    <a:pt x="32" y="93"/>
                  </a:lnTo>
                  <a:lnTo>
                    <a:pt x="102" y="45"/>
                  </a:lnTo>
                  <a:lnTo>
                    <a:pt x="86" y="23"/>
                  </a:lnTo>
                  <a:lnTo>
                    <a:pt x="70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20" name=""/>
            <p:cNvSpPr/>
            <p:nvPr/>
          </p:nvSpPr>
          <p:spPr>
            <a:xfrm rot="0">
              <a:off x="3960" y="2010"/>
              <a:ext cx="5" cy="7"/>
            </a:xfrm>
            <a:custGeom>
              <a:avLst/>
              <a:ahLst/>
              <a:rect l="0" t="0" r="r" b="b"/>
              <a:pathLst>
                <a:path w="16" h="22">
                  <a:moveTo>
                    <a:pt x="0" y="0"/>
                  </a:moveTo>
                  <a:lnTo>
                    <a:pt x="16" y="22"/>
                  </a:lnTo>
                  <a:lnTo>
                    <a:pt x="16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21" name=""/>
            <p:cNvSpPr/>
            <p:nvPr/>
          </p:nvSpPr>
          <p:spPr>
            <a:xfrm rot="0" flipV="1">
              <a:off x="3965" y="20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22" name=""/>
            <p:cNvSpPr/>
            <p:nvPr/>
          </p:nvSpPr>
          <p:spPr>
            <a:xfrm rot="0">
              <a:off x="3955" y="1986"/>
              <a:ext cx="33" cy="31"/>
            </a:xfrm>
            <a:custGeom>
              <a:avLst/>
              <a:ahLst/>
              <a:rect l="0" t="0" r="r" b="b"/>
              <a:pathLst>
                <a:path w="99" h="93">
                  <a:moveTo>
                    <a:pt x="0" y="50"/>
                  </a:moveTo>
                  <a:lnTo>
                    <a:pt x="16" y="72"/>
                  </a:lnTo>
                  <a:lnTo>
                    <a:pt x="32" y="93"/>
                  </a:lnTo>
                  <a:lnTo>
                    <a:pt x="99" y="43"/>
                  </a:lnTo>
                  <a:lnTo>
                    <a:pt x="83" y="21"/>
                  </a:lnTo>
                  <a:lnTo>
                    <a:pt x="67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23" name=""/>
            <p:cNvSpPr/>
            <p:nvPr/>
          </p:nvSpPr>
          <p:spPr>
            <a:xfrm rot="0">
              <a:off x="3955" y="1986"/>
              <a:ext cx="33" cy="31"/>
            </a:xfrm>
            <a:custGeom>
              <a:avLst/>
              <a:ahLst/>
              <a:rect l="0" t="0" r="r" b="b"/>
              <a:pathLst>
                <a:path w="99" h="93">
                  <a:moveTo>
                    <a:pt x="0" y="50"/>
                  </a:moveTo>
                  <a:lnTo>
                    <a:pt x="16" y="72"/>
                  </a:lnTo>
                  <a:lnTo>
                    <a:pt x="32" y="93"/>
                  </a:lnTo>
                  <a:lnTo>
                    <a:pt x="99" y="43"/>
                  </a:lnTo>
                  <a:lnTo>
                    <a:pt x="83" y="21"/>
                  </a:lnTo>
                  <a:lnTo>
                    <a:pt x="67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24" name=""/>
            <p:cNvSpPr/>
            <p:nvPr/>
          </p:nvSpPr>
          <p:spPr>
            <a:xfrm rot="0">
              <a:off x="3982" y="1993"/>
              <a:ext cx="6" cy="7"/>
            </a:xfrm>
            <a:custGeom>
              <a:avLst/>
              <a:ahLst/>
              <a:rect l="0" t="0" r="r" b="b"/>
              <a:pathLst>
                <a:path w="17" h="22">
                  <a:moveTo>
                    <a:pt x="0" y="0"/>
                  </a:moveTo>
                  <a:lnTo>
                    <a:pt x="16" y="22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25" name=""/>
            <p:cNvSpPr/>
            <p:nvPr/>
          </p:nvSpPr>
          <p:spPr>
            <a:xfrm rot="0">
              <a:off x="3988" y="20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26" name=""/>
            <p:cNvSpPr/>
            <p:nvPr/>
          </p:nvSpPr>
          <p:spPr>
            <a:xfrm rot="0">
              <a:off x="3977" y="1968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0" y="53"/>
                  </a:moveTo>
                  <a:lnTo>
                    <a:pt x="17" y="74"/>
                  </a:lnTo>
                  <a:lnTo>
                    <a:pt x="34" y="96"/>
                  </a:lnTo>
                  <a:lnTo>
                    <a:pt x="99" y="42"/>
                  </a:lnTo>
                  <a:lnTo>
                    <a:pt x="82" y="21"/>
                  </a:lnTo>
                  <a:lnTo>
                    <a:pt x="65" y="0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27" name=""/>
            <p:cNvSpPr/>
            <p:nvPr/>
          </p:nvSpPr>
          <p:spPr>
            <a:xfrm rot="0">
              <a:off x="3977" y="1968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0" y="53"/>
                  </a:moveTo>
                  <a:lnTo>
                    <a:pt x="17" y="74"/>
                  </a:lnTo>
                  <a:lnTo>
                    <a:pt x="34" y="96"/>
                  </a:lnTo>
                  <a:lnTo>
                    <a:pt x="99" y="42"/>
                  </a:lnTo>
                  <a:lnTo>
                    <a:pt x="82" y="21"/>
                  </a:lnTo>
                  <a:lnTo>
                    <a:pt x="65" y="0"/>
                  </a:lnTo>
                  <a:lnTo>
                    <a:pt x="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28" name=""/>
            <p:cNvSpPr/>
            <p:nvPr/>
          </p:nvSpPr>
          <p:spPr>
            <a:xfrm rot="0">
              <a:off x="4004" y="1975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0" y="0"/>
                  </a:moveTo>
                  <a:lnTo>
                    <a:pt x="17" y="21"/>
                  </a:lnTo>
                  <a:lnTo>
                    <a:pt x="18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29" name=""/>
            <p:cNvSpPr/>
            <p:nvPr/>
          </p:nvSpPr>
          <p:spPr>
            <a:xfrm rot="0" flipV="1">
              <a:off x="4010" y="1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30" name=""/>
            <p:cNvSpPr/>
            <p:nvPr/>
          </p:nvSpPr>
          <p:spPr>
            <a:xfrm rot="0">
              <a:off x="3998" y="1949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0" y="57"/>
                  </a:moveTo>
                  <a:lnTo>
                    <a:pt x="18" y="77"/>
                  </a:lnTo>
                  <a:lnTo>
                    <a:pt x="36" y="97"/>
                  </a:lnTo>
                  <a:lnTo>
                    <a:pt x="99" y="41"/>
                  </a:lnTo>
                  <a:lnTo>
                    <a:pt x="81" y="20"/>
                  </a:lnTo>
                  <a:lnTo>
                    <a:pt x="63" y="0"/>
                  </a:lnTo>
                  <a:lnTo>
                    <a:pt x="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31" name=""/>
            <p:cNvSpPr/>
            <p:nvPr/>
          </p:nvSpPr>
          <p:spPr>
            <a:xfrm rot="0">
              <a:off x="3998" y="1949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0" y="57"/>
                  </a:moveTo>
                  <a:lnTo>
                    <a:pt x="18" y="77"/>
                  </a:lnTo>
                  <a:lnTo>
                    <a:pt x="36" y="97"/>
                  </a:lnTo>
                  <a:lnTo>
                    <a:pt x="99" y="41"/>
                  </a:lnTo>
                  <a:lnTo>
                    <a:pt x="81" y="20"/>
                  </a:lnTo>
                  <a:lnTo>
                    <a:pt x="63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32" name=""/>
            <p:cNvSpPr/>
            <p:nvPr/>
          </p:nvSpPr>
          <p:spPr>
            <a:xfrm rot="0">
              <a:off x="4025" y="1956"/>
              <a:ext cx="7" cy="7"/>
            </a:xfrm>
            <a:custGeom>
              <a:avLst/>
              <a:ahLst/>
              <a:rect l="0" t="0" r="r" b="b"/>
              <a:pathLst>
                <a:path w="20" h="21">
                  <a:moveTo>
                    <a:pt x="0" y="0"/>
                  </a:moveTo>
                  <a:lnTo>
                    <a:pt x="18" y="21"/>
                  </a:lnTo>
                  <a:lnTo>
                    <a:pt x="20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33" name=""/>
            <p:cNvSpPr/>
            <p:nvPr/>
          </p:nvSpPr>
          <p:spPr>
            <a:xfrm rot="0" flipV="1">
              <a:off x="4031" y="19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34" name=""/>
            <p:cNvSpPr/>
            <p:nvPr/>
          </p:nvSpPr>
          <p:spPr>
            <a:xfrm rot="0">
              <a:off x="4019" y="1930"/>
              <a:ext cx="32" cy="32"/>
            </a:xfrm>
            <a:custGeom>
              <a:avLst/>
              <a:ahLst/>
              <a:rect l="0" t="0" r="r" b="b"/>
              <a:pathLst>
                <a:path w="97" h="98">
                  <a:moveTo>
                    <a:pt x="0" y="60"/>
                  </a:moveTo>
                  <a:lnTo>
                    <a:pt x="19" y="79"/>
                  </a:lnTo>
                  <a:lnTo>
                    <a:pt x="39" y="98"/>
                  </a:lnTo>
                  <a:lnTo>
                    <a:pt x="97" y="39"/>
                  </a:lnTo>
                  <a:lnTo>
                    <a:pt x="78" y="19"/>
                  </a:lnTo>
                  <a:lnTo>
                    <a:pt x="59" y="0"/>
                  </a:lnTo>
                  <a:lnTo>
                    <a:pt x="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35" name=""/>
            <p:cNvSpPr/>
            <p:nvPr/>
          </p:nvSpPr>
          <p:spPr>
            <a:xfrm rot="0">
              <a:off x="4019" y="1930"/>
              <a:ext cx="32" cy="32"/>
            </a:xfrm>
            <a:custGeom>
              <a:avLst/>
              <a:ahLst/>
              <a:rect l="0" t="0" r="r" b="b"/>
              <a:pathLst>
                <a:path w="97" h="98">
                  <a:moveTo>
                    <a:pt x="0" y="60"/>
                  </a:moveTo>
                  <a:lnTo>
                    <a:pt x="19" y="79"/>
                  </a:lnTo>
                  <a:lnTo>
                    <a:pt x="39" y="98"/>
                  </a:lnTo>
                  <a:lnTo>
                    <a:pt x="97" y="39"/>
                  </a:lnTo>
                  <a:lnTo>
                    <a:pt x="78" y="19"/>
                  </a:lnTo>
                  <a:lnTo>
                    <a:pt x="59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36" name=""/>
            <p:cNvSpPr/>
            <p:nvPr/>
          </p:nvSpPr>
          <p:spPr>
            <a:xfrm rot="0">
              <a:off x="4045" y="1936"/>
              <a:ext cx="6" cy="7"/>
            </a:xfrm>
            <a:custGeom>
              <a:avLst/>
              <a:ahLst/>
              <a:rect l="0" t="0" r="r" b="b"/>
              <a:pathLst>
                <a:path w="20" h="20">
                  <a:moveTo>
                    <a:pt x="0" y="0"/>
                  </a:moveTo>
                  <a:lnTo>
                    <a:pt x="19" y="20"/>
                  </a:lnTo>
                  <a:lnTo>
                    <a:pt x="20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37" name=""/>
            <p:cNvSpPr/>
            <p:nvPr/>
          </p:nvSpPr>
          <p:spPr>
            <a:xfrm rot="0" flipV="1">
              <a:off x="4051" y="1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38" name=""/>
            <p:cNvSpPr/>
            <p:nvPr/>
          </p:nvSpPr>
          <p:spPr>
            <a:xfrm rot="0">
              <a:off x="4038" y="1909"/>
              <a:ext cx="32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0" y="63"/>
                  </a:moveTo>
                  <a:lnTo>
                    <a:pt x="20" y="81"/>
                  </a:lnTo>
                  <a:lnTo>
                    <a:pt x="40" y="100"/>
                  </a:lnTo>
                  <a:lnTo>
                    <a:pt x="97" y="37"/>
                  </a:lnTo>
                  <a:lnTo>
                    <a:pt x="77" y="18"/>
                  </a:lnTo>
                  <a:lnTo>
                    <a:pt x="56" y="0"/>
                  </a:lnTo>
                  <a:lnTo>
                    <a:pt x="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39" name=""/>
            <p:cNvSpPr/>
            <p:nvPr/>
          </p:nvSpPr>
          <p:spPr>
            <a:xfrm rot="0">
              <a:off x="4038" y="1909"/>
              <a:ext cx="32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0" y="63"/>
                  </a:moveTo>
                  <a:lnTo>
                    <a:pt x="20" y="81"/>
                  </a:lnTo>
                  <a:lnTo>
                    <a:pt x="40" y="100"/>
                  </a:lnTo>
                  <a:lnTo>
                    <a:pt x="97" y="37"/>
                  </a:lnTo>
                  <a:lnTo>
                    <a:pt x="77" y="18"/>
                  </a:lnTo>
                  <a:lnTo>
                    <a:pt x="56" y="0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40" name=""/>
            <p:cNvSpPr/>
            <p:nvPr/>
          </p:nvSpPr>
          <p:spPr>
            <a:xfrm rot="0">
              <a:off x="4064" y="1915"/>
              <a:ext cx="7" cy="6"/>
            </a:xfrm>
            <a:custGeom>
              <a:avLst/>
              <a:ahLst/>
              <a:rect l="0" t="0" r="r" b="b"/>
              <a:pathLst>
                <a:path w="21" h="19">
                  <a:moveTo>
                    <a:pt x="0" y="0"/>
                  </a:moveTo>
                  <a:lnTo>
                    <a:pt x="20" y="19"/>
                  </a:lnTo>
                  <a:lnTo>
                    <a:pt x="21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41" name=""/>
            <p:cNvSpPr/>
            <p:nvPr/>
          </p:nvSpPr>
          <p:spPr>
            <a:xfrm rot="0" flipV="1">
              <a:off x="4070" y="1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42" name=""/>
            <p:cNvSpPr/>
            <p:nvPr/>
          </p:nvSpPr>
          <p:spPr>
            <a:xfrm rot="0">
              <a:off x="4056" y="1888"/>
              <a:ext cx="33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0" y="65"/>
                  </a:moveTo>
                  <a:lnTo>
                    <a:pt x="22" y="82"/>
                  </a:lnTo>
                  <a:lnTo>
                    <a:pt x="43" y="99"/>
                  </a:lnTo>
                  <a:lnTo>
                    <a:pt x="98" y="34"/>
                  </a:lnTo>
                  <a:lnTo>
                    <a:pt x="76" y="17"/>
                  </a:lnTo>
                  <a:lnTo>
                    <a:pt x="55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43" name=""/>
            <p:cNvSpPr/>
            <p:nvPr/>
          </p:nvSpPr>
          <p:spPr>
            <a:xfrm rot="0">
              <a:off x="4056" y="1888"/>
              <a:ext cx="33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0" y="65"/>
                  </a:moveTo>
                  <a:lnTo>
                    <a:pt x="22" y="82"/>
                  </a:lnTo>
                  <a:lnTo>
                    <a:pt x="43" y="99"/>
                  </a:lnTo>
                  <a:lnTo>
                    <a:pt x="98" y="34"/>
                  </a:lnTo>
                  <a:lnTo>
                    <a:pt x="76" y="17"/>
                  </a:lnTo>
                  <a:lnTo>
                    <a:pt x="55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44" name=""/>
            <p:cNvSpPr/>
            <p:nvPr/>
          </p:nvSpPr>
          <p:spPr>
            <a:xfrm rot="0">
              <a:off x="4082" y="1893"/>
              <a:ext cx="7" cy="6"/>
            </a:xfrm>
            <a:custGeom>
              <a:avLst/>
              <a:ahLst/>
              <a:rect l="0" t="0" r="r" b="b"/>
              <a:pathLst>
                <a:path w="22" h="17">
                  <a:moveTo>
                    <a:pt x="0" y="0"/>
                  </a:moveTo>
                  <a:lnTo>
                    <a:pt x="22" y="17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45" name=""/>
            <p:cNvSpPr/>
            <p:nvPr/>
          </p:nvSpPr>
          <p:spPr>
            <a:xfrm rot="0" flipV="1">
              <a:off x="4089" y="18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46" name=""/>
            <p:cNvSpPr/>
            <p:nvPr/>
          </p:nvSpPr>
          <p:spPr>
            <a:xfrm rot="0">
              <a:off x="4075" y="1866"/>
              <a:ext cx="31" cy="33"/>
            </a:xfrm>
            <a:custGeom>
              <a:avLst/>
              <a:ahLst/>
              <a:rect l="0" t="0" r="r" b="b"/>
              <a:pathLst>
                <a:path w="93" h="99">
                  <a:moveTo>
                    <a:pt x="0" y="67"/>
                  </a:moveTo>
                  <a:lnTo>
                    <a:pt x="21" y="83"/>
                  </a:lnTo>
                  <a:lnTo>
                    <a:pt x="43" y="99"/>
                  </a:lnTo>
                  <a:lnTo>
                    <a:pt x="93" y="32"/>
                  </a:lnTo>
                  <a:lnTo>
                    <a:pt x="71" y="16"/>
                  </a:lnTo>
                  <a:lnTo>
                    <a:pt x="50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47" name=""/>
            <p:cNvSpPr/>
            <p:nvPr/>
          </p:nvSpPr>
          <p:spPr>
            <a:xfrm rot="0">
              <a:off x="4075" y="1866"/>
              <a:ext cx="31" cy="33"/>
            </a:xfrm>
            <a:custGeom>
              <a:avLst/>
              <a:ahLst/>
              <a:rect l="0" t="0" r="r" b="b"/>
              <a:pathLst>
                <a:path w="93" h="99">
                  <a:moveTo>
                    <a:pt x="0" y="67"/>
                  </a:moveTo>
                  <a:lnTo>
                    <a:pt x="21" y="83"/>
                  </a:lnTo>
                  <a:lnTo>
                    <a:pt x="43" y="99"/>
                  </a:lnTo>
                  <a:lnTo>
                    <a:pt x="93" y="32"/>
                  </a:lnTo>
                  <a:lnTo>
                    <a:pt x="71" y="16"/>
                  </a:lnTo>
                  <a:lnTo>
                    <a:pt x="50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48" name=""/>
            <p:cNvSpPr/>
            <p:nvPr/>
          </p:nvSpPr>
          <p:spPr>
            <a:xfrm rot="0">
              <a:off x="4098" y="1871"/>
              <a:ext cx="8" cy="5"/>
            </a:xfrm>
            <a:custGeom>
              <a:avLst/>
              <a:ahLst/>
              <a:rect l="0" t="0" r="r" b="b"/>
              <a:pathLst>
                <a:path w="23" h="16">
                  <a:moveTo>
                    <a:pt x="0" y="0"/>
                  </a:moveTo>
                  <a:lnTo>
                    <a:pt x="22" y="16"/>
                  </a:lnTo>
                  <a:lnTo>
                    <a:pt x="23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49" name=""/>
            <p:cNvSpPr/>
            <p:nvPr/>
          </p:nvSpPr>
          <p:spPr>
            <a:xfrm rot="0" flipV="1">
              <a:off x="4106" y="1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50" name=""/>
            <p:cNvSpPr/>
            <p:nvPr/>
          </p:nvSpPr>
          <p:spPr>
            <a:xfrm rot="0">
              <a:off x="4091" y="1843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0" y="69"/>
                  </a:moveTo>
                  <a:lnTo>
                    <a:pt x="22" y="84"/>
                  </a:lnTo>
                  <a:lnTo>
                    <a:pt x="45" y="99"/>
                  </a:lnTo>
                  <a:lnTo>
                    <a:pt x="92" y="29"/>
                  </a:lnTo>
                  <a:lnTo>
                    <a:pt x="69" y="14"/>
                  </a:lnTo>
                  <a:lnTo>
                    <a:pt x="47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51" name=""/>
            <p:cNvSpPr/>
            <p:nvPr/>
          </p:nvSpPr>
          <p:spPr>
            <a:xfrm rot="0">
              <a:off x="4091" y="1843"/>
              <a:ext cx="31" cy="33"/>
            </a:xfrm>
            <a:custGeom>
              <a:avLst/>
              <a:ahLst/>
              <a:rect l="0" t="0" r="r" b="b"/>
              <a:pathLst>
                <a:path w="92" h="99">
                  <a:moveTo>
                    <a:pt x="0" y="69"/>
                  </a:moveTo>
                  <a:lnTo>
                    <a:pt x="22" y="84"/>
                  </a:lnTo>
                  <a:lnTo>
                    <a:pt x="45" y="99"/>
                  </a:lnTo>
                  <a:lnTo>
                    <a:pt x="92" y="29"/>
                  </a:lnTo>
                  <a:lnTo>
                    <a:pt x="69" y="14"/>
                  </a:lnTo>
                  <a:lnTo>
                    <a:pt x="47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52" name=""/>
            <p:cNvSpPr/>
            <p:nvPr/>
          </p:nvSpPr>
          <p:spPr>
            <a:xfrm rot="0">
              <a:off x="4114" y="1848"/>
              <a:ext cx="8" cy="5"/>
            </a:xfrm>
            <a:custGeom>
              <a:avLst/>
              <a:ahLst/>
              <a:rect l="0" t="0" r="r" b="b"/>
              <a:pathLst>
                <a:path w="24" h="15">
                  <a:moveTo>
                    <a:pt x="0" y="0"/>
                  </a:moveTo>
                  <a:lnTo>
                    <a:pt x="23" y="15"/>
                  </a:lnTo>
                  <a:lnTo>
                    <a:pt x="24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53" name=""/>
            <p:cNvSpPr/>
            <p:nvPr/>
          </p:nvSpPr>
          <p:spPr>
            <a:xfrm rot="0" flipV="1">
              <a:off x="4122" y="18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54" name=""/>
            <p:cNvSpPr/>
            <p:nvPr/>
          </p:nvSpPr>
          <p:spPr>
            <a:xfrm rot="0">
              <a:off x="4106" y="1819"/>
              <a:ext cx="31" cy="33"/>
            </a:xfrm>
            <a:custGeom>
              <a:avLst/>
              <a:ahLst/>
              <a:rect l="0" t="0" r="r" b="b"/>
              <a:pathLst>
                <a:path w="91" h="100">
                  <a:moveTo>
                    <a:pt x="0" y="73"/>
                  </a:moveTo>
                  <a:lnTo>
                    <a:pt x="23" y="86"/>
                  </a:lnTo>
                  <a:lnTo>
                    <a:pt x="47" y="100"/>
                  </a:lnTo>
                  <a:lnTo>
                    <a:pt x="91" y="28"/>
                  </a:lnTo>
                  <a:lnTo>
                    <a:pt x="67" y="14"/>
                  </a:lnTo>
                  <a:lnTo>
                    <a:pt x="44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55" name=""/>
            <p:cNvSpPr/>
            <p:nvPr/>
          </p:nvSpPr>
          <p:spPr>
            <a:xfrm rot="0">
              <a:off x="4106" y="1819"/>
              <a:ext cx="31" cy="33"/>
            </a:xfrm>
            <a:custGeom>
              <a:avLst/>
              <a:ahLst/>
              <a:rect l="0" t="0" r="r" b="b"/>
              <a:pathLst>
                <a:path w="91" h="100">
                  <a:moveTo>
                    <a:pt x="0" y="73"/>
                  </a:moveTo>
                  <a:lnTo>
                    <a:pt x="23" y="86"/>
                  </a:lnTo>
                  <a:lnTo>
                    <a:pt x="47" y="100"/>
                  </a:lnTo>
                  <a:lnTo>
                    <a:pt x="91" y="28"/>
                  </a:lnTo>
                  <a:lnTo>
                    <a:pt x="67" y="14"/>
                  </a:lnTo>
                  <a:lnTo>
                    <a:pt x="44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56" name=""/>
            <p:cNvSpPr/>
            <p:nvPr/>
          </p:nvSpPr>
          <p:spPr>
            <a:xfrm rot="0">
              <a:off x="4129" y="1824"/>
              <a:ext cx="8" cy="4"/>
            </a:xfrm>
            <a:custGeom>
              <a:avLst/>
              <a:ahLst/>
              <a:rect l="0" t="0" r="r" b="b"/>
              <a:pathLst>
                <a:path w="24" h="14">
                  <a:moveTo>
                    <a:pt x="0" y="0"/>
                  </a:moveTo>
                  <a:lnTo>
                    <a:pt x="24" y="14"/>
                  </a:lnTo>
                  <a:lnTo>
                    <a:pt x="24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57" name=""/>
            <p:cNvSpPr/>
            <p:nvPr/>
          </p:nvSpPr>
          <p:spPr>
            <a:xfrm rot="0" flipV="1">
              <a:off x="4137" y="1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58" name=""/>
            <p:cNvSpPr/>
            <p:nvPr/>
          </p:nvSpPr>
          <p:spPr>
            <a:xfrm rot="0">
              <a:off x="4121" y="1795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0" y="74"/>
                  </a:moveTo>
                  <a:lnTo>
                    <a:pt x="23" y="87"/>
                  </a:lnTo>
                  <a:lnTo>
                    <a:pt x="47" y="100"/>
                  </a:lnTo>
                  <a:lnTo>
                    <a:pt x="87" y="26"/>
                  </a:lnTo>
                  <a:lnTo>
                    <a:pt x="64" y="13"/>
                  </a:lnTo>
                  <a:lnTo>
                    <a:pt x="40" y="0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59" name=""/>
            <p:cNvSpPr/>
            <p:nvPr/>
          </p:nvSpPr>
          <p:spPr>
            <a:xfrm rot="0">
              <a:off x="4121" y="1795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0" y="74"/>
                  </a:moveTo>
                  <a:lnTo>
                    <a:pt x="23" y="87"/>
                  </a:lnTo>
                  <a:lnTo>
                    <a:pt x="47" y="100"/>
                  </a:lnTo>
                  <a:lnTo>
                    <a:pt x="87" y="26"/>
                  </a:lnTo>
                  <a:lnTo>
                    <a:pt x="64" y="13"/>
                  </a:lnTo>
                  <a:lnTo>
                    <a:pt x="40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60" name=""/>
            <p:cNvSpPr/>
            <p:nvPr/>
          </p:nvSpPr>
          <p:spPr>
            <a:xfrm rot="0">
              <a:off x="4142" y="1799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0" y="0"/>
                  </a:moveTo>
                  <a:lnTo>
                    <a:pt x="23" y="13"/>
                  </a:lnTo>
                  <a:lnTo>
                    <a:pt x="24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61" name=""/>
            <p:cNvSpPr/>
            <p:nvPr/>
          </p:nvSpPr>
          <p:spPr>
            <a:xfrm rot="0" flipV="1">
              <a:off x="4150" y="1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62" name=""/>
            <p:cNvSpPr/>
            <p:nvPr/>
          </p:nvSpPr>
          <p:spPr>
            <a:xfrm rot="0">
              <a:off x="4134" y="1770"/>
              <a:ext cx="29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0" y="75"/>
                  </a:moveTo>
                  <a:lnTo>
                    <a:pt x="25" y="87"/>
                  </a:lnTo>
                  <a:lnTo>
                    <a:pt x="49" y="99"/>
                  </a:lnTo>
                  <a:lnTo>
                    <a:pt x="86" y="23"/>
                  </a:lnTo>
                  <a:lnTo>
                    <a:pt x="61" y="11"/>
                  </a:lnTo>
                  <a:lnTo>
                    <a:pt x="37" y="0"/>
                  </a:lnTo>
                  <a:lnTo>
                    <a:pt x="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63" name=""/>
            <p:cNvSpPr/>
            <p:nvPr/>
          </p:nvSpPr>
          <p:spPr>
            <a:xfrm rot="0">
              <a:off x="4134" y="1770"/>
              <a:ext cx="29" cy="33"/>
            </a:xfrm>
            <a:custGeom>
              <a:avLst/>
              <a:ahLst/>
              <a:rect l="0" t="0" r="r" b="b"/>
              <a:pathLst>
                <a:path w="86" h="99">
                  <a:moveTo>
                    <a:pt x="0" y="75"/>
                  </a:moveTo>
                  <a:lnTo>
                    <a:pt x="25" y="87"/>
                  </a:lnTo>
                  <a:lnTo>
                    <a:pt x="49" y="99"/>
                  </a:lnTo>
                  <a:lnTo>
                    <a:pt x="86" y="23"/>
                  </a:lnTo>
                  <a:lnTo>
                    <a:pt x="61" y="11"/>
                  </a:lnTo>
                  <a:lnTo>
                    <a:pt x="37" y="0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64" name=""/>
            <p:cNvSpPr/>
            <p:nvPr/>
          </p:nvSpPr>
          <p:spPr>
            <a:xfrm rot="0">
              <a:off x="4154" y="1774"/>
              <a:ext cx="9" cy="4"/>
            </a:xfrm>
            <a:custGeom>
              <a:avLst/>
              <a:ahLst/>
              <a:rect l="0" t="0" r="r" b="b"/>
              <a:pathLst>
                <a:path w="25" h="12">
                  <a:moveTo>
                    <a:pt x="0" y="0"/>
                  </a:moveTo>
                  <a:lnTo>
                    <a:pt x="25" y="12"/>
                  </a:lnTo>
                  <a:lnTo>
                    <a:pt x="25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65" name=""/>
            <p:cNvSpPr/>
            <p:nvPr/>
          </p:nvSpPr>
          <p:spPr>
            <a:xfrm rot="0" flipV="1">
              <a:off x="4163" y="17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66" name=""/>
            <p:cNvSpPr/>
            <p:nvPr/>
          </p:nvSpPr>
          <p:spPr>
            <a:xfrm rot="0">
              <a:off x="4146" y="1744"/>
              <a:ext cx="28" cy="33"/>
            </a:xfrm>
            <a:custGeom>
              <a:avLst/>
              <a:ahLst/>
              <a:rect l="0" t="0" r="r" b="b"/>
              <a:pathLst>
                <a:path w="83" h="99">
                  <a:moveTo>
                    <a:pt x="0" y="78"/>
                  </a:moveTo>
                  <a:lnTo>
                    <a:pt x="24" y="88"/>
                  </a:lnTo>
                  <a:lnTo>
                    <a:pt x="49" y="99"/>
                  </a:lnTo>
                  <a:lnTo>
                    <a:pt x="83" y="21"/>
                  </a:lnTo>
                  <a:lnTo>
                    <a:pt x="58" y="10"/>
                  </a:lnTo>
                  <a:lnTo>
                    <a:pt x="34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67" name=""/>
            <p:cNvSpPr/>
            <p:nvPr/>
          </p:nvSpPr>
          <p:spPr>
            <a:xfrm rot="0">
              <a:off x="4146" y="1744"/>
              <a:ext cx="28" cy="33"/>
            </a:xfrm>
            <a:custGeom>
              <a:avLst/>
              <a:ahLst/>
              <a:rect l="0" t="0" r="r" b="b"/>
              <a:pathLst>
                <a:path w="83" h="99">
                  <a:moveTo>
                    <a:pt x="0" y="78"/>
                  </a:moveTo>
                  <a:lnTo>
                    <a:pt x="24" y="88"/>
                  </a:lnTo>
                  <a:lnTo>
                    <a:pt x="49" y="99"/>
                  </a:lnTo>
                  <a:lnTo>
                    <a:pt x="83" y="21"/>
                  </a:lnTo>
                  <a:lnTo>
                    <a:pt x="58" y="10"/>
                  </a:lnTo>
                  <a:lnTo>
                    <a:pt x="34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68" name=""/>
            <p:cNvSpPr/>
            <p:nvPr/>
          </p:nvSpPr>
          <p:spPr>
            <a:xfrm rot="0">
              <a:off x="4166" y="1748"/>
              <a:ext cx="8" cy="3"/>
            </a:xfrm>
            <a:custGeom>
              <a:avLst/>
              <a:ahLst/>
              <a:rect l="0" t="0" r="r" b="b"/>
              <a:pathLst>
                <a:path w="26" h="11">
                  <a:moveTo>
                    <a:pt x="0" y="0"/>
                  </a:moveTo>
                  <a:lnTo>
                    <a:pt x="25" y="11"/>
                  </a:lnTo>
                  <a:lnTo>
                    <a:pt x="26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69" name=""/>
            <p:cNvSpPr/>
            <p:nvPr/>
          </p:nvSpPr>
          <p:spPr>
            <a:xfrm rot="0" flipV="1">
              <a:off x="4174" y="1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70" name=""/>
            <p:cNvSpPr/>
            <p:nvPr/>
          </p:nvSpPr>
          <p:spPr>
            <a:xfrm rot="0">
              <a:off x="4157" y="1719"/>
              <a:ext cx="27" cy="32"/>
            </a:xfrm>
            <a:custGeom>
              <a:avLst/>
              <a:ahLst/>
              <a:rect l="0" t="0" r="r" b="b"/>
              <a:pathLst>
                <a:path w="80" h="97">
                  <a:moveTo>
                    <a:pt x="0" y="78"/>
                  </a:moveTo>
                  <a:lnTo>
                    <a:pt x="25" y="87"/>
                  </a:lnTo>
                  <a:lnTo>
                    <a:pt x="51" y="97"/>
                  </a:lnTo>
                  <a:lnTo>
                    <a:pt x="80" y="19"/>
                  </a:lnTo>
                  <a:lnTo>
                    <a:pt x="54" y="9"/>
                  </a:lnTo>
                  <a:lnTo>
                    <a:pt x="28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71" name=""/>
            <p:cNvSpPr/>
            <p:nvPr/>
          </p:nvSpPr>
          <p:spPr>
            <a:xfrm rot="0">
              <a:off x="4157" y="1719"/>
              <a:ext cx="27" cy="32"/>
            </a:xfrm>
            <a:custGeom>
              <a:avLst/>
              <a:ahLst/>
              <a:rect l="0" t="0" r="r" b="b"/>
              <a:pathLst>
                <a:path w="80" h="97">
                  <a:moveTo>
                    <a:pt x="0" y="78"/>
                  </a:moveTo>
                  <a:lnTo>
                    <a:pt x="25" y="87"/>
                  </a:lnTo>
                  <a:lnTo>
                    <a:pt x="51" y="97"/>
                  </a:lnTo>
                  <a:lnTo>
                    <a:pt x="80" y="19"/>
                  </a:lnTo>
                  <a:lnTo>
                    <a:pt x="54" y="9"/>
                  </a:lnTo>
                  <a:lnTo>
                    <a:pt x="28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72" name=""/>
            <p:cNvSpPr/>
            <p:nvPr/>
          </p:nvSpPr>
          <p:spPr>
            <a:xfrm rot="0">
              <a:off x="4175" y="1722"/>
              <a:ext cx="9" cy="3"/>
            </a:xfrm>
            <a:custGeom>
              <a:avLst/>
              <a:ahLst/>
              <a:rect l="0" t="0" r="r" b="b"/>
              <a:pathLst>
                <a:path w="26" h="10">
                  <a:moveTo>
                    <a:pt x="0" y="0"/>
                  </a:moveTo>
                  <a:lnTo>
                    <a:pt x="26" y="10"/>
                  </a:lnTo>
                  <a:lnTo>
                    <a:pt x="26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73" name=""/>
            <p:cNvSpPr/>
            <p:nvPr/>
          </p:nvSpPr>
          <p:spPr>
            <a:xfrm rot="0" flipV="1">
              <a:off x="4184" y="17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74" name=""/>
            <p:cNvSpPr/>
            <p:nvPr/>
          </p:nvSpPr>
          <p:spPr>
            <a:xfrm rot="0">
              <a:off x="4167" y="1692"/>
              <a:ext cx="25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0" y="81"/>
                  </a:moveTo>
                  <a:lnTo>
                    <a:pt x="26" y="89"/>
                  </a:lnTo>
                  <a:lnTo>
                    <a:pt x="52" y="98"/>
                  </a:lnTo>
                  <a:lnTo>
                    <a:pt x="77" y="17"/>
                  </a:lnTo>
                  <a:lnTo>
                    <a:pt x="52" y="8"/>
                  </a:lnTo>
                  <a:lnTo>
                    <a:pt x="26" y="0"/>
                  </a:lnTo>
                  <a:lnTo>
                    <a:pt x="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75" name=""/>
            <p:cNvSpPr/>
            <p:nvPr/>
          </p:nvSpPr>
          <p:spPr>
            <a:xfrm rot="0">
              <a:off x="4167" y="1692"/>
              <a:ext cx="25" cy="33"/>
            </a:xfrm>
            <a:custGeom>
              <a:avLst/>
              <a:ahLst/>
              <a:rect l="0" t="0" r="r" b="b"/>
              <a:pathLst>
                <a:path w="77" h="98">
                  <a:moveTo>
                    <a:pt x="0" y="81"/>
                  </a:moveTo>
                  <a:lnTo>
                    <a:pt x="26" y="89"/>
                  </a:lnTo>
                  <a:lnTo>
                    <a:pt x="52" y="98"/>
                  </a:lnTo>
                  <a:lnTo>
                    <a:pt x="77" y="17"/>
                  </a:lnTo>
                  <a:lnTo>
                    <a:pt x="52" y="8"/>
                  </a:lnTo>
                  <a:lnTo>
                    <a:pt x="26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76" name=""/>
            <p:cNvSpPr/>
            <p:nvPr/>
          </p:nvSpPr>
          <p:spPr>
            <a:xfrm rot="0">
              <a:off x="4184" y="1695"/>
              <a:ext cx="9" cy="3"/>
            </a:xfrm>
            <a:custGeom>
              <a:avLst/>
              <a:ahLst/>
              <a:rect l="0" t="0" r="r" b="b"/>
              <a:pathLst>
                <a:path w="26" h="9">
                  <a:moveTo>
                    <a:pt x="0" y="0"/>
                  </a:moveTo>
                  <a:lnTo>
                    <a:pt x="25" y="9"/>
                  </a:lnTo>
                  <a:lnTo>
                    <a:pt x="26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77" name=""/>
            <p:cNvSpPr/>
            <p:nvPr/>
          </p:nvSpPr>
          <p:spPr>
            <a:xfrm rot="0" flipV="1">
              <a:off x="4192" y="16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78" name=""/>
            <p:cNvSpPr/>
            <p:nvPr/>
          </p:nvSpPr>
          <p:spPr>
            <a:xfrm rot="0">
              <a:off x="4175" y="1665"/>
              <a:ext cx="25" cy="32"/>
            </a:xfrm>
            <a:custGeom>
              <a:avLst/>
              <a:ahLst/>
              <a:rect l="0" t="0" r="r" b="b"/>
              <a:pathLst>
                <a:path w="76" h="97">
                  <a:moveTo>
                    <a:pt x="0" y="82"/>
                  </a:moveTo>
                  <a:lnTo>
                    <a:pt x="27" y="89"/>
                  </a:lnTo>
                  <a:lnTo>
                    <a:pt x="53" y="97"/>
                  </a:lnTo>
                  <a:lnTo>
                    <a:pt x="76" y="15"/>
                  </a:lnTo>
                  <a:lnTo>
                    <a:pt x="49" y="8"/>
                  </a:lnTo>
                  <a:lnTo>
                    <a:pt x="22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79" name=""/>
            <p:cNvSpPr/>
            <p:nvPr/>
          </p:nvSpPr>
          <p:spPr>
            <a:xfrm rot="0">
              <a:off x="4175" y="1665"/>
              <a:ext cx="25" cy="32"/>
            </a:xfrm>
            <a:custGeom>
              <a:avLst/>
              <a:ahLst/>
              <a:rect l="0" t="0" r="r" b="b"/>
              <a:pathLst>
                <a:path w="76" h="97">
                  <a:moveTo>
                    <a:pt x="0" y="82"/>
                  </a:moveTo>
                  <a:lnTo>
                    <a:pt x="27" y="89"/>
                  </a:lnTo>
                  <a:lnTo>
                    <a:pt x="53" y="97"/>
                  </a:lnTo>
                  <a:lnTo>
                    <a:pt x="76" y="15"/>
                  </a:lnTo>
                  <a:lnTo>
                    <a:pt x="49" y="8"/>
                  </a:lnTo>
                  <a:lnTo>
                    <a:pt x="22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80" name=""/>
            <p:cNvSpPr/>
            <p:nvPr/>
          </p:nvSpPr>
          <p:spPr>
            <a:xfrm rot="0">
              <a:off x="4191" y="1668"/>
              <a:ext cx="9" cy="2"/>
            </a:xfrm>
            <a:custGeom>
              <a:avLst/>
              <a:ahLst/>
              <a:rect l="0" t="0" r="r" b="b"/>
              <a:pathLst>
                <a:path w="27" h="7">
                  <a:moveTo>
                    <a:pt x="0" y="0"/>
                  </a:moveTo>
                  <a:lnTo>
                    <a:pt x="27" y="7"/>
                  </a:lnTo>
                  <a:lnTo>
                    <a:pt x="27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81" name=""/>
            <p:cNvSpPr/>
            <p:nvPr/>
          </p:nvSpPr>
          <p:spPr>
            <a:xfrm rot="0" flipV="1">
              <a:off x="4200" y="1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82" name=""/>
            <p:cNvSpPr/>
            <p:nvPr/>
          </p:nvSpPr>
          <p:spPr>
            <a:xfrm rot="0">
              <a:off x="4182" y="1638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0" y="83"/>
                  </a:moveTo>
                  <a:lnTo>
                    <a:pt x="27" y="88"/>
                  </a:lnTo>
                  <a:lnTo>
                    <a:pt x="54" y="93"/>
                  </a:lnTo>
                  <a:lnTo>
                    <a:pt x="71" y="11"/>
                  </a:lnTo>
                  <a:lnTo>
                    <a:pt x="44" y="6"/>
                  </a:lnTo>
                  <a:lnTo>
                    <a:pt x="18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83" name=""/>
            <p:cNvSpPr/>
            <p:nvPr/>
          </p:nvSpPr>
          <p:spPr>
            <a:xfrm rot="0">
              <a:off x="4182" y="1638"/>
              <a:ext cx="24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0" y="83"/>
                  </a:moveTo>
                  <a:lnTo>
                    <a:pt x="27" y="88"/>
                  </a:lnTo>
                  <a:lnTo>
                    <a:pt x="54" y="93"/>
                  </a:lnTo>
                  <a:lnTo>
                    <a:pt x="71" y="11"/>
                  </a:lnTo>
                  <a:lnTo>
                    <a:pt x="44" y="6"/>
                  </a:lnTo>
                  <a:lnTo>
                    <a:pt x="18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84" name=""/>
            <p:cNvSpPr/>
            <p:nvPr/>
          </p:nvSpPr>
          <p:spPr>
            <a:xfrm rot="0">
              <a:off x="4197" y="1640"/>
              <a:ext cx="9" cy="2"/>
            </a:xfrm>
            <a:custGeom>
              <a:avLst/>
              <a:ahLst/>
              <a:rect l="0" t="0" r="r" b="b"/>
              <a:pathLst>
                <a:path w="27" h="5">
                  <a:moveTo>
                    <a:pt x="0" y="0"/>
                  </a:moveTo>
                  <a:lnTo>
                    <a:pt x="27" y="5"/>
                  </a:lnTo>
                  <a:lnTo>
                    <a:pt x="27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85" name=""/>
            <p:cNvSpPr/>
            <p:nvPr/>
          </p:nvSpPr>
          <p:spPr>
            <a:xfrm rot="0" flipV="1">
              <a:off x="4206" y="16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86" name=""/>
            <p:cNvSpPr/>
            <p:nvPr/>
          </p:nvSpPr>
          <p:spPr>
            <a:xfrm rot="0">
              <a:off x="4188" y="1611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0" y="83"/>
                  </a:moveTo>
                  <a:lnTo>
                    <a:pt x="26" y="88"/>
                  </a:lnTo>
                  <a:lnTo>
                    <a:pt x="53" y="92"/>
                  </a:lnTo>
                  <a:lnTo>
                    <a:pt x="67" y="9"/>
                  </a:lnTo>
                  <a:lnTo>
                    <a:pt x="40" y="4"/>
                  </a:lnTo>
                  <a:lnTo>
                    <a:pt x="13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87" name=""/>
            <p:cNvSpPr/>
            <p:nvPr/>
          </p:nvSpPr>
          <p:spPr>
            <a:xfrm rot="0">
              <a:off x="4188" y="1611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0" y="83"/>
                  </a:moveTo>
                  <a:lnTo>
                    <a:pt x="26" y="88"/>
                  </a:lnTo>
                  <a:lnTo>
                    <a:pt x="53" y="92"/>
                  </a:lnTo>
                  <a:lnTo>
                    <a:pt x="67" y="9"/>
                  </a:lnTo>
                  <a:lnTo>
                    <a:pt x="40" y="4"/>
                  </a:lnTo>
                  <a:lnTo>
                    <a:pt x="13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88" name=""/>
            <p:cNvSpPr/>
            <p:nvPr/>
          </p:nvSpPr>
          <p:spPr>
            <a:xfrm rot="0">
              <a:off x="4202" y="1612"/>
              <a:ext cx="9" cy="2"/>
            </a:xfrm>
            <a:custGeom>
              <a:avLst/>
              <a:ahLst/>
              <a:rect l="0" t="0" r="r" b="b"/>
              <a:pathLst>
                <a:path w="27" h="5">
                  <a:moveTo>
                    <a:pt x="0" y="0"/>
                  </a:moveTo>
                  <a:lnTo>
                    <a:pt x="27" y="5"/>
                  </a:lnTo>
                  <a:lnTo>
                    <a:pt x="27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89" name=""/>
            <p:cNvSpPr/>
            <p:nvPr/>
          </p:nvSpPr>
          <p:spPr>
            <a:xfrm rot="0" flipV="1">
              <a:off x="4211" y="1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90" name=""/>
            <p:cNvSpPr/>
            <p:nvPr/>
          </p:nvSpPr>
          <p:spPr>
            <a:xfrm rot="0">
              <a:off x="4193" y="1584"/>
              <a:ext cx="21" cy="30"/>
            </a:xfrm>
            <a:custGeom>
              <a:avLst/>
              <a:ahLst/>
              <a:rect l="0" t="0" r="r" b="b"/>
              <a:pathLst>
                <a:path w="65" h="90">
                  <a:moveTo>
                    <a:pt x="0" y="83"/>
                  </a:moveTo>
                  <a:lnTo>
                    <a:pt x="27" y="86"/>
                  </a:lnTo>
                  <a:lnTo>
                    <a:pt x="54" y="90"/>
                  </a:lnTo>
                  <a:lnTo>
                    <a:pt x="65" y="6"/>
                  </a:lnTo>
                  <a:lnTo>
                    <a:pt x="38" y="3"/>
                  </a:lnTo>
                  <a:lnTo>
                    <a:pt x="11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91" name=""/>
            <p:cNvSpPr/>
            <p:nvPr/>
          </p:nvSpPr>
          <p:spPr>
            <a:xfrm rot="0">
              <a:off x="4193" y="1584"/>
              <a:ext cx="21" cy="30"/>
            </a:xfrm>
            <a:custGeom>
              <a:avLst/>
              <a:ahLst/>
              <a:rect l="0" t="0" r="r" b="b"/>
              <a:pathLst>
                <a:path w="65" h="90">
                  <a:moveTo>
                    <a:pt x="0" y="83"/>
                  </a:moveTo>
                  <a:lnTo>
                    <a:pt x="27" y="86"/>
                  </a:lnTo>
                  <a:lnTo>
                    <a:pt x="54" y="90"/>
                  </a:lnTo>
                  <a:lnTo>
                    <a:pt x="65" y="6"/>
                  </a:lnTo>
                  <a:lnTo>
                    <a:pt x="38" y="3"/>
                  </a:lnTo>
                  <a:lnTo>
                    <a:pt x="11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92" name=""/>
            <p:cNvSpPr/>
            <p:nvPr/>
          </p:nvSpPr>
          <p:spPr>
            <a:xfrm rot="0">
              <a:off x="4205" y="1585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0" y="0"/>
                  </a:moveTo>
                  <a:lnTo>
                    <a:pt x="27" y="3"/>
                  </a:lnTo>
                  <a:lnTo>
                    <a:pt x="27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93" name=""/>
            <p:cNvSpPr/>
            <p:nvPr/>
          </p:nvSpPr>
          <p:spPr>
            <a:xfrm rot="0" flipV="1">
              <a:off x="4214" y="1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94" name=""/>
            <p:cNvSpPr/>
            <p:nvPr/>
          </p:nvSpPr>
          <p:spPr>
            <a:xfrm rot="0">
              <a:off x="4196" y="1556"/>
              <a:ext cx="20" cy="29"/>
            </a:xfrm>
            <a:custGeom>
              <a:avLst/>
              <a:ahLst/>
              <a:rect l="0" t="0" r="r" b="b"/>
              <a:pathLst>
                <a:path w="59" h="89">
                  <a:moveTo>
                    <a:pt x="0" y="85"/>
                  </a:moveTo>
                  <a:lnTo>
                    <a:pt x="27" y="87"/>
                  </a:lnTo>
                  <a:lnTo>
                    <a:pt x="54" y="89"/>
                  </a:lnTo>
                  <a:lnTo>
                    <a:pt x="59" y="5"/>
                  </a:lnTo>
                  <a:lnTo>
                    <a:pt x="32" y="3"/>
                  </a:lnTo>
                  <a:lnTo>
                    <a:pt x="5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95" name=""/>
            <p:cNvSpPr/>
            <p:nvPr/>
          </p:nvSpPr>
          <p:spPr>
            <a:xfrm rot="0">
              <a:off x="4196" y="1556"/>
              <a:ext cx="20" cy="29"/>
            </a:xfrm>
            <a:custGeom>
              <a:avLst/>
              <a:ahLst/>
              <a:rect l="0" t="0" r="r" b="b"/>
              <a:pathLst>
                <a:path w="59" h="89">
                  <a:moveTo>
                    <a:pt x="0" y="85"/>
                  </a:moveTo>
                  <a:lnTo>
                    <a:pt x="27" y="87"/>
                  </a:lnTo>
                  <a:lnTo>
                    <a:pt x="54" y="89"/>
                  </a:lnTo>
                  <a:lnTo>
                    <a:pt x="59" y="5"/>
                  </a:lnTo>
                  <a:lnTo>
                    <a:pt x="32" y="3"/>
                  </a:lnTo>
                  <a:lnTo>
                    <a:pt x="5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96" name=""/>
            <p:cNvSpPr/>
            <p:nvPr/>
          </p:nvSpPr>
          <p:spPr>
            <a:xfrm rot="0">
              <a:off x="4207" y="1557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0"/>
                  </a:moveTo>
                  <a:lnTo>
                    <a:pt x="27" y="2"/>
                  </a:lnTo>
                  <a:lnTo>
                    <a:pt x="27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97" name=""/>
            <p:cNvSpPr/>
            <p:nvPr/>
          </p:nvSpPr>
          <p:spPr>
            <a:xfrm rot="0" flipV="1">
              <a:off x="4216" y="1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598" name=""/>
            <p:cNvSpPr/>
            <p:nvPr/>
          </p:nvSpPr>
          <p:spPr>
            <a:xfrm rot="0">
              <a:off x="4198" y="1528"/>
              <a:ext cx="19" cy="29"/>
            </a:xfrm>
            <a:custGeom>
              <a:avLst/>
              <a:ahLst/>
              <a:rect l="0" t="0" r="r" b="b"/>
              <a:pathLst>
                <a:path w="56" h="87">
                  <a:moveTo>
                    <a:pt x="0" y="85"/>
                  </a:moveTo>
                  <a:lnTo>
                    <a:pt x="27" y="86"/>
                  </a:lnTo>
                  <a:lnTo>
                    <a:pt x="54" y="87"/>
                  </a:lnTo>
                  <a:lnTo>
                    <a:pt x="56" y="2"/>
                  </a:lnTo>
                  <a:lnTo>
                    <a:pt x="29" y="1"/>
                  </a:lnTo>
                  <a:lnTo>
                    <a:pt x="3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599" name=""/>
            <p:cNvSpPr/>
            <p:nvPr/>
          </p:nvSpPr>
          <p:spPr>
            <a:xfrm rot="0">
              <a:off x="4198" y="1528"/>
              <a:ext cx="19" cy="29"/>
            </a:xfrm>
            <a:custGeom>
              <a:avLst/>
              <a:ahLst/>
              <a:rect l="0" t="0" r="r" b="b"/>
              <a:pathLst>
                <a:path w="56" h="87">
                  <a:moveTo>
                    <a:pt x="0" y="85"/>
                  </a:moveTo>
                  <a:lnTo>
                    <a:pt x="27" y="86"/>
                  </a:lnTo>
                  <a:lnTo>
                    <a:pt x="54" y="87"/>
                  </a:lnTo>
                  <a:lnTo>
                    <a:pt x="56" y="2"/>
                  </a:lnTo>
                  <a:lnTo>
                    <a:pt x="29" y="1"/>
                  </a:lnTo>
                  <a:lnTo>
                    <a:pt x="3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00" name=""/>
            <p:cNvSpPr/>
            <p:nvPr/>
          </p:nvSpPr>
          <p:spPr>
            <a:xfrm rot="0">
              <a:off x="4208" y="1528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1"/>
                  </a:moveTo>
                  <a:lnTo>
                    <a:pt x="27" y="2"/>
                  </a:lnTo>
                  <a:lnTo>
                    <a:pt x="27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01" name=""/>
            <p:cNvSpPr/>
            <p:nvPr/>
          </p:nvSpPr>
          <p:spPr>
            <a:xfrm rot="0" flipV="1">
              <a:off x="4217" y="1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02" name=""/>
            <p:cNvSpPr/>
            <p:nvPr/>
          </p:nvSpPr>
          <p:spPr>
            <a:xfrm rot="0">
              <a:off x="3019" y="830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03" name=""/>
            <p:cNvSpPr/>
            <p:nvPr/>
          </p:nvSpPr>
          <p:spPr>
            <a:xfrm rot="0">
              <a:off x="3019" y="830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04" name=""/>
            <p:cNvSpPr/>
            <p:nvPr/>
          </p:nvSpPr>
          <p:spPr>
            <a:xfrm rot="0">
              <a:off x="3019" y="839"/>
              <a:ext cx="18" cy="689"/>
            </a:xfrm>
            <a:custGeom>
              <a:avLst/>
              <a:ahLst/>
              <a:rect l="0" t="0" r="r" b="b"/>
              <a:pathLst>
                <a:path w="55" h="206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068"/>
                  </a:lnTo>
                  <a:lnTo>
                    <a:pt x="27" y="2068"/>
                  </a:lnTo>
                  <a:lnTo>
                    <a:pt x="55" y="2068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05" name=""/>
            <p:cNvSpPr/>
            <p:nvPr/>
          </p:nvSpPr>
          <p:spPr>
            <a:xfrm rot="0">
              <a:off x="3019" y="839"/>
              <a:ext cx="18" cy="689"/>
            </a:xfrm>
            <a:custGeom>
              <a:avLst/>
              <a:ahLst/>
              <a:rect l="0" t="0" r="r" b="b"/>
              <a:pathLst>
                <a:path w="55" h="2068">
                  <a:moveTo>
                    <a:pt x="55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068"/>
                  </a:lnTo>
                  <a:lnTo>
                    <a:pt x="27" y="2068"/>
                  </a:lnTo>
                  <a:lnTo>
                    <a:pt x="55" y="2068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06" name=""/>
            <p:cNvSpPr/>
            <p:nvPr/>
          </p:nvSpPr>
          <p:spPr>
            <a:xfrm rot="0">
              <a:off x="3019" y="152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07" name=""/>
            <p:cNvSpPr/>
            <p:nvPr/>
          </p:nvSpPr>
          <p:spPr>
            <a:xfrm rot="0">
              <a:off x="3019" y="152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08" name=""/>
            <p:cNvSpPr/>
            <p:nvPr/>
          </p:nvSpPr>
          <p:spPr>
            <a:xfrm rot="0">
              <a:off x="4199" y="152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09" name=""/>
            <p:cNvSpPr/>
            <p:nvPr/>
          </p:nvSpPr>
          <p:spPr>
            <a:xfrm rot="0">
              <a:off x="4199" y="152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10" name=""/>
            <p:cNvSpPr/>
            <p:nvPr/>
          </p:nvSpPr>
          <p:spPr>
            <a:xfrm rot="0">
              <a:off x="4199" y="839"/>
              <a:ext cx="18" cy="689"/>
            </a:xfrm>
            <a:custGeom>
              <a:avLst/>
              <a:ahLst/>
              <a:rect l="0" t="0" r="r" b="b"/>
              <a:pathLst>
                <a:path w="54" h="2068">
                  <a:moveTo>
                    <a:pt x="0" y="2068"/>
                  </a:moveTo>
                  <a:lnTo>
                    <a:pt x="26" y="2068"/>
                  </a:lnTo>
                  <a:lnTo>
                    <a:pt x="54" y="2068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0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11" name=""/>
            <p:cNvSpPr/>
            <p:nvPr/>
          </p:nvSpPr>
          <p:spPr>
            <a:xfrm rot="0">
              <a:off x="4199" y="839"/>
              <a:ext cx="18" cy="689"/>
            </a:xfrm>
            <a:custGeom>
              <a:avLst/>
              <a:ahLst/>
              <a:rect l="0" t="0" r="r" b="b"/>
              <a:pathLst>
                <a:path w="54" h="2068">
                  <a:moveTo>
                    <a:pt x="0" y="2068"/>
                  </a:moveTo>
                  <a:lnTo>
                    <a:pt x="26" y="2068"/>
                  </a:lnTo>
                  <a:lnTo>
                    <a:pt x="54" y="2068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0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12" name=""/>
            <p:cNvSpPr/>
            <p:nvPr/>
          </p:nvSpPr>
          <p:spPr>
            <a:xfrm rot="0">
              <a:off x="4199" y="830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13" name=""/>
            <p:cNvSpPr/>
            <p:nvPr/>
          </p:nvSpPr>
          <p:spPr>
            <a:xfrm rot="0">
              <a:off x="4199" y="830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14" name=""/>
            <p:cNvSpPr/>
            <p:nvPr/>
          </p:nvSpPr>
          <p:spPr>
            <a:xfrm rot="0">
              <a:off x="2607" y="3671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15" name=""/>
            <p:cNvSpPr/>
            <p:nvPr/>
          </p:nvSpPr>
          <p:spPr>
            <a:xfrm rot="0">
              <a:off x="2607" y="3671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16" name=""/>
            <p:cNvSpPr/>
            <p:nvPr/>
          </p:nvSpPr>
          <p:spPr>
            <a:xfrm rot="0">
              <a:off x="2607" y="2490"/>
              <a:ext cx="18" cy="1181"/>
            </a:xfrm>
            <a:custGeom>
              <a:avLst/>
              <a:ahLst/>
              <a:rect l="0" t="0" r="r" b="b"/>
              <a:pathLst>
                <a:path w="55" h="3544">
                  <a:moveTo>
                    <a:pt x="0" y="3544"/>
                  </a:moveTo>
                  <a:lnTo>
                    <a:pt x="27" y="3544"/>
                  </a:lnTo>
                  <a:lnTo>
                    <a:pt x="55" y="3544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35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17" name=""/>
            <p:cNvSpPr/>
            <p:nvPr/>
          </p:nvSpPr>
          <p:spPr>
            <a:xfrm rot="0">
              <a:off x="2607" y="2490"/>
              <a:ext cx="18" cy="1181"/>
            </a:xfrm>
            <a:custGeom>
              <a:avLst/>
              <a:ahLst/>
              <a:rect l="0" t="0" r="r" b="b"/>
              <a:pathLst>
                <a:path w="55" h="3544">
                  <a:moveTo>
                    <a:pt x="0" y="3544"/>
                  </a:moveTo>
                  <a:lnTo>
                    <a:pt x="27" y="3544"/>
                  </a:lnTo>
                  <a:lnTo>
                    <a:pt x="55" y="3544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35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18" name=""/>
            <p:cNvSpPr/>
            <p:nvPr/>
          </p:nvSpPr>
          <p:spPr>
            <a:xfrm rot="0">
              <a:off x="2607" y="2481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19" name=""/>
            <p:cNvSpPr/>
            <p:nvPr/>
          </p:nvSpPr>
          <p:spPr>
            <a:xfrm rot="0">
              <a:off x="2607" y="2481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20" name=""/>
            <p:cNvSpPr/>
            <p:nvPr/>
          </p:nvSpPr>
          <p:spPr>
            <a:xfrm rot="0">
              <a:off x="1131" y="367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21" name=""/>
            <p:cNvSpPr/>
            <p:nvPr/>
          </p:nvSpPr>
          <p:spPr>
            <a:xfrm rot="0">
              <a:off x="1131" y="3671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22" name=""/>
            <p:cNvSpPr/>
            <p:nvPr/>
          </p:nvSpPr>
          <p:spPr>
            <a:xfrm rot="0">
              <a:off x="1131" y="2490"/>
              <a:ext cx="18" cy="1181"/>
            </a:xfrm>
            <a:custGeom>
              <a:avLst/>
              <a:ahLst/>
              <a:rect l="0" t="0" r="r" b="b"/>
              <a:pathLst>
                <a:path w="54" h="3544">
                  <a:moveTo>
                    <a:pt x="0" y="3544"/>
                  </a:moveTo>
                  <a:lnTo>
                    <a:pt x="26" y="3544"/>
                  </a:lnTo>
                  <a:lnTo>
                    <a:pt x="54" y="3544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5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23" name=""/>
            <p:cNvSpPr/>
            <p:nvPr/>
          </p:nvSpPr>
          <p:spPr>
            <a:xfrm rot="0">
              <a:off x="1131" y="2490"/>
              <a:ext cx="18" cy="1181"/>
            </a:xfrm>
            <a:custGeom>
              <a:avLst/>
              <a:ahLst/>
              <a:rect l="0" t="0" r="r" b="b"/>
              <a:pathLst>
                <a:path w="54" h="3544">
                  <a:moveTo>
                    <a:pt x="0" y="3544"/>
                  </a:moveTo>
                  <a:lnTo>
                    <a:pt x="26" y="3544"/>
                  </a:lnTo>
                  <a:lnTo>
                    <a:pt x="54" y="3544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5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24" name=""/>
            <p:cNvSpPr/>
            <p:nvPr/>
          </p:nvSpPr>
          <p:spPr>
            <a:xfrm rot="0">
              <a:off x="1131" y="248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25" name=""/>
            <p:cNvSpPr/>
            <p:nvPr/>
          </p:nvSpPr>
          <p:spPr>
            <a:xfrm rot="0">
              <a:off x="1131" y="2481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26" name=""/>
            <p:cNvSpPr/>
            <p:nvPr/>
          </p:nvSpPr>
          <p:spPr>
            <a:xfrm rot="0">
              <a:off x="2458" y="3052"/>
              <a:ext cx="19" cy="29"/>
            </a:xfrm>
            <a:custGeom>
              <a:avLst/>
              <a:ahLst/>
              <a:rect l="0" t="0" r="r" b="b"/>
              <a:pathLst>
                <a:path w="56" h="86">
                  <a:moveTo>
                    <a:pt x="2" y="86"/>
                  </a:moveTo>
                  <a:lnTo>
                    <a:pt x="29" y="85"/>
                  </a:lnTo>
                  <a:lnTo>
                    <a:pt x="56" y="84"/>
                  </a:lnTo>
                  <a:lnTo>
                    <a:pt x="53" y="0"/>
                  </a:lnTo>
                  <a:lnTo>
                    <a:pt x="27" y="1"/>
                  </a:lnTo>
                  <a:lnTo>
                    <a:pt x="0" y="2"/>
                  </a:lnTo>
                  <a:lnTo>
                    <a:pt x="2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27" name=""/>
            <p:cNvSpPr/>
            <p:nvPr/>
          </p:nvSpPr>
          <p:spPr>
            <a:xfrm rot="0">
              <a:off x="2458" y="3052"/>
              <a:ext cx="19" cy="29"/>
            </a:xfrm>
            <a:custGeom>
              <a:avLst/>
              <a:ahLst/>
              <a:rect l="0" t="0" r="r" b="b"/>
              <a:pathLst>
                <a:path w="56" h="86">
                  <a:moveTo>
                    <a:pt x="2" y="86"/>
                  </a:moveTo>
                  <a:lnTo>
                    <a:pt x="29" y="85"/>
                  </a:lnTo>
                  <a:lnTo>
                    <a:pt x="56" y="84"/>
                  </a:lnTo>
                  <a:lnTo>
                    <a:pt x="53" y="0"/>
                  </a:lnTo>
                  <a:lnTo>
                    <a:pt x="27" y="1"/>
                  </a:lnTo>
                  <a:lnTo>
                    <a:pt x="0" y="2"/>
                  </a:lnTo>
                  <a:lnTo>
                    <a:pt x="2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28" name=""/>
            <p:cNvSpPr/>
            <p:nvPr/>
          </p:nvSpPr>
          <p:spPr>
            <a:xfrm rot="0">
              <a:off x="2467" y="3052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29" name=""/>
            <p:cNvSpPr/>
            <p:nvPr/>
          </p:nvSpPr>
          <p:spPr>
            <a:xfrm rot="0" flipV="1">
              <a:off x="2476" y="30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30" name=""/>
            <p:cNvSpPr/>
            <p:nvPr/>
          </p:nvSpPr>
          <p:spPr>
            <a:xfrm rot="0">
              <a:off x="2457" y="3024"/>
              <a:ext cx="19" cy="29"/>
            </a:xfrm>
            <a:custGeom>
              <a:avLst/>
              <a:ahLst/>
              <a:rect l="0" t="0" r="r" b="b"/>
              <a:pathLst>
                <a:path w="58" h="89">
                  <a:moveTo>
                    <a:pt x="5" y="89"/>
                  </a:moveTo>
                  <a:lnTo>
                    <a:pt x="32" y="87"/>
                  </a:lnTo>
                  <a:lnTo>
                    <a:pt x="58" y="84"/>
                  </a:lnTo>
                  <a:lnTo>
                    <a:pt x="53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5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31" name=""/>
            <p:cNvSpPr/>
            <p:nvPr/>
          </p:nvSpPr>
          <p:spPr>
            <a:xfrm rot="0">
              <a:off x="2457" y="3024"/>
              <a:ext cx="19" cy="29"/>
            </a:xfrm>
            <a:custGeom>
              <a:avLst/>
              <a:ahLst/>
              <a:rect l="0" t="0" r="r" b="b"/>
              <a:pathLst>
                <a:path w="58" h="89">
                  <a:moveTo>
                    <a:pt x="5" y="89"/>
                  </a:moveTo>
                  <a:lnTo>
                    <a:pt x="32" y="87"/>
                  </a:lnTo>
                  <a:lnTo>
                    <a:pt x="58" y="84"/>
                  </a:lnTo>
                  <a:lnTo>
                    <a:pt x="53" y="0"/>
                  </a:lnTo>
                  <a:lnTo>
                    <a:pt x="26" y="2"/>
                  </a:lnTo>
                  <a:lnTo>
                    <a:pt x="0" y="4"/>
                  </a:lnTo>
                  <a:lnTo>
                    <a:pt x="5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32" name=""/>
            <p:cNvSpPr/>
            <p:nvPr/>
          </p:nvSpPr>
          <p:spPr>
            <a:xfrm rot="0">
              <a:off x="2465" y="3023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0" y="3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33" name=""/>
            <p:cNvSpPr/>
            <p:nvPr/>
          </p:nvSpPr>
          <p:spPr>
            <a:xfrm rot="0" flipV="1">
              <a:off x="2474" y="30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34" name=""/>
            <p:cNvSpPr/>
            <p:nvPr/>
          </p:nvSpPr>
          <p:spPr>
            <a:xfrm rot="0">
              <a:off x="2453" y="2996"/>
              <a:ext cx="21" cy="29"/>
            </a:xfrm>
            <a:custGeom>
              <a:avLst/>
              <a:ahLst/>
              <a:rect l="0" t="0" r="r" b="b"/>
              <a:pathLst>
                <a:path w="64" h="89">
                  <a:moveTo>
                    <a:pt x="11" y="89"/>
                  </a:moveTo>
                  <a:lnTo>
                    <a:pt x="37" y="86"/>
                  </a:lnTo>
                  <a:lnTo>
                    <a:pt x="64" y="83"/>
                  </a:lnTo>
                  <a:lnTo>
                    <a:pt x="53" y="0"/>
                  </a:lnTo>
                  <a:lnTo>
                    <a:pt x="27" y="3"/>
                  </a:lnTo>
                  <a:lnTo>
                    <a:pt x="0" y="6"/>
                  </a:lnTo>
                  <a:lnTo>
                    <a:pt x="11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35" name=""/>
            <p:cNvSpPr/>
            <p:nvPr/>
          </p:nvSpPr>
          <p:spPr>
            <a:xfrm rot="0">
              <a:off x="2453" y="2996"/>
              <a:ext cx="21" cy="29"/>
            </a:xfrm>
            <a:custGeom>
              <a:avLst/>
              <a:ahLst/>
              <a:rect l="0" t="0" r="r" b="b"/>
              <a:pathLst>
                <a:path w="64" h="89">
                  <a:moveTo>
                    <a:pt x="11" y="89"/>
                  </a:moveTo>
                  <a:lnTo>
                    <a:pt x="37" y="86"/>
                  </a:lnTo>
                  <a:lnTo>
                    <a:pt x="64" y="83"/>
                  </a:lnTo>
                  <a:lnTo>
                    <a:pt x="53" y="0"/>
                  </a:lnTo>
                  <a:lnTo>
                    <a:pt x="27" y="3"/>
                  </a:lnTo>
                  <a:lnTo>
                    <a:pt x="0" y="6"/>
                  </a:lnTo>
                  <a:lnTo>
                    <a:pt x="11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36" name=""/>
            <p:cNvSpPr/>
            <p:nvPr/>
          </p:nvSpPr>
          <p:spPr>
            <a:xfrm rot="0">
              <a:off x="2462" y="2995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37" name=""/>
            <p:cNvSpPr/>
            <p:nvPr/>
          </p:nvSpPr>
          <p:spPr>
            <a:xfrm rot="0" flipV="1">
              <a:off x="2471" y="2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38" name=""/>
            <p:cNvSpPr/>
            <p:nvPr/>
          </p:nvSpPr>
          <p:spPr>
            <a:xfrm rot="0">
              <a:off x="2448" y="2967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14" y="92"/>
                  </a:moveTo>
                  <a:lnTo>
                    <a:pt x="41" y="88"/>
                  </a:lnTo>
                  <a:lnTo>
                    <a:pt x="67" y="84"/>
                  </a:lnTo>
                  <a:lnTo>
                    <a:pt x="53" y="0"/>
                  </a:lnTo>
                  <a:lnTo>
                    <a:pt x="27" y="5"/>
                  </a:lnTo>
                  <a:lnTo>
                    <a:pt x="0" y="9"/>
                  </a:lnTo>
                  <a:lnTo>
                    <a:pt x="14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39" name=""/>
            <p:cNvSpPr/>
            <p:nvPr/>
          </p:nvSpPr>
          <p:spPr>
            <a:xfrm rot="0">
              <a:off x="2448" y="2967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14" y="92"/>
                  </a:moveTo>
                  <a:lnTo>
                    <a:pt x="41" y="88"/>
                  </a:lnTo>
                  <a:lnTo>
                    <a:pt x="67" y="84"/>
                  </a:lnTo>
                  <a:lnTo>
                    <a:pt x="53" y="0"/>
                  </a:lnTo>
                  <a:lnTo>
                    <a:pt x="27" y="5"/>
                  </a:lnTo>
                  <a:lnTo>
                    <a:pt x="0" y="9"/>
                  </a:lnTo>
                  <a:lnTo>
                    <a:pt x="14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40" name=""/>
            <p:cNvSpPr/>
            <p:nvPr/>
          </p:nvSpPr>
          <p:spPr>
            <a:xfrm rot="0">
              <a:off x="2457" y="2967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6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41" name=""/>
            <p:cNvSpPr/>
            <p:nvPr/>
          </p:nvSpPr>
          <p:spPr>
            <a:xfrm rot="0" flipV="1">
              <a:off x="2466" y="2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42" name=""/>
            <p:cNvSpPr/>
            <p:nvPr/>
          </p:nvSpPr>
          <p:spPr>
            <a:xfrm rot="0">
              <a:off x="2443" y="2940"/>
              <a:ext cx="23" cy="31"/>
            </a:xfrm>
            <a:custGeom>
              <a:avLst/>
              <a:ahLst/>
              <a:rect l="0" t="0" r="r" b="b"/>
              <a:pathLst>
                <a:path w="70" h="93">
                  <a:moveTo>
                    <a:pt x="17" y="93"/>
                  </a:moveTo>
                  <a:lnTo>
                    <a:pt x="44" y="88"/>
                  </a:lnTo>
                  <a:lnTo>
                    <a:pt x="70" y="82"/>
                  </a:lnTo>
                  <a:lnTo>
                    <a:pt x="53" y="0"/>
                  </a:lnTo>
                  <a:lnTo>
                    <a:pt x="27" y="5"/>
                  </a:lnTo>
                  <a:lnTo>
                    <a:pt x="0" y="11"/>
                  </a:lnTo>
                  <a:lnTo>
                    <a:pt x="17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43" name=""/>
            <p:cNvSpPr/>
            <p:nvPr/>
          </p:nvSpPr>
          <p:spPr>
            <a:xfrm rot="0">
              <a:off x="2443" y="2940"/>
              <a:ext cx="23" cy="31"/>
            </a:xfrm>
            <a:custGeom>
              <a:avLst/>
              <a:ahLst/>
              <a:rect l="0" t="0" r="r" b="b"/>
              <a:pathLst>
                <a:path w="70" h="93">
                  <a:moveTo>
                    <a:pt x="17" y="93"/>
                  </a:moveTo>
                  <a:lnTo>
                    <a:pt x="44" y="88"/>
                  </a:lnTo>
                  <a:lnTo>
                    <a:pt x="70" y="82"/>
                  </a:lnTo>
                  <a:lnTo>
                    <a:pt x="53" y="0"/>
                  </a:lnTo>
                  <a:lnTo>
                    <a:pt x="27" y="5"/>
                  </a:lnTo>
                  <a:lnTo>
                    <a:pt x="0" y="11"/>
                  </a:lnTo>
                  <a:lnTo>
                    <a:pt x="17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44" name=""/>
            <p:cNvSpPr/>
            <p:nvPr/>
          </p:nvSpPr>
          <p:spPr>
            <a:xfrm rot="0">
              <a:off x="2452" y="2939"/>
              <a:ext cx="8" cy="2"/>
            </a:xfrm>
            <a:custGeom>
              <a:avLst/>
              <a:ahLst/>
              <a:rect l="0" t="0" r="r" b="b"/>
              <a:pathLst>
                <a:path w="26" h="7">
                  <a:moveTo>
                    <a:pt x="0" y="7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45" name=""/>
            <p:cNvSpPr/>
            <p:nvPr/>
          </p:nvSpPr>
          <p:spPr>
            <a:xfrm rot="0" flipV="1">
              <a:off x="2460" y="2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46" name=""/>
            <p:cNvSpPr/>
            <p:nvPr/>
          </p:nvSpPr>
          <p:spPr>
            <a:xfrm rot="0">
              <a:off x="2435" y="2912"/>
              <a:ext cx="25" cy="32"/>
            </a:xfrm>
            <a:custGeom>
              <a:avLst/>
              <a:ahLst/>
              <a:rect l="0" t="0" r="r" b="b"/>
              <a:pathLst>
                <a:path w="75" h="96">
                  <a:moveTo>
                    <a:pt x="22" y="96"/>
                  </a:moveTo>
                  <a:lnTo>
                    <a:pt x="49" y="88"/>
                  </a:lnTo>
                  <a:lnTo>
                    <a:pt x="75" y="81"/>
                  </a:lnTo>
                  <a:lnTo>
                    <a:pt x="53" y="0"/>
                  </a:lnTo>
                  <a:lnTo>
                    <a:pt x="26" y="7"/>
                  </a:lnTo>
                  <a:lnTo>
                    <a:pt x="0" y="15"/>
                  </a:lnTo>
                  <a:lnTo>
                    <a:pt x="22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47" name=""/>
            <p:cNvSpPr/>
            <p:nvPr/>
          </p:nvSpPr>
          <p:spPr>
            <a:xfrm rot="0">
              <a:off x="2435" y="2912"/>
              <a:ext cx="25" cy="32"/>
            </a:xfrm>
            <a:custGeom>
              <a:avLst/>
              <a:ahLst/>
              <a:rect l="0" t="0" r="r" b="b"/>
              <a:pathLst>
                <a:path w="75" h="96">
                  <a:moveTo>
                    <a:pt x="22" y="96"/>
                  </a:moveTo>
                  <a:lnTo>
                    <a:pt x="49" y="88"/>
                  </a:lnTo>
                  <a:lnTo>
                    <a:pt x="75" y="81"/>
                  </a:lnTo>
                  <a:lnTo>
                    <a:pt x="53" y="0"/>
                  </a:lnTo>
                  <a:lnTo>
                    <a:pt x="26" y="7"/>
                  </a:lnTo>
                  <a:lnTo>
                    <a:pt x="0" y="15"/>
                  </a:lnTo>
                  <a:lnTo>
                    <a:pt x="22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48" name=""/>
            <p:cNvSpPr/>
            <p:nvPr/>
          </p:nvSpPr>
          <p:spPr>
            <a:xfrm rot="0">
              <a:off x="2444" y="2912"/>
              <a:ext cx="9" cy="2"/>
            </a:xfrm>
            <a:custGeom>
              <a:avLst/>
              <a:ahLst/>
              <a:rect l="0" t="0" r="r" b="b"/>
              <a:pathLst>
                <a:path w="27" h="8">
                  <a:moveTo>
                    <a:pt x="0" y="8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49" name=""/>
            <p:cNvSpPr/>
            <p:nvPr/>
          </p:nvSpPr>
          <p:spPr>
            <a:xfrm rot="0" flipH="1" flipV="1">
              <a:off x="2453" y="29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8" name=""/>
          <p:cNvGrpSpPr/>
          <p:nvPr/>
        </p:nvGrpSpPr>
        <p:grpSpPr>
          <a:xfrm rot="0">
            <a:off x="2135187" y="3938587"/>
            <a:ext cx="1758950" cy="692150"/>
            <a:chOff x="1345" y="2481"/>
            <a:chExt cx="1108" cy="436"/>
          </a:xfrm>
        </p:grpSpPr>
        <p:sp>
          <p:nvSpPr>
            <p:cNvPr id="1083650" name=""/>
            <p:cNvSpPr/>
            <p:nvPr/>
          </p:nvSpPr>
          <p:spPr>
            <a:xfrm rot="0">
              <a:off x="2427" y="288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26" y="99"/>
                  </a:moveTo>
                  <a:lnTo>
                    <a:pt x="51" y="90"/>
                  </a:lnTo>
                  <a:lnTo>
                    <a:pt x="77" y="82"/>
                  </a:lnTo>
                  <a:lnTo>
                    <a:pt x="51" y="0"/>
                  </a:lnTo>
                  <a:lnTo>
                    <a:pt x="26" y="9"/>
                  </a:lnTo>
                  <a:lnTo>
                    <a:pt x="0" y="17"/>
                  </a:lnTo>
                  <a:lnTo>
                    <a:pt x="26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51" name=""/>
            <p:cNvSpPr/>
            <p:nvPr/>
          </p:nvSpPr>
          <p:spPr>
            <a:xfrm rot="0">
              <a:off x="2427" y="288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26" y="99"/>
                  </a:moveTo>
                  <a:lnTo>
                    <a:pt x="51" y="90"/>
                  </a:lnTo>
                  <a:lnTo>
                    <a:pt x="77" y="82"/>
                  </a:lnTo>
                  <a:lnTo>
                    <a:pt x="51" y="0"/>
                  </a:lnTo>
                  <a:lnTo>
                    <a:pt x="26" y="9"/>
                  </a:lnTo>
                  <a:lnTo>
                    <a:pt x="0" y="17"/>
                  </a:lnTo>
                  <a:lnTo>
                    <a:pt x="26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52" name=""/>
            <p:cNvSpPr/>
            <p:nvPr/>
          </p:nvSpPr>
          <p:spPr>
            <a:xfrm rot="0">
              <a:off x="2436" y="2884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1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53" name=""/>
            <p:cNvSpPr/>
            <p:nvPr/>
          </p:nvSpPr>
          <p:spPr>
            <a:xfrm rot="0" flipV="1">
              <a:off x="2444" y="28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54" name=""/>
            <p:cNvSpPr/>
            <p:nvPr/>
          </p:nvSpPr>
          <p:spPr>
            <a:xfrm rot="0">
              <a:off x="2417" y="2858"/>
              <a:ext cx="27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29" y="99"/>
                  </a:moveTo>
                  <a:lnTo>
                    <a:pt x="55" y="89"/>
                  </a:lnTo>
                  <a:lnTo>
                    <a:pt x="80" y="79"/>
                  </a:lnTo>
                  <a:lnTo>
                    <a:pt x="51" y="0"/>
                  </a:lnTo>
                  <a:lnTo>
                    <a:pt x="26" y="10"/>
                  </a:lnTo>
                  <a:lnTo>
                    <a:pt x="0" y="19"/>
                  </a:lnTo>
                  <a:lnTo>
                    <a:pt x="29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55" name=""/>
            <p:cNvSpPr/>
            <p:nvPr/>
          </p:nvSpPr>
          <p:spPr>
            <a:xfrm rot="0">
              <a:off x="2417" y="2858"/>
              <a:ext cx="27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29" y="99"/>
                  </a:moveTo>
                  <a:lnTo>
                    <a:pt x="55" y="89"/>
                  </a:lnTo>
                  <a:lnTo>
                    <a:pt x="80" y="79"/>
                  </a:lnTo>
                  <a:lnTo>
                    <a:pt x="51" y="0"/>
                  </a:lnTo>
                  <a:lnTo>
                    <a:pt x="26" y="10"/>
                  </a:lnTo>
                  <a:lnTo>
                    <a:pt x="0" y="19"/>
                  </a:lnTo>
                  <a:lnTo>
                    <a:pt x="29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56" name=""/>
            <p:cNvSpPr/>
            <p:nvPr/>
          </p:nvSpPr>
          <p:spPr>
            <a:xfrm rot="0">
              <a:off x="2426" y="2857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11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57" name=""/>
            <p:cNvSpPr/>
            <p:nvPr/>
          </p:nvSpPr>
          <p:spPr>
            <a:xfrm rot="0" flipH="1" flipV="1">
              <a:off x="2434" y="2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58" name=""/>
            <p:cNvSpPr/>
            <p:nvPr/>
          </p:nvSpPr>
          <p:spPr>
            <a:xfrm rot="0">
              <a:off x="2407" y="2832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33" y="99"/>
                  </a:moveTo>
                  <a:lnTo>
                    <a:pt x="58" y="88"/>
                  </a:lnTo>
                  <a:lnTo>
                    <a:pt x="82" y="77"/>
                  </a:lnTo>
                  <a:lnTo>
                    <a:pt x="49" y="0"/>
                  </a:lnTo>
                  <a:lnTo>
                    <a:pt x="25" y="11"/>
                  </a:lnTo>
                  <a:lnTo>
                    <a:pt x="0" y="22"/>
                  </a:lnTo>
                  <a:lnTo>
                    <a:pt x="33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59" name=""/>
            <p:cNvSpPr/>
            <p:nvPr/>
          </p:nvSpPr>
          <p:spPr>
            <a:xfrm rot="0">
              <a:off x="2407" y="2832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33" y="99"/>
                  </a:moveTo>
                  <a:lnTo>
                    <a:pt x="58" y="88"/>
                  </a:lnTo>
                  <a:lnTo>
                    <a:pt x="82" y="77"/>
                  </a:lnTo>
                  <a:lnTo>
                    <a:pt x="49" y="0"/>
                  </a:lnTo>
                  <a:lnTo>
                    <a:pt x="25" y="11"/>
                  </a:lnTo>
                  <a:lnTo>
                    <a:pt x="0" y="22"/>
                  </a:lnTo>
                  <a:lnTo>
                    <a:pt x="33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60" name=""/>
            <p:cNvSpPr/>
            <p:nvPr/>
          </p:nvSpPr>
          <p:spPr>
            <a:xfrm rot="0">
              <a:off x="2415" y="2831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1"/>
                  </a:lnTo>
                  <a:lnTo>
                    <a:pt x="2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61" name=""/>
            <p:cNvSpPr/>
            <p:nvPr/>
          </p:nvSpPr>
          <p:spPr>
            <a:xfrm rot="0" flipV="1">
              <a:off x="2423" y="28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62" name=""/>
            <p:cNvSpPr/>
            <p:nvPr/>
          </p:nvSpPr>
          <p:spPr>
            <a:xfrm rot="0">
              <a:off x="2394" y="2806"/>
              <a:ext cx="29" cy="33"/>
            </a:xfrm>
            <a:custGeom>
              <a:avLst/>
              <a:ahLst/>
              <a:rect l="0" t="0" r="r" b="b"/>
              <a:pathLst>
                <a:path w="86" h="100">
                  <a:moveTo>
                    <a:pt x="37" y="100"/>
                  </a:moveTo>
                  <a:lnTo>
                    <a:pt x="62" y="88"/>
                  </a:lnTo>
                  <a:lnTo>
                    <a:pt x="86" y="76"/>
                  </a:lnTo>
                  <a:lnTo>
                    <a:pt x="49" y="0"/>
                  </a:lnTo>
                  <a:lnTo>
                    <a:pt x="24" y="12"/>
                  </a:lnTo>
                  <a:lnTo>
                    <a:pt x="0" y="24"/>
                  </a:lnTo>
                  <a:lnTo>
                    <a:pt x="37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63" name=""/>
            <p:cNvSpPr/>
            <p:nvPr/>
          </p:nvSpPr>
          <p:spPr>
            <a:xfrm rot="0">
              <a:off x="2394" y="2806"/>
              <a:ext cx="29" cy="33"/>
            </a:xfrm>
            <a:custGeom>
              <a:avLst/>
              <a:ahLst/>
              <a:rect l="0" t="0" r="r" b="b"/>
              <a:pathLst>
                <a:path w="86" h="100">
                  <a:moveTo>
                    <a:pt x="37" y="100"/>
                  </a:moveTo>
                  <a:lnTo>
                    <a:pt x="62" y="88"/>
                  </a:lnTo>
                  <a:lnTo>
                    <a:pt x="86" y="76"/>
                  </a:lnTo>
                  <a:lnTo>
                    <a:pt x="49" y="0"/>
                  </a:lnTo>
                  <a:lnTo>
                    <a:pt x="24" y="12"/>
                  </a:lnTo>
                  <a:lnTo>
                    <a:pt x="0" y="24"/>
                  </a:lnTo>
                  <a:lnTo>
                    <a:pt x="37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64" name=""/>
            <p:cNvSpPr/>
            <p:nvPr/>
          </p:nvSpPr>
          <p:spPr>
            <a:xfrm rot="0">
              <a:off x="2402" y="2806"/>
              <a:ext cx="9" cy="4"/>
            </a:xfrm>
            <a:custGeom>
              <a:avLst/>
              <a:ahLst/>
              <a:rect l="0" t="0" r="r" b="b"/>
              <a:pathLst>
                <a:path w="25" h="13">
                  <a:moveTo>
                    <a:pt x="0" y="13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65" name=""/>
            <p:cNvSpPr/>
            <p:nvPr/>
          </p:nvSpPr>
          <p:spPr>
            <a:xfrm rot="0" flipH="1" flipV="1">
              <a:off x="2410" y="2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66" name=""/>
            <p:cNvSpPr/>
            <p:nvPr/>
          </p:nvSpPr>
          <p:spPr>
            <a:xfrm rot="0">
              <a:off x="2381" y="2781"/>
              <a:ext cx="29" cy="33"/>
            </a:xfrm>
            <a:custGeom>
              <a:avLst/>
              <a:ahLst/>
              <a:rect l="0" t="0" r="r" b="b"/>
              <a:pathLst>
                <a:path w="88" h="100">
                  <a:moveTo>
                    <a:pt x="41" y="100"/>
                  </a:moveTo>
                  <a:lnTo>
                    <a:pt x="64" y="87"/>
                  </a:lnTo>
                  <a:lnTo>
                    <a:pt x="88" y="74"/>
                  </a:lnTo>
                  <a:lnTo>
                    <a:pt x="47" y="0"/>
                  </a:lnTo>
                  <a:lnTo>
                    <a:pt x="24" y="12"/>
                  </a:lnTo>
                  <a:lnTo>
                    <a:pt x="0" y="25"/>
                  </a:lnTo>
                  <a:lnTo>
                    <a:pt x="41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67" name=""/>
            <p:cNvSpPr/>
            <p:nvPr/>
          </p:nvSpPr>
          <p:spPr>
            <a:xfrm rot="0">
              <a:off x="2381" y="2781"/>
              <a:ext cx="29" cy="33"/>
            </a:xfrm>
            <a:custGeom>
              <a:avLst/>
              <a:ahLst/>
              <a:rect l="0" t="0" r="r" b="b"/>
              <a:pathLst>
                <a:path w="88" h="100">
                  <a:moveTo>
                    <a:pt x="41" y="100"/>
                  </a:moveTo>
                  <a:lnTo>
                    <a:pt x="64" y="87"/>
                  </a:lnTo>
                  <a:lnTo>
                    <a:pt x="88" y="74"/>
                  </a:lnTo>
                  <a:lnTo>
                    <a:pt x="47" y="0"/>
                  </a:lnTo>
                  <a:lnTo>
                    <a:pt x="24" y="12"/>
                  </a:lnTo>
                  <a:lnTo>
                    <a:pt x="0" y="25"/>
                  </a:lnTo>
                  <a:lnTo>
                    <a:pt x="41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68" name=""/>
            <p:cNvSpPr/>
            <p:nvPr/>
          </p:nvSpPr>
          <p:spPr>
            <a:xfrm rot="0">
              <a:off x="2389" y="2780"/>
              <a:ext cx="8" cy="5"/>
            </a:xfrm>
            <a:custGeom>
              <a:avLst/>
              <a:ahLst/>
              <a:rect l="0" t="0" r="r" b="b"/>
              <a:pathLst>
                <a:path w="23" h="14">
                  <a:moveTo>
                    <a:pt x="0" y="14"/>
                  </a:moveTo>
                  <a:lnTo>
                    <a:pt x="23" y="2"/>
                  </a:lnTo>
                  <a:lnTo>
                    <a:pt x="2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69" name=""/>
            <p:cNvSpPr/>
            <p:nvPr/>
          </p:nvSpPr>
          <p:spPr>
            <a:xfrm rot="0" flipV="1">
              <a:off x="2397" y="27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70" name=""/>
            <p:cNvSpPr/>
            <p:nvPr/>
          </p:nvSpPr>
          <p:spPr>
            <a:xfrm rot="0">
              <a:off x="2366" y="2757"/>
              <a:ext cx="31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44" y="99"/>
                  </a:moveTo>
                  <a:lnTo>
                    <a:pt x="68" y="85"/>
                  </a:lnTo>
                  <a:lnTo>
                    <a:pt x="91" y="71"/>
                  </a:lnTo>
                  <a:lnTo>
                    <a:pt x="47" y="0"/>
                  </a:lnTo>
                  <a:lnTo>
                    <a:pt x="24" y="14"/>
                  </a:lnTo>
                  <a:lnTo>
                    <a:pt x="0" y="28"/>
                  </a:lnTo>
                  <a:lnTo>
                    <a:pt x="44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71" name=""/>
            <p:cNvSpPr/>
            <p:nvPr/>
          </p:nvSpPr>
          <p:spPr>
            <a:xfrm rot="0">
              <a:off x="2366" y="2757"/>
              <a:ext cx="31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44" y="99"/>
                  </a:moveTo>
                  <a:lnTo>
                    <a:pt x="68" y="85"/>
                  </a:lnTo>
                  <a:lnTo>
                    <a:pt x="91" y="71"/>
                  </a:lnTo>
                  <a:lnTo>
                    <a:pt x="47" y="0"/>
                  </a:lnTo>
                  <a:lnTo>
                    <a:pt x="24" y="14"/>
                  </a:lnTo>
                  <a:lnTo>
                    <a:pt x="0" y="28"/>
                  </a:lnTo>
                  <a:lnTo>
                    <a:pt x="44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72" name=""/>
            <p:cNvSpPr/>
            <p:nvPr/>
          </p:nvSpPr>
          <p:spPr>
            <a:xfrm rot="0">
              <a:off x="2374" y="2756"/>
              <a:ext cx="8" cy="5"/>
            </a:xfrm>
            <a:custGeom>
              <a:avLst/>
              <a:ahLst/>
              <a:rect l="0" t="0" r="r" b="b"/>
              <a:pathLst>
                <a:path w="23" h="15">
                  <a:moveTo>
                    <a:pt x="0" y="15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73" name=""/>
            <p:cNvSpPr/>
            <p:nvPr/>
          </p:nvSpPr>
          <p:spPr>
            <a:xfrm rot="0" flipH="1" flipV="1">
              <a:off x="2382" y="2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74" name=""/>
            <p:cNvSpPr/>
            <p:nvPr/>
          </p:nvSpPr>
          <p:spPr>
            <a:xfrm rot="0">
              <a:off x="2351" y="2733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47" y="100"/>
                  </a:moveTo>
                  <a:lnTo>
                    <a:pt x="70" y="85"/>
                  </a:lnTo>
                  <a:lnTo>
                    <a:pt x="92" y="70"/>
                  </a:lnTo>
                  <a:lnTo>
                    <a:pt x="45" y="0"/>
                  </a:lnTo>
                  <a:lnTo>
                    <a:pt x="23" y="15"/>
                  </a:lnTo>
                  <a:lnTo>
                    <a:pt x="0" y="30"/>
                  </a:lnTo>
                  <a:lnTo>
                    <a:pt x="47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75" name=""/>
            <p:cNvSpPr/>
            <p:nvPr/>
          </p:nvSpPr>
          <p:spPr>
            <a:xfrm rot="0">
              <a:off x="2351" y="2733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47" y="100"/>
                  </a:moveTo>
                  <a:lnTo>
                    <a:pt x="70" y="85"/>
                  </a:lnTo>
                  <a:lnTo>
                    <a:pt x="92" y="70"/>
                  </a:lnTo>
                  <a:lnTo>
                    <a:pt x="45" y="0"/>
                  </a:lnTo>
                  <a:lnTo>
                    <a:pt x="23" y="15"/>
                  </a:lnTo>
                  <a:lnTo>
                    <a:pt x="0" y="30"/>
                  </a:lnTo>
                  <a:lnTo>
                    <a:pt x="47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76" name=""/>
            <p:cNvSpPr/>
            <p:nvPr/>
          </p:nvSpPr>
          <p:spPr>
            <a:xfrm rot="0">
              <a:off x="2359" y="2733"/>
              <a:ext cx="7" cy="5"/>
            </a:xfrm>
            <a:custGeom>
              <a:avLst/>
              <a:ahLst/>
              <a:rect l="0" t="0" r="r" b="b"/>
              <a:pathLst>
                <a:path w="22" h="16">
                  <a:moveTo>
                    <a:pt x="0" y="16"/>
                  </a:moveTo>
                  <a:lnTo>
                    <a:pt x="22" y="1"/>
                  </a:lnTo>
                  <a:lnTo>
                    <a:pt x="22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77" name=""/>
            <p:cNvSpPr/>
            <p:nvPr/>
          </p:nvSpPr>
          <p:spPr>
            <a:xfrm rot="0" flipV="1">
              <a:off x="2366" y="27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78" name=""/>
            <p:cNvSpPr/>
            <p:nvPr/>
          </p:nvSpPr>
          <p:spPr>
            <a:xfrm rot="0">
              <a:off x="2334" y="2710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50" y="100"/>
                  </a:moveTo>
                  <a:lnTo>
                    <a:pt x="73" y="84"/>
                  </a:lnTo>
                  <a:lnTo>
                    <a:pt x="95" y="68"/>
                  </a:lnTo>
                  <a:lnTo>
                    <a:pt x="45" y="0"/>
                  </a:lnTo>
                  <a:lnTo>
                    <a:pt x="23" y="16"/>
                  </a:lnTo>
                  <a:lnTo>
                    <a:pt x="0" y="32"/>
                  </a:lnTo>
                  <a:lnTo>
                    <a:pt x="50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79" name=""/>
            <p:cNvSpPr/>
            <p:nvPr/>
          </p:nvSpPr>
          <p:spPr>
            <a:xfrm rot="0">
              <a:off x="2334" y="2710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50" y="100"/>
                  </a:moveTo>
                  <a:lnTo>
                    <a:pt x="73" y="84"/>
                  </a:lnTo>
                  <a:lnTo>
                    <a:pt x="95" y="68"/>
                  </a:lnTo>
                  <a:lnTo>
                    <a:pt x="45" y="0"/>
                  </a:lnTo>
                  <a:lnTo>
                    <a:pt x="23" y="16"/>
                  </a:lnTo>
                  <a:lnTo>
                    <a:pt x="0" y="32"/>
                  </a:lnTo>
                  <a:lnTo>
                    <a:pt x="5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80" name=""/>
            <p:cNvSpPr/>
            <p:nvPr/>
          </p:nvSpPr>
          <p:spPr>
            <a:xfrm rot="0">
              <a:off x="2342" y="2709"/>
              <a:ext cx="7" cy="6"/>
            </a:xfrm>
            <a:custGeom>
              <a:avLst/>
              <a:ahLst/>
              <a:rect l="0" t="0" r="r" b="b"/>
              <a:pathLst>
                <a:path w="22" h="18">
                  <a:moveTo>
                    <a:pt x="0" y="18"/>
                  </a:moveTo>
                  <a:lnTo>
                    <a:pt x="22" y="2"/>
                  </a:lnTo>
                  <a:lnTo>
                    <a:pt x="20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81" name=""/>
            <p:cNvSpPr/>
            <p:nvPr/>
          </p:nvSpPr>
          <p:spPr>
            <a:xfrm rot="0" flipH="1" flipV="1">
              <a:off x="2349" y="27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82" name=""/>
            <p:cNvSpPr/>
            <p:nvPr/>
          </p:nvSpPr>
          <p:spPr>
            <a:xfrm rot="0">
              <a:off x="2317" y="2688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54" y="100"/>
                  </a:moveTo>
                  <a:lnTo>
                    <a:pt x="75" y="82"/>
                  </a:lnTo>
                  <a:lnTo>
                    <a:pt x="95" y="64"/>
                  </a:lnTo>
                  <a:lnTo>
                    <a:pt x="40" y="0"/>
                  </a:lnTo>
                  <a:lnTo>
                    <a:pt x="20" y="18"/>
                  </a:lnTo>
                  <a:lnTo>
                    <a:pt x="0" y="36"/>
                  </a:lnTo>
                  <a:lnTo>
                    <a:pt x="54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83" name=""/>
            <p:cNvSpPr/>
            <p:nvPr/>
          </p:nvSpPr>
          <p:spPr>
            <a:xfrm rot="0">
              <a:off x="2317" y="2688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54" y="100"/>
                  </a:moveTo>
                  <a:lnTo>
                    <a:pt x="75" y="82"/>
                  </a:lnTo>
                  <a:lnTo>
                    <a:pt x="95" y="64"/>
                  </a:lnTo>
                  <a:lnTo>
                    <a:pt x="40" y="0"/>
                  </a:lnTo>
                  <a:lnTo>
                    <a:pt x="20" y="18"/>
                  </a:lnTo>
                  <a:lnTo>
                    <a:pt x="0" y="36"/>
                  </a:lnTo>
                  <a:lnTo>
                    <a:pt x="54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84" name=""/>
            <p:cNvSpPr/>
            <p:nvPr/>
          </p:nvSpPr>
          <p:spPr>
            <a:xfrm rot="0">
              <a:off x="2324" y="2688"/>
              <a:ext cx="6" cy="6"/>
            </a:xfrm>
            <a:custGeom>
              <a:avLst/>
              <a:ahLst/>
              <a:rect l="0" t="0" r="r" b="b"/>
              <a:pathLst>
                <a:path w="20" h="18">
                  <a:moveTo>
                    <a:pt x="0" y="18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85" name=""/>
            <p:cNvSpPr/>
            <p:nvPr/>
          </p:nvSpPr>
          <p:spPr>
            <a:xfrm rot="0">
              <a:off x="2330" y="26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86" name=""/>
            <p:cNvSpPr/>
            <p:nvPr/>
          </p:nvSpPr>
          <p:spPr>
            <a:xfrm rot="0">
              <a:off x="2298" y="2667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57" y="99"/>
                  </a:moveTo>
                  <a:lnTo>
                    <a:pt x="77" y="81"/>
                  </a:lnTo>
                  <a:lnTo>
                    <a:pt x="97" y="63"/>
                  </a:lnTo>
                  <a:lnTo>
                    <a:pt x="41" y="0"/>
                  </a:lnTo>
                  <a:lnTo>
                    <a:pt x="21" y="18"/>
                  </a:lnTo>
                  <a:lnTo>
                    <a:pt x="0" y="36"/>
                  </a:lnTo>
                  <a:lnTo>
                    <a:pt x="57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87" name=""/>
            <p:cNvSpPr/>
            <p:nvPr/>
          </p:nvSpPr>
          <p:spPr>
            <a:xfrm rot="0">
              <a:off x="2298" y="2667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57" y="99"/>
                  </a:moveTo>
                  <a:lnTo>
                    <a:pt x="77" y="81"/>
                  </a:lnTo>
                  <a:lnTo>
                    <a:pt x="97" y="63"/>
                  </a:lnTo>
                  <a:lnTo>
                    <a:pt x="41" y="0"/>
                  </a:lnTo>
                  <a:lnTo>
                    <a:pt x="21" y="18"/>
                  </a:lnTo>
                  <a:lnTo>
                    <a:pt x="0" y="36"/>
                  </a:lnTo>
                  <a:lnTo>
                    <a:pt x="57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88" name=""/>
            <p:cNvSpPr/>
            <p:nvPr/>
          </p:nvSpPr>
          <p:spPr>
            <a:xfrm rot="0">
              <a:off x="2305" y="2667"/>
              <a:ext cx="7" cy="6"/>
            </a:xfrm>
            <a:custGeom>
              <a:avLst/>
              <a:ahLst/>
              <a:rect l="0" t="0" r="r" b="b"/>
              <a:pathLst>
                <a:path w="20" h="19">
                  <a:moveTo>
                    <a:pt x="0" y="19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89" name=""/>
            <p:cNvSpPr/>
            <p:nvPr/>
          </p:nvSpPr>
          <p:spPr>
            <a:xfrm rot="0" flipH="1" flipV="1">
              <a:off x="2311" y="26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90" name=""/>
            <p:cNvSpPr/>
            <p:nvPr/>
          </p:nvSpPr>
          <p:spPr>
            <a:xfrm rot="0">
              <a:off x="2279" y="2647"/>
              <a:ext cx="32" cy="32"/>
            </a:xfrm>
            <a:custGeom>
              <a:avLst/>
              <a:ahLst/>
              <a:rect l="0" t="0" r="r" b="b"/>
              <a:pathLst>
                <a:path w="97" h="98">
                  <a:moveTo>
                    <a:pt x="58" y="98"/>
                  </a:moveTo>
                  <a:lnTo>
                    <a:pt x="78" y="79"/>
                  </a:lnTo>
                  <a:lnTo>
                    <a:pt x="97" y="60"/>
                  </a:lnTo>
                  <a:lnTo>
                    <a:pt x="38" y="0"/>
                  </a:lnTo>
                  <a:lnTo>
                    <a:pt x="19" y="19"/>
                  </a:lnTo>
                  <a:lnTo>
                    <a:pt x="0" y="38"/>
                  </a:lnTo>
                  <a:lnTo>
                    <a:pt x="58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91" name=""/>
            <p:cNvSpPr/>
            <p:nvPr/>
          </p:nvSpPr>
          <p:spPr>
            <a:xfrm rot="0">
              <a:off x="2279" y="2647"/>
              <a:ext cx="32" cy="32"/>
            </a:xfrm>
            <a:custGeom>
              <a:avLst/>
              <a:ahLst/>
              <a:rect l="0" t="0" r="r" b="b"/>
              <a:pathLst>
                <a:path w="97" h="98">
                  <a:moveTo>
                    <a:pt x="58" y="98"/>
                  </a:moveTo>
                  <a:lnTo>
                    <a:pt x="78" y="79"/>
                  </a:lnTo>
                  <a:lnTo>
                    <a:pt x="97" y="60"/>
                  </a:lnTo>
                  <a:lnTo>
                    <a:pt x="38" y="0"/>
                  </a:lnTo>
                  <a:lnTo>
                    <a:pt x="19" y="19"/>
                  </a:lnTo>
                  <a:lnTo>
                    <a:pt x="0" y="38"/>
                  </a:lnTo>
                  <a:lnTo>
                    <a:pt x="58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92" name=""/>
            <p:cNvSpPr/>
            <p:nvPr/>
          </p:nvSpPr>
          <p:spPr>
            <a:xfrm rot="0">
              <a:off x="2285" y="2646"/>
              <a:ext cx="7" cy="7"/>
            </a:xfrm>
            <a:custGeom>
              <a:avLst/>
              <a:ahLst/>
              <a:rect l="0" t="0" r="r" b="b"/>
              <a:pathLst>
                <a:path w="19" h="20">
                  <a:moveTo>
                    <a:pt x="0" y="20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93" name=""/>
            <p:cNvSpPr/>
            <p:nvPr/>
          </p:nvSpPr>
          <p:spPr>
            <a:xfrm rot="0" flipH="1" flipV="1">
              <a:off x="2291" y="26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94" name=""/>
            <p:cNvSpPr/>
            <p:nvPr/>
          </p:nvSpPr>
          <p:spPr>
            <a:xfrm rot="0">
              <a:off x="2258" y="2627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63" y="97"/>
                  </a:moveTo>
                  <a:lnTo>
                    <a:pt x="81" y="77"/>
                  </a:lnTo>
                  <a:lnTo>
                    <a:pt x="99" y="57"/>
                  </a:lnTo>
                  <a:lnTo>
                    <a:pt x="36" y="0"/>
                  </a:lnTo>
                  <a:lnTo>
                    <a:pt x="18" y="20"/>
                  </a:lnTo>
                  <a:lnTo>
                    <a:pt x="0" y="41"/>
                  </a:lnTo>
                  <a:lnTo>
                    <a:pt x="63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95" name=""/>
            <p:cNvSpPr/>
            <p:nvPr/>
          </p:nvSpPr>
          <p:spPr>
            <a:xfrm rot="0">
              <a:off x="2258" y="2627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63" y="97"/>
                  </a:moveTo>
                  <a:lnTo>
                    <a:pt x="81" y="77"/>
                  </a:lnTo>
                  <a:lnTo>
                    <a:pt x="99" y="57"/>
                  </a:lnTo>
                  <a:lnTo>
                    <a:pt x="36" y="0"/>
                  </a:lnTo>
                  <a:lnTo>
                    <a:pt x="18" y="20"/>
                  </a:lnTo>
                  <a:lnTo>
                    <a:pt x="0" y="41"/>
                  </a:lnTo>
                  <a:lnTo>
                    <a:pt x="63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96" name=""/>
            <p:cNvSpPr/>
            <p:nvPr/>
          </p:nvSpPr>
          <p:spPr>
            <a:xfrm rot="0">
              <a:off x="2264" y="2627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0" y="21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97" name=""/>
            <p:cNvSpPr/>
            <p:nvPr/>
          </p:nvSpPr>
          <p:spPr>
            <a:xfrm rot="0" flipH="1" flipV="1">
              <a:off x="2270" y="26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698" name=""/>
            <p:cNvSpPr/>
            <p:nvPr/>
          </p:nvSpPr>
          <p:spPr>
            <a:xfrm rot="0">
              <a:off x="2237" y="2609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65" y="96"/>
                  </a:moveTo>
                  <a:lnTo>
                    <a:pt x="82" y="74"/>
                  </a:lnTo>
                  <a:lnTo>
                    <a:pt x="99" y="53"/>
                  </a:lnTo>
                  <a:lnTo>
                    <a:pt x="34" y="0"/>
                  </a:lnTo>
                  <a:lnTo>
                    <a:pt x="17" y="21"/>
                  </a:lnTo>
                  <a:lnTo>
                    <a:pt x="0" y="42"/>
                  </a:lnTo>
                  <a:lnTo>
                    <a:pt x="65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699" name=""/>
            <p:cNvSpPr/>
            <p:nvPr/>
          </p:nvSpPr>
          <p:spPr>
            <a:xfrm rot="0">
              <a:off x="2237" y="2609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65" y="96"/>
                  </a:moveTo>
                  <a:lnTo>
                    <a:pt x="82" y="74"/>
                  </a:lnTo>
                  <a:lnTo>
                    <a:pt x="99" y="53"/>
                  </a:lnTo>
                  <a:lnTo>
                    <a:pt x="34" y="0"/>
                  </a:lnTo>
                  <a:lnTo>
                    <a:pt x="17" y="21"/>
                  </a:lnTo>
                  <a:lnTo>
                    <a:pt x="0" y="42"/>
                  </a:lnTo>
                  <a:lnTo>
                    <a:pt x="65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00" name=""/>
            <p:cNvSpPr/>
            <p:nvPr/>
          </p:nvSpPr>
          <p:spPr>
            <a:xfrm rot="0">
              <a:off x="2243" y="2609"/>
              <a:ext cx="5" cy="7"/>
            </a:xfrm>
            <a:custGeom>
              <a:avLst/>
              <a:ahLst/>
              <a:rect l="0" t="0" r="r" b="b"/>
              <a:pathLst>
                <a:path w="17" h="21">
                  <a:moveTo>
                    <a:pt x="0" y="21"/>
                  </a:moveTo>
                  <a:lnTo>
                    <a:pt x="17" y="0"/>
                  </a:lnTo>
                  <a:lnTo>
                    <a:pt x="16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01" name=""/>
            <p:cNvSpPr/>
            <p:nvPr/>
          </p:nvSpPr>
          <p:spPr>
            <a:xfrm rot="0" flipH="1">
              <a:off x="2248" y="26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02" name=""/>
            <p:cNvSpPr/>
            <p:nvPr/>
          </p:nvSpPr>
          <p:spPr>
            <a:xfrm rot="0">
              <a:off x="2215" y="2592"/>
              <a:ext cx="33" cy="31"/>
            </a:xfrm>
            <a:custGeom>
              <a:avLst/>
              <a:ahLst/>
              <a:rect l="0" t="0" r="r" b="b"/>
              <a:pathLst>
                <a:path w="100" h="93">
                  <a:moveTo>
                    <a:pt x="68" y="93"/>
                  </a:moveTo>
                  <a:lnTo>
                    <a:pt x="84" y="72"/>
                  </a:lnTo>
                  <a:lnTo>
                    <a:pt x="100" y="51"/>
                  </a:lnTo>
                  <a:lnTo>
                    <a:pt x="32" y="0"/>
                  </a:lnTo>
                  <a:lnTo>
                    <a:pt x="16" y="22"/>
                  </a:lnTo>
                  <a:lnTo>
                    <a:pt x="0" y="43"/>
                  </a:lnTo>
                  <a:lnTo>
                    <a:pt x="68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03" name=""/>
            <p:cNvSpPr/>
            <p:nvPr/>
          </p:nvSpPr>
          <p:spPr>
            <a:xfrm rot="0">
              <a:off x="2215" y="2592"/>
              <a:ext cx="33" cy="31"/>
            </a:xfrm>
            <a:custGeom>
              <a:avLst/>
              <a:ahLst/>
              <a:rect l="0" t="0" r="r" b="b"/>
              <a:pathLst>
                <a:path w="100" h="93">
                  <a:moveTo>
                    <a:pt x="68" y="93"/>
                  </a:moveTo>
                  <a:lnTo>
                    <a:pt x="84" y="72"/>
                  </a:lnTo>
                  <a:lnTo>
                    <a:pt x="100" y="51"/>
                  </a:lnTo>
                  <a:lnTo>
                    <a:pt x="32" y="0"/>
                  </a:lnTo>
                  <a:lnTo>
                    <a:pt x="16" y="22"/>
                  </a:lnTo>
                  <a:lnTo>
                    <a:pt x="0" y="43"/>
                  </a:lnTo>
                  <a:lnTo>
                    <a:pt x="68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04" name=""/>
            <p:cNvSpPr/>
            <p:nvPr/>
          </p:nvSpPr>
          <p:spPr>
            <a:xfrm rot="0">
              <a:off x="2220" y="2592"/>
              <a:ext cx="5" cy="8"/>
            </a:xfrm>
            <a:custGeom>
              <a:avLst/>
              <a:ahLst/>
              <a:rect l="0" t="0" r="r" b="b"/>
              <a:pathLst>
                <a:path w="16" h="23">
                  <a:moveTo>
                    <a:pt x="0" y="23"/>
                  </a:moveTo>
                  <a:lnTo>
                    <a:pt x="16" y="1"/>
                  </a:lnTo>
                  <a:lnTo>
                    <a:pt x="16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05" name=""/>
            <p:cNvSpPr/>
            <p:nvPr/>
          </p:nvSpPr>
          <p:spPr>
            <a:xfrm rot="0" flipV="1">
              <a:off x="2225" y="25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06" name=""/>
            <p:cNvSpPr/>
            <p:nvPr/>
          </p:nvSpPr>
          <p:spPr>
            <a:xfrm rot="0">
              <a:off x="2192" y="2576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69" y="93"/>
                  </a:moveTo>
                  <a:lnTo>
                    <a:pt x="85" y="71"/>
                  </a:lnTo>
                  <a:lnTo>
                    <a:pt x="101" y="48"/>
                  </a:lnTo>
                  <a:lnTo>
                    <a:pt x="32" y="0"/>
                  </a:lnTo>
                  <a:lnTo>
                    <a:pt x="16" y="23"/>
                  </a:lnTo>
                  <a:lnTo>
                    <a:pt x="0" y="45"/>
                  </a:lnTo>
                  <a:lnTo>
                    <a:pt x="69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07" name=""/>
            <p:cNvSpPr/>
            <p:nvPr/>
          </p:nvSpPr>
          <p:spPr>
            <a:xfrm rot="0">
              <a:off x="2192" y="2576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69" y="93"/>
                  </a:moveTo>
                  <a:lnTo>
                    <a:pt x="85" y="71"/>
                  </a:lnTo>
                  <a:lnTo>
                    <a:pt x="101" y="48"/>
                  </a:lnTo>
                  <a:lnTo>
                    <a:pt x="32" y="0"/>
                  </a:lnTo>
                  <a:lnTo>
                    <a:pt x="16" y="23"/>
                  </a:lnTo>
                  <a:lnTo>
                    <a:pt x="0" y="45"/>
                  </a:lnTo>
                  <a:lnTo>
                    <a:pt x="69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08" name=""/>
            <p:cNvSpPr/>
            <p:nvPr/>
          </p:nvSpPr>
          <p:spPr>
            <a:xfrm rot="0">
              <a:off x="2197" y="2576"/>
              <a:ext cx="5" cy="8"/>
            </a:xfrm>
            <a:custGeom>
              <a:avLst/>
              <a:ahLst/>
              <a:rect l="0" t="0" r="r" b="b"/>
              <a:pathLst>
                <a:path w="16" h="24">
                  <a:moveTo>
                    <a:pt x="0" y="24"/>
                  </a:moveTo>
                  <a:lnTo>
                    <a:pt x="16" y="1"/>
                  </a:lnTo>
                  <a:lnTo>
                    <a:pt x="14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09" name=""/>
            <p:cNvSpPr/>
            <p:nvPr/>
          </p:nvSpPr>
          <p:spPr>
            <a:xfrm rot="0" flipH="1" flipV="1">
              <a:off x="2202" y="25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10" name=""/>
            <p:cNvSpPr/>
            <p:nvPr/>
          </p:nvSpPr>
          <p:spPr>
            <a:xfrm rot="0">
              <a:off x="2168" y="2561"/>
              <a:ext cx="34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72" y="91"/>
                  </a:moveTo>
                  <a:lnTo>
                    <a:pt x="86" y="68"/>
                  </a:lnTo>
                  <a:lnTo>
                    <a:pt x="100" y="44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72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11" name=""/>
            <p:cNvSpPr/>
            <p:nvPr/>
          </p:nvSpPr>
          <p:spPr>
            <a:xfrm rot="0">
              <a:off x="2168" y="2561"/>
              <a:ext cx="34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72" y="91"/>
                  </a:moveTo>
                  <a:lnTo>
                    <a:pt x="86" y="68"/>
                  </a:lnTo>
                  <a:lnTo>
                    <a:pt x="100" y="44"/>
                  </a:lnTo>
                  <a:lnTo>
                    <a:pt x="28" y="0"/>
                  </a:lnTo>
                  <a:lnTo>
                    <a:pt x="14" y="24"/>
                  </a:lnTo>
                  <a:lnTo>
                    <a:pt x="0" y="47"/>
                  </a:lnTo>
                  <a:lnTo>
                    <a:pt x="72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12" name=""/>
            <p:cNvSpPr/>
            <p:nvPr/>
          </p:nvSpPr>
          <p:spPr>
            <a:xfrm rot="0">
              <a:off x="2173" y="2561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0" y="24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13" name=""/>
            <p:cNvSpPr/>
            <p:nvPr/>
          </p:nvSpPr>
          <p:spPr>
            <a:xfrm rot="0" flipH="1">
              <a:off x="2177" y="25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14" name=""/>
            <p:cNvSpPr/>
            <p:nvPr/>
          </p:nvSpPr>
          <p:spPr>
            <a:xfrm rot="0">
              <a:off x="2144" y="2548"/>
              <a:ext cx="33" cy="29"/>
            </a:xfrm>
            <a:custGeom>
              <a:avLst/>
              <a:ahLst/>
              <a:rect l="0" t="0" r="r" b="b"/>
              <a:pathLst>
                <a:path w="100" h="87">
                  <a:moveTo>
                    <a:pt x="75" y="87"/>
                  </a:moveTo>
                  <a:lnTo>
                    <a:pt x="87" y="64"/>
                  </a:lnTo>
                  <a:lnTo>
                    <a:pt x="100" y="40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75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15" name=""/>
            <p:cNvSpPr/>
            <p:nvPr/>
          </p:nvSpPr>
          <p:spPr>
            <a:xfrm rot="0">
              <a:off x="2144" y="2548"/>
              <a:ext cx="33" cy="29"/>
            </a:xfrm>
            <a:custGeom>
              <a:avLst/>
              <a:ahLst/>
              <a:rect l="0" t="0" r="r" b="b"/>
              <a:pathLst>
                <a:path w="100" h="87">
                  <a:moveTo>
                    <a:pt x="75" y="87"/>
                  </a:moveTo>
                  <a:lnTo>
                    <a:pt x="87" y="64"/>
                  </a:lnTo>
                  <a:lnTo>
                    <a:pt x="100" y="40"/>
                  </a:lnTo>
                  <a:lnTo>
                    <a:pt x="25" y="0"/>
                  </a:lnTo>
                  <a:lnTo>
                    <a:pt x="13" y="23"/>
                  </a:lnTo>
                  <a:lnTo>
                    <a:pt x="0" y="47"/>
                  </a:lnTo>
                  <a:lnTo>
                    <a:pt x="75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16" name=""/>
            <p:cNvSpPr/>
            <p:nvPr/>
          </p:nvSpPr>
          <p:spPr>
            <a:xfrm rot="0">
              <a:off x="2148" y="2547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0" y="24"/>
                  </a:moveTo>
                  <a:lnTo>
                    <a:pt x="12" y="1"/>
                  </a:lnTo>
                  <a:lnTo>
                    <a:pt x="11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17" name=""/>
            <p:cNvSpPr/>
            <p:nvPr/>
          </p:nvSpPr>
          <p:spPr>
            <a:xfrm rot="0" flipH="1" flipV="1">
              <a:off x="2152" y="25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18" name=""/>
            <p:cNvSpPr/>
            <p:nvPr/>
          </p:nvSpPr>
          <p:spPr>
            <a:xfrm rot="0">
              <a:off x="2119" y="2535"/>
              <a:ext cx="33" cy="29"/>
            </a:xfrm>
            <a:custGeom>
              <a:avLst/>
              <a:ahLst/>
              <a:rect l="0" t="0" r="r" b="b"/>
              <a:pathLst>
                <a:path w="99" h="86">
                  <a:moveTo>
                    <a:pt x="76" y="86"/>
                  </a:moveTo>
                  <a:lnTo>
                    <a:pt x="88" y="61"/>
                  </a:lnTo>
                  <a:lnTo>
                    <a:pt x="99" y="37"/>
                  </a:lnTo>
                  <a:lnTo>
                    <a:pt x="23" y="0"/>
                  </a:lnTo>
                  <a:lnTo>
                    <a:pt x="12" y="25"/>
                  </a:lnTo>
                  <a:lnTo>
                    <a:pt x="0" y="49"/>
                  </a:lnTo>
                  <a:lnTo>
                    <a:pt x="76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19" name=""/>
            <p:cNvSpPr/>
            <p:nvPr/>
          </p:nvSpPr>
          <p:spPr>
            <a:xfrm rot="0">
              <a:off x="2119" y="2535"/>
              <a:ext cx="33" cy="29"/>
            </a:xfrm>
            <a:custGeom>
              <a:avLst/>
              <a:ahLst/>
              <a:rect l="0" t="0" r="r" b="b"/>
              <a:pathLst>
                <a:path w="99" h="86">
                  <a:moveTo>
                    <a:pt x="76" y="86"/>
                  </a:moveTo>
                  <a:lnTo>
                    <a:pt x="88" y="61"/>
                  </a:lnTo>
                  <a:lnTo>
                    <a:pt x="99" y="37"/>
                  </a:lnTo>
                  <a:lnTo>
                    <a:pt x="23" y="0"/>
                  </a:lnTo>
                  <a:lnTo>
                    <a:pt x="12" y="25"/>
                  </a:lnTo>
                  <a:lnTo>
                    <a:pt x="0" y="49"/>
                  </a:lnTo>
                  <a:lnTo>
                    <a:pt x="76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20" name=""/>
            <p:cNvSpPr/>
            <p:nvPr/>
          </p:nvSpPr>
          <p:spPr>
            <a:xfrm rot="0">
              <a:off x="2123" y="2535"/>
              <a:ext cx="4" cy="8"/>
            </a:xfrm>
            <a:custGeom>
              <a:avLst/>
              <a:ahLst/>
              <a:rect l="0" t="0" r="r" b="b"/>
              <a:pathLst>
                <a:path w="11" h="25">
                  <a:moveTo>
                    <a:pt x="0" y="25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21" name=""/>
            <p:cNvSpPr/>
            <p:nvPr/>
          </p:nvSpPr>
          <p:spPr>
            <a:xfrm rot="0" flipH="1">
              <a:off x="2126" y="2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22" name=""/>
            <p:cNvSpPr/>
            <p:nvPr/>
          </p:nvSpPr>
          <p:spPr>
            <a:xfrm rot="0">
              <a:off x="2094" y="2524"/>
              <a:ext cx="32" cy="27"/>
            </a:xfrm>
            <a:custGeom>
              <a:avLst/>
              <a:ahLst/>
              <a:rect l="0" t="0" r="r" b="b"/>
              <a:pathLst>
                <a:path w="98" h="82">
                  <a:moveTo>
                    <a:pt x="77" y="82"/>
                  </a:moveTo>
                  <a:lnTo>
                    <a:pt x="88" y="58"/>
                  </a:lnTo>
                  <a:lnTo>
                    <a:pt x="98" y="33"/>
                  </a:lnTo>
                  <a:lnTo>
                    <a:pt x="21" y="0"/>
                  </a:lnTo>
                  <a:lnTo>
                    <a:pt x="11" y="25"/>
                  </a:lnTo>
                  <a:lnTo>
                    <a:pt x="0" y="49"/>
                  </a:lnTo>
                  <a:lnTo>
                    <a:pt x="77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23" name=""/>
            <p:cNvSpPr/>
            <p:nvPr/>
          </p:nvSpPr>
          <p:spPr>
            <a:xfrm rot="0">
              <a:off x="2094" y="2524"/>
              <a:ext cx="32" cy="27"/>
            </a:xfrm>
            <a:custGeom>
              <a:avLst/>
              <a:ahLst/>
              <a:rect l="0" t="0" r="r" b="b"/>
              <a:pathLst>
                <a:path w="98" h="82">
                  <a:moveTo>
                    <a:pt x="77" y="82"/>
                  </a:moveTo>
                  <a:lnTo>
                    <a:pt x="88" y="58"/>
                  </a:lnTo>
                  <a:lnTo>
                    <a:pt x="98" y="33"/>
                  </a:lnTo>
                  <a:lnTo>
                    <a:pt x="21" y="0"/>
                  </a:lnTo>
                  <a:lnTo>
                    <a:pt x="11" y="25"/>
                  </a:lnTo>
                  <a:lnTo>
                    <a:pt x="0" y="49"/>
                  </a:lnTo>
                  <a:lnTo>
                    <a:pt x="77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24" name=""/>
            <p:cNvSpPr/>
            <p:nvPr/>
          </p:nvSpPr>
          <p:spPr>
            <a:xfrm rot="0">
              <a:off x="2097" y="2524"/>
              <a:ext cx="4" cy="8"/>
            </a:xfrm>
            <a:custGeom>
              <a:avLst/>
              <a:ahLst/>
              <a:rect l="0" t="0" r="r" b="b"/>
              <a:pathLst>
                <a:path w="10" h="26">
                  <a:moveTo>
                    <a:pt x="0" y="26"/>
                  </a:moveTo>
                  <a:lnTo>
                    <a:pt x="10" y="1"/>
                  </a:lnTo>
                  <a:lnTo>
                    <a:pt x="9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25" name=""/>
            <p:cNvSpPr/>
            <p:nvPr/>
          </p:nvSpPr>
          <p:spPr>
            <a:xfrm rot="0" flipH="1" flipV="1">
              <a:off x="2100" y="25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26" name=""/>
            <p:cNvSpPr/>
            <p:nvPr/>
          </p:nvSpPr>
          <p:spPr>
            <a:xfrm rot="0">
              <a:off x="2068" y="2514"/>
              <a:ext cx="32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79" y="81"/>
                  </a:moveTo>
                  <a:lnTo>
                    <a:pt x="89" y="56"/>
                  </a:lnTo>
                  <a:lnTo>
                    <a:pt x="98" y="30"/>
                  </a:lnTo>
                  <a:lnTo>
                    <a:pt x="19" y="0"/>
                  </a:lnTo>
                  <a:lnTo>
                    <a:pt x="10" y="26"/>
                  </a:lnTo>
                  <a:lnTo>
                    <a:pt x="0" y="52"/>
                  </a:lnTo>
                  <a:lnTo>
                    <a:pt x="79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27" name=""/>
            <p:cNvSpPr/>
            <p:nvPr/>
          </p:nvSpPr>
          <p:spPr>
            <a:xfrm rot="0">
              <a:off x="2068" y="2514"/>
              <a:ext cx="32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79" y="81"/>
                  </a:moveTo>
                  <a:lnTo>
                    <a:pt x="89" y="56"/>
                  </a:lnTo>
                  <a:lnTo>
                    <a:pt x="98" y="30"/>
                  </a:lnTo>
                  <a:lnTo>
                    <a:pt x="19" y="0"/>
                  </a:lnTo>
                  <a:lnTo>
                    <a:pt x="10" y="26"/>
                  </a:lnTo>
                  <a:lnTo>
                    <a:pt x="0" y="52"/>
                  </a:lnTo>
                  <a:lnTo>
                    <a:pt x="79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28" name=""/>
            <p:cNvSpPr/>
            <p:nvPr/>
          </p:nvSpPr>
          <p:spPr>
            <a:xfrm rot="0">
              <a:off x="2071" y="2514"/>
              <a:ext cx="3" cy="8"/>
            </a:xfrm>
            <a:custGeom>
              <a:avLst/>
              <a:ahLst/>
              <a:rect l="0" t="0" r="r" b="b"/>
              <a:pathLst>
                <a:path w="9" h="26">
                  <a:moveTo>
                    <a:pt x="0" y="26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29" name=""/>
            <p:cNvSpPr/>
            <p:nvPr/>
          </p:nvSpPr>
          <p:spPr>
            <a:xfrm rot="0" flipH="1">
              <a:off x="2074" y="25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30" name=""/>
            <p:cNvSpPr/>
            <p:nvPr/>
          </p:nvSpPr>
          <p:spPr>
            <a:xfrm rot="0">
              <a:off x="2041" y="2505"/>
              <a:ext cx="33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80" y="77"/>
                  </a:moveTo>
                  <a:lnTo>
                    <a:pt x="89" y="51"/>
                  </a:lnTo>
                  <a:lnTo>
                    <a:pt x="97" y="25"/>
                  </a:lnTo>
                  <a:lnTo>
                    <a:pt x="17" y="0"/>
                  </a:lnTo>
                  <a:lnTo>
                    <a:pt x="9" y="25"/>
                  </a:lnTo>
                  <a:lnTo>
                    <a:pt x="0" y="51"/>
                  </a:lnTo>
                  <a:lnTo>
                    <a:pt x="8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31" name=""/>
            <p:cNvSpPr/>
            <p:nvPr/>
          </p:nvSpPr>
          <p:spPr>
            <a:xfrm rot="0">
              <a:off x="2041" y="2505"/>
              <a:ext cx="33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80" y="77"/>
                  </a:moveTo>
                  <a:lnTo>
                    <a:pt x="89" y="51"/>
                  </a:lnTo>
                  <a:lnTo>
                    <a:pt x="97" y="25"/>
                  </a:lnTo>
                  <a:lnTo>
                    <a:pt x="17" y="0"/>
                  </a:lnTo>
                  <a:lnTo>
                    <a:pt x="9" y="25"/>
                  </a:lnTo>
                  <a:lnTo>
                    <a:pt x="0" y="51"/>
                  </a:lnTo>
                  <a:lnTo>
                    <a:pt x="8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32" name=""/>
            <p:cNvSpPr/>
            <p:nvPr/>
          </p:nvSpPr>
          <p:spPr>
            <a:xfrm rot="0">
              <a:off x="2044" y="2505"/>
              <a:ext cx="3" cy="9"/>
            </a:xfrm>
            <a:custGeom>
              <a:avLst/>
              <a:ahLst/>
              <a:rect l="0" t="0" r="r" b="b"/>
              <a:pathLst>
                <a:path w="8" h="26">
                  <a:moveTo>
                    <a:pt x="0" y="26"/>
                  </a:moveTo>
                  <a:lnTo>
                    <a:pt x="8" y="1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33" name=""/>
            <p:cNvSpPr/>
            <p:nvPr/>
          </p:nvSpPr>
          <p:spPr>
            <a:xfrm rot="0" flipH="1" flipV="1">
              <a:off x="2046" y="25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34" name=""/>
            <p:cNvSpPr/>
            <p:nvPr/>
          </p:nvSpPr>
          <p:spPr>
            <a:xfrm rot="0">
              <a:off x="2015" y="2498"/>
              <a:ext cx="31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81" y="75"/>
                  </a:moveTo>
                  <a:lnTo>
                    <a:pt x="88" y="48"/>
                  </a:lnTo>
                  <a:lnTo>
                    <a:pt x="94" y="22"/>
                  </a:lnTo>
                  <a:lnTo>
                    <a:pt x="13" y="0"/>
                  </a:lnTo>
                  <a:lnTo>
                    <a:pt x="6" y="27"/>
                  </a:lnTo>
                  <a:lnTo>
                    <a:pt x="0" y="54"/>
                  </a:lnTo>
                  <a:lnTo>
                    <a:pt x="81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35" name=""/>
            <p:cNvSpPr/>
            <p:nvPr/>
          </p:nvSpPr>
          <p:spPr>
            <a:xfrm rot="0">
              <a:off x="2015" y="2498"/>
              <a:ext cx="31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81" y="75"/>
                  </a:moveTo>
                  <a:lnTo>
                    <a:pt x="88" y="48"/>
                  </a:lnTo>
                  <a:lnTo>
                    <a:pt x="94" y="22"/>
                  </a:lnTo>
                  <a:lnTo>
                    <a:pt x="13" y="0"/>
                  </a:lnTo>
                  <a:lnTo>
                    <a:pt x="6" y="27"/>
                  </a:lnTo>
                  <a:lnTo>
                    <a:pt x="0" y="54"/>
                  </a:lnTo>
                  <a:lnTo>
                    <a:pt x="81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36" name=""/>
            <p:cNvSpPr/>
            <p:nvPr/>
          </p:nvSpPr>
          <p:spPr>
            <a:xfrm rot="0">
              <a:off x="2017" y="2498"/>
              <a:ext cx="2" cy="9"/>
            </a:xfrm>
            <a:custGeom>
              <a:avLst/>
              <a:ahLst/>
              <a:rect l="0" t="0" r="r" b="b"/>
              <a:pathLst>
                <a:path w="7" h="27">
                  <a:moveTo>
                    <a:pt x="0" y="27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37" name=""/>
            <p:cNvSpPr/>
            <p:nvPr/>
          </p:nvSpPr>
          <p:spPr>
            <a:xfrm rot="0" flipH="1">
              <a:off x="2019" y="24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38" name=""/>
            <p:cNvSpPr/>
            <p:nvPr/>
          </p:nvSpPr>
          <p:spPr>
            <a:xfrm rot="0">
              <a:off x="1988" y="2492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82" y="72"/>
                  </a:moveTo>
                  <a:lnTo>
                    <a:pt x="87" y="45"/>
                  </a:lnTo>
                  <a:lnTo>
                    <a:pt x="93" y="18"/>
                  </a:lnTo>
                  <a:lnTo>
                    <a:pt x="11" y="0"/>
                  </a:lnTo>
                  <a:lnTo>
                    <a:pt x="5" y="27"/>
                  </a:lnTo>
                  <a:lnTo>
                    <a:pt x="0" y="53"/>
                  </a:lnTo>
                  <a:lnTo>
                    <a:pt x="82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39" name=""/>
            <p:cNvSpPr/>
            <p:nvPr/>
          </p:nvSpPr>
          <p:spPr>
            <a:xfrm rot="0">
              <a:off x="1988" y="2492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82" y="72"/>
                  </a:moveTo>
                  <a:lnTo>
                    <a:pt x="87" y="45"/>
                  </a:lnTo>
                  <a:lnTo>
                    <a:pt x="93" y="18"/>
                  </a:lnTo>
                  <a:lnTo>
                    <a:pt x="11" y="0"/>
                  </a:lnTo>
                  <a:lnTo>
                    <a:pt x="5" y="27"/>
                  </a:lnTo>
                  <a:lnTo>
                    <a:pt x="0" y="53"/>
                  </a:lnTo>
                  <a:lnTo>
                    <a:pt x="82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40" name=""/>
            <p:cNvSpPr/>
            <p:nvPr/>
          </p:nvSpPr>
          <p:spPr>
            <a:xfrm rot="0">
              <a:off x="1990" y="2492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0" y="27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41" name=""/>
            <p:cNvSpPr/>
            <p:nvPr/>
          </p:nvSpPr>
          <p:spPr>
            <a:xfrm rot="0" flipH="1">
              <a:off x="1991" y="24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42" name=""/>
            <p:cNvSpPr/>
            <p:nvPr/>
          </p:nvSpPr>
          <p:spPr>
            <a:xfrm rot="0">
              <a:off x="1961" y="2487"/>
              <a:ext cx="30" cy="22"/>
            </a:xfrm>
            <a:custGeom>
              <a:avLst/>
              <a:ahLst/>
              <a:rect l="0" t="0" r="r" b="b"/>
              <a:pathLst>
                <a:path w="91" h="67">
                  <a:moveTo>
                    <a:pt x="83" y="67"/>
                  </a:moveTo>
                  <a:lnTo>
                    <a:pt x="87" y="41"/>
                  </a:lnTo>
                  <a:lnTo>
                    <a:pt x="91" y="14"/>
                  </a:lnTo>
                  <a:lnTo>
                    <a:pt x="8" y="0"/>
                  </a:lnTo>
                  <a:lnTo>
                    <a:pt x="4" y="27"/>
                  </a:lnTo>
                  <a:lnTo>
                    <a:pt x="0" y="54"/>
                  </a:lnTo>
                  <a:lnTo>
                    <a:pt x="83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43" name=""/>
            <p:cNvSpPr/>
            <p:nvPr/>
          </p:nvSpPr>
          <p:spPr>
            <a:xfrm rot="0">
              <a:off x="1961" y="2487"/>
              <a:ext cx="30" cy="22"/>
            </a:xfrm>
            <a:custGeom>
              <a:avLst/>
              <a:ahLst/>
              <a:rect l="0" t="0" r="r" b="b"/>
              <a:pathLst>
                <a:path w="91" h="67">
                  <a:moveTo>
                    <a:pt x="83" y="67"/>
                  </a:moveTo>
                  <a:lnTo>
                    <a:pt x="87" y="41"/>
                  </a:lnTo>
                  <a:lnTo>
                    <a:pt x="91" y="14"/>
                  </a:lnTo>
                  <a:lnTo>
                    <a:pt x="8" y="0"/>
                  </a:lnTo>
                  <a:lnTo>
                    <a:pt x="4" y="27"/>
                  </a:lnTo>
                  <a:lnTo>
                    <a:pt x="0" y="54"/>
                  </a:lnTo>
                  <a:lnTo>
                    <a:pt x="83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44" name=""/>
            <p:cNvSpPr/>
            <p:nvPr/>
          </p:nvSpPr>
          <p:spPr>
            <a:xfrm rot="0">
              <a:off x="1962" y="2487"/>
              <a:ext cx="1" cy="9"/>
            </a:xfrm>
            <a:custGeom>
              <a:avLst/>
              <a:ahLst/>
              <a:rect l="0" t="0" r="r" b="b"/>
              <a:pathLst>
                <a:path w="4" h="27">
                  <a:moveTo>
                    <a:pt x="0" y="27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45" name=""/>
            <p:cNvSpPr/>
            <p:nvPr/>
          </p:nvSpPr>
          <p:spPr>
            <a:xfrm rot="0" flipH="1">
              <a:off x="1963" y="24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46" name=""/>
            <p:cNvSpPr/>
            <p:nvPr/>
          </p:nvSpPr>
          <p:spPr>
            <a:xfrm rot="0">
              <a:off x="1933" y="2483"/>
              <a:ext cx="30" cy="22"/>
            </a:xfrm>
            <a:custGeom>
              <a:avLst/>
              <a:ahLst/>
              <a:rect l="0" t="0" r="r" b="b"/>
              <a:pathLst>
                <a:path w="91" h="65">
                  <a:moveTo>
                    <a:pt x="85" y="65"/>
                  </a:moveTo>
                  <a:lnTo>
                    <a:pt x="88" y="38"/>
                  </a:lnTo>
                  <a:lnTo>
                    <a:pt x="91" y="11"/>
                  </a:lnTo>
                  <a:lnTo>
                    <a:pt x="7" y="0"/>
                  </a:lnTo>
                  <a:lnTo>
                    <a:pt x="3" y="27"/>
                  </a:lnTo>
                  <a:lnTo>
                    <a:pt x="0" y="54"/>
                  </a:lnTo>
                  <a:lnTo>
                    <a:pt x="8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47" name=""/>
            <p:cNvSpPr/>
            <p:nvPr/>
          </p:nvSpPr>
          <p:spPr>
            <a:xfrm rot="0">
              <a:off x="1933" y="2483"/>
              <a:ext cx="30" cy="22"/>
            </a:xfrm>
            <a:custGeom>
              <a:avLst/>
              <a:ahLst/>
              <a:rect l="0" t="0" r="r" b="b"/>
              <a:pathLst>
                <a:path w="91" h="65">
                  <a:moveTo>
                    <a:pt x="85" y="65"/>
                  </a:moveTo>
                  <a:lnTo>
                    <a:pt x="88" y="38"/>
                  </a:lnTo>
                  <a:lnTo>
                    <a:pt x="91" y="11"/>
                  </a:lnTo>
                  <a:lnTo>
                    <a:pt x="7" y="0"/>
                  </a:lnTo>
                  <a:lnTo>
                    <a:pt x="3" y="27"/>
                  </a:lnTo>
                  <a:lnTo>
                    <a:pt x="0" y="54"/>
                  </a:lnTo>
                  <a:lnTo>
                    <a:pt x="85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48" name=""/>
            <p:cNvSpPr/>
            <p:nvPr/>
          </p:nvSpPr>
          <p:spPr>
            <a:xfrm rot="0">
              <a:off x="1934" y="2483"/>
              <a:ext cx="1" cy="9"/>
            </a:xfrm>
            <a:custGeom>
              <a:avLst/>
              <a:ahLst/>
              <a:rect l="0" t="0" r="r" b="b"/>
              <a:pathLst>
                <a:path w="4" h="27">
                  <a:moveTo>
                    <a:pt x="0" y="27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49" name=""/>
            <p:cNvSpPr/>
            <p:nvPr/>
          </p:nvSpPr>
          <p:spPr>
            <a:xfrm rot="0" flipH="1">
              <a:off x="1935" y="24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50" name=""/>
            <p:cNvSpPr/>
            <p:nvPr/>
          </p:nvSpPr>
          <p:spPr>
            <a:xfrm rot="0">
              <a:off x="1905" y="2482"/>
              <a:ext cx="30" cy="19"/>
            </a:xfrm>
            <a:custGeom>
              <a:avLst/>
              <a:ahLst/>
              <a:rect l="0" t="0" r="r" b="b"/>
              <a:pathLst>
                <a:path w="88" h="59">
                  <a:moveTo>
                    <a:pt x="83" y="59"/>
                  </a:moveTo>
                  <a:lnTo>
                    <a:pt x="85" y="32"/>
                  </a:lnTo>
                  <a:lnTo>
                    <a:pt x="88" y="5"/>
                  </a:lnTo>
                  <a:lnTo>
                    <a:pt x="4" y="0"/>
                  </a:lnTo>
                  <a:lnTo>
                    <a:pt x="2" y="27"/>
                  </a:lnTo>
                  <a:lnTo>
                    <a:pt x="0" y="54"/>
                  </a:lnTo>
                  <a:lnTo>
                    <a:pt x="83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51" name=""/>
            <p:cNvSpPr/>
            <p:nvPr/>
          </p:nvSpPr>
          <p:spPr>
            <a:xfrm rot="0">
              <a:off x="1905" y="2482"/>
              <a:ext cx="30" cy="19"/>
            </a:xfrm>
            <a:custGeom>
              <a:avLst/>
              <a:ahLst/>
              <a:rect l="0" t="0" r="r" b="b"/>
              <a:pathLst>
                <a:path w="88" h="59">
                  <a:moveTo>
                    <a:pt x="83" y="59"/>
                  </a:moveTo>
                  <a:lnTo>
                    <a:pt x="85" y="32"/>
                  </a:lnTo>
                  <a:lnTo>
                    <a:pt x="88" y="5"/>
                  </a:lnTo>
                  <a:lnTo>
                    <a:pt x="4" y="0"/>
                  </a:lnTo>
                  <a:lnTo>
                    <a:pt x="2" y="27"/>
                  </a:lnTo>
                  <a:lnTo>
                    <a:pt x="0" y="54"/>
                  </a:lnTo>
                  <a:lnTo>
                    <a:pt x="83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52" name=""/>
            <p:cNvSpPr/>
            <p:nvPr/>
          </p:nvSpPr>
          <p:spPr>
            <a:xfrm rot="0">
              <a:off x="1906" y="2482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0" y="27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53" name=""/>
            <p:cNvSpPr/>
            <p:nvPr/>
          </p:nvSpPr>
          <p:spPr>
            <a:xfrm rot="0" flipH="1">
              <a:off x="1906" y="24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54" name=""/>
            <p:cNvSpPr/>
            <p:nvPr/>
          </p:nvSpPr>
          <p:spPr>
            <a:xfrm rot="0">
              <a:off x="1878" y="2481"/>
              <a:ext cx="28" cy="19"/>
            </a:xfrm>
            <a:custGeom>
              <a:avLst/>
              <a:ahLst/>
              <a:rect l="0" t="0" r="r" b="b"/>
              <a:pathLst>
                <a:path w="86" h="56">
                  <a:moveTo>
                    <a:pt x="84" y="56"/>
                  </a:moveTo>
                  <a:lnTo>
                    <a:pt x="85" y="29"/>
                  </a:lnTo>
                  <a:lnTo>
                    <a:pt x="86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3"/>
                  </a:lnTo>
                  <a:lnTo>
                    <a:pt x="84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55" name=""/>
            <p:cNvSpPr/>
            <p:nvPr/>
          </p:nvSpPr>
          <p:spPr>
            <a:xfrm rot="0">
              <a:off x="1878" y="2481"/>
              <a:ext cx="28" cy="19"/>
            </a:xfrm>
            <a:custGeom>
              <a:avLst/>
              <a:ahLst/>
              <a:rect l="0" t="0" r="r" b="b"/>
              <a:pathLst>
                <a:path w="86" h="56">
                  <a:moveTo>
                    <a:pt x="84" y="56"/>
                  </a:moveTo>
                  <a:lnTo>
                    <a:pt x="85" y="29"/>
                  </a:lnTo>
                  <a:lnTo>
                    <a:pt x="86" y="2"/>
                  </a:lnTo>
                  <a:lnTo>
                    <a:pt x="2" y="0"/>
                  </a:lnTo>
                  <a:lnTo>
                    <a:pt x="1" y="27"/>
                  </a:lnTo>
                  <a:lnTo>
                    <a:pt x="0" y="53"/>
                  </a:lnTo>
                  <a:lnTo>
                    <a:pt x="84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56" name=""/>
            <p:cNvSpPr/>
            <p:nvPr/>
          </p:nvSpPr>
          <p:spPr>
            <a:xfrm rot="0">
              <a:off x="1878" y="2481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1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57" name=""/>
            <p:cNvSpPr/>
            <p:nvPr/>
          </p:nvSpPr>
          <p:spPr>
            <a:xfrm rot="0" flipH="1">
              <a:off x="1878" y="24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58" name=""/>
            <p:cNvSpPr/>
            <p:nvPr/>
          </p:nvSpPr>
          <p:spPr>
            <a:xfrm rot="0">
              <a:off x="1849" y="2481"/>
              <a:ext cx="29" cy="19"/>
            </a:xfrm>
            <a:custGeom>
              <a:avLst/>
              <a:ahLst/>
              <a:rect l="0" t="0" r="r" b="b"/>
              <a:pathLst>
                <a:path w="87" h="56">
                  <a:moveTo>
                    <a:pt x="87" y="53"/>
                  </a:moveTo>
                  <a:lnTo>
                    <a:pt x="86" y="27"/>
                  </a:lnTo>
                  <a:lnTo>
                    <a:pt x="85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6"/>
                  </a:lnTo>
                  <a:lnTo>
                    <a:pt x="87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59" name=""/>
            <p:cNvSpPr/>
            <p:nvPr/>
          </p:nvSpPr>
          <p:spPr>
            <a:xfrm rot="0">
              <a:off x="1849" y="2481"/>
              <a:ext cx="29" cy="19"/>
            </a:xfrm>
            <a:custGeom>
              <a:avLst/>
              <a:ahLst/>
              <a:rect l="0" t="0" r="r" b="b"/>
              <a:pathLst>
                <a:path w="87" h="56">
                  <a:moveTo>
                    <a:pt x="87" y="53"/>
                  </a:moveTo>
                  <a:lnTo>
                    <a:pt x="86" y="27"/>
                  </a:lnTo>
                  <a:lnTo>
                    <a:pt x="85" y="0"/>
                  </a:lnTo>
                  <a:lnTo>
                    <a:pt x="0" y="2"/>
                  </a:lnTo>
                  <a:lnTo>
                    <a:pt x="1" y="29"/>
                  </a:lnTo>
                  <a:lnTo>
                    <a:pt x="2" y="56"/>
                  </a:lnTo>
                  <a:lnTo>
                    <a:pt x="87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60" name=""/>
            <p:cNvSpPr/>
            <p:nvPr/>
          </p:nvSpPr>
          <p:spPr>
            <a:xfrm rot="0">
              <a:off x="1849" y="2482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2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61" name=""/>
            <p:cNvSpPr/>
            <p:nvPr/>
          </p:nvSpPr>
          <p:spPr>
            <a:xfrm rot="0" flipH="1">
              <a:off x="1849" y="24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62" name=""/>
            <p:cNvSpPr/>
            <p:nvPr/>
          </p:nvSpPr>
          <p:spPr>
            <a:xfrm rot="0">
              <a:off x="1821" y="2482"/>
              <a:ext cx="29" cy="19"/>
            </a:xfrm>
            <a:custGeom>
              <a:avLst/>
              <a:ahLst/>
              <a:rect l="0" t="0" r="r" b="b"/>
              <a:pathLst>
                <a:path w="88" h="59">
                  <a:moveTo>
                    <a:pt x="88" y="54"/>
                  </a:moveTo>
                  <a:lnTo>
                    <a:pt x="86" y="27"/>
                  </a:lnTo>
                  <a:lnTo>
                    <a:pt x="84" y="0"/>
                  </a:lnTo>
                  <a:lnTo>
                    <a:pt x="0" y="5"/>
                  </a:lnTo>
                  <a:lnTo>
                    <a:pt x="2" y="32"/>
                  </a:lnTo>
                  <a:lnTo>
                    <a:pt x="4" y="59"/>
                  </a:lnTo>
                  <a:lnTo>
                    <a:pt x="8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63" name=""/>
            <p:cNvSpPr/>
            <p:nvPr/>
          </p:nvSpPr>
          <p:spPr>
            <a:xfrm rot="0">
              <a:off x="1821" y="2482"/>
              <a:ext cx="29" cy="19"/>
            </a:xfrm>
            <a:custGeom>
              <a:avLst/>
              <a:ahLst/>
              <a:rect l="0" t="0" r="r" b="b"/>
              <a:pathLst>
                <a:path w="88" h="59">
                  <a:moveTo>
                    <a:pt x="88" y="54"/>
                  </a:moveTo>
                  <a:lnTo>
                    <a:pt x="86" y="27"/>
                  </a:lnTo>
                  <a:lnTo>
                    <a:pt x="84" y="0"/>
                  </a:lnTo>
                  <a:lnTo>
                    <a:pt x="0" y="5"/>
                  </a:lnTo>
                  <a:lnTo>
                    <a:pt x="2" y="32"/>
                  </a:lnTo>
                  <a:lnTo>
                    <a:pt x="4" y="59"/>
                  </a:lnTo>
                  <a:lnTo>
                    <a:pt x="8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64" name=""/>
            <p:cNvSpPr/>
            <p:nvPr/>
          </p:nvSpPr>
          <p:spPr>
            <a:xfrm rot="0">
              <a:off x="1821" y="2483"/>
              <a:ext cx="1" cy="9"/>
            </a:xfrm>
            <a:custGeom>
              <a:avLst/>
              <a:ahLst/>
              <a:rect l="0" t="0" r="r" b="b"/>
              <a:pathLst>
                <a:path w="3" h="27">
                  <a:moveTo>
                    <a:pt x="3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65" name=""/>
            <p:cNvSpPr/>
            <p:nvPr/>
          </p:nvSpPr>
          <p:spPr>
            <a:xfrm rot="0" flipH="1">
              <a:off x="1821" y="24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66" name=""/>
            <p:cNvSpPr/>
            <p:nvPr/>
          </p:nvSpPr>
          <p:spPr>
            <a:xfrm rot="0">
              <a:off x="1793" y="2483"/>
              <a:ext cx="30" cy="22"/>
            </a:xfrm>
            <a:custGeom>
              <a:avLst/>
              <a:ahLst/>
              <a:rect l="0" t="0" r="r" b="b"/>
              <a:pathLst>
                <a:path w="90" h="65">
                  <a:moveTo>
                    <a:pt x="90" y="54"/>
                  </a:moveTo>
                  <a:lnTo>
                    <a:pt x="87" y="27"/>
                  </a:lnTo>
                  <a:lnTo>
                    <a:pt x="84" y="0"/>
                  </a:lnTo>
                  <a:lnTo>
                    <a:pt x="0" y="11"/>
                  </a:lnTo>
                  <a:lnTo>
                    <a:pt x="4" y="38"/>
                  </a:lnTo>
                  <a:lnTo>
                    <a:pt x="7" y="65"/>
                  </a:lnTo>
                  <a:lnTo>
                    <a:pt x="9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67" name=""/>
            <p:cNvSpPr/>
            <p:nvPr/>
          </p:nvSpPr>
          <p:spPr>
            <a:xfrm rot="0">
              <a:off x="1793" y="2483"/>
              <a:ext cx="30" cy="22"/>
            </a:xfrm>
            <a:custGeom>
              <a:avLst/>
              <a:ahLst/>
              <a:rect l="0" t="0" r="r" b="b"/>
              <a:pathLst>
                <a:path w="90" h="65">
                  <a:moveTo>
                    <a:pt x="90" y="54"/>
                  </a:moveTo>
                  <a:lnTo>
                    <a:pt x="87" y="27"/>
                  </a:lnTo>
                  <a:lnTo>
                    <a:pt x="84" y="0"/>
                  </a:lnTo>
                  <a:lnTo>
                    <a:pt x="0" y="11"/>
                  </a:lnTo>
                  <a:lnTo>
                    <a:pt x="4" y="38"/>
                  </a:lnTo>
                  <a:lnTo>
                    <a:pt x="7" y="65"/>
                  </a:lnTo>
                  <a:lnTo>
                    <a:pt x="9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68" name=""/>
            <p:cNvSpPr/>
            <p:nvPr/>
          </p:nvSpPr>
          <p:spPr>
            <a:xfrm rot="0">
              <a:off x="1792" y="2487"/>
              <a:ext cx="2" cy="9"/>
            </a:xfrm>
            <a:custGeom>
              <a:avLst/>
              <a:ahLst/>
              <a:rect l="0" t="0" r="r" b="b"/>
              <a:pathLst>
                <a:path w="5" h="27">
                  <a:moveTo>
                    <a:pt x="5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69" name=""/>
            <p:cNvSpPr/>
            <p:nvPr/>
          </p:nvSpPr>
          <p:spPr>
            <a:xfrm rot="0" flipH="1">
              <a:off x="1792" y="24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70" name=""/>
            <p:cNvSpPr/>
            <p:nvPr/>
          </p:nvSpPr>
          <p:spPr>
            <a:xfrm rot="0">
              <a:off x="1765" y="2487"/>
              <a:ext cx="30" cy="22"/>
            </a:xfrm>
            <a:custGeom>
              <a:avLst/>
              <a:ahLst/>
              <a:rect l="0" t="0" r="r" b="b"/>
              <a:pathLst>
                <a:path w="92" h="67">
                  <a:moveTo>
                    <a:pt x="92" y="54"/>
                  </a:moveTo>
                  <a:lnTo>
                    <a:pt x="88" y="27"/>
                  </a:lnTo>
                  <a:lnTo>
                    <a:pt x="83" y="0"/>
                  </a:lnTo>
                  <a:lnTo>
                    <a:pt x="0" y="14"/>
                  </a:lnTo>
                  <a:lnTo>
                    <a:pt x="4" y="41"/>
                  </a:lnTo>
                  <a:lnTo>
                    <a:pt x="9" y="67"/>
                  </a:lnTo>
                  <a:lnTo>
                    <a:pt x="92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71" name=""/>
            <p:cNvSpPr/>
            <p:nvPr/>
          </p:nvSpPr>
          <p:spPr>
            <a:xfrm rot="0">
              <a:off x="1765" y="2487"/>
              <a:ext cx="30" cy="22"/>
            </a:xfrm>
            <a:custGeom>
              <a:avLst/>
              <a:ahLst/>
              <a:rect l="0" t="0" r="r" b="b"/>
              <a:pathLst>
                <a:path w="92" h="67">
                  <a:moveTo>
                    <a:pt x="92" y="54"/>
                  </a:moveTo>
                  <a:lnTo>
                    <a:pt x="88" y="27"/>
                  </a:lnTo>
                  <a:lnTo>
                    <a:pt x="83" y="0"/>
                  </a:lnTo>
                  <a:lnTo>
                    <a:pt x="0" y="14"/>
                  </a:lnTo>
                  <a:lnTo>
                    <a:pt x="4" y="41"/>
                  </a:lnTo>
                  <a:lnTo>
                    <a:pt x="9" y="67"/>
                  </a:lnTo>
                  <a:lnTo>
                    <a:pt x="92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72" name=""/>
            <p:cNvSpPr/>
            <p:nvPr/>
          </p:nvSpPr>
          <p:spPr>
            <a:xfrm rot="0">
              <a:off x="1764" y="2492"/>
              <a:ext cx="2" cy="9"/>
            </a:xfrm>
            <a:custGeom>
              <a:avLst/>
              <a:ahLst/>
              <a:rect l="0" t="0" r="r" b="b"/>
              <a:pathLst>
                <a:path w="5" h="27">
                  <a:moveTo>
                    <a:pt x="5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73" name=""/>
            <p:cNvSpPr/>
            <p:nvPr/>
          </p:nvSpPr>
          <p:spPr>
            <a:xfrm rot="0" flipH="1">
              <a:off x="1764" y="24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74" name=""/>
            <p:cNvSpPr/>
            <p:nvPr/>
          </p:nvSpPr>
          <p:spPr>
            <a:xfrm rot="0">
              <a:off x="1737" y="2492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93" y="53"/>
                  </a:moveTo>
                  <a:lnTo>
                    <a:pt x="87" y="27"/>
                  </a:lnTo>
                  <a:lnTo>
                    <a:pt x="82" y="0"/>
                  </a:lnTo>
                  <a:lnTo>
                    <a:pt x="0" y="18"/>
                  </a:lnTo>
                  <a:lnTo>
                    <a:pt x="5" y="45"/>
                  </a:lnTo>
                  <a:lnTo>
                    <a:pt x="10" y="72"/>
                  </a:lnTo>
                  <a:lnTo>
                    <a:pt x="9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75" name=""/>
            <p:cNvSpPr/>
            <p:nvPr/>
          </p:nvSpPr>
          <p:spPr>
            <a:xfrm rot="0">
              <a:off x="1737" y="2492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93" y="53"/>
                  </a:moveTo>
                  <a:lnTo>
                    <a:pt x="87" y="27"/>
                  </a:lnTo>
                  <a:lnTo>
                    <a:pt x="82" y="0"/>
                  </a:lnTo>
                  <a:lnTo>
                    <a:pt x="0" y="18"/>
                  </a:lnTo>
                  <a:lnTo>
                    <a:pt x="5" y="45"/>
                  </a:lnTo>
                  <a:lnTo>
                    <a:pt x="10" y="72"/>
                  </a:lnTo>
                  <a:lnTo>
                    <a:pt x="93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76" name=""/>
            <p:cNvSpPr/>
            <p:nvPr/>
          </p:nvSpPr>
          <p:spPr>
            <a:xfrm rot="0">
              <a:off x="1737" y="2498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6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77" name=""/>
            <p:cNvSpPr/>
            <p:nvPr/>
          </p:nvSpPr>
          <p:spPr>
            <a:xfrm rot="0" flipH="1">
              <a:off x="1737" y="24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78" name=""/>
            <p:cNvSpPr/>
            <p:nvPr/>
          </p:nvSpPr>
          <p:spPr>
            <a:xfrm rot="0">
              <a:off x="1709" y="2498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94" y="54"/>
                  </a:moveTo>
                  <a:lnTo>
                    <a:pt x="88" y="27"/>
                  </a:lnTo>
                  <a:lnTo>
                    <a:pt x="82" y="0"/>
                  </a:lnTo>
                  <a:lnTo>
                    <a:pt x="0" y="22"/>
                  </a:lnTo>
                  <a:lnTo>
                    <a:pt x="7" y="48"/>
                  </a:lnTo>
                  <a:lnTo>
                    <a:pt x="13" y="75"/>
                  </a:lnTo>
                  <a:lnTo>
                    <a:pt x="9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79" name=""/>
            <p:cNvSpPr/>
            <p:nvPr/>
          </p:nvSpPr>
          <p:spPr>
            <a:xfrm rot="0">
              <a:off x="1709" y="2498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94" y="54"/>
                  </a:moveTo>
                  <a:lnTo>
                    <a:pt x="88" y="27"/>
                  </a:lnTo>
                  <a:lnTo>
                    <a:pt x="82" y="0"/>
                  </a:lnTo>
                  <a:lnTo>
                    <a:pt x="0" y="22"/>
                  </a:lnTo>
                  <a:lnTo>
                    <a:pt x="7" y="48"/>
                  </a:lnTo>
                  <a:lnTo>
                    <a:pt x="13" y="75"/>
                  </a:lnTo>
                  <a:lnTo>
                    <a:pt x="9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80" name=""/>
            <p:cNvSpPr/>
            <p:nvPr/>
          </p:nvSpPr>
          <p:spPr>
            <a:xfrm rot="0">
              <a:off x="1709" y="2505"/>
              <a:ext cx="3" cy="9"/>
            </a:xfrm>
            <a:custGeom>
              <a:avLst/>
              <a:ahLst/>
              <a:rect l="0" t="0" r="r" b="b"/>
              <a:pathLst>
                <a:path w="9" h="26">
                  <a:moveTo>
                    <a:pt x="9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9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81" name=""/>
            <p:cNvSpPr/>
            <p:nvPr/>
          </p:nvSpPr>
          <p:spPr>
            <a:xfrm rot="0" flipH="1">
              <a:off x="1709" y="25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82" name=""/>
            <p:cNvSpPr/>
            <p:nvPr/>
          </p:nvSpPr>
          <p:spPr>
            <a:xfrm rot="0">
              <a:off x="1682" y="2505"/>
              <a:ext cx="32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97" y="51"/>
                  </a:moveTo>
                  <a:lnTo>
                    <a:pt x="89" y="25"/>
                  </a:lnTo>
                  <a:lnTo>
                    <a:pt x="80" y="0"/>
                  </a:lnTo>
                  <a:lnTo>
                    <a:pt x="0" y="25"/>
                  </a:lnTo>
                  <a:lnTo>
                    <a:pt x="9" y="51"/>
                  </a:lnTo>
                  <a:lnTo>
                    <a:pt x="17" y="77"/>
                  </a:lnTo>
                  <a:lnTo>
                    <a:pt x="9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83" name=""/>
            <p:cNvSpPr/>
            <p:nvPr/>
          </p:nvSpPr>
          <p:spPr>
            <a:xfrm rot="0">
              <a:off x="1682" y="2505"/>
              <a:ext cx="32" cy="26"/>
            </a:xfrm>
            <a:custGeom>
              <a:avLst/>
              <a:ahLst/>
              <a:rect l="0" t="0" r="r" b="b"/>
              <a:pathLst>
                <a:path w="97" h="77">
                  <a:moveTo>
                    <a:pt x="97" y="51"/>
                  </a:moveTo>
                  <a:lnTo>
                    <a:pt x="89" y="25"/>
                  </a:lnTo>
                  <a:lnTo>
                    <a:pt x="80" y="0"/>
                  </a:lnTo>
                  <a:lnTo>
                    <a:pt x="0" y="25"/>
                  </a:lnTo>
                  <a:lnTo>
                    <a:pt x="9" y="51"/>
                  </a:lnTo>
                  <a:lnTo>
                    <a:pt x="17" y="77"/>
                  </a:lnTo>
                  <a:lnTo>
                    <a:pt x="9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84" name=""/>
            <p:cNvSpPr/>
            <p:nvPr/>
          </p:nvSpPr>
          <p:spPr>
            <a:xfrm rot="0">
              <a:off x="1682" y="2514"/>
              <a:ext cx="3" cy="8"/>
            </a:xfrm>
            <a:custGeom>
              <a:avLst/>
              <a:ahLst/>
              <a:rect l="0" t="0" r="r" b="b"/>
              <a:pathLst>
                <a:path w="10" h="26">
                  <a:moveTo>
                    <a:pt x="10" y="26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85" name=""/>
            <p:cNvSpPr/>
            <p:nvPr/>
          </p:nvSpPr>
          <p:spPr>
            <a:xfrm rot="0" flipH="1">
              <a:off x="1682" y="25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86" name=""/>
            <p:cNvSpPr/>
            <p:nvPr/>
          </p:nvSpPr>
          <p:spPr>
            <a:xfrm rot="0">
              <a:off x="1655" y="2514"/>
              <a:ext cx="33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98" y="52"/>
                  </a:moveTo>
                  <a:lnTo>
                    <a:pt x="89" y="26"/>
                  </a:lnTo>
                  <a:lnTo>
                    <a:pt x="79" y="0"/>
                  </a:lnTo>
                  <a:lnTo>
                    <a:pt x="0" y="30"/>
                  </a:lnTo>
                  <a:lnTo>
                    <a:pt x="10" y="56"/>
                  </a:lnTo>
                  <a:lnTo>
                    <a:pt x="19" y="81"/>
                  </a:lnTo>
                  <a:lnTo>
                    <a:pt x="98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87" name=""/>
            <p:cNvSpPr/>
            <p:nvPr/>
          </p:nvSpPr>
          <p:spPr>
            <a:xfrm rot="0">
              <a:off x="1655" y="2514"/>
              <a:ext cx="33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98" y="52"/>
                  </a:moveTo>
                  <a:lnTo>
                    <a:pt x="89" y="26"/>
                  </a:lnTo>
                  <a:lnTo>
                    <a:pt x="79" y="0"/>
                  </a:lnTo>
                  <a:lnTo>
                    <a:pt x="0" y="30"/>
                  </a:lnTo>
                  <a:lnTo>
                    <a:pt x="10" y="56"/>
                  </a:lnTo>
                  <a:lnTo>
                    <a:pt x="19" y="81"/>
                  </a:lnTo>
                  <a:lnTo>
                    <a:pt x="98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88" name=""/>
            <p:cNvSpPr/>
            <p:nvPr/>
          </p:nvSpPr>
          <p:spPr>
            <a:xfrm rot="0">
              <a:off x="1655" y="2524"/>
              <a:ext cx="4" cy="8"/>
            </a:xfrm>
            <a:custGeom>
              <a:avLst/>
              <a:ahLst/>
              <a:rect l="0" t="0" r="r" b="b"/>
              <a:pathLst>
                <a:path w="11" h="26">
                  <a:moveTo>
                    <a:pt x="11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1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89" name=""/>
            <p:cNvSpPr/>
            <p:nvPr/>
          </p:nvSpPr>
          <p:spPr>
            <a:xfrm rot="0" flipH="1">
              <a:off x="1655" y="25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90" name=""/>
            <p:cNvSpPr/>
            <p:nvPr/>
          </p:nvSpPr>
          <p:spPr>
            <a:xfrm rot="0">
              <a:off x="1629" y="2524"/>
              <a:ext cx="33" cy="27"/>
            </a:xfrm>
            <a:custGeom>
              <a:avLst/>
              <a:ahLst/>
              <a:rect l="0" t="0" r="r" b="b"/>
              <a:pathLst>
                <a:path w="99" h="82">
                  <a:moveTo>
                    <a:pt x="99" y="49"/>
                  </a:moveTo>
                  <a:lnTo>
                    <a:pt x="89" y="25"/>
                  </a:lnTo>
                  <a:lnTo>
                    <a:pt x="78" y="0"/>
                  </a:lnTo>
                  <a:lnTo>
                    <a:pt x="0" y="33"/>
                  </a:lnTo>
                  <a:lnTo>
                    <a:pt x="11" y="58"/>
                  </a:lnTo>
                  <a:lnTo>
                    <a:pt x="21" y="82"/>
                  </a:lnTo>
                  <a:lnTo>
                    <a:pt x="9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91" name=""/>
            <p:cNvSpPr/>
            <p:nvPr/>
          </p:nvSpPr>
          <p:spPr>
            <a:xfrm rot="0">
              <a:off x="1629" y="2524"/>
              <a:ext cx="33" cy="27"/>
            </a:xfrm>
            <a:custGeom>
              <a:avLst/>
              <a:ahLst/>
              <a:rect l="0" t="0" r="r" b="b"/>
              <a:pathLst>
                <a:path w="99" h="82">
                  <a:moveTo>
                    <a:pt x="99" y="49"/>
                  </a:moveTo>
                  <a:lnTo>
                    <a:pt x="89" y="25"/>
                  </a:lnTo>
                  <a:lnTo>
                    <a:pt x="78" y="0"/>
                  </a:lnTo>
                  <a:lnTo>
                    <a:pt x="0" y="33"/>
                  </a:lnTo>
                  <a:lnTo>
                    <a:pt x="11" y="58"/>
                  </a:lnTo>
                  <a:lnTo>
                    <a:pt x="21" y="82"/>
                  </a:lnTo>
                  <a:lnTo>
                    <a:pt x="9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92" name=""/>
            <p:cNvSpPr/>
            <p:nvPr/>
          </p:nvSpPr>
          <p:spPr>
            <a:xfrm rot="0">
              <a:off x="1629" y="2535"/>
              <a:ext cx="4" cy="8"/>
            </a:xfrm>
            <a:custGeom>
              <a:avLst/>
              <a:ahLst/>
              <a:rect l="0" t="0" r="r" b="b"/>
              <a:pathLst>
                <a:path w="12" h="25">
                  <a:moveTo>
                    <a:pt x="12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93" name=""/>
            <p:cNvSpPr/>
            <p:nvPr/>
          </p:nvSpPr>
          <p:spPr>
            <a:xfrm rot="0" flipH="1">
              <a:off x="1629" y="2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94" name=""/>
            <p:cNvSpPr/>
            <p:nvPr/>
          </p:nvSpPr>
          <p:spPr>
            <a:xfrm rot="0">
              <a:off x="1604" y="2535"/>
              <a:ext cx="32" cy="29"/>
            </a:xfrm>
            <a:custGeom>
              <a:avLst/>
              <a:ahLst/>
              <a:rect l="0" t="0" r="r" b="b"/>
              <a:pathLst>
                <a:path w="98" h="86">
                  <a:moveTo>
                    <a:pt x="98" y="49"/>
                  </a:moveTo>
                  <a:lnTo>
                    <a:pt x="87" y="25"/>
                  </a:lnTo>
                  <a:lnTo>
                    <a:pt x="75" y="0"/>
                  </a:lnTo>
                  <a:lnTo>
                    <a:pt x="0" y="37"/>
                  </a:lnTo>
                  <a:lnTo>
                    <a:pt x="12" y="61"/>
                  </a:lnTo>
                  <a:lnTo>
                    <a:pt x="24" y="86"/>
                  </a:lnTo>
                  <a:lnTo>
                    <a:pt x="98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95" name=""/>
            <p:cNvSpPr/>
            <p:nvPr/>
          </p:nvSpPr>
          <p:spPr>
            <a:xfrm rot="0">
              <a:off x="1604" y="2535"/>
              <a:ext cx="32" cy="29"/>
            </a:xfrm>
            <a:custGeom>
              <a:avLst/>
              <a:ahLst/>
              <a:rect l="0" t="0" r="r" b="b"/>
              <a:pathLst>
                <a:path w="98" h="86">
                  <a:moveTo>
                    <a:pt x="98" y="49"/>
                  </a:moveTo>
                  <a:lnTo>
                    <a:pt x="87" y="25"/>
                  </a:lnTo>
                  <a:lnTo>
                    <a:pt x="75" y="0"/>
                  </a:lnTo>
                  <a:lnTo>
                    <a:pt x="0" y="37"/>
                  </a:lnTo>
                  <a:lnTo>
                    <a:pt x="12" y="61"/>
                  </a:lnTo>
                  <a:lnTo>
                    <a:pt x="24" y="86"/>
                  </a:lnTo>
                  <a:lnTo>
                    <a:pt x="98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96" name=""/>
            <p:cNvSpPr/>
            <p:nvPr/>
          </p:nvSpPr>
          <p:spPr>
            <a:xfrm rot="0">
              <a:off x="1603" y="2547"/>
              <a:ext cx="5" cy="8"/>
            </a:xfrm>
            <a:custGeom>
              <a:avLst/>
              <a:ahLst/>
              <a:rect l="0" t="0" r="r" b="b"/>
              <a:pathLst>
                <a:path w="13" h="24">
                  <a:moveTo>
                    <a:pt x="13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97" name=""/>
            <p:cNvSpPr/>
            <p:nvPr/>
          </p:nvSpPr>
          <p:spPr>
            <a:xfrm rot="0" flipH="1">
              <a:off x="1603" y="25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798" name=""/>
            <p:cNvSpPr/>
            <p:nvPr/>
          </p:nvSpPr>
          <p:spPr>
            <a:xfrm rot="0">
              <a:off x="1578" y="2548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101" y="47"/>
                  </a:moveTo>
                  <a:lnTo>
                    <a:pt x="88" y="23"/>
                  </a:lnTo>
                  <a:lnTo>
                    <a:pt x="75" y="0"/>
                  </a:lnTo>
                  <a:lnTo>
                    <a:pt x="0" y="40"/>
                  </a:lnTo>
                  <a:lnTo>
                    <a:pt x="13" y="64"/>
                  </a:lnTo>
                  <a:lnTo>
                    <a:pt x="26" y="87"/>
                  </a:lnTo>
                  <a:lnTo>
                    <a:pt x="101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799" name=""/>
            <p:cNvSpPr/>
            <p:nvPr/>
          </p:nvSpPr>
          <p:spPr>
            <a:xfrm rot="0">
              <a:off x="1578" y="2548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101" y="47"/>
                  </a:moveTo>
                  <a:lnTo>
                    <a:pt x="88" y="23"/>
                  </a:lnTo>
                  <a:lnTo>
                    <a:pt x="75" y="0"/>
                  </a:lnTo>
                  <a:lnTo>
                    <a:pt x="0" y="40"/>
                  </a:lnTo>
                  <a:lnTo>
                    <a:pt x="13" y="64"/>
                  </a:lnTo>
                  <a:lnTo>
                    <a:pt x="26" y="87"/>
                  </a:lnTo>
                  <a:lnTo>
                    <a:pt x="101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00" name=""/>
            <p:cNvSpPr/>
            <p:nvPr/>
          </p:nvSpPr>
          <p:spPr>
            <a:xfrm rot="0">
              <a:off x="1578" y="2561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14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01" name=""/>
            <p:cNvSpPr/>
            <p:nvPr/>
          </p:nvSpPr>
          <p:spPr>
            <a:xfrm rot="0" flipH="1">
              <a:off x="1578" y="25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02" name=""/>
            <p:cNvSpPr/>
            <p:nvPr/>
          </p:nvSpPr>
          <p:spPr>
            <a:xfrm rot="0">
              <a:off x="1554" y="2561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99" y="47"/>
                  </a:moveTo>
                  <a:lnTo>
                    <a:pt x="85" y="24"/>
                  </a:lnTo>
                  <a:lnTo>
                    <a:pt x="71" y="0"/>
                  </a:lnTo>
                  <a:lnTo>
                    <a:pt x="0" y="44"/>
                  </a:lnTo>
                  <a:lnTo>
                    <a:pt x="14" y="68"/>
                  </a:lnTo>
                  <a:lnTo>
                    <a:pt x="27" y="91"/>
                  </a:lnTo>
                  <a:lnTo>
                    <a:pt x="99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03" name=""/>
            <p:cNvSpPr/>
            <p:nvPr/>
          </p:nvSpPr>
          <p:spPr>
            <a:xfrm rot="0">
              <a:off x="1554" y="2561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99" y="47"/>
                  </a:moveTo>
                  <a:lnTo>
                    <a:pt x="85" y="24"/>
                  </a:lnTo>
                  <a:lnTo>
                    <a:pt x="71" y="0"/>
                  </a:lnTo>
                  <a:lnTo>
                    <a:pt x="0" y="44"/>
                  </a:lnTo>
                  <a:lnTo>
                    <a:pt x="14" y="68"/>
                  </a:lnTo>
                  <a:lnTo>
                    <a:pt x="27" y="91"/>
                  </a:lnTo>
                  <a:lnTo>
                    <a:pt x="99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04" name=""/>
            <p:cNvSpPr/>
            <p:nvPr/>
          </p:nvSpPr>
          <p:spPr>
            <a:xfrm rot="0">
              <a:off x="1554" y="2576"/>
              <a:ext cx="5" cy="8"/>
            </a:xfrm>
            <a:custGeom>
              <a:avLst/>
              <a:ahLst/>
              <a:rect l="0" t="0" r="r" b="b"/>
              <a:pathLst>
                <a:path w="16" h="24">
                  <a:moveTo>
                    <a:pt x="16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05" name=""/>
            <p:cNvSpPr/>
            <p:nvPr/>
          </p:nvSpPr>
          <p:spPr>
            <a:xfrm rot="0" flipH="1">
              <a:off x="1554" y="25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06" name=""/>
            <p:cNvSpPr/>
            <p:nvPr/>
          </p:nvSpPr>
          <p:spPr>
            <a:xfrm rot="0">
              <a:off x="1530" y="2576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102" y="45"/>
                  </a:moveTo>
                  <a:lnTo>
                    <a:pt x="86" y="23"/>
                  </a:lnTo>
                  <a:lnTo>
                    <a:pt x="70" y="0"/>
                  </a:lnTo>
                  <a:lnTo>
                    <a:pt x="0" y="48"/>
                  </a:lnTo>
                  <a:lnTo>
                    <a:pt x="16" y="71"/>
                  </a:lnTo>
                  <a:lnTo>
                    <a:pt x="32" y="93"/>
                  </a:lnTo>
                  <a:lnTo>
                    <a:pt x="102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07" name=""/>
            <p:cNvSpPr/>
            <p:nvPr/>
          </p:nvSpPr>
          <p:spPr>
            <a:xfrm rot="0">
              <a:off x="1530" y="2576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102" y="45"/>
                  </a:moveTo>
                  <a:lnTo>
                    <a:pt x="86" y="23"/>
                  </a:lnTo>
                  <a:lnTo>
                    <a:pt x="70" y="0"/>
                  </a:lnTo>
                  <a:lnTo>
                    <a:pt x="0" y="48"/>
                  </a:lnTo>
                  <a:lnTo>
                    <a:pt x="16" y="71"/>
                  </a:lnTo>
                  <a:lnTo>
                    <a:pt x="32" y="93"/>
                  </a:lnTo>
                  <a:lnTo>
                    <a:pt x="102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08" name=""/>
            <p:cNvSpPr/>
            <p:nvPr/>
          </p:nvSpPr>
          <p:spPr>
            <a:xfrm rot="0">
              <a:off x="1530" y="2592"/>
              <a:ext cx="6" cy="8"/>
            </a:xfrm>
            <a:custGeom>
              <a:avLst/>
              <a:ahLst/>
              <a:rect l="0" t="0" r="r" b="b"/>
              <a:pathLst>
                <a:path w="16" h="23">
                  <a:moveTo>
                    <a:pt x="16" y="2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09" name=""/>
            <p:cNvSpPr/>
            <p:nvPr/>
          </p:nvSpPr>
          <p:spPr>
            <a:xfrm rot="0">
              <a:off x="1530" y="25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10" name=""/>
            <p:cNvSpPr/>
            <p:nvPr/>
          </p:nvSpPr>
          <p:spPr>
            <a:xfrm rot="0">
              <a:off x="1508" y="2592"/>
              <a:ext cx="33" cy="32"/>
            </a:xfrm>
            <a:custGeom>
              <a:avLst/>
              <a:ahLst/>
              <a:rect l="0" t="0" r="r" b="b"/>
              <a:pathLst>
                <a:path w="100" h="95">
                  <a:moveTo>
                    <a:pt x="100" y="45"/>
                  </a:moveTo>
                  <a:lnTo>
                    <a:pt x="84" y="23"/>
                  </a:lnTo>
                  <a:lnTo>
                    <a:pt x="68" y="0"/>
                  </a:lnTo>
                  <a:lnTo>
                    <a:pt x="0" y="50"/>
                  </a:lnTo>
                  <a:lnTo>
                    <a:pt x="16" y="73"/>
                  </a:lnTo>
                  <a:lnTo>
                    <a:pt x="32" y="95"/>
                  </a:lnTo>
                  <a:lnTo>
                    <a:pt x="10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11" name=""/>
            <p:cNvSpPr/>
            <p:nvPr/>
          </p:nvSpPr>
          <p:spPr>
            <a:xfrm rot="0">
              <a:off x="1508" y="2592"/>
              <a:ext cx="33" cy="32"/>
            </a:xfrm>
            <a:custGeom>
              <a:avLst/>
              <a:ahLst/>
              <a:rect l="0" t="0" r="r" b="b"/>
              <a:pathLst>
                <a:path w="100" h="95">
                  <a:moveTo>
                    <a:pt x="100" y="45"/>
                  </a:moveTo>
                  <a:lnTo>
                    <a:pt x="84" y="23"/>
                  </a:lnTo>
                  <a:lnTo>
                    <a:pt x="68" y="0"/>
                  </a:lnTo>
                  <a:lnTo>
                    <a:pt x="0" y="50"/>
                  </a:lnTo>
                  <a:lnTo>
                    <a:pt x="16" y="73"/>
                  </a:lnTo>
                  <a:lnTo>
                    <a:pt x="32" y="95"/>
                  </a:lnTo>
                  <a:lnTo>
                    <a:pt x="10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12" name=""/>
            <p:cNvSpPr/>
            <p:nvPr/>
          </p:nvSpPr>
          <p:spPr>
            <a:xfrm rot="0">
              <a:off x="1507" y="2609"/>
              <a:ext cx="6" cy="7"/>
            </a:xfrm>
            <a:custGeom>
              <a:avLst/>
              <a:ahLst/>
              <a:rect l="0" t="0" r="r" b="b"/>
              <a:pathLst>
                <a:path w="17" h="23">
                  <a:moveTo>
                    <a:pt x="17" y="2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1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13" name=""/>
            <p:cNvSpPr/>
            <p:nvPr/>
          </p:nvSpPr>
          <p:spPr>
            <a:xfrm rot="0" flipH="1">
              <a:off x="1507" y="26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14" name=""/>
            <p:cNvSpPr/>
            <p:nvPr/>
          </p:nvSpPr>
          <p:spPr>
            <a:xfrm rot="0">
              <a:off x="1486" y="2609"/>
              <a:ext cx="33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98" y="42"/>
                  </a:moveTo>
                  <a:lnTo>
                    <a:pt x="81" y="21"/>
                  </a:lnTo>
                  <a:lnTo>
                    <a:pt x="64" y="0"/>
                  </a:lnTo>
                  <a:lnTo>
                    <a:pt x="0" y="53"/>
                  </a:lnTo>
                  <a:lnTo>
                    <a:pt x="17" y="74"/>
                  </a:lnTo>
                  <a:lnTo>
                    <a:pt x="34" y="96"/>
                  </a:lnTo>
                  <a:lnTo>
                    <a:pt x="98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15" name=""/>
            <p:cNvSpPr/>
            <p:nvPr/>
          </p:nvSpPr>
          <p:spPr>
            <a:xfrm rot="0">
              <a:off x="1486" y="2609"/>
              <a:ext cx="33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98" y="42"/>
                  </a:moveTo>
                  <a:lnTo>
                    <a:pt x="81" y="21"/>
                  </a:lnTo>
                  <a:lnTo>
                    <a:pt x="64" y="0"/>
                  </a:lnTo>
                  <a:lnTo>
                    <a:pt x="0" y="53"/>
                  </a:lnTo>
                  <a:lnTo>
                    <a:pt x="17" y="74"/>
                  </a:lnTo>
                  <a:lnTo>
                    <a:pt x="34" y="96"/>
                  </a:lnTo>
                  <a:lnTo>
                    <a:pt x="98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16" name=""/>
            <p:cNvSpPr/>
            <p:nvPr/>
          </p:nvSpPr>
          <p:spPr>
            <a:xfrm rot="0">
              <a:off x="1486" y="2627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18" y="2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17" name=""/>
            <p:cNvSpPr/>
            <p:nvPr/>
          </p:nvSpPr>
          <p:spPr>
            <a:xfrm rot="0" flipH="1">
              <a:off x="1486" y="26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18" name=""/>
            <p:cNvSpPr/>
            <p:nvPr/>
          </p:nvSpPr>
          <p:spPr>
            <a:xfrm rot="0">
              <a:off x="1465" y="2627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99" y="41"/>
                  </a:moveTo>
                  <a:lnTo>
                    <a:pt x="81" y="20"/>
                  </a:lnTo>
                  <a:lnTo>
                    <a:pt x="63" y="0"/>
                  </a:lnTo>
                  <a:lnTo>
                    <a:pt x="0" y="57"/>
                  </a:lnTo>
                  <a:lnTo>
                    <a:pt x="18" y="77"/>
                  </a:lnTo>
                  <a:lnTo>
                    <a:pt x="36" y="97"/>
                  </a:lnTo>
                  <a:lnTo>
                    <a:pt x="99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19" name=""/>
            <p:cNvSpPr/>
            <p:nvPr/>
          </p:nvSpPr>
          <p:spPr>
            <a:xfrm rot="0">
              <a:off x="1465" y="2627"/>
              <a:ext cx="33" cy="33"/>
            </a:xfrm>
            <a:custGeom>
              <a:avLst/>
              <a:ahLst/>
              <a:rect l="0" t="0" r="r" b="b"/>
              <a:pathLst>
                <a:path w="99" h="97">
                  <a:moveTo>
                    <a:pt x="99" y="41"/>
                  </a:moveTo>
                  <a:lnTo>
                    <a:pt x="81" y="20"/>
                  </a:lnTo>
                  <a:lnTo>
                    <a:pt x="63" y="0"/>
                  </a:lnTo>
                  <a:lnTo>
                    <a:pt x="0" y="57"/>
                  </a:lnTo>
                  <a:lnTo>
                    <a:pt x="18" y="77"/>
                  </a:lnTo>
                  <a:lnTo>
                    <a:pt x="36" y="97"/>
                  </a:lnTo>
                  <a:lnTo>
                    <a:pt x="99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20" name=""/>
            <p:cNvSpPr/>
            <p:nvPr/>
          </p:nvSpPr>
          <p:spPr>
            <a:xfrm rot="0">
              <a:off x="1464" y="2646"/>
              <a:ext cx="7" cy="7"/>
            </a:xfrm>
            <a:custGeom>
              <a:avLst/>
              <a:ahLst/>
              <a:rect l="0" t="0" r="r" b="b"/>
              <a:pathLst>
                <a:path w="20" h="20">
                  <a:moveTo>
                    <a:pt x="20" y="2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21" name=""/>
            <p:cNvSpPr/>
            <p:nvPr/>
          </p:nvSpPr>
          <p:spPr>
            <a:xfrm rot="0" flipH="1">
              <a:off x="1464" y="26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22" name=""/>
            <p:cNvSpPr/>
            <p:nvPr/>
          </p:nvSpPr>
          <p:spPr>
            <a:xfrm rot="0">
              <a:off x="1444" y="2647"/>
              <a:ext cx="33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98" y="38"/>
                  </a:moveTo>
                  <a:lnTo>
                    <a:pt x="79" y="19"/>
                  </a:lnTo>
                  <a:lnTo>
                    <a:pt x="59" y="0"/>
                  </a:lnTo>
                  <a:lnTo>
                    <a:pt x="0" y="60"/>
                  </a:lnTo>
                  <a:lnTo>
                    <a:pt x="19" y="79"/>
                  </a:lnTo>
                  <a:lnTo>
                    <a:pt x="38" y="98"/>
                  </a:lnTo>
                  <a:lnTo>
                    <a:pt x="98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23" name=""/>
            <p:cNvSpPr/>
            <p:nvPr/>
          </p:nvSpPr>
          <p:spPr>
            <a:xfrm rot="0">
              <a:off x="1444" y="2647"/>
              <a:ext cx="33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98" y="38"/>
                  </a:moveTo>
                  <a:lnTo>
                    <a:pt x="79" y="19"/>
                  </a:lnTo>
                  <a:lnTo>
                    <a:pt x="59" y="0"/>
                  </a:lnTo>
                  <a:lnTo>
                    <a:pt x="0" y="60"/>
                  </a:lnTo>
                  <a:lnTo>
                    <a:pt x="19" y="79"/>
                  </a:lnTo>
                  <a:lnTo>
                    <a:pt x="38" y="98"/>
                  </a:lnTo>
                  <a:lnTo>
                    <a:pt x="98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24" name=""/>
            <p:cNvSpPr/>
            <p:nvPr/>
          </p:nvSpPr>
          <p:spPr>
            <a:xfrm rot="0">
              <a:off x="1444" y="2667"/>
              <a:ext cx="7" cy="6"/>
            </a:xfrm>
            <a:custGeom>
              <a:avLst/>
              <a:ahLst/>
              <a:rect l="0" t="0" r="r" b="b"/>
              <a:pathLst>
                <a:path w="20" h="19">
                  <a:moveTo>
                    <a:pt x="20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25" name=""/>
            <p:cNvSpPr/>
            <p:nvPr/>
          </p:nvSpPr>
          <p:spPr>
            <a:xfrm rot="0" flipH="1">
              <a:off x="1444" y="26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26" name=""/>
            <p:cNvSpPr/>
            <p:nvPr/>
          </p:nvSpPr>
          <p:spPr>
            <a:xfrm rot="0">
              <a:off x="1425" y="2667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97" y="36"/>
                  </a:moveTo>
                  <a:lnTo>
                    <a:pt x="77" y="18"/>
                  </a:lnTo>
                  <a:lnTo>
                    <a:pt x="57" y="0"/>
                  </a:lnTo>
                  <a:lnTo>
                    <a:pt x="0" y="63"/>
                  </a:lnTo>
                  <a:lnTo>
                    <a:pt x="20" y="81"/>
                  </a:lnTo>
                  <a:lnTo>
                    <a:pt x="41" y="99"/>
                  </a:lnTo>
                  <a:lnTo>
                    <a:pt x="9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27" name=""/>
            <p:cNvSpPr/>
            <p:nvPr/>
          </p:nvSpPr>
          <p:spPr>
            <a:xfrm rot="0">
              <a:off x="1425" y="2667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97" y="36"/>
                  </a:moveTo>
                  <a:lnTo>
                    <a:pt x="77" y="18"/>
                  </a:lnTo>
                  <a:lnTo>
                    <a:pt x="57" y="0"/>
                  </a:lnTo>
                  <a:lnTo>
                    <a:pt x="0" y="63"/>
                  </a:lnTo>
                  <a:lnTo>
                    <a:pt x="20" y="81"/>
                  </a:lnTo>
                  <a:lnTo>
                    <a:pt x="41" y="99"/>
                  </a:lnTo>
                  <a:lnTo>
                    <a:pt x="97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28" name=""/>
            <p:cNvSpPr/>
            <p:nvPr/>
          </p:nvSpPr>
          <p:spPr>
            <a:xfrm rot="0">
              <a:off x="1425" y="2688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21" y="1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29" name=""/>
            <p:cNvSpPr/>
            <p:nvPr/>
          </p:nvSpPr>
          <p:spPr>
            <a:xfrm rot="0" flipH="1">
              <a:off x="1425" y="26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30" name=""/>
            <p:cNvSpPr/>
            <p:nvPr/>
          </p:nvSpPr>
          <p:spPr>
            <a:xfrm rot="0">
              <a:off x="1407" y="2688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97" y="34"/>
                  </a:moveTo>
                  <a:lnTo>
                    <a:pt x="75" y="17"/>
                  </a:lnTo>
                  <a:lnTo>
                    <a:pt x="54" y="0"/>
                  </a:lnTo>
                  <a:lnTo>
                    <a:pt x="0" y="64"/>
                  </a:lnTo>
                  <a:lnTo>
                    <a:pt x="22" y="81"/>
                  </a:lnTo>
                  <a:lnTo>
                    <a:pt x="43" y="98"/>
                  </a:lnTo>
                  <a:lnTo>
                    <a:pt x="9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31" name=""/>
            <p:cNvSpPr/>
            <p:nvPr/>
          </p:nvSpPr>
          <p:spPr>
            <a:xfrm rot="0">
              <a:off x="1407" y="2688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97" y="34"/>
                  </a:moveTo>
                  <a:lnTo>
                    <a:pt x="75" y="17"/>
                  </a:lnTo>
                  <a:lnTo>
                    <a:pt x="54" y="0"/>
                  </a:lnTo>
                  <a:lnTo>
                    <a:pt x="0" y="64"/>
                  </a:lnTo>
                  <a:lnTo>
                    <a:pt x="22" y="81"/>
                  </a:lnTo>
                  <a:lnTo>
                    <a:pt x="43" y="98"/>
                  </a:lnTo>
                  <a:lnTo>
                    <a:pt x="9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32" name=""/>
            <p:cNvSpPr/>
            <p:nvPr/>
          </p:nvSpPr>
          <p:spPr>
            <a:xfrm rot="0">
              <a:off x="1406" y="2710"/>
              <a:ext cx="8" cy="5"/>
            </a:xfrm>
            <a:custGeom>
              <a:avLst/>
              <a:ahLst/>
              <a:rect l="0" t="0" r="r" b="b"/>
              <a:pathLst>
                <a:path w="23" h="17">
                  <a:moveTo>
                    <a:pt x="23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33" name=""/>
            <p:cNvSpPr/>
            <p:nvPr/>
          </p:nvSpPr>
          <p:spPr>
            <a:xfrm rot="0" flipH="1">
              <a:off x="1406" y="2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34" name=""/>
            <p:cNvSpPr/>
            <p:nvPr/>
          </p:nvSpPr>
          <p:spPr>
            <a:xfrm rot="0">
              <a:off x="1390" y="2710"/>
              <a:ext cx="31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95" y="32"/>
                  </a:moveTo>
                  <a:lnTo>
                    <a:pt x="73" y="16"/>
                  </a:lnTo>
                  <a:lnTo>
                    <a:pt x="50" y="0"/>
                  </a:lnTo>
                  <a:lnTo>
                    <a:pt x="0" y="68"/>
                  </a:lnTo>
                  <a:lnTo>
                    <a:pt x="23" y="84"/>
                  </a:lnTo>
                  <a:lnTo>
                    <a:pt x="45" y="100"/>
                  </a:lnTo>
                  <a:lnTo>
                    <a:pt x="95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35" name=""/>
            <p:cNvSpPr/>
            <p:nvPr/>
          </p:nvSpPr>
          <p:spPr>
            <a:xfrm rot="0">
              <a:off x="1390" y="2710"/>
              <a:ext cx="31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95" y="32"/>
                  </a:moveTo>
                  <a:lnTo>
                    <a:pt x="73" y="16"/>
                  </a:lnTo>
                  <a:lnTo>
                    <a:pt x="50" y="0"/>
                  </a:lnTo>
                  <a:lnTo>
                    <a:pt x="0" y="68"/>
                  </a:lnTo>
                  <a:lnTo>
                    <a:pt x="23" y="84"/>
                  </a:lnTo>
                  <a:lnTo>
                    <a:pt x="45" y="100"/>
                  </a:lnTo>
                  <a:lnTo>
                    <a:pt x="95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36" name=""/>
            <p:cNvSpPr/>
            <p:nvPr/>
          </p:nvSpPr>
          <p:spPr>
            <a:xfrm rot="0">
              <a:off x="1390" y="2733"/>
              <a:ext cx="7" cy="5"/>
            </a:xfrm>
            <a:custGeom>
              <a:avLst/>
              <a:ahLst/>
              <a:rect l="0" t="0" r="r" b="b"/>
              <a:pathLst>
                <a:path w="23" h="16">
                  <a:moveTo>
                    <a:pt x="23" y="1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37" name=""/>
            <p:cNvSpPr/>
            <p:nvPr/>
          </p:nvSpPr>
          <p:spPr>
            <a:xfrm rot="0">
              <a:off x="1390" y="27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38" name=""/>
            <p:cNvSpPr/>
            <p:nvPr/>
          </p:nvSpPr>
          <p:spPr>
            <a:xfrm rot="0">
              <a:off x="1374" y="2733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92" y="30"/>
                  </a:moveTo>
                  <a:lnTo>
                    <a:pt x="70" y="15"/>
                  </a:lnTo>
                  <a:lnTo>
                    <a:pt x="47" y="0"/>
                  </a:lnTo>
                  <a:lnTo>
                    <a:pt x="0" y="70"/>
                  </a:lnTo>
                  <a:lnTo>
                    <a:pt x="23" y="85"/>
                  </a:lnTo>
                  <a:lnTo>
                    <a:pt x="45" y="100"/>
                  </a:lnTo>
                  <a:lnTo>
                    <a:pt x="92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39" name=""/>
            <p:cNvSpPr/>
            <p:nvPr/>
          </p:nvSpPr>
          <p:spPr>
            <a:xfrm rot="0">
              <a:off x="1374" y="2733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92" y="30"/>
                  </a:moveTo>
                  <a:lnTo>
                    <a:pt x="70" y="15"/>
                  </a:lnTo>
                  <a:lnTo>
                    <a:pt x="47" y="0"/>
                  </a:lnTo>
                  <a:lnTo>
                    <a:pt x="0" y="70"/>
                  </a:lnTo>
                  <a:lnTo>
                    <a:pt x="23" y="85"/>
                  </a:lnTo>
                  <a:lnTo>
                    <a:pt x="45" y="100"/>
                  </a:lnTo>
                  <a:lnTo>
                    <a:pt x="92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40" name=""/>
            <p:cNvSpPr/>
            <p:nvPr/>
          </p:nvSpPr>
          <p:spPr>
            <a:xfrm rot="0">
              <a:off x="1374" y="2756"/>
              <a:ext cx="8" cy="5"/>
            </a:xfrm>
            <a:custGeom>
              <a:avLst/>
              <a:ahLst/>
              <a:rect l="0" t="0" r="r" b="b"/>
              <a:pathLst>
                <a:path w="24" h="15">
                  <a:moveTo>
                    <a:pt x="24" y="1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41" name=""/>
            <p:cNvSpPr/>
            <p:nvPr/>
          </p:nvSpPr>
          <p:spPr>
            <a:xfrm rot="0" flipH="1">
              <a:off x="1374" y="27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42" name=""/>
            <p:cNvSpPr/>
            <p:nvPr/>
          </p:nvSpPr>
          <p:spPr>
            <a:xfrm rot="0">
              <a:off x="1359" y="2757"/>
              <a:ext cx="30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91" y="28"/>
                  </a:moveTo>
                  <a:lnTo>
                    <a:pt x="68" y="14"/>
                  </a:lnTo>
                  <a:lnTo>
                    <a:pt x="44" y="0"/>
                  </a:lnTo>
                  <a:lnTo>
                    <a:pt x="0" y="71"/>
                  </a:lnTo>
                  <a:lnTo>
                    <a:pt x="24" y="85"/>
                  </a:lnTo>
                  <a:lnTo>
                    <a:pt x="47" y="99"/>
                  </a:lnTo>
                  <a:lnTo>
                    <a:pt x="9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43" name=""/>
            <p:cNvSpPr/>
            <p:nvPr/>
          </p:nvSpPr>
          <p:spPr>
            <a:xfrm rot="0">
              <a:off x="1359" y="2757"/>
              <a:ext cx="30" cy="33"/>
            </a:xfrm>
            <a:custGeom>
              <a:avLst/>
              <a:ahLst/>
              <a:rect l="0" t="0" r="r" b="b"/>
              <a:pathLst>
                <a:path w="91" h="99">
                  <a:moveTo>
                    <a:pt x="91" y="28"/>
                  </a:moveTo>
                  <a:lnTo>
                    <a:pt x="68" y="14"/>
                  </a:lnTo>
                  <a:lnTo>
                    <a:pt x="44" y="0"/>
                  </a:lnTo>
                  <a:lnTo>
                    <a:pt x="0" y="71"/>
                  </a:lnTo>
                  <a:lnTo>
                    <a:pt x="24" y="85"/>
                  </a:lnTo>
                  <a:lnTo>
                    <a:pt x="47" y="99"/>
                  </a:lnTo>
                  <a:lnTo>
                    <a:pt x="91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44" name=""/>
            <p:cNvSpPr/>
            <p:nvPr/>
          </p:nvSpPr>
          <p:spPr>
            <a:xfrm rot="0">
              <a:off x="1359" y="2780"/>
              <a:ext cx="8" cy="5"/>
            </a:xfrm>
            <a:custGeom>
              <a:avLst/>
              <a:ahLst/>
              <a:rect l="0" t="0" r="r" b="b"/>
              <a:pathLst>
                <a:path w="24" h="14">
                  <a:moveTo>
                    <a:pt x="24" y="14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45" name=""/>
            <p:cNvSpPr/>
            <p:nvPr/>
          </p:nvSpPr>
          <p:spPr>
            <a:xfrm rot="0">
              <a:off x="1359" y="27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46" name=""/>
            <p:cNvSpPr/>
            <p:nvPr/>
          </p:nvSpPr>
          <p:spPr>
            <a:xfrm rot="0">
              <a:off x="1346" y="2781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87" y="25"/>
                  </a:moveTo>
                  <a:lnTo>
                    <a:pt x="64" y="12"/>
                  </a:lnTo>
                  <a:lnTo>
                    <a:pt x="40" y="0"/>
                  </a:lnTo>
                  <a:lnTo>
                    <a:pt x="0" y="74"/>
                  </a:lnTo>
                  <a:lnTo>
                    <a:pt x="23" y="87"/>
                  </a:lnTo>
                  <a:lnTo>
                    <a:pt x="47" y="100"/>
                  </a:lnTo>
                  <a:lnTo>
                    <a:pt x="8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47" name=""/>
            <p:cNvSpPr/>
            <p:nvPr/>
          </p:nvSpPr>
          <p:spPr>
            <a:xfrm rot="0">
              <a:off x="1346" y="2781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87" y="25"/>
                  </a:moveTo>
                  <a:lnTo>
                    <a:pt x="64" y="12"/>
                  </a:lnTo>
                  <a:lnTo>
                    <a:pt x="40" y="0"/>
                  </a:lnTo>
                  <a:lnTo>
                    <a:pt x="0" y="74"/>
                  </a:lnTo>
                  <a:lnTo>
                    <a:pt x="23" y="87"/>
                  </a:lnTo>
                  <a:lnTo>
                    <a:pt x="47" y="100"/>
                  </a:lnTo>
                  <a:lnTo>
                    <a:pt x="87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48" name=""/>
            <p:cNvSpPr/>
            <p:nvPr/>
          </p:nvSpPr>
          <p:spPr>
            <a:xfrm rot="0">
              <a:off x="1345" y="2806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24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49" name=""/>
            <p:cNvSpPr/>
            <p:nvPr/>
          </p:nvSpPr>
          <p:spPr>
            <a:xfrm rot="0" flipH="1">
              <a:off x="1345" y="2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39" name=""/>
          <p:cNvGrpSpPr/>
          <p:nvPr/>
        </p:nvGrpSpPr>
        <p:grpSpPr>
          <a:xfrm rot="0">
            <a:off x="2030412" y="4454525"/>
            <a:ext cx="1263650" cy="1389062"/>
            <a:chOff x="1279" y="2806"/>
            <a:chExt cx="796" cy="875"/>
          </a:xfrm>
        </p:grpSpPr>
        <p:sp>
          <p:nvSpPr>
            <p:cNvPr id="1083850" name=""/>
            <p:cNvSpPr/>
            <p:nvPr/>
          </p:nvSpPr>
          <p:spPr>
            <a:xfrm rot="0">
              <a:off x="1333" y="2806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87" y="24"/>
                  </a:moveTo>
                  <a:lnTo>
                    <a:pt x="62" y="12"/>
                  </a:lnTo>
                  <a:lnTo>
                    <a:pt x="38" y="0"/>
                  </a:lnTo>
                  <a:lnTo>
                    <a:pt x="0" y="76"/>
                  </a:lnTo>
                  <a:lnTo>
                    <a:pt x="25" y="88"/>
                  </a:lnTo>
                  <a:lnTo>
                    <a:pt x="49" y="100"/>
                  </a:lnTo>
                  <a:lnTo>
                    <a:pt x="8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51" name=""/>
            <p:cNvSpPr/>
            <p:nvPr/>
          </p:nvSpPr>
          <p:spPr>
            <a:xfrm rot="0">
              <a:off x="1333" y="2806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87" y="24"/>
                  </a:moveTo>
                  <a:lnTo>
                    <a:pt x="62" y="12"/>
                  </a:lnTo>
                  <a:lnTo>
                    <a:pt x="38" y="0"/>
                  </a:lnTo>
                  <a:lnTo>
                    <a:pt x="0" y="76"/>
                  </a:lnTo>
                  <a:lnTo>
                    <a:pt x="25" y="88"/>
                  </a:lnTo>
                  <a:lnTo>
                    <a:pt x="49" y="100"/>
                  </a:lnTo>
                  <a:lnTo>
                    <a:pt x="87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52" name=""/>
            <p:cNvSpPr/>
            <p:nvPr/>
          </p:nvSpPr>
          <p:spPr>
            <a:xfrm rot="0">
              <a:off x="1333" y="2831"/>
              <a:ext cx="8" cy="4"/>
            </a:xfrm>
            <a:custGeom>
              <a:avLst/>
              <a:ahLst/>
              <a:rect l="0" t="0" r="r" b="b"/>
              <a:pathLst>
                <a:path w="25" h="12">
                  <a:moveTo>
                    <a:pt x="25" y="1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53" name=""/>
            <p:cNvSpPr/>
            <p:nvPr/>
          </p:nvSpPr>
          <p:spPr>
            <a:xfrm rot="0">
              <a:off x="1333" y="28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54" name=""/>
            <p:cNvSpPr/>
            <p:nvPr/>
          </p:nvSpPr>
          <p:spPr>
            <a:xfrm rot="0">
              <a:off x="1322" y="2832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82" y="22"/>
                  </a:moveTo>
                  <a:lnTo>
                    <a:pt x="58" y="11"/>
                  </a:lnTo>
                  <a:lnTo>
                    <a:pt x="33" y="0"/>
                  </a:lnTo>
                  <a:lnTo>
                    <a:pt x="0" y="77"/>
                  </a:lnTo>
                  <a:lnTo>
                    <a:pt x="25" y="88"/>
                  </a:lnTo>
                  <a:lnTo>
                    <a:pt x="49" y="99"/>
                  </a:lnTo>
                  <a:lnTo>
                    <a:pt x="8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55" name=""/>
            <p:cNvSpPr/>
            <p:nvPr/>
          </p:nvSpPr>
          <p:spPr>
            <a:xfrm rot="0">
              <a:off x="1322" y="2832"/>
              <a:ext cx="27" cy="33"/>
            </a:xfrm>
            <a:custGeom>
              <a:avLst/>
              <a:ahLst/>
              <a:rect l="0" t="0" r="r" b="b"/>
              <a:pathLst>
                <a:path w="82" h="99">
                  <a:moveTo>
                    <a:pt x="82" y="22"/>
                  </a:moveTo>
                  <a:lnTo>
                    <a:pt x="58" y="11"/>
                  </a:lnTo>
                  <a:lnTo>
                    <a:pt x="33" y="0"/>
                  </a:lnTo>
                  <a:lnTo>
                    <a:pt x="0" y="77"/>
                  </a:lnTo>
                  <a:lnTo>
                    <a:pt x="25" y="88"/>
                  </a:lnTo>
                  <a:lnTo>
                    <a:pt x="49" y="99"/>
                  </a:lnTo>
                  <a:lnTo>
                    <a:pt x="82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56" name=""/>
            <p:cNvSpPr/>
            <p:nvPr/>
          </p:nvSpPr>
          <p:spPr>
            <a:xfrm rot="0">
              <a:off x="1321" y="2857"/>
              <a:ext cx="9" cy="4"/>
            </a:xfrm>
            <a:custGeom>
              <a:avLst/>
              <a:ahLst/>
              <a:rect l="0" t="0" r="r" b="b"/>
              <a:pathLst>
                <a:path w="26" h="11">
                  <a:moveTo>
                    <a:pt x="26" y="1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57" name=""/>
            <p:cNvSpPr/>
            <p:nvPr/>
          </p:nvSpPr>
          <p:spPr>
            <a:xfrm rot="0" flipH="1">
              <a:off x="1321" y="2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58" name=""/>
            <p:cNvSpPr/>
            <p:nvPr/>
          </p:nvSpPr>
          <p:spPr>
            <a:xfrm rot="0">
              <a:off x="1312" y="2858"/>
              <a:ext cx="26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80" y="19"/>
                  </a:moveTo>
                  <a:lnTo>
                    <a:pt x="55" y="10"/>
                  </a:lnTo>
                  <a:lnTo>
                    <a:pt x="29" y="0"/>
                  </a:lnTo>
                  <a:lnTo>
                    <a:pt x="0" y="79"/>
                  </a:lnTo>
                  <a:lnTo>
                    <a:pt x="26" y="89"/>
                  </a:lnTo>
                  <a:lnTo>
                    <a:pt x="52" y="99"/>
                  </a:lnTo>
                  <a:lnTo>
                    <a:pt x="8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59" name=""/>
            <p:cNvSpPr/>
            <p:nvPr/>
          </p:nvSpPr>
          <p:spPr>
            <a:xfrm rot="0">
              <a:off x="1312" y="2858"/>
              <a:ext cx="26" cy="33"/>
            </a:xfrm>
            <a:custGeom>
              <a:avLst/>
              <a:ahLst/>
              <a:rect l="0" t="0" r="r" b="b"/>
              <a:pathLst>
                <a:path w="80" h="99">
                  <a:moveTo>
                    <a:pt x="80" y="19"/>
                  </a:moveTo>
                  <a:lnTo>
                    <a:pt x="55" y="10"/>
                  </a:lnTo>
                  <a:lnTo>
                    <a:pt x="29" y="0"/>
                  </a:lnTo>
                  <a:lnTo>
                    <a:pt x="0" y="79"/>
                  </a:lnTo>
                  <a:lnTo>
                    <a:pt x="26" y="89"/>
                  </a:lnTo>
                  <a:lnTo>
                    <a:pt x="52" y="99"/>
                  </a:lnTo>
                  <a:lnTo>
                    <a:pt x="8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60" name=""/>
            <p:cNvSpPr/>
            <p:nvPr/>
          </p:nvSpPr>
          <p:spPr>
            <a:xfrm rot="0">
              <a:off x="1312" y="2884"/>
              <a:ext cx="8" cy="3"/>
            </a:xfrm>
            <a:custGeom>
              <a:avLst/>
              <a:ahLst/>
              <a:rect l="0" t="0" r="r" b="b"/>
              <a:pathLst>
                <a:path w="26" h="10">
                  <a:moveTo>
                    <a:pt x="26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61" name=""/>
            <p:cNvSpPr/>
            <p:nvPr/>
          </p:nvSpPr>
          <p:spPr>
            <a:xfrm rot="0">
              <a:off x="1312" y="28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62" name=""/>
            <p:cNvSpPr/>
            <p:nvPr/>
          </p:nvSpPr>
          <p:spPr>
            <a:xfrm rot="0">
              <a:off x="1303" y="288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77" y="17"/>
                  </a:moveTo>
                  <a:lnTo>
                    <a:pt x="51" y="9"/>
                  </a:lnTo>
                  <a:lnTo>
                    <a:pt x="25" y="0"/>
                  </a:lnTo>
                  <a:lnTo>
                    <a:pt x="0" y="82"/>
                  </a:lnTo>
                  <a:lnTo>
                    <a:pt x="25" y="90"/>
                  </a:lnTo>
                  <a:lnTo>
                    <a:pt x="51" y="99"/>
                  </a:lnTo>
                  <a:lnTo>
                    <a:pt x="7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63" name=""/>
            <p:cNvSpPr/>
            <p:nvPr/>
          </p:nvSpPr>
          <p:spPr>
            <a:xfrm rot="0">
              <a:off x="1303" y="288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77" y="17"/>
                  </a:moveTo>
                  <a:lnTo>
                    <a:pt x="51" y="9"/>
                  </a:lnTo>
                  <a:lnTo>
                    <a:pt x="25" y="0"/>
                  </a:lnTo>
                  <a:lnTo>
                    <a:pt x="0" y="82"/>
                  </a:lnTo>
                  <a:lnTo>
                    <a:pt x="25" y="90"/>
                  </a:lnTo>
                  <a:lnTo>
                    <a:pt x="51" y="99"/>
                  </a:lnTo>
                  <a:lnTo>
                    <a:pt x="77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64" name=""/>
            <p:cNvSpPr/>
            <p:nvPr/>
          </p:nvSpPr>
          <p:spPr>
            <a:xfrm rot="0">
              <a:off x="1303" y="2912"/>
              <a:ext cx="9" cy="2"/>
            </a:xfrm>
            <a:custGeom>
              <a:avLst/>
              <a:ahLst/>
              <a:rect l="0" t="0" r="r" b="b"/>
              <a:pathLst>
                <a:path w="26" h="8">
                  <a:moveTo>
                    <a:pt x="26" y="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65" name=""/>
            <p:cNvSpPr/>
            <p:nvPr/>
          </p:nvSpPr>
          <p:spPr>
            <a:xfrm rot="0" flipH="1">
              <a:off x="1303" y="29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66" name=""/>
            <p:cNvSpPr/>
            <p:nvPr/>
          </p:nvSpPr>
          <p:spPr>
            <a:xfrm rot="0">
              <a:off x="1295" y="2912"/>
              <a:ext cx="26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76" y="15"/>
                  </a:moveTo>
                  <a:lnTo>
                    <a:pt x="49" y="7"/>
                  </a:lnTo>
                  <a:lnTo>
                    <a:pt x="23" y="0"/>
                  </a:lnTo>
                  <a:lnTo>
                    <a:pt x="0" y="81"/>
                  </a:lnTo>
                  <a:lnTo>
                    <a:pt x="27" y="88"/>
                  </a:lnTo>
                  <a:lnTo>
                    <a:pt x="54" y="96"/>
                  </a:lnTo>
                  <a:lnTo>
                    <a:pt x="7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67" name=""/>
            <p:cNvSpPr/>
            <p:nvPr/>
          </p:nvSpPr>
          <p:spPr>
            <a:xfrm rot="0">
              <a:off x="1295" y="2912"/>
              <a:ext cx="26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76" y="15"/>
                  </a:moveTo>
                  <a:lnTo>
                    <a:pt x="49" y="7"/>
                  </a:lnTo>
                  <a:lnTo>
                    <a:pt x="23" y="0"/>
                  </a:lnTo>
                  <a:lnTo>
                    <a:pt x="0" y="81"/>
                  </a:lnTo>
                  <a:lnTo>
                    <a:pt x="27" y="88"/>
                  </a:lnTo>
                  <a:lnTo>
                    <a:pt x="54" y="96"/>
                  </a:lnTo>
                  <a:lnTo>
                    <a:pt x="76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68" name=""/>
            <p:cNvSpPr/>
            <p:nvPr/>
          </p:nvSpPr>
          <p:spPr>
            <a:xfrm rot="0">
              <a:off x="1295" y="2939"/>
              <a:ext cx="9" cy="2"/>
            </a:xfrm>
            <a:custGeom>
              <a:avLst/>
              <a:ahLst/>
              <a:rect l="0" t="0" r="r" b="b"/>
              <a:pathLst>
                <a:path w="27" h="7">
                  <a:moveTo>
                    <a:pt x="27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69" name=""/>
            <p:cNvSpPr/>
            <p:nvPr/>
          </p:nvSpPr>
          <p:spPr>
            <a:xfrm rot="0">
              <a:off x="1295" y="2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70" name=""/>
            <p:cNvSpPr/>
            <p:nvPr/>
          </p:nvSpPr>
          <p:spPr>
            <a:xfrm rot="0">
              <a:off x="1290" y="2940"/>
              <a:ext cx="23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71" y="11"/>
                  </a:moveTo>
                  <a:lnTo>
                    <a:pt x="44" y="5"/>
                  </a:lnTo>
                  <a:lnTo>
                    <a:pt x="17" y="0"/>
                  </a:lnTo>
                  <a:lnTo>
                    <a:pt x="0" y="82"/>
                  </a:lnTo>
                  <a:lnTo>
                    <a:pt x="27" y="88"/>
                  </a:lnTo>
                  <a:lnTo>
                    <a:pt x="53" y="93"/>
                  </a:lnTo>
                  <a:lnTo>
                    <a:pt x="7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71" name=""/>
            <p:cNvSpPr/>
            <p:nvPr/>
          </p:nvSpPr>
          <p:spPr>
            <a:xfrm rot="0">
              <a:off x="1290" y="2940"/>
              <a:ext cx="23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71" y="11"/>
                  </a:moveTo>
                  <a:lnTo>
                    <a:pt x="44" y="5"/>
                  </a:lnTo>
                  <a:lnTo>
                    <a:pt x="17" y="0"/>
                  </a:lnTo>
                  <a:lnTo>
                    <a:pt x="0" y="82"/>
                  </a:lnTo>
                  <a:lnTo>
                    <a:pt x="27" y="88"/>
                  </a:lnTo>
                  <a:lnTo>
                    <a:pt x="53" y="93"/>
                  </a:lnTo>
                  <a:lnTo>
                    <a:pt x="71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72" name=""/>
            <p:cNvSpPr/>
            <p:nvPr/>
          </p:nvSpPr>
          <p:spPr>
            <a:xfrm rot="0">
              <a:off x="1290" y="2967"/>
              <a:ext cx="9" cy="2"/>
            </a:xfrm>
            <a:custGeom>
              <a:avLst/>
              <a:ahLst/>
              <a:rect l="0" t="0" r="r" b="b"/>
              <a:pathLst>
                <a:path w="27" h="6">
                  <a:moveTo>
                    <a:pt x="27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73" name=""/>
            <p:cNvSpPr/>
            <p:nvPr/>
          </p:nvSpPr>
          <p:spPr>
            <a:xfrm rot="0">
              <a:off x="1290" y="29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74" name=""/>
            <p:cNvSpPr/>
            <p:nvPr/>
          </p:nvSpPr>
          <p:spPr>
            <a:xfrm rot="0">
              <a:off x="1285" y="2967"/>
              <a:ext cx="22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67" y="9"/>
                  </a:moveTo>
                  <a:lnTo>
                    <a:pt x="41" y="5"/>
                  </a:lnTo>
                  <a:lnTo>
                    <a:pt x="14" y="0"/>
                  </a:lnTo>
                  <a:lnTo>
                    <a:pt x="0" y="84"/>
                  </a:lnTo>
                  <a:lnTo>
                    <a:pt x="27" y="88"/>
                  </a:lnTo>
                  <a:lnTo>
                    <a:pt x="54" y="92"/>
                  </a:lnTo>
                  <a:lnTo>
                    <a:pt x="6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75" name=""/>
            <p:cNvSpPr/>
            <p:nvPr/>
          </p:nvSpPr>
          <p:spPr>
            <a:xfrm rot="0">
              <a:off x="1285" y="2967"/>
              <a:ext cx="22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67" y="9"/>
                  </a:moveTo>
                  <a:lnTo>
                    <a:pt x="41" y="5"/>
                  </a:lnTo>
                  <a:lnTo>
                    <a:pt x="14" y="0"/>
                  </a:lnTo>
                  <a:lnTo>
                    <a:pt x="0" y="84"/>
                  </a:lnTo>
                  <a:lnTo>
                    <a:pt x="27" y="88"/>
                  </a:lnTo>
                  <a:lnTo>
                    <a:pt x="54" y="92"/>
                  </a:lnTo>
                  <a:lnTo>
                    <a:pt x="67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76" name=""/>
            <p:cNvSpPr/>
            <p:nvPr/>
          </p:nvSpPr>
          <p:spPr>
            <a:xfrm rot="0">
              <a:off x="1285" y="2995"/>
              <a:ext cx="9" cy="2"/>
            </a:xfrm>
            <a:custGeom>
              <a:avLst/>
              <a:ahLst/>
              <a:rect l="0" t="0" r="r" b="b"/>
              <a:pathLst>
                <a:path w="27" h="4">
                  <a:moveTo>
                    <a:pt x="27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77" name=""/>
            <p:cNvSpPr/>
            <p:nvPr/>
          </p:nvSpPr>
          <p:spPr>
            <a:xfrm rot="0">
              <a:off x="1285" y="2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78" name=""/>
            <p:cNvSpPr/>
            <p:nvPr/>
          </p:nvSpPr>
          <p:spPr>
            <a:xfrm rot="0">
              <a:off x="1281" y="2996"/>
              <a:ext cx="22" cy="29"/>
            </a:xfrm>
            <a:custGeom>
              <a:avLst/>
              <a:ahLst/>
              <a:rect l="0" t="0" r="r" b="b"/>
              <a:pathLst>
                <a:path w="65" h="89">
                  <a:moveTo>
                    <a:pt x="65" y="6"/>
                  </a:moveTo>
                  <a:lnTo>
                    <a:pt x="38" y="3"/>
                  </a:lnTo>
                  <a:lnTo>
                    <a:pt x="11" y="0"/>
                  </a:lnTo>
                  <a:lnTo>
                    <a:pt x="0" y="83"/>
                  </a:lnTo>
                  <a:lnTo>
                    <a:pt x="27" y="86"/>
                  </a:lnTo>
                  <a:lnTo>
                    <a:pt x="54" y="89"/>
                  </a:lnTo>
                  <a:lnTo>
                    <a:pt x="6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79" name=""/>
            <p:cNvSpPr/>
            <p:nvPr/>
          </p:nvSpPr>
          <p:spPr>
            <a:xfrm rot="0">
              <a:off x="1281" y="2996"/>
              <a:ext cx="22" cy="29"/>
            </a:xfrm>
            <a:custGeom>
              <a:avLst/>
              <a:ahLst/>
              <a:rect l="0" t="0" r="r" b="b"/>
              <a:pathLst>
                <a:path w="65" h="89">
                  <a:moveTo>
                    <a:pt x="65" y="6"/>
                  </a:moveTo>
                  <a:lnTo>
                    <a:pt x="38" y="3"/>
                  </a:lnTo>
                  <a:lnTo>
                    <a:pt x="11" y="0"/>
                  </a:lnTo>
                  <a:lnTo>
                    <a:pt x="0" y="83"/>
                  </a:lnTo>
                  <a:lnTo>
                    <a:pt x="27" y="86"/>
                  </a:lnTo>
                  <a:lnTo>
                    <a:pt x="54" y="89"/>
                  </a:lnTo>
                  <a:lnTo>
                    <a:pt x="65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80" name=""/>
            <p:cNvSpPr/>
            <p:nvPr/>
          </p:nvSpPr>
          <p:spPr>
            <a:xfrm rot="0">
              <a:off x="1281" y="3023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81" name=""/>
            <p:cNvSpPr/>
            <p:nvPr/>
          </p:nvSpPr>
          <p:spPr>
            <a:xfrm rot="0">
              <a:off x="1281" y="30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82" name=""/>
            <p:cNvSpPr/>
            <p:nvPr/>
          </p:nvSpPr>
          <p:spPr>
            <a:xfrm rot="0">
              <a:off x="1280" y="3024"/>
              <a:ext cx="19" cy="29"/>
            </a:xfrm>
            <a:custGeom>
              <a:avLst/>
              <a:ahLst/>
              <a:rect l="0" t="0" r="r" b="b"/>
              <a:pathLst>
                <a:path w="59" h="89">
                  <a:moveTo>
                    <a:pt x="59" y="4"/>
                  </a:moveTo>
                  <a:lnTo>
                    <a:pt x="32" y="2"/>
                  </a:lnTo>
                  <a:lnTo>
                    <a:pt x="5" y="0"/>
                  </a:lnTo>
                  <a:lnTo>
                    <a:pt x="0" y="84"/>
                  </a:lnTo>
                  <a:lnTo>
                    <a:pt x="27" y="87"/>
                  </a:lnTo>
                  <a:lnTo>
                    <a:pt x="53" y="89"/>
                  </a:lnTo>
                  <a:lnTo>
                    <a:pt x="59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83" name=""/>
            <p:cNvSpPr/>
            <p:nvPr/>
          </p:nvSpPr>
          <p:spPr>
            <a:xfrm rot="0">
              <a:off x="1280" y="3024"/>
              <a:ext cx="19" cy="29"/>
            </a:xfrm>
            <a:custGeom>
              <a:avLst/>
              <a:ahLst/>
              <a:rect l="0" t="0" r="r" b="b"/>
              <a:pathLst>
                <a:path w="59" h="89">
                  <a:moveTo>
                    <a:pt x="59" y="4"/>
                  </a:moveTo>
                  <a:lnTo>
                    <a:pt x="32" y="2"/>
                  </a:lnTo>
                  <a:lnTo>
                    <a:pt x="5" y="0"/>
                  </a:lnTo>
                  <a:lnTo>
                    <a:pt x="0" y="84"/>
                  </a:lnTo>
                  <a:lnTo>
                    <a:pt x="27" y="87"/>
                  </a:lnTo>
                  <a:lnTo>
                    <a:pt x="53" y="89"/>
                  </a:lnTo>
                  <a:lnTo>
                    <a:pt x="59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84" name=""/>
            <p:cNvSpPr/>
            <p:nvPr/>
          </p:nvSpPr>
          <p:spPr>
            <a:xfrm rot="0">
              <a:off x="1280" y="3052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85" name=""/>
            <p:cNvSpPr/>
            <p:nvPr/>
          </p:nvSpPr>
          <p:spPr>
            <a:xfrm rot="0">
              <a:off x="1280" y="30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86" name=""/>
            <p:cNvSpPr/>
            <p:nvPr/>
          </p:nvSpPr>
          <p:spPr>
            <a:xfrm rot="0">
              <a:off x="1279" y="3052"/>
              <a:ext cx="18" cy="29"/>
            </a:xfrm>
            <a:custGeom>
              <a:avLst/>
              <a:ahLst/>
              <a:rect l="0" t="0" r="r" b="b"/>
              <a:pathLst>
                <a:path w="55" h="86">
                  <a:moveTo>
                    <a:pt x="55" y="2"/>
                  </a:moveTo>
                  <a:lnTo>
                    <a:pt x="29" y="1"/>
                  </a:lnTo>
                  <a:lnTo>
                    <a:pt x="2" y="0"/>
                  </a:lnTo>
                  <a:lnTo>
                    <a:pt x="0" y="84"/>
                  </a:lnTo>
                  <a:lnTo>
                    <a:pt x="27" y="85"/>
                  </a:lnTo>
                  <a:lnTo>
                    <a:pt x="53" y="86"/>
                  </a:lnTo>
                  <a:lnTo>
                    <a:pt x="5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87" name=""/>
            <p:cNvSpPr/>
            <p:nvPr/>
          </p:nvSpPr>
          <p:spPr>
            <a:xfrm rot="0">
              <a:off x="1279" y="3052"/>
              <a:ext cx="18" cy="29"/>
            </a:xfrm>
            <a:custGeom>
              <a:avLst/>
              <a:ahLst/>
              <a:rect l="0" t="0" r="r" b="b"/>
              <a:pathLst>
                <a:path w="55" h="86">
                  <a:moveTo>
                    <a:pt x="55" y="2"/>
                  </a:moveTo>
                  <a:lnTo>
                    <a:pt x="29" y="1"/>
                  </a:lnTo>
                  <a:lnTo>
                    <a:pt x="2" y="0"/>
                  </a:lnTo>
                  <a:lnTo>
                    <a:pt x="0" y="84"/>
                  </a:lnTo>
                  <a:lnTo>
                    <a:pt x="27" y="85"/>
                  </a:lnTo>
                  <a:lnTo>
                    <a:pt x="53" y="86"/>
                  </a:lnTo>
                  <a:lnTo>
                    <a:pt x="5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88" name=""/>
            <p:cNvSpPr/>
            <p:nvPr/>
          </p:nvSpPr>
          <p:spPr>
            <a:xfrm rot="0">
              <a:off x="1279" y="3080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27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89" name=""/>
            <p:cNvSpPr/>
            <p:nvPr/>
          </p:nvSpPr>
          <p:spPr>
            <a:xfrm rot="0">
              <a:off x="1279" y="30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90" name=""/>
            <p:cNvSpPr/>
            <p:nvPr/>
          </p:nvSpPr>
          <p:spPr>
            <a:xfrm rot="0">
              <a:off x="1279" y="3080"/>
              <a:ext cx="18" cy="29"/>
            </a:xfrm>
            <a:custGeom>
              <a:avLst/>
              <a:ahLst/>
              <a:rect l="0" t="0" r="r" b="b"/>
              <a:pathLst>
                <a:path w="55" h="86">
                  <a:moveTo>
                    <a:pt x="53" y="0"/>
                  </a:moveTo>
                  <a:lnTo>
                    <a:pt x="27" y="1"/>
                  </a:lnTo>
                  <a:lnTo>
                    <a:pt x="0" y="2"/>
                  </a:lnTo>
                  <a:lnTo>
                    <a:pt x="2" y="86"/>
                  </a:lnTo>
                  <a:lnTo>
                    <a:pt x="29" y="85"/>
                  </a:lnTo>
                  <a:lnTo>
                    <a:pt x="55" y="84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91" name=""/>
            <p:cNvSpPr/>
            <p:nvPr/>
          </p:nvSpPr>
          <p:spPr>
            <a:xfrm rot="0">
              <a:off x="1279" y="3080"/>
              <a:ext cx="18" cy="29"/>
            </a:xfrm>
            <a:custGeom>
              <a:avLst/>
              <a:ahLst/>
              <a:rect l="0" t="0" r="r" b="b"/>
              <a:pathLst>
                <a:path w="55" h="86">
                  <a:moveTo>
                    <a:pt x="53" y="0"/>
                  </a:moveTo>
                  <a:lnTo>
                    <a:pt x="27" y="1"/>
                  </a:lnTo>
                  <a:lnTo>
                    <a:pt x="0" y="2"/>
                  </a:lnTo>
                  <a:lnTo>
                    <a:pt x="2" y="86"/>
                  </a:lnTo>
                  <a:lnTo>
                    <a:pt x="29" y="85"/>
                  </a:lnTo>
                  <a:lnTo>
                    <a:pt x="55" y="84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92" name=""/>
            <p:cNvSpPr/>
            <p:nvPr/>
          </p:nvSpPr>
          <p:spPr>
            <a:xfrm rot="0">
              <a:off x="1280" y="3109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93" name=""/>
            <p:cNvSpPr/>
            <p:nvPr/>
          </p:nvSpPr>
          <p:spPr>
            <a:xfrm rot="0">
              <a:off x="1280" y="3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94" name=""/>
            <p:cNvSpPr/>
            <p:nvPr/>
          </p:nvSpPr>
          <p:spPr>
            <a:xfrm rot="0">
              <a:off x="1280" y="3108"/>
              <a:ext cx="19" cy="30"/>
            </a:xfrm>
            <a:custGeom>
              <a:avLst/>
              <a:ahLst/>
              <a:rect l="0" t="0" r="r" b="b"/>
              <a:pathLst>
                <a:path w="59" h="89">
                  <a:moveTo>
                    <a:pt x="53" y="0"/>
                  </a:moveTo>
                  <a:lnTo>
                    <a:pt x="27" y="2"/>
                  </a:lnTo>
                  <a:lnTo>
                    <a:pt x="0" y="5"/>
                  </a:lnTo>
                  <a:lnTo>
                    <a:pt x="5" y="89"/>
                  </a:lnTo>
                  <a:lnTo>
                    <a:pt x="32" y="87"/>
                  </a:lnTo>
                  <a:lnTo>
                    <a:pt x="59" y="85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95" name=""/>
            <p:cNvSpPr/>
            <p:nvPr/>
          </p:nvSpPr>
          <p:spPr>
            <a:xfrm rot="0">
              <a:off x="1280" y="3108"/>
              <a:ext cx="19" cy="30"/>
            </a:xfrm>
            <a:custGeom>
              <a:avLst/>
              <a:ahLst/>
              <a:rect l="0" t="0" r="r" b="b"/>
              <a:pathLst>
                <a:path w="59" h="89">
                  <a:moveTo>
                    <a:pt x="53" y="0"/>
                  </a:moveTo>
                  <a:lnTo>
                    <a:pt x="27" y="2"/>
                  </a:lnTo>
                  <a:lnTo>
                    <a:pt x="0" y="5"/>
                  </a:lnTo>
                  <a:lnTo>
                    <a:pt x="5" y="89"/>
                  </a:lnTo>
                  <a:lnTo>
                    <a:pt x="32" y="87"/>
                  </a:lnTo>
                  <a:lnTo>
                    <a:pt x="59" y="85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96" name=""/>
            <p:cNvSpPr/>
            <p:nvPr/>
          </p:nvSpPr>
          <p:spPr>
            <a:xfrm rot="0">
              <a:off x="1281" y="3137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27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97" name=""/>
            <p:cNvSpPr/>
            <p:nvPr/>
          </p:nvSpPr>
          <p:spPr>
            <a:xfrm rot="0">
              <a:off x="1281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898" name=""/>
            <p:cNvSpPr/>
            <p:nvPr/>
          </p:nvSpPr>
          <p:spPr>
            <a:xfrm rot="0">
              <a:off x="1281" y="3136"/>
              <a:ext cx="22" cy="30"/>
            </a:xfrm>
            <a:custGeom>
              <a:avLst/>
              <a:ahLst/>
              <a:rect l="0" t="0" r="r" b="b"/>
              <a:pathLst>
                <a:path w="65" h="89">
                  <a:moveTo>
                    <a:pt x="54" y="0"/>
                  </a:moveTo>
                  <a:lnTo>
                    <a:pt x="27" y="3"/>
                  </a:lnTo>
                  <a:lnTo>
                    <a:pt x="0" y="6"/>
                  </a:lnTo>
                  <a:lnTo>
                    <a:pt x="11" y="89"/>
                  </a:lnTo>
                  <a:lnTo>
                    <a:pt x="38" y="86"/>
                  </a:lnTo>
                  <a:lnTo>
                    <a:pt x="65" y="8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899" name=""/>
            <p:cNvSpPr/>
            <p:nvPr/>
          </p:nvSpPr>
          <p:spPr>
            <a:xfrm rot="0">
              <a:off x="1281" y="3136"/>
              <a:ext cx="22" cy="30"/>
            </a:xfrm>
            <a:custGeom>
              <a:avLst/>
              <a:ahLst/>
              <a:rect l="0" t="0" r="r" b="b"/>
              <a:pathLst>
                <a:path w="65" h="89">
                  <a:moveTo>
                    <a:pt x="54" y="0"/>
                  </a:moveTo>
                  <a:lnTo>
                    <a:pt x="27" y="3"/>
                  </a:lnTo>
                  <a:lnTo>
                    <a:pt x="0" y="6"/>
                  </a:lnTo>
                  <a:lnTo>
                    <a:pt x="11" y="89"/>
                  </a:lnTo>
                  <a:lnTo>
                    <a:pt x="38" y="86"/>
                  </a:lnTo>
                  <a:lnTo>
                    <a:pt x="65" y="8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00" name=""/>
            <p:cNvSpPr/>
            <p:nvPr/>
          </p:nvSpPr>
          <p:spPr>
            <a:xfrm rot="0">
              <a:off x="1285" y="3165"/>
              <a:ext cx="9" cy="1"/>
            </a:xfrm>
            <a:custGeom>
              <a:avLst/>
              <a:ahLst/>
              <a:rect l="0" t="0" r="r" b="b"/>
              <a:pathLst>
                <a:path w="27" h="4">
                  <a:moveTo>
                    <a:pt x="27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01" name=""/>
            <p:cNvSpPr/>
            <p:nvPr/>
          </p:nvSpPr>
          <p:spPr>
            <a:xfrm rot="0">
              <a:off x="1285" y="31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02" name=""/>
            <p:cNvSpPr/>
            <p:nvPr/>
          </p:nvSpPr>
          <p:spPr>
            <a:xfrm rot="0">
              <a:off x="1285" y="3163"/>
              <a:ext cx="22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54" y="0"/>
                  </a:moveTo>
                  <a:lnTo>
                    <a:pt x="27" y="4"/>
                  </a:lnTo>
                  <a:lnTo>
                    <a:pt x="0" y="8"/>
                  </a:lnTo>
                  <a:lnTo>
                    <a:pt x="14" y="92"/>
                  </a:lnTo>
                  <a:lnTo>
                    <a:pt x="41" y="87"/>
                  </a:lnTo>
                  <a:lnTo>
                    <a:pt x="67" y="83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03" name=""/>
            <p:cNvSpPr/>
            <p:nvPr/>
          </p:nvSpPr>
          <p:spPr>
            <a:xfrm rot="0">
              <a:off x="1285" y="3163"/>
              <a:ext cx="22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54" y="0"/>
                  </a:moveTo>
                  <a:lnTo>
                    <a:pt x="27" y="4"/>
                  </a:lnTo>
                  <a:lnTo>
                    <a:pt x="0" y="8"/>
                  </a:lnTo>
                  <a:lnTo>
                    <a:pt x="14" y="92"/>
                  </a:lnTo>
                  <a:lnTo>
                    <a:pt x="41" y="87"/>
                  </a:lnTo>
                  <a:lnTo>
                    <a:pt x="67" y="8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04" name=""/>
            <p:cNvSpPr/>
            <p:nvPr/>
          </p:nvSpPr>
          <p:spPr>
            <a:xfrm rot="0">
              <a:off x="1290" y="3192"/>
              <a:ext cx="9" cy="2"/>
            </a:xfrm>
            <a:custGeom>
              <a:avLst/>
              <a:ahLst/>
              <a:rect l="0" t="0" r="r" b="b"/>
              <a:pathLst>
                <a:path w="27" h="6">
                  <a:moveTo>
                    <a:pt x="27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05" name=""/>
            <p:cNvSpPr/>
            <p:nvPr/>
          </p:nvSpPr>
          <p:spPr>
            <a:xfrm rot="0">
              <a:off x="1290" y="31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06" name=""/>
            <p:cNvSpPr/>
            <p:nvPr/>
          </p:nvSpPr>
          <p:spPr>
            <a:xfrm rot="0">
              <a:off x="1290" y="3191"/>
              <a:ext cx="23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53" y="0"/>
                  </a:moveTo>
                  <a:lnTo>
                    <a:pt x="27" y="5"/>
                  </a:lnTo>
                  <a:lnTo>
                    <a:pt x="0" y="11"/>
                  </a:lnTo>
                  <a:lnTo>
                    <a:pt x="17" y="93"/>
                  </a:lnTo>
                  <a:lnTo>
                    <a:pt x="44" y="88"/>
                  </a:lnTo>
                  <a:lnTo>
                    <a:pt x="71" y="82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07" name=""/>
            <p:cNvSpPr/>
            <p:nvPr/>
          </p:nvSpPr>
          <p:spPr>
            <a:xfrm rot="0">
              <a:off x="1290" y="3191"/>
              <a:ext cx="23" cy="31"/>
            </a:xfrm>
            <a:custGeom>
              <a:avLst/>
              <a:ahLst/>
              <a:rect l="0" t="0" r="r" b="b"/>
              <a:pathLst>
                <a:path w="71" h="93">
                  <a:moveTo>
                    <a:pt x="53" y="0"/>
                  </a:moveTo>
                  <a:lnTo>
                    <a:pt x="27" y="5"/>
                  </a:lnTo>
                  <a:lnTo>
                    <a:pt x="0" y="11"/>
                  </a:lnTo>
                  <a:lnTo>
                    <a:pt x="17" y="93"/>
                  </a:lnTo>
                  <a:lnTo>
                    <a:pt x="44" y="88"/>
                  </a:lnTo>
                  <a:lnTo>
                    <a:pt x="71" y="82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08" name=""/>
            <p:cNvSpPr/>
            <p:nvPr/>
          </p:nvSpPr>
          <p:spPr>
            <a:xfrm rot="0">
              <a:off x="1295" y="3220"/>
              <a:ext cx="9" cy="2"/>
            </a:xfrm>
            <a:custGeom>
              <a:avLst/>
              <a:ahLst/>
              <a:rect l="0" t="0" r="r" b="b"/>
              <a:pathLst>
                <a:path w="27" h="7">
                  <a:moveTo>
                    <a:pt x="27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09" name=""/>
            <p:cNvSpPr/>
            <p:nvPr/>
          </p:nvSpPr>
          <p:spPr>
            <a:xfrm rot="0">
              <a:off x="1295" y="32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10" name=""/>
            <p:cNvSpPr/>
            <p:nvPr/>
          </p:nvSpPr>
          <p:spPr>
            <a:xfrm rot="0">
              <a:off x="1295" y="3217"/>
              <a:ext cx="26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54" y="0"/>
                  </a:moveTo>
                  <a:lnTo>
                    <a:pt x="27" y="8"/>
                  </a:lnTo>
                  <a:lnTo>
                    <a:pt x="0" y="15"/>
                  </a:lnTo>
                  <a:lnTo>
                    <a:pt x="23" y="96"/>
                  </a:lnTo>
                  <a:lnTo>
                    <a:pt x="49" y="89"/>
                  </a:lnTo>
                  <a:lnTo>
                    <a:pt x="76" y="81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11" name=""/>
            <p:cNvSpPr/>
            <p:nvPr/>
          </p:nvSpPr>
          <p:spPr>
            <a:xfrm rot="0">
              <a:off x="1295" y="3217"/>
              <a:ext cx="26" cy="32"/>
            </a:xfrm>
            <a:custGeom>
              <a:avLst/>
              <a:ahLst/>
              <a:rect l="0" t="0" r="r" b="b"/>
              <a:pathLst>
                <a:path w="76" h="96">
                  <a:moveTo>
                    <a:pt x="54" y="0"/>
                  </a:moveTo>
                  <a:lnTo>
                    <a:pt x="27" y="8"/>
                  </a:lnTo>
                  <a:lnTo>
                    <a:pt x="0" y="15"/>
                  </a:lnTo>
                  <a:lnTo>
                    <a:pt x="23" y="96"/>
                  </a:lnTo>
                  <a:lnTo>
                    <a:pt x="49" y="89"/>
                  </a:lnTo>
                  <a:lnTo>
                    <a:pt x="76" y="81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12" name=""/>
            <p:cNvSpPr/>
            <p:nvPr/>
          </p:nvSpPr>
          <p:spPr>
            <a:xfrm rot="0">
              <a:off x="1303" y="3247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26" y="0"/>
                  </a:moveTo>
                  <a:lnTo>
                    <a:pt x="0" y="7"/>
                  </a:lnTo>
                  <a:lnTo>
                    <a:pt x="1" y="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13" name=""/>
            <p:cNvSpPr/>
            <p:nvPr/>
          </p:nvSpPr>
          <p:spPr>
            <a:xfrm rot="0">
              <a:off x="1303" y="32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14" name=""/>
            <p:cNvSpPr/>
            <p:nvPr/>
          </p:nvSpPr>
          <p:spPr>
            <a:xfrm rot="0">
              <a:off x="1303" y="324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51" y="0"/>
                  </a:moveTo>
                  <a:lnTo>
                    <a:pt x="25" y="9"/>
                  </a:lnTo>
                  <a:lnTo>
                    <a:pt x="0" y="17"/>
                  </a:lnTo>
                  <a:lnTo>
                    <a:pt x="25" y="99"/>
                  </a:lnTo>
                  <a:lnTo>
                    <a:pt x="51" y="90"/>
                  </a:lnTo>
                  <a:lnTo>
                    <a:pt x="77" y="82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15" name=""/>
            <p:cNvSpPr/>
            <p:nvPr/>
          </p:nvSpPr>
          <p:spPr>
            <a:xfrm rot="0">
              <a:off x="1303" y="324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51" y="0"/>
                  </a:moveTo>
                  <a:lnTo>
                    <a:pt x="25" y="9"/>
                  </a:lnTo>
                  <a:lnTo>
                    <a:pt x="0" y="17"/>
                  </a:lnTo>
                  <a:lnTo>
                    <a:pt x="25" y="99"/>
                  </a:lnTo>
                  <a:lnTo>
                    <a:pt x="51" y="90"/>
                  </a:lnTo>
                  <a:lnTo>
                    <a:pt x="77" y="82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16" name=""/>
            <p:cNvSpPr/>
            <p:nvPr/>
          </p:nvSpPr>
          <p:spPr>
            <a:xfrm rot="0">
              <a:off x="1312" y="3274"/>
              <a:ext cx="8" cy="3"/>
            </a:xfrm>
            <a:custGeom>
              <a:avLst/>
              <a:ahLst/>
              <a:rect l="0" t="0" r="r" b="b"/>
              <a:pathLst>
                <a:path w="26" h="10">
                  <a:moveTo>
                    <a:pt x="26" y="0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17" name=""/>
            <p:cNvSpPr/>
            <p:nvPr/>
          </p:nvSpPr>
          <p:spPr>
            <a:xfrm rot="0">
              <a:off x="1312" y="32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18" name=""/>
            <p:cNvSpPr/>
            <p:nvPr/>
          </p:nvSpPr>
          <p:spPr>
            <a:xfrm rot="0">
              <a:off x="1312" y="3271"/>
              <a:ext cx="26" cy="33"/>
            </a:xfrm>
            <a:custGeom>
              <a:avLst/>
              <a:ahLst/>
              <a:rect l="0" t="0" r="r" b="b"/>
              <a:pathLst>
                <a:path w="80" h="98">
                  <a:moveTo>
                    <a:pt x="52" y="0"/>
                  </a:moveTo>
                  <a:lnTo>
                    <a:pt x="26" y="9"/>
                  </a:lnTo>
                  <a:lnTo>
                    <a:pt x="0" y="19"/>
                  </a:lnTo>
                  <a:lnTo>
                    <a:pt x="29" y="98"/>
                  </a:lnTo>
                  <a:lnTo>
                    <a:pt x="55" y="88"/>
                  </a:lnTo>
                  <a:lnTo>
                    <a:pt x="80" y="79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19" name=""/>
            <p:cNvSpPr/>
            <p:nvPr/>
          </p:nvSpPr>
          <p:spPr>
            <a:xfrm rot="0">
              <a:off x="1312" y="3271"/>
              <a:ext cx="26" cy="33"/>
            </a:xfrm>
            <a:custGeom>
              <a:avLst/>
              <a:ahLst/>
              <a:rect l="0" t="0" r="r" b="b"/>
              <a:pathLst>
                <a:path w="80" h="98">
                  <a:moveTo>
                    <a:pt x="52" y="0"/>
                  </a:moveTo>
                  <a:lnTo>
                    <a:pt x="26" y="9"/>
                  </a:lnTo>
                  <a:lnTo>
                    <a:pt x="0" y="19"/>
                  </a:lnTo>
                  <a:lnTo>
                    <a:pt x="29" y="98"/>
                  </a:lnTo>
                  <a:lnTo>
                    <a:pt x="55" y="88"/>
                  </a:lnTo>
                  <a:lnTo>
                    <a:pt x="80" y="79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20" name=""/>
            <p:cNvSpPr/>
            <p:nvPr/>
          </p:nvSpPr>
          <p:spPr>
            <a:xfrm rot="0">
              <a:off x="1321" y="3300"/>
              <a:ext cx="9" cy="4"/>
            </a:xfrm>
            <a:custGeom>
              <a:avLst/>
              <a:ahLst/>
              <a:rect l="0" t="0" r="r" b="b"/>
              <a:pathLst>
                <a:path w="26" h="11">
                  <a:moveTo>
                    <a:pt x="26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21" name=""/>
            <p:cNvSpPr/>
            <p:nvPr/>
          </p:nvSpPr>
          <p:spPr>
            <a:xfrm rot="0">
              <a:off x="1321" y="33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22" name=""/>
            <p:cNvSpPr/>
            <p:nvPr/>
          </p:nvSpPr>
          <p:spPr>
            <a:xfrm rot="0">
              <a:off x="1322" y="3297"/>
              <a:ext cx="27" cy="33"/>
            </a:xfrm>
            <a:custGeom>
              <a:avLst/>
              <a:ahLst/>
              <a:rect l="0" t="0" r="r" b="b"/>
              <a:pathLst>
                <a:path w="82" h="98">
                  <a:moveTo>
                    <a:pt x="49" y="0"/>
                  </a:moveTo>
                  <a:lnTo>
                    <a:pt x="25" y="10"/>
                  </a:lnTo>
                  <a:lnTo>
                    <a:pt x="0" y="21"/>
                  </a:lnTo>
                  <a:lnTo>
                    <a:pt x="33" y="98"/>
                  </a:lnTo>
                  <a:lnTo>
                    <a:pt x="58" y="87"/>
                  </a:lnTo>
                  <a:lnTo>
                    <a:pt x="82" y="7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23" name=""/>
            <p:cNvSpPr/>
            <p:nvPr/>
          </p:nvSpPr>
          <p:spPr>
            <a:xfrm rot="0">
              <a:off x="1322" y="3297"/>
              <a:ext cx="27" cy="33"/>
            </a:xfrm>
            <a:custGeom>
              <a:avLst/>
              <a:ahLst/>
              <a:rect l="0" t="0" r="r" b="b"/>
              <a:pathLst>
                <a:path w="82" h="98">
                  <a:moveTo>
                    <a:pt x="49" y="0"/>
                  </a:moveTo>
                  <a:lnTo>
                    <a:pt x="25" y="10"/>
                  </a:lnTo>
                  <a:lnTo>
                    <a:pt x="0" y="21"/>
                  </a:lnTo>
                  <a:lnTo>
                    <a:pt x="33" y="98"/>
                  </a:lnTo>
                  <a:lnTo>
                    <a:pt x="58" y="87"/>
                  </a:lnTo>
                  <a:lnTo>
                    <a:pt x="82" y="7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24" name=""/>
            <p:cNvSpPr/>
            <p:nvPr/>
          </p:nvSpPr>
          <p:spPr>
            <a:xfrm rot="0">
              <a:off x="1333" y="3326"/>
              <a:ext cx="8" cy="4"/>
            </a:xfrm>
            <a:custGeom>
              <a:avLst/>
              <a:ahLst/>
              <a:rect l="0" t="0" r="r" b="b"/>
              <a:pathLst>
                <a:path w="25" h="12">
                  <a:moveTo>
                    <a:pt x="25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25" name=""/>
            <p:cNvSpPr/>
            <p:nvPr/>
          </p:nvSpPr>
          <p:spPr>
            <a:xfrm rot="0">
              <a:off x="1333" y="33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26" name=""/>
            <p:cNvSpPr/>
            <p:nvPr/>
          </p:nvSpPr>
          <p:spPr>
            <a:xfrm rot="0">
              <a:off x="1333" y="3322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49" y="0"/>
                  </a:moveTo>
                  <a:lnTo>
                    <a:pt x="25" y="12"/>
                  </a:lnTo>
                  <a:lnTo>
                    <a:pt x="0" y="24"/>
                  </a:lnTo>
                  <a:lnTo>
                    <a:pt x="38" y="100"/>
                  </a:lnTo>
                  <a:lnTo>
                    <a:pt x="62" y="88"/>
                  </a:lnTo>
                  <a:lnTo>
                    <a:pt x="87" y="7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27" name=""/>
            <p:cNvSpPr/>
            <p:nvPr/>
          </p:nvSpPr>
          <p:spPr>
            <a:xfrm rot="0">
              <a:off x="1333" y="3322"/>
              <a:ext cx="29" cy="33"/>
            </a:xfrm>
            <a:custGeom>
              <a:avLst/>
              <a:ahLst/>
              <a:rect l="0" t="0" r="r" b="b"/>
              <a:pathLst>
                <a:path w="87" h="100">
                  <a:moveTo>
                    <a:pt x="49" y="0"/>
                  </a:moveTo>
                  <a:lnTo>
                    <a:pt x="25" y="12"/>
                  </a:lnTo>
                  <a:lnTo>
                    <a:pt x="0" y="24"/>
                  </a:lnTo>
                  <a:lnTo>
                    <a:pt x="38" y="100"/>
                  </a:lnTo>
                  <a:lnTo>
                    <a:pt x="62" y="88"/>
                  </a:lnTo>
                  <a:lnTo>
                    <a:pt x="87" y="7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28" name=""/>
            <p:cNvSpPr/>
            <p:nvPr/>
          </p:nvSpPr>
          <p:spPr>
            <a:xfrm rot="0">
              <a:off x="1345" y="3351"/>
              <a:ext cx="8" cy="5"/>
            </a:xfrm>
            <a:custGeom>
              <a:avLst/>
              <a:ahLst/>
              <a:rect l="0" t="0" r="r" b="b"/>
              <a:pathLst>
                <a:path w="24" h="13">
                  <a:moveTo>
                    <a:pt x="24" y="0"/>
                  </a:moveTo>
                  <a:lnTo>
                    <a:pt x="0" y="12"/>
                  </a:lnTo>
                  <a:lnTo>
                    <a:pt x="1" y="13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29" name=""/>
            <p:cNvSpPr/>
            <p:nvPr/>
          </p:nvSpPr>
          <p:spPr>
            <a:xfrm rot="0">
              <a:off x="1345" y="3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30" name=""/>
            <p:cNvSpPr/>
            <p:nvPr/>
          </p:nvSpPr>
          <p:spPr>
            <a:xfrm rot="0">
              <a:off x="1346" y="3347"/>
              <a:ext cx="29" cy="33"/>
            </a:xfrm>
            <a:custGeom>
              <a:avLst/>
              <a:ahLst/>
              <a:rect l="0" t="0" r="r" b="b"/>
              <a:pathLst>
                <a:path w="87" h="99">
                  <a:moveTo>
                    <a:pt x="47" y="0"/>
                  </a:moveTo>
                  <a:lnTo>
                    <a:pt x="23" y="13"/>
                  </a:lnTo>
                  <a:lnTo>
                    <a:pt x="0" y="26"/>
                  </a:lnTo>
                  <a:lnTo>
                    <a:pt x="40" y="99"/>
                  </a:lnTo>
                  <a:lnTo>
                    <a:pt x="64" y="87"/>
                  </a:lnTo>
                  <a:lnTo>
                    <a:pt x="87" y="74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31" name=""/>
            <p:cNvSpPr/>
            <p:nvPr/>
          </p:nvSpPr>
          <p:spPr>
            <a:xfrm rot="0">
              <a:off x="1346" y="3347"/>
              <a:ext cx="29" cy="33"/>
            </a:xfrm>
            <a:custGeom>
              <a:avLst/>
              <a:ahLst/>
              <a:rect l="0" t="0" r="r" b="b"/>
              <a:pathLst>
                <a:path w="87" h="99">
                  <a:moveTo>
                    <a:pt x="47" y="0"/>
                  </a:moveTo>
                  <a:lnTo>
                    <a:pt x="23" y="13"/>
                  </a:lnTo>
                  <a:lnTo>
                    <a:pt x="0" y="26"/>
                  </a:lnTo>
                  <a:lnTo>
                    <a:pt x="40" y="99"/>
                  </a:lnTo>
                  <a:lnTo>
                    <a:pt x="64" y="87"/>
                  </a:lnTo>
                  <a:lnTo>
                    <a:pt x="87" y="74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32" name=""/>
            <p:cNvSpPr/>
            <p:nvPr/>
          </p:nvSpPr>
          <p:spPr>
            <a:xfrm rot="0">
              <a:off x="1359" y="3376"/>
              <a:ext cx="8" cy="5"/>
            </a:xfrm>
            <a:custGeom>
              <a:avLst/>
              <a:ahLst/>
              <a:rect l="0" t="0" r="r" b="b"/>
              <a:pathLst>
                <a:path w="24" h="14">
                  <a:moveTo>
                    <a:pt x="24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33" name=""/>
            <p:cNvSpPr/>
            <p:nvPr/>
          </p:nvSpPr>
          <p:spPr>
            <a:xfrm rot="0">
              <a:off x="1359" y="33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34" name=""/>
            <p:cNvSpPr/>
            <p:nvPr/>
          </p:nvSpPr>
          <p:spPr>
            <a:xfrm rot="0">
              <a:off x="1359" y="3371"/>
              <a:ext cx="30" cy="34"/>
            </a:xfrm>
            <a:custGeom>
              <a:avLst/>
              <a:ahLst/>
              <a:rect l="0" t="0" r="r" b="b"/>
              <a:pathLst>
                <a:path w="91" h="100">
                  <a:moveTo>
                    <a:pt x="47" y="0"/>
                  </a:moveTo>
                  <a:lnTo>
                    <a:pt x="24" y="14"/>
                  </a:lnTo>
                  <a:lnTo>
                    <a:pt x="0" y="28"/>
                  </a:lnTo>
                  <a:lnTo>
                    <a:pt x="44" y="100"/>
                  </a:lnTo>
                  <a:lnTo>
                    <a:pt x="68" y="86"/>
                  </a:lnTo>
                  <a:lnTo>
                    <a:pt x="91" y="72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35" name=""/>
            <p:cNvSpPr/>
            <p:nvPr/>
          </p:nvSpPr>
          <p:spPr>
            <a:xfrm rot="0">
              <a:off x="1359" y="3371"/>
              <a:ext cx="30" cy="34"/>
            </a:xfrm>
            <a:custGeom>
              <a:avLst/>
              <a:ahLst/>
              <a:rect l="0" t="0" r="r" b="b"/>
              <a:pathLst>
                <a:path w="91" h="100">
                  <a:moveTo>
                    <a:pt x="47" y="0"/>
                  </a:moveTo>
                  <a:lnTo>
                    <a:pt x="24" y="14"/>
                  </a:lnTo>
                  <a:lnTo>
                    <a:pt x="0" y="28"/>
                  </a:lnTo>
                  <a:lnTo>
                    <a:pt x="44" y="100"/>
                  </a:lnTo>
                  <a:lnTo>
                    <a:pt x="68" y="86"/>
                  </a:lnTo>
                  <a:lnTo>
                    <a:pt x="91" y="72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36" name=""/>
            <p:cNvSpPr/>
            <p:nvPr/>
          </p:nvSpPr>
          <p:spPr>
            <a:xfrm rot="0">
              <a:off x="1374" y="3400"/>
              <a:ext cx="8" cy="5"/>
            </a:xfrm>
            <a:custGeom>
              <a:avLst/>
              <a:ahLst/>
              <a:rect l="0" t="0" r="r" b="b"/>
              <a:pathLst>
                <a:path w="24" h="15">
                  <a:moveTo>
                    <a:pt x="24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37" name=""/>
            <p:cNvSpPr/>
            <p:nvPr/>
          </p:nvSpPr>
          <p:spPr>
            <a:xfrm rot="0">
              <a:off x="1374" y="34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38" name=""/>
            <p:cNvSpPr/>
            <p:nvPr/>
          </p:nvSpPr>
          <p:spPr>
            <a:xfrm rot="0">
              <a:off x="1374" y="3395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45" y="0"/>
                  </a:moveTo>
                  <a:lnTo>
                    <a:pt x="23" y="15"/>
                  </a:lnTo>
                  <a:lnTo>
                    <a:pt x="0" y="30"/>
                  </a:lnTo>
                  <a:lnTo>
                    <a:pt x="47" y="100"/>
                  </a:lnTo>
                  <a:lnTo>
                    <a:pt x="70" y="85"/>
                  </a:lnTo>
                  <a:lnTo>
                    <a:pt x="92" y="70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39" name=""/>
            <p:cNvSpPr/>
            <p:nvPr/>
          </p:nvSpPr>
          <p:spPr>
            <a:xfrm rot="0">
              <a:off x="1374" y="3395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45" y="0"/>
                  </a:moveTo>
                  <a:lnTo>
                    <a:pt x="23" y="15"/>
                  </a:lnTo>
                  <a:lnTo>
                    <a:pt x="0" y="30"/>
                  </a:lnTo>
                  <a:lnTo>
                    <a:pt x="47" y="100"/>
                  </a:lnTo>
                  <a:lnTo>
                    <a:pt x="70" y="85"/>
                  </a:lnTo>
                  <a:lnTo>
                    <a:pt x="92" y="70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40" name=""/>
            <p:cNvSpPr/>
            <p:nvPr/>
          </p:nvSpPr>
          <p:spPr>
            <a:xfrm rot="0">
              <a:off x="1390" y="3423"/>
              <a:ext cx="7" cy="6"/>
            </a:xfrm>
            <a:custGeom>
              <a:avLst/>
              <a:ahLst/>
              <a:rect l="0" t="0" r="r" b="b"/>
              <a:pathLst>
                <a:path w="23" h="16">
                  <a:moveTo>
                    <a:pt x="23" y="0"/>
                  </a:moveTo>
                  <a:lnTo>
                    <a:pt x="0" y="15"/>
                  </a:lnTo>
                  <a:lnTo>
                    <a:pt x="0" y="16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41" name=""/>
            <p:cNvSpPr/>
            <p:nvPr/>
          </p:nvSpPr>
          <p:spPr>
            <a:xfrm rot="0">
              <a:off x="1390" y="34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42" name=""/>
            <p:cNvSpPr/>
            <p:nvPr/>
          </p:nvSpPr>
          <p:spPr>
            <a:xfrm rot="0">
              <a:off x="1390" y="3418"/>
              <a:ext cx="31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45" y="0"/>
                  </a:moveTo>
                  <a:lnTo>
                    <a:pt x="23" y="16"/>
                  </a:lnTo>
                  <a:lnTo>
                    <a:pt x="0" y="32"/>
                  </a:lnTo>
                  <a:lnTo>
                    <a:pt x="50" y="100"/>
                  </a:lnTo>
                  <a:lnTo>
                    <a:pt x="73" y="84"/>
                  </a:lnTo>
                  <a:lnTo>
                    <a:pt x="95" y="68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43" name=""/>
            <p:cNvSpPr/>
            <p:nvPr/>
          </p:nvSpPr>
          <p:spPr>
            <a:xfrm rot="0">
              <a:off x="1390" y="3418"/>
              <a:ext cx="31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45" y="0"/>
                  </a:moveTo>
                  <a:lnTo>
                    <a:pt x="23" y="16"/>
                  </a:lnTo>
                  <a:lnTo>
                    <a:pt x="0" y="32"/>
                  </a:lnTo>
                  <a:lnTo>
                    <a:pt x="50" y="100"/>
                  </a:lnTo>
                  <a:lnTo>
                    <a:pt x="73" y="84"/>
                  </a:lnTo>
                  <a:lnTo>
                    <a:pt x="95" y="68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44" name=""/>
            <p:cNvSpPr/>
            <p:nvPr/>
          </p:nvSpPr>
          <p:spPr>
            <a:xfrm rot="0">
              <a:off x="1406" y="3446"/>
              <a:ext cx="8" cy="6"/>
            </a:xfrm>
            <a:custGeom>
              <a:avLst/>
              <a:ahLst/>
              <a:rect l="0" t="0" r="r" b="b"/>
              <a:pathLst>
                <a:path w="23" h="17">
                  <a:moveTo>
                    <a:pt x="23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45" name=""/>
            <p:cNvSpPr/>
            <p:nvPr/>
          </p:nvSpPr>
          <p:spPr>
            <a:xfrm rot="0">
              <a:off x="1406" y="34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46" name=""/>
            <p:cNvSpPr/>
            <p:nvPr/>
          </p:nvSpPr>
          <p:spPr>
            <a:xfrm rot="0">
              <a:off x="1407" y="3440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43" y="0"/>
                  </a:moveTo>
                  <a:lnTo>
                    <a:pt x="22" y="17"/>
                  </a:lnTo>
                  <a:lnTo>
                    <a:pt x="0" y="34"/>
                  </a:lnTo>
                  <a:lnTo>
                    <a:pt x="54" y="98"/>
                  </a:lnTo>
                  <a:lnTo>
                    <a:pt x="75" y="81"/>
                  </a:lnTo>
                  <a:lnTo>
                    <a:pt x="97" y="64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47" name=""/>
            <p:cNvSpPr/>
            <p:nvPr/>
          </p:nvSpPr>
          <p:spPr>
            <a:xfrm rot="0">
              <a:off x="1407" y="3440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43" y="0"/>
                  </a:moveTo>
                  <a:lnTo>
                    <a:pt x="22" y="17"/>
                  </a:lnTo>
                  <a:lnTo>
                    <a:pt x="0" y="34"/>
                  </a:lnTo>
                  <a:lnTo>
                    <a:pt x="54" y="98"/>
                  </a:lnTo>
                  <a:lnTo>
                    <a:pt x="75" y="81"/>
                  </a:lnTo>
                  <a:lnTo>
                    <a:pt x="97" y="64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48" name=""/>
            <p:cNvSpPr/>
            <p:nvPr/>
          </p:nvSpPr>
          <p:spPr>
            <a:xfrm rot="0">
              <a:off x="1425" y="3467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21" y="0"/>
                  </a:moveTo>
                  <a:lnTo>
                    <a:pt x="0" y="17"/>
                  </a:lnTo>
                  <a:lnTo>
                    <a:pt x="1" y="18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49" name=""/>
            <p:cNvSpPr/>
            <p:nvPr/>
          </p:nvSpPr>
          <p:spPr>
            <a:xfrm rot="0">
              <a:off x="1425" y="34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50" name=""/>
            <p:cNvSpPr/>
            <p:nvPr/>
          </p:nvSpPr>
          <p:spPr>
            <a:xfrm rot="0">
              <a:off x="1425" y="3461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41" y="0"/>
                  </a:moveTo>
                  <a:lnTo>
                    <a:pt x="20" y="18"/>
                  </a:lnTo>
                  <a:lnTo>
                    <a:pt x="0" y="36"/>
                  </a:lnTo>
                  <a:lnTo>
                    <a:pt x="57" y="99"/>
                  </a:lnTo>
                  <a:lnTo>
                    <a:pt x="77" y="81"/>
                  </a:lnTo>
                  <a:lnTo>
                    <a:pt x="97" y="63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51" name=""/>
            <p:cNvSpPr/>
            <p:nvPr/>
          </p:nvSpPr>
          <p:spPr>
            <a:xfrm rot="0">
              <a:off x="1425" y="3461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41" y="0"/>
                  </a:moveTo>
                  <a:lnTo>
                    <a:pt x="20" y="18"/>
                  </a:lnTo>
                  <a:lnTo>
                    <a:pt x="0" y="36"/>
                  </a:lnTo>
                  <a:lnTo>
                    <a:pt x="57" y="99"/>
                  </a:lnTo>
                  <a:lnTo>
                    <a:pt x="77" y="81"/>
                  </a:lnTo>
                  <a:lnTo>
                    <a:pt x="97" y="63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52" name=""/>
            <p:cNvSpPr/>
            <p:nvPr/>
          </p:nvSpPr>
          <p:spPr>
            <a:xfrm rot="0">
              <a:off x="1444" y="3488"/>
              <a:ext cx="7" cy="7"/>
            </a:xfrm>
            <a:custGeom>
              <a:avLst/>
              <a:ahLst/>
              <a:rect l="0" t="0" r="r" b="b"/>
              <a:pathLst>
                <a:path w="20" h="19">
                  <a:moveTo>
                    <a:pt x="20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53" name=""/>
            <p:cNvSpPr/>
            <p:nvPr/>
          </p:nvSpPr>
          <p:spPr>
            <a:xfrm rot="0">
              <a:off x="1444" y="3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54" name=""/>
            <p:cNvSpPr/>
            <p:nvPr/>
          </p:nvSpPr>
          <p:spPr>
            <a:xfrm rot="0">
              <a:off x="1444" y="3482"/>
              <a:ext cx="33" cy="33"/>
            </a:xfrm>
            <a:custGeom>
              <a:avLst/>
              <a:ahLst/>
              <a:rect l="0" t="0" r="r" b="b"/>
              <a:pathLst>
                <a:path w="98" h="98">
                  <a:moveTo>
                    <a:pt x="38" y="0"/>
                  </a:moveTo>
                  <a:lnTo>
                    <a:pt x="19" y="19"/>
                  </a:lnTo>
                  <a:lnTo>
                    <a:pt x="0" y="38"/>
                  </a:lnTo>
                  <a:lnTo>
                    <a:pt x="59" y="98"/>
                  </a:lnTo>
                  <a:lnTo>
                    <a:pt x="79" y="79"/>
                  </a:lnTo>
                  <a:lnTo>
                    <a:pt x="98" y="60"/>
                  </a:lnTo>
                  <a:lnTo>
                    <a:pt x="3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55" name=""/>
            <p:cNvSpPr/>
            <p:nvPr/>
          </p:nvSpPr>
          <p:spPr>
            <a:xfrm rot="0">
              <a:off x="1444" y="3482"/>
              <a:ext cx="33" cy="33"/>
            </a:xfrm>
            <a:custGeom>
              <a:avLst/>
              <a:ahLst/>
              <a:rect l="0" t="0" r="r" b="b"/>
              <a:pathLst>
                <a:path w="98" h="98">
                  <a:moveTo>
                    <a:pt x="38" y="0"/>
                  </a:moveTo>
                  <a:lnTo>
                    <a:pt x="19" y="19"/>
                  </a:lnTo>
                  <a:lnTo>
                    <a:pt x="0" y="38"/>
                  </a:lnTo>
                  <a:lnTo>
                    <a:pt x="59" y="98"/>
                  </a:lnTo>
                  <a:lnTo>
                    <a:pt x="79" y="79"/>
                  </a:lnTo>
                  <a:lnTo>
                    <a:pt x="98" y="60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56" name=""/>
            <p:cNvSpPr/>
            <p:nvPr/>
          </p:nvSpPr>
          <p:spPr>
            <a:xfrm rot="0">
              <a:off x="1464" y="3508"/>
              <a:ext cx="7" cy="7"/>
            </a:xfrm>
            <a:custGeom>
              <a:avLst/>
              <a:ahLst/>
              <a:rect l="0" t="0" r="r" b="b"/>
              <a:pathLst>
                <a:path w="20" h="20">
                  <a:moveTo>
                    <a:pt x="20" y="0"/>
                  </a:moveTo>
                  <a:lnTo>
                    <a:pt x="0" y="19"/>
                  </a:lnTo>
                  <a:lnTo>
                    <a:pt x="2" y="20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57" name=""/>
            <p:cNvSpPr/>
            <p:nvPr/>
          </p:nvSpPr>
          <p:spPr>
            <a:xfrm rot="0">
              <a:off x="1464" y="35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58" name=""/>
            <p:cNvSpPr/>
            <p:nvPr/>
          </p:nvSpPr>
          <p:spPr>
            <a:xfrm rot="0">
              <a:off x="1465" y="3502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36" y="0"/>
                  </a:moveTo>
                  <a:lnTo>
                    <a:pt x="18" y="20"/>
                  </a:lnTo>
                  <a:lnTo>
                    <a:pt x="0" y="40"/>
                  </a:lnTo>
                  <a:lnTo>
                    <a:pt x="63" y="97"/>
                  </a:lnTo>
                  <a:lnTo>
                    <a:pt x="81" y="77"/>
                  </a:lnTo>
                  <a:lnTo>
                    <a:pt x="99" y="56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59" name=""/>
            <p:cNvSpPr/>
            <p:nvPr/>
          </p:nvSpPr>
          <p:spPr>
            <a:xfrm rot="0">
              <a:off x="1465" y="3502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36" y="0"/>
                  </a:moveTo>
                  <a:lnTo>
                    <a:pt x="18" y="20"/>
                  </a:lnTo>
                  <a:lnTo>
                    <a:pt x="0" y="40"/>
                  </a:lnTo>
                  <a:lnTo>
                    <a:pt x="63" y="97"/>
                  </a:lnTo>
                  <a:lnTo>
                    <a:pt x="81" y="77"/>
                  </a:lnTo>
                  <a:lnTo>
                    <a:pt x="99" y="56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60" name=""/>
            <p:cNvSpPr/>
            <p:nvPr/>
          </p:nvSpPr>
          <p:spPr>
            <a:xfrm rot="0">
              <a:off x="1486" y="3527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18" y="0"/>
                  </a:moveTo>
                  <a:lnTo>
                    <a:pt x="0" y="20"/>
                  </a:lnTo>
                  <a:lnTo>
                    <a:pt x="1" y="21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61" name=""/>
            <p:cNvSpPr/>
            <p:nvPr/>
          </p:nvSpPr>
          <p:spPr>
            <a:xfrm rot="0">
              <a:off x="1486" y="35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62" name=""/>
            <p:cNvSpPr/>
            <p:nvPr/>
          </p:nvSpPr>
          <p:spPr>
            <a:xfrm rot="0">
              <a:off x="1486" y="3520"/>
              <a:ext cx="33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34" y="0"/>
                  </a:moveTo>
                  <a:lnTo>
                    <a:pt x="17" y="22"/>
                  </a:lnTo>
                  <a:lnTo>
                    <a:pt x="0" y="43"/>
                  </a:lnTo>
                  <a:lnTo>
                    <a:pt x="64" y="96"/>
                  </a:lnTo>
                  <a:lnTo>
                    <a:pt x="81" y="75"/>
                  </a:lnTo>
                  <a:lnTo>
                    <a:pt x="98" y="54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63" name=""/>
            <p:cNvSpPr/>
            <p:nvPr/>
          </p:nvSpPr>
          <p:spPr>
            <a:xfrm rot="0">
              <a:off x="1486" y="3520"/>
              <a:ext cx="33" cy="32"/>
            </a:xfrm>
            <a:custGeom>
              <a:avLst/>
              <a:ahLst/>
              <a:rect l="0" t="0" r="r" b="b"/>
              <a:pathLst>
                <a:path w="98" h="96">
                  <a:moveTo>
                    <a:pt x="34" y="0"/>
                  </a:moveTo>
                  <a:lnTo>
                    <a:pt x="17" y="22"/>
                  </a:lnTo>
                  <a:lnTo>
                    <a:pt x="0" y="43"/>
                  </a:lnTo>
                  <a:lnTo>
                    <a:pt x="64" y="96"/>
                  </a:lnTo>
                  <a:lnTo>
                    <a:pt x="81" y="75"/>
                  </a:lnTo>
                  <a:lnTo>
                    <a:pt x="98" y="54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64" name=""/>
            <p:cNvSpPr/>
            <p:nvPr/>
          </p:nvSpPr>
          <p:spPr>
            <a:xfrm rot="0">
              <a:off x="1507" y="3545"/>
              <a:ext cx="6" cy="8"/>
            </a:xfrm>
            <a:custGeom>
              <a:avLst/>
              <a:ahLst/>
              <a:rect l="0" t="0" r="r" b="b"/>
              <a:pathLst>
                <a:path w="17" h="23">
                  <a:moveTo>
                    <a:pt x="17" y="0"/>
                  </a:moveTo>
                  <a:lnTo>
                    <a:pt x="0" y="21"/>
                  </a:lnTo>
                  <a:lnTo>
                    <a:pt x="1" y="23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65" name=""/>
            <p:cNvSpPr/>
            <p:nvPr/>
          </p:nvSpPr>
          <p:spPr>
            <a:xfrm rot="0">
              <a:off x="1507" y="3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66" name=""/>
            <p:cNvSpPr/>
            <p:nvPr/>
          </p:nvSpPr>
          <p:spPr>
            <a:xfrm rot="0">
              <a:off x="1508" y="3538"/>
              <a:ext cx="33" cy="31"/>
            </a:xfrm>
            <a:custGeom>
              <a:avLst/>
              <a:ahLst/>
              <a:rect l="0" t="0" r="r" b="b"/>
              <a:pathLst>
                <a:path w="100" h="95">
                  <a:moveTo>
                    <a:pt x="32" y="0"/>
                  </a:moveTo>
                  <a:lnTo>
                    <a:pt x="16" y="22"/>
                  </a:lnTo>
                  <a:lnTo>
                    <a:pt x="0" y="45"/>
                  </a:lnTo>
                  <a:lnTo>
                    <a:pt x="68" y="95"/>
                  </a:lnTo>
                  <a:lnTo>
                    <a:pt x="84" y="72"/>
                  </a:lnTo>
                  <a:lnTo>
                    <a:pt x="100" y="50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67" name=""/>
            <p:cNvSpPr/>
            <p:nvPr/>
          </p:nvSpPr>
          <p:spPr>
            <a:xfrm rot="0">
              <a:off x="1508" y="3538"/>
              <a:ext cx="33" cy="31"/>
            </a:xfrm>
            <a:custGeom>
              <a:avLst/>
              <a:ahLst/>
              <a:rect l="0" t="0" r="r" b="b"/>
              <a:pathLst>
                <a:path w="100" h="95">
                  <a:moveTo>
                    <a:pt x="32" y="0"/>
                  </a:moveTo>
                  <a:lnTo>
                    <a:pt x="16" y="22"/>
                  </a:lnTo>
                  <a:lnTo>
                    <a:pt x="0" y="45"/>
                  </a:lnTo>
                  <a:lnTo>
                    <a:pt x="68" y="95"/>
                  </a:lnTo>
                  <a:lnTo>
                    <a:pt x="84" y="72"/>
                  </a:lnTo>
                  <a:lnTo>
                    <a:pt x="100" y="50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68" name=""/>
            <p:cNvSpPr/>
            <p:nvPr/>
          </p:nvSpPr>
          <p:spPr>
            <a:xfrm rot="0">
              <a:off x="1530" y="3562"/>
              <a:ext cx="6" cy="7"/>
            </a:xfrm>
            <a:custGeom>
              <a:avLst/>
              <a:ahLst/>
              <a:rect l="0" t="0" r="r" b="b"/>
              <a:pathLst>
                <a:path w="16" h="23">
                  <a:moveTo>
                    <a:pt x="16" y="0"/>
                  </a:moveTo>
                  <a:lnTo>
                    <a:pt x="0" y="23"/>
                  </a:lnTo>
                  <a:lnTo>
                    <a:pt x="0" y="23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69" name=""/>
            <p:cNvSpPr/>
            <p:nvPr/>
          </p:nvSpPr>
          <p:spPr>
            <a:xfrm rot="0">
              <a:off x="1530" y="35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70" name=""/>
            <p:cNvSpPr/>
            <p:nvPr/>
          </p:nvSpPr>
          <p:spPr>
            <a:xfrm rot="0">
              <a:off x="1530" y="3554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32" y="0"/>
                  </a:moveTo>
                  <a:lnTo>
                    <a:pt x="16" y="22"/>
                  </a:lnTo>
                  <a:lnTo>
                    <a:pt x="0" y="45"/>
                  </a:lnTo>
                  <a:lnTo>
                    <a:pt x="70" y="93"/>
                  </a:lnTo>
                  <a:lnTo>
                    <a:pt x="86" y="70"/>
                  </a:lnTo>
                  <a:lnTo>
                    <a:pt x="102" y="48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71" name=""/>
            <p:cNvSpPr/>
            <p:nvPr/>
          </p:nvSpPr>
          <p:spPr>
            <a:xfrm rot="0">
              <a:off x="1530" y="3554"/>
              <a:ext cx="34" cy="31"/>
            </a:xfrm>
            <a:custGeom>
              <a:avLst/>
              <a:ahLst/>
              <a:rect l="0" t="0" r="r" b="b"/>
              <a:pathLst>
                <a:path w="102" h="93">
                  <a:moveTo>
                    <a:pt x="32" y="0"/>
                  </a:moveTo>
                  <a:lnTo>
                    <a:pt x="16" y="22"/>
                  </a:lnTo>
                  <a:lnTo>
                    <a:pt x="0" y="45"/>
                  </a:lnTo>
                  <a:lnTo>
                    <a:pt x="70" y="93"/>
                  </a:lnTo>
                  <a:lnTo>
                    <a:pt x="86" y="70"/>
                  </a:lnTo>
                  <a:lnTo>
                    <a:pt x="102" y="48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72" name=""/>
            <p:cNvSpPr/>
            <p:nvPr/>
          </p:nvSpPr>
          <p:spPr>
            <a:xfrm rot="0">
              <a:off x="1554" y="3578"/>
              <a:ext cx="5" cy="8"/>
            </a:xfrm>
            <a:custGeom>
              <a:avLst/>
              <a:ahLst/>
              <a:rect l="0" t="0" r="r" b="b"/>
              <a:pathLst>
                <a:path w="16" h="24">
                  <a:moveTo>
                    <a:pt x="16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73" name=""/>
            <p:cNvSpPr/>
            <p:nvPr/>
          </p:nvSpPr>
          <p:spPr>
            <a:xfrm rot="0">
              <a:off x="1554" y="3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74" name=""/>
            <p:cNvSpPr/>
            <p:nvPr/>
          </p:nvSpPr>
          <p:spPr>
            <a:xfrm rot="0">
              <a:off x="1554" y="3570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27" y="0"/>
                  </a:moveTo>
                  <a:lnTo>
                    <a:pt x="14" y="23"/>
                  </a:lnTo>
                  <a:lnTo>
                    <a:pt x="0" y="47"/>
                  </a:lnTo>
                  <a:lnTo>
                    <a:pt x="71" y="91"/>
                  </a:lnTo>
                  <a:lnTo>
                    <a:pt x="85" y="67"/>
                  </a:lnTo>
                  <a:lnTo>
                    <a:pt x="99" y="44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75" name=""/>
            <p:cNvSpPr/>
            <p:nvPr/>
          </p:nvSpPr>
          <p:spPr>
            <a:xfrm rot="0">
              <a:off x="1554" y="3570"/>
              <a:ext cx="33" cy="30"/>
            </a:xfrm>
            <a:custGeom>
              <a:avLst/>
              <a:ahLst/>
              <a:rect l="0" t="0" r="r" b="b"/>
              <a:pathLst>
                <a:path w="99" h="91">
                  <a:moveTo>
                    <a:pt x="27" y="0"/>
                  </a:moveTo>
                  <a:lnTo>
                    <a:pt x="14" y="23"/>
                  </a:lnTo>
                  <a:lnTo>
                    <a:pt x="0" y="47"/>
                  </a:lnTo>
                  <a:lnTo>
                    <a:pt x="71" y="91"/>
                  </a:lnTo>
                  <a:lnTo>
                    <a:pt x="85" y="67"/>
                  </a:lnTo>
                  <a:lnTo>
                    <a:pt x="99" y="44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76" name=""/>
            <p:cNvSpPr/>
            <p:nvPr/>
          </p:nvSpPr>
          <p:spPr>
            <a:xfrm rot="0">
              <a:off x="1578" y="3592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14" y="0"/>
                  </a:moveTo>
                  <a:lnTo>
                    <a:pt x="0" y="24"/>
                  </a:lnTo>
                  <a:lnTo>
                    <a:pt x="1" y="24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77" name=""/>
            <p:cNvSpPr/>
            <p:nvPr/>
          </p:nvSpPr>
          <p:spPr>
            <a:xfrm rot="0">
              <a:off x="1578" y="36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78" name=""/>
            <p:cNvSpPr/>
            <p:nvPr/>
          </p:nvSpPr>
          <p:spPr>
            <a:xfrm rot="0">
              <a:off x="1578" y="3585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26" y="0"/>
                  </a:moveTo>
                  <a:lnTo>
                    <a:pt x="13" y="23"/>
                  </a:lnTo>
                  <a:lnTo>
                    <a:pt x="0" y="47"/>
                  </a:lnTo>
                  <a:lnTo>
                    <a:pt x="75" y="87"/>
                  </a:lnTo>
                  <a:lnTo>
                    <a:pt x="88" y="64"/>
                  </a:lnTo>
                  <a:lnTo>
                    <a:pt x="101" y="4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79" name=""/>
            <p:cNvSpPr/>
            <p:nvPr/>
          </p:nvSpPr>
          <p:spPr>
            <a:xfrm rot="0">
              <a:off x="1578" y="3585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26" y="0"/>
                  </a:moveTo>
                  <a:lnTo>
                    <a:pt x="13" y="23"/>
                  </a:lnTo>
                  <a:lnTo>
                    <a:pt x="0" y="47"/>
                  </a:lnTo>
                  <a:lnTo>
                    <a:pt x="75" y="87"/>
                  </a:lnTo>
                  <a:lnTo>
                    <a:pt x="88" y="64"/>
                  </a:lnTo>
                  <a:lnTo>
                    <a:pt x="101" y="40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80" name=""/>
            <p:cNvSpPr/>
            <p:nvPr/>
          </p:nvSpPr>
          <p:spPr>
            <a:xfrm rot="0">
              <a:off x="1603" y="3606"/>
              <a:ext cx="5" cy="8"/>
            </a:xfrm>
            <a:custGeom>
              <a:avLst/>
              <a:ahLst/>
              <a:rect l="0" t="0" r="r" b="b"/>
              <a:pathLst>
                <a:path w="13" h="24">
                  <a:moveTo>
                    <a:pt x="13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81" name=""/>
            <p:cNvSpPr/>
            <p:nvPr/>
          </p:nvSpPr>
          <p:spPr>
            <a:xfrm rot="0">
              <a:off x="1603" y="3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82" name=""/>
            <p:cNvSpPr/>
            <p:nvPr/>
          </p:nvSpPr>
          <p:spPr>
            <a:xfrm rot="0">
              <a:off x="1604" y="3598"/>
              <a:ext cx="32" cy="28"/>
            </a:xfrm>
            <a:custGeom>
              <a:avLst/>
              <a:ahLst/>
              <a:rect l="0" t="0" r="r" b="b"/>
              <a:pathLst>
                <a:path w="98" h="86">
                  <a:moveTo>
                    <a:pt x="24" y="0"/>
                  </a:moveTo>
                  <a:lnTo>
                    <a:pt x="12" y="25"/>
                  </a:lnTo>
                  <a:lnTo>
                    <a:pt x="0" y="49"/>
                  </a:lnTo>
                  <a:lnTo>
                    <a:pt x="75" y="86"/>
                  </a:lnTo>
                  <a:lnTo>
                    <a:pt x="87" y="61"/>
                  </a:lnTo>
                  <a:lnTo>
                    <a:pt x="98" y="37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83" name=""/>
            <p:cNvSpPr/>
            <p:nvPr/>
          </p:nvSpPr>
          <p:spPr>
            <a:xfrm rot="0">
              <a:off x="1604" y="3598"/>
              <a:ext cx="32" cy="28"/>
            </a:xfrm>
            <a:custGeom>
              <a:avLst/>
              <a:ahLst/>
              <a:rect l="0" t="0" r="r" b="b"/>
              <a:pathLst>
                <a:path w="98" h="86">
                  <a:moveTo>
                    <a:pt x="24" y="0"/>
                  </a:moveTo>
                  <a:lnTo>
                    <a:pt x="12" y="25"/>
                  </a:lnTo>
                  <a:lnTo>
                    <a:pt x="0" y="49"/>
                  </a:lnTo>
                  <a:lnTo>
                    <a:pt x="75" y="86"/>
                  </a:lnTo>
                  <a:lnTo>
                    <a:pt x="87" y="61"/>
                  </a:lnTo>
                  <a:lnTo>
                    <a:pt x="98" y="37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84" name=""/>
            <p:cNvSpPr/>
            <p:nvPr/>
          </p:nvSpPr>
          <p:spPr>
            <a:xfrm rot="0">
              <a:off x="1629" y="3618"/>
              <a:ext cx="4" cy="8"/>
            </a:xfrm>
            <a:custGeom>
              <a:avLst/>
              <a:ahLst/>
              <a:rect l="0" t="0" r="r" b="b"/>
              <a:pathLst>
                <a:path w="12" h="25">
                  <a:moveTo>
                    <a:pt x="12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85" name=""/>
            <p:cNvSpPr/>
            <p:nvPr/>
          </p:nvSpPr>
          <p:spPr>
            <a:xfrm rot="0">
              <a:off x="1629" y="36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86" name=""/>
            <p:cNvSpPr/>
            <p:nvPr/>
          </p:nvSpPr>
          <p:spPr>
            <a:xfrm rot="0">
              <a:off x="1629" y="3610"/>
              <a:ext cx="33" cy="27"/>
            </a:xfrm>
            <a:custGeom>
              <a:avLst/>
              <a:ahLst/>
              <a:rect l="0" t="0" r="r" b="b"/>
              <a:pathLst>
                <a:path w="99" h="82">
                  <a:moveTo>
                    <a:pt x="21" y="0"/>
                  </a:moveTo>
                  <a:lnTo>
                    <a:pt x="11" y="24"/>
                  </a:lnTo>
                  <a:lnTo>
                    <a:pt x="0" y="49"/>
                  </a:lnTo>
                  <a:lnTo>
                    <a:pt x="78" y="82"/>
                  </a:lnTo>
                  <a:lnTo>
                    <a:pt x="89" y="57"/>
                  </a:lnTo>
                  <a:lnTo>
                    <a:pt x="99" y="33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87" name=""/>
            <p:cNvSpPr/>
            <p:nvPr/>
          </p:nvSpPr>
          <p:spPr>
            <a:xfrm rot="0">
              <a:off x="1629" y="3610"/>
              <a:ext cx="33" cy="27"/>
            </a:xfrm>
            <a:custGeom>
              <a:avLst/>
              <a:ahLst/>
              <a:rect l="0" t="0" r="r" b="b"/>
              <a:pathLst>
                <a:path w="99" h="82">
                  <a:moveTo>
                    <a:pt x="21" y="0"/>
                  </a:moveTo>
                  <a:lnTo>
                    <a:pt x="11" y="24"/>
                  </a:lnTo>
                  <a:lnTo>
                    <a:pt x="0" y="49"/>
                  </a:lnTo>
                  <a:lnTo>
                    <a:pt x="78" y="82"/>
                  </a:lnTo>
                  <a:lnTo>
                    <a:pt x="89" y="57"/>
                  </a:lnTo>
                  <a:lnTo>
                    <a:pt x="99" y="33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88" name=""/>
            <p:cNvSpPr/>
            <p:nvPr/>
          </p:nvSpPr>
          <p:spPr>
            <a:xfrm rot="0">
              <a:off x="1655" y="3629"/>
              <a:ext cx="4" cy="9"/>
            </a:xfrm>
            <a:custGeom>
              <a:avLst/>
              <a:ahLst/>
              <a:rect l="0" t="0" r="r" b="b"/>
              <a:pathLst>
                <a:path w="11" h="26">
                  <a:moveTo>
                    <a:pt x="11" y="0"/>
                  </a:moveTo>
                  <a:lnTo>
                    <a:pt x="0" y="25"/>
                  </a:lnTo>
                  <a:lnTo>
                    <a:pt x="1" y="2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89" name=""/>
            <p:cNvSpPr/>
            <p:nvPr/>
          </p:nvSpPr>
          <p:spPr>
            <a:xfrm rot="0">
              <a:off x="1655" y="3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90" name=""/>
            <p:cNvSpPr/>
            <p:nvPr/>
          </p:nvSpPr>
          <p:spPr>
            <a:xfrm rot="0">
              <a:off x="1655" y="3621"/>
              <a:ext cx="33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19" y="0"/>
                  </a:moveTo>
                  <a:lnTo>
                    <a:pt x="10" y="25"/>
                  </a:lnTo>
                  <a:lnTo>
                    <a:pt x="0" y="51"/>
                  </a:lnTo>
                  <a:lnTo>
                    <a:pt x="79" y="81"/>
                  </a:lnTo>
                  <a:lnTo>
                    <a:pt x="89" y="55"/>
                  </a:lnTo>
                  <a:lnTo>
                    <a:pt x="98" y="3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91" name=""/>
            <p:cNvSpPr/>
            <p:nvPr/>
          </p:nvSpPr>
          <p:spPr>
            <a:xfrm rot="0">
              <a:off x="1655" y="3621"/>
              <a:ext cx="33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19" y="0"/>
                  </a:moveTo>
                  <a:lnTo>
                    <a:pt x="10" y="25"/>
                  </a:lnTo>
                  <a:lnTo>
                    <a:pt x="0" y="51"/>
                  </a:lnTo>
                  <a:lnTo>
                    <a:pt x="79" y="81"/>
                  </a:lnTo>
                  <a:lnTo>
                    <a:pt x="89" y="55"/>
                  </a:lnTo>
                  <a:lnTo>
                    <a:pt x="98" y="30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92" name=""/>
            <p:cNvSpPr/>
            <p:nvPr/>
          </p:nvSpPr>
          <p:spPr>
            <a:xfrm rot="0">
              <a:off x="1682" y="3639"/>
              <a:ext cx="3" cy="9"/>
            </a:xfrm>
            <a:custGeom>
              <a:avLst/>
              <a:ahLst/>
              <a:rect l="0" t="0" r="r" b="b"/>
              <a:pathLst>
                <a:path w="10" h="26">
                  <a:moveTo>
                    <a:pt x="10" y="0"/>
                  </a:moveTo>
                  <a:lnTo>
                    <a:pt x="0" y="26"/>
                  </a:lnTo>
                  <a:lnTo>
                    <a:pt x="1" y="26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93" name=""/>
            <p:cNvSpPr/>
            <p:nvPr/>
          </p:nvSpPr>
          <p:spPr>
            <a:xfrm rot="0">
              <a:off x="1682" y="36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94" name=""/>
            <p:cNvSpPr/>
            <p:nvPr/>
          </p:nvSpPr>
          <p:spPr>
            <a:xfrm rot="0">
              <a:off x="1682" y="3631"/>
              <a:ext cx="32" cy="25"/>
            </a:xfrm>
            <a:custGeom>
              <a:avLst/>
              <a:ahLst/>
              <a:rect l="0" t="0" r="r" b="b"/>
              <a:pathLst>
                <a:path w="97" h="76">
                  <a:moveTo>
                    <a:pt x="17" y="0"/>
                  </a:moveTo>
                  <a:lnTo>
                    <a:pt x="9" y="25"/>
                  </a:lnTo>
                  <a:lnTo>
                    <a:pt x="0" y="51"/>
                  </a:lnTo>
                  <a:lnTo>
                    <a:pt x="80" y="76"/>
                  </a:lnTo>
                  <a:lnTo>
                    <a:pt x="89" y="51"/>
                  </a:lnTo>
                  <a:lnTo>
                    <a:pt x="97" y="25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95" name=""/>
            <p:cNvSpPr/>
            <p:nvPr/>
          </p:nvSpPr>
          <p:spPr>
            <a:xfrm rot="0">
              <a:off x="1682" y="3631"/>
              <a:ext cx="32" cy="25"/>
            </a:xfrm>
            <a:custGeom>
              <a:avLst/>
              <a:ahLst/>
              <a:rect l="0" t="0" r="r" b="b"/>
              <a:pathLst>
                <a:path w="97" h="76">
                  <a:moveTo>
                    <a:pt x="17" y="0"/>
                  </a:moveTo>
                  <a:lnTo>
                    <a:pt x="9" y="25"/>
                  </a:lnTo>
                  <a:lnTo>
                    <a:pt x="0" y="51"/>
                  </a:lnTo>
                  <a:lnTo>
                    <a:pt x="80" y="76"/>
                  </a:lnTo>
                  <a:lnTo>
                    <a:pt x="89" y="51"/>
                  </a:lnTo>
                  <a:lnTo>
                    <a:pt x="97" y="25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96" name=""/>
            <p:cNvSpPr/>
            <p:nvPr/>
          </p:nvSpPr>
          <p:spPr>
            <a:xfrm rot="0">
              <a:off x="1709" y="3648"/>
              <a:ext cx="3" cy="9"/>
            </a:xfrm>
            <a:custGeom>
              <a:avLst/>
              <a:ahLst/>
              <a:rect l="0" t="0" r="r" b="b"/>
              <a:pathLst>
                <a:path w="9" h="27">
                  <a:moveTo>
                    <a:pt x="9" y="0"/>
                  </a:moveTo>
                  <a:lnTo>
                    <a:pt x="0" y="25"/>
                  </a:lnTo>
                  <a:lnTo>
                    <a:pt x="2" y="27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97" name=""/>
            <p:cNvSpPr/>
            <p:nvPr/>
          </p:nvSpPr>
          <p:spPr>
            <a:xfrm rot="0">
              <a:off x="1709" y="36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3998" name=""/>
            <p:cNvSpPr/>
            <p:nvPr/>
          </p:nvSpPr>
          <p:spPr>
            <a:xfrm rot="0">
              <a:off x="1709" y="3639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13" y="0"/>
                  </a:moveTo>
                  <a:lnTo>
                    <a:pt x="7" y="27"/>
                  </a:lnTo>
                  <a:lnTo>
                    <a:pt x="0" y="54"/>
                  </a:lnTo>
                  <a:lnTo>
                    <a:pt x="82" y="75"/>
                  </a:lnTo>
                  <a:lnTo>
                    <a:pt x="88" y="48"/>
                  </a:lnTo>
                  <a:lnTo>
                    <a:pt x="94" y="21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3999" name=""/>
            <p:cNvSpPr/>
            <p:nvPr/>
          </p:nvSpPr>
          <p:spPr>
            <a:xfrm rot="0">
              <a:off x="1709" y="3639"/>
              <a:ext cx="32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13" y="0"/>
                  </a:moveTo>
                  <a:lnTo>
                    <a:pt x="7" y="27"/>
                  </a:lnTo>
                  <a:lnTo>
                    <a:pt x="0" y="54"/>
                  </a:lnTo>
                  <a:lnTo>
                    <a:pt x="82" y="75"/>
                  </a:lnTo>
                  <a:lnTo>
                    <a:pt x="88" y="48"/>
                  </a:lnTo>
                  <a:lnTo>
                    <a:pt x="94" y="21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00" name=""/>
            <p:cNvSpPr/>
            <p:nvPr/>
          </p:nvSpPr>
          <p:spPr>
            <a:xfrm rot="0">
              <a:off x="1737" y="3655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6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01" name=""/>
            <p:cNvSpPr/>
            <p:nvPr/>
          </p:nvSpPr>
          <p:spPr>
            <a:xfrm rot="0">
              <a:off x="1737" y="36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02" name=""/>
            <p:cNvSpPr/>
            <p:nvPr/>
          </p:nvSpPr>
          <p:spPr>
            <a:xfrm rot="0">
              <a:off x="1737" y="3646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10" y="0"/>
                  </a:moveTo>
                  <a:lnTo>
                    <a:pt x="5" y="27"/>
                  </a:lnTo>
                  <a:lnTo>
                    <a:pt x="0" y="54"/>
                  </a:lnTo>
                  <a:lnTo>
                    <a:pt x="82" y="72"/>
                  </a:lnTo>
                  <a:lnTo>
                    <a:pt x="87" y="45"/>
                  </a:lnTo>
                  <a:lnTo>
                    <a:pt x="93" y="19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03" name=""/>
            <p:cNvSpPr/>
            <p:nvPr/>
          </p:nvSpPr>
          <p:spPr>
            <a:xfrm rot="0">
              <a:off x="1737" y="3646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10" y="0"/>
                  </a:moveTo>
                  <a:lnTo>
                    <a:pt x="5" y="27"/>
                  </a:lnTo>
                  <a:lnTo>
                    <a:pt x="0" y="54"/>
                  </a:lnTo>
                  <a:lnTo>
                    <a:pt x="82" y="72"/>
                  </a:lnTo>
                  <a:lnTo>
                    <a:pt x="87" y="45"/>
                  </a:lnTo>
                  <a:lnTo>
                    <a:pt x="93" y="19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04" name=""/>
            <p:cNvSpPr/>
            <p:nvPr/>
          </p:nvSpPr>
          <p:spPr>
            <a:xfrm rot="0">
              <a:off x="1764" y="3661"/>
              <a:ext cx="2" cy="9"/>
            </a:xfrm>
            <a:custGeom>
              <a:avLst/>
              <a:ahLst/>
              <a:rect l="0" t="0" r="r" b="b"/>
              <a:pathLst>
                <a:path w="5" h="27">
                  <a:moveTo>
                    <a:pt x="5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05" name=""/>
            <p:cNvSpPr/>
            <p:nvPr/>
          </p:nvSpPr>
          <p:spPr>
            <a:xfrm rot="0">
              <a:off x="1764" y="36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06" name=""/>
            <p:cNvSpPr/>
            <p:nvPr/>
          </p:nvSpPr>
          <p:spPr>
            <a:xfrm rot="0">
              <a:off x="1765" y="3652"/>
              <a:ext cx="30" cy="22"/>
            </a:xfrm>
            <a:custGeom>
              <a:avLst/>
              <a:ahLst/>
              <a:rect l="0" t="0" r="r" b="b"/>
              <a:pathLst>
                <a:path w="92" h="67">
                  <a:moveTo>
                    <a:pt x="9" y="0"/>
                  </a:moveTo>
                  <a:lnTo>
                    <a:pt x="4" y="26"/>
                  </a:lnTo>
                  <a:lnTo>
                    <a:pt x="0" y="53"/>
                  </a:lnTo>
                  <a:lnTo>
                    <a:pt x="83" y="67"/>
                  </a:lnTo>
                  <a:lnTo>
                    <a:pt x="88" y="40"/>
                  </a:lnTo>
                  <a:lnTo>
                    <a:pt x="92" y="14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07" name=""/>
            <p:cNvSpPr/>
            <p:nvPr/>
          </p:nvSpPr>
          <p:spPr>
            <a:xfrm rot="0">
              <a:off x="1765" y="3652"/>
              <a:ext cx="30" cy="22"/>
            </a:xfrm>
            <a:custGeom>
              <a:avLst/>
              <a:ahLst/>
              <a:rect l="0" t="0" r="r" b="b"/>
              <a:pathLst>
                <a:path w="92" h="67">
                  <a:moveTo>
                    <a:pt x="9" y="0"/>
                  </a:moveTo>
                  <a:lnTo>
                    <a:pt x="4" y="26"/>
                  </a:lnTo>
                  <a:lnTo>
                    <a:pt x="0" y="53"/>
                  </a:lnTo>
                  <a:lnTo>
                    <a:pt x="83" y="67"/>
                  </a:lnTo>
                  <a:lnTo>
                    <a:pt x="88" y="40"/>
                  </a:lnTo>
                  <a:lnTo>
                    <a:pt x="92" y="14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08" name=""/>
            <p:cNvSpPr/>
            <p:nvPr/>
          </p:nvSpPr>
          <p:spPr>
            <a:xfrm rot="0">
              <a:off x="1792" y="3665"/>
              <a:ext cx="2" cy="9"/>
            </a:xfrm>
            <a:custGeom>
              <a:avLst/>
              <a:ahLst/>
              <a:rect l="0" t="0" r="r" b="b"/>
              <a:pathLst>
                <a:path w="5" h="27">
                  <a:moveTo>
                    <a:pt x="5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09" name=""/>
            <p:cNvSpPr/>
            <p:nvPr/>
          </p:nvSpPr>
          <p:spPr>
            <a:xfrm rot="0">
              <a:off x="1792" y="36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10" name=""/>
            <p:cNvSpPr/>
            <p:nvPr/>
          </p:nvSpPr>
          <p:spPr>
            <a:xfrm rot="0">
              <a:off x="1793" y="3657"/>
              <a:ext cx="30" cy="21"/>
            </a:xfrm>
            <a:custGeom>
              <a:avLst/>
              <a:ahLst/>
              <a:rect l="0" t="0" r="r" b="b"/>
              <a:pathLst>
                <a:path w="90" h="63">
                  <a:moveTo>
                    <a:pt x="7" y="0"/>
                  </a:moveTo>
                  <a:lnTo>
                    <a:pt x="4" y="26"/>
                  </a:lnTo>
                  <a:lnTo>
                    <a:pt x="0" y="53"/>
                  </a:lnTo>
                  <a:lnTo>
                    <a:pt x="84" y="63"/>
                  </a:lnTo>
                  <a:lnTo>
                    <a:pt x="87" y="36"/>
                  </a:lnTo>
                  <a:lnTo>
                    <a:pt x="90" y="9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11" name=""/>
            <p:cNvSpPr/>
            <p:nvPr/>
          </p:nvSpPr>
          <p:spPr>
            <a:xfrm rot="0">
              <a:off x="1793" y="3657"/>
              <a:ext cx="30" cy="21"/>
            </a:xfrm>
            <a:custGeom>
              <a:avLst/>
              <a:ahLst/>
              <a:rect l="0" t="0" r="r" b="b"/>
              <a:pathLst>
                <a:path w="90" h="63">
                  <a:moveTo>
                    <a:pt x="7" y="0"/>
                  </a:moveTo>
                  <a:lnTo>
                    <a:pt x="4" y="26"/>
                  </a:lnTo>
                  <a:lnTo>
                    <a:pt x="0" y="53"/>
                  </a:lnTo>
                  <a:lnTo>
                    <a:pt x="84" y="63"/>
                  </a:lnTo>
                  <a:lnTo>
                    <a:pt x="87" y="36"/>
                  </a:lnTo>
                  <a:lnTo>
                    <a:pt x="90" y="9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12" name=""/>
            <p:cNvSpPr/>
            <p:nvPr/>
          </p:nvSpPr>
          <p:spPr>
            <a:xfrm rot="0">
              <a:off x="1821" y="3669"/>
              <a:ext cx="1" cy="9"/>
            </a:xfrm>
            <a:custGeom>
              <a:avLst/>
              <a:ahLst/>
              <a:rect l="0" t="0" r="r" b="b"/>
              <a:pathLst>
                <a:path w="3" h="27">
                  <a:moveTo>
                    <a:pt x="3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13" name=""/>
            <p:cNvSpPr/>
            <p:nvPr/>
          </p:nvSpPr>
          <p:spPr>
            <a:xfrm rot="0">
              <a:off x="1821" y="36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14" name=""/>
            <p:cNvSpPr/>
            <p:nvPr/>
          </p:nvSpPr>
          <p:spPr>
            <a:xfrm rot="0">
              <a:off x="1821" y="3660"/>
              <a:ext cx="29" cy="20"/>
            </a:xfrm>
            <a:custGeom>
              <a:avLst/>
              <a:ahLst/>
              <a:rect l="0" t="0" r="r" b="b"/>
              <a:pathLst>
                <a:path w="88" h="60">
                  <a:moveTo>
                    <a:pt x="4" y="0"/>
                  </a:moveTo>
                  <a:lnTo>
                    <a:pt x="2" y="27"/>
                  </a:lnTo>
                  <a:lnTo>
                    <a:pt x="0" y="54"/>
                  </a:lnTo>
                  <a:lnTo>
                    <a:pt x="84" y="60"/>
                  </a:lnTo>
                  <a:lnTo>
                    <a:pt x="86" y="33"/>
                  </a:lnTo>
                  <a:lnTo>
                    <a:pt x="88" y="7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15" name=""/>
            <p:cNvSpPr/>
            <p:nvPr/>
          </p:nvSpPr>
          <p:spPr>
            <a:xfrm rot="0">
              <a:off x="1821" y="3660"/>
              <a:ext cx="29" cy="20"/>
            </a:xfrm>
            <a:custGeom>
              <a:avLst/>
              <a:ahLst/>
              <a:rect l="0" t="0" r="r" b="b"/>
              <a:pathLst>
                <a:path w="88" h="60">
                  <a:moveTo>
                    <a:pt x="4" y="0"/>
                  </a:moveTo>
                  <a:lnTo>
                    <a:pt x="2" y="27"/>
                  </a:lnTo>
                  <a:lnTo>
                    <a:pt x="0" y="54"/>
                  </a:lnTo>
                  <a:lnTo>
                    <a:pt x="84" y="60"/>
                  </a:lnTo>
                  <a:lnTo>
                    <a:pt x="86" y="33"/>
                  </a:lnTo>
                  <a:lnTo>
                    <a:pt x="88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16" name=""/>
            <p:cNvSpPr/>
            <p:nvPr/>
          </p:nvSpPr>
          <p:spPr>
            <a:xfrm rot="0">
              <a:off x="1849" y="3671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2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17" name=""/>
            <p:cNvSpPr/>
            <p:nvPr/>
          </p:nvSpPr>
          <p:spPr>
            <a:xfrm rot="0">
              <a:off x="1849" y="3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18" name=""/>
            <p:cNvSpPr/>
            <p:nvPr/>
          </p:nvSpPr>
          <p:spPr>
            <a:xfrm rot="0">
              <a:off x="1849" y="3662"/>
              <a:ext cx="29" cy="18"/>
            </a:xfrm>
            <a:custGeom>
              <a:avLst/>
              <a:ahLst/>
              <a:rect l="0" t="0" r="r" b="b"/>
              <a:pathLst>
                <a:path w="87" h="55">
                  <a:moveTo>
                    <a:pt x="2" y="0"/>
                  </a:moveTo>
                  <a:lnTo>
                    <a:pt x="1" y="26"/>
                  </a:lnTo>
                  <a:lnTo>
                    <a:pt x="0" y="53"/>
                  </a:lnTo>
                  <a:lnTo>
                    <a:pt x="85" y="55"/>
                  </a:lnTo>
                  <a:lnTo>
                    <a:pt x="86" y="28"/>
                  </a:lnTo>
                  <a:lnTo>
                    <a:pt x="87" y="2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19" name=""/>
            <p:cNvSpPr/>
            <p:nvPr/>
          </p:nvSpPr>
          <p:spPr>
            <a:xfrm rot="0">
              <a:off x="1849" y="3662"/>
              <a:ext cx="29" cy="18"/>
            </a:xfrm>
            <a:custGeom>
              <a:avLst/>
              <a:ahLst/>
              <a:rect l="0" t="0" r="r" b="b"/>
              <a:pathLst>
                <a:path w="87" h="55">
                  <a:moveTo>
                    <a:pt x="2" y="0"/>
                  </a:moveTo>
                  <a:lnTo>
                    <a:pt x="1" y="26"/>
                  </a:lnTo>
                  <a:lnTo>
                    <a:pt x="0" y="53"/>
                  </a:lnTo>
                  <a:lnTo>
                    <a:pt x="85" y="55"/>
                  </a:lnTo>
                  <a:lnTo>
                    <a:pt x="86" y="28"/>
                  </a:lnTo>
                  <a:lnTo>
                    <a:pt x="87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20" name=""/>
            <p:cNvSpPr/>
            <p:nvPr/>
          </p:nvSpPr>
          <p:spPr>
            <a:xfrm rot="0">
              <a:off x="1878" y="3671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1" y="0"/>
                  </a:moveTo>
                  <a:lnTo>
                    <a:pt x="0" y="27"/>
                  </a:lnTo>
                  <a:lnTo>
                    <a:pt x="2" y="27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21" name=""/>
            <p:cNvSpPr/>
            <p:nvPr/>
          </p:nvSpPr>
          <p:spPr>
            <a:xfrm rot="0">
              <a:off x="1878" y="3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22" name=""/>
            <p:cNvSpPr/>
            <p:nvPr/>
          </p:nvSpPr>
          <p:spPr>
            <a:xfrm rot="0">
              <a:off x="1878" y="3662"/>
              <a:ext cx="28" cy="18"/>
            </a:xfrm>
            <a:custGeom>
              <a:avLst/>
              <a:ahLst/>
              <a:rect l="0" t="0" r="r" b="b"/>
              <a:pathLst>
                <a:path w="86" h="55">
                  <a:moveTo>
                    <a:pt x="0" y="2"/>
                  </a:moveTo>
                  <a:lnTo>
                    <a:pt x="1" y="28"/>
                  </a:lnTo>
                  <a:lnTo>
                    <a:pt x="2" y="55"/>
                  </a:lnTo>
                  <a:lnTo>
                    <a:pt x="86" y="53"/>
                  </a:lnTo>
                  <a:lnTo>
                    <a:pt x="85" y="26"/>
                  </a:lnTo>
                  <a:lnTo>
                    <a:pt x="84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23" name=""/>
            <p:cNvSpPr/>
            <p:nvPr/>
          </p:nvSpPr>
          <p:spPr>
            <a:xfrm rot="0">
              <a:off x="1878" y="3662"/>
              <a:ext cx="28" cy="18"/>
            </a:xfrm>
            <a:custGeom>
              <a:avLst/>
              <a:ahLst/>
              <a:rect l="0" t="0" r="r" b="b"/>
              <a:pathLst>
                <a:path w="86" h="55">
                  <a:moveTo>
                    <a:pt x="0" y="2"/>
                  </a:moveTo>
                  <a:lnTo>
                    <a:pt x="1" y="28"/>
                  </a:lnTo>
                  <a:lnTo>
                    <a:pt x="2" y="55"/>
                  </a:lnTo>
                  <a:lnTo>
                    <a:pt x="86" y="53"/>
                  </a:lnTo>
                  <a:lnTo>
                    <a:pt x="85" y="26"/>
                  </a:lnTo>
                  <a:lnTo>
                    <a:pt x="84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24" name=""/>
            <p:cNvSpPr/>
            <p:nvPr/>
          </p:nvSpPr>
          <p:spPr>
            <a:xfrm rot="0">
              <a:off x="1906" y="3671"/>
              <a:ext cx="1" cy="9"/>
            </a:xfrm>
            <a:custGeom>
              <a:avLst/>
              <a:ahLst/>
              <a:rect l="0" t="0" r="r" b="b"/>
              <a:pathLst>
                <a:path w="2" h="27">
                  <a:moveTo>
                    <a:pt x="0" y="0"/>
                  </a:moveTo>
                  <a:lnTo>
                    <a:pt x="1" y="27"/>
                  </a:lnTo>
                  <a:lnTo>
                    <a:pt x="2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25" name=""/>
            <p:cNvSpPr/>
            <p:nvPr/>
          </p:nvSpPr>
          <p:spPr>
            <a:xfrm rot="0">
              <a:off x="1906" y="3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26" name=""/>
            <p:cNvSpPr/>
            <p:nvPr/>
          </p:nvSpPr>
          <p:spPr>
            <a:xfrm rot="0">
              <a:off x="1905" y="3660"/>
              <a:ext cx="30" cy="20"/>
            </a:xfrm>
            <a:custGeom>
              <a:avLst/>
              <a:ahLst/>
              <a:rect l="0" t="0" r="r" b="b"/>
              <a:pathLst>
                <a:path w="88" h="60">
                  <a:moveTo>
                    <a:pt x="0" y="7"/>
                  </a:moveTo>
                  <a:lnTo>
                    <a:pt x="2" y="33"/>
                  </a:lnTo>
                  <a:lnTo>
                    <a:pt x="4" y="60"/>
                  </a:lnTo>
                  <a:lnTo>
                    <a:pt x="88" y="54"/>
                  </a:lnTo>
                  <a:lnTo>
                    <a:pt x="85" y="27"/>
                  </a:lnTo>
                  <a:lnTo>
                    <a:pt x="8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27" name=""/>
            <p:cNvSpPr/>
            <p:nvPr/>
          </p:nvSpPr>
          <p:spPr>
            <a:xfrm rot="0">
              <a:off x="1905" y="3660"/>
              <a:ext cx="30" cy="20"/>
            </a:xfrm>
            <a:custGeom>
              <a:avLst/>
              <a:ahLst/>
              <a:rect l="0" t="0" r="r" b="b"/>
              <a:pathLst>
                <a:path w="88" h="60">
                  <a:moveTo>
                    <a:pt x="0" y="7"/>
                  </a:moveTo>
                  <a:lnTo>
                    <a:pt x="2" y="33"/>
                  </a:lnTo>
                  <a:lnTo>
                    <a:pt x="4" y="60"/>
                  </a:lnTo>
                  <a:lnTo>
                    <a:pt x="88" y="54"/>
                  </a:lnTo>
                  <a:lnTo>
                    <a:pt x="85" y="27"/>
                  </a:lnTo>
                  <a:lnTo>
                    <a:pt x="83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28" name=""/>
            <p:cNvSpPr/>
            <p:nvPr/>
          </p:nvSpPr>
          <p:spPr>
            <a:xfrm rot="0">
              <a:off x="1934" y="3669"/>
              <a:ext cx="1" cy="9"/>
            </a:xfrm>
            <a:custGeom>
              <a:avLst/>
              <a:ahLst/>
              <a:rect l="0" t="0" r="r" b="b"/>
              <a:pathLst>
                <a:path w="4" h="27">
                  <a:moveTo>
                    <a:pt x="0" y="0"/>
                  </a:moveTo>
                  <a:lnTo>
                    <a:pt x="3" y="27"/>
                  </a:lnTo>
                  <a:lnTo>
                    <a:pt x="4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29" name=""/>
            <p:cNvSpPr/>
            <p:nvPr/>
          </p:nvSpPr>
          <p:spPr>
            <a:xfrm rot="0">
              <a:off x="1935" y="36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30" name=""/>
            <p:cNvSpPr/>
            <p:nvPr/>
          </p:nvSpPr>
          <p:spPr>
            <a:xfrm rot="0">
              <a:off x="1933" y="3657"/>
              <a:ext cx="30" cy="21"/>
            </a:xfrm>
            <a:custGeom>
              <a:avLst/>
              <a:ahLst/>
              <a:rect l="0" t="0" r="r" b="b"/>
              <a:pathLst>
                <a:path w="91" h="63">
                  <a:moveTo>
                    <a:pt x="0" y="9"/>
                  </a:moveTo>
                  <a:lnTo>
                    <a:pt x="3" y="36"/>
                  </a:lnTo>
                  <a:lnTo>
                    <a:pt x="7" y="63"/>
                  </a:lnTo>
                  <a:lnTo>
                    <a:pt x="91" y="53"/>
                  </a:lnTo>
                  <a:lnTo>
                    <a:pt x="88" y="26"/>
                  </a:lnTo>
                  <a:lnTo>
                    <a:pt x="85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31" name=""/>
            <p:cNvSpPr/>
            <p:nvPr/>
          </p:nvSpPr>
          <p:spPr>
            <a:xfrm rot="0">
              <a:off x="1933" y="3657"/>
              <a:ext cx="30" cy="21"/>
            </a:xfrm>
            <a:custGeom>
              <a:avLst/>
              <a:ahLst/>
              <a:rect l="0" t="0" r="r" b="b"/>
              <a:pathLst>
                <a:path w="91" h="63">
                  <a:moveTo>
                    <a:pt x="0" y="9"/>
                  </a:moveTo>
                  <a:lnTo>
                    <a:pt x="3" y="36"/>
                  </a:lnTo>
                  <a:lnTo>
                    <a:pt x="7" y="63"/>
                  </a:lnTo>
                  <a:lnTo>
                    <a:pt x="91" y="53"/>
                  </a:lnTo>
                  <a:lnTo>
                    <a:pt x="88" y="26"/>
                  </a:lnTo>
                  <a:lnTo>
                    <a:pt x="85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32" name=""/>
            <p:cNvSpPr/>
            <p:nvPr/>
          </p:nvSpPr>
          <p:spPr>
            <a:xfrm rot="0">
              <a:off x="1962" y="3665"/>
              <a:ext cx="1" cy="9"/>
            </a:xfrm>
            <a:custGeom>
              <a:avLst/>
              <a:ahLst/>
              <a:rect l="0" t="0" r="r" b="b"/>
              <a:pathLst>
                <a:path w="4" h="27">
                  <a:moveTo>
                    <a:pt x="0" y="0"/>
                  </a:moveTo>
                  <a:lnTo>
                    <a:pt x="3" y="27"/>
                  </a:lnTo>
                  <a:lnTo>
                    <a:pt x="4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33" name=""/>
            <p:cNvSpPr/>
            <p:nvPr/>
          </p:nvSpPr>
          <p:spPr>
            <a:xfrm rot="0">
              <a:off x="1963" y="36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34" name=""/>
            <p:cNvSpPr/>
            <p:nvPr/>
          </p:nvSpPr>
          <p:spPr>
            <a:xfrm rot="0">
              <a:off x="1961" y="3652"/>
              <a:ext cx="30" cy="22"/>
            </a:xfrm>
            <a:custGeom>
              <a:avLst/>
              <a:ahLst/>
              <a:rect l="0" t="0" r="r" b="b"/>
              <a:pathLst>
                <a:path w="91" h="67">
                  <a:moveTo>
                    <a:pt x="0" y="14"/>
                  </a:moveTo>
                  <a:lnTo>
                    <a:pt x="4" y="40"/>
                  </a:lnTo>
                  <a:lnTo>
                    <a:pt x="8" y="67"/>
                  </a:lnTo>
                  <a:lnTo>
                    <a:pt x="91" y="53"/>
                  </a:lnTo>
                  <a:lnTo>
                    <a:pt x="87" y="26"/>
                  </a:lnTo>
                  <a:lnTo>
                    <a:pt x="83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35" name=""/>
            <p:cNvSpPr/>
            <p:nvPr/>
          </p:nvSpPr>
          <p:spPr>
            <a:xfrm rot="0">
              <a:off x="1961" y="3652"/>
              <a:ext cx="30" cy="22"/>
            </a:xfrm>
            <a:custGeom>
              <a:avLst/>
              <a:ahLst/>
              <a:rect l="0" t="0" r="r" b="b"/>
              <a:pathLst>
                <a:path w="91" h="67">
                  <a:moveTo>
                    <a:pt x="0" y="14"/>
                  </a:moveTo>
                  <a:lnTo>
                    <a:pt x="4" y="40"/>
                  </a:lnTo>
                  <a:lnTo>
                    <a:pt x="8" y="67"/>
                  </a:lnTo>
                  <a:lnTo>
                    <a:pt x="91" y="53"/>
                  </a:lnTo>
                  <a:lnTo>
                    <a:pt x="87" y="26"/>
                  </a:lnTo>
                  <a:lnTo>
                    <a:pt x="83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36" name=""/>
            <p:cNvSpPr/>
            <p:nvPr/>
          </p:nvSpPr>
          <p:spPr>
            <a:xfrm rot="0">
              <a:off x="1990" y="3661"/>
              <a:ext cx="2" cy="9"/>
            </a:xfrm>
            <a:custGeom>
              <a:avLst/>
              <a:ahLst/>
              <a:rect l="0" t="0" r="r" b="b"/>
              <a:pathLst>
                <a:path w="6" h="27">
                  <a:moveTo>
                    <a:pt x="0" y="0"/>
                  </a:moveTo>
                  <a:lnTo>
                    <a:pt x="4" y="27"/>
                  </a:lnTo>
                  <a:lnTo>
                    <a:pt x="6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37" name=""/>
            <p:cNvSpPr/>
            <p:nvPr/>
          </p:nvSpPr>
          <p:spPr>
            <a:xfrm rot="0">
              <a:off x="1991" y="36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38" name=""/>
            <p:cNvSpPr/>
            <p:nvPr/>
          </p:nvSpPr>
          <p:spPr>
            <a:xfrm rot="0">
              <a:off x="1988" y="3646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0" y="19"/>
                  </a:moveTo>
                  <a:lnTo>
                    <a:pt x="5" y="45"/>
                  </a:lnTo>
                  <a:lnTo>
                    <a:pt x="11" y="72"/>
                  </a:lnTo>
                  <a:lnTo>
                    <a:pt x="93" y="54"/>
                  </a:lnTo>
                  <a:lnTo>
                    <a:pt x="87" y="27"/>
                  </a:lnTo>
                  <a:lnTo>
                    <a:pt x="82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39" name=""/>
            <p:cNvSpPr/>
            <p:nvPr/>
          </p:nvSpPr>
          <p:spPr>
            <a:xfrm rot="0">
              <a:off x="1988" y="3646"/>
              <a:ext cx="31" cy="24"/>
            </a:xfrm>
            <a:custGeom>
              <a:avLst/>
              <a:ahLst/>
              <a:rect l="0" t="0" r="r" b="b"/>
              <a:pathLst>
                <a:path w="93" h="72">
                  <a:moveTo>
                    <a:pt x="0" y="19"/>
                  </a:moveTo>
                  <a:lnTo>
                    <a:pt x="5" y="45"/>
                  </a:lnTo>
                  <a:lnTo>
                    <a:pt x="11" y="72"/>
                  </a:lnTo>
                  <a:lnTo>
                    <a:pt x="93" y="54"/>
                  </a:lnTo>
                  <a:lnTo>
                    <a:pt x="87" y="27"/>
                  </a:lnTo>
                  <a:lnTo>
                    <a:pt x="82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40" name=""/>
            <p:cNvSpPr/>
            <p:nvPr/>
          </p:nvSpPr>
          <p:spPr>
            <a:xfrm rot="0">
              <a:off x="2017" y="3655"/>
              <a:ext cx="2" cy="9"/>
            </a:xfrm>
            <a:custGeom>
              <a:avLst/>
              <a:ahLst/>
              <a:rect l="0" t="0" r="r" b="b"/>
              <a:pathLst>
                <a:path w="7" h="27">
                  <a:moveTo>
                    <a:pt x="0" y="0"/>
                  </a:moveTo>
                  <a:lnTo>
                    <a:pt x="6" y="27"/>
                  </a:lnTo>
                  <a:lnTo>
                    <a:pt x="7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41" name=""/>
            <p:cNvSpPr/>
            <p:nvPr/>
          </p:nvSpPr>
          <p:spPr>
            <a:xfrm rot="0">
              <a:off x="2019" y="36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42" name=""/>
            <p:cNvSpPr/>
            <p:nvPr/>
          </p:nvSpPr>
          <p:spPr>
            <a:xfrm rot="0">
              <a:off x="2015" y="3639"/>
              <a:ext cx="31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0" y="21"/>
                  </a:moveTo>
                  <a:lnTo>
                    <a:pt x="6" y="48"/>
                  </a:lnTo>
                  <a:lnTo>
                    <a:pt x="13" y="75"/>
                  </a:lnTo>
                  <a:lnTo>
                    <a:pt x="94" y="54"/>
                  </a:lnTo>
                  <a:lnTo>
                    <a:pt x="88" y="27"/>
                  </a:lnTo>
                  <a:lnTo>
                    <a:pt x="81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43" name=""/>
            <p:cNvSpPr/>
            <p:nvPr/>
          </p:nvSpPr>
          <p:spPr>
            <a:xfrm rot="0">
              <a:off x="2015" y="3639"/>
              <a:ext cx="31" cy="25"/>
            </a:xfrm>
            <a:custGeom>
              <a:avLst/>
              <a:ahLst/>
              <a:rect l="0" t="0" r="r" b="b"/>
              <a:pathLst>
                <a:path w="94" h="75">
                  <a:moveTo>
                    <a:pt x="0" y="21"/>
                  </a:moveTo>
                  <a:lnTo>
                    <a:pt x="6" y="48"/>
                  </a:lnTo>
                  <a:lnTo>
                    <a:pt x="13" y="75"/>
                  </a:lnTo>
                  <a:lnTo>
                    <a:pt x="94" y="54"/>
                  </a:lnTo>
                  <a:lnTo>
                    <a:pt x="88" y="27"/>
                  </a:lnTo>
                  <a:lnTo>
                    <a:pt x="81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44" name=""/>
            <p:cNvSpPr/>
            <p:nvPr/>
          </p:nvSpPr>
          <p:spPr>
            <a:xfrm rot="0">
              <a:off x="2044" y="3648"/>
              <a:ext cx="3" cy="9"/>
            </a:xfrm>
            <a:custGeom>
              <a:avLst/>
              <a:ahLst/>
              <a:rect l="0" t="0" r="r" b="b"/>
              <a:pathLst>
                <a:path w="8" h="27">
                  <a:moveTo>
                    <a:pt x="0" y="0"/>
                  </a:moveTo>
                  <a:lnTo>
                    <a:pt x="6" y="27"/>
                  </a:lnTo>
                  <a:lnTo>
                    <a:pt x="8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45" name=""/>
            <p:cNvSpPr/>
            <p:nvPr/>
          </p:nvSpPr>
          <p:spPr>
            <a:xfrm rot="0" flipV="1">
              <a:off x="2046" y="36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46" name=""/>
            <p:cNvSpPr/>
            <p:nvPr/>
          </p:nvSpPr>
          <p:spPr>
            <a:xfrm rot="0">
              <a:off x="2041" y="3631"/>
              <a:ext cx="33" cy="25"/>
            </a:xfrm>
            <a:custGeom>
              <a:avLst/>
              <a:ahLst/>
              <a:rect l="0" t="0" r="r" b="b"/>
              <a:pathLst>
                <a:path w="97" h="76">
                  <a:moveTo>
                    <a:pt x="0" y="25"/>
                  </a:moveTo>
                  <a:lnTo>
                    <a:pt x="9" y="51"/>
                  </a:lnTo>
                  <a:lnTo>
                    <a:pt x="17" y="76"/>
                  </a:lnTo>
                  <a:lnTo>
                    <a:pt x="97" y="51"/>
                  </a:lnTo>
                  <a:lnTo>
                    <a:pt x="89" y="25"/>
                  </a:lnTo>
                  <a:lnTo>
                    <a:pt x="80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47" name=""/>
            <p:cNvSpPr/>
            <p:nvPr/>
          </p:nvSpPr>
          <p:spPr>
            <a:xfrm rot="0">
              <a:off x="2041" y="3631"/>
              <a:ext cx="33" cy="25"/>
            </a:xfrm>
            <a:custGeom>
              <a:avLst/>
              <a:ahLst/>
              <a:rect l="0" t="0" r="r" b="b"/>
              <a:pathLst>
                <a:path w="97" h="76">
                  <a:moveTo>
                    <a:pt x="0" y="25"/>
                  </a:moveTo>
                  <a:lnTo>
                    <a:pt x="9" y="51"/>
                  </a:lnTo>
                  <a:lnTo>
                    <a:pt x="17" y="76"/>
                  </a:lnTo>
                  <a:lnTo>
                    <a:pt x="97" y="51"/>
                  </a:lnTo>
                  <a:lnTo>
                    <a:pt x="89" y="25"/>
                  </a:lnTo>
                  <a:lnTo>
                    <a:pt x="80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48" name=""/>
            <p:cNvSpPr/>
            <p:nvPr/>
          </p:nvSpPr>
          <p:spPr>
            <a:xfrm rot="0">
              <a:off x="2071" y="3639"/>
              <a:ext cx="3" cy="9"/>
            </a:xfrm>
            <a:custGeom>
              <a:avLst/>
              <a:ahLst/>
              <a:rect l="0" t="0" r="r" b="b"/>
              <a:pathLst>
                <a:path w="9" h="26">
                  <a:moveTo>
                    <a:pt x="0" y="0"/>
                  </a:moveTo>
                  <a:lnTo>
                    <a:pt x="8" y="26"/>
                  </a:lnTo>
                  <a:lnTo>
                    <a:pt x="9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49" name=""/>
            <p:cNvSpPr/>
            <p:nvPr/>
          </p:nvSpPr>
          <p:spPr>
            <a:xfrm rot="0">
              <a:off x="2074" y="36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40" name=""/>
          <p:cNvGrpSpPr/>
          <p:nvPr/>
        </p:nvGrpSpPr>
        <p:grpSpPr>
          <a:xfrm rot="0">
            <a:off x="1731962" y="1176337"/>
            <a:ext cx="2498725" cy="4808537"/>
            <a:chOff x="1091" y="741"/>
            <a:chExt cx="1574" cy="3029"/>
          </a:xfrm>
        </p:grpSpPr>
        <p:sp>
          <p:nvSpPr>
            <p:cNvPr id="1084050" name=""/>
            <p:cNvSpPr/>
            <p:nvPr/>
          </p:nvSpPr>
          <p:spPr>
            <a:xfrm rot="0">
              <a:off x="2068" y="3621"/>
              <a:ext cx="32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0" y="30"/>
                  </a:moveTo>
                  <a:lnTo>
                    <a:pt x="10" y="55"/>
                  </a:lnTo>
                  <a:lnTo>
                    <a:pt x="19" y="81"/>
                  </a:lnTo>
                  <a:lnTo>
                    <a:pt x="98" y="51"/>
                  </a:lnTo>
                  <a:lnTo>
                    <a:pt x="89" y="25"/>
                  </a:lnTo>
                  <a:lnTo>
                    <a:pt x="79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51" name=""/>
            <p:cNvSpPr/>
            <p:nvPr/>
          </p:nvSpPr>
          <p:spPr>
            <a:xfrm rot="0">
              <a:off x="2068" y="3621"/>
              <a:ext cx="32" cy="27"/>
            </a:xfrm>
            <a:custGeom>
              <a:avLst/>
              <a:ahLst/>
              <a:rect l="0" t="0" r="r" b="b"/>
              <a:pathLst>
                <a:path w="98" h="81">
                  <a:moveTo>
                    <a:pt x="0" y="30"/>
                  </a:moveTo>
                  <a:lnTo>
                    <a:pt x="10" y="55"/>
                  </a:lnTo>
                  <a:lnTo>
                    <a:pt x="19" y="81"/>
                  </a:lnTo>
                  <a:lnTo>
                    <a:pt x="98" y="51"/>
                  </a:lnTo>
                  <a:lnTo>
                    <a:pt x="89" y="25"/>
                  </a:lnTo>
                  <a:lnTo>
                    <a:pt x="79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52" name=""/>
            <p:cNvSpPr/>
            <p:nvPr/>
          </p:nvSpPr>
          <p:spPr>
            <a:xfrm rot="0">
              <a:off x="2097" y="3629"/>
              <a:ext cx="4" cy="9"/>
            </a:xfrm>
            <a:custGeom>
              <a:avLst/>
              <a:ahLst/>
              <a:rect l="0" t="0" r="r" b="b"/>
              <a:pathLst>
                <a:path w="10" h="26">
                  <a:moveTo>
                    <a:pt x="0" y="0"/>
                  </a:moveTo>
                  <a:lnTo>
                    <a:pt x="9" y="26"/>
                  </a:lnTo>
                  <a:lnTo>
                    <a:pt x="10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53" name=""/>
            <p:cNvSpPr/>
            <p:nvPr/>
          </p:nvSpPr>
          <p:spPr>
            <a:xfrm rot="0" flipV="1">
              <a:off x="2100" y="3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54" name=""/>
            <p:cNvSpPr/>
            <p:nvPr/>
          </p:nvSpPr>
          <p:spPr>
            <a:xfrm rot="0">
              <a:off x="2094" y="3610"/>
              <a:ext cx="32" cy="27"/>
            </a:xfrm>
            <a:custGeom>
              <a:avLst/>
              <a:ahLst/>
              <a:rect l="0" t="0" r="r" b="b"/>
              <a:pathLst>
                <a:path w="98" h="82">
                  <a:moveTo>
                    <a:pt x="0" y="33"/>
                  </a:moveTo>
                  <a:lnTo>
                    <a:pt x="11" y="57"/>
                  </a:lnTo>
                  <a:lnTo>
                    <a:pt x="21" y="82"/>
                  </a:lnTo>
                  <a:lnTo>
                    <a:pt x="98" y="49"/>
                  </a:lnTo>
                  <a:lnTo>
                    <a:pt x="88" y="24"/>
                  </a:lnTo>
                  <a:lnTo>
                    <a:pt x="7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55" name=""/>
            <p:cNvSpPr/>
            <p:nvPr/>
          </p:nvSpPr>
          <p:spPr>
            <a:xfrm rot="0">
              <a:off x="2094" y="3610"/>
              <a:ext cx="32" cy="27"/>
            </a:xfrm>
            <a:custGeom>
              <a:avLst/>
              <a:ahLst/>
              <a:rect l="0" t="0" r="r" b="b"/>
              <a:pathLst>
                <a:path w="98" h="82">
                  <a:moveTo>
                    <a:pt x="0" y="33"/>
                  </a:moveTo>
                  <a:lnTo>
                    <a:pt x="11" y="57"/>
                  </a:lnTo>
                  <a:lnTo>
                    <a:pt x="21" y="82"/>
                  </a:lnTo>
                  <a:lnTo>
                    <a:pt x="98" y="49"/>
                  </a:lnTo>
                  <a:lnTo>
                    <a:pt x="88" y="24"/>
                  </a:lnTo>
                  <a:lnTo>
                    <a:pt x="77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56" name=""/>
            <p:cNvSpPr/>
            <p:nvPr/>
          </p:nvSpPr>
          <p:spPr>
            <a:xfrm rot="0">
              <a:off x="2123" y="3618"/>
              <a:ext cx="4" cy="8"/>
            </a:xfrm>
            <a:custGeom>
              <a:avLst/>
              <a:ahLst/>
              <a:rect l="0" t="0" r="r" b="b"/>
              <a:pathLst>
                <a:path w="11" h="25">
                  <a:moveTo>
                    <a:pt x="0" y="0"/>
                  </a:moveTo>
                  <a:lnTo>
                    <a:pt x="10" y="25"/>
                  </a:lnTo>
                  <a:lnTo>
                    <a:pt x="11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57" name=""/>
            <p:cNvSpPr/>
            <p:nvPr/>
          </p:nvSpPr>
          <p:spPr>
            <a:xfrm rot="0">
              <a:off x="2126" y="36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58" name=""/>
            <p:cNvSpPr/>
            <p:nvPr/>
          </p:nvSpPr>
          <p:spPr>
            <a:xfrm rot="0">
              <a:off x="2119" y="3598"/>
              <a:ext cx="33" cy="28"/>
            </a:xfrm>
            <a:custGeom>
              <a:avLst/>
              <a:ahLst/>
              <a:rect l="0" t="0" r="r" b="b"/>
              <a:pathLst>
                <a:path w="99" h="86">
                  <a:moveTo>
                    <a:pt x="0" y="37"/>
                  </a:moveTo>
                  <a:lnTo>
                    <a:pt x="12" y="61"/>
                  </a:lnTo>
                  <a:lnTo>
                    <a:pt x="23" y="86"/>
                  </a:lnTo>
                  <a:lnTo>
                    <a:pt x="99" y="49"/>
                  </a:lnTo>
                  <a:lnTo>
                    <a:pt x="88" y="25"/>
                  </a:lnTo>
                  <a:lnTo>
                    <a:pt x="76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59" name=""/>
            <p:cNvSpPr/>
            <p:nvPr/>
          </p:nvSpPr>
          <p:spPr>
            <a:xfrm rot="0">
              <a:off x="2119" y="3598"/>
              <a:ext cx="33" cy="28"/>
            </a:xfrm>
            <a:custGeom>
              <a:avLst/>
              <a:ahLst/>
              <a:rect l="0" t="0" r="r" b="b"/>
              <a:pathLst>
                <a:path w="99" h="86">
                  <a:moveTo>
                    <a:pt x="0" y="37"/>
                  </a:moveTo>
                  <a:lnTo>
                    <a:pt x="12" y="61"/>
                  </a:lnTo>
                  <a:lnTo>
                    <a:pt x="23" y="86"/>
                  </a:lnTo>
                  <a:lnTo>
                    <a:pt x="99" y="49"/>
                  </a:lnTo>
                  <a:lnTo>
                    <a:pt x="88" y="25"/>
                  </a:lnTo>
                  <a:lnTo>
                    <a:pt x="76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60" name=""/>
            <p:cNvSpPr/>
            <p:nvPr/>
          </p:nvSpPr>
          <p:spPr>
            <a:xfrm rot="0">
              <a:off x="2148" y="3606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0" y="0"/>
                  </a:moveTo>
                  <a:lnTo>
                    <a:pt x="11" y="24"/>
                  </a:lnTo>
                  <a:lnTo>
                    <a:pt x="12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61" name=""/>
            <p:cNvSpPr/>
            <p:nvPr/>
          </p:nvSpPr>
          <p:spPr>
            <a:xfrm rot="0" flipV="1">
              <a:off x="2152" y="36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62" name=""/>
            <p:cNvSpPr/>
            <p:nvPr/>
          </p:nvSpPr>
          <p:spPr>
            <a:xfrm rot="0">
              <a:off x="2144" y="3585"/>
              <a:ext cx="33" cy="29"/>
            </a:xfrm>
            <a:custGeom>
              <a:avLst/>
              <a:ahLst/>
              <a:rect l="0" t="0" r="r" b="b"/>
              <a:pathLst>
                <a:path w="100" h="87">
                  <a:moveTo>
                    <a:pt x="0" y="40"/>
                  </a:moveTo>
                  <a:lnTo>
                    <a:pt x="13" y="64"/>
                  </a:lnTo>
                  <a:lnTo>
                    <a:pt x="25" y="87"/>
                  </a:lnTo>
                  <a:lnTo>
                    <a:pt x="100" y="47"/>
                  </a:lnTo>
                  <a:lnTo>
                    <a:pt x="87" y="23"/>
                  </a:lnTo>
                  <a:lnTo>
                    <a:pt x="75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63" name=""/>
            <p:cNvSpPr/>
            <p:nvPr/>
          </p:nvSpPr>
          <p:spPr>
            <a:xfrm rot="0">
              <a:off x="2144" y="3585"/>
              <a:ext cx="33" cy="29"/>
            </a:xfrm>
            <a:custGeom>
              <a:avLst/>
              <a:ahLst/>
              <a:rect l="0" t="0" r="r" b="b"/>
              <a:pathLst>
                <a:path w="100" h="87">
                  <a:moveTo>
                    <a:pt x="0" y="40"/>
                  </a:moveTo>
                  <a:lnTo>
                    <a:pt x="13" y="64"/>
                  </a:lnTo>
                  <a:lnTo>
                    <a:pt x="25" y="87"/>
                  </a:lnTo>
                  <a:lnTo>
                    <a:pt x="100" y="47"/>
                  </a:lnTo>
                  <a:lnTo>
                    <a:pt x="87" y="23"/>
                  </a:lnTo>
                  <a:lnTo>
                    <a:pt x="75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64" name=""/>
            <p:cNvSpPr/>
            <p:nvPr/>
          </p:nvSpPr>
          <p:spPr>
            <a:xfrm rot="0">
              <a:off x="2173" y="3592"/>
              <a:ext cx="5" cy="8"/>
            </a:xfrm>
            <a:custGeom>
              <a:avLst/>
              <a:ahLst/>
              <a:rect l="0" t="0" r="r" b="b"/>
              <a:pathLst>
                <a:path w="14" h="24">
                  <a:moveTo>
                    <a:pt x="0" y="0"/>
                  </a:moveTo>
                  <a:lnTo>
                    <a:pt x="13" y="24"/>
                  </a:lnTo>
                  <a:lnTo>
                    <a:pt x="14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65" name=""/>
            <p:cNvSpPr/>
            <p:nvPr/>
          </p:nvSpPr>
          <p:spPr>
            <a:xfrm rot="0">
              <a:off x="2177" y="36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66" name=""/>
            <p:cNvSpPr/>
            <p:nvPr/>
          </p:nvSpPr>
          <p:spPr>
            <a:xfrm rot="0">
              <a:off x="2168" y="3570"/>
              <a:ext cx="34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0" y="44"/>
                  </a:moveTo>
                  <a:lnTo>
                    <a:pt x="14" y="67"/>
                  </a:lnTo>
                  <a:lnTo>
                    <a:pt x="28" y="91"/>
                  </a:lnTo>
                  <a:lnTo>
                    <a:pt x="100" y="47"/>
                  </a:lnTo>
                  <a:lnTo>
                    <a:pt x="86" y="23"/>
                  </a:lnTo>
                  <a:lnTo>
                    <a:pt x="72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67" name=""/>
            <p:cNvSpPr/>
            <p:nvPr/>
          </p:nvSpPr>
          <p:spPr>
            <a:xfrm rot="0">
              <a:off x="2168" y="3570"/>
              <a:ext cx="34" cy="30"/>
            </a:xfrm>
            <a:custGeom>
              <a:avLst/>
              <a:ahLst/>
              <a:rect l="0" t="0" r="r" b="b"/>
              <a:pathLst>
                <a:path w="100" h="91">
                  <a:moveTo>
                    <a:pt x="0" y="44"/>
                  </a:moveTo>
                  <a:lnTo>
                    <a:pt x="14" y="67"/>
                  </a:lnTo>
                  <a:lnTo>
                    <a:pt x="28" y="91"/>
                  </a:lnTo>
                  <a:lnTo>
                    <a:pt x="100" y="47"/>
                  </a:lnTo>
                  <a:lnTo>
                    <a:pt x="86" y="23"/>
                  </a:lnTo>
                  <a:lnTo>
                    <a:pt x="72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68" name=""/>
            <p:cNvSpPr/>
            <p:nvPr/>
          </p:nvSpPr>
          <p:spPr>
            <a:xfrm rot="0">
              <a:off x="2197" y="3578"/>
              <a:ext cx="5" cy="8"/>
            </a:xfrm>
            <a:custGeom>
              <a:avLst/>
              <a:ahLst/>
              <a:rect l="0" t="0" r="r" b="b"/>
              <a:pathLst>
                <a:path w="16" h="24">
                  <a:moveTo>
                    <a:pt x="0" y="0"/>
                  </a:moveTo>
                  <a:lnTo>
                    <a:pt x="14" y="24"/>
                  </a:lnTo>
                  <a:lnTo>
                    <a:pt x="16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69" name=""/>
            <p:cNvSpPr/>
            <p:nvPr/>
          </p:nvSpPr>
          <p:spPr>
            <a:xfrm rot="0" flipV="1">
              <a:off x="2202" y="35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70" name=""/>
            <p:cNvSpPr/>
            <p:nvPr/>
          </p:nvSpPr>
          <p:spPr>
            <a:xfrm rot="0">
              <a:off x="2192" y="3554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0" y="48"/>
                  </a:moveTo>
                  <a:lnTo>
                    <a:pt x="16" y="70"/>
                  </a:lnTo>
                  <a:lnTo>
                    <a:pt x="32" y="93"/>
                  </a:lnTo>
                  <a:lnTo>
                    <a:pt x="101" y="45"/>
                  </a:lnTo>
                  <a:lnTo>
                    <a:pt x="85" y="22"/>
                  </a:lnTo>
                  <a:lnTo>
                    <a:pt x="69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71" name=""/>
            <p:cNvSpPr/>
            <p:nvPr/>
          </p:nvSpPr>
          <p:spPr>
            <a:xfrm rot="0">
              <a:off x="2192" y="3554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0" y="48"/>
                  </a:moveTo>
                  <a:lnTo>
                    <a:pt x="16" y="70"/>
                  </a:lnTo>
                  <a:lnTo>
                    <a:pt x="32" y="93"/>
                  </a:lnTo>
                  <a:lnTo>
                    <a:pt x="101" y="45"/>
                  </a:lnTo>
                  <a:lnTo>
                    <a:pt x="85" y="22"/>
                  </a:lnTo>
                  <a:lnTo>
                    <a:pt x="69" y="0"/>
                  </a:lnTo>
                  <a:lnTo>
                    <a:pt x="0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72" name=""/>
            <p:cNvSpPr/>
            <p:nvPr/>
          </p:nvSpPr>
          <p:spPr>
            <a:xfrm rot="0">
              <a:off x="2220" y="3562"/>
              <a:ext cx="5" cy="7"/>
            </a:xfrm>
            <a:custGeom>
              <a:avLst/>
              <a:ahLst/>
              <a:rect l="0" t="0" r="r" b="b"/>
              <a:pathLst>
                <a:path w="16" h="23">
                  <a:moveTo>
                    <a:pt x="0" y="0"/>
                  </a:moveTo>
                  <a:lnTo>
                    <a:pt x="16" y="23"/>
                  </a:lnTo>
                  <a:lnTo>
                    <a:pt x="16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73" name=""/>
            <p:cNvSpPr/>
            <p:nvPr/>
          </p:nvSpPr>
          <p:spPr>
            <a:xfrm rot="0" flipV="1">
              <a:off x="2225" y="35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74" name=""/>
            <p:cNvSpPr/>
            <p:nvPr/>
          </p:nvSpPr>
          <p:spPr>
            <a:xfrm rot="0">
              <a:off x="2215" y="3538"/>
              <a:ext cx="33" cy="31"/>
            </a:xfrm>
            <a:custGeom>
              <a:avLst/>
              <a:ahLst/>
              <a:rect l="0" t="0" r="r" b="b"/>
              <a:pathLst>
                <a:path w="100" h="93">
                  <a:moveTo>
                    <a:pt x="0" y="50"/>
                  </a:moveTo>
                  <a:lnTo>
                    <a:pt x="16" y="71"/>
                  </a:lnTo>
                  <a:lnTo>
                    <a:pt x="32" y="93"/>
                  </a:lnTo>
                  <a:lnTo>
                    <a:pt x="100" y="42"/>
                  </a:lnTo>
                  <a:lnTo>
                    <a:pt x="84" y="21"/>
                  </a:lnTo>
                  <a:lnTo>
                    <a:pt x="68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75" name=""/>
            <p:cNvSpPr/>
            <p:nvPr/>
          </p:nvSpPr>
          <p:spPr>
            <a:xfrm rot="0">
              <a:off x="2215" y="3538"/>
              <a:ext cx="33" cy="31"/>
            </a:xfrm>
            <a:custGeom>
              <a:avLst/>
              <a:ahLst/>
              <a:rect l="0" t="0" r="r" b="b"/>
              <a:pathLst>
                <a:path w="100" h="93">
                  <a:moveTo>
                    <a:pt x="0" y="50"/>
                  </a:moveTo>
                  <a:lnTo>
                    <a:pt x="16" y="71"/>
                  </a:lnTo>
                  <a:lnTo>
                    <a:pt x="32" y="93"/>
                  </a:lnTo>
                  <a:lnTo>
                    <a:pt x="100" y="42"/>
                  </a:lnTo>
                  <a:lnTo>
                    <a:pt x="84" y="21"/>
                  </a:lnTo>
                  <a:lnTo>
                    <a:pt x="68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76" name=""/>
            <p:cNvSpPr/>
            <p:nvPr/>
          </p:nvSpPr>
          <p:spPr>
            <a:xfrm rot="0">
              <a:off x="2243" y="3545"/>
              <a:ext cx="5" cy="7"/>
            </a:xfrm>
            <a:custGeom>
              <a:avLst/>
              <a:ahLst/>
              <a:rect l="0" t="0" r="r" b="b"/>
              <a:pathLst>
                <a:path w="17" h="21">
                  <a:moveTo>
                    <a:pt x="0" y="0"/>
                  </a:moveTo>
                  <a:lnTo>
                    <a:pt x="16" y="21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77" name=""/>
            <p:cNvSpPr/>
            <p:nvPr/>
          </p:nvSpPr>
          <p:spPr>
            <a:xfrm rot="0">
              <a:off x="2248" y="35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78" name=""/>
            <p:cNvSpPr/>
            <p:nvPr/>
          </p:nvSpPr>
          <p:spPr>
            <a:xfrm rot="0">
              <a:off x="2237" y="3520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0" y="54"/>
                  </a:moveTo>
                  <a:lnTo>
                    <a:pt x="17" y="75"/>
                  </a:lnTo>
                  <a:lnTo>
                    <a:pt x="34" y="96"/>
                  </a:lnTo>
                  <a:lnTo>
                    <a:pt x="99" y="43"/>
                  </a:lnTo>
                  <a:lnTo>
                    <a:pt x="82" y="22"/>
                  </a:lnTo>
                  <a:lnTo>
                    <a:pt x="65" y="0"/>
                  </a:lnTo>
                  <a:lnTo>
                    <a:pt x="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79" name=""/>
            <p:cNvSpPr/>
            <p:nvPr/>
          </p:nvSpPr>
          <p:spPr>
            <a:xfrm rot="0">
              <a:off x="2237" y="3520"/>
              <a:ext cx="33" cy="32"/>
            </a:xfrm>
            <a:custGeom>
              <a:avLst/>
              <a:ahLst/>
              <a:rect l="0" t="0" r="r" b="b"/>
              <a:pathLst>
                <a:path w="99" h="96">
                  <a:moveTo>
                    <a:pt x="0" y="54"/>
                  </a:moveTo>
                  <a:lnTo>
                    <a:pt x="17" y="75"/>
                  </a:lnTo>
                  <a:lnTo>
                    <a:pt x="34" y="96"/>
                  </a:lnTo>
                  <a:lnTo>
                    <a:pt x="99" y="43"/>
                  </a:lnTo>
                  <a:lnTo>
                    <a:pt x="82" y="22"/>
                  </a:lnTo>
                  <a:lnTo>
                    <a:pt x="65" y="0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80" name=""/>
            <p:cNvSpPr/>
            <p:nvPr/>
          </p:nvSpPr>
          <p:spPr>
            <a:xfrm rot="0">
              <a:off x="2264" y="3527"/>
              <a:ext cx="6" cy="7"/>
            </a:xfrm>
            <a:custGeom>
              <a:avLst/>
              <a:ahLst/>
              <a:rect l="0" t="0" r="r" b="b"/>
              <a:pathLst>
                <a:path w="18" h="21">
                  <a:moveTo>
                    <a:pt x="0" y="0"/>
                  </a:moveTo>
                  <a:lnTo>
                    <a:pt x="17" y="21"/>
                  </a:lnTo>
                  <a:lnTo>
                    <a:pt x="18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81" name=""/>
            <p:cNvSpPr/>
            <p:nvPr/>
          </p:nvSpPr>
          <p:spPr>
            <a:xfrm rot="0" flipV="1">
              <a:off x="2270" y="35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82" name=""/>
            <p:cNvSpPr/>
            <p:nvPr/>
          </p:nvSpPr>
          <p:spPr>
            <a:xfrm rot="0">
              <a:off x="2258" y="3502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0" y="56"/>
                  </a:moveTo>
                  <a:lnTo>
                    <a:pt x="18" y="77"/>
                  </a:lnTo>
                  <a:lnTo>
                    <a:pt x="36" y="97"/>
                  </a:lnTo>
                  <a:lnTo>
                    <a:pt x="99" y="40"/>
                  </a:lnTo>
                  <a:lnTo>
                    <a:pt x="81" y="20"/>
                  </a:lnTo>
                  <a:lnTo>
                    <a:pt x="63" y="0"/>
                  </a:lnTo>
                  <a:lnTo>
                    <a:pt x="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83" name=""/>
            <p:cNvSpPr/>
            <p:nvPr/>
          </p:nvSpPr>
          <p:spPr>
            <a:xfrm rot="0">
              <a:off x="2258" y="3502"/>
              <a:ext cx="33" cy="32"/>
            </a:xfrm>
            <a:custGeom>
              <a:avLst/>
              <a:ahLst/>
              <a:rect l="0" t="0" r="r" b="b"/>
              <a:pathLst>
                <a:path w="99" h="97">
                  <a:moveTo>
                    <a:pt x="0" y="56"/>
                  </a:moveTo>
                  <a:lnTo>
                    <a:pt x="18" y="77"/>
                  </a:lnTo>
                  <a:lnTo>
                    <a:pt x="36" y="97"/>
                  </a:lnTo>
                  <a:lnTo>
                    <a:pt x="99" y="40"/>
                  </a:lnTo>
                  <a:lnTo>
                    <a:pt x="81" y="20"/>
                  </a:lnTo>
                  <a:lnTo>
                    <a:pt x="63" y="0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84" name=""/>
            <p:cNvSpPr/>
            <p:nvPr/>
          </p:nvSpPr>
          <p:spPr>
            <a:xfrm rot="0">
              <a:off x="2285" y="3508"/>
              <a:ext cx="7" cy="7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8" y="20"/>
                  </a:lnTo>
                  <a:lnTo>
                    <a:pt x="19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85" name=""/>
            <p:cNvSpPr/>
            <p:nvPr/>
          </p:nvSpPr>
          <p:spPr>
            <a:xfrm rot="0" flipV="1">
              <a:off x="2291" y="35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86" name=""/>
            <p:cNvSpPr/>
            <p:nvPr/>
          </p:nvSpPr>
          <p:spPr>
            <a:xfrm rot="0">
              <a:off x="2279" y="3482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0" y="60"/>
                  </a:moveTo>
                  <a:lnTo>
                    <a:pt x="19" y="79"/>
                  </a:lnTo>
                  <a:lnTo>
                    <a:pt x="38" y="98"/>
                  </a:lnTo>
                  <a:lnTo>
                    <a:pt x="97" y="38"/>
                  </a:lnTo>
                  <a:lnTo>
                    <a:pt x="78" y="19"/>
                  </a:lnTo>
                  <a:lnTo>
                    <a:pt x="58" y="0"/>
                  </a:lnTo>
                  <a:lnTo>
                    <a:pt x="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87" name=""/>
            <p:cNvSpPr/>
            <p:nvPr/>
          </p:nvSpPr>
          <p:spPr>
            <a:xfrm rot="0">
              <a:off x="2279" y="3482"/>
              <a:ext cx="32" cy="33"/>
            </a:xfrm>
            <a:custGeom>
              <a:avLst/>
              <a:ahLst/>
              <a:rect l="0" t="0" r="r" b="b"/>
              <a:pathLst>
                <a:path w="97" h="98">
                  <a:moveTo>
                    <a:pt x="0" y="60"/>
                  </a:moveTo>
                  <a:lnTo>
                    <a:pt x="19" y="79"/>
                  </a:lnTo>
                  <a:lnTo>
                    <a:pt x="38" y="98"/>
                  </a:lnTo>
                  <a:lnTo>
                    <a:pt x="97" y="38"/>
                  </a:lnTo>
                  <a:lnTo>
                    <a:pt x="78" y="19"/>
                  </a:lnTo>
                  <a:lnTo>
                    <a:pt x="58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88" name=""/>
            <p:cNvSpPr/>
            <p:nvPr/>
          </p:nvSpPr>
          <p:spPr>
            <a:xfrm rot="0">
              <a:off x="2305" y="3488"/>
              <a:ext cx="7" cy="7"/>
            </a:xfrm>
            <a:custGeom>
              <a:avLst/>
              <a:ahLst/>
              <a:rect l="0" t="0" r="r" b="b"/>
              <a:pathLst>
                <a:path w="20" h="19">
                  <a:moveTo>
                    <a:pt x="0" y="0"/>
                  </a:moveTo>
                  <a:lnTo>
                    <a:pt x="19" y="19"/>
                  </a:lnTo>
                  <a:lnTo>
                    <a:pt x="20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89" name=""/>
            <p:cNvSpPr/>
            <p:nvPr/>
          </p:nvSpPr>
          <p:spPr>
            <a:xfrm rot="0" flipV="1">
              <a:off x="2311" y="3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90" name=""/>
            <p:cNvSpPr/>
            <p:nvPr/>
          </p:nvSpPr>
          <p:spPr>
            <a:xfrm rot="0">
              <a:off x="2298" y="3461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0" y="63"/>
                  </a:moveTo>
                  <a:lnTo>
                    <a:pt x="21" y="81"/>
                  </a:lnTo>
                  <a:lnTo>
                    <a:pt x="41" y="99"/>
                  </a:lnTo>
                  <a:lnTo>
                    <a:pt x="97" y="36"/>
                  </a:lnTo>
                  <a:lnTo>
                    <a:pt x="77" y="18"/>
                  </a:lnTo>
                  <a:lnTo>
                    <a:pt x="57" y="0"/>
                  </a:lnTo>
                  <a:lnTo>
                    <a:pt x="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91" name=""/>
            <p:cNvSpPr/>
            <p:nvPr/>
          </p:nvSpPr>
          <p:spPr>
            <a:xfrm rot="0">
              <a:off x="2298" y="3461"/>
              <a:ext cx="32" cy="33"/>
            </a:xfrm>
            <a:custGeom>
              <a:avLst/>
              <a:ahLst/>
              <a:rect l="0" t="0" r="r" b="b"/>
              <a:pathLst>
                <a:path w="97" h="99">
                  <a:moveTo>
                    <a:pt x="0" y="63"/>
                  </a:moveTo>
                  <a:lnTo>
                    <a:pt x="21" y="81"/>
                  </a:lnTo>
                  <a:lnTo>
                    <a:pt x="41" y="99"/>
                  </a:lnTo>
                  <a:lnTo>
                    <a:pt x="97" y="36"/>
                  </a:lnTo>
                  <a:lnTo>
                    <a:pt x="77" y="18"/>
                  </a:lnTo>
                  <a:lnTo>
                    <a:pt x="57" y="0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92" name=""/>
            <p:cNvSpPr/>
            <p:nvPr/>
          </p:nvSpPr>
          <p:spPr>
            <a:xfrm rot="0">
              <a:off x="2324" y="3467"/>
              <a:ext cx="6" cy="6"/>
            </a:xfrm>
            <a:custGeom>
              <a:avLst/>
              <a:ahLst/>
              <a:rect l="0" t="0" r="r" b="b"/>
              <a:pathLst>
                <a:path w="20" h="18">
                  <a:moveTo>
                    <a:pt x="0" y="0"/>
                  </a:moveTo>
                  <a:lnTo>
                    <a:pt x="20" y="18"/>
                  </a:lnTo>
                  <a:lnTo>
                    <a:pt x="20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93" name=""/>
            <p:cNvSpPr/>
            <p:nvPr/>
          </p:nvSpPr>
          <p:spPr>
            <a:xfrm rot="0">
              <a:off x="2330" y="34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94" name=""/>
            <p:cNvSpPr/>
            <p:nvPr/>
          </p:nvSpPr>
          <p:spPr>
            <a:xfrm rot="0">
              <a:off x="2317" y="3440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0" y="64"/>
                  </a:moveTo>
                  <a:lnTo>
                    <a:pt x="20" y="82"/>
                  </a:lnTo>
                  <a:lnTo>
                    <a:pt x="40" y="100"/>
                  </a:lnTo>
                  <a:lnTo>
                    <a:pt x="95" y="36"/>
                  </a:lnTo>
                  <a:lnTo>
                    <a:pt x="75" y="18"/>
                  </a:lnTo>
                  <a:lnTo>
                    <a:pt x="54" y="0"/>
                  </a:lnTo>
                  <a:lnTo>
                    <a:pt x="0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95" name=""/>
            <p:cNvSpPr/>
            <p:nvPr/>
          </p:nvSpPr>
          <p:spPr>
            <a:xfrm rot="0">
              <a:off x="2317" y="3440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0" y="64"/>
                  </a:moveTo>
                  <a:lnTo>
                    <a:pt x="20" y="82"/>
                  </a:lnTo>
                  <a:lnTo>
                    <a:pt x="40" y="100"/>
                  </a:lnTo>
                  <a:lnTo>
                    <a:pt x="95" y="36"/>
                  </a:lnTo>
                  <a:lnTo>
                    <a:pt x="75" y="18"/>
                  </a:lnTo>
                  <a:lnTo>
                    <a:pt x="54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96" name=""/>
            <p:cNvSpPr/>
            <p:nvPr/>
          </p:nvSpPr>
          <p:spPr>
            <a:xfrm rot="0">
              <a:off x="2342" y="3446"/>
              <a:ext cx="7" cy="6"/>
            </a:xfrm>
            <a:custGeom>
              <a:avLst/>
              <a:ahLst/>
              <a:rect l="0" t="0" r="r" b="b"/>
              <a:pathLst>
                <a:path w="22" h="18">
                  <a:moveTo>
                    <a:pt x="0" y="0"/>
                  </a:moveTo>
                  <a:lnTo>
                    <a:pt x="20" y="18"/>
                  </a:lnTo>
                  <a:lnTo>
                    <a:pt x="22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97" name=""/>
            <p:cNvSpPr/>
            <p:nvPr/>
          </p:nvSpPr>
          <p:spPr>
            <a:xfrm rot="0" flipV="1">
              <a:off x="2349" y="34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098" name=""/>
            <p:cNvSpPr/>
            <p:nvPr/>
          </p:nvSpPr>
          <p:spPr>
            <a:xfrm rot="0">
              <a:off x="2334" y="3418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0" y="68"/>
                  </a:moveTo>
                  <a:lnTo>
                    <a:pt x="23" y="84"/>
                  </a:lnTo>
                  <a:lnTo>
                    <a:pt x="45" y="100"/>
                  </a:lnTo>
                  <a:lnTo>
                    <a:pt x="95" y="32"/>
                  </a:lnTo>
                  <a:lnTo>
                    <a:pt x="73" y="16"/>
                  </a:lnTo>
                  <a:lnTo>
                    <a:pt x="50" y="0"/>
                  </a:lnTo>
                  <a:lnTo>
                    <a:pt x="0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099" name=""/>
            <p:cNvSpPr/>
            <p:nvPr/>
          </p:nvSpPr>
          <p:spPr>
            <a:xfrm rot="0">
              <a:off x="2334" y="3418"/>
              <a:ext cx="32" cy="33"/>
            </a:xfrm>
            <a:custGeom>
              <a:avLst/>
              <a:ahLst/>
              <a:rect l="0" t="0" r="r" b="b"/>
              <a:pathLst>
                <a:path w="95" h="100">
                  <a:moveTo>
                    <a:pt x="0" y="68"/>
                  </a:moveTo>
                  <a:lnTo>
                    <a:pt x="23" y="84"/>
                  </a:lnTo>
                  <a:lnTo>
                    <a:pt x="45" y="100"/>
                  </a:lnTo>
                  <a:lnTo>
                    <a:pt x="95" y="32"/>
                  </a:lnTo>
                  <a:lnTo>
                    <a:pt x="73" y="16"/>
                  </a:lnTo>
                  <a:lnTo>
                    <a:pt x="50" y="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00" name=""/>
            <p:cNvSpPr/>
            <p:nvPr/>
          </p:nvSpPr>
          <p:spPr>
            <a:xfrm rot="0">
              <a:off x="2359" y="3423"/>
              <a:ext cx="7" cy="6"/>
            </a:xfrm>
            <a:custGeom>
              <a:avLst/>
              <a:ahLst/>
              <a:rect l="0" t="0" r="r" b="b"/>
              <a:pathLst>
                <a:path w="22" h="16">
                  <a:moveTo>
                    <a:pt x="0" y="0"/>
                  </a:moveTo>
                  <a:lnTo>
                    <a:pt x="22" y="16"/>
                  </a:lnTo>
                  <a:lnTo>
                    <a:pt x="22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01" name=""/>
            <p:cNvSpPr/>
            <p:nvPr/>
          </p:nvSpPr>
          <p:spPr>
            <a:xfrm rot="0" flipV="1">
              <a:off x="2366" y="34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02" name=""/>
            <p:cNvSpPr/>
            <p:nvPr/>
          </p:nvSpPr>
          <p:spPr>
            <a:xfrm rot="0">
              <a:off x="2351" y="3395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0" y="70"/>
                  </a:moveTo>
                  <a:lnTo>
                    <a:pt x="23" y="85"/>
                  </a:lnTo>
                  <a:lnTo>
                    <a:pt x="45" y="100"/>
                  </a:lnTo>
                  <a:lnTo>
                    <a:pt x="92" y="30"/>
                  </a:lnTo>
                  <a:lnTo>
                    <a:pt x="70" y="15"/>
                  </a:lnTo>
                  <a:lnTo>
                    <a:pt x="47" y="0"/>
                  </a:lnTo>
                  <a:lnTo>
                    <a:pt x="0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03" name=""/>
            <p:cNvSpPr/>
            <p:nvPr/>
          </p:nvSpPr>
          <p:spPr>
            <a:xfrm rot="0">
              <a:off x="2351" y="3395"/>
              <a:ext cx="31" cy="33"/>
            </a:xfrm>
            <a:custGeom>
              <a:avLst/>
              <a:ahLst/>
              <a:rect l="0" t="0" r="r" b="b"/>
              <a:pathLst>
                <a:path w="92" h="100">
                  <a:moveTo>
                    <a:pt x="0" y="70"/>
                  </a:moveTo>
                  <a:lnTo>
                    <a:pt x="23" y="85"/>
                  </a:lnTo>
                  <a:lnTo>
                    <a:pt x="45" y="100"/>
                  </a:lnTo>
                  <a:lnTo>
                    <a:pt x="92" y="30"/>
                  </a:lnTo>
                  <a:lnTo>
                    <a:pt x="70" y="15"/>
                  </a:lnTo>
                  <a:lnTo>
                    <a:pt x="47" y="0"/>
                  </a:lnTo>
                  <a:lnTo>
                    <a:pt x="0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04" name=""/>
            <p:cNvSpPr/>
            <p:nvPr/>
          </p:nvSpPr>
          <p:spPr>
            <a:xfrm rot="0">
              <a:off x="2374" y="3400"/>
              <a:ext cx="8" cy="5"/>
            </a:xfrm>
            <a:custGeom>
              <a:avLst/>
              <a:ahLst/>
              <a:rect l="0" t="0" r="r" b="b"/>
              <a:pathLst>
                <a:path w="23" h="15">
                  <a:moveTo>
                    <a:pt x="0" y="0"/>
                  </a:moveTo>
                  <a:lnTo>
                    <a:pt x="22" y="15"/>
                  </a:lnTo>
                  <a:lnTo>
                    <a:pt x="23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05" name=""/>
            <p:cNvSpPr/>
            <p:nvPr/>
          </p:nvSpPr>
          <p:spPr>
            <a:xfrm rot="0" flipV="1">
              <a:off x="2382" y="34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06" name=""/>
            <p:cNvSpPr/>
            <p:nvPr/>
          </p:nvSpPr>
          <p:spPr>
            <a:xfrm rot="0">
              <a:off x="2366" y="3371"/>
              <a:ext cx="31" cy="34"/>
            </a:xfrm>
            <a:custGeom>
              <a:avLst/>
              <a:ahLst/>
              <a:rect l="0" t="0" r="r" b="b"/>
              <a:pathLst>
                <a:path w="91" h="100">
                  <a:moveTo>
                    <a:pt x="0" y="72"/>
                  </a:moveTo>
                  <a:lnTo>
                    <a:pt x="24" y="86"/>
                  </a:lnTo>
                  <a:lnTo>
                    <a:pt x="47" y="100"/>
                  </a:lnTo>
                  <a:lnTo>
                    <a:pt x="91" y="28"/>
                  </a:lnTo>
                  <a:lnTo>
                    <a:pt x="68" y="14"/>
                  </a:lnTo>
                  <a:lnTo>
                    <a:pt x="44" y="0"/>
                  </a:lnTo>
                  <a:lnTo>
                    <a:pt x="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07" name=""/>
            <p:cNvSpPr/>
            <p:nvPr/>
          </p:nvSpPr>
          <p:spPr>
            <a:xfrm rot="0">
              <a:off x="2366" y="3371"/>
              <a:ext cx="31" cy="34"/>
            </a:xfrm>
            <a:custGeom>
              <a:avLst/>
              <a:ahLst/>
              <a:rect l="0" t="0" r="r" b="b"/>
              <a:pathLst>
                <a:path w="91" h="100">
                  <a:moveTo>
                    <a:pt x="0" y="72"/>
                  </a:moveTo>
                  <a:lnTo>
                    <a:pt x="24" y="86"/>
                  </a:lnTo>
                  <a:lnTo>
                    <a:pt x="47" y="100"/>
                  </a:lnTo>
                  <a:lnTo>
                    <a:pt x="91" y="28"/>
                  </a:lnTo>
                  <a:lnTo>
                    <a:pt x="68" y="14"/>
                  </a:lnTo>
                  <a:lnTo>
                    <a:pt x="44" y="0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08" name=""/>
            <p:cNvSpPr/>
            <p:nvPr/>
          </p:nvSpPr>
          <p:spPr>
            <a:xfrm rot="0">
              <a:off x="2389" y="3376"/>
              <a:ext cx="8" cy="5"/>
            </a:xfrm>
            <a:custGeom>
              <a:avLst/>
              <a:ahLst/>
              <a:rect l="0" t="0" r="r" b="b"/>
              <a:pathLst>
                <a:path w="23" h="14">
                  <a:moveTo>
                    <a:pt x="0" y="0"/>
                  </a:moveTo>
                  <a:lnTo>
                    <a:pt x="23" y="14"/>
                  </a:lnTo>
                  <a:lnTo>
                    <a:pt x="23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09" name=""/>
            <p:cNvSpPr/>
            <p:nvPr/>
          </p:nvSpPr>
          <p:spPr>
            <a:xfrm rot="0" flipV="1">
              <a:off x="2397" y="33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10" name=""/>
            <p:cNvSpPr/>
            <p:nvPr/>
          </p:nvSpPr>
          <p:spPr>
            <a:xfrm rot="0">
              <a:off x="2381" y="3347"/>
              <a:ext cx="29" cy="33"/>
            </a:xfrm>
            <a:custGeom>
              <a:avLst/>
              <a:ahLst/>
              <a:rect l="0" t="0" r="r" b="b"/>
              <a:pathLst>
                <a:path w="88" h="99">
                  <a:moveTo>
                    <a:pt x="0" y="74"/>
                  </a:moveTo>
                  <a:lnTo>
                    <a:pt x="24" y="87"/>
                  </a:lnTo>
                  <a:lnTo>
                    <a:pt x="47" y="99"/>
                  </a:lnTo>
                  <a:lnTo>
                    <a:pt x="88" y="26"/>
                  </a:lnTo>
                  <a:lnTo>
                    <a:pt x="64" y="13"/>
                  </a:lnTo>
                  <a:lnTo>
                    <a:pt x="41" y="0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11" name=""/>
            <p:cNvSpPr/>
            <p:nvPr/>
          </p:nvSpPr>
          <p:spPr>
            <a:xfrm rot="0">
              <a:off x="2381" y="3347"/>
              <a:ext cx="29" cy="33"/>
            </a:xfrm>
            <a:custGeom>
              <a:avLst/>
              <a:ahLst/>
              <a:rect l="0" t="0" r="r" b="b"/>
              <a:pathLst>
                <a:path w="88" h="99">
                  <a:moveTo>
                    <a:pt x="0" y="74"/>
                  </a:moveTo>
                  <a:lnTo>
                    <a:pt x="24" y="87"/>
                  </a:lnTo>
                  <a:lnTo>
                    <a:pt x="47" y="99"/>
                  </a:lnTo>
                  <a:lnTo>
                    <a:pt x="88" y="26"/>
                  </a:lnTo>
                  <a:lnTo>
                    <a:pt x="64" y="13"/>
                  </a:lnTo>
                  <a:lnTo>
                    <a:pt x="41" y="0"/>
                  </a:lnTo>
                  <a:lnTo>
                    <a:pt x="0" y="7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12" name=""/>
            <p:cNvSpPr/>
            <p:nvPr/>
          </p:nvSpPr>
          <p:spPr>
            <a:xfrm rot="0">
              <a:off x="2402" y="3351"/>
              <a:ext cx="9" cy="5"/>
            </a:xfrm>
            <a:custGeom>
              <a:avLst/>
              <a:ahLst/>
              <a:rect l="0" t="0" r="r" b="b"/>
              <a:pathLst>
                <a:path w="25" h="13">
                  <a:moveTo>
                    <a:pt x="0" y="0"/>
                  </a:moveTo>
                  <a:lnTo>
                    <a:pt x="24" y="13"/>
                  </a:lnTo>
                  <a:lnTo>
                    <a:pt x="25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13" name=""/>
            <p:cNvSpPr/>
            <p:nvPr/>
          </p:nvSpPr>
          <p:spPr>
            <a:xfrm rot="0" flipV="1">
              <a:off x="2410" y="3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14" name=""/>
            <p:cNvSpPr/>
            <p:nvPr/>
          </p:nvSpPr>
          <p:spPr>
            <a:xfrm rot="0">
              <a:off x="2394" y="3322"/>
              <a:ext cx="29" cy="33"/>
            </a:xfrm>
            <a:custGeom>
              <a:avLst/>
              <a:ahLst/>
              <a:rect l="0" t="0" r="r" b="b"/>
              <a:pathLst>
                <a:path w="86" h="100">
                  <a:moveTo>
                    <a:pt x="0" y="76"/>
                  </a:moveTo>
                  <a:lnTo>
                    <a:pt x="24" y="88"/>
                  </a:lnTo>
                  <a:lnTo>
                    <a:pt x="49" y="100"/>
                  </a:lnTo>
                  <a:lnTo>
                    <a:pt x="86" y="24"/>
                  </a:lnTo>
                  <a:lnTo>
                    <a:pt x="62" y="12"/>
                  </a:lnTo>
                  <a:lnTo>
                    <a:pt x="37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15" name=""/>
            <p:cNvSpPr/>
            <p:nvPr/>
          </p:nvSpPr>
          <p:spPr>
            <a:xfrm rot="0">
              <a:off x="2394" y="3322"/>
              <a:ext cx="29" cy="33"/>
            </a:xfrm>
            <a:custGeom>
              <a:avLst/>
              <a:ahLst/>
              <a:rect l="0" t="0" r="r" b="b"/>
              <a:pathLst>
                <a:path w="86" h="100">
                  <a:moveTo>
                    <a:pt x="0" y="76"/>
                  </a:moveTo>
                  <a:lnTo>
                    <a:pt x="24" y="88"/>
                  </a:lnTo>
                  <a:lnTo>
                    <a:pt x="49" y="100"/>
                  </a:lnTo>
                  <a:lnTo>
                    <a:pt x="86" y="24"/>
                  </a:lnTo>
                  <a:lnTo>
                    <a:pt x="62" y="12"/>
                  </a:lnTo>
                  <a:lnTo>
                    <a:pt x="37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16" name=""/>
            <p:cNvSpPr/>
            <p:nvPr/>
          </p:nvSpPr>
          <p:spPr>
            <a:xfrm rot="0">
              <a:off x="2415" y="3326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4" y="12"/>
                  </a:lnTo>
                  <a:lnTo>
                    <a:pt x="2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17" name=""/>
            <p:cNvSpPr/>
            <p:nvPr/>
          </p:nvSpPr>
          <p:spPr>
            <a:xfrm rot="0" flipV="1">
              <a:off x="2423" y="33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18" name=""/>
            <p:cNvSpPr/>
            <p:nvPr/>
          </p:nvSpPr>
          <p:spPr>
            <a:xfrm rot="0">
              <a:off x="2407" y="3297"/>
              <a:ext cx="27" cy="33"/>
            </a:xfrm>
            <a:custGeom>
              <a:avLst/>
              <a:ahLst/>
              <a:rect l="0" t="0" r="r" b="b"/>
              <a:pathLst>
                <a:path w="82" h="98">
                  <a:moveTo>
                    <a:pt x="0" y="76"/>
                  </a:moveTo>
                  <a:lnTo>
                    <a:pt x="25" y="87"/>
                  </a:lnTo>
                  <a:lnTo>
                    <a:pt x="49" y="98"/>
                  </a:lnTo>
                  <a:lnTo>
                    <a:pt x="82" y="21"/>
                  </a:lnTo>
                  <a:lnTo>
                    <a:pt x="58" y="10"/>
                  </a:lnTo>
                  <a:lnTo>
                    <a:pt x="33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19" name=""/>
            <p:cNvSpPr/>
            <p:nvPr/>
          </p:nvSpPr>
          <p:spPr>
            <a:xfrm rot="0">
              <a:off x="2407" y="3297"/>
              <a:ext cx="27" cy="33"/>
            </a:xfrm>
            <a:custGeom>
              <a:avLst/>
              <a:ahLst/>
              <a:rect l="0" t="0" r="r" b="b"/>
              <a:pathLst>
                <a:path w="82" h="98">
                  <a:moveTo>
                    <a:pt x="0" y="76"/>
                  </a:moveTo>
                  <a:lnTo>
                    <a:pt x="25" y="87"/>
                  </a:lnTo>
                  <a:lnTo>
                    <a:pt x="49" y="98"/>
                  </a:lnTo>
                  <a:lnTo>
                    <a:pt x="82" y="21"/>
                  </a:lnTo>
                  <a:lnTo>
                    <a:pt x="58" y="10"/>
                  </a:lnTo>
                  <a:lnTo>
                    <a:pt x="33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20" name=""/>
            <p:cNvSpPr/>
            <p:nvPr/>
          </p:nvSpPr>
          <p:spPr>
            <a:xfrm rot="0">
              <a:off x="2426" y="3300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0"/>
                  </a:moveTo>
                  <a:lnTo>
                    <a:pt x="24" y="11"/>
                  </a:lnTo>
                  <a:lnTo>
                    <a:pt x="25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21" name=""/>
            <p:cNvSpPr/>
            <p:nvPr/>
          </p:nvSpPr>
          <p:spPr>
            <a:xfrm rot="0" flipV="1">
              <a:off x="2434" y="33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22" name=""/>
            <p:cNvSpPr/>
            <p:nvPr/>
          </p:nvSpPr>
          <p:spPr>
            <a:xfrm rot="0">
              <a:off x="2417" y="3271"/>
              <a:ext cx="27" cy="33"/>
            </a:xfrm>
            <a:custGeom>
              <a:avLst/>
              <a:ahLst/>
              <a:rect l="0" t="0" r="r" b="b"/>
              <a:pathLst>
                <a:path w="80" h="98">
                  <a:moveTo>
                    <a:pt x="0" y="79"/>
                  </a:moveTo>
                  <a:lnTo>
                    <a:pt x="26" y="88"/>
                  </a:lnTo>
                  <a:lnTo>
                    <a:pt x="51" y="98"/>
                  </a:lnTo>
                  <a:lnTo>
                    <a:pt x="80" y="19"/>
                  </a:lnTo>
                  <a:lnTo>
                    <a:pt x="55" y="9"/>
                  </a:lnTo>
                  <a:lnTo>
                    <a:pt x="29" y="0"/>
                  </a:lnTo>
                  <a:lnTo>
                    <a:pt x="0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23" name=""/>
            <p:cNvSpPr/>
            <p:nvPr/>
          </p:nvSpPr>
          <p:spPr>
            <a:xfrm rot="0">
              <a:off x="2417" y="3271"/>
              <a:ext cx="27" cy="33"/>
            </a:xfrm>
            <a:custGeom>
              <a:avLst/>
              <a:ahLst/>
              <a:rect l="0" t="0" r="r" b="b"/>
              <a:pathLst>
                <a:path w="80" h="98">
                  <a:moveTo>
                    <a:pt x="0" y="79"/>
                  </a:moveTo>
                  <a:lnTo>
                    <a:pt x="26" y="88"/>
                  </a:lnTo>
                  <a:lnTo>
                    <a:pt x="51" y="98"/>
                  </a:lnTo>
                  <a:lnTo>
                    <a:pt x="80" y="19"/>
                  </a:lnTo>
                  <a:lnTo>
                    <a:pt x="55" y="9"/>
                  </a:lnTo>
                  <a:lnTo>
                    <a:pt x="29" y="0"/>
                  </a:lnTo>
                  <a:lnTo>
                    <a:pt x="0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24" name=""/>
            <p:cNvSpPr/>
            <p:nvPr/>
          </p:nvSpPr>
          <p:spPr>
            <a:xfrm rot="0">
              <a:off x="2436" y="3274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0"/>
                  </a:moveTo>
                  <a:lnTo>
                    <a:pt x="25" y="10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25" name=""/>
            <p:cNvSpPr/>
            <p:nvPr/>
          </p:nvSpPr>
          <p:spPr>
            <a:xfrm rot="0" flipV="1">
              <a:off x="2444" y="32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26" name=""/>
            <p:cNvSpPr/>
            <p:nvPr/>
          </p:nvSpPr>
          <p:spPr>
            <a:xfrm rot="0">
              <a:off x="2427" y="324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0" y="82"/>
                  </a:moveTo>
                  <a:lnTo>
                    <a:pt x="26" y="90"/>
                  </a:lnTo>
                  <a:lnTo>
                    <a:pt x="51" y="99"/>
                  </a:lnTo>
                  <a:lnTo>
                    <a:pt x="77" y="17"/>
                  </a:lnTo>
                  <a:lnTo>
                    <a:pt x="51" y="9"/>
                  </a:lnTo>
                  <a:lnTo>
                    <a:pt x="26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27" name=""/>
            <p:cNvSpPr/>
            <p:nvPr/>
          </p:nvSpPr>
          <p:spPr>
            <a:xfrm rot="0">
              <a:off x="2427" y="3244"/>
              <a:ext cx="26" cy="33"/>
            </a:xfrm>
            <a:custGeom>
              <a:avLst/>
              <a:ahLst/>
              <a:rect l="0" t="0" r="r" b="b"/>
              <a:pathLst>
                <a:path w="77" h="99">
                  <a:moveTo>
                    <a:pt x="0" y="82"/>
                  </a:moveTo>
                  <a:lnTo>
                    <a:pt x="26" y="90"/>
                  </a:lnTo>
                  <a:lnTo>
                    <a:pt x="51" y="99"/>
                  </a:lnTo>
                  <a:lnTo>
                    <a:pt x="77" y="17"/>
                  </a:lnTo>
                  <a:lnTo>
                    <a:pt x="51" y="9"/>
                  </a:lnTo>
                  <a:lnTo>
                    <a:pt x="26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28" name=""/>
            <p:cNvSpPr/>
            <p:nvPr/>
          </p:nvSpPr>
          <p:spPr>
            <a:xfrm rot="0">
              <a:off x="2444" y="3247"/>
              <a:ext cx="9" cy="3"/>
            </a:xfrm>
            <a:custGeom>
              <a:avLst/>
              <a:ahLst/>
              <a:rect l="0" t="0" r="r" b="b"/>
              <a:pathLst>
                <a:path w="27" h="8">
                  <a:moveTo>
                    <a:pt x="0" y="0"/>
                  </a:moveTo>
                  <a:lnTo>
                    <a:pt x="26" y="8"/>
                  </a:lnTo>
                  <a:lnTo>
                    <a:pt x="27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29" name=""/>
            <p:cNvSpPr/>
            <p:nvPr/>
          </p:nvSpPr>
          <p:spPr>
            <a:xfrm rot="0" flipV="1">
              <a:off x="2453" y="32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30" name=""/>
            <p:cNvSpPr/>
            <p:nvPr/>
          </p:nvSpPr>
          <p:spPr>
            <a:xfrm rot="0">
              <a:off x="2435" y="3217"/>
              <a:ext cx="25" cy="32"/>
            </a:xfrm>
            <a:custGeom>
              <a:avLst/>
              <a:ahLst/>
              <a:rect l="0" t="0" r="r" b="b"/>
              <a:pathLst>
                <a:path w="75" h="96">
                  <a:moveTo>
                    <a:pt x="0" y="81"/>
                  </a:moveTo>
                  <a:lnTo>
                    <a:pt x="26" y="89"/>
                  </a:lnTo>
                  <a:lnTo>
                    <a:pt x="53" y="96"/>
                  </a:lnTo>
                  <a:lnTo>
                    <a:pt x="75" y="15"/>
                  </a:lnTo>
                  <a:lnTo>
                    <a:pt x="49" y="8"/>
                  </a:lnTo>
                  <a:lnTo>
                    <a:pt x="22" y="0"/>
                  </a:lnTo>
                  <a:lnTo>
                    <a:pt x="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31" name=""/>
            <p:cNvSpPr/>
            <p:nvPr/>
          </p:nvSpPr>
          <p:spPr>
            <a:xfrm rot="0">
              <a:off x="2435" y="3217"/>
              <a:ext cx="25" cy="32"/>
            </a:xfrm>
            <a:custGeom>
              <a:avLst/>
              <a:ahLst/>
              <a:rect l="0" t="0" r="r" b="b"/>
              <a:pathLst>
                <a:path w="75" h="96">
                  <a:moveTo>
                    <a:pt x="0" y="81"/>
                  </a:moveTo>
                  <a:lnTo>
                    <a:pt x="26" y="89"/>
                  </a:lnTo>
                  <a:lnTo>
                    <a:pt x="53" y="96"/>
                  </a:lnTo>
                  <a:lnTo>
                    <a:pt x="75" y="15"/>
                  </a:lnTo>
                  <a:lnTo>
                    <a:pt x="49" y="8"/>
                  </a:lnTo>
                  <a:lnTo>
                    <a:pt x="22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32" name=""/>
            <p:cNvSpPr/>
            <p:nvPr/>
          </p:nvSpPr>
          <p:spPr>
            <a:xfrm rot="0">
              <a:off x="2452" y="3220"/>
              <a:ext cx="8" cy="2"/>
            </a:xfrm>
            <a:custGeom>
              <a:avLst/>
              <a:ahLst/>
              <a:rect l="0" t="0" r="r" b="b"/>
              <a:pathLst>
                <a:path w="26" h="7">
                  <a:moveTo>
                    <a:pt x="0" y="0"/>
                  </a:moveTo>
                  <a:lnTo>
                    <a:pt x="26" y="7"/>
                  </a:lnTo>
                  <a:lnTo>
                    <a:pt x="26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33" name=""/>
            <p:cNvSpPr/>
            <p:nvPr/>
          </p:nvSpPr>
          <p:spPr>
            <a:xfrm rot="0" flipV="1">
              <a:off x="2460" y="32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34" name=""/>
            <p:cNvSpPr/>
            <p:nvPr/>
          </p:nvSpPr>
          <p:spPr>
            <a:xfrm rot="0">
              <a:off x="2443" y="3191"/>
              <a:ext cx="23" cy="31"/>
            </a:xfrm>
            <a:custGeom>
              <a:avLst/>
              <a:ahLst/>
              <a:rect l="0" t="0" r="r" b="b"/>
              <a:pathLst>
                <a:path w="70" h="93">
                  <a:moveTo>
                    <a:pt x="0" y="82"/>
                  </a:moveTo>
                  <a:lnTo>
                    <a:pt x="27" y="88"/>
                  </a:lnTo>
                  <a:lnTo>
                    <a:pt x="53" y="93"/>
                  </a:lnTo>
                  <a:lnTo>
                    <a:pt x="70" y="11"/>
                  </a:lnTo>
                  <a:lnTo>
                    <a:pt x="44" y="5"/>
                  </a:lnTo>
                  <a:lnTo>
                    <a:pt x="17" y="0"/>
                  </a:lnTo>
                  <a:lnTo>
                    <a:pt x="0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35" name=""/>
            <p:cNvSpPr/>
            <p:nvPr/>
          </p:nvSpPr>
          <p:spPr>
            <a:xfrm rot="0">
              <a:off x="2443" y="3191"/>
              <a:ext cx="23" cy="31"/>
            </a:xfrm>
            <a:custGeom>
              <a:avLst/>
              <a:ahLst/>
              <a:rect l="0" t="0" r="r" b="b"/>
              <a:pathLst>
                <a:path w="70" h="93">
                  <a:moveTo>
                    <a:pt x="0" y="82"/>
                  </a:moveTo>
                  <a:lnTo>
                    <a:pt x="27" y="88"/>
                  </a:lnTo>
                  <a:lnTo>
                    <a:pt x="53" y="93"/>
                  </a:lnTo>
                  <a:lnTo>
                    <a:pt x="70" y="11"/>
                  </a:lnTo>
                  <a:lnTo>
                    <a:pt x="44" y="5"/>
                  </a:lnTo>
                  <a:lnTo>
                    <a:pt x="17" y="0"/>
                  </a:lnTo>
                  <a:lnTo>
                    <a:pt x="0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36" name=""/>
            <p:cNvSpPr/>
            <p:nvPr/>
          </p:nvSpPr>
          <p:spPr>
            <a:xfrm rot="0">
              <a:off x="2457" y="3192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6"/>
                  </a:lnTo>
                  <a:lnTo>
                    <a:pt x="26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37" name=""/>
            <p:cNvSpPr/>
            <p:nvPr/>
          </p:nvSpPr>
          <p:spPr>
            <a:xfrm rot="0" flipV="1">
              <a:off x="2466" y="31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38" name=""/>
            <p:cNvSpPr/>
            <p:nvPr/>
          </p:nvSpPr>
          <p:spPr>
            <a:xfrm rot="0">
              <a:off x="2448" y="3163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0" y="83"/>
                  </a:moveTo>
                  <a:lnTo>
                    <a:pt x="27" y="87"/>
                  </a:lnTo>
                  <a:lnTo>
                    <a:pt x="53" y="92"/>
                  </a:lnTo>
                  <a:lnTo>
                    <a:pt x="67" y="8"/>
                  </a:lnTo>
                  <a:lnTo>
                    <a:pt x="41" y="4"/>
                  </a:lnTo>
                  <a:lnTo>
                    <a:pt x="14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39" name=""/>
            <p:cNvSpPr/>
            <p:nvPr/>
          </p:nvSpPr>
          <p:spPr>
            <a:xfrm rot="0">
              <a:off x="2448" y="3163"/>
              <a:ext cx="23" cy="31"/>
            </a:xfrm>
            <a:custGeom>
              <a:avLst/>
              <a:ahLst/>
              <a:rect l="0" t="0" r="r" b="b"/>
              <a:pathLst>
                <a:path w="67" h="92">
                  <a:moveTo>
                    <a:pt x="0" y="83"/>
                  </a:moveTo>
                  <a:lnTo>
                    <a:pt x="27" y="87"/>
                  </a:lnTo>
                  <a:lnTo>
                    <a:pt x="53" y="92"/>
                  </a:lnTo>
                  <a:lnTo>
                    <a:pt x="67" y="8"/>
                  </a:lnTo>
                  <a:lnTo>
                    <a:pt x="41" y="4"/>
                  </a:lnTo>
                  <a:lnTo>
                    <a:pt x="14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40" name=""/>
            <p:cNvSpPr/>
            <p:nvPr/>
          </p:nvSpPr>
          <p:spPr>
            <a:xfrm rot="0">
              <a:off x="2462" y="3165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0"/>
                  </a:moveTo>
                  <a:lnTo>
                    <a:pt x="26" y="4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41" name=""/>
            <p:cNvSpPr/>
            <p:nvPr/>
          </p:nvSpPr>
          <p:spPr>
            <a:xfrm rot="0" flipV="1">
              <a:off x="2471" y="31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42" name=""/>
            <p:cNvSpPr/>
            <p:nvPr/>
          </p:nvSpPr>
          <p:spPr>
            <a:xfrm rot="0">
              <a:off x="2453" y="3136"/>
              <a:ext cx="21" cy="30"/>
            </a:xfrm>
            <a:custGeom>
              <a:avLst/>
              <a:ahLst/>
              <a:rect l="0" t="0" r="r" b="b"/>
              <a:pathLst>
                <a:path w="64" h="89">
                  <a:moveTo>
                    <a:pt x="0" y="83"/>
                  </a:moveTo>
                  <a:lnTo>
                    <a:pt x="27" y="86"/>
                  </a:lnTo>
                  <a:lnTo>
                    <a:pt x="53" y="89"/>
                  </a:lnTo>
                  <a:lnTo>
                    <a:pt x="64" y="6"/>
                  </a:lnTo>
                  <a:lnTo>
                    <a:pt x="37" y="3"/>
                  </a:lnTo>
                  <a:lnTo>
                    <a:pt x="11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43" name=""/>
            <p:cNvSpPr/>
            <p:nvPr/>
          </p:nvSpPr>
          <p:spPr>
            <a:xfrm rot="0">
              <a:off x="2453" y="3136"/>
              <a:ext cx="21" cy="30"/>
            </a:xfrm>
            <a:custGeom>
              <a:avLst/>
              <a:ahLst/>
              <a:rect l="0" t="0" r="r" b="b"/>
              <a:pathLst>
                <a:path w="64" h="89">
                  <a:moveTo>
                    <a:pt x="0" y="83"/>
                  </a:moveTo>
                  <a:lnTo>
                    <a:pt x="27" y="86"/>
                  </a:lnTo>
                  <a:lnTo>
                    <a:pt x="53" y="89"/>
                  </a:lnTo>
                  <a:lnTo>
                    <a:pt x="64" y="6"/>
                  </a:lnTo>
                  <a:lnTo>
                    <a:pt x="37" y="3"/>
                  </a:lnTo>
                  <a:lnTo>
                    <a:pt x="11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44" name=""/>
            <p:cNvSpPr/>
            <p:nvPr/>
          </p:nvSpPr>
          <p:spPr>
            <a:xfrm rot="0">
              <a:off x="2465" y="3137"/>
              <a:ext cx="9" cy="1"/>
            </a:xfrm>
            <a:custGeom>
              <a:avLst/>
              <a:ahLst/>
              <a:rect l="0" t="0" r="r" b="b"/>
              <a:pathLst>
                <a:path w="27" h="3">
                  <a:moveTo>
                    <a:pt x="0" y="0"/>
                  </a:moveTo>
                  <a:lnTo>
                    <a:pt x="27" y="3"/>
                  </a:lnTo>
                  <a:lnTo>
                    <a:pt x="27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45" name=""/>
            <p:cNvSpPr/>
            <p:nvPr/>
          </p:nvSpPr>
          <p:spPr>
            <a:xfrm rot="0" flipV="1">
              <a:off x="2474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46" name=""/>
            <p:cNvSpPr/>
            <p:nvPr/>
          </p:nvSpPr>
          <p:spPr>
            <a:xfrm rot="0">
              <a:off x="2457" y="3108"/>
              <a:ext cx="19" cy="30"/>
            </a:xfrm>
            <a:custGeom>
              <a:avLst/>
              <a:ahLst/>
              <a:rect l="0" t="0" r="r" b="b"/>
              <a:pathLst>
                <a:path w="58" h="89">
                  <a:moveTo>
                    <a:pt x="0" y="85"/>
                  </a:moveTo>
                  <a:lnTo>
                    <a:pt x="26" y="87"/>
                  </a:lnTo>
                  <a:lnTo>
                    <a:pt x="53" y="89"/>
                  </a:lnTo>
                  <a:lnTo>
                    <a:pt x="58" y="5"/>
                  </a:lnTo>
                  <a:lnTo>
                    <a:pt x="32" y="2"/>
                  </a:lnTo>
                  <a:lnTo>
                    <a:pt x="5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47" name=""/>
            <p:cNvSpPr/>
            <p:nvPr/>
          </p:nvSpPr>
          <p:spPr>
            <a:xfrm rot="0">
              <a:off x="2457" y="3108"/>
              <a:ext cx="19" cy="30"/>
            </a:xfrm>
            <a:custGeom>
              <a:avLst/>
              <a:ahLst/>
              <a:rect l="0" t="0" r="r" b="b"/>
              <a:pathLst>
                <a:path w="58" h="89">
                  <a:moveTo>
                    <a:pt x="0" y="85"/>
                  </a:moveTo>
                  <a:lnTo>
                    <a:pt x="26" y="87"/>
                  </a:lnTo>
                  <a:lnTo>
                    <a:pt x="53" y="89"/>
                  </a:lnTo>
                  <a:lnTo>
                    <a:pt x="58" y="5"/>
                  </a:lnTo>
                  <a:lnTo>
                    <a:pt x="32" y="2"/>
                  </a:lnTo>
                  <a:lnTo>
                    <a:pt x="5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48" name=""/>
            <p:cNvSpPr/>
            <p:nvPr/>
          </p:nvSpPr>
          <p:spPr>
            <a:xfrm rot="0">
              <a:off x="2467" y="3109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49" name=""/>
            <p:cNvSpPr/>
            <p:nvPr/>
          </p:nvSpPr>
          <p:spPr>
            <a:xfrm rot="0" flipV="1">
              <a:off x="2476" y="3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50" name=""/>
            <p:cNvSpPr/>
            <p:nvPr/>
          </p:nvSpPr>
          <p:spPr>
            <a:xfrm rot="0">
              <a:off x="2458" y="3080"/>
              <a:ext cx="19" cy="29"/>
            </a:xfrm>
            <a:custGeom>
              <a:avLst/>
              <a:ahLst/>
              <a:rect l="0" t="0" r="r" b="b"/>
              <a:pathLst>
                <a:path w="56" h="86">
                  <a:moveTo>
                    <a:pt x="0" y="84"/>
                  </a:moveTo>
                  <a:lnTo>
                    <a:pt x="27" y="85"/>
                  </a:lnTo>
                  <a:lnTo>
                    <a:pt x="53" y="86"/>
                  </a:lnTo>
                  <a:lnTo>
                    <a:pt x="56" y="2"/>
                  </a:lnTo>
                  <a:lnTo>
                    <a:pt x="29" y="1"/>
                  </a:lnTo>
                  <a:lnTo>
                    <a:pt x="2" y="0"/>
                  </a:lnTo>
                  <a:lnTo>
                    <a:pt x="0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51" name=""/>
            <p:cNvSpPr/>
            <p:nvPr/>
          </p:nvSpPr>
          <p:spPr>
            <a:xfrm rot="0">
              <a:off x="2458" y="3080"/>
              <a:ext cx="19" cy="29"/>
            </a:xfrm>
            <a:custGeom>
              <a:avLst/>
              <a:ahLst/>
              <a:rect l="0" t="0" r="r" b="b"/>
              <a:pathLst>
                <a:path w="56" h="86">
                  <a:moveTo>
                    <a:pt x="0" y="84"/>
                  </a:moveTo>
                  <a:lnTo>
                    <a:pt x="27" y="85"/>
                  </a:lnTo>
                  <a:lnTo>
                    <a:pt x="53" y="86"/>
                  </a:lnTo>
                  <a:lnTo>
                    <a:pt x="56" y="2"/>
                  </a:lnTo>
                  <a:lnTo>
                    <a:pt x="29" y="1"/>
                  </a:lnTo>
                  <a:lnTo>
                    <a:pt x="2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52" name=""/>
            <p:cNvSpPr/>
            <p:nvPr/>
          </p:nvSpPr>
          <p:spPr>
            <a:xfrm rot="0">
              <a:off x="2468" y="3080"/>
              <a:ext cx="9" cy="1"/>
            </a:xfrm>
            <a:custGeom>
              <a:avLst/>
              <a:ahLst/>
              <a:rect l="0" t="0" r="r" b="b"/>
              <a:pathLst>
                <a:path w="27" h="2">
                  <a:moveTo>
                    <a:pt x="0" y="1"/>
                  </a:moveTo>
                  <a:lnTo>
                    <a:pt x="27" y="2"/>
                  </a:lnTo>
                  <a:lnTo>
                    <a:pt x="27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53" name=""/>
            <p:cNvSpPr/>
            <p:nvPr/>
          </p:nvSpPr>
          <p:spPr>
            <a:xfrm rot="0" flipV="1">
              <a:off x="2477" y="30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54" name=""/>
            <p:cNvSpPr/>
            <p:nvPr/>
          </p:nvSpPr>
          <p:spPr>
            <a:xfrm rot="0">
              <a:off x="1131" y="3662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7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55" name=""/>
            <p:cNvSpPr/>
            <p:nvPr/>
          </p:nvSpPr>
          <p:spPr>
            <a:xfrm rot="0">
              <a:off x="1131" y="3662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56" name=""/>
            <p:cNvSpPr/>
            <p:nvPr/>
          </p:nvSpPr>
          <p:spPr>
            <a:xfrm rot="0">
              <a:off x="1140" y="3662"/>
              <a:ext cx="738" cy="18"/>
            </a:xfrm>
            <a:custGeom>
              <a:avLst/>
              <a:ahLst/>
              <a:rect l="0" t="0" r="r" b="b"/>
              <a:pathLst>
                <a:path w="2214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214" y="54"/>
                  </a:lnTo>
                  <a:lnTo>
                    <a:pt x="2214" y="27"/>
                  </a:lnTo>
                  <a:lnTo>
                    <a:pt x="221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57" name=""/>
            <p:cNvSpPr/>
            <p:nvPr/>
          </p:nvSpPr>
          <p:spPr>
            <a:xfrm rot="0">
              <a:off x="1140" y="3662"/>
              <a:ext cx="738" cy="18"/>
            </a:xfrm>
            <a:custGeom>
              <a:avLst/>
              <a:ahLst/>
              <a:rect l="0" t="0" r="r" b="b"/>
              <a:pathLst>
                <a:path w="2214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214" y="54"/>
                  </a:lnTo>
                  <a:lnTo>
                    <a:pt x="2214" y="27"/>
                  </a:lnTo>
                  <a:lnTo>
                    <a:pt x="221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58" name=""/>
            <p:cNvSpPr/>
            <p:nvPr/>
          </p:nvSpPr>
          <p:spPr>
            <a:xfrm rot="0">
              <a:off x="1878" y="3662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59" name=""/>
            <p:cNvSpPr/>
            <p:nvPr/>
          </p:nvSpPr>
          <p:spPr>
            <a:xfrm rot="0">
              <a:off x="1878" y="3662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8" y="27"/>
                  </a:lnTo>
                  <a:lnTo>
                    <a:pt x="25" y="36"/>
                  </a:lnTo>
                  <a:lnTo>
                    <a:pt x="22" y="43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60" name=""/>
            <p:cNvSpPr/>
            <p:nvPr/>
          </p:nvSpPr>
          <p:spPr>
            <a:xfrm rot="0">
              <a:off x="1869" y="366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7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61" name=""/>
            <p:cNvSpPr/>
            <p:nvPr/>
          </p:nvSpPr>
          <p:spPr>
            <a:xfrm rot="0">
              <a:off x="1869" y="3662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3"/>
                  </a:lnTo>
                  <a:lnTo>
                    <a:pt x="1" y="36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62" name=""/>
            <p:cNvSpPr/>
            <p:nvPr/>
          </p:nvSpPr>
          <p:spPr>
            <a:xfrm rot="0">
              <a:off x="1878" y="3662"/>
              <a:ext cx="738" cy="18"/>
            </a:xfrm>
            <a:custGeom>
              <a:avLst/>
              <a:ahLst/>
              <a:rect l="0" t="0" r="r" b="b"/>
              <a:pathLst>
                <a:path w="221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213" y="54"/>
                  </a:lnTo>
                  <a:lnTo>
                    <a:pt x="2213" y="27"/>
                  </a:lnTo>
                  <a:lnTo>
                    <a:pt x="221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63" name=""/>
            <p:cNvSpPr/>
            <p:nvPr/>
          </p:nvSpPr>
          <p:spPr>
            <a:xfrm rot="0">
              <a:off x="1878" y="3662"/>
              <a:ext cx="738" cy="18"/>
            </a:xfrm>
            <a:custGeom>
              <a:avLst/>
              <a:ahLst/>
              <a:rect l="0" t="0" r="r" b="b"/>
              <a:pathLst>
                <a:path w="2213" h="54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2213" y="54"/>
                  </a:lnTo>
                  <a:lnTo>
                    <a:pt x="2213" y="27"/>
                  </a:lnTo>
                  <a:lnTo>
                    <a:pt x="221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64" name=""/>
            <p:cNvSpPr/>
            <p:nvPr/>
          </p:nvSpPr>
          <p:spPr>
            <a:xfrm rot="0">
              <a:off x="2616" y="3662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7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65" name=""/>
            <p:cNvSpPr/>
            <p:nvPr/>
          </p:nvSpPr>
          <p:spPr>
            <a:xfrm rot="0">
              <a:off x="2616" y="3662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1"/>
                  </a:lnTo>
                  <a:lnTo>
                    <a:pt x="26" y="19"/>
                  </a:lnTo>
                  <a:lnTo>
                    <a:pt x="28" y="27"/>
                  </a:lnTo>
                  <a:lnTo>
                    <a:pt x="26" y="36"/>
                  </a:lnTo>
                  <a:lnTo>
                    <a:pt x="23" y="43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66" name=""/>
            <p:cNvSpPr/>
            <p:nvPr/>
          </p:nvSpPr>
          <p:spPr>
            <a:xfrm rot="0">
              <a:off x="2616" y="248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67" name=""/>
            <p:cNvSpPr/>
            <p:nvPr/>
          </p:nvSpPr>
          <p:spPr>
            <a:xfrm rot="0">
              <a:off x="2616" y="248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68" name=""/>
            <p:cNvSpPr/>
            <p:nvPr/>
          </p:nvSpPr>
          <p:spPr>
            <a:xfrm rot="0">
              <a:off x="1878" y="2481"/>
              <a:ext cx="738" cy="18"/>
            </a:xfrm>
            <a:custGeom>
              <a:avLst/>
              <a:ahLst/>
              <a:rect l="0" t="0" r="r" b="b"/>
              <a:pathLst>
                <a:path w="2213" h="54">
                  <a:moveTo>
                    <a:pt x="2213" y="54"/>
                  </a:moveTo>
                  <a:lnTo>
                    <a:pt x="2213" y="28"/>
                  </a:lnTo>
                  <a:lnTo>
                    <a:pt x="221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221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69" name=""/>
            <p:cNvSpPr/>
            <p:nvPr/>
          </p:nvSpPr>
          <p:spPr>
            <a:xfrm rot="0">
              <a:off x="1878" y="2481"/>
              <a:ext cx="738" cy="18"/>
            </a:xfrm>
            <a:custGeom>
              <a:avLst/>
              <a:ahLst/>
              <a:rect l="0" t="0" r="r" b="b"/>
              <a:pathLst>
                <a:path w="2213" h="54">
                  <a:moveTo>
                    <a:pt x="2213" y="54"/>
                  </a:moveTo>
                  <a:lnTo>
                    <a:pt x="2213" y="28"/>
                  </a:lnTo>
                  <a:lnTo>
                    <a:pt x="221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2213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70" name=""/>
            <p:cNvSpPr/>
            <p:nvPr/>
          </p:nvSpPr>
          <p:spPr>
            <a:xfrm rot="0">
              <a:off x="1869" y="2481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28"/>
                  </a:moveTo>
                  <a:lnTo>
                    <a:pt x="27" y="54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71" name=""/>
            <p:cNvSpPr/>
            <p:nvPr/>
          </p:nvSpPr>
          <p:spPr>
            <a:xfrm rot="0">
              <a:off x="1869" y="2481"/>
              <a:ext cx="9" cy="18"/>
            </a:xfrm>
            <a:custGeom>
              <a:avLst/>
              <a:ahLst/>
              <a:rect l="0" t="0" r="r" b="b"/>
              <a:pathLst>
                <a:path w="27" h="54">
                  <a:moveTo>
                    <a:pt x="27" y="54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72" name=""/>
            <p:cNvSpPr/>
            <p:nvPr/>
          </p:nvSpPr>
          <p:spPr>
            <a:xfrm rot="0">
              <a:off x="1878" y="248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73" name=""/>
            <p:cNvSpPr/>
            <p:nvPr/>
          </p:nvSpPr>
          <p:spPr>
            <a:xfrm rot="0">
              <a:off x="1878" y="2481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74" name=""/>
            <p:cNvSpPr/>
            <p:nvPr/>
          </p:nvSpPr>
          <p:spPr>
            <a:xfrm rot="0">
              <a:off x="1140" y="2481"/>
              <a:ext cx="738" cy="18"/>
            </a:xfrm>
            <a:custGeom>
              <a:avLst/>
              <a:ahLst/>
              <a:rect l="0" t="0" r="r" b="b"/>
              <a:pathLst>
                <a:path w="2214" h="54">
                  <a:moveTo>
                    <a:pt x="2214" y="54"/>
                  </a:moveTo>
                  <a:lnTo>
                    <a:pt x="2214" y="28"/>
                  </a:lnTo>
                  <a:lnTo>
                    <a:pt x="221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2214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75" name=""/>
            <p:cNvSpPr/>
            <p:nvPr/>
          </p:nvSpPr>
          <p:spPr>
            <a:xfrm rot="0">
              <a:off x="1140" y="2481"/>
              <a:ext cx="738" cy="18"/>
            </a:xfrm>
            <a:custGeom>
              <a:avLst/>
              <a:ahLst/>
              <a:rect l="0" t="0" r="r" b="b"/>
              <a:pathLst>
                <a:path w="2214" h="54">
                  <a:moveTo>
                    <a:pt x="2214" y="54"/>
                  </a:moveTo>
                  <a:lnTo>
                    <a:pt x="2214" y="28"/>
                  </a:lnTo>
                  <a:lnTo>
                    <a:pt x="221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2214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76" name=""/>
            <p:cNvSpPr/>
            <p:nvPr/>
          </p:nvSpPr>
          <p:spPr>
            <a:xfrm rot="0">
              <a:off x="1131" y="2481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77" name=""/>
            <p:cNvSpPr/>
            <p:nvPr/>
          </p:nvSpPr>
          <p:spPr>
            <a:xfrm rot="0">
              <a:off x="1131" y="2481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78" name=""/>
            <p:cNvSpPr/>
            <p:nvPr/>
          </p:nvSpPr>
          <p:spPr>
            <a:xfrm rot="0">
              <a:off x="1279" y="830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79" name=""/>
            <p:cNvSpPr/>
            <p:nvPr/>
          </p:nvSpPr>
          <p:spPr>
            <a:xfrm rot="0">
              <a:off x="1279" y="830"/>
              <a:ext cx="9" cy="18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4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80" name=""/>
            <p:cNvSpPr/>
            <p:nvPr/>
          </p:nvSpPr>
          <p:spPr>
            <a:xfrm rot="0">
              <a:off x="1288" y="830"/>
              <a:ext cx="1180" cy="18"/>
            </a:xfrm>
            <a:custGeom>
              <a:avLst/>
              <a:ahLst/>
              <a:rect l="0" t="0" r="r" b="b"/>
              <a:pathLst>
                <a:path w="354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3540" y="55"/>
                  </a:lnTo>
                  <a:lnTo>
                    <a:pt x="3540" y="28"/>
                  </a:lnTo>
                  <a:lnTo>
                    <a:pt x="354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81" name=""/>
            <p:cNvSpPr/>
            <p:nvPr/>
          </p:nvSpPr>
          <p:spPr>
            <a:xfrm rot="0">
              <a:off x="1288" y="830"/>
              <a:ext cx="1180" cy="18"/>
            </a:xfrm>
            <a:custGeom>
              <a:avLst/>
              <a:ahLst/>
              <a:rect l="0" t="0" r="r" b="b"/>
              <a:pathLst>
                <a:path w="3540" h="55">
                  <a:moveTo>
                    <a:pt x="0" y="0"/>
                  </a:moveTo>
                  <a:lnTo>
                    <a:pt x="0" y="28"/>
                  </a:lnTo>
                  <a:lnTo>
                    <a:pt x="0" y="55"/>
                  </a:lnTo>
                  <a:lnTo>
                    <a:pt x="3540" y="55"/>
                  </a:lnTo>
                  <a:lnTo>
                    <a:pt x="3540" y="28"/>
                  </a:lnTo>
                  <a:lnTo>
                    <a:pt x="354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82" name=""/>
            <p:cNvSpPr/>
            <p:nvPr/>
          </p:nvSpPr>
          <p:spPr>
            <a:xfrm rot="0">
              <a:off x="2468" y="830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83" name=""/>
            <p:cNvSpPr/>
            <p:nvPr/>
          </p:nvSpPr>
          <p:spPr>
            <a:xfrm rot="0">
              <a:off x="2468" y="830"/>
              <a:ext cx="9" cy="18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8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4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84" name=""/>
            <p:cNvSpPr/>
            <p:nvPr/>
          </p:nvSpPr>
          <p:spPr>
            <a:xfrm rot="0">
              <a:off x="2607" y="2119"/>
              <a:ext cx="18" cy="9"/>
            </a:xfrm>
            <a:custGeom>
              <a:avLst/>
              <a:ahLst/>
              <a:rect l="0" t="0" r="r" b="b"/>
              <a:pathLst>
                <a:path w="55" h="26">
                  <a:moveTo>
                    <a:pt x="27" y="0"/>
                  </a:moveTo>
                  <a:lnTo>
                    <a:pt x="55" y="0"/>
                  </a:ln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85" name=""/>
            <p:cNvSpPr/>
            <p:nvPr/>
          </p:nvSpPr>
          <p:spPr>
            <a:xfrm rot="0">
              <a:off x="2607" y="2119"/>
              <a:ext cx="18" cy="9"/>
            </a:xfrm>
            <a:custGeom>
              <a:avLst/>
              <a:ahLst/>
              <a:rect l="0" t="0" r="r" b="b"/>
              <a:pathLst>
                <a:path w="55" h="26">
                  <a:moveTo>
                    <a:pt x="55" y="0"/>
                  </a:moveTo>
                  <a:lnTo>
                    <a:pt x="53" y="8"/>
                  </a:lnTo>
                  <a:lnTo>
                    <a:pt x="50" y="16"/>
                  </a:lnTo>
                  <a:lnTo>
                    <a:pt x="43" y="22"/>
                  </a:lnTo>
                  <a:lnTo>
                    <a:pt x="36" y="25"/>
                  </a:lnTo>
                  <a:lnTo>
                    <a:pt x="27" y="26"/>
                  </a:lnTo>
                  <a:lnTo>
                    <a:pt x="19" y="25"/>
                  </a:lnTo>
                  <a:lnTo>
                    <a:pt x="11" y="22"/>
                  </a:lnTo>
                  <a:lnTo>
                    <a:pt x="5" y="16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86" name=""/>
            <p:cNvSpPr/>
            <p:nvPr/>
          </p:nvSpPr>
          <p:spPr>
            <a:xfrm rot="0">
              <a:off x="2607" y="1528"/>
              <a:ext cx="18" cy="591"/>
            </a:xfrm>
            <a:custGeom>
              <a:avLst/>
              <a:ahLst/>
              <a:rect l="0" t="0" r="r" b="b"/>
              <a:pathLst>
                <a:path w="55" h="1773">
                  <a:moveTo>
                    <a:pt x="0" y="1773"/>
                  </a:moveTo>
                  <a:lnTo>
                    <a:pt x="27" y="1773"/>
                  </a:lnTo>
                  <a:lnTo>
                    <a:pt x="55" y="1773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7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87" name=""/>
            <p:cNvSpPr/>
            <p:nvPr/>
          </p:nvSpPr>
          <p:spPr>
            <a:xfrm rot="0">
              <a:off x="2607" y="1528"/>
              <a:ext cx="18" cy="591"/>
            </a:xfrm>
            <a:custGeom>
              <a:avLst/>
              <a:ahLst/>
              <a:rect l="0" t="0" r="r" b="b"/>
              <a:pathLst>
                <a:path w="55" h="1773">
                  <a:moveTo>
                    <a:pt x="0" y="1773"/>
                  </a:moveTo>
                  <a:lnTo>
                    <a:pt x="27" y="1773"/>
                  </a:lnTo>
                  <a:lnTo>
                    <a:pt x="55" y="1773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7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88" name=""/>
            <p:cNvSpPr/>
            <p:nvPr/>
          </p:nvSpPr>
          <p:spPr>
            <a:xfrm rot="0">
              <a:off x="2607" y="1519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89" name=""/>
            <p:cNvSpPr/>
            <p:nvPr/>
          </p:nvSpPr>
          <p:spPr>
            <a:xfrm rot="0">
              <a:off x="2607" y="1519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20"/>
                  </a:lnTo>
                  <a:lnTo>
                    <a:pt x="5" y="12"/>
                  </a:lnTo>
                  <a:lnTo>
                    <a:pt x="11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3" y="20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90" name=""/>
            <p:cNvSpPr/>
            <p:nvPr/>
          </p:nvSpPr>
          <p:spPr>
            <a:xfrm rot="0">
              <a:off x="2607" y="152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91" name=""/>
            <p:cNvSpPr/>
            <p:nvPr/>
          </p:nvSpPr>
          <p:spPr>
            <a:xfrm rot="0">
              <a:off x="2607" y="152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3" y="9"/>
                  </a:lnTo>
                  <a:lnTo>
                    <a:pt x="50" y="16"/>
                  </a:lnTo>
                  <a:lnTo>
                    <a:pt x="43" y="23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19" y="26"/>
                  </a:lnTo>
                  <a:lnTo>
                    <a:pt x="11" y="23"/>
                  </a:lnTo>
                  <a:lnTo>
                    <a:pt x="5" y="16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92" name=""/>
            <p:cNvSpPr/>
            <p:nvPr/>
          </p:nvSpPr>
          <p:spPr>
            <a:xfrm rot="0">
              <a:off x="2607" y="938"/>
              <a:ext cx="18" cy="590"/>
            </a:xfrm>
            <a:custGeom>
              <a:avLst/>
              <a:ahLst/>
              <a:rect l="0" t="0" r="r" b="b"/>
              <a:pathLst>
                <a:path w="55" h="1772">
                  <a:moveTo>
                    <a:pt x="0" y="1772"/>
                  </a:moveTo>
                  <a:lnTo>
                    <a:pt x="27" y="1772"/>
                  </a:lnTo>
                  <a:lnTo>
                    <a:pt x="55" y="1772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7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93" name=""/>
            <p:cNvSpPr/>
            <p:nvPr/>
          </p:nvSpPr>
          <p:spPr>
            <a:xfrm rot="0">
              <a:off x="2607" y="938"/>
              <a:ext cx="18" cy="590"/>
            </a:xfrm>
            <a:custGeom>
              <a:avLst/>
              <a:ahLst/>
              <a:rect l="0" t="0" r="r" b="b"/>
              <a:pathLst>
                <a:path w="55" h="1772">
                  <a:moveTo>
                    <a:pt x="0" y="1772"/>
                  </a:moveTo>
                  <a:lnTo>
                    <a:pt x="27" y="1772"/>
                  </a:lnTo>
                  <a:lnTo>
                    <a:pt x="55" y="1772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17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94" name=""/>
            <p:cNvSpPr/>
            <p:nvPr/>
          </p:nvSpPr>
          <p:spPr>
            <a:xfrm rot="0">
              <a:off x="2607" y="928"/>
              <a:ext cx="18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95" name=""/>
            <p:cNvSpPr/>
            <p:nvPr/>
          </p:nvSpPr>
          <p:spPr>
            <a:xfrm rot="0">
              <a:off x="2607" y="928"/>
              <a:ext cx="18" cy="10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2" y="19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12"/>
                  </a:lnTo>
                  <a:lnTo>
                    <a:pt x="53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96" name=""/>
            <p:cNvSpPr/>
            <p:nvPr/>
          </p:nvSpPr>
          <p:spPr>
            <a:xfrm rot="0">
              <a:off x="1131" y="2119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26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97" name=""/>
            <p:cNvSpPr/>
            <p:nvPr/>
          </p:nvSpPr>
          <p:spPr>
            <a:xfrm rot="0">
              <a:off x="1131" y="2119"/>
              <a:ext cx="18" cy="9"/>
            </a:xfrm>
            <a:custGeom>
              <a:avLst/>
              <a:ahLst/>
              <a:rect l="0" t="0" r="r" b="b"/>
              <a:pathLst>
                <a:path w="54" h="26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26" y="26"/>
                  </a:lnTo>
                  <a:lnTo>
                    <a:pt x="18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198" name=""/>
            <p:cNvSpPr/>
            <p:nvPr/>
          </p:nvSpPr>
          <p:spPr>
            <a:xfrm rot="0">
              <a:off x="1131" y="1528"/>
              <a:ext cx="18" cy="591"/>
            </a:xfrm>
            <a:custGeom>
              <a:avLst/>
              <a:ahLst/>
              <a:rect l="0" t="0" r="r" b="b"/>
              <a:pathLst>
                <a:path w="54" h="1773">
                  <a:moveTo>
                    <a:pt x="0" y="1773"/>
                  </a:moveTo>
                  <a:lnTo>
                    <a:pt x="26" y="1773"/>
                  </a:lnTo>
                  <a:lnTo>
                    <a:pt x="54" y="1773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7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199" name=""/>
            <p:cNvSpPr/>
            <p:nvPr/>
          </p:nvSpPr>
          <p:spPr>
            <a:xfrm rot="0">
              <a:off x="1131" y="1528"/>
              <a:ext cx="18" cy="591"/>
            </a:xfrm>
            <a:custGeom>
              <a:avLst/>
              <a:ahLst/>
              <a:rect l="0" t="0" r="r" b="b"/>
              <a:pathLst>
                <a:path w="54" h="1773">
                  <a:moveTo>
                    <a:pt x="0" y="1773"/>
                  </a:moveTo>
                  <a:lnTo>
                    <a:pt x="26" y="1773"/>
                  </a:lnTo>
                  <a:lnTo>
                    <a:pt x="54" y="1773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7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00" name=""/>
            <p:cNvSpPr/>
            <p:nvPr/>
          </p:nvSpPr>
          <p:spPr>
            <a:xfrm rot="0">
              <a:off x="1131" y="151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01" name=""/>
            <p:cNvSpPr/>
            <p:nvPr/>
          </p:nvSpPr>
          <p:spPr>
            <a:xfrm rot="0">
              <a:off x="1131" y="1519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20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9" y="12"/>
                  </a:lnTo>
                  <a:lnTo>
                    <a:pt x="52" y="20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02" name=""/>
            <p:cNvSpPr/>
            <p:nvPr/>
          </p:nvSpPr>
          <p:spPr>
            <a:xfrm rot="0">
              <a:off x="1131" y="152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6" y="0"/>
                  </a:moveTo>
                  <a:lnTo>
                    <a:pt x="54" y="0"/>
                  </a:ln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03" name=""/>
            <p:cNvSpPr/>
            <p:nvPr/>
          </p:nvSpPr>
          <p:spPr>
            <a:xfrm rot="0">
              <a:off x="1131" y="152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9"/>
                  </a:lnTo>
                  <a:lnTo>
                    <a:pt x="49" y="16"/>
                  </a:lnTo>
                  <a:lnTo>
                    <a:pt x="42" y="23"/>
                  </a:lnTo>
                  <a:lnTo>
                    <a:pt x="35" y="26"/>
                  </a:lnTo>
                  <a:lnTo>
                    <a:pt x="26" y="27"/>
                  </a:lnTo>
                  <a:lnTo>
                    <a:pt x="18" y="26"/>
                  </a:lnTo>
                  <a:lnTo>
                    <a:pt x="10" y="23"/>
                  </a:lnTo>
                  <a:lnTo>
                    <a:pt x="4" y="16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04" name=""/>
            <p:cNvSpPr/>
            <p:nvPr/>
          </p:nvSpPr>
          <p:spPr>
            <a:xfrm rot="0">
              <a:off x="1131" y="938"/>
              <a:ext cx="18" cy="590"/>
            </a:xfrm>
            <a:custGeom>
              <a:avLst/>
              <a:ahLst/>
              <a:rect l="0" t="0" r="r" b="b"/>
              <a:pathLst>
                <a:path w="54" h="1772">
                  <a:moveTo>
                    <a:pt x="0" y="1772"/>
                  </a:moveTo>
                  <a:lnTo>
                    <a:pt x="26" y="1772"/>
                  </a:lnTo>
                  <a:lnTo>
                    <a:pt x="54" y="1772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7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05" name=""/>
            <p:cNvSpPr/>
            <p:nvPr/>
          </p:nvSpPr>
          <p:spPr>
            <a:xfrm rot="0">
              <a:off x="1131" y="938"/>
              <a:ext cx="18" cy="590"/>
            </a:xfrm>
            <a:custGeom>
              <a:avLst/>
              <a:ahLst/>
              <a:rect l="0" t="0" r="r" b="b"/>
              <a:pathLst>
                <a:path w="54" h="1772">
                  <a:moveTo>
                    <a:pt x="0" y="1772"/>
                  </a:moveTo>
                  <a:lnTo>
                    <a:pt x="26" y="1772"/>
                  </a:lnTo>
                  <a:lnTo>
                    <a:pt x="54" y="1772"/>
                  </a:lnTo>
                  <a:lnTo>
                    <a:pt x="54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7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06" name=""/>
            <p:cNvSpPr/>
            <p:nvPr/>
          </p:nvSpPr>
          <p:spPr>
            <a:xfrm rot="0">
              <a:off x="1131" y="92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26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07" name=""/>
            <p:cNvSpPr/>
            <p:nvPr/>
          </p:nvSpPr>
          <p:spPr>
            <a:xfrm rot="0">
              <a:off x="1131" y="928"/>
              <a:ext cx="18" cy="10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5" y="2"/>
                  </a:lnTo>
                  <a:lnTo>
                    <a:pt x="42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08" name=""/>
            <p:cNvSpPr/>
            <p:nvPr/>
          </p:nvSpPr>
          <p:spPr>
            <a:xfrm rot="0">
              <a:off x="1279" y="830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09" name=""/>
            <p:cNvSpPr/>
            <p:nvPr/>
          </p:nvSpPr>
          <p:spPr>
            <a:xfrm rot="0">
              <a:off x="1279" y="830"/>
              <a:ext cx="18" cy="9"/>
            </a:xfrm>
            <a:custGeom>
              <a:avLst/>
              <a:ahLst/>
              <a:rect l="0" t="0" r="r" b="b"/>
              <a:pathLst>
                <a:path w="54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4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10" name=""/>
            <p:cNvSpPr/>
            <p:nvPr/>
          </p:nvSpPr>
          <p:spPr>
            <a:xfrm rot="0">
              <a:off x="1279" y="839"/>
              <a:ext cx="18" cy="99"/>
            </a:xfrm>
            <a:custGeom>
              <a:avLst/>
              <a:ahLst/>
              <a:rect l="0" t="0" r="r" b="b"/>
              <a:pathLst>
                <a:path w="54" h="296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96"/>
                  </a:lnTo>
                  <a:lnTo>
                    <a:pt x="27" y="296"/>
                  </a:lnTo>
                  <a:lnTo>
                    <a:pt x="54" y="296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11" name=""/>
            <p:cNvSpPr/>
            <p:nvPr/>
          </p:nvSpPr>
          <p:spPr>
            <a:xfrm rot="0">
              <a:off x="1279" y="839"/>
              <a:ext cx="18" cy="99"/>
            </a:xfrm>
            <a:custGeom>
              <a:avLst/>
              <a:ahLst/>
              <a:rect l="0" t="0" r="r" b="b"/>
              <a:pathLst>
                <a:path w="54" h="296">
                  <a:moveTo>
                    <a:pt x="54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296"/>
                  </a:lnTo>
                  <a:lnTo>
                    <a:pt x="27" y="296"/>
                  </a:lnTo>
                  <a:lnTo>
                    <a:pt x="54" y="296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12" name=""/>
            <p:cNvSpPr/>
            <p:nvPr/>
          </p:nvSpPr>
          <p:spPr>
            <a:xfrm rot="0">
              <a:off x="1279" y="93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27" y="0"/>
                  </a:moveTo>
                  <a:lnTo>
                    <a:pt x="54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13" name=""/>
            <p:cNvSpPr/>
            <p:nvPr/>
          </p:nvSpPr>
          <p:spPr>
            <a:xfrm rot="0">
              <a:off x="1279" y="938"/>
              <a:ext cx="18" cy="9"/>
            </a:xfrm>
            <a:custGeom>
              <a:avLst/>
              <a:ahLst/>
              <a:rect l="0" t="0" r="r" b="b"/>
              <a:pathLst>
                <a:path w="54" h="27">
                  <a:moveTo>
                    <a:pt x="54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14" name=""/>
            <p:cNvSpPr/>
            <p:nvPr/>
          </p:nvSpPr>
          <p:spPr>
            <a:xfrm rot="0">
              <a:off x="2459" y="93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27" y="0"/>
                  </a:moveTo>
                  <a:lnTo>
                    <a:pt x="55" y="0"/>
                  </a:ln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15" name=""/>
            <p:cNvSpPr/>
            <p:nvPr/>
          </p:nvSpPr>
          <p:spPr>
            <a:xfrm rot="0">
              <a:off x="2459" y="938"/>
              <a:ext cx="18" cy="9"/>
            </a:xfrm>
            <a:custGeom>
              <a:avLst/>
              <a:ahLst/>
              <a:rect l="0" t="0" r="r" b="b"/>
              <a:pathLst>
                <a:path w="55" h="27">
                  <a:moveTo>
                    <a:pt x="55" y="0"/>
                  </a:moveTo>
                  <a:lnTo>
                    <a:pt x="52" y="8"/>
                  </a:lnTo>
                  <a:lnTo>
                    <a:pt x="49" y="16"/>
                  </a:lnTo>
                  <a:lnTo>
                    <a:pt x="43" y="22"/>
                  </a:lnTo>
                  <a:lnTo>
                    <a:pt x="35" y="25"/>
                  </a:lnTo>
                  <a:lnTo>
                    <a:pt x="27" y="27"/>
                  </a:lnTo>
                  <a:lnTo>
                    <a:pt x="18" y="25"/>
                  </a:lnTo>
                  <a:lnTo>
                    <a:pt x="11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16" name=""/>
            <p:cNvSpPr/>
            <p:nvPr/>
          </p:nvSpPr>
          <p:spPr>
            <a:xfrm rot="0">
              <a:off x="2459" y="839"/>
              <a:ext cx="18" cy="99"/>
            </a:xfrm>
            <a:custGeom>
              <a:avLst/>
              <a:ahLst/>
              <a:rect l="0" t="0" r="r" b="b"/>
              <a:pathLst>
                <a:path w="55" h="296">
                  <a:moveTo>
                    <a:pt x="0" y="296"/>
                  </a:moveTo>
                  <a:lnTo>
                    <a:pt x="27" y="296"/>
                  </a:lnTo>
                  <a:lnTo>
                    <a:pt x="55" y="29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17" name=""/>
            <p:cNvSpPr/>
            <p:nvPr/>
          </p:nvSpPr>
          <p:spPr>
            <a:xfrm rot="0">
              <a:off x="2459" y="839"/>
              <a:ext cx="18" cy="99"/>
            </a:xfrm>
            <a:custGeom>
              <a:avLst/>
              <a:ahLst/>
              <a:rect l="0" t="0" r="r" b="b"/>
              <a:pathLst>
                <a:path w="55" h="296">
                  <a:moveTo>
                    <a:pt x="0" y="296"/>
                  </a:moveTo>
                  <a:lnTo>
                    <a:pt x="27" y="296"/>
                  </a:lnTo>
                  <a:lnTo>
                    <a:pt x="55" y="296"/>
                  </a:lnTo>
                  <a:lnTo>
                    <a:pt x="55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18" name=""/>
            <p:cNvSpPr/>
            <p:nvPr/>
          </p:nvSpPr>
          <p:spPr>
            <a:xfrm rot="0">
              <a:off x="2459" y="830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27" y="28"/>
                  </a:move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19" name=""/>
            <p:cNvSpPr/>
            <p:nvPr/>
          </p:nvSpPr>
          <p:spPr>
            <a:xfrm rot="0">
              <a:off x="2459" y="830"/>
              <a:ext cx="18" cy="9"/>
            </a:xfrm>
            <a:custGeom>
              <a:avLst/>
              <a:ahLst/>
              <a:rect l="0" t="0" r="r" b="b"/>
              <a:pathLst>
                <a:path w="55" h="28">
                  <a:moveTo>
                    <a:pt x="0" y="28"/>
                  </a:move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3" y="5"/>
                  </a:lnTo>
                  <a:lnTo>
                    <a:pt x="49" y="12"/>
                  </a:lnTo>
                  <a:lnTo>
                    <a:pt x="52" y="19"/>
                  </a:lnTo>
                  <a:lnTo>
                    <a:pt x="5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20" name=""/>
            <p:cNvSpPr/>
            <p:nvPr/>
          </p:nvSpPr>
          <p:spPr>
            <a:xfrm rot="0">
              <a:off x="1131" y="2110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28"/>
                  </a:moveTo>
                  <a:lnTo>
                    <a:pt x="26" y="54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21" name=""/>
            <p:cNvSpPr/>
            <p:nvPr/>
          </p:nvSpPr>
          <p:spPr>
            <a:xfrm rot="0">
              <a:off x="1131" y="2110"/>
              <a:ext cx="9" cy="18"/>
            </a:xfrm>
            <a:custGeom>
              <a:avLst/>
              <a:ahLst/>
              <a:rect l="0" t="0" r="r" b="b"/>
              <a:pathLst>
                <a:path w="26" h="54">
                  <a:moveTo>
                    <a:pt x="26" y="54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22" name=""/>
            <p:cNvSpPr/>
            <p:nvPr/>
          </p:nvSpPr>
          <p:spPr>
            <a:xfrm rot="0">
              <a:off x="1140" y="2110"/>
              <a:ext cx="1476" cy="18"/>
            </a:xfrm>
            <a:custGeom>
              <a:avLst/>
              <a:ahLst/>
              <a:rect l="0" t="0" r="r" b="b"/>
              <a:pathLst>
                <a:path w="4427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4427" y="54"/>
                  </a:lnTo>
                  <a:lnTo>
                    <a:pt x="4427" y="28"/>
                  </a:lnTo>
                  <a:lnTo>
                    <a:pt x="442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23" name=""/>
            <p:cNvSpPr/>
            <p:nvPr/>
          </p:nvSpPr>
          <p:spPr>
            <a:xfrm rot="0">
              <a:off x="1140" y="2110"/>
              <a:ext cx="1476" cy="18"/>
            </a:xfrm>
            <a:custGeom>
              <a:avLst/>
              <a:ahLst/>
              <a:rect l="0" t="0" r="r" b="b"/>
              <a:pathLst>
                <a:path w="4427" h="54">
                  <a:moveTo>
                    <a:pt x="0" y="0"/>
                  </a:moveTo>
                  <a:lnTo>
                    <a:pt x="0" y="28"/>
                  </a:lnTo>
                  <a:lnTo>
                    <a:pt x="0" y="54"/>
                  </a:lnTo>
                  <a:lnTo>
                    <a:pt x="4427" y="54"/>
                  </a:lnTo>
                  <a:lnTo>
                    <a:pt x="4427" y="28"/>
                  </a:lnTo>
                  <a:lnTo>
                    <a:pt x="442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24" name=""/>
            <p:cNvSpPr/>
            <p:nvPr/>
          </p:nvSpPr>
          <p:spPr>
            <a:xfrm rot="0">
              <a:off x="2616" y="2110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25" name=""/>
            <p:cNvSpPr/>
            <p:nvPr/>
          </p:nvSpPr>
          <p:spPr>
            <a:xfrm rot="0">
              <a:off x="2616" y="2110"/>
              <a:ext cx="9" cy="18"/>
            </a:xfrm>
            <a:custGeom>
              <a:avLst/>
              <a:ahLst/>
              <a:rect l="0" t="0" r="r" b="b"/>
              <a:pathLst>
                <a:path w="28" h="54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26" name=""/>
            <p:cNvSpPr/>
            <p:nvPr/>
          </p:nvSpPr>
          <p:spPr>
            <a:xfrm rot="0">
              <a:off x="2616" y="928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28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27" name=""/>
            <p:cNvSpPr/>
            <p:nvPr/>
          </p:nvSpPr>
          <p:spPr>
            <a:xfrm rot="0">
              <a:off x="2616" y="928"/>
              <a:ext cx="9" cy="19"/>
            </a:xfrm>
            <a:custGeom>
              <a:avLst/>
              <a:ahLst/>
              <a:rect l="0" t="0" r="r" b="b"/>
              <a:pathLst>
                <a:path w="28" h="55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3" y="12"/>
                  </a:lnTo>
                  <a:lnTo>
                    <a:pt x="26" y="19"/>
                  </a:lnTo>
                  <a:lnTo>
                    <a:pt x="28" y="28"/>
                  </a:lnTo>
                  <a:lnTo>
                    <a:pt x="26" y="36"/>
                  </a:lnTo>
                  <a:lnTo>
                    <a:pt x="23" y="44"/>
                  </a:lnTo>
                  <a:lnTo>
                    <a:pt x="16" y="50"/>
                  </a:lnTo>
                  <a:lnTo>
                    <a:pt x="9" y="53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28" name=""/>
            <p:cNvSpPr/>
            <p:nvPr/>
          </p:nvSpPr>
          <p:spPr>
            <a:xfrm rot="0">
              <a:off x="2468" y="928"/>
              <a:ext cx="148" cy="19"/>
            </a:xfrm>
            <a:custGeom>
              <a:avLst/>
              <a:ahLst/>
              <a:rect l="0" t="0" r="r" b="b"/>
              <a:pathLst>
                <a:path w="443" h="55">
                  <a:moveTo>
                    <a:pt x="443" y="55"/>
                  </a:moveTo>
                  <a:lnTo>
                    <a:pt x="443" y="28"/>
                  </a:lnTo>
                  <a:lnTo>
                    <a:pt x="44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43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29" name=""/>
            <p:cNvSpPr/>
            <p:nvPr/>
          </p:nvSpPr>
          <p:spPr>
            <a:xfrm rot="0">
              <a:off x="2468" y="928"/>
              <a:ext cx="148" cy="19"/>
            </a:xfrm>
            <a:custGeom>
              <a:avLst/>
              <a:ahLst/>
              <a:rect l="0" t="0" r="r" b="b"/>
              <a:pathLst>
                <a:path w="443" h="55">
                  <a:moveTo>
                    <a:pt x="443" y="55"/>
                  </a:moveTo>
                  <a:lnTo>
                    <a:pt x="443" y="28"/>
                  </a:lnTo>
                  <a:lnTo>
                    <a:pt x="443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43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30" name=""/>
            <p:cNvSpPr/>
            <p:nvPr/>
          </p:nvSpPr>
          <p:spPr>
            <a:xfrm rot="0">
              <a:off x="2459" y="928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27" y="28"/>
                  </a:moveTo>
                  <a:lnTo>
                    <a:pt x="27" y="55"/>
                  </a:ln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  <a:lnTo>
                    <a:pt x="27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31" name=""/>
            <p:cNvSpPr/>
            <p:nvPr/>
          </p:nvSpPr>
          <p:spPr>
            <a:xfrm rot="0">
              <a:off x="2459" y="928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27" y="55"/>
                  </a:moveTo>
                  <a:lnTo>
                    <a:pt x="18" y="53"/>
                  </a:lnTo>
                  <a:lnTo>
                    <a:pt x="11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32" name=""/>
            <p:cNvSpPr/>
            <p:nvPr/>
          </p:nvSpPr>
          <p:spPr>
            <a:xfrm rot="0">
              <a:off x="1288" y="928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0" y="28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5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33" name=""/>
            <p:cNvSpPr/>
            <p:nvPr/>
          </p:nvSpPr>
          <p:spPr>
            <a:xfrm rot="0">
              <a:off x="1288" y="928"/>
              <a:ext cx="9" cy="19"/>
            </a:xfrm>
            <a:custGeom>
              <a:avLst/>
              <a:ahLst/>
              <a:rect l="0" t="0" r="r" b="b"/>
              <a:pathLst>
                <a:path w="27" h="55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2"/>
                  </a:lnTo>
                  <a:lnTo>
                    <a:pt x="25" y="19"/>
                  </a:lnTo>
                  <a:lnTo>
                    <a:pt x="27" y="28"/>
                  </a:lnTo>
                  <a:lnTo>
                    <a:pt x="25" y="36"/>
                  </a:lnTo>
                  <a:lnTo>
                    <a:pt x="22" y="44"/>
                  </a:lnTo>
                  <a:lnTo>
                    <a:pt x="16" y="50"/>
                  </a:lnTo>
                  <a:lnTo>
                    <a:pt x="8" y="53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34" name=""/>
            <p:cNvSpPr/>
            <p:nvPr/>
          </p:nvSpPr>
          <p:spPr>
            <a:xfrm rot="0">
              <a:off x="1140" y="928"/>
              <a:ext cx="148" cy="19"/>
            </a:xfrm>
            <a:custGeom>
              <a:avLst/>
              <a:ahLst/>
              <a:rect l="0" t="0" r="r" b="b"/>
              <a:pathLst>
                <a:path w="444" h="55">
                  <a:moveTo>
                    <a:pt x="444" y="55"/>
                  </a:moveTo>
                  <a:lnTo>
                    <a:pt x="444" y="28"/>
                  </a:lnTo>
                  <a:lnTo>
                    <a:pt x="44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44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35" name=""/>
            <p:cNvSpPr/>
            <p:nvPr/>
          </p:nvSpPr>
          <p:spPr>
            <a:xfrm rot="0">
              <a:off x="1140" y="928"/>
              <a:ext cx="148" cy="19"/>
            </a:xfrm>
            <a:custGeom>
              <a:avLst/>
              <a:ahLst/>
              <a:rect l="0" t="0" r="r" b="b"/>
              <a:pathLst>
                <a:path w="444" h="55">
                  <a:moveTo>
                    <a:pt x="444" y="55"/>
                  </a:moveTo>
                  <a:lnTo>
                    <a:pt x="444" y="28"/>
                  </a:lnTo>
                  <a:lnTo>
                    <a:pt x="44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444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36" name=""/>
            <p:cNvSpPr/>
            <p:nvPr/>
          </p:nvSpPr>
          <p:spPr>
            <a:xfrm rot="0">
              <a:off x="1131" y="928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28"/>
                  </a:moveTo>
                  <a:lnTo>
                    <a:pt x="26" y="55"/>
                  </a:ln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4237" name=""/>
            <p:cNvSpPr/>
            <p:nvPr/>
          </p:nvSpPr>
          <p:spPr>
            <a:xfrm rot="0">
              <a:off x="1131" y="928"/>
              <a:ext cx="9" cy="19"/>
            </a:xfrm>
            <a:custGeom>
              <a:avLst/>
              <a:ahLst/>
              <a:rect l="0" t="0" r="r" b="b"/>
              <a:pathLst>
                <a:path w="26" h="55">
                  <a:moveTo>
                    <a:pt x="26" y="55"/>
                  </a:moveTo>
                  <a:lnTo>
                    <a:pt x="18" y="53"/>
                  </a:lnTo>
                  <a:lnTo>
                    <a:pt x="10" y="50"/>
                  </a:lnTo>
                  <a:lnTo>
                    <a:pt x="4" y="44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38" name=""/>
            <p:cNvSpPr/>
            <p:nvPr/>
          </p:nvSpPr>
          <p:spPr>
            <a:xfrm rot="0">
              <a:off x="1091" y="3081"/>
              <a:ext cx="41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39" name=""/>
            <p:cNvSpPr/>
            <p:nvPr/>
          </p:nvSpPr>
          <p:spPr>
            <a:xfrm rot="0">
              <a:off x="1566" y="3081"/>
              <a:ext cx="6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0" name=""/>
            <p:cNvSpPr/>
            <p:nvPr/>
          </p:nvSpPr>
          <p:spPr>
            <a:xfrm rot="0">
              <a:off x="1691" y="3081"/>
              <a:ext cx="37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1" name=""/>
            <p:cNvSpPr/>
            <p:nvPr/>
          </p:nvSpPr>
          <p:spPr>
            <a:xfrm rot="0">
              <a:off x="2128" y="3081"/>
              <a:ext cx="6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2" name=""/>
            <p:cNvSpPr/>
            <p:nvPr/>
          </p:nvSpPr>
          <p:spPr>
            <a:xfrm rot="0">
              <a:off x="2253" y="3081"/>
              <a:ext cx="41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3" name=""/>
            <p:cNvSpPr/>
            <p:nvPr/>
          </p:nvSpPr>
          <p:spPr>
            <a:xfrm rot="0">
              <a:off x="1878" y="2391"/>
              <a:ext cx="1" cy="31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4" name=""/>
            <p:cNvSpPr/>
            <p:nvPr/>
          </p:nvSpPr>
          <p:spPr>
            <a:xfrm rot="0">
              <a:off x="1878" y="2768"/>
              <a:ext cx="1" cy="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5" name=""/>
            <p:cNvSpPr/>
            <p:nvPr/>
          </p:nvSpPr>
          <p:spPr>
            <a:xfrm rot="0">
              <a:off x="1878" y="2893"/>
              <a:ext cx="1" cy="37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6" name=""/>
            <p:cNvSpPr/>
            <p:nvPr/>
          </p:nvSpPr>
          <p:spPr>
            <a:xfrm rot="0">
              <a:off x="1878" y="3331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7" name=""/>
            <p:cNvSpPr/>
            <p:nvPr/>
          </p:nvSpPr>
          <p:spPr>
            <a:xfrm rot="0">
              <a:off x="1878" y="3456"/>
              <a:ext cx="1" cy="31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8" name=""/>
            <p:cNvSpPr/>
            <p:nvPr/>
          </p:nvSpPr>
          <p:spPr>
            <a:xfrm rot="0">
              <a:off x="1878" y="741"/>
              <a:ext cx="1" cy="36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249" name=""/>
            <p:cNvSpPr/>
            <p:nvPr/>
          </p:nvSpPr>
          <p:spPr>
            <a:xfrm rot="0">
              <a:off x="1878" y="1167"/>
              <a:ext cx="1" cy="6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250" name=""/>
          <p:cNvSpPr/>
          <p:nvPr/>
        </p:nvSpPr>
        <p:spPr>
          <a:xfrm rot="0">
            <a:off x="2981325" y="2051050"/>
            <a:ext cx="1587" cy="5953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1" name=""/>
          <p:cNvSpPr/>
          <p:nvPr/>
        </p:nvSpPr>
        <p:spPr>
          <a:xfrm rot="0">
            <a:off x="2981325" y="2744787"/>
            <a:ext cx="1587" cy="1000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2" name=""/>
          <p:cNvSpPr/>
          <p:nvPr/>
        </p:nvSpPr>
        <p:spPr>
          <a:xfrm rot="0">
            <a:off x="2981325" y="2943225"/>
            <a:ext cx="1587" cy="5762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3" name=""/>
          <p:cNvSpPr/>
          <p:nvPr/>
        </p:nvSpPr>
        <p:spPr>
          <a:xfrm rot="0">
            <a:off x="5743575" y="1176337"/>
            <a:ext cx="1587" cy="5762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4" name=""/>
          <p:cNvSpPr/>
          <p:nvPr/>
        </p:nvSpPr>
        <p:spPr>
          <a:xfrm rot="0">
            <a:off x="5743575" y="1852612"/>
            <a:ext cx="1587" cy="984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5" name=""/>
          <p:cNvSpPr/>
          <p:nvPr/>
        </p:nvSpPr>
        <p:spPr>
          <a:xfrm rot="0">
            <a:off x="5743575" y="2051050"/>
            <a:ext cx="1587" cy="5953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6" name=""/>
          <p:cNvSpPr/>
          <p:nvPr/>
        </p:nvSpPr>
        <p:spPr>
          <a:xfrm rot="0">
            <a:off x="5743575" y="2744787"/>
            <a:ext cx="1587" cy="1000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7" name=""/>
          <p:cNvSpPr/>
          <p:nvPr/>
        </p:nvSpPr>
        <p:spPr>
          <a:xfrm rot="0">
            <a:off x="5743575" y="2943225"/>
            <a:ext cx="1587" cy="5762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8" name=""/>
          <p:cNvSpPr/>
          <p:nvPr/>
        </p:nvSpPr>
        <p:spPr>
          <a:xfrm rot="0">
            <a:off x="4649787" y="2425700"/>
            <a:ext cx="49847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59" name=""/>
          <p:cNvSpPr/>
          <p:nvPr/>
        </p:nvSpPr>
        <p:spPr>
          <a:xfrm rot="0">
            <a:off x="5246687" y="2425700"/>
            <a:ext cx="100012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0" name=""/>
          <p:cNvSpPr/>
          <p:nvPr/>
        </p:nvSpPr>
        <p:spPr>
          <a:xfrm rot="0">
            <a:off x="5445125" y="2425700"/>
            <a:ext cx="595312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1" name=""/>
          <p:cNvSpPr/>
          <p:nvPr/>
        </p:nvSpPr>
        <p:spPr>
          <a:xfrm rot="0">
            <a:off x="6138862" y="2425700"/>
            <a:ext cx="100012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2" name=""/>
          <p:cNvSpPr/>
          <p:nvPr/>
        </p:nvSpPr>
        <p:spPr>
          <a:xfrm rot="0">
            <a:off x="6337300" y="2425700"/>
            <a:ext cx="49847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3" name=""/>
          <p:cNvSpPr/>
          <p:nvPr/>
        </p:nvSpPr>
        <p:spPr>
          <a:xfrm rot="0">
            <a:off x="1731962" y="2425700"/>
            <a:ext cx="65405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4" name=""/>
          <p:cNvSpPr/>
          <p:nvPr/>
        </p:nvSpPr>
        <p:spPr>
          <a:xfrm rot="0">
            <a:off x="2486025" y="2425700"/>
            <a:ext cx="9842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5" name=""/>
          <p:cNvSpPr/>
          <p:nvPr/>
        </p:nvSpPr>
        <p:spPr>
          <a:xfrm rot="0">
            <a:off x="2684462" y="2425700"/>
            <a:ext cx="59372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6" name=""/>
          <p:cNvSpPr/>
          <p:nvPr/>
        </p:nvSpPr>
        <p:spPr>
          <a:xfrm rot="0">
            <a:off x="3378200" y="2425700"/>
            <a:ext cx="98425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67" name=""/>
          <p:cNvSpPr/>
          <p:nvPr/>
        </p:nvSpPr>
        <p:spPr>
          <a:xfrm rot="0">
            <a:off x="3576637" y="2425700"/>
            <a:ext cx="654050" cy="1587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iming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44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4268" name=""/>
          <p:cNvSpPr/>
          <p:nvPr/>
        </p:nvSpPr>
        <p:spPr>
          <a:xfrm rot="0">
            <a:off x="115887" y="-26987"/>
            <a:ext cx="8821738" cy="519112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2800" lang="zh-CN">
                <a:latin typeface="黑体" pitchFamily="2" charset="-122"/>
                <a:ea typeface="黑体" pitchFamily="2" charset="-122"/>
              </a:rPr>
              <a:t>试分析如图所示物体的表面交线，并画全三视图。</a:t>
            </a:r>
          </a:p>
        </p:txBody>
      </p:sp>
      <p:graphicFrame>
        <p:nvGraphicFramePr>
          <p:cNvPr id="4194308" name=""/>
          <p:cNvGraphicFramePr>
            <a:graphicFrameLocks/>
          </p:cNvGraphicFramePr>
          <p:nvPr/>
        </p:nvGraphicFramePr>
        <p:xfrm rot="0">
          <a:off x="5562600" y="4329112"/>
          <a:ext cx="3581400" cy="2492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位图图像" r:id="rId1" spid="" imgH="2492375" imgW="3581400" showAsIcon="0" progId="Paint.Picture">
                  <p:embed followColorScheme="full"/>
                  <p:pic>
                    <p:nvPicPr>
                      <p:cNvPr id="2097212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562600" y="4329112"/>
                        <a:ext cx="3581400" cy="249237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位图图像" r:id="rId1" spid="" imgH="2492375" imgW="3581400" showAsIcon="0" progId="Paint.Picture">
                  <p:embed followColorScheme="full"/>
                  <p:pic>
                    <p:nvPicPr>
                      <p:cNvPr id="2097212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562600" y="4329112"/>
                        <a:ext cx="3581400" cy="249237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84269" name=""/>
          <p:cNvSpPr/>
          <p:nvPr/>
        </p:nvSpPr>
        <p:spPr>
          <a:xfrm rot="0" flipH="1">
            <a:off x="3065462" y="1403350"/>
            <a:ext cx="104457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0" name=""/>
          <p:cNvSpPr/>
          <p:nvPr/>
        </p:nvSpPr>
        <p:spPr>
          <a:xfrm rot="0">
            <a:off x="1216025" y="3443287"/>
            <a:ext cx="2894012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1" name=""/>
          <p:cNvSpPr/>
          <p:nvPr/>
        </p:nvSpPr>
        <p:spPr>
          <a:xfrm rot="0">
            <a:off x="1216025" y="1403350"/>
            <a:ext cx="3175" cy="2039937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2" name=""/>
          <p:cNvSpPr/>
          <p:nvPr/>
        </p:nvSpPr>
        <p:spPr>
          <a:xfrm rot="0">
            <a:off x="4110037" y="1403350"/>
            <a:ext cx="3175" cy="2039937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3" name=""/>
          <p:cNvSpPr/>
          <p:nvPr/>
        </p:nvSpPr>
        <p:spPr>
          <a:xfrm rot="0" flipH="1">
            <a:off x="1216025" y="3933825"/>
            <a:ext cx="484187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4" name=""/>
          <p:cNvSpPr/>
          <p:nvPr/>
        </p:nvSpPr>
        <p:spPr>
          <a:xfrm rot="0" flipH="1">
            <a:off x="3414712" y="3933825"/>
            <a:ext cx="6953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5" name=""/>
          <p:cNvSpPr/>
          <p:nvPr/>
        </p:nvSpPr>
        <p:spPr>
          <a:xfrm rot="0">
            <a:off x="3414712" y="5978525"/>
            <a:ext cx="6953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6" name=""/>
          <p:cNvSpPr/>
          <p:nvPr/>
        </p:nvSpPr>
        <p:spPr>
          <a:xfrm rot="0">
            <a:off x="1216025" y="5978525"/>
            <a:ext cx="484187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7" name=""/>
          <p:cNvSpPr/>
          <p:nvPr/>
        </p:nvSpPr>
        <p:spPr>
          <a:xfrm rot="0">
            <a:off x="1216025" y="5832475"/>
            <a:ext cx="3175" cy="14605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8" name=""/>
          <p:cNvSpPr/>
          <p:nvPr/>
        </p:nvSpPr>
        <p:spPr>
          <a:xfrm rot="0">
            <a:off x="1216025" y="3933825"/>
            <a:ext cx="3175" cy="14605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79" name=""/>
          <p:cNvSpPr/>
          <p:nvPr/>
        </p:nvSpPr>
        <p:spPr>
          <a:xfrm rot="0">
            <a:off x="4110037" y="3933825"/>
            <a:ext cx="3175" cy="204470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80" name=""/>
          <p:cNvSpPr/>
          <p:nvPr/>
        </p:nvSpPr>
        <p:spPr>
          <a:xfrm rot="0">
            <a:off x="1216025" y="4079875"/>
            <a:ext cx="3175" cy="175260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81" name=""/>
          <p:cNvSpPr/>
          <p:nvPr/>
        </p:nvSpPr>
        <p:spPr>
          <a:xfrm rot="0">
            <a:off x="6954837" y="3000375"/>
            <a:ext cx="38100" cy="49212"/>
          </a:xfrm>
          <a:custGeom>
            <a:avLst/>
            <a:ahLst/>
            <a:rect l="0" t="0" r="r" b="b"/>
            <a:pathLst>
              <a:path w="76" h="102">
                <a:moveTo>
                  <a:pt x="2" y="102"/>
                </a:moveTo>
                <a:lnTo>
                  <a:pt x="0" y="102"/>
                </a:lnTo>
                <a:lnTo>
                  <a:pt x="8" y="93"/>
                </a:lnTo>
                <a:lnTo>
                  <a:pt x="27" y="67"/>
                </a:lnTo>
                <a:lnTo>
                  <a:pt x="56" y="28"/>
                </a:ln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82" name=""/>
          <p:cNvSpPr/>
          <p:nvPr/>
        </p:nvSpPr>
        <p:spPr>
          <a:xfrm rot="0" flipH="1" flipV="1">
            <a:off x="7023100" y="1897062"/>
            <a:ext cx="7937" cy="11112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83" name=""/>
          <p:cNvSpPr/>
          <p:nvPr/>
        </p:nvSpPr>
        <p:spPr>
          <a:xfrm rot="0" flipH="1">
            <a:off x="5270500" y="1897062"/>
            <a:ext cx="3175" cy="4762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84" name=""/>
          <p:cNvSpPr/>
          <p:nvPr/>
        </p:nvSpPr>
        <p:spPr>
          <a:xfrm rot="0">
            <a:off x="5267325" y="2935287"/>
            <a:ext cx="76200" cy="114300"/>
          </a:xfrm>
          <a:custGeom>
            <a:avLst/>
            <a:ahLst/>
            <a:rect l="0" t="0" r="r" b="b"/>
            <a:pathLst>
              <a:path w="157" h="233">
                <a:moveTo>
                  <a:pt x="0" y="0"/>
                </a:moveTo>
                <a:lnTo>
                  <a:pt x="17" y="30"/>
                </a:lnTo>
                <a:lnTo>
                  <a:pt x="68" y="112"/>
                </a:lnTo>
                <a:lnTo>
                  <a:pt x="106" y="166"/>
                </a:lnTo>
                <a:lnTo>
                  <a:pt x="135" y="206"/>
                </a:lnTo>
                <a:lnTo>
                  <a:pt x="152" y="229"/>
                </a:lnTo>
                <a:lnTo>
                  <a:pt x="157" y="233"/>
                </a:lnTo>
              </a:path>
            </a:pathLst>
          </a:custGeom>
          <a:noFill/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4285" name=""/>
          <p:cNvSpPr/>
          <p:nvPr/>
        </p:nvSpPr>
        <p:spPr>
          <a:xfrm rot="0" flipH="1">
            <a:off x="4157662" y="2424112"/>
            <a:ext cx="2317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86" name=""/>
          <p:cNvSpPr/>
          <p:nvPr/>
        </p:nvSpPr>
        <p:spPr>
          <a:xfrm rot="0" flipH="1">
            <a:off x="4013200" y="2424112"/>
            <a:ext cx="714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87" name=""/>
          <p:cNvSpPr/>
          <p:nvPr/>
        </p:nvSpPr>
        <p:spPr>
          <a:xfrm rot="0" flipH="1">
            <a:off x="3581400" y="2424112"/>
            <a:ext cx="3587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88" name=""/>
          <p:cNvSpPr/>
          <p:nvPr/>
        </p:nvSpPr>
        <p:spPr>
          <a:xfrm rot="0" flipH="1">
            <a:off x="3438525" y="242411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89" name=""/>
          <p:cNvSpPr/>
          <p:nvPr/>
        </p:nvSpPr>
        <p:spPr>
          <a:xfrm rot="0" flipH="1">
            <a:off x="3006725" y="242411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0" name=""/>
          <p:cNvSpPr/>
          <p:nvPr/>
        </p:nvSpPr>
        <p:spPr>
          <a:xfrm rot="0" flipH="1">
            <a:off x="2862262" y="2424112"/>
            <a:ext cx="714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1" name=""/>
          <p:cNvSpPr/>
          <p:nvPr/>
        </p:nvSpPr>
        <p:spPr>
          <a:xfrm rot="0" flipH="1">
            <a:off x="2428875" y="242411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2" name=""/>
          <p:cNvSpPr/>
          <p:nvPr/>
        </p:nvSpPr>
        <p:spPr>
          <a:xfrm rot="0" flipH="1">
            <a:off x="2284412" y="242411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3" name=""/>
          <p:cNvSpPr/>
          <p:nvPr/>
        </p:nvSpPr>
        <p:spPr>
          <a:xfrm rot="0" flipH="1">
            <a:off x="1852612" y="2424112"/>
            <a:ext cx="36195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4" name=""/>
          <p:cNvSpPr/>
          <p:nvPr/>
        </p:nvSpPr>
        <p:spPr>
          <a:xfrm rot="0" flipH="1">
            <a:off x="1711325" y="2424112"/>
            <a:ext cx="714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5" name=""/>
          <p:cNvSpPr/>
          <p:nvPr/>
        </p:nvSpPr>
        <p:spPr>
          <a:xfrm rot="0" flipH="1">
            <a:off x="1277937" y="242411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6" name=""/>
          <p:cNvSpPr/>
          <p:nvPr/>
        </p:nvSpPr>
        <p:spPr>
          <a:xfrm rot="0" flipH="1">
            <a:off x="1133475" y="242411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7" name=""/>
          <p:cNvSpPr/>
          <p:nvPr/>
        </p:nvSpPr>
        <p:spPr>
          <a:xfrm rot="0">
            <a:off x="4786312" y="242411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8" name=""/>
          <p:cNvSpPr/>
          <p:nvPr/>
        </p:nvSpPr>
        <p:spPr>
          <a:xfrm rot="0">
            <a:off x="5219700" y="2424112"/>
            <a:ext cx="714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299" name=""/>
          <p:cNvSpPr/>
          <p:nvPr/>
        </p:nvSpPr>
        <p:spPr>
          <a:xfrm rot="0">
            <a:off x="5364162" y="242411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0" name=""/>
          <p:cNvSpPr/>
          <p:nvPr/>
        </p:nvSpPr>
        <p:spPr>
          <a:xfrm rot="0">
            <a:off x="5795962" y="242411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1" name=""/>
          <p:cNvSpPr/>
          <p:nvPr/>
        </p:nvSpPr>
        <p:spPr>
          <a:xfrm rot="0">
            <a:off x="5938837" y="2424112"/>
            <a:ext cx="3587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2" name=""/>
          <p:cNvSpPr/>
          <p:nvPr/>
        </p:nvSpPr>
        <p:spPr>
          <a:xfrm rot="0">
            <a:off x="6370637" y="2424112"/>
            <a:ext cx="714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3" name=""/>
          <p:cNvSpPr/>
          <p:nvPr/>
        </p:nvSpPr>
        <p:spPr>
          <a:xfrm rot="0">
            <a:off x="6515100" y="242411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4" name=""/>
          <p:cNvSpPr/>
          <p:nvPr/>
        </p:nvSpPr>
        <p:spPr>
          <a:xfrm rot="0">
            <a:off x="6946900" y="242411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5" name=""/>
          <p:cNvSpPr/>
          <p:nvPr/>
        </p:nvSpPr>
        <p:spPr>
          <a:xfrm rot="0">
            <a:off x="7092950" y="2424112"/>
            <a:ext cx="35560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6" name=""/>
          <p:cNvSpPr/>
          <p:nvPr/>
        </p:nvSpPr>
        <p:spPr>
          <a:xfrm rot="0" flipV="1">
            <a:off x="6148387" y="3440112"/>
            <a:ext cx="4762" cy="2317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7" name=""/>
          <p:cNvSpPr/>
          <p:nvPr/>
        </p:nvSpPr>
        <p:spPr>
          <a:xfrm rot="0" flipV="1">
            <a:off x="6148387" y="3298825"/>
            <a:ext cx="4762" cy="68262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8" name=""/>
          <p:cNvSpPr/>
          <p:nvPr/>
        </p:nvSpPr>
        <p:spPr>
          <a:xfrm rot="0" flipV="1">
            <a:off x="6148387" y="2862262"/>
            <a:ext cx="4762" cy="36353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09" name=""/>
          <p:cNvSpPr/>
          <p:nvPr/>
        </p:nvSpPr>
        <p:spPr>
          <a:xfrm rot="0" flipV="1">
            <a:off x="6148387" y="2720975"/>
            <a:ext cx="4762" cy="730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0" name=""/>
          <p:cNvSpPr/>
          <p:nvPr/>
        </p:nvSpPr>
        <p:spPr>
          <a:xfrm rot="0" flipV="1">
            <a:off x="6148387" y="2289175"/>
            <a:ext cx="4762" cy="3587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1" name=""/>
          <p:cNvSpPr/>
          <p:nvPr/>
        </p:nvSpPr>
        <p:spPr>
          <a:xfrm rot="0" flipV="1">
            <a:off x="6148387" y="2143125"/>
            <a:ext cx="4762" cy="730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2" name=""/>
          <p:cNvSpPr/>
          <p:nvPr/>
        </p:nvSpPr>
        <p:spPr>
          <a:xfrm rot="0" flipV="1">
            <a:off x="6148387" y="1711325"/>
            <a:ext cx="4762" cy="3587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3" name=""/>
          <p:cNvSpPr/>
          <p:nvPr/>
        </p:nvSpPr>
        <p:spPr>
          <a:xfrm rot="0" flipV="1">
            <a:off x="6148387" y="1565275"/>
            <a:ext cx="4762" cy="730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4" name=""/>
          <p:cNvSpPr/>
          <p:nvPr/>
        </p:nvSpPr>
        <p:spPr>
          <a:xfrm rot="0" flipV="1">
            <a:off x="6148387" y="1265237"/>
            <a:ext cx="4762" cy="2286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5" name=""/>
          <p:cNvSpPr/>
          <p:nvPr/>
        </p:nvSpPr>
        <p:spPr>
          <a:xfrm rot="0" flipH="1">
            <a:off x="3954462" y="4957762"/>
            <a:ext cx="4349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6" name=""/>
          <p:cNvSpPr/>
          <p:nvPr/>
        </p:nvSpPr>
        <p:spPr>
          <a:xfrm rot="0" flipH="1">
            <a:off x="3811587" y="4957762"/>
            <a:ext cx="6985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7" name=""/>
          <p:cNvSpPr/>
          <p:nvPr/>
        </p:nvSpPr>
        <p:spPr>
          <a:xfrm rot="0" flipH="1">
            <a:off x="3379787" y="495776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8" name=""/>
          <p:cNvSpPr/>
          <p:nvPr/>
        </p:nvSpPr>
        <p:spPr>
          <a:xfrm rot="0" flipH="1">
            <a:off x="3235325" y="4957762"/>
            <a:ext cx="714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19" name=""/>
          <p:cNvSpPr/>
          <p:nvPr/>
        </p:nvSpPr>
        <p:spPr>
          <a:xfrm rot="0" flipH="1">
            <a:off x="2803525" y="4957762"/>
            <a:ext cx="3587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0" name=""/>
          <p:cNvSpPr/>
          <p:nvPr/>
        </p:nvSpPr>
        <p:spPr>
          <a:xfrm rot="0" flipH="1">
            <a:off x="2657475" y="495776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1" name=""/>
          <p:cNvSpPr/>
          <p:nvPr/>
        </p:nvSpPr>
        <p:spPr>
          <a:xfrm rot="0" flipH="1">
            <a:off x="2225675" y="4957762"/>
            <a:ext cx="3587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2" name=""/>
          <p:cNvSpPr/>
          <p:nvPr/>
        </p:nvSpPr>
        <p:spPr>
          <a:xfrm rot="0" flipH="1">
            <a:off x="2084387" y="4957762"/>
            <a:ext cx="682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3" name=""/>
          <p:cNvSpPr/>
          <p:nvPr/>
        </p:nvSpPr>
        <p:spPr>
          <a:xfrm rot="0" flipH="1">
            <a:off x="1651000" y="4957762"/>
            <a:ext cx="3603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4" name=""/>
          <p:cNvSpPr/>
          <p:nvPr/>
        </p:nvSpPr>
        <p:spPr>
          <a:xfrm rot="0" flipH="1">
            <a:off x="1506537" y="4957762"/>
            <a:ext cx="730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5" name=""/>
          <p:cNvSpPr/>
          <p:nvPr/>
        </p:nvSpPr>
        <p:spPr>
          <a:xfrm rot="0" flipH="1">
            <a:off x="998537" y="4957762"/>
            <a:ext cx="4349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6" name=""/>
          <p:cNvSpPr/>
          <p:nvPr/>
        </p:nvSpPr>
        <p:spPr>
          <a:xfrm rot="0" flipV="1">
            <a:off x="2557462" y="2419350"/>
            <a:ext cx="3175" cy="85883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7" name=""/>
          <p:cNvSpPr/>
          <p:nvPr/>
        </p:nvSpPr>
        <p:spPr>
          <a:xfrm rot="0" flipV="1">
            <a:off x="2557462" y="2133600"/>
            <a:ext cx="3175" cy="144462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8" name=""/>
          <p:cNvSpPr/>
          <p:nvPr/>
        </p:nvSpPr>
        <p:spPr>
          <a:xfrm rot="0" flipV="1">
            <a:off x="2557462" y="1133475"/>
            <a:ext cx="3175" cy="8540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29" name=""/>
          <p:cNvSpPr/>
          <p:nvPr/>
        </p:nvSpPr>
        <p:spPr>
          <a:xfrm rot="0">
            <a:off x="7224712" y="1719262"/>
            <a:ext cx="1533525" cy="365125"/>
          </a:xfrm>
          <a:prstGeom prst="rect"/>
          <a:noFill/>
          <a:ln>
            <a:noFill/>
          </a:ln>
        </p:spPr>
        <p:txBody>
          <a:bodyPr anchor="t" bIns="0" lIns="0" rIns="0" tIns="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lang="en-US">
                <a:solidFill>
                  <a:srgbClr val="0000FF"/>
                </a:solidFill>
                <a:latin typeface="宋体" pitchFamily="2" charset="-122"/>
              </a:rPr>
              <a:t>2″</a:t>
            </a:r>
            <a:r>
              <a:rPr altLang="en-US" b="1" lang="zh-CN">
                <a:solidFill>
                  <a:srgbClr val="0000FF"/>
                </a:solidFill>
                <a:latin typeface="宋体" pitchFamily="2" charset="-122"/>
              </a:rPr>
              <a:t>（</a:t>
            </a:r>
            <a:r>
              <a:rPr altLang="zh-CN" b="1" lang="en-US">
                <a:solidFill>
                  <a:srgbClr val="0000FF"/>
                </a:solidFill>
                <a:latin typeface="宋体" pitchFamily="2" charset="-122"/>
              </a:rPr>
              <a:t>8″</a:t>
            </a:r>
            <a:r>
              <a:rPr altLang="en-US" b="1" lang="zh-CN">
                <a:solidFill>
                  <a:srgbClr val="0000FF"/>
                </a:solidFill>
                <a:latin typeface="宋体" pitchFamily="2" charset="-122"/>
              </a:rPr>
              <a:t>）</a:t>
            </a:r>
          </a:p>
        </p:txBody>
      </p:sp>
      <p:sp>
        <p:nvSpPr>
          <p:cNvPr id="1084330" name=""/>
          <p:cNvSpPr/>
          <p:nvPr/>
        </p:nvSpPr>
        <p:spPr>
          <a:xfrm rot="0">
            <a:off x="5343525" y="3049587"/>
            <a:ext cx="176212" cy="3175"/>
          </a:xfrm>
          <a:prstGeom prst="line"/>
          <a:solidFill>
            <a:srgbClr val="FFFFFF"/>
          </a:solidFill>
          <a:ln w="28575" cap="flat" cmpd="sng">
            <a:solidFill>
              <a:srgbClr val="FF00FF">
                <a:alpha val="100000"/>
              </a:srgbClr>
            </a:solidFill>
            <a:prstDash val="solid"/>
            <a:round/>
          </a:ln>
        </p:spPr>
      </p:sp>
      <p:sp>
        <p:nvSpPr>
          <p:cNvPr id="1084331" name=""/>
          <p:cNvSpPr/>
          <p:nvPr/>
        </p:nvSpPr>
        <p:spPr>
          <a:xfrm rot="0">
            <a:off x="5643562" y="3049587"/>
            <a:ext cx="252412" cy="3175"/>
          </a:xfrm>
          <a:prstGeom prst="line"/>
          <a:solidFill>
            <a:srgbClr val="FFFFFF"/>
          </a:solidFill>
          <a:ln w="28575" cap="flat" cmpd="sng">
            <a:solidFill>
              <a:srgbClr val="FF00FF">
                <a:alpha val="100000"/>
              </a:srgbClr>
            </a:solidFill>
            <a:prstDash val="solid"/>
            <a:round/>
          </a:ln>
        </p:spPr>
      </p:sp>
      <p:sp>
        <p:nvSpPr>
          <p:cNvPr id="1084332" name=""/>
          <p:cNvSpPr/>
          <p:nvPr/>
        </p:nvSpPr>
        <p:spPr>
          <a:xfrm rot="0">
            <a:off x="6024562" y="3049587"/>
            <a:ext cx="252412" cy="3175"/>
          </a:xfrm>
          <a:prstGeom prst="line"/>
          <a:solidFill>
            <a:srgbClr val="FFFFFF"/>
          </a:solidFill>
          <a:ln w="28575" cap="flat" cmpd="sng">
            <a:solidFill>
              <a:srgbClr val="FF00FF">
                <a:alpha val="100000"/>
              </a:srgbClr>
            </a:solidFill>
            <a:prstDash val="solid"/>
            <a:round/>
          </a:ln>
        </p:spPr>
      </p:sp>
      <p:sp>
        <p:nvSpPr>
          <p:cNvPr id="1084333" name=""/>
          <p:cNvSpPr/>
          <p:nvPr/>
        </p:nvSpPr>
        <p:spPr>
          <a:xfrm rot="0">
            <a:off x="6400800" y="3049587"/>
            <a:ext cx="252412" cy="3175"/>
          </a:xfrm>
          <a:prstGeom prst="line"/>
          <a:solidFill>
            <a:srgbClr val="FFFFFF"/>
          </a:solidFill>
          <a:ln w="28575" cap="flat" cmpd="sng">
            <a:solidFill>
              <a:srgbClr val="FF00FF">
                <a:alpha val="100000"/>
              </a:srgbClr>
            </a:solidFill>
            <a:prstDash val="solid"/>
            <a:round/>
          </a:ln>
        </p:spPr>
      </p:sp>
      <p:sp>
        <p:nvSpPr>
          <p:cNvPr id="1084334" name=""/>
          <p:cNvSpPr/>
          <p:nvPr/>
        </p:nvSpPr>
        <p:spPr>
          <a:xfrm rot="0">
            <a:off x="6781800" y="3049587"/>
            <a:ext cx="173037" cy="3175"/>
          </a:xfrm>
          <a:prstGeom prst="line"/>
          <a:solidFill>
            <a:srgbClr val="FFFFFF"/>
          </a:solidFill>
          <a:ln w="28575" cap="flat" cmpd="sng">
            <a:solidFill>
              <a:srgbClr val="FF00FF">
                <a:alpha val="100000"/>
              </a:srgbClr>
            </a:solidFill>
            <a:prstDash val="solid"/>
            <a:round/>
          </a:ln>
        </p:spPr>
      </p:sp>
      <p:sp>
        <p:nvSpPr>
          <p:cNvPr id="1084335" name=""/>
          <p:cNvSpPr/>
          <p:nvPr/>
        </p:nvSpPr>
        <p:spPr>
          <a:xfrm rot="0">
            <a:off x="2425700" y="5667375"/>
            <a:ext cx="255587" cy="731837"/>
          </a:xfrm>
          <a:prstGeom prst="rect"/>
          <a:noFill/>
          <a:ln>
            <a:noFill/>
          </a:ln>
        </p:spPr>
        <p:txBody>
          <a:bodyPr anchor="t" bIns="0" lIns="0" rIns="0" tIns="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1600" lang="en-US">
                <a:solidFill>
                  <a:srgbClr val="FF3300"/>
                </a:solidFill>
              </a:rPr>
              <a:t>●</a:t>
            </a:r>
          </a:p>
          <a:p>
            <a:pPr algn="ctr" lvl="0"/>
            <a:r>
              <a:rPr altLang="zh-CN" b="1" sz="3200" lang="en-US"/>
              <a:t> </a:t>
            </a:r>
            <a:r>
              <a:rPr altLang="zh-CN" b="1" lang="en-US">
                <a:solidFill>
                  <a:srgbClr val="FF3300"/>
                </a:solidFill>
                <a:latin typeface="宋体" pitchFamily="2" charset="-122"/>
              </a:rPr>
              <a:t>5</a:t>
            </a:r>
          </a:p>
        </p:txBody>
      </p:sp>
      <p:grpSp>
        <p:nvGrpSpPr>
          <p:cNvPr id="442" name=""/>
          <p:cNvGrpSpPr/>
          <p:nvPr/>
        </p:nvGrpSpPr>
        <p:grpSpPr>
          <a:xfrm rot="0">
            <a:off x="1590675" y="5681662"/>
            <a:ext cx="1976437" cy="942975"/>
            <a:chOff x="1002" y="3579"/>
            <a:chExt cx="1245" cy="594"/>
          </a:xfrm>
        </p:grpSpPr>
        <p:sp>
          <p:nvSpPr>
            <p:cNvPr id="1084336" name=""/>
            <p:cNvSpPr/>
            <p:nvPr/>
          </p:nvSpPr>
          <p:spPr>
            <a:xfrm rot="0">
              <a:off x="2086" y="3693"/>
              <a:ext cx="161" cy="48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rgbClr val="FF3300"/>
                  </a:solidFill>
                </a:rPr>
                <a:t>●</a:t>
              </a:r>
            </a:p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 </a:t>
              </a:r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7</a:t>
              </a:r>
            </a:p>
          </p:txBody>
        </p:sp>
        <p:sp>
          <p:nvSpPr>
            <p:cNvPr id="1084337" name=""/>
            <p:cNvSpPr/>
            <p:nvPr/>
          </p:nvSpPr>
          <p:spPr>
            <a:xfrm rot="0">
              <a:off x="1002" y="3579"/>
              <a:ext cx="149" cy="537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600" lang="en-US">
                  <a:solidFill>
                    <a:srgbClr val="FF3300"/>
                  </a:solidFill>
                </a:rPr>
                <a:t>●</a:t>
              </a:r>
              <a:r>
                <a:rPr altLang="zh-CN" b="1" sz="3200" lang="en-US"/>
                <a:t> </a:t>
              </a:r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3</a:t>
              </a:r>
            </a:p>
          </p:txBody>
        </p:sp>
      </p:grpSp>
      <p:grpSp>
        <p:nvGrpSpPr>
          <p:cNvPr id="443" name=""/>
          <p:cNvGrpSpPr/>
          <p:nvPr/>
        </p:nvGrpSpPr>
        <p:grpSpPr>
          <a:xfrm rot="0">
            <a:off x="1338262" y="954087"/>
            <a:ext cx="2732087" cy="2540000"/>
            <a:chOff x="843" y="601"/>
            <a:chExt cx="1721" cy="1600"/>
          </a:xfrm>
        </p:grpSpPr>
        <p:sp>
          <p:nvSpPr>
            <p:cNvPr id="1084338" name=""/>
            <p:cNvSpPr/>
            <p:nvPr/>
          </p:nvSpPr>
          <p:spPr>
            <a:xfrm rot="0">
              <a:off x="1199" y="629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3300"/>
                  </a:solidFill>
                  <a:latin typeface="宋体" pitchFamily="2" charset="-122"/>
                </a:rPr>
                <a:t>1′</a:t>
              </a:r>
            </a:p>
          </p:txBody>
        </p:sp>
        <p:sp>
          <p:nvSpPr>
            <p:cNvPr id="1084339" name=""/>
            <p:cNvSpPr/>
            <p:nvPr/>
          </p:nvSpPr>
          <p:spPr>
            <a:xfrm rot="0">
              <a:off x="843" y="1111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2′</a:t>
              </a:r>
            </a:p>
          </p:txBody>
        </p:sp>
        <p:sp>
          <p:nvSpPr>
            <p:cNvPr id="1084340" name=""/>
            <p:cNvSpPr/>
            <p:nvPr/>
          </p:nvSpPr>
          <p:spPr>
            <a:xfrm rot="0">
              <a:off x="895" y="1557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3′</a:t>
              </a:r>
            </a:p>
          </p:txBody>
        </p:sp>
        <p:sp>
          <p:nvSpPr>
            <p:cNvPr id="1084341" name=""/>
            <p:cNvSpPr/>
            <p:nvPr/>
          </p:nvSpPr>
          <p:spPr>
            <a:xfrm rot="0">
              <a:off x="1077" y="1775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4′</a:t>
              </a:r>
            </a:p>
          </p:txBody>
        </p:sp>
        <p:sp>
          <p:nvSpPr>
            <p:cNvPr id="1084342" name=""/>
            <p:cNvSpPr/>
            <p:nvPr/>
          </p:nvSpPr>
          <p:spPr>
            <a:xfrm rot="0">
              <a:off x="1411" y="1932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5′</a:t>
              </a:r>
            </a:p>
          </p:txBody>
        </p:sp>
        <p:sp>
          <p:nvSpPr>
            <p:cNvPr id="1084343" name=""/>
            <p:cNvSpPr/>
            <p:nvPr/>
          </p:nvSpPr>
          <p:spPr>
            <a:xfrm rot="0">
              <a:off x="1999" y="1775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3300"/>
                  </a:solidFill>
                  <a:latin typeface="宋体" pitchFamily="2" charset="-122"/>
                </a:rPr>
                <a:t>6′</a:t>
              </a:r>
            </a:p>
          </p:txBody>
        </p:sp>
        <p:sp>
          <p:nvSpPr>
            <p:cNvPr id="1084344" name=""/>
            <p:cNvSpPr/>
            <p:nvPr/>
          </p:nvSpPr>
          <p:spPr>
            <a:xfrm rot="0">
              <a:off x="2153" y="1566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3300"/>
                  </a:solidFill>
                  <a:latin typeface="宋体" pitchFamily="2" charset="-122"/>
                </a:rPr>
                <a:t>7′</a:t>
              </a:r>
            </a:p>
          </p:txBody>
        </p:sp>
        <p:sp>
          <p:nvSpPr>
            <p:cNvPr id="1084345" name=""/>
            <p:cNvSpPr/>
            <p:nvPr/>
          </p:nvSpPr>
          <p:spPr>
            <a:xfrm rot="0">
              <a:off x="2226" y="1083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3300"/>
                  </a:solidFill>
                  <a:latin typeface="宋体" pitchFamily="2" charset="-122"/>
                </a:rPr>
                <a:t>8′</a:t>
              </a:r>
            </a:p>
          </p:txBody>
        </p:sp>
        <p:sp>
          <p:nvSpPr>
            <p:cNvPr id="1084346" name=""/>
            <p:cNvSpPr/>
            <p:nvPr/>
          </p:nvSpPr>
          <p:spPr>
            <a:xfrm rot="0">
              <a:off x="1877" y="601"/>
              <a:ext cx="386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  <a:latin typeface="宋体" pitchFamily="2" charset="-122"/>
                </a:rPr>
                <a:t>9′</a:t>
              </a:r>
            </a:p>
          </p:txBody>
        </p:sp>
      </p:grpSp>
      <p:grpSp>
        <p:nvGrpSpPr>
          <p:cNvPr id="444" name=""/>
          <p:cNvGrpSpPr/>
          <p:nvPr/>
        </p:nvGrpSpPr>
        <p:grpSpPr>
          <a:xfrm rot="0">
            <a:off x="1925637" y="2663825"/>
            <a:ext cx="6832600" cy="365125"/>
            <a:chOff x="1213" y="1678"/>
            <a:chExt cx="4304" cy="230"/>
          </a:xfrm>
        </p:grpSpPr>
        <p:sp>
          <p:nvSpPr>
            <p:cNvPr id="1084347" name=""/>
            <p:cNvSpPr/>
            <p:nvPr/>
          </p:nvSpPr>
          <p:spPr>
            <a:xfrm rot="0">
              <a:off x="1213" y="1757"/>
              <a:ext cx="3261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48" name=""/>
            <p:cNvSpPr/>
            <p:nvPr/>
          </p:nvSpPr>
          <p:spPr>
            <a:xfrm rot="0">
              <a:off x="4551" y="1678"/>
              <a:ext cx="966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4″</a:t>
              </a:r>
              <a:r>
                <a:rPr altLang="en-US" b="1" lang="zh-CN">
                  <a:solidFill>
                    <a:srgbClr val="0000FF"/>
                  </a:solidFill>
                  <a:latin typeface="宋体" pitchFamily="2" charset="-122"/>
                </a:rPr>
                <a:t>（</a:t>
              </a:r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6″</a:t>
              </a:r>
              <a:r>
                <a:rPr altLang="en-US" b="1" lang="zh-CN">
                  <a:solidFill>
                    <a:srgbClr val="0000FF"/>
                  </a:solidFill>
                  <a:latin typeface="宋体" pitchFamily="2" charset="-122"/>
                </a:rPr>
                <a:t>）</a:t>
              </a:r>
            </a:p>
          </p:txBody>
        </p:sp>
      </p:grpSp>
      <p:sp>
        <p:nvSpPr>
          <p:cNvPr id="1084349" name=""/>
          <p:cNvSpPr/>
          <p:nvPr/>
        </p:nvSpPr>
        <p:spPr>
          <a:xfrm rot="0">
            <a:off x="6677025" y="2754312"/>
            <a:ext cx="460375" cy="365125"/>
          </a:xfrm>
          <a:prstGeom prst="rect"/>
          <a:noFill/>
          <a:ln>
            <a:noFill/>
          </a:ln>
        </p:spPr>
        <p:txBody>
          <a:bodyPr anchor="t" bIns="0" lIns="0" rIns="0" tIns="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lang="en-US">
                <a:solidFill>
                  <a:srgbClr val="0000FF"/>
                </a:solidFill>
                <a:latin typeface="宋体" pitchFamily="2" charset="-122"/>
              </a:rPr>
              <a:t>5″</a:t>
            </a:r>
          </a:p>
        </p:txBody>
      </p:sp>
      <p:sp>
        <p:nvSpPr>
          <p:cNvPr id="1084350" name=""/>
          <p:cNvSpPr/>
          <p:nvPr/>
        </p:nvSpPr>
        <p:spPr>
          <a:xfrm rot="0">
            <a:off x="1533525" y="2146300"/>
            <a:ext cx="82391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1" name=""/>
          <p:cNvSpPr/>
          <p:nvPr/>
        </p:nvSpPr>
        <p:spPr>
          <a:xfrm rot="0">
            <a:off x="2501900" y="2146300"/>
            <a:ext cx="14605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2" name=""/>
          <p:cNvSpPr/>
          <p:nvPr/>
        </p:nvSpPr>
        <p:spPr>
          <a:xfrm rot="0">
            <a:off x="2789237" y="2146300"/>
            <a:ext cx="8223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3" name=""/>
          <p:cNvSpPr/>
          <p:nvPr/>
        </p:nvSpPr>
        <p:spPr>
          <a:xfrm rot="0">
            <a:off x="4876800" y="2146300"/>
            <a:ext cx="4016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4" name=""/>
          <p:cNvSpPr/>
          <p:nvPr/>
        </p:nvSpPr>
        <p:spPr>
          <a:xfrm rot="0">
            <a:off x="5419725" y="2146300"/>
            <a:ext cx="144462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5" name=""/>
          <p:cNvSpPr/>
          <p:nvPr/>
        </p:nvSpPr>
        <p:spPr>
          <a:xfrm rot="0">
            <a:off x="5710237" y="2146300"/>
            <a:ext cx="71913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6" name=""/>
          <p:cNvSpPr/>
          <p:nvPr/>
        </p:nvSpPr>
        <p:spPr>
          <a:xfrm rot="0">
            <a:off x="6573837" y="2146300"/>
            <a:ext cx="141287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7" name=""/>
          <p:cNvSpPr/>
          <p:nvPr/>
        </p:nvSpPr>
        <p:spPr>
          <a:xfrm rot="0">
            <a:off x="6861175" y="2146300"/>
            <a:ext cx="39687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8" name=""/>
          <p:cNvSpPr/>
          <p:nvPr/>
        </p:nvSpPr>
        <p:spPr>
          <a:xfrm rot="0">
            <a:off x="2557462" y="3889375"/>
            <a:ext cx="3175" cy="8270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59" name=""/>
          <p:cNvSpPr/>
          <p:nvPr/>
        </p:nvSpPr>
        <p:spPr>
          <a:xfrm rot="0">
            <a:off x="2557462" y="4857750"/>
            <a:ext cx="3175" cy="144462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4360" name=""/>
          <p:cNvSpPr/>
          <p:nvPr/>
        </p:nvSpPr>
        <p:spPr>
          <a:xfrm rot="0">
            <a:off x="2557462" y="5148262"/>
            <a:ext cx="3175" cy="8223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grpSp>
        <p:nvGrpSpPr>
          <p:cNvPr id="445" name=""/>
          <p:cNvGrpSpPr/>
          <p:nvPr/>
        </p:nvGrpSpPr>
        <p:grpSpPr>
          <a:xfrm rot="0">
            <a:off x="2727325" y="1406525"/>
            <a:ext cx="441325" cy="3708400"/>
            <a:chOff x="1718" y="886"/>
            <a:chExt cx="278" cy="2336"/>
          </a:xfrm>
        </p:grpSpPr>
        <p:sp>
          <p:nvSpPr>
            <p:cNvPr id="1084361" name=""/>
            <p:cNvSpPr/>
            <p:nvPr/>
          </p:nvSpPr>
          <p:spPr>
            <a:xfrm rot="0">
              <a:off x="1935" y="886"/>
              <a:ext cx="3" cy="229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62" name=""/>
            <p:cNvSpPr/>
            <p:nvPr/>
          </p:nvSpPr>
          <p:spPr>
            <a:xfrm rot="0">
              <a:off x="1718" y="2992"/>
              <a:ext cx="278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9</a:t>
              </a:r>
              <a:r>
                <a:rPr altLang="zh-CN" b="1" sz="1800" lang="en-US">
                  <a:solidFill>
                    <a:schemeClr val="lt2"/>
                  </a:solidFill>
                </a:rPr>
                <a:t> ●</a:t>
              </a:r>
            </a:p>
          </p:txBody>
        </p:sp>
      </p:grpSp>
      <p:grpSp>
        <p:nvGrpSpPr>
          <p:cNvPr id="446" name=""/>
          <p:cNvGrpSpPr/>
          <p:nvPr/>
        </p:nvGrpSpPr>
        <p:grpSpPr>
          <a:xfrm rot="0">
            <a:off x="1858962" y="2789237"/>
            <a:ext cx="1419225" cy="3619500"/>
            <a:chOff x="1171" y="1757"/>
            <a:chExt cx="894" cy="2280"/>
          </a:xfrm>
        </p:grpSpPr>
        <p:sp>
          <p:nvSpPr>
            <p:cNvPr id="1084363" name=""/>
            <p:cNvSpPr/>
            <p:nvPr/>
          </p:nvSpPr>
          <p:spPr>
            <a:xfrm rot="0">
              <a:off x="1920" y="3634"/>
              <a:ext cx="145" cy="403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rgbClr val="FF3300"/>
                  </a:solidFill>
                </a:rPr>
                <a:t>●</a:t>
              </a:r>
            </a:p>
            <a:p>
              <a:pPr algn="ctr" lvl="0"/>
              <a:r>
                <a:rPr altLang="zh-CN" b="1" sz="1800" lang="en-US">
                  <a:solidFill>
                    <a:schemeClr val="lt2"/>
                  </a:solidFill>
                </a:rPr>
                <a:t> </a:t>
              </a:r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6</a:t>
              </a:r>
            </a:p>
          </p:txBody>
        </p:sp>
        <p:sp>
          <p:nvSpPr>
            <p:cNvPr id="1084364" name=""/>
            <p:cNvSpPr/>
            <p:nvPr/>
          </p:nvSpPr>
          <p:spPr>
            <a:xfrm rot="0">
              <a:off x="1171" y="3549"/>
              <a:ext cx="290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600" lang="en-US">
                  <a:solidFill>
                    <a:srgbClr val="FF3300"/>
                  </a:solidFill>
                </a:rPr>
                <a:t>●</a:t>
              </a:r>
              <a:r>
                <a:rPr altLang="zh-CN" b="1" sz="3200" lang="en-US">
                  <a:solidFill>
                    <a:srgbClr val="FF3300"/>
                  </a:solidFill>
                </a:rPr>
                <a:t> </a:t>
              </a:r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4</a:t>
              </a:r>
            </a:p>
          </p:txBody>
        </p:sp>
        <p:sp>
          <p:nvSpPr>
            <p:cNvPr id="1084365" name=""/>
            <p:cNvSpPr/>
            <p:nvPr/>
          </p:nvSpPr>
          <p:spPr>
            <a:xfrm rot="0">
              <a:off x="1213" y="1757"/>
              <a:ext cx="2" cy="196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66" name=""/>
            <p:cNvSpPr/>
            <p:nvPr/>
          </p:nvSpPr>
          <p:spPr>
            <a:xfrm rot="0">
              <a:off x="2012" y="1757"/>
              <a:ext cx="2" cy="196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367" name=""/>
          <p:cNvSpPr/>
          <p:nvPr/>
        </p:nvSpPr>
        <p:spPr>
          <a:xfrm rot="0">
            <a:off x="5129212" y="1403350"/>
            <a:ext cx="2039937" cy="2039937"/>
          </a:xfrm>
          <a:custGeom>
            <a:avLst/>
            <a:ahLst/>
            <a:rect l="0" t="0" r="r" b="b"/>
            <a:pathLst>
              <a:path w="4131" h="4133">
                <a:moveTo>
                  <a:pt x="4131" y="2066"/>
                </a:moveTo>
                <a:lnTo>
                  <a:pt x="4128" y="1937"/>
                </a:lnTo>
                <a:lnTo>
                  <a:pt x="4114" y="1808"/>
                </a:lnTo>
                <a:lnTo>
                  <a:pt x="4094" y="1680"/>
                </a:lnTo>
                <a:lnTo>
                  <a:pt x="4066" y="1552"/>
                </a:lnTo>
                <a:lnTo>
                  <a:pt x="4030" y="1428"/>
                </a:lnTo>
                <a:lnTo>
                  <a:pt x="3986" y="1306"/>
                </a:lnTo>
                <a:lnTo>
                  <a:pt x="3934" y="1187"/>
                </a:lnTo>
                <a:lnTo>
                  <a:pt x="3876" y="1071"/>
                </a:lnTo>
                <a:lnTo>
                  <a:pt x="3809" y="959"/>
                </a:lnTo>
                <a:lnTo>
                  <a:pt x="3736" y="852"/>
                </a:lnTo>
                <a:lnTo>
                  <a:pt x="3657" y="749"/>
                </a:lnTo>
                <a:lnTo>
                  <a:pt x="3572" y="652"/>
                </a:lnTo>
                <a:lnTo>
                  <a:pt x="3480" y="560"/>
                </a:lnTo>
                <a:lnTo>
                  <a:pt x="3383" y="474"/>
                </a:lnTo>
                <a:lnTo>
                  <a:pt x="3280" y="394"/>
                </a:lnTo>
                <a:lnTo>
                  <a:pt x="3173" y="321"/>
                </a:lnTo>
                <a:lnTo>
                  <a:pt x="3061" y="255"/>
                </a:lnTo>
                <a:lnTo>
                  <a:pt x="2945" y="196"/>
                </a:lnTo>
                <a:lnTo>
                  <a:pt x="2826" y="144"/>
                </a:lnTo>
                <a:lnTo>
                  <a:pt x="2704" y="101"/>
                </a:lnTo>
                <a:lnTo>
                  <a:pt x="2579" y="65"/>
                </a:lnTo>
                <a:lnTo>
                  <a:pt x="2453" y="36"/>
                </a:lnTo>
                <a:lnTo>
                  <a:pt x="2325" y="16"/>
                </a:lnTo>
                <a:lnTo>
                  <a:pt x="2196" y="4"/>
                </a:lnTo>
                <a:lnTo>
                  <a:pt x="2065" y="0"/>
                </a:lnTo>
                <a:lnTo>
                  <a:pt x="1936" y="4"/>
                </a:lnTo>
                <a:lnTo>
                  <a:pt x="1806" y="16"/>
                </a:lnTo>
                <a:lnTo>
                  <a:pt x="1678" y="36"/>
                </a:lnTo>
                <a:lnTo>
                  <a:pt x="1552" y="65"/>
                </a:lnTo>
                <a:lnTo>
                  <a:pt x="1427" y="101"/>
                </a:lnTo>
                <a:lnTo>
                  <a:pt x="1305" y="144"/>
                </a:lnTo>
                <a:lnTo>
                  <a:pt x="1186" y="196"/>
                </a:lnTo>
                <a:lnTo>
                  <a:pt x="1070" y="255"/>
                </a:lnTo>
                <a:lnTo>
                  <a:pt x="959" y="321"/>
                </a:lnTo>
                <a:lnTo>
                  <a:pt x="852" y="394"/>
                </a:lnTo>
                <a:lnTo>
                  <a:pt x="749" y="474"/>
                </a:lnTo>
                <a:lnTo>
                  <a:pt x="651" y="560"/>
                </a:lnTo>
                <a:lnTo>
                  <a:pt x="560" y="652"/>
                </a:lnTo>
                <a:lnTo>
                  <a:pt x="474" y="749"/>
                </a:lnTo>
                <a:lnTo>
                  <a:pt x="394" y="852"/>
                </a:lnTo>
                <a:lnTo>
                  <a:pt x="321" y="959"/>
                </a:lnTo>
                <a:lnTo>
                  <a:pt x="256" y="1071"/>
                </a:lnTo>
                <a:lnTo>
                  <a:pt x="196" y="1187"/>
                </a:lnTo>
                <a:lnTo>
                  <a:pt x="145" y="1306"/>
                </a:lnTo>
                <a:lnTo>
                  <a:pt x="101" y="1428"/>
                </a:lnTo>
                <a:lnTo>
                  <a:pt x="65" y="1552"/>
                </a:lnTo>
                <a:lnTo>
                  <a:pt x="37" y="1680"/>
                </a:lnTo>
                <a:lnTo>
                  <a:pt x="16" y="1808"/>
                </a:lnTo>
                <a:lnTo>
                  <a:pt x="4" y="1937"/>
                </a:lnTo>
                <a:lnTo>
                  <a:pt x="0" y="2066"/>
                </a:lnTo>
                <a:lnTo>
                  <a:pt x="4" y="2197"/>
                </a:lnTo>
                <a:lnTo>
                  <a:pt x="16" y="2326"/>
                </a:lnTo>
                <a:lnTo>
                  <a:pt x="37" y="2454"/>
                </a:lnTo>
                <a:lnTo>
                  <a:pt x="65" y="2580"/>
                </a:lnTo>
                <a:lnTo>
                  <a:pt x="101" y="2705"/>
                </a:lnTo>
                <a:lnTo>
                  <a:pt x="145" y="2828"/>
                </a:lnTo>
                <a:lnTo>
                  <a:pt x="196" y="2946"/>
                </a:lnTo>
                <a:lnTo>
                  <a:pt x="256" y="3062"/>
                </a:lnTo>
                <a:lnTo>
                  <a:pt x="321" y="3174"/>
                </a:lnTo>
                <a:lnTo>
                  <a:pt x="394" y="3281"/>
                </a:lnTo>
                <a:lnTo>
                  <a:pt x="474" y="3384"/>
                </a:lnTo>
                <a:lnTo>
                  <a:pt x="560" y="3481"/>
                </a:lnTo>
                <a:lnTo>
                  <a:pt x="651" y="3573"/>
                </a:lnTo>
                <a:lnTo>
                  <a:pt x="749" y="3659"/>
                </a:lnTo>
                <a:lnTo>
                  <a:pt x="852" y="3739"/>
                </a:lnTo>
                <a:lnTo>
                  <a:pt x="959" y="3812"/>
                </a:lnTo>
                <a:lnTo>
                  <a:pt x="1070" y="3878"/>
                </a:lnTo>
                <a:lnTo>
                  <a:pt x="1186" y="3936"/>
                </a:lnTo>
                <a:lnTo>
                  <a:pt x="1305" y="3988"/>
                </a:lnTo>
                <a:lnTo>
                  <a:pt x="1427" y="4033"/>
                </a:lnTo>
                <a:lnTo>
                  <a:pt x="1552" y="4069"/>
                </a:lnTo>
                <a:lnTo>
                  <a:pt x="1678" y="4097"/>
                </a:lnTo>
                <a:lnTo>
                  <a:pt x="1806" y="4118"/>
                </a:lnTo>
                <a:lnTo>
                  <a:pt x="1936" y="4130"/>
                </a:lnTo>
                <a:lnTo>
                  <a:pt x="2065" y="4133"/>
                </a:lnTo>
                <a:lnTo>
                  <a:pt x="2196" y="4130"/>
                </a:lnTo>
                <a:lnTo>
                  <a:pt x="2325" y="4118"/>
                </a:lnTo>
                <a:lnTo>
                  <a:pt x="2453" y="4097"/>
                </a:lnTo>
                <a:lnTo>
                  <a:pt x="2579" y="4069"/>
                </a:lnTo>
                <a:lnTo>
                  <a:pt x="2704" y="4033"/>
                </a:lnTo>
                <a:lnTo>
                  <a:pt x="2826" y="3988"/>
                </a:lnTo>
                <a:lnTo>
                  <a:pt x="2945" y="3936"/>
                </a:lnTo>
                <a:lnTo>
                  <a:pt x="3061" y="3878"/>
                </a:lnTo>
                <a:lnTo>
                  <a:pt x="3173" y="3812"/>
                </a:lnTo>
                <a:lnTo>
                  <a:pt x="3280" y="3739"/>
                </a:lnTo>
                <a:lnTo>
                  <a:pt x="3383" y="3659"/>
                </a:lnTo>
                <a:lnTo>
                  <a:pt x="3480" y="3573"/>
                </a:lnTo>
                <a:lnTo>
                  <a:pt x="3572" y="3481"/>
                </a:lnTo>
                <a:lnTo>
                  <a:pt x="3657" y="3384"/>
                </a:lnTo>
                <a:lnTo>
                  <a:pt x="3736" y="3281"/>
                </a:lnTo>
                <a:lnTo>
                  <a:pt x="3809" y="3174"/>
                </a:lnTo>
                <a:lnTo>
                  <a:pt x="3876" y="3062"/>
                </a:lnTo>
                <a:lnTo>
                  <a:pt x="3934" y="2946"/>
                </a:lnTo>
                <a:lnTo>
                  <a:pt x="3986" y="2828"/>
                </a:lnTo>
                <a:lnTo>
                  <a:pt x="4030" y="2705"/>
                </a:lnTo>
                <a:lnTo>
                  <a:pt x="4066" y="2580"/>
                </a:lnTo>
                <a:lnTo>
                  <a:pt x="4094" y="2454"/>
                </a:lnTo>
                <a:lnTo>
                  <a:pt x="4114" y="2326"/>
                </a:lnTo>
                <a:lnTo>
                  <a:pt x="4128" y="2197"/>
                </a:lnTo>
                <a:lnTo>
                  <a:pt x="4131" y="2066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447" name=""/>
          <p:cNvGrpSpPr/>
          <p:nvPr/>
        </p:nvGrpSpPr>
        <p:grpSpPr>
          <a:xfrm rot="0">
            <a:off x="6507162" y="4262437"/>
            <a:ext cx="2430462" cy="2181225"/>
            <a:chOff x="4099" y="2685"/>
            <a:chExt cx="1531" cy="1374"/>
          </a:xfrm>
        </p:grpSpPr>
        <p:sp>
          <p:nvSpPr>
            <p:cNvPr id="1084368" name=""/>
            <p:cNvSpPr/>
            <p:nvPr/>
          </p:nvSpPr>
          <p:spPr>
            <a:xfrm rot="0">
              <a:off x="4099" y="2770"/>
              <a:ext cx="274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chemeClr val="lt2"/>
                  </a:solidFill>
                  <a:latin typeface="宋体" pitchFamily="2" charset="-122"/>
                </a:rPr>
                <a:t>1</a:t>
              </a:r>
              <a:r>
                <a:rPr altLang="zh-CN" b="1" sz="1600" lang="en-US">
                  <a:solidFill>
                    <a:schemeClr val="lt2"/>
                  </a:solidFill>
                </a:rPr>
                <a:t> ●</a:t>
              </a:r>
            </a:p>
          </p:txBody>
        </p:sp>
        <p:sp>
          <p:nvSpPr>
            <p:cNvPr id="1084369" name=""/>
            <p:cNvSpPr/>
            <p:nvPr/>
          </p:nvSpPr>
          <p:spPr>
            <a:xfrm rot="0">
              <a:off x="4127" y="3256"/>
              <a:ext cx="455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2</a:t>
              </a:r>
              <a:r>
                <a:rPr altLang="zh-CN" b="1" sz="1600" lang="en-US">
                  <a:solidFill>
                    <a:schemeClr val="lt2"/>
                  </a:solidFill>
                </a:rPr>
                <a:t> ●</a:t>
              </a:r>
            </a:p>
          </p:txBody>
        </p:sp>
        <p:sp>
          <p:nvSpPr>
            <p:cNvPr id="1084370" name=""/>
            <p:cNvSpPr/>
            <p:nvPr/>
          </p:nvSpPr>
          <p:spPr>
            <a:xfrm rot="0">
              <a:off x="4218" y="3535"/>
              <a:ext cx="306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200" lang="zh-CN"/>
                <a:t> </a:t>
              </a:r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3</a:t>
              </a:r>
              <a:r>
                <a:rPr altLang="zh-CN" b="1" sz="1800" lang="en-US">
                  <a:solidFill>
                    <a:schemeClr val="lt2"/>
                  </a:solidFill>
                </a:rPr>
                <a:t>●</a:t>
              </a:r>
            </a:p>
          </p:txBody>
        </p:sp>
        <p:sp>
          <p:nvSpPr>
            <p:cNvPr id="1084371" name=""/>
            <p:cNvSpPr/>
            <p:nvPr/>
          </p:nvSpPr>
          <p:spPr>
            <a:xfrm rot="0">
              <a:off x="4346" y="3734"/>
              <a:ext cx="294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chemeClr val="lt1"/>
                  </a:solidFill>
                  <a:latin typeface="宋体" pitchFamily="2" charset="-122"/>
                </a:rPr>
                <a:t>4</a:t>
              </a:r>
              <a:r>
                <a:rPr altLang="zh-CN" b="1" sz="1800" lang="en-US">
                  <a:solidFill>
                    <a:schemeClr val="lt2"/>
                  </a:solidFill>
                </a:rPr>
                <a:t> </a:t>
              </a:r>
              <a:r>
                <a:rPr altLang="zh-CN" b="1" sz="1800" lang="en-US">
                  <a:solidFill>
                    <a:schemeClr val="lt1"/>
                  </a:solidFill>
                </a:rPr>
                <a:t>●</a:t>
              </a:r>
            </a:p>
          </p:txBody>
        </p:sp>
        <p:sp>
          <p:nvSpPr>
            <p:cNvPr id="1084372" name=""/>
            <p:cNvSpPr/>
            <p:nvPr/>
          </p:nvSpPr>
          <p:spPr>
            <a:xfrm rot="0">
              <a:off x="4875" y="3790"/>
              <a:ext cx="301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chemeClr val="lt2"/>
                  </a:solidFill>
                </a:rPr>
                <a:t>●</a:t>
              </a:r>
              <a:r>
                <a:rPr altLang="zh-CN" b="1" sz="1800" lang="en-US"/>
                <a:t> </a:t>
              </a:r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5</a:t>
              </a:r>
            </a:p>
          </p:txBody>
        </p:sp>
        <p:sp>
          <p:nvSpPr>
            <p:cNvPr id="1084373" name=""/>
            <p:cNvSpPr/>
            <p:nvPr/>
          </p:nvSpPr>
          <p:spPr>
            <a:xfrm rot="0">
              <a:off x="5195" y="3535"/>
              <a:ext cx="322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chemeClr val="lt1"/>
                  </a:solidFill>
                </a:rPr>
                <a:t>●</a:t>
              </a:r>
              <a:r>
                <a:rPr altLang="zh-CN" b="1" sz="3200" lang="en-US"/>
                <a:t> </a:t>
              </a:r>
              <a:r>
                <a:rPr altLang="zh-CN" b="1" sz="2800" lang="en-US">
                  <a:solidFill>
                    <a:srgbClr val="0000FF"/>
                  </a:solidFill>
                  <a:latin typeface="宋体" pitchFamily="2" charset="-122"/>
                </a:rPr>
                <a:t>6</a:t>
              </a:r>
            </a:p>
          </p:txBody>
        </p:sp>
        <p:sp>
          <p:nvSpPr>
            <p:cNvPr id="1084374" name=""/>
            <p:cNvSpPr/>
            <p:nvPr/>
          </p:nvSpPr>
          <p:spPr>
            <a:xfrm rot="0">
              <a:off x="5308" y="3252"/>
              <a:ext cx="322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chemeClr val="lt2"/>
                  </a:solidFill>
                </a:rPr>
                <a:t>●</a:t>
              </a:r>
              <a:r>
                <a:rPr altLang="zh-CN" b="1" sz="3200" lang="en-US"/>
                <a:t> </a:t>
              </a:r>
              <a:r>
                <a:rPr altLang="zh-CN" b="1" sz="2800" lang="en-US">
                  <a:latin typeface="宋体" pitchFamily="2" charset="-122"/>
                </a:rPr>
                <a:t>7</a:t>
              </a:r>
            </a:p>
          </p:txBody>
        </p:sp>
        <p:sp>
          <p:nvSpPr>
            <p:cNvPr id="1084375" name=""/>
            <p:cNvSpPr/>
            <p:nvPr/>
          </p:nvSpPr>
          <p:spPr>
            <a:xfrm rot="0">
              <a:off x="5233" y="3001"/>
              <a:ext cx="322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/>
                <a:t>●</a:t>
              </a:r>
              <a:r>
                <a:rPr altLang="zh-CN" b="1" sz="3200" lang="en-US">
                  <a:solidFill>
                    <a:schemeClr val="lt1"/>
                  </a:solidFill>
                </a:rPr>
                <a:t> </a:t>
              </a:r>
              <a:r>
                <a:rPr altLang="zh-CN" b="1" sz="2800" lang="en-US">
                  <a:latin typeface="宋体" pitchFamily="2" charset="-122"/>
                </a:rPr>
                <a:t>8</a:t>
              </a:r>
            </a:p>
          </p:txBody>
        </p:sp>
        <p:sp>
          <p:nvSpPr>
            <p:cNvPr id="1084376" name=""/>
            <p:cNvSpPr/>
            <p:nvPr/>
          </p:nvSpPr>
          <p:spPr>
            <a:xfrm rot="0">
              <a:off x="4678" y="2685"/>
              <a:ext cx="25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chemeClr val="lt2"/>
                  </a:solidFill>
                  <a:latin typeface="宋体" pitchFamily="2" charset="-122"/>
                </a:rPr>
                <a:t>●</a:t>
              </a:r>
              <a:r>
                <a:rPr altLang="zh-CN" b="1" sz="2800" lang="en-US">
                  <a:solidFill>
                    <a:schemeClr val="lt2"/>
                  </a:solidFill>
                  <a:latin typeface="宋体" pitchFamily="2" charset="-122"/>
                </a:rPr>
                <a:t>9</a:t>
              </a:r>
            </a:p>
          </p:txBody>
        </p:sp>
      </p:grpSp>
      <p:sp>
        <p:nvSpPr>
          <p:cNvPr id="1084377" name=""/>
          <p:cNvSpPr/>
          <p:nvPr/>
        </p:nvSpPr>
        <p:spPr>
          <a:xfrm rot="0">
            <a:off x="7131050" y="2146300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4378" name=""/>
          <p:cNvSpPr/>
          <p:nvPr/>
        </p:nvSpPr>
        <p:spPr>
          <a:xfrm rot="0">
            <a:off x="6148387" y="1403350"/>
            <a:ext cx="4762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48" name=""/>
          <p:cNvGrpSpPr/>
          <p:nvPr/>
        </p:nvGrpSpPr>
        <p:grpSpPr>
          <a:xfrm rot="0">
            <a:off x="6146800" y="458787"/>
            <a:ext cx="985837" cy="1660525"/>
            <a:chOff x="3872" y="289"/>
            <a:chExt cx="621" cy="1046"/>
          </a:xfrm>
        </p:grpSpPr>
        <p:sp>
          <p:nvSpPr>
            <p:cNvPr id="1084379" name=""/>
            <p:cNvSpPr/>
            <p:nvPr/>
          </p:nvSpPr>
          <p:spPr>
            <a:xfrm rot="0" flipH="1">
              <a:off x="3980" y="557"/>
              <a:ext cx="405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0" name=""/>
            <p:cNvSpPr/>
            <p:nvPr/>
          </p:nvSpPr>
          <p:spPr>
            <a:xfrm rot="0" flipV="1">
              <a:off x="4491" y="520"/>
              <a:ext cx="2" cy="8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1" name=""/>
            <p:cNvSpPr/>
            <p:nvPr/>
          </p:nvSpPr>
          <p:spPr>
            <a:xfrm rot="0" flipV="1">
              <a:off x="3872" y="520"/>
              <a:ext cx="3" cy="34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2" name=""/>
            <p:cNvSpPr/>
            <p:nvPr/>
          </p:nvSpPr>
          <p:spPr>
            <a:xfrm rot="0">
              <a:off x="4384" y="538"/>
              <a:ext cx="107" cy="37"/>
            </a:xfrm>
            <a:custGeom>
              <a:avLst/>
              <a:ahLst/>
              <a:rect l="0" t="0" r="r" b="b"/>
              <a:pathLst>
                <a:path w="345" h="115">
                  <a:moveTo>
                    <a:pt x="0" y="0"/>
                  </a:moveTo>
                  <a:lnTo>
                    <a:pt x="0" y="115"/>
                  </a:lnTo>
                  <a:lnTo>
                    <a:pt x="345" y="57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3" name=""/>
            <p:cNvSpPr/>
            <p:nvPr/>
          </p:nvSpPr>
          <p:spPr>
            <a:xfrm rot="0">
              <a:off x="4384" y="538"/>
              <a:ext cx="107" cy="37"/>
            </a:xfrm>
            <a:custGeom>
              <a:avLst/>
              <a:ahLst/>
              <a:rect l="0" t="0" r="r" b="b"/>
              <a:pathLst>
                <a:path w="345" h="115">
                  <a:moveTo>
                    <a:pt x="0" y="0"/>
                  </a:moveTo>
                  <a:lnTo>
                    <a:pt x="0" y="115"/>
                  </a:lnTo>
                  <a:lnTo>
                    <a:pt x="345" y="57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4" name=""/>
            <p:cNvSpPr/>
            <p:nvPr/>
          </p:nvSpPr>
          <p:spPr>
            <a:xfrm rot="0">
              <a:off x="3872" y="538"/>
              <a:ext cx="107" cy="37"/>
            </a:xfrm>
            <a:custGeom>
              <a:avLst/>
              <a:ahLst/>
              <a:rect l="0" t="0" r="r" b="b"/>
              <a:pathLst>
                <a:path w="345" h="115">
                  <a:moveTo>
                    <a:pt x="345" y="0"/>
                  </a:moveTo>
                  <a:lnTo>
                    <a:pt x="345" y="115"/>
                  </a:lnTo>
                  <a:lnTo>
                    <a:pt x="0" y="57"/>
                  </a:lnTo>
                  <a:lnTo>
                    <a:pt x="345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5" name=""/>
            <p:cNvSpPr/>
            <p:nvPr/>
          </p:nvSpPr>
          <p:spPr>
            <a:xfrm rot="0">
              <a:off x="4131" y="289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84386" name=""/>
            <p:cNvSpPr/>
            <p:nvPr/>
          </p:nvSpPr>
          <p:spPr>
            <a:xfrm rot="0">
              <a:off x="3872" y="538"/>
              <a:ext cx="107" cy="37"/>
            </a:xfrm>
            <a:custGeom>
              <a:avLst/>
              <a:ahLst/>
              <a:rect l="0" t="0" r="r" b="b"/>
              <a:pathLst>
                <a:path w="345" h="115">
                  <a:moveTo>
                    <a:pt x="345" y="0"/>
                  </a:moveTo>
                  <a:lnTo>
                    <a:pt x="345" y="115"/>
                  </a:lnTo>
                  <a:lnTo>
                    <a:pt x="0" y="57"/>
                  </a:lnTo>
                  <a:lnTo>
                    <a:pt x="345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87" name=""/>
            <p:cNvSpPr/>
            <p:nvPr/>
          </p:nvSpPr>
          <p:spPr>
            <a:xfrm rot="0">
              <a:off x="3872" y="557"/>
              <a:ext cx="3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388" name=""/>
          <p:cNvSpPr/>
          <p:nvPr/>
        </p:nvSpPr>
        <p:spPr>
          <a:xfrm rot="0">
            <a:off x="1655762" y="1403350"/>
            <a:ext cx="1806575" cy="1649412"/>
          </a:xfrm>
          <a:custGeom>
            <a:avLst/>
            <a:ahLst/>
            <a:rect l="0" t="0" r="r" b="b"/>
            <a:pathLst>
              <a:path w="3658" h="3341">
                <a:moveTo>
                  <a:pt x="795" y="0"/>
                </a:moveTo>
                <a:lnTo>
                  <a:pt x="695" y="74"/>
                </a:lnTo>
                <a:lnTo>
                  <a:pt x="598" y="156"/>
                </a:lnTo>
                <a:lnTo>
                  <a:pt x="509" y="244"/>
                </a:lnTo>
                <a:lnTo>
                  <a:pt x="425" y="338"/>
                </a:lnTo>
                <a:lnTo>
                  <a:pt x="348" y="437"/>
                </a:lnTo>
                <a:lnTo>
                  <a:pt x="278" y="541"/>
                </a:lnTo>
                <a:lnTo>
                  <a:pt x="215" y="649"/>
                </a:lnTo>
                <a:lnTo>
                  <a:pt x="160" y="763"/>
                </a:lnTo>
                <a:lnTo>
                  <a:pt x="112" y="879"/>
                </a:lnTo>
                <a:lnTo>
                  <a:pt x="73" y="998"/>
                </a:lnTo>
                <a:lnTo>
                  <a:pt x="42" y="1120"/>
                </a:lnTo>
                <a:lnTo>
                  <a:pt x="19" y="1244"/>
                </a:lnTo>
                <a:lnTo>
                  <a:pt x="6" y="1369"/>
                </a:lnTo>
                <a:lnTo>
                  <a:pt x="0" y="1494"/>
                </a:lnTo>
                <a:lnTo>
                  <a:pt x="4" y="1620"/>
                </a:lnTo>
                <a:lnTo>
                  <a:pt x="15" y="1745"/>
                </a:lnTo>
                <a:lnTo>
                  <a:pt x="36" y="1868"/>
                </a:lnTo>
                <a:lnTo>
                  <a:pt x="65" y="1991"/>
                </a:lnTo>
                <a:lnTo>
                  <a:pt x="102" y="2111"/>
                </a:lnTo>
                <a:lnTo>
                  <a:pt x="147" y="2229"/>
                </a:lnTo>
                <a:lnTo>
                  <a:pt x="201" y="2342"/>
                </a:lnTo>
                <a:lnTo>
                  <a:pt x="261" y="2452"/>
                </a:lnTo>
                <a:lnTo>
                  <a:pt x="330" y="2558"/>
                </a:lnTo>
                <a:lnTo>
                  <a:pt x="405" y="2659"/>
                </a:lnTo>
                <a:lnTo>
                  <a:pt x="487" y="2754"/>
                </a:lnTo>
                <a:lnTo>
                  <a:pt x="575" y="2842"/>
                </a:lnTo>
                <a:lnTo>
                  <a:pt x="669" y="2925"/>
                </a:lnTo>
                <a:lnTo>
                  <a:pt x="770" y="3001"/>
                </a:lnTo>
                <a:lnTo>
                  <a:pt x="874" y="3071"/>
                </a:lnTo>
                <a:lnTo>
                  <a:pt x="983" y="3133"/>
                </a:lnTo>
                <a:lnTo>
                  <a:pt x="1097" y="3187"/>
                </a:lnTo>
                <a:lnTo>
                  <a:pt x="1213" y="3233"/>
                </a:lnTo>
                <a:lnTo>
                  <a:pt x="1333" y="3272"/>
                </a:lnTo>
                <a:lnTo>
                  <a:pt x="1455" y="3302"/>
                </a:lnTo>
                <a:lnTo>
                  <a:pt x="1579" y="3323"/>
                </a:lnTo>
                <a:lnTo>
                  <a:pt x="1704" y="3336"/>
                </a:lnTo>
                <a:lnTo>
                  <a:pt x="1829" y="3341"/>
                </a:lnTo>
                <a:lnTo>
                  <a:pt x="1955" y="3336"/>
                </a:lnTo>
                <a:lnTo>
                  <a:pt x="2079" y="3323"/>
                </a:lnTo>
                <a:lnTo>
                  <a:pt x="2203" y="3302"/>
                </a:lnTo>
                <a:lnTo>
                  <a:pt x="2325" y="3272"/>
                </a:lnTo>
                <a:lnTo>
                  <a:pt x="2445" y="3233"/>
                </a:lnTo>
                <a:lnTo>
                  <a:pt x="2561" y="3187"/>
                </a:lnTo>
                <a:lnTo>
                  <a:pt x="2675" y="3133"/>
                </a:lnTo>
                <a:lnTo>
                  <a:pt x="2784" y="3071"/>
                </a:lnTo>
                <a:lnTo>
                  <a:pt x="2889" y="3001"/>
                </a:lnTo>
                <a:lnTo>
                  <a:pt x="2989" y="2925"/>
                </a:lnTo>
                <a:lnTo>
                  <a:pt x="3083" y="2842"/>
                </a:lnTo>
                <a:lnTo>
                  <a:pt x="3171" y="2754"/>
                </a:lnTo>
                <a:lnTo>
                  <a:pt x="3253" y="2659"/>
                </a:lnTo>
                <a:lnTo>
                  <a:pt x="3328" y="2558"/>
                </a:lnTo>
                <a:lnTo>
                  <a:pt x="3397" y="2452"/>
                </a:lnTo>
                <a:lnTo>
                  <a:pt x="3458" y="2342"/>
                </a:lnTo>
                <a:lnTo>
                  <a:pt x="3511" y="2229"/>
                </a:lnTo>
                <a:lnTo>
                  <a:pt x="3556" y="2111"/>
                </a:lnTo>
                <a:lnTo>
                  <a:pt x="3594" y="1991"/>
                </a:lnTo>
                <a:lnTo>
                  <a:pt x="3622" y="1868"/>
                </a:lnTo>
                <a:lnTo>
                  <a:pt x="3642" y="1745"/>
                </a:lnTo>
                <a:lnTo>
                  <a:pt x="3654" y="1620"/>
                </a:lnTo>
                <a:lnTo>
                  <a:pt x="3658" y="1494"/>
                </a:lnTo>
                <a:lnTo>
                  <a:pt x="3652" y="1369"/>
                </a:lnTo>
                <a:lnTo>
                  <a:pt x="3639" y="1244"/>
                </a:lnTo>
                <a:lnTo>
                  <a:pt x="3616" y="1120"/>
                </a:lnTo>
                <a:lnTo>
                  <a:pt x="3585" y="998"/>
                </a:lnTo>
                <a:lnTo>
                  <a:pt x="3546" y="879"/>
                </a:lnTo>
                <a:lnTo>
                  <a:pt x="3499" y="763"/>
                </a:lnTo>
                <a:lnTo>
                  <a:pt x="3443" y="649"/>
                </a:lnTo>
                <a:lnTo>
                  <a:pt x="3380" y="541"/>
                </a:lnTo>
                <a:lnTo>
                  <a:pt x="3311" y="437"/>
                </a:lnTo>
                <a:lnTo>
                  <a:pt x="3233" y="338"/>
                </a:lnTo>
                <a:lnTo>
                  <a:pt x="3149" y="244"/>
                </a:lnTo>
                <a:lnTo>
                  <a:pt x="3060" y="156"/>
                </a:lnTo>
                <a:lnTo>
                  <a:pt x="2964" y="74"/>
                </a:lnTo>
                <a:lnTo>
                  <a:pt x="2863" y="0"/>
                </a:lnTo>
              </a:path>
            </a:pathLst>
          </a:custGeom>
          <a:noFill/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4389" name=""/>
          <p:cNvSpPr/>
          <p:nvPr/>
        </p:nvSpPr>
        <p:spPr>
          <a:xfrm rot="0" flipH="1">
            <a:off x="1216025" y="1403350"/>
            <a:ext cx="833437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449" name=""/>
          <p:cNvGrpSpPr/>
          <p:nvPr/>
        </p:nvGrpSpPr>
        <p:grpSpPr>
          <a:xfrm rot="0">
            <a:off x="1658937" y="4957762"/>
            <a:ext cx="1800225" cy="1020762"/>
            <a:chOff x="1045" y="3123"/>
            <a:chExt cx="1134" cy="643"/>
          </a:xfrm>
        </p:grpSpPr>
        <p:sp>
          <p:nvSpPr>
            <p:cNvPr id="1084390" name=""/>
            <p:cNvSpPr/>
            <p:nvPr/>
          </p:nvSpPr>
          <p:spPr>
            <a:xfrm rot="0">
              <a:off x="1045" y="3630"/>
              <a:ext cx="1134" cy="136"/>
            </a:xfrm>
            <a:custGeom>
              <a:avLst/>
              <a:ahLst/>
              <a:rect l="0" t="0" r="r" b="b"/>
              <a:pathLst>
                <a:path w="3650" h="436">
                  <a:moveTo>
                    <a:pt x="3650" y="353"/>
                  </a:moveTo>
                  <a:lnTo>
                    <a:pt x="3645" y="393"/>
                  </a:lnTo>
                  <a:lnTo>
                    <a:pt x="3626" y="419"/>
                  </a:lnTo>
                  <a:lnTo>
                    <a:pt x="3592" y="434"/>
                  </a:lnTo>
                  <a:lnTo>
                    <a:pt x="3544" y="435"/>
                  </a:lnTo>
                  <a:lnTo>
                    <a:pt x="3485" y="426"/>
                  </a:lnTo>
                  <a:lnTo>
                    <a:pt x="3414" y="407"/>
                  </a:lnTo>
                  <a:lnTo>
                    <a:pt x="3332" y="380"/>
                  </a:lnTo>
                  <a:lnTo>
                    <a:pt x="3230" y="344"/>
                  </a:lnTo>
                  <a:lnTo>
                    <a:pt x="3118" y="301"/>
                  </a:lnTo>
                  <a:lnTo>
                    <a:pt x="2994" y="254"/>
                  </a:lnTo>
                  <a:lnTo>
                    <a:pt x="2836" y="197"/>
                  </a:lnTo>
                  <a:lnTo>
                    <a:pt x="2664" y="141"/>
                  </a:lnTo>
                  <a:lnTo>
                    <a:pt x="2482" y="89"/>
                  </a:lnTo>
                  <a:lnTo>
                    <a:pt x="2319" y="51"/>
                  </a:lnTo>
                  <a:lnTo>
                    <a:pt x="2149" y="22"/>
                  </a:lnTo>
                  <a:lnTo>
                    <a:pt x="1976" y="5"/>
                  </a:lnTo>
                  <a:lnTo>
                    <a:pt x="1799" y="0"/>
                  </a:lnTo>
                  <a:lnTo>
                    <a:pt x="1621" y="9"/>
                  </a:lnTo>
                  <a:lnTo>
                    <a:pt x="1448" y="29"/>
                  </a:lnTo>
                  <a:lnTo>
                    <a:pt x="1291" y="59"/>
                  </a:lnTo>
                  <a:lnTo>
                    <a:pt x="1139" y="95"/>
                  </a:lnTo>
                  <a:lnTo>
                    <a:pt x="994" y="137"/>
                  </a:lnTo>
                  <a:lnTo>
                    <a:pt x="832" y="190"/>
                  </a:lnTo>
                  <a:lnTo>
                    <a:pt x="679" y="246"/>
                  </a:lnTo>
                  <a:lnTo>
                    <a:pt x="540" y="298"/>
                  </a:lnTo>
                  <a:lnTo>
                    <a:pt x="431" y="340"/>
                  </a:lnTo>
                  <a:lnTo>
                    <a:pt x="331" y="375"/>
                  </a:lnTo>
                  <a:lnTo>
                    <a:pt x="243" y="405"/>
                  </a:lnTo>
                  <a:lnTo>
                    <a:pt x="167" y="425"/>
                  </a:lnTo>
                  <a:lnTo>
                    <a:pt x="122" y="432"/>
                  </a:lnTo>
                  <a:lnTo>
                    <a:pt x="85" y="436"/>
                  </a:lnTo>
                  <a:lnTo>
                    <a:pt x="43" y="429"/>
                  </a:lnTo>
                  <a:lnTo>
                    <a:pt x="14" y="411"/>
                  </a:lnTo>
                  <a:lnTo>
                    <a:pt x="0" y="380"/>
                  </a:lnTo>
                  <a:lnTo>
                    <a:pt x="0" y="337"/>
                  </a:lnTo>
                  <a:lnTo>
                    <a:pt x="12" y="282"/>
                  </a:lnTo>
                </a:path>
              </a:pathLst>
            </a:custGeom>
            <a:noFill/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4391" name=""/>
            <p:cNvSpPr/>
            <p:nvPr/>
          </p:nvSpPr>
          <p:spPr>
            <a:xfrm rot="0">
              <a:off x="1931" y="3123"/>
              <a:ext cx="246" cy="605"/>
            </a:xfrm>
            <a:custGeom>
              <a:avLst/>
              <a:ahLst/>
              <a:rect l="0" t="0" r="r" b="b"/>
              <a:pathLst>
                <a:path w="793" h="1949">
                  <a:moveTo>
                    <a:pt x="0" y="0"/>
                  </a:moveTo>
                  <a:lnTo>
                    <a:pt x="0" y="52"/>
                  </a:lnTo>
                  <a:lnTo>
                    <a:pt x="12" y="188"/>
                  </a:lnTo>
                  <a:lnTo>
                    <a:pt x="36" y="321"/>
                  </a:lnTo>
                  <a:lnTo>
                    <a:pt x="79" y="483"/>
                  </a:lnTo>
                  <a:lnTo>
                    <a:pt x="134" y="638"/>
                  </a:lnTo>
                  <a:lnTo>
                    <a:pt x="197" y="787"/>
                  </a:lnTo>
                  <a:lnTo>
                    <a:pt x="290" y="978"/>
                  </a:lnTo>
                  <a:lnTo>
                    <a:pt x="386" y="1158"/>
                  </a:lnTo>
                  <a:lnTo>
                    <a:pt x="481" y="1326"/>
                  </a:lnTo>
                  <a:lnTo>
                    <a:pt x="569" y="1480"/>
                  </a:lnTo>
                  <a:lnTo>
                    <a:pt x="647" y="1620"/>
                  </a:lnTo>
                  <a:lnTo>
                    <a:pt x="712" y="1745"/>
                  </a:lnTo>
                  <a:lnTo>
                    <a:pt x="749" y="1822"/>
                  </a:lnTo>
                  <a:lnTo>
                    <a:pt x="776" y="1891"/>
                  </a:lnTo>
                  <a:lnTo>
                    <a:pt x="793" y="1949"/>
                  </a:lnTo>
                </a:path>
              </a:pathLst>
            </a:custGeom>
            <a:noFill/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4392" name=""/>
            <p:cNvSpPr/>
            <p:nvPr/>
          </p:nvSpPr>
          <p:spPr>
            <a:xfrm rot="0">
              <a:off x="1045" y="3123"/>
              <a:ext cx="248" cy="605"/>
            </a:xfrm>
            <a:custGeom>
              <a:avLst/>
              <a:ahLst/>
              <a:rect l="0" t="0" r="r" b="b"/>
              <a:pathLst>
                <a:path w="793" h="1949">
                  <a:moveTo>
                    <a:pt x="792" y="0"/>
                  </a:moveTo>
                  <a:lnTo>
                    <a:pt x="793" y="52"/>
                  </a:lnTo>
                  <a:lnTo>
                    <a:pt x="781" y="188"/>
                  </a:lnTo>
                  <a:lnTo>
                    <a:pt x="757" y="321"/>
                  </a:lnTo>
                  <a:lnTo>
                    <a:pt x="714" y="483"/>
                  </a:lnTo>
                  <a:lnTo>
                    <a:pt x="659" y="638"/>
                  </a:lnTo>
                  <a:lnTo>
                    <a:pt x="596" y="787"/>
                  </a:lnTo>
                  <a:lnTo>
                    <a:pt x="503" y="978"/>
                  </a:lnTo>
                  <a:lnTo>
                    <a:pt x="407" y="1158"/>
                  </a:lnTo>
                  <a:lnTo>
                    <a:pt x="312" y="1326"/>
                  </a:lnTo>
                  <a:lnTo>
                    <a:pt x="225" y="1480"/>
                  </a:lnTo>
                  <a:lnTo>
                    <a:pt x="146" y="1620"/>
                  </a:lnTo>
                  <a:lnTo>
                    <a:pt x="81" y="1745"/>
                  </a:lnTo>
                  <a:lnTo>
                    <a:pt x="45" y="1822"/>
                  </a:lnTo>
                  <a:lnTo>
                    <a:pt x="17" y="1891"/>
                  </a:lnTo>
                  <a:lnTo>
                    <a:pt x="0" y="1949"/>
                  </a:lnTo>
                </a:path>
              </a:pathLst>
            </a:custGeom>
            <a:noFill/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</p:grpSp>
      <p:grpSp>
        <p:nvGrpSpPr>
          <p:cNvPr id="450" name=""/>
          <p:cNvGrpSpPr/>
          <p:nvPr/>
        </p:nvGrpSpPr>
        <p:grpSpPr>
          <a:xfrm rot="0">
            <a:off x="1658937" y="3933825"/>
            <a:ext cx="1800225" cy="1023937"/>
            <a:chOff x="1045" y="2478"/>
            <a:chExt cx="1134" cy="645"/>
          </a:xfrm>
        </p:grpSpPr>
        <p:sp>
          <p:nvSpPr>
            <p:cNvPr id="1084393" name=""/>
            <p:cNvSpPr/>
            <p:nvPr/>
          </p:nvSpPr>
          <p:spPr>
            <a:xfrm rot="0">
              <a:off x="1045" y="2478"/>
              <a:ext cx="1134" cy="135"/>
            </a:xfrm>
            <a:custGeom>
              <a:avLst/>
              <a:ahLst/>
              <a:rect l="0" t="0" r="r" b="b"/>
              <a:pathLst>
                <a:path w="3650" h="435">
                  <a:moveTo>
                    <a:pt x="3650" y="83"/>
                  </a:moveTo>
                  <a:lnTo>
                    <a:pt x="3645" y="43"/>
                  </a:lnTo>
                  <a:lnTo>
                    <a:pt x="3626" y="16"/>
                  </a:lnTo>
                  <a:lnTo>
                    <a:pt x="3592" y="3"/>
                  </a:lnTo>
                  <a:lnTo>
                    <a:pt x="3544" y="1"/>
                  </a:lnTo>
                  <a:lnTo>
                    <a:pt x="3485" y="10"/>
                  </a:lnTo>
                  <a:lnTo>
                    <a:pt x="3414" y="28"/>
                  </a:lnTo>
                  <a:lnTo>
                    <a:pt x="3332" y="55"/>
                  </a:lnTo>
                  <a:lnTo>
                    <a:pt x="3230" y="91"/>
                  </a:lnTo>
                  <a:lnTo>
                    <a:pt x="3118" y="135"/>
                  </a:lnTo>
                  <a:lnTo>
                    <a:pt x="2994" y="181"/>
                  </a:lnTo>
                  <a:lnTo>
                    <a:pt x="2836" y="238"/>
                  </a:lnTo>
                  <a:lnTo>
                    <a:pt x="2664" y="296"/>
                  </a:lnTo>
                  <a:lnTo>
                    <a:pt x="2482" y="348"/>
                  </a:lnTo>
                  <a:lnTo>
                    <a:pt x="2319" y="384"/>
                  </a:lnTo>
                  <a:lnTo>
                    <a:pt x="2149" y="413"/>
                  </a:lnTo>
                  <a:lnTo>
                    <a:pt x="1976" y="431"/>
                  </a:lnTo>
                  <a:lnTo>
                    <a:pt x="1799" y="435"/>
                  </a:lnTo>
                  <a:lnTo>
                    <a:pt x="1621" y="427"/>
                  </a:lnTo>
                  <a:lnTo>
                    <a:pt x="1448" y="406"/>
                  </a:lnTo>
                  <a:lnTo>
                    <a:pt x="1291" y="377"/>
                  </a:lnTo>
                  <a:lnTo>
                    <a:pt x="1139" y="340"/>
                  </a:lnTo>
                  <a:lnTo>
                    <a:pt x="994" y="298"/>
                  </a:lnTo>
                  <a:lnTo>
                    <a:pt x="832" y="245"/>
                  </a:lnTo>
                  <a:lnTo>
                    <a:pt x="679" y="191"/>
                  </a:lnTo>
                  <a:lnTo>
                    <a:pt x="540" y="138"/>
                  </a:lnTo>
                  <a:lnTo>
                    <a:pt x="431" y="96"/>
                  </a:lnTo>
                  <a:lnTo>
                    <a:pt x="331" y="61"/>
                  </a:lnTo>
                  <a:lnTo>
                    <a:pt x="243" y="31"/>
                  </a:lnTo>
                  <a:lnTo>
                    <a:pt x="167" y="11"/>
                  </a:lnTo>
                  <a:lnTo>
                    <a:pt x="122" y="3"/>
                  </a:lnTo>
                  <a:lnTo>
                    <a:pt x="85" y="0"/>
                  </a:lnTo>
                  <a:lnTo>
                    <a:pt x="43" y="6"/>
                  </a:lnTo>
                  <a:lnTo>
                    <a:pt x="14" y="24"/>
                  </a:lnTo>
                  <a:lnTo>
                    <a:pt x="0" y="55"/>
                  </a:lnTo>
                  <a:lnTo>
                    <a:pt x="0" y="98"/>
                  </a:lnTo>
                  <a:lnTo>
                    <a:pt x="12" y="153"/>
                  </a:lnTo>
                </a:path>
              </a:pathLst>
            </a:custGeom>
            <a:noFill/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94" name=""/>
            <p:cNvSpPr/>
            <p:nvPr/>
          </p:nvSpPr>
          <p:spPr>
            <a:xfrm rot="0">
              <a:off x="1045" y="2515"/>
              <a:ext cx="248" cy="608"/>
            </a:xfrm>
            <a:custGeom>
              <a:avLst/>
              <a:ahLst/>
              <a:rect l="0" t="0" r="r" b="b"/>
              <a:pathLst>
                <a:path w="793" h="1950">
                  <a:moveTo>
                    <a:pt x="792" y="1950"/>
                  </a:moveTo>
                  <a:lnTo>
                    <a:pt x="793" y="1897"/>
                  </a:lnTo>
                  <a:lnTo>
                    <a:pt x="781" y="1761"/>
                  </a:lnTo>
                  <a:lnTo>
                    <a:pt x="757" y="1627"/>
                  </a:lnTo>
                  <a:lnTo>
                    <a:pt x="714" y="1466"/>
                  </a:lnTo>
                  <a:lnTo>
                    <a:pt x="659" y="1311"/>
                  </a:lnTo>
                  <a:lnTo>
                    <a:pt x="596" y="1162"/>
                  </a:lnTo>
                  <a:lnTo>
                    <a:pt x="503" y="971"/>
                  </a:lnTo>
                  <a:lnTo>
                    <a:pt x="407" y="790"/>
                  </a:lnTo>
                  <a:lnTo>
                    <a:pt x="312" y="622"/>
                  </a:lnTo>
                  <a:lnTo>
                    <a:pt x="225" y="469"/>
                  </a:lnTo>
                  <a:lnTo>
                    <a:pt x="146" y="328"/>
                  </a:lnTo>
                  <a:lnTo>
                    <a:pt x="81" y="203"/>
                  </a:lnTo>
                  <a:lnTo>
                    <a:pt x="45" y="126"/>
                  </a:lnTo>
                  <a:lnTo>
                    <a:pt x="17" y="58"/>
                  </a:lnTo>
                  <a:lnTo>
                    <a:pt x="0" y="0"/>
                  </a:lnTo>
                </a:path>
              </a:pathLst>
            </a:custGeom>
            <a:noFill/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95" name=""/>
            <p:cNvSpPr/>
            <p:nvPr/>
          </p:nvSpPr>
          <p:spPr>
            <a:xfrm rot="0">
              <a:off x="1931" y="2515"/>
              <a:ext cx="246" cy="608"/>
            </a:xfrm>
            <a:custGeom>
              <a:avLst/>
              <a:ahLst/>
              <a:rect l="0" t="0" r="r" b="b"/>
              <a:pathLst>
                <a:path w="793" h="1950">
                  <a:moveTo>
                    <a:pt x="0" y="1950"/>
                  </a:moveTo>
                  <a:lnTo>
                    <a:pt x="0" y="1897"/>
                  </a:lnTo>
                  <a:lnTo>
                    <a:pt x="12" y="1761"/>
                  </a:lnTo>
                  <a:lnTo>
                    <a:pt x="36" y="1627"/>
                  </a:lnTo>
                  <a:lnTo>
                    <a:pt x="79" y="1466"/>
                  </a:lnTo>
                  <a:lnTo>
                    <a:pt x="134" y="1311"/>
                  </a:lnTo>
                  <a:lnTo>
                    <a:pt x="197" y="1162"/>
                  </a:lnTo>
                  <a:lnTo>
                    <a:pt x="290" y="971"/>
                  </a:lnTo>
                  <a:lnTo>
                    <a:pt x="386" y="790"/>
                  </a:lnTo>
                  <a:lnTo>
                    <a:pt x="481" y="622"/>
                  </a:lnTo>
                  <a:lnTo>
                    <a:pt x="569" y="469"/>
                  </a:lnTo>
                  <a:lnTo>
                    <a:pt x="647" y="328"/>
                  </a:lnTo>
                  <a:lnTo>
                    <a:pt x="712" y="203"/>
                  </a:lnTo>
                  <a:lnTo>
                    <a:pt x="749" y="126"/>
                  </a:lnTo>
                  <a:lnTo>
                    <a:pt x="776" y="58"/>
                  </a:lnTo>
                  <a:lnTo>
                    <a:pt x="793" y="0"/>
                  </a:lnTo>
                </a:path>
              </a:pathLst>
            </a:custGeom>
            <a:noFill/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396" name=""/>
          <p:cNvSpPr/>
          <p:nvPr/>
        </p:nvSpPr>
        <p:spPr>
          <a:xfrm rot="0">
            <a:off x="1216025" y="4957762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51" name=""/>
          <p:cNvGrpSpPr/>
          <p:nvPr/>
        </p:nvGrpSpPr>
        <p:grpSpPr>
          <a:xfrm rot="0">
            <a:off x="431800" y="4957762"/>
            <a:ext cx="1209675" cy="936625"/>
            <a:chOff x="272" y="3123"/>
            <a:chExt cx="762" cy="590"/>
          </a:xfrm>
        </p:grpSpPr>
        <p:sp>
          <p:nvSpPr>
            <p:cNvPr id="1084397" name=""/>
            <p:cNvSpPr/>
            <p:nvPr/>
          </p:nvSpPr>
          <p:spPr>
            <a:xfrm rot="0">
              <a:off x="596" y="3604"/>
              <a:ext cx="35" cy="107"/>
            </a:xfrm>
            <a:custGeom>
              <a:avLst/>
              <a:ahLst/>
              <a:rect l="0" t="0" r="r" b="b"/>
              <a:pathLst>
                <a:path w="115" h="345">
                  <a:moveTo>
                    <a:pt x="0" y="0"/>
                  </a:moveTo>
                  <a:lnTo>
                    <a:pt x="115" y="0"/>
                  </a:lnTo>
                  <a:lnTo>
                    <a:pt x="58" y="345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98" name=""/>
            <p:cNvSpPr/>
            <p:nvPr/>
          </p:nvSpPr>
          <p:spPr>
            <a:xfrm rot="0" flipH="1">
              <a:off x="579" y="3123"/>
              <a:ext cx="170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399" name=""/>
            <p:cNvSpPr/>
            <p:nvPr/>
          </p:nvSpPr>
          <p:spPr>
            <a:xfrm rot="0" flipH="1">
              <a:off x="579" y="3711"/>
              <a:ext cx="45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0" name=""/>
            <p:cNvSpPr/>
            <p:nvPr/>
          </p:nvSpPr>
          <p:spPr>
            <a:xfrm rot="0">
              <a:off x="614" y="3230"/>
              <a:ext cx="2" cy="37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1" name=""/>
            <p:cNvSpPr/>
            <p:nvPr/>
          </p:nvSpPr>
          <p:spPr>
            <a:xfrm rot="0">
              <a:off x="596" y="3123"/>
              <a:ext cx="35" cy="107"/>
            </a:xfrm>
            <a:custGeom>
              <a:avLst/>
              <a:ahLst/>
              <a:rect l="0" t="0" r="r" b="b"/>
              <a:pathLst>
                <a:path w="115" h="344">
                  <a:moveTo>
                    <a:pt x="0" y="344"/>
                  </a:moveTo>
                  <a:lnTo>
                    <a:pt x="115" y="344"/>
                  </a:lnTo>
                  <a:lnTo>
                    <a:pt x="58" y="0"/>
                  </a:lnTo>
                  <a:lnTo>
                    <a:pt x="0" y="344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2" name=""/>
            <p:cNvSpPr/>
            <p:nvPr/>
          </p:nvSpPr>
          <p:spPr>
            <a:xfrm rot="0">
              <a:off x="596" y="3123"/>
              <a:ext cx="35" cy="107"/>
            </a:xfrm>
            <a:custGeom>
              <a:avLst/>
              <a:ahLst/>
              <a:rect l="0" t="0" r="r" b="b"/>
              <a:pathLst>
                <a:path w="115" h="344">
                  <a:moveTo>
                    <a:pt x="0" y="344"/>
                  </a:moveTo>
                  <a:lnTo>
                    <a:pt x="115" y="344"/>
                  </a:lnTo>
                  <a:lnTo>
                    <a:pt x="58" y="0"/>
                  </a:lnTo>
                  <a:lnTo>
                    <a:pt x="0" y="344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3" name=""/>
            <p:cNvSpPr/>
            <p:nvPr/>
          </p:nvSpPr>
          <p:spPr>
            <a:xfrm rot="0">
              <a:off x="596" y="3604"/>
              <a:ext cx="35" cy="107"/>
            </a:xfrm>
            <a:custGeom>
              <a:avLst/>
              <a:ahLst/>
              <a:rect l="0" t="0" r="r" b="b"/>
              <a:pathLst>
                <a:path w="115" h="345">
                  <a:moveTo>
                    <a:pt x="0" y="0"/>
                  </a:moveTo>
                  <a:lnTo>
                    <a:pt x="115" y="0"/>
                  </a:lnTo>
                  <a:lnTo>
                    <a:pt x="58" y="345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4" name=""/>
            <p:cNvSpPr/>
            <p:nvPr/>
          </p:nvSpPr>
          <p:spPr>
            <a:xfrm rot="16200000">
              <a:off x="290" y="3252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y1</a:t>
              </a:r>
            </a:p>
          </p:txBody>
        </p:sp>
        <p:sp>
          <p:nvSpPr>
            <p:cNvPr id="1084405" name=""/>
            <p:cNvSpPr/>
            <p:nvPr/>
          </p:nvSpPr>
          <p:spPr>
            <a:xfrm rot="0">
              <a:off x="614" y="3711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406" name=""/>
          <p:cNvSpPr/>
          <p:nvPr/>
        </p:nvSpPr>
        <p:spPr>
          <a:xfrm rot="0">
            <a:off x="7102475" y="2789237"/>
            <a:ext cx="4762" cy="4762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52" name=""/>
          <p:cNvGrpSpPr/>
          <p:nvPr/>
        </p:nvGrpSpPr>
        <p:grpSpPr>
          <a:xfrm rot="0">
            <a:off x="6178550" y="2820987"/>
            <a:ext cx="958850" cy="1352550"/>
            <a:chOff x="3873" y="1777"/>
            <a:chExt cx="604" cy="852"/>
          </a:xfrm>
        </p:grpSpPr>
        <p:sp>
          <p:nvSpPr>
            <p:cNvPr id="1084407" name=""/>
            <p:cNvSpPr/>
            <p:nvPr/>
          </p:nvSpPr>
          <p:spPr>
            <a:xfrm rot="0">
              <a:off x="4474" y="1777"/>
              <a:ext cx="3" cy="85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8" name=""/>
            <p:cNvSpPr/>
            <p:nvPr/>
          </p:nvSpPr>
          <p:spPr>
            <a:xfrm rot="0">
              <a:off x="3980" y="2592"/>
              <a:ext cx="38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09" name=""/>
            <p:cNvSpPr/>
            <p:nvPr/>
          </p:nvSpPr>
          <p:spPr>
            <a:xfrm rot="0">
              <a:off x="3873" y="2574"/>
              <a:ext cx="107" cy="35"/>
            </a:xfrm>
            <a:custGeom>
              <a:avLst/>
              <a:ahLst/>
              <a:rect l="0" t="0" r="r" b="b"/>
              <a:pathLst>
                <a:path w="345" h="115">
                  <a:moveTo>
                    <a:pt x="345" y="0"/>
                  </a:moveTo>
                  <a:lnTo>
                    <a:pt x="345" y="115"/>
                  </a:lnTo>
                  <a:lnTo>
                    <a:pt x="0" y="57"/>
                  </a:lnTo>
                  <a:lnTo>
                    <a:pt x="345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10" name=""/>
            <p:cNvSpPr/>
            <p:nvPr/>
          </p:nvSpPr>
          <p:spPr>
            <a:xfrm rot="0">
              <a:off x="3873" y="2574"/>
              <a:ext cx="107" cy="35"/>
            </a:xfrm>
            <a:custGeom>
              <a:avLst/>
              <a:ahLst/>
              <a:rect l="0" t="0" r="r" b="b"/>
              <a:pathLst>
                <a:path w="345" h="115">
                  <a:moveTo>
                    <a:pt x="345" y="0"/>
                  </a:moveTo>
                  <a:lnTo>
                    <a:pt x="345" y="115"/>
                  </a:lnTo>
                  <a:lnTo>
                    <a:pt x="0" y="57"/>
                  </a:lnTo>
                  <a:lnTo>
                    <a:pt x="345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11" name=""/>
            <p:cNvSpPr/>
            <p:nvPr/>
          </p:nvSpPr>
          <p:spPr>
            <a:xfrm rot="0">
              <a:off x="4365" y="2574"/>
              <a:ext cx="109" cy="35"/>
            </a:xfrm>
            <a:custGeom>
              <a:avLst/>
              <a:ahLst/>
              <a:rect l="0" t="0" r="r" b="b"/>
              <a:pathLst>
                <a:path w="345" h="115">
                  <a:moveTo>
                    <a:pt x="0" y="0"/>
                  </a:moveTo>
                  <a:lnTo>
                    <a:pt x="0" y="115"/>
                  </a:lnTo>
                  <a:lnTo>
                    <a:pt x="345" y="57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12" name=""/>
            <p:cNvSpPr/>
            <p:nvPr/>
          </p:nvSpPr>
          <p:spPr>
            <a:xfrm rot="0">
              <a:off x="4099" y="2358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y2</a:t>
              </a:r>
            </a:p>
          </p:txBody>
        </p:sp>
        <p:sp>
          <p:nvSpPr>
            <p:cNvPr id="1084413" name=""/>
            <p:cNvSpPr/>
            <p:nvPr/>
          </p:nvSpPr>
          <p:spPr>
            <a:xfrm rot="0">
              <a:off x="4365" y="2574"/>
              <a:ext cx="109" cy="35"/>
            </a:xfrm>
            <a:custGeom>
              <a:avLst/>
              <a:ahLst/>
              <a:rect l="0" t="0" r="r" b="b"/>
              <a:pathLst>
                <a:path w="345" h="115">
                  <a:moveTo>
                    <a:pt x="0" y="0"/>
                  </a:moveTo>
                  <a:lnTo>
                    <a:pt x="0" y="115"/>
                  </a:lnTo>
                  <a:lnTo>
                    <a:pt x="345" y="57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14" name=""/>
            <p:cNvSpPr/>
            <p:nvPr/>
          </p:nvSpPr>
          <p:spPr>
            <a:xfrm rot="0">
              <a:off x="4474" y="2592"/>
              <a:ext cx="3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53" name=""/>
          <p:cNvGrpSpPr/>
          <p:nvPr/>
        </p:nvGrpSpPr>
        <p:grpSpPr>
          <a:xfrm rot="0">
            <a:off x="1655762" y="3971925"/>
            <a:ext cx="1806575" cy="1968500"/>
            <a:chOff x="1043" y="2502"/>
            <a:chExt cx="1138" cy="1240"/>
          </a:xfrm>
        </p:grpSpPr>
        <p:grpSp>
          <p:nvGrpSpPr>
            <p:cNvPr id="454" name=""/>
            <p:cNvGrpSpPr/>
            <p:nvPr/>
          </p:nvGrpSpPr>
          <p:grpSpPr>
            <a:xfrm rot="0">
              <a:off x="1043" y="2502"/>
              <a:ext cx="11" cy="1240"/>
              <a:chOff x="1043" y="2502"/>
              <a:chExt cx="11" cy="1240"/>
            </a:xfrm>
          </p:grpSpPr>
          <p:sp>
            <p:nvSpPr>
              <p:cNvPr id="1084415" name=""/>
              <p:cNvSpPr/>
              <p:nvPr/>
            </p:nvSpPr>
            <p:spPr>
              <a:xfrm rot="0">
                <a:off x="1043" y="2502"/>
                <a:ext cx="2" cy="105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16" name=""/>
              <p:cNvSpPr/>
              <p:nvPr/>
            </p:nvSpPr>
            <p:spPr>
              <a:xfrm rot="0">
                <a:off x="1043" y="2685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17" name=""/>
              <p:cNvSpPr/>
              <p:nvPr/>
            </p:nvSpPr>
            <p:spPr>
              <a:xfrm rot="0">
                <a:off x="1043" y="2923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18" name=""/>
              <p:cNvSpPr/>
              <p:nvPr/>
            </p:nvSpPr>
            <p:spPr>
              <a:xfrm rot="0">
                <a:off x="1043" y="3162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19" name=""/>
              <p:cNvSpPr/>
              <p:nvPr/>
            </p:nvSpPr>
            <p:spPr>
              <a:xfrm rot="0">
                <a:off x="1043" y="3400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0" name=""/>
              <p:cNvSpPr/>
              <p:nvPr/>
            </p:nvSpPr>
            <p:spPr>
              <a:xfrm rot="0">
                <a:off x="1043" y="3639"/>
                <a:ext cx="2" cy="1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1" name=""/>
              <p:cNvSpPr/>
              <p:nvPr/>
            </p:nvSpPr>
            <p:spPr>
              <a:xfrm rot="0">
                <a:off x="1051" y="3711"/>
                <a:ext cx="3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455" name=""/>
            <p:cNvGrpSpPr/>
            <p:nvPr/>
          </p:nvGrpSpPr>
          <p:grpSpPr>
            <a:xfrm rot="0">
              <a:off x="2012" y="2502"/>
              <a:ext cx="169" cy="1240"/>
              <a:chOff x="2012" y="2502"/>
              <a:chExt cx="169" cy="1240"/>
            </a:xfrm>
          </p:grpSpPr>
          <p:sp>
            <p:nvSpPr>
              <p:cNvPr id="1084422" name=""/>
              <p:cNvSpPr/>
              <p:nvPr/>
            </p:nvSpPr>
            <p:spPr>
              <a:xfrm rot="0" flipV="1">
                <a:off x="2179" y="3639"/>
                <a:ext cx="2" cy="1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3" name=""/>
              <p:cNvSpPr/>
              <p:nvPr/>
            </p:nvSpPr>
            <p:spPr>
              <a:xfrm rot="0" flipV="1">
                <a:off x="2179" y="3400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4" name=""/>
              <p:cNvSpPr/>
              <p:nvPr/>
            </p:nvSpPr>
            <p:spPr>
              <a:xfrm rot="0" flipV="1">
                <a:off x="2179" y="3162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5" name=""/>
              <p:cNvSpPr/>
              <p:nvPr/>
            </p:nvSpPr>
            <p:spPr>
              <a:xfrm rot="0" flipV="1">
                <a:off x="2179" y="2923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6" name=""/>
              <p:cNvSpPr/>
              <p:nvPr/>
            </p:nvSpPr>
            <p:spPr>
              <a:xfrm rot="0" flipV="1">
                <a:off x="2179" y="2685"/>
                <a:ext cx="2" cy="15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7" name=""/>
              <p:cNvSpPr/>
              <p:nvPr/>
            </p:nvSpPr>
            <p:spPr>
              <a:xfrm rot="0" flipV="1">
                <a:off x="2179" y="2502"/>
                <a:ext cx="2" cy="105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4428" name=""/>
              <p:cNvSpPr/>
              <p:nvPr/>
            </p:nvSpPr>
            <p:spPr>
              <a:xfrm rot="0">
                <a:off x="2012" y="3724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4429" name=""/>
          <p:cNvSpPr/>
          <p:nvPr/>
        </p:nvSpPr>
        <p:spPr>
          <a:xfrm rot="0">
            <a:off x="4389437" y="4957762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56" name=""/>
          <p:cNvGrpSpPr/>
          <p:nvPr/>
        </p:nvGrpSpPr>
        <p:grpSpPr>
          <a:xfrm rot="0">
            <a:off x="3221037" y="4957762"/>
            <a:ext cx="1852612" cy="957262"/>
            <a:chOff x="2029" y="3123"/>
            <a:chExt cx="1167" cy="603"/>
          </a:xfrm>
        </p:grpSpPr>
        <p:sp>
          <p:nvSpPr>
            <p:cNvPr id="1084430" name=""/>
            <p:cNvSpPr/>
            <p:nvPr/>
          </p:nvSpPr>
          <p:spPr>
            <a:xfrm rot="0">
              <a:off x="2029" y="3724"/>
              <a:ext cx="1167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31" name=""/>
            <p:cNvSpPr/>
            <p:nvPr/>
          </p:nvSpPr>
          <p:spPr>
            <a:xfrm rot="0" flipV="1">
              <a:off x="3159" y="3230"/>
              <a:ext cx="2" cy="38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32" name=""/>
            <p:cNvSpPr/>
            <p:nvPr/>
          </p:nvSpPr>
          <p:spPr>
            <a:xfrm rot="0">
              <a:off x="3142" y="3615"/>
              <a:ext cx="37" cy="109"/>
            </a:xfrm>
            <a:custGeom>
              <a:avLst/>
              <a:ahLst/>
              <a:rect l="0" t="0" r="r" b="b"/>
              <a:pathLst>
                <a:path w="114" h="345">
                  <a:moveTo>
                    <a:pt x="0" y="0"/>
                  </a:moveTo>
                  <a:lnTo>
                    <a:pt x="114" y="0"/>
                  </a:lnTo>
                  <a:lnTo>
                    <a:pt x="57" y="345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33" name=""/>
            <p:cNvSpPr/>
            <p:nvPr/>
          </p:nvSpPr>
          <p:spPr>
            <a:xfrm rot="0">
              <a:off x="3142" y="3615"/>
              <a:ext cx="37" cy="109"/>
            </a:xfrm>
            <a:custGeom>
              <a:avLst/>
              <a:ahLst/>
              <a:rect l="0" t="0" r="r" b="b"/>
              <a:pathLst>
                <a:path w="114" h="345">
                  <a:moveTo>
                    <a:pt x="0" y="0"/>
                  </a:moveTo>
                  <a:lnTo>
                    <a:pt x="114" y="0"/>
                  </a:lnTo>
                  <a:lnTo>
                    <a:pt x="57" y="345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34" name=""/>
            <p:cNvSpPr/>
            <p:nvPr/>
          </p:nvSpPr>
          <p:spPr>
            <a:xfrm rot="0">
              <a:off x="3142" y="3123"/>
              <a:ext cx="37" cy="107"/>
            </a:xfrm>
            <a:custGeom>
              <a:avLst/>
              <a:ahLst/>
              <a:rect l="0" t="0" r="r" b="b"/>
              <a:pathLst>
                <a:path w="114" h="344">
                  <a:moveTo>
                    <a:pt x="0" y="344"/>
                  </a:moveTo>
                  <a:lnTo>
                    <a:pt x="114" y="344"/>
                  </a:lnTo>
                  <a:lnTo>
                    <a:pt x="57" y="0"/>
                  </a:lnTo>
                  <a:lnTo>
                    <a:pt x="0" y="344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35" name=""/>
            <p:cNvSpPr/>
            <p:nvPr/>
          </p:nvSpPr>
          <p:spPr>
            <a:xfrm rot="16200000">
              <a:off x="2898" y="3253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y2</a:t>
              </a:r>
            </a:p>
          </p:txBody>
        </p:sp>
        <p:sp>
          <p:nvSpPr>
            <p:cNvPr id="1084436" name=""/>
            <p:cNvSpPr/>
            <p:nvPr/>
          </p:nvSpPr>
          <p:spPr>
            <a:xfrm rot="0">
              <a:off x="3142" y="3123"/>
              <a:ext cx="37" cy="107"/>
            </a:xfrm>
            <a:custGeom>
              <a:avLst/>
              <a:ahLst/>
              <a:rect l="0" t="0" r="r" b="b"/>
              <a:pathLst>
                <a:path w="114" h="344">
                  <a:moveTo>
                    <a:pt x="0" y="344"/>
                  </a:moveTo>
                  <a:lnTo>
                    <a:pt x="114" y="344"/>
                  </a:lnTo>
                  <a:lnTo>
                    <a:pt x="57" y="0"/>
                  </a:lnTo>
                  <a:lnTo>
                    <a:pt x="0" y="344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37" name=""/>
            <p:cNvSpPr/>
            <p:nvPr/>
          </p:nvSpPr>
          <p:spPr>
            <a:xfrm rot="0">
              <a:off x="3159" y="3123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438" name=""/>
          <p:cNvSpPr/>
          <p:nvPr/>
        </p:nvSpPr>
        <p:spPr>
          <a:xfrm rot="0">
            <a:off x="6954837" y="3049587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57" name=""/>
          <p:cNvGrpSpPr/>
          <p:nvPr/>
        </p:nvGrpSpPr>
        <p:grpSpPr>
          <a:xfrm rot="0">
            <a:off x="6148387" y="3079750"/>
            <a:ext cx="809625" cy="1093787"/>
            <a:chOff x="3873" y="1940"/>
            <a:chExt cx="510" cy="689"/>
          </a:xfrm>
        </p:grpSpPr>
        <p:sp>
          <p:nvSpPr>
            <p:cNvPr id="1084439" name=""/>
            <p:cNvSpPr/>
            <p:nvPr/>
          </p:nvSpPr>
          <p:spPr>
            <a:xfrm rot="0">
              <a:off x="3873" y="2330"/>
              <a:ext cx="3" cy="29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0" name=""/>
            <p:cNvSpPr/>
            <p:nvPr/>
          </p:nvSpPr>
          <p:spPr>
            <a:xfrm rot="0">
              <a:off x="3873" y="2313"/>
              <a:ext cx="3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1" name=""/>
            <p:cNvSpPr/>
            <p:nvPr/>
          </p:nvSpPr>
          <p:spPr>
            <a:xfrm rot="0">
              <a:off x="4381" y="1940"/>
              <a:ext cx="2" cy="45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2" name=""/>
            <p:cNvSpPr/>
            <p:nvPr/>
          </p:nvSpPr>
          <p:spPr>
            <a:xfrm rot="0">
              <a:off x="3873" y="2330"/>
              <a:ext cx="3" cy="6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3" name=""/>
            <p:cNvSpPr/>
            <p:nvPr/>
          </p:nvSpPr>
          <p:spPr>
            <a:xfrm rot="0" flipH="1">
              <a:off x="3980" y="2356"/>
              <a:ext cx="294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4" name=""/>
            <p:cNvSpPr/>
            <p:nvPr/>
          </p:nvSpPr>
          <p:spPr>
            <a:xfrm rot="0">
              <a:off x="4274" y="2337"/>
              <a:ext cx="107" cy="37"/>
            </a:xfrm>
            <a:custGeom>
              <a:avLst/>
              <a:ahLst/>
              <a:rect l="0" t="0" r="r" b="b"/>
              <a:pathLst>
                <a:path w="344" h="115">
                  <a:moveTo>
                    <a:pt x="0" y="0"/>
                  </a:moveTo>
                  <a:lnTo>
                    <a:pt x="0" y="115"/>
                  </a:lnTo>
                  <a:lnTo>
                    <a:pt x="344" y="57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5" name=""/>
            <p:cNvSpPr/>
            <p:nvPr/>
          </p:nvSpPr>
          <p:spPr>
            <a:xfrm rot="0">
              <a:off x="4274" y="2337"/>
              <a:ext cx="107" cy="37"/>
            </a:xfrm>
            <a:custGeom>
              <a:avLst/>
              <a:ahLst/>
              <a:rect l="0" t="0" r="r" b="b"/>
              <a:pathLst>
                <a:path w="344" h="115">
                  <a:moveTo>
                    <a:pt x="0" y="0"/>
                  </a:moveTo>
                  <a:lnTo>
                    <a:pt x="0" y="115"/>
                  </a:lnTo>
                  <a:lnTo>
                    <a:pt x="344" y="57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6" name=""/>
            <p:cNvSpPr/>
            <p:nvPr/>
          </p:nvSpPr>
          <p:spPr>
            <a:xfrm rot="0">
              <a:off x="3873" y="2337"/>
              <a:ext cx="107" cy="37"/>
            </a:xfrm>
            <a:custGeom>
              <a:avLst/>
              <a:ahLst/>
              <a:rect l="0" t="0" r="r" b="b"/>
              <a:pathLst>
                <a:path w="345" h="115">
                  <a:moveTo>
                    <a:pt x="345" y="0"/>
                  </a:moveTo>
                  <a:lnTo>
                    <a:pt x="345" y="115"/>
                  </a:lnTo>
                  <a:lnTo>
                    <a:pt x="0" y="57"/>
                  </a:lnTo>
                  <a:lnTo>
                    <a:pt x="345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7" name=""/>
            <p:cNvSpPr/>
            <p:nvPr/>
          </p:nvSpPr>
          <p:spPr>
            <a:xfrm rot="0">
              <a:off x="4070" y="2103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y3</a:t>
              </a:r>
            </a:p>
          </p:txBody>
        </p:sp>
        <p:sp>
          <p:nvSpPr>
            <p:cNvPr id="1084448" name=""/>
            <p:cNvSpPr/>
            <p:nvPr/>
          </p:nvSpPr>
          <p:spPr>
            <a:xfrm rot="0">
              <a:off x="3873" y="2337"/>
              <a:ext cx="107" cy="37"/>
            </a:xfrm>
            <a:custGeom>
              <a:avLst/>
              <a:ahLst/>
              <a:rect l="0" t="0" r="r" b="b"/>
              <a:pathLst>
                <a:path w="345" h="115">
                  <a:moveTo>
                    <a:pt x="345" y="0"/>
                  </a:moveTo>
                  <a:lnTo>
                    <a:pt x="345" y="115"/>
                  </a:lnTo>
                  <a:lnTo>
                    <a:pt x="0" y="57"/>
                  </a:lnTo>
                  <a:lnTo>
                    <a:pt x="345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49" name=""/>
            <p:cNvSpPr/>
            <p:nvPr/>
          </p:nvSpPr>
          <p:spPr>
            <a:xfrm rot="0">
              <a:off x="3873" y="2313"/>
              <a:ext cx="3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0" name=""/>
            <p:cNvSpPr/>
            <p:nvPr/>
          </p:nvSpPr>
          <p:spPr>
            <a:xfrm rot="0">
              <a:off x="3873" y="2356"/>
              <a:ext cx="3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4451" name=""/>
          <p:cNvSpPr/>
          <p:nvPr/>
        </p:nvSpPr>
        <p:spPr>
          <a:xfrm rot="0">
            <a:off x="2546350" y="5762625"/>
            <a:ext cx="4762" cy="4762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4452" name=""/>
          <p:cNvSpPr/>
          <p:nvPr/>
        </p:nvSpPr>
        <p:spPr>
          <a:xfrm rot="0">
            <a:off x="4416425" y="4957762"/>
            <a:ext cx="4762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58" name=""/>
          <p:cNvGrpSpPr/>
          <p:nvPr/>
        </p:nvGrpSpPr>
        <p:grpSpPr>
          <a:xfrm rot="0">
            <a:off x="2574925" y="4957762"/>
            <a:ext cx="2498725" cy="809625"/>
            <a:chOff x="1622" y="3123"/>
            <a:chExt cx="1574" cy="510"/>
          </a:xfrm>
        </p:grpSpPr>
        <p:sp>
          <p:nvSpPr>
            <p:cNvPr id="1084453" name=""/>
            <p:cNvSpPr/>
            <p:nvPr/>
          </p:nvSpPr>
          <p:spPr>
            <a:xfrm rot="0">
              <a:off x="2782" y="3123"/>
              <a:ext cx="414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4" name=""/>
            <p:cNvSpPr/>
            <p:nvPr/>
          </p:nvSpPr>
          <p:spPr>
            <a:xfrm rot="0">
              <a:off x="1622" y="3630"/>
              <a:ext cx="1300" cy="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5" name=""/>
            <p:cNvSpPr/>
            <p:nvPr/>
          </p:nvSpPr>
          <p:spPr>
            <a:xfrm rot="0">
              <a:off x="2802" y="3123"/>
              <a:ext cx="120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6" name=""/>
            <p:cNvSpPr/>
            <p:nvPr/>
          </p:nvSpPr>
          <p:spPr>
            <a:xfrm rot="0" flipV="1">
              <a:off x="2885" y="3230"/>
              <a:ext cx="2" cy="29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7" name=""/>
            <p:cNvSpPr/>
            <p:nvPr/>
          </p:nvSpPr>
          <p:spPr>
            <a:xfrm rot="0">
              <a:off x="2867" y="3524"/>
              <a:ext cx="37" cy="106"/>
            </a:xfrm>
            <a:custGeom>
              <a:avLst/>
              <a:ahLst/>
              <a:rect l="0" t="0" r="r" b="b"/>
              <a:pathLst>
                <a:path w="115" h="345">
                  <a:moveTo>
                    <a:pt x="0" y="0"/>
                  </a:moveTo>
                  <a:lnTo>
                    <a:pt x="115" y="0"/>
                  </a:lnTo>
                  <a:lnTo>
                    <a:pt x="58" y="345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8" name=""/>
            <p:cNvSpPr/>
            <p:nvPr/>
          </p:nvSpPr>
          <p:spPr>
            <a:xfrm rot="0">
              <a:off x="2867" y="3524"/>
              <a:ext cx="37" cy="106"/>
            </a:xfrm>
            <a:custGeom>
              <a:avLst/>
              <a:ahLst/>
              <a:rect l="0" t="0" r="r" b="b"/>
              <a:pathLst>
                <a:path w="115" h="345">
                  <a:moveTo>
                    <a:pt x="0" y="0"/>
                  </a:moveTo>
                  <a:lnTo>
                    <a:pt x="115" y="0"/>
                  </a:lnTo>
                  <a:lnTo>
                    <a:pt x="58" y="345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59" name=""/>
            <p:cNvSpPr/>
            <p:nvPr/>
          </p:nvSpPr>
          <p:spPr>
            <a:xfrm rot="0">
              <a:off x="2867" y="3123"/>
              <a:ext cx="37" cy="107"/>
            </a:xfrm>
            <a:custGeom>
              <a:avLst/>
              <a:ahLst/>
              <a:rect l="0" t="0" r="r" b="b"/>
              <a:pathLst>
                <a:path w="115" h="344">
                  <a:moveTo>
                    <a:pt x="0" y="344"/>
                  </a:moveTo>
                  <a:lnTo>
                    <a:pt x="115" y="344"/>
                  </a:lnTo>
                  <a:lnTo>
                    <a:pt x="58" y="0"/>
                  </a:lnTo>
                  <a:lnTo>
                    <a:pt x="0" y="344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60" name=""/>
            <p:cNvSpPr/>
            <p:nvPr/>
          </p:nvSpPr>
          <p:spPr>
            <a:xfrm rot="16200000">
              <a:off x="2615" y="3309"/>
              <a:ext cx="194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y3</a:t>
              </a:r>
            </a:p>
          </p:txBody>
        </p:sp>
        <p:sp>
          <p:nvSpPr>
            <p:cNvPr id="1084461" name=""/>
            <p:cNvSpPr/>
            <p:nvPr/>
          </p:nvSpPr>
          <p:spPr>
            <a:xfrm rot="0">
              <a:off x="2867" y="3123"/>
              <a:ext cx="37" cy="107"/>
            </a:xfrm>
            <a:custGeom>
              <a:avLst/>
              <a:ahLst/>
              <a:rect l="0" t="0" r="r" b="b"/>
              <a:pathLst>
                <a:path w="115" h="344">
                  <a:moveTo>
                    <a:pt x="0" y="344"/>
                  </a:moveTo>
                  <a:lnTo>
                    <a:pt x="115" y="344"/>
                  </a:lnTo>
                  <a:lnTo>
                    <a:pt x="58" y="0"/>
                  </a:lnTo>
                  <a:lnTo>
                    <a:pt x="0" y="344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62" name=""/>
            <p:cNvSpPr/>
            <p:nvPr/>
          </p:nvSpPr>
          <p:spPr>
            <a:xfrm rot="0">
              <a:off x="2885" y="3123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59" name=""/>
          <p:cNvGrpSpPr/>
          <p:nvPr/>
        </p:nvGrpSpPr>
        <p:grpSpPr>
          <a:xfrm rot="0">
            <a:off x="1968500" y="1403350"/>
            <a:ext cx="485775" cy="3773487"/>
            <a:chOff x="1240" y="884"/>
            <a:chExt cx="306" cy="2377"/>
          </a:xfrm>
        </p:grpSpPr>
        <p:sp>
          <p:nvSpPr>
            <p:cNvPr id="1084463" name=""/>
            <p:cNvSpPr/>
            <p:nvPr/>
          </p:nvSpPr>
          <p:spPr>
            <a:xfrm rot="0">
              <a:off x="1240" y="2954"/>
              <a:ext cx="306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chemeClr val="lt2"/>
                  </a:solidFill>
                </a:rPr>
                <a:t>●</a:t>
              </a:r>
              <a:r>
                <a:rPr altLang="zh-CN" b="1" sz="3200" lang="en-US"/>
                <a:t> </a:t>
              </a:r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1</a:t>
              </a:r>
            </a:p>
          </p:txBody>
        </p:sp>
        <p:sp>
          <p:nvSpPr>
            <p:cNvPr id="1084464" name=""/>
            <p:cNvSpPr/>
            <p:nvPr/>
          </p:nvSpPr>
          <p:spPr>
            <a:xfrm rot="0">
              <a:off x="1291" y="884"/>
              <a:ext cx="2" cy="223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0" name=""/>
          <p:cNvGrpSpPr/>
          <p:nvPr/>
        </p:nvGrpSpPr>
        <p:grpSpPr>
          <a:xfrm rot="0">
            <a:off x="1243012" y="5565775"/>
            <a:ext cx="2566987" cy="487362"/>
            <a:chOff x="783" y="3506"/>
            <a:chExt cx="1617" cy="307"/>
          </a:xfrm>
        </p:grpSpPr>
        <p:sp>
          <p:nvSpPr>
            <p:cNvPr id="1084465" name=""/>
            <p:cNvSpPr/>
            <p:nvPr/>
          </p:nvSpPr>
          <p:spPr>
            <a:xfrm rot="0">
              <a:off x="2078" y="3506"/>
              <a:ext cx="322" cy="307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1800" lang="en-US">
                  <a:solidFill>
                    <a:schemeClr val="lt2"/>
                  </a:solidFill>
                </a:rPr>
                <a:t>●</a:t>
              </a:r>
              <a:r>
                <a:rPr altLang="zh-CN" b="1" sz="3200" lang="en-US"/>
                <a:t> </a:t>
              </a:r>
              <a:r>
                <a:rPr altLang="zh-CN" b="1" sz="2800" lang="en-US">
                  <a:solidFill>
                    <a:srgbClr val="FF3300"/>
                  </a:solidFill>
                  <a:latin typeface="宋体" pitchFamily="2" charset="-122"/>
                </a:rPr>
                <a:t>8</a:t>
              </a:r>
            </a:p>
          </p:txBody>
        </p:sp>
        <p:sp>
          <p:nvSpPr>
            <p:cNvPr id="1084466" name=""/>
            <p:cNvSpPr/>
            <p:nvPr/>
          </p:nvSpPr>
          <p:spPr>
            <a:xfrm rot="0">
              <a:off x="783" y="3546"/>
              <a:ext cx="323" cy="230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lang="en-US">
                  <a:solidFill>
                    <a:srgbClr val="FF3300"/>
                  </a:solidFill>
                  <a:latin typeface="宋体" pitchFamily="2" charset="-122"/>
                </a:rPr>
                <a:t>2</a:t>
              </a:r>
              <a:r>
                <a:rPr altLang="zh-CN" b="1" lang="en-US">
                  <a:solidFill>
                    <a:srgbClr val="0000FF"/>
                  </a:solidFill>
                  <a:latin typeface="宋体" pitchFamily="2" charset="-122"/>
                </a:rPr>
                <a:t> </a:t>
              </a:r>
              <a:r>
                <a:rPr altLang="zh-CN" b="1" sz="1600" lang="en-US">
                  <a:solidFill>
                    <a:schemeClr val="lt2"/>
                  </a:solidFill>
                </a:rPr>
                <a:t>●</a:t>
              </a:r>
            </a:p>
          </p:txBody>
        </p:sp>
      </p:grpSp>
      <p:sp>
        <p:nvSpPr>
          <p:cNvPr id="1084467" name=""/>
          <p:cNvSpPr/>
          <p:nvPr/>
        </p:nvSpPr>
        <p:spPr>
          <a:xfrm rot="0">
            <a:off x="8667750" y="6473825"/>
            <a:ext cx="490537" cy="3365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1600" lang="zh-CN">
                <a:solidFill>
                  <a:schemeClr val="folHlink"/>
                </a:solidFill>
              </a:rPr>
              <a:t>例</a:t>
            </a:r>
            <a:r>
              <a:rPr altLang="zh-CN" b="1" sz="1600" lang="en-US">
                <a:solidFill>
                  <a:schemeClr val="folHlink"/>
                </a:solidFill>
              </a:rPr>
              <a:t>4</a:t>
            </a:r>
          </a:p>
        </p:txBody>
      </p:sp>
      <p:sp>
        <p:nvSpPr>
          <p:cNvPr id="1084468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53</a:t>
            </a:r>
          </a:p>
        </p:txBody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4194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4194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id="11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3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4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id="17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9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0">
                      <p:stCondLst>
                        <p:cond delay="indefinite"/>
                      </p:stCondLst>
                      <p:childTnLst>
                        <p:par>
                          <p:cTn fill="hold" id="21">
                            <p:stCondLst>
                              <p:cond delay="0"/>
                            </p:stCondLst>
                            <p:childTnLst>
                              <p:par>
                                <p:cTn fill="hold" id="22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4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5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6">
                      <p:stCondLst>
                        <p:cond delay="indefinite"/>
                      </p:stCondLst>
                      <p:childTnLst>
                        <p:par>
                          <p:cTn fill="hold" id="27">
                            <p:stCondLst>
                              <p:cond delay="0"/>
                            </p:stCondLst>
                            <p:childTnLst>
                              <p:par>
                                <p:cTn fill="hold" id="28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1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2">
                      <p:stCondLst>
                        <p:cond delay="indefinite"/>
                      </p:stCondLst>
                      <p:childTnLst>
                        <p:par>
                          <p:cTn fill="hold" id="3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4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6"/>
                                        <p:tgtEl>
                                          <p:spTgt spid="1084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7"/>
                                        <p:tgtEl>
                                          <p:spTgt spid="1084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8">
                      <p:stCondLst>
                        <p:cond delay="indefinite"/>
                      </p:stCondLst>
                      <p:childTnLst>
                        <p:par>
                          <p:cTn fill="hold" id="39">
                            <p:stCondLst>
                              <p:cond delay="0"/>
                            </p:stCondLst>
                            <p:childTnLst>
                              <p:par>
                                <p:cTn fill="hold" id="40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2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3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4">
                      <p:stCondLst>
                        <p:cond delay="indefinite"/>
                      </p:stCondLst>
                      <p:childTnLst>
                        <p:par>
                          <p:cTn fill="hold" id="45">
                            <p:stCondLst>
                              <p:cond delay="0"/>
                            </p:stCondLst>
                            <p:childTnLst>
                              <p:par>
                                <p:cTn fill="hold" id="46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8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9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0">
                      <p:stCondLst>
                        <p:cond delay="indefinite"/>
                      </p:stCondLst>
                      <p:childTnLst>
                        <p:par>
                          <p:cTn fill="hold" id="51">
                            <p:stCondLst>
                              <p:cond delay="0"/>
                            </p:stCondLst>
                            <p:childTnLst>
                              <p:par>
                                <p:cTn fill="hold" id="52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4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5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6">
                      <p:stCondLst>
                        <p:cond delay="indefinite"/>
                      </p:stCondLst>
                      <p:childTnLst>
                        <p:par>
                          <p:cTn fill="hold" id="57">
                            <p:stCondLst>
                              <p:cond delay="0"/>
                            </p:stCondLst>
                            <p:childTnLst>
                              <p:par>
                                <p:cTn fill="hold" id="58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1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2">
                      <p:stCondLst>
                        <p:cond delay="indefinite"/>
                      </p:stCondLst>
                      <p:childTnLst>
                        <p:par>
                          <p:cTn fill="hold" id="6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64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6"/>
                                        <p:tgtEl>
                                          <p:spTgt spid="1084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7"/>
                                        <p:tgtEl>
                                          <p:spTgt spid="1084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8">
                      <p:stCondLst>
                        <p:cond delay="indefinite"/>
                      </p:stCondLst>
                      <p:childTnLst>
                        <p:par>
                          <p:cTn fill="hold" id="69">
                            <p:stCondLst>
                              <p:cond delay="0"/>
                            </p:stCondLst>
                            <p:childTnLst>
                              <p:par>
                                <p:cTn fill="hold" id="70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2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3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4">
                      <p:stCondLst>
                        <p:cond delay="indefinite"/>
                      </p:stCondLst>
                      <p:childTnLst>
                        <p:par>
                          <p:cTn fill="hold" id="75">
                            <p:stCondLst>
                              <p:cond delay="0"/>
                            </p:stCondLst>
                            <p:childTnLst>
                              <p:par>
                                <p:cTn fill="hold" id="76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8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9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0">
                      <p:stCondLst>
                        <p:cond delay="indefinite"/>
                      </p:stCondLst>
                      <p:childTnLst>
                        <p:par>
                          <p:cTn fill="hold" id="8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82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4"/>
                                        <p:tgtEl>
                                          <p:spTgt spid="1084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5"/>
                                        <p:tgtEl>
                                          <p:spTgt spid="1084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6">
                      <p:stCondLst>
                        <p:cond delay="indefinite"/>
                      </p:stCondLst>
                      <p:childTnLst>
                        <p:par>
                          <p:cTn fill="hold" id="87">
                            <p:stCondLst>
                              <p:cond delay="0"/>
                            </p:stCondLst>
                            <p:childTnLst>
                              <p:par>
                                <p:cTn fill="hold" id="88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0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1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2">
                      <p:stCondLst>
                        <p:cond delay="indefinite"/>
                      </p:stCondLst>
                      <p:childTnLst>
                        <p:par>
                          <p:cTn fill="hold" id="93">
                            <p:stCondLst>
                              <p:cond delay="0"/>
                            </p:stCondLst>
                            <p:childTnLst>
                              <p:par>
                                <p:cTn fill="hold" id="94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6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7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8">
                      <p:stCondLst>
                        <p:cond delay="indefinite"/>
                      </p:stCondLst>
                      <p:childTnLst>
                        <p:par>
                          <p:cTn fill="hold" id="99">
                            <p:stCondLst>
                              <p:cond delay="0"/>
                            </p:stCondLst>
                            <p:childTnLst>
                              <p:par>
                                <p:cTn fill="hold" id="100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02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3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4">
                      <p:stCondLst>
                        <p:cond delay="indefinite"/>
                      </p:stCondLst>
                      <p:childTnLst>
                        <p:par>
                          <p:cTn fill="hold" id="105">
                            <p:stCondLst>
                              <p:cond delay="0"/>
                            </p:stCondLst>
                            <p:childTnLst>
                              <p:par>
                                <p:cTn fill="hold" id="106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08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9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0">
                      <p:stCondLst>
                        <p:cond delay="indefinite"/>
                      </p:stCondLst>
                      <p:childTnLst>
                        <p:par>
                          <p:cTn fill="hold" id="111">
                            <p:stCondLst>
                              <p:cond delay="0"/>
                            </p:stCondLst>
                            <p:childTnLst>
                              <p:par>
                                <p:cTn fill="hold" id="112" nodeType="clickEffect" presetClass="entr" presetID="18" presetSubtype="3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dur="500" id="114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5">
                      <p:stCondLst>
                        <p:cond delay="indefinite"/>
                      </p:stCondLst>
                      <p:childTnLst>
                        <p:par>
                          <p:cTn fill="hold" id="116">
                            <p:stCondLst>
                              <p:cond delay="0"/>
                            </p:stCondLst>
                            <p:childTnLst>
                              <p:par>
                                <p:cTn fill="hold" id="117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19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0">
                      <p:stCondLst>
                        <p:cond delay="indefinite"/>
                      </p:stCondLst>
                      <p:childTnLst>
                        <p:par>
                          <p:cTn fill="hold" id="121">
                            <p:stCondLst>
                              <p:cond delay="0"/>
                            </p:stCondLst>
                            <p:childTnLst>
                              <p:par>
                                <p:cTn fill="hold" id="122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24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5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4329" grpId="0" uiExpand="0" build="whole"/>
      <p:bldP spid="1084335" grpId="0" uiExpand="0" build="whole"/>
      <p:bldP spid="1084349" grpId="0" uiExpand="0" build="whole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6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4469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54</a:t>
            </a:r>
          </a:p>
        </p:txBody>
      </p:sp>
      <p:sp>
        <p:nvSpPr>
          <p:cNvPr id="1084470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grpSp>
        <p:nvGrpSpPr>
          <p:cNvPr id="462" name=""/>
          <p:cNvGrpSpPr/>
          <p:nvPr/>
        </p:nvGrpSpPr>
        <p:grpSpPr>
          <a:xfrm rot="0">
            <a:off x="1735137" y="1109662"/>
            <a:ext cx="5446712" cy="4441825"/>
            <a:chOff x="1093" y="699"/>
            <a:chExt cx="3431" cy="2798"/>
          </a:xfrm>
        </p:grpSpPr>
        <p:sp>
          <p:nvSpPr>
            <p:cNvPr id="1084471" name=""/>
            <p:cNvSpPr/>
            <p:nvPr/>
          </p:nvSpPr>
          <p:spPr>
            <a:xfrm rot="0">
              <a:off x="1507" y="699"/>
              <a:ext cx="1" cy="51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2" name=""/>
            <p:cNvSpPr/>
            <p:nvPr/>
          </p:nvSpPr>
          <p:spPr>
            <a:xfrm rot="0">
              <a:off x="1507" y="1292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3" name=""/>
            <p:cNvSpPr/>
            <p:nvPr/>
          </p:nvSpPr>
          <p:spPr>
            <a:xfrm rot="0">
              <a:off x="1507" y="1451"/>
              <a:ext cx="1" cy="51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4" name=""/>
            <p:cNvSpPr/>
            <p:nvPr/>
          </p:nvSpPr>
          <p:spPr>
            <a:xfrm rot="0">
              <a:off x="4349" y="1073"/>
              <a:ext cx="29" cy="29"/>
            </a:xfrm>
            <a:custGeom>
              <a:avLst/>
              <a:ahLst/>
              <a:rect l="0" t="0" r="r" b="b"/>
              <a:pathLst>
                <a:path w="88" h="88">
                  <a:moveTo>
                    <a:pt x="88" y="44"/>
                  </a:moveTo>
                  <a:lnTo>
                    <a:pt x="85" y="30"/>
                  </a:lnTo>
                  <a:lnTo>
                    <a:pt x="79" y="18"/>
                  </a:lnTo>
                  <a:lnTo>
                    <a:pt x="70" y="8"/>
                  </a:lnTo>
                  <a:lnTo>
                    <a:pt x="58" y="2"/>
                  </a:lnTo>
                  <a:lnTo>
                    <a:pt x="44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4"/>
                  </a:lnTo>
                  <a:lnTo>
                    <a:pt x="2" y="58"/>
                  </a:lnTo>
                  <a:lnTo>
                    <a:pt x="8" y="70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4" y="88"/>
                  </a:lnTo>
                  <a:lnTo>
                    <a:pt x="58" y="85"/>
                  </a:lnTo>
                  <a:lnTo>
                    <a:pt x="70" y="79"/>
                  </a:lnTo>
                  <a:lnTo>
                    <a:pt x="79" y="70"/>
                  </a:lnTo>
                  <a:lnTo>
                    <a:pt x="85" y="58"/>
                  </a:lnTo>
                  <a:lnTo>
                    <a:pt x="88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5" name=""/>
            <p:cNvSpPr/>
            <p:nvPr/>
          </p:nvSpPr>
          <p:spPr>
            <a:xfrm rot="0">
              <a:off x="3841" y="1072"/>
              <a:ext cx="29" cy="30"/>
            </a:xfrm>
            <a:custGeom>
              <a:avLst/>
              <a:ahLst/>
              <a:rect l="0" t="0" r="r" b="b"/>
              <a:pathLst>
                <a:path w="88" h="88">
                  <a:moveTo>
                    <a:pt x="88" y="44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8"/>
                  </a:lnTo>
                  <a:lnTo>
                    <a:pt x="58" y="2"/>
                  </a:lnTo>
                  <a:lnTo>
                    <a:pt x="45" y="0"/>
                  </a:lnTo>
                  <a:lnTo>
                    <a:pt x="31" y="2"/>
                  </a:lnTo>
                  <a:lnTo>
                    <a:pt x="19" y="8"/>
                  </a:lnTo>
                  <a:lnTo>
                    <a:pt x="9" y="18"/>
                  </a:lnTo>
                  <a:lnTo>
                    <a:pt x="3" y="30"/>
                  </a:lnTo>
                  <a:lnTo>
                    <a:pt x="0" y="44"/>
                  </a:lnTo>
                  <a:lnTo>
                    <a:pt x="3" y="57"/>
                  </a:lnTo>
                  <a:lnTo>
                    <a:pt x="9" y="70"/>
                  </a:lnTo>
                  <a:lnTo>
                    <a:pt x="19" y="79"/>
                  </a:lnTo>
                  <a:lnTo>
                    <a:pt x="31" y="85"/>
                  </a:lnTo>
                  <a:lnTo>
                    <a:pt x="45" y="88"/>
                  </a:lnTo>
                  <a:lnTo>
                    <a:pt x="58" y="85"/>
                  </a:lnTo>
                  <a:lnTo>
                    <a:pt x="70" y="79"/>
                  </a:lnTo>
                  <a:lnTo>
                    <a:pt x="80" y="70"/>
                  </a:lnTo>
                  <a:lnTo>
                    <a:pt x="86" y="57"/>
                  </a:lnTo>
                  <a:lnTo>
                    <a:pt x="88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6" name=""/>
            <p:cNvSpPr/>
            <p:nvPr/>
          </p:nvSpPr>
          <p:spPr>
            <a:xfrm rot="0">
              <a:off x="1798" y="2815"/>
              <a:ext cx="29" cy="29"/>
            </a:xfrm>
            <a:custGeom>
              <a:avLst/>
              <a:ahLst/>
              <a:rect l="0" t="0" r="r" b="b"/>
              <a:pathLst>
                <a:path w="88" h="87">
                  <a:moveTo>
                    <a:pt x="88" y="43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8"/>
                  </a:lnTo>
                  <a:lnTo>
                    <a:pt x="58" y="1"/>
                  </a:lnTo>
                  <a:lnTo>
                    <a:pt x="43" y="0"/>
                  </a:lnTo>
                  <a:lnTo>
                    <a:pt x="30" y="1"/>
                  </a:lnTo>
                  <a:lnTo>
                    <a:pt x="18" y="8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3"/>
                  </a:lnTo>
                  <a:lnTo>
                    <a:pt x="2" y="57"/>
                  </a:lnTo>
                  <a:lnTo>
                    <a:pt x="8" y="69"/>
                  </a:lnTo>
                  <a:lnTo>
                    <a:pt x="18" y="78"/>
                  </a:lnTo>
                  <a:lnTo>
                    <a:pt x="30" y="84"/>
                  </a:lnTo>
                  <a:lnTo>
                    <a:pt x="43" y="87"/>
                  </a:lnTo>
                  <a:lnTo>
                    <a:pt x="58" y="84"/>
                  </a:lnTo>
                  <a:lnTo>
                    <a:pt x="70" y="78"/>
                  </a:lnTo>
                  <a:lnTo>
                    <a:pt x="80" y="69"/>
                  </a:lnTo>
                  <a:lnTo>
                    <a:pt x="86" y="57"/>
                  </a:lnTo>
                  <a:lnTo>
                    <a:pt x="88" y="4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7" name=""/>
            <p:cNvSpPr/>
            <p:nvPr/>
          </p:nvSpPr>
          <p:spPr>
            <a:xfrm rot="0">
              <a:off x="1798" y="3324"/>
              <a:ext cx="29" cy="30"/>
            </a:xfrm>
            <a:custGeom>
              <a:avLst/>
              <a:ahLst/>
              <a:rect l="0" t="0" r="r" b="b"/>
              <a:pathLst>
                <a:path w="88" h="88">
                  <a:moveTo>
                    <a:pt x="88" y="45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8"/>
                  </a:lnTo>
                  <a:lnTo>
                    <a:pt x="58" y="2"/>
                  </a:lnTo>
                  <a:lnTo>
                    <a:pt x="43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5"/>
                  </a:lnTo>
                  <a:lnTo>
                    <a:pt x="2" y="58"/>
                  </a:lnTo>
                  <a:lnTo>
                    <a:pt x="8" y="70"/>
                  </a:lnTo>
                  <a:lnTo>
                    <a:pt x="18" y="80"/>
                  </a:lnTo>
                  <a:lnTo>
                    <a:pt x="30" y="86"/>
                  </a:lnTo>
                  <a:lnTo>
                    <a:pt x="43" y="88"/>
                  </a:lnTo>
                  <a:lnTo>
                    <a:pt x="58" y="86"/>
                  </a:lnTo>
                  <a:lnTo>
                    <a:pt x="70" y="80"/>
                  </a:lnTo>
                  <a:lnTo>
                    <a:pt x="80" y="70"/>
                  </a:lnTo>
                  <a:lnTo>
                    <a:pt x="86" y="58"/>
                  </a:lnTo>
                  <a:lnTo>
                    <a:pt x="88" y="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8" name=""/>
            <p:cNvSpPr/>
            <p:nvPr/>
          </p:nvSpPr>
          <p:spPr>
            <a:xfrm rot="0">
              <a:off x="1297" y="3416"/>
              <a:ext cx="29" cy="30"/>
            </a:xfrm>
            <a:custGeom>
              <a:avLst/>
              <a:ahLst/>
              <a:rect l="0" t="0" r="r" b="b"/>
              <a:pathLst>
                <a:path w="87" h="88">
                  <a:moveTo>
                    <a:pt x="87" y="45"/>
                  </a:moveTo>
                  <a:lnTo>
                    <a:pt x="86" y="30"/>
                  </a:lnTo>
                  <a:lnTo>
                    <a:pt x="79" y="18"/>
                  </a:lnTo>
                  <a:lnTo>
                    <a:pt x="69" y="8"/>
                  </a:lnTo>
                  <a:lnTo>
                    <a:pt x="57" y="2"/>
                  </a:lnTo>
                  <a:lnTo>
                    <a:pt x="44" y="0"/>
                  </a:lnTo>
                  <a:lnTo>
                    <a:pt x="31" y="2"/>
                  </a:lnTo>
                  <a:lnTo>
                    <a:pt x="18" y="8"/>
                  </a:lnTo>
                  <a:lnTo>
                    <a:pt x="9" y="18"/>
                  </a:lnTo>
                  <a:lnTo>
                    <a:pt x="3" y="30"/>
                  </a:lnTo>
                  <a:lnTo>
                    <a:pt x="0" y="45"/>
                  </a:lnTo>
                  <a:lnTo>
                    <a:pt x="3" y="58"/>
                  </a:lnTo>
                  <a:lnTo>
                    <a:pt x="9" y="70"/>
                  </a:lnTo>
                  <a:lnTo>
                    <a:pt x="18" y="80"/>
                  </a:lnTo>
                  <a:lnTo>
                    <a:pt x="31" y="86"/>
                  </a:lnTo>
                  <a:lnTo>
                    <a:pt x="44" y="88"/>
                  </a:lnTo>
                  <a:lnTo>
                    <a:pt x="57" y="86"/>
                  </a:lnTo>
                  <a:lnTo>
                    <a:pt x="69" y="80"/>
                  </a:lnTo>
                  <a:lnTo>
                    <a:pt x="79" y="70"/>
                  </a:lnTo>
                  <a:lnTo>
                    <a:pt x="86" y="58"/>
                  </a:lnTo>
                  <a:lnTo>
                    <a:pt x="87" y="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79" name=""/>
            <p:cNvSpPr/>
            <p:nvPr/>
          </p:nvSpPr>
          <p:spPr>
            <a:xfrm rot="0">
              <a:off x="1297" y="2723"/>
              <a:ext cx="29" cy="29"/>
            </a:xfrm>
            <a:custGeom>
              <a:avLst/>
              <a:ahLst/>
              <a:rect l="0" t="0" r="r" b="b"/>
              <a:pathLst>
                <a:path w="87" h="88">
                  <a:moveTo>
                    <a:pt x="87" y="44"/>
                  </a:moveTo>
                  <a:lnTo>
                    <a:pt x="86" y="30"/>
                  </a:lnTo>
                  <a:lnTo>
                    <a:pt x="79" y="18"/>
                  </a:lnTo>
                  <a:lnTo>
                    <a:pt x="69" y="8"/>
                  </a:lnTo>
                  <a:lnTo>
                    <a:pt x="57" y="2"/>
                  </a:lnTo>
                  <a:lnTo>
                    <a:pt x="44" y="0"/>
                  </a:lnTo>
                  <a:lnTo>
                    <a:pt x="31" y="2"/>
                  </a:lnTo>
                  <a:lnTo>
                    <a:pt x="18" y="8"/>
                  </a:lnTo>
                  <a:lnTo>
                    <a:pt x="9" y="18"/>
                  </a:lnTo>
                  <a:lnTo>
                    <a:pt x="3" y="30"/>
                  </a:lnTo>
                  <a:lnTo>
                    <a:pt x="0" y="44"/>
                  </a:lnTo>
                  <a:lnTo>
                    <a:pt x="3" y="58"/>
                  </a:lnTo>
                  <a:lnTo>
                    <a:pt x="9" y="70"/>
                  </a:lnTo>
                  <a:lnTo>
                    <a:pt x="18" y="79"/>
                  </a:lnTo>
                  <a:lnTo>
                    <a:pt x="31" y="85"/>
                  </a:lnTo>
                  <a:lnTo>
                    <a:pt x="44" y="88"/>
                  </a:lnTo>
                  <a:lnTo>
                    <a:pt x="57" y="85"/>
                  </a:lnTo>
                  <a:lnTo>
                    <a:pt x="69" y="79"/>
                  </a:lnTo>
                  <a:lnTo>
                    <a:pt x="79" y="70"/>
                  </a:lnTo>
                  <a:lnTo>
                    <a:pt x="86" y="58"/>
                  </a:lnTo>
                  <a:lnTo>
                    <a:pt x="87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0" name=""/>
            <p:cNvSpPr/>
            <p:nvPr/>
          </p:nvSpPr>
          <p:spPr>
            <a:xfrm rot="0">
              <a:off x="4099" y="1020"/>
              <a:ext cx="29" cy="29"/>
            </a:xfrm>
            <a:custGeom>
              <a:avLst/>
              <a:ahLst/>
              <a:rect l="0" t="0" r="r" b="b"/>
              <a:pathLst>
                <a:path w="87" h="88">
                  <a:moveTo>
                    <a:pt x="87" y="43"/>
                  </a:moveTo>
                  <a:lnTo>
                    <a:pt x="85" y="30"/>
                  </a:lnTo>
                  <a:lnTo>
                    <a:pt x="79" y="18"/>
                  </a:lnTo>
                  <a:lnTo>
                    <a:pt x="69" y="8"/>
                  </a:lnTo>
                  <a:lnTo>
                    <a:pt x="57" y="2"/>
                  </a:lnTo>
                  <a:lnTo>
                    <a:pt x="44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9" y="18"/>
                  </a:lnTo>
                  <a:lnTo>
                    <a:pt x="1" y="30"/>
                  </a:lnTo>
                  <a:lnTo>
                    <a:pt x="0" y="43"/>
                  </a:lnTo>
                  <a:lnTo>
                    <a:pt x="1" y="58"/>
                  </a:lnTo>
                  <a:lnTo>
                    <a:pt x="9" y="70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4" y="88"/>
                  </a:lnTo>
                  <a:lnTo>
                    <a:pt x="57" y="85"/>
                  </a:lnTo>
                  <a:lnTo>
                    <a:pt x="69" y="79"/>
                  </a:lnTo>
                  <a:lnTo>
                    <a:pt x="79" y="70"/>
                  </a:lnTo>
                  <a:lnTo>
                    <a:pt x="85" y="58"/>
                  </a:lnTo>
                  <a:lnTo>
                    <a:pt x="87" y="4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1" name=""/>
            <p:cNvSpPr/>
            <p:nvPr/>
          </p:nvSpPr>
          <p:spPr>
            <a:xfrm rot="0">
              <a:off x="4096" y="1823"/>
              <a:ext cx="29" cy="29"/>
            </a:xfrm>
            <a:custGeom>
              <a:avLst/>
              <a:ahLst/>
              <a:rect l="0" t="0" r="r" b="b"/>
              <a:pathLst>
                <a:path w="86" h="88">
                  <a:moveTo>
                    <a:pt x="86" y="45"/>
                  </a:moveTo>
                  <a:lnTo>
                    <a:pt x="84" y="30"/>
                  </a:lnTo>
                  <a:lnTo>
                    <a:pt x="78" y="18"/>
                  </a:lnTo>
                  <a:lnTo>
                    <a:pt x="68" y="9"/>
                  </a:lnTo>
                  <a:lnTo>
                    <a:pt x="56" y="3"/>
                  </a:lnTo>
                  <a:lnTo>
                    <a:pt x="43" y="0"/>
                  </a:lnTo>
                  <a:lnTo>
                    <a:pt x="30" y="3"/>
                  </a:lnTo>
                  <a:lnTo>
                    <a:pt x="18" y="9"/>
                  </a:lnTo>
                  <a:lnTo>
                    <a:pt x="8" y="18"/>
                  </a:lnTo>
                  <a:lnTo>
                    <a:pt x="1" y="30"/>
                  </a:lnTo>
                  <a:lnTo>
                    <a:pt x="0" y="45"/>
                  </a:lnTo>
                  <a:lnTo>
                    <a:pt x="1" y="58"/>
                  </a:lnTo>
                  <a:lnTo>
                    <a:pt x="8" y="70"/>
                  </a:lnTo>
                  <a:lnTo>
                    <a:pt x="18" y="80"/>
                  </a:lnTo>
                  <a:lnTo>
                    <a:pt x="30" y="86"/>
                  </a:lnTo>
                  <a:lnTo>
                    <a:pt x="43" y="88"/>
                  </a:lnTo>
                  <a:lnTo>
                    <a:pt x="56" y="86"/>
                  </a:lnTo>
                  <a:lnTo>
                    <a:pt x="68" y="80"/>
                  </a:lnTo>
                  <a:lnTo>
                    <a:pt x="78" y="70"/>
                  </a:lnTo>
                  <a:lnTo>
                    <a:pt x="84" y="58"/>
                  </a:lnTo>
                  <a:lnTo>
                    <a:pt x="86" y="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2" name=""/>
            <p:cNvSpPr/>
            <p:nvPr/>
          </p:nvSpPr>
          <p:spPr>
            <a:xfrm rot="0">
              <a:off x="1892" y="1024"/>
              <a:ext cx="29" cy="29"/>
            </a:xfrm>
            <a:custGeom>
              <a:avLst/>
              <a:ahLst/>
              <a:rect l="0" t="0" r="r" b="b"/>
              <a:pathLst>
                <a:path w="88" h="87">
                  <a:moveTo>
                    <a:pt x="88" y="43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8"/>
                  </a:lnTo>
                  <a:lnTo>
                    <a:pt x="58" y="1"/>
                  </a:lnTo>
                  <a:lnTo>
                    <a:pt x="43" y="0"/>
                  </a:lnTo>
                  <a:lnTo>
                    <a:pt x="30" y="1"/>
                  </a:lnTo>
                  <a:lnTo>
                    <a:pt x="18" y="8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3"/>
                  </a:lnTo>
                  <a:lnTo>
                    <a:pt x="2" y="56"/>
                  </a:lnTo>
                  <a:lnTo>
                    <a:pt x="8" y="69"/>
                  </a:lnTo>
                  <a:lnTo>
                    <a:pt x="18" y="78"/>
                  </a:lnTo>
                  <a:lnTo>
                    <a:pt x="30" y="84"/>
                  </a:lnTo>
                  <a:lnTo>
                    <a:pt x="43" y="87"/>
                  </a:lnTo>
                  <a:lnTo>
                    <a:pt x="58" y="84"/>
                  </a:lnTo>
                  <a:lnTo>
                    <a:pt x="70" y="78"/>
                  </a:lnTo>
                  <a:lnTo>
                    <a:pt x="80" y="69"/>
                  </a:lnTo>
                  <a:lnTo>
                    <a:pt x="86" y="56"/>
                  </a:lnTo>
                  <a:lnTo>
                    <a:pt x="88" y="4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3" name=""/>
            <p:cNvSpPr/>
            <p:nvPr/>
          </p:nvSpPr>
          <p:spPr>
            <a:xfrm rot="0">
              <a:off x="1093" y="1823"/>
              <a:ext cx="29" cy="29"/>
            </a:xfrm>
            <a:custGeom>
              <a:avLst/>
              <a:ahLst/>
              <a:rect l="0" t="0" r="r" b="b"/>
              <a:pathLst>
                <a:path w="88" h="88">
                  <a:moveTo>
                    <a:pt x="88" y="45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9"/>
                  </a:lnTo>
                  <a:lnTo>
                    <a:pt x="58" y="3"/>
                  </a:lnTo>
                  <a:lnTo>
                    <a:pt x="45" y="0"/>
                  </a:lnTo>
                  <a:lnTo>
                    <a:pt x="30" y="3"/>
                  </a:lnTo>
                  <a:lnTo>
                    <a:pt x="18" y="9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5"/>
                  </a:lnTo>
                  <a:lnTo>
                    <a:pt x="2" y="58"/>
                  </a:lnTo>
                  <a:lnTo>
                    <a:pt x="8" y="70"/>
                  </a:lnTo>
                  <a:lnTo>
                    <a:pt x="18" y="80"/>
                  </a:lnTo>
                  <a:lnTo>
                    <a:pt x="30" y="86"/>
                  </a:lnTo>
                  <a:lnTo>
                    <a:pt x="45" y="88"/>
                  </a:lnTo>
                  <a:lnTo>
                    <a:pt x="58" y="86"/>
                  </a:lnTo>
                  <a:lnTo>
                    <a:pt x="70" y="80"/>
                  </a:lnTo>
                  <a:lnTo>
                    <a:pt x="80" y="70"/>
                  </a:lnTo>
                  <a:lnTo>
                    <a:pt x="86" y="58"/>
                  </a:lnTo>
                  <a:lnTo>
                    <a:pt x="88" y="4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4" name=""/>
            <p:cNvSpPr/>
            <p:nvPr/>
          </p:nvSpPr>
          <p:spPr>
            <a:xfrm rot="0">
              <a:off x="4495" y="1258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87" y="44"/>
                  </a:moveTo>
                  <a:lnTo>
                    <a:pt x="85" y="31"/>
                  </a:lnTo>
                  <a:lnTo>
                    <a:pt x="79" y="19"/>
                  </a:lnTo>
                  <a:lnTo>
                    <a:pt x="69" y="9"/>
                  </a:lnTo>
                  <a:lnTo>
                    <a:pt x="57" y="3"/>
                  </a:lnTo>
                  <a:lnTo>
                    <a:pt x="44" y="0"/>
                  </a:lnTo>
                  <a:lnTo>
                    <a:pt x="30" y="3"/>
                  </a:lnTo>
                  <a:lnTo>
                    <a:pt x="18" y="9"/>
                  </a:lnTo>
                  <a:lnTo>
                    <a:pt x="9" y="19"/>
                  </a:lnTo>
                  <a:lnTo>
                    <a:pt x="3" y="31"/>
                  </a:lnTo>
                  <a:lnTo>
                    <a:pt x="0" y="44"/>
                  </a:lnTo>
                  <a:lnTo>
                    <a:pt x="3" y="57"/>
                  </a:lnTo>
                  <a:lnTo>
                    <a:pt x="9" y="69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4" y="87"/>
                  </a:lnTo>
                  <a:lnTo>
                    <a:pt x="57" y="85"/>
                  </a:lnTo>
                  <a:lnTo>
                    <a:pt x="69" y="79"/>
                  </a:lnTo>
                  <a:lnTo>
                    <a:pt x="79" y="69"/>
                  </a:lnTo>
                  <a:lnTo>
                    <a:pt x="85" y="57"/>
                  </a:lnTo>
                  <a:lnTo>
                    <a:pt x="87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5" name=""/>
            <p:cNvSpPr/>
            <p:nvPr/>
          </p:nvSpPr>
          <p:spPr>
            <a:xfrm rot="0">
              <a:off x="3691" y="1258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87" y="44"/>
                  </a:moveTo>
                  <a:lnTo>
                    <a:pt x="84" y="31"/>
                  </a:lnTo>
                  <a:lnTo>
                    <a:pt x="78" y="19"/>
                  </a:lnTo>
                  <a:lnTo>
                    <a:pt x="69" y="9"/>
                  </a:lnTo>
                  <a:lnTo>
                    <a:pt x="57" y="3"/>
                  </a:lnTo>
                  <a:lnTo>
                    <a:pt x="43" y="0"/>
                  </a:lnTo>
                  <a:lnTo>
                    <a:pt x="30" y="3"/>
                  </a:lnTo>
                  <a:lnTo>
                    <a:pt x="18" y="9"/>
                  </a:lnTo>
                  <a:lnTo>
                    <a:pt x="8" y="19"/>
                  </a:lnTo>
                  <a:lnTo>
                    <a:pt x="2" y="31"/>
                  </a:lnTo>
                  <a:lnTo>
                    <a:pt x="0" y="44"/>
                  </a:lnTo>
                  <a:lnTo>
                    <a:pt x="2" y="57"/>
                  </a:lnTo>
                  <a:lnTo>
                    <a:pt x="8" y="69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3" y="87"/>
                  </a:lnTo>
                  <a:lnTo>
                    <a:pt x="57" y="85"/>
                  </a:lnTo>
                  <a:lnTo>
                    <a:pt x="69" y="79"/>
                  </a:lnTo>
                  <a:lnTo>
                    <a:pt x="78" y="69"/>
                  </a:lnTo>
                  <a:lnTo>
                    <a:pt x="84" y="57"/>
                  </a:lnTo>
                  <a:lnTo>
                    <a:pt x="87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6" name=""/>
            <p:cNvSpPr/>
            <p:nvPr/>
          </p:nvSpPr>
          <p:spPr>
            <a:xfrm rot="0">
              <a:off x="1492" y="1258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87" y="44"/>
                  </a:moveTo>
                  <a:lnTo>
                    <a:pt x="84" y="31"/>
                  </a:lnTo>
                  <a:lnTo>
                    <a:pt x="78" y="19"/>
                  </a:lnTo>
                  <a:lnTo>
                    <a:pt x="69" y="9"/>
                  </a:lnTo>
                  <a:lnTo>
                    <a:pt x="57" y="3"/>
                  </a:lnTo>
                  <a:lnTo>
                    <a:pt x="43" y="0"/>
                  </a:lnTo>
                  <a:lnTo>
                    <a:pt x="30" y="3"/>
                  </a:lnTo>
                  <a:lnTo>
                    <a:pt x="18" y="9"/>
                  </a:lnTo>
                  <a:lnTo>
                    <a:pt x="9" y="19"/>
                  </a:lnTo>
                  <a:lnTo>
                    <a:pt x="3" y="31"/>
                  </a:lnTo>
                  <a:lnTo>
                    <a:pt x="0" y="44"/>
                  </a:lnTo>
                  <a:lnTo>
                    <a:pt x="3" y="57"/>
                  </a:lnTo>
                  <a:lnTo>
                    <a:pt x="9" y="69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3" y="87"/>
                  </a:lnTo>
                  <a:lnTo>
                    <a:pt x="57" y="85"/>
                  </a:lnTo>
                  <a:lnTo>
                    <a:pt x="69" y="79"/>
                  </a:lnTo>
                  <a:lnTo>
                    <a:pt x="78" y="69"/>
                  </a:lnTo>
                  <a:lnTo>
                    <a:pt x="84" y="57"/>
                  </a:lnTo>
                  <a:lnTo>
                    <a:pt x="87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7" name=""/>
            <p:cNvSpPr/>
            <p:nvPr/>
          </p:nvSpPr>
          <p:spPr>
            <a:xfrm rot="0">
              <a:off x="1492" y="3468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87" y="44"/>
                  </a:moveTo>
                  <a:lnTo>
                    <a:pt x="84" y="30"/>
                  </a:lnTo>
                  <a:lnTo>
                    <a:pt x="78" y="18"/>
                  </a:lnTo>
                  <a:lnTo>
                    <a:pt x="69" y="9"/>
                  </a:lnTo>
                  <a:lnTo>
                    <a:pt x="57" y="3"/>
                  </a:lnTo>
                  <a:lnTo>
                    <a:pt x="43" y="0"/>
                  </a:lnTo>
                  <a:lnTo>
                    <a:pt x="30" y="3"/>
                  </a:lnTo>
                  <a:lnTo>
                    <a:pt x="18" y="9"/>
                  </a:lnTo>
                  <a:lnTo>
                    <a:pt x="9" y="18"/>
                  </a:lnTo>
                  <a:lnTo>
                    <a:pt x="3" y="30"/>
                  </a:lnTo>
                  <a:lnTo>
                    <a:pt x="0" y="44"/>
                  </a:lnTo>
                  <a:lnTo>
                    <a:pt x="3" y="57"/>
                  </a:lnTo>
                  <a:lnTo>
                    <a:pt x="9" y="70"/>
                  </a:lnTo>
                  <a:lnTo>
                    <a:pt x="18" y="80"/>
                  </a:lnTo>
                  <a:lnTo>
                    <a:pt x="30" y="86"/>
                  </a:lnTo>
                  <a:lnTo>
                    <a:pt x="43" y="87"/>
                  </a:lnTo>
                  <a:lnTo>
                    <a:pt x="57" y="86"/>
                  </a:lnTo>
                  <a:lnTo>
                    <a:pt x="69" y="80"/>
                  </a:lnTo>
                  <a:lnTo>
                    <a:pt x="78" y="70"/>
                  </a:lnTo>
                  <a:lnTo>
                    <a:pt x="84" y="57"/>
                  </a:lnTo>
                  <a:lnTo>
                    <a:pt x="87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8" name=""/>
            <p:cNvSpPr/>
            <p:nvPr/>
          </p:nvSpPr>
          <p:spPr>
            <a:xfrm rot="0">
              <a:off x="1492" y="2672"/>
              <a:ext cx="29" cy="29"/>
            </a:xfrm>
            <a:custGeom>
              <a:avLst/>
              <a:ahLst/>
              <a:rect l="0" t="0" r="r" b="b"/>
              <a:pathLst>
                <a:path w="87" h="87">
                  <a:moveTo>
                    <a:pt x="87" y="43"/>
                  </a:moveTo>
                  <a:lnTo>
                    <a:pt x="84" y="30"/>
                  </a:lnTo>
                  <a:lnTo>
                    <a:pt x="78" y="18"/>
                  </a:lnTo>
                  <a:lnTo>
                    <a:pt x="69" y="8"/>
                  </a:lnTo>
                  <a:lnTo>
                    <a:pt x="57" y="2"/>
                  </a:lnTo>
                  <a:lnTo>
                    <a:pt x="43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9" y="18"/>
                  </a:lnTo>
                  <a:lnTo>
                    <a:pt x="3" y="30"/>
                  </a:lnTo>
                  <a:lnTo>
                    <a:pt x="0" y="43"/>
                  </a:lnTo>
                  <a:lnTo>
                    <a:pt x="3" y="56"/>
                  </a:lnTo>
                  <a:lnTo>
                    <a:pt x="9" y="68"/>
                  </a:lnTo>
                  <a:lnTo>
                    <a:pt x="18" y="78"/>
                  </a:lnTo>
                  <a:lnTo>
                    <a:pt x="30" y="85"/>
                  </a:lnTo>
                  <a:lnTo>
                    <a:pt x="43" y="87"/>
                  </a:lnTo>
                  <a:lnTo>
                    <a:pt x="57" y="85"/>
                  </a:lnTo>
                  <a:lnTo>
                    <a:pt x="69" y="78"/>
                  </a:lnTo>
                  <a:lnTo>
                    <a:pt x="78" y="68"/>
                  </a:lnTo>
                  <a:lnTo>
                    <a:pt x="84" y="56"/>
                  </a:lnTo>
                  <a:lnTo>
                    <a:pt x="87" y="4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89" name=""/>
            <p:cNvSpPr/>
            <p:nvPr/>
          </p:nvSpPr>
          <p:spPr>
            <a:xfrm rot="0">
              <a:off x="1890" y="3070"/>
              <a:ext cx="29" cy="29"/>
            </a:xfrm>
            <a:custGeom>
              <a:avLst/>
              <a:ahLst/>
              <a:rect l="0" t="0" r="r" b="b"/>
              <a:pathLst>
                <a:path w="88" h="88">
                  <a:moveTo>
                    <a:pt x="88" y="44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8"/>
                  </a:lnTo>
                  <a:lnTo>
                    <a:pt x="58" y="2"/>
                  </a:lnTo>
                  <a:lnTo>
                    <a:pt x="45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4"/>
                  </a:lnTo>
                  <a:lnTo>
                    <a:pt x="2" y="58"/>
                  </a:lnTo>
                  <a:lnTo>
                    <a:pt x="8" y="70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5" y="88"/>
                  </a:lnTo>
                  <a:lnTo>
                    <a:pt x="58" y="85"/>
                  </a:lnTo>
                  <a:lnTo>
                    <a:pt x="70" y="79"/>
                  </a:lnTo>
                  <a:lnTo>
                    <a:pt x="80" y="70"/>
                  </a:lnTo>
                  <a:lnTo>
                    <a:pt x="86" y="58"/>
                  </a:lnTo>
                  <a:lnTo>
                    <a:pt x="88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90" name=""/>
            <p:cNvSpPr/>
            <p:nvPr/>
          </p:nvSpPr>
          <p:spPr>
            <a:xfrm rot="0">
              <a:off x="1093" y="3070"/>
              <a:ext cx="29" cy="29"/>
            </a:xfrm>
            <a:custGeom>
              <a:avLst/>
              <a:ahLst/>
              <a:rect l="0" t="0" r="r" b="b"/>
              <a:pathLst>
                <a:path w="88" h="88">
                  <a:moveTo>
                    <a:pt x="88" y="44"/>
                  </a:moveTo>
                  <a:lnTo>
                    <a:pt x="86" y="30"/>
                  </a:lnTo>
                  <a:lnTo>
                    <a:pt x="80" y="18"/>
                  </a:lnTo>
                  <a:lnTo>
                    <a:pt x="70" y="8"/>
                  </a:lnTo>
                  <a:lnTo>
                    <a:pt x="58" y="2"/>
                  </a:lnTo>
                  <a:lnTo>
                    <a:pt x="45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8" y="18"/>
                  </a:lnTo>
                  <a:lnTo>
                    <a:pt x="2" y="30"/>
                  </a:lnTo>
                  <a:lnTo>
                    <a:pt x="0" y="44"/>
                  </a:lnTo>
                  <a:lnTo>
                    <a:pt x="2" y="58"/>
                  </a:lnTo>
                  <a:lnTo>
                    <a:pt x="8" y="70"/>
                  </a:lnTo>
                  <a:lnTo>
                    <a:pt x="18" y="79"/>
                  </a:lnTo>
                  <a:lnTo>
                    <a:pt x="30" y="85"/>
                  </a:lnTo>
                  <a:lnTo>
                    <a:pt x="45" y="88"/>
                  </a:lnTo>
                  <a:lnTo>
                    <a:pt x="58" y="85"/>
                  </a:lnTo>
                  <a:lnTo>
                    <a:pt x="70" y="79"/>
                  </a:lnTo>
                  <a:lnTo>
                    <a:pt x="80" y="70"/>
                  </a:lnTo>
                  <a:lnTo>
                    <a:pt x="86" y="58"/>
                  </a:lnTo>
                  <a:lnTo>
                    <a:pt x="88" y="4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91" name=""/>
            <p:cNvSpPr/>
            <p:nvPr/>
          </p:nvSpPr>
          <p:spPr>
            <a:xfrm rot="0">
              <a:off x="3694" y="1262"/>
              <a:ext cx="19" cy="15"/>
            </a:xfrm>
            <a:custGeom>
              <a:avLst/>
              <a:ahLst/>
              <a:rect l="0" t="0" r="r" b="b"/>
              <a:pathLst>
                <a:path w="57" h="47">
                  <a:moveTo>
                    <a:pt x="31" y="17"/>
                  </a:moveTo>
                  <a:lnTo>
                    <a:pt x="57" y="34"/>
                  </a:lnTo>
                  <a:lnTo>
                    <a:pt x="50" y="41"/>
                  </a:lnTo>
                  <a:lnTo>
                    <a:pt x="41" y="46"/>
                  </a:lnTo>
                  <a:lnTo>
                    <a:pt x="33" y="47"/>
                  </a:lnTo>
                  <a:lnTo>
                    <a:pt x="23" y="47"/>
                  </a:lnTo>
                  <a:lnTo>
                    <a:pt x="14" y="44"/>
                  </a:lnTo>
                  <a:lnTo>
                    <a:pt x="6" y="37"/>
                  </a:lnTo>
                  <a:lnTo>
                    <a:pt x="2" y="28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4" y="0"/>
                  </a:lnTo>
                  <a:lnTo>
                    <a:pt x="31" y="1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492" name=""/>
            <p:cNvSpPr/>
            <p:nvPr/>
          </p:nvSpPr>
          <p:spPr>
            <a:xfrm rot="0">
              <a:off x="3694" y="1262"/>
              <a:ext cx="19" cy="15"/>
            </a:xfrm>
            <a:custGeom>
              <a:avLst/>
              <a:ahLst/>
              <a:rect l="0" t="0" r="r" b="b"/>
              <a:pathLst>
                <a:path w="57" h="47">
                  <a:moveTo>
                    <a:pt x="57" y="34"/>
                  </a:moveTo>
                  <a:lnTo>
                    <a:pt x="50" y="41"/>
                  </a:lnTo>
                  <a:lnTo>
                    <a:pt x="41" y="46"/>
                  </a:lnTo>
                  <a:lnTo>
                    <a:pt x="33" y="47"/>
                  </a:lnTo>
                  <a:lnTo>
                    <a:pt x="23" y="47"/>
                  </a:lnTo>
                  <a:lnTo>
                    <a:pt x="14" y="44"/>
                  </a:lnTo>
                  <a:lnTo>
                    <a:pt x="6" y="37"/>
                  </a:lnTo>
                  <a:lnTo>
                    <a:pt x="2" y="28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93" name=""/>
            <p:cNvSpPr/>
            <p:nvPr/>
          </p:nvSpPr>
          <p:spPr>
            <a:xfrm rot="0">
              <a:off x="3695" y="1235"/>
              <a:ext cx="35" cy="38"/>
            </a:xfrm>
            <a:custGeom>
              <a:avLst/>
              <a:ahLst/>
              <a:rect l="0" t="0" r="r" b="b"/>
              <a:pathLst>
                <a:path w="105" h="115">
                  <a:moveTo>
                    <a:pt x="0" y="81"/>
                  </a:moveTo>
                  <a:lnTo>
                    <a:pt x="27" y="98"/>
                  </a:lnTo>
                  <a:lnTo>
                    <a:pt x="53" y="115"/>
                  </a:lnTo>
                  <a:lnTo>
                    <a:pt x="105" y="33"/>
                  </a:lnTo>
                  <a:lnTo>
                    <a:pt x="78" y="16"/>
                  </a:lnTo>
                  <a:lnTo>
                    <a:pt x="52" y="0"/>
                  </a:lnTo>
                  <a:lnTo>
                    <a:pt x="0" y="8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494" name=""/>
            <p:cNvSpPr/>
            <p:nvPr/>
          </p:nvSpPr>
          <p:spPr>
            <a:xfrm rot="0">
              <a:off x="3695" y="1235"/>
              <a:ext cx="35" cy="38"/>
            </a:xfrm>
            <a:custGeom>
              <a:avLst/>
              <a:ahLst/>
              <a:rect l="0" t="0" r="r" b="b"/>
              <a:pathLst>
                <a:path w="105" h="115">
                  <a:moveTo>
                    <a:pt x="0" y="81"/>
                  </a:moveTo>
                  <a:lnTo>
                    <a:pt x="27" y="98"/>
                  </a:lnTo>
                  <a:lnTo>
                    <a:pt x="53" y="115"/>
                  </a:lnTo>
                  <a:lnTo>
                    <a:pt x="105" y="33"/>
                  </a:lnTo>
                  <a:lnTo>
                    <a:pt x="78" y="16"/>
                  </a:lnTo>
                  <a:lnTo>
                    <a:pt x="52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95" name=""/>
            <p:cNvSpPr/>
            <p:nvPr/>
          </p:nvSpPr>
          <p:spPr>
            <a:xfrm rot="0">
              <a:off x="3713" y="1235"/>
              <a:ext cx="8" cy="5"/>
            </a:xfrm>
            <a:custGeom>
              <a:avLst/>
              <a:ahLst/>
              <a:rect l="0" t="0" r="r" b="b"/>
              <a:pathLst>
                <a:path w="26" h="16">
                  <a:moveTo>
                    <a:pt x="26" y="16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6" y="16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496" name=""/>
            <p:cNvSpPr/>
            <p:nvPr/>
          </p:nvSpPr>
          <p:spPr>
            <a:xfrm rot="0">
              <a:off x="3713" y="12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97" name=""/>
            <p:cNvSpPr/>
            <p:nvPr/>
          </p:nvSpPr>
          <p:spPr>
            <a:xfrm rot="0">
              <a:off x="3713" y="1208"/>
              <a:ext cx="35" cy="38"/>
            </a:xfrm>
            <a:custGeom>
              <a:avLst/>
              <a:ahLst/>
              <a:rect l="0" t="0" r="r" b="b"/>
              <a:pathLst>
                <a:path w="104" h="114">
                  <a:moveTo>
                    <a:pt x="0" y="81"/>
                  </a:moveTo>
                  <a:lnTo>
                    <a:pt x="25" y="97"/>
                  </a:lnTo>
                  <a:lnTo>
                    <a:pt x="51" y="114"/>
                  </a:lnTo>
                  <a:lnTo>
                    <a:pt x="104" y="34"/>
                  </a:lnTo>
                  <a:lnTo>
                    <a:pt x="78" y="17"/>
                  </a:lnTo>
                  <a:lnTo>
                    <a:pt x="53" y="0"/>
                  </a:lnTo>
                  <a:lnTo>
                    <a:pt x="0" y="8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498" name=""/>
            <p:cNvSpPr/>
            <p:nvPr/>
          </p:nvSpPr>
          <p:spPr>
            <a:xfrm rot="0">
              <a:off x="3713" y="1208"/>
              <a:ext cx="35" cy="38"/>
            </a:xfrm>
            <a:custGeom>
              <a:avLst/>
              <a:ahLst/>
              <a:rect l="0" t="0" r="r" b="b"/>
              <a:pathLst>
                <a:path w="104" h="114">
                  <a:moveTo>
                    <a:pt x="0" y="81"/>
                  </a:moveTo>
                  <a:lnTo>
                    <a:pt x="25" y="97"/>
                  </a:lnTo>
                  <a:lnTo>
                    <a:pt x="51" y="114"/>
                  </a:lnTo>
                  <a:lnTo>
                    <a:pt x="104" y="34"/>
                  </a:lnTo>
                  <a:lnTo>
                    <a:pt x="78" y="17"/>
                  </a:lnTo>
                  <a:lnTo>
                    <a:pt x="53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499" name=""/>
            <p:cNvSpPr/>
            <p:nvPr/>
          </p:nvSpPr>
          <p:spPr>
            <a:xfrm rot="0">
              <a:off x="3731" y="1207"/>
              <a:ext cx="8" cy="6"/>
            </a:xfrm>
            <a:custGeom>
              <a:avLst/>
              <a:ahLst/>
              <a:rect l="0" t="0" r="r" b="b"/>
              <a:pathLst>
                <a:path w="25" h="18">
                  <a:moveTo>
                    <a:pt x="25" y="18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5" y="18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00" name=""/>
            <p:cNvSpPr/>
            <p:nvPr/>
          </p:nvSpPr>
          <p:spPr>
            <a:xfrm rot="0" flipV="1">
              <a:off x="3731" y="12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01" name=""/>
            <p:cNvSpPr/>
            <p:nvPr/>
          </p:nvSpPr>
          <p:spPr>
            <a:xfrm rot="0">
              <a:off x="3731" y="1198"/>
              <a:ext cx="23" cy="21"/>
            </a:xfrm>
            <a:custGeom>
              <a:avLst/>
              <a:ahLst/>
              <a:rect l="0" t="0" r="r" b="b"/>
              <a:pathLst>
                <a:path w="70" h="64">
                  <a:moveTo>
                    <a:pt x="0" y="28"/>
                  </a:moveTo>
                  <a:lnTo>
                    <a:pt x="25" y="46"/>
                  </a:lnTo>
                  <a:lnTo>
                    <a:pt x="51" y="64"/>
                  </a:lnTo>
                  <a:lnTo>
                    <a:pt x="70" y="36"/>
                  </a:lnTo>
                  <a:lnTo>
                    <a:pt x="45" y="18"/>
                  </a:lnTo>
                  <a:lnTo>
                    <a:pt x="19" y="0"/>
                  </a:lnTo>
                  <a:lnTo>
                    <a:pt x="0" y="28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02" name=""/>
            <p:cNvSpPr/>
            <p:nvPr/>
          </p:nvSpPr>
          <p:spPr>
            <a:xfrm rot="0">
              <a:off x="3731" y="1198"/>
              <a:ext cx="23" cy="21"/>
            </a:xfrm>
            <a:custGeom>
              <a:avLst/>
              <a:ahLst/>
              <a:rect l="0" t="0" r="r" b="b"/>
              <a:pathLst>
                <a:path w="70" h="64">
                  <a:moveTo>
                    <a:pt x="0" y="28"/>
                  </a:moveTo>
                  <a:lnTo>
                    <a:pt x="25" y="46"/>
                  </a:lnTo>
                  <a:lnTo>
                    <a:pt x="51" y="64"/>
                  </a:lnTo>
                  <a:lnTo>
                    <a:pt x="70" y="36"/>
                  </a:lnTo>
                  <a:lnTo>
                    <a:pt x="45" y="18"/>
                  </a:lnTo>
                  <a:lnTo>
                    <a:pt x="19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03" name=""/>
            <p:cNvSpPr/>
            <p:nvPr/>
          </p:nvSpPr>
          <p:spPr>
            <a:xfrm rot="0">
              <a:off x="3737" y="1194"/>
              <a:ext cx="19" cy="16"/>
            </a:xfrm>
            <a:custGeom>
              <a:avLst/>
              <a:ahLst/>
              <a:rect l="0" t="0" r="r" b="b"/>
              <a:pathLst>
                <a:path w="56" h="48">
                  <a:moveTo>
                    <a:pt x="26" y="30"/>
                  </a:moveTo>
                  <a:lnTo>
                    <a:pt x="0" y="12"/>
                  </a:lnTo>
                  <a:lnTo>
                    <a:pt x="8" y="6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1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5" y="20"/>
                  </a:lnTo>
                  <a:lnTo>
                    <a:pt x="56" y="29"/>
                  </a:lnTo>
                  <a:lnTo>
                    <a:pt x="55" y="38"/>
                  </a:lnTo>
                  <a:lnTo>
                    <a:pt x="51" y="48"/>
                  </a:lnTo>
                  <a:lnTo>
                    <a:pt x="26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04" name=""/>
            <p:cNvSpPr/>
            <p:nvPr/>
          </p:nvSpPr>
          <p:spPr>
            <a:xfrm rot="0">
              <a:off x="3737" y="1194"/>
              <a:ext cx="19" cy="16"/>
            </a:xfrm>
            <a:custGeom>
              <a:avLst/>
              <a:ahLst/>
              <a:rect l="0" t="0" r="r" b="b"/>
              <a:pathLst>
                <a:path w="56" h="48">
                  <a:moveTo>
                    <a:pt x="0" y="12"/>
                  </a:moveTo>
                  <a:lnTo>
                    <a:pt x="8" y="6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1"/>
                  </a:lnTo>
                  <a:lnTo>
                    <a:pt x="44" y="5"/>
                  </a:lnTo>
                  <a:lnTo>
                    <a:pt x="50" y="12"/>
                  </a:lnTo>
                  <a:lnTo>
                    <a:pt x="55" y="20"/>
                  </a:lnTo>
                  <a:lnTo>
                    <a:pt x="56" y="29"/>
                  </a:lnTo>
                  <a:lnTo>
                    <a:pt x="55" y="38"/>
                  </a:lnTo>
                  <a:lnTo>
                    <a:pt x="51" y="4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05" name=""/>
            <p:cNvSpPr/>
            <p:nvPr/>
          </p:nvSpPr>
          <p:spPr>
            <a:xfrm rot="0">
              <a:off x="3766" y="1155"/>
              <a:ext cx="19" cy="16"/>
            </a:xfrm>
            <a:custGeom>
              <a:avLst/>
              <a:ahLst/>
              <a:rect l="0" t="0" r="r" b="b"/>
              <a:pathLst>
                <a:path w="55" h="49">
                  <a:moveTo>
                    <a:pt x="30" y="19"/>
                  </a:moveTo>
                  <a:lnTo>
                    <a:pt x="55" y="38"/>
                  </a:lnTo>
                  <a:lnTo>
                    <a:pt x="47" y="46"/>
                  </a:lnTo>
                  <a:lnTo>
                    <a:pt x="38" y="49"/>
                  </a:lnTo>
                  <a:lnTo>
                    <a:pt x="28" y="49"/>
                  </a:lnTo>
                  <a:lnTo>
                    <a:pt x="20" y="48"/>
                  </a:lnTo>
                  <a:lnTo>
                    <a:pt x="11" y="43"/>
                  </a:lnTo>
                  <a:lnTo>
                    <a:pt x="4" y="36"/>
                  </a:lnTo>
                  <a:lnTo>
                    <a:pt x="0" y="26"/>
                  </a:lnTo>
                  <a:lnTo>
                    <a:pt x="0" y="17"/>
                  </a:lnTo>
                  <a:lnTo>
                    <a:pt x="2" y="8"/>
                  </a:lnTo>
                  <a:lnTo>
                    <a:pt x="6" y="0"/>
                  </a:lnTo>
                  <a:lnTo>
                    <a:pt x="30" y="19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06" name=""/>
            <p:cNvSpPr/>
            <p:nvPr/>
          </p:nvSpPr>
          <p:spPr>
            <a:xfrm rot="0">
              <a:off x="3766" y="1155"/>
              <a:ext cx="19" cy="16"/>
            </a:xfrm>
            <a:custGeom>
              <a:avLst/>
              <a:ahLst/>
              <a:rect l="0" t="0" r="r" b="b"/>
              <a:pathLst>
                <a:path w="55" h="49">
                  <a:moveTo>
                    <a:pt x="55" y="38"/>
                  </a:moveTo>
                  <a:lnTo>
                    <a:pt x="47" y="46"/>
                  </a:lnTo>
                  <a:lnTo>
                    <a:pt x="38" y="49"/>
                  </a:lnTo>
                  <a:lnTo>
                    <a:pt x="28" y="49"/>
                  </a:lnTo>
                  <a:lnTo>
                    <a:pt x="20" y="48"/>
                  </a:lnTo>
                  <a:lnTo>
                    <a:pt x="11" y="43"/>
                  </a:lnTo>
                  <a:lnTo>
                    <a:pt x="4" y="36"/>
                  </a:lnTo>
                  <a:lnTo>
                    <a:pt x="0" y="26"/>
                  </a:lnTo>
                  <a:lnTo>
                    <a:pt x="0" y="17"/>
                  </a:lnTo>
                  <a:lnTo>
                    <a:pt x="2" y="8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07" name=""/>
            <p:cNvSpPr/>
            <p:nvPr/>
          </p:nvSpPr>
          <p:spPr>
            <a:xfrm rot="0">
              <a:off x="3768" y="1143"/>
              <a:ext cx="26" cy="25"/>
            </a:xfrm>
            <a:custGeom>
              <a:avLst/>
              <a:ahLst/>
              <a:rect l="0" t="0" r="r" b="b"/>
              <a:pathLst>
                <a:path w="77" h="73">
                  <a:moveTo>
                    <a:pt x="0" y="35"/>
                  </a:moveTo>
                  <a:lnTo>
                    <a:pt x="24" y="54"/>
                  </a:lnTo>
                  <a:lnTo>
                    <a:pt x="49" y="73"/>
                  </a:lnTo>
                  <a:lnTo>
                    <a:pt x="77" y="39"/>
                  </a:lnTo>
                  <a:lnTo>
                    <a:pt x="53" y="19"/>
                  </a:lnTo>
                  <a:lnTo>
                    <a:pt x="29" y="0"/>
                  </a:lnTo>
                  <a:lnTo>
                    <a:pt x="0" y="35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08" name=""/>
            <p:cNvSpPr/>
            <p:nvPr/>
          </p:nvSpPr>
          <p:spPr>
            <a:xfrm rot="0">
              <a:off x="3768" y="1143"/>
              <a:ext cx="26" cy="25"/>
            </a:xfrm>
            <a:custGeom>
              <a:avLst/>
              <a:ahLst/>
              <a:rect l="0" t="0" r="r" b="b"/>
              <a:pathLst>
                <a:path w="77" h="73">
                  <a:moveTo>
                    <a:pt x="0" y="35"/>
                  </a:moveTo>
                  <a:lnTo>
                    <a:pt x="24" y="54"/>
                  </a:lnTo>
                  <a:lnTo>
                    <a:pt x="49" y="73"/>
                  </a:lnTo>
                  <a:lnTo>
                    <a:pt x="77" y="39"/>
                  </a:lnTo>
                  <a:lnTo>
                    <a:pt x="53" y="19"/>
                  </a:lnTo>
                  <a:lnTo>
                    <a:pt x="29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09" name=""/>
            <p:cNvSpPr/>
            <p:nvPr/>
          </p:nvSpPr>
          <p:spPr>
            <a:xfrm rot="0">
              <a:off x="3778" y="1143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24" y="2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4" y="2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10" name=""/>
            <p:cNvSpPr/>
            <p:nvPr/>
          </p:nvSpPr>
          <p:spPr>
            <a:xfrm rot="0" flipV="1">
              <a:off x="3778" y="11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11" name=""/>
            <p:cNvSpPr/>
            <p:nvPr/>
          </p:nvSpPr>
          <p:spPr>
            <a:xfrm rot="0">
              <a:off x="3778" y="1132"/>
              <a:ext cx="26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0" y="34"/>
                  </a:moveTo>
                  <a:lnTo>
                    <a:pt x="23" y="54"/>
                  </a:lnTo>
                  <a:lnTo>
                    <a:pt x="46" y="75"/>
                  </a:lnTo>
                  <a:lnTo>
                    <a:pt x="76" y="41"/>
                  </a:lnTo>
                  <a:lnTo>
                    <a:pt x="54" y="20"/>
                  </a:lnTo>
                  <a:lnTo>
                    <a:pt x="31" y="0"/>
                  </a:lnTo>
                  <a:lnTo>
                    <a:pt x="0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12" name=""/>
            <p:cNvSpPr/>
            <p:nvPr/>
          </p:nvSpPr>
          <p:spPr>
            <a:xfrm rot="0">
              <a:off x="3778" y="1132"/>
              <a:ext cx="26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0" y="34"/>
                  </a:moveTo>
                  <a:lnTo>
                    <a:pt x="23" y="54"/>
                  </a:lnTo>
                  <a:lnTo>
                    <a:pt x="46" y="75"/>
                  </a:lnTo>
                  <a:lnTo>
                    <a:pt x="76" y="41"/>
                  </a:lnTo>
                  <a:lnTo>
                    <a:pt x="54" y="20"/>
                  </a:lnTo>
                  <a:lnTo>
                    <a:pt x="31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13" name=""/>
            <p:cNvSpPr/>
            <p:nvPr/>
          </p:nvSpPr>
          <p:spPr>
            <a:xfrm rot="0">
              <a:off x="3789" y="1132"/>
              <a:ext cx="7" cy="6"/>
            </a:xfrm>
            <a:custGeom>
              <a:avLst/>
              <a:ahLst/>
              <a:rect l="0" t="0" r="r" b="b"/>
              <a:pathLst>
                <a:path w="23" h="20">
                  <a:moveTo>
                    <a:pt x="23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" y="2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14" name=""/>
            <p:cNvSpPr/>
            <p:nvPr/>
          </p:nvSpPr>
          <p:spPr>
            <a:xfrm rot="0">
              <a:off x="3789" y="11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15" name=""/>
            <p:cNvSpPr/>
            <p:nvPr/>
          </p:nvSpPr>
          <p:spPr>
            <a:xfrm rot="0">
              <a:off x="3789" y="1120"/>
              <a:ext cx="25" cy="25"/>
            </a:xfrm>
            <a:custGeom>
              <a:avLst/>
              <a:ahLst/>
              <a:rect l="0" t="0" r="r" b="b"/>
              <a:pathLst>
                <a:path w="77" h="75">
                  <a:moveTo>
                    <a:pt x="0" y="34"/>
                  </a:moveTo>
                  <a:lnTo>
                    <a:pt x="23" y="54"/>
                  </a:lnTo>
                  <a:lnTo>
                    <a:pt x="45" y="75"/>
                  </a:lnTo>
                  <a:lnTo>
                    <a:pt x="77" y="41"/>
                  </a:lnTo>
                  <a:lnTo>
                    <a:pt x="54" y="21"/>
                  </a:lnTo>
                  <a:lnTo>
                    <a:pt x="31" y="0"/>
                  </a:lnTo>
                  <a:lnTo>
                    <a:pt x="0" y="3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16" name=""/>
            <p:cNvSpPr/>
            <p:nvPr/>
          </p:nvSpPr>
          <p:spPr>
            <a:xfrm rot="0">
              <a:off x="3789" y="1120"/>
              <a:ext cx="25" cy="25"/>
            </a:xfrm>
            <a:custGeom>
              <a:avLst/>
              <a:ahLst/>
              <a:rect l="0" t="0" r="r" b="b"/>
              <a:pathLst>
                <a:path w="77" h="75">
                  <a:moveTo>
                    <a:pt x="0" y="34"/>
                  </a:moveTo>
                  <a:lnTo>
                    <a:pt x="23" y="54"/>
                  </a:lnTo>
                  <a:lnTo>
                    <a:pt x="45" y="75"/>
                  </a:lnTo>
                  <a:lnTo>
                    <a:pt x="77" y="41"/>
                  </a:lnTo>
                  <a:lnTo>
                    <a:pt x="54" y="21"/>
                  </a:lnTo>
                  <a:lnTo>
                    <a:pt x="31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17" name=""/>
            <p:cNvSpPr/>
            <p:nvPr/>
          </p:nvSpPr>
          <p:spPr>
            <a:xfrm rot="0">
              <a:off x="3799" y="1120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23" y="2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3" y="22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18" name=""/>
            <p:cNvSpPr/>
            <p:nvPr/>
          </p:nvSpPr>
          <p:spPr>
            <a:xfrm rot="0" flipV="1">
              <a:off x="3799" y="1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19" name=""/>
            <p:cNvSpPr/>
            <p:nvPr/>
          </p:nvSpPr>
          <p:spPr>
            <a:xfrm rot="0">
              <a:off x="3799" y="1110"/>
              <a:ext cx="26" cy="24"/>
            </a:xfrm>
            <a:custGeom>
              <a:avLst/>
              <a:ahLst/>
              <a:rect l="0" t="0" r="r" b="b"/>
              <a:pathLst>
                <a:path w="76" h="74">
                  <a:moveTo>
                    <a:pt x="0" y="31"/>
                  </a:moveTo>
                  <a:lnTo>
                    <a:pt x="22" y="53"/>
                  </a:lnTo>
                  <a:lnTo>
                    <a:pt x="44" y="74"/>
                  </a:lnTo>
                  <a:lnTo>
                    <a:pt x="76" y="43"/>
                  </a:lnTo>
                  <a:lnTo>
                    <a:pt x="54" y="21"/>
                  </a:lnTo>
                  <a:lnTo>
                    <a:pt x="33" y="0"/>
                  </a:lnTo>
                  <a:lnTo>
                    <a:pt x="0" y="3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20" name=""/>
            <p:cNvSpPr/>
            <p:nvPr/>
          </p:nvSpPr>
          <p:spPr>
            <a:xfrm rot="0">
              <a:off x="3799" y="1110"/>
              <a:ext cx="26" cy="24"/>
            </a:xfrm>
            <a:custGeom>
              <a:avLst/>
              <a:ahLst/>
              <a:rect l="0" t="0" r="r" b="b"/>
              <a:pathLst>
                <a:path w="76" h="74">
                  <a:moveTo>
                    <a:pt x="0" y="31"/>
                  </a:moveTo>
                  <a:lnTo>
                    <a:pt x="22" y="53"/>
                  </a:lnTo>
                  <a:lnTo>
                    <a:pt x="44" y="74"/>
                  </a:lnTo>
                  <a:lnTo>
                    <a:pt x="76" y="43"/>
                  </a:lnTo>
                  <a:lnTo>
                    <a:pt x="54" y="21"/>
                  </a:lnTo>
                  <a:lnTo>
                    <a:pt x="33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21" name=""/>
            <p:cNvSpPr/>
            <p:nvPr/>
          </p:nvSpPr>
          <p:spPr>
            <a:xfrm rot="0">
              <a:off x="3810" y="1109"/>
              <a:ext cx="7" cy="8"/>
            </a:xfrm>
            <a:custGeom>
              <a:avLst/>
              <a:ahLst/>
              <a:rect l="0" t="0" r="r" b="b"/>
              <a:pathLst>
                <a:path w="21" h="22">
                  <a:moveTo>
                    <a:pt x="21" y="2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1" y="22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22" name=""/>
            <p:cNvSpPr/>
            <p:nvPr/>
          </p:nvSpPr>
          <p:spPr>
            <a:xfrm rot="0" flipV="1">
              <a:off x="3810" y="1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23" name=""/>
            <p:cNvSpPr/>
            <p:nvPr/>
          </p:nvSpPr>
          <p:spPr>
            <a:xfrm rot="0">
              <a:off x="3811" y="1100"/>
              <a:ext cx="24" cy="24"/>
            </a:xfrm>
            <a:custGeom>
              <a:avLst/>
              <a:ahLst/>
              <a:rect l="0" t="0" r="r" b="b"/>
              <a:pathLst>
                <a:path w="73" h="74">
                  <a:moveTo>
                    <a:pt x="0" y="29"/>
                  </a:moveTo>
                  <a:lnTo>
                    <a:pt x="20" y="51"/>
                  </a:lnTo>
                  <a:lnTo>
                    <a:pt x="41" y="74"/>
                  </a:lnTo>
                  <a:lnTo>
                    <a:pt x="73" y="45"/>
                  </a:lnTo>
                  <a:lnTo>
                    <a:pt x="53" y="22"/>
                  </a:lnTo>
                  <a:lnTo>
                    <a:pt x="32" y="0"/>
                  </a:lnTo>
                  <a:lnTo>
                    <a:pt x="0" y="29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24" name=""/>
            <p:cNvSpPr/>
            <p:nvPr/>
          </p:nvSpPr>
          <p:spPr>
            <a:xfrm rot="0">
              <a:off x="3811" y="1100"/>
              <a:ext cx="24" cy="24"/>
            </a:xfrm>
            <a:custGeom>
              <a:avLst/>
              <a:ahLst/>
              <a:rect l="0" t="0" r="r" b="b"/>
              <a:pathLst>
                <a:path w="73" h="74">
                  <a:moveTo>
                    <a:pt x="0" y="29"/>
                  </a:moveTo>
                  <a:lnTo>
                    <a:pt x="20" y="51"/>
                  </a:lnTo>
                  <a:lnTo>
                    <a:pt x="41" y="74"/>
                  </a:lnTo>
                  <a:lnTo>
                    <a:pt x="73" y="45"/>
                  </a:lnTo>
                  <a:lnTo>
                    <a:pt x="53" y="22"/>
                  </a:lnTo>
                  <a:lnTo>
                    <a:pt x="32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25" name=""/>
            <p:cNvSpPr/>
            <p:nvPr/>
          </p:nvSpPr>
          <p:spPr>
            <a:xfrm rot="0">
              <a:off x="3821" y="1099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21" y="24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1" y="2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26" name=""/>
            <p:cNvSpPr/>
            <p:nvPr/>
          </p:nvSpPr>
          <p:spPr>
            <a:xfrm rot="0" flipV="1">
              <a:off x="3821" y="1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27" name=""/>
            <p:cNvSpPr/>
            <p:nvPr/>
          </p:nvSpPr>
          <p:spPr>
            <a:xfrm rot="0">
              <a:off x="3822" y="1090"/>
              <a:ext cx="24" cy="25"/>
            </a:xfrm>
            <a:custGeom>
              <a:avLst/>
              <a:ahLst/>
              <a:rect l="0" t="0" r="r" b="b"/>
              <a:pathLst>
                <a:path w="73" h="76">
                  <a:moveTo>
                    <a:pt x="0" y="27"/>
                  </a:moveTo>
                  <a:lnTo>
                    <a:pt x="19" y="51"/>
                  </a:lnTo>
                  <a:lnTo>
                    <a:pt x="38" y="76"/>
                  </a:lnTo>
                  <a:lnTo>
                    <a:pt x="73" y="48"/>
                  </a:lnTo>
                  <a:lnTo>
                    <a:pt x="54" y="24"/>
                  </a:lnTo>
                  <a:lnTo>
                    <a:pt x="35" y="0"/>
                  </a:lnTo>
                  <a:lnTo>
                    <a:pt x="0" y="2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28" name=""/>
            <p:cNvSpPr/>
            <p:nvPr/>
          </p:nvSpPr>
          <p:spPr>
            <a:xfrm rot="0">
              <a:off x="3822" y="1090"/>
              <a:ext cx="24" cy="25"/>
            </a:xfrm>
            <a:custGeom>
              <a:avLst/>
              <a:ahLst/>
              <a:rect l="0" t="0" r="r" b="b"/>
              <a:pathLst>
                <a:path w="73" h="76">
                  <a:moveTo>
                    <a:pt x="0" y="27"/>
                  </a:moveTo>
                  <a:lnTo>
                    <a:pt x="19" y="51"/>
                  </a:lnTo>
                  <a:lnTo>
                    <a:pt x="38" y="76"/>
                  </a:lnTo>
                  <a:lnTo>
                    <a:pt x="73" y="48"/>
                  </a:lnTo>
                  <a:lnTo>
                    <a:pt x="54" y="24"/>
                  </a:lnTo>
                  <a:lnTo>
                    <a:pt x="35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29" name=""/>
            <p:cNvSpPr/>
            <p:nvPr/>
          </p:nvSpPr>
          <p:spPr>
            <a:xfrm rot="0">
              <a:off x="3834" y="1089"/>
              <a:ext cx="6" cy="9"/>
            </a:xfrm>
            <a:custGeom>
              <a:avLst/>
              <a:ahLst/>
              <a:rect l="0" t="0" r="r" b="b"/>
              <a:pathLst>
                <a:path w="19" h="26">
                  <a:moveTo>
                    <a:pt x="19" y="26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9" y="26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30" name=""/>
            <p:cNvSpPr/>
            <p:nvPr/>
          </p:nvSpPr>
          <p:spPr>
            <a:xfrm rot="0" flipV="1">
              <a:off x="3834" y="1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31" name=""/>
            <p:cNvSpPr/>
            <p:nvPr/>
          </p:nvSpPr>
          <p:spPr>
            <a:xfrm rot="0">
              <a:off x="3834" y="1081"/>
              <a:ext cx="24" cy="25"/>
            </a:xfrm>
            <a:custGeom>
              <a:avLst/>
              <a:ahLst/>
              <a:rect l="0" t="0" r="r" b="b"/>
              <a:pathLst>
                <a:path w="72" h="76">
                  <a:moveTo>
                    <a:pt x="0" y="25"/>
                  </a:moveTo>
                  <a:lnTo>
                    <a:pt x="18" y="51"/>
                  </a:lnTo>
                  <a:lnTo>
                    <a:pt x="36" y="76"/>
                  </a:lnTo>
                  <a:lnTo>
                    <a:pt x="72" y="51"/>
                  </a:lnTo>
                  <a:lnTo>
                    <a:pt x="54" y="25"/>
                  </a:lnTo>
                  <a:lnTo>
                    <a:pt x="36" y="0"/>
                  </a:lnTo>
                  <a:lnTo>
                    <a:pt x="0" y="25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32" name=""/>
            <p:cNvSpPr/>
            <p:nvPr/>
          </p:nvSpPr>
          <p:spPr>
            <a:xfrm rot="0">
              <a:off x="3834" y="1081"/>
              <a:ext cx="24" cy="25"/>
            </a:xfrm>
            <a:custGeom>
              <a:avLst/>
              <a:ahLst/>
              <a:rect l="0" t="0" r="r" b="b"/>
              <a:pathLst>
                <a:path w="72" h="76">
                  <a:moveTo>
                    <a:pt x="0" y="25"/>
                  </a:moveTo>
                  <a:lnTo>
                    <a:pt x="18" y="51"/>
                  </a:lnTo>
                  <a:lnTo>
                    <a:pt x="36" y="76"/>
                  </a:lnTo>
                  <a:lnTo>
                    <a:pt x="72" y="51"/>
                  </a:lnTo>
                  <a:lnTo>
                    <a:pt x="54" y="25"/>
                  </a:lnTo>
                  <a:lnTo>
                    <a:pt x="36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33" name=""/>
            <p:cNvSpPr/>
            <p:nvPr/>
          </p:nvSpPr>
          <p:spPr>
            <a:xfrm rot="0">
              <a:off x="3852" y="1089"/>
              <a:ext cx="7" cy="9"/>
            </a:xfrm>
            <a:custGeom>
              <a:avLst/>
              <a:ahLst/>
              <a:rect l="0" t="0" r="r" b="b"/>
              <a:pathLst>
                <a:path w="22" h="26">
                  <a:moveTo>
                    <a:pt x="0" y="0"/>
                  </a:moveTo>
                  <a:lnTo>
                    <a:pt x="18" y="26"/>
                  </a:lnTo>
                  <a:lnTo>
                    <a:pt x="22" y="22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34" name=""/>
            <p:cNvSpPr/>
            <p:nvPr/>
          </p:nvSpPr>
          <p:spPr>
            <a:xfrm rot="0" flipV="1">
              <a:off x="3858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35" name=""/>
            <p:cNvSpPr/>
            <p:nvPr/>
          </p:nvSpPr>
          <p:spPr>
            <a:xfrm rot="0">
              <a:off x="3845" y="1081"/>
              <a:ext cx="15" cy="16"/>
            </a:xfrm>
            <a:custGeom>
              <a:avLst/>
              <a:ahLst/>
              <a:rect l="0" t="0" r="r" b="b"/>
              <a:pathLst>
                <a:path w="46" h="46">
                  <a:moveTo>
                    <a:pt x="0" y="3"/>
                  </a:moveTo>
                  <a:lnTo>
                    <a:pt x="22" y="24"/>
                  </a:lnTo>
                  <a:lnTo>
                    <a:pt x="44" y="46"/>
                  </a:lnTo>
                  <a:lnTo>
                    <a:pt x="46" y="44"/>
                  </a:lnTo>
                  <a:lnTo>
                    <a:pt x="24" y="22"/>
                  </a:lnTo>
                  <a:lnTo>
                    <a:pt x="3" y="0"/>
                  </a:lnTo>
                  <a:lnTo>
                    <a:pt x="0" y="3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36" name=""/>
            <p:cNvSpPr/>
            <p:nvPr/>
          </p:nvSpPr>
          <p:spPr>
            <a:xfrm rot="0">
              <a:off x="3845" y="1081"/>
              <a:ext cx="15" cy="16"/>
            </a:xfrm>
            <a:custGeom>
              <a:avLst/>
              <a:ahLst/>
              <a:rect l="0" t="0" r="r" b="b"/>
              <a:pathLst>
                <a:path w="46" h="46">
                  <a:moveTo>
                    <a:pt x="0" y="3"/>
                  </a:moveTo>
                  <a:lnTo>
                    <a:pt x="22" y="24"/>
                  </a:lnTo>
                  <a:lnTo>
                    <a:pt x="44" y="46"/>
                  </a:lnTo>
                  <a:lnTo>
                    <a:pt x="46" y="44"/>
                  </a:lnTo>
                  <a:lnTo>
                    <a:pt x="24" y="22"/>
                  </a:lnTo>
                  <a:lnTo>
                    <a:pt x="3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37" name=""/>
            <p:cNvSpPr/>
            <p:nvPr/>
          </p:nvSpPr>
          <p:spPr>
            <a:xfrm rot="0">
              <a:off x="3846" y="1079"/>
              <a:ext cx="17" cy="17"/>
            </a:xfrm>
            <a:custGeom>
              <a:avLst/>
              <a:ahLst/>
              <a:rect l="0" t="0" r="r" b="b"/>
              <a:pathLst>
                <a:path w="52" h="52">
                  <a:moveTo>
                    <a:pt x="21" y="30"/>
                  </a:moveTo>
                  <a:lnTo>
                    <a:pt x="0" y="8"/>
                  </a:lnTo>
                  <a:lnTo>
                    <a:pt x="7" y="2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3" y="8"/>
                  </a:lnTo>
                  <a:lnTo>
                    <a:pt x="49" y="16"/>
                  </a:lnTo>
                  <a:lnTo>
                    <a:pt x="52" y="25"/>
                  </a:lnTo>
                  <a:lnTo>
                    <a:pt x="52" y="35"/>
                  </a:lnTo>
                  <a:lnTo>
                    <a:pt x="49" y="45"/>
                  </a:lnTo>
                  <a:lnTo>
                    <a:pt x="43" y="52"/>
                  </a:lnTo>
                  <a:lnTo>
                    <a:pt x="21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38" name=""/>
            <p:cNvSpPr/>
            <p:nvPr/>
          </p:nvSpPr>
          <p:spPr>
            <a:xfrm rot="0">
              <a:off x="3846" y="1079"/>
              <a:ext cx="17" cy="17"/>
            </a:xfrm>
            <a:custGeom>
              <a:avLst/>
              <a:ahLst/>
              <a:rect l="0" t="0" r="r" b="b"/>
              <a:pathLst>
                <a:path w="52" h="52">
                  <a:moveTo>
                    <a:pt x="0" y="8"/>
                  </a:moveTo>
                  <a:lnTo>
                    <a:pt x="7" y="2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3" y="8"/>
                  </a:lnTo>
                  <a:lnTo>
                    <a:pt x="49" y="16"/>
                  </a:lnTo>
                  <a:lnTo>
                    <a:pt x="52" y="25"/>
                  </a:lnTo>
                  <a:lnTo>
                    <a:pt x="52" y="35"/>
                  </a:lnTo>
                  <a:lnTo>
                    <a:pt x="49" y="45"/>
                  </a:lnTo>
                  <a:lnTo>
                    <a:pt x="43" y="5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39" name=""/>
            <p:cNvSpPr/>
            <p:nvPr/>
          </p:nvSpPr>
          <p:spPr>
            <a:xfrm rot="0">
              <a:off x="3890" y="1055"/>
              <a:ext cx="14" cy="20"/>
            </a:xfrm>
            <a:custGeom>
              <a:avLst/>
              <a:ahLst/>
              <a:rect l="0" t="0" r="r" b="b"/>
              <a:pathLst>
                <a:path w="42" h="59">
                  <a:moveTo>
                    <a:pt x="30" y="29"/>
                  </a:moveTo>
                  <a:lnTo>
                    <a:pt x="42" y="58"/>
                  </a:lnTo>
                  <a:lnTo>
                    <a:pt x="33" y="59"/>
                  </a:lnTo>
                  <a:lnTo>
                    <a:pt x="23" y="59"/>
                  </a:lnTo>
                  <a:lnTo>
                    <a:pt x="15" y="55"/>
                  </a:lnTo>
                  <a:lnTo>
                    <a:pt x="8" y="49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4" y="13"/>
                  </a:lnTo>
                  <a:lnTo>
                    <a:pt x="10" y="6"/>
                  </a:lnTo>
                  <a:lnTo>
                    <a:pt x="18" y="0"/>
                  </a:lnTo>
                  <a:lnTo>
                    <a:pt x="30" y="29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40" name=""/>
            <p:cNvSpPr/>
            <p:nvPr/>
          </p:nvSpPr>
          <p:spPr>
            <a:xfrm rot="0">
              <a:off x="3890" y="1055"/>
              <a:ext cx="14" cy="20"/>
            </a:xfrm>
            <a:custGeom>
              <a:avLst/>
              <a:ahLst/>
              <a:rect l="0" t="0" r="r" b="b"/>
              <a:pathLst>
                <a:path w="42" h="59">
                  <a:moveTo>
                    <a:pt x="42" y="58"/>
                  </a:moveTo>
                  <a:lnTo>
                    <a:pt x="33" y="59"/>
                  </a:lnTo>
                  <a:lnTo>
                    <a:pt x="23" y="59"/>
                  </a:lnTo>
                  <a:lnTo>
                    <a:pt x="15" y="55"/>
                  </a:lnTo>
                  <a:lnTo>
                    <a:pt x="8" y="49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4" y="13"/>
                  </a:lnTo>
                  <a:lnTo>
                    <a:pt x="10" y="6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41" name=""/>
            <p:cNvSpPr/>
            <p:nvPr/>
          </p:nvSpPr>
          <p:spPr>
            <a:xfrm rot="0">
              <a:off x="3896" y="1053"/>
              <a:ext cx="13" cy="21"/>
            </a:xfrm>
            <a:custGeom>
              <a:avLst/>
              <a:ahLst/>
              <a:rect l="0" t="0" r="r" b="b"/>
              <a:pathLst>
                <a:path w="39" h="64">
                  <a:moveTo>
                    <a:pt x="0" y="6"/>
                  </a:moveTo>
                  <a:lnTo>
                    <a:pt x="12" y="35"/>
                  </a:lnTo>
                  <a:lnTo>
                    <a:pt x="24" y="64"/>
                  </a:lnTo>
                  <a:lnTo>
                    <a:pt x="39" y="58"/>
                  </a:lnTo>
                  <a:lnTo>
                    <a:pt x="27" y="29"/>
                  </a:lnTo>
                  <a:lnTo>
                    <a:pt x="15" y="0"/>
                  </a:lnTo>
                  <a:lnTo>
                    <a:pt x="0" y="6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42" name=""/>
            <p:cNvSpPr/>
            <p:nvPr/>
          </p:nvSpPr>
          <p:spPr>
            <a:xfrm rot="0">
              <a:off x="3896" y="1053"/>
              <a:ext cx="13" cy="21"/>
            </a:xfrm>
            <a:custGeom>
              <a:avLst/>
              <a:ahLst/>
              <a:rect l="0" t="0" r="r" b="b"/>
              <a:pathLst>
                <a:path w="39" h="64">
                  <a:moveTo>
                    <a:pt x="0" y="6"/>
                  </a:moveTo>
                  <a:lnTo>
                    <a:pt x="12" y="35"/>
                  </a:lnTo>
                  <a:lnTo>
                    <a:pt x="24" y="64"/>
                  </a:lnTo>
                  <a:lnTo>
                    <a:pt x="39" y="58"/>
                  </a:lnTo>
                  <a:lnTo>
                    <a:pt x="27" y="29"/>
                  </a:lnTo>
                  <a:lnTo>
                    <a:pt x="15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43" name=""/>
            <p:cNvSpPr/>
            <p:nvPr/>
          </p:nvSpPr>
          <p:spPr>
            <a:xfrm rot="0">
              <a:off x="3901" y="1053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12" y="29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12" y="29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44" name=""/>
            <p:cNvSpPr/>
            <p:nvPr/>
          </p:nvSpPr>
          <p:spPr>
            <a:xfrm rot="0">
              <a:off x="3901" y="10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45" name=""/>
            <p:cNvSpPr/>
            <p:nvPr/>
          </p:nvSpPr>
          <p:spPr>
            <a:xfrm rot="0">
              <a:off x="3901" y="1048"/>
              <a:ext cx="21" cy="24"/>
            </a:xfrm>
            <a:custGeom>
              <a:avLst/>
              <a:ahLst/>
              <a:rect l="0" t="0" r="r" b="b"/>
              <a:pathLst>
                <a:path w="62" h="73">
                  <a:moveTo>
                    <a:pt x="0" y="15"/>
                  </a:moveTo>
                  <a:lnTo>
                    <a:pt x="10" y="44"/>
                  </a:lnTo>
                  <a:lnTo>
                    <a:pt x="20" y="73"/>
                  </a:lnTo>
                  <a:lnTo>
                    <a:pt x="62" y="58"/>
                  </a:lnTo>
                  <a:lnTo>
                    <a:pt x="52" y="29"/>
                  </a:lnTo>
                  <a:lnTo>
                    <a:pt x="42" y="0"/>
                  </a:lnTo>
                  <a:lnTo>
                    <a:pt x="0" y="15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46" name=""/>
            <p:cNvSpPr/>
            <p:nvPr/>
          </p:nvSpPr>
          <p:spPr>
            <a:xfrm rot="0">
              <a:off x="3901" y="1048"/>
              <a:ext cx="21" cy="24"/>
            </a:xfrm>
            <a:custGeom>
              <a:avLst/>
              <a:ahLst/>
              <a:rect l="0" t="0" r="r" b="b"/>
              <a:pathLst>
                <a:path w="62" h="73">
                  <a:moveTo>
                    <a:pt x="0" y="15"/>
                  </a:moveTo>
                  <a:lnTo>
                    <a:pt x="10" y="44"/>
                  </a:lnTo>
                  <a:lnTo>
                    <a:pt x="20" y="73"/>
                  </a:lnTo>
                  <a:lnTo>
                    <a:pt x="62" y="58"/>
                  </a:lnTo>
                  <a:lnTo>
                    <a:pt x="52" y="29"/>
                  </a:lnTo>
                  <a:lnTo>
                    <a:pt x="42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47" name=""/>
            <p:cNvSpPr/>
            <p:nvPr/>
          </p:nvSpPr>
          <p:spPr>
            <a:xfrm rot="0">
              <a:off x="3915" y="1048"/>
              <a:ext cx="4" cy="10"/>
            </a:xfrm>
            <a:custGeom>
              <a:avLst/>
              <a:ahLst/>
              <a:rect l="0" t="0" r="r" b="b"/>
              <a:pathLst>
                <a:path w="10" h="29">
                  <a:moveTo>
                    <a:pt x="10" y="29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10" y="29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48" name=""/>
            <p:cNvSpPr/>
            <p:nvPr/>
          </p:nvSpPr>
          <p:spPr>
            <a:xfrm rot="0">
              <a:off x="3915" y="10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49" name=""/>
            <p:cNvSpPr/>
            <p:nvPr/>
          </p:nvSpPr>
          <p:spPr>
            <a:xfrm rot="0">
              <a:off x="3916" y="1044"/>
              <a:ext cx="20" cy="23"/>
            </a:xfrm>
            <a:custGeom>
              <a:avLst/>
              <a:ahLst/>
              <a:rect l="0" t="0" r="r" b="b"/>
              <a:pathLst>
                <a:path w="60" h="71">
                  <a:moveTo>
                    <a:pt x="0" y="13"/>
                  </a:moveTo>
                  <a:lnTo>
                    <a:pt x="8" y="42"/>
                  </a:lnTo>
                  <a:lnTo>
                    <a:pt x="17" y="71"/>
                  </a:lnTo>
                  <a:lnTo>
                    <a:pt x="60" y="58"/>
                  </a:lnTo>
                  <a:lnTo>
                    <a:pt x="51" y="29"/>
                  </a:lnTo>
                  <a:lnTo>
                    <a:pt x="43" y="0"/>
                  </a:lnTo>
                  <a:lnTo>
                    <a:pt x="0" y="13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50" name=""/>
            <p:cNvSpPr/>
            <p:nvPr/>
          </p:nvSpPr>
          <p:spPr>
            <a:xfrm rot="0">
              <a:off x="3916" y="1044"/>
              <a:ext cx="20" cy="23"/>
            </a:xfrm>
            <a:custGeom>
              <a:avLst/>
              <a:ahLst/>
              <a:rect l="0" t="0" r="r" b="b"/>
              <a:pathLst>
                <a:path w="60" h="71">
                  <a:moveTo>
                    <a:pt x="0" y="13"/>
                  </a:moveTo>
                  <a:lnTo>
                    <a:pt x="8" y="42"/>
                  </a:lnTo>
                  <a:lnTo>
                    <a:pt x="17" y="71"/>
                  </a:lnTo>
                  <a:lnTo>
                    <a:pt x="60" y="58"/>
                  </a:lnTo>
                  <a:lnTo>
                    <a:pt x="51" y="29"/>
                  </a:lnTo>
                  <a:lnTo>
                    <a:pt x="43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51" name=""/>
            <p:cNvSpPr/>
            <p:nvPr/>
          </p:nvSpPr>
          <p:spPr>
            <a:xfrm rot="0">
              <a:off x="3930" y="1043"/>
              <a:ext cx="3" cy="10"/>
            </a:xfrm>
            <a:custGeom>
              <a:avLst/>
              <a:ahLst/>
              <a:rect l="0" t="0" r="r" b="b"/>
              <a:pathLst>
                <a:path w="8" h="30">
                  <a:moveTo>
                    <a:pt x="8" y="3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8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52" name=""/>
            <p:cNvSpPr/>
            <p:nvPr/>
          </p:nvSpPr>
          <p:spPr>
            <a:xfrm rot="0" flipV="1">
              <a:off x="3930" y="10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53" name=""/>
            <p:cNvSpPr/>
            <p:nvPr/>
          </p:nvSpPr>
          <p:spPr>
            <a:xfrm rot="0">
              <a:off x="3931" y="1040"/>
              <a:ext cx="19" cy="23"/>
            </a:xfrm>
            <a:custGeom>
              <a:avLst/>
              <a:ahLst/>
              <a:rect l="0" t="0" r="r" b="b"/>
              <a:pathLst>
                <a:path w="59" h="71">
                  <a:moveTo>
                    <a:pt x="0" y="11"/>
                  </a:moveTo>
                  <a:lnTo>
                    <a:pt x="7" y="41"/>
                  </a:lnTo>
                  <a:lnTo>
                    <a:pt x="15" y="71"/>
                  </a:lnTo>
                  <a:lnTo>
                    <a:pt x="59" y="60"/>
                  </a:lnTo>
                  <a:lnTo>
                    <a:pt x="52" y="30"/>
                  </a:lnTo>
                  <a:lnTo>
                    <a:pt x="45" y="0"/>
                  </a:lnTo>
                  <a:lnTo>
                    <a:pt x="0" y="1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54" name=""/>
            <p:cNvSpPr/>
            <p:nvPr/>
          </p:nvSpPr>
          <p:spPr>
            <a:xfrm rot="0">
              <a:off x="3931" y="1040"/>
              <a:ext cx="19" cy="23"/>
            </a:xfrm>
            <a:custGeom>
              <a:avLst/>
              <a:ahLst/>
              <a:rect l="0" t="0" r="r" b="b"/>
              <a:pathLst>
                <a:path w="59" h="71">
                  <a:moveTo>
                    <a:pt x="0" y="11"/>
                  </a:moveTo>
                  <a:lnTo>
                    <a:pt x="7" y="41"/>
                  </a:lnTo>
                  <a:lnTo>
                    <a:pt x="15" y="71"/>
                  </a:lnTo>
                  <a:lnTo>
                    <a:pt x="59" y="60"/>
                  </a:lnTo>
                  <a:lnTo>
                    <a:pt x="52" y="30"/>
                  </a:lnTo>
                  <a:lnTo>
                    <a:pt x="45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55" name=""/>
            <p:cNvSpPr/>
            <p:nvPr/>
          </p:nvSpPr>
          <p:spPr>
            <a:xfrm rot="0">
              <a:off x="3946" y="1040"/>
              <a:ext cx="2" cy="10"/>
            </a:xfrm>
            <a:custGeom>
              <a:avLst/>
              <a:ahLst/>
              <a:rect l="0" t="0" r="r" b="b"/>
              <a:pathLst>
                <a:path w="7" h="30">
                  <a:moveTo>
                    <a:pt x="7" y="3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56" name=""/>
            <p:cNvSpPr/>
            <p:nvPr/>
          </p:nvSpPr>
          <p:spPr>
            <a:xfrm rot="0">
              <a:off x="3946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57" name=""/>
            <p:cNvSpPr/>
            <p:nvPr/>
          </p:nvSpPr>
          <p:spPr>
            <a:xfrm rot="0">
              <a:off x="3946" y="1036"/>
              <a:ext cx="20" cy="24"/>
            </a:xfrm>
            <a:custGeom>
              <a:avLst/>
              <a:ahLst/>
              <a:rect l="0" t="0" r="r" b="b"/>
              <a:pathLst>
                <a:path w="60" h="71">
                  <a:moveTo>
                    <a:pt x="0" y="11"/>
                  </a:moveTo>
                  <a:lnTo>
                    <a:pt x="7" y="41"/>
                  </a:lnTo>
                  <a:lnTo>
                    <a:pt x="14" y="71"/>
                  </a:lnTo>
                  <a:lnTo>
                    <a:pt x="60" y="60"/>
                  </a:lnTo>
                  <a:lnTo>
                    <a:pt x="53" y="30"/>
                  </a:lnTo>
                  <a:lnTo>
                    <a:pt x="46" y="0"/>
                  </a:lnTo>
                  <a:lnTo>
                    <a:pt x="0" y="1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58" name=""/>
            <p:cNvSpPr/>
            <p:nvPr/>
          </p:nvSpPr>
          <p:spPr>
            <a:xfrm rot="0">
              <a:off x="3946" y="1036"/>
              <a:ext cx="20" cy="24"/>
            </a:xfrm>
            <a:custGeom>
              <a:avLst/>
              <a:ahLst/>
              <a:rect l="0" t="0" r="r" b="b"/>
              <a:pathLst>
                <a:path w="60" h="71">
                  <a:moveTo>
                    <a:pt x="0" y="11"/>
                  </a:moveTo>
                  <a:lnTo>
                    <a:pt x="7" y="41"/>
                  </a:lnTo>
                  <a:lnTo>
                    <a:pt x="14" y="71"/>
                  </a:lnTo>
                  <a:lnTo>
                    <a:pt x="60" y="60"/>
                  </a:lnTo>
                  <a:lnTo>
                    <a:pt x="53" y="30"/>
                  </a:lnTo>
                  <a:lnTo>
                    <a:pt x="46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59" name=""/>
            <p:cNvSpPr/>
            <p:nvPr/>
          </p:nvSpPr>
          <p:spPr>
            <a:xfrm rot="0">
              <a:off x="3961" y="1036"/>
              <a:ext cx="2" cy="10"/>
            </a:xfrm>
            <a:custGeom>
              <a:avLst/>
              <a:ahLst/>
              <a:rect l="0" t="0" r="r" b="b"/>
              <a:pathLst>
                <a:path w="7" h="30">
                  <a:moveTo>
                    <a:pt x="7" y="3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7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60" name=""/>
            <p:cNvSpPr/>
            <p:nvPr/>
          </p:nvSpPr>
          <p:spPr>
            <a:xfrm rot="0">
              <a:off x="3961" y="10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61" name=""/>
            <p:cNvSpPr/>
            <p:nvPr/>
          </p:nvSpPr>
          <p:spPr>
            <a:xfrm rot="0">
              <a:off x="3961" y="1033"/>
              <a:ext cx="20" cy="23"/>
            </a:xfrm>
            <a:custGeom>
              <a:avLst/>
              <a:ahLst/>
              <a:rect l="0" t="0" r="r" b="b"/>
              <a:pathLst>
                <a:path w="58" h="68">
                  <a:moveTo>
                    <a:pt x="0" y="8"/>
                  </a:moveTo>
                  <a:lnTo>
                    <a:pt x="6" y="38"/>
                  </a:lnTo>
                  <a:lnTo>
                    <a:pt x="12" y="68"/>
                  </a:lnTo>
                  <a:lnTo>
                    <a:pt x="58" y="60"/>
                  </a:lnTo>
                  <a:lnTo>
                    <a:pt x="52" y="30"/>
                  </a:lnTo>
                  <a:lnTo>
                    <a:pt x="46" y="0"/>
                  </a:lnTo>
                  <a:lnTo>
                    <a:pt x="0" y="8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62" name=""/>
            <p:cNvSpPr/>
            <p:nvPr/>
          </p:nvSpPr>
          <p:spPr>
            <a:xfrm rot="0">
              <a:off x="3961" y="1033"/>
              <a:ext cx="20" cy="23"/>
            </a:xfrm>
            <a:custGeom>
              <a:avLst/>
              <a:ahLst/>
              <a:rect l="0" t="0" r="r" b="b"/>
              <a:pathLst>
                <a:path w="58" h="68">
                  <a:moveTo>
                    <a:pt x="0" y="8"/>
                  </a:moveTo>
                  <a:lnTo>
                    <a:pt x="6" y="38"/>
                  </a:lnTo>
                  <a:lnTo>
                    <a:pt x="12" y="68"/>
                  </a:lnTo>
                  <a:lnTo>
                    <a:pt x="58" y="60"/>
                  </a:lnTo>
                  <a:lnTo>
                    <a:pt x="52" y="30"/>
                  </a:lnTo>
                  <a:lnTo>
                    <a:pt x="46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63" name=""/>
            <p:cNvSpPr/>
            <p:nvPr/>
          </p:nvSpPr>
          <p:spPr>
            <a:xfrm rot="0">
              <a:off x="3977" y="1033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6" y="3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6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64" name=""/>
            <p:cNvSpPr/>
            <p:nvPr/>
          </p:nvSpPr>
          <p:spPr>
            <a:xfrm rot="0">
              <a:off x="3977" y="10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65" name=""/>
            <p:cNvSpPr/>
            <p:nvPr/>
          </p:nvSpPr>
          <p:spPr>
            <a:xfrm rot="0">
              <a:off x="3977" y="1031"/>
              <a:ext cx="19" cy="22"/>
            </a:xfrm>
            <a:custGeom>
              <a:avLst/>
              <a:ahLst/>
              <a:rect l="0" t="0" r="r" b="b"/>
              <a:pathLst>
                <a:path w="56" h="67">
                  <a:moveTo>
                    <a:pt x="0" y="7"/>
                  </a:moveTo>
                  <a:lnTo>
                    <a:pt x="5" y="37"/>
                  </a:lnTo>
                  <a:lnTo>
                    <a:pt x="9" y="67"/>
                  </a:lnTo>
                  <a:lnTo>
                    <a:pt x="56" y="60"/>
                  </a:lnTo>
                  <a:lnTo>
                    <a:pt x="52" y="30"/>
                  </a:lnTo>
                  <a:lnTo>
                    <a:pt x="47" y="0"/>
                  </a:lnTo>
                  <a:lnTo>
                    <a:pt x="0" y="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66" name=""/>
            <p:cNvSpPr/>
            <p:nvPr/>
          </p:nvSpPr>
          <p:spPr>
            <a:xfrm rot="0">
              <a:off x="3977" y="1031"/>
              <a:ext cx="19" cy="22"/>
            </a:xfrm>
            <a:custGeom>
              <a:avLst/>
              <a:ahLst/>
              <a:rect l="0" t="0" r="r" b="b"/>
              <a:pathLst>
                <a:path w="56" h="67">
                  <a:moveTo>
                    <a:pt x="0" y="7"/>
                  </a:moveTo>
                  <a:lnTo>
                    <a:pt x="5" y="37"/>
                  </a:lnTo>
                  <a:lnTo>
                    <a:pt x="9" y="67"/>
                  </a:lnTo>
                  <a:lnTo>
                    <a:pt x="56" y="60"/>
                  </a:lnTo>
                  <a:lnTo>
                    <a:pt x="52" y="30"/>
                  </a:lnTo>
                  <a:lnTo>
                    <a:pt x="47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67" name=""/>
            <p:cNvSpPr/>
            <p:nvPr/>
          </p:nvSpPr>
          <p:spPr>
            <a:xfrm rot="0">
              <a:off x="3993" y="1031"/>
              <a:ext cx="1" cy="10"/>
            </a:xfrm>
            <a:custGeom>
              <a:avLst/>
              <a:ahLst/>
              <a:rect l="0" t="0" r="r" b="b"/>
              <a:pathLst>
                <a:path w="5" h="30">
                  <a:moveTo>
                    <a:pt x="5" y="3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5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68" name=""/>
            <p:cNvSpPr/>
            <p:nvPr/>
          </p:nvSpPr>
          <p:spPr>
            <a:xfrm rot="0">
              <a:off x="3993" y="10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69" name=""/>
            <p:cNvSpPr/>
            <p:nvPr/>
          </p:nvSpPr>
          <p:spPr>
            <a:xfrm rot="0">
              <a:off x="3993" y="1030"/>
              <a:ext cx="10" cy="21"/>
            </a:xfrm>
            <a:custGeom>
              <a:avLst/>
              <a:ahLst/>
              <a:rect l="0" t="0" r="r" b="b"/>
              <a:pathLst>
                <a:path w="31" h="63">
                  <a:moveTo>
                    <a:pt x="0" y="3"/>
                  </a:moveTo>
                  <a:lnTo>
                    <a:pt x="4" y="33"/>
                  </a:lnTo>
                  <a:lnTo>
                    <a:pt x="7" y="63"/>
                  </a:lnTo>
                  <a:lnTo>
                    <a:pt x="31" y="60"/>
                  </a:lnTo>
                  <a:lnTo>
                    <a:pt x="28" y="30"/>
                  </a:lnTo>
                  <a:lnTo>
                    <a:pt x="24" y="0"/>
                  </a:lnTo>
                  <a:lnTo>
                    <a:pt x="0" y="3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70" name=""/>
            <p:cNvSpPr/>
            <p:nvPr/>
          </p:nvSpPr>
          <p:spPr>
            <a:xfrm rot="0">
              <a:off x="3993" y="1030"/>
              <a:ext cx="10" cy="21"/>
            </a:xfrm>
            <a:custGeom>
              <a:avLst/>
              <a:ahLst/>
              <a:rect l="0" t="0" r="r" b="b"/>
              <a:pathLst>
                <a:path w="31" h="63">
                  <a:moveTo>
                    <a:pt x="0" y="3"/>
                  </a:moveTo>
                  <a:lnTo>
                    <a:pt x="4" y="33"/>
                  </a:lnTo>
                  <a:lnTo>
                    <a:pt x="7" y="63"/>
                  </a:lnTo>
                  <a:lnTo>
                    <a:pt x="31" y="60"/>
                  </a:lnTo>
                  <a:lnTo>
                    <a:pt x="28" y="30"/>
                  </a:lnTo>
                  <a:lnTo>
                    <a:pt x="24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71" name=""/>
            <p:cNvSpPr/>
            <p:nvPr/>
          </p:nvSpPr>
          <p:spPr>
            <a:xfrm rot="0">
              <a:off x="4001" y="1030"/>
              <a:ext cx="11" cy="20"/>
            </a:xfrm>
            <a:custGeom>
              <a:avLst/>
              <a:ahLst/>
              <a:rect l="0" t="0" r="r" b="b"/>
              <a:pathLst>
                <a:path w="34" h="60">
                  <a:moveTo>
                    <a:pt x="4" y="3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9" y="4"/>
                  </a:lnTo>
                  <a:lnTo>
                    <a:pt x="27" y="10"/>
                  </a:lnTo>
                  <a:lnTo>
                    <a:pt x="31" y="18"/>
                  </a:lnTo>
                  <a:lnTo>
                    <a:pt x="34" y="27"/>
                  </a:lnTo>
                  <a:lnTo>
                    <a:pt x="34" y="36"/>
                  </a:lnTo>
                  <a:lnTo>
                    <a:pt x="30" y="46"/>
                  </a:lnTo>
                  <a:lnTo>
                    <a:pt x="24" y="53"/>
                  </a:lnTo>
                  <a:lnTo>
                    <a:pt x="16" y="58"/>
                  </a:lnTo>
                  <a:lnTo>
                    <a:pt x="7" y="60"/>
                  </a:lnTo>
                  <a:lnTo>
                    <a:pt x="4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72" name=""/>
            <p:cNvSpPr/>
            <p:nvPr/>
          </p:nvSpPr>
          <p:spPr>
            <a:xfrm rot="0">
              <a:off x="4001" y="1030"/>
              <a:ext cx="11" cy="20"/>
            </a:xfrm>
            <a:custGeom>
              <a:avLst/>
              <a:ahLst/>
              <a:rect l="0" t="0" r="r" b="b"/>
              <a:pathLst>
                <a:path w="34" h="60">
                  <a:moveTo>
                    <a:pt x="0" y="0"/>
                  </a:moveTo>
                  <a:lnTo>
                    <a:pt x="10" y="0"/>
                  </a:lnTo>
                  <a:lnTo>
                    <a:pt x="19" y="4"/>
                  </a:lnTo>
                  <a:lnTo>
                    <a:pt x="27" y="10"/>
                  </a:lnTo>
                  <a:lnTo>
                    <a:pt x="31" y="18"/>
                  </a:lnTo>
                  <a:lnTo>
                    <a:pt x="34" y="27"/>
                  </a:lnTo>
                  <a:lnTo>
                    <a:pt x="34" y="36"/>
                  </a:lnTo>
                  <a:lnTo>
                    <a:pt x="30" y="46"/>
                  </a:lnTo>
                  <a:lnTo>
                    <a:pt x="24" y="53"/>
                  </a:lnTo>
                  <a:lnTo>
                    <a:pt x="16" y="58"/>
                  </a:lnTo>
                  <a:lnTo>
                    <a:pt x="7" y="6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73" name=""/>
            <p:cNvSpPr/>
            <p:nvPr/>
          </p:nvSpPr>
          <p:spPr>
            <a:xfrm rot="0">
              <a:off x="4045" y="1026"/>
              <a:ext cx="10" cy="20"/>
            </a:xfrm>
            <a:custGeom>
              <a:avLst/>
              <a:ahLst/>
              <a:rect l="0" t="0" r="r" b="b"/>
              <a:pathLst>
                <a:path w="32" h="60">
                  <a:moveTo>
                    <a:pt x="31" y="30"/>
                  </a:moveTo>
                  <a:lnTo>
                    <a:pt x="32" y="60"/>
                  </a:lnTo>
                  <a:lnTo>
                    <a:pt x="22" y="60"/>
                  </a:lnTo>
                  <a:lnTo>
                    <a:pt x="14" y="55"/>
                  </a:lnTo>
                  <a:lnTo>
                    <a:pt x="7" y="49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1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74" name=""/>
            <p:cNvSpPr/>
            <p:nvPr/>
          </p:nvSpPr>
          <p:spPr>
            <a:xfrm rot="0">
              <a:off x="4045" y="1026"/>
              <a:ext cx="10" cy="20"/>
            </a:xfrm>
            <a:custGeom>
              <a:avLst/>
              <a:ahLst/>
              <a:rect l="0" t="0" r="r" b="b"/>
              <a:pathLst>
                <a:path w="32" h="60">
                  <a:moveTo>
                    <a:pt x="32" y="60"/>
                  </a:moveTo>
                  <a:lnTo>
                    <a:pt x="22" y="60"/>
                  </a:lnTo>
                  <a:lnTo>
                    <a:pt x="14" y="55"/>
                  </a:lnTo>
                  <a:lnTo>
                    <a:pt x="7" y="49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20" y="1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75" name=""/>
            <p:cNvSpPr/>
            <p:nvPr/>
          </p:nvSpPr>
          <p:spPr>
            <a:xfrm rot="0">
              <a:off x="4054" y="1025"/>
              <a:ext cx="21" cy="21"/>
            </a:xfrm>
            <a:custGeom>
              <a:avLst/>
              <a:ahLst/>
              <a:rect l="0" t="0" r="r" b="b"/>
              <a:pathLst>
                <a:path w="63" h="63">
                  <a:moveTo>
                    <a:pt x="0" y="3"/>
                  </a:moveTo>
                  <a:lnTo>
                    <a:pt x="2" y="33"/>
                  </a:lnTo>
                  <a:lnTo>
                    <a:pt x="3" y="63"/>
                  </a:lnTo>
                  <a:lnTo>
                    <a:pt x="63" y="61"/>
                  </a:lnTo>
                  <a:lnTo>
                    <a:pt x="62" y="31"/>
                  </a:lnTo>
                  <a:lnTo>
                    <a:pt x="61" y="0"/>
                  </a:lnTo>
                  <a:lnTo>
                    <a:pt x="0" y="3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76" name=""/>
            <p:cNvSpPr/>
            <p:nvPr/>
          </p:nvSpPr>
          <p:spPr>
            <a:xfrm rot="0">
              <a:off x="4054" y="1025"/>
              <a:ext cx="21" cy="21"/>
            </a:xfrm>
            <a:custGeom>
              <a:avLst/>
              <a:ahLst/>
              <a:rect l="0" t="0" r="r" b="b"/>
              <a:pathLst>
                <a:path w="63" h="63">
                  <a:moveTo>
                    <a:pt x="0" y="3"/>
                  </a:moveTo>
                  <a:lnTo>
                    <a:pt x="2" y="33"/>
                  </a:lnTo>
                  <a:lnTo>
                    <a:pt x="3" y="63"/>
                  </a:lnTo>
                  <a:lnTo>
                    <a:pt x="63" y="61"/>
                  </a:lnTo>
                  <a:lnTo>
                    <a:pt x="62" y="31"/>
                  </a:lnTo>
                  <a:lnTo>
                    <a:pt x="61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77" name=""/>
            <p:cNvSpPr/>
            <p:nvPr/>
          </p:nvSpPr>
          <p:spPr>
            <a:xfrm rot="0">
              <a:off x="4075" y="1025"/>
              <a:ext cx="1" cy="10"/>
            </a:xfrm>
            <a:custGeom>
              <a:avLst/>
              <a:ahLst/>
              <a:rect l="0" t="0" r="r" b="b"/>
              <a:pathLst>
                <a:path w="1" h="31">
                  <a:moveTo>
                    <a:pt x="1" y="3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3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78" name=""/>
            <p:cNvSpPr/>
            <p:nvPr/>
          </p:nvSpPr>
          <p:spPr>
            <a:xfrm rot="0">
              <a:off x="4075" y="1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79" name=""/>
            <p:cNvSpPr/>
            <p:nvPr/>
          </p:nvSpPr>
          <p:spPr>
            <a:xfrm rot="0">
              <a:off x="4075" y="1024"/>
              <a:ext cx="32" cy="21"/>
            </a:xfrm>
            <a:custGeom>
              <a:avLst/>
              <a:ahLst/>
              <a:rect l="0" t="0" r="r" b="b"/>
              <a:pathLst>
                <a:path w="97" h="62">
                  <a:moveTo>
                    <a:pt x="0" y="1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97" y="60"/>
                  </a:lnTo>
                  <a:lnTo>
                    <a:pt x="97" y="30"/>
                  </a:lnTo>
                  <a:lnTo>
                    <a:pt x="97" y="0"/>
                  </a:lnTo>
                  <a:lnTo>
                    <a:pt x="0" y="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80" name=""/>
            <p:cNvSpPr/>
            <p:nvPr/>
          </p:nvSpPr>
          <p:spPr>
            <a:xfrm rot="0">
              <a:off x="4075" y="1024"/>
              <a:ext cx="32" cy="21"/>
            </a:xfrm>
            <a:custGeom>
              <a:avLst/>
              <a:ahLst/>
              <a:rect l="0" t="0" r="r" b="b"/>
              <a:pathLst>
                <a:path w="97" h="62">
                  <a:moveTo>
                    <a:pt x="0" y="1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97" y="60"/>
                  </a:lnTo>
                  <a:lnTo>
                    <a:pt x="97" y="30"/>
                  </a:lnTo>
                  <a:lnTo>
                    <a:pt x="97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81" name=""/>
            <p:cNvSpPr/>
            <p:nvPr/>
          </p:nvSpPr>
          <p:spPr>
            <a:xfrm rot="0">
              <a:off x="4107" y="1024"/>
              <a:ext cx="1" cy="10"/>
            </a:xfrm>
            <a:custGeom>
              <a:avLst/>
              <a:ahLst/>
              <a:rect l="0" t="0" r="r" b="b"/>
              <a:pathLst>
                <a:path w="0" h="31">
                  <a:moveTo>
                    <a:pt x="0" y="3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82" name=""/>
            <p:cNvSpPr/>
            <p:nvPr/>
          </p:nvSpPr>
          <p:spPr>
            <a:xfrm rot="0" flipV="1">
              <a:off x="4107" y="10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83" name=""/>
            <p:cNvSpPr/>
            <p:nvPr/>
          </p:nvSpPr>
          <p:spPr>
            <a:xfrm rot="0">
              <a:off x="4107" y="1024"/>
              <a:ext cx="33" cy="20"/>
            </a:xfrm>
            <a:custGeom>
              <a:avLst/>
              <a:ahLst/>
              <a:rect l="0" t="0" r="r" b="b"/>
              <a:pathLst>
                <a:path w="99" h="61">
                  <a:moveTo>
                    <a:pt x="0" y="0"/>
                  </a:moveTo>
                  <a:lnTo>
                    <a:pt x="0" y="31"/>
                  </a:lnTo>
                  <a:lnTo>
                    <a:pt x="0" y="61"/>
                  </a:lnTo>
                  <a:lnTo>
                    <a:pt x="99" y="61"/>
                  </a:lnTo>
                  <a:lnTo>
                    <a:pt x="99" y="31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84" name=""/>
            <p:cNvSpPr/>
            <p:nvPr/>
          </p:nvSpPr>
          <p:spPr>
            <a:xfrm rot="0">
              <a:off x="4107" y="1024"/>
              <a:ext cx="33" cy="20"/>
            </a:xfrm>
            <a:custGeom>
              <a:avLst/>
              <a:ahLst/>
              <a:rect l="0" t="0" r="r" b="b"/>
              <a:pathLst>
                <a:path w="99" h="61">
                  <a:moveTo>
                    <a:pt x="0" y="0"/>
                  </a:moveTo>
                  <a:lnTo>
                    <a:pt x="0" y="31"/>
                  </a:lnTo>
                  <a:lnTo>
                    <a:pt x="0" y="61"/>
                  </a:lnTo>
                  <a:lnTo>
                    <a:pt x="99" y="61"/>
                  </a:lnTo>
                  <a:lnTo>
                    <a:pt x="99" y="31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85" name=""/>
            <p:cNvSpPr/>
            <p:nvPr/>
          </p:nvSpPr>
          <p:spPr>
            <a:xfrm rot="0">
              <a:off x="4140" y="1024"/>
              <a:ext cx="1" cy="10"/>
            </a:xfrm>
            <a:custGeom>
              <a:avLst/>
              <a:ahLst/>
              <a:rect l="0" t="0" r="r" b="b"/>
              <a:pathLst>
                <a:path w="2" h="31">
                  <a:moveTo>
                    <a:pt x="0" y="3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0" y="3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86" name=""/>
            <p:cNvSpPr/>
            <p:nvPr/>
          </p:nvSpPr>
          <p:spPr>
            <a:xfrm rot="0">
              <a:off x="4140" y="10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87" name=""/>
            <p:cNvSpPr/>
            <p:nvPr/>
          </p:nvSpPr>
          <p:spPr>
            <a:xfrm rot="0">
              <a:off x="4140" y="1024"/>
              <a:ext cx="21" cy="21"/>
            </a:xfrm>
            <a:custGeom>
              <a:avLst/>
              <a:ahLst/>
              <a:rect l="0" t="0" r="r" b="b"/>
              <a:pathLst>
                <a:path w="63" h="63">
                  <a:moveTo>
                    <a:pt x="3" y="0"/>
                  </a:moveTo>
                  <a:lnTo>
                    <a:pt x="1" y="30"/>
                  </a:lnTo>
                  <a:lnTo>
                    <a:pt x="0" y="60"/>
                  </a:lnTo>
                  <a:lnTo>
                    <a:pt x="60" y="63"/>
                  </a:lnTo>
                  <a:lnTo>
                    <a:pt x="62" y="33"/>
                  </a:lnTo>
                  <a:lnTo>
                    <a:pt x="63" y="3"/>
                  </a:lnTo>
                  <a:lnTo>
                    <a:pt x="3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88" name=""/>
            <p:cNvSpPr/>
            <p:nvPr/>
          </p:nvSpPr>
          <p:spPr>
            <a:xfrm rot="0">
              <a:off x="4140" y="1024"/>
              <a:ext cx="21" cy="21"/>
            </a:xfrm>
            <a:custGeom>
              <a:avLst/>
              <a:ahLst/>
              <a:rect l="0" t="0" r="r" b="b"/>
              <a:pathLst>
                <a:path w="63" h="63">
                  <a:moveTo>
                    <a:pt x="3" y="0"/>
                  </a:moveTo>
                  <a:lnTo>
                    <a:pt x="1" y="30"/>
                  </a:lnTo>
                  <a:lnTo>
                    <a:pt x="0" y="60"/>
                  </a:lnTo>
                  <a:lnTo>
                    <a:pt x="60" y="63"/>
                  </a:lnTo>
                  <a:lnTo>
                    <a:pt x="62" y="33"/>
                  </a:lnTo>
                  <a:lnTo>
                    <a:pt x="63" y="3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89" name=""/>
            <p:cNvSpPr/>
            <p:nvPr/>
          </p:nvSpPr>
          <p:spPr>
            <a:xfrm rot="0">
              <a:off x="4160" y="1025"/>
              <a:ext cx="11" cy="20"/>
            </a:xfrm>
            <a:custGeom>
              <a:avLst/>
              <a:ahLst/>
              <a:rect l="0" t="0" r="r" b="b"/>
              <a:pathLst>
                <a:path w="32" h="60">
                  <a:moveTo>
                    <a:pt x="2" y="30"/>
                  </a:moveTo>
                  <a:lnTo>
                    <a:pt x="3" y="0"/>
                  </a:lnTo>
                  <a:lnTo>
                    <a:pt x="12" y="1"/>
                  </a:lnTo>
                  <a:lnTo>
                    <a:pt x="21" y="6"/>
                  </a:lnTo>
                  <a:lnTo>
                    <a:pt x="27" y="13"/>
                  </a:lnTo>
                  <a:lnTo>
                    <a:pt x="32" y="21"/>
                  </a:lnTo>
                  <a:lnTo>
                    <a:pt x="32" y="31"/>
                  </a:lnTo>
                  <a:lnTo>
                    <a:pt x="30" y="41"/>
                  </a:lnTo>
                  <a:lnTo>
                    <a:pt x="26" y="49"/>
                  </a:lnTo>
                  <a:lnTo>
                    <a:pt x="18" y="55"/>
                  </a:lnTo>
                  <a:lnTo>
                    <a:pt x="10" y="60"/>
                  </a:lnTo>
                  <a:lnTo>
                    <a:pt x="0" y="60"/>
                  </a:lnTo>
                  <a:lnTo>
                    <a:pt x="2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90" name=""/>
            <p:cNvSpPr/>
            <p:nvPr/>
          </p:nvSpPr>
          <p:spPr>
            <a:xfrm rot="0">
              <a:off x="4160" y="1025"/>
              <a:ext cx="11" cy="20"/>
            </a:xfrm>
            <a:custGeom>
              <a:avLst/>
              <a:ahLst/>
              <a:rect l="0" t="0" r="r" b="b"/>
              <a:pathLst>
                <a:path w="32" h="60">
                  <a:moveTo>
                    <a:pt x="3" y="0"/>
                  </a:moveTo>
                  <a:lnTo>
                    <a:pt x="12" y="1"/>
                  </a:lnTo>
                  <a:lnTo>
                    <a:pt x="21" y="6"/>
                  </a:lnTo>
                  <a:lnTo>
                    <a:pt x="27" y="13"/>
                  </a:lnTo>
                  <a:lnTo>
                    <a:pt x="32" y="21"/>
                  </a:lnTo>
                  <a:lnTo>
                    <a:pt x="32" y="31"/>
                  </a:lnTo>
                  <a:lnTo>
                    <a:pt x="30" y="41"/>
                  </a:lnTo>
                  <a:lnTo>
                    <a:pt x="26" y="49"/>
                  </a:lnTo>
                  <a:lnTo>
                    <a:pt x="18" y="55"/>
                  </a:lnTo>
                  <a:lnTo>
                    <a:pt x="10" y="6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91" name=""/>
            <p:cNvSpPr/>
            <p:nvPr/>
          </p:nvSpPr>
          <p:spPr>
            <a:xfrm rot="0">
              <a:off x="4203" y="1029"/>
              <a:ext cx="11" cy="20"/>
            </a:xfrm>
            <a:custGeom>
              <a:avLst/>
              <a:ahLst/>
              <a:rect l="0" t="0" r="r" b="b"/>
              <a:pathLst>
                <a:path w="33" h="60">
                  <a:moveTo>
                    <a:pt x="30" y="30"/>
                  </a:moveTo>
                  <a:lnTo>
                    <a:pt x="28" y="60"/>
                  </a:lnTo>
                  <a:lnTo>
                    <a:pt x="18" y="58"/>
                  </a:lnTo>
                  <a:lnTo>
                    <a:pt x="10" y="53"/>
                  </a:lnTo>
                  <a:lnTo>
                    <a:pt x="4" y="45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3" y="18"/>
                  </a:lnTo>
                  <a:lnTo>
                    <a:pt x="8" y="9"/>
                  </a:lnTo>
                  <a:lnTo>
                    <a:pt x="15" y="3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3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92" name=""/>
            <p:cNvSpPr/>
            <p:nvPr/>
          </p:nvSpPr>
          <p:spPr>
            <a:xfrm rot="0">
              <a:off x="4203" y="1029"/>
              <a:ext cx="11" cy="20"/>
            </a:xfrm>
            <a:custGeom>
              <a:avLst/>
              <a:ahLst/>
              <a:rect l="0" t="0" r="r" b="b"/>
              <a:pathLst>
                <a:path w="33" h="60">
                  <a:moveTo>
                    <a:pt x="28" y="60"/>
                  </a:moveTo>
                  <a:lnTo>
                    <a:pt x="18" y="58"/>
                  </a:lnTo>
                  <a:lnTo>
                    <a:pt x="10" y="53"/>
                  </a:lnTo>
                  <a:lnTo>
                    <a:pt x="4" y="45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3" y="18"/>
                  </a:lnTo>
                  <a:lnTo>
                    <a:pt x="8" y="9"/>
                  </a:lnTo>
                  <a:lnTo>
                    <a:pt x="15" y="3"/>
                  </a:lnTo>
                  <a:lnTo>
                    <a:pt x="23" y="0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93" name=""/>
            <p:cNvSpPr/>
            <p:nvPr/>
          </p:nvSpPr>
          <p:spPr>
            <a:xfrm rot="0">
              <a:off x="4212" y="1029"/>
              <a:ext cx="10" cy="21"/>
            </a:xfrm>
            <a:custGeom>
              <a:avLst/>
              <a:ahLst/>
              <a:rect l="0" t="0" r="r" b="b"/>
              <a:pathLst>
                <a:path w="30" h="62">
                  <a:moveTo>
                    <a:pt x="5" y="0"/>
                  </a:moveTo>
                  <a:lnTo>
                    <a:pt x="2" y="30"/>
                  </a:lnTo>
                  <a:lnTo>
                    <a:pt x="0" y="60"/>
                  </a:lnTo>
                  <a:lnTo>
                    <a:pt x="25" y="62"/>
                  </a:lnTo>
                  <a:lnTo>
                    <a:pt x="28" y="32"/>
                  </a:lnTo>
                  <a:lnTo>
                    <a:pt x="30" y="2"/>
                  </a:lnTo>
                  <a:lnTo>
                    <a:pt x="5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94" name=""/>
            <p:cNvSpPr/>
            <p:nvPr/>
          </p:nvSpPr>
          <p:spPr>
            <a:xfrm rot="0">
              <a:off x="4212" y="1029"/>
              <a:ext cx="10" cy="21"/>
            </a:xfrm>
            <a:custGeom>
              <a:avLst/>
              <a:ahLst/>
              <a:rect l="0" t="0" r="r" b="b"/>
              <a:pathLst>
                <a:path w="30" h="62">
                  <a:moveTo>
                    <a:pt x="5" y="0"/>
                  </a:moveTo>
                  <a:lnTo>
                    <a:pt x="2" y="30"/>
                  </a:lnTo>
                  <a:lnTo>
                    <a:pt x="0" y="60"/>
                  </a:lnTo>
                  <a:lnTo>
                    <a:pt x="25" y="62"/>
                  </a:lnTo>
                  <a:lnTo>
                    <a:pt x="28" y="32"/>
                  </a:lnTo>
                  <a:lnTo>
                    <a:pt x="30" y="2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95" name=""/>
            <p:cNvSpPr/>
            <p:nvPr/>
          </p:nvSpPr>
          <p:spPr>
            <a:xfrm rot="0">
              <a:off x="4222" y="1030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0" y="3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96" name=""/>
            <p:cNvSpPr/>
            <p:nvPr/>
          </p:nvSpPr>
          <p:spPr>
            <a:xfrm rot="0">
              <a:off x="4222" y="10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97" name=""/>
            <p:cNvSpPr/>
            <p:nvPr/>
          </p:nvSpPr>
          <p:spPr>
            <a:xfrm rot="0">
              <a:off x="4220" y="1030"/>
              <a:ext cx="18" cy="22"/>
            </a:xfrm>
            <a:custGeom>
              <a:avLst/>
              <a:ahLst/>
              <a:rect l="0" t="0" r="r" b="b"/>
              <a:pathLst>
                <a:path w="54" h="66">
                  <a:moveTo>
                    <a:pt x="7" y="0"/>
                  </a:moveTo>
                  <a:lnTo>
                    <a:pt x="4" y="30"/>
                  </a:lnTo>
                  <a:lnTo>
                    <a:pt x="0" y="60"/>
                  </a:lnTo>
                  <a:lnTo>
                    <a:pt x="47" y="66"/>
                  </a:lnTo>
                  <a:lnTo>
                    <a:pt x="51" y="36"/>
                  </a:lnTo>
                  <a:lnTo>
                    <a:pt x="54" y="6"/>
                  </a:lnTo>
                  <a:lnTo>
                    <a:pt x="7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598" name=""/>
            <p:cNvSpPr/>
            <p:nvPr/>
          </p:nvSpPr>
          <p:spPr>
            <a:xfrm rot="0">
              <a:off x="4220" y="1030"/>
              <a:ext cx="18" cy="22"/>
            </a:xfrm>
            <a:custGeom>
              <a:avLst/>
              <a:ahLst/>
              <a:rect l="0" t="0" r="r" b="b"/>
              <a:pathLst>
                <a:path w="54" h="66">
                  <a:moveTo>
                    <a:pt x="7" y="0"/>
                  </a:moveTo>
                  <a:lnTo>
                    <a:pt x="4" y="30"/>
                  </a:lnTo>
                  <a:lnTo>
                    <a:pt x="0" y="60"/>
                  </a:lnTo>
                  <a:lnTo>
                    <a:pt x="47" y="66"/>
                  </a:lnTo>
                  <a:lnTo>
                    <a:pt x="51" y="36"/>
                  </a:lnTo>
                  <a:lnTo>
                    <a:pt x="54" y="6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599" name=""/>
            <p:cNvSpPr/>
            <p:nvPr/>
          </p:nvSpPr>
          <p:spPr>
            <a:xfrm rot="0">
              <a:off x="4237" y="1032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30"/>
                  </a:moveTo>
                  <a:lnTo>
                    <a:pt x="3" y="0"/>
                  </a:lnTo>
                  <a:lnTo>
                    <a:pt x="6" y="0"/>
                  </a:lnTo>
                  <a:lnTo>
                    <a:pt x="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00" name=""/>
            <p:cNvSpPr/>
            <p:nvPr/>
          </p:nvSpPr>
          <p:spPr>
            <a:xfrm rot="0">
              <a:off x="4238" y="1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01" name=""/>
            <p:cNvSpPr/>
            <p:nvPr/>
          </p:nvSpPr>
          <p:spPr>
            <a:xfrm rot="0">
              <a:off x="4235" y="1032"/>
              <a:ext cx="20" cy="23"/>
            </a:xfrm>
            <a:custGeom>
              <a:avLst/>
              <a:ahLst/>
              <a:rect l="0" t="0" r="r" b="b"/>
              <a:pathLst>
                <a:path w="58" h="69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46" y="69"/>
                  </a:lnTo>
                  <a:lnTo>
                    <a:pt x="52" y="39"/>
                  </a:lnTo>
                  <a:lnTo>
                    <a:pt x="58" y="9"/>
                  </a:lnTo>
                  <a:lnTo>
                    <a:pt x="12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02" name=""/>
            <p:cNvSpPr/>
            <p:nvPr/>
          </p:nvSpPr>
          <p:spPr>
            <a:xfrm rot="0">
              <a:off x="4235" y="1032"/>
              <a:ext cx="20" cy="23"/>
            </a:xfrm>
            <a:custGeom>
              <a:avLst/>
              <a:ahLst/>
              <a:rect l="0" t="0" r="r" b="b"/>
              <a:pathLst>
                <a:path w="58" h="69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46" y="69"/>
                  </a:lnTo>
                  <a:lnTo>
                    <a:pt x="52" y="39"/>
                  </a:lnTo>
                  <a:lnTo>
                    <a:pt x="58" y="9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03" name=""/>
            <p:cNvSpPr/>
            <p:nvPr/>
          </p:nvSpPr>
          <p:spPr>
            <a:xfrm rot="0">
              <a:off x="4253" y="1035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3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04" name=""/>
            <p:cNvSpPr/>
            <p:nvPr/>
          </p:nvSpPr>
          <p:spPr>
            <a:xfrm rot="0">
              <a:off x="4255" y="1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05" name=""/>
            <p:cNvSpPr/>
            <p:nvPr/>
          </p:nvSpPr>
          <p:spPr>
            <a:xfrm rot="0">
              <a:off x="4251" y="1035"/>
              <a:ext cx="19" cy="23"/>
            </a:xfrm>
            <a:custGeom>
              <a:avLst/>
              <a:ahLst/>
              <a:rect l="0" t="0" r="r" b="b"/>
              <a:pathLst>
                <a:path w="57" h="69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45" y="69"/>
                  </a:lnTo>
                  <a:lnTo>
                    <a:pt x="51" y="39"/>
                  </a:lnTo>
                  <a:lnTo>
                    <a:pt x="57" y="9"/>
                  </a:lnTo>
                  <a:lnTo>
                    <a:pt x="12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06" name=""/>
            <p:cNvSpPr/>
            <p:nvPr/>
          </p:nvSpPr>
          <p:spPr>
            <a:xfrm rot="0">
              <a:off x="4251" y="1035"/>
              <a:ext cx="19" cy="23"/>
            </a:xfrm>
            <a:custGeom>
              <a:avLst/>
              <a:ahLst/>
              <a:rect l="0" t="0" r="r" b="b"/>
              <a:pathLst>
                <a:path w="57" h="69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45" y="69"/>
                  </a:lnTo>
                  <a:lnTo>
                    <a:pt x="51" y="39"/>
                  </a:lnTo>
                  <a:lnTo>
                    <a:pt x="57" y="9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07" name=""/>
            <p:cNvSpPr/>
            <p:nvPr/>
          </p:nvSpPr>
          <p:spPr>
            <a:xfrm rot="0">
              <a:off x="4268" y="1038"/>
              <a:ext cx="2" cy="10"/>
            </a:xfrm>
            <a:custGeom>
              <a:avLst/>
              <a:ahLst/>
              <a:rect l="0" t="0" r="r" b="b"/>
              <a:pathLst>
                <a:path w="8" h="30">
                  <a:moveTo>
                    <a:pt x="0" y="30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08" name=""/>
            <p:cNvSpPr/>
            <p:nvPr/>
          </p:nvSpPr>
          <p:spPr>
            <a:xfrm rot="0">
              <a:off x="4270" y="10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09" name=""/>
            <p:cNvSpPr/>
            <p:nvPr/>
          </p:nvSpPr>
          <p:spPr>
            <a:xfrm rot="0">
              <a:off x="4265" y="1038"/>
              <a:ext cx="20" cy="24"/>
            </a:xfrm>
            <a:custGeom>
              <a:avLst/>
              <a:ahLst/>
              <a:rect l="0" t="0" r="r" b="b"/>
              <a:pathLst>
                <a:path w="59" h="71">
                  <a:moveTo>
                    <a:pt x="15" y="0"/>
                  </a:moveTo>
                  <a:lnTo>
                    <a:pt x="7" y="30"/>
                  </a:lnTo>
                  <a:lnTo>
                    <a:pt x="0" y="60"/>
                  </a:lnTo>
                  <a:lnTo>
                    <a:pt x="45" y="71"/>
                  </a:lnTo>
                  <a:lnTo>
                    <a:pt x="52" y="41"/>
                  </a:lnTo>
                  <a:lnTo>
                    <a:pt x="59" y="11"/>
                  </a:lnTo>
                  <a:lnTo>
                    <a:pt x="15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10" name=""/>
            <p:cNvSpPr/>
            <p:nvPr/>
          </p:nvSpPr>
          <p:spPr>
            <a:xfrm rot="0">
              <a:off x="4265" y="1038"/>
              <a:ext cx="20" cy="24"/>
            </a:xfrm>
            <a:custGeom>
              <a:avLst/>
              <a:ahLst/>
              <a:rect l="0" t="0" r="r" b="b"/>
              <a:pathLst>
                <a:path w="59" h="71">
                  <a:moveTo>
                    <a:pt x="15" y="0"/>
                  </a:moveTo>
                  <a:lnTo>
                    <a:pt x="7" y="30"/>
                  </a:lnTo>
                  <a:lnTo>
                    <a:pt x="0" y="60"/>
                  </a:lnTo>
                  <a:lnTo>
                    <a:pt x="45" y="71"/>
                  </a:lnTo>
                  <a:lnTo>
                    <a:pt x="52" y="41"/>
                  </a:lnTo>
                  <a:lnTo>
                    <a:pt x="59" y="11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11" name=""/>
            <p:cNvSpPr/>
            <p:nvPr/>
          </p:nvSpPr>
          <p:spPr>
            <a:xfrm rot="0">
              <a:off x="4283" y="1042"/>
              <a:ext cx="2" cy="10"/>
            </a:xfrm>
            <a:custGeom>
              <a:avLst/>
              <a:ahLst/>
              <a:rect l="0" t="0" r="r" b="b"/>
              <a:pathLst>
                <a:path w="8" h="30">
                  <a:moveTo>
                    <a:pt x="0" y="3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12" name=""/>
            <p:cNvSpPr/>
            <p:nvPr/>
          </p:nvSpPr>
          <p:spPr>
            <a:xfrm rot="0">
              <a:off x="4285" y="10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13" name=""/>
            <p:cNvSpPr/>
            <p:nvPr/>
          </p:nvSpPr>
          <p:spPr>
            <a:xfrm rot="0">
              <a:off x="4280" y="1042"/>
              <a:ext cx="20" cy="24"/>
            </a:xfrm>
            <a:custGeom>
              <a:avLst/>
              <a:ahLst/>
              <a:rect l="0" t="0" r="r" b="b"/>
              <a:pathLst>
                <a:path w="61" h="71">
                  <a:moveTo>
                    <a:pt x="17" y="0"/>
                  </a:moveTo>
                  <a:lnTo>
                    <a:pt x="9" y="29"/>
                  </a:lnTo>
                  <a:lnTo>
                    <a:pt x="0" y="58"/>
                  </a:lnTo>
                  <a:lnTo>
                    <a:pt x="44" y="71"/>
                  </a:lnTo>
                  <a:lnTo>
                    <a:pt x="52" y="42"/>
                  </a:lnTo>
                  <a:lnTo>
                    <a:pt x="61" y="14"/>
                  </a:lnTo>
                  <a:lnTo>
                    <a:pt x="17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14" name=""/>
            <p:cNvSpPr/>
            <p:nvPr/>
          </p:nvSpPr>
          <p:spPr>
            <a:xfrm rot="0">
              <a:off x="4280" y="1042"/>
              <a:ext cx="20" cy="24"/>
            </a:xfrm>
            <a:custGeom>
              <a:avLst/>
              <a:ahLst/>
              <a:rect l="0" t="0" r="r" b="b"/>
              <a:pathLst>
                <a:path w="61" h="71">
                  <a:moveTo>
                    <a:pt x="17" y="0"/>
                  </a:moveTo>
                  <a:lnTo>
                    <a:pt x="9" y="29"/>
                  </a:lnTo>
                  <a:lnTo>
                    <a:pt x="0" y="58"/>
                  </a:lnTo>
                  <a:lnTo>
                    <a:pt x="44" y="71"/>
                  </a:lnTo>
                  <a:lnTo>
                    <a:pt x="52" y="42"/>
                  </a:lnTo>
                  <a:lnTo>
                    <a:pt x="61" y="14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15" name=""/>
            <p:cNvSpPr/>
            <p:nvPr/>
          </p:nvSpPr>
          <p:spPr>
            <a:xfrm rot="0">
              <a:off x="4297" y="1047"/>
              <a:ext cx="3" cy="9"/>
            </a:xfrm>
            <a:custGeom>
              <a:avLst/>
              <a:ahLst/>
              <a:rect l="0" t="0" r="r" b="b"/>
              <a:pathLst>
                <a:path w="10" h="28">
                  <a:moveTo>
                    <a:pt x="0" y="28"/>
                  </a:moveTo>
                  <a:lnTo>
                    <a:pt x="9" y="0"/>
                  </a:lnTo>
                  <a:lnTo>
                    <a:pt x="10" y="0"/>
                  </a:lnTo>
                  <a:lnTo>
                    <a:pt x="0" y="28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16" name=""/>
            <p:cNvSpPr/>
            <p:nvPr/>
          </p:nvSpPr>
          <p:spPr>
            <a:xfrm rot="0">
              <a:off x="4300" y="10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17" name=""/>
            <p:cNvSpPr/>
            <p:nvPr/>
          </p:nvSpPr>
          <p:spPr>
            <a:xfrm rot="0">
              <a:off x="4294" y="1047"/>
              <a:ext cx="21" cy="24"/>
            </a:xfrm>
            <a:custGeom>
              <a:avLst/>
              <a:ahLst/>
              <a:rect l="0" t="0" r="r" b="b"/>
              <a:pathLst>
                <a:path w="62" h="72">
                  <a:moveTo>
                    <a:pt x="19" y="0"/>
                  </a:moveTo>
                  <a:lnTo>
                    <a:pt x="9" y="28"/>
                  </a:lnTo>
                  <a:lnTo>
                    <a:pt x="0" y="57"/>
                  </a:lnTo>
                  <a:lnTo>
                    <a:pt x="43" y="72"/>
                  </a:lnTo>
                  <a:lnTo>
                    <a:pt x="53" y="43"/>
                  </a:lnTo>
                  <a:lnTo>
                    <a:pt x="62" y="14"/>
                  </a:lnTo>
                  <a:lnTo>
                    <a:pt x="19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18" name=""/>
            <p:cNvSpPr/>
            <p:nvPr/>
          </p:nvSpPr>
          <p:spPr>
            <a:xfrm rot="0">
              <a:off x="4294" y="1047"/>
              <a:ext cx="21" cy="24"/>
            </a:xfrm>
            <a:custGeom>
              <a:avLst/>
              <a:ahLst/>
              <a:rect l="0" t="0" r="r" b="b"/>
              <a:pathLst>
                <a:path w="62" h="72">
                  <a:moveTo>
                    <a:pt x="19" y="0"/>
                  </a:moveTo>
                  <a:lnTo>
                    <a:pt x="9" y="28"/>
                  </a:lnTo>
                  <a:lnTo>
                    <a:pt x="0" y="57"/>
                  </a:lnTo>
                  <a:lnTo>
                    <a:pt x="43" y="72"/>
                  </a:lnTo>
                  <a:lnTo>
                    <a:pt x="53" y="43"/>
                  </a:lnTo>
                  <a:lnTo>
                    <a:pt x="62" y="14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19" name=""/>
            <p:cNvSpPr/>
            <p:nvPr/>
          </p:nvSpPr>
          <p:spPr>
            <a:xfrm rot="0">
              <a:off x="4312" y="1051"/>
              <a:ext cx="4" cy="10"/>
            </a:xfrm>
            <a:custGeom>
              <a:avLst/>
              <a:ahLst/>
              <a:rect l="0" t="0" r="r" b="b"/>
              <a:pathLst>
                <a:path w="13" h="29">
                  <a:moveTo>
                    <a:pt x="0" y="29"/>
                  </a:moveTo>
                  <a:lnTo>
                    <a:pt x="9" y="0"/>
                  </a:lnTo>
                  <a:lnTo>
                    <a:pt x="13" y="1"/>
                  </a:lnTo>
                  <a:lnTo>
                    <a:pt x="0" y="29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20" name=""/>
            <p:cNvSpPr/>
            <p:nvPr/>
          </p:nvSpPr>
          <p:spPr>
            <a:xfrm rot="0">
              <a:off x="4315" y="10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21" name=""/>
            <p:cNvSpPr/>
            <p:nvPr/>
          </p:nvSpPr>
          <p:spPr>
            <a:xfrm rot="0">
              <a:off x="4307" y="1052"/>
              <a:ext cx="13" cy="20"/>
            </a:xfrm>
            <a:custGeom>
              <a:avLst/>
              <a:ahLst/>
              <a:rect l="0" t="0" r="r" b="b"/>
              <a:pathLst>
                <a:path w="40" h="62">
                  <a:moveTo>
                    <a:pt x="27" y="0"/>
                  </a:moveTo>
                  <a:lnTo>
                    <a:pt x="14" y="28"/>
                  </a:lnTo>
                  <a:lnTo>
                    <a:pt x="0" y="56"/>
                  </a:lnTo>
                  <a:lnTo>
                    <a:pt x="14" y="62"/>
                  </a:lnTo>
                  <a:lnTo>
                    <a:pt x="27" y="34"/>
                  </a:lnTo>
                  <a:lnTo>
                    <a:pt x="40" y="6"/>
                  </a:lnTo>
                  <a:lnTo>
                    <a:pt x="27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22" name=""/>
            <p:cNvSpPr/>
            <p:nvPr/>
          </p:nvSpPr>
          <p:spPr>
            <a:xfrm rot="0">
              <a:off x="4307" y="1052"/>
              <a:ext cx="13" cy="20"/>
            </a:xfrm>
            <a:custGeom>
              <a:avLst/>
              <a:ahLst/>
              <a:rect l="0" t="0" r="r" b="b"/>
              <a:pathLst>
                <a:path w="40" h="62">
                  <a:moveTo>
                    <a:pt x="27" y="0"/>
                  </a:moveTo>
                  <a:lnTo>
                    <a:pt x="14" y="28"/>
                  </a:lnTo>
                  <a:lnTo>
                    <a:pt x="0" y="56"/>
                  </a:lnTo>
                  <a:lnTo>
                    <a:pt x="14" y="62"/>
                  </a:lnTo>
                  <a:lnTo>
                    <a:pt x="27" y="34"/>
                  </a:lnTo>
                  <a:lnTo>
                    <a:pt x="40" y="6"/>
                  </a:lnTo>
                  <a:lnTo>
                    <a:pt x="2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23" name=""/>
            <p:cNvSpPr/>
            <p:nvPr/>
          </p:nvSpPr>
          <p:spPr>
            <a:xfrm rot="0">
              <a:off x="4312" y="1054"/>
              <a:ext cx="14" cy="19"/>
            </a:xfrm>
            <a:custGeom>
              <a:avLst/>
              <a:ahLst/>
              <a:rect l="0" t="0" r="r" b="b"/>
              <a:pathLst>
                <a:path w="43" h="58">
                  <a:moveTo>
                    <a:pt x="13" y="28"/>
                  </a:moveTo>
                  <a:lnTo>
                    <a:pt x="26" y="0"/>
                  </a:lnTo>
                  <a:lnTo>
                    <a:pt x="33" y="5"/>
                  </a:lnTo>
                  <a:lnTo>
                    <a:pt x="39" y="12"/>
                  </a:lnTo>
                  <a:lnTo>
                    <a:pt x="43" y="22"/>
                  </a:lnTo>
                  <a:lnTo>
                    <a:pt x="43" y="32"/>
                  </a:lnTo>
                  <a:lnTo>
                    <a:pt x="41" y="41"/>
                  </a:lnTo>
                  <a:lnTo>
                    <a:pt x="36" y="48"/>
                  </a:lnTo>
                  <a:lnTo>
                    <a:pt x="29" y="54"/>
                  </a:lnTo>
                  <a:lnTo>
                    <a:pt x="19" y="58"/>
                  </a:lnTo>
                  <a:lnTo>
                    <a:pt x="9" y="58"/>
                  </a:lnTo>
                  <a:lnTo>
                    <a:pt x="0" y="56"/>
                  </a:lnTo>
                  <a:lnTo>
                    <a:pt x="13" y="28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24" name=""/>
            <p:cNvSpPr/>
            <p:nvPr/>
          </p:nvSpPr>
          <p:spPr>
            <a:xfrm rot="0">
              <a:off x="4312" y="1054"/>
              <a:ext cx="14" cy="19"/>
            </a:xfrm>
            <a:custGeom>
              <a:avLst/>
              <a:ahLst/>
              <a:rect l="0" t="0" r="r" b="b"/>
              <a:pathLst>
                <a:path w="43" h="58">
                  <a:moveTo>
                    <a:pt x="26" y="0"/>
                  </a:moveTo>
                  <a:lnTo>
                    <a:pt x="33" y="5"/>
                  </a:lnTo>
                  <a:lnTo>
                    <a:pt x="39" y="12"/>
                  </a:lnTo>
                  <a:lnTo>
                    <a:pt x="43" y="22"/>
                  </a:lnTo>
                  <a:lnTo>
                    <a:pt x="43" y="32"/>
                  </a:lnTo>
                  <a:lnTo>
                    <a:pt x="41" y="41"/>
                  </a:lnTo>
                  <a:lnTo>
                    <a:pt x="36" y="48"/>
                  </a:lnTo>
                  <a:lnTo>
                    <a:pt x="29" y="54"/>
                  </a:lnTo>
                  <a:lnTo>
                    <a:pt x="19" y="58"/>
                  </a:lnTo>
                  <a:lnTo>
                    <a:pt x="9" y="58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25" name=""/>
            <p:cNvSpPr/>
            <p:nvPr/>
          </p:nvSpPr>
          <p:spPr>
            <a:xfrm rot="0">
              <a:off x="4353" y="1077"/>
              <a:ext cx="13" cy="20"/>
            </a:xfrm>
            <a:custGeom>
              <a:avLst/>
              <a:ahLst/>
              <a:rect l="0" t="0" r="r" b="b"/>
              <a:pathLst>
                <a:path w="40" h="59">
                  <a:moveTo>
                    <a:pt x="30" y="30"/>
                  </a:moveTo>
                  <a:lnTo>
                    <a:pt x="20" y="59"/>
                  </a:lnTo>
                  <a:lnTo>
                    <a:pt x="12" y="56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30" y="0"/>
                  </a:lnTo>
                  <a:lnTo>
                    <a:pt x="40" y="1"/>
                  </a:lnTo>
                  <a:lnTo>
                    <a:pt x="30" y="3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26" name=""/>
            <p:cNvSpPr/>
            <p:nvPr/>
          </p:nvSpPr>
          <p:spPr>
            <a:xfrm rot="0">
              <a:off x="4353" y="1077"/>
              <a:ext cx="13" cy="20"/>
            </a:xfrm>
            <a:custGeom>
              <a:avLst/>
              <a:ahLst/>
              <a:rect l="0" t="0" r="r" b="b"/>
              <a:pathLst>
                <a:path w="40" h="59">
                  <a:moveTo>
                    <a:pt x="20" y="59"/>
                  </a:moveTo>
                  <a:lnTo>
                    <a:pt x="12" y="56"/>
                  </a:lnTo>
                  <a:lnTo>
                    <a:pt x="5" y="48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5" y="12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30" y="0"/>
                  </a:lnTo>
                  <a:lnTo>
                    <a:pt x="40" y="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27" name=""/>
            <p:cNvSpPr/>
            <p:nvPr/>
          </p:nvSpPr>
          <p:spPr>
            <a:xfrm rot="0">
              <a:off x="4360" y="1077"/>
              <a:ext cx="7" cy="20"/>
            </a:xfrm>
            <a:custGeom>
              <a:avLst/>
              <a:ahLst/>
              <a:rect l="0" t="0" r="r" b="b"/>
              <a:pathLst>
                <a:path w="23" h="59">
                  <a:moveTo>
                    <a:pt x="20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4" y="59"/>
                  </a:lnTo>
                  <a:lnTo>
                    <a:pt x="14" y="30"/>
                  </a:lnTo>
                  <a:lnTo>
                    <a:pt x="23" y="2"/>
                  </a:lnTo>
                  <a:lnTo>
                    <a:pt x="20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28" name=""/>
            <p:cNvSpPr/>
            <p:nvPr/>
          </p:nvSpPr>
          <p:spPr>
            <a:xfrm rot="0">
              <a:off x="4360" y="1077"/>
              <a:ext cx="7" cy="20"/>
            </a:xfrm>
            <a:custGeom>
              <a:avLst/>
              <a:ahLst/>
              <a:rect l="0" t="0" r="r" b="b"/>
              <a:pathLst>
                <a:path w="23" h="59">
                  <a:moveTo>
                    <a:pt x="20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4" y="59"/>
                  </a:lnTo>
                  <a:lnTo>
                    <a:pt x="14" y="30"/>
                  </a:lnTo>
                  <a:lnTo>
                    <a:pt x="23" y="2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29" name=""/>
            <p:cNvSpPr/>
            <p:nvPr/>
          </p:nvSpPr>
          <p:spPr>
            <a:xfrm rot="0">
              <a:off x="4364" y="1078"/>
              <a:ext cx="6" cy="9"/>
            </a:xfrm>
            <a:custGeom>
              <a:avLst/>
              <a:ahLst/>
              <a:rect l="0" t="0" r="r" b="b"/>
              <a:pathLst>
                <a:path w="18" h="28">
                  <a:moveTo>
                    <a:pt x="0" y="28"/>
                  </a:moveTo>
                  <a:lnTo>
                    <a:pt x="9" y="0"/>
                  </a:lnTo>
                  <a:lnTo>
                    <a:pt x="18" y="3"/>
                  </a:lnTo>
                  <a:lnTo>
                    <a:pt x="0" y="28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30" name=""/>
            <p:cNvSpPr/>
            <p:nvPr/>
          </p:nvSpPr>
          <p:spPr>
            <a:xfrm rot="0">
              <a:off x="4367" y="1078"/>
              <a:ext cx="3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31" name=""/>
            <p:cNvSpPr/>
            <p:nvPr/>
          </p:nvSpPr>
          <p:spPr>
            <a:xfrm rot="0">
              <a:off x="4358" y="1079"/>
              <a:ext cx="24" cy="25"/>
            </a:xfrm>
            <a:custGeom>
              <a:avLst/>
              <a:ahLst/>
              <a:rect l="0" t="0" r="r" b="b"/>
              <a:pathLst>
                <a:path w="72" h="76">
                  <a:moveTo>
                    <a:pt x="37" y="0"/>
                  </a:moveTo>
                  <a:lnTo>
                    <a:pt x="19" y="25"/>
                  </a:lnTo>
                  <a:lnTo>
                    <a:pt x="0" y="51"/>
                  </a:lnTo>
                  <a:lnTo>
                    <a:pt x="35" y="76"/>
                  </a:lnTo>
                  <a:lnTo>
                    <a:pt x="54" y="51"/>
                  </a:lnTo>
                  <a:lnTo>
                    <a:pt x="72" y="25"/>
                  </a:lnTo>
                  <a:lnTo>
                    <a:pt x="37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32" name=""/>
            <p:cNvSpPr/>
            <p:nvPr/>
          </p:nvSpPr>
          <p:spPr>
            <a:xfrm rot="0">
              <a:off x="4358" y="1079"/>
              <a:ext cx="24" cy="25"/>
            </a:xfrm>
            <a:custGeom>
              <a:avLst/>
              <a:ahLst/>
              <a:rect l="0" t="0" r="r" b="b"/>
              <a:pathLst>
                <a:path w="72" h="76">
                  <a:moveTo>
                    <a:pt x="37" y="0"/>
                  </a:moveTo>
                  <a:lnTo>
                    <a:pt x="19" y="25"/>
                  </a:lnTo>
                  <a:lnTo>
                    <a:pt x="0" y="51"/>
                  </a:lnTo>
                  <a:lnTo>
                    <a:pt x="35" y="76"/>
                  </a:lnTo>
                  <a:lnTo>
                    <a:pt x="54" y="51"/>
                  </a:lnTo>
                  <a:lnTo>
                    <a:pt x="72" y="25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33" name=""/>
            <p:cNvSpPr/>
            <p:nvPr/>
          </p:nvSpPr>
          <p:spPr>
            <a:xfrm rot="0">
              <a:off x="4376" y="1087"/>
              <a:ext cx="6" cy="9"/>
            </a:xfrm>
            <a:custGeom>
              <a:avLst/>
              <a:ahLst/>
              <a:rect l="0" t="0" r="r" b="b"/>
              <a:pathLst>
                <a:path w="19" h="26">
                  <a:moveTo>
                    <a:pt x="0" y="26"/>
                  </a:moveTo>
                  <a:lnTo>
                    <a:pt x="18" y="0"/>
                  </a:lnTo>
                  <a:lnTo>
                    <a:pt x="19" y="2"/>
                  </a:lnTo>
                  <a:lnTo>
                    <a:pt x="0" y="26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34" name=""/>
            <p:cNvSpPr/>
            <p:nvPr/>
          </p:nvSpPr>
          <p:spPr>
            <a:xfrm rot="0">
              <a:off x="4382" y="10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35" name=""/>
            <p:cNvSpPr/>
            <p:nvPr/>
          </p:nvSpPr>
          <p:spPr>
            <a:xfrm rot="0">
              <a:off x="4369" y="1088"/>
              <a:ext cx="25" cy="25"/>
            </a:xfrm>
            <a:custGeom>
              <a:avLst/>
              <a:ahLst/>
              <a:rect l="0" t="0" r="r" b="b"/>
              <a:pathLst>
                <a:path w="74" h="76">
                  <a:moveTo>
                    <a:pt x="39" y="0"/>
                  </a:moveTo>
                  <a:lnTo>
                    <a:pt x="20" y="24"/>
                  </a:lnTo>
                  <a:lnTo>
                    <a:pt x="0" y="48"/>
                  </a:lnTo>
                  <a:lnTo>
                    <a:pt x="35" y="76"/>
                  </a:lnTo>
                  <a:lnTo>
                    <a:pt x="54" y="51"/>
                  </a:lnTo>
                  <a:lnTo>
                    <a:pt x="74" y="27"/>
                  </a:lnTo>
                  <a:lnTo>
                    <a:pt x="39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36" name=""/>
            <p:cNvSpPr/>
            <p:nvPr/>
          </p:nvSpPr>
          <p:spPr>
            <a:xfrm rot="0">
              <a:off x="4369" y="1088"/>
              <a:ext cx="25" cy="25"/>
            </a:xfrm>
            <a:custGeom>
              <a:avLst/>
              <a:ahLst/>
              <a:rect l="0" t="0" r="r" b="b"/>
              <a:pathLst>
                <a:path w="74" h="76">
                  <a:moveTo>
                    <a:pt x="39" y="0"/>
                  </a:moveTo>
                  <a:lnTo>
                    <a:pt x="20" y="24"/>
                  </a:lnTo>
                  <a:lnTo>
                    <a:pt x="0" y="48"/>
                  </a:lnTo>
                  <a:lnTo>
                    <a:pt x="35" y="76"/>
                  </a:lnTo>
                  <a:lnTo>
                    <a:pt x="54" y="51"/>
                  </a:lnTo>
                  <a:lnTo>
                    <a:pt x="74" y="27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37" name=""/>
            <p:cNvSpPr/>
            <p:nvPr/>
          </p:nvSpPr>
          <p:spPr>
            <a:xfrm rot="0">
              <a:off x="4387" y="1097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0" y="24"/>
                  </a:moveTo>
                  <a:lnTo>
                    <a:pt x="20" y="0"/>
                  </a:lnTo>
                  <a:lnTo>
                    <a:pt x="21" y="2"/>
                  </a:lnTo>
                  <a:lnTo>
                    <a:pt x="0" y="24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38" name=""/>
            <p:cNvSpPr/>
            <p:nvPr/>
          </p:nvSpPr>
          <p:spPr>
            <a:xfrm rot="0">
              <a:off x="4394" y="10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39" name=""/>
            <p:cNvSpPr/>
            <p:nvPr/>
          </p:nvSpPr>
          <p:spPr>
            <a:xfrm rot="0">
              <a:off x="4381" y="1098"/>
              <a:ext cx="24" cy="25"/>
            </a:xfrm>
            <a:custGeom>
              <a:avLst/>
              <a:ahLst/>
              <a:rect l="0" t="0" r="r" b="b"/>
              <a:pathLst>
                <a:path w="73" h="75">
                  <a:moveTo>
                    <a:pt x="41" y="0"/>
                  </a:moveTo>
                  <a:lnTo>
                    <a:pt x="20" y="22"/>
                  </a:lnTo>
                  <a:lnTo>
                    <a:pt x="0" y="45"/>
                  </a:lnTo>
                  <a:lnTo>
                    <a:pt x="33" y="75"/>
                  </a:lnTo>
                  <a:lnTo>
                    <a:pt x="53" y="53"/>
                  </a:lnTo>
                  <a:lnTo>
                    <a:pt x="73" y="30"/>
                  </a:lnTo>
                  <a:lnTo>
                    <a:pt x="41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40" name=""/>
            <p:cNvSpPr/>
            <p:nvPr/>
          </p:nvSpPr>
          <p:spPr>
            <a:xfrm rot="0">
              <a:off x="4381" y="1098"/>
              <a:ext cx="24" cy="25"/>
            </a:xfrm>
            <a:custGeom>
              <a:avLst/>
              <a:ahLst/>
              <a:rect l="0" t="0" r="r" b="b"/>
              <a:pathLst>
                <a:path w="73" h="75">
                  <a:moveTo>
                    <a:pt x="41" y="0"/>
                  </a:moveTo>
                  <a:lnTo>
                    <a:pt x="20" y="22"/>
                  </a:lnTo>
                  <a:lnTo>
                    <a:pt x="0" y="45"/>
                  </a:lnTo>
                  <a:lnTo>
                    <a:pt x="33" y="75"/>
                  </a:lnTo>
                  <a:lnTo>
                    <a:pt x="53" y="53"/>
                  </a:lnTo>
                  <a:lnTo>
                    <a:pt x="73" y="30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41" name=""/>
            <p:cNvSpPr/>
            <p:nvPr/>
          </p:nvSpPr>
          <p:spPr>
            <a:xfrm rot="0">
              <a:off x="4398" y="1108"/>
              <a:ext cx="8" cy="7"/>
            </a:xfrm>
            <a:custGeom>
              <a:avLst/>
              <a:ahLst/>
              <a:rect l="0" t="0" r="r" b="b"/>
              <a:pathLst>
                <a:path w="22" h="23">
                  <a:moveTo>
                    <a:pt x="0" y="23"/>
                  </a:moveTo>
                  <a:lnTo>
                    <a:pt x="20" y="0"/>
                  </a:lnTo>
                  <a:lnTo>
                    <a:pt x="22" y="1"/>
                  </a:lnTo>
                  <a:lnTo>
                    <a:pt x="0" y="23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42" name=""/>
            <p:cNvSpPr/>
            <p:nvPr/>
          </p:nvSpPr>
          <p:spPr>
            <a:xfrm rot="0">
              <a:off x="4405" y="11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43" name=""/>
            <p:cNvSpPr/>
            <p:nvPr/>
          </p:nvSpPr>
          <p:spPr>
            <a:xfrm rot="0">
              <a:off x="4391" y="1108"/>
              <a:ext cx="25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44" y="0"/>
                  </a:moveTo>
                  <a:lnTo>
                    <a:pt x="22" y="22"/>
                  </a:lnTo>
                  <a:lnTo>
                    <a:pt x="0" y="43"/>
                  </a:lnTo>
                  <a:lnTo>
                    <a:pt x="33" y="75"/>
                  </a:lnTo>
                  <a:lnTo>
                    <a:pt x="55" y="53"/>
                  </a:lnTo>
                  <a:lnTo>
                    <a:pt x="76" y="31"/>
                  </a:lnTo>
                  <a:lnTo>
                    <a:pt x="44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44" name=""/>
            <p:cNvSpPr/>
            <p:nvPr/>
          </p:nvSpPr>
          <p:spPr>
            <a:xfrm rot="0">
              <a:off x="4391" y="1108"/>
              <a:ext cx="25" cy="25"/>
            </a:xfrm>
            <a:custGeom>
              <a:avLst/>
              <a:ahLst/>
              <a:rect l="0" t="0" r="r" b="b"/>
              <a:pathLst>
                <a:path w="76" h="75">
                  <a:moveTo>
                    <a:pt x="44" y="0"/>
                  </a:moveTo>
                  <a:lnTo>
                    <a:pt x="22" y="22"/>
                  </a:lnTo>
                  <a:lnTo>
                    <a:pt x="0" y="43"/>
                  </a:lnTo>
                  <a:lnTo>
                    <a:pt x="33" y="75"/>
                  </a:lnTo>
                  <a:lnTo>
                    <a:pt x="55" y="53"/>
                  </a:lnTo>
                  <a:lnTo>
                    <a:pt x="76" y="31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45" name=""/>
            <p:cNvSpPr/>
            <p:nvPr/>
          </p:nvSpPr>
          <p:spPr>
            <a:xfrm rot="0">
              <a:off x="4409" y="1118"/>
              <a:ext cx="8" cy="8"/>
            </a:xfrm>
            <a:custGeom>
              <a:avLst/>
              <a:ahLst/>
              <a:rect l="0" t="0" r="r" b="b"/>
              <a:pathLst>
                <a:path w="22" h="22">
                  <a:moveTo>
                    <a:pt x="0" y="22"/>
                  </a:moveTo>
                  <a:lnTo>
                    <a:pt x="21" y="0"/>
                  </a:lnTo>
                  <a:lnTo>
                    <a:pt x="22" y="1"/>
                  </a:lnTo>
                  <a:lnTo>
                    <a:pt x="0" y="22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46" name=""/>
            <p:cNvSpPr/>
            <p:nvPr/>
          </p:nvSpPr>
          <p:spPr>
            <a:xfrm rot="0">
              <a:off x="4416" y="11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47" name=""/>
            <p:cNvSpPr/>
            <p:nvPr/>
          </p:nvSpPr>
          <p:spPr>
            <a:xfrm rot="0">
              <a:off x="4402" y="1119"/>
              <a:ext cx="25" cy="25"/>
            </a:xfrm>
            <a:custGeom>
              <a:avLst/>
              <a:ahLst/>
              <a:rect l="0" t="0" r="r" b="b"/>
              <a:pathLst>
                <a:path w="77" h="75">
                  <a:moveTo>
                    <a:pt x="45" y="0"/>
                  </a:moveTo>
                  <a:lnTo>
                    <a:pt x="23" y="21"/>
                  </a:lnTo>
                  <a:lnTo>
                    <a:pt x="0" y="41"/>
                  </a:lnTo>
                  <a:lnTo>
                    <a:pt x="31" y="75"/>
                  </a:lnTo>
                  <a:lnTo>
                    <a:pt x="54" y="55"/>
                  </a:lnTo>
                  <a:lnTo>
                    <a:pt x="77" y="34"/>
                  </a:lnTo>
                  <a:lnTo>
                    <a:pt x="45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48" name=""/>
            <p:cNvSpPr/>
            <p:nvPr/>
          </p:nvSpPr>
          <p:spPr>
            <a:xfrm rot="0">
              <a:off x="4402" y="1119"/>
              <a:ext cx="25" cy="25"/>
            </a:xfrm>
            <a:custGeom>
              <a:avLst/>
              <a:ahLst/>
              <a:rect l="0" t="0" r="r" b="b"/>
              <a:pathLst>
                <a:path w="77" h="75">
                  <a:moveTo>
                    <a:pt x="45" y="0"/>
                  </a:moveTo>
                  <a:lnTo>
                    <a:pt x="23" y="21"/>
                  </a:lnTo>
                  <a:lnTo>
                    <a:pt x="0" y="41"/>
                  </a:lnTo>
                  <a:lnTo>
                    <a:pt x="31" y="75"/>
                  </a:lnTo>
                  <a:lnTo>
                    <a:pt x="54" y="55"/>
                  </a:lnTo>
                  <a:lnTo>
                    <a:pt x="77" y="34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49" name=""/>
            <p:cNvSpPr/>
            <p:nvPr/>
          </p:nvSpPr>
          <p:spPr>
            <a:xfrm rot="0">
              <a:off x="4420" y="1130"/>
              <a:ext cx="7" cy="7"/>
            </a:xfrm>
            <a:custGeom>
              <a:avLst/>
              <a:ahLst/>
              <a:rect l="0" t="0" r="r" b="b"/>
              <a:pathLst>
                <a:path w="23" h="21">
                  <a:moveTo>
                    <a:pt x="0" y="21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0" y="2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50" name=""/>
            <p:cNvSpPr/>
            <p:nvPr/>
          </p:nvSpPr>
          <p:spPr>
            <a:xfrm rot="0">
              <a:off x="4427" y="11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51" name=""/>
            <p:cNvSpPr/>
            <p:nvPr/>
          </p:nvSpPr>
          <p:spPr>
            <a:xfrm rot="0">
              <a:off x="4412" y="1130"/>
              <a:ext cx="25" cy="25"/>
            </a:xfrm>
            <a:custGeom>
              <a:avLst/>
              <a:ahLst/>
              <a:rect l="0" t="0" r="r" b="b"/>
              <a:pathLst>
                <a:path w="75" h="75">
                  <a:moveTo>
                    <a:pt x="46" y="0"/>
                  </a:moveTo>
                  <a:lnTo>
                    <a:pt x="23" y="21"/>
                  </a:lnTo>
                  <a:lnTo>
                    <a:pt x="0" y="41"/>
                  </a:lnTo>
                  <a:lnTo>
                    <a:pt x="29" y="75"/>
                  </a:lnTo>
                  <a:lnTo>
                    <a:pt x="52" y="54"/>
                  </a:lnTo>
                  <a:lnTo>
                    <a:pt x="75" y="34"/>
                  </a:lnTo>
                  <a:lnTo>
                    <a:pt x="46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52" name=""/>
            <p:cNvSpPr/>
            <p:nvPr/>
          </p:nvSpPr>
          <p:spPr>
            <a:xfrm rot="0">
              <a:off x="4412" y="1130"/>
              <a:ext cx="25" cy="25"/>
            </a:xfrm>
            <a:custGeom>
              <a:avLst/>
              <a:ahLst/>
              <a:rect l="0" t="0" r="r" b="b"/>
              <a:pathLst>
                <a:path w="75" h="75">
                  <a:moveTo>
                    <a:pt x="46" y="0"/>
                  </a:moveTo>
                  <a:lnTo>
                    <a:pt x="23" y="21"/>
                  </a:lnTo>
                  <a:lnTo>
                    <a:pt x="0" y="41"/>
                  </a:lnTo>
                  <a:lnTo>
                    <a:pt x="29" y="75"/>
                  </a:lnTo>
                  <a:lnTo>
                    <a:pt x="52" y="54"/>
                  </a:lnTo>
                  <a:lnTo>
                    <a:pt x="75" y="34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53" name=""/>
            <p:cNvSpPr/>
            <p:nvPr/>
          </p:nvSpPr>
          <p:spPr>
            <a:xfrm rot="0">
              <a:off x="4429" y="1141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0" y="20"/>
                  </a:moveTo>
                  <a:lnTo>
                    <a:pt x="23" y="0"/>
                  </a:lnTo>
                  <a:lnTo>
                    <a:pt x="24" y="1"/>
                  </a:lnTo>
                  <a:lnTo>
                    <a:pt x="0" y="2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54" name=""/>
            <p:cNvSpPr/>
            <p:nvPr/>
          </p:nvSpPr>
          <p:spPr>
            <a:xfrm rot="0">
              <a:off x="4437" y="11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55" name=""/>
            <p:cNvSpPr/>
            <p:nvPr/>
          </p:nvSpPr>
          <p:spPr>
            <a:xfrm rot="0">
              <a:off x="4421" y="1142"/>
              <a:ext cx="26" cy="25"/>
            </a:xfrm>
            <a:custGeom>
              <a:avLst/>
              <a:ahLst/>
              <a:rect l="0" t="0" r="r" b="b"/>
              <a:pathLst>
                <a:path w="77" h="75">
                  <a:moveTo>
                    <a:pt x="48" y="0"/>
                  </a:moveTo>
                  <a:lnTo>
                    <a:pt x="24" y="19"/>
                  </a:lnTo>
                  <a:lnTo>
                    <a:pt x="0" y="39"/>
                  </a:lnTo>
                  <a:lnTo>
                    <a:pt x="29" y="75"/>
                  </a:lnTo>
                  <a:lnTo>
                    <a:pt x="53" y="56"/>
                  </a:lnTo>
                  <a:lnTo>
                    <a:pt x="77" y="36"/>
                  </a:lnTo>
                  <a:lnTo>
                    <a:pt x="48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56" name=""/>
            <p:cNvSpPr/>
            <p:nvPr/>
          </p:nvSpPr>
          <p:spPr>
            <a:xfrm rot="0">
              <a:off x="4421" y="1142"/>
              <a:ext cx="26" cy="25"/>
            </a:xfrm>
            <a:custGeom>
              <a:avLst/>
              <a:ahLst/>
              <a:rect l="0" t="0" r="r" b="b"/>
              <a:pathLst>
                <a:path w="77" h="75">
                  <a:moveTo>
                    <a:pt x="48" y="0"/>
                  </a:moveTo>
                  <a:lnTo>
                    <a:pt x="24" y="19"/>
                  </a:lnTo>
                  <a:lnTo>
                    <a:pt x="0" y="39"/>
                  </a:lnTo>
                  <a:lnTo>
                    <a:pt x="29" y="75"/>
                  </a:lnTo>
                  <a:lnTo>
                    <a:pt x="53" y="56"/>
                  </a:lnTo>
                  <a:lnTo>
                    <a:pt x="77" y="36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57" name=""/>
            <p:cNvSpPr/>
            <p:nvPr/>
          </p:nvSpPr>
          <p:spPr>
            <a:xfrm rot="0">
              <a:off x="4431" y="1154"/>
              <a:ext cx="18" cy="16"/>
            </a:xfrm>
            <a:custGeom>
              <a:avLst/>
              <a:ahLst/>
              <a:rect l="0" t="0" r="r" b="b"/>
              <a:pathLst>
                <a:path w="54" h="50">
                  <a:moveTo>
                    <a:pt x="24" y="20"/>
                  </a:moveTo>
                  <a:lnTo>
                    <a:pt x="48" y="0"/>
                  </a:lnTo>
                  <a:lnTo>
                    <a:pt x="53" y="9"/>
                  </a:lnTo>
                  <a:lnTo>
                    <a:pt x="54" y="18"/>
                  </a:lnTo>
                  <a:lnTo>
                    <a:pt x="54" y="28"/>
                  </a:lnTo>
                  <a:lnTo>
                    <a:pt x="49" y="36"/>
                  </a:lnTo>
                  <a:lnTo>
                    <a:pt x="43" y="44"/>
                  </a:lnTo>
                  <a:lnTo>
                    <a:pt x="35" y="49"/>
                  </a:lnTo>
                  <a:lnTo>
                    <a:pt x="25" y="50"/>
                  </a:lnTo>
                  <a:lnTo>
                    <a:pt x="15" y="50"/>
                  </a:lnTo>
                  <a:lnTo>
                    <a:pt x="7" y="45"/>
                  </a:lnTo>
                  <a:lnTo>
                    <a:pt x="0" y="39"/>
                  </a:lnTo>
                  <a:lnTo>
                    <a:pt x="24" y="2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58" name=""/>
            <p:cNvSpPr/>
            <p:nvPr/>
          </p:nvSpPr>
          <p:spPr>
            <a:xfrm rot="0">
              <a:off x="4431" y="1154"/>
              <a:ext cx="18" cy="16"/>
            </a:xfrm>
            <a:custGeom>
              <a:avLst/>
              <a:ahLst/>
              <a:rect l="0" t="0" r="r" b="b"/>
              <a:pathLst>
                <a:path w="54" h="50">
                  <a:moveTo>
                    <a:pt x="48" y="0"/>
                  </a:moveTo>
                  <a:lnTo>
                    <a:pt x="53" y="9"/>
                  </a:lnTo>
                  <a:lnTo>
                    <a:pt x="54" y="18"/>
                  </a:lnTo>
                  <a:lnTo>
                    <a:pt x="54" y="28"/>
                  </a:lnTo>
                  <a:lnTo>
                    <a:pt x="49" y="36"/>
                  </a:lnTo>
                  <a:lnTo>
                    <a:pt x="43" y="44"/>
                  </a:lnTo>
                  <a:lnTo>
                    <a:pt x="35" y="49"/>
                  </a:lnTo>
                  <a:lnTo>
                    <a:pt x="25" y="50"/>
                  </a:lnTo>
                  <a:lnTo>
                    <a:pt x="15" y="50"/>
                  </a:lnTo>
                  <a:lnTo>
                    <a:pt x="7" y="45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59" name=""/>
            <p:cNvSpPr/>
            <p:nvPr/>
          </p:nvSpPr>
          <p:spPr>
            <a:xfrm rot="0">
              <a:off x="4459" y="1193"/>
              <a:ext cx="18" cy="16"/>
            </a:xfrm>
            <a:custGeom>
              <a:avLst/>
              <a:ahLst/>
              <a:rect l="0" t="0" r="r" b="b"/>
              <a:pathLst>
                <a:path w="55" h="47">
                  <a:moveTo>
                    <a:pt x="30" y="31"/>
                  </a:moveTo>
                  <a:lnTo>
                    <a:pt x="5" y="47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49" y="6"/>
                  </a:lnTo>
                  <a:lnTo>
                    <a:pt x="55" y="14"/>
                  </a:lnTo>
                  <a:lnTo>
                    <a:pt x="30" y="31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60" name=""/>
            <p:cNvSpPr/>
            <p:nvPr/>
          </p:nvSpPr>
          <p:spPr>
            <a:xfrm rot="0">
              <a:off x="4459" y="1193"/>
              <a:ext cx="18" cy="16"/>
            </a:xfrm>
            <a:custGeom>
              <a:avLst/>
              <a:ahLst/>
              <a:rect l="0" t="0" r="r" b="b"/>
              <a:pathLst>
                <a:path w="55" h="47">
                  <a:moveTo>
                    <a:pt x="5" y="47"/>
                  </a:moveTo>
                  <a:lnTo>
                    <a:pt x="0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2"/>
                  </a:lnTo>
                  <a:lnTo>
                    <a:pt x="49" y="6"/>
                  </a:lnTo>
                  <a:lnTo>
                    <a:pt x="55" y="14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61" name=""/>
            <p:cNvSpPr/>
            <p:nvPr/>
          </p:nvSpPr>
          <p:spPr>
            <a:xfrm rot="0">
              <a:off x="4461" y="1198"/>
              <a:ext cx="22" cy="20"/>
            </a:xfrm>
            <a:custGeom>
              <a:avLst/>
              <a:ahLst/>
              <a:rect l="0" t="0" r="r" b="b"/>
              <a:pathLst>
                <a:path w="68" h="61">
                  <a:moveTo>
                    <a:pt x="50" y="0"/>
                  </a:moveTo>
                  <a:lnTo>
                    <a:pt x="25" y="17"/>
                  </a:lnTo>
                  <a:lnTo>
                    <a:pt x="0" y="33"/>
                  </a:lnTo>
                  <a:lnTo>
                    <a:pt x="18" y="61"/>
                  </a:lnTo>
                  <a:lnTo>
                    <a:pt x="43" y="44"/>
                  </a:lnTo>
                  <a:lnTo>
                    <a:pt x="68" y="27"/>
                  </a:lnTo>
                  <a:lnTo>
                    <a:pt x="50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62" name=""/>
            <p:cNvSpPr/>
            <p:nvPr/>
          </p:nvSpPr>
          <p:spPr>
            <a:xfrm rot="0">
              <a:off x="4461" y="1198"/>
              <a:ext cx="22" cy="20"/>
            </a:xfrm>
            <a:custGeom>
              <a:avLst/>
              <a:ahLst/>
              <a:rect l="0" t="0" r="r" b="b"/>
              <a:pathLst>
                <a:path w="68" h="61">
                  <a:moveTo>
                    <a:pt x="50" y="0"/>
                  </a:moveTo>
                  <a:lnTo>
                    <a:pt x="25" y="17"/>
                  </a:lnTo>
                  <a:lnTo>
                    <a:pt x="0" y="33"/>
                  </a:lnTo>
                  <a:lnTo>
                    <a:pt x="18" y="61"/>
                  </a:lnTo>
                  <a:lnTo>
                    <a:pt x="43" y="44"/>
                  </a:lnTo>
                  <a:lnTo>
                    <a:pt x="68" y="27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63" name=""/>
            <p:cNvSpPr/>
            <p:nvPr/>
          </p:nvSpPr>
          <p:spPr>
            <a:xfrm rot="0">
              <a:off x="4475" y="1207"/>
              <a:ext cx="9" cy="5"/>
            </a:xfrm>
            <a:custGeom>
              <a:avLst/>
              <a:ahLst/>
              <a:rect l="0" t="0" r="r" b="b"/>
              <a:pathLst>
                <a:path w="27" h="17">
                  <a:moveTo>
                    <a:pt x="0" y="17"/>
                  </a:moveTo>
                  <a:lnTo>
                    <a:pt x="25" y="0"/>
                  </a:lnTo>
                  <a:lnTo>
                    <a:pt x="27" y="0"/>
                  </a:lnTo>
                  <a:lnTo>
                    <a:pt x="0" y="1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64" name=""/>
            <p:cNvSpPr/>
            <p:nvPr/>
          </p:nvSpPr>
          <p:spPr>
            <a:xfrm rot="0">
              <a:off x="4483" y="12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65" name=""/>
            <p:cNvSpPr/>
            <p:nvPr/>
          </p:nvSpPr>
          <p:spPr>
            <a:xfrm rot="0">
              <a:off x="4466" y="1207"/>
              <a:ext cx="35" cy="38"/>
            </a:xfrm>
            <a:custGeom>
              <a:avLst/>
              <a:ahLst/>
              <a:rect l="0" t="0" r="r" b="b"/>
              <a:pathLst>
                <a:path w="105" h="116">
                  <a:moveTo>
                    <a:pt x="53" y="0"/>
                  </a:moveTo>
                  <a:lnTo>
                    <a:pt x="26" y="17"/>
                  </a:lnTo>
                  <a:lnTo>
                    <a:pt x="0" y="34"/>
                  </a:lnTo>
                  <a:lnTo>
                    <a:pt x="51" y="116"/>
                  </a:lnTo>
                  <a:lnTo>
                    <a:pt x="78" y="99"/>
                  </a:lnTo>
                  <a:lnTo>
                    <a:pt x="105" y="82"/>
                  </a:lnTo>
                  <a:lnTo>
                    <a:pt x="53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66" name=""/>
            <p:cNvSpPr/>
            <p:nvPr/>
          </p:nvSpPr>
          <p:spPr>
            <a:xfrm rot="0">
              <a:off x="4466" y="1207"/>
              <a:ext cx="35" cy="38"/>
            </a:xfrm>
            <a:custGeom>
              <a:avLst/>
              <a:ahLst/>
              <a:rect l="0" t="0" r="r" b="b"/>
              <a:pathLst>
                <a:path w="105" h="116">
                  <a:moveTo>
                    <a:pt x="53" y="0"/>
                  </a:moveTo>
                  <a:lnTo>
                    <a:pt x="26" y="17"/>
                  </a:lnTo>
                  <a:lnTo>
                    <a:pt x="0" y="34"/>
                  </a:lnTo>
                  <a:lnTo>
                    <a:pt x="51" y="116"/>
                  </a:lnTo>
                  <a:lnTo>
                    <a:pt x="78" y="99"/>
                  </a:lnTo>
                  <a:lnTo>
                    <a:pt x="105" y="82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67" name=""/>
            <p:cNvSpPr/>
            <p:nvPr/>
          </p:nvSpPr>
          <p:spPr>
            <a:xfrm rot="0">
              <a:off x="4492" y="1234"/>
              <a:ext cx="9" cy="6"/>
            </a:xfrm>
            <a:custGeom>
              <a:avLst/>
              <a:ahLst/>
              <a:rect l="0" t="0" r="r" b="b"/>
              <a:pathLst>
                <a:path w="27" h="17">
                  <a:moveTo>
                    <a:pt x="0" y="17"/>
                  </a:moveTo>
                  <a:lnTo>
                    <a:pt x="27" y="0"/>
                  </a:lnTo>
                  <a:lnTo>
                    <a:pt x="27" y="2"/>
                  </a:lnTo>
                  <a:lnTo>
                    <a:pt x="0" y="17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68" name=""/>
            <p:cNvSpPr/>
            <p:nvPr/>
          </p:nvSpPr>
          <p:spPr>
            <a:xfrm rot="0">
              <a:off x="4501" y="12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69" name=""/>
            <p:cNvSpPr/>
            <p:nvPr/>
          </p:nvSpPr>
          <p:spPr>
            <a:xfrm rot="0">
              <a:off x="4483" y="1235"/>
              <a:ext cx="35" cy="38"/>
            </a:xfrm>
            <a:custGeom>
              <a:avLst/>
              <a:ahLst/>
              <a:rect l="0" t="0" r="r" b="b"/>
              <a:pathLst>
                <a:path w="104" h="114">
                  <a:moveTo>
                    <a:pt x="54" y="0"/>
                  </a:moveTo>
                  <a:lnTo>
                    <a:pt x="27" y="15"/>
                  </a:lnTo>
                  <a:lnTo>
                    <a:pt x="0" y="31"/>
                  </a:lnTo>
                  <a:lnTo>
                    <a:pt x="51" y="114"/>
                  </a:lnTo>
                  <a:lnTo>
                    <a:pt x="78" y="98"/>
                  </a:lnTo>
                  <a:lnTo>
                    <a:pt x="104" y="83"/>
                  </a:lnTo>
                  <a:lnTo>
                    <a:pt x="54" y="0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70" name=""/>
            <p:cNvSpPr/>
            <p:nvPr/>
          </p:nvSpPr>
          <p:spPr>
            <a:xfrm rot="0">
              <a:off x="4483" y="1235"/>
              <a:ext cx="35" cy="38"/>
            </a:xfrm>
            <a:custGeom>
              <a:avLst/>
              <a:ahLst/>
              <a:rect l="0" t="0" r="r" b="b"/>
              <a:pathLst>
                <a:path w="104" h="114">
                  <a:moveTo>
                    <a:pt x="54" y="0"/>
                  </a:moveTo>
                  <a:lnTo>
                    <a:pt x="27" y="15"/>
                  </a:lnTo>
                  <a:lnTo>
                    <a:pt x="0" y="31"/>
                  </a:lnTo>
                  <a:lnTo>
                    <a:pt x="51" y="114"/>
                  </a:lnTo>
                  <a:lnTo>
                    <a:pt x="78" y="98"/>
                  </a:lnTo>
                  <a:lnTo>
                    <a:pt x="104" y="83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3" name=""/>
          <p:cNvGrpSpPr/>
          <p:nvPr/>
        </p:nvGrpSpPr>
        <p:grpSpPr>
          <a:xfrm rot="0">
            <a:off x="5864225" y="1995487"/>
            <a:ext cx="1309687" cy="939800"/>
            <a:chOff x="3694" y="1257"/>
            <a:chExt cx="825" cy="592"/>
          </a:xfrm>
        </p:grpSpPr>
        <p:sp>
          <p:nvSpPr>
            <p:cNvPr id="1084671" name=""/>
            <p:cNvSpPr/>
            <p:nvPr/>
          </p:nvSpPr>
          <p:spPr>
            <a:xfrm rot="0">
              <a:off x="4500" y="1262"/>
              <a:ext cx="19" cy="15"/>
            </a:xfrm>
            <a:custGeom>
              <a:avLst/>
              <a:ahLst/>
              <a:rect l="0" t="0" r="r" b="b"/>
              <a:pathLst>
                <a:path w="57" h="45">
                  <a:moveTo>
                    <a:pt x="27" y="15"/>
                  </a:moveTo>
                  <a:lnTo>
                    <a:pt x="53" y="0"/>
                  </a:lnTo>
                  <a:lnTo>
                    <a:pt x="57" y="8"/>
                  </a:lnTo>
                  <a:lnTo>
                    <a:pt x="57" y="18"/>
                  </a:lnTo>
                  <a:lnTo>
                    <a:pt x="56" y="27"/>
                  </a:lnTo>
                  <a:lnTo>
                    <a:pt x="50" y="36"/>
                  </a:lnTo>
                  <a:lnTo>
                    <a:pt x="42" y="42"/>
                  </a:lnTo>
                  <a:lnTo>
                    <a:pt x="34" y="45"/>
                  </a:lnTo>
                  <a:lnTo>
                    <a:pt x="24" y="45"/>
                  </a:lnTo>
                  <a:lnTo>
                    <a:pt x="15" y="44"/>
                  </a:lnTo>
                  <a:lnTo>
                    <a:pt x="6" y="38"/>
                  </a:lnTo>
                  <a:lnTo>
                    <a:pt x="0" y="31"/>
                  </a:lnTo>
                  <a:lnTo>
                    <a:pt x="27" y="15"/>
                  </a:lnTo>
                </a:path>
              </a:pathLst>
            </a:custGeom>
            <a:solidFill>
              <a:srgbClr val="0000FF"/>
            </a:solidFill>
            <a:ln>
              <a:noFill/>
            </a:ln>
          </p:spPr>
        </p:sp>
        <p:sp>
          <p:nvSpPr>
            <p:cNvPr id="1084672" name=""/>
            <p:cNvSpPr/>
            <p:nvPr/>
          </p:nvSpPr>
          <p:spPr>
            <a:xfrm rot="0">
              <a:off x="4500" y="1262"/>
              <a:ext cx="19" cy="15"/>
            </a:xfrm>
            <a:custGeom>
              <a:avLst/>
              <a:ahLst/>
              <a:rect l="0" t="0" r="r" b="b"/>
              <a:pathLst>
                <a:path w="57" h="45">
                  <a:moveTo>
                    <a:pt x="53" y="0"/>
                  </a:moveTo>
                  <a:lnTo>
                    <a:pt x="57" y="8"/>
                  </a:lnTo>
                  <a:lnTo>
                    <a:pt x="57" y="18"/>
                  </a:lnTo>
                  <a:lnTo>
                    <a:pt x="56" y="27"/>
                  </a:lnTo>
                  <a:lnTo>
                    <a:pt x="50" y="36"/>
                  </a:lnTo>
                  <a:lnTo>
                    <a:pt x="42" y="42"/>
                  </a:lnTo>
                  <a:lnTo>
                    <a:pt x="34" y="45"/>
                  </a:lnTo>
                  <a:lnTo>
                    <a:pt x="24" y="45"/>
                  </a:lnTo>
                  <a:lnTo>
                    <a:pt x="15" y="44"/>
                  </a:lnTo>
                  <a:lnTo>
                    <a:pt x="6" y="38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73" name=""/>
            <p:cNvSpPr/>
            <p:nvPr/>
          </p:nvSpPr>
          <p:spPr>
            <a:xfrm rot="0">
              <a:off x="3694" y="1257"/>
              <a:ext cx="20" cy="14"/>
            </a:xfrm>
            <a:custGeom>
              <a:avLst/>
              <a:ahLst/>
              <a:rect l="0" t="0" r="r" b="b"/>
              <a:pathLst>
                <a:path w="59" h="41">
                  <a:moveTo>
                    <a:pt x="31" y="30"/>
                  </a:moveTo>
                  <a:lnTo>
                    <a:pt x="2" y="41"/>
                  </a:lnTo>
                  <a:lnTo>
                    <a:pt x="0" y="32"/>
                  </a:lnTo>
                  <a:lnTo>
                    <a:pt x="0" y="22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47" y="5"/>
                  </a:lnTo>
                  <a:lnTo>
                    <a:pt x="55" y="11"/>
                  </a:lnTo>
                  <a:lnTo>
                    <a:pt x="59" y="20"/>
                  </a:lnTo>
                  <a:lnTo>
                    <a:pt x="31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74" name=""/>
            <p:cNvSpPr/>
            <p:nvPr/>
          </p:nvSpPr>
          <p:spPr>
            <a:xfrm rot="0">
              <a:off x="3694" y="1257"/>
              <a:ext cx="20" cy="14"/>
            </a:xfrm>
            <a:custGeom>
              <a:avLst/>
              <a:ahLst/>
              <a:rect l="0" t="0" r="r" b="b"/>
              <a:pathLst>
                <a:path w="59" h="41">
                  <a:moveTo>
                    <a:pt x="2" y="41"/>
                  </a:moveTo>
                  <a:lnTo>
                    <a:pt x="0" y="32"/>
                  </a:lnTo>
                  <a:lnTo>
                    <a:pt x="0" y="22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47" y="5"/>
                  </a:lnTo>
                  <a:lnTo>
                    <a:pt x="55" y="11"/>
                  </a:lnTo>
                  <a:lnTo>
                    <a:pt x="59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75" name=""/>
            <p:cNvSpPr/>
            <p:nvPr/>
          </p:nvSpPr>
          <p:spPr>
            <a:xfrm rot="0">
              <a:off x="3695" y="1264"/>
              <a:ext cx="34" cy="46"/>
            </a:xfrm>
            <a:custGeom>
              <a:avLst/>
              <a:ahLst/>
              <a:rect l="0" t="0" r="r" b="b"/>
              <a:pathLst>
                <a:path w="102" h="139">
                  <a:moveTo>
                    <a:pt x="57" y="0"/>
                  </a:moveTo>
                  <a:lnTo>
                    <a:pt x="29" y="10"/>
                  </a:lnTo>
                  <a:lnTo>
                    <a:pt x="0" y="21"/>
                  </a:lnTo>
                  <a:lnTo>
                    <a:pt x="44" y="139"/>
                  </a:lnTo>
                  <a:lnTo>
                    <a:pt x="73" y="128"/>
                  </a:lnTo>
                  <a:lnTo>
                    <a:pt x="102" y="118"/>
                  </a:lnTo>
                  <a:lnTo>
                    <a:pt x="5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76" name=""/>
            <p:cNvSpPr/>
            <p:nvPr/>
          </p:nvSpPr>
          <p:spPr>
            <a:xfrm rot="0">
              <a:off x="3695" y="1264"/>
              <a:ext cx="34" cy="46"/>
            </a:xfrm>
            <a:custGeom>
              <a:avLst/>
              <a:ahLst/>
              <a:rect l="0" t="0" r="r" b="b"/>
              <a:pathLst>
                <a:path w="102" h="139">
                  <a:moveTo>
                    <a:pt x="57" y="0"/>
                  </a:moveTo>
                  <a:lnTo>
                    <a:pt x="29" y="10"/>
                  </a:lnTo>
                  <a:lnTo>
                    <a:pt x="0" y="21"/>
                  </a:lnTo>
                  <a:lnTo>
                    <a:pt x="44" y="139"/>
                  </a:lnTo>
                  <a:lnTo>
                    <a:pt x="73" y="128"/>
                  </a:lnTo>
                  <a:lnTo>
                    <a:pt x="102" y="11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77" name=""/>
            <p:cNvSpPr/>
            <p:nvPr/>
          </p:nvSpPr>
          <p:spPr>
            <a:xfrm rot="0">
              <a:off x="3709" y="1307"/>
              <a:ext cx="10" cy="3"/>
            </a:xfrm>
            <a:custGeom>
              <a:avLst/>
              <a:ahLst/>
              <a:rect l="0" t="0" r="r" b="b"/>
              <a:pathLst>
                <a:path w="29" h="11">
                  <a:moveTo>
                    <a:pt x="29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78" name=""/>
            <p:cNvSpPr/>
            <p:nvPr/>
          </p:nvSpPr>
          <p:spPr>
            <a:xfrm rot="0">
              <a:off x="3709" y="13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79" name=""/>
            <p:cNvSpPr/>
            <p:nvPr/>
          </p:nvSpPr>
          <p:spPr>
            <a:xfrm rot="0">
              <a:off x="3709" y="1303"/>
              <a:ext cx="35" cy="47"/>
            </a:xfrm>
            <a:custGeom>
              <a:avLst/>
              <a:ahLst/>
              <a:rect l="0" t="0" r="r" b="b"/>
              <a:pathLst>
                <a:path w="104" h="141">
                  <a:moveTo>
                    <a:pt x="58" y="0"/>
                  </a:moveTo>
                  <a:lnTo>
                    <a:pt x="29" y="10"/>
                  </a:lnTo>
                  <a:lnTo>
                    <a:pt x="0" y="21"/>
                  </a:lnTo>
                  <a:lnTo>
                    <a:pt x="46" y="141"/>
                  </a:lnTo>
                  <a:lnTo>
                    <a:pt x="75" y="130"/>
                  </a:lnTo>
                  <a:lnTo>
                    <a:pt x="104" y="119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80" name=""/>
            <p:cNvSpPr/>
            <p:nvPr/>
          </p:nvSpPr>
          <p:spPr>
            <a:xfrm rot="0">
              <a:off x="3709" y="1303"/>
              <a:ext cx="35" cy="47"/>
            </a:xfrm>
            <a:custGeom>
              <a:avLst/>
              <a:ahLst/>
              <a:rect l="0" t="0" r="r" b="b"/>
              <a:pathLst>
                <a:path w="104" h="141">
                  <a:moveTo>
                    <a:pt x="58" y="0"/>
                  </a:moveTo>
                  <a:lnTo>
                    <a:pt x="29" y="10"/>
                  </a:lnTo>
                  <a:lnTo>
                    <a:pt x="0" y="21"/>
                  </a:lnTo>
                  <a:lnTo>
                    <a:pt x="46" y="141"/>
                  </a:lnTo>
                  <a:lnTo>
                    <a:pt x="75" y="130"/>
                  </a:lnTo>
                  <a:lnTo>
                    <a:pt x="104" y="119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81" name=""/>
            <p:cNvSpPr/>
            <p:nvPr/>
          </p:nvSpPr>
          <p:spPr>
            <a:xfrm rot="0">
              <a:off x="3725" y="1347"/>
              <a:ext cx="9" cy="3"/>
            </a:xfrm>
            <a:custGeom>
              <a:avLst/>
              <a:ahLst/>
              <a:rect l="0" t="0" r="r" b="b"/>
              <a:pathLst>
                <a:path w="29" h="11">
                  <a:moveTo>
                    <a:pt x="29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82" name=""/>
            <p:cNvSpPr/>
            <p:nvPr/>
          </p:nvSpPr>
          <p:spPr>
            <a:xfrm rot="0">
              <a:off x="3725" y="13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83" name=""/>
            <p:cNvSpPr/>
            <p:nvPr/>
          </p:nvSpPr>
          <p:spPr>
            <a:xfrm rot="0">
              <a:off x="3725" y="1343"/>
              <a:ext cx="27" cy="27"/>
            </a:xfrm>
            <a:custGeom>
              <a:avLst/>
              <a:ahLst/>
              <a:rect l="0" t="0" r="r" b="b"/>
              <a:pathLst>
                <a:path w="82" h="82">
                  <a:moveTo>
                    <a:pt x="58" y="0"/>
                  </a:moveTo>
                  <a:lnTo>
                    <a:pt x="29" y="11"/>
                  </a:lnTo>
                  <a:lnTo>
                    <a:pt x="0" y="22"/>
                  </a:lnTo>
                  <a:lnTo>
                    <a:pt x="24" y="82"/>
                  </a:lnTo>
                  <a:lnTo>
                    <a:pt x="53" y="71"/>
                  </a:lnTo>
                  <a:lnTo>
                    <a:pt x="82" y="60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84" name=""/>
            <p:cNvSpPr/>
            <p:nvPr/>
          </p:nvSpPr>
          <p:spPr>
            <a:xfrm rot="0">
              <a:off x="3725" y="1343"/>
              <a:ext cx="27" cy="27"/>
            </a:xfrm>
            <a:custGeom>
              <a:avLst/>
              <a:ahLst/>
              <a:rect l="0" t="0" r="r" b="b"/>
              <a:pathLst>
                <a:path w="82" h="82">
                  <a:moveTo>
                    <a:pt x="58" y="0"/>
                  </a:moveTo>
                  <a:lnTo>
                    <a:pt x="29" y="11"/>
                  </a:lnTo>
                  <a:lnTo>
                    <a:pt x="0" y="22"/>
                  </a:lnTo>
                  <a:lnTo>
                    <a:pt x="24" y="82"/>
                  </a:lnTo>
                  <a:lnTo>
                    <a:pt x="53" y="71"/>
                  </a:lnTo>
                  <a:lnTo>
                    <a:pt x="82" y="60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85" name=""/>
            <p:cNvSpPr/>
            <p:nvPr/>
          </p:nvSpPr>
          <p:spPr>
            <a:xfrm rot="0">
              <a:off x="3733" y="1367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86" name=""/>
            <p:cNvSpPr/>
            <p:nvPr/>
          </p:nvSpPr>
          <p:spPr>
            <a:xfrm rot="0">
              <a:off x="3733" y="13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87" name=""/>
            <p:cNvSpPr/>
            <p:nvPr/>
          </p:nvSpPr>
          <p:spPr>
            <a:xfrm rot="0">
              <a:off x="3733" y="1363"/>
              <a:ext cx="27" cy="28"/>
            </a:xfrm>
            <a:custGeom>
              <a:avLst/>
              <a:ahLst/>
              <a:rect l="0" t="0" r="r" b="b"/>
              <a:pathLst>
                <a:path w="83" h="86">
                  <a:moveTo>
                    <a:pt x="58" y="0"/>
                  </a:moveTo>
                  <a:lnTo>
                    <a:pt x="29" y="12"/>
                  </a:lnTo>
                  <a:lnTo>
                    <a:pt x="0" y="24"/>
                  </a:lnTo>
                  <a:lnTo>
                    <a:pt x="25" y="86"/>
                  </a:lnTo>
                  <a:lnTo>
                    <a:pt x="54" y="74"/>
                  </a:lnTo>
                  <a:lnTo>
                    <a:pt x="83" y="61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88" name=""/>
            <p:cNvSpPr/>
            <p:nvPr/>
          </p:nvSpPr>
          <p:spPr>
            <a:xfrm rot="0">
              <a:off x="3733" y="1363"/>
              <a:ext cx="27" cy="28"/>
            </a:xfrm>
            <a:custGeom>
              <a:avLst/>
              <a:ahLst/>
              <a:rect l="0" t="0" r="r" b="b"/>
              <a:pathLst>
                <a:path w="83" h="86">
                  <a:moveTo>
                    <a:pt x="58" y="0"/>
                  </a:moveTo>
                  <a:lnTo>
                    <a:pt x="29" y="12"/>
                  </a:lnTo>
                  <a:lnTo>
                    <a:pt x="0" y="24"/>
                  </a:lnTo>
                  <a:lnTo>
                    <a:pt x="25" y="86"/>
                  </a:lnTo>
                  <a:lnTo>
                    <a:pt x="54" y="74"/>
                  </a:lnTo>
                  <a:lnTo>
                    <a:pt x="83" y="61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89" name=""/>
            <p:cNvSpPr/>
            <p:nvPr/>
          </p:nvSpPr>
          <p:spPr>
            <a:xfrm rot="0">
              <a:off x="3751" y="1383"/>
              <a:ext cx="9" cy="4"/>
            </a:xfrm>
            <a:custGeom>
              <a:avLst/>
              <a:ahLst/>
              <a:rect l="0" t="0" r="r" b="b"/>
              <a:pathLst>
                <a:path w="29" h="13">
                  <a:moveTo>
                    <a:pt x="0" y="13"/>
                  </a:moveTo>
                  <a:lnTo>
                    <a:pt x="29" y="0"/>
                  </a:lnTo>
                  <a:lnTo>
                    <a:pt x="29" y="0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90" name=""/>
            <p:cNvSpPr/>
            <p:nvPr/>
          </p:nvSpPr>
          <p:spPr>
            <a:xfrm rot="0">
              <a:off x="3760" y="13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91" name=""/>
            <p:cNvSpPr/>
            <p:nvPr/>
          </p:nvSpPr>
          <p:spPr>
            <a:xfrm rot="0">
              <a:off x="3741" y="1383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58" y="0"/>
                  </a:moveTo>
                  <a:lnTo>
                    <a:pt x="29" y="13"/>
                  </a:lnTo>
                  <a:lnTo>
                    <a:pt x="0" y="25"/>
                  </a:lnTo>
                  <a:lnTo>
                    <a:pt x="26" y="87"/>
                  </a:lnTo>
                  <a:lnTo>
                    <a:pt x="55" y="75"/>
                  </a:lnTo>
                  <a:lnTo>
                    <a:pt x="84" y="63"/>
                  </a:lnTo>
                  <a:lnTo>
                    <a:pt x="5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92" name=""/>
            <p:cNvSpPr/>
            <p:nvPr/>
          </p:nvSpPr>
          <p:spPr>
            <a:xfrm rot="0">
              <a:off x="3741" y="1383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58" y="0"/>
                  </a:moveTo>
                  <a:lnTo>
                    <a:pt x="29" y="13"/>
                  </a:lnTo>
                  <a:lnTo>
                    <a:pt x="0" y="25"/>
                  </a:lnTo>
                  <a:lnTo>
                    <a:pt x="26" y="87"/>
                  </a:lnTo>
                  <a:lnTo>
                    <a:pt x="55" y="75"/>
                  </a:lnTo>
                  <a:lnTo>
                    <a:pt x="84" y="63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93" name=""/>
            <p:cNvSpPr/>
            <p:nvPr/>
          </p:nvSpPr>
          <p:spPr>
            <a:xfrm rot="0">
              <a:off x="3750" y="1408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0"/>
                  </a:moveTo>
                  <a:lnTo>
                    <a:pt x="0" y="12"/>
                  </a:lnTo>
                  <a:lnTo>
                    <a:pt x="1" y="12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94" name=""/>
            <p:cNvSpPr/>
            <p:nvPr/>
          </p:nvSpPr>
          <p:spPr>
            <a:xfrm rot="0">
              <a:off x="3750" y="14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95" name=""/>
            <p:cNvSpPr/>
            <p:nvPr/>
          </p:nvSpPr>
          <p:spPr>
            <a:xfrm rot="0">
              <a:off x="3750" y="1404"/>
              <a:ext cx="28" cy="29"/>
            </a:xfrm>
            <a:custGeom>
              <a:avLst/>
              <a:ahLst/>
              <a:rect l="0" t="0" r="r" b="b"/>
              <a:pathLst>
                <a:path w="83" h="87">
                  <a:moveTo>
                    <a:pt x="55" y="0"/>
                  </a:moveTo>
                  <a:lnTo>
                    <a:pt x="28" y="12"/>
                  </a:lnTo>
                  <a:lnTo>
                    <a:pt x="0" y="24"/>
                  </a:lnTo>
                  <a:lnTo>
                    <a:pt x="28" y="87"/>
                  </a:lnTo>
                  <a:lnTo>
                    <a:pt x="55" y="75"/>
                  </a:lnTo>
                  <a:lnTo>
                    <a:pt x="83" y="63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96" name=""/>
            <p:cNvSpPr/>
            <p:nvPr/>
          </p:nvSpPr>
          <p:spPr>
            <a:xfrm rot="0">
              <a:off x="3750" y="1404"/>
              <a:ext cx="28" cy="29"/>
            </a:xfrm>
            <a:custGeom>
              <a:avLst/>
              <a:ahLst/>
              <a:rect l="0" t="0" r="r" b="b"/>
              <a:pathLst>
                <a:path w="83" h="87">
                  <a:moveTo>
                    <a:pt x="55" y="0"/>
                  </a:moveTo>
                  <a:lnTo>
                    <a:pt x="28" y="12"/>
                  </a:lnTo>
                  <a:lnTo>
                    <a:pt x="0" y="24"/>
                  </a:lnTo>
                  <a:lnTo>
                    <a:pt x="28" y="87"/>
                  </a:lnTo>
                  <a:lnTo>
                    <a:pt x="55" y="75"/>
                  </a:lnTo>
                  <a:lnTo>
                    <a:pt x="83" y="63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97" name=""/>
            <p:cNvSpPr/>
            <p:nvPr/>
          </p:nvSpPr>
          <p:spPr>
            <a:xfrm rot="0">
              <a:off x="3759" y="1429"/>
              <a:ext cx="9" cy="4"/>
            </a:xfrm>
            <a:custGeom>
              <a:avLst/>
              <a:ahLst/>
              <a:rect l="0" t="0" r="r" b="b"/>
              <a:pathLst>
                <a:path w="27" h="13">
                  <a:moveTo>
                    <a:pt x="27" y="0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698" name=""/>
            <p:cNvSpPr/>
            <p:nvPr/>
          </p:nvSpPr>
          <p:spPr>
            <a:xfrm rot="0">
              <a:off x="3759" y="1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699" name=""/>
            <p:cNvSpPr/>
            <p:nvPr/>
          </p:nvSpPr>
          <p:spPr>
            <a:xfrm rot="0">
              <a:off x="3759" y="1425"/>
              <a:ext cx="28" cy="30"/>
            </a:xfrm>
            <a:custGeom>
              <a:avLst/>
              <a:ahLst/>
              <a:rect l="0" t="0" r="r" b="b"/>
              <a:pathLst>
                <a:path w="84" h="90">
                  <a:moveTo>
                    <a:pt x="55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29" y="90"/>
                  </a:lnTo>
                  <a:lnTo>
                    <a:pt x="56" y="77"/>
                  </a:lnTo>
                  <a:lnTo>
                    <a:pt x="84" y="63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00" name=""/>
            <p:cNvSpPr/>
            <p:nvPr/>
          </p:nvSpPr>
          <p:spPr>
            <a:xfrm rot="0">
              <a:off x="3759" y="1425"/>
              <a:ext cx="28" cy="30"/>
            </a:xfrm>
            <a:custGeom>
              <a:avLst/>
              <a:ahLst/>
              <a:rect l="0" t="0" r="r" b="b"/>
              <a:pathLst>
                <a:path w="84" h="90">
                  <a:moveTo>
                    <a:pt x="55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29" y="90"/>
                  </a:lnTo>
                  <a:lnTo>
                    <a:pt x="56" y="77"/>
                  </a:lnTo>
                  <a:lnTo>
                    <a:pt x="84" y="63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01" name=""/>
            <p:cNvSpPr/>
            <p:nvPr/>
          </p:nvSpPr>
          <p:spPr>
            <a:xfrm rot="0">
              <a:off x="3769" y="1450"/>
              <a:ext cx="9" cy="5"/>
            </a:xfrm>
            <a:custGeom>
              <a:avLst/>
              <a:ahLst/>
              <a:rect l="0" t="0" r="r" b="b"/>
              <a:pathLst>
                <a:path w="27" h="13">
                  <a:moveTo>
                    <a:pt x="27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02" name=""/>
            <p:cNvSpPr/>
            <p:nvPr/>
          </p:nvSpPr>
          <p:spPr>
            <a:xfrm rot="0">
              <a:off x="3769" y="14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03" name=""/>
            <p:cNvSpPr/>
            <p:nvPr/>
          </p:nvSpPr>
          <p:spPr>
            <a:xfrm rot="0">
              <a:off x="3769" y="1446"/>
              <a:ext cx="28" cy="31"/>
            </a:xfrm>
            <a:custGeom>
              <a:avLst/>
              <a:ahLst/>
              <a:rect l="0" t="0" r="r" b="b"/>
              <a:pathLst>
                <a:path w="85" h="93">
                  <a:moveTo>
                    <a:pt x="55" y="0"/>
                  </a:moveTo>
                  <a:lnTo>
                    <a:pt x="27" y="14"/>
                  </a:lnTo>
                  <a:lnTo>
                    <a:pt x="0" y="27"/>
                  </a:lnTo>
                  <a:lnTo>
                    <a:pt x="30" y="93"/>
                  </a:lnTo>
                  <a:lnTo>
                    <a:pt x="57" y="80"/>
                  </a:lnTo>
                  <a:lnTo>
                    <a:pt x="85" y="67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04" name=""/>
            <p:cNvSpPr/>
            <p:nvPr/>
          </p:nvSpPr>
          <p:spPr>
            <a:xfrm rot="0">
              <a:off x="3769" y="1446"/>
              <a:ext cx="28" cy="31"/>
            </a:xfrm>
            <a:custGeom>
              <a:avLst/>
              <a:ahLst/>
              <a:rect l="0" t="0" r="r" b="b"/>
              <a:pathLst>
                <a:path w="85" h="93">
                  <a:moveTo>
                    <a:pt x="55" y="0"/>
                  </a:moveTo>
                  <a:lnTo>
                    <a:pt x="27" y="14"/>
                  </a:lnTo>
                  <a:lnTo>
                    <a:pt x="0" y="27"/>
                  </a:lnTo>
                  <a:lnTo>
                    <a:pt x="30" y="93"/>
                  </a:lnTo>
                  <a:lnTo>
                    <a:pt x="57" y="80"/>
                  </a:lnTo>
                  <a:lnTo>
                    <a:pt x="85" y="67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05" name=""/>
            <p:cNvSpPr/>
            <p:nvPr/>
          </p:nvSpPr>
          <p:spPr>
            <a:xfrm rot="0">
              <a:off x="3779" y="1472"/>
              <a:ext cx="9" cy="5"/>
            </a:xfrm>
            <a:custGeom>
              <a:avLst/>
              <a:ahLst/>
              <a:rect l="0" t="0" r="r" b="b"/>
              <a:pathLst>
                <a:path w="27" h="13">
                  <a:moveTo>
                    <a:pt x="27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06" name=""/>
            <p:cNvSpPr/>
            <p:nvPr/>
          </p:nvSpPr>
          <p:spPr>
            <a:xfrm rot="0">
              <a:off x="3779" y="14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07" name=""/>
            <p:cNvSpPr/>
            <p:nvPr/>
          </p:nvSpPr>
          <p:spPr>
            <a:xfrm rot="0">
              <a:off x="3779" y="1468"/>
              <a:ext cx="29" cy="31"/>
            </a:xfrm>
            <a:custGeom>
              <a:avLst/>
              <a:ahLst/>
              <a:rect l="0" t="0" r="r" b="b"/>
              <a:pathLst>
                <a:path w="86" h="94">
                  <a:moveTo>
                    <a:pt x="55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31" y="94"/>
                  </a:lnTo>
                  <a:lnTo>
                    <a:pt x="59" y="81"/>
                  </a:lnTo>
                  <a:lnTo>
                    <a:pt x="86" y="67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08" name=""/>
            <p:cNvSpPr/>
            <p:nvPr/>
          </p:nvSpPr>
          <p:spPr>
            <a:xfrm rot="0">
              <a:off x="3779" y="1468"/>
              <a:ext cx="29" cy="31"/>
            </a:xfrm>
            <a:custGeom>
              <a:avLst/>
              <a:ahLst/>
              <a:rect l="0" t="0" r="r" b="b"/>
              <a:pathLst>
                <a:path w="86" h="94">
                  <a:moveTo>
                    <a:pt x="55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31" y="94"/>
                  </a:lnTo>
                  <a:lnTo>
                    <a:pt x="59" y="81"/>
                  </a:lnTo>
                  <a:lnTo>
                    <a:pt x="86" y="67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09" name=""/>
            <p:cNvSpPr/>
            <p:nvPr/>
          </p:nvSpPr>
          <p:spPr>
            <a:xfrm rot="0">
              <a:off x="3789" y="1495"/>
              <a:ext cx="10" cy="4"/>
            </a:xfrm>
            <a:custGeom>
              <a:avLst/>
              <a:ahLst/>
              <a:rect l="0" t="0" r="r" b="b"/>
              <a:pathLst>
                <a:path w="28" h="13">
                  <a:moveTo>
                    <a:pt x="28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2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10" name=""/>
            <p:cNvSpPr/>
            <p:nvPr/>
          </p:nvSpPr>
          <p:spPr>
            <a:xfrm rot="0">
              <a:off x="3789" y="1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11" name=""/>
            <p:cNvSpPr/>
            <p:nvPr/>
          </p:nvSpPr>
          <p:spPr>
            <a:xfrm rot="0">
              <a:off x="3789" y="1490"/>
              <a:ext cx="30" cy="32"/>
            </a:xfrm>
            <a:custGeom>
              <a:avLst/>
              <a:ahLst/>
              <a:rect l="0" t="0" r="r" b="b"/>
              <a:pathLst>
                <a:path w="89" h="95">
                  <a:moveTo>
                    <a:pt x="55" y="0"/>
                  </a:moveTo>
                  <a:lnTo>
                    <a:pt x="28" y="14"/>
                  </a:lnTo>
                  <a:lnTo>
                    <a:pt x="0" y="27"/>
                  </a:lnTo>
                  <a:lnTo>
                    <a:pt x="34" y="95"/>
                  </a:lnTo>
                  <a:lnTo>
                    <a:pt x="61" y="82"/>
                  </a:lnTo>
                  <a:lnTo>
                    <a:pt x="89" y="69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12" name=""/>
            <p:cNvSpPr/>
            <p:nvPr/>
          </p:nvSpPr>
          <p:spPr>
            <a:xfrm rot="0">
              <a:off x="3789" y="1490"/>
              <a:ext cx="30" cy="32"/>
            </a:xfrm>
            <a:custGeom>
              <a:avLst/>
              <a:ahLst/>
              <a:rect l="0" t="0" r="r" b="b"/>
              <a:pathLst>
                <a:path w="89" h="95">
                  <a:moveTo>
                    <a:pt x="55" y="0"/>
                  </a:moveTo>
                  <a:lnTo>
                    <a:pt x="28" y="14"/>
                  </a:lnTo>
                  <a:lnTo>
                    <a:pt x="0" y="27"/>
                  </a:lnTo>
                  <a:lnTo>
                    <a:pt x="34" y="95"/>
                  </a:lnTo>
                  <a:lnTo>
                    <a:pt x="61" y="82"/>
                  </a:lnTo>
                  <a:lnTo>
                    <a:pt x="89" y="69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13" name=""/>
            <p:cNvSpPr/>
            <p:nvPr/>
          </p:nvSpPr>
          <p:spPr>
            <a:xfrm rot="0">
              <a:off x="3801" y="1518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27" y="0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14" name=""/>
            <p:cNvSpPr/>
            <p:nvPr/>
          </p:nvSpPr>
          <p:spPr>
            <a:xfrm rot="0">
              <a:off x="3801" y="1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15" name=""/>
            <p:cNvSpPr/>
            <p:nvPr/>
          </p:nvSpPr>
          <p:spPr>
            <a:xfrm rot="0">
              <a:off x="3801" y="1513"/>
              <a:ext cx="30" cy="32"/>
            </a:xfrm>
            <a:custGeom>
              <a:avLst/>
              <a:ahLst/>
              <a:rect l="0" t="0" r="r" b="b"/>
              <a:pathLst>
                <a:path w="90" h="97">
                  <a:moveTo>
                    <a:pt x="55" y="0"/>
                  </a:moveTo>
                  <a:lnTo>
                    <a:pt x="27" y="14"/>
                  </a:lnTo>
                  <a:lnTo>
                    <a:pt x="0" y="29"/>
                  </a:lnTo>
                  <a:lnTo>
                    <a:pt x="35" y="97"/>
                  </a:lnTo>
                  <a:lnTo>
                    <a:pt x="62" y="83"/>
                  </a:lnTo>
                  <a:lnTo>
                    <a:pt x="90" y="68"/>
                  </a:lnTo>
                  <a:lnTo>
                    <a:pt x="5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16" name=""/>
            <p:cNvSpPr/>
            <p:nvPr/>
          </p:nvSpPr>
          <p:spPr>
            <a:xfrm rot="0">
              <a:off x="3801" y="1513"/>
              <a:ext cx="30" cy="32"/>
            </a:xfrm>
            <a:custGeom>
              <a:avLst/>
              <a:ahLst/>
              <a:rect l="0" t="0" r="r" b="b"/>
              <a:pathLst>
                <a:path w="90" h="97">
                  <a:moveTo>
                    <a:pt x="55" y="0"/>
                  </a:moveTo>
                  <a:lnTo>
                    <a:pt x="27" y="14"/>
                  </a:lnTo>
                  <a:lnTo>
                    <a:pt x="0" y="29"/>
                  </a:lnTo>
                  <a:lnTo>
                    <a:pt x="35" y="97"/>
                  </a:lnTo>
                  <a:lnTo>
                    <a:pt x="62" y="83"/>
                  </a:lnTo>
                  <a:lnTo>
                    <a:pt x="90" y="68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17" name=""/>
            <p:cNvSpPr/>
            <p:nvPr/>
          </p:nvSpPr>
          <p:spPr>
            <a:xfrm rot="0">
              <a:off x="3812" y="1541"/>
              <a:ext cx="9" cy="4"/>
            </a:xfrm>
            <a:custGeom>
              <a:avLst/>
              <a:ahLst/>
              <a:rect l="0" t="0" r="r" b="b"/>
              <a:pathLst>
                <a:path w="27" h="14">
                  <a:moveTo>
                    <a:pt x="27" y="0"/>
                  </a:moveTo>
                  <a:lnTo>
                    <a:pt x="0" y="14"/>
                  </a:lnTo>
                  <a:lnTo>
                    <a:pt x="1" y="14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18" name=""/>
            <p:cNvSpPr/>
            <p:nvPr/>
          </p:nvSpPr>
          <p:spPr>
            <a:xfrm rot="0">
              <a:off x="3812" y="15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19" name=""/>
            <p:cNvSpPr/>
            <p:nvPr/>
          </p:nvSpPr>
          <p:spPr>
            <a:xfrm rot="0">
              <a:off x="3813" y="1536"/>
              <a:ext cx="30" cy="32"/>
            </a:xfrm>
            <a:custGeom>
              <a:avLst/>
              <a:ahLst/>
              <a:rect l="0" t="0" r="r" b="b"/>
              <a:pathLst>
                <a:path w="90" h="98">
                  <a:moveTo>
                    <a:pt x="53" y="0"/>
                  </a:moveTo>
                  <a:lnTo>
                    <a:pt x="26" y="15"/>
                  </a:lnTo>
                  <a:lnTo>
                    <a:pt x="0" y="29"/>
                  </a:lnTo>
                  <a:lnTo>
                    <a:pt x="37" y="98"/>
                  </a:lnTo>
                  <a:lnTo>
                    <a:pt x="64" y="84"/>
                  </a:lnTo>
                  <a:lnTo>
                    <a:pt x="90" y="69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20" name=""/>
            <p:cNvSpPr/>
            <p:nvPr/>
          </p:nvSpPr>
          <p:spPr>
            <a:xfrm rot="0">
              <a:off x="3813" y="1536"/>
              <a:ext cx="30" cy="32"/>
            </a:xfrm>
            <a:custGeom>
              <a:avLst/>
              <a:ahLst/>
              <a:rect l="0" t="0" r="r" b="b"/>
              <a:pathLst>
                <a:path w="90" h="98">
                  <a:moveTo>
                    <a:pt x="53" y="0"/>
                  </a:moveTo>
                  <a:lnTo>
                    <a:pt x="26" y="15"/>
                  </a:lnTo>
                  <a:lnTo>
                    <a:pt x="0" y="29"/>
                  </a:lnTo>
                  <a:lnTo>
                    <a:pt x="37" y="98"/>
                  </a:lnTo>
                  <a:lnTo>
                    <a:pt x="64" y="84"/>
                  </a:lnTo>
                  <a:lnTo>
                    <a:pt x="90" y="69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21" name=""/>
            <p:cNvSpPr/>
            <p:nvPr/>
          </p:nvSpPr>
          <p:spPr>
            <a:xfrm rot="0">
              <a:off x="3825" y="1559"/>
              <a:ext cx="30" cy="32"/>
            </a:xfrm>
            <a:custGeom>
              <a:avLst/>
              <a:ahLst/>
              <a:rect l="0" t="0" r="r" b="b"/>
              <a:pathLst>
                <a:path w="91" h="98">
                  <a:moveTo>
                    <a:pt x="53" y="0"/>
                  </a:moveTo>
                  <a:lnTo>
                    <a:pt x="27" y="15"/>
                  </a:lnTo>
                  <a:lnTo>
                    <a:pt x="0" y="29"/>
                  </a:lnTo>
                  <a:lnTo>
                    <a:pt x="38" y="98"/>
                  </a:lnTo>
                  <a:lnTo>
                    <a:pt x="64" y="83"/>
                  </a:lnTo>
                  <a:lnTo>
                    <a:pt x="91" y="69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22" name=""/>
            <p:cNvSpPr/>
            <p:nvPr/>
          </p:nvSpPr>
          <p:spPr>
            <a:xfrm rot="0">
              <a:off x="3825" y="1559"/>
              <a:ext cx="30" cy="32"/>
            </a:xfrm>
            <a:custGeom>
              <a:avLst/>
              <a:ahLst/>
              <a:rect l="0" t="0" r="r" b="b"/>
              <a:pathLst>
                <a:path w="91" h="98">
                  <a:moveTo>
                    <a:pt x="53" y="0"/>
                  </a:moveTo>
                  <a:lnTo>
                    <a:pt x="27" y="15"/>
                  </a:lnTo>
                  <a:lnTo>
                    <a:pt x="0" y="29"/>
                  </a:lnTo>
                  <a:lnTo>
                    <a:pt x="38" y="98"/>
                  </a:lnTo>
                  <a:lnTo>
                    <a:pt x="64" y="83"/>
                  </a:lnTo>
                  <a:lnTo>
                    <a:pt x="91" y="69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23" name=""/>
            <p:cNvSpPr/>
            <p:nvPr/>
          </p:nvSpPr>
          <p:spPr>
            <a:xfrm rot="0">
              <a:off x="3838" y="1586"/>
              <a:ext cx="8" cy="6"/>
            </a:xfrm>
            <a:custGeom>
              <a:avLst/>
              <a:ahLst/>
              <a:rect l="0" t="0" r="r" b="b"/>
              <a:pathLst>
                <a:path w="26" h="16">
                  <a:moveTo>
                    <a:pt x="26" y="0"/>
                  </a:moveTo>
                  <a:lnTo>
                    <a:pt x="0" y="15"/>
                  </a:lnTo>
                  <a:lnTo>
                    <a:pt x="0" y="16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24" name=""/>
            <p:cNvSpPr/>
            <p:nvPr/>
          </p:nvSpPr>
          <p:spPr>
            <a:xfrm rot="0">
              <a:off x="3838" y="15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25" name=""/>
            <p:cNvSpPr/>
            <p:nvPr/>
          </p:nvSpPr>
          <p:spPr>
            <a:xfrm rot="0">
              <a:off x="3838" y="1581"/>
              <a:ext cx="30" cy="34"/>
            </a:xfrm>
            <a:custGeom>
              <a:avLst/>
              <a:ahLst/>
              <a:rect l="0" t="0" r="r" b="b"/>
              <a:pathLst>
                <a:path w="92" h="100">
                  <a:moveTo>
                    <a:pt x="53" y="0"/>
                  </a:moveTo>
                  <a:lnTo>
                    <a:pt x="26" y="15"/>
                  </a:lnTo>
                  <a:lnTo>
                    <a:pt x="0" y="31"/>
                  </a:lnTo>
                  <a:lnTo>
                    <a:pt x="39" y="100"/>
                  </a:lnTo>
                  <a:lnTo>
                    <a:pt x="66" y="84"/>
                  </a:lnTo>
                  <a:lnTo>
                    <a:pt x="92" y="68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26" name=""/>
            <p:cNvSpPr/>
            <p:nvPr/>
          </p:nvSpPr>
          <p:spPr>
            <a:xfrm rot="0">
              <a:off x="3838" y="1581"/>
              <a:ext cx="30" cy="34"/>
            </a:xfrm>
            <a:custGeom>
              <a:avLst/>
              <a:ahLst/>
              <a:rect l="0" t="0" r="r" b="b"/>
              <a:pathLst>
                <a:path w="92" h="100">
                  <a:moveTo>
                    <a:pt x="53" y="0"/>
                  </a:moveTo>
                  <a:lnTo>
                    <a:pt x="26" y="15"/>
                  </a:lnTo>
                  <a:lnTo>
                    <a:pt x="0" y="31"/>
                  </a:lnTo>
                  <a:lnTo>
                    <a:pt x="39" y="100"/>
                  </a:lnTo>
                  <a:lnTo>
                    <a:pt x="66" y="84"/>
                  </a:lnTo>
                  <a:lnTo>
                    <a:pt x="92" y="68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27" name=""/>
            <p:cNvSpPr/>
            <p:nvPr/>
          </p:nvSpPr>
          <p:spPr>
            <a:xfrm rot="0">
              <a:off x="3851" y="1609"/>
              <a:ext cx="9" cy="6"/>
            </a:xfrm>
            <a:custGeom>
              <a:avLst/>
              <a:ahLst/>
              <a:rect l="0" t="0" r="r" b="b"/>
              <a:pathLst>
                <a:path w="27" h="16">
                  <a:moveTo>
                    <a:pt x="27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28" name=""/>
            <p:cNvSpPr/>
            <p:nvPr/>
          </p:nvSpPr>
          <p:spPr>
            <a:xfrm rot="0">
              <a:off x="3851" y="16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29" name=""/>
            <p:cNvSpPr/>
            <p:nvPr/>
          </p:nvSpPr>
          <p:spPr>
            <a:xfrm rot="0">
              <a:off x="3851" y="1604"/>
              <a:ext cx="31" cy="33"/>
            </a:xfrm>
            <a:custGeom>
              <a:avLst/>
              <a:ahLst/>
              <a:rect l="0" t="0" r="r" b="b"/>
              <a:pathLst>
                <a:path w="93" h="99">
                  <a:moveTo>
                    <a:pt x="53" y="0"/>
                  </a:moveTo>
                  <a:lnTo>
                    <a:pt x="27" y="16"/>
                  </a:lnTo>
                  <a:lnTo>
                    <a:pt x="0" y="32"/>
                  </a:lnTo>
                  <a:lnTo>
                    <a:pt x="40" y="99"/>
                  </a:lnTo>
                  <a:lnTo>
                    <a:pt x="67" y="83"/>
                  </a:lnTo>
                  <a:lnTo>
                    <a:pt x="93" y="68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30" name=""/>
            <p:cNvSpPr/>
            <p:nvPr/>
          </p:nvSpPr>
          <p:spPr>
            <a:xfrm rot="0">
              <a:off x="3851" y="1604"/>
              <a:ext cx="31" cy="33"/>
            </a:xfrm>
            <a:custGeom>
              <a:avLst/>
              <a:ahLst/>
              <a:rect l="0" t="0" r="r" b="b"/>
              <a:pathLst>
                <a:path w="93" h="99">
                  <a:moveTo>
                    <a:pt x="53" y="0"/>
                  </a:moveTo>
                  <a:lnTo>
                    <a:pt x="27" y="16"/>
                  </a:lnTo>
                  <a:lnTo>
                    <a:pt x="0" y="32"/>
                  </a:lnTo>
                  <a:lnTo>
                    <a:pt x="40" y="99"/>
                  </a:lnTo>
                  <a:lnTo>
                    <a:pt x="67" y="83"/>
                  </a:lnTo>
                  <a:lnTo>
                    <a:pt x="93" y="68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31" name=""/>
            <p:cNvSpPr/>
            <p:nvPr/>
          </p:nvSpPr>
          <p:spPr>
            <a:xfrm rot="0">
              <a:off x="3864" y="1632"/>
              <a:ext cx="9" cy="5"/>
            </a:xfrm>
            <a:custGeom>
              <a:avLst/>
              <a:ahLst/>
              <a:rect l="0" t="0" r="r" b="b"/>
              <a:pathLst>
                <a:path w="27" h="17">
                  <a:moveTo>
                    <a:pt x="27" y="0"/>
                  </a:moveTo>
                  <a:lnTo>
                    <a:pt x="0" y="16"/>
                  </a:lnTo>
                  <a:lnTo>
                    <a:pt x="0" y="17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32" name=""/>
            <p:cNvSpPr/>
            <p:nvPr/>
          </p:nvSpPr>
          <p:spPr>
            <a:xfrm rot="0">
              <a:off x="3864" y="1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33" name=""/>
            <p:cNvSpPr/>
            <p:nvPr/>
          </p:nvSpPr>
          <p:spPr>
            <a:xfrm rot="0">
              <a:off x="3864" y="1626"/>
              <a:ext cx="32" cy="34"/>
            </a:xfrm>
            <a:custGeom>
              <a:avLst/>
              <a:ahLst/>
              <a:rect l="0" t="0" r="r" b="b"/>
              <a:pathLst>
                <a:path w="95" h="100">
                  <a:moveTo>
                    <a:pt x="53" y="0"/>
                  </a:moveTo>
                  <a:lnTo>
                    <a:pt x="27" y="16"/>
                  </a:lnTo>
                  <a:lnTo>
                    <a:pt x="0" y="33"/>
                  </a:lnTo>
                  <a:lnTo>
                    <a:pt x="42" y="100"/>
                  </a:lnTo>
                  <a:lnTo>
                    <a:pt x="69" y="83"/>
                  </a:lnTo>
                  <a:lnTo>
                    <a:pt x="95" y="66"/>
                  </a:lnTo>
                  <a:lnTo>
                    <a:pt x="5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34" name=""/>
            <p:cNvSpPr/>
            <p:nvPr/>
          </p:nvSpPr>
          <p:spPr>
            <a:xfrm rot="0">
              <a:off x="3864" y="1626"/>
              <a:ext cx="32" cy="34"/>
            </a:xfrm>
            <a:custGeom>
              <a:avLst/>
              <a:ahLst/>
              <a:rect l="0" t="0" r="r" b="b"/>
              <a:pathLst>
                <a:path w="95" h="100">
                  <a:moveTo>
                    <a:pt x="53" y="0"/>
                  </a:moveTo>
                  <a:lnTo>
                    <a:pt x="27" y="16"/>
                  </a:lnTo>
                  <a:lnTo>
                    <a:pt x="0" y="33"/>
                  </a:lnTo>
                  <a:lnTo>
                    <a:pt x="42" y="100"/>
                  </a:lnTo>
                  <a:lnTo>
                    <a:pt x="69" y="83"/>
                  </a:lnTo>
                  <a:lnTo>
                    <a:pt x="95" y="66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35" name=""/>
            <p:cNvSpPr/>
            <p:nvPr/>
          </p:nvSpPr>
          <p:spPr>
            <a:xfrm rot="0">
              <a:off x="3878" y="1654"/>
              <a:ext cx="9" cy="6"/>
            </a:xfrm>
            <a:custGeom>
              <a:avLst/>
              <a:ahLst/>
              <a:rect l="0" t="0" r="r" b="b"/>
              <a:pathLst>
                <a:path w="27" h="17">
                  <a:moveTo>
                    <a:pt x="27" y="0"/>
                  </a:moveTo>
                  <a:lnTo>
                    <a:pt x="0" y="17"/>
                  </a:lnTo>
                  <a:lnTo>
                    <a:pt x="2" y="17"/>
                  </a:lnTo>
                  <a:lnTo>
                    <a:pt x="2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36" name=""/>
            <p:cNvSpPr/>
            <p:nvPr/>
          </p:nvSpPr>
          <p:spPr>
            <a:xfrm rot="0">
              <a:off x="3878" y="16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37" name=""/>
            <p:cNvSpPr/>
            <p:nvPr/>
          </p:nvSpPr>
          <p:spPr>
            <a:xfrm rot="0">
              <a:off x="3879" y="1648"/>
              <a:ext cx="30" cy="33"/>
            </a:xfrm>
            <a:custGeom>
              <a:avLst/>
              <a:ahLst/>
              <a:rect l="0" t="0" r="r" b="b"/>
              <a:pathLst>
                <a:path w="92" h="98">
                  <a:moveTo>
                    <a:pt x="50" y="0"/>
                  </a:moveTo>
                  <a:lnTo>
                    <a:pt x="25" y="17"/>
                  </a:lnTo>
                  <a:lnTo>
                    <a:pt x="0" y="34"/>
                  </a:lnTo>
                  <a:lnTo>
                    <a:pt x="42" y="98"/>
                  </a:lnTo>
                  <a:lnTo>
                    <a:pt x="67" y="81"/>
                  </a:lnTo>
                  <a:lnTo>
                    <a:pt x="92" y="64"/>
                  </a:lnTo>
                  <a:lnTo>
                    <a:pt x="5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38" name=""/>
            <p:cNvSpPr/>
            <p:nvPr/>
          </p:nvSpPr>
          <p:spPr>
            <a:xfrm rot="0">
              <a:off x="3879" y="1648"/>
              <a:ext cx="30" cy="33"/>
            </a:xfrm>
            <a:custGeom>
              <a:avLst/>
              <a:ahLst/>
              <a:rect l="0" t="0" r="r" b="b"/>
              <a:pathLst>
                <a:path w="92" h="98">
                  <a:moveTo>
                    <a:pt x="50" y="0"/>
                  </a:moveTo>
                  <a:lnTo>
                    <a:pt x="25" y="17"/>
                  </a:lnTo>
                  <a:lnTo>
                    <a:pt x="0" y="34"/>
                  </a:lnTo>
                  <a:lnTo>
                    <a:pt x="42" y="98"/>
                  </a:lnTo>
                  <a:lnTo>
                    <a:pt x="67" y="81"/>
                  </a:lnTo>
                  <a:lnTo>
                    <a:pt x="92" y="64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39" name=""/>
            <p:cNvSpPr/>
            <p:nvPr/>
          </p:nvSpPr>
          <p:spPr>
            <a:xfrm rot="0">
              <a:off x="3893" y="1675"/>
              <a:ext cx="8" cy="6"/>
            </a:xfrm>
            <a:custGeom>
              <a:avLst/>
              <a:ahLst/>
              <a:rect l="0" t="0" r="r" b="b"/>
              <a:pathLst>
                <a:path w="25" h="18">
                  <a:moveTo>
                    <a:pt x="25" y="0"/>
                  </a:moveTo>
                  <a:lnTo>
                    <a:pt x="0" y="17"/>
                  </a:lnTo>
                  <a:lnTo>
                    <a:pt x="0" y="18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40" name=""/>
            <p:cNvSpPr/>
            <p:nvPr/>
          </p:nvSpPr>
          <p:spPr>
            <a:xfrm rot="0">
              <a:off x="3893" y="1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41" name=""/>
            <p:cNvSpPr/>
            <p:nvPr/>
          </p:nvSpPr>
          <p:spPr>
            <a:xfrm rot="0">
              <a:off x="3893" y="1669"/>
              <a:ext cx="31" cy="33"/>
            </a:xfrm>
            <a:custGeom>
              <a:avLst/>
              <a:ahLst/>
              <a:rect l="0" t="0" r="r" b="b"/>
              <a:pathLst>
                <a:path w="95" h="97">
                  <a:moveTo>
                    <a:pt x="50" y="0"/>
                  </a:moveTo>
                  <a:lnTo>
                    <a:pt x="25" y="18"/>
                  </a:lnTo>
                  <a:lnTo>
                    <a:pt x="0" y="36"/>
                  </a:lnTo>
                  <a:lnTo>
                    <a:pt x="44" y="97"/>
                  </a:lnTo>
                  <a:lnTo>
                    <a:pt x="70" y="79"/>
                  </a:lnTo>
                  <a:lnTo>
                    <a:pt x="95" y="61"/>
                  </a:lnTo>
                  <a:lnTo>
                    <a:pt x="5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42" name=""/>
            <p:cNvSpPr/>
            <p:nvPr/>
          </p:nvSpPr>
          <p:spPr>
            <a:xfrm rot="0">
              <a:off x="3893" y="1669"/>
              <a:ext cx="31" cy="33"/>
            </a:xfrm>
            <a:custGeom>
              <a:avLst/>
              <a:ahLst/>
              <a:rect l="0" t="0" r="r" b="b"/>
              <a:pathLst>
                <a:path w="95" h="97">
                  <a:moveTo>
                    <a:pt x="50" y="0"/>
                  </a:moveTo>
                  <a:lnTo>
                    <a:pt x="25" y="18"/>
                  </a:lnTo>
                  <a:lnTo>
                    <a:pt x="0" y="36"/>
                  </a:lnTo>
                  <a:lnTo>
                    <a:pt x="44" y="97"/>
                  </a:lnTo>
                  <a:lnTo>
                    <a:pt x="70" y="79"/>
                  </a:lnTo>
                  <a:lnTo>
                    <a:pt x="95" y="61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43" name=""/>
            <p:cNvSpPr/>
            <p:nvPr/>
          </p:nvSpPr>
          <p:spPr>
            <a:xfrm rot="0">
              <a:off x="3907" y="1696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26" y="0"/>
                  </a:moveTo>
                  <a:lnTo>
                    <a:pt x="0" y="18"/>
                  </a:lnTo>
                  <a:lnTo>
                    <a:pt x="2" y="18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44" name=""/>
            <p:cNvSpPr/>
            <p:nvPr/>
          </p:nvSpPr>
          <p:spPr>
            <a:xfrm rot="0">
              <a:off x="3907" y="17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45" name=""/>
            <p:cNvSpPr/>
            <p:nvPr/>
          </p:nvSpPr>
          <p:spPr>
            <a:xfrm rot="0">
              <a:off x="3908" y="1690"/>
              <a:ext cx="31" cy="32"/>
            </a:xfrm>
            <a:custGeom>
              <a:avLst/>
              <a:ahLst/>
              <a:rect l="0" t="0" r="r" b="b"/>
              <a:pathLst>
                <a:path w="92" h="96">
                  <a:moveTo>
                    <a:pt x="48" y="0"/>
                  </a:moveTo>
                  <a:lnTo>
                    <a:pt x="24" y="18"/>
                  </a:lnTo>
                  <a:lnTo>
                    <a:pt x="0" y="36"/>
                  </a:lnTo>
                  <a:lnTo>
                    <a:pt x="44" y="96"/>
                  </a:lnTo>
                  <a:lnTo>
                    <a:pt x="68" y="78"/>
                  </a:lnTo>
                  <a:lnTo>
                    <a:pt x="92" y="60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46" name=""/>
            <p:cNvSpPr/>
            <p:nvPr/>
          </p:nvSpPr>
          <p:spPr>
            <a:xfrm rot="0">
              <a:off x="3908" y="1690"/>
              <a:ext cx="31" cy="32"/>
            </a:xfrm>
            <a:custGeom>
              <a:avLst/>
              <a:ahLst/>
              <a:rect l="0" t="0" r="r" b="b"/>
              <a:pathLst>
                <a:path w="92" h="96">
                  <a:moveTo>
                    <a:pt x="48" y="0"/>
                  </a:moveTo>
                  <a:lnTo>
                    <a:pt x="24" y="18"/>
                  </a:lnTo>
                  <a:lnTo>
                    <a:pt x="0" y="36"/>
                  </a:lnTo>
                  <a:lnTo>
                    <a:pt x="44" y="96"/>
                  </a:lnTo>
                  <a:lnTo>
                    <a:pt x="68" y="78"/>
                  </a:lnTo>
                  <a:lnTo>
                    <a:pt x="92" y="60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47" name=""/>
            <p:cNvSpPr/>
            <p:nvPr/>
          </p:nvSpPr>
          <p:spPr>
            <a:xfrm rot="0">
              <a:off x="3923" y="1716"/>
              <a:ext cx="8" cy="6"/>
            </a:xfrm>
            <a:custGeom>
              <a:avLst/>
              <a:ahLst/>
              <a:rect l="0" t="0" r="r" b="b"/>
              <a:pathLst>
                <a:path w="24" h="20">
                  <a:moveTo>
                    <a:pt x="24" y="0"/>
                  </a:moveTo>
                  <a:lnTo>
                    <a:pt x="0" y="18"/>
                  </a:lnTo>
                  <a:lnTo>
                    <a:pt x="0" y="20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48" name=""/>
            <p:cNvSpPr/>
            <p:nvPr/>
          </p:nvSpPr>
          <p:spPr>
            <a:xfrm rot="0">
              <a:off x="3923" y="17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49" name=""/>
            <p:cNvSpPr/>
            <p:nvPr/>
          </p:nvSpPr>
          <p:spPr>
            <a:xfrm rot="0">
              <a:off x="3923" y="1709"/>
              <a:ext cx="31" cy="32"/>
            </a:xfrm>
            <a:custGeom>
              <a:avLst/>
              <a:ahLst/>
              <a:rect l="0" t="0" r="r" b="b"/>
              <a:pathLst>
                <a:path w="94" h="94">
                  <a:moveTo>
                    <a:pt x="48" y="0"/>
                  </a:moveTo>
                  <a:lnTo>
                    <a:pt x="24" y="19"/>
                  </a:lnTo>
                  <a:lnTo>
                    <a:pt x="0" y="39"/>
                  </a:lnTo>
                  <a:lnTo>
                    <a:pt x="46" y="94"/>
                  </a:lnTo>
                  <a:lnTo>
                    <a:pt x="70" y="75"/>
                  </a:lnTo>
                  <a:lnTo>
                    <a:pt x="94" y="56"/>
                  </a:lnTo>
                  <a:lnTo>
                    <a:pt x="4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50" name=""/>
            <p:cNvSpPr/>
            <p:nvPr/>
          </p:nvSpPr>
          <p:spPr>
            <a:xfrm rot="0">
              <a:off x="3923" y="1709"/>
              <a:ext cx="31" cy="32"/>
            </a:xfrm>
            <a:custGeom>
              <a:avLst/>
              <a:ahLst/>
              <a:rect l="0" t="0" r="r" b="b"/>
              <a:pathLst>
                <a:path w="94" h="94">
                  <a:moveTo>
                    <a:pt x="48" y="0"/>
                  </a:moveTo>
                  <a:lnTo>
                    <a:pt x="24" y="19"/>
                  </a:lnTo>
                  <a:lnTo>
                    <a:pt x="0" y="39"/>
                  </a:lnTo>
                  <a:lnTo>
                    <a:pt x="46" y="94"/>
                  </a:lnTo>
                  <a:lnTo>
                    <a:pt x="70" y="75"/>
                  </a:lnTo>
                  <a:lnTo>
                    <a:pt x="94" y="56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51" name=""/>
            <p:cNvSpPr/>
            <p:nvPr/>
          </p:nvSpPr>
          <p:spPr>
            <a:xfrm rot="0">
              <a:off x="3938" y="1734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24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52" name=""/>
            <p:cNvSpPr/>
            <p:nvPr/>
          </p:nvSpPr>
          <p:spPr>
            <a:xfrm rot="0">
              <a:off x="3938" y="17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53" name=""/>
            <p:cNvSpPr/>
            <p:nvPr/>
          </p:nvSpPr>
          <p:spPr>
            <a:xfrm rot="0">
              <a:off x="3938" y="1727"/>
              <a:ext cx="31" cy="32"/>
            </a:xfrm>
            <a:custGeom>
              <a:avLst/>
              <a:ahLst/>
              <a:rect l="0" t="0" r="r" b="b"/>
              <a:pathLst>
                <a:path w="92" h="94">
                  <a:moveTo>
                    <a:pt x="46" y="0"/>
                  </a:moveTo>
                  <a:lnTo>
                    <a:pt x="23" y="21"/>
                  </a:lnTo>
                  <a:lnTo>
                    <a:pt x="0" y="41"/>
                  </a:lnTo>
                  <a:lnTo>
                    <a:pt x="46" y="94"/>
                  </a:lnTo>
                  <a:lnTo>
                    <a:pt x="69" y="74"/>
                  </a:lnTo>
                  <a:lnTo>
                    <a:pt x="92" y="53"/>
                  </a:lnTo>
                  <a:lnTo>
                    <a:pt x="4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54" name=""/>
            <p:cNvSpPr/>
            <p:nvPr/>
          </p:nvSpPr>
          <p:spPr>
            <a:xfrm rot="0">
              <a:off x="3938" y="1727"/>
              <a:ext cx="31" cy="32"/>
            </a:xfrm>
            <a:custGeom>
              <a:avLst/>
              <a:ahLst/>
              <a:rect l="0" t="0" r="r" b="b"/>
              <a:pathLst>
                <a:path w="92" h="94">
                  <a:moveTo>
                    <a:pt x="46" y="0"/>
                  </a:moveTo>
                  <a:lnTo>
                    <a:pt x="23" y="21"/>
                  </a:lnTo>
                  <a:lnTo>
                    <a:pt x="0" y="41"/>
                  </a:lnTo>
                  <a:lnTo>
                    <a:pt x="46" y="94"/>
                  </a:lnTo>
                  <a:lnTo>
                    <a:pt x="69" y="74"/>
                  </a:lnTo>
                  <a:lnTo>
                    <a:pt x="92" y="53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55" name=""/>
            <p:cNvSpPr/>
            <p:nvPr/>
          </p:nvSpPr>
          <p:spPr>
            <a:xfrm rot="0">
              <a:off x="3954" y="1752"/>
              <a:ext cx="7" cy="7"/>
            </a:xfrm>
            <a:custGeom>
              <a:avLst/>
              <a:ahLst/>
              <a:rect l="0" t="0" r="r" b="b"/>
              <a:pathLst>
                <a:path w="23" h="22">
                  <a:moveTo>
                    <a:pt x="23" y="0"/>
                  </a:moveTo>
                  <a:lnTo>
                    <a:pt x="0" y="20"/>
                  </a:lnTo>
                  <a:lnTo>
                    <a:pt x="1" y="22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56" name=""/>
            <p:cNvSpPr/>
            <p:nvPr/>
          </p:nvSpPr>
          <p:spPr>
            <a:xfrm rot="0">
              <a:off x="3954" y="17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57" name=""/>
            <p:cNvSpPr/>
            <p:nvPr/>
          </p:nvSpPr>
          <p:spPr>
            <a:xfrm rot="0">
              <a:off x="3954" y="1745"/>
              <a:ext cx="31" cy="31"/>
            </a:xfrm>
            <a:custGeom>
              <a:avLst/>
              <a:ahLst/>
              <a:rect l="0" t="0" r="r" b="b"/>
              <a:pathLst>
                <a:path w="92" h="93">
                  <a:moveTo>
                    <a:pt x="44" y="0"/>
                  </a:moveTo>
                  <a:lnTo>
                    <a:pt x="22" y="22"/>
                  </a:lnTo>
                  <a:lnTo>
                    <a:pt x="0" y="44"/>
                  </a:lnTo>
                  <a:lnTo>
                    <a:pt x="48" y="93"/>
                  </a:lnTo>
                  <a:lnTo>
                    <a:pt x="70" y="71"/>
                  </a:lnTo>
                  <a:lnTo>
                    <a:pt x="92" y="50"/>
                  </a:lnTo>
                  <a:lnTo>
                    <a:pt x="4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58" name=""/>
            <p:cNvSpPr/>
            <p:nvPr/>
          </p:nvSpPr>
          <p:spPr>
            <a:xfrm rot="0">
              <a:off x="3954" y="1745"/>
              <a:ext cx="31" cy="31"/>
            </a:xfrm>
            <a:custGeom>
              <a:avLst/>
              <a:ahLst/>
              <a:rect l="0" t="0" r="r" b="b"/>
              <a:pathLst>
                <a:path w="92" h="93">
                  <a:moveTo>
                    <a:pt x="44" y="0"/>
                  </a:moveTo>
                  <a:lnTo>
                    <a:pt x="22" y="22"/>
                  </a:lnTo>
                  <a:lnTo>
                    <a:pt x="0" y="44"/>
                  </a:lnTo>
                  <a:lnTo>
                    <a:pt x="48" y="93"/>
                  </a:lnTo>
                  <a:lnTo>
                    <a:pt x="70" y="71"/>
                  </a:lnTo>
                  <a:lnTo>
                    <a:pt x="92" y="50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59" name=""/>
            <p:cNvSpPr/>
            <p:nvPr/>
          </p:nvSpPr>
          <p:spPr>
            <a:xfrm rot="0">
              <a:off x="3970" y="1768"/>
              <a:ext cx="7" cy="8"/>
            </a:xfrm>
            <a:custGeom>
              <a:avLst/>
              <a:ahLst/>
              <a:rect l="0" t="0" r="r" b="b"/>
              <a:pathLst>
                <a:path w="22" h="22">
                  <a:moveTo>
                    <a:pt x="22" y="0"/>
                  </a:moveTo>
                  <a:lnTo>
                    <a:pt x="0" y="22"/>
                  </a:lnTo>
                  <a:lnTo>
                    <a:pt x="0" y="22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60" name=""/>
            <p:cNvSpPr/>
            <p:nvPr/>
          </p:nvSpPr>
          <p:spPr>
            <a:xfrm rot="0">
              <a:off x="3970" y="17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61" name=""/>
            <p:cNvSpPr/>
            <p:nvPr/>
          </p:nvSpPr>
          <p:spPr>
            <a:xfrm rot="0">
              <a:off x="3970" y="1761"/>
              <a:ext cx="30" cy="30"/>
            </a:xfrm>
            <a:custGeom>
              <a:avLst/>
              <a:ahLst/>
              <a:rect l="0" t="0" r="r" b="b"/>
              <a:pathLst>
                <a:path w="91" h="89">
                  <a:moveTo>
                    <a:pt x="44" y="0"/>
                  </a:moveTo>
                  <a:lnTo>
                    <a:pt x="22" y="21"/>
                  </a:lnTo>
                  <a:lnTo>
                    <a:pt x="0" y="43"/>
                  </a:lnTo>
                  <a:lnTo>
                    <a:pt x="47" y="89"/>
                  </a:lnTo>
                  <a:lnTo>
                    <a:pt x="69" y="67"/>
                  </a:lnTo>
                  <a:lnTo>
                    <a:pt x="91" y="45"/>
                  </a:lnTo>
                  <a:lnTo>
                    <a:pt x="4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62" name=""/>
            <p:cNvSpPr/>
            <p:nvPr/>
          </p:nvSpPr>
          <p:spPr>
            <a:xfrm rot="0">
              <a:off x="3970" y="1761"/>
              <a:ext cx="30" cy="30"/>
            </a:xfrm>
            <a:custGeom>
              <a:avLst/>
              <a:ahLst/>
              <a:rect l="0" t="0" r="r" b="b"/>
              <a:pathLst>
                <a:path w="91" h="89">
                  <a:moveTo>
                    <a:pt x="44" y="0"/>
                  </a:moveTo>
                  <a:lnTo>
                    <a:pt x="22" y="21"/>
                  </a:lnTo>
                  <a:lnTo>
                    <a:pt x="0" y="43"/>
                  </a:lnTo>
                  <a:lnTo>
                    <a:pt x="47" y="89"/>
                  </a:lnTo>
                  <a:lnTo>
                    <a:pt x="69" y="67"/>
                  </a:lnTo>
                  <a:lnTo>
                    <a:pt x="91" y="45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63" name=""/>
            <p:cNvSpPr/>
            <p:nvPr/>
          </p:nvSpPr>
          <p:spPr>
            <a:xfrm rot="0">
              <a:off x="3986" y="1784"/>
              <a:ext cx="7" cy="7"/>
            </a:xfrm>
            <a:custGeom>
              <a:avLst/>
              <a:ahLst/>
              <a:rect l="0" t="0" r="r" b="b"/>
              <a:pathLst>
                <a:path w="22" h="23">
                  <a:moveTo>
                    <a:pt x="22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64" name=""/>
            <p:cNvSpPr/>
            <p:nvPr/>
          </p:nvSpPr>
          <p:spPr>
            <a:xfrm rot="0">
              <a:off x="3986" y="1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65" name=""/>
            <p:cNvSpPr/>
            <p:nvPr/>
          </p:nvSpPr>
          <p:spPr>
            <a:xfrm rot="0">
              <a:off x="3986" y="1776"/>
              <a:ext cx="22" cy="22"/>
            </a:xfrm>
            <a:custGeom>
              <a:avLst/>
              <a:ahLst/>
              <a:rect l="0" t="0" r="r" b="b"/>
              <a:pathLst>
                <a:path w="65" h="66">
                  <a:moveTo>
                    <a:pt x="41" y="0"/>
                  </a:moveTo>
                  <a:lnTo>
                    <a:pt x="20" y="23"/>
                  </a:lnTo>
                  <a:lnTo>
                    <a:pt x="0" y="46"/>
                  </a:lnTo>
                  <a:lnTo>
                    <a:pt x="24" y="66"/>
                  </a:lnTo>
                  <a:lnTo>
                    <a:pt x="44" y="44"/>
                  </a:lnTo>
                  <a:lnTo>
                    <a:pt x="65" y="21"/>
                  </a:lnTo>
                  <a:lnTo>
                    <a:pt x="4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66" name=""/>
            <p:cNvSpPr/>
            <p:nvPr/>
          </p:nvSpPr>
          <p:spPr>
            <a:xfrm rot="0">
              <a:off x="3986" y="1776"/>
              <a:ext cx="22" cy="22"/>
            </a:xfrm>
            <a:custGeom>
              <a:avLst/>
              <a:ahLst/>
              <a:rect l="0" t="0" r="r" b="b"/>
              <a:pathLst>
                <a:path w="65" h="66">
                  <a:moveTo>
                    <a:pt x="41" y="0"/>
                  </a:moveTo>
                  <a:lnTo>
                    <a:pt x="20" y="23"/>
                  </a:lnTo>
                  <a:lnTo>
                    <a:pt x="0" y="46"/>
                  </a:lnTo>
                  <a:lnTo>
                    <a:pt x="24" y="66"/>
                  </a:lnTo>
                  <a:lnTo>
                    <a:pt x="44" y="44"/>
                  </a:lnTo>
                  <a:lnTo>
                    <a:pt x="65" y="21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67" name=""/>
            <p:cNvSpPr/>
            <p:nvPr/>
          </p:nvSpPr>
          <p:spPr>
            <a:xfrm rot="0">
              <a:off x="3994" y="1791"/>
              <a:ext cx="7" cy="8"/>
            </a:xfrm>
            <a:custGeom>
              <a:avLst/>
              <a:ahLst/>
              <a:rect l="0" t="0" r="r" b="b"/>
              <a:pathLst>
                <a:path w="20" h="24">
                  <a:moveTo>
                    <a:pt x="20" y="0"/>
                  </a:moveTo>
                  <a:lnTo>
                    <a:pt x="0" y="22"/>
                  </a:lnTo>
                  <a:lnTo>
                    <a:pt x="2" y="24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68" name=""/>
            <p:cNvSpPr/>
            <p:nvPr/>
          </p:nvSpPr>
          <p:spPr>
            <a:xfrm rot="0">
              <a:off x="3994" y="17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69" name=""/>
            <p:cNvSpPr/>
            <p:nvPr/>
          </p:nvSpPr>
          <p:spPr>
            <a:xfrm rot="0">
              <a:off x="3995" y="1782"/>
              <a:ext cx="21" cy="23"/>
            </a:xfrm>
            <a:custGeom>
              <a:avLst/>
              <a:ahLst/>
              <a:rect l="0" t="0" r="r" b="b"/>
              <a:pathLst>
                <a:path w="62" h="68">
                  <a:moveTo>
                    <a:pt x="36" y="0"/>
                  </a:moveTo>
                  <a:lnTo>
                    <a:pt x="18" y="25"/>
                  </a:lnTo>
                  <a:lnTo>
                    <a:pt x="0" y="49"/>
                  </a:lnTo>
                  <a:lnTo>
                    <a:pt x="25" y="68"/>
                  </a:lnTo>
                  <a:lnTo>
                    <a:pt x="43" y="44"/>
                  </a:lnTo>
                  <a:lnTo>
                    <a:pt x="62" y="20"/>
                  </a:lnTo>
                  <a:lnTo>
                    <a:pt x="3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70" name=""/>
            <p:cNvSpPr/>
            <p:nvPr/>
          </p:nvSpPr>
          <p:spPr>
            <a:xfrm rot="0">
              <a:off x="3995" y="1782"/>
              <a:ext cx="21" cy="23"/>
            </a:xfrm>
            <a:custGeom>
              <a:avLst/>
              <a:ahLst/>
              <a:rect l="0" t="0" r="r" b="b"/>
              <a:pathLst>
                <a:path w="62" h="68">
                  <a:moveTo>
                    <a:pt x="36" y="0"/>
                  </a:moveTo>
                  <a:lnTo>
                    <a:pt x="18" y="25"/>
                  </a:lnTo>
                  <a:lnTo>
                    <a:pt x="0" y="49"/>
                  </a:lnTo>
                  <a:lnTo>
                    <a:pt x="25" y="68"/>
                  </a:lnTo>
                  <a:lnTo>
                    <a:pt x="43" y="44"/>
                  </a:lnTo>
                  <a:lnTo>
                    <a:pt x="62" y="20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71" name=""/>
            <p:cNvSpPr/>
            <p:nvPr/>
          </p:nvSpPr>
          <p:spPr>
            <a:xfrm rot="0">
              <a:off x="4003" y="1797"/>
              <a:ext cx="6" cy="8"/>
            </a:xfrm>
            <a:custGeom>
              <a:avLst/>
              <a:ahLst/>
              <a:rect l="0" t="0" r="r" b="b"/>
              <a:pathLst>
                <a:path w="18" h="24">
                  <a:moveTo>
                    <a:pt x="18" y="0"/>
                  </a:moveTo>
                  <a:lnTo>
                    <a:pt x="0" y="24"/>
                  </a:lnTo>
                  <a:lnTo>
                    <a:pt x="0" y="24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72" name=""/>
            <p:cNvSpPr/>
            <p:nvPr/>
          </p:nvSpPr>
          <p:spPr>
            <a:xfrm rot="0">
              <a:off x="4003" y="18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73" name=""/>
            <p:cNvSpPr/>
            <p:nvPr/>
          </p:nvSpPr>
          <p:spPr>
            <a:xfrm rot="0">
              <a:off x="4003" y="1789"/>
              <a:ext cx="21" cy="22"/>
            </a:xfrm>
            <a:custGeom>
              <a:avLst/>
              <a:ahLst/>
              <a:rect l="0" t="0" r="r" b="b"/>
              <a:pathLst>
                <a:path w="61" h="66">
                  <a:moveTo>
                    <a:pt x="37" y="0"/>
                  </a:moveTo>
                  <a:lnTo>
                    <a:pt x="18" y="24"/>
                  </a:lnTo>
                  <a:lnTo>
                    <a:pt x="0" y="48"/>
                  </a:lnTo>
                  <a:lnTo>
                    <a:pt x="24" y="66"/>
                  </a:lnTo>
                  <a:lnTo>
                    <a:pt x="43" y="42"/>
                  </a:lnTo>
                  <a:lnTo>
                    <a:pt x="61" y="18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74" name=""/>
            <p:cNvSpPr/>
            <p:nvPr/>
          </p:nvSpPr>
          <p:spPr>
            <a:xfrm rot="0">
              <a:off x="4003" y="1789"/>
              <a:ext cx="21" cy="22"/>
            </a:xfrm>
            <a:custGeom>
              <a:avLst/>
              <a:ahLst/>
              <a:rect l="0" t="0" r="r" b="b"/>
              <a:pathLst>
                <a:path w="61" h="66">
                  <a:moveTo>
                    <a:pt x="37" y="0"/>
                  </a:moveTo>
                  <a:lnTo>
                    <a:pt x="18" y="24"/>
                  </a:lnTo>
                  <a:lnTo>
                    <a:pt x="0" y="48"/>
                  </a:lnTo>
                  <a:lnTo>
                    <a:pt x="24" y="66"/>
                  </a:lnTo>
                  <a:lnTo>
                    <a:pt x="43" y="42"/>
                  </a:lnTo>
                  <a:lnTo>
                    <a:pt x="61" y="18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75" name=""/>
            <p:cNvSpPr/>
            <p:nvPr/>
          </p:nvSpPr>
          <p:spPr>
            <a:xfrm rot="0">
              <a:off x="4011" y="1803"/>
              <a:ext cx="7" cy="8"/>
            </a:xfrm>
            <a:custGeom>
              <a:avLst/>
              <a:ahLst/>
              <a:rect l="0" t="0" r="r" b="b"/>
              <a:pathLst>
                <a:path w="19" h="25">
                  <a:moveTo>
                    <a:pt x="19" y="0"/>
                  </a:moveTo>
                  <a:lnTo>
                    <a:pt x="0" y="24"/>
                  </a:lnTo>
                  <a:lnTo>
                    <a:pt x="0" y="25"/>
                  </a:lnTo>
                  <a:lnTo>
                    <a:pt x="1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76" name=""/>
            <p:cNvSpPr/>
            <p:nvPr/>
          </p:nvSpPr>
          <p:spPr>
            <a:xfrm rot="0">
              <a:off x="4011" y="18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77" name=""/>
            <p:cNvSpPr/>
            <p:nvPr/>
          </p:nvSpPr>
          <p:spPr>
            <a:xfrm rot="0">
              <a:off x="4011" y="1795"/>
              <a:ext cx="21" cy="22"/>
            </a:xfrm>
            <a:custGeom>
              <a:avLst/>
              <a:ahLst/>
              <a:rect l="0" t="0" r="r" b="b"/>
              <a:pathLst>
                <a:path w="61" h="67">
                  <a:moveTo>
                    <a:pt x="37" y="0"/>
                  </a:moveTo>
                  <a:lnTo>
                    <a:pt x="19" y="25"/>
                  </a:lnTo>
                  <a:lnTo>
                    <a:pt x="0" y="50"/>
                  </a:lnTo>
                  <a:lnTo>
                    <a:pt x="25" y="67"/>
                  </a:lnTo>
                  <a:lnTo>
                    <a:pt x="43" y="42"/>
                  </a:lnTo>
                  <a:lnTo>
                    <a:pt x="61" y="16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78" name=""/>
            <p:cNvSpPr/>
            <p:nvPr/>
          </p:nvSpPr>
          <p:spPr>
            <a:xfrm rot="0">
              <a:off x="4011" y="1795"/>
              <a:ext cx="21" cy="22"/>
            </a:xfrm>
            <a:custGeom>
              <a:avLst/>
              <a:ahLst/>
              <a:rect l="0" t="0" r="r" b="b"/>
              <a:pathLst>
                <a:path w="61" h="67">
                  <a:moveTo>
                    <a:pt x="37" y="0"/>
                  </a:moveTo>
                  <a:lnTo>
                    <a:pt x="19" y="25"/>
                  </a:lnTo>
                  <a:lnTo>
                    <a:pt x="0" y="50"/>
                  </a:lnTo>
                  <a:lnTo>
                    <a:pt x="25" y="67"/>
                  </a:lnTo>
                  <a:lnTo>
                    <a:pt x="43" y="42"/>
                  </a:lnTo>
                  <a:lnTo>
                    <a:pt x="61" y="16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79" name=""/>
            <p:cNvSpPr/>
            <p:nvPr/>
          </p:nvSpPr>
          <p:spPr>
            <a:xfrm rot="0">
              <a:off x="4020" y="1809"/>
              <a:ext cx="6" cy="8"/>
            </a:xfrm>
            <a:custGeom>
              <a:avLst/>
              <a:ahLst/>
              <a:rect l="0" t="0" r="r" b="b"/>
              <a:pathLst>
                <a:path w="18" h="26">
                  <a:moveTo>
                    <a:pt x="18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80" name=""/>
            <p:cNvSpPr/>
            <p:nvPr/>
          </p:nvSpPr>
          <p:spPr>
            <a:xfrm rot="0">
              <a:off x="4020" y="18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81" name=""/>
            <p:cNvSpPr/>
            <p:nvPr/>
          </p:nvSpPr>
          <p:spPr>
            <a:xfrm rot="0">
              <a:off x="4020" y="1800"/>
              <a:ext cx="19" cy="23"/>
            </a:xfrm>
            <a:custGeom>
              <a:avLst/>
              <a:ahLst/>
              <a:rect l="0" t="0" r="r" b="b"/>
              <a:pathLst>
                <a:path w="57" h="69">
                  <a:moveTo>
                    <a:pt x="31" y="0"/>
                  </a:moveTo>
                  <a:lnTo>
                    <a:pt x="16" y="27"/>
                  </a:lnTo>
                  <a:lnTo>
                    <a:pt x="0" y="53"/>
                  </a:lnTo>
                  <a:lnTo>
                    <a:pt x="25" y="69"/>
                  </a:lnTo>
                  <a:lnTo>
                    <a:pt x="41" y="42"/>
                  </a:lnTo>
                  <a:lnTo>
                    <a:pt x="57" y="16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82" name=""/>
            <p:cNvSpPr/>
            <p:nvPr/>
          </p:nvSpPr>
          <p:spPr>
            <a:xfrm rot="0">
              <a:off x="4020" y="1800"/>
              <a:ext cx="19" cy="23"/>
            </a:xfrm>
            <a:custGeom>
              <a:avLst/>
              <a:ahLst/>
              <a:rect l="0" t="0" r="r" b="b"/>
              <a:pathLst>
                <a:path w="57" h="69">
                  <a:moveTo>
                    <a:pt x="31" y="0"/>
                  </a:moveTo>
                  <a:lnTo>
                    <a:pt x="16" y="27"/>
                  </a:lnTo>
                  <a:lnTo>
                    <a:pt x="0" y="53"/>
                  </a:lnTo>
                  <a:lnTo>
                    <a:pt x="25" y="69"/>
                  </a:lnTo>
                  <a:lnTo>
                    <a:pt x="41" y="42"/>
                  </a:lnTo>
                  <a:lnTo>
                    <a:pt x="57" y="16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83" name=""/>
            <p:cNvSpPr/>
            <p:nvPr/>
          </p:nvSpPr>
          <p:spPr>
            <a:xfrm rot="0">
              <a:off x="4029" y="1814"/>
              <a:ext cx="5" cy="9"/>
            </a:xfrm>
            <a:custGeom>
              <a:avLst/>
              <a:ahLst/>
              <a:rect l="0" t="0" r="r" b="b"/>
              <a:pathLst>
                <a:path w="16" h="27">
                  <a:moveTo>
                    <a:pt x="16" y="0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1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84" name=""/>
            <p:cNvSpPr/>
            <p:nvPr/>
          </p:nvSpPr>
          <p:spPr>
            <a:xfrm rot="0">
              <a:off x="4029" y="1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85" name=""/>
            <p:cNvSpPr/>
            <p:nvPr/>
          </p:nvSpPr>
          <p:spPr>
            <a:xfrm rot="0">
              <a:off x="4029" y="1805"/>
              <a:ext cx="18" cy="22"/>
            </a:xfrm>
            <a:custGeom>
              <a:avLst/>
              <a:ahLst/>
              <a:rect l="0" t="0" r="r" b="b"/>
              <a:pathLst>
                <a:path w="56" h="67">
                  <a:moveTo>
                    <a:pt x="32" y="0"/>
                  </a:moveTo>
                  <a:lnTo>
                    <a:pt x="16" y="26"/>
                  </a:lnTo>
                  <a:lnTo>
                    <a:pt x="0" y="53"/>
                  </a:lnTo>
                  <a:lnTo>
                    <a:pt x="24" y="67"/>
                  </a:lnTo>
                  <a:lnTo>
                    <a:pt x="40" y="41"/>
                  </a:lnTo>
                  <a:lnTo>
                    <a:pt x="56" y="14"/>
                  </a:lnTo>
                  <a:lnTo>
                    <a:pt x="3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86" name=""/>
            <p:cNvSpPr/>
            <p:nvPr/>
          </p:nvSpPr>
          <p:spPr>
            <a:xfrm rot="0">
              <a:off x="4029" y="1805"/>
              <a:ext cx="18" cy="22"/>
            </a:xfrm>
            <a:custGeom>
              <a:avLst/>
              <a:ahLst/>
              <a:rect l="0" t="0" r="r" b="b"/>
              <a:pathLst>
                <a:path w="56" h="67">
                  <a:moveTo>
                    <a:pt x="32" y="0"/>
                  </a:moveTo>
                  <a:lnTo>
                    <a:pt x="16" y="26"/>
                  </a:lnTo>
                  <a:lnTo>
                    <a:pt x="0" y="53"/>
                  </a:lnTo>
                  <a:lnTo>
                    <a:pt x="24" y="67"/>
                  </a:lnTo>
                  <a:lnTo>
                    <a:pt x="40" y="41"/>
                  </a:lnTo>
                  <a:lnTo>
                    <a:pt x="56" y="14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87" name=""/>
            <p:cNvSpPr/>
            <p:nvPr/>
          </p:nvSpPr>
          <p:spPr>
            <a:xfrm rot="0">
              <a:off x="4037" y="1819"/>
              <a:ext cx="5" cy="9"/>
            </a:xfrm>
            <a:custGeom>
              <a:avLst/>
              <a:ahLst/>
              <a:rect l="0" t="0" r="r" b="b"/>
              <a:pathLst>
                <a:path w="16" h="28">
                  <a:moveTo>
                    <a:pt x="16" y="0"/>
                  </a:moveTo>
                  <a:lnTo>
                    <a:pt x="0" y="26"/>
                  </a:lnTo>
                  <a:lnTo>
                    <a:pt x="2" y="28"/>
                  </a:lnTo>
                  <a:lnTo>
                    <a:pt x="1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88" name=""/>
            <p:cNvSpPr/>
            <p:nvPr/>
          </p:nvSpPr>
          <p:spPr>
            <a:xfrm rot="0">
              <a:off x="4037" y="18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89" name=""/>
            <p:cNvSpPr/>
            <p:nvPr/>
          </p:nvSpPr>
          <p:spPr>
            <a:xfrm rot="0">
              <a:off x="4037" y="1809"/>
              <a:ext cx="18" cy="23"/>
            </a:xfrm>
            <a:custGeom>
              <a:avLst/>
              <a:ahLst/>
              <a:rect l="0" t="0" r="r" b="b"/>
              <a:pathLst>
                <a:path w="54" h="69">
                  <a:moveTo>
                    <a:pt x="29" y="0"/>
                  </a:moveTo>
                  <a:lnTo>
                    <a:pt x="14" y="28"/>
                  </a:lnTo>
                  <a:lnTo>
                    <a:pt x="0" y="56"/>
                  </a:lnTo>
                  <a:lnTo>
                    <a:pt x="25" y="69"/>
                  </a:lnTo>
                  <a:lnTo>
                    <a:pt x="39" y="41"/>
                  </a:lnTo>
                  <a:lnTo>
                    <a:pt x="54" y="13"/>
                  </a:lnTo>
                  <a:lnTo>
                    <a:pt x="2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90" name=""/>
            <p:cNvSpPr/>
            <p:nvPr/>
          </p:nvSpPr>
          <p:spPr>
            <a:xfrm rot="0">
              <a:off x="4037" y="1809"/>
              <a:ext cx="18" cy="23"/>
            </a:xfrm>
            <a:custGeom>
              <a:avLst/>
              <a:ahLst/>
              <a:rect l="0" t="0" r="r" b="b"/>
              <a:pathLst>
                <a:path w="54" h="69">
                  <a:moveTo>
                    <a:pt x="29" y="0"/>
                  </a:moveTo>
                  <a:lnTo>
                    <a:pt x="14" y="28"/>
                  </a:lnTo>
                  <a:lnTo>
                    <a:pt x="0" y="56"/>
                  </a:lnTo>
                  <a:lnTo>
                    <a:pt x="25" y="69"/>
                  </a:lnTo>
                  <a:lnTo>
                    <a:pt x="39" y="41"/>
                  </a:lnTo>
                  <a:lnTo>
                    <a:pt x="54" y="13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91" name=""/>
            <p:cNvSpPr/>
            <p:nvPr/>
          </p:nvSpPr>
          <p:spPr>
            <a:xfrm rot="0">
              <a:off x="4046" y="1823"/>
              <a:ext cx="4" cy="9"/>
            </a:xfrm>
            <a:custGeom>
              <a:avLst/>
              <a:ahLst/>
              <a:rect l="0" t="0" r="r" b="b"/>
              <a:pathLst>
                <a:path w="14" h="28">
                  <a:moveTo>
                    <a:pt x="14" y="0"/>
                  </a:moveTo>
                  <a:lnTo>
                    <a:pt x="0" y="28"/>
                  </a:lnTo>
                  <a:lnTo>
                    <a:pt x="2" y="28"/>
                  </a:lnTo>
                  <a:lnTo>
                    <a:pt x="1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92" name=""/>
            <p:cNvSpPr/>
            <p:nvPr/>
          </p:nvSpPr>
          <p:spPr>
            <a:xfrm rot="0">
              <a:off x="4046" y="18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93" name=""/>
            <p:cNvSpPr/>
            <p:nvPr/>
          </p:nvSpPr>
          <p:spPr>
            <a:xfrm rot="0">
              <a:off x="4046" y="1814"/>
              <a:ext cx="17" cy="22"/>
            </a:xfrm>
            <a:custGeom>
              <a:avLst/>
              <a:ahLst/>
              <a:rect l="0" t="0" r="r" b="b"/>
              <a:pathLst>
                <a:path w="49" h="67">
                  <a:moveTo>
                    <a:pt x="24" y="0"/>
                  </a:moveTo>
                  <a:lnTo>
                    <a:pt x="12" y="28"/>
                  </a:lnTo>
                  <a:lnTo>
                    <a:pt x="0" y="56"/>
                  </a:lnTo>
                  <a:lnTo>
                    <a:pt x="24" y="67"/>
                  </a:lnTo>
                  <a:lnTo>
                    <a:pt x="36" y="39"/>
                  </a:lnTo>
                  <a:lnTo>
                    <a:pt x="49" y="11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94" name=""/>
            <p:cNvSpPr/>
            <p:nvPr/>
          </p:nvSpPr>
          <p:spPr>
            <a:xfrm rot="0">
              <a:off x="4046" y="1814"/>
              <a:ext cx="17" cy="22"/>
            </a:xfrm>
            <a:custGeom>
              <a:avLst/>
              <a:ahLst/>
              <a:rect l="0" t="0" r="r" b="b"/>
              <a:pathLst>
                <a:path w="49" h="67">
                  <a:moveTo>
                    <a:pt x="24" y="0"/>
                  </a:moveTo>
                  <a:lnTo>
                    <a:pt x="12" y="28"/>
                  </a:lnTo>
                  <a:lnTo>
                    <a:pt x="0" y="56"/>
                  </a:lnTo>
                  <a:lnTo>
                    <a:pt x="24" y="67"/>
                  </a:lnTo>
                  <a:lnTo>
                    <a:pt x="36" y="39"/>
                  </a:lnTo>
                  <a:lnTo>
                    <a:pt x="49" y="11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95" name=""/>
            <p:cNvSpPr/>
            <p:nvPr/>
          </p:nvSpPr>
          <p:spPr>
            <a:xfrm rot="0">
              <a:off x="4054" y="1827"/>
              <a:ext cx="4" cy="9"/>
            </a:xfrm>
            <a:custGeom>
              <a:avLst/>
              <a:ahLst/>
              <a:rect l="0" t="0" r="r" b="b"/>
              <a:pathLst>
                <a:path w="12" h="29">
                  <a:moveTo>
                    <a:pt x="12" y="0"/>
                  </a:moveTo>
                  <a:lnTo>
                    <a:pt x="0" y="28"/>
                  </a:lnTo>
                  <a:lnTo>
                    <a:pt x="2" y="29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96" name=""/>
            <p:cNvSpPr/>
            <p:nvPr/>
          </p:nvSpPr>
          <p:spPr>
            <a:xfrm rot="0">
              <a:off x="4054" y="1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97" name=""/>
            <p:cNvSpPr/>
            <p:nvPr/>
          </p:nvSpPr>
          <p:spPr>
            <a:xfrm rot="0">
              <a:off x="4055" y="1817"/>
              <a:ext cx="16" cy="23"/>
            </a:xfrm>
            <a:custGeom>
              <a:avLst/>
              <a:ahLst/>
              <a:rect l="0" t="0" r="r" b="b"/>
              <a:pathLst>
                <a:path w="47" h="68">
                  <a:moveTo>
                    <a:pt x="21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25" y="68"/>
                  </a:lnTo>
                  <a:lnTo>
                    <a:pt x="36" y="39"/>
                  </a:lnTo>
                  <a:lnTo>
                    <a:pt x="47" y="10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798" name=""/>
            <p:cNvSpPr/>
            <p:nvPr/>
          </p:nvSpPr>
          <p:spPr>
            <a:xfrm rot="0">
              <a:off x="4055" y="1817"/>
              <a:ext cx="16" cy="23"/>
            </a:xfrm>
            <a:custGeom>
              <a:avLst/>
              <a:ahLst/>
              <a:rect l="0" t="0" r="r" b="b"/>
              <a:pathLst>
                <a:path w="47" h="68">
                  <a:moveTo>
                    <a:pt x="21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25" y="68"/>
                  </a:lnTo>
                  <a:lnTo>
                    <a:pt x="36" y="39"/>
                  </a:lnTo>
                  <a:lnTo>
                    <a:pt x="47" y="10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799" name=""/>
            <p:cNvSpPr/>
            <p:nvPr/>
          </p:nvSpPr>
          <p:spPr>
            <a:xfrm rot="0">
              <a:off x="4063" y="1830"/>
              <a:ext cx="4" cy="10"/>
            </a:xfrm>
            <a:custGeom>
              <a:avLst/>
              <a:ahLst/>
              <a:rect l="0" t="0" r="r" b="b"/>
              <a:pathLst>
                <a:path w="11" h="29">
                  <a:moveTo>
                    <a:pt x="11" y="0"/>
                  </a:moveTo>
                  <a:lnTo>
                    <a:pt x="0" y="29"/>
                  </a:lnTo>
                  <a:lnTo>
                    <a:pt x="1" y="29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00" name=""/>
            <p:cNvSpPr/>
            <p:nvPr/>
          </p:nvSpPr>
          <p:spPr>
            <a:xfrm rot="0">
              <a:off x="4063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01" name=""/>
            <p:cNvSpPr/>
            <p:nvPr/>
          </p:nvSpPr>
          <p:spPr>
            <a:xfrm rot="0">
              <a:off x="4064" y="1820"/>
              <a:ext cx="15" cy="22"/>
            </a:xfrm>
            <a:custGeom>
              <a:avLst/>
              <a:ahLst/>
              <a:rect l="0" t="0" r="r" b="b"/>
              <a:pathLst>
                <a:path w="45" h="66">
                  <a:moveTo>
                    <a:pt x="19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25" y="66"/>
                  </a:lnTo>
                  <a:lnTo>
                    <a:pt x="35" y="37"/>
                  </a:lnTo>
                  <a:lnTo>
                    <a:pt x="45" y="8"/>
                  </a:lnTo>
                  <a:lnTo>
                    <a:pt x="1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02" name=""/>
            <p:cNvSpPr/>
            <p:nvPr/>
          </p:nvSpPr>
          <p:spPr>
            <a:xfrm rot="0">
              <a:off x="4064" y="1820"/>
              <a:ext cx="15" cy="22"/>
            </a:xfrm>
            <a:custGeom>
              <a:avLst/>
              <a:ahLst/>
              <a:rect l="0" t="0" r="r" b="b"/>
              <a:pathLst>
                <a:path w="45" h="66">
                  <a:moveTo>
                    <a:pt x="19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25" y="66"/>
                  </a:lnTo>
                  <a:lnTo>
                    <a:pt x="35" y="37"/>
                  </a:lnTo>
                  <a:lnTo>
                    <a:pt x="45" y="8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03" name=""/>
            <p:cNvSpPr/>
            <p:nvPr/>
          </p:nvSpPr>
          <p:spPr>
            <a:xfrm rot="0">
              <a:off x="4072" y="1833"/>
              <a:ext cx="3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10" y="0"/>
                  </a:moveTo>
                  <a:lnTo>
                    <a:pt x="0" y="29"/>
                  </a:lnTo>
                  <a:lnTo>
                    <a:pt x="3" y="30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04" name=""/>
            <p:cNvSpPr/>
            <p:nvPr/>
          </p:nvSpPr>
          <p:spPr>
            <a:xfrm rot="0">
              <a:off x="4072" y="18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05" name=""/>
            <p:cNvSpPr/>
            <p:nvPr/>
          </p:nvSpPr>
          <p:spPr>
            <a:xfrm rot="0">
              <a:off x="4073" y="1823"/>
              <a:ext cx="13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14" y="0"/>
                  </a:moveTo>
                  <a:lnTo>
                    <a:pt x="7" y="30"/>
                  </a:lnTo>
                  <a:lnTo>
                    <a:pt x="0" y="60"/>
                  </a:lnTo>
                  <a:lnTo>
                    <a:pt x="25" y="66"/>
                  </a:lnTo>
                  <a:lnTo>
                    <a:pt x="32" y="36"/>
                  </a:lnTo>
                  <a:lnTo>
                    <a:pt x="40" y="6"/>
                  </a:lnTo>
                  <a:lnTo>
                    <a:pt x="1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06" name=""/>
            <p:cNvSpPr/>
            <p:nvPr/>
          </p:nvSpPr>
          <p:spPr>
            <a:xfrm rot="0">
              <a:off x="4073" y="1823"/>
              <a:ext cx="13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14" y="0"/>
                  </a:moveTo>
                  <a:lnTo>
                    <a:pt x="7" y="30"/>
                  </a:lnTo>
                  <a:lnTo>
                    <a:pt x="0" y="60"/>
                  </a:lnTo>
                  <a:lnTo>
                    <a:pt x="25" y="66"/>
                  </a:lnTo>
                  <a:lnTo>
                    <a:pt x="32" y="36"/>
                  </a:lnTo>
                  <a:lnTo>
                    <a:pt x="40" y="6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07" name=""/>
            <p:cNvSpPr/>
            <p:nvPr/>
          </p:nvSpPr>
          <p:spPr>
            <a:xfrm rot="0">
              <a:off x="4081" y="1835"/>
              <a:ext cx="3" cy="10"/>
            </a:xfrm>
            <a:custGeom>
              <a:avLst/>
              <a:ahLst/>
              <a:rect l="0" t="0" r="r" b="b"/>
              <a:pathLst>
                <a:path w="7" h="30">
                  <a:moveTo>
                    <a:pt x="7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08" name=""/>
            <p:cNvSpPr/>
            <p:nvPr/>
          </p:nvSpPr>
          <p:spPr>
            <a:xfrm rot="0">
              <a:off x="4081" y="1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09" name=""/>
            <p:cNvSpPr/>
            <p:nvPr/>
          </p:nvSpPr>
          <p:spPr>
            <a:xfrm rot="0">
              <a:off x="4082" y="1825"/>
              <a:ext cx="12" cy="21"/>
            </a:xfrm>
            <a:custGeom>
              <a:avLst/>
              <a:ahLst/>
              <a:rect l="0" t="0" r="r" b="b"/>
              <a:pathLst>
                <a:path w="38" h="65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26" y="65"/>
                  </a:lnTo>
                  <a:lnTo>
                    <a:pt x="32" y="35"/>
                  </a:lnTo>
                  <a:lnTo>
                    <a:pt x="38" y="5"/>
                  </a:lnTo>
                  <a:lnTo>
                    <a:pt x="1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10" name=""/>
            <p:cNvSpPr/>
            <p:nvPr/>
          </p:nvSpPr>
          <p:spPr>
            <a:xfrm rot="0">
              <a:off x="4082" y="1825"/>
              <a:ext cx="12" cy="21"/>
            </a:xfrm>
            <a:custGeom>
              <a:avLst/>
              <a:ahLst/>
              <a:rect l="0" t="0" r="r" b="b"/>
              <a:pathLst>
                <a:path w="38" h="65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26" y="65"/>
                  </a:lnTo>
                  <a:lnTo>
                    <a:pt x="32" y="35"/>
                  </a:lnTo>
                  <a:lnTo>
                    <a:pt x="38" y="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11" name=""/>
            <p:cNvSpPr/>
            <p:nvPr/>
          </p:nvSpPr>
          <p:spPr>
            <a:xfrm rot="0">
              <a:off x="4090" y="1836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6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12" name=""/>
            <p:cNvSpPr/>
            <p:nvPr/>
          </p:nvSpPr>
          <p:spPr>
            <a:xfrm rot="0">
              <a:off x="4090" y="18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13" name=""/>
            <p:cNvSpPr/>
            <p:nvPr/>
          </p:nvSpPr>
          <p:spPr>
            <a:xfrm rot="0">
              <a:off x="4091" y="1826"/>
              <a:ext cx="11" cy="22"/>
            </a:xfrm>
            <a:custGeom>
              <a:avLst/>
              <a:ahLst/>
              <a:rect l="0" t="0" r="r" b="b"/>
              <a:pathLst>
                <a:path w="35" h="64">
                  <a:moveTo>
                    <a:pt x="10" y="0"/>
                  </a:moveTo>
                  <a:lnTo>
                    <a:pt x="5" y="30"/>
                  </a:lnTo>
                  <a:lnTo>
                    <a:pt x="0" y="60"/>
                  </a:lnTo>
                  <a:lnTo>
                    <a:pt x="25" y="64"/>
                  </a:lnTo>
                  <a:lnTo>
                    <a:pt x="30" y="34"/>
                  </a:lnTo>
                  <a:lnTo>
                    <a:pt x="35" y="3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14" name=""/>
            <p:cNvSpPr/>
            <p:nvPr/>
          </p:nvSpPr>
          <p:spPr>
            <a:xfrm rot="0">
              <a:off x="4091" y="1826"/>
              <a:ext cx="11" cy="22"/>
            </a:xfrm>
            <a:custGeom>
              <a:avLst/>
              <a:ahLst/>
              <a:rect l="0" t="0" r="r" b="b"/>
              <a:pathLst>
                <a:path w="35" h="64">
                  <a:moveTo>
                    <a:pt x="10" y="0"/>
                  </a:moveTo>
                  <a:lnTo>
                    <a:pt x="5" y="30"/>
                  </a:lnTo>
                  <a:lnTo>
                    <a:pt x="0" y="60"/>
                  </a:lnTo>
                  <a:lnTo>
                    <a:pt x="25" y="64"/>
                  </a:lnTo>
                  <a:lnTo>
                    <a:pt x="30" y="34"/>
                  </a:lnTo>
                  <a:lnTo>
                    <a:pt x="35" y="3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15" name=""/>
            <p:cNvSpPr/>
            <p:nvPr/>
          </p:nvSpPr>
          <p:spPr>
            <a:xfrm rot="0">
              <a:off x="4099" y="1838"/>
              <a:ext cx="2" cy="10"/>
            </a:xfrm>
            <a:custGeom>
              <a:avLst/>
              <a:ahLst/>
              <a:rect l="0" t="0" r="r" b="b"/>
              <a:pathLst>
                <a:path w="5" h="30">
                  <a:moveTo>
                    <a:pt x="5" y="0"/>
                  </a:moveTo>
                  <a:lnTo>
                    <a:pt x="0" y="30"/>
                  </a:lnTo>
                  <a:lnTo>
                    <a:pt x="4" y="30"/>
                  </a:lnTo>
                  <a:lnTo>
                    <a:pt x="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16" name=""/>
            <p:cNvSpPr/>
            <p:nvPr/>
          </p:nvSpPr>
          <p:spPr>
            <a:xfrm rot="0">
              <a:off x="4099" y="1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17" name=""/>
            <p:cNvSpPr/>
            <p:nvPr/>
          </p:nvSpPr>
          <p:spPr>
            <a:xfrm rot="0">
              <a:off x="4100" y="1827"/>
              <a:ext cx="9" cy="21"/>
            </a:xfrm>
            <a:custGeom>
              <a:avLst/>
              <a:ahLst/>
              <a:rect l="0" t="0" r="r" b="b"/>
              <a:pathLst>
                <a:path w="26" h="62">
                  <a:moveTo>
                    <a:pt x="2" y="0"/>
                  </a:moveTo>
                  <a:lnTo>
                    <a:pt x="1" y="31"/>
                  </a:lnTo>
                  <a:lnTo>
                    <a:pt x="0" y="61"/>
                  </a:lnTo>
                  <a:lnTo>
                    <a:pt x="24" y="62"/>
                  </a:lnTo>
                  <a:lnTo>
                    <a:pt x="25" y="32"/>
                  </a:lnTo>
                  <a:lnTo>
                    <a:pt x="26" y="2"/>
                  </a:lnTo>
                  <a:lnTo>
                    <a:pt x="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18" name=""/>
            <p:cNvSpPr/>
            <p:nvPr/>
          </p:nvSpPr>
          <p:spPr>
            <a:xfrm rot="0">
              <a:off x="4100" y="1827"/>
              <a:ext cx="9" cy="21"/>
            </a:xfrm>
            <a:custGeom>
              <a:avLst/>
              <a:ahLst/>
              <a:rect l="0" t="0" r="r" b="b"/>
              <a:pathLst>
                <a:path w="26" h="62">
                  <a:moveTo>
                    <a:pt x="2" y="0"/>
                  </a:moveTo>
                  <a:lnTo>
                    <a:pt x="1" y="31"/>
                  </a:lnTo>
                  <a:lnTo>
                    <a:pt x="0" y="61"/>
                  </a:lnTo>
                  <a:lnTo>
                    <a:pt x="24" y="62"/>
                  </a:lnTo>
                  <a:lnTo>
                    <a:pt x="25" y="32"/>
                  </a:lnTo>
                  <a:lnTo>
                    <a:pt x="26" y="2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19" name=""/>
            <p:cNvSpPr/>
            <p:nvPr/>
          </p:nvSpPr>
          <p:spPr>
            <a:xfrm rot="0">
              <a:off x="4108" y="1838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1" y="0"/>
                  </a:moveTo>
                  <a:lnTo>
                    <a:pt x="0" y="30"/>
                  </a:lnTo>
                  <a:lnTo>
                    <a:pt x="2" y="30"/>
                  </a:lnTo>
                  <a:lnTo>
                    <a:pt x="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20" name=""/>
            <p:cNvSpPr/>
            <p:nvPr/>
          </p:nvSpPr>
          <p:spPr>
            <a:xfrm rot="0">
              <a:off x="4108" y="1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21" name=""/>
            <p:cNvSpPr/>
            <p:nvPr/>
          </p:nvSpPr>
          <p:spPr>
            <a:xfrm rot="0">
              <a:off x="4108" y="1827"/>
              <a:ext cx="10" cy="21"/>
            </a:xfrm>
            <a:custGeom>
              <a:avLst/>
              <a:ahLst/>
              <a:rect l="0" t="0" r="r" b="b"/>
              <a:pathLst>
                <a:path w="28" h="62">
                  <a:moveTo>
                    <a:pt x="0" y="2"/>
                  </a:moveTo>
                  <a:lnTo>
                    <a:pt x="1" y="32"/>
                  </a:lnTo>
                  <a:lnTo>
                    <a:pt x="2" y="62"/>
                  </a:lnTo>
                  <a:lnTo>
                    <a:pt x="28" y="61"/>
                  </a:lnTo>
                  <a:lnTo>
                    <a:pt x="26" y="31"/>
                  </a:lnTo>
                  <a:lnTo>
                    <a:pt x="25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22" name=""/>
            <p:cNvSpPr/>
            <p:nvPr/>
          </p:nvSpPr>
          <p:spPr>
            <a:xfrm rot="0">
              <a:off x="4108" y="1827"/>
              <a:ext cx="10" cy="21"/>
            </a:xfrm>
            <a:custGeom>
              <a:avLst/>
              <a:ahLst/>
              <a:rect l="0" t="0" r="r" b="b"/>
              <a:pathLst>
                <a:path w="28" h="62">
                  <a:moveTo>
                    <a:pt x="0" y="2"/>
                  </a:moveTo>
                  <a:lnTo>
                    <a:pt x="1" y="32"/>
                  </a:lnTo>
                  <a:lnTo>
                    <a:pt x="2" y="62"/>
                  </a:lnTo>
                  <a:lnTo>
                    <a:pt x="28" y="61"/>
                  </a:lnTo>
                  <a:lnTo>
                    <a:pt x="26" y="31"/>
                  </a:lnTo>
                  <a:lnTo>
                    <a:pt x="25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23" name=""/>
            <p:cNvSpPr/>
            <p:nvPr/>
          </p:nvSpPr>
          <p:spPr>
            <a:xfrm rot="0">
              <a:off x="4117" y="1838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0" y="0"/>
                  </a:moveTo>
                  <a:lnTo>
                    <a:pt x="2" y="30"/>
                  </a:lnTo>
                  <a:lnTo>
                    <a:pt x="3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24" name=""/>
            <p:cNvSpPr/>
            <p:nvPr/>
          </p:nvSpPr>
          <p:spPr>
            <a:xfrm rot="0">
              <a:off x="4118" y="1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25" name=""/>
            <p:cNvSpPr/>
            <p:nvPr/>
          </p:nvSpPr>
          <p:spPr>
            <a:xfrm rot="0">
              <a:off x="4116" y="1827"/>
              <a:ext cx="10" cy="21"/>
            </a:xfrm>
            <a:custGeom>
              <a:avLst/>
              <a:ahLst/>
              <a:rect l="0" t="0" r="r" b="b"/>
              <a:pathLst>
                <a:path w="30" h="63">
                  <a:moveTo>
                    <a:pt x="0" y="2"/>
                  </a:moveTo>
                  <a:lnTo>
                    <a:pt x="2" y="33"/>
                  </a:lnTo>
                  <a:lnTo>
                    <a:pt x="5" y="63"/>
                  </a:lnTo>
                  <a:lnTo>
                    <a:pt x="30" y="60"/>
                  </a:lnTo>
                  <a:lnTo>
                    <a:pt x="28" y="30"/>
                  </a:lnTo>
                  <a:lnTo>
                    <a:pt x="25" y="0"/>
                  </a:lnTo>
                  <a:lnTo>
                    <a:pt x="0" y="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26" name=""/>
            <p:cNvSpPr/>
            <p:nvPr/>
          </p:nvSpPr>
          <p:spPr>
            <a:xfrm rot="0">
              <a:off x="4116" y="1827"/>
              <a:ext cx="10" cy="21"/>
            </a:xfrm>
            <a:custGeom>
              <a:avLst/>
              <a:ahLst/>
              <a:rect l="0" t="0" r="r" b="b"/>
              <a:pathLst>
                <a:path w="30" h="63">
                  <a:moveTo>
                    <a:pt x="0" y="2"/>
                  </a:moveTo>
                  <a:lnTo>
                    <a:pt x="2" y="33"/>
                  </a:lnTo>
                  <a:lnTo>
                    <a:pt x="5" y="63"/>
                  </a:lnTo>
                  <a:lnTo>
                    <a:pt x="30" y="60"/>
                  </a:lnTo>
                  <a:lnTo>
                    <a:pt x="28" y="30"/>
                  </a:lnTo>
                  <a:lnTo>
                    <a:pt x="25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27" name=""/>
            <p:cNvSpPr/>
            <p:nvPr/>
          </p:nvSpPr>
          <p:spPr>
            <a:xfrm rot="0">
              <a:off x="4126" y="1837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0"/>
                  </a:moveTo>
                  <a:lnTo>
                    <a:pt x="2" y="30"/>
                  </a:lnTo>
                  <a:lnTo>
                    <a:pt x="6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28" name=""/>
            <p:cNvSpPr/>
            <p:nvPr/>
          </p:nvSpPr>
          <p:spPr>
            <a:xfrm rot="0">
              <a:off x="4126" y="1847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29" name=""/>
            <p:cNvSpPr/>
            <p:nvPr/>
          </p:nvSpPr>
          <p:spPr>
            <a:xfrm rot="0">
              <a:off x="4124" y="1825"/>
              <a:ext cx="12" cy="22"/>
            </a:xfrm>
            <a:custGeom>
              <a:avLst/>
              <a:ahLst/>
              <a:rect l="0" t="0" r="r" b="b"/>
              <a:pathLst>
                <a:path w="37" h="65">
                  <a:moveTo>
                    <a:pt x="0" y="5"/>
                  </a:moveTo>
                  <a:lnTo>
                    <a:pt x="6" y="35"/>
                  </a:lnTo>
                  <a:lnTo>
                    <a:pt x="12" y="65"/>
                  </a:lnTo>
                  <a:lnTo>
                    <a:pt x="37" y="60"/>
                  </a:lnTo>
                  <a:lnTo>
                    <a:pt x="31" y="30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30" name=""/>
            <p:cNvSpPr/>
            <p:nvPr/>
          </p:nvSpPr>
          <p:spPr>
            <a:xfrm rot="0">
              <a:off x="4124" y="1825"/>
              <a:ext cx="12" cy="22"/>
            </a:xfrm>
            <a:custGeom>
              <a:avLst/>
              <a:ahLst/>
              <a:rect l="0" t="0" r="r" b="b"/>
              <a:pathLst>
                <a:path w="37" h="65">
                  <a:moveTo>
                    <a:pt x="0" y="5"/>
                  </a:moveTo>
                  <a:lnTo>
                    <a:pt x="6" y="35"/>
                  </a:lnTo>
                  <a:lnTo>
                    <a:pt x="12" y="65"/>
                  </a:lnTo>
                  <a:lnTo>
                    <a:pt x="37" y="60"/>
                  </a:lnTo>
                  <a:lnTo>
                    <a:pt x="31" y="30"/>
                  </a:lnTo>
                  <a:lnTo>
                    <a:pt x="25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31" name=""/>
            <p:cNvSpPr/>
            <p:nvPr/>
          </p:nvSpPr>
          <p:spPr>
            <a:xfrm rot="0">
              <a:off x="4134" y="1835"/>
              <a:ext cx="2" cy="10"/>
            </a:xfrm>
            <a:custGeom>
              <a:avLst/>
              <a:ahLst/>
              <a:rect l="0" t="0" r="r" b="b"/>
              <a:pathLst>
                <a:path w="7" h="30">
                  <a:moveTo>
                    <a:pt x="0" y="0"/>
                  </a:moveTo>
                  <a:lnTo>
                    <a:pt x="6" y="30"/>
                  </a:lnTo>
                  <a:lnTo>
                    <a:pt x="7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32" name=""/>
            <p:cNvSpPr/>
            <p:nvPr/>
          </p:nvSpPr>
          <p:spPr>
            <a:xfrm rot="0">
              <a:off x="4136" y="1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33" name=""/>
            <p:cNvSpPr/>
            <p:nvPr/>
          </p:nvSpPr>
          <p:spPr>
            <a:xfrm rot="0">
              <a:off x="4132" y="1823"/>
              <a:ext cx="13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0" y="6"/>
                  </a:moveTo>
                  <a:lnTo>
                    <a:pt x="7" y="36"/>
                  </a:lnTo>
                  <a:lnTo>
                    <a:pt x="14" y="66"/>
                  </a:lnTo>
                  <a:lnTo>
                    <a:pt x="40" y="60"/>
                  </a:lnTo>
                  <a:lnTo>
                    <a:pt x="32" y="30"/>
                  </a:lnTo>
                  <a:lnTo>
                    <a:pt x="25" y="0"/>
                  </a:lnTo>
                  <a:lnTo>
                    <a:pt x="0" y="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34" name=""/>
            <p:cNvSpPr/>
            <p:nvPr/>
          </p:nvSpPr>
          <p:spPr>
            <a:xfrm rot="0">
              <a:off x="4132" y="1823"/>
              <a:ext cx="13" cy="22"/>
            </a:xfrm>
            <a:custGeom>
              <a:avLst/>
              <a:ahLst/>
              <a:rect l="0" t="0" r="r" b="b"/>
              <a:pathLst>
                <a:path w="40" h="66">
                  <a:moveTo>
                    <a:pt x="0" y="6"/>
                  </a:moveTo>
                  <a:lnTo>
                    <a:pt x="7" y="36"/>
                  </a:lnTo>
                  <a:lnTo>
                    <a:pt x="14" y="66"/>
                  </a:lnTo>
                  <a:lnTo>
                    <a:pt x="40" y="60"/>
                  </a:lnTo>
                  <a:lnTo>
                    <a:pt x="32" y="30"/>
                  </a:lnTo>
                  <a:lnTo>
                    <a:pt x="25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35" name=""/>
            <p:cNvSpPr/>
            <p:nvPr/>
          </p:nvSpPr>
          <p:spPr>
            <a:xfrm rot="0">
              <a:off x="4142" y="1833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0"/>
                  </a:moveTo>
                  <a:lnTo>
                    <a:pt x="8" y="30"/>
                  </a:lnTo>
                  <a:lnTo>
                    <a:pt x="9" y="3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36" name=""/>
            <p:cNvSpPr/>
            <p:nvPr/>
          </p:nvSpPr>
          <p:spPr>
            <a:xfrm rot="0">
              <a:off x="4145" y="18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37" name=""/>
            <p:cNvSpPr/>
            <p:nvPr/>
          </p:nvSpPr>
          <p:spPr>
            <a:xfrm rot="0">
              <a:off x="4140" y="1821"/>
              <a:ext cx="14" cy="22"/>
            </a:xfrm>
            <a:custGeom>
              <a:avLst/>
              <a:ahLst/>
              <a:rect l="0" t="0" r="r" b="b"/>
              <a:pathLst>
                <a:path w="42" h="67">
                  <a:moveTo>
                    <a:pt x="0" y="7"/>
                  </a:moveTo>
                  <a:lnTo>
                    <a:pt x="8" y="37"/>
                  </a:lnTo>
                  <a:lnTo>
                    <a:pt x="17" y="67"/>
                  </a:lnTo>
                  <a:lnTo>
                    <a:pt x="42" y="60"/>
                  </a:lnTo>
                  <a:lnTo>
                    <a:pt x="34" y="30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38" name=""/>
            <p:cNvSpPr/>
            <p:nvPr/>
          </p:nvSpPr>
          <p:spPr>
            <a:xfrm rot="0">
              <a:off x="4140" y="1821"/>
              <a:ext cx="14" cy="22"/>
            </a:xfrm>
            <a:custGeom>
              <a:avLst/>
              <a:ahLst/>
              <a:rect l="0" t="0" r="r" b="b"/>
              <a:pathLst>
                <a:path w="42" h="67">
                  <a:moveTo>
                    <a:pt x="0" y="7"/>
                  </a:moveTo>
                  <a:lnTo>
                    <a:pt x="8" y="37"/>
                  </a:lnTo>
                  <a:lnTo>
                    <a:pt x="17" y="67"/>
                  </a:lnTo>
                  <a:lnTo>
                    <a:pt x="42" y="60"/>
                  </a:lnTo>
                  <a:lnTo>
                    <a:pt x="34" y="30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39" name=""/>
            <p:cNvSpPr/>
            <p:nvPr/>
          </p:nvSpPr>
          <p:spPr>
            <a:xfrm rot="0">
              <a:off x="4151" y="1831"/>
              <a:ext cx="3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0" y="0"/>
                  </a:moveTo>
                  <a:lnTo>
                    <a:pt x="8" y="30"/>
                  </a:lnTo>
                  <a:lnTo>
                    <a:pt x="10" y="2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40" name=""/>
            <p:cNvSpPr/>
            <p:nvPr/>
          </p:nvSpPr>
          <p:spPr>
            <a:xfrm rot="0" flipV="1">
              <a:off x="4154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41" name=""/>
            <p:cNvSpPr/>
            <p:nvPr/>
          </p:nvSpPr>
          <p:spPr>
            <a:xfrm rot="0">
              <a:off x="4147" y="1818"/>
              <a:ext cx="16" cy="22"/>
            </a:xfrm>
            <a:custGeom>
              <a:avLst/>
              <a:ahLst/>
              <a:rect l="0" t="0" r="r" b="b"/>
              <a:pathLst>
                <a:path w="47" h="68">
                  <a:moveTo>
                    <a:pt x="0" y="10"/>
                  </a:moveTo>
                  <a:lnTo>
                    <a:pt x="11" y="39"/>
                  </a:lnTo>
                  <a:lnTo>
                    <a:pt x="21" y="68"/>
                  </a:lnTo>
                  <a:lnTo>
                    <a:pt x="47" y="58"/>
                  </a:lnTo>
                  <a:lnTo>
                    <a:pt x="36" y="29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42" name=""/>
            <p:cNvSpPr/>
            <p:nvPr/>
          </p:nvSpPr>
          <p:spPr>
            <a:xfrm rot="0">
              <a:off x="4147" y="1818"/>
              <a:ext cx="16" cy="22"/>
            </a:xfrm>
            <a:custGeom>
              <a:avLst/>
              <a:ahLst/>
              <a:rect l="0" t="0" r="r" b="b"/>
              <a:pathLst>
                <a:path w="47" h="68">
                  <a:moveTo>
                    <a:pt x="0" y="10"/>
                  </a:moveTo>
                  <a:lnTo>
                    <a:pt x="11" y="39"/>
                  </a:lnTo>
                  <a:lnTo>
                    <a:pt x="21" y="68"/>
                  </a:lnTo>
                  <a:lnTo>
                    <a:pt x="47" y="58"/>
                  </a:lnTo>
                  <a:lnTo>
                    <a:pt x="36" y="29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43" name=""/>
            <p:cNvSpPr/>
            <p:nvPr/>
          </p:nvSpPr>
          <p:spPr>
            <a:xfrm rot="0">
              <a:off x="4159" y="1827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0" y="0"/>
                  </a:moveTo>
                  <a:lnTo>
                    <a:pt x="11" y="29"/>
                  </a:lnTo>
                  <a:lnTo>
                    <a:pt x="12" y="2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44" name=""/>
            <p:cNvSpPr/>
            <p:nvPr/>
          </p:nvSpPr>
          <p:spPr>
            <a:xfrm rot="0" flipV="1">
              <a:off x="4163" y="18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45" name=""/>
            <p:cNvSpPr/>
            <p:nvPr/>
          </p:nvSpPr>
          <p:spPr>
            <a:xfrm rot="0">
              <a:off x="4155" y="1815"/>
              <a:ext cx="17" cy="22"/>
            </a:xfrm>
            <a:custGeom>
              <a:avLst/>
              <a:ahLst/>
              <a:rect l="0" t="0" r="r" b="b"/>
              <a:pathLst>
                <a:path w="49" h="66">
                  <a:moveTo>
                    <a:pt x="0" y="11"/>
                  </a:moveTo>
                  <a:lnTo>
                    <a:pt x="12" y="38"/>
                  </a:lnTo>
                  <a:lnTo>
                    <a:pt x="24" y="66"/>
                  </a:lnTo>
                  <a:lnTo>
                    <a:pt x="49" y="55"/>
                  </a:lnTo>
                  <a:lnTo>
                    <a:pt x="37" y="28"/>
                  </a:lnTo>
                  <a:lnTo>
                    <a:pt x="25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46" name=""/>
            <p:cNvSpPr/>
            <p:nvPr/>
          </p:nvSpPr>
          <p:spPr>
            <a:xfrm rot="0">
              <a:off x="4155" y="1815"/>
              <a:ext cx="17" cy="22"/>
            </a:xfrm>
            <a:custGeom>
              <a:avLst/>
              <a:ahLst/>
              <a:rect l="0" t="0" r="r" b="b"/>
              <a:pathLst>
                <a:path w="49" h="66">
                  <a:moveTo>
                    <a:pt x="0" y="11"/>
                  </a:moveTo>
                  <a:lnTo>
                    <a:pt x="12" y="38"/>
                  </a:lnTo>
                  <a:lnTo>
                    <a:pt x="24" y="66"/>
                  </a:lnTo>
                  <a:lnTo>
                    <a:pt x="49" y="55"/>
                  </a:lnTo>
                  <a:lnTo>
                    <a:pt x="37" y="28"/>
                  </a:lnTo>
                  <a:lnTo>
                    <a:pt x="25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47" name=""/>
            <p:cNvSpPr/>
            <p:nvPr/>
          </p:nvSpPr>
          <p:spPr>
            <a:xfrm rot="0">
              <a:off x="4168" y="1824"/>
              <a:ext cx="4" cy="9"/>
            </a:xfrm>
            <a:custGeom>
              <a:avLst/>
              <a:ahLst/>
              <a:rect l="0" t="0" r="r" b="b"/>
              <a:pathLst>
                <a:path w="14" h="27">
                  <a:moveTo>
                    <a:pt x="0" y="0"/>
                  </a:moveTo>
                  <a:lnTo>
                    <a:pt x="12" y="27"/>
                  </a:lnTo>
                  <a:lnTo>
                    <a:pt x="14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48" name=""/>
            <p:cNvSpPr/>
            <p:nvPr/>
          </p:nvSpPr>
          <p:spPr>
            <a:xfrm rot="0">
              <a:off x="4172" y="18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49" name=""/>
            <p:cNvSpPr/>
            <p:nvPr/>
          </p:nvSpPr>
          <p:spPr>
            <a:xfrm rot="0">
              <a:off x="4163" y="1811"/>
              <a:ext cx="17" cy="22"/>
            </a:xfrm>
            <a:custGeom>
              <a:avLst/>
              <a:ahLst/>
              <a:rect l="0" t="0" r="r" b="b"/>
              <a:pathLst>
                <a:path w="51" h="67">
                  <a:moveTo>
                    <a:pt x="0" y="12"/>
                  </a:moveTo>
                  <a:lnTo>
                    <a:pt x="13" y="40"/>
                  </a:lnTo>
                  <a:lnTo>
                    <a:pt x="27" y="67"/>
                  </a:lnTo>
                  <a:lnTo>
                    <a:pt x="51" y="55"/>
                  </a:lnTo>
                  <a:lnTo>
                    <a:pt x="37" y="28"/>
                  </a:lnTo>
                  <a:lnTo>
                    <a:pt x="24" y="0"/>
                  </a:lnTo>
                  <a:lnTo>
                    <a:pt x="0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50" name=""/>
            <p:cNvSpPr/>
            <p:nvPr/>
          </p:nvSpPr>
          <p:spPr>
            <a:xfrm rot="0">
              <a:off x="4163" y="1811"/>
              <a:ext cx="17" cy="22"/>
            </a:xfrm>
            <a:custGeom>
              <a:avLst/>
              <a:ahLst/>
              <a:rect l="0" t="0" r="r" b="b"/>
              <a:pathLst>
                <a:path w="51" h="67">
                  <a:moveTo>
                    <a:pt x="0" y="12"/>
                  </a:moveTo>
                  <a:lnTo>
                    <a:pt x="13" y="40"/>
                  </a:lnTo>
                  <a:lnTo>
                    <a:pt x="27" y="67"/>
                  </a:lnTo>
                  <a:lnTo>
                    <a:pt x="51" y="55"/>
                  </a:lnTo>
                  <a:lnTo>
                    <a:pt x="37" y="28"/>
                  </a:lnTo>
                  <a:lnTo>
                    <a:pt x="24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51" name=""/>
            <p:cNvSpPr/>
            <p:nvPr/>
          </p:nvSpPr>
          <p:spPr>
            <a:xfrm rot="0">
              <a:off x="4176" y="1820"/>
              <a:ext cx="5" cy="9"/>
            </a:xfrm>
            <a:custGeom>
              <a:avLst/>
              <a:ahLst/>
              <a:rect l="0" t="0" r="r" b="b"/>
              <a:pathLst>
                <a:path w="15" h="27">
                  <a:moveTo>
                    <a:pt x="0" y="0"/>
                  </a:moveTo>
                  <a:lnTo>
                    <a:pt x="14" y="27"/>
                  </a:lnTo>
                  <a:lnTo>
                    <a:pt x="15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52" name=""/>
            <p:cNvSpPr/>
            <p:nvPr/>
          </p:nvSpPr>
          <p:spPr>
            <a:xfrm rot="0">
              <a:off x="4180" y="1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53" name=""/>
            <p:cNvSpPr/>
            <p:nvPr/>
          </p:nvSpPr>
          <p:spPr>
            <a:xfrm rot="0">
              <a:off x="4171" y="1806"/>
              <a:ext cx="18" cy="23"/>
            </a:xfrm>
            <a:custGeom>
              <a:avLst/>
              <a:ahLst/>
              <a:rect l="0" t="0" r="r" b="b"/>
              <a:pathLst>
                <a:path w="54" h="68">
                  <a:moveTo>
                    <a:pt x="0" y="13"/>
                  </a:moveTo>
                  <a:lnTo>
                    <a:pt x="14" y="41"/>
                  </a:lnTo>
                  <a:lnTo>
                    <a:pt x="29" y="68"/>
                  </a:lnTo>
                  <a:lnTo>
                    <a:pt x="54" y="55"/>
                  </a:lnTo>
                  <a:lnTo>
                    <a:pt x="40" y="27"/>
                  </a:lnTo>
                  <a:lnTo>
                    <a:pt x="25" y="0"/>
                  </a:lnTo>
                  <a:lnTo>
                    <a:pt x="0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54" name=""/>
            <p:cNvSpPr/>
            <p:nvPr/>
          </p:nvSpPr>
          <p:spPr>
            <a:xfrm rot="0">
              <a:off x="4171" y="1806"/>
              <a:ext cx="18" cy="23"/>
            </a:xfrm>
            <a:custGeom>
              <a:avLst/>
              <a:ahLst/>
              <a:rect l="0" t="0" r="r" b="b"/>
              <a:pathLst>
                <a:path w="54" h="68">
                  <a:moveTo>
                    <a:pt x="0" y="13"/>
                  </a:moveTo>
                  <a:lnTo>
                    <a:pt x="14" y="41"/>
                  </a:lnTo>
                  <a:lnTo>
                    <a:pt x="29" y="68"/>
                  </a:lnTo>
                  <a:lnTo>
                    <a:pt x="54" y="55"/>
                  </a:lnTo>
                  <a:lnTo>
                    <a:pt x="40" y="27"/>
                  </a:lnTo>
                  <a:lnTo>
                    <a:pt x="25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55" name=""/>
            <p:cNvSpPr/>
            <p:nvPr/>
          </p:nvSpPr>
          <p:spPr>
            <a:xfrm rot="0">
              <a:off x="4184" y="1815"/>
              <a:ext cx="5" cy="10"/>
            </a:xfrm>
            <a:custGeom>
              <a:avLst/>
              <a:ahLst/>
              <a:rect l="0" t="0" r="r" b="b"/>
              <a:pathLst>
                <a:path w="15" h="28">
                  <a:moveTo>
                    <a:pt x="0" y="0"/>
                  </a:moveTo>
                  <a:lnTo>
                    <a:pt x="14" y="28"/>
                  </a:lnTo>
                  <a:lnTo>
                    <a:pt x="15" y="2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56" name=""/>
            <p:cNvSpPr/>
            <p:nvPr/>
          </p:nvSpPr>
          <p:spPr>
            <a:xfrm rot="0" flipV="1">
              <a:off x="4189" y="18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57" name=""/>
            <p:cNvSpPr/>
            <p:nvPr/>
          </p:nvSpPr>
          <p:spPr>
            <a:xfrm rot="0">
              <a:off x="4179" y="1801"/>
              <a:ext cx="19" cy="23"/>
            </a:xfrm>
            <a:custGeom>
              <a:avLst/>
              <a:ahLst/>
              <a:rect l="0" t="0" r="r" b="b"/>
              <a:pathLst>
                <a:path w="57" h="69">
                  <a:moveTo>
                    <a:pt x="0" y="16"/>
                  </a:moveTo>
                  <a:lnTo>
                    <a:pt x="16" y="42"/>
                  </a:lnTo>
                  <a:lnTo>
                    <a:pt x="31" y="69"/>
                  </a:lnTo>
                  <a:lnTo>
                    <a:pt x="57" y="53"/>
                  </a:lnTo>
                  <a:lnTo>
                    <a:pt x="41" y="27"/>
                  </a:lnTo>
                  <a:lnTo>
                    <a:pt x="25" y="0"/>
                  </a:lnTo>
                  <a:lnTo>
                    <a:pt x="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58" name=""/>
            <p:cNvSpPr/>
            <p:nvPr/>
          </p:nvSpPr>
          <p:spPr>
            <a:xfrm rot="0">
              <a:off x="4179" y="1801"/>
              <a:ext cx="19" cy="23"/>
            </a:xfrm>
            <a:custGeom>
              <a:avLst/>
              <a:ahLst/>
              <a:rect l="0" t="0" r="r" b="b"/>
              <a:pathLst>
                <a:path w="57" h="69">
                  <a:moveTo>
                    <a:pt x="0" y="16"/>
                  </a:moveTo>
                  <a:lnTo>
                    <a:pt x="16" y="42"/>
                  </a:lnTo>
                  <a:lnTo>
                    <a:pt x="31" y="69"/>
                  </a:lnTo>
                  <a:lnTo>
                    <a:pt x="57" y="53"/>
                  </a:lnTo>
                  <a:lnTo>
                    <a:pt x="41" y="27"/>
                  </a:lnTo>
                  <a:lnTo>
                    <a:pt x="25" y="0"/>
                  </a:lnTo>
                  <a:lnTo>
                    <a:pt x="0" y="1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59" name=""/>
            <p:cNvSpPr/>
            <p:nvPr/>
          </p:nvSpPr>
          <p:spPr>
            <a:xfrm rot="0">
              <a:off x="4193" y="1810"/>
              <a:ext cx="6" cy="9"/>
            </a:xfrm>
            <a:custGeom>
              <a:avLst/>
              <a:ahLst/>
              <a:rect l="0" t="0" r="r" b="b"/>
              <a:pathLst>
                <a:path w="18" h="26">
                  <a:moveTo>
                    <a:pt x="0" y="0"/>
                  </a:moveTo>
                  <a:lnTo>
                    <a:pt x="16" y="26"/>
                  </a:lnTo>
                  <a:lnTo>
                    <a:pt x="18" y="2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60" name=""/>
            <p:cNvSpPr/>
            <p:nvPr/>
          </p:nvSpPr>
          <p:spPr>
            <a:xfrm rot="0" flipV="1">
              <a:off x="4198" y="18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61" name=""/>
            <p:cNvSpPr/>
            <p:nvPr/>
          </p:nvSpPr>
          <p:spPr>
            <a:xfrm rot="0">
              <a:off x="4187" y="1796"/>
              <a:ext cx="20" cy="23"/>
            </a:xfrm>
            <a:custGeom>
              <a:avLst/>
              <a:ahLst/>
              <a:rect l="0" t="0" r="r" b="b"/>
              <a:pathLst>
                <a:path w="60" h="68">
                  <a:moveTo>
                    <a:pt x="0" y="17"/>
                  </a:moveTo>
                  <a:lnTo>
                    <a:pt x="18" y="43"/>
                  </a:lnTo>
                  <a:lnTo>
                    <a:pt x="36" y="68"/>
                  </a:lnTo>
                  <a:lnTo>
                    <a:pt x="60" y="51"/>
                  </a:lnTo>
                  <a:lnTo>
                    <a:pt x="42" y="26"/>
                  </a:lnTo>
                  <a:lnTo>
                    <a:pt x="24" y="0"/>
                  </a:lnTo>
                  <a:lnTo>
                    <a:pt x="0" y="1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62" name=""/>
            <p:cNvSpPr/>
            <p:nvPr/>
          </p:nvSpPr>
          <p:spPr>
            <a:xfrm rot="0">
              <a:off x="4187" y="1796"/>
              <a:ext cx="20" cy="23"/>
            </a:xfrm>
            <a:custGeom>
              <a:avLst/>
              <a:ahLst/>
              <a:rect l="0" t="0" r="r" b="b"/>
              <a:pathLst>
                <a:path w="60" h="68">
                  <a:moveTo>
                    <a:pt x="0" y="17"/>
                  </a:moveTo>
                  <a:lnTo>
                    <a:pt x="18" y="43"/>
                  </a:lnTo>
                  <a:lnTo>
                    <a:pt x="36" y="68"/>
                  </a:lnTo>
                  <a:lnTo>
                    <a:pt x="60" y="51"/>
                  </a:lnTo>
                  <a:lnTo>
                    <a:pt x="42" y="26"/>
                  </a:lnTo>
                  <a:lnTo>
                    <a:pt x="24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63" name=""/>
            <p:cNvSpPr/>
            <p:nvPr/>
          </p:nvSpPr>
          <p:spPr>
            <a:xfrm rot="0">
              <a:off x="4201" y="1805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0" y="0"/>
                  </a:moveTo>
                  <a:lnTo>
                    <a:pt x="18" y="25"/>
                  </a:lnTo>
                  <a:lnTo>
                    <a:pt x="18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64" name=""/>
            <p:cNvSpPr/>
            <p:nvPr/>
          </p:nvSpPr>
          <p:spPr>
            <a:xfrm rot="0" flipV="1">
              <a:off x="4207" y="18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65" name=""/>
            <p:cNvSpPr/>
            <p:nvPr/>
          </p:nvSpPr>
          <p:spPr>
            <a:xfrm rot="0">
              <a:off x="4195" y="1791"/>
              <a:ext cx="20" cy="22"/>
            </a:xfrm>
            <a:custGeom>
              <a:avLst/>
              <a:ahLst/>
              <a:rect l="0" t="0" r="r" b="b"/>
              <a:pathLst>
                <a:path w="60" h="66">
                  <a:moveTo>
                    <a:pt x="0" y="18"/>
                  </a:moveTo>
                  <a:lnTo>
                    <a:pt x="18" y="42"/>
                  </a:lnTo>
                  <a:lnTo>
                    <a:pt x="36" y="66"/>
                  </a:lnTo>
                  <a:lnTo>
                    <a:pt x="60" y="48"/>
                  </a:lnTo>
                  <a:lnTo>
                    <a:pt x="42" y="24"/>
                  </a:lnTo>
                  <a:lnTo>
                    <a:pt x="24" y="0"/>
                  </a:lnTo>
                  <a:lnTo>
                    <a:pt x="0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66" name=""/>
            <p:cNvSpPr/>
            <p:nvPr/>
          </p:nvSpPr>
          <p:spPr>
            <a:xfrm rot="0">
              <a:off x="4195" y="1791"/>
              <a:ext cx="20" cy="22"/>
            </a:xfrm>
            <a:custGeom>
              <a:avLst/>
              <a:ahLst/>
              <a:rect l="0" t="0" r="r" b="b"/>
              <a:pathLst>
                <a:path w="60" h="66">
                  <a:moveTo>
                    <a:pt x="0" y="18"/>
                  </a:moveTo>
                  <a:lnTo>
                    <a:pt x="18" y="42"/>
                  </a:lnTo>
                  <a:lnTo>
                    <a:pt x="36" y="66"/>
                  </a:lnTo>
                  <a:lnTo>
                    <a:pt x="60" y="48"/>
                  </a:lnTo>
                  <a:lnTo>
                    <a:pt x="42" y="24"/>
                  </a:lnTo>
                  <a:lnTo>
                    <a:pt x="24" y="0"/>
                  </a:lnTo>
                  <a:lnTo>
                    <a:pt x="0" y="1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67" name=""/>
            <p:cNvSpPr/>
            <p:nvPr/>
          </p:nvSpPr>
          <p:spPr>
            <a:xfrm rot="0">
              <a:off x="4209" y="1799"/>
              <a:ext cx="6" cy="8"/>
            </a:xfrm>
            <a:custGeom>
              <a:avLst/>
              <a:ahLst/>
              <a:rect l="0" t="0" r="r" b="b"/>
              <a:pathLst>
                <a:path w="18" h="24">
                  <a:moveTo>
                    <a:pt x="0" y="0"/>
                  </a:moveTo>
                  <a:lnTo>
                    <a:pt x="18" y="24"/>
                  </a:lnTo>
                  <a:lnTo>
                    <a:pt x="18" y="2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68" name=""/>
            <p:cNvSpPr/>
            <p:nvPr/>
          </p:nvSpPr>
          <p:spPr>
            <a:xfrm rot="0">
              <a:off x="4215" y="18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69" name=""/>
            <p:cNvSpPr/>
            <p:nvPr/>
          </p:nvSpPr>
          <p:spPr>
            <a:xfrm rot="0">
              <a:off x="4203" y="1784"/>
              <a:ext cx="20" cy="23"/>
            </a:xfrm>
            <a:custGeom>
              <a:avLst/>
              <a:ahLst/>
              <a:rect l="0" t="0" r="r" b="b"/>
              <a:pathLst>
                <a:path w="62" h="68">
                  <a:moveTo>
                    <a:pt x="0" y="20"/>
                  </a:moveTo>
                  <a:lnTo>
                    <a:pt x="18" y="44"/>
                  </a:lnTo>
                  <a:lnTo>
                    <a:pt x="36" y="68"/>
                  </a:lnTo>
                  <a:lnTo>
                    <a:pt x="62" y="48"/>
                  </a:lnTo>
                  <a:lnTo>
                    <a:pt x="43" y="24"/>
                  </a:lnTo>
                  <a:lnTo>
                    <a:pt x="25" y="0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70" name=""/>
            <p:cNvSpPr/>
            <p:nvPr/>
          </p:nvSpPr>
          <p:spPr>
            <a:xfrm rot="0">
              <a:off x="4203" y="1784"/>
              <a:ext cx="20" cy="23"/>
            </a:xfrm>
            <a:custGeom>
              <a:avLst/>
              <a:ahLst/>
              <a:rect l="0" t="0" r="r" b="b"/>
              <a:pathLst>
                <a:path w="62" h="68">
                  <a:moveTo>
                    <a:pt x="0" y="20"/>
                  </a:moveTo>
                  <a:lnTo>
                    <a:pt x="18" y="44"/>
                  </a:lnTo>
                  <a:lnTo>
                    <a:pt x="36" y="68"/>
                  </a:lnTo>
                  <a:lnTo>
                    <a:pt x="62" y="48"/>
                  </a:lnTo>
                  <a:lnTo>
                    <a:pt x="43" y="24"/>
                  </a:lnTo>
                  <a:lnTo>
                    <a:pt x="25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4" name=""/>
          <p:cNvGrpSpPr/>
          <p:nvPr/>
        </p:nvGrpSpPr>
        <p:grpSpPr>
          <a:xfrm rot="0">
            <a:off x="1901825" y="1631950"/>
            <a:ext cx="5272087" cy="1227137"/>
            <a:chOff x="1198" y="1028"/>
            <a:chExt cx="3321" cy="773"/>
          </a:xfrm>
        </p:grpSpPr>
        <p:sp>
          <p:nvSpPr>
            <p:cNvPr id="1084871" name=""/>
            <p:cNvSpPr/>
            <p:nvPr/>
          </p:nvSpPr>
          <p:spPr>
            <a:xfrm rot="0">
              <a:off x="4217" y="1792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0" y="0"/>
                  </a:moveTo>
                  <a:lnTo>
                    <a:pt x="19" y="24"/>
                  </a:lnTo>
                  <a:lnTo>
                    <a:pt x="21" y="2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72" name=""/>
            <p:cNvSpPr/>
            <p:nvPr/>
          </p:nvSpPr>
          <p:spPr>
            <a:xfrm rot="0" flipV="1">
              <a:off x="4223" y="18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73" name=""/>
            <p:cNvSpPr/>
            <p:nvPr/>
          </p:nvSpPr>
          <p:spPr>
            <a:xfrm rot="0">
              <a:off x="4210" y="1778"/>
              <a:ext cx="22" cy="22"/>
            </a:xfrm>
            <a:custGeom>
              <a:avLst/>
              <a:ahLst/>
              <a:rect l="0" t="0" r="r" b="b"/>
              <a:pathLst>
                <a:path w="65" h="66">
                  <a:moveTo>
                    <a:pt x="0" y="20"/>
                  </a:moveTo>
                  <a:lnTo>
                    <a:pt x="20" y="43"/>
                  </a:lnTo>
                  <a:lnTo>
                    <a:pt x="41" y="66"/>
                  </a:lnTo>
                  <a:lnTo>
                    <a:pt x="65" y="46"/>
                  </a:lnTo>
                  <a:lnTo>
                    <a:pt x="45" y="23"/>
                  </a:lnTo>
                  <a:lnTo>
                    <a:pt x="24" y="0"/>
                  </a:lnTo>
                  <a:lnTo>
                    <a:pt x="0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74" name=""/>
            <p:cNvSpPr/>
            <p:nvPr/>
          </p:nvSpPr>
          <p:spPr>
            <a:xfrm rot="0">
              <a:off x="4210" y="1778"/>
              <a:ext cx="22" cy="22"/>
            </a:xfrm>
            <a:custGeom>
              <a:avLst/>
              <a:ahLst/>
              <a:rect l="0" t="0" r="r" b="b"/>
              <a:pathLst>
                <a:path w="65" h="66">
                  <a:moveTo>
                    <a:pt x="0" y="20"/>
                  </a:moveTo>
                  <a:lnTo>
                    <a:pt x="20" y="43"/>
                  </a:lnTo>
                  <a:lnTo>
                    <a:pt x="41" y="66"/>
                  </a:lnTo>
                  <a:lnTo>
                    <a:pt x="65" y="46"/>
                  </a:lnTo>
                  <a:lnTo>
                    <a:pt x="45" y="23"/>
                  </a:lnTo>
                  <a:lnTo>
                    <a:pt x="24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75" name=""/>
            <p:cNvSpPr/>
            <p:nvPr/>
          </p:nvSpPr>
          <p:spPr>
            <a:xfrm rot="0">
              <a:off x="4225" y="1785"/>
              <a:ext cx="7" cy="8"/>
            </a:xfrm>
            <a:custGeom>
              <a:avLst/>
              <a:ahLst/>
              <a:rect l="0" t="0" r="r" b="b"/>
              <a:pathLst>
                <a:path w="20" h="23">
                  <a:moveTo>
                    <a:pt x="0" y="0"/>
                  </a:moveTo>
                  <a:lnTo>
                    <a:pt x="20" y="23"/>
                  </a:lnTo>
                  <a:lnTo>
                    <a:pt x="20" y="2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76" name=""/>
            <p:cNvSpPr/>
            <p:nvPr/>
          </p:nvSpPr>
          <p:spPr>
            <a:xfrm rot="0">
              <a:off x="4232" y="1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77" name=""/>
            <p:cNvSpPr/>
            <p:nvPr/>
          </p:nvSpPr>
          <p:spPr>
            <a:xfrm rot="0">
              <a:off x="4218" y="1770"/>
              <a:ext cx="22" cy="23"/>
            </a:xfrm>
            <a:custGeom>
              <a:avLst/>
              <a:ahLst/>
              <a:rect l="0" t="0" r="r" b="b"/>
              <a:pathLst>
                <a:path w="65" h="68">
                  <a:moveTo>
                    <a:pt x="0" y="22"/>
                  </a:moveTo>
                  <a:lnTo>
                    <a:pt x="21" y="45"/>
                  </a:lnTo>
                  <a:lnTo>
                    <a:pt x="41" y="68"/>
                  </a:lnTo>
                  <a:lnTo>
                    <a:pt x="65" y="46"/>
                  </a:lnTo>
                  <a:lnTo>
                    <a:pt x="45" y="23"/>
                  </a:lnTo>
                  <a:lnTo>
                    <a:pt x="24" y="0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78" name=""/>
            <p:cNvSpPr/>
            <p:nvPr/>
          </p:nvSpPr>
          <p:spPr>
            <a:xfrm rot="0">
              <a:off x="4218" y="1770"/>
              <a:ext cx="22" cy="23"/>
            </a:xfrm>
            <a:custGeom>
              <a:avLst/>
              <a:ahLst/>
              <a:rect l="0" t="0" r="r" b="b"/>
              <a:pathLst>
                <a:path w="65" h="68">
                  <a:moveTo>
                    <a:pt x="0" y="22"/>
                  </a:moveTo>
                  <a:lnTo>
                    <a:pt x="21" y="45"/>
                  </a:lnTo>
                  <a:lnTo>
                    <a:pt x="41" y="68"/>
                  </a:lnTo>
                  <a:lnTo>
                    <a:pt x="65" y="46"/>
                  </a:lnTo>
                  <a:lnTo>
                    <a:pt x="45" y="23"/>
                  </a:lnTo>
                  <a:lnTo>
                    <a:pt x="24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79" name=""/>
            <p:cNvSpPr/>
            <p:nvPr/>
          </p:nvSpPr>
          <p:spPr>
            <a:xfrm rot="0">
              <a:off x="4233" y="1778"/>
              <a:ext cx="7" cy="8"/>
            </a:xfrm>
            <a:custGeom>
              <a:avLst/>
              <a:ahLst/>
              <a:rect l="0" t="0" r="r" b="b"/>
              <a:pathLst>
                <a:path w="21" h="23">
                  <a:moveTo>
                    <a:pt x="0" y="0"/>
                  </a:moveTo>
                  <a:lnTo>
                    <a:pt x="20" y="23"/>
                  </a:lnTo>
                  <a:lnTo>
                    <a:pt x="21" y="2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80" name=""/>
            <p:cNvSpPr/>
            <p:nvPr/>
          </p:nvSpPr>
          <p:spPr>
            <a:xfrm rot="0" flipV="1">
              <a:off x="4240" y="17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81" name=""/>
            <p:cNvSpPr/>
            <p:nvPr/>
          </p:nvSpPr>
          <p:spPr>
            <a:xfrm rot="0">
              <a:off x="4226" y="1763"/>
              <a:ext cx="22" cy="22"/>
            </a:xfrm>
            <a:custGeom>
              <a:avLst/>
              <a:ahLst/>
              <a:rect l="0" t="0" r="r" b="b"/>
              <a:pathLst>
                <a:path w="67" h="66">
                  <a:moveTo>
                    <a:pt x="0" y="22"/>
                  </a:moveTo>
                  <a:lnTo>
                    <a:pt x="22" y="44"/>
                  </a:lnTo>
                  <a:lnTo>
                    <a:pt x="43" y="66"/>
                  </a:lnTo>
                  <a:lnTo>
                    <a:pt x="67" y="43"/>
                  </a:lnTo>
                  <a:lnTo>
                    <a:pt x="46" y="21"/>
                  </a:lnTo>
                  <a:lnTo>
                    <a:pt x="24" y="0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82" name=""/>
            <p:cNvSpPr/>
            <p:nvPr/>
          </p:nvSpPr>
          <p:spPr>
            <a:xfrm rot="0">
              <a:off x="4226" y="1763"/>
              <a:ext cx="22" cy="22"/>
            </a:xfrm>
            <a:custGeom>
              <a:avLst/>
              <a:ahLst/>
              <a:rect l="0" t="0" r="r" b="b"/>
              <a:pathLst>
                <a:path w="67" h="66">
                  <a:moveTo>
                    <a:pt x="0" y="22"/>
                  </a:moveTo>
                  <a:lnTo>
                    <a:pt x="22" y="44"/>
                  </a:lnTo>
                  <a:lnTo>
                    <a:pt x="43" y="66"/>
                  </a:lnTo>
                  <a:lnTo>
                    <a:pt x="67" y="43"/>
                  </a:lnTo>
                  <a:lnTo>
                    <a:pt x="46" y="21"/>
                  </a:lnTo>
                  <a:lnTo>
                    <a:pt x="24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83" name=""/>
            <p:cNvSpPr/>
            <p:nvPr/>
          </p:nvSpPr>
          <p:spPr>
            <a:xfrm rot="0">
              <a:off x="4241" y="1770"/>
              <a:ext cx="7" cy="8"/>
            </a:xfrm>
            <a:custGeom>
              <a:avLst/>
              <a:ahLst/>
              <a:rect l="0" t="0" r="r" b="b"/>
              <a:pathLst>
                <a:path w="21" h="22">
                  <a:moveTo>
                    <a:pt x="0" y="0"/>
                  </a:moveTo>
                  <a:lnTo>
                    <a:pt x="21" y="22"/>
                  </a:lnTo>
                  <a:lnTo>
                    <a:pt x="21" y="2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84" name=""/>
            <p:cNvSpPr/>
            <p:nvPr/>
          </p:nvSpPr>
          <p:spPr>
            <a:xfrm rot="0">
              <a:off x="4248" y="17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85" name=""/>
            <p:cNvSpPr/>
            <p:nvPr/>
          </p:nvSpPr>
          <p:spPr>
            <a:xfrm rot="0">
              <a:off x="4234" y="1747"/>
              <a:ext cx="31" cy="31"/>
            </a:xfrm>
            <a:custGeom>
              <a:avLst/>
              <a:ahLst/>
              <a:rect l="0" t="0" r="r" b="b"/>
              <a:pathLst>
                <a:path w="92" h="92">
                  <a:moveTo>
                    <a:pt x="0" y="49"/>
                  </a:moveTo>
                  <a:lnTo>
                    <a:pt x="22" y="70"/>
                  </a:lnTo>
                  <a:lnTo>
                    <a:pt x="43" y="92"/>
                  </a:lnTo>
                  <a:lnTo>
                    <a:pt x="92" y="44"/>
                  </a:lnTo>
                  <a:lnTo>
                    <a:pt x="70" y="22"/>
                  </a:lnTo>
                  <a:lnTo>
                    <a:pt x="48" y="0"/>
                  </a:lnTo>
                  <a:lnTo>
                    <a:pt x="0" y="4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86" name=""/>
            <p:cNvSpPr/>
            <p:nvPr/>
          </p:nvSpPr>
          <p:spPr>
            <a:xfrm rot="0">
              <a:off x="4234" y="1747"/>
              <a:ext cx="31" cy="31"/>
            </a:xfrm>
            <a:custGeom>
              <a:avLst/>
              <a:ahLst/>
              <a:rect l="0" t="0" r="r" b="b"/>
              <a:pathLst>
                <a:path w="92" h="92">
                  <a:moveTo>
                    <a:pt x="0" y="49"/>
                  </a:moveTo>
                  <a:lnTo>
                    <a:pt x="22" y="70"/>
                  </a:lnTo>
                  <a:lnTo>
                    <a:pt x="43" y="92"/>
                  </a:lnTo>
                  <a:lnTo>
                    <a:pt x="92" y="44"/>
                  </a:lnTo>
                  <a:lnTo>
                    <a:pt x="70" y="22"/>
                  </a:lnTo>
                  <a:lnTo>
                    <a:pt x="48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87" name=""/>
            <p:cNvSpPr/>
            <p:nvPr/>
          </p:nvSpPr>
          <p:spPr>
            <a:xfrm rot="0">
              <a:off x="4257" y="1754"/>
              <a:ext cx="8" cy="8"/>
            </a:xfrm>
            <a:custGeom>
              <a:avLst/>
              <a:ahLst/>
              <a:rect l="0" t="0" r="r" b="b"/>
              <a:pathLst>
                <a:path w="23" h="22">
                  <a:moveTo>
                    <a:pt x="0" y="0"/>
                  </a:moveTo>
                  <a:lnTo>
                    <a:pt x="22" y="22"/>
                  </a:lnTo>
                  <a:lnTo>
                    <a:pt x="23" y="2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88" name=""/>
            <p:cNvSpPr/>
            <p:nvPr/>
          </p:nvSpPr>
          <p:spPr>
            <a:xfrm rot="0" flipV="1">
              <a:off x="4265" y="17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89" name=""/>
            <p:cNvSpPr/>
            <p:nvPr/>
          </p:nvSpPr>
          <p:spPr>
            <a:xfrm rot="0">
              <a:off x="4250" y="1730"/>
              <a:ext cx="31" cy="31"/>
            </a:xfrm>
            <a:custGeom>
              <a:avLst/>
              <a:ahLst/>
              <a:rect l="0" t="0" r="r" b="b"/>
              <a:pathLst>
                <a:path w="93" h="93">
                  <a:moveTo>
                    <a:pt x="0" y="52"/>
                  </a:moveTo>
                  <a:lnTo>
                    <a:pt x="23" y="72"/>
                  </a:lnTo>
                  <a:lnTo>
                    <a:pt x="46" y="93"/>
                  </a:lnTo>
                  <a:lnTo>
                    <a:pt x="93" y="41"/>
                  </a:lnTo>
                  <a:lnTo>
                    <a:pt x="70" y="20"/>
                  </a:lnTo>
                  <a:lnTo>
                    <a:pt x="47" y="0"/>
                  </a:lnTo>
                  <a:lnTo>
                    <a:pt x="0" y="5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90" name=""/>
            <p:cNvSpPr/>
            <p:nvPr/>
          </p:nvSpPr>
          <p:spPr>
            <a:xfrm rot="0">
              <a:off x="4250" y="1730"/>
              <a:ext cx="31" cy="31"/>
            </a:xfrm>
            <a:custGeom>
              <a:avLst/>
              <a:ahLst/>
              <a:rect l="0" t="0" r="r" b="b"/>
              <a:pathLst>
                <a:path w="93" h="93">
                  <a:moveTo>
                    <a:pt x="0" y="52"/>
                  </a:moveTo>
                  <a:lnTo>
                    <a:pt x="23" y="72"/>
                  </a:lnTo>
                  <a:lnTo>
                    <a:pt x="46" y="93"/>
                  </a:lnTo>
                  <a:lnTo>
                    <a:pt x="93" y="41"/>
                  </a:lnTo>
                  <a:lnTo>
                    <a:pt x="70" y="20"/>
                  </a:lnTo>
                  <a:lnTo>
                    <a:pt x="47" y="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91" name=""/>
            <p:cNvSpPr/>
            <p:nvPr/>
          </p:nvSpPr>
          <p:spPr>
            <a:xfrm rot="0">
              <a:off x="4273" y="1737"/>
              <a:ext cx="8" cy="7"/>
            </a:xfrm>
            <a:custGeom>
              <a:avLst/>
              <a:ahLst/>
              <a:rect l="0" t="0" r="r" b="b"/>
              <a:pathLst>
                <a:path w="24" h="21">
                  <a:moveTo>
                    <a:pt x="0" y="0"/>
                  </a:moveTo>
                  <a:lnTo>
                    <a:pt x="23" y="21"/>
                  </a:lnTo>
                  <a:lnTo>
                    <a:pt x="24" y="2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92" name=""/>
            <p:cNvSpPr/>
            <p:nvPr/>
          </p:nvSpPr>
          <p:spPr>
            <a:xfrm rot="0" flipV="1">
              <a:off x="4281" y="17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93" name=""/>
            <p:cNvSpPr/>
            <p:nvPr/>
          </p:nvSpPr>
          <p:spPr>
            <a:xfrm rot="0">
              <a:off x="4265" y="1712"/>
              <a:ext cx="31" cy="32"/>
            </a:xfrm>
            <a:custGeom>
              <a:avLst/>
              <a:ahLst/>
              <a:rect l="0" t="0" r="r" b="b"/>
              <a:pathLst>
                <a:path w="94" h="96">
                  <a:moveTo>
                    <a:pt x="0" y="57"/>
                  </a:moveTo>
                  <a:lnTo>
                    <a:pt x="24" y="76"/>
                  </a:lnTo>
                  <a:lnTo>
                    <a:pt x="48" y="96"/>
                  </a:lnTo>
                  <a:lnTo>
                    <a:pt x="94" y="39"/>
                  </a:lnTo>
                  <a:lnTo>
                    <a:pt x="70" y="20"/>
                  </a:lnTo>
                  <a:lnTo>
                    <a:pt x="46" y="0"/>
                  </a:lnTo>
                  <a:lnTo>
                    <a:pt x="0" y="5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94" name=""/>
            <p:cNvSpPr/>
            <p:nvPr/>
          </p:nvSpPr>
          <p:spPr>
            <a:xfrm rot="0">
              <a:off x="4265" y="1712"/>
              <a:ext cx="31" cy="32"/>
            </a:xfrm>
            <a:custGeom>
              <a:avLst/>
              <a:ahLst/>
              <a:rect l="0" t="0" r="r" b="b"/>
              <a:pathLst>
                <a:path w="94" h="96">
                  <a:moveTo>
                    <a:pt x="0" y="57"/>
                  </a:moveTo>
                  <a:lnTo>
                    <a:pt x="24" y="76"/>
                  </a:lnTo>
                  <a:lnTo>
                    <a:pt x="48" y="96"/>
                  </a:lnTo>
                  <a:lnTo>
                    <a:pt x="94" y="39"/>
                  </a:lnTo>
                  <a:lnTo>
                    <a:pt x="70" y="20"/>
                  </a:lnTo>
                  <a:lnTo>
                    <a:pt x="46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95" name=""/>
            <p:cNvSpPr/>
            <p:nvPr/>
          </p:nvSpPr>
          <p:spPr>
            <a:xfrm rot="0">
              <a:off x="4288" y="1718"/>
              <a:ext cx="8" cy="7"/>
            </a:xfrm>
            <a:custGeom>
              <a:avLst/>
              <a:ahLst/>
              <a:rect l="0" t="0" r="r" b="b"/>
              <a:pathLst>
                <a:path w="24" h="19">
                  <a:moveTo>
                    <a:pt x="0" y="0"/>
                  </a:moveTo>
                  <a:lnTo>
                    <a:pt x="24" y="19"/>
                  </a:lnTo>
                  <a:lnTo>
                    <a:pt x="24" y="1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96" name=""/>
            <p:cNvSpPr/>
            <p:nvPr/>
          </p:nvSpPr>
          <p:spPr>
            <a:xfrm rot="0" flipV="1">
              <a:off x="4296" y="17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97" name=""/>
            <p:cNvSpPr/>
            <p:nvPr/>
          </p:nvSpPr>
          <p:spPr>
            <a:xfrm rot="0">
              <a:off x="4280" y="1692"/>
              <a:ext cx="31" cy="32"/>
            </a:xfrm>
            <a:custGeom>
              <a:avLst/>
              <a:ahLst/>
              <a:rect l="0" t="0" r="r" b="b"/>
              <a:pathLst>
                <a:path w="92" h="96">
                  <a:moveTo>
                    <a:pt x="0" y="60"/>
                  </a:moveTo>
                  <a:lnTo>
                    <a:pt x="24" y="78"/>
                  </a:lnTo>
                  <a:lnTo>
                    <a:pt x="48" y="96"/>
                  </a:lnTo>
                  <a:lnTo>
                    <a:pt x="92" y="37"/>
                  </a:lnTo>
                  <a:lnTo>
                    <a:pt x="68" y="19"/>
                  </a:lnTo>
                  <a:lnTo>
                    <a:pt x="44" y="0"/>
                  </a:lnTo>
                  <a:lnTo>
                    <a:pt x="0" y="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898" name=""/>
            <p:cNvSpPr/>
            <p:nvPr/>
          </p:nvSpPr>
          <p:spPr>
            <a:xfrm rot="0">
              <a:off x="4280" y="1692"/>
              <a:ext cx="31" cy="32"/>
            </a:xfrm>
            <a:custGeom>
              <a:avLst/>
              <a:ahLst/>
              <a:rect l="0" t="0" r="r" b="b"/>
              <a:pathLst>
                <a:path w="92" h="96">
                  <a:moveTo>
                    <a:pt x="0" y="60"/>
                  </a:moveTo>
                  <a:lnTo>
                    <a:pt x="24" y="78"/>
                  </a:lnTo>
                  <a:lnTo>
                    <a:pt x="48" y="96"/>
                  </a:lnTo>
                  <a:lnTo>
                    <a:pt x="92" y="37"/>
                  </a:lnTo>
                  <a:lnTo>
                    <a:pt x="68" y="19"/>
                  </a:lnTo>
                  <a:lnTo>
                    <a:pt x="44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899" name=""/>
            <p:cNvSpPr/>
            <p:nvPr/>
          </p:nvSpPr>
          <p:spPr>
            <a:xfrm rot="0">
              <a:off x="4303" y="1699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0"/>
                  </a:moveTo>
                  <a:lnTo>
                    <a:pt x="24" y="18"/>
                  </a:lnTo>
                  <a:lnTo>
                    <a:pt x="26" y="1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00" name=""/>
            <p:cNvSpPr/>
            <p:nvPr/>
          </p:nvSpPr>
          <p:spPr>
            <a:xfrm rot="0">
              <a:off x="4311" y="17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01" name=""/>
            <p:cNvSpPr/>
            <p:nvPr/>
          </p:nvSpPr>
          <p:spPr>
            <a:xfrm rot="0">
              <a:off x="4295" y="1672"/>
              <a:ext cx="31" cy="33"/>
            </a:xfrm>
            <a:custGeom>
              <a:avLst/>
              <a:ahLst/>
              <a:rect l="0" t="0" r="r" b="b"/>
              <a:pathLst>
                <a:path w="95" h="98">
                  <a:moveTo>
                    <a:pt x="0" y="61"/>
                  </a:moveTo>
                  <a:lnTo>
                    <a:pt x="25" y="80"/>
                  </a:lnTo>
                  <a:lnTo>
                    <a:pt x="51" y="98"/>
                  </a:lnTo>
                  <a:lnTo>
                    <a:pt x="95" y="36"/>
                  </a:lnTo>
                  <a:lnTo>
                    <a:pt x="70" y="18"/>
                  </a:lnTo>
                  <a:lnTo>
                    <a:pt x="45" y="0"/>
                  </a:lnTo>
                  <a:lnTo>
                    <a:pt x="0" y="6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02" name=""/>
            <p:cNvSpPr/>
            <p:nvPr/>
          </p:nvSpPr>
          <p:spPr>
            <a:xfrm rot="0">
              <a:off x="4295" y="1672"/>
              <a:ext cx="31" cy="33"/>
            </a:xfrm>
            <a:custGeom>
              <a:avLst/>
              <a:ahLst/>
              <a:rect l="0" t="0" r="r" b="b"/>
              <a:pathLst>
                <a:path w="95" h="98">
                  <a:moveTo>
                    <a:pt x="0" y="61"/>
                  </a:moveTo>
                  <a:lnTo>
                    <a:pt x="25" y="80"/>
                  </a:lnTo>
                  <a:lnTo>
                    <a:pt x="51" y="98"/>
                  </a:lnTo>
                  <a:lnTo>
                    <a:pt x="95" y="36"/>
                  </a:lnTo>
                  <a:lnTo>
                    <a:pt x="70" y="18"/>
                  </a:lnTo>
                  <a:lnTo>
                    <a:pt x="45" y="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03" name=""/>
            <p:cNvSpPr/>
            <p:nvPr/>
          </p:nvSpPr>
          <p:spPr>
            <a:xfrm rot="0">
              <a:off x="4318" y="1678"/>
              <a:ext cx="8" cy="6"/>
            </a:xfrm>
            <a:custGeom>
              <a:avLst/>
              <a:ahLst/>
              <a:rect l="0" t="0" r="r" b="b"/>
              <a:pathLst>
                <a:path w="25" h="18">
                  <a:moveTo>
                    <a:pt x="0" y="0"/>
                  </a:moveTo>
                  <a:lnTo>
                    <a:pt x="25" y="18"/>
                  </a:lnTo>
                  <a:lnTo>
                    <a:pt x="25" y="1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04" name=""/>
            <p:cNvSpPr/>
            <p:nvPr/>
          </p:nvSpPr>
          <p:spPr>
            <a:xfrm rot="0" flipV="1">
              <a:off x="4326" y="16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05" name=""/>
            <p:cNvSpPr/>
            <p:nvPr/>
          </p:nvSpPr>
          <p:spPr>
            <a:xfrm rot="0">
              <a:off x="4310" y="1651"/>
              <a:ext cx="31" cy="33"/>
            </a:xfrm>
            <a:custGeom>
              <a:avLst/>
              <a:ahLst/>
              <a:rect l="0" t="0" r="r" b="b"/>
              <a:pathLst>
                <a:path w="94" h="98">
                  <a:moveTo>
                    <a:pt x="0" y="64"/>
                  </a:moveTo>
                  <a:lnTo>
                    <a:pt x="25" y="81"/>
                  </a:lnTo>
                  <a:lnTo>
                    <a:pt x="50" y="98"/>
                  </a:lnTo>
                  <a:lnTo>
                    <a:pt x="94" y="34"/>
                  </a:lnTo>
                  <a:lnTo>
                    <a:pt x="68" y="17"/>
                  </a:lnTo>
                  <a:lnTo>
                    <a:pt x="43" y="0"/>
                  </a:lnTo>
                  <a:lnTo>
                    <a:pt x="0" y="6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06" name=""/>
            <p:cNvSpPr/>
            <p:nvPr/>
          </p:nvSpPr>
          <p:spPr>
            <a:xfrm rot="0">
              <a:off x="4310" y="1651"/>
              <a:ext cx="31" cy="33"/>
            </a:xfrm>
            <a:custGeom>
              <a:avLst/>
              <a:ahLst/>
              <a:rect l="0" t="0" r="r" b="b"/>
              <a:pathLst>
                <a:path w="94" h="98">
                  <a:moveTo>
                    <a:pt x="0" y="64"/>
                  </a:moveTo>
                  <a:lnTo>
                    <a:pt x="25" y="81"/>
                  </a:lnTo>
                  <a:lnTo>
                    <a:pt x="50" y="98"/>
                  </a:lnTo>
                  <a:lnTo>
                    <a:pt x="94" y="34"/>
                  </a:lnTo>
                  <a:lnTo>
                    <a:pt x="68" y="17"/>
                  </a:lnTo>
                  <a:lnTo>
                    <a:pt x="43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07" name=""/>
            <p:cNvSpPr/>
            <p:nvPr/>
          </p:nvSpPr>
          <p:spPr>
            <a:xfrm rot="0">
              <a:off x="4332" y="1657"/>
              <a:ext cx="9" cy="5"/>
            </a:xfrm>
            <a:custGeom>
              <a:avLst/>
              <a:ahLst/>
              <a:rect l="0" t="0" r="r" b="b"/>
              <a:pathLst>
                <a:path w="27" h="17">
                  <a:moveTo>
                    <a:pt x="0" y="0"/>
                  </a:moveTo>
                  <a:lnTo>
                    <a:pt x="26" y="17"/>
                  </a:lnTo>
                  <a:lnTo>
                    <a:pt x="27" y="1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08" name=""/>
            <p:cNvSpPr/>
            <p:nvPr/>
          </p:nvSpPr>
          <p:spPr>
            <a:xfrm rot="0" flipV="1">
              <a:off x="4341" y="16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09" name=""/>
            <p:cNvSpPr/>
            <p:nvPr/>
          </p:nvSpPr>
          <p:spPr>
            <a:xfrm rot="0">
              <a:off x="4324" y="1629"/>
              <a:ext cx="31" cy="33"/>
            </a:xfrm>
            <a:custGeom>
              <a:avLst/>
              <a:ahLst/>
              <a:rect l="0" t="0" r="r" b="b"/>
              <a:pathLst>
                <a:path w="94" h="98">
                  <a:moveTo>
                    <a:pt x="0" y="67"/>
                  </a:moveTo>
                  <a:lnTo>
                    <a:pt x="26" y="82"/>
                  </a:lnTo>
                  <a:lnTo>
                    <a:pt x="53" y="98"/>
                  </a:lnTo>
                  <a:lnTo>
                    <a:pt x="94" y="32"/>
                  </a:lnTo>
                  <a:lnTo>
                    <a:pt x="67" y="16"/>
                  </a:lnTo>
                  <a:lnTo>
                    <a:pt x="41" y="0"/>
                  </a:lnTo>
                  <a:lnTo>
                    <a:pt x="0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10" name=""/>
            <p:cNvSpPr/>
            <p:nvPr/>
          </p:nvSpPr>
          <p:spPr>
            <a:xfrm rot="0">
              <a:off x="4324" y="1629"/>
              <a:ext cx="31" cy="33"/>
            </a:xfrm>
            <a:custGeom>
              <a:avLst/>
              <a:ahLst/>
              <a:rect l="0" t="0" r="r" b="b"/>
              <a:pathLst>
                <a:path w="94" h="98">
                  <a:moveTo>
                    <a:pt x="0" y="67"/>
                  </a:moveTo>
                  <a:lnTo>
                    <a:pt x="26" y="82"/>
                  </a:lnTo>
                  <a:lnTo>
                    <a:pt x="53" y="98"/>
                  </a:lnTo>
                  <a:lnTo>
                    <a:pt x="94" y="32"/>
                  </a:lnTo>
                  <a:lnTo>
                    <a:pt x="67" y="16"/>
                  </a:lnTo>
                  <a:lnTo>
                    <a:pt x="41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11" name=""/>
            <p:cNvSpPr/>
            <p:nvPr/>
          </p:nvSpPr>
          <p:spPr>
            <a:xfrm rot="0">
              <a:off x="4346" y="1635"/>
              <a:ext cx="9" cy="5"/>
            </a:xfrm>
            <a:custGeom>
              <a:avLst/>
              <a:ahLst/>
              <a:rect l="0" t="0" r="r" b="b"/>
              <a:pathLst>
                <a:path w="27" h="16">
                  <a:moveTo>
                    <a:pt x="0" y="0"/>
                  </a:moveTo>
                  <a:lnTo>
                    <a:pt x="27" y="16"/>
                  </a:lnTo>
                  <a:lnTo>
                    <a:pt x="27" y="1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12" name=""/>
            <p:cNvSpPr/>
            <p:nvPr/>
          </p:nvSpPr>
          <p:spPr>
            <a:xfrm rot="0">
              <a:off x="4355" y="16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13" name=""/>
            <p:cNvSpPr/>
            <p:nvPr/>
          </p:nvSpPr>
          <p:spPr>
            <a:xfrm rot="0">
              <a:off x="4337" y="1607"/>
              <a:ext cx="32" cy="33"/>
            </a:xfrm>
            <a:custGeom>
              <a:avLst/>
              <a:ahLst/>
              <a:rect l="0" t="0" r="r" b="b"/>
              <a:pathLst>
                <a:path w="94" h="99">
                  <a:moveTo>
                    <a:pt x="0" y="67"/>
                  </a:moveTo>
                  <a:lnTo>
                    <a:pt x="26" y="83"/>
                  </a:lnTo>
                  <a:lnTo>
                    <a:pt x="53" y="99"/>
                  </a:lnTo>
                  <a:lnTo>
                    <a:pt x="94" y="31"/>
                  </a:lnTo>
                  <a:lnTo>
                    <a:pt x="67" y="15"/>
                  </a:lnTo>
                  <a:lnTo>
                    <a:pt x="41" y="0"/>
                  </a:lnTo>
                  <a:lnTo>
                    <a:pt x="0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14" name=""/>
            <p:cNvSpPr/>
            <p:nvPr/>
          </p:nvSpPr>
          <p:spPr>
            <a:xfrm rot="0">
              <a:off x="4337" y="1607"/>
              <a:ext cx="32" cy="33"/>
            </a:xfrm>
            <a:custGeom>
              <a:avLst/>
              <a:ahLst/>
              <a:rect l="0" t="0" r="r" b="b"/>
              <a:pathLst>
                <a:path w="94" h="99">
                  <a:moveTo>
                    <a:pt x="0" y="67"/>
                  </a:moveTo>
                  <a:lnTo>
                    <a:pt x="26" y="83"/>
                  </a:lnTo>
                  <a:lnTo>
                    <a:pt x="53" y="99"/>
                  </a:lnTo>
                  <a:lnTo>
                    <a:pt x="94" y="31"/>
                  </a:lnTo>
                  <a:lnTo>
                    <a:pt x="67" y="15"/>
                  </a:lnTo>
                  <a:lnTo>
                    <a:pt x="41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15" name=""/>
            <p:cNvSpPr/>
            <p:nvPr/>
          </p:nvSpPr>
          <p:spPr>
            <a:xfrm rot="0">
              <a:off x="4360" y="1612"/>
              <a:ext cx="9" cy="5"/>
            </a:xfrm>
            <a:custGeom>
              <a:avLst/>
              <a:ahLst/>
              <a:rect l="0" t="0" r="r" b="b"/>
              <a:pathLst>
                <a:path w="27" h="16">
                  <a:moveTo>
                    <a:pt x="0" y="0"/>
                  </a:moveTo>
                  <a:lnTo>
                    <a:pt x="27" y="16"/>
                  </a:lnTo>
                  <a:lnTo>
                    <a:pt x="27" y="1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16" name=""/>
            <p:cNvSpPr/>
            <p:nvPr/>
          </p:nvSpPr>
          <p:spPr>
            <a:xfrm rot="0">
              <a:off x="4369" y="16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17" name=""/>
            <p:cNvSpPr/>
            <p:nvPr/>
          </p:nvSpPr>
          <p:spPr>
            <a:xfrm rot="0">
              <a:off x="4351" y="1584"/>
              <a:ext cx="31" cy="33"/>
            </a:xfrm>
            <a:custGeom>
              <a:avLst/>
              <a:ahLst/>
              <a:rect l="0" t="0" r="r" b="b"/>
              <a:pathLst>
                <a:path w="93" h="100">
                  <a:moveTo>
                    <a:pt x="0" y="69"/>
                  </a:moveTo>
                  <a:lnTo>
                    <a:pt x="26" y="84"/>
                  </a:lnTo>
                  <a:lnTo>
                    <a:pt x="53" y="100"/>
                  </a:lnTo>
                  <a:lnTo>
                    <a:pt x="93" y="31"/>
                  </a:lnTo>
                  <a:lnTo>
                    <a:pt x="66" y="16"/>
                  </a:lnTo>
                  <a:lnTo>
                    <a:pt x="40" y="0"/>
                  </a:lnTo>
                  <a:lnTo>
                    <a:pt x="0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18" name=""/>
            <p:cNvSpPr/>
            <p:nvPr/>
          </p:nvSpPr>
          <p:spPr>
            <a:xfrm rot="0">
              <a:off x="4351" y="1584"/>
              <a:ext cx="31" cy="33"/>
            </a:xfrm>
            <a:custGeom>
              <a:avLst/>
              <a:ahLst/>
              <a:rect l="0" t="0" r="r" b="b"/>
              <a:pathLst>
                <a:path w="93" h="100">
                  <a:moveTo>
                    <a:pt x="0" y="69"/>
                  </a:moveTo>
                  <a:lnTo>
                    <a:pt x="26" y="84"/>
                  </a:lnTo>
                  <a:lnTo>
                    <a:pt x="53" y="100"/>
                  </a:lnTo>
                  <a:lnTo>
                    <a:pt x="93" y="31"/>
                  </a:lnTo>
                  <a:lnTo>
                    <a:pt x="66" y="16"/>
                  </a:lnTo>
                  <a:lnTo>
                    <a:pt x="40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19" name=""/>
            <p:cNvSpPr/>
            <p:nvPr/>
          </p:nvSpPr>
          <p:spPr>
            <a:xfrm rot="0">
              <a:off x="4373" y="1589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0"/>
                  </a:moveTo>
                  <a:lnTo>
                    <a:pt x="27" y="15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20" name=""/>
            <p:cNvSpPr/>
            <p:nvPr/>
          </p:nvSpPr>
          <p:spPr>
            <a:xfrm rot="0" flipV="1">
              <a:off x="4382" y="15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21" name=""/>
            <p:cNvSpPr/>
            <p:nvPr/>
          </p:nvSpPr>
          <p:spPr>
            <a:xfrm rot="0">
              <a:off x="4364" y="1562"/>
              <a:ext cx="30" cy="32"/>
            </a:xfrm>
            <a:custGeom>
              <a:avLst/>
              <a:ahLst/>
              <a:rect l="0" t="0" r="r" b="b"/>
              <a:pathLst>
                <a:path w="90" h="97">
                  <a:moveTo>
                    <a:pt x="0" y="68"/>
                  </a:moveTo>
                  <a:lnTo>
                    <a:pt x="26" y="83"/>
                  </a:lnTo>
                  <a:lnTo>
                    <a:pt x="53" y="97"/>
                  </a:lnTo>
                  <a:lnTo>
                    <a:pt x="90" y="28"/>
                  </a:lnTo>
                  <a:lnTo>
                    <a:pt x="63" y="14"/>
                  </a:lnTo>
                  <a:lnTo>
                    <a:pt x="37" y="0"/>
                  </a:lnTo>
                  <a:lnTo>
                    <a:pt x="0" y="6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22" name=""/>
            <p:cNvSpPr/>
            <p:nvPr/>
          </p:nvSpPr>
          <p:spPr>
            <a:xfrm rot="0">
              <a:off x="4364" y="1562"/>
              <a:ext cx="30" cy="32"/>
            </a:xfrm>
            <a:custGeom>
              <a:avLst/>
              <a:ahLst/>
              <a:rect l="0" t="0" r="r" b="b"/>
              <a:pathLst>
                <a:path w="90" h="97">
                  <a:moveTo>
                    <a:pt x="0" y="68"/>
                  </a:moveTo>
                  <a:lnTo>
                    <a:pt x="26" y="83"/>
                  </a:lnTo>
                  <a:lnTo>
                    <a:pt x="53" y="97"/>
                  </a:lnTo>
                  <a:lnTo>
                    <a:pt x="90" y="28"/>
                  </a:lnTo>
                  <a:lnTo>
                    <a:pt x="63" y="14"/>
                  </a:lnTo>
                  <a:lnTo>
                    <a:pt x="37" y="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23" name=""/>
            <p:cNvSpPr/>
            <p:nvPr/>
          </p:nvSpPr>
          <p:spPr>
            <a:xfrm rot="0">
              <a:off x="4385" y="1566"/>
              <a:ext cx="10" cy="5"/>
            </a:xfrm>
            <a:custGeom>
              <a:avLst/>
              <a:ahLst/>
              <a:rect l="0" t="0" r="r" b="b"/>
              <a:pathLst>
                <a:path w="28" h="14">
                  <a:moveTo>
                    <a:pt x="0" y="0"/>
                  </a:moveTo>
                  <a:lnTo>
                    <a:pt x="27" y="14"/>
                  </a:lnTo>
                  <a:lnTo>
                    <a:pt x="28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24" name=""/>
            <p:cNvSpPr/>
            <p:nvPr/>
          </p:nvSpPr>
          <p:spPr>
            <a:xfrm rot="0">
              <a:off x="4394" y="15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25" name=""/>
            <p:cNvSpPr/>
            <p:nvPr/>
          </p:nvSpPr>
          <p:spPr>
            <a:xfrm rot="0">
              <a:off x="4376" y="1539"/>
              <a:ext cx="31" cy="32"/>
            </a:xfrm>
            <a:custGeom>
              <a:avLst/>
              <a:ahLst/>
              <a:rect l="0" t="0" r="r" b="b"/>
              <a:pathLst>
                <a:path w="91" h="97">
                  <a:moveTo>
                    <a:pt x="0" y="69"/>
                  </a:moveTo>
                  <a:lnTo>
                    <a:pt x="27" y="83"/>
                  </a:lnTo>
                  <a:lnTo>
                    <a:pt x="55" y="97"/>
                  </a:lnTo>
                  <a:lnTo>
                    <a:pt x="91" y="29"/>
                  </a:lnTo>
                  <a:lnTo>
                    <a:pt x="64" y="14"/>
                  </a:lnTo>
                  <a:lnTo>
                    <a:pt x="36" y="0"/>
                  </a:lnTo>
                  <a:lnTo>
                    <a:pt x="0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26" name=""/>
            <p:cNvSpPr/>
            <p:nvPr/>
          </p:nvSpPr>
          <p:spPr>
            <a:xfrm rot="0">
              <a:off x="4376" y="1539"/>
              <a:ext cx="31" cy="32"/>
            </a:xfrm>
            <a:custGeom>
              <a:avLst/>
              <a:ahLst/>
              <a:rect l="0" t="0" r="r" b="b"/>
              <a:pathLst>
                <a:path w="91" h="97">
                  <a:moveTo>
                    <a:pt x="0" y="69"/>
                  </a:moveTo>
                  <a:lnTo>
                    <a:pt x="27" y="83"/>
                  </a:lnTo>
                  <a:lnTo>
                    <a:pt x="55" y="97"/>
                  </a:lnTo>
                  <a:lnTo>
                    <a:pt x="91" y="29"/>
                  </a:lnTo>
                  <a:lnTo>
                    <a:pt x="64" y="14"/>
                  </a:lnTo>
                  <a:lnTo>
                    <a:pt x="36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27" name=""/>
            <p:cNvSpPr/>
            <p:nvPr/>
          </p:nvSpPr>
          <p:spPr>
            <a:xfrm rot="0">
              <a:off x="4398" y="1543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0"/>
                  </a:moveTo>
                  <a:lnTo>
                    <a:pt x="27" y="15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28" name=""/>
            <p:cNvSpPr/>
            <p:nvPr/>
          </p:nvSpPr>
          <p:spPr>
            <a:xfrm rot="0" flipV="1">
              <a:off x="4407" y="15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29" name=""/>
            <p:cNvSpPr/>
            <p:nvPr/>
          </p:nvSpPr>
          <p:spPr>
            <a:xfrm rot="0">
              <a:off x="4388" y="1516"/>
              <a:ext cx="30" cy="32"/>
            </a:xfrm>
            <a:custGeom>
              <a:avLst/>
              <a:ahLst/>
              <a:rect l="0" t="0" r="r" b="b"/>
              <a:pathLst>
                <a:path w="90" h="97">
                  <a:moveTo>
                    <a:pt x="0" y="70"/>
                  </a:moveTo>
                  <a:lnTo>
                    <a:pt x="28" y="83"/>
                  </a:lnTo>
                  <a:lnTo>
                    <a:pt x="55" y="97"/>
                  </a:lnTo>
                  <a:lnTo>
                    <a:pt x="90" y="27"/>
                  </a:lnTo>
                  <a:lnTo>
                    <a:pt x="63" y="13"/>
                  </a:lnTo>
                  <a:lnTo>
                    <a:pt x="35" y="0"/>
                  </a:lnTo>
                  <a:lnTo>
                    <a:pt x="0" y="7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30" name=""/>
            <p:cNvSpPr/>
            <p:nvPr/>
          </p:nvSpPr>
          <p:spPr>
            <a:xfrm rot="0">
              <a:off x="4388" y="1516"/>
              <a:ext cx="30" cy="32"/>
            </a:xfrm>
            <a:custGeom>
              <a:avLst/>
              <a:ahLst/>
              <a:rect l="0" t="0" r="r" b="b"/>
              <a:pathLst>
                <a:path w="90" h="97">
                  <a:moveTo>
                    <a:pt x="0" y="70"/>
                  </a:moveTo>
                  <a:lnTo>
                    <a:pt x="28" y="83"/>
                  </a:lnTo>
                  <a:lnTo>
                    <a:pt x="55" y="97"/>
                  </a:lnTo>
                  <a:lnTo>
                    <a:pt x="90" y="27"/>
                  </a:lnTo>
                  <a:lnTo>
                    <a:pt x="63" y="13"/>
                  </a:lnTo>
                  <a:lnTo>
                    <a:pt x="35" y="0"/>
                  </a:lnTo>
                  <a:lnTo>
                    <a:pt x="0" y="7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31" name=""/>
            <p:cNvSpPr/>
            <p:nvPr/>
          </p:nvSpPr>
          <p:spPr>
            <a:xfrm rot="0">
              <a:off x="4409" y="1520"/>
              <a:ext cx="9" cy="5"/>
            </a:xfrm>
            <a:custGeom>
              <a:avLst/>
              <a:ahLst/>
              <a:rect l="0" t="0" r="r" b="b"/>
              <a:pathLst>
                <a:path w="27" h="14">
                  <a:moveTo>
                    <a:pt x="0" y="0"/>
                  </a:moveTo>
                  <a:lnTo>
                    <a:pt x="27" y="14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32" name=""/>
            <p:cNvSpPr/>
            <p:nvPr/>
          </p:nvSpPr>
          <p:spPr>
            <a:xfrm rot="0">
              <a:off x="4418" y="1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33" name=""/>
            <p:cNvSpPr/>
            <p:nvPr/>
          </p:nvSpPr>
          <p:spPr>
            <a:xfrm rot="0">
              <a:off x="4400" y="1493"/>
              <a:ext cx="29" cy="32"/>
            </a:xfrm>
            <a:custGeom>
              <a:avLst/>
              <a:ahLst/>
              <a:rect l="0" t="0" r="r" b="b"/>
              <a:pathLst>
                <a:path w="88" h="96">
                  <a:moveTo>
                    <a:pt x="0" y="69"/>
                  </a:moveTo>
                  <a:lnTo>
                    <a:pt x="28" y="82"/>
                  </a:lnTo>
                  <a:lnTo>
                    <a:pt x="55" y="96"/>
                  </a:lnTo>
                  <a:lnTo>
                    <a:pt x="88" y="27"/>
                  </a:lnTo>
                  <a:lnTo>
                    <a:pt x="60" y="14"/>
                  </a:lnTo>
                  <a:lnTo>
                    <a:pt x="32" y="0"/>
                  </a:lnTo>
                  <a:lnTo>
                    <a:pt x="0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34" name=""/>
            <p:cNvSpPr/>
            <p:nvPr/>
          </p:nvSpPr>
          <p:spPr>
            <a:xfrm rot="0">
              <a:off x="4400" y="1493"/>
              <a:ext cx="29" cy="32"/>
            </a:xfrm>
            <a:custGeom>
              <a:avLst/>
              <a:ahLst/>
              <a:rect l="0" t="0" r="r" b="b"/>
              <a:pathLst>
                <a:path w="88" h="96">
                  <a:moveTo>
                    <a:pt x="0" y="69"/>
                  </a:moveTo>
                  <a:lnTo>
                    <a:pt x="28" y="82"/>
                  </a:lnTo>
                  <a:lnTo>
                    <a:pt x="55" y="96"/>
                  </a:lnTo>
                  <a:lnTo>
                    <a:pt x="88" y="27"/>
                  </a:lnTo>
                  <a:lnTo>
                    <a:pt x="60" y="14"/>
                  </a:lnTo>
                  <a:lnTo>
                    <a:pt x="32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35" name=""/>
            <p:cNvSpPr/>
            <p:nvPr/>
          </p:nvSpPr>
          <p:spPr>
            <a:xfrm rot="0">
              <a:off x="4420" y="1497"/>
              <a:ext cx="9" cy="5"/>
            </a:xfrm>
            <a:custGeom>
              <a:avLst/>
              <a:ahLst/>
              <a:rect l="0" t="0" r="r" b="b"/>
              <a:pathLst>
                <a:path w="28" h="13">
                  <a:moveTo>
                    <a:pt x="0" y="0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36" name=""/>
            <p:cNvSpPr/>
            <p:nvPr/>
          </p:nvSpPr>
          <p:spPr>
            <a:xfrm rot="0">
              <a:off x="4429" y="15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37" name=""/>
            <p:cNvSpPr/>
            <p:nvPr/>
          </p:nvSpPr>
          <p:spPr>
            <a:xfrm rot="0">
              <a:off x="4411" y="1470"/>
              <a:ext cx="29" cy="32"/>
            </a:xfrm>
            <a:custGeom>
              <a:avLst/>
              <a:ahLst/>
              <a:rect l="0" t="0" r="r" b="b"/>
              <a:pathLst>
                <a:path w="87" h="94">
                  <a:moveTo>
                    <a:pt x="0" y="67"/>
                  </a:moveTo>
                  <a:lnTo>
                    <a:pt x="28" y="81"/>
                  </a:lnTo>
                  <a:lnTo>
                    <a:pt x="56" y="94"/>
                  </a:lnTo>
                  <a:lnTo>
                    <a:pt x="87" y="27"/>
                  </a:lnTo>
                  <a:lnTo>
                    <a:pt x="59" y="13"/>
                  </a:lnTo>
                  <a:lnTo>
                    <a:pt x="32" y="0"/>
                  </a:lnTo>
                  <a:lnTo>
                    <a:pt x="0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38" name=""/>
            <p:cNvSpPr/>
            <p:nvPr/>
          </p:nvSpPr>
          <p:spPr>
            <a:xfrm rot="0">
              <a:off x="4411" y="1470"/>
              <a:ext cx="29" cy="32"/>
            </a:xfrm>
            <a:custGeom>
              <a:avLst/>
              <a:ahLst/>
              <a:rect l="0" t="0" r="r" b="b"/>
              <a:pathLst>
                <a:path w="87" h="94">
                  <a:moveTo>
                    <a:pt x="0" y="67"/>
                  </a:moveTo>
                  <a:lnTo>
                    <a:pt x="28" y="81"/>
                  </a:lnTo>
                  <a:lnTo>
                    <a:pt x="56" y="94"/>
                  </a:lnTo>
                  <a:lnTo>
                    <a:pt x="87" y="27"/>
                  </a:lnTo>
                  <a:lnTo>
                    <a:pt x="59" y="13"/>
                  </a:lnTo>
                  <a:lnTo>
                    <a:pt x="32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39" name=""/>
            <p:cNvSpPr/>
            <p:nvPr/>
          </p:nvSpPr>
          <p:spPr>
            <a:xfrm rot="0">
              <a:off x="4430" y="1475"/>
              <a:ext cx="10" cy="4"/>
            </a:xfrm>
            <a:custGeom>
              <a:avLst/>
              <a:ahLst/>
              <a:rect l="0" t="0" r="r" b="b"/>
              <a:pathLst>
                <a:path w="28" h="14">
                  <a:moveTo>
                    <a:pt x="0" y="0"/>
                  </a:moveTo>
                  <a:lnTo>
                    <a:pt x="28" y="14"/>
                  </a:lnTo>
                  <a:lnTo>
                    <a:pt x="28" y="1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40" name=""/>
            <p:cNvSpPr/>
            <p:nvPr/>
          </p:nvSpPr>
          <p:spPr>
            <a:xfrm rot="0" flipV="1">
              <a:off x="4440" y="1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41" name=""/>
            <p:cNvSpPr/>
            <p:nvPr/>
          </p:nvSpPr>
          <p:spPr>
            <a:xfrm rot="0">
              <a:off x="4421" y="1449"/>
              <a:ext cx="28" cy="30"/>
            </a:xfrm>
            <a:custGeom>
              <a:avLst/>
              <a:ahLst/>
              <a:rect l="0" t="0" r="r" b="b"/>
              <a:pathLst>
                <a:path w="84" h="90">
                  <a:moveTo>
                    <a:pt x="0" y="66"/>
                  </a:moveTo>
                  <a:lnTo>
                    <a:pt x="27" y="78"/>
                  </a:lnTo>
                  <a:lnTo>
                    <a:pt x="55" y="90"/>
                  </a:lnTo>
                  <a:lnTo>
                    <a:pt x="84" y="24"/>
                  </a:lnTo>
                  <a:lnTo>
                    <a:pt x="56" y="12"/>
                  </a:lnTo>
                  <a:lnTo>
                    <a:pt x="29" y="0"/>
                  </a:lnTo>
                  <a:lnTo>
                    <a:pt x="0" y="6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42" name=""/>
            <p:cNvSpPr/>
            <p:nvPr/>
          </p:nvSpPr>
          <p:spPr>
            <a:xfrm rot="0">
              <a:off x="4421" y="1449"/>
              <a:ext cx="28" cy="30"/>
            </a:xfrm>
            <a:custGeom>
              <a:avLst/>
              <a:ahLst/>
              <a:rect l="0" t="0" r="r" b="b"/>
              <a:pathLst>
                <a:path w="84" h="90">
                  <a:moveTo>
                    <a:pt x="0" y="66"/>
                  </a:moveTo>
                  <a:lnTo>
                    <a:pt x="27" y="78"/>
                  </a:lnTo>
                  <a:lnTo>
                    <a:pt x="55" y="90"/>
                  </a:lnTo>
                  <a:lnTo>
                    <a:pt x="84" y="24"/>
                  </a:lnTo>
                  <a:lnTo>
                    <a:pt x="56" y="12"/>
                  </a:lnTo>
                  <a:lnTo>
                    <a:pt x="29" y="0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43" name=""/>
            <p:cNvSpPr/>
            <p:nvPr/>
          </p:nvSpPr>
          <p:spPr>
            <a:xfrm rot="0">
              <a:off x="4440" y="1453"/>
              <a:ext cx="9" cy="4"/>
            </a:xfrm>
            <a:custGeom>
              <a:avLst/>
              <a:ahLst/>
              <a:rect l="0" t="0" r="r" b="b"/>
              <a:pathLst>
                <a:path w="28" h="12">
                  <a:moveTo>
                    <a:pt x="0" y="0"/>
                  </a:moveTo>
                  <a:lnTo>
                    <a:pt x="28" y="12"/>
                  </a:lnTo>
                  <a:lnTo>
                    <a:pt x="28" y="1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44" name=""/>
            <p:cNvSpPr/>
            <p:nvPr/>
          </p:nvSpPr>
          <p:spPr>
            <a:xfrm rot="0">
              <a:off x="4449" y="14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45" name=""/>
            <p:cNvSpPr/>
            <p:nvPr/>
          </p:nvSpPr>
          <p:spPr>
            <a:xfrm rot="0">
              <a:off x="4431" y="1427"/>
              <a:ext cx="28" cy="30"/>
            </a:xfrm>
            <a:custGeom>
              <a:avLst/>
              <a:ahLst/>
              <a:rect l="0" t="0" r="r" b="b"/>
              <a:pathLst>
                <a:path w="83" h="89">
                  <a:moveTo>
                    <a:pt x="0" y="65"/>
                  </a:moveTo>
                  <a:lnTo>
                    <a:pt x="27" y="77"/>
                  </a:lnTo>
                  <a:lnTo>
                    <a:pt x="55" y="89"/>
                  </a:lnTo>
                  <a:lnTo>
                    <a:pt x="83" y="24"/>
                  </a:lnTo>
                  <a:lnTo>
                    <a:pt x="55" y="12"/>
                  </a:lnTo>
                  <a:lnTo>
                    <a:pt x="27" y="0"/>
                  </a:lnTo>
                  <a:lnTo>
                    <a:pt x="0" y="6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46" name=""/>
            <p:cNvSpPr/>
            <p:nvPr/>
          </p:nvSpPr>
          <p:spPr>
            <a:xfrm rot="0">
              <a:off x="4431" y="1427"/>
              <a:ext cx="28" cy="30"/>
            </a:xfrm>
            <a:custGeom>
              <a:avLst/>
              <a:ahLst/>
              <a:rect l="0" t="0" r="r" b="b"/>
              <a:pathLst>
                <a:path w="83" h="89">
                  <a:moveTo>
                    <a:pt x="0" y="65"/>
                  </a:moveTo>
                  <a:lnTo>
                    <a:pt x="27" y="77"/>
                  </a:lnTo>
                  <a:lnTo>
                    <a:pt x="55" y="89"/>
                  </a:lnTo>
                  <a:lnTo>
                    <a:pt x="83" y="24"/>
                  </a:lnTo>
                  <a:lnTo>
                    <a:pt x="55" y="12"/>
                  </a:lnTo>
                  <a:lnTo>
                    <a:pt x="27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47" name=""/>
            <p:cNvSpPr/>
            <p:nvPr/>
          </p:nvSpPr>
          <p:spPr>
            <a:xfrm rot="0">
              <a:off x="4449" y="1431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0"/>
                  </a:moveTo>
                  <a:lnTo>
                    <a:pt x="28" y="12"/>
                  </a:lnTo>
                  <a:lnTo>
                    <a:pt x="29" y="1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48" name=""/>
            <p:cNvSpPr/>
            <p:nvPr/>
          </p:nvSpPr>
          <p:spPr>
            <a:xfrm rot="0" flipV="1">
              <a:off x="4459" y="14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49" name=""/>
            <p:cNvSpPr/>
            <p:nvPr/>
          </p:nvSpPr>
          <p:spPr>
            <a:xfrm rot="0">
              <a:off x="4440" y="1406"/>
              <a:ext cx="27" cy="29"/>
            </a:xfrm>
            <a:custGeom>
              <a:avLst/>
              <a:ahLst/>
              <a:rect l="0" t="0" r="r" b="b"/>
              <a:pathLst>
                <a:path w="83" h="86">
                  <a:moveTo>
                    <a:pt x="0" y="64"/>
                  </a:moveTo>
                  <a:lnTo>
                    <a:pt x="29" y="75"/>
                  </a:lnTo>
                  <a:lnTo>
                    <a:pt x="58" y="86"/>
                  </a:lnTo>
                  <a:lnTo>
                    <a:pt x="83" y="22"/>
                  </a:lnTo>
                  <a:lnTo>
                    <a:pt x="54" y="11"/>
                  </a:lnTo>
                  <a:lnTo>
                    <a:pt x="25" y="0"/>
                  </a:lnTo>
                  <a:lnTo>
                    <a:pt x="0" y="6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50" name=""/>
            <p:cNvSpPr/>
            <p:nvPr/>
          </p:nvSpPr>
          <p:spPr>
            <a:xfrm rot="0">
              <a:off x="4440" y="1406"/>
              <a:ext cx="27" cy="29"/>
            </a:xfrm>
            <a:custGeom>
              <a:avLst/>
              <a:ahLst/>
              <a:rect l="0" t="0" r="r" b="b"/>
              <a:pathLst>
                <a:path w="83" h="86">
                  <a:moveTo>
                    <a:pt x="0" y="64"/>
                  </a:moveTo>
                  <a:lnTo>
                    <a:pt x="29" y="75"/>
                  </a:lnTo>
                  <a:lnTo>
                    <a:pt x="58" y="86"/>
                  </a:lnTo>
                  <a:lnTo>
                    <a:pt x="83" y="22"/>
                  </a:lnTo>
                  <a:lnTo>
                    <a:pt x="54" y="11"/>
                  </a:lnTo>
                  <a:lnTo>
                    <a:pt x="25" y="0"/>
                  </a:lnTo>
                  <a:lnTo>
                    <a:pt x="0" y="6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51" name=""/>
            <p:cNvSpPr/>
            <p:nvPr/>
          </p:nvSpPr>
          <p:spPr>
            <a:xfrm rot="0">
              <a:off x="4448" y="1406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1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9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52" name=""/>
            <p:cNvSpPr/>
            <p:nvPr/>
          </p:nvSpPr>
          <p:spPr>
            <a:xfrm rot="0" flipV="1">
              <a:off x="4448" y="14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53" name=""/>
            <p:cNvSpPr/>
            <p:nvPr/>
          </p:nvSpPr>
          <p:spPr>
            <a:xfrm rot="0">
              <a:off x="4448" y="1385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0" y="63"/>
                  </a:moveTo>
                  <a:lnTo>
                    <a:pt x="29" y="75"/>
                  </a:lnTo>
                  <a:lnTo>
                    <a:pt x="58" y="87"/>
                  </a:lnTo>
                  <a:lnTo>
                    <a:pt x="84" y="24"/>
                  </a:lnTo>
                  <a:lnTo>
                    <a:pt x="55" y="12"/>
                  </a:lnTo>
                  <a:lnTo>
                    <a:pt x="26" y="0"/>
                  </a:lnTo>
                  <a:lnTo>
                    <a:pt x="0" y="6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54" name=""/>
            <p:cNvSpPr/>
            <p:nvPr/>
          </p:nvSpPr>
          <p:spPr>
            <a:xfrm rot="0">
              <a:off x="4448" y="1385"/>
              <a:ext cx="28" cy="29"/>
            </a:xfrm>
            <a:custGeom>
              <a:avLst/>
              <a:ahLst/>
              <a:rect l="0" t="0" r="r" b="b"/>
              <a:pathLst>
                <a:path w="84" h="87">
                  <a:moveTo>
                    <a:pt x="0" y="63"/>
                  </a:moveTo>
                  <a:lnTo>
                    <a:pt x="29" y="75"/>
                  </a:lnTo>
                  <a:lnTo>
                    <a:pt x="58" y="87"/>
                  </a:lnTo>
                  <a:lnTo>
                    <a:pt x="84" y="24"/>
                  </a:lnTo>
                  <a:lnTo>
                    <a:pt x="55" y="12"/>
                  </a:lnTo>
                  <a:lnTo>
                    <a:pt x="26" y="0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55" name=""/>
            <p:cNvSpPr/>
            <p:nvPr/>
          </p:nvSpPr>
          <p:spPr>
            <a:xfrm rot="0">
              <a:off x="4466" y="1389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0"/>
                  </a:moveTo>
                  <a:lnTo>
                    <a:pt x="29" y="12"/>
                  </a:lnTo>
                  <a:lnTo>
                    <a:pt x="29" y="1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56" name=""/>
            <p:cNvSpPr/>
            <p:nvPr/>
          </p:nvSpPr>
          <p:spPr>
            <a:xfrm rot="0" flipV="1">
              <a:off x="4476" y="1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57" name=""/>
            <p:cNvSpPr/>
            <p:nvPr/>
          </p:nvSpPr>
          <p:spPr>
            <a:xfrm rot="0">
              <a:off x="4457" y="1364"/>
              <a:ext cx="26" cy="28"/>
            </a:xfrm>
            <a:custGeom>
              <a:avLst/>
              <a:ahLst/>
              <a:rect l="0" t="0" r="r" b="b"/>
              <a:pathLst>
                <a:path w="80" h="84">
                  <a:moveTo>
                    <a:pt x="0" y="62"/>
                  </a:moveTo>
                  <a:lnTo>
                    <a:pt x="29" y="73"/>
                  </a:lnTo>
                  <a:lnTo>
                    <a:pt x="58" y="84"/>
                  </a:lnTo>
                  <a:lnTo>
                    <a:pt x="80" y="22"/>
                  </a:lnTo>
                  <a:lnTo>
                    <a:pt x="52" y="11"/>
                  </a:lnTo>
                  <a:lnTo>
                    <a:pt x="23" y="0"/>
                  </a:lnTo>
                  <a:lnTo>
                    <a:pt x="0" y="6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58" name=""/>
            <p:cNvSpPr/>
            <p:nvPr/>
          </p:nvSpPr>
          <p:spPr>
            <a:xfrm rot="0">
              <a:off x="4457" y="1364"/>
              <a:ext cx="26" cy="28"/>
            </a:xfrm>
            <a:custGeom>
              <a:avLst/>
              <a:ahLst/>
              <a:rect l="0" t="0" r="r" b="b"/>
              <a:pathLst>
                <a:path w="80" h="84">
                  <a:moveTo>
                    <a:pt x="0" y="62"/>
                  </a:moveTo>
                  <a:lnTo>
                    <a:pt x="29" y="73"/>
                  </a:lnTo>
                  <a:lnTo>
                    <a:pt x="58" y="84"/>
                  </a:lnTo>
                  <a:lnTo>
                    <a:pt x="80" y="22"/>
                  </a:lnTo>
                  <a:lnTo>
                    <a:pt x="52" y="11"/>
                  </a:lnTo>
                  <a:lnTo>
                    <a:pt x="23" y="0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59" name=""/>
            <p:cNvSpPr/>
            <p:nvPr/>
          </p:nvSpPr>
          <p:spPr>
            <a:xfrm rot="0">
              <a:off x="4464" y="1364"/>
              <a:ext cx="10" cy="4"/>
            </a:xfrm>
            <a:custGeom>
              <a:avLst/>
              <a:ahLst/>
              <a:rect l="0" t="0" r="r" b="b"/>
              <a:pathLst>
                <a:path w="29" h="11">
                  <a:moveTo>
                    <a:pt x="29" y="1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60" name=""/>
            <p:cNvSpPr/>
            <p:nvPr/>
          </p:nvSpPr>
          <p:spPr>
            <a:xfrm rot="0">
              <a:off x="4464" y="13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61" name=""/>
            <p:cNvSpPr/>
            <p:nvPr/>
          </p:nvSpPr>
          <p:spPr>
            <a:xfrm rot="0">
              <a:off x="4464" y="1344"/>
              <a:ext cx="27" cy="28"/>
            </a:xfrm>
            <a:custGeom>
              <a:avLst/>
              <a:ahLst/>
              <a:rect l="0" t="0" r="r" b="b"/>
              <a:pathLst>
                <a:path w="80" h="82">
                  <a:moveTo>
                    <a:pt x="0" y="60"/>
                  </a:moveTo>
                  <a:lnTo>
                    <a:pt x="29" y="71"/>
                  </a:lnTo>
                  <a:lnTo>
                    <a:pt x="57" y="82"/>
                  </a:lnTo>
                  <a:lnTo>
                    <a:pt x="80" y="21"/>
                  </a:lnTo>
                  <a:lnTo>
                    <a:pt x="51" y="10"/>
                  </a:lnTo>
                  <a:lnTo>
                    <a:pt x="23" y="0"/>
                  </a:lnTo>
                  <a:lnTo>
                    <a:pt x="0" y="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62" name=""/>
            <p:cNvSpPr/>
            <p:nvPr/>
          </p:nvSpPr>
          <p:spPr>
            <a:xfrm rot="0">
              <a:off x="4464" y="1344"/>
              <a:ext cx="27" cy="28"/>
            </a:xfrm>
            <a:custGeom>
              <a:avLst/>
              <a:ahLst/>
              <a:rect l="0" t="0" r="r" b="b"/>
              <a:pathLst>
                <a:path w="80" h="82">
                  <a:moveTo>
                    <a:pt x="0" y="60"/>
                  </a:moveTo>
                  <a:lnTo>
                    <a:pt x="29" y="71"/>
                  </a:lnTo>
                  <a:lnTo>
                    <a:pt x="57" y="82"/>
                  </a:lnTo>
                  <a:lnTo>
                    <a:pt x="80" y="21"/>
                  </a:lnTo>
                  <a:lnTo>
                    <a:pt x="51" y="10"/>
                  </a:lnTo>
                  <a:lnTo>
                    <a:pt x="23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63" name=""/>
            <p:cNvSpPr/>
            <p:nvPr/>
          </p:nvSpPr>
          <p:spPr>
            <a:xfrm rot="0">
              <a:off x="4481" y="1348"/>
              <a:ext cx="10" cy="3"/>
            </a:xfrm>
            <a:custGeom>
              <a:avLst/>
              <a:ahLst/>
              <a:rect l="0" t="0" r="r" b="b"/>
              <a:pathLst>
                <a:path w="29" h="11">
                  <a:moveTo>
                    <a:pt x="0" y="0"/>
                  </a:moveTo>
                  <a:lnTo>
                    <a:pt x="29" y="11"/>
                  </a:lnTo>
                  <a:lnTo>
                    <a:pt x="29" y="1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64" name=""/>
            <p:cNvSpPr/>
            <p:nvPr/>
          </p:nvSpPr>
          <p:spPr>
            <a:xfrm rot="0" flipV="1">
              <a:off x="4491" y="13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65" name=""/>
            <p:cNvSpPr/>
            <p:nvPr/>
          </p:nvSpPr>
          <p:spPr>
            <a:xfrm rot="0">
              <a:off x="4472" y="1304"/>
              <a:ext cx="33" cy="47"/>
            </a:xfrm>
            <a:custGeom>
              <a:avLst/>
              <a:ahLst/>
              <a:rect l="0" t="0" r="r" b="b"/>
              <a:pathLst>
                <a:path w="100" h="140">
                  <a:moveTo>
                    <a:pt x="0" y="121"/>
                  </a:moveTo>
                  <a:lnTo>
                    <a:pt x="28" y="130"/>
                  </a:lnTo>
                  <a:lnTo>
                    <a:pt x="57" y="140"/>
                  </a:lnTo>
                  <a:lnTo>
                    <a:pt x="100" y="20"/>
                  </a:lnTo>
                  <a:lnTo>
                    <a:pt x="71" y="10"/>
                  </a:lnTo>
                  <a:lnTo>
                    <a:pt x="42" y="0"/>
                  </a:lnTo>
                  <a:lnTo>
                    <a:pt x="0" y="1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66" name=""/>
            <p:cNvSpPr/>
            <p:nvPr/>
          </p:nvSpPr>
          <p:spPr>
            <a:xfrm rot="0">
              <a:off x="4472" y="1304"/>
              <a:ext cx="33" cy="47"/>
            </a:xfrm>
            <a:custGeom>
              <a:avLst/>
              <a:ahLst/>
              <a:rect l="0" t="0" r="r" b="b"/>
              <a:pathLst>
                <a:path w="100" h="140">
                  <a:moveTo>
                    <a:pt x="0" y="121"/>
                  </a:moveTo>
                  <a:lnTo>
                    <a:pt x="28" y="130"/>
                  </a:lnTo>
                  <a:lnTo>
                    <a:pt x="57" y="140"/>
                  </a:lnTo>
                  <a:lnTo>
                    <a:pt x="100" y="20"/>
                  </a:lnTo>
                  <a:lnTo>
                    <a:pt x="71" y="10"/>
                  </a:lnTo>
                  <a:lnTo>
                    <a:pt x="42" y="0"/>
                  </a:lnTo>
                  <a:lnTo>
                    <a:pt x="0" y="1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67" name=""/>
            <p:cNvSpPr/>
            <p:nvPr/>
          </p:nvSpPr>
          <p:spPr>
            <a:xfrm rot="0">
              <a:off x="4496" y="1308"/>
              <a:ext cx="9" cy="3"/>
            </a:xfrm>
            <a:custGeom>
              <a:avLst/>
              <a:ahLst/>
              <a:rect l="0" t="0" r="r" b="b"/>
              <a:pathLst>
                <a:path w="29" h="10">
                  <a:moveTo>
                    <a:pt x="0" y="0"/>
                  </a:moveTo>
                  <a:lnTo>
                    <a:pt x="29" y="10"/>
                  </a:lnTo>
                  <a:lnTo>
                    <a:pt x="29" y="1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68" name=""/>
            <p:cNvSpPr/>
            <p:nvPr/>
          </p:nvSpPr>
          <p:spPr>
            <a:xfrm rot="0">
              <a:off x="4505" y="13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69" name=""/>
            <p:cNvSpPr/>
            <p:nvPr/>
          </p:nvSpPr>
          <p:spPr>
            <a:xfrm rot="0">
              <a:off x="4486" y="1264"/>
              <a:ext cx="33" cy="47"/>
            </a:xfrm>
            <a:custGeom>
              <a:avLst/>
              <a:ahLst/>
              <a:rect l="0" t="0" r="r" b="b"/>
              <a:pathLst>
                <a:path w="99" h="140">
                  <a:moveTo>
                    <a:pt x="0" y="120"/>
                  </a:moveTo>
                  <a:lnTo>
                    <a:pt x="29" y="130"/>
                  </a:lnTo>
                  <a:lnTo>
                    <a:pt x="58" y="140"/>
                  </a:lnTo>
                  <a:lnTo>
                    <a:pt x="99" y="19"/>
                  </a:lnTo>
                  <a:lnTo>
                    <a:pt x="70" y="9"/>
                  </a:lnTo>
                  <a:lnTo>
                    <a:pt x="41" y="0"/>
                  </a:lnTo>
                  <a:lnTo>
                    <a:pt x="0" y="1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70" name=""/>
            <p:cNvSpPr/>
            <p:nvPr/>
          </p:nvSpPr>
          <p:spPr>
            <a:xfrm rot="0">
              <a:off x="4486" y="1264"/>
              <a:ext cx="33" cy="47"/>
            </a:xfrm>
            <a:custGeom>
              <a:avLst/>
              <a:ahLst/>
              <a:rect l="0" t="0" r="r" b="b"/>
              <a:pathLst>
                <a:path w="99" h="140">
                  <a:moveTo>
                    <a:pt x="0" y="120"/>
                  </a:moveTo>
                  <a:lnTo>
                    <a:pt x="29" y="130"/>
                  </a:lnTo>
                  <a:lnTo>
                    <a:pt x="58" y="140"/>
                  </a:lnTo>
                  <a:lnTo>
                    <a:pt x="99" y="19"/>
                  </a:lnTo>
                  <a:lnTo>
                    <a:pt x="70" y="9"/>
                  </a:lnTo>
                  <a:lnTo>
                    <a:pt x="41" y="0"/>
                  </a:lnTo>
                  <a:lnTo>
                    <a:pt x="0" y="1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71" name=""/>
            <p:cNvSpPr/>
            <p:nvPr/>
          </p:nvSpPr>
          <p:spPr>
            <a:xfrm rot="0">
              <a:off x="4500" y="1257"/>
              <a:ext cx="19" cy="14"/>
            </a:xfrm>
            <a:custGeom>
              <a:avLst/>
              <a:ahLst/>
              <a:rect l="0" t="0" r="r" b="b"/>
              <a:pathLst>
                <a:path w="59" h="40">
                  <a:moveTo>
                    <a:pt x="29" y="30"/>
                  </a:moveTo>
                  <a:lnTo>
                    <a:pt x="0" y="21"/>
                  </a:lnTo>
                  <a:lnTo>
                    <a:pt x="5" y="12"/>
                  </a:lnTo>
                  <a:lnTo>
                    <a:pt x="11" y="5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7" y="6"/>
                  </a:lnTo>
                  <a:lnTo>
                    <a:pt x="54" y="12"/>
                  </a:lnTo>
                  <a:lnTo>
                    <a:pt x="58" y="21"/>
                  </a:lnTo>
                  <a:lnTo>
                    <a:pt x="59" y="30"/>
                  </a:lnTo>
                  <a:lnTo>
                    <a:pt x="58" y="40"/>
                  </a:lnTo>
                  <a:lnTo>
                    <a:pt x="2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72" name=""/>
            <p:cNvSpPr/>
            <p:nvPr/>
          </p:nvSpPr>
          <p:spPr>
            <a:xfrm rot="0">
              <a:off x="4500" y="1257"/>
              <a:ext cx="19" cy="14"/>
            </a:xfrm>
            <a:custGeom>
              <a:avLst/>
              <a:ahLst/>
              <a:rect l="0" t="0" r="r" b="b"/>
              <a:pathLst>
                <a:path w="59" h="40">
                  <a:moveTo>
                    <a:pt x="0" y="21"/>
                  </a:moveTo>
                  <a:lnTo>
                    <a:pt x="5" y="12"/>
                  </a:lnTo>
                  <a:lnTo>
                    <a:pt x="11" y="5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8" y="1"/>
                  </a:lnTo>
                  <a:lnTo>
                    <a:pt x="47" y="6"/>
                  </a:lnTo>
                  <a:lnTo>
                    <a:pt x="54" y="12"/>
                  </a:lnTo>
                  <a:lnTo>
                    <a:pt x="58" y="21"/>
                  </a:lnTo>
                  <a:lnTo>
                    <a:pt x="59" y="30"/>
                  </a:lnTo>
                  <a:lnTo>
                    <a:pt x="58" y="4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73" name=""/>
            <p:cNvSpPr/>
            <p:nvPr/>
          </p:nvSpPr>
          <p:spPr>
            <a:xfrm rot="0">
              <a:off x="1901" y="1028"/>
              <a:ext cx="15" cy="19"/>
            </a:xfrm>
            <a:custGeom>
              <a:avLst/>
              <a:ahLst/>
              <a:rect l="0" t="0" r="r" b="b"/>
              <a:pathLst>
                <a:path w="46" h="57">
                  <a:moveTo>
                    <a:pt x="15" y="30"/>
                  </a:moveTo>
                  <a:lnTo>
                    <a:pt x="0" y="4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6" y="7"/>
                  </a:lnTo>
                  <a:lnTo>
                    <a:pt x="42" y="15"/>
                  </a:lnTo>
                  <a:lnTo>
                    <a:pt x="46" y="24"/>
                  </a:lnTo>
                  <a:lnTo>
                    <a:pt x="46" y="34"/>
                  </a:lnTo>
                  <a:lnTo>
                    <a:pt x="43" y="42"/>
                  </a:lnTo>
                  <a:lnTo>
                    <a:pt x="38" y="51"/>
                  </a:lnTo>
                  <a:lnTo>
                    <a:pt x="31" y="57"/>
                  </a:lnTo>
                  <a:lnTo>
                    <a:pt x="15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74" name=""/>
            <p:cNvSpPr/>
            <p:nvPr/>
          </p:nvSpPr>
          <p:spPr>
            <a:xfrm rot="0">
              <a:off x="1901" y="1028"/>
              <a:ext cx="15" cy="19"/>
            </a:xfrm>
            <a:custGeom>
              <a:avLst/>
              <a:ahLst/>
              <a:rect l="0" t="0" r="r" b="b"/>
              <a:pathLst>
                <a:path w="46" h="57">
                  <a:moveTo>
                    <a:pt x="0" y="4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7" y="2"/>
                  </a:lnTo>
                  <a:lnTo>
                    <a:pt x="36" y="7"/>
                  </a:lnTo>
                  <a:lnTo>
                    <a:pt x="42" y="15"/>
                  </a:lnTo>
                  <a:lnTo>
                    <a:pt x="46" y="24"/>
                  </a:lnTo>
                  <a:lnTo>
                    <a:pt x="46" y="34"/>
                  </a:lnTo>
                  <a:lnTo>
                    <a:pt x="43" y="42"/>
                  </a:lnTo>
                  <a:lnTo>
                    <a:pt x="38" y="51"/>
                  </a:lnTo>
                  <a:lnTo>
                    <a:pt x="31" y="5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75" name=""/>
            <p:cNvSpPr/>
            <p:nvPr/>
          </p:nvSpPr>
          <p:spPr>
            <a:xfrm rot="0">
              <a:off x="1774" y="1029"/>
              <a:ext cx="137" cy="91"/>
            </a:xfrm>
            <a:custGeom>
              <a:avLst/>
              <a:ahLst/>
              <a:rect l="0" t="0" r="r" b="b"/>
              <a:pathLst>
                <a:path w="411" h="272">
                  <a:moveTo>
                    <a:pt x="411" y="53"/>
                  </a:moveTo>
                  <a:lnTo>
                    <a:pt x="395" y="26"/>
                  </a:lnTo>
                  <a:lnTo>
                    <a:pt x="380" y="0"/>
                  </a:lnTo>
                  <a:lnTo>
                    <a:pt x="0" y="219"/>
                  </a:lnTo>
                  <a:lnTo>
                    <a:pt x="16" y="246"/>
                  </a:lnTo>
                  <a:lnTo>
                    <a:pt x="31" y="272"/>
                  </a:lnTo>
                  <a:lnTo>
                    <a:pt x="411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76" name=""/>
            <p:cNvSpPr/>
            <p:nvPr/>
          </p:nvSpPr>
          <p:spPr>
            <a:xfrm rot="0">
              <a:off x="1774" y="1029"/>
              <a:ext cx="137" cy="91"/>
            </a:xfrm>
            <a:custGeom>
              <a:avLst/>
              <a:ahLst/>
              <a:rect l="0" t="0" r="r" b="b"/>
              <a:pathLst>
                <a:path w="411" h="272">
                  <a:moveTo>
                    <a:pt x="411" y="53"/>
                  </a:moveTo>
                  <a:lnTo>
                    <a:pt x="395" y="26"/>
                  </a:lnTo>
                  <a:lnTo>
                    <a:pt x="380" y="0"/>
                  </a:lnTo>
                  <a:lnTo>
                    <a:pt x="0" y="219"/>
                  </a:lnTo>
                  <a:lnTo>
                    <a:pt x="16" y="246"/>
                  </a:lnTo>
                  <a:lnTo>
                    <a:pt x="31" y="272"/>
                  </a:lnTo>
                  <a:lnTo>
                    <a:pt x="411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77" name=""/>
            <p:cNvSpPr/>
            <p:nvPr/>
          </p:nvSpPr>
          <p:spPr>
            <a:xfrm rot="0">
              <a:off x="1780" y="1111"/>
              <a:ext cx="5" cy="9"/>
            </a:xfrm>
            <a:custGeom>
              <a:avLst/>
              <a:ahLst/>
              <a:rect l="0" t="0" r="r" b="b"/>
              <a:pathLst>
                <a:path w="15" h="26">
                  <a:moveTo>
                    <a:pt x="0" y="0"/>
                  </a:moveTo>
                  <a:lnTo>
                    <a:pt x="15" y="26"/>
                  </a:lnTo>
                  <a:lnTo>
                    <a:pt x="15" y="2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78" name=""/>
            <p:cNvSpPr/>
            <p:nvPr/>
          </p:nvSpPr>
          <p:spPr>
            <a:xfrm rot="0">
              <a:off x="1785" y="11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79" name=""/>
            <p:cNvSpPr/>
            <p:nvPr/>
          </p:nvSpPr>
          <p:spPr>
            <a:xfrm rot="0">
              <a:off x="1647" y="1102"/>
              <a:ext cx="138" cy="90"/>
            </a:xfrm>
            <a:custGeom>
              <a:avLst/>
              <a:ahLst/>
              <a:rect l="0" t="0" r="r" b="b"/>
              <a:pathLst>
                <a:path w="412" h="270">
                  <a:moveTo>
                    <a:pt x="412" y="53"/>
                  </a:moveTo>
                  <a:lnTo>
                    <a:pt x="397" y="27"/>
                  </a:lnTo>
                  <a:lnTo>
                    <a:pt x="381" y="0"/>
                  </a:lnTo>
                  <a:lnTo>
                    <a:pt x="0" y="217"/>
                  </a:lnTo>
                  <a:lnTo>
                    <a:pt x="16" y="243"/>
                  </a:lnTo>
                  <a:lnTo>
                    <a:pt x="32" y="270"/>
                  </a:lnTo>
                  <a:lnTo>
                    <a:pt x="412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80" name=""/>
            <p:cNvSpPr/>
            <p:nvPr/>
          </p:nvSpPr>
          <p:spPr>
            <a:xfrm rot="0">
              <a:off x="1647" y="1102"/>
              <a:ext cx="138" cy="90"/>
            </a:xfrm>
            <a:custGeom>
              <a:avLst/>
              <a:ahLst/>
              <a:rect l="0" t="0" r="r" b="b"/>
              <a:pathLst>
                <a:path w="412" h="270">
                  <a:moveTo>
                    <a:pt x="412" y="53"/>
                  </a:moveTo>
                  <a:lnTo>
                    <a:pt x="397" y="27"/>
                  </a:lnTo>
                  <a:lnTo>
                    <a:pt x="381" y="0"/>
                  </a:lnTo>
                  <a:lnTo>
                    <a:pt x="0" y="217"/>
                  </a:lnTo>
                  <a:lnTo>
                    <a:pt x="16" y="243"/>
                  </a:lnTo>
                  <a:lnTo>
                    <a:pt x="32" y="270"/>
                  </a:lnTo>
                  <a:lnTo>
                    <a:pt x="412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81" name=""/>
            <p:cNvSpPr/>
            <p:nvPr/>
          </p:nvSpPr>
          <p:spPr>
            <a:xfrm rot="0">
              <a:off x="1647" y="1175"/>
              <a:ext cx="6" cy="8"/>
            </a:xfrm>
            <a:custGeom>
              <a:avLst/>
              <a:ahLst/>
              <a:rect l="0" t="0" r="r" b="b"/>
              <a:pathLst>
                <a:path w="16" h="26">
                  <a:moveTo>
                    <a:pt x="16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82" name=""/>
            <p:cNvSpPr/>
            <p:nvPr/>
          </p:nvSpPr>
          <p:spPr>
            <a:xfrm rot="0">
              <a:off x="1647" y="11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83" name=""/>
            <p:cNvSpPr/>
            <p:nvPr/>
          </p:nvSpPr>
          <p:spPr>
            <a:xfrm rot="0">
              <a:off x="1584" y="1175"/>
              <a:ext cx="74" cy="54"/>
            </a:xfrm>
            <a:custGeom>
              <a:avLst/>
              <a:ahLst/>
              <a:rect l="0" t="0" r="r" b="b"/>
              <a:pathLst>
                <a:path w="221" h="164">
                  <a:moveTo>
                    <a:pt x="221" y="53"/>
                  </a:moveTo>
                  <a:lnTo>
                    <a:pt x="205" y="26"/>
                  </a:lnTo>
                  <a:lnTo>
                    <a:pt x="189" y="0"/>
                  </a:lnTo>
                  <a:lnTo>
                    <a:pt x="0" y="111"/>
                  </a:lnTo>
                  <a:lnTo>
                    <a:pt x="16" y="137"/>
                  </a:lnTo>
                  <a:lnTo>
                    <a:pt x="31" y="164"/>
                  </a:lnTo>
                  <a:lnTo>
                    <a:pt x="221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84" name=""/>
            <p:cNvSpPr/>
            <p:nvPr/>
          </p:nvSpPr>
          <p:spPr>
            <a:xfrm rot="0">
              <a:off x="1584" y="1175"/>
              <a:ext cx="74" cy="54"/>
            </a:xfrm>
            <a:custGeom>
              <a:avLst/>
              <a:ahLst/>
              <a:rect l="0" t="0" r="r" b="b"/>
              <a:pathLst>
                <a:path w="221" h="164">
                  <a:moveTo>
                    <a:pt x="221" y="53"/>
                  </a:moveTo>
                  <a:lnTo>
                    <a:pt x="205" y="26"/>
                  </a:lnTo>
                  <a:lnTo>
                    <a:pt x="189" y="0"/>
                  </a:lnTo>
                  <a:lnTo>
                    <a:pt x="0" y="111"/>
                  </a:lnTo>
                  <a:lnTo>
                    <a:pt x="16" y="137"/>
                  </a:lnTo>
                  <a:lnTo>
                    <a:pt x="31" y="164"/>
                  </a:lnTo>
                  <a:lnTo>
                    <a:pt x="221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85" name=""/>
            <p:cNvSpPr/>
            <p:nvPr/>
          </p:nvSpPr>
          <p:spPr>
            <a:xfrm rot="0">
              <a:off x="1584" y="1212"/>
              <a:ext cx="6" cy="8"/>
            </a:xfrm>
            <a:custGeom>
              <a:avLst/>
              <a:ahLst/>
              <a:rect l="0" t="0" r="r" b="b"/>
              <a:pathLst>
                <a:path w="16" h="26">
                  <a:moveTo>
                    <a:pt x="16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86" name=""/>
            <p:cNvSpPr/>
            <p:nvPr/>
          </p:nvSpPr>
          <p:spPr>
            <a:xfrm rot="0">
              <a:off x="1584" y="12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87" name=""/>
            <p:cNvSpPr/>
            <p:nvPr/>
          </p:nvSpPr>
          <p:spPr>
            <a:xfrm rot="0">
              <a:off x="1553" y="1212"/>
              <a:ext cx="42" cy="37"/>
            </a:xfrm>
            <a:custGeom>
              <a:avLst/>
              <a:ahLst/>
              <a:rect l="0" t="0" r="r" b="b"/>
              <a:pathLst>
                <a:path w="126" h="111">
                  <a:moveTo>
                    <a:pt x="126" y="53"/>
                  </a:moveTo>
                  <a:lnTo>
                    <a:pt x="111" y="26"/>
                  </a:lnTo>
                  <a:lnTo>
                    <a:pt x="95" y="0"/>
                  </a:lnTo>
                  <a:lnTo>
                    <a:pt x="0" y="58"/>
                  </a:lnTo>
                  <a:lnTo>
                    <a:pt x="16" y="84"/>
                  </a:lnTo>
                  <a:lnTo>
                    <a:pt x="31" y="111"/>
                  </a:lnTo>
                  <a:lnTo>
                    <a:pt x="126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88" name=""/>
            <p:cNvSpPr/>
            <p:nvPr/>
          </p:nvSpPr>
          <p:spPr>
            <a:xfrm rot="0">
              <a:off x="1553" y="1212"/>
              <a:ext cx="42" cy="37"/>
            </a:xfrm>
            <a:custGeom>
              <a:avLst/>
              <a:ahLst/>
              <a:rect l="0" t="0" r="r" b="b"/>
              <a:pathLst>
                <a:path w="126" h="111">
                  <a:moveTo>
                    <a:pt x="126" y="53"/>
                  </a:moveTo>
                  <a:lnTo>
                    <a:pt x="111" y="26"/>
                  </a:lnTo>
                  <a:lnTo>
                    <a:pt x="95" y="0"/>
                  </a:lnTo>
                  <a:lnTo>
                    <a:pt x="0" y="58"/>
                  </a:lnTo>
                  <a:lnTo>
                    <a:pt x="16" y="84"/>
                  </a:lnTo>
                  <a:lnTo>
                    <a:pt x="31" y="111"/>
                  </a:lnTo>
                  <a:lnTo>
                    <a:pt x="126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89" name=""/>
            <p:cNvSpPr/>
            <p:nvPr/>
          </p:nvSpPr>
          <p:spPr>
            <a:xfrm rot="0">
              <a:off x="1553" y="1231"/>
              <a:ext cx="5" cy="9"/>
            </a:xfrm>
            <a:custGeom>
              <a:avLst/>
              <a:ahLst/>
              <a:rect l="0" t="0" r="r" b="b"/>
              <a:pathLst>
                <a:path w="16" h="26">
                  <a:moveTo>
                    <a:pt x="16" y="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90" name=""/>
            <p:cNvSpPr/>
            <p:nvPr/>
          </p:nvSpPr>
          <p:spPr>
            <a:xfrm rot="0">
              <a:off x="1553" y="12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91" name=""/>
            <p:cNvSpPr/>
            <p:nvPr/>
          </p:nvSpPr>
          <p:spPr>
            <a:xfrm rot="0">
              <a:off x="1522" y="1231"/>
              <a:ext cx="41" cy="37"/>
            </a:xfrm>
            <a:custGeom>
              <a:avLst/>
              <a:ahLst/>
              <a:rect l="0" t="0" r="r" b="b"/>
              <a:pathLst>
                <a:path w="124" h="111">
                  <a:moveTo>
                    <a:pt x="124" y="53"/>
                  </a:moveTo>
                  <a:lnTo>
                    <a:pt x="109" y="26"/>
                  </a:lnTo>
                  <a:lnTo>
                    <a:pt x="93" y="0"/>
                  </a:lnTo>
                  <a:lnTo>
                    <a:pt x="0" y="58"/>
                  </a:lnTo>
                  <a:lnTo>
                    <a:pt x="16" y="84"/>
                  </a:lnTo>
                  <a:lnTo>
                    <a:pt x="31" y="111"/>
                  </a:lnTo>
                  <a:lnTo>
                    <a:pt x="124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92" name=""/>
            <p:cNvSpPr/>
            <p:nvPr/>
          </p:nvSpPr>
          <p:spPr>
            <a:xfrm rot="0">
              <a:off x="1522" y="1231"/>
              <a:ext cx="41" cy="37"/>
            </a:xfrm>
            <a:custGeom>
              <a:avLst/>
              <a:ahLst/>
              <a:rect l="0" t="0" r="r" b="b"/>
              <a:pathLst>
                <a:path w="124" h="111">
                  <a:moveTo>
                    <a:pt x="124" y="53"/>
                  </a:moveTo>
                  <a:lnTo>
                    <a:pt x="109" y="26"/>
                  </a:lnTo>
                  <a:lnTo>
                    <a:pt x="93" y="0"/>
                  </a:lnTo>
                  <a:lnTo>
                    <a:pt x="0" y="58"/>
                  </a:lnTo>
                  <a:lnTo>
                    <a:pt x="16" y="84"/>
                  </a:lnTo>
                  <a:lnTo>
                    <a:pt x="31" y="111"/>
                  </a:lnTo>
                  <a:lnTo>
                    <a:pt x="124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93" name=""/>
            <p:cNvSpPr/>
            <p:nvPr/>
          </p:nvSpPr>
          <p:spPr>
            <a:xfrm rot="0">
              <a:off x="1521" y="1250"/>
              <a:ext cx="6" cy="9"/>
            </a:xfrm>
            <a:custGeom>
              <a:avLst/>
              <a:ahLst/>
              <a:rect l="0" t="0" r="r" b="b"/>
              <a:pathLst>
                <a:path w="17" h="26">
                  <a:moveTo>
                    <a:pt x="17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94" name=""/>
            <p:cNvSpPr/>
            <p:nvPr/>
          </p:nvSpPr>
          <p:spPr>
            <a:xfrm rot="0" flipH="1">
              <a:off x="1521" y="12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95" name=""/>
            <p:cNvSpPr/>
            <p:nvPr/>
          </p:nvSpPr>
          <p:spPr>
            <a:xfrm rot="0">
              <a:off x="1490" y="1251"/>
              <a:ext cx="43" cy="37"/>
            </a:xfrm>
            <a:custGeom>
              <a:avLst/>
              <a:ahLst/>
              <a:rect l="0" t="0" r="r" b="b"/>
              <a:pathLst>
                <a:path w="128" h="111">
                  <a:moveTo>
                    <a:pt x="128" y="50"/>
                  </a:moveTo>
                  <a:lnTo>
                    <a:pt x="111" y="25"/>
                  </a:lnTo>
                  <a:lnTo>
                    <a:pt x="94" y="0"/>
                  </a:lnTo>
                  <a:lnTo>
                    <a:pt x="0" y="60"/>
                  </a:lnTo>
                  <a:lnTo>
                    <a:pt x="17" y="85"/>
                  </a:lnTo>
                  <a:lnTo>
                    <a:pt x="34" y="111"/>
                  </a:lnTo>
                  <a:lnTo>
                    <a:pt x="128" y="5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96" name=""/>
            <p:cNvSpPr/>
            <p:nvPr/>
          </p:nvSpPr>
          <p:spPr>
            <a:xfrm rot="0">
              <a:off x="1490" y="1251"/>
              <a:ext cx="43" cy="37"/>
            </a:xfrm>
            <a:custGeom>
              <a:avLst/>
              <a:ahLst/>
              <a:rect l="0" t="0" r="r" b="b"/>
              <a:pathLst>
                <a:path w="128" h="111">
                  <a:moveTo>
                    <a:pt x="128" y="50"/>
                  </a:moveTo>
                  <a:lnTo>
                    <a:pt x="111" y="25"/>
                  </a:lnTo>
                  <a:lnTo>
                    <a:pt x="94" y="0"/>
                  </a:lnTo>
                  <a:lnTo>
                    <a:pt x="0" y="60"/>
                  </a:lnTo>
                  <a:lnTo>
                    <a:pt x="17" y="85"/>
                  </a:lnTo>
                  <a:lnTo>
                    <a:pt x="34" y="111"/>
                  </a:lnTo>
                  <a:lnTo>
                    <a:pt x="128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97" name=""/>
            <p:cNvSpPr/>
            <p:nvPr/>
          </p:nvSpPr>
          <p:spPr>
            <a:xfrm rot="0">
              <a:off x="1490" y="1271"/>
              <a:ext cx="6" cy="8"/>
            </a:xfrm>
            <a:custGeom>
              <a:avLst/>
              <a:ahLst/>
              <a:rect l="0" t="0" r="r" b="b"/>
              <a:pathLst>
                <a:path w="17" h="25">
                  <a:moveTo>
                    <a:pt x="17" y="2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7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4998" name=""/>
            <p:cNvSpPr/>
            <p:nvPr/>
          </p:nvSpPr>
          <p:spPr>
            <a:xfrm rot="0">
              <a:off x="1490" y="12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4999" name=""/>
            <p:cNvSpPr/>
            <p:nvPr/>
          </p:nvSpPr>
          <p:spPr>
            <a:xfrm rot="0">
              <a:off x="1459" y="1271"/>
              <a:ext cx="42" cy="37"/>
            </a:xfrm>
            <a:custGeom>
              <a:avLst/>
              <a:ahLst/>
              <a:rect l="0" t="0" r="r" b="b"/>
              <a:pathLst>
                <a:path w="126" h="113">
                  <a:moveTo>
                    <a:pt x="126" y="51"/>
                  </a:moveTo>
                  <a:lnTo>
                    <a:pt x="109" y="25"/>
                  </a:lnTo>
                  <a:lnTo>
                    <a:pt x="92" y="0"/>
                  </a:lnTo>
                  <a:lnTo>
                    <a:pt x="0" y="63"/>
                  </a:lnTo>
                  <a:lnTo>
                    <a:pt x="17" y="88"/>
                  </a:lnTo>
                  <a:lnTo>
                    <a:pt x="34" y="113"/>
                  </a:lnTo>
                  <a:lnTo>
                    <a:pt x="126" y="5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00" name=""/>
            <p:cNvSpPr/>
            <p:nvPr/>
          </p:nvSpPr>
          <p:spPr>
            <a:xfrm rot="0">
              <a:off x="1459" y="1271"/>
              <a:ext cx="42" cy="37"/>
            </a:xfrm>
            <a:custGeom>
              <a:avLst/>
              <a:ahLst/>
              <a:rect l="0" t="0" r="r" b="b"/>
              <a:pathLst>
                <a:path w="126" h="113">
                  <a:moveTo>
                    <a:pt x="126" y="51"/>
                  </a:moveTo>
                  <a:lnTo>
                    <a:pt x="109" y="25"/>
                  </a:lnTo>
                  <a:lnTo>
                    <a:pt x="92" y="0"/>
                  </a:lnTo>
                  <a:lnTo>
                    <a:pt x="0" y="63"/>
                  </a:lnTo>
                  <a:lnTo>
                    <a:pt x="17" y="88"/>
                  </a:lnTo>
                  <a:lnTo>
                    <a:pt x="34" y="113"/>
                  </a:lnTo>
                  <a:lnTo>
                    <a:pt x="126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01" name=""/>
            <p:cNvSpPr/>
            <p:nvPr/>
          </p:nvSpPr>
          <p:spPr>
            <a:xfrm rot="0">
              <a:off x="1459" y="1292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18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02" name=""/>
            <p:cNvSpPr/>
            <p:nvPr/>
          </p:nvSpPr>
          <p:spPr>
            <a:xfrm rot="0" flipH="1">
              <a:off x="1459" y="12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03" name=""/>
            <p:cNvSpPr/>
            <p:nvPr/>
          </p:nvSpPr>
          <p:spPr>
            <a:xfrm rot="0">
              <a:off x="1428" y="1292"/>
              <a:ext cx="43" cy="38"/>
            </a:xfrm>
            <a:custGeom>
              <a:avLst/>
              <a:ahLst/>
              <a:rect l="0" t="0" r="r" b="b"/>
              <a:pathLst>
                <a:path w="128" h="114">
                  <a:moveTo>
                    <a:pt x="128" y="50"/>
                  </a:moveTo>
                  <a:lnTo>
                    <a:pt x="110" y="25"/>
                  </a:lnTo>
                  <a:lnTo>
                    <a:pt x="92" y="0"/>
                  </a:lnTo>
                  <a:lnTo>
                    <a:pt x="0" y="64"/>
                  </a:lnTo>
                  <a:lnTo>
                    <a:pt x="19" y="89"/>
                  </a:lnTo>
                  <a:lnTo>
                    <a:pt x="37" y="114"/>
                  </a:lnTo>
                  <a:lnTo>
                    <a:pt x="128" y="5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04" name=""/>
            <p:cNvSpPr/>
            <p:nvPr/>
          </p:nvSpPr>
          <p:spPr>
            <a:xfrm rot="0">
              <a:off x="1428" y="1292"/>
              <a:ext cx="43" cy="38"/>
            </a:xfrm>
            <a:custGeom>
              <a:avLst/>
              <a:ahLst/>
              <a:rect l="0" t="0" r="r" b="b"/>
              <a:pathLst>
                <a:path w="128" h="114">
                  <a:moveTo>
                    <a:pt x="128" y="50"/>
                  </a:moveTo>
                  <a:lnTo>
                    <a:pt x="110" y="25"/>
                  </a:lnTo>
                  <a:lnTo>
                    <a:pt x="92" y="0"/>
                  </a:lnTo>
                  <a:lnTo>
                    <a:pt x="0" y="64"/>
                  </a:lnTo>
                  <a:lnTo>
                    <a:pt x="19" y="89"/>
                  </a:lnTo>
                  <a:lnTo>
                    <a:pt x="37" y="114"/>
                  </a:lnTo>
                  <a:lnTo>
                    <a:pt x="128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05" name=""/>
            <p:cNvSpPr/>
            <p:nvPr/>
          </p:nvSpPr>
          <p:spPr>
            <a:xfrm rot="0">
              <a:off x="1428" y="1313"/>
              <a:ext cx="7" cy="8"/>
            </a:xfrm>
            <a:custGeom>
              <a:avLst/>
              <a:ahLst/>
              <a:rect l="0" t="0" r="r" b="b"/>
              <a:pathLst>
                <a:path w="19" h="25">
                  <a:moveTo>
                    <a:pt x="19" y="2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9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06" name=""/>
            <p:cNvSpPr/>
            <p:nvPr/>
          </p:nvSpPr>
          <p:spPr>
            <a:xfrm rot="0">
              <a:off x="1428" y="13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07" name=""/>
            <p:cNvSpPr/>
            <p:nvPr/>
          </p:nvSpPr>
          <p:spPr>
            <a:xfrm rot="0">
              <a:off x="1399" y="1313"/>
              <a:ext cx="42" cy="39"/>
            </a:xfrm>
            <a:custGeom>
              <a:avLst/>
              <a:ahLst/>
              <a:rect l="0" t="0" r="r" b="b"/>
              <a:pathLst>
                <a:path w="126" h="115">
                  <a:moveTo>
                    <a:pt x="126" y="48"/>
                  </a:moveTo>
                  <a:lnTo>
                    <a:pt x="108" y="24"/>
                  </a:lnTo>
                  <a:lnTo>
                    <a:pt x="89" y="0"/>
                  </a:lnTo>
                  <a:lnTo>
                    <a:pt x="0" y="67"/>
                  </a:lnTo>
                  <a:lnTo>
                    <a:pt x="18" y="91"/>
                  </a:lnTo>
                  <a:lnTo>
                    <a:pt x="36" y="115"/>
                  </a:lnTo>
                  <a:lnTo>
                    <a:pt x="126" y="4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08" name=""/>
            <p:cNvSpPr/>
            <p:nvPr/>
          </p:nvSpPr>
          <p:spPr>
            <a:xfrm rot="0">
              <a:off x="1399" y="1313"/>
              <a:ext cx="42" cy="39"/>
            </a:xfrm>
            <a:custGeom>
              <a:avLst/>
              <a:ahLst/>
              <a:rect l="0" t="0" r="r" b="b"/>
              <a:pathLst>
                <a:path w="126" h="115">
                  <a:moveTo>
                    <a:pt x="126" y="48"/>
                  </a:moveTo>
                  <a:lnTo>
                    <a:pt x="108" y="24"/>
                  </a:lnTo>
                  <a:lnTo>
                    <a:pt x="89" y="0"/>
                  </a:lnTo>
                  <a:lnTo>
                    <a:pt x="0" y="67"/>
                  </a:lnTo>
                  <a:lnTo>
                    <a:pt x="18" y="91"/>
                  </a:lnTo>
                  <a:lnTo>
                    <a:pt x="36" y="115"/>
                  </a:lnTo>
                  <a:lnTo>
                    <a:pt x="126" y="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09" name=""/>
            <p:cNvSpPr/>
            <p:nvPr/>
          </p:nvSpPr>
          <p:spPr>
            <a:xfrm rot="0">
              <a:off x="1398" y="1336"/>
              <a:ext cx="7" cy="8"/>
            </a:xfrm>
            <a:custGeom>
              <a:avLst/>
              <a:ahLst/>
              <a:rect l="0" t="0" r="r" b="b"/>
              <a:pathLst>
                <a:path w="19" h="24">
                  <a:moveTo>
                    <a:pt x="19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9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10" name=""/>
            <p:cNvSpPr/>
            <p:nvPr/>
          </p:nvSpPr>
          <p:spPr>
            <a:xfrm rot="0" flipH="1">
              <a:off x="1398" y="1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11" name=""/>
            <p:cNvSpPr/>
            <p:nvPr/>
          </p:nvSpPr>
          <p:spPr>
            <a:xfrm rot="0">
              <a:off x="1370" y="1336"/>
              <a:ext cx="41" cy="39"/>
            </a:xfrm>
            <a:custGeom>
              <a:avLst/>
              <a:ahLst/>
              <a:rect l="0" t="0" r="r" b="b"/>
              <a:pathLst>
                <a:path w="124" h="118">
                  <a:moveTo>
                    <a:pt x="124" y="48"/>
                  </a:moveTo>
                  <a:lnTo>
                    <a:pt x="104" y="24"/>
                  </a:lnTo>
                  <a:lnTo>
                    <a:pt x="85" y="0"/>
                  </a:lnTo>
                  <a:lnTo>
                    <a:pt x="0" y="70"/>
                  </a:lnTo>
                  <a:lnTo>
                    <a:pt x="19" y="94"/>
                  </a:lnTo>
                  <a:lnTo>
                    <a:pt x="38" y="118"/>
                  </a:lnTo>
                  <a:lnTo>
                    <a:pt x="124" y="4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12" name=""/>
            <p:cNvSpPr/>
            <p:nvPr/>
          </p:nvSpPr>
          <p:spPr>
            <a:xfrm rot="0">
              <a:off x="1370" y="1336"/>
              <a:ext cx="41" cy="39"/>
            </a:xfrm>
            <a:custGeom>
              <a:avLst/>
              <a:ahLst/>
              <a:rect l="0" t="0" r="r" b="b"/>
              <a:pathLst>
                <a:path w="124" h="118">
                  <a:moveTo>
                    <a:pt x="124" y="48"/>
                  </a:moveTo>
                  <a:lnTo>
                    <a:pt x="104" y="24"/>
                  </a:lnTo>
                  <a:lnTo>
                    <a:pt x="85" y="0"/>
                  </a:lnTo>
                  <a:lnTo>
                    <a:pt x="0" y="70"/>
                  </a:lnTo>
                  <a:lnTo>
                    <a:pt x="19" y="94"/>
                  </a:lnTo>
                  <a:lnTo>
                    <a:pt x="38" y="118"/>
                  </a:lnTo>
                  <a:lnTo>
                    <a:pt x="124" y="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13" name=""/>
            <p:cNvSpPr/>
            <p:nvPr/>
          </p:nvSpPr>
          <p:spPr>
            <a:xfrm rot="0">
              <a:off x="1370" y="1359"/>
              <a:ext cx="6" cy="8"/>
            </a:xfrm>
            <a:custGeom>
              <a:avLst/>
              <a:ahLst/>
              <a:rect l="0" t="0" r="r" b="b"/>
              <a:pathLst>
                <a:path w="19" h="24">
                  <a:moveTo>
                    <a:pt x="19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14" name=""/>
            <p:cNvSpPr/>
            <p:nvPr/>
          </p:nvSpPr>
          <p:spPr>
            <a:xfrm rot="0">
              <a:off x="1370" y="13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15" name=""/>
            <p:cNvSpPr/>
            <p:nvPr/>
          </p:nvSpPr>
          <p:spPr>
            <a:xfrm rot="0">
              <a:off x="1356" y="1359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81" y="48"/>
                  </a:moveTo>
                  <a:lnTo>
                    <a:pt x="62" y="24"/>
                  </a:lnTo>
                  <a:lnTo>
                    <a:pt x="43" y="0"/>
                  </a:lnTo>
                  <a:lnTo>
                    <a:pt x="0" y="35"/>
                  </a:lnTo>
                  <a:lnTo>
                    <a:pt x="20" y="59"/>
                  </a:lnTo>
                  <a:lnTo>
                    <a:pt x="39" y="83"/>
                  </a:lnTo>
                  <a:lnTo>
                    <a:pt x="81" y="4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16" name=""/>
            <p:cNvSpPr/>
            <p:nvPr/>
          </p:nvSpPr>
          <p:spPr>
            <a:xfrm rot="0">
              <a:off x="1356" y="1359"/>
              <a:ext cx="27" cy="28"/>
            </a:xfrm>
            <a:custGeom>
              <a:avLst/>
              <a:ahLst/>
              <a:rect l="0" t="0" r="r" b="b"/>
              <a:pathLst>
                <a:path w="81" h="83">
                  <a:moveTo>
                    <a:pt x="81" y="48"/>
                  </a:moveTo>
                  <a:lnTo>
                    <a:pt x="62" y="24"/>
                  </a:lnTo>
                  <a:lnTo>
                    <a:pt x="43" y="0"/>
                  </a:lnTo>
                  <a:lnTo>
                    <a:pt x="0" y="35"/>
                  </a:lnTo>
                  <a:lnTo>
                    <a:pt x="20" y="59"/>
                  </a:lnTo>
                  <a:lnTo>
                    <a:pt x="39" y="83"/>
                  </a:lnTo>
                  <a:lnTo>
                    <a:pt x="81" y="4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17" name=""/>
            <p:cNvSpPr/>
            <p:nvPr/>
          </p:nvSpPr>
          <p:spPr>
            <a:xfrm rot="0">
              <a:off x="1355" y="1371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21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18" name=""/>
            <p:cNvSpPr/>
            <p:nvPr/>
          </p:nvSpPr>
          <p:spPr>
            <a:xfrm rot="0" flipH="1">
              <a:off x="1355" y="13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19" name=""/>
            <p:cNvSpPr/>
            <p:nvPr/>
          </p:nvSpPr>
          <p:spPr>
            <a:xfrm rot="0">
              <a:off x="1342" y="1371"/>
              <a:ext cx="27" cy="28"/>
            </a:xfrm>
            <a:custGeom>
              <a:avLst/>
              <a:ahLst/>
              <a:rect l="0" t="0" r="r" b="b"/>
              <a:pathLst>
                <a:path w="82" h="83">
                  <a:moveTo>
                    <a:pt x="82" y="46"/>
                  </a:moveTo>
                  <a:lnTo>
                    <a:pt x="62" y="23"/>
                  </a:lnTo>
                  <a:lnTo>
                    <a:pt x="41" y="0"/>
                  </a:lnTo>
                  <a:lnTo>
                    <a:pt x="0" y="38"/>
                  </a:lnTo>
                  <a:lnTo>
                    <a:pt x="21" y="61"/>
                  </a:lnTo>
                  <a:lnTo>
                    <a:pt x="41" y="83"/>
                  </a:lnTo>
                  <a:lnTo>
                    <a:pt x="82" y="4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20" name=""/>
            <p:cNvSpPr/>
            <p:nvPr/>
          </p:nvSpPr>
          <p:spPr>
            <a:xfrm rot="0">
              <a:off x="1342" y="1371"/>
              <a:ext cx="27" cy="28"/>
            </a:xfrm>
            <a:custGeom>
              <a:avLst/>
              <a:ahLst/>
              <a:rect l="0" t="0" r="r" b="b"/>
              <a:pathLst>
                <a:path w="82" h="83">
                  <a:moveTo>
                    <a:pt x="82" y="46"/>
                  </a:moveTo>
                  <a:lnTo>
                    <a:pt x="62" y="23"/>
                  </a:lnTo>
                  <a:lnTo>
                    <a:pt x="41" y="0"/>
                  </a:lnTo>
                  <a:lnTo>
                    <a:pt x="0" y="38"/>
                  </a:lnTo>
                  <a:lnTo>
                    <a:pt x="21" y="61"/>
                  </a:lnTo>
                  <a:lnTo>
                    <a:pt x="41" y="83"/>
                  </a:lnTo>
                  <a:lnTo>
                    <a:pt x="82" y="4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21" name=""/>
            <p:cNvSpPr/>
            <p:nvPr/>
          </p:nvSpPr>
          <p:spPr>
            <a:xfrm rot="0">
              <a:off x="1328" y="1384"/>
              <a:ext cx="27" cy="27"/>
            </a:xfrm>
            <a:custGeom>
              <a:avLst/>
              <a:ahLst/>
              <a:rect l="0" t="0" r="r" b="b"/>
              <a:pathLst>
                <a:path w="82" h="83">
                  <a:moveTo>
                    <a:pt x="82" y="45"/>
                  </a:moveTo>
                  <a:lnTo>
                    <a:pt x="62" y="23"/>
                  </a:lnTo>
                  <a:lnTo>
                    <a:pt x="41" y="0"/>
                  </a:lnTo>
                  <a:lnTo>
                    <a:pt x="0" y="37"/>
                  </a:lnTo>
                  <a:lnTo>
                    <a:pt x="21" y="60"/>
                  </a:lnTo>
                  <a:lnTo>
                    <a:pt x="41" y="83"/>
                  </a:lnTo>
                  <a:lnTo>
                    <a:pt x="82" y="4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22" name=""/>
            <p:cNvSpPr/>
            <p:nvPr/>
          </p:nvSpPr>
          <p:spPr>
            <a:xfrm rot="0">
              <a:off x="1328" y="1384"/>
              <a:ext cx="27" cy="27"/>
            </a:xfrm>
            <a:custGeom>
              <a:avLst/>
              <a:ahLst/>
              <a:rect l="0" t="0" r="r" b="b"/>
              <a:pathLst>
                <a:path w="82" h="83">
                  <a:moveTo>
                    <a:pt x="82" y="45"/>
                  </a:moveTo>
                  <a:lnTo>
                    <a:pt x="62" y="23"/>
                  </a:lnTo>
                  <a:lnTo>
                    <a:pt x="41" y="0"/>
                  </a:lnTo>
                  <a:lnTo>
                    <a:pt x="0" y="37"/>
                  </a:lnTo>
                  <a:lnTo>
                    <a:pt x="21" y="60"/>
                  </a:lnTo>
                  <a:lnTo>
                    <a:pt x="41" y="83"/>
                  </a:lnTo>
                  <a:lnTo>
                    <a:pt x="82" y="4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23" name=""/>
            <p:cNvSpPr/>
            <p:nvPr/>
          </p:nvSpPr>
          <p:spPr>
            <a:xfrm rot="0">
              <a:off x="1328" y="1396"/>
              <a:ext cx="7" cy="8"/>
            </a:xfrm>
            <a:custGeom>
              <a:avLst/>
              <a:ahLst/>
              <a:rect l="0" t="0" r="r" b="b"/>
              <a:pathLst>
                <a:path w="22" h="23">
                  <a:moveTo>
                    <a:pt x="22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24" name=""/>
            <p:cNvSpPr/>
            <p:nvPr/>
          </p:nvSpPr>
          <p:spPr>
            <a:xfrm rot="0" flipH="1">
              <a:off x="1328" y="13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25" name=""/>
            <p:cNvSpPr/>
            <p:nvPr/>
          </p:nvSpPr>
          <p:spPr>
            <a:xfrm rot="0">
              <a:off x="1315" y="1396"/>
              <a:ext cx="27" cy="28"/>
            </a:xfrm>
            <a:custGeom>
              <a:avLst/>
              <a:ahLst/>
              <a:rect l="0" t="0" r="r" b="b"/>
              <a:pathLst>
                <a:path w="82" h="82">
                  <a:moveTo>
                    <a:pt x="82" y="44"/>
                  </a:moveTo>
                  <a:lnTo>
                    <a:pt x="61" y="22"/>
                  </a:lnTo>
                  <a:lnTo>
                    <a:pt x="39" y="0"/>
                  </a:lnTo>
                  <a:lnTo>
                    <a:pt x="0" y="39"/>
                  </a:lnTo>
                  <a:lnTo>
                    <a:pt x="22" y="60"/>
                  </a:lnTo>
                  <a:lnTo>
                    <a:pt x="44" y="82"/>
                  </a:lnTo>
                  <a:lnTo>
                    <a:pt x="82" y="4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26" name=""/>
            <p:cNvSpPr/>
            <p:nvPr/>
          </p:nvSpPr>
          <p:spPr>
            <a:xfrm rot="0">
              <a:off x="1315" y="1396"/>
              <a:ext cx="27" cy="28"/>
            </a:xfrm>
            <a:custGeom>
              <a:avLst/>
              <a:ahLst/>
              <a:rect l="0" t="0" r="r" b="b"/>
              <a:pathLst>
                <a:path w="82" h="82">
                  <a:moveTo>
                    <a:pt x="82" y="44"/>
                  </a:moveTo>
                  <a:lnTo>
                    <a:pt x="61" y="22"/>
                  </a:lnTo>
                  <a:lnTo>
                    <a:pt x="39" y="0"/>
                  </a:lnTo>
                  <a:lnTo>
                    <a:pt x="0" y="39"/>
                  </a:lnTo>
                  <a:lnTo>
                    <a:pt x="22" y="60"/>
                  </a:lnTo>
                  <a:lnTo>
                    <a:pt x="44" y="82"/>
                  </a:lnTo>
                  <a:lnTo>
                    <a:pt x="82" y="4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27" name=""/>
            <p:cNvSpPr/>
            <p:nvPr/>
          </p:nvSpPr>
          <p:spPr>
            <a:xfrm rot="0">
              <a:off x="1315" y="1409"/>
              <a:ext cx="7" cy="7"/>
            </a:xfrm>
            <a:custGeom>
              <a:avLst/>
              <a:ahLst/>
              <a:rect l="0" t="0" r="r" b="b"/>
              <a:pathLst>
                <a:path w="22" h="21">
                  <a:moveTo>
                    <a:pt x="22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28" name=""/>
            <p:cNvSpPr/>
            <p:nvPr/>
          </p:nvSpPr>
          <p:spPr>
            <a:xfrm rot="0">
              <a:off x="1315" y="14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29" name=""/>
            <p:cNvSpPr/>
            <p:nvPr/>
          </p:nvSpPr>
          <p:spPr>
            <a:xfrm rot="0">
              <a:off x="1302" y="1409"/>
              <a:ext cx="27" cy="28"/>
            </a:xfrm>
            <a:custGeom>
              <a:avLst/>
              <a:ahLst/>
              <a:rect l="0" t="0" r="r" b="b"/>
              <a:pathLst>
                <a:path w="81" h="82">
                  <a:moveTo>
                    <a:pt x="81" y="43"/>
                  </a:moveTo>
                  <a:lnTo>
                    <a:pt x="59" y="21"/>
                  </a:lnTo>
                  <a:lnTo>
                    <a:pt x="37" y="0"/>
                  </a:lnTo>
                  <a:lnTo>
                    <a:pt x="0" y="38"/>
                  </a:lnTo>
                  <a:lnTo>
                    <a:pt x="22" y="60"/>
                  </a:lnTo>
                  <a:lnTo>
                    <a:pt x="43" y="82"/>
                  </a:lnTo>
                  <a:lnTo>
                    <a:pt x="81" y="4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30" name=""/>
            <p:cNvSpPr/>
            <p:nvPr/>
          </p:nvSpPr>
          <p:spPr>
            <a:xfrm rot="0">
              <a:off x="1302" y="1409"/>
              <a:ext cx="27" cy="28"/>
            </a:xfrm>
            <a:custGeom>
              <a:avLst/>
              <a:ahLst/>
              <a:rect l="0" t="0" r="r" b="b"/>
              <a:pathLst>
                <a:path w="81" h="82">
                  <a:moveTo>
                    <a:pt x="81" y="43"/>
                  </a:moveTo>
                  <a:lnTo>
                    <a:pt x="59" y="21"/>
                  </a:lnTo>
                  <a:lnTo>
                    <a:pt x="37" y="0"/>
                  </a:lnTo>
                  <a:lnTo>
                    <a:pt x="0" y="38"/>
                  </a:lnTo>
                  <a:lnTo>
                    <a:pt x="22" y="60"/>
                  </a:lnTo>
                  <a:lnTo>
                    <a:pt x="43" y="82"/>
                  </a:lnTo>
                  <a:lnTo>
                    <a:pt x="81" y="4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31" name=""/>
            <p:cNvSpPr/>
            <p:nvPr/>
          </p:nvSpPr>
          <p:spPr>
            <a:xfrm rot="0">
              <a:off x="1302" y="1422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23" y="2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3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32" name=""/>
            <p:cNvSpPr/>
            <p:nvPr/>
          </p:nvSpPr>
          <p:spPr>
            <a:xfrm rot="0" flipH="1">
              <a:off x="1302" y="14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33" name=""/>
            <p:cNvSpPr/>
            <p:nvPr/>
          </p:nvSpPr>
          <p:spPr>
            <a:xfrm rot="0">
              <a:off x="1290" y="1423"/>
              <a:ext cx="27" cy="27"/>
            </a:xfrm>
            <a:custGeom>
              <a:avLst/>
              <a:ahLst/>
              <a:rect l="0" t="0" r="r" b="b"/>
              <a:pathLst>
                <a:path w="83" h="82">
                  <a:moveTo>
                    <a:pt x="83" y="41"/>
                  </a:moveTo>
                  <a:lnTo>
                    <a:pt x="60" y="20"/>
                  </a:lnTo>
                  <a:lnTo>
                    <a:pt x="37" y="0"/>
                  </a:lnTo>
                  <a:lnTo>
                    <a:pt x="0" y="41"/>
                  </a:lnTo>
                  <a:lnTo>
                    <a:pt x="22" y="61"/>
                  </a:lnTo>
                  <a:lnTo>
                    <a:pt x="45" y="82"/>
                  </a:lnTo>
                  <a:lnTo>
                    <a:pt x="83" y="4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34" name=""/>
            <p:cNvSpPr/>
            <p:nvPr/>
          </p:nvSpPr>
          <p:spPr>
            <a:xfrm rot="0">
              <a:off x="1290" y="1423"/>
              <a:ext cx="27" cy="27"/>
            </a:xfrm>
            <a:custGeom>
              <a:avLst/>
              <a:ahLst/>
              <a:rect l="0" t="0" r="r" b="b"/>
              <a:pathLst>
                <a:path w="83" h="82">
                  <a:moveTo>
                    <a:pt x="83" y="41"/>
                  </a:moveTo>
                  <a:lnTo>
                    <a:pt x="60" y="20"/>
                  </a:lnTo>
                  <a:lnTo>
                    <a:pt x="37" y="0"/>
                  </a:lnTo>
                  <a:lnTo>
                    <a:pt x="0" y="41"/>
                  </a:lnTo>
                  <a:lnTo>
                    <a:pt x="22" y="61"/>
                  </a:lnTo>
                  <a:lnTo>
                    <a:pt x="45" y="82"/>
                  </a:lnTo>
                  <a:lnTo>
                    <a:pt x="83" y="4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35" name=""/>
            <p:cNvSpPr/>
            <p:nvPr/>
          </p:nvSpPr>
          <p:spPr>
            <a:xfrm rot="0">
              <a:off x="1290" y="1436"/>
              <a:ext cx="7" cy="7"/>
            </a:xfrm>
            <a:custGeom>
              <a:avLst/>
              <a:ahLst/>
              <a:rect l="0" t="0" r="r" b="b"/>
              <a:pathLst>
                <a:path w="22" h="20">
                  <a:moveTo>
                    <a:pt x="22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36" name=""/>
            <p:cNvSpPr/>
            <p:nvPr/>
          </p:nvSpPr>
          <p:spPr>
            <a:xfrm rot="0">
              <a:off x="1290" y="1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37" name=""/>
            <p:cNvSpPr/>
            <p:nvPr/>
          </p:nvSpPr>
          <p:spPr>
            <a:xfrm rot="0">
              <a:off x="1278" y="1436"/>
              <a:ext cx="27" cy="28"/>
            </a:xfrm>
            <a:custGeom>
              <a:avLst/>
              <a:ahLst/>
              <a:rect l="0" t="0" r="r" b="b"/>
              <a:pathLst>
                <a:path w="80" h="82">
                  <a:moveTo>
                    <a:pt x="80" y="41"/>
                  </a:moveTo>
                  <a:lnTo>
                    <a:pt x="57" y="20"/>
                  </a:lnTo>
                  <a:lnTo>
                    <a:pt x="35" y="0"/>
                  </a:lnTo>
                  <a:lnTo>
                    <a:pt x="0" y="41"/>
                  </a:lnTo>
                  <a:lnTo>
                    <a:pt x="22" y="61"/>
                  </a:lnTo>
                  <a:lnTo>
                    <a:pt x="45" y="82"/>
                  </a:lnTo>
                  <a:lnTo>
                    <a:pt x="80" y="4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38" name=""/>
            <p:cNvSpPr/>
            <p:nvPr/>
          </p:nvSpPr>
          <p:spPr>
            <a:xfrm rot="0">
              <a:off x="1278" y="1436"/>
              <a:ext cx="27" cy="28"/>
            </a:xfrm>
            <a:custGeom>
              <a:avLst/>
              <a:ahLst/>
              <a:rect l="0" t="0" r="r" b="b"/>
              <a:pathLst>
                <a:path w="80" h="82">
                  <a:moveTo>
                    <a:pt x="80" y="41"/>
                  </a:moveTo>
                  <a:lnTo>
                    <a:pt x="57" y="20"/>
                  </a:lnTo>
                  <a:lnTo>
                    <a:pt x="35" y="0"/>
                  </a:lnTo>
                  <a:lnTo>
                    <a:pt x="0" y="41"/>
                  </a:lnTo>
                  <a:lnTo>
                    <a:pt x="22" y="61"/>
                  </a:lnTo>
                  <a:lnTo>
                    <a:pt x="45" y="82"/>
                  </a:lnTo>
                  <a:lnTo>
                    <a:pt x="80" y="4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39" name=""/>
            <p:cNvSpPr/>
            <p:nvPr/>
          </p:nvSpPr>
          <p:spPr>
            <a:xfrm rot="0">
              <a:off x="1277" y="1450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24" y="2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4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40" name=""/>
            <p:cNvSpPr/>
            <p:nvPr/>
          </p:nvSpPr>
          <p:spPr>
            <a:xfrm rot="0" flipH="1">
              <a:off x="1277" y="14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41" name=""/>
            <p:cNvSpPr/>
            <p:nvPr/>
          </p:nvSpPr>
          <p:spPr>
            <a:xfrm rot="0">
              <a:off x="1266" y="1450"/>
              <a:ext cx="28" cy="27"/>
            </a:xfrm>
            <a:custGeom>
              <a:avLst/>
              <a:ahLst/>
              <a:rect l="0" t="0" r="r" b="b"/>
              <a:pathLst>
                <a:path w="82" h="80">
                  <a:moveTo>
                    <a:pt x="82" y="38"/>
                  </a:moveTo>
                  <a:lnTo>
                    <a:pt x="57" y="19"/>
                  </a:lnTo>
                  <a:lnTo>
                    <a:pt x="33" y="0"/>
                  </a:lnTo>
                  <a:lnTo>
                    <a:pt x="0" y="42"/>
                  </a:lnTo>
                  <a:lnTo>
                    <a:pt x="24" y="61"/>
                  </a:lnTo>
                  <a:lnTo>
                    <a:pt x="48" y="80"/>
                  </a:lnTo>
                  <a:lnTo>
                    <a:pt x="82" y="3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42" name=""/>
            <p:cNvSpPr/>
            <p:nvPr/>
          </p:nvSpPr>
          <p:spPr>
            <a:xfrm rot="0">
              <a:off x="1266" y="1450"/>
              <a:ext cx="28" cy="27"/>
            </a:xfrm>
            <a:custGeom>
              <a:avLst/>
              <a:ahLst/>
              <a:rect l="0" t="0" r="r" b="b"/>
              <a:pathLst>
                <a:path w="82" h="80">
                  <a:moveTo>
                    <a:pt x="82" y="38"/>
                  </a:moveTo>
                  <a:lnTo>
                    <a:pt x="57" y="19"/>
                  </a:lnTo>
                  <a:lnTo>
                    <a:pt x="33" y="0"/>
                  </a:lnTo>
                  <a:lnTo>
                    <a:pt x="0" y="42"/>
                  </a:lnTo>
                  <a:lnTo>
                    <a:pt x="24" y="61"/>
                  </a:lnTo>
                  <a:lnTo>
                    <a:pt x="48" y="80"/>
                  </a:lnTo>
                  <a:lnTo>
                    <a:pt x="82" y="3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43" name=""/>
            <p:cNvSpPr/>
            <p:nvPr/>
          </p:nvSpPr>
          <p:spPr>
            <a:xfrm rot="0">
              <a:off x="1266" y="1464"/>
              <a:ext cx="8" cy="7"/>
            </a:xfrm>
            <a:custGeom>
              <a:avLst/>
              <a:ahLst/>
              <a:rect l="0" t="0" r="r" b="b"/>
              <a:pathLst>
                <a:path w="24" h="19">
                  <a:moveTo>
                    <a:pt x="24" y="19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4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44" name=""/>
            <p:cNvSpPr/>
            <p:nvPr/>
          </p:nvSpPr>
          <p:spPr>
            <a:xfrm rot="0">
              <a:off x="1266" y="14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45" name=""/>
            <p:cNvSpPr/>
            <p:nvPr/>
          </p:nvSpPr>
          <p:spPr>
            <a:xfrm rot="0">
              <a:off x="1255" y="1465"/>
              <a:ext cx="27" cy="26"/>
            </a:xfrm>
            <a:custGeom>
              <a:avLst/>
              <a:ahLst/>
              <a:rect l="0" t="0" r="r" b="b"/>
              <a:pathLst>
                <a:path w="81" h="80">
                  <a:moveTo>
                    <a:pt x="81" y="36"/>
                  </a:moveTo>
                  <a:lnTo>
                    <a:pt x="57" y="18"/>
                  </a:lnTo>
                  <a:lnTo>
                    <a:pt x="33" y="0"/>
                  </a:lnTo>
                  <a:lnTo>
                    <a:pt x="0" y="44"/>
                  </a:lnTo>
                  <a:lnTo>
                    <a:pt x="24" y="62"/>
                  </a:lnTo>
                  <a:lnTo>
                    <a:pt x="48" y="80"/>
                  </a:lnTo>
                  <a:lnTo>
                    <a:pt x="81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46" name=""/>
            <p:cNvSpPr/>
            <p:nvPr/>
          </p:nvSpPr>
          <p:spPr>
            <a:xfrm rot="0">
              <a:off x="1255" y="1465"/>
              <a:ext cx="27" cy="26"/>
            </a:xfrm>
            <a:custGeom>
              <a:avLst/>
              <a:ahLst/>
              <a:rect l="0" t="0" r="r" b="b"/>
              <a:pathLst>
                <a:path w="81" h="80">
                  <a:moveTo>
                    <a:pt x="81" y="36"/>
                  </a:moveTo>
                  <a:lnTo>
                    <a:pt x="57" y="18"/>
                  </a:lnTo>
                  <a:lnTo>
                    <a:pt x="33" y="0"/>
                  </a:lnTo>
                  <a:lnTo>
                    <a:pt x="0" y="44"/>
                  </a:lnTo>
                  <a:lnTo>
                    <a:pt x="24" y="62"/>
                  </a:lnTo>
                  <a:lnTo>
                    <a:pt x="48" y="80"/>
                  </a:lnTo>
                  <a:lnTo>
                    <a:pt x="81" y="3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47" name=""/>
            <p:cNvSpPr/>
            <p:nvPr/>
          </p:nvSpPr>
          <p:spPr>
            <a:xfrm rot="0">
              <a:off x="1255" y="1479"/>
              <a:ext cx="8" cy="6"/>
            </a:xfrm>
            <a:custGeom>
              <a:avLst/>
              <a:ahLst/>
              <a:rect l="0" t="0" r="r" b="b"/>
              <a:pathLst>
                <a:path w="25" h="18">
                  <a:moveTo>
                    <a:pt x="25" y="18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5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48" name=""/>
            <p:cNvSpPr/>
            <p:nvPr/>
          </p:nvSpPr>
          <p:spPr>
            <a:xfrm rot="0" flipH="1">
              <a:off x="1255" y="1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49" name=""/>
            <p:cNvSpPr/>
            <p:nvPr/>
          </p:nvSpPr>
          <p:spPr>
            <a:xfrm rot="0">
              <a:off x="1245" y="1479"/>
              <a:ext cx="27" cy="27"/>
            </a:xfrm>
            <a:custGeom>
              <a:avLst/>
              <a:ahLst/>
              <a:rect l="0" t="0" r="r" b="b"/>
              <a:pathLst>
                <a:path w="81" h="79">
                  <a:moveTo>
                    <a:pt x="81" y="36"/>
                  </a:moveTo>
                  <a:lnTo>
                    <a:pt x="56" y="18"/>
                  </a:lnTo>
                  <a:lnTo>
                    <a:pt x="31" y="0"/>
                  </a:lnTo>
                  <a:lnTo>
                    <a:pt x="0" y="43"/>
                  </a:lnTo>
                  <a:lnTo>
                    <a:pt x="25" y="61"/>
                  </a:lnTo>
                  <a:lnTo>
                    <a:pt x="50" y="79"/>
                  </a:lnTo>
                  <a:lnTo>
                    <a:pt x="81" y="3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50" name=""/>
            <p:cNvSpPr/>
            <p:nvPr/>
          </p:nvSpPr>
          <p:spPr>
            <a:xfrm rot="0">
              <a:off x="1245" y="1479"/>
              <a:ext cx="27" cy="27"/>
            </a:xfrm>
            <a:custGeom>
              <a:avLst/>
              <a:ahLst/>
              <a:rect l="0" t="0" r="r" b="b"/>
              <a:pathLst>
                <a:path w="81" h="79">
                  <a:moveTo>
                    <a:pt x="81" y="36"/>
                  </a:moveTo>
                  <a:lnTo>
                    <a:pt x="56" y="18"/>
                  </a:lnTo>
                  <a:lnTo>
                    <a:pt x="31" y="0"/>
                  </a:lnTo>
                  <a:lnTo>
                    <a:pt x="0" y="43"/>
                  </a:lnTo>
                  <a:lnTo>
                    <a:pt x="25" y="61"/>
                  </a:lnTo>
                  <a:lnTo>
                    <a:pt x="50" y="79"/>
                  </a:lnTo>
                  <a:lnTo>
                    <a:pt x="81" y="3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51" name=""/>
            <p:cNvSpPr/>
            <p:nvPr/>
          </p:nvSpPr>
          <p:spPr>
            <a:xfrm rot="0">
              <a:off x="1245" y="1494"/>
              <a:ext cx="8" cy="6"/>
            </a:xfrm>
            <a:custGeom>
              <a:avLst/>
              <a:ahLst/>
              <a:rect l="0" t="0" r="r" b="b"/>
              <a:pathLst>
                <a:path w="25" h="18">
                  <a:moveTo>
                    <a:pt x="25" y="1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52" name=""/>
            <p:cNvSpPr/>
            <p:nvPr/>
          </p:nvSpPr>
          <p:spPr>
            <a:xfrm rot="0">
              <a:off x="1245" y="14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53" name=""/>
            <p:cNvSpPr/>
            <p:nvPr/>
          </p:nvSpPr>
          <p:spPr>
            <a:xfrm rot="0">
              <a:off x="1234" y="1494"/>
              <a:ext cx="27" cy="27"/>
            </a:xfrm>
            <a:custGeom>
              <a:avLst/>
              <a:ahLst/>
              <a:rect l="0" t="0" r="r" b="b"/>
              <a:pathLst>
                <a:path w="81" h="80">
                  <a:moveTo>
                    <a:pt x="81" y="34"/>
                  </a:moveTo>
                  <a:lnTo>
                    <a:pt x="56" y="17"/>
                  </a:lnTo>
                  <a:lnTo>
                    <a:pt x="31" y="0"/>
                  </a:lnTo>
                  <a:lnTo>
                    <a:pt x="0" y="46"/>
                  </a:lnTo>
                  <a:lnTo>
                    <a:pt x="26" y="63"/>
                  </a:lnTo>
                  <a:lnTo>
                    <a:pt x="51" y="80"/>
                  </a:lnTo>
                  <a:lnTo>
                    <a:pt x="81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54" name=""/>
            <p:cNvSpPr/>
            <p:nvPr/>
          </p:nvSpPr>
          <p:spPr>
            <a:xfrm rot="0">
              <a:off x="1234" y="1494"/>
              <a:ext cx="27" cy="27"/>
            </a:xfrm>
            <a:custGeom>
              <a:avLst/>
              <a:ahLst/>
              <a:rect l="0" t="0" r="r" b="b"/>
              <a:pathLst>
                <a:path w="81" h="80">
                  <a:moveTo>
                    <a:pt x="81" y="34"/>
                  </a:moveTo>
                  <a:lnTo>
                    <a:pt x="56" y="17"/>
                  </a:lnTo>
                  <a:lnTo>
                    <a:pt x="31" y="0"/>
                  </a:lnTo>
                  <a:lnTo>
                    <a:pt x="0" y="46"/>
                  </a:lnTo>
                  <a:lnTo>
                    <a:pt x="26" y="63"/>
                  </a:lnTo>
                  <a:lnTo>
                    <a:pt x="51" y="80"/>
                  </a:lnTo>
                  <a:lnTo>
                    <a:pt x="81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55" name=""/>
            <p:cNvSpPr/>
            <p:nvPr/>
          </p:nvSpPr>
          <p:spPr>
            <a:xfrm rot="0">
              <a:off x="1234" y="1509"/>
              <a:ext cx="9" cy="6"/>
            </a:xfrm>
            <a:custGeom>
              <a:avLst/>
              <a:ahLst/>
              <a:rect l="0" t="0" r="r" b="b"/>
              <a:pathLst>
                <a:path w="27" h="17">
                  <a:moveTo>
                    <a:pt x="27" y="1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7" y="1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56" name=""/>
            <p:cNvSpPr/>
            <p:nvPr/>
          </p:nvSpPr>
          <p:spPr>
            <a:xfrm rot="0" flipH="1">
              <a:off x="1234" y="1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57" name=""/>
            <p:cNvSpPr/>
            <p:nvPr/>
          </p:nvSpPr>
          <p:spPr>
            <a:xfrm rot="0">
              <a:off x="1224" y="1509"/>
              <a:ext cx="28" cy="27"/>
            </a:xfrm>
            <a:custGeom>
              <a:avLst/>
              <a:ahLst/>
              <a:rect l="0" t="0" r="r" b="b"/>
              <a:pathLst>
                <a:path w="82" h="79">
                  <a:moveTo>
                    <a:pt x="82" y="34"/>
                  </a:moveTo>
                  <a:lnTo>
                    <a:pt x="56" y="17"/>
                  </a:lnTo>
                  <a:lnTo>
                    <a:pt x="29" y="0"/>
                  </a:lnTo>
                  <a:lnTo>
                    <a:pt x="0" y="46"/>
                  </a:lnTo>
                  <a:lnTo>
                    <a:pt x="27" y="63"/>
                  </a:lnTo>
                  <a:lnTo>
                    <a:pt x="53" y="79"/>
                  </a:lnTo>
                  <a:lnTo>
                    <a:pt x="8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58" name=""/>
            <p:cNvSpPr/>
            <p:nvPr/>
          </p:nvSpPr>
          <p:spPr>
            <a:xfrm rot="0">
              <a:off x="1224" y="1509"/>
              <a:ext cx="28" cy="27"/>
            </a:xfrm>
            <a:custGeom>
              <a:avLst/>
              <a:ahLst/>
              <a:rect l="0" t="0" r="r" b="b"/>
              <a:pathLst>
                <a:path w="82" h="79">
                  <a:moveTo>
                    <a:pt x="82" y="34"/>
                  </a:moveTo>
                  <a:lnTo>
                    <a:pt x="56" y="17"/>
                  </a:lnTo>
                  <a:lnTo>
                    <a:pt x="29" y="0"/>
                  </a:lnTo>
                  <a:lnTo>
                    <a:pt x="0" y="46"/>
                  </a:lnTo>
                  <a:lnTo>
                    <a:pt x="27" y="63"/>
                  </a:lnTo>
                  <a:lnTo>
                    <a:pt x="53" y="79"/>
                  </a:lnTo>
                  <a:lnTo>
                    <a:pt x="82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59" name=""/>
            <p:cNvSpPr/>
            <p:nvPr/>
          </p:nvSpPr>
          <p:spPr>
            <a:xfrm rot="0">
              <a:off x="1224" y="1525"/>
              <a:ext cx="9" cy="5"/>
            </a:xfrm>
            <a:custGeom>
              <a:avLst/>
              <a:ahLst/>
              <a:rect l="0" t="0" r="r" b="b"/>
              <a:pathLst>
                <a:path w="27" h="17">
                  <a:moveTo>
                    <a:pt x="27" y="1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1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60" name=""/>
            <p:cNvSpPr/>
            <p:nvPr/>
          </p:nvSpPr>
          <p:spPr>
            <a:xfrm rot="0">
              <a:off x="1224" y="15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61" name=""/>
            <p:cNvSpPr/>
            <p:nvPr/>
          </p:nvSpPr>
          <p:spPr>
            <a:xfrm rot="0">
              <a:off x="1215" y="1525"/>
              <a:ext cx="27" cy="26"/>
            </a:xfrm>
            <a:custGeom>
              <a:avLst/>
              <a:ahLst/>
              <a:rect l="0" t="0" r="r" b="b"/>
              <a:pathLst>
                <a:path w="80" h="77">
                  <a:moveTo>
                    <a:pt x="80" y="31"/>
                  </a:moveTo>
                  <a:lnTo>
                    <a:pt x="54" y="16"/>
                  </a:lnTo>
                  <a:lnTo>
                    <a:pt x="27" y="0"/>
                  </a:lnTo>
                  <a:lnTo>
                    <a:pt x="0" y="46"/>
                  </a:lnTo>
                  <a:lnTo>
                    <a:pt x="26" y="61"/>
                  </a:lnTo>
                  <a:lnTo>
                    <a:pt x="53" y="77"/>
                  </a:lnTo>
                  <a:lnTo>
                    <a:pt x="8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62" name=""/>
            <p:cNvSpPr/>
            <p:nvPr/>
          </p:nvSpPr>
          <p:spPr>
            <a:xfrm rot="0">
              <a:off x="1215" y="1525"/>
              <a:ext cx="27" cy="26"/>
            </a:xfrm>
            <a:custGeom>
              <a:avLst/>
              <a:ahLst/>
              <a:rect l="0" t="0" r="r" b="b"/>
              <a:pathLst>
                <a:path w="80" h="77">
                  <a:moveTo>
                    <a:pt x="80" y="31"/>
                  </a:moveTo>
                  <a:lnTo>
                    <a:pt x="54" y="16"/>
                  </a:lnTo>
                  <a:lnTo>
                    <a:pt x="27" y="0"/>
                  </a:lnTo>
                  <a:lnTo>
                    <a:pt x="0" y="46"/>
                  </a:lnTo>
                  <a:lnTo>
                    <a:pt x="26" y="61"/>
                  </a:lnTo>
                  <a:lnTo>
                    <a:pt x="53" y="77"/>
                  </a:lnTo>
                  <a:lnTo>
                    <a:pt x="80" y="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63" name=""/>
            <p:cNvSpPr/>
            <p:nvPr/>
          </p:nvSpPr>
          <p:spPr>
            <a:xfrm rot="0">
              <a:off x="1215" y="1540"/>
              <a:ext cx="9" cy="5"/>
            </a:xfrm>
            <a:custGeom>
              <a:avLst/>
              <a:ahLst/>
              <a:rect l="0" t="0" r="r" b="b"/>
              <a:pathLst>
                <a:path w="26" h="15">
                  <a:moveTo>
                    <a:pt x="26" y="1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64" name=""/>
            <p:cNvSpPr/>
            <p:nvPr/>
          </p:nvSpPr>
          <p:spPr>
            <a:xfrm rot="0">
              <a:off x="1215" y="15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65" name=""/>
            <p:cNvSpPr/>
            <p:nvPr/>
          </p:nvSpPr>
          <p:spPr>
            <a:xfrm rot="0">
              <a:off x="1206" y="1541"/>
              <a:ext cx="27" cy="25"/>
            </a:xfrm>
            <a:custGeom>
              <a:avLst/>
              <a:ahLst/>
              <a:rect l="0" t="0" r="r" b="b"/>
              <a:pathLst>
                <a:path w="80" h="77">
                  <a:moveTo>
                    <a:pt x="80" y="29"/>
                  </a:moveTo>
                  <a:lnTo>
                    <a:pt x="53" y="14"/>
                  </a:lnTo>
                  <a:lnTo>
                    <a:pt x="27" y="0"/>
                  </a:lnTo>
                  <a:lnTo>
                    <a:pt x="0" y="48"/>
                  </a:lnTo>
                  <a:lnTo>
                    <a:pt x="27" y="63"/>
                  </a:lnTo>
                  <a:lnTo>
                    <a:pt x="53" y="77"/>
                  </a:lnTo>
                  <a:lnTo>
                    <a:pt x="8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66" name=""/>
            <p:cNvSpPr/>
            <p:nvPr/>
          </p:nvSpPr>
          <p:spPr>
            <a:xfrm rot="0">
              <a:off x="1206" y="1541"/>
              <a:ext cx="27" cy="25"/>
            </a:xfrm>
            <a:custGeom>
              <a:avLst/>
              <a:ahLst/>
              <a:rect l="0" t="0" r="r" b="b"/>
              <a:pathLst>
                <a:path w="80" h="77">
                  <a:moveTo>
                    <a:pt x="80" y="29"/>
                  </a:moveTo>
                  <a:lnTo>
                    <a:pt x="53" y="14"/>
                  </a:lnTo>
                  <a:lnTo>
                    <a:pt x="27" y="0"/>
                  </a:lnTo>
                  <a:lnTo>
                    <a:pt x="0" y="48"/>
                  </a:lnTo>
                  <a:lnTo>
                    <a:pt x="27" y="63"/>
                  </a:lnTo>
                  <a:lnTo>
                    <a:pt x="53" y="77"/>
                  </a:lnTo>
                  <a:lnTo>
                    <a:pt x="80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67" name=""/>
            <p:cNvSpPr/>
            <p:nvPr/>
          </p:nvSpPr>
          <p:spPr>
            <a:xfrm rot="0">
              <a:off x="1206" y="1557"/>
              <a:ext cx="9" cy="5"/>
            </a:xfrm>
            <a:custGeom>
              <a:avLst/>
              <a:ahLst/>
              <a:rect l="0" t="0" r="r" b="b"/>
              <a:pathLst>
                <a:path w="28" h="15">
                  <a:moveTo>
                    <a:pt x="28" y="1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8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68" name=""/>
            <p:cNvSpPr/>
            <p:nvPr/>
          </p:nvSpPr>
          <p:spPr>
            <a:xfrm rot="0" flipH="1">
              <a:off x="1206" y="15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69" name=""/>
            <p:cNvSpPr/>
            <p:nvPr/>
          </p:nvSpPr>
          <p:spPr>
            <a:xfrm rot="0">
              <a:off x="1198" y="1557"/>
              <a:ext cx="26" cy="25"/>
            </a:xfrm>
            <a:custGeom>
              <a:avLst/>
              <a:ahLst/>
              <a:rect l="0" t="0" r="r" b="b"/>
              <a:pathLst>
                <a:path w="80" h="77">
                  <a:moveTo>
                    <a:pt x="80" y="29"/>
                  </a:moveTo>
                  <a:lnTo>
                    <a:pt x="53" y="15"/>
                  </a:lnTo>
                  <a:lnTo>
                    <a:pt x="25" y="0"/>
                  </a:lnTo>
                  <a:lnTo>
                    <a:pt x="0" y="48"/>
                  </a:lnTo>
                  <a:lnTo>
                    <a:pt x="27" y="63"/>
                  </a:lnTo>
                  <a:lnTo>
                    <a:pt x="55" y="77"/>
                  </a:lnTo>
                  <a:lnTo>
                    <a:pt x="8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70" name=""/>
            <p:cNvSpPr/>
            <p:nvPr/>
          </p:nvSpPr>
          <p:spPr>
            <a:xfrm rot="0">
              <a:off x="1198" y="1557"/>
              <a:ext cx="26" cy="25"/>
            </a:xfrm>
            <a:custGeom>
              <a:avLst/>
              <a:ahLst/>
              <a:rect l="0" t="0" r="r" b="b"/>
              <a:pathLst>
                <a:path w="80" h="77">
                  <a:moveTo>
                    <a:pt x="80" y="29"/>
                  </a:moveTo>
                  <a:lnTo>
                    <a:pt x="53" y="15"/>
                  </a:lnTo>
                  <a:lnTo>
                    <a:pt x="25" y="0"/>
                  </a:lnTo>
                  <a:lnTo>
                    <a:pt x="0" y="48"/>
                  </a:lnTo>
                  <a:lnTo>
                    <a:pt x="27" y="63"/>
                  </a:lnTo>
                  <a:lnTo>
                    <a:pt x="55" y="77"/>
                  </a:lnTo>
                  <a:lnTo>
                    <a:pt x="80" y="2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5" name=""/>
          <p:cNvGrpSpPr/>
          <p:nvPr/>
        </p:nvGrpSpPr>
        <p:grpSpPr>
          <a:xfrm rot="0">
            <a:off x="1638300" y="1109662"/>
            <a:ext cx="6172200" cy="3787775"/>
            <a:chOff x="1032" y="699"/>
            <a:chExt cx="3888" cy="2386"/>
          </a:xfrm>
        </p:grpSpPr>
        <p:sp>
          <p:nvSpPr>
            <p:cNvPr id="1085071" name=""/>
            <p:cNvSpPr/>
            <p:nvPr/>
          </p:nvSpPr>
          <p:spPr>
            <a:xfrm rot="0">
              <a:off x="1198" y="1573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27" y="1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7" y="1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72" name=""/>
            <p:cNvSpPr/>
            <p:nvPr/>
          </p:nvSpPr>
          <p:spPr>
            <a:xfrm rot="0">
              <a:off x="1198" y="15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73" name=""/>
            <p:cNvSpPr/>
            <p:nvPr/>
          </p:nvSpPr>
          <p:spPr>
            <a:xfrm rot="0">
              <a:off x="1189" y="1573"/>
              <a:ext cx="27" cy="25"/>
            </a:xfrm>
            <a:custGeom>
              <a:avLst/>
              <a:ahLst/>
              <a:rect l="0" t="0" r="r" b="b"/>
              <a:pathLst>
                <a:path w="80" h="74">
                  <a:moveTo>
                    <a:pt x="80" y="26"/>
                  </a:moveTo>
                  <a:lnTo>
                    <a:pt x="52" y="13"/>
                  </a:lnTo>
                  <a:lnTo>
                    <a:pt x="25" y="0"/>
                  </a:lnTo>
                  <a:lnTo>
                    <a:pt x="0" y="48"/>
                  </a:lnTo>
                  <a:lnTo>
                    <a:pt x="28" y="61"/>
                  </a:lnTo>
                  <a:lnTo>
                    <a:pt x="56" y="74"/>
                  </a:lnTo>
                  <a:lnTo>
                    <a:pt x="8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74" name=""/>
            <p:cNvSpPr/>
            <p:nvPr/>
          </p:nvSpPr>
          <p:spPr>
            <a:xfrm rot="0">
              <a:off x="1189" y="1573"/>
              <a:ext cx="27" cy="25"/>
            </a:xfrm>
            <a:custGeom>
              <a:avLst/>
              <a:ahLst/>
              <a:rect l="0" t="0" r="r" b="b"/>
              <a:pathLst>
                <a:path w="80" h="74">
                  <a:moveTo>
                    <a:pt x="80" y="26"/>
                  </a:moveTo>
                  <a:lnTo>
                    <a:pt x="52" y="13"/>
                  </a:lnTo>
                  <a:lnTo>
                    <a:pt x="25" y="0"/>
                  </a:lnTo>
                  <a:lnTo>
                    <a:pt x="0" y="48"/>
                  </a:lnTo>
                  <a:lnTo>
                    <a:pt x="28" y="61"/>
                  </a:lnTo>
                  <a:lnTo>
                    <a:pt x="56" y="74"/>
                  </a:lnTo>
                  <a:lnTo>
                    <a:pt x="80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75" name=""/>
            <p:cNvSpPr/>
            <p:nvPr/>
          </p:nvSpPr>
          <p:spPr>
            <a:xfrm rot="0">
              <a:off x="1189" y="1589"/>
              <a:ext cx="10" cy="5"/>
            </a:xfrm>
            <a:custGeom>
              <a:avLst/>
              <a:ahLst/>
              <a:rect l="0" t="0" r="r" b="b"/>
              <a:pathLst>
                <a:path w="28" h="13">
                  <a:moveTo>
                    <a:pt x="28" y="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8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76" name=""/>
            <p:cNvSpPr/>
            <p:nvPr/>
          </p:nvSpPr>
          <p:spPr>
            <a:xfrm rot="0">
              <a:off x="1189" y="15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77" name=""/>
            <p:cNvSpPr/>
            <p:nvPr/>
          </p:nvSpPr>
          <p:spPr>
            <a:xfrm rot="0">
              <a:off x="1174" y="1589"/>
              <a:ext cx="34" cy="42"/>
            </a:xfrm>
            <a:custGeom>
              <a:avLst/>
              <a:ahLst/>
              <a:rect l="0" t="0" r="r" b="b"/>
              <a:pathLst>
                <a:path w="101" h="126">
                  <a:moveTo>
                    <a:pt x="101" y="26"/>
                  </a:moveTo>
                  <a:lnTo>
                    <a:pt x="73" y="13"/>
                  </a:lnTo>
                  <a:lnTo>
                    <a:pt x="45" y="0"/>
                  </a:lnTo>
                  <a:lnTo>
                    <a:pt x="0" y="100"/>
                  </a:lnTo>
                  <a:lnTo>
                    <a:pt x="27" y="113"/>
                  </a:lnTo>
                  <a:lnTo>
                    <a:pt x="55" y="126"/>
                  </a:lnTo>
                  <a:lnTo>
                    <a:pt x="101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78" name=""/>
            <p:cNvSpPr/>
            <p:nvPr/>
          </p:nvSpPr>
          <p:spPr>
            <a:xfrm rot="0">
              <a:off x="1174" y="1589"/>
              <a:ext cx="34" cy="42"/>
            </a:xfrm>
            <a:custGeom>
              <a:avLst/>
              <a:ahLst/>
              <a:rect l="0" t="0" r="r" b="b"/>
              <a:pathLst>
                <a:path w="101" h="126">
                  <a:moveTo>
                    <a:pt x="101" y="26"/>
                  </a:moveTo>
                  <a:lnTo>
                    <a:pt x="73" y="13"/>
                  </a:lnTo>
                  <a:lnTo>
                    <a:pt x="45" y="0"/>
                  </a:lnTo>
                  <a:lnTo>
                    <a:pt x="0" y="100"/>
                  </a:lnTo>
                  <a:lnTo>
                    <a:pt x="27" y="113"/>
                  </a:lnTo>
                  <a:lnTo>
                    <a:pt x="55" y="126"/>
                  </a:lnTo>
                  <a:lnTo>
                    <a:pt x="101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79" name=""/>
            <p:cNvSpPr/>
            <p:nvPr/>
          </p:nvSpPr>
          <p:spPr>
            <a:xfrm rot="0">
              <a:off x="1174" y="1623"/>
              <a:ext cx="9" cy="4"/>
            </a:xfrm>
            <a:custGeom>
              <a:avLst/>
              <a:ahLst/>
              <a:rect l="0" t="0" r="r" b="b"/>
              <a:pathLst>
                <a:path w="29" h="13">
                  <a:moveTo>
                    <a:pt x="29" y="1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9" y="1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80" name=""/>
            <p:cNvSpPr/>
            <p:nvPr/>
          </p:nvSpPr>
          <p:spPr>
            <a:xfrm rot="0" flipH="1">
              <a:off x="1174" y="16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81" name=""/>
            <p:cNvSpPr/>
            <p:nvPr/>
          </p:nvSpPr>
          <p:spPr>
            <a:xfrm rot="0">
              <a:off x="1160" y="1623"/>
              <a:ext cx="33" cy="42"/>
            </a:xfrm>
            <a:custGeom>
              <a:avLst/>
              <a:ahLst/>
              <a:rect l="0" t="0" r="r" b="b"/>
              <a:pathLst>
                <a:path w="100" h="127">
                  <a:moveTo>
                    <a:pt x="100" y="24"/>
                  </a:moveTo>
                  <a:lnTo>
                    <a:pt x="71" y="12"/>
                  </a:lnTo>
                  <a:lnTo>
                    <a:pt x="42" y="0"/>
                  </a:lnTo>
                  <a:lnTo>
                    <a:pt x="0" y="102"/>
                  </a:lnTo>
                  <a:lnTo>
                    <a:pt x="29" y="114"/>
                  </a:lnTo>
                  <a:lnTo>
                    <a:pt x="58" y="127"/>
                  </a:lnTo>
                  <a:lnTo>
                    <a:pt x="10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82" name=""/>
            <p:cNvSpPr/>
            <p:nvPr/>
          </p:nvSpPr>
          <p:spPr>
            <a:xfrm rot="0">
              <a:off x="1160" y="1623"/>
              <a:ext cx="33" cy="42"/>
            </a:xfrm>
            <a:custGeom>
              <a:avLst/>
              <a:ahLst/>
              <a:rect l="0" t="0" r="r" b="b"/>
              <a:pathLst>
                <a:path w="100" h="127">
                  <a:moveTo>
                    <a:pt x="100" y="24"/>
                  </a:moveTo>
                  <a:lnTo>
                    <a:pt x="71" y="12"/>
                  </a:lnTo>
                  <a:lnTo>
                    <a:pt x="42" y="0"/>
                  </a:lnTo>
                  <a:lnTo>
                    <a:pt x="0" y="102"/>
                  </a:lnTo>
                  <a:lnTo>
                    <a:pt x="29" y="114"/>
                  </a:lnTo>
                  <a:lnTo>
                    <a:pt x="58" y="127"/>
                  </a:lnTo>
                  <a:lnTo>
                    <a:pt x="100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83" name=""/>
            <p:cNvSpPr/>
            <p:nvPr/>
          </p:nvSpPr>
          <p:spPr>
            <a:xfrm rot="0">
              <a:off x="1160" y="1657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1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9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84" name=""/>
            <p:cNvSpPr/>
            <p:nvPr/>
          </p:nvSpPr>
          <p:spPr>
            <a:xfrm rot="0">
              <a:off x="1160" y="1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85" name=""/>
            <p:cNvSpPr/>
            <p:nvPr/>
          </p:nvSpPr>
          <p:spPr>
            <a:xfrm rot="0">
              <a:off x="1146" y="1658"/>
              <a:ext cx="33" cy="41"/>
            </a:xfrm>
            <a:custGeom>
              <a:avLst/>
              <a:ahLst/>
              <a:rect l="0" t="0" r="r" b="b"/>
              <a:pathLst>
                <a:path w="99" h="125">
                  <a:moveTo>
                    <a:pt x="99" y="21"/>
                  </a:moveTo>
                  <a:lnTo>
                    <a:pt x="70" y="10"/>
                  </a:lnTo>
                  <a:lnTo>
                    <a:pt x="41" y="0"/>
                  </a:lnTo>
                  <a:lnTo>
                    <a:pt x="0" y="103"/>
                  </a:lnTo>
                  <a:lnTo>
                    <a:pt x="29" y="114"/>
                  </a:lnTo>
                  <a:lnTo>
                    <a:pt x="58" y="125"/>
                  </a:lnTo>
                  <a:lnTo>
                    <a:pt x="99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86" name=""/>
            <p:cNvSpPr/>
            <p:nvPr/>
          </p:nvSpPr>
          <p:spPr>
            <a:xfrm rot="0">
              <a:off x="1146" y="1658"/>
              <a:ext cx="33" cy="41"/>
            </a:xfrm>
            <a:custGeom>
              <a:avLst/>
              <a:ahLst/>
              <a:rect l="0" t="0" r="r" b="b"/>
              <a:pathLst>
                <a:path w="99" h="125">
                  <a:moveTo>
                    <a:pt x="99" y="21"/>
                  </a:moveTo>
                  <a:lnTo>
                    <a:pt x="70" y="10"/>
                  </a:lnTo>
                  <a:lnTo>
                    <a:pt x="41" y="0"/>
                  </a:lnTo>
                  <a:lnTo>
                    <a:pt x="0" y="103"/>
                  </a:lnTo>
                  <a:lnTo>
                    <a:pt x="29" y="114"/>
                  </a:lnTo>
                  <a:lnTo>
                    <a:pt x="58" y="125"/>
                  </a:lnTo>
                  <a:lnTo>
                    <a:pt x="99" y="2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87" name=""/>
            <p:cNvSpPr/>
            <p:nvPr/>
          </p:nvSpPr>
          <p:spPr>
            <a:xfrm rot="0">
              <a:off x="1146" y="1692"/>
              <a:ext cx="10" cy="4"/>
            </a:xfrm>
            <a:custGeom>
              <a:avLst/>
              <a:ahLst/>
              <a:rect l="0" t="0" r="r" b="b"/>
              <a:pathLst>
                <a:path w="29" h="11">
                  <a:moveTo>
                    <a:pt x="29" y="1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88" name=""/>
            <p:cNvSpPr/>
            <p:nvPr/>
          </p:nvSpPr>
          <p:spPr>
            <a:xfrm rot="0">
              <a:off x="1146" y="16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89" name=""/>
            <p:cNvSpPr/>
            <p:nvPr/>
          </p:nvSpPr>
          <p:spPr>
            <a:xfrm rot="0">
              <a:off x="1133" y="1692"/>
              <a:ext cx="32" cy="42"/>
            </a:xfrm>
            <a:custGeom>
              <a:avLst/>
              <a:ahLst/>
              <a:rect l="0" t="0" r="r" b="b"/>
              <a:pathLst>
                <a:path w="96" h="127">
                  <a:moveTo>
                    <a:pt x="96" y="22"/>
                  </a:moveTo>
                  <a:lnTo>
                    <a:pt x="67" y="11"/>
                  </a:lnTo>
                  <a:lnTo>
                    <a:pt x="38" y="0"/>
                  </a:lnTo>
                  <a:lnTo>
                    <a:pt x="0" y="105"/>
                  </a:lnTo>
                  <a:lnTo>
                    <a:pt x="29" y="116"/>
                  </a:lnTo>
                  <a:lnTo>
                    <a:pt x="58" y="127"/>
                  </a:lnTo>
                  <a:lnTo>
                    <a:pt x="96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90" name=""/>
            <p:cNvSpPr/>
            <p:nvPr/>
          </p:nvSpPr>
          <p:spPr>
            <a:xfrm rot="0">
              <a:off x="1133" y="1692"/>
              <a:ext cx="32" cy="42"/>
            </a:xfrm>
            <a:custGeom>
              <a:avLst/>
              <a:ahLst/>
              <a:rect l="0" t="0" r="r" b="b"/>
              <a:pathLst>
                <a:path w="96" h="127">
                  <a:moveTo>
                    <a:pt x="96" y="22"/>
                  </a:moveTo>
                  <a:lnTo>
                    <a:pt x="67" y="11"/>
                  </a:lnTo>
                  <a:lnTo>
                    <a:pt x="38" y="0"/>
                  </a:lnTo>
                  <a:lnTo>
                    <a:pt x="0" y="105"/>
                  </a:lnTo>
                  <a:lnTo>
                    <a:pt x="29" y="116"/>
                  </a:lnTo>
                  <a:lnTo>
                    <a:pt x="58" y="127"/>
                  </a:lnTo>
                  <a:lnTo>
                    <a:pt x="96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91" name=""/>
            <p:cNvSpPr/>
            <p:nvPr/>
          </p:nvSpPr>
          <p:spPr>
            <a:xfrm rot="0">
              <a:off x="1133" y="1727"/>
              <a:ext cx="10" cy="4"/>
            </a:xfrm>
            <a:custGeom>
              <a:avLst/>
              <a:ahLst/>
              <a:rect l="0" t="0" r="r" b="b"/>
              <a:pathLst>
                <a:path w="29" h="11">
                  <a:moveTo>
                    <a:pt x="29" y="1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92" name=""/>
            <p:cNvSpPr/>
            <p:nvPr/>
          </p:nvSpPr>
          <p:spPr>
            <a:xfrm rot="0">
              <a:off x="1133" y="17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93" name=""/>
            <p:cNvSpPr/>
            <p:nvPr/>
          </p:nvSpPr>
          <p:spPr>
            <a:xfrm rot="0">
              <a:off x="1121" y="1727"/>
              <a:ext cx="32" cy="43"/>
            </a:xfrm>
            <a:custGeom>
              <a:avLst/>
              <a:ahLst/>
              <a:rect l="0" t="0" r="r" b="b"/>
              <a:pathLst>
                <a:path w="94" h="127">
                  <a:moveTo>
                    <a:pt x="94" y="20"/>
                  </a:moveTo>
                  <a:lnTo>
                    <a:pt x="65" y="10"/>
                  </a:lnTo>
                  <a:lnTo>
                    <a:pt x="36" y="0"/>
                  </a:lnTo>
                  <a:lnTo>
                    <a:pt x="0" y="108"/>
                  </a:lnTo>
                  <a:lnTo>
                    <a:pt x="28" y="117"/>
                  </a:lnTo>
                  <a:lnTo>
                    <a:pt x="57" y="127"/>
                  </a:lnTo>
                  <a:lnTo>
                    <a:pt x="94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94" name=""/>
            <p:cNvSpPr/>
            <p:nvPr/>
          </p:nvSpPr>
          <p:spPr>
            <a:xfrm rot="0">
              <a:off x="1121" y="1727"/>
              <a:ext cx="32" cy="43"/>
            </a:xfrm>
            <a:custGeom>
              <a:avLst/>
              <a:ahLst/>
              <a:rect l="0" t="0" r="r" b="b"/>
              <a:pathLst>
                <a:path w="94" h="127">
                  <a:moveTo>
                    <a:pt x="94" y="20"/>
                  </a:moveTo>
                  <a:lnTo>
                    <a:pt x="65" y="10"/>
                  </a:lnTo>
                  <a:lnTo>
                    <a:pt x="36" y="0"/>
                  </a:lnTo>
                  <a:lnTo>
                    <a:pt x="0" y="108"/>
                  </a:lnTo>
                  <a:lnTo>
                    <a:pt x="28" y="117"/>
                  </a:lnTo>
                  <a:lnTo>
                    <a:pt x="57" y="127"/>
                  </a:lnTo>
                  <a:lnTo>
                    <a:pt x="94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95" name=""/>
            <p:cNvSpPr/>
            <p:nvPr/>
          </p:nvSpPr>
          <p:spPr>
            <a:xfrm rot="0">
              <a:off x="1121" y="1763"/>
              <a:ext cx="10" cy="3"/>
            </a:xfrm>
            <a:custGeom>
              <a:avLst/>
              <a:ahLst/>
              <a:rect l="0" t="0" r="r" b="b"/>
              <a:pathLst>
                <a:path w="28" h="9">
                  <a:moveTo>
                    <a:pt x="28" y="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8" y="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96" name=""/>
            <p:cNvSpPr/>
            <p:nvPr/>
          </p:nvSpPr>
          <p:spPr>
            <a:xfrm rot="0">
              <a:off x="1121" y="1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97" name=""/>
            <p:cNvSpPr/>
            <p:nvPr/>
          </p:nvSpPr>
          <p:spPr>
            <a:xfrm rot="0">
              <a:off x="1098" y="1763"/>
              <a:ext cx="42" cy="78"/>
            </a:xfrm>
            <a:custGeom>
              <a:avLst/>
              <a:ahLst/>
              <a:rect l="0" t="0" r="r" b="b"/>
              <a:pathLst>
                <a:path w="127" h="233">
                  <a:moveTo>
                    <a:pt x="127" y="19"/>
                  </a:moveTo>
                  <a:lnTo>
                    <a:pt x="98" y="9"/>
                  </a:lnTo>
                  <a:lnTo>
                    <a:pt x="70" y="0"/>
                  </a:lnTo>
                  <a:lnTo>
                    <a:pt x="0" y="214"/>
                  </a:lnTo>
                  <a:lnTo>
                    <a:pt x="29" y="224"/>
                  </a:lnTo>
                  <a:lnTo>
                    <a:pt x="58" y="233"/>
                  </a:lnTo>
                  <a:lnTo>
                    <a:pt x="127" y="1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098" name=""/>
            <p:cNvSpPr/>
            <p:nvPr/>
          </p:nvSpPr>
          <p:spPr>
            <a:xfrm rot="0">
              <a:off x="1098" y="1763"/>
              <a:ext cx="42" cy="78"/>
            </a:xfrm>
            <a:custGeom>
              <a:avLst/>
              <a:ahLst/>
              <a:rect l="0" t="0" r="r" b="b"/>
              <a:pathLst>
                <a:path w="127" h="233">
                  <a:moveTo>
                    <a:pt x="127" y="19"/>
                  </a:moveTo>
                  <a:lnTo>
                    <a:pt x="98" y="9"/>
                  </a:lnTo>
                  <a:lnTo>
                    <a:pt x="70" y="0"/>
                  </a:lnTo>
                  <a:lnTo>
                    <a:pt x="0" y="214"/>
                  </a:lnTo>
                  <a:lnTo>
                    <a:pt x="29" y="224"/>
                  </a:lnTo>
                  <a:lnTo>
                    <a:pt x="58" y="233"/>
                  </a:lnTo>
                  <a:lnTo>
                    <a:pt x="127" y="1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099" name=""/>
            <p:cNvSpPr/>
            <p:nvPr/>
          </p:nvSpPr>
          <p:spPr>
            <a:xfrm rot="0">
              <a:off x="1097" y="1835"/>
              <a:ext cx="20" cy="13"/>
            </a:xfrm>
            <a:custGeom>
              <a:avLst/>
              <a:ahLst/>
              <a:rect l="0" t="0" r="r" b="b"/>
              <a:pathLst>
                <a:path w="60" h="40">
                  <a:moveTo>
                    <a:pt x="31" y="10"/>
                  </a:moveTo>
                  <a:lnTo>
                    <a:pt x="60" y="19"/>
                  </a:lnTo>
                  <a:lnTo>
                    <a:pt x="56" y="28"/>
                  </a:lnTo>
                  <a:lnTo>
                    <a:pt x="49" y="35"/>
                  </a:lnTo>
                  <a:lnTo>
                    <a:pt x="40" y="39"/>
                  </a:lnTo>
                  <a:lnTo>
                    <a:pt x="31" y="40"/>
                  </a:lnTo>
                  <a:lnTo>
                    <a:pt x="21" y="39"/>
                  </a:lnTo>
                  <a:lnTo>
                    <a:pt x="13" y="35"/>
                  </a:lnTo>
                  <a:lnTo>
                    <a:pt x="5" y="28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2" y="0"/>
                  </a:lnTo>
                  <a:lnTo>
                    <a:pt x="31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00" name=""/>
            <p:cNvSpPr/>
            <p:nvPr/>
          </p:nvSpPr>
          <p:spPr>
            <a:xfrm rot="0">
              <a:off x="1097" y="1835"/>
              <a:ext cx="20" cy="13"/>
            </a:xfrm>
            <a:custGeom>
              <a:avLst/>
              <a:ahLst/>
              <a:rect l="0" t="0" r="r" b="b"/>
              <a:pathLst>
                <a:path w="60" h="40">
                  <a:moveTo>
                    <a:pt x="60" y="19"/>
                  </a:moveTo>
                  <a:lnTo>
                    <a:pt x="56" y="28"/>
                  </a:lnTo>
                  <a:lnTo>
                    <a:pt x="49" y="35"/>
                  </a:lnTo>
                  <a:lnTo>
                    <a:pt x="40" y="39"/>
                  </a:lnTo>
                  <a:lnTo>
                    <a:pt x="31" y="40"/>
                  </a:lnTo>
                  <a:lnTo>
                    <a:pt x="21" y="39"/>
                  </a:lnTo>
                  <a:lnTo>
                    <a:pt x="13" y="35"/>
                  </a:lnTo>
                  <a:lnTo>
                    <a:pt x="5" y="28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01" name=""/>
            <p:cNvSpPr/>
            <p:nvPr/>
          </p:nvSpPr>
          <p:spPr>
            <a:xfrm rot="0">
              <a:off x="4898" y="1827"/>
              <a:ext cx="11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02" name=""/>
            <p:cNvSpPr/>
            <p:nvPr/>
          </p:nvSpPr>
          <p:spPr>
            <a:xfrm rot="0">
              <a:off x="4898" y="1827"/>
              <a:ext cx="11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03" name=""/>
            <p:cNvSpPr/>
            <p:nvPr/>
          </p:nvSpPr>
          <p:spPr>
            <a:xfrm rot="0">
              <a:off x="4909" y="1827"/>
              <a:ext cx="1" cy="21"/>
            </a:xfrm>
            <a:custGeom>
              <a:avLst/>
              <a:ahLst/>
              <a:rect l="0" t="0" r="r" b="b"/>
              <a:pathLst>
                <a:path w="2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32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04" name=""/>
            <p:cNvSpPr/>
            <p:nvPr/>
          </p:nvSpPr>
          <p:spPr>
            <a:xfrm rot="0">
              <a:off x="4909" y="1827"/>
              <a:ext cx="1" cy="21"/>
            </a:xfrm>
            <a:custGeom>
              <a:avLst/>
              <a:ahLst/>
              <a:rect l="0" t="0" r="r" b="b"/>
              <a:pathLst>
                <a:path w="2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32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05" name=""/>
            <p:cNvSpPr/>
            <p:nvPr/>
          </p:nvSpPr>
          <p:spPr>
            <a:xfrm rot="0">
              <a:off x="4909" y="1827"/>
              <a:ext cx="11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06" name=""/>
            <p:cNvSpPr/>
            <p:nvPr/>
          </p:nvSpPr>
          <p:spPr>
            <a:xfrm rot="0">
              <a:off x="4909" y="1827"/>
              <a:ext cx="11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07" name=""/>
            <p:cNvSpPr/>
            <p:nvPr/>
          </p:nvSpPr>
          <p:spPr>
            <a:xfrm rot="0">
              <a:off x="3694" y="1138"/>
              <a:ext cx="21" cy="11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08" name=""/>
            <p:cNvSpPr/>
            <p:nvPr/>
          </p:nvSpPr>
          <p:spPr>
            <a:xfrm rot="0">
              <a:off x="3694" y="1138"/>
              <a:ext cx="21" cy="11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2" y="7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7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09" name=""/>
            <p:cNvSpPr/>
            <p:nvPr/>
          </p:nvSpPr>
          <p:spPr>
            <a:xfrm rot="0">
              <a:off x="3694" y="1149"/>
              <a:ext cx="21" cy="118"/>
            </a:xfrm>
            <a:custGeom>
              <a:avLst/>
              <a:ahLst/>
              <a:rect l="0" t="0" r="r" b="b"/>
              <a:pathLst>
                <a:path w="62" h="355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55"/>
                  </a:lnTo>
                  <a:lnTo>
                    <a:pt x="31" y="355"/>
                  </a:lnTo>
                  <a:lnTo>
                    <a:pt x="62" y="355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10" name=""/>
            <p:cNvSpPr/>
            <p:nvPr/>
          </p:nvSpPr>
          <p:spPr>
            <a:xfrm rot="0">
              <a:off x="3694" y="1149"/>
              <a:ext cx="21" cy="118"/>
            </a:xfrm>
            <a:custGeom>
              <a:avLst/>
              <a:ahLst/>
              <a:rect l="0" t="0" r="r" b="b"/>
              <a:pathLst>
                <a:path w="62" h="355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55"/>
                  </a:lnTo>
                  <a:lnTo>
                    <a:pt x="31" y="355"/>
                  </a:lnTo>
                  <a:lnTo>
                    <a:pt x="62" y="355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11" name=""/>
            <p:cNvSpPr/>
            <p:nvPr/>
          </p:nvSpPr>
          <p:spPr>
            <a:xfrm rot="0">
              <a:off x="3694" y="1267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59" y="10"/>
                  </a:lnTo>
                  <a:lnTo>
                    <a:pt x="56" y="18"/>
                  </a:lnTo>
                  <a:lnTo>
                    <a:pt x="49" y="26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6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12" name=""/>
            <p:cNvSpPr/>
            <p:nvPr/>
          </p:nvSpPr>
          <p:spPr>
            <a:xfrm rot="0">
              <a:off x="3694" y="1267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10"/>
                  </a:lnTo>
                  <a:lnTo>
                    <a:pt x="56" y="18"/>
                  </a:lnTo>
                  <a:lnTo>
                    <a:pt x="49" y="26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6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13" name=""/>
            <p:cNvSpPr/>
            <p:nvPr/>
          </p:nvSpPr>
          <p:spPr>
            <a:xfrm rot="0">
              <a:off x="4499" y="1128"/>
              <a:ext cx="21" cy="10"/>
            </a:xfrm>
            <a:custGeom>
              <a:avLst/>
              <a:ahLst/>
              <a:rect l="0" t="0" r="r" b="b"/>
              <a:pathLst>
                <a:path w="62" h="31">
                  <a:moveTo>
                    <a:pt x="31" y="31"/>
                  </a:moveTo>
                  <a:lnTo>
                    <a:pt x="0" y="31"/>
                  </a:lnTo>
                  <a:lnTo>
                    <a:pt x="2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3"/>
                  </a:lnTo>
                  <a:lnTo>
                    <a:pt x="60" y="22"/>
                  </a:lnTo>
                  <a:lnTo>
                    <a:pt x="62" y="31"/>
                  </a:lnTo>
                  <a:lnTo>
                    <a:pt x="31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14" name=""/>
            <p:cNvSpPr/>
            <p:nvPr/>
          </p:nvSpPr>
          <p:spPr>
            <a:xfrm rot="0">
              <a:off x="4499" y="1128"/>
              <a:ext cx="21" cy="10"/>
            </a:xfrm>
            <a:custGeom>
              <a:avLst/>
              <a:ahLst/>
              <a:rect l="0" t="0" r="r" b="b"/>
              <a:pathLst>
                <a:path w="62" h="31">
                  <a:moveTo>
                    <a:pt x="0" y="31"/>
                  </a:moveTo>
                  <a:lnTo>
                    <a:pt x="2" y="22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3"/>
                  </a:lnTo>
                  <a:lnTo>
                    <a:pt x="60" y="22"/>
                  </a:lnTo>
                  <a:lnTo>
                    <a:pt x="62" y="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15" name=""/>
            <p:cNvSpPr/>
            <p:nvPr/>
          </p:nvSpPr>
          <p:spPr>
            <a:xfrm rot="0">
              <a:off x="4499" y="1138"/>
              <a:ext cx="21" cy="129"/>
            </a:xfrm>
            <a:custGeom>
              <a:avLst/>
              <a:ahLst/>
              <a:rect l="0" t="0" r="r" b="b"/>
              <a:pathLst>
                <a:path w="62" h="387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87"/>
                  </a:lnTo>
                  <a:lnTo>
                    <a:pt x="31" y="387"/>
                  </a:lnTo>
                  <a:lnTo>
                    <a:pt x="62" y="387"/>
                  </a:lnTo>
                  <a:lnTo>
                    <a:pt x="6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16" name=""/>
            <p:cNvSpPr/>
            <p:nvPr/>
          </p:nvSpPr>
          <p:spPr>
            <a:xfrm rot="0">
              <a:off x="4499" y="1138"/>
              <a:ext cx="21" cy="129"/>
            </a:xfrm>
            <a:custGeom>
              <a:avLst/>
              <a:ahLst/>
              <a:rect l="0" t="0" r="r" b="b"/>
              <a:pathLst>
                <a:path w="62" h="387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387"/>
                  </a:lnTo>
                  <a:lnTo>
                    <a:pt x="31" y="387"/>
                  </a:lnTo>
                  <a:lnTo>
                    <a:pt x="62" y="387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17" name=""/>
            <p:cNvSpPr/>
            <p:nvPr/>
          </p:nvSpPr>
          <p:spPr>
            <a:xfrm rot="0">
              <a:off x="4499" y="1267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60" y="10"/>
                  </a:lnTo>
                  <a:lnTo>
                    <a:pt x="56" y="18"/>
                  </a:lnTo>
                  <a:lnTo>
                    <a:pt x="49" y="26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3" y="26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5118" name=""/>
            <p:cNvSpPr/>
            <p:nvPr/>
          </p:nvSpPr>
          <p:spPr>
            <a:xfrm rot="0">
              <a:off x="4499" y="1267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10"/>
                  </a:lnTo>
                  <a:lnTo>
                    <a:pt x="56" y="18"/>
                  </a:lnTo>
                  <a:lnTo>
                    <a:pt x="49" y="26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3" y="26"/>
                  </a:lnTo>
                  <a:lnTo>
                    <a:pt x="5" y="18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19" name=""/>
            <p:cNvSpPr/>
            <p:nvPr/>
          </p:nvSpPr>
          <p:spPr>
            <a:xfrm rot="0">
              <a:off x="1032" y="3084"/>
              <a:ext cx="29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0" name=""/>
            <p:cNvSpPr/>
            <p:nvPr/>
          </p:nvSpPr>
          <p:spPr>
            <a:xfrm rot="0">
              <a:off x="1389" y="3084"/>
              <a:ext cx="5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1" name=""/>
            <p:cNvSpPr/>
            <p:nvPr/>
          </p:nvSpPr>
          <p:spPr>
            <a:xfrm rot="0">
              <a:off x="1508" y="3084"/>
              <a:ext cx="35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2" name=""/>
            <p:cNvSpPr/>
            <p:nvPr/>
          </p:nvSpPr>
          <p:spPr>
            <a:xfrm rot="0">
              <a:off x="1925" y="3084"/>
              <a:ext cx="59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3" name=""/>
            <p:cNvSpPr/>
            <p:nvPr/>
          </p:nvSpPr>
          <p:spPr>
            <a:xfrm rot="0">
              <a:off x="2044" y="3084"/>
              <a:ext cx="35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4" name=""/>
            <p:cNvSpPr/>
            <p:nvPr/>
          </p:nvSpPr>
          <p:spPr>
            <a:xfrm rot="0">
              <a:off x="2460" y="3084"/>
              <a:ext cx="6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5" name=""/>
            <p:cNvSpPr/>
            <p:nvPr/>
          </p:nvSpPr>
          <p:spPr>
            <a:xfrm rot="0">
              <a:off x="2579" y="3084"/>
              <a:ext cx="29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6" name=""/>
            <p:cNvSpPr/>
            <p:nvPr/>
          </p:nvSpPr>
          <p:spPr>
            <a:xfrm rot="0">
              <a:off x="4110" y="699"/>
              <a:ext cx="1" cy="51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7" name=""/>
            <p:cNvSpPr/>
            <p:nvPr/>
          </p:nvSpPr>
          <p:spPr>
            <a:xfrm rot="0">
              <a:off x="4110" y="1292"/>
              <a:ext cx="1" cy="80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8" name=""/>
            <p:cNvSpPr/>
            <p:nvPr/>
          </p:nvSpPr>
          <p:spPr>
            <a:xfrm rot="0">
              <a:off x="4110" y="1451"/>
              <a:ext cx="1" cy="51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29" name=""/>
            <p:cNvSpPr/>
            <p:nvPr/>
          </p:nvSpPr>
          <p:spPr>
            <a:xfrm rot="0">
              <a:off x="2694" y="3050"/>
              <a:ext cx="21" cy="35"/>
            </a:xfrm>
            <a:custGeom>
              <a:avLst/>
              <a:ahLst/>
              <a:rect l="0" t="0" r="r" b="b"/>
              <a:pathLst>
                <a:path w="63" h="105">
                  <a:moveTo>
                    <a:pt x="2" y="105"/>
                  </a:moveTo>
                  <a:lnTo>
                    <a:pt x="32" y="103"/>
                  </a:lnTo>
                  <a:lnTo>
                    <a:pt x="63" y="102"/>
                  </a:lnTo>
                  <a:lnTo>
                    <a:pt x="60" y="0"/>
                  </a:lnTo>
                  <a:lnTo>
                    <a:pt x="30" y="1"/>
                  </a:lnTo>
                  <a:lnTo>
                    <a:pt x="0" y="2"/>
                  </a:lnTo>
                  <a:lnTo>
                    <a:pt x="2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30" name=""/>
            <p:cNvSpPr/>
            <p:nvPr/>
          </p:nvSpPr>
          <p:spPr>
            <a:xfrm rot="0">
              <a:off x="2694" y="3050"/>
              <a:ext cx="21" cy="35"/>
            </a:xfrm>
            <a:custGeom>
              <a:avLst/>
              <a:ahLst/>
              <a:rect l="0" t="0" r="r" b="b"/>
              <a:pathLst>
                <a:path w="63" h="105">
                  <a:moveTo>
                    <a:pt x="2" y="105"/>
                  </a:moveTo>
                  <a:lnTo>
                    <a:pt x="32" y="103"/>
                  </a:lnTo>
                  <a:lnTo>
                    <a:pt x="63" y="102"/>
                  </a:lnTo>
                  <a:lnTo>
                    <a:pt x="60" y="0"/>
                  </a:lnTo>
                  <a:lnTo>
                    <a:pt x="30" y="1"/>
                  </a:lnTo>
                  <a:lnTo>
                    <a:pt x="0" y="2"/>
                  </a:lnTo>
                  <a:lnTo>
                    <a:pt x="2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31" name=""/>
            <p:cNvSpPr/>
            <p:nvPr/>
          </p:nvSpPr>
          <p:spPr>
            <a:xfrm rot="0">
              <a:off x="2704" y="3050"/>
              <a:ext cx="10" cy="1"/>
            </a:xfrm>
            <a:custGeom>
              <a:avLst/>
              <a:ahLst/>
              <a:rect l="0" t="0" r="r" b="b"/>
              <a:pathLst>
                <a:path w="30" h="2">
                  <a:moveTo>
                    <a:pt x="0" y="2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32" name=""/>
            <p:cNvSpPr/>
            <p:nvPr/>
          </p:nvSpPr>
          <p:spPr>
            <a:xfrm rot="0" flipV="1">
              <a:off x="2714" y="30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33" name=""/>
            <p:cNvSpPr/>
            <p:nvPr/>
          </p:nvSpPr>
          <p:spPr>
            <a:xfrm rot="0">
              <a:off x="2692" y="3016"/>
              <a:ext cx="22" cy="35"/>
            </a:xfrm>
            <a:custGeom>
              <a:avLst/>
              <a:ahLst/>
              <a:rect l="0" t="0" r="r" b="b"/>
              <a:pathLst>
                <a:path w="66" h="106">
                  <a:moveTo>
                    <a:pt x="6" y="106"/>
                  </a:moveTo>
                  <a:lnTo>
                    <a:pt x="36" y="104"/>
                  </a:lnTo>
                  <a:lnTo>
                    <a:pt x="66" y="102"/>
                  </a:lnTo>
                  <a:lnTo>
                    <a:pt x="60" y="0"/>
                  </a:lnTo>
                  <a:lnTo>
                    <a:pt x="30" y="3"/>
                  </a:lnTo>
                  <a:lnTo>
                    <a:pt x="0" y="5"/>
                  </a:lnTo>
                  <a:lnTo>
                    <a:pt x="6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34" name=""/>
            <p:cNvSpPr/>
            <p:nvPr/>
          </p:nvSpPr>
          <p:spPr>
            <a:xfrm rot="0">
              <a:off x="2692" y="3016"/>
              <a:ext cx="22" cy="35"/>
            </a:xfrm>
            <a:custGeom>
              <a:avLst/>
              <a:ahLst/>
              <a:rect l="0" t="0" r="r" b="b"/>
              <a:pathLst>
                <a:path w="66" h="106">
                  <a:moveTo>
                    <a:pt x="6" y="106"/>
                  </a:moveTo>
                  <a:lnTo>
                    <a:pt x="36" y="104"/>
                  </a:lnTo>
                  <a:lnTo>
                    <a:pt x="66" y="102"/>
                  </a:lnTo>
                  <a:lnTo>
                    <a:pt x="60" y="0"/>
                  </a:lnTo>
                  <a:lnTo>
                    <a:pt x="30" y="3"/>
                  </a:lnTo>
                  <a:lnTo>
                    <a:pt x="0" y="5"/>
                  </a:lnTo>
                  <a:lnTo>
                    <a:pt x="6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35" name=""/>
            <p:cNvSpPr/>
            <p:nvPr/>
          </p:nvSpPr>
          <p:spPr>
            <a:xfrm rot="0">
              <a:off x="2702" y="3015"/>
              <a:ext cx="10" cy="2"/>
            </a:xfrm>
            <a:custGeom>
              <a:avLst/>
              <a:ahLst/>
              <a:rect l="0" t="0" r="r" b="b"/>
              <a:pathLst>
                <a:path w="30" h="4">
                  <a:moveTo>
                    <a:pt x="0" y="4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36" name=""/>
            <p:cNvSpPr/>
            <p:nvPr/>
          </p:nvSpPr>
          <p:spPr>
            <a:xfrm rot="0" flipV="1">
              <a:off x="2712" y="3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37" name=""/>
            <p:cNvSpPr/>
            <p:nvPr/>
          </p:nvSpPr>
          <p:spPr>
            <a:xfrm rot="0">
              <a:off x="2689" y="2982"/>
              <a:ext cx="23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11" y="108"/>
                  </a:moveTo>
                  <a:lnTo>
                    <a:pt x="41" y="105"/>
                  </a:lnTo>
                  <a:lnTo>
                    <a:pt x="71" y="101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7"/>
                  </a:lnTo>
                  <a:lnTo>
                    <a:pt x="11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38" name=""/>
            <p:cNvSpPr/>
            <p:nvPr/>
          </p:nvSpPr>
          <p:spPr>
            <a:xfrm rot="0">
              <a:off x="2689" y="2982"/>
              <a:ext cx="23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11" y="108"/>
                  </a:moveTo>
                  <a:lnTo>
                    <a:pt x="41" y="105"/>
                  </a:lnTo>
                  <a:lnTo>
                    <a:pt x="71" y="101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7"/>
                  </a:lnTo>
                  <a:lnTo>
                    <a:pt x="11" y="1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39" name=""/>
            <p:cNvSpPr/>
            <p:nvPr/>
          </p:nvSpPr>
          <p:spPr>
            <a:xfrm rot="0">
              <a:off x="2699" y="2981"/>
              <a:ext cx="10" cy="2"/>
            </a:xfrm>
            <a:custGeom>
              <a:avLst/>
              <a:ahLst/>
              <a:rect l="0" t="0" r="r" b="b"/>
              <a:pathLst>
                <a:path w="30" h="5">
                  <a:moveTo>
                    <a:pt x="0" y="5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40" name=""/>
            <p:cNvSpPr/>
            <p:nvPr/>
          </p:nvSpPr>
          <p:spPr>
            <a:xfrm rot="0" flipV="1">
              <a:off x="2709" y="2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41" name=""/>
            <p:cNvSpPr/>
            <p:nvPr/>
          </p:nvSpPr>
          <p:spPr>
            <a:xfrm rot="0">
              <a:off x="2684" y="2948"/>
              <a:ext cx="25" cy="36"/>
            </a:xfrm>
            <a:custGeom>
              <a:avLst/>
              <a:ahLst/>
              <a:rect l="0" t="0" r="r" b="b"/>
              <a:pathLst>
                <a:path w="74" h="110">
                  <a:moveTo>
                    <a:pt x="14" y="110"/>
                  </a:moveTo>
                  <a:lnTo>
                    <a:pt x="44" y="106"/>
                  </a:lnTo>
                  <a:lnTo>
                    <a:pt x="74" y="101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9"/>
                  </a:lnTo>
                  <a:lnTo>
                    <a:pt x="14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42" name=""/>
            <p:cNvSpPr/>
            <p:nvPr/>
          </p:nvSpPr>
          <p:spPr>
            <a:xfrm rot="0">
              <a:off x="2684" y="2948"/>
              <a:ext cx="25" cy="36"/>
            </a:xfrm>
            <a:custGeom>
              <a:avLst/>
              <a:ahLst/>
              <a:rect l="0" t="0" r="r" b="b"/>
              <a:pathLst>
                <a:path w="74" h="110">
                  <a:moveTo>
                    <a:pt x="14" y="110"/>
                  </a:moveTo>
                  <a:lnTo>
                    <a:pt x="44" y="106"/>
                  </a:lnTo>
                  <a:lnTo>
                    <a:pt x="74" y="101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9"/>
                  </a:lnTo>
                  <a:lnTo>
                    <a:pt x="14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43" name=""/>
            <p:cNvSpPr/>
            <p:nvPr/>
          </p:nvSpPr>
          <p:spPr>
            <a:xfrm rot="0">
              <a:off x="2694" y="2947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0" y="6"/>
                  </a:moveTo>
                  <a:lnTo>
                    <a:pt x="30" y="2"/>
                  </a:lnTo>
                  <a:lnTo>
                    <a:pt x="30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44" name=""/>
            <p:cNvSpPr/>
            <p:nvPr/>
          </p:nvSpPr>
          <p:spPr>
            <a:xfrm rot="0" flipV="1">
              <a:off x="2704" y="2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45" name=""/>
            <p:cNvSpPr/>
            <p:nvPr/>
          </p:nvSpPr>
          <p:spPr>
            <a:xfrm rot="0">
              <a:off x="2677" y="2914"/>
              <a:ext cx="27" cy="37"/>
            </a:xfrm>
            <a:custGeom>
              <a:avLst/>
              <a:ahLst/>
              <a:rect l="0" t="0" r="r" b="b"/>
              <a:pathLst>
                <a:path w="80" h="112">
                  <a:moveTo>
                    <a:pt x="20" y="112"/>
                  </a:moveTo>
                  <a:lnTo>
                    <a:pt x="50" y="106"/>
                  </a:lnTo>
                  <a:lnTo>
                    <a:pt x="80" y="100"/>
                  </a:lnTo>
                  <a:lnTo>
                    <a:pt x="60" y="0"/>
                  </a:lnTo>
                  <a:lnTo>
                    <a:pt x="30" y="6"/>
                  </a:lnTo>
                  <a:lnTo>
                    <a:pt x="0" y="12"/>
                  </a:lnTo>
                  <a:lnTo>
                    <a:pt x="20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46" name=""/>
            <p:cNvSpPr/>
            <p:nvPr/>
          </p:nvSpPr>
          <p:spPr>
            <a:xfrm rot="0">
              <a:off x="2677" y="2914"/>
              <a:ext cx="27" cy="37"/>
            </a:xfrm>
            <a:custGeom>
              <a:avLst/>
              <a:ahLst/>
              <a:rect l="0" t="0" r="r" b="b"/>
              <a:pathLst>
                <a:path w="80" h="112">
                  <a:moveTo>
                    <a:pt x="20" y="112"/>
                  </a:moveTo>
                  <a:lnTo>
                    <a:pt x="50" y="106"/>
                  </a:lnTo>
                  <a:lnTo>
                    <a:pt x="80" y="100"/>
                  </a:lnTo>
                  <a:lnTo>
                    <a:pt x="60" y="0"/>
                  </a:lnTo>
                  <a:lnTo>
                    <a:pt x="30" y="6"/>
                  </a:lnTo>
                  <a:lnTo>
                    <a:pt x="0" y="12"/>
                  </a:lnTo>
                  <a:lnTo>
                    <a:pt x="20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47" name=""/>
            <p:cNvSpPr/>
            <p:nvPr/>
          </p:nvSpPr>
          <p:spPr>
            <a:xfrm rot="0">
              <a:off x="2687" y="2913"/>
              <a:ext cx="10" cy="3"/>
            </a:xfrm>
            <a:custGeom>
              <a:avLst/>
              <a:ahLst/>
              <a:rect l="0" t="0" r="r" b="b"/>
              <a:pathLst>
                <a:path w="30" h="7">
                  <a:moveTo>
                    <a:pt x="0" y="7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48" name=""/>
            <p:cNvSpPr/>
            <p:nvPr/>
          </p:nvSpPr>
          <p:spPr>
            <a:xfrm rot="0" flipV="1">
              <a:off x="2697" y="2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49" name=""/>
            <p:cNvSpPr/>
            <p:nvPr/>
          </p:nvSpPr>
          <p:spPr>
            <a:xfrm rot="0">
              <a:off x="2669" y="2880"/>
              <a:ext cx="28" cy="38"/>
            </a:xfrm>
            <a:custGeom>
              <a:avLst/>
              <a:ahLst/>
              <a:rect l="0" t="0" r="r" b="b"/>
              <a:pathLst>
                <a:path w="84" h="114">
                  <a:moveTo>
                    <a:pt x="24" y="114"/>
                  </a:moveTo>
                  <a:lnTo>
                    <a:pt x="54" y="106"/>
                  </a:lnTo>
                  <a:lnTo>
                    <a:pt x="84" y="99"/>
                  </a:lnTo>
                  <a:lnTo>
                    <a:pt x="60" y="0"/>
                  </a:lnTo>
                  <a:lnTo>
                    <a:pt x="30" y="7"/>
                  </a:lnTo>
                  <a:lnTo>
                    <a:pt x="0" y="15"/>
                  </a:lnTo>
                  <a:lnTo>
                    <a:pt x="24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50" name=""/>
            <p:cNvSpPr/>
            <p:nvPr/>
          </p:nvSpPr>
          <p:spPr>
            <a:xfrm rot="0">
              <a:off x="2669" y="2880"/>
              <a:ext cx="28" cy="38"/>
            </a:xfrm>
            <a:custGeom>
              <a:avLst/>
              <a:ahLst/>
              <a:rect l="0" t="0" r="r" b="b"/>
              <a:pathLst>
                <a:path w="84" h="114">
                  <a:moveTo>
                    <a:pt x="24" y="114"/>
                  </a:moveTo>
                  <a:lnTo>
                    <a:pt x="54" y="106"/>
                  </a:lnTo>
                  <a:lnTo>
                    <a:pt x="84" y="99"/>
                  </a:lnTo>
                  <a:lnTo>
                    <a:pt x="60" y="0"/>
                  </a:lnTo>
                  <a:lnTo>
                    <a:pt x="30" y="7"/>
                  </a:lnTo>
                  <a:lnTo>
                    <a:pt x="0" y="15"/>
                  </a:lnTo>
                  <a:lnTo>
                    <a:pt x="24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51" name=""/>
            <p:cNvSpPr/>
            <p:nvPr/>
          </p:nvSpPr>
          <p:spPr>
            <a:xfrm rot="0">
              <a:off x="2679" y="2880"/>
              <a:ext cx="10" cy="3"/>
            </a:xfrm>
            <a:custGeom>
              <a:avLst/>
              <a:ahLst/>
              <a:rect l="0" t="0" r="r" b="b"/>
              <a:pathLst>
                <a:path w="30" h="8">
                  <a:moveTo>
                    <a:pt x="0" y="8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52" name=""/>
            <p:cNvSpPr/>
            <p:nvPr/>
          </p:nvSpPr>
          <p:spPr>
            <a:xfrm rot="0" flipV="1">
              <a:off x="2689" y="28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53" name=""/>
            <p:cNvSpPr/>
            <p:nvPr/>
          </p:nvSpPr>
          <p:spPr>
            <a:xfrm rot="0">
              <a:off x="2660" y="2847"/>
              <a:ext cx="29" cy="39"/>
            </a:xfrm>
            <a:custGeom>
              <a:avLst/>
              <a:ahLst/>
              <a:rect l="0" t="0" r="r" b="b"/>
              <a:pathLst>
                <a:path w="88" h="115">
                  <a:moveTo>
                    <a:pt x="28" y="115"/>
                  </a:moveTo>
                  <a:lnTo>
                    <a:pt x="58" y="106"/>
                  </a:lnTo>
                  <a:lnTo>
                    <a:pt x="88" y="98"/>
                  </a:lnTo>
                  <a:lnTo>
                    <a:pt x="61" y="0"/>
                  </a:lnTo>
                  <a:lnTo>
                    <a:pt x="31" y="9"/>
                  </a:lnTo>
                  <a:lnTo>
                    <a:pt x="0" y="17"/>
                  </a:lnTo>
                  <a:lnTo>
                    <a:pt x="28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54" name=""/>
            <p:cNvSpPr/>
            <p:nvPr/>
          </p:nvSpPr>
          <p:spPr>
            <a:xfrm rot="0">
              <a:off x="2660" y="2847"/>
              <a:ext cx="29" cy="39"/>
            </a:xfrm>
            <a:custGeom>
              <a:avLst/>
              <a:ahLst/>
              <a:rect l="0" t="0" r="r" b="b"/>
              <a:pathLst>
                <a:path w="88" h="115">
                  <a:moveTo>
                    <a:pt x="28" y="115"/>
                  </a:moveTo>
                  <a:lnTo>
                    <a:pt x="58" y="106"/>
                  </a:lnTo>
                  <a:lnTo>
                    <a:pt x="88" y="98"/>
                  </a:lnTo>
                  <a:lnTo>
                    <a:pt x="61" y="0"/>
                  </a:lnTo>
                  <a:lnTo>
                    <a:pt x="31" y="9"/>
                  </a:lnTo>
                  <a:lnTo>
                    <a:pt x="0" y="17"/>
                  </a:lnTo>
                  <a:lnTo>
                    <a:pt x="28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55" name=""/>
            <p:cNvSpPr/>
            <p:nvPr/>
          </p:nvSpPr>
          <p:spPr>
            <a:xfrm rot="0">
              <a:off x="2670" y="2847"/>
              <a:ext cx="10" cy="3"/>
            </a:xfrm>
            <a:custGeom>
              <a:avLst/>
              <a:ahLst/>
              <a:rect l="0" t="0" r="r" b="b"/>
              <a:pathLst>
                <a:path w="30" h="10">
                  <a:moveTo>
                    <a:pt x="0" y="10"/>
                  </a:moveTo>
                  <a:lnTo>
                    <a:pt x="30" y="1"/>
                  </a:lnTo>
                  <a:lnTo>
                    <a:pt x="28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56" name=""/>
            <p:cNvSpPr/>
            <p:nvPr/>
          </p:nvSpPr>
          <p:spPr>
            <a:xfrm rot="0" flipH="1" flipV="1">
              <a:off x="2680" y="28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57" name=""/>
            <p:cNvSpPr/>
            <p:nvPr/>
          </p:nvSpPr>
          <p:spPr>
            <a:xfrm rot="0">
              <a:off x="2650" y="2815"/>
              <a:ext cx="30" cy="38"/>
            </a:xfrm>
            <a:custGeom>
              <a:avLst/>
              <a:ahLst/>
              <a:rect l="0" t="0" r="r" b="b"/>
              <a:pathLst>
                <a:path w="89" h="116">
                  <a:moveTo>
                    <a:pt x="32" y="116"/>
                  </a:moveTo>
                  <a:lnTo>
                    <a:pt x="61" y="107"/>
                  </a:lnTo>
                  <a:lnTo>
                    <a:pt x="89" y="97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32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58" name=""/>
            <p:cNvSpPr/>
            <p:nvPr/>
          </p:nvSpPr>
          <p:spPr>
            <a:xfrm rot="0">
              <a:off x="2650" y="2815"/>
              <a:ext cx="30" cy="38"/>
            </a:xfrm>
            <a:custGeom>
              <a:avLst/>
              <a:ahLst/>
              <a:rect l="0" t="0" r="r" b="b"/>
              <a:pathLst>
                <a:path w="89" h="116">
                  <a:moveTo>
                    <a:pt x="32" y="116"/>
                  </a:moveTo>
                  <a:lnTo>
                    <a:pt x="61" y="107"/>
                  </a:lnTo>
                  <a:lnTo>
                    <a:pt x="89" y="97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32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59" name=""/>
            <p:cNvSpPr/>
            <p:nvPr/>
          </p:nvSpPr>
          <p:spPr>
            <a:xfrm rot="0">
              <a:off x="2660" y="2814"/>
              <a:ext cx="9" cy="4"/>
            </a:xfrm>
            <a:custGeom>
              <a:avLst/>
              <a:ahLst/>
              <a:rect l="0" t="0" r="r" b="b"/>
              <a:pathLst>
                <a:path w="29" h="11">
                  <a:moveTo>
                    <a:pt x="0" y="11"/>
                  </a:moveTo>
                  <a:lnTo>
                    <a:pt x="29" y="2"/>
                  </a:lnTo>
                  <a:lnTo>
                    <a:pt x="29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60" name=""/>
            <p:cNvSpPr/>
            <p:nvPr/>
          </p:nvSpPr>
          <p:spPr>
            <a:xfrm rot="0" flipV="1">
              <a:off x="2669" y="2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61" name=""/>
            <p:cNvSpPr/>
            <p:nvPr/>
          </p:nvSpPr>
          <p:spPr>
            <a:xfrm rot="0">
              <a:off x="2638" y="2782"/>
              <a:ext cx="31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36" y="117"/>
                  </a:moveTo>
                  <a:lnTo>
                    <a:pt x="65" y="106"/>
                  </a:lnTo>
                  <a:lnTo>
                    <a:pt x="94" y="95"/>
                  </a:lnTo>
                  <a:lnTo>
                    <a:pt x="58" y="0"/>
                  </a:lnTo>
                  <a:lnTo>
                    <a:pt x="29" y="11"/>
                  </a:lnTo>
                  <a:lnTo>
                    <a:pt x="0" y="22"/>
                  </a:lnTo>
                  <a:lnTo>
                    <a:pt x="3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62" name=""/>
            <p:cNvSpPr/>
            <p:nvPr/>
          </p:nvSpPr>
          <p:spPr>
            <a:xfrm rot="0">
              <a:off x="2638" y="2782"/>
              <a:ext cx="31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36" y="117"/>
                  </a:moveTo>
                  <a:lnTo>
                    <a:pt x="65" y="106"/>
                  </a:lnTo>
                  <a:lnTo>
                    <a:pt x="94" y="95"/>
                  </a:lnTo>
                  <a:lnTo>
                    <a:pt x="58" y="0"/>
                  </a:lnTo>
                  <a:lnTo>
                    <a:pt x="29" y="11"/>
                  </a:lnTo>
                  <a:lnTo>
                    <a:pt x="0" y="22"/>
                  </a:lnTo>
                  <a:lnTo>
                    <a:pt x="36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63" name=""/>
            <p:cNvSpPr/>
            <p:nvPr/>
          </p:nvSpPr>
          <p:spPr>
            <a:xfrm rot="0">
              <a:off x="2648" y="2782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12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64" name=""/>
            <p:cNvSpPr/>
            <p:nvPr/>
          </p:nvSpPr>
          <p:spPr>
            <a:xfrm rot="0" flipH="1" flipV="1">
              <a:off x="2657" y="2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65" name=""/>
            <p:cNvSpPr/>
            <p:nvPr/>
          </p:nvSpPr>
          <p:spPr>
            <a:xfrm rot="0">
              <a:off x="2625" y="2751"/>
              <a:ext cx="32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39" y="117"/>
                  </a:moveTo>
                  <a:lnTo>
                    <a:pt x="67" y="105"/>
                  </a:lnTo>
                  <a:lnTo>
                    <a:pt x="95" y="93"/>
                  </a:lnTo>
                  <a:lnTo>
                    <a:pt x="55" y="0"/>
                  </a:lnTo>
                  <a:lnTo>
                    <a:pt x="27" y="12"/>
                  </a:lnTo>
                  <a:lnTo>
                    <a:pt x="0" y="24"/>
                  </a:lnTo>
                  <a:lnTo>
                    <a:pt x="39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66" name=""/>
            <p:cNvSpPr/>
            <p:nvPr/>
          </p:nvSpPr>
          <p:spPr>
            <a:xfrm rot="0">
              <a:off x="2625" y="2751"/>
              <a:ext cx="32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39" y="117"/>
                  </a:moveTo>
                  <a:lnTo>
                    <a:pt x="67" y="105"/>
                  </a:lnTo>
                  <a:lnTo>
                    <a:pt x="95" y="93"/>
                  </a:lnTo>
                  <a:lnTo>
                    <a:pt x="55" y="0"/>
                  </a:lnTo>
                  <a:lnTo>
                    <a:pt x="27" y="12"/>
                  </a:lnTo>
                  <a:lnTo>
                    <a:pt x="0" y="24"/>
                  </a:lnTo>
                  <a:lnTo>
                    <a:pt x="39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67" name=""/>
            <p:cNvSpPr/>
            <p:nvPr/>
          </p:nvSpPr>
          <p:spPr>
            <a:xfrm rot="0">
              <a:off x="2634" y="2751"/>
              <a:ext cx="10" cy="4"/>
            </a:xfrm>
            <a:custGeom>
              <a:avLst/>
              <a:ahLst/>
              <a:rect l="0" t="0" r="r" b="b"/>
              <a:pathLst>
                <a:path w="28" h="13">
                  <a:moveTo>
                    <a:pt x="0" y="13"/>
                  </a:moveTo>
                  <a:lnTo>
                    <a:pt x="28" y="1"/>
                  </a:lnTo>
                  <a:lnTo>
                    <a:pt x="28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68" name=""/>
            <p:cNvSpPr/>
            <p:nvPr/>
          </p:nvSpPr>
          <p:spPr>
            <a:xfrm rot="0" flipV="1">
              <a:off x="2644" y="2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69" name=""/>
            <p:cNvSpPr/>
            <p:nvPr/>
          </p:nvSpPr>
          <p:spPr>
            <a:xfrm rot="0">
              <a:off x="2610" y="2720"/>
              <a:ext cx="34" cy="39"/>
            </a:xfrm>
            <a:custGeom>
              <a:avLst/>
              <a:ahLst/>
              <a:rect l="0" t="0" r="r" b="b"/>
              <a:pathLst>
                <a:path w="100" h="119">
                  <a:moveTo>
                    <a:pt x="45" y="119"/>
                  </a:moveTo>
                  <a:lnTo>
                    <a:pt x="72" y="106"/>
                  </a:lnTo>
                  <a:lnTo>
                    <a:pt x="100" y="93"/>
                  </a:lnTo>
                  <a:lnTo>
                    <a:pt x="55" y="0"/>
                  </a:lnTo>
                  <a:lnTo>
                    <a:pt x="28" y="13"/>
                  </a:lnTo>
                  <a:lnTo>
                    <a:pt x="0" y="27"/>
                  </a:lnTo>
                  <a:lnTo>
                    <a:pt x="45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70" name=""/>
            <p:cNvSpPr/>
            <p:nvPr/>
          </p:nvSpPr>
          <p:spPr>
            <a:xfrm rot="0">
              <a:off x="2610" y="2720"/>
              <a:ext cx="34" cy="39"/>
            </a:xfrm>
            <a:custGeom>
              <a:avLst/>
              <a:ahLst/>
              <a:rect l="0" t="0" r="r" b="b"/>
              <a:pathLst>
                <a:path w="100" h="119">
                  <a:moveTo>
                    <a:pt x="45" y="119"/>
                  </a:moveTo>
                  <a:lnTo>
                    <a:pt x="72" y="106"/>
                  </a:lnTo>
                  <a:lnTo>
                    <a:pt x="100" y="93"/>
                  </a:lnTo>
                  <a:lnTo>
                    <a:pt x="55" y="0"/>
                  </a:lnTo>
                  <a:lnTo>
                    <a:pt x="28" y="13"/>
                  </a:lnTo>
                  <a:lnTo>
                    <a:pt x="0" y="27"/>
                  </a:lnTo>
                  <a:lnTo>
                    <a:pt x="45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71" name=""/>
            <p:cNvSpPr/>
            <p:nvPr/>
          </p:nvSpPr>
          <p:spPr>
            <a:xfrm rot="0">
              <a:off x="2620" y="2719"/>
              <a:ext cx="9" cy="5"/>
            </a:xfrm>
            <a:custGeom>
              <a:avLst/>
              <a:ahLst/>
              <a:rect l="0" t="0" r="r" b="b"/>
              <a:pathLst>
                <a:path w="27" h="14">
                  <a:moveTo>
                    <a:pt x="0" y="14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72" name=""/>
            <p:cNvSpPr/>
            <p:nvPr/>
          </p:nvSpPr>
          <p:spPr>
            <a:xfrm rot="0" flipV="1">
              <a:off x="2629" y="2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73" name=""/>
            <p:cNvSpPr/>
            <p:nvPr/>
          </p:nvSpPr>
          <p:spPr>
            <a:xfrm rot="0">
              <a:off x="2595" y="2690"/>
              <a:ext cx="34" cy="39"/>
            </a:xfrm>
            <a:custGeom>
              <a:avLst/>
              <a:ahLst/>
              <a:rect l="0" t="0" r="r" b="b"/>
              <a:pathLst>
                <a:path w="102" h="118">
                  <a:moveTo>
                    <a:pt x="47" y="118"/>
                  </a:moveTo>
                  <a:lnTo>
                    <a:pt x="75" y="103"/>
                  </a:lnTo>
                  <a:lnTo>
                    <a:pt x="102" y="89"/>
                  </a:lnTo>
                  <a:lnTo>
                    <a:pt x="55" y="0"/>
                  </a:lnTo>
                  <a:lnTo>
                    <a:pt x="28" y="14"/>
                  </a:lnTo>
                  <a:lnTo>
                    <a:pt x="0" y="29"/>
                  </a:lnTo>
                  <a:lnTo>
                    <a:pt x="47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74" name=""/>
            <p:cNvSpPr/>
            <p:nvPr/>
          </p:nvSpPr>
          <p:spPr>
            <a:xfrm rot="0">
              <a:off x="2595" y="2690"/>
              <a:ext cx="34" cy="39"/>
            </a:xfrm>
            <a:custGeom>
              <a:avLst/>
              <a:ahLst/>
              <a:rect l="0" t="0" r="r" b="b"/>
              <a:pathLst>
                <a:path w="102" h="118">
                  <a:moveTo>
                    <a:pt x="47" y="118"/>
                  </a:moveTo>
                  <a:lnTo>
                    <a:pt x="75" y="103"/>
                  </a:lnTo>
                  <a:lnTo>
                    <a:pt x="102" y="89"/>
                  </a:lnTo>
                  <a:lnTo>
                    <a:pt x="55" y="0"/>
                  </a:lnTo>
                  <a:lnTo>
                    <a:pt x="28" y="14"/>
                  </a:lnTo>
                  <a:lnTo>
                    <a:pt x="0" y="29"/>
                  </a:lnTo>
                  <a:lnTo>
                    <a:pt x="47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75" name=""/>
            <p:cNvSpPr/>
            <p:nvPr/>
          </p:nvSpPr>
          <p:spPr>
            <a:xfrm rot="0">
              <a:off x="2604" y="2689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15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76" name=""/>
            <p:cNvSpPr/>
            <p:nvPr/>
          </p:nvSpPr>
          <p:spPr>
            <a:xfrm rot="0" flipH="1" flipV="1">
              <a:off x="2613" y="2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77" name=""/>
            <p:cNvSpPr/>
            <p:nvPr/>
          </p:nvSpPr>
          <p:spPr>
            <a:xfrm rot="0">
              <a:off x="2578" y="2660"/>
              <a:ext cx="35" cy="40"/>
            </a:xfrm>
            <a:custGeom>
              <a:avLst/>
              <a:ahLst/>
              <a:rect l="0" t="0" r="r" b="b"/>
              <a:pathLst>
                <a:path w="105" h="119">
                  <a:moveTo>
                    <a:pt x="52" y="119"/>
                  </a:moveTo>
                  <a:lnTo>
                    <a:pt x="79" y="103"/>
                  </a:lnTo>
                  <a:lnTo>
                    <a:pt x="105" y="88"/>
                  </a:lnTo>
                  <a:lnTo>
                    <a:pt x="53" y="0"/>
                  </a:lnTo>
                  <a:lnTo>
                    <a:pt x="27" y="15"/>
                  </a:lnTo>
                  <a:lnTo>
                    <a:pt x="0" y="31"/>
                  </a:lnTo>
                  <a:lnTo>
                    <a:pt x="52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78" name=""/>
            <p:cNvSpPr/>
            <p:nvPr/>
          </p:nvSpPr>
          <p:spPr>
            <a:xfrm rot="0">
              <a:off x="2578" y="2660"/>
              <a:ext cx="35" cy="40"/>
            </a:xfrm>
            <a:custGeom>
              <a:avLst/>
              <a:ahLst/>
              <a:rect l="0" t="0" r="r" b="b"/>
              <a:pathLst>
                <a:path w="105" h="119">
                  <a:moveTo>
                    <a:pt x="52" y="119"/>
                  </a:moveTo>
                  <a:lnTo>
                    <a:pt x="79" y="103"/>
                  </a:lnTo>
                  <a:lnTo>
                    <a:pt x="105" y="88"/>
                  </a:lnTo>
                  <a:lnTo>
                    <a:pt x="53" y="0"/>
                  </a:lnTo>
                  <a:lnTo>
                    <a:pt x="27" y="15"/>
                  </a:lnTo>
                  <a:lnTo>
                    <a:pt x="0" y="31"/>
                  </a:lnTo>
                  <a:lnTo>
                    <a:pt x="52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79" name=""/>
            <p:cNvSpPr/>
            <p:nvPr/>
          </p:nvSpPr>
          <p:spPr>
            <a:xfrm rot="0">
              <a:off x="2587" y="2659"/>
              <a:ext cx="8" cy="6"/>
            </a:xfrm>
            <a:custGeom>
              <a:avLst/>
              <a:ahLst/>
              <a:rect l="0" t="0" r="r" b="b"/>
              <a:pathLst>
                <a:path w="26" h="17">
                  <a:moveTo>
                    <a:pt x="0" y="17"/>
                  </a:moveTo>
                  <a:lnTo>
                    <a:pt x="26" y="2"/>
                  </a:lnTo>
                  <a:lnTo>
                    <a:pt x="25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80" name=""/>
            <p:cNvSpPr/>
            <p:nvPr/>
          </p:nvSpPr>
          <p:spPr>
            <a:xfrm rot="0" flipH="1" flipV="1">
              <a:off x="2595" y="26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81" name=""/>
            <p:cNvSpPr/>
            <p:nvPr/>
          </p:nvSpPr>
          <p:spPr>
            <a:xfrm rot="0">
              <a:off x="2560" y="2631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56" y="119"/>
                  </a:moveTo>
                  <a:lnTo>
                    <a:pt x="81" y="102"/>
                  </a:lnTo>
                  <a:lnTo>
                    <a:pt x="106" y="85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4"/>
                  </a:lnTo>
                  <a:lnTo>
                    <a:pt x="56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82" name=""/>
            <p:cNvSpPr/>
            <p:nvPr/>
          </p:nvSpPr>
          <p:spPr>
            <a:xfrm rot="0">
              <a:off x="2560" y="2631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56" y="119"/>
                  </a:moveTo>
                  <a:lnTo>
                    <a:pt x="81" y="102"/>
                  </a:lnTo>
                  <a:lnTo>
                    <a:pt x="106" y="85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4"/>
                  </a:lnTo>
                  <a:lnTo>
                    <a:pt x="56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83" name=""/>
            <p:cNvSpPr/>
            <p:nvPr/>
          </p:nvSpPr>
          <p:spPr>
            <a:xfrm rot="0">
              <a:off x="2568" y="2631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18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84" name=""/>
            <p:cNvSpPr/>
            <p:nvPr/>
          </p:nvSpPr>
          <p:spPr>
            <a:xfrm rot="0" flipV="1">
              <a:off x="2577" y="2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85" name=""/>
            <p:cNvSpPr/>
            <p:nvPr/>
          </p:nvSpPr>
          <p:spPr>
            <a:xfrm rot="0">
              <a:off x="2540" y="2603"/>
              <a:ext cx="37" cy="40"/>
            </a:xfrm>
            <a:custGeom>
              <a:avLst/>
              <a:ahLst/>
              <a:rect l="0" t="0" r="r" b="b"/>
              <a:pathLst>
                <a:path w="110" h="120">
                  <a:moveTo>
                    <a:pt x="59" y="120"/>
                  </a:moveTo>
                  <a:lnTo>
                    <a:pt x="84" y="102"/>
                  </a:lnTo>
                  <a:lnTo>
                    <a:pt x="110" y="84"/>
                  </a:lnTo>
                  <a:lnTo>
                    <a:pt x="51" y="0"/>
                  </a:lnTo>
                  <a:lnTo>
                    <a:pt x="25" y="19"/>
                  </a:lnTo>
                  <a:lnTo>
                    <a:pt x="0" y="37"/>
                  </a:lnTo>
                  <a:lnTo>
                    <a:pt x="59" y="1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86" name=""/>
            <p:cNvSpPr/>
            <p:nvPr/>
          </p:nvSpPr>
          <p:spPr>
            <a:xfrm rot="0">
              <a:off x="2540" y="2603"/>
              <a:ext cx="37" cy="40"/>
            </a:xfrm>
            <a:custGeom>
              <a:avLst/>
              <a:ahLst/>
              <a:rect l="0" t="0" r="r" b="b"/>
              <a:pathLst>
                <a:path w="110" h="120">
                  <a:moveTo>
                    <a:pt x="59" y="120"/>
                  </a:moveTo>
                  <a:lnTo>
                    <a:pt x="84" y="102"/>
                  </a:lnTo>
                  <a:lnTo>
                    <a:pt x="110" y="84"/>
                  </a:lnTo>
                  <a:lnTo>
                    <a:pt x="51" y="0"/>
                  </a:lnTo>
                  <a:lnTo>
                    <a:pt x="25" y="19"/>
                  </a:lnTo>
                  <a:lnTo>
                    <a:pt x="0" y="37"/>
                  </a:lnTo>
                  <a:lnTo>
                    <a:pt x="59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87" name=""/>
            <p:cNvSpPr/>
            <p:nvPr/>
          </p:nvSpPr>
          <p:spPr>
            <a:xfrm rot="0">
              <a:off x="2548" y="2603"/>
              <a:ext cx="9" cy="6"/>
            </a:xfrm>
            <a:custGeom>
              <a:avLst/>
              <a:ahLst/>
              <a:rect l="0" t="0" r="r" b="b"/>
              <a:pathLst>
                <a:path w="26" h="19">
                  <a:moveTo>
                    <a:pt x="0" y="19"/>
                  </a:moveTo>
                  <a:lnTo>
                    <a:pt x="26" y="0"/>
                  </a:lnTo>
                  <a:lnTo>
                    <a:pt x="24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88" name=""/>
            <p:cNvSpPr/>
            <p:nvPr/>
          </p:nvSpPr>
          <p:spPr>
            <a:xfrm rot="0" flipH="1">
              <a:off x="2556" y="2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89" name=""/>
            <p:cNvSpPr/>
            <p:nvPr/>
          </p:nvSpPr>
          <p:spPr>
            <a:xfrm rot="0">
              <a:off x="2520" y="2576"/>
              <a:ext cx="36" cy="39"/>
            </a:xfrm>
            <a:custGeom>
              <a:avLst/>
              <a:ahLst/>
              <a:rect l="0" t="0" r="r" b="b"/>
              <a:pathLst>
                <a:path w="109" h="117">
                  <a:moveTo>
                    <a:pt x="61" y="117"/>
                  </a:moveTo>
                  <a:lnTo>
                    <a:pt x="85" y="99"/>
                  </a:lnTo>
                  <a:lnTo>
                    <a:pt x="109" y="80"/>
                  </a:lnTo>
                  <a:lnTo>
                    <a:pt x="48" y="0"/>
                  </a:lnTo>
                  <a:lnTo>
                    <a:pt x="24" y="18"/>
                  </a:lnTo>
                  <a:lnTo>
                    <a:pt x="0" y="36"/>
                  </a:lnTo>
                  <a:lnTo>
                    <a:pt x="61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90" name=""/>
            <p:cNvSpPr/>
            <p:nvPr/>
          </p:nvSpPr>
          <p:spPr>
            <a:xfrm rot="0">
              <a:off x="2520" y="2576"/>
              <a:ext cx="36" cy="39"/>
            </a:xfrm>
            <a:custGeom>
              <a:avLst/>
              <a:ahLst/>
              <a:rect l="0" t="0" r="r" b="b"/>
              <a:pathLst>
                <a:path w="109" h="117">
                  <a:moveTo>
                    <a:pt x="61" y="117"/>
                  </a:moveTo>
                  <a:lnTo>
                    <a:pt x="85" y="99"/>
                  </a:lnTo>
                  <a:lnTo>
                    <a:pt x="109" y="80"/>
                  </a:lnTo>
                  <a:lnTo>
                    <a:pt x="48" y="0"/>
                  </a:lnTo>
                  <a:lnTo>
                    <a:pt x="24" y="18"/>
                  </a:lnTo>
                  <a:lnTo>
                    <a:pt x="0" y="36"/>
                  </a:lnTo>
                  <a:lnTo>
                    <a:pt x="61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91" name=""/>
            <p:cNvSpPr/>
            <p:nvPr/>
          </p:nvSpPr>
          <p:spPr>
            <a:xfrm rot="0">
              <a:off x="2528" y="2575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0" y="20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92" name=""/>
            <p:cNvSpPr/>
            <p:nvPr/>
          </p:nvSpPr>
          <p:spPr>
            <a:xfrm rot="0" flipH="1" flipV="1">
              <a:off x="2536" y="2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93" name=""/>
            <p:cNvSpPr/>
            <p:nvPr/>
          </p:nvSpPr>
          <p:spPr>
            <a:xfrm rot="0">
              <a:off x="2498" y="2549"/>
              <a:ext cx="38" cy="39"/>
            </a:xfrm>
            <a:custGeom>
              <a:avLst/>
              <a:ahLst/>
              <a:rect l="0" t="0" r="r" b="b"/>
              <a:pathLst>
                <a:path w="112" h="117">
                  <a:moveTo>
                    <a:pt x="66" y="117"/>
                  </a:moveTo>
                  <a:lnTo>
                    <a:pt x="89" y="98"/>
                  </a:lnTo>
                  <a:lnTo>
                    <a:pt x="112" y="78"/>
                  </a:lnTo>
                  <a:lnTo>
                    <a:pt x="46" y="0"/>
                  </a:lnTo>
                  <a:lnTo>
                    <a:pt x="23" y="19"/>
                  </a:lnTo>
                  <a:lnTo>
                    <a:pt x="0" y="39"/>
                  </a:lnTo>
                  <a:lnTo>
                    <a:pt x="6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94" name=""/>
            <p:cNvSpPr/>
            <p:nvPr/>
          </p:nvSpPr>
          <p:spPr>
            <a:xfrm rot="0">
              <a:off x="2498" y="2549"/>
              <a:ext cx="38" cy="39"/>
            </a:xfrm>
            <a:custGeom>
              <a:avLst/>
              <a:ahLst/>
              <a:rect l="0" t="0" r="r" b="b"/>
              <a:pathLst>
                <a:path w="112" h="117">
                  <a:moveTo>
                    <a:pt x="66" y="117"/>
                  </a:moveTo>
                  <a:lnTo>
                    <a:pt x="89" y="98"/>
                  </a:lnTo>
                  <a:lnTo>
                    <a:pt x="112" y="78"/>
                  </a:lnTo>
                  <a:lnTo>
                    <a:pt x="46" y="0"/>
                  </a:lnTo>
                  <a:lnTo>
                    <a:pt x="23" y="19"/>
                  </a:lnTo>
                  <a:lnTo>
                    <a:pt x="0" y="39"/>
                  </a:lnTo>
                  <a:lnTo>
                    <a:pt x="66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95" name=""/>
            <p:cNvSpPr/>
            <p:nvPr/>
          </p:nvSpPr>
          <p:spPr>
            <a:xfrm rot="0">
              <a:off x="2506" y="2549"/>
              <a:ext cx="8" cy="7"/>
            </a:xfrm>
            <a:custGeom>
              <a:avLst/>
              <a:ahLst/>
              <a:rect l="0" t="0" r="r" b="b"/>
              <a:pathLst>
                <a:path w="23" h="20">
                  <a:moveTo>
                    <a:pt x="0" y="20"/>
                  </a:moveTo>
                  <a:lnTo>
                    <a:pt x="23" y="1"/>
                  </a:lnTo>
                  <a:lnTo>
                    <a:pt x="23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96" name=""/>
            <p:cNvSpPr/>
            <p:nvPr/>
          </p:nvSpPr>
          <p:spPr>
            <a:xfrm rot="0" flipV="1">
              <a:off x="2514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97" name=""/>
            <p:cNvSpPr/>
            <p:nvPr/>
          </p:nvSpPr>
          <p:spPr>
            <a:xfrm rot="0">
              <a:off x="2475" y="2524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69" y="116"/>
                  </a:moveTo>
                  <a:lnTo>
                    <a:pt x="92" y="95"/>
                  </a:lnTo>
                  <a:lnTo>
                    <a:pt x="115" y="75"/>
                  </a:lnTo>
                  <a:lnTo>
                    <a:pt x="46" y="0"/>
                  </a:lnTo>
                  <a:lnTo>
                    <a:pt x="23" y="21"/>
                  </a:lnTo>
                  <a:lnTo>
                    <a:pt x="0" y="41"/>
                  </a:lnTo>
                  <a:lnTo>
                    <a:pt x="69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198" name=""/>
            <p:cNvSpPr/>
            <p:nvPr/>
          </p:nvSpPr>
          <p:spPr>
            <a:xfrm rot="0">
              <a:off x="2475" y="2524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69" y="116"/>
                  </a:moveTo>
                  <a:lnTo>
                    <a:pt x="92" y="95"/>
                  </a:lnTo>
                  <a:lnTo>
                    <a:pt x="115" y="75"/>
                  </a:lnTo>
                  <a:lnTo>
                    <a:pt x="46" y="0"/>
                  </a:lnTo>
                  <a:lnTo>
                    <a:pt x="23" y="21"/>
                  </a:lnTo>
                  <a:lnTo>
                    <a:pt x="0" y="41"/>
                  </a:lnTo>
                  <a:lnTo>
                    <a:pt x="69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199" name=""/>
            <p:cNvSpPr/>
            <p:nvPr/>
          </p:nvSpPr>
          <p:spPr>
            <a:xfrm rot="0">
              <a:off x="2483" y="2524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0" y="22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00" name=""/>
            <p:cNvSpPr/>
            <p:nvPr/>
          </p:nvSpPr>
          <p:spPr>
            <a:xfrm rot="0" flipH="1" flipV="1">
              <a:off x="2490" y="25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01" name=""/>
            <p:cNvSpPr/>
            <p:nvPr/>
          </p:nvSpPr>
          <p:spPr>
            <a:xfrm rot="0">
              <a:off x="2452" y="2500"/>
              <a:ext cx="38" cy="38"/>
            </a:xfrm>
            <a:custGeom>
              <a:avLst/>
              <a:ahLst/>
              <a:rect l="0" t="0" r="r" b="b"/>
              <a:pathLst>
                <a:path w="116" h="115">
                  <a:moveTo>
                    <a:pt x="72" y="115"/>
                  </a:moveTo>
                  <a:lnTo>
                    <a:pt x="94" y="94"/>
                  </a:lnTo>
                  <a:lnTo>
                    <a:pt x="116" y="72"/>
                  </a:lnTo>
                  <a:lnTo>
                    <a:pt x="43" y="0"/>
                  </a:lnTo>
                  <a:lnTo>
                    <a:pt x="22" y="21"/>
                  </a:lnTo>
                  <a:lnTo>
                    <a:pt x="0" y="43"/>
                  </a:lnTo>
                  <a:lnTo>
                    <a:pt x="72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02" name=""/>
            <p:cNvSpPr/>
            <p:nvPr/>
          </p:nvSpPr>
          <p:spPr>
            <a:xfrm rot="0">
              <a:off x="2452" y="2500"/>
              <a:ext cx="38" cy="38"/>
            </a:xfrm>
            <a:custGeom>
              <a:avLst/>
              <a:ahLst/>
              <a:rect l="0" t="0" r="r" b="b"/>
              <a:pathLst>
                <a:path w="116" h="115">
                  <a:moveTo>
                    <a:pt x="72" y="115"/>
                  </a:moveTo>
                  <a:lnTo>
                    <a:pt x="94" y="94"/>
                  </a:lnTo>
                  <a:lnTo>
                    <a:pt x="116" y="72"/>
                  </a:lnTo>
                  <a:lnTo>
                    <a:pt x="43" y="0"/>
                  </a:lnTo>
                  <a:lnTo>
                    <a:pt x="22" y="21"/>
                  </a:lnTo>
                  <a:lnTo>
                    <a:pt x="0" y="43"/>
                  </a:lnTo>
                  <a:lnTo>
                    <a:pt x="72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03" name=""/>
            <p:cNvSpPr/>
            <p:nvPr/>
          </p:nvSpPr>
          <p:spPr>
            <a:xfrm rot="0">
              <a:off x="2459" y="2499"/>
              <a:ext cx="7" cy="8"/>
            </a:xfrm>
            <a:custGeom>
              <a:avLst/>
              <a:ahLst/>
              <a:rect l="0" t="0" r="r" b="b"/>
              <a:pathLst>
                <a:path w="21" h="22">
                  <a:moveTo>
                    <a:pt x="0" y="22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04" name=""/>
            <p:cNvSpPr/>
            <p:nvPr/>
          </p:nvSpPr>
          <p:spPr>
            <a:xfrm rot="0" flipH="1" flipV="1">
              <a:off x="2466" y="2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05" name=""/>
            <p:cNvSpPr/>
            <p:nvPr/>
          </p:nvSpPr>
          <p:spPr>
            <a:xfrm rot="0">
              <a:off x="2427" y="2476"/>
              <a:ext cx="39" cy="38"/>
            </a:xfrm>
            <a:custGeom>
              <a:avLst/>
              <a:ahLst/>
              <a:rect l="0" t="0" r="r" b="b"/>
              <a:pathLst>
                <a:path w="116" h="114">
                  <a:moveTo>
                    <a:pt x="75" y="114"/>
                  </a:moveTo>
                  <a:lnTo>
                    <a:pt x="96" y="91"/>
                  </a:lnTo>
                  <a:lnTo>
                    <a:pt x="116" y="69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5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06" name=""/>
            <p:cNvSpPr/>
            <p:nvPr/>
          </p:nvSpPr>
          <p:spPr>
            <a:xfrm rot="0">
              <a:off x="2427" y="2476"/>
              <a:ext cx="39" cy="38"/>
            </a:xfrm>
            <a:custGeom>
              <a:avLst/>
              <a:ahLst/>
              <a:rect l="0" t="0" r="r" b="b"/>
              <a:pathLst>
                <a:path w="116" h="114">
                  <a:moveTo>
                    <a:pt x="75" y="114"/>
                  </a:moveTo>
                  <a:lnTo>
                    <a:pt x="96" y="91"/>
                  </a:lnTo>
                  <a:lnTo>
                    <a:pt x="116" y="69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5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07" name=""/>
            <p:cNvSpPr/>
            <p:nvPr/>
          </p:nvSpPr>
          <p:spPr>
            <a:xfrm rot="0">
              <a:off x="2434" y="2476"/>
              <a:ext cx="7" cy="8"/>
            </a:xfrm>
            <a:custGeom>
              <a:avLst/>
              <a:ahLst/>
              <a:rect l="0" t="0" r="r" b="b"/>
              <a:pathLst>
                <a:path w="20" h="23">
                  <a:moveTo>
                    <a:pt x="0" y="23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08" name=""/>
            <p:cNvSpPr/>
            <p:nvPr/>
          </p:nvSpPr>
          <p:spPr>
            <a:xfrm rot="0" flipH="1">
              <a:off x="2440" y="24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09" name=""/>
            <p:cNvSpPr/>
            <p:nvPr/>
          </p:nvSpPr>
          <p:spPr>
            <a:xfrm rot="0">
              <a:off x="2402" y="2455"/>
              <a:ext cx="38" cy="37"/>
            </a:xfrm>
            <a:custGeom>
              <a:avLst/>
              <a:ahLst/>
              <a:rect l="0" t="0" r="r" b="b"/>
              <a:pathLst>
                <a:path w="115" h="111">
                  <a:moveTo>
                    <a:pt x="77" y="111"/>
                  </a:moveTo>
                  <a:lnTo>
                    <a:pt x="96" y="88"/>
                  </a:lnTo>
                  <a:lnTo>
                    <a:pt x="115" y="65"/>
                  </a:lnTo>
                  <a:lnTo>
                    <a:pt x="38" y="0"/>
                  </a:lnTo>
                  <a:lnTo>
                    <a:pt x="19" y="23"/>
                  </a:lnTo>
                  <a:lnTo>
                    <a:pt x="0" y="46"/>
                  </a:lnTo>
                  <a:lnTo>
                    <a:pt x="77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10" name=""/>
            <p:cNvSpPr/>
            <p:nvPr/>
          </p:nvSpPr>
          <p:spPr>
            <a:xfrm rot="0">
              <a:off x="2402" y="2455"/>
              <a:ext cx="38" cy="37"/>
            </a:xfrm>
            <a:custGeom>
              <a:avLst/>
              <a:ahLst/>
              <a:rect l="0" t="0" r="r" b="b"/>
              <a:pathLst>
                <a:path w="115" h="111">
                  <a:moveTo>
                    <a:pt x="77" y="111"/>
                  </a:moveTo>
                  <a:lnTo>
                    <a:pt x="96" y="88"/>
                  </a:lnTo>
                  <a:lnTo>
                    <a:pt x="115" y="65"/>
                  </a:lnTo>
                  <a:lnTo>
                    <a:pt x="38" y="0"/>
                  </a:lnTo>
                  <a:lnTo>
                    <a:pt x="19" y="23"/>
                  </a:lnTo>
                  <a:lnTo>
                    <a:pt x="0" y="46"/>
                  </a:lnTo>
                  <a:lnTo>
                    <a:pt x="77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11" name=""/>
            <p:cNvSpPr/>
            <p:nvPr/>
          </p:nvSpPr>
          <p:spPr>
            <a:xfrm rot="0">
              <a:off x="2408" y="2454"/>
              <a:ext cx="7" cy="8"/>
            </a:xfrm>
            <a:custGeom>
              <a:avLst/>
              <a:ahLst/>
              <a:rect l="0" t="0" r="r" b="b"/>
              <a:pathLst>
                <a:path w="19" h="24">
                  <a:moveTo>
                    <a:pt x="0" y="24"/>
                  </a:moveTo>
                  <a:lnTo>
                    <a:pt x="19" y="1"/>
                  </a:lnTo>
                  <a:lnTo>
                    <a:pt x="1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12" name=""/>
            <p:cNvSpPr/>
            <p:nvPr/>
          </p:nvSpPr>
          <p:spPr>
            <a:xfrm rot="0" flipV="1">
              <a:off x="2415" y="24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13" name=""/>
            <p:cNvSpPr/>
            <p:nvPr/>
          </p:nvSpPr>
          <p:spPr>
            <a:xfrm rot="0">
              <a:off x="2375" y="2433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81" y="111"/>
                  </a:moveTo>
                  <a:lnTo>
                    <a:pt x="100" y="87"/>
                  </a:lnTo>
                  <a:lnTo>
                    <a:pt x="119" y="63"/>
                  </a:lnTo>
                  <a:lnTo>
                    <a:pt x="38" y="0"/>
                  </a:lnTo>
                  <a:lnTo>
                    <a:pt x="19" y="24"/>
                  </a:lnTo>
                  <a:lnTo>
                    <a:pt x="0" y="48"/>
                  </a:lnTo>
                  <a:lnTo>
                    <a:pt x="81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14" name=""/>
            <p:cNvSpPr/>
            <p:nvPr/>
          </p:nvSpPr>
          <p:spPr>
            <a:xfrm rot="0">
              <a:off x="2375" y="2433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81" y="111"/>
                  </a:moveTo>
                  <a:lnTo>
                    <a:pt x="100" y="87"/>
                  </a:lnTo>
                  <a:lnTo>
                    <a:pt x="119" y="63"/>
                  </a:lnTo>
                  <a:lnTo>
                    <a:pt x="38" y="0"/>
                  </a:lnTo>
                  <a:lnTo>
                    <a:pt x="19" y="24"/>
                  </a:lnTo>
                  <a:lnTo>
                    <a:pt x="0" y="48"/>
                  </a:lnTo>
                  <a:lnTo>
                    <a:pt x="81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15" name=""/>
            <p:cNvSpPr/>
            <p:nvPr/>
          </p:nvSpPr>
          <p:spPr>
            <a:xfrm rot="0">
              <a:off x="2381" y="2433"/>
              <a:ext cx="7" cy="8"/>
            </a:xfrm>
            <a:custGeom>
              <a:avLst/>
              <a:ahLst/>
              <a:rect l="0" t="0" r="r" b="b"/>
              <a:pathLst>
                <a:path w="19" h="25">
                  <a:moveTo>
                    <a:pt x="0" y="25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16" name=""/>
            <p:cNvSpPr/>
            <p:nvPr/>
          </p:nvSpPr>
          <p:spPr>
            <a:xfrm rot="0" flipH="1" flipV="1">
              <a:off x="2387" y="2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17" name=""/>
            <p:cNvSpPr/>
            <p:nvPr/>
          </p:nvSpPr>
          <p:spPr>
            <a:xfrm rot="0">
              <a:off x="2348" y="2413"/>
              <a:ext cx="39" cy="37"/>
            </a:xfrm>
            <a:custGeom>
              <a:avLst/>
              <a:ahLst/>
              <a:rect l="0" t="0" r="r" b="b"/>
              <a:pathLst>
                <a:path w="119" h="109">
                  <a:moveTo>
                    <a:pt x="83" y="109"/>
                  </a:moveTo>
                  <a:lnTo>
                    <a:pt x="101" y="84"/>
                  </a:lnTo>
                  <a:lnTo>
                    <a:pt x="119" y="59"/>
                  </a:lnTo>
                  <a:lnTo>
                    <a:pt x="36" y="0"/>
                  </a:lnTo>
                  <a:lnTo>
                    <a:pt x="18" y="25"/>
                  </a:lnTo>
                  <a:lnTo>
                    <a:pt x="0" y="50"/>
                  </a:lnTo>
                  <a:lnTo>
                    <a:pt x="83" y="1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18" name=""/>
            <p:cNvSpPr/>
            <p:nvPr/>
          </p:nvSpPr>
          <p:spPr>
            <a:xfrm rot="0">
              <a:off x="2348" y="2413"/>
              <a:ext cx="39" cy="37"/>
            </a:xfrm>
            <a:custGeom>
              <a:avLst/>
              <a:ahLst/>
              <a:rect l="0" t="0" r="r" b="b"/>
              <a:pathLst>
                <a:path w="119" h="109">
                  <a:moveTo>
                    <a:pt x="83" y="109"/>
                  </a:moveTo>
                  <a:lnTo>
                    <a:pt x="101" y="84"/>
                  </a:lnTo>
                  <a:lnTo>
                    <a:pt x="119" y="59"/>
                  </a:lnTo>
                  <a:lnTo>
                    <a:pt x="36" y="0"/>
                  </a:lnTo>
                  <a:lnTo>
                    <a:pt x="18" y="25"/>
                  </a:lnTo>
                  <a:lnTo>
                    <a:pt x="0" y="50"/>
                  </a:lnTo>
                  <a:lnTo>
                    <a:pt x="83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19" name=""/>
            <p:cNvSpPr/>
            <p:nvPr/>
          </p:nvSpPr>
          <p:spPr>
            <a:xfrm rot="0">
              <a:off x="2354" y="2413"/>
              <a:ext cx="6" cy="9"/>
            </a:xfrm>
            <a:custGeom>
              <a:avLst/>
              <a:ahLst/>
              <a:rect l="0" t="0" r="r" b="b"/>
              <a:pathLst>
                <a:path w="18" h="25">
                  <a:moveTo>
                    <a:pt x="0" y="25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20" name=""/>
            <p:cNvSpPr/>
            <p:nvPr/>
          </p:nvSpPr>
          <p:spPr>
            <a:xfrm rot="0" flipH="1">
              <a:off x="2359" y="24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21" name=""/>
            <p:cNvSpPr/>
            <p:nvPr/>
          </p:nvSpPr>
          <p:spPr>
            <a:xfrm rot="0">
              <a:off x="2319" y="2395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86" y="106"/>
                  </a:moveTo>
                  <a:lnTo>
                    <a:pt x="103" y="81"/>
                  </a:lnTo>
                  <a:lnTo>
                    <a:pt x="120" y="56"/>
                  </a:lnTo>
                  <a:lnTo>
                    <a:pt x="34" y="0"/>
                  </a:lnTo>
                  <a:lnTo>
                    <a:pt x="17" y="25"/>
                  </a:lnTo>
                  <a:lnTo>
                    <a:pt x="0" y="51"/>
                  </a:lnTo>
                  <a:lnTo>
                    <a:pt x="86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22" name=""/>
            <p:cNvSpPr/>
            <p:nvPr/>
          </p:nvSpPr>
          <p:spPr>
            <a:xfrm rot="0">
              <a:off x="2319" y="2395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86" y="106"/>
                  </a:moveTo>
                  <a:lnTo>
                    <a:pt x="103" y="81"/>
                  </a:lnTo>
                  <a:lnTo>
                    <a:pt x="120" y="56"/>
                  </a:lnTo>
                  <a:lnTo>
                    <a:pt x="34" y="0"/>
                  </a:lnTo>
                  <a:lnTo>
                    <a:pt x="17" y="25"/>
                  </a:lnTo>
                  <a:lnTo>
                    <a:pt x="0" y="51"/>
                  </a:lnTo>
                  <a:lnTo>
                    <a:pt x="86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23" name=""/>
            <p:cNvSpPr/>
            <p:nvPr/>
          </p:nvSpPr>
          <p:spPr>
            <a:xfrm rot="0">
              <a:off x="2325" y="2394"/>
              <a:ext cx="6" cy="9"/>
            </a:xfrm>
            <a:custGeom>
              <a:avLst/>
              <a:ahLst/>
              <a:rect l="0" t="0" r="r" b="b"/>
              <a:pathLst>
                <a:path w="17" h="26">
                  <a:moveTo>
                    <a:pt x="0" y="26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24" name=""/>
            <p:cNvSpPr/>
            <p:nvPr/>
          </p:nvSpPr>
          <p:spPr>
            <a:xfrm rot="0" flipH="1" flipV="1">
              <a:off x="2330" y="23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25" name=""/>
            <p:cNvSpPr/>
            <p:nvPr/>
          </p:nvSpPr>
          <p:spPr>
            <a:xfrm rot="0">
              <a:off x="2291" y="2377"/>
              <a:ext cx="39" cy="35"/>
            </a:xfrm>
            <a:custGeom>
              <a:avLst/>
              <a:ahLst/>
              <a:rect l="0" t="0" r="r" b="b"/>
              <a:pathLst>
                <a:path w="119" h="104">
                  <a:moveTo>
                    <a:pt x="88" y="104"/>
                  </a:moveTo>
                  <a:lnTo>
                    <a:pt x="103" y="77"/>
                  </a:lnTo>
                  <a:lnTo>
                    <a:pt x="119" y="51"/>
                  </a:lnTo>
                  <a:lnTo>
                    <a:pt x="31" y="0"/>
                  </a:lnTo>
                  <a:lnTo>
                    <a:pt x="15" y="27"/>
                  </a:lnTo>
                  <a:lnTo>
                    <a:pt x="0" y="53"/>
                  </a:lnTo>
                  <a:lnTo>
                    <a:pt x="88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26" name=""/>
            <p:cNvSpPr/>
            <p:nvPr/>
          </p:nvSpPr>
          <p:spPr>
            <a:xfrm rot="0">
              <a:off x="2291" y="2377"/>
              <a:ext cx="39" cy="35"/>
            </a:xfrm>
            <a:custGeom>
              <a:avLst/>
              <a:ahLst/>
              <a:rect l="0" t="0" r="r" b="b"/>
              <a:pathLst>
                <a:path w="119" h="104">
                  <a:moveTo>
                    <a:pt x="88" y="104"/>
                  </a:moveTo>
                  <a:lnTo>
                    <a:pt x="103" y="77"/>
                  </a:lnTo>
                  <a:lnTo>
                    <a:pt x="119" y="51"/>
                  </a:lnTo>
                  <a:lnTo>
                    <a:pt x="31" y="0"/>
                  </a:lnTo>
                  <a:lnTo>
                    <a:pt x="15" y="27"/>
                  </a:lnTo>
                  <a:lnTo>
                    <a:pt x="0" y="53"/>
                  </a:lnTo>
                  <a:lnTo>
                    <a:pt x="88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27" name=""/>
            <p:cNvSpPr/>
            <p:nvPr/>
          </p:nvSpPr>
          <p:spPr>
            <a:xfrm rot="0">
              <a:off x="2296" y="2377"/>
              <a:ext cx="5" cy="9"/>
            </a:xfrm>
            <a:custGeom>
              <a:avLst/>
              <a:ahLst/>
              <a:rect l="0" t="0" r="r" b="b"/>
              <a:pathLst>
                <a:path w="16" h="27">
                  <a:moveTo>
                    <a:pt x="0" y="27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28" name=""/>
            <p:cNvSpPr/>
            <p:nvPr/>
          </p:nvSpPr>
          <p:spPr>
            <a:xfrm rot="0" flipH="1">
              <a:off x="2301" y="2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29" name=""/>
            <p:cNvSpPr/>
            <p:nvPr/>
          </p:nvSpPr>
          <p:spPr>
            <a:xfrm rot="0">
              <a:off x="2261" y="2361"/>
              <a:ext cx="40" cy="34"/>
            </a:xfrm>
            <a:custGeom>
              <a:avLst/>
              <a:ahLst/>
              <a:rect l="0" t="0" r="r" b="b"/>
              <a:pathLst>
                <a:path w="118" h="101">
                  <a:moveTo>
                    <a:pt x="89" y="101"/>
                  </a:moveTo>
                  <a:lnTo>
                    <a:pt x="103" y="75"/>
                  </a:lnTo>
                  <a:lnTo>
                    <a:pt x="118" y="48"/>
                  </a:lnTo>
                  <a:lnTo>
                    <a:pt x="29" y="0"/>
                  </a:lnTo>
                  <a:lnTo>
                    <a:pt x="14" y="27"/>
                  </a:lnTo>
                  <a:lnTo>
                    <a:pt x="0" y="53"/>
                  </a:lnTo>
                  <a:lnTo>
                    <a:pt x="89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30" name=""/>
            <p:cNvSpPr/>
            <p:nvPr/>
          </p:nvSpPr>
          <p:spPr>
            <a:xfrm rot="0">
              <a:off x="2261" y="2361"/>
              <a:ext cx="40" cy="34"/>
            </a:xfrm>
            <a:custGeom>
              <a:avLst/>
              <a:ahLst/>
              <a:rect l="0" t="0" r="r" b="b"/>
              <a:pathLst>
                <a:path w="118" h="101">
                  <a:moveTo>
                    <a:pt x="89" y="101"/>
                  </a:moveTo>
                  <a:lnTo>
                    <a:pt x="103" y="75"/>
                  </a:lnTo>
                  <a:lnTo>
                    <a:pt x="118" y="48"/>
                  </a:lnTo>
                  <a:lnTo>
                    <a:pt x="29" y="0"/>
                  </a:lnTo>
                  <a:lnTo>
                    <a:pt x="14" y="27"/>
                  </a:lnTo>
                  <a:lnTo>
                    <a:pt x="0" y="53"/>
                  </a:lnTo>
                  <a:lnTo>
                    <a:pt x="89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31" name=""/>
            <p:cNvSpPr/>
            <p:nvPr/>
          </p:nvSpPr>
          <p:spPr>
            <a:xfrm rot="0">
              <a:off x="2266" y="2361"/>
              <a:ext cx="5" cy="9"/>
            </a:xfrm>
            <a:custGeom>
              <a:avLst/>
              <a:ahLst/>
              <a:rect l="0" t="0" r="r" b="b"/>
              <a:pathLst>
                <a:path w="15" h="28">
                  <a:moveTo>
                    <a:pt x="0" y="28"/>
                  </a:moveTo>
                  <a:lnTo>
                    <a:pt x="15" y="1"/>
                  </a:lnTo>
                  <a:lnTo>
                    <a:pt x="13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32" name=""/>
            <p:cNvSpPr/>
            <p:nvPr/>
          </p:nvSpPr>
          <p:spPr>
            <a:xfrm rot="0" flipH="1" flipV="1">
              <a:off x="2270" y="23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33" name=""/>
            <p:cNvSpPr/>
            <p:nvPr/>
          </p:nvSpPr>
          <p:spPr>
            <a:xfrm rot="0">
              <a:off x="2231" y="2347"/>
              <a:ext cx="39" cy="32"/>
            </a:xfrm>
            <a:custGeom>
              <a:avLst/>
              <a:ahLst/>
              <a:rect l="0" t="0" r="r" b="b"/>
              <a:pathLst>
                <a:path w="118" h="98">
                  <a:moveTo>
                    <a:pt x="92" y="98"/>
                  </a:moveTo>
                  <a:lnTo>
                    <a:pt x="105" y="71"/>
                  </a:lnTo>
                  <a:lnTo>
                    <a:pt x="118" y="43"/>
                  </a:lnTo>
                  <a:lnTo>
                    <a:pt x="27" y="0"/>
                  </a:lnTo>
                  <a:lnTo>
                    <a:pt x="14" y="27"/>
                  </a:lnTo>
                  <a:lnTo>
                    <a:pt x="0" y="55"/>
                  </a:lnTo>
                  <a:lnTo>
                    <a:pt x="92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34" name=""/>
            <p:cNvSpPr/>
            <p:nvPr/>
          </p:nvSpPr>
          <p:spPr>
            <a:xfrm rot="0">
              <a:off x="2231" y="2347"/>
              <a:ext cx="39" cy="32"/>
            </a:xfrm>
            <a:custGeom>
              <a:avLst/>
              <a:ahLst/>
              <a:rect l="0" t="0" r="r" b="b"/>
              <a:pathLst>
                <a:path w="118" h="98">
                  <a:moveTo>
                    <a:pt x="92" y="98"/>
                  </a:moveTo>
                  <a:lnTo>
                    <a:pt x="105" y="71"/>
                  </a:lnTo>
                  <a:lnTo>
                    <a:pt x="118" y="43"/>
                  </a:lnTo>
                  <a:lnTo>
                    <a:pt x="27" y="0"/>
                  </a:lnTo>
                  <a:lnTo>
                    <a:pt x="14" y="27"/>
                  </a:lnTo>
                  <a:lnTo>
                    <a:pt x="0" y="55"/>
                  </a:lnTo>
                  <a:lnTo>
                    <a:pt x="92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35" name=""/>
            <p:cNvSpPr/>
            <p:nvPr/>
          </p:nvSpPr>
          <p:spPr>
            <a:xfrm rot="0">
              <a:off x="2236" y="2347"/>
              <a:ext cx="4" cy="9"/>
            </a:xfrm>
            <a:custGeom>
              <a:avLst/>
              <a:ahLst/>
              <a:rect l="0" t="0" r="r" b="b"/>
              <a:pathLst>
                <a:path w="13" h="27">
                  <a:moveTo>
                    <a:pt x="0" y="27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36" name=""/>
            <p:cNvSpPr/>
            <p:nvPr/>
          </p:nvSpPr>
          <p:spPr>
            <a:xfrm rot="0" flipH="1">
              <a:off x="2240" y="23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37" name=""/>
            <p:cNvSpPr/>
            <p:nvPr/>
          </p:nvSpPr>
          <p:spPr>
            <a:xfrm rot="0">
              <a:off x="2200" y="2333"/>
              <a:ext cx="40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94" y="96"/>
                  </a:moveTo>
                  <a:lnTo>
                    <a:pt x="106" y="68"/>
                  </a:lnTo>
                  <a:lnTo>
                    <a:pt x="118" y="41"/>
                  </a:lnTo>
                  <a:lnTo>
                    <a:pt x="24" y="0"/>
                  </a:lnTo>
                  <a:lnTo>
                    <a:pt x="12" y="27"/>
                  </a:lnTo>
                  <a:lnTo>
                    <a:pt x="0" y="55"/>
                  </a:lnTo>
                  <a:lnTo>
                    <a:pt x="94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38" name=""/>
            <p:cNvSpPr/>
            <p:nvPr/>
          </p:nvSpPr>
          <p:spPr>
            <a:xfrm rot="0">
              <a:off x="2200" y="2333"/>
              <a:ext cx="40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94" y="96"/>
                  </a:moveTo>
                  <a:lnTo>
                    <a:pt x="106" y="68"/>
                  </a:lnTo>
                  <a:lnTo>
                    <a:pt x="118" y="41"/>
                  </a:lnTo>
                  <a:lnTo>
                    <a:pt x="24" y="0"/>
                  </a:lnTo>
                  <a:lnTo>
                    <a:pt x="12" y="27"/>
                  </a:lnTo>
                  <a:lnTo>
                    <a:pt x="0" y="55"/>
                  </a:lnTo>
                  <a:lnTo>
                    <a:pt x="94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39" name=""/>
            <p:cNvSpPr/>
            <p:nvPr/>
          </p:nvSpPr>
          <p:spPr>
            <a:xfrm rot="0">
              <a:off x="2204" y="2332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0" y="29"/>
                  </a:moveTo>
                  <a:lnTo>
                    <a:pt x="12" y="2"/>
                  </a:lnTo>
                  <a:lnTo>
                    <a:pt x="1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40" name=""/>
            <p:cNvSpPr/>
            <p:nvPr/>
          </p:nvSpPr>
          <p:spPr>
            <a:xfrm rot="0" flipH="1" flipV="1">
              <a:off x="2208" y="2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41" name=""/>
            <p:cNvSpPr/>
            <p:nvPr/>
          </p:nvSpPr>
          <p:spPr>
            <a:xfrm rot="0">
              <a:off x="2169" y="2321"/>
              <a:ext cx="39" cy="31"/>
            </a:xfrm>
            <a:custGeom>
              <a:avLst/>
              <a:ahLst/>
              <a:rect l="0" t="0" r="r" b="b"/>
              <a:pathLst>
                <a:path w="116" h="93">
                  <a:moveTo>
                    <a:pt x="95" y="93"/>
                  </a:moveTo>
                  <a:lnTo>
                    <a:pt x="106" y="64"/>
                  </a:lnTo>
                  <a:lnTo>
                    <a:pt x="116" y="35"/>
                  </a:lnTo>
                  <a:lnTo>
                    <a:pt x="21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5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42" name=""/>
            <p:cNvSpPr/>
            <p:nvPr/>
          </p:nvSpPr>
          <p:spPr>
            <a:xfrm rot="0">
              <a:off x="2169" y="2321"/>
              <a:ext cx="39" cy="31"/>
            </a:xfrm>
            <a:custGeom>
              <a:avLst/>
              <a:ahLst/>
              <a:rect l="0" t="0" r="r" b="b"/>
              <a:pathLst>
                <a:path w="116" h="93">
                  <a:moveTo>
                    <a:pt x="95" y="93"/>
                  </a:moveTo>
                  <a:lnTo>
                    <a:pt x="106" y="64"/>
                  </a:lnTo>
                  <a:lnTo>
                    <a:pt x="116" y="35"/>
                  </a:lnTo>
                  <a:lnTo>
                    <a:pt x="21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5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43" name=""/>
            <p:cNvSpPr/>
            <p:nvPr/>
          </p:nvSpPr>
          <p:spPr>
            <a:xfrm rot="0">
              <a:off x="2172" y="2321"/>
              <a:ext cx="4" cy="9"/>
            </a:xfrm>
            <a:custGeom>
              <a:avLst/>
              <a:ahLst/>
              <a:rect l="0" t="0" r="r" b="b"/>
              <a:pathLst>
                <a:path w="11" h="29">
                  <a:moveTo>
                    <a:pt x="0" y="29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44" name=""/>
            <p:cNvSpPr/>
            <p:nvPr/>
          </p:nvSpPr>
          <p:spPr>
            <a:xfrm rot="0" flipH="1">
              <a:off x="2176" y="23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45" name=""/>
            <p:cNvSpPr/>
            <p:nvPr/>
          </p:nvSpPr>
          <p:spPr>
            <a:xfrm rot="0">
              <a:off x="2137" y="2310"/>
              <a:ext cx="39" cy="30"/>
            </a:xfrm>
            <a:custGeom>
              <a:avLst/>
              <a:ahLst/>
              <a:rect l="0" t="0" r="r" b="b"/>
              <a:pathLst>
                <a:path w="116" h="90">
                  <a:moveTo>
                    <a:pt x="97" y="90"/>
                  </a:moveTo>
                  <a:lnTo>
                    <a:pt x="106" y="61"/>
                  </a:lnTo>
                  <a:lnTo>
                    <a:pt x="116" y="32"/>
                  </a:lnTo>
                  <a:lnTo>
                    <a:pt x="20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7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46" name=""/>
            <p:cNvSpPr/>
            <p:nvPr/>
          </p:nvSpPr>
          <p:spPr>
            <a:xfrm rot="0">
              <a:off x="2137" y="2310"/>
              <a:ext cx="39" cy="30"/>
            </a:xfrm>
            <a:custGeom>
              <a:avLst/>
              <a:ahLst/>
              <a:rect l="0" t="0" r="r" b="b"/>
              <a:pathLst>
                <a:path w="116" h="90">
                  <a:moveTo>
                    <a:pt x="97" y="90"/>
                  </a:moveTo>
                  <a:lnTo>
                    <a:pt x="106" y="61"/>
                  </a:lnTo>
                  <a:lnTo>
                    <a:pt x="116" y="32"/>
                  </a:lnTo>
                  <a:lnTo>
                    <a:pt x="20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7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47" name=""/>
            <p:cNvSpPr/>
            <p:nvPr/>
          </p:nvSpPr>
          <p:spPr>
            <a:xfrm rot="0">
              <a:off x="2140" y="2310"/>
              <a:ext cx="4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0" y="30"/>
                  </a:moveTo>
                  <a:lnTo>
                    <a:pt x="10" y="1"/>
                  </a:lnTo>
                  <a:lnTo>
                    <a:pt x="8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48" name=""/>
            <p:cNvSpPr/>
            <p:nvPr/>
          </p:nvSpPr>
          <p:spPr>
            <a:xfrm rot="0" flipH="1" flipV="1">
              <a:off x="2143" y="23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49" name=""/>
            <p:cNvSpPr/>
            <p:nvPr/>
          </p:nvSpPr>
          <p:spPr>
            <a:xfrm rot="0">
              <a:off x="2105" y="2300"/>
              <a:ext cx="38" cy="30"/>
            </a:xfrm>
            <a:custGeom>
              <a:avLst/>
              <a:ahLst/>
              <a:rect l="0" t="0" r="r" b="b"/>
              <a:pathLst>
                <a:path w="115" h="88">
                  <a:moveTo>
                    <a:pt x="99" y="88"/>
                  </a:moveTo>
                  <a:lnTo>
                    <a:pt x="107" y="58"/>
                  </a:lnTo>
                  <a:lnTo>
                    <a:pt x="115" y="28"/>
                  </a:lnTo>
                  <a:lnTo>
                    <a:pt x="17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99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50" name=""/>
            <p:cNvSpPr/>
            <p:nvPr/>
          </p:nvSpPr>
          <p:spPr>
            <a:xfrm rot="0">
              <a:off x="2105" y="2300"/>
              <a:ext cx="38" cy="30"/>
            </a:xfrm>
            <a:custGeom>
              <a:avLst/>
              <a:ahLst/>
              <a:rect l="0" t="0" r="r" b="b"/>
              <a:pathLst>
                <a:path w="115" h="88">
                  <a:moveTo>
                    <a:pt x="99" y="88"/>
                  </a:moveTo>
                  <a:lnTo>
                    <a:pt x="107" y="58"/>
                  </a:lnTo>
                  <a:lnTo>
                    <a:pt x="115" y="28"/>
                  </a:lnTo>
                  <a:lnTo>
                    <a:pt x="17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99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51" name=""/>
            <p:cNvSpPr/>
            <p:nvPr/>
          </p:nvSpPr>
          <p:spPr>
            <a:xfrm rot="0">
              <a:off x="2107" y="2300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30"/>
                  </a:moveTo>
                  <a:lnTo>
                    <a:pt x="9" y="0"/>
                  </a:lnTo>
                  <a:lnTo>
                    <a:pt x="7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52" name=""/>
            <p:cNvSpPr/>
            <p:nvPr/>
          </p:nvSpPr>
          <p:spPr>
            <a:xfrm rot="0" flipH="1">
              <a:off x="2110" y="23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53" name=""/>
            <p:cNvSpPr/>
            <p:nvPr/>
          </p:nvSpPr>
          <p:spPr>
            <a:xfrm rot="0">
              <a:off x="2072" y="2293"/>
              <a:ext cx="38" cy="27"/>
            </a:xfrm>
            <a:custGeom>
              <a:avLst/>
              <a:ahLst/>
              <a:rect l="0" t="0" r="r" b="b"/>
              <a:pathLst>
                <a:path w="113" h="83">
                  <a:moveTo>
                    <a:pt x="99" y="83"/>
                  </a:moveTo>
                  <a:lnTo>
                    <a:pt x="106" y="53"/>
                  </a:lnTo>
                  <a:lnTo>
                    <a:pt x="113" y="23"/>
                  </a:lnTo>
                  <a:lnTo>
                    <a:pt x="15" y="0"/>
                  </a:lnTo>
                  <a:lnTo>
                    <a:pt x="7" y="30"/>
                  </a:lnTo>
                  <a:lnTo>
                    <a:pt x="0" y="60"/>
                  </a:lnTo>
                  <a:lnTo>
                    <a:pt x="99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54" name=""/>
            <p:cNvSpPr/>
            <p:nvPr/>
          </p:nvSpPr>
          <p:spPr>
            <a:xfrm rot="0">
              <a:off x="2072" y="2293"/>
              <a:ext cx="38" cy="27"/>
            </a:xfrm>
            <a:custGeom>
              <a:avLst/>
              <a:ahLst/>
              <a:rect l="0" t="0" r="r" b="b"/>
              <a:pathLst>
                <a:path w="113" h="83">
                  <a:moveTo>
                    <a:pt x="99" y="83"/>
                  </a:moveTo>
                  <a:lnTo>
                    <a:pt x="106" y="53"/>
                  </a:lnTo>
                  <a:lnTo>
                    <a:pt x="113" y="23"/>
                  </a:lnTo>
                  <a:lnTo>
                    <a:pt x="15" y="0"/>
                  </a:lnTo>
                  <a:lnTo>
                    <a:pt x="7" y="30"/>
                  </a:lnTo>
                  <a:lnTo>
                    <a:pt x="0" y="60"/>
                  </a:lnTo>
                  <a:lnTo>
                    <a:pt x="99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55" name=""/>
            <p:cNvSpPr/>
            <p:nvPr/>
          </p:nvSpPr>
          <p:spPr>
            <a:xfrm rot="0">
              <a:off x="2074" y="2293"/>
              <a:ext cx="3" cy="10"/>
            </a:xfrm>
            <a:custGeom>
              <a:avLst/>
              <a:ahLst/>
              <a:rect l="0" t="0" r="r" b="b"/>
              <a:pathLst>
                <a:path w="8" h="30">
                  <a:moveTo>
                    <a:pt x="0" y="3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56" name=""/>
            <p:cNvSpPr/>
            <p:nvPr/>
          </p:nvSpPr>
          <p:spPr>
            <a:xfrm rot="0" flipH="1">
              <a:off x="2076" y="22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57" name=""/>
            <p:cNvSpPr/>
            <p:nvPr/>
          </p:nvSpPr>
          <p:spPr>
            <a:xfrm rot="0">
              <a:off x="2039" y="228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100" y="79"/>
                  </a:moveTo>
                  <a:lnTo>
                    <a:pt x="106" y="49"/>
                  </a:lnTo>
                  <a:lnTo>
                    <a:pt x="112" y="19"/>
                  </a:lnTo>
                  <a:lnTo>
                    <a:pt x="12" y="0"/>
                  </a:lnTo>
                  <a:lnTo>
                    <a:pt x="6" y="30"/>
                  </a:lnTo>
                  <a:lnTo>
                    <a:pt x="0" y="60"/>
                  </a:lnTo>
                  <a:lnTo>
                    <a:pt x="100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58" name=""/>
            <p:cNvSpPr/>
            <p:nvPr/>
          </p:nvSpPr>
          <p:spPr>
            <a:xfrm rot="0">
              <a:off x="2039" y="228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100" y="79"/>
                  </a:moveTo>
                  <a:lnTo>
                    <a:pt x="106" y="49"/>
                  </a:lnTo>
                  <a:lnTo>
                    <a:pt x="112" y="19"/>
                  </a:lnTo>
                  <a:lnTo>
                    <a:pt x="12" y="0"/>
                  </a:lnTo>
                  <a:lnTo>
                    <a:pt x="6" y="30"/>
                  </a:lnTo>
                  <a:lnTo>
                    <a:pt x="0" y="60"/>
                  </a:lnTo>
                  <a:lnTo>
                    <a:pt x="100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59" name=""/>
            <p:cNvSpPr/>
            <p:nvPr/>
          </p:nvSpPr>
          <p:spPr>
            <a:xfrm rot="0">
              <a:off x="2041" y="2286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30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60" name=""/>
            <p:cNvSpPr/>
            <p:nvPr/>
          </p:nvSpPr>
          <p:spPr>
            <a:xfrm rot="0" flipH="1">
              <a:off x="2043" y="22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61" name=""/>
            <p:cNvSpPr/>
            <p:nvPr/>
          </p:nvSpPr>
          <p:spPr>
            <a:xfrm rot="0">
              <a:off x="2006" y="2281"/>
              <a:ext cx="37" cy="25"/>
            </a:xfrm>
            <a:custGeom>
              <a:avLst/>
              <a:ahLst/>
              <a:rect l="0" t="0" r="r" b="b"/>
              <a:pathLst>
                <a:path w="110" h="76">
                  <a:moveTo>
                    <a:pt x="100" y="76"/>
                  </a:moveTo>
                  <a:lnTo>
                    <a:pt x="105" y="46"/>
                  </a:lnTo>
                  <a:lnTo>
                    <a:pt x="110" y="16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60"/>
                  </a:lnTo>
                  <a:lnTo>
                    <a:pt x="10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62" name=""/>
            <p:cNvSpPr/>
            <p:nvPr/>
          </p:nvSpPr>
          <p:spPr>
            <a:xfrm rot="0">
              <a:off x="2006" y="2281"/>
              <a:ext cx="37" cy="25"/>
            </a:xfrm>
            <a:custGeom>
              <a:avLst/>
              <a:ahLst/>
              <a:rect l="0" t="0" r="r" b="b"/>
              <a:pathLst>
                <a:path w="110" h="76">
                  <a:moveTo>
                    <a:pt x="100" y="76"/>
                  </a:moveTo>
                  <a:lnTo>
                    <a:pt x="105" y="46"/>
                  </a:lnTo>
                  <a:lnTo>
                    <a:pt x="110" y="16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60"/>
                  </a:lnTo>
                  <a:lnTo>
                    <a:pt x="10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63" name=""/>
            <p:cNvSpPr/>
            <p:nvPr/>
          </p:nvSpPr>
          <p:spPr>
            <a:xfrm rot="0">
              <a:off x="2008" y="2281"/>
              <a:ext cx="1" cy="10"/>
            </a:xfrm>
            <a:custGeom>
              <a:avLst/>
              <a:ahLst/>
              <a:rect l="0" t="0" r="r" b="b"/>
              <a:pathLst>
                <a:path w="5" h="30">
                  <a:moveTo>
                    <a:pt x="0" y="3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64" name=""/>
            <p:cNvSpPr/>
            <p:nvPr/>
          </p:nvSpPr>
          <p:spPr>
            <a:xfrm rot="0" flipH="1">
              <a:off x="2009" y="22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65" name=""/>
            <p:cNvSpPr/>
            <p:nvPr/>
          </p:nvSpPr>
          <p:spPr>
            <a:xfrm rot="0">
              <a:off x="1973" y="2277"/>
              <a:ext cx="36" cy="24"/>
            </a:xfrm>
            <a:custGeom>
              <a:avLst/>
              <a:ahLst/>
              <a:rect l="0" t="0" r="r" b="b"/>
              <a:pathLst>
                <a:path w="109" h="71">
                  <a:moveTo>
                    <a:pt x="102" y="71"/>
                  </a:moveTo>
                  <a:lnTo>
                    <a:pt x="105" y="41"/>
                  </a:lnTo>
                  <a:lnTo>
                    <a:pt x="109" y="11"/>
                  </a:lnTo>
                  <a:lnTo>
                    <a:pt x="8" y="0"/>
                  </a:lnTo>
                  <a:lnTo>
                    <a:pt x="4" y="30"/>
                  </a:lnTo>
                  <a:lnTo>
                    <a:pt x="0" y="60"/>
                  </a:lnTo>
                  <a:lnTo>
                    <a:pt x="10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66" name=""/>
            <p:cNvSpPr/>
            <p:nvPr/>
          </p:nvSpPr>
          <p:spPr>
            <a:xfrm rot="0">
              <a:off x="1973" y="2277"/>
              <a:ext cx="36" cy="24"/>
            </a:xfrm>
            <a:custGeom>
              <a:avLst/>
              <a:ahLst/>
              <a:rect l="0" t="0" r="r" b="b"/>
              <a:pathLst>
                <a:path w="109" h="71">
                  <a:moveTo>
                    <a:pt x="102" y="71"/>
                  </a:moveTo>
                  <a:lnTo>
                    <a:pt x="105" y="41"/>
                  </a:lnTo>
                  <a:lnTo>
                    <a:pt x="109" y="11"/>
                  </a:lnTo>
                  <a:lnTo>
                    <a:pt x="8" y="0"/>
                  </a:lnTo>
                  <a:lnTo>
                    <a:pt x="4" y="30"/>
                  </a:lnTo>
                  <a:lnTo>
                    <a:pt x="0" y="60"/>
                  </a:lnTo>
                  <a:lnTo>
                    <a:pt x="10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67" name=""/>
            <p:cNvSpPr/>
            <p:nvPr/>
          </p:nvSpPr>
          <p:spPr>
            <a:xfrm rot="0">
              <a:off x="1974" y="2277"/>
              <a:ext cx="1" cy="10"/>
            </a:xfrm>
            <a:custGeom>
              <a:avLst/>
              <a:ahLst/>
              <a:rect l="0" t="0" r="r" b="b"/>
              <a:pathLst>
                <a:path w="4" h="30">
                  <a:moveTo>
                    <a:pt x="0" y="30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68" name=""/>
            <p:cNvSpPr/>
            <p:nvPr/>
          </p:nvSpPr>
          <p:spPr>
            <a:xfrm rot="0" flipH="1">
              <a:off x="1975" y="22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69" name=""/>
            <p:cNvSpPr/>
            <p:nvPr/>
          </p:nvSpPr>
          <p:spPr>
            <a:xfrm rot="0">
              <a:off x="1939" y="2275"/>
              <a:ext cx="36" cy="22"/>
            </a:xfrm>
            <a:custGeom>
              <a:avLst/>
              <a:ahLst/>
              <a:rect l="0" t="0" r="r" b="b"/>
              <a:pathLst>
                <a:path w="106" h="66">
                  <a:moveTo>
                    <a:pt x="102" y="66"/>
                  </a:moveTo>
                  <a:lnTo>
                    <a:pt x="104" y="36"/>
                  </a:lnTo>
                  <a:lnTo>
                    <a:pt x="106" y="6"/>
                  </a:lnTo>
                  <a:lnTo>
                    <a:pt x="5" y="0"/>
                  </a:lnTo>
                  <a:lnTo>
                    <a:pt x="3" y="30"/>
                  </a:lnTo>
                  <a:lnTo>
                    <a:pt x="0" y="60"/>
                  </a:lnTo>
                  <a:lnTo>
                    <a:pt x="102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70" name=""/>
            <p:cNvSpPr/>
            <p:nvPr/>
          </p:nvSpPr>
          <p:spPr>
            <a:xfrm rot="0">
              <a:off x="1939" y="2275"/>
              <a:ext cx="36" cy="22"/>
            </a:xfrm>
            <a:custGeom>
              <a:avLst/>
              <a:ahLst/>
              <a:rect l="0" t="0" r="r" b="b"/>
              <a:pathLst>
                <a:path w="106" h="66">
                  <a:moveTo>
                    <a:pt x="102" y="66"/>
                  </a:moveTo>
                  <a:lnTo>
                    <a:pt x="104" y="36"/>
                  </a:lnTo>
                  <a:lnTo>
                    <a:pt x="106" y="6"/>
                  </a:lnTo>
                  <a:lnTo>
                    <a:pt x="5" y="0"/>
                  </a:lnTo>
                  <a:lnTo>
                    <a:pt x="3" y="30"/>
                  </a:lnTo>
                  <a:lnTo>
                    <a:pt x="0" y="60"/>
                  </a:lnTo>
                  <a:lnTo>
                    <a:pt x="102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6" name=""/>
          <p:cNvGrpSpPr/>
          <p:nvPr/>
        </p:nvGrpSpPr>
        <p:grpSpPr>
          <a:xfrm rot="0">
            <a:off x="1741487" y="3611562"/>
            <a:ext cx="1341437" cy="1911350"/>
            <a:chOff x="1097" y="2275"/>
            <a:chExt cx="845" cy="1204"/>
          </a:xfrm>
        </p:grpSpPr>
        <p:sp>
          <p:nvSpPr>
            <p:cNvPr id="1085271" name=""/>
            <p:cNvSpPr/>
            <p:nvPr/>
          </p:nvSpPr>
          <p:spPr>
            <a:xfrm rot="0">
              <a:off x="1940" y="2275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0" y="3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72" name=""/>
            <p:cNvSpPr/>
            <p:nvPr/>
          </p:nvSpPr>
          <p:spPr>
            <a:xfrm rot="0" flipH="1">
              <a:off x="1941" y="22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73" name=""/>
            <p:cNvSpPr/>
            <p:nvPr/>
          </p:nvSpPr>
          <p:spPr>
            <a:xfrm rot="0">
              <a:off x="1906" y="2275"/>
              <a:ext cx="35" cy="20"/>
            </a:xfrm>
            <a:custGeom>
              <a:avLst/>
              <a:ahLst/>
              <a:rect l="0" t="0" r="r" b="b"/>
              <a:pathLst>
                <a:path w="105" h="62">
                  <a:moveTo>
                    <a:pt x="103" y="62"/>
                  </a:moveTo>
                  <a:lnTo>
                    <a:pt x="104" y="32"/>
                  </a:lnTo>
                  <a:lnTo>
                    <a:pt x="105" y="2"/>
                  </a:lnTo>
                  <a:lnTo>
                    <a:pt x="3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103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74" name=""/>
            <p:cNvSpPr/>
            <p:nvPr/>
          </p:nvSpPr>
          <p:spPr>
            <a:xfrm rot="0">
              <a:off x="1906" y="2275"/>
              <a:ext cx="35" cy="20"/>
            </a:xfrm>
            <a:custGeom>
              <a:avLst/>
              <a:ahLst/>
              <a:rect l="0" t="0" r="r" b="b"/>
              <a:pathLst>
                <a:path w="105" h="62">
                  <a:moveTo>
                    <a:pt x="103" y="62"/>
                  </a:moveTo>
                  <a:lnTo>
                    <a:pt x="104" y="32"/>
                  </a:lnTo>
                  <a:lnTo>
                    <a:pt x="105" y="2"/>
                  </a:lnTo>
                  <a:lnTo>
                    <a:pt x="3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103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75" name=""/>
            <p:cNvSpPr/>
            <p:nvPr/>
          </p:nvSpPr>
          <p:spPr>
            <a:xfrm rot="0">
              <a:off x="1906" y="2275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1" y="3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76" name=""/>
            <p:cNvSpPr/>
            <p:nvPr/>
          </p:nvSpPr>
          <p:spPr>
            <a:xfrm rot="0" flipH="1">
              <a:off x="1906" y="22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77" name=""/>
            <p:cNvSpPr/>
            <p:nvPr/>
          </p:nvSpPr>
          <p:spPr>
            <a:xfrm rot="0">
              <a:off x="1872" y="2275"/>
              <a:ext cx="35" cy="20"/>
            </a:xfrm>
            <a:custGeom>
              <a:avLst/>
              <a:ahLst/>
              <a:rect l="0" t="0" r="r" b="b"/>
              <a:pathLst>
                <a:path w="104" h="62">
                  <a:moveTo>
                    <a:pt x="104" y="60"/>
                  </a:moveTo>
                  <a:lnTo>
                    <a:pt x="102" y="30"/>
                  </a:lnTo>
                  <a:lnTo>
                    <a:pt x="101" y="0"/>
                  </a:lnTo>
                  <a:lnTo>
                    <a:pt x="0" y="2"/>
                  </a:lnTo>
                  <a:lnTo>
                    <a:pt x="1" y="32"/>
                  </a:lnTo>
                  <a:lnTo>
                    <a:pt x="2" y="62"/>
                  </a:lnTo>
                  <a:lnTo>
                    <a:pt x="10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78" name=""/>
            <p:cNvSpPr/>
            <p:nvPr/>
          </p:nvSpPr>
          <p:spPr>
            <a:xfrm rot="0">
              <a:off x="1872" y="2275"/>
              <a:ext cx="35" cy="20"/>
            </a:xfrm>
            <a:custGeom>
              <a:avLst/>
              <a:ahLst/>
              <a:rect l="0" t="0" r="r" b="b"/>
              <a:pathLst>
                <a:path w="104" h="62">
                  <a:moveTo>
                    <a:pt x="104" y="60"/>
                  </a:moveTo>
                  <a:lnTo>
                    <a:pt x="102" y="30"/>
                  </a:lnTo>
                  <a:lnTo>
                    <a:pt x="101" y="0"/>
                  </a:lnTo>
                  <a:lnTo>
                    <a:pt x="0" y="2"/>
                  </a:lnTo>
                  <a:lnTo>
                    <a:pt x="1" y="32"/>
                  </a:lnTo>
                  <a:lnTo>
                    <a:pt x="2" y="62"/>
                  </a:lnTo>
                  <a:lnTo>
                    <a:pt x="10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79" name=""/>
            <p:cNvSpPr/>
            <p:nvPr/>
          </p:nvSpPr>
          <p:spPr>
            <a:xfrm rot="0">
              <a:off x="1872" y="2275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2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80" name=""/>
            <p:cNvSpPr/>
            <p:nvPr/>
          </p:nvSpPr>
          <p:spPr>
            <a:xfrm rot="0" flipH="1">
              <a:off x="1872" y="22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81" name=""/>
            <p:cNvSpPr/>
            <p:nvPr/>
          </p:nvSpPr>
          <p:spPr>
            <a:xfrm rot="0">
              <a:off x="1838" y="2275"/>
              <a:ext cx="35" cy="22"/>
            </a:xfrm>
            <a:custGeom>
              <a:avLst/>
              <a:ahLst/>
              <a:rect l="0" t="0" r="r" b="b"/>
              <a:pathLst>
                <a:path w="106" h="66">
                  <a:moveTo>
                    <a:pt x="106" y="60"/>
                  </a:moveTo>
                  <a:lnTo>
                    <a:pt x="103" y="30"/>
                  </a:lnTo>
                  <a:lnTo>
                    <a:pt x="101" y="0"/>
                  </a:lnTo>
                  <a:lnTo>
                    <a:pt x="0" y="6"/>
                  </a:lnTo>
                  <a:lnTo>
                    <a:pt x="2" y="36"/>
                  </a:lnTo>
                  <a:lnTo>
                    <a:pt x="4" y="66"/>
                  </a:lnTo>
                  <a:lnTo>
                    <a:pt x="106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82" name=""/>
            <p:cNvSpPr/>
            <p:nvPr/>
          </p:nvSpPr>
          <p:spPr>
            <a:xfrm rot="0">
              <a:off x="1838" y="2275"/>
              <a:ext cx="35" cy="22"/>
            </a:xfrm>
            <a:custGeom>
              <a:avLst/>
              <a:ahLst/>
              <a:rect l="0" t="0" r="r" b="b"/>
              <a:pathLst>
                <a:path w="106" h="66">
                  <a:moveTo>
                    <a:pt x="106" y="60"/>
                  </a:moveTo>
                  <a:lnTo>
                    <a:pt x="103" y="30"/>
                  </a:lnTo>
                  <a:lnTo>
                    <a:pt x="101" y="0"/>
                  </a:lnTo>
                  <a:lnTo>
                    <a:pt x="0" y="6"/>
                  </a:lnTo>
                  <a:lnTo>
                    <a:pt x="2" y="36"/>
                  </a:lnTo>
                  <a:lnTo>
                    <a:pt x="4" y="66"/>
                  </a:lnTo>
                  <a:lnTo>
                    <a:pt x="106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83" name=""/>
            <p:cNvSpPr/>
            <p:nvPr/>
          </p:nvSpPr>
          <p:spPr>
            <a:xfrm rot="0">
              <a:off x="1837" y="2277"/>
              <a:ext cx="2" cy="10"/>
            </a:xfrm>
            <a:custGeom>
              <a:avLst/>
              <a:ahLst/>
              <a:rect l="0" t="0" r="r" b="b"/>
              <a:pathLst>
                <a:path w="4" h="30">
                  <a:moveTo>
                    <a:pt x="4" y="3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4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84" name=""/>
            <p:cNvSpPr/>
            <p:nvPr/>
          </p:nvSpPr>
          <p:spPr>
            <a:xfrm rot="0" flipH="1">
              <a:off x="1837" y="22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85" name=""/>
            <p:cNvSpPr/>
            <p:nvPr/>
          </p:nvSpPr>
          <p:spPr>
            <a:xfrm rot="0">
              <a:off x="1804" y="2277"/>
              <a:ext cx="36" cy="24"/>
            </a:xfrm>
            <a:custGeom>
              <a:avLst/>
              <a:ahLst/>
              <a:rect l="0" t="0" r="r" b="b"/>
              <a:pathLst>
                <a:path w="109" h="71">
                  <a:moveTo>
                    <a:pt x="109" y="60"/>
                  </a:moveTo>
                  <a:lnTo>
                    <a:pt x="105" y="30"/>
                  </a:lnTo>
                  <a:lnTo>
                    <a:pt x="101" y="0"/>
                  </a:lnTo>
                  <a:lnTo>
                    <a:pt x="0" y="11"/>
                  </a:lnTo>
                  <a:lnTo>
                    <a:pt x="4" y="41"/>
                  </a:lnTo>
                  <a:lnTo>
                    <a:pt x="7" y="71"/>
                  </a:lnTo>
                  <a:lnTo>
                    <a:pt x="109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86" name=""/>
            <p:cNvSpPr/>
            <p:nvPr/>
          </p:nvSpPr>
          <p:spPr>
            <a:xfrm rot="0">
              <a:off x="1804" y="2277"/>
              <a:ext cx="36" cy="24"/>
            </a:xfrm>
            <a:custGeom>
              <a:avLst/>
              <a:ahLst/>
              <a:rect l="0" t="0" r="r" b="b"/>
              <a:pathLst>
                <a:path w="109" h="71">
                  <a:moveTo>
                    <a:pt x="109" y="60"/>
                  </a:moveTo>
                  <a:lnTo>
                    <a:pt x="105" y="30"/>
                  </a:lnTo>
                  <a:lnTo>
                    <a:pt x="101" y="0"/>
                  </a:lnTo>
                  <a:lnTo>
                    <a:pt x="0" y="11"/>
                  </a:lnTo>
                  <a:lnTo>
                    <a:pt x="4" y="41"/>
                  </a:lnTo>
                  <a:lnTo>
                    <a:pt x="7" y="71"/>
                  </a:lnTo>
                  <a:lnTo>
                    <a:pt x="109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87" name=""/>
            <p:cNvSpPr/>
            <p:nvPr/>
          </p:nvSpPr>
          <p:spPr>
            <a:xfrm rot="0">
              <a:off x="1803" y="2281"/>
              <a:ext cx="2" cy="10"/>
            </a:xfrm>
            <a:custGeom>
              <a:avLst/>
              <a:ahLst/>
              <a:rect l="0" t="0" r="r" b="b"/>
              <a:pathLst>
                <a:path w="5" h="30">
                  <a:moveTo>
                    <a:pt x="5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88" name=""/>
            <p:cNvSpPr/>
            <p:nvPr/>
          </p:nvSpPr>
          <p:spPr>
            <a:xfrm rot="0" flipH="1">
              <a:off x="1803" y="22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89" name=""/>
            <p:cNvSpPr/>
            <p:nvPr/>
          </p:nvSpPr>
          <p:spPr>
            <a:xfrm rot="0">
              <a:off x="1770" y="2281"/>
              <a:ext cx="37" cy="25"/>
            </a:xfrm>
            <a:custGeom>
              <a:avLst/>
              <a:ahLst/>
              <a:rect l="0" t="0" r="r" b="b"/>
              <a:pathLst>
                <a:path w="111" h="76">
                  <a:moveTo>
                    <a:pt x="111" y="60"/>
                  </a:moveTo>
                  <a:lnTo>
                    <a:pt x="106" y="30"/>
                  </a:lnTo>
                  <a:lnTo>
                    <a:pt x="101" y="0"/>
                  </a:lnTo>
                  <a:lnTo>
                    <a:pt x="0" y="16"/>
                  </a:lnTo>
                  <a:lnTo>
                    <a:pt x="4" y="46"/>
                  </a:lnTo>
                  <a:lnTo>
                    <a:pt x="9" y="76"/>
                  </a:lnTo>
                  <a:lnTo>
                    <a:pt x="111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90" name=""/>
            <p:cNvSpPr/>
            <p:nvPr/>
          </p:nvSpPr>
          <p:spPr>
            <a:xfrm rot="0">
              <a:off x="1770" y="2281"/>
              <a:ext cx="37" cy="25"/>
            </a:xfrm>
            <a:custGeom>
              <a:avLst/>
              <a:ahLst/>
              <a:rect l="0" t="0" r="r" b="b"/>
              <a:pathLst>
                <a:path w="111" h="76">
                  <a:moveTo>
                    <a:pt x="111" y="60"/>
                  </a:moveTo>
                  <a:lnTo>
                    <a:pt x="106" y="30"/>
                  </a:lnTo>
                  <a:lnTo>
                    <a:pt x="101" y="0"/>
                  </a:lnTo>
                  <a:lnTo>
                    <a:pt x="0" y="16"/>
                  </a:lnTo>
                  <a:lnTo>
                    <a:pt x="4" y="46"/>
                  </a:lnTo>
                  <a:lnTo>
                    <a:pt x="9" y="76"/>
                  </a:lnTo>
                  <a:lnTo>
                    <a:pt x="111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91" name=""/>
            <p:cNvSpPr/>
            <p:nvPr/>
          </p:nvSpPr>
          <p:spPr>
            <a:xfrm rot="0">
              <a:off x="1769" y="2286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6" y="3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92" name=""/>
            <p:cNvSpPr/>
            <p:nvPr/>
          </p:nvSpPr>
          <p:spPr>
            <a:xfrm rot="0" flipH="1">
              <a:off x="1769" y="22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93" name=""/>
            <p:cNvSpPr/>
            <p:nvPr/>
          </p:nvSpPr>
          <p:spPr>
            <a:xfrm rot="0">
              <a:off x="1736" y="228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112" y="60"/>
                  </a:moveTo>
                  <a:lnTo>
                    <a:pt x="106" y="30"/>
                  </a:lnTo>
                  <a:lnTo>
                    <a:pt x="100" y="0"/>
                  </a:lnTo>
                  <a:lnTo>
                    <a:pt x="0" y="19"/>
                  </a:lnTo>
                  <a:lnTo>
                    <a:pt x="6" y="49"/>
                  </a:lnTo>
                  <a:lnTo>
                    <a:pt x="12" y="79"/>
                  </a:lnTo>
                  <a:lnTo>
                    <a:pt x="112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94" name=""/>
            <p:cNvSpPr/>
            <p:nvPr/>
          </p:nvSpPr>
          <p:spPr>
            <a:xfrm rot="0">
              <a:off x="1736" y="228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112" y="60"/>
                  </a:moveTo>
                  <a:lnTo>
                    <a:pt x="106" y="30"/>
                  </a:lnTo>
                  <a:lnTo>
                    <a:pt x="100" y="0"/>
                  </a:lnTo>
                  <a:lnTo>
                    <a:pt x="0" y="19"/>
                  </a:lnTo>
                  <a:lnTo>
                    <a:pt x="6" y="49"/>
                  </a:lnTo>
                  <a:lnTo>
                    <a:pt x="12" y="79"/>
                  </a:lnTo>
                  <a:lnTo>
                    <a:pt x="112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95" name=""/>
            <p:cNvSpPr/>
            <p:nvPr/>
          </p:nvSpPr>
          <p:spPr>
            <a:xfrm rot="0">
              <a:off x="1735" y="2293"/>
              <a:ext cx="3" cy="10"/>
            </a:xfrm>
            <a:custGeom>
              <a:avLst/>
              <a:ahLst/>
              <a:rect l="0" t="0" r="r" b="b"/>
              <a:pathLst>
                <a:path w="7" h="30">
                  <a:moveTo>
                    <a:pt x="7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7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96" name=""/>
            <p:cNvSpPr/>
            <p:nvPr/>
          </p:nvSpPr>
          <p:spPr>
            <a:xfrm rot="0" flipH="1">
              <a:off x="1735" y="22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97" name=""/>
            <p:cNvSpPr/>
            <p:nvPr/>
          </p:nvSpPr>
          <p:spPr>
            <a:xfrm rot="0">
              <a:off x="1702" y="2293"/>
              <a:ext cx="38" cy="27"/>
            </a:xfrm>
            <a:custGeom>
              <a:avLst/>
              <a:ahLst/>
              <a:rect l="0" t="0" r="r" b="b"/>
              <a:pathLst>
                <a:path w="114" h="83">
                  <a:moveTo>
                    <a:pt x="114" y="60"/>
                  </a:moveTo>
                  <a:lnTo>
                    <a:pt x="106" y="30"/>
                  </a:lnTo>
                  <a:lnTo>
                    <a:pt x="99" y="0"/>
                  </a:lnTo>
                  <a:lnTo>
                    <a:pt x="0" y="23"/>
                  </a:lnTo>
                  <a:lnTo>
                    <a:pt x="8" y="53"/>
                  </a:lnTo>
                  <a:lnTo>
                    <a:pt x="15" y="83"/>
                  </a:lnTo>
                  <a:lnTo>
                    <a:pt x="11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298" name=""/>
            <p:cNvSpPr/>
            <p:nvPr/>
          </p:nvSpPr>
          <p:spPr>
            <a:xfrm rot="0">
              <a:off x="1702" y="2293"/>
              <a:ext cx="38" cy="27"/>
            </a:xfrm>
            <a:custGeom>
              <a:avLst/>
              <a:ahLst/>
              <a:rect l="0" t="0" r="r" b="b"/>
              <a:pathLst>
                <a:path w="114" h="83">
                  <a:moveTo>
                    <a:pt x="114" y="60"/>
                  </a:moveTo>
                  <a:lnTo>
                    <a:pt x="106" y="30"/>
                  </a:lnTo>
                  <a:lnTo>
                    <a:pt x="99" y="0"/>
                  </a:lnTo>
                  <a:lnTo>
                    <a:pt x="0" y="23"/>
                  </a:lnTo>
                  <a:lnTo>
                    <a:pt x="8" y="53"/>
                  </a:lnTo>
                  <a:lnTo>
                    <a:pt x="15" y="83"/>
                  </a:lnTo>
                  <a:lnTo>
                    <a:pt x="11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299" name=""/>
            <p:cNvSpPr/>
            <p:nvPr/>
          </p:nvSpPr>
          <p:spPr>
            <a:xfrm rot="0">
              <a:off x="1702" y="2300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9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00" name=""/>
            <p:cNvSpPr/>
            <p:nvPr/>
          </p:nvSpPr>
          <p:spPr>
            <a:xfrm rot="0" flipH="1">
              <a:off x="1702" y="23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01" name=""/>
            <p:cNvSpPr/>
            <p:nvPr/>
          </p:nvSpPr>
          <p:spPr>
            <a:xfrm rot="0">
              <a:off x="1670" y="2300"/>
              <a:ext cx="38" cy="30"/>
            </a:xfrm>
            <a:custGeom>
              <a:avLst/>
              <a:ahLst/>
              <a:rect l="0" t="0" r="r" b="b"/>
              <a:pathLst>
                <a:path w="114" h="88">
                  <a:moveTo>
                    <a:pt x="114" y="60"/>
                  </a:moveTo>
                  <a:lnTo>
                    <a:pt x="106" y="30"/>
                  </a:lnTo>
                  <a:lnTo>
                    <a:pt x="97" y="0"/>
                  </a:lnTo>
                  <a:lnTo>
                    <a:pt x="0" y="28"/>
                  </a:lnTo>
                  <a:lnTo>
                    <a:pt x="8" y="58"/>
                  </a:lnTo>
                  <a:lnTo>
                    <a:pt x="16" y="88"/>
                  </a:lnTo>
                  <a:lnTo>
                    <a:pt x="11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02" name=""/>
            <p:cNvSpPr/>
            <p:nvPr/>
          </p:nvSpPr>
          <p:spPr>
            <a:xfrm rot="0">
              <a:off x="1670" y="2300"/>
              <a:ext cx="38" cy="30"/>
            </a:xfrm>
            <a:custGeom>
              <a:avLst/>
              <a:ahLst/>
              <a:rect l="0" t="0" r="r" b="b"/>
              <a:pathLst>
                <a:path w="114" h="88">
                  <a:moveTo>
                    <a:pt x="114" y="60"/>
                  </a:moveTo>
                  <a:lnTo>
                    <a:pt x="106" y="30"/>
                  </a:lnTo>
                  <a:lnTo>
                    <a:pt x="97" y="0"/>
                  </a:lnTo>
                  <a:lnTo>
                    <a:pt x="0" y="28"/>
                  </a:lnTo>
                  <a:lnTo>
                    <a:pt x="8" y="58"/>
                  </a:lnTo>
                  <a:lnTo>
                    <a:pt x="16" y="88"/>
                  </a:lnTo>
                  <a:lnTo>
                    <a:pt x="114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03" name=""/>
            <p:cNvSpPr/>
            <p:nvPr/>
          </p:nvSpPr>
          <p:spPr>
            <a:xfrm rot="0">
              <a:off x="1669" y="2310"/>
              <a:ext cx="3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10" y="3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04" name=""/>
            <p:cNvSpPr/>
            <p:nvPr/>
          </p:nvSpPr>
          <p:spPr>
            <a:xfrm rot="0" flipH="1">
              <a:off x="1669" y="23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05" name=""/>
            <p:cNvSpPr/>
            <p:nvPr/>
          </p:nvSpPr>
          <p:spPr>
            <a:xfrm rot="0">
              <a:off x="1637" y="2310"/>
              <a:ext cx="39" cy="30"/>
            </a:xfrm>
            <a:custGeom>
              <a:avLst/>
              <a:ahLst/>
              <a:rect l="0" t="0" r="r" b="b"/>
              <a:pathLst>
                <a:path w="116" h="90">
                  <a:moveTo>
                    <a:pt x="116" y="58"/>
                  </a:moveTo>
                  <a:lnTo>
                    <a:pt x="106" y="29"/>
                  </a:lnTo>
                  <a:lnTo>
                    <a:pt x="96" y="0"/>
                  </a:lnTo>
                  <a:lnTo>
                    <a:pt x="0" y="32"/>
                  </a:lnTo>
                  <a:lnTo>
                    <a:pt x="10" y="61"/>
                  </a:lnTo>
                  <a:lnTo>
                    <a:pt x="19" y="90"/>
                  </a:lnTo>
                  <a:lnTo>
                    <a:pt x="116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06" name=""/>
            <p:cNvSpPr/>
            <p:nvPr/>
          </p:nvSpPr>
          <p:spPr>
            <a:xfrm rot="0">
              <a:off x="1637" y="2310"/>
              <a:ext cx="39" cy="30"/>
            </a:xfrm>
            <a:custGeom>
              <a:avLst/>
              <a:ahLst/>
              <a:rect l="0" t="0" r="r" b="b"/>
              <a:pathLst>
                <a:path w="116" h="90">
                  <a:moveTo>
                    <a:pt x="116" y="58"/>
                  </a:moveTo>
                  <a:lnTo>
                    <a:pt x="106" y="29"/>
                  </a:lnTo>
                  <a:lnTo>
                    <a:pt x="96" y="0"/>
                  </a:lnTo>
                  <a:lnTo>
                    <a:pt x="0" y="32"/>
                  </a:lnTo>
                  <a:lnTo>
                    <a:pt x="10" y="61"/>
                  </a:lnTo>
                  <a:lnTo>
                    <a:pt x="19" y="90"/>
                  </a:lnTo>
                  <a:lnTo>
                    <a:pt x="116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07" name=""/>
            <p:cNvSpPr/>
            <p:nvPr/>
          </p:nvSpPr>
          <p:spPr>
            <a:xfrm rot="0">
              <a:off x="1637" y="2321"/>
              <a:ext cx="3" cy="9"/>
            </a:xfrm>
            <a:custGeom>
              <a:avLst/>
              <a:ahLst/>
              <a:rect l="0" t="0" r="r" b="b"/>
              <a:pathLst>
                <a:path w="11" h="29">
                  <a:moveTo>
                    <a:pt x="11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1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08" name=""/>
            <p:cNvSpPr/>
            <p:nvPr/>
          </p:nvSpPr>
          <p:spPr>
            <a:xfrm rot="0" flipH="1">
              <a:off x="1637" y="23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09" name=""/>
            <p:cNvSpPr/>
            <p:nvPr/>
          </p:nvSpPr>
          <p:spPr>
            <a:xfrm rot="0">
              <a:off x="1605" y="2321"/>
              <a:ext cx="39" cy="31"/>
            </a:xfrm>
            <a:custGeom>
              <a:avLst/>
              <a:ahLst/>
              <a:rect l="0" t="0" r="r" b="b"/>
              <a:pathLst>
                <a:path w="116" h="93">
                  <a:moveTo>
                    <a:pt x="116" y="58"/>
                  </a:moveTo>
                  <a:lnTo>
                    <a:pt x="106" y="29"/>
                  </a:lnTo>
                  <a:lnTo>
                    <a:pt x="95" y="0"/>
                  </a:lnTo>
                  <a:lnTo>
                    <a:pt x="0" y="35"/>
                  </a:lnTo>
                  <a:lnTo>
                    <a:pt x="10" y="64"/>
                  </a:lnTo>
                  <a:lnTo>
                    <a:pt x="21" y="93"/>
                  </a:lnTo>
                  <a:lnTo>
                    <a:pt x="116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10" name=""/>
            <p:cNvSpPr/>
            <p:nvPr/>
          </p:nvSpPr>
          <p:spPr>
            <a:xfrm rot="0">
              <a:off x="1605" y="2321"/>
              <a:ext cx="39" cy="31"/>
            </a:xfrm>
            <a:custGeom>
              <a:avLst/>
              <a:ahLst/>
              <a:rect l="0" t="0" r="r" b="b"/>
              <a:pathLst>
                <a:path w="116" h="93">
                  <a:moveTo>
                    <a:pt x="116" y="58"/>
                  </a:moveTo>
                  <a:lnTo>
                    <a:pt x="106" y="29"/>
                  </a:lnTo>
                  <a:lnTo>
                    <a:pt x="95" y="0"/>
                  </a:lnTo>
                  <a:lnTo>
                    <a:pt x="0" y="35"/>
                  </a:lnTo>
                  <a:lnTo>
                    <a:pt x="10" y="64"/>
                  </a:lnTo>
                  <a:lnTo>
                    <a:pt x="21" y="93"/>
                  </a:lnTo>
                  <a:lnTo>
                    <a:pt x="116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11" name=""/>
            <p:cNvSpPr/>
            <p:nvPr/>
          </p:nvSpPr>
          <p:spPr>
            <a:xfrm rot="0">
              <a:off x="1604" y="2332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12" y="2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12" name=""/>
            <p:cNvSpPr/>
            <p:nvPr/>
          </p:nvSpPr>
          <p:spPr>
            <a:xfrm rot="0" flipH="1">
              <a:off x="1604" y="2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13" name=""/>
            <p:cNvSpPr/>
            <p:nvPr/>
          </p:nvSpPr>
          <p:spPr>
            <a:xfrm rot="0">
              <a:off x="1573" y="2333"/>
              <a:ext cx="39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118" y="55"/>
                  </a:moveTo>
                  <a:lnTo>
                    <a:pt x="106" y="27"/>
                  </a:lnTo>
                  <a:lnTo>
                    <a:pt x="94" y="0"/>
                  </a:lnTo>
                  <a:lnTo>
                    <a:pt x="0" y="41"/>
                  </a:lnTo>
                  <a:lnTo>
                    <a:pt x="12" y="68"/>
                  </a:lnTo>
                  <a:lnTo>
                    <a:pt x="24" y="96"/>
                  </a:lnTo>
                  <a:lnTo>
                    <a:pt x="11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14" name=""/>
            <p:cNvSpPr/>
            <p:nvPr/>
          </p:nvSpPr>
          <p:spPr>
            <a:xfrm rot="0">
              <a:off x="1573" y="2333"/>
              <a:ext cx="39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118" y="55"/>
                  </a:moveTo>
                  <a:lnTo>
                    <a:pt x="106" y="27"/>
                  </a:lnTo>
                  <a:lnTo>
                    <a:pt x="94" y="0"/>
                  </a:lnTo>
                  <a:lnTo>
                    <a:pt x="0" y="41"/>
                  </a:lnTo>
                  <a:lnTo>
                    <a:pt x="12" y="68"/>
                  </a:lnTo>
                  <a:lnTo>
                    <a:pt x="24" y="96"/>
                  </a:lnTo>
                  <a:lnTo>
                    <a:pt x="11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15" name=""/>
            <p:cNvSpPr/>
            <p:nvPr/>
          </p:nvSpPr>
          <p:spPr>
            <a:xfrm rot="0">
              <a:off x="1573" y="2347"/>
              <a:ext cx="4" cy="9"/>
            </a:xfrm>
            <a:custGeom>
              <a:avLst/>
              <a:ahLst/>
              <a:rect l="0" t="0" r="r" b="b"/>
              <a:pathLst>
                <a:path w="13" h="27">
                  <a:moveTo>
                    <a:pt x="13" y="27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3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16" name=""/>
            <p:cNvSpPr/>
            <p:nvPr/>
          </p:nvSpPr>
          <p:spPr>
            <a:xfrm rot="0" flipH="1">
              <a:off x="1573" y="23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17" name=""/>
            <p:cNvSpPr/>
            <p:nvPr/>
          </p:nvSpPr>
          <p:spPr>
            <a:xfrm rot="0">
              <a:off x="1542" y="2347"/>
              <a:ext cx="40" cy="32"/>
            </a:xfrm>
            <a:custGeom>
              <a:avLst/>
              <a:ahLst/>
              <a:rect l="0" t="0" r="r" b="b"/>
              <a:pathLst>
                <a:path w="118" h="98">
                  <a:moveTo>
                    <a:pt x="118" y="55"/>
                  </a:moveTo>
                  <a:lnTo>
                    <a:pt x="104" y="27"/>
                  </a:lnTo>
                  <a:lnTo>
                    <a:pt x="91" y="0"/>
                  </a:lnTo>
                  <a:lnTo>
                    <a:pt x="0" y="43"/>
                  </a:lnTo>
                  <a:lnTo>
                    <a:pt x="13" y="71"/>
                  </a:lnTo>
                  <a:lnTo>
                    <a:pt x="26" y="98"/>
                  </a:lnTo>
                  <a:lnTo>
                    <a:pt x="11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18" name=""/>
            <p:cNvSpPr/>
            <p:nvPr/>
          </p:nvSpPr>
          <p:spPr>
            <a:xfrm rot="0">
              <a:off x="1542" y="2347"/>
              <a:ext cx="40" cy="32"/>
            </a:xfrm>
            <a:custGeom>
              <a:avLst/>
              <a:ahLst/>
              <a:rect l="0" t="0" r="r" b="b"/>
              <a:pathLst>
                <a:path w="118" h="98">
                  <a:moveTo>
                    <a:pt x="118" y="55"/>
                  </a:moveTo>
                  <a:lnTo>
                    <a:pt x="104" y="27"/>
                  </a:lnTo>
                  <a:lnTo>
                    <a:pt x="91" y="0"/>
                  </a:lnTo>
                  <a:lnTo>
                    <a:pt x="0" y="43"/>
                  </a:lnTo>
                  <a:lnTo>
                    <a:pt x="13" y="71"/>
                  </a:lnTo>
                  <a:lnTo>
                    <a:pt x="26" y="98"/>
                  </a:lnTo>
                  <a:lnTo>
                    <a:pt x="11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19" name=""/>
            <p:cNvSpPr/>
            <p:nvPr/>
          </p:nvSpPr>
          <p:spPr>
            <a:xfrm rot="0">
              <a:off x="1542" y="2361"/>
              <a:ext cx="5" cy="9"/>
            </a:xfrm>
            <a:custGeom>
              <a:avLst/>
              <a:ahLst/>
              <a:rect l="0" t="0" r="r" b="b"/>
              <a:pathLst>
                <a:path w="15" h="28">
                  <a:moveTo>
                    <a:pt x="15" y="28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20" name=""/>
            <p:cNvSpPr/>
            <p:nvPr/>
          </p:nvSpPr>
          <p:spPr>
            <a:xfrm rot="0" flipH="1">
              <a:off x="1542" y="23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21" name=""/>
            <p:cNvSpPr/>
            <p:nvPr/>
          </p:nvSpPr>
          <p:spPr>
            <a:xfrm rot="0">
              <a:off x="1512" y="2361"/>
              <a:ext cx="39" cy="34"/>
            </a:xfrm>
            <a:custGeom>
              <a:avLst/>
              <a:ahLst/>
              <a:rect l="0" t="0" r="r" b="b"/>
              <a:pathLst>
                <a:path w="119" h="102">
                  <a:moveTo>
                    <a:pt x="119" y="54"/>
                  </a:moveTo>
                  <a:lnTo>
                    <a:pt x="105" y="28"/>
                  </a:lnTo>
                  <a:lnTo>
                    <a:pt x="90" y="0"/>
                  </a:lnTo>
                  <a:lnTo>
                    <a:pt x="0" y="48"/>
                  </a:lnTo>
                  <a:lnTo>
                    <a:pt x="14" y="76"/>
                  </a:lnTo>
                  <a:lnTo>
                    <a:pt x="29" y="102"/>
                  </a:lnTo>
                  <a:lnTo>
                    <a:pt x="119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22" name=""/>
            <p:cNvSpPr/>
            <p:nvPr/>
          </p:nvSpPr>
          <p:spPr>
            <a:xfrm rot="0">
              <a:off x="1512" y="2361"/>
              <a:ext cx="39" cy="34"/>
            </a:xfrm>
            <a:custGeom>
              <a:avLst/>
              <a:ahLst/>
              <a:rect l="0" t="0" r="r" b="b"/>
              <a:pathLst>
                <a:path w="119" h="102">
                  <a:moveTo>
                    <a:pt x="119" y="54"/>
                  </a:moveTo>
                  <a:lnTo>
                    <a:pt x="105" y="28"/>
                  </a:lnTo>
                  <a:lnTo>
                    <a:pt x="90" y="0"/>
                  </a:lnTo>
                  <a:lnTo>
                    <a:pt x="0" y="48"/>
                  </a:lnTo>
                  <a:lnTo>
                    <a:pt x="14" y="76"/>
                  </a:lnTo>
                  <a:lnTo>
                    <a:pt x="29" y="102"/>
                  </a:lnTo>
                  <a:lnTo>
                    <a:pt x="119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23" name=""/>
            <p:cNvSpPr/>
            <p:nvPr/>
          </p:nvSpPr>
          <p:spPr>
            <a:xfrm rot="0">
              <a:off x="1511" y="2377"/>
              <a:ext cx="5" cy="9"/>
            </a:xfrm>
            <a:custGeom>
              <a:avLst/>
              <a:ahLst/>
              <a:rect l="0" t="0" r="r" b="b"/>
              <a:pathLst>
                <a:path w="15" h="28">
                  <a:moveTo>
                    <a:pt x="15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24" name=""/>
            <p:cNvSpPr/>
            <p:nvPr/>
          </p:nvSpPr>
          <p:spPr>
            <a:xfrm rot="0" flipH="1">
              <a:off x="1511" y="23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25" name=""/>
            <p:cNvSpPr/>
            <p:nvPr/>
          </p:nvSpPr>
          <p:spPr>
            <a:xfrm rot="0">
              <a:off x="1482" y="2377"/>
              <a:ext cx="40" cy="35"/>
            </a:xfrm>
            <a:custGeom>
              <a:avLst/>
              <a:ahLst/>
              <a:rect l="0" t="0" r="r" b="b"/>
              <a:pathLst>
                <a:path w="118" h="104">
                  <a:moveTo>
                    <a:pt x="118" y="53"/>
                  </a:moveTo>
                  <a:lnTo>
                    <a:pt x="102" y="27"/>
                  </a:lnTo>
                  <a:lnTo>
                    <a:pt x="87" y="0"/>
                  </a:lnTo>
                  <a:lnTo>
                    <a:pt x="0" y="51"/>
                  </a:lnTo>
                  <a:lnTo>
                    <a:pt x="16" y="77"/>
                  </a:lnTo>
                  <a:lnTo>
                    <a:pt x="31" y="104"/>
                  </a:lnTo>
                  <a:lnTo>
                    <a:pt x="118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26" name=""/>
            <p:cNvSpPr/>
            <p:nvPr/>
          </p:nvSpPr>
          <p:spPr>
            <a:xfrm rot="0">
              <a:off x="1482" y="2377"/>
              <a:ext cx="40" cy="35"/>
            </a:xfrm>
            <a:custGeom>
              <a:avLst/>
              <a:ahLst/>
              <a:rect l="0" t="0" r="r" b="b"/>
              <a:pathLst>
                <a:path w="118" h="104">
                  <a:moveTo>
                    <a:pt x="118" y="53"/>
                  </a:moveTo>
                  <a:lnTo>
                    <a:pt x="102" y="27"/>
                  </a:lnTo>
                  <a:lnTo>
                    <a:pt x="87" y="0"/>
                  </a:lnTo>
                  <a:lnTo>
                    <a:pt x="0" y="51"/>
                  </a:lnTo>
                  <a:lnTo>
                    <a:pt x="16" y="77"/>
                  </a:lnTo>
                  <a:lnTo>
                    <a:pt x="31" y="104"/>
                  </a:lnTo>
                  <a:lnTo>
                    <a:pt x="118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27" name=""/>
            <p:cNvSpPr/>
            <p:nvPr/>
          </p:nvSpPr>
          <p:spPr>
            <a:xfrm rot="0">
              <a:off x="1482" y="2394"/>
              <a:ext cx="6" cy="9"/>
            </a:xfrm>
            <a:custGeom>
              <a:avLst/>
              <a:ahLst/>
              <a:rect l="0" t="0" r="r" b="b"/>
              <a:pathLst>
                <a:path w="17" h="26">
                  <a:moveTo>
                    <a:pt x="17" y="2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28" name=""/>
            <p:cNvSpPr/>
            <p:nvPr/>
          </p:nvSpPr>
          <p:spPr>
            <a:xfrm rot="0" flipH="1">
              <a:off x="1482" y="23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29" name=""/>
            <p:cNvSpPr/>
            <p:nvPr/>
          </p:nvSpPr>
          <p:spPr>
            <a:xfrm rot="0">
              <a:off x="1453" y="2395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120" y="51"/>
                  </a:moveTo>
                  <a:lnTo>
                    <a:pt x="103" y="25"/>
                  </a:lnTo>
                  <a:lnTo>
                    <a:pt x="86" y="0"/>
                  </a:lnTo>
                  <a:lnTo>
                    <a:pt x="0" y="56"/>
                  </a:lnTo>
                  <a:lnTo>
                    <a:pt x="17" y="81"/>
                  </a:lnTo>
                  <a:lnTo>
                    <a:pt x="34" y="106"/>
                  </a:lnTo>
                  <a:lnTo>
                    <a:pt x="12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30" name=""/>
            <p:cNvSpPr/>
            <p:nvPr/>
          </p:nvSpPr>
          <p:spPr>
            <a:xfrm rot="0">
              <a:off x="1453" y="2395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120" y="51"/>
                  </a:moveTo>
                  <a:lnTo>
                    <a:pt x="103" y="25"/>
                  </a:lnTo>
                  <a:lnTo>
                    <a:pt x="86" y="0"/>
                  </a:lnTo>
                  <a:lnTo>
                    <a:pt x="0" y="56"/>
                  </a:lnTo>
                  <a:lnTo>
                    <a:pt x="17" y="81"/>
                  </a:lnTo>
                  <a:lnTo>
                    <a:pt x="34" y="106"/>
                  </a:lnTo>
                  <a:lnTo>
                    <a:pt x="12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31" name=""/>
            <p:cNvSpPr/>
            <p:nvPr/>
          </p:nvSpPr>
          <p:spPr>
            <a:xfrm rot="0">
              <a:off x="1453" y="2413"/>
              <a:ext cx="6" cy="9"/>
            </a:xfrm>
            <a:custGeom>
              <a:avLst/>
              <a:ahLst/>
              <a:rect l="0" t="0" r="r" b="b"/>
              <a:pathLst>
                <a:path w="18" h="25">
                  <a:moveTo>
                    <a:pt x="18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32" name=""/>
            <p:cNvSpPr/>
            <p:nvPr/>
          </p:nvSpPr>
          <p:spPr>
            <a:xfrm rot="0" flipH="1">
              <a:off x="1453" y="24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33" name=""/>
            <p:cNvSpPr/>
            <p:nvPr/>
          </p:nvSpPr>
          <p:spPr>
            <a:xfrm rot="0">
              <a:off x="1425" y="2413"/>
              <a:ext cx="40" cy="37"/>
            </a:xfrm>
            <a:custGeom>
              <a:avLst/>
              <a:ahLst/>
              <a:rect l="0" t="0" r="r" b="b"/>
              <a:pathLst>
                <a:path w="119" h="109">
                  <a:moveTo>
                    <a:pt x="119" y="50"/>
                  </a:moveTo>
                  <a:lnTo>
                    <a:pt x="101" y="25"/>
                  </a:lnTo>
                  <a:lnTo>
                    <a:pt x="83" y="0"/>
                  </a:lnTo>
                  <a:lnTo>
                    <a:pt x="0" y="59"/>
                  </a:lnTo>
                  <a:lnTo>
                    <a:pt x="18" y="84"/>
                  </a:lnTo>
                  <a:lnTo>
                    <a:pt x="36" y="109"/>
                  </a:lnTo>
                  <a:lnTo>
                    <a:pt x="11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34" name=""/>
            <p:cNvSpPr/>
            <p:nvPr/>
          </p:nvSpPr>
          <p:spPr>
            <a:xfrm rot="0">
              <a:off x="1425" y="2413"/>
              <a:ext cx="40" cy="37"/>
            </a:xfrm>
            <a:custGeom>
              <a:avLst/>
              <a:ahLst/>
              <a:rect l="0" t="0" r="r" b="b"/>
              <a:pathLst>
                <a:path w="119" h="109">
                  <a:moveTo>
                    <a:pt x="119" y="50"/>
                  </a:moveTo>
                  <a:lnTo>
                    <a:pt x="101" y="25"/>
                  </a:lnTo>
                  <a:lnTo>
                    <a:pt x="83" y="0"/>
                  </a:lnTo>
                  <a:lnTo>
                    <a:pt x="0" y="59"/>
                  </a:lnTo>
                  <a:lnTo>
                    <a:pt x="18" y="84"/>
                  </a:lnTo>
                  <a:lnTo>
                    <a:pt x="36" y="109"/>
                  </a:lnTo>
                  <a:lnTo>
                    <a:pt x="11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35" name=""/>
            <p:cNvSpPr/>
            <p:nvPr/>
          </p:nvSpPr>
          <p:spPr>
            <a:xfrm rot="0">
              <a:off x="1425" y="2433"/>
              <a:ext cx="6" cy="8"/>
            </a:xfrm>
            <a:custGeom>
              <a:avLst/>
              <a:ahLst/>
              <a:rect l="0" t="0" r="r" b="b"/>
              <a:pathLst>
                <a:path w="19" h="25">
                  <a:moveTo>
                    <a:pt x="19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36" name=""/>
            <p:cNvSpPr/>
            <p:nvPr/>
          </p:nvSpPr>
          <p:spPr>
            <a:xfrm rot="0" flipH="1">
              <a:off x="1425" y="2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37" name=""/>
            <p:cNvSpPr/>
            <p:nvPr/>
          </p:nvSpPr>
          <p:spPr>
            <a:xfrm rot="0">
              <a:off x="1398" y="2433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119" y="48"/>
                  </a:moveTo>
                  <a:lnTo>
                    <a:pt x="100" y="24"/>
                  </a:lnTo>
                  <a:lnTo>
                    <a:pt x="81" y="0"/>
                  </a:lnTo>
                  <a:lnTo>
                    <a:pt x="0" y="63"/>
                  </a:lnTo>
                  <a:lnTo>
                    <a:pt x="19" y="87"/>
                  </a:lnTo>
                  <a:lnTo>
                    <a:pt x="38" y="111"/>
                  </a:lnTo>
                  <a:lnTo>
                    <a:pt x="119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38" name=""/>
            <p:cNvSpPr/>
            <p:nvPr/>
          </p:nvSpPr>
          <p:spPr>
            <a:xfrm rot="0">
              <a:off x="1398" y="2433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119" y="48"/>
                  </a:moveTo>
                  <a:lnTo>
                    <a:pt x="100" y="24"/>
                  </a:lnTo>
                  <a:lnTo>
                    <a:pt x="81" y="0"/>
                  </a:lnTo>
                  <a:lnTo>
                    <a:pt x="0" y="63"/>
                  </a:lnTo>
                  <a:lnTo>
                    <a:pt x="19" y="87"/>
                  </a:lnTo>
                  <a:lnTo>
                    <a:pt x="38" y="111"/>
                  </a:lnTo>
                  <a:lnTo>
                    <a:pt x="119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39" name=""/>
            <p:cNvSpPr/>
            <p:nvPr/>
          </p:nvSpPr>
          <p:spPr>
            <a:xfrm rot="0">
              <a:off x="1398" y="2454"/>
              <a:ext cx="6" cy="8"/>
            </a:xfrm>
            <a:custGeom>
              <a:avLst/>
              <a:ahLst/>
              <a:rect l="0" t="0" r="r" b="b"/>
              <a:pathLst>
                <a:path w="19" h="24">
                  <a:moveTo>
                    <a:pt x="19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40" name=""/>
            <p:cNvSpPr/>
            <p:nvPr/>
          </p:nvSpPr>
          <p:spPr>
            <a:xfrm rot="0">
              <a:off x="1398" y="24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41" name=""/>
            <p:cNvSpPr/>
            <p:nvPr/>
          </p:nvSpPr>
          <p:spPr>
            <a:xfrm rot="0">
              <a:off x="1372" y="2454"/>
              <a:ext cx="39" cy="38"/>
            </a:xfrm>
            <a:custGeom>
              <a:avLst/>
              <a:ahLst/>
              <a:rect l="0" t="0" r="r" b="b"/>
              <a:pathLst>
                <a:path w="116" h="113">
                  <a:moveTo>
                    <a:pt x="116" y="48"/>
                  </a:moveTo>
                  <a:lnTo>
                    <a:pt x="97" y="24"/>
                  </a:lnTo>
                  <a:lnTo>
                    <a:pt x="78" y="0"/>
                  </a:lnTo>
                  <a:lnTo>
                    <a:pt x="0" y="65"/>
                  </a:lnTo>
                  <a:lnTo>
                    <a:pt x="19" y="89"/>
                  </a:lnTo>
                  <a:lnTo>
                    <a:pt x="38" y="113"/>
                  </a:lnTo>
                  <a:lnTo>
                    <a:pt x="116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42" name=""/>
            <p:cNvSpPr/>
            <p:nvPr/>
          </p:nvSpPr>
          <p:spPr>
            <a:xfrm rot="0">
              <a:off x="1372" y="2454"/>
              <a:ext cx="39" cy="38"/>
            </a:xfrm>
            <a:custGeom>
              <a:avLst/>
              <a:ahLst/>
              <a:rect l="0" t="0" r="r" b="b"/>
              <a:pathLst>
                <a:path w="116" h="113">
                  <a:moveTo>
                    <a:pt x="116" y="48"/>
                  </a:moveTo>
                  <a:lnTo>
                    <a:pt x="97" y="24"/>
                  </a:lnTo>
                  <a:lnTo>
                    <a:pt x="78" y="0"/>
                  </a:lnTo>
                  <a:lnTo>
                    <a:pt x="0" y="65"/>
                  </a:lnTo>
                  <a:lnTo>
                    <a:pt x="19" y="89"/>
                  </a:lnTo>
                  <a:lnTo>
                    <a:pt x="38" y="113"/>
                  </a:lnTo>
                  <a:lnTo>
                    <a:pt x="116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43" name=""/>
            <p:cNvSpPr/>
            <p:nvPr/>
          </p:nvSpPr>
          <p:spPr>
            <a:xfrm rot="0">
              <a:off x="1371" y="2476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21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44" name=""/>
            <p:cNvSpPr/>
            <p:nvPr/>
          </p:nvSpPr>
          <p:spPr>
            <a:xfrm rot="0" flipH="1">
              <a:off x="1371" y="24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45" name=""/>
            <p:cNvSpPr/>
            <p:nvPr/>
          </p:nvSpPr>
          <p:spPr>
            <a:xfrm rot="0">
              <a:off x="1347" y="2476"/>
              <a:ext cx="38" cy="38"/>
            </a:xfrm>
            <a:custGeom>
              <a:avLst/>
              <a:ahLst/>
              <a:rect l="0" t="0" r="r" b="b"/>
              <a:pathLst>
                <a:path w="115" h="114">
                  <a:moveTo>
                    <a:pt x="115" y="46"/>
                  </a:moveTo>
                  <a:lnTo>
                    <a:pt x="95" y="23"/>
                  </a:lnTo>
                  <a:lnTo>
                    <a:pt x="74" y="0"/>
                  </a:lnTo>
                  <a:lnTo>
                    <a:pt x="0" y="69"/>
                  </a:lnTo>
                  <a:lnTo>
                    <a:pt x="20" y="91"/>
                  </a:lnTo>
                  <a:lnTo>
                    <a:pt x="41" y="114"/>
                  </a:lnTo>
                  <a:lnTo>
                    <a:pt x="115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46" name=""/>
            <p:cNvSpPr/>
            <p:nvPr/>
          </p:nvSpPr>
          <p:spPr>
            <a:xfrm rot="0">
              <a:off x="1347" y="2476"/>
              <a:ext cx="38" cy="38"/>
            </a:xfrm>
            <a:custGeom>
              <a:avLst/>
              <a:ahLst/>
              <a:rect l="0" t="0" r="r" b="b"/>
              <a:pathLst>
                <a:path w="115" h="114">
                  <a:moveTo>
                    <a:pt x="115" y="46"/>
                  </a:moveTo>
                  <a:lnTo>
                    <a:pt x="95" y="23"/>
                  </a:lnTo>
                  <a:lnTo>
                    <a:pt x="74" y="0"/>
                  </a:lnTo>
                  <a:lnTo>
                    <a:pt x="0" y="69"/>
                  </a:lnTo>
                  <a:lnTo>
                    <a:pt x="20" y="91"/>
                  </a:lnTo>
                  <a:lnTo>
                    <a:pt x="41" y="114"/>
                  </a:lnTo>
                  <a:lnTo>
                    <a:pt x="115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47" name=""/>
            <p:cNvSpPr/>
            <p:nvPr/>
          </p:nvSpPr>
          <p:spPr>
            <a:xfrm rot="0">
              <a:off x="1346" y="2499"/>
              <a:ext cx="7" cy="8"/>
            </a:xfrm>
            <a:custGeom>
              <a:avLst/>
              <a:ahLst/>
              <a:rect l="0" t="0" r="r" b="b"/>
              <a:pathLst>
                <a:path w="22" h="22">
                  <a:moveTo>
                    <a:pt x="22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48" name=""/>
            <p:cNvSpPr/>
            <p:nvPr/>
          </p:nvSpPr>
          <p:spPr>
            <a:xfrm rot="0" flipH="1">
              <a:off x="1346" y="2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49" name=""/>
            <p:cNvSpPr/>
            <p:nvPr/>
          </p:nvSpPr>
          <p:spPr>
            <a:xfrm rot="0">
              <a:off x="1322" y="2500"/>
              <a:ext cx="39" cy="38"/>
            </a:xfrm>
            <a:custGeom>
              <a:avLst/>
              <a:ahLst/>
              <a:rect l="0" t="0" r="r" b="b"/>
              <a:pathLst>
                <a:path w="115" h="115">
                  <a:moveTo>
                    <a:pt x="115" y="43"/>
                  </a:moveTo>
                  <a:lnTo>
                    <a:pt x="93" y="21"/>
                  </a:lnTo>
                  <a:lnTo>
                    <a:pt x="71" y="0"/>
                  </a:lnTo>
                  <a:lnTo>
                    <a:pt x="0" y="72"/>
                  </a:lnTo>
                  <a:lnTo>
                    <a:pt x="22" y="94"/>
                  </a:lnTo>
                  <a:lnTo>
                    <a:pt x="44" y="115"/>
                  </a:lnTo>
                  <a:lnTo>
                    <a:pt x="11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50" name=""/>
            <p:cNvSpPr/>
            <p:nvPr/>
          </p:nvSpPr>
          <p:spPr>
            <a:xfrm rot="0">
              <a:off x="1322" y="2500"/>
              <a:ext cx="39" cy="38"/>
            </a:xfrm>
            <a:custGeom>
              <a:avLst/>
              <a:ahLst/>
              <a:rect l="0" t="0" r="r" b="b"/>
              <a:pathLst>
                <a:path w="115" h="115">
                  <a:moveTo>
                    <a:pt x="115" y="43"/>
                  </a:moveTo>
                  <a:lnTo>
                    <a:pt x="93" y="21"/>
                  </a:lnTo>
                  <a:lnTo>
                    <a:pt x="71" y="0"/>
                  </a:lnTo>
                  <a:lnTo>
                    <a:pt x="0" y="72"/>
                  </a:lnTo>
                  <a:lnTo>
                    <a:pt x="22" y="94"/>
                  </a:lnTo>
                  <a:lnTo>
                    <a:pt x="44" y="115"/>
                  </a:lnTo>
                  <a:lnTo>
                    <a:pt x="115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51" name=""/>
            <p:cNvSpPr/>
            <p:nvPr/>
          </p:nvSpPr>
          <p:spPr>
            <a:xfrm rot="0">
              <a:off x="1322" y="2524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23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52" name=""/>
            <p:cNvSpPr/>
            <p:nvPr/>
          </p:nvSpPr>
          <p:spPr>
            <a:xfrm rot="0" flipH="1">
              <a:off x="1322" y="25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53" name=""/>
            <p:cNvSpPr/>
            <p:nvPr/>
          </p:nvSpPr>
          <p:spPr>
            <a:xfrm rot="0">
              <a:off x="1299" y="2524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116" y="41"/>
                  </a:moveTo>
                  <a:lnTo>
                    <a:pt x="93" y="21"/>
                  </a:lnTo>
                  <a:lnTo>
                    <a:pt x="70" y="0"/>
                  </a:lnTo>
                  <a:lnTo>
                    <a:pt x="0" y="75"/>
                  </a:lnTo>
                  <a:lnTo>
                    <a:pt x="23" y="95"/>
                  </a:lnTo>
                  <a:lnTo>
                    <a:pt x="46" y="116"/>
                  </a:lnTo>
                  <a:lnTo>
                    <a:pt x="116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54" name=""/>
            <p:cNvSpPr/>
            <p:nvPr/>
          </p:nvSpPr>
          <p:spPr>
            <a:xfrm rot="0">
              <a:off x="1299" y="2524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116" y="41"/>
                  </a:moveTo>
                  <a:lnTo>
                    <a:pt x="93" y="21"/>
                  </a:lnTo>
                  <a:lnTo>
                    <a:pt x="70" y="0"/>
                  </a:lnTo>
                  <a:lnTo>
                    <a:pt x="0" y="75"/>
                  </a:lnTo>
                  <a:lnTo>
                    <a:pt x="23" y="95"/>
                  </a:lnTo>
                  <a:lnTo>
                    <a:pt x="46" y="116"/>
                  </a:lnTo>
                  <a:lnTo>
                    <a:pt x="116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55" name=""/>
            <p:cNvSpPr/>
            <p:nvPr/>
          </p:nvSpPr>
          <p:spPr>
            <a:xfrm rot="0">
              <a:off x="1298" y="2549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24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56" name=""/>
            <p:cNvSpPr/>
            <p:nvPr/>
          </p:nvSpPr>
          <p:spPr>
            <a:xfrm rot="0" flipH="1">
              <a:off x="1298" y="25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57" name=""/>
            <p:cNvSpPr/>
            <p:nvPr/>
          </p:nvSpPr>
          <p:spPr>
            <a:xfrm rot="0">
              <a:off x="1277" y="2549"/>
              <a:ext cx="37" cy="39"/>
            </a:xfrm>
            <a:custGeom>
              <a:avLst/>
              <a:ahLst/>
              <a:rect l="0" t="0" r="r" b="b"/>
              <a:pathLst>
                <a:path w="113" h="117">
                  <a:moveTo>
                    <a:pt x="113" y="39"/>
                  </a:moveTo>
                  <a:lnTo>
                    <a:pt x="89" y="19"/>
                  </a:lnTo>
                  <a:lnTo>
                    <a:pt x="65" y="0"/>
                  </a:lnTo>
                  <a:lnTo>
                    <a:pt x="0" y="78"/>
                  </a:lnTo>
                  <a:lnTo>
                    <a:pt x="24" y="98"/>
                  </a:lnTo>
                  <a:lnTo>
                    <a:pt x="48" y="117"/>
                  </a:lnTo>
                  <a:lnTo>
                    <a:pt x="113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58" name=""/>
            <p:cNvSpPr/>
            <p:nvPr/>
          </p:nvSpPr>
          <p:spPr>
            <a:xfrm rot="0">
              <a:off x="1277" y="2549"/>
              <a:ext cx="37" cy="39"/>
            </a:xfrm>
            <a:custGeom>
              <a:avLst/>
              <a:ahLst/>
              <a:rect l="0" t="0" r="r" b="b"/>
              <a:pathLst>
                <a:path w="113" h="117">
                  <a:moveTo>
                    <a:pt x="113" y="39"/>
                  </a:moveTo>
                  <a:lnTo>
                    <a:pt x="89" y="19"/>
                  </a:lnTo>
                  <a:lnTo>
                    <a:pt x="65" y="0"/>
                  </a:lnTo>
                  <a:lnTo>
                    <a:pt x="0" y="78"/>
                  </a:lnTo>
                  <a:lnTo>
                    <a:pt x="24" y="98"/>
                  </a:lnTo>
                  <a:lnTo>
                    <a:pt x="48" y="117"/>
                  </a:lnTo>
                  <a:lnTo>
                    <a:pt x="113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59" name=""/>
            <p:cNvSpPr/>
            <p:nvPr/>
          </p:nvSpPr>
          <p:spPr>
            <a:xfrm rot="0">
              <a:off x="1277" y="2575"/>
              <a:ext cx="8" cy="7"/>
            </a:xfrm>
            <a:custGeom>
              <a:avLst/>
              <a:ahLst/>
              <a:rect l="0" t="0" r="r" b="b"/>
              <a:pathLst>
                <a:path w="24" h="20">
                  <a:moveTo>
                    <a:pt x="24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60" name=""/>
            <p:cNvSpPr/>
            <p:nvPr/>
          </p:nvSpPr>
          <p:spPr>
            <a:xfrm rot="0">
              <a:off x="1277" y="25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61" name=""/>
            <p:cNvSpPr/>
            <p:nvPr/>
          </p:nvSpPr>
          <p:spPr>
            <a:xfrm rot="0">
              <a:off x="1256" y="2575"/>
              <a:ext cx="37" cy="40"/>
            </a:xfrm>
            <a:custGeom>
              <a:avLst/>
              <a:ahLst/>
              <a:rect l="0" t="0" r="r" b="b"/>
              <a:pathLst>
                <a:path w="111" h="120">
                  <a:moveTo>
                    <a:pt x="111" y="39"/>
                  </a:moveTo>
                  <a:lnTo>
                    <a:pt x="87" y="20"/>
                  </a:lnTo>
                  <a:lnTo>
                    <a:pt x="63" y="0"/>
                  </a:lnTo>
                  <a:lnTo>
                    <a:pt x="0" y="81"/>
                  </a:lnTo>
                  <a:lnTo>
                    <a:pt x="24" y="101"/>
                  </a:lnTo>
                  <a:lnTo>
                    <a:pt x="48" y="120"/>
                  </a:lnTo>
                  <a:lnTo>
                    <a:pt x="111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62" name=""/>
            <p:cNvSpPr/>
            <p:nvPr/>
          </p:nvSpPr>
          <p:spPr>
            <a:xfrm rot="0">
              <a:off x="1256" y="2575"/>
              <a:ext cx="37" cy="40"/>
            </a:xfrm>
            <a:custGeom>
              <a:avLst/>
              <a:ahLst/>
              <a:rect l="0" t="0" r="r" b="b"/>
              <a:pathLst>
                <a:path w="111" h="120">
                  <a:moveTo>
                    <a:pt x="111" y="39"/>
                  </a:moveTo>
                  <a:lnTo>
                    <a:pt x="87" y="20"/>
                  </a:lnTo>
                  <a:lnTo>
                    <a:pt x="63" y="0"/>
                  </a:lnTo>
                  <a:lnTo>
                    <a:pt x="0" y="81"/>
                  </a:lnTo>
                  <a:lnTo>
                    <a:pt x="24" y="101"/>
                  </a:lnTo>
                  <a:lnTo>
                    <a:pt x="48" y="120"/>
                  </a:lnTo>
                  <a:lnTo>
                    <a:pt x="111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63" name=""/>
            <p:cNvSpPr/>
            <p:nvPr/>
          </p:nvSpPr>
          <p:spPr>
            <a:xfrm rot="0">
              <a:off x="1255" y="2602"/>
              <a:ext cx="9" cy="7"/>
            </a:xfrm>
            <a:custGeom>
              <a:avLst/>
              <a:ahLst/>
              <a:rect l="0" t="0" r="r" b="b"/>
              <a:pathLst>
                <a:path w="25" h="20">
                  <a:moveTo>
                    <a:pt x="25" y="2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5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64" name=""/>
            <p:cNvSpPr/>
            <p:nvPr/>
          </p:nvSpPr>
          <p:spPr>
            <a:xfrm rot="0" flipH="1">
              <a:off x="1255" y="26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65" name=""/>
            <p:cNvSpPr/>
            <p:nvPr/>
          </p:nvSpPr>
          <p:spPr>
            <a:xfrm rot="0">
              <a:off x="1236" y="2603"/>
              <a:ext cx="36" cy="40"/>
            </a:xfrm>
            <a:custGeom>
              <a:avLst/>
              <a:ahLst/>
              <a:rect l="0" t="0" r="r" b="b"/>
              <a:pathLst>
                <a:path w="109" h="120">
                  <a:moveTo>
                    <a:pt x="109" y="37"/>
                  </a:moveTo>
                  <a:lnTo>
                    <a:pt x="83" y="19"/>
                  </a:lnTo>
                  <a:lnTo>
                    <a:pt x="58" y="0"/>
                  </a:lnTo>
                  <a:lnTo>
                    <a:pt x="0" y="84"/>
                  </a:lnTo>
                  <a:lnTo>
                    <a:pt x="26" y="102"/>
                  </a:lnTo>
                  <a:lnTo>
                    <a:pt x="51" y="120"/>
                  </a:lnTo>
                  <a:lnTo>
                    <a:pt x="109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66" name=""/>
            <p:cNvSpPr/>
            <p:nvPr/>
          </p:nvSpPr>
          <p:spPr>
            <a:xfrm rot="0">
              <a:off x="1236" y="2603"/>
              <a:ext cx="36" cy="40"/>
            </a:xfrm>
            <a:custGeom>
              <a:avLst/>
              <a:ahLst/>
              <a:rect l="0" t="0" r="r" b="b"/>
              <a:pathLst>
                <a:path w="109" h="120">
                  <a:moveTo>
                    <a:pt x="109" y="37"/>
                  </a:moveTo>
                  <a:lnTo>
                    <a:pt x="83" y="19"/>
                  </a:lnTo>
                  <a:lnTo>
                    <a:pt x="58" y="0"/>
                  </a:lnTo>
                  <a:lnTo>
                    <a:pt x="0" y="84"/>
                  </a:lnTo>
                  <a:lnTo>
                    <a:pt x="26" y="102"/>
                  </a:lnTo>
                  <a:lnTo>
                    <a:pt x="51" y="120"/>
                  </a:lnTo>
                  <a:lnTo>
                    <a:pt x="109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67" name=""/>
            <p:cNvSpPr/>
            <p:nvPr/>
          </p:nvSpPr>
          <p:spPr>
            <a:xfrm rot="0">
              <a:off x="1236" y="2631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26" y="1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68" name=""/>
            <p:cNvSpPr/>
            <p:nvPr/>
          </p:nvSpPr>
          <p:spPr>
            <a:xfrm rot="0">
              <a:off x="1236" y="26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69" name=""/>
            <p:cNvSpPr/>
            <p:nvPr/>
          </p:nvSpPr>
          <p:spPr>
            <a:xfrm rot="0">
              <a:off x="1218" y="2631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106" y="34"/>
                  </a:moveTo>
                  <a:lnTo>
                    <a:pt x="81" y="17"/>
                  </a:lnTo>
                  <a:lnTo>
                    <a:pt x="55" y="0"/>
                  </a:lnTo>
                  <a:lnTo>
                    <a:pt x="0" y="85"/>
                  </a:lnTo>
                  <a:lnTo>
                    <a:pt x="25" y="102"/>
                  </a:lnTo>
                  <a:lnTo>
                    <a:pt x="50" y="119"/>
                  </a:lnTo>
                  <a:lnTo>
                    <a:pt x="10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70" name=""/>
            <p:cNvSpPr/>
            <p:nvPr/>
          </p:nvSpPr>
          <p:spPr>
            <a:xfrm rot="0">
              <a:off x="1218" y="2631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106" y="34"/>
                  </a:moveTo>
                  <a:lnTo>
                    <a:pt x="81" y="17"/>
                  </a:lnTo>
                  <a:lnTo>
                    <a:pt x="55" y="0"/>
                  </a:lnTo>
                  <a:lnTo>
                    <a:pt x="0" y="85"/>
                  </a:lnTo>
                  <a:lnTo>
                    <a:pt x="25" y="102"/>
                  </a:lnTo>
                  <a:lnTo>
                    <a:pt x="50" y="119"/>
                  </a:lnTo>
                  <a:lnTo>
                    <a:pt x="10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71" name=""/>
            <p:cNvSpPr/>
            <p:nvPr/>
          </p:nvSpPr>
          <p:spPr>
            <a:xfrm rot="0">
              <a:off x="1217" y="2659"/>
              <a:ext cx="9" cy="6"/>
            </a:xfrm>
            <a:custGeom>
              <a:avLst/>
              <a:ahLst/>
              <a:rect l="0" t="0" r="r" b="b"/>
              <a:pathLst>
                <a:path w="26" h="17">
                  <a:moveTo>
                    <a:pt x="26" y="1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72" name=""/>
            <p:cNvSpPr/>
            <p:nvPr/>
          </p:nvSpPr>
          <p:spPr>
            <a:xfrm rot="0" flipH="1">
              <a:off x="1217" y="26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73" name=""/>
            <p:cNvSpPr/>
            <p:nvPr/>
          </p:nvSpPr>
          <p:spPr>
            <a:xfrm rot="0">
              <a:off x="1200" y="2660"/>
              <a:ext cx="35" cy="40"/>
            </a:xfrm>
            <a:custGeom>
              <a:avLst/>
              <a:ahLst/>
              <a:rect l="0" t="0" r="r" b="b"/>
              <a:pathLst>
                <a:path w="105" h="119">
                  <a:moveTo>
                    <a:pt x="105" y="31"/>
                  </a:moveTo>
                  <a:lnTo>
                    <a:pt x="78" y="15"/>
                  </a:lnTo>
                  <a:lnTo>
                    <a:pt x="52" y="0"/>
                  </a:lnTo>
                  <a:lnTo>
                    <a:pt x="0" y="88"/>
                  </a:lnTo>
                  <a:lnTo>
                    <a:pt x="26" y="103"/>
                  </a:lnTo>
                  <a:lnTo>
                    <a:pt x="53" y="119"/>
                  </a:lnTo>
                  <a:lnTo>
                    <a:pt x="10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74" name=""/>
            <p:cNvSpPr/>
            <p:nvPr/>
          </p:nvSpPr>
          <p:spPr>
            <a:xfrm rot="0">
              <a:off x="1200" y="2660"/>
              <a:ext cx="35" cy="40"/>
            </a:xfrm>
            <a:custGeom>
              <a:avLst/>
              <a:ahLst/>
              <a:rect l="0" t="0" r="r" b="b"/>
              <a:pathLst>
                <a:path w="105" h="119">
                  <a:moveTo>
                    <a:pt x="105" y="31"/>
                  </a:moveTo>
                  <a:lnTo>
                    <a:pt x="78" y="15"/>
                  </a:lnTo>
                  <a:lnTo>
                    <a:pt x="52" y="0"/>
                  </a:lnTo>
                  <a:lnTo>
                    <a:pt x="0" y="88"/>
                  </a:lnTo>
                  <a:lnTo>
                    <a:pt x="26" y="103"/>
                  </a:lnTo>
                  <a:lnTo>
                    <a:pt x="53" y="119"/>
                  </a:lnTo>
                  <a:lnTo>
                    <a:pt x="105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75" name=""/>
            <p:cNvSpPr/>
            <p:nvPr/>
          </p:nvSpPr>
          <p:spPr>
            <a:xfrm rot="0">
              <a:off x="1200" y="2689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27" y="1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7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76" name=""/>
            <p:cNvSpPr/>
            <p:nvPr/>
          </p:nvSpPr>
          <p:spPr>
            <a:xfrm rot="0" flipH="1">
              <a:off x="1200" y="2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77" name=""/>
            <p:cNvSpPr/>
            <p:nvPr/>
          </p:nvSpPr>
          <p:spPr>
            <a:xfrm rot="0">
              <a:off x="1184" y="2690"/>
              <a:ext cx="34" cy="39"/>
            </a:xfrm>
            <a:custGeom>
              <a:avLst/>
              <a:ahLst/>
              <a:rect l="0" t="0" r="r" b="b"/>
              <a:pathLst>
                <a:path w="102" h="118">
                  <a:moveTo>
                    <a:pt x="102" y="29"/>
                  </a:moveTo>
                  <a:lnTo>
                    <a:pt x="74" y="14"/>
                  </a:lnTo>
                  <a:lnTo>
                    <a:pt x="47" y="0"/>
                  </a:lnTo>
                  <a:lnTo>
                    <a:pt x="0" y="89"/>
                  </a:lnTo>
                  <a:lnTo>
                    <a:pt x="27" y="103"/>
                  </a:lnTo>
                  <a:lnTo>
                    <a:pt x="55" y="118"/>
                  </a:lnTo>
                  <a:lnTo>
                    <a:pt x="10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78" name=""/>
            <p:cNvSpPr/>
            <p:nvPr/>
          </p:nvSpPr>
          <p:spPr>
            <a:xfrm rot="0">
              <a:off x="1184" y="2690"/>
              <a:ext cx="34" cy="39"/>
            </a:xfrm>
            <a:custGeom>
              <a:avLst/>
              <a:ahLst/>
              <a:rect l="0" t="0" r="r" b="b"/>
              <a:pathLst>
                <a:path w="102" h="118">
                  <a:moveTo>
                    <a:pt x="102" y="29"/>
                  </a:moveTo>
                  <a:lnTo>
                    <a:pt x="74" y="14"/>
                  </a:lnTo>
                  <a:lnTo>
                    <a:pt x="47" y="0"/>
                  </a:lnTo>
                  <a:lnTo>
                    <a:pt x="0" y="89"/>
                  </a:lnTo>
                  <a:lnTo>
                    <a:pt x="27" y="103"/>
                  </a:lnTo>
                  <a:lnTo>
                    <a:pt x="55" y="118"/>
                  </a:lnTo>
                  <a:lnTo>
                    <a:pt x="102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79" name=""/>
            <p:cNvSpPr/>
            <p:nvPr/>
          </p:nvSpPr>
          <p:spPr>
            <a:xfrm rot="0">
              <a:off x="1184" y="2719"/>
              <a:ext cx="9" cy="5"/>
            </a:xfrm>
            <a:custGeom>
              <a:avLst/>
              <a:ahLst/>
              <a:rect l="0" t="0" r="r" b="b"/>
              <a:pathLst>
                <a:path w="27" h="14">
                  <a:moveTo>
                    <a:pt x="27" y="1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80" name=""/>
            <p:cNvSpPr/>
            <p:nvPr/>
          </p:nvSpPr>
          <p:spPr>
            <a:xfrm rot="0">
              <a:off x="1184" y="27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81" name=""/>
            <p:cNvSpPr/>
            <p:nvPr/>
          </p:nvSpPr>
          <p:spPr>
            <a:xfrm rot="0">
              <a:off x="1169" y="2720"/>
              <a:ext cx="33" cy="39"/>
            </a:xfrm>
            <a:custGeom>
              <a:avLst/>
              <a:ahLst/>
              <a:rect l="0" t="0" r="r" b="b"/>
              <a:pathLst>
                <a:path w="100" h="119">
                  <a:moveTo>
                    <a:pt x="100" y="27"/>
                  </a:moveTo>
                  <a:lnTo>
                    <a:pt x="72" y="13"/>
                  </a:lnTo>
                  <a:lnTo>
                    <a:pt x="45" y="0"/>
                  </a:lnTo>
                  <a:lnTo>
                    <a:pt x="0" y="93"/>
                  </a:lnTo>
                  <a:lnTo>
                    <a:pt x="28" y="106"/>
                  </a:lnTo>
                  <a:lnTo>
                    <a:pt x="55" y="119"/>
                  </a:lnTo>
                  <a:lnTo>
                    <a:pt x="10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82" name=""/>
            <p:cNvSpPr/>
            <p:nvPr/>
          </p:nvSpPr>
          <p:spPr>
            <a:xfrm rot="0">
              <a:off x="1169" y="2720"/>
              <a:ext cx="33" cy="39"/>
            </a:xfrm>
            <a:custGeom>
              <a:avLst/>
              <a:ahLst/>
              <a:rect l="0" t="0" r="r" b="b"/>
              <a:pathLst>
                <a:path w="100" h="119">
                  <a:moveTo>
                    <a:pt x="100" y="27"/>
                  </a:moveTo>
                  <a:lnTo>
                    <a:pt x="72" y="13"/>
                  </a:lnTo>
                  <a:lnTo>
                    <a:pt x="45" y="0"/>
                  </a:lnTo>
                  <a:lnTo>
                    <a:pt x="0" y="93"/>
                  </a:lnTo>
                  <a:lnTo>
                    <a:pt x="28" y="106"/>
                  </a:lnTo>
                  <a:lnTo>
                    <a:pt x="55" y="119"/>
                  </a:lnTo>
                  <a:lnTo>
                    <a:pt x="10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83" name=""/>
            <p:cNvSpPr/>
            <p:nvPr/>
          </p:nvSpPr>
          <p:spPr>
            <a:xfrm rot="0">
              <a:off x="1169" y="2751"/>
              <a:ext cx="9" cy="4"/>
            </a:xfrm>
            <a:custGeom>
              <a:avLst/>
              <a:ahLst/>
              <a:rect l="0" t="0" r="r" b="b"/>
              <a:pathLst>
                <a:path w="28" h="13">
                  <a:moveTo>
                    <a:pt x="28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8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84" name=""/>
            <p:cNvSpPr/>
            <p:nvPr/>
          </p:nvSpPr>
          <p:spPr>
            <a:xfrm rot="0">
              <a:off x="1169" y="275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85" name=""/>
            <p:cNvSpPr/>
            <p:nvPr/>
          </p:nvSpPr>
          <p:spPr>
            <a:xfrm rot="0">
              <a:off x="1156" y="2751"/>
              <a:ext cx="31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95" y="24"/>
                  </a:moveTo>
                  <a:lnTo>
                    <a:pt x="68" y="12"/>
                  </a:lnTo>
                  <a:lnTo>
                    <a:pt x="40" y="0"/>
                  </a:lnTo>
                  <a:lnTo>
                    <a:pt x="0" y="93"/>
                  </a:lnTo>
                  <a:lnTo>
                    <a:pt x="28" y="105"/>
                  </a:lnTo>
                  <a:lnTo>
                    <a:pt x="56" y="117"/>
                  </a:lnTo>
                  <a:lnTo>
                    <a:pt x="9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86" name=""/>
            <p:cNvSpPr/>
            <p:nvPr/>
          </p:nvSpPr>
          <p:spPr>
            <a:xfrm rot="0">
              <a:off x="1156" y="2751"/>
              <a:ext cx="31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95" y="24"/>
                  </a:moveTo>
                  <a:lnTo>
                    <a:pt x="68" y="12"/>
                  </a:lnTo>
                  <a:lnTo>
                    <a:pt x="40" y="0"/>
                  </a:lnTo>
                  <a:lnTo>
                    <a:pt x="0" y="93"/>
                  </a:lnTo>
                  <a:lnTo>
                    <a:pt x="28" y="105"/>
                  </a:lnTo>
                  <a:lnTo>
                    <a:pt x="56" y="117"/>
                  </a:lnTo>
                  <a:lnTo>
                    <a:pt x="95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87" name=""/>
            <p:cNvSpPr/>
            <p:nvPr/>
          </p:nvSpPr>
          <p:spPr>
            <a:xfrm rot="0">
              <a:off x="1155" y="2782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1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88" name=""/>
            <p:cNvSpPr/>
            <p:nvPr/>
          </p:nvSpPr>
          <p:spPr>
            <a:xfrm rot="0" flipH="1">
              <a:off x="1155" y="2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89" name=""/>
            <p:cNvSpPr/>
            <p:nvPr/>
          </p:nvSpPr>
          <p:spPr>
            <a:xfrm rot="0">
              <a:off x="1143" y="2782"/>
              <a:ext cx="32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94" y="22"/>
                  </a:moveTo>
                  <a:lnTo>
                    <a:pt x="65" y="11"/>
                  </a:lnTo>
                  <a:lnTo>
                    <a:pt x="36" y="0"/>
                  </a:lnTo>
                  <a:lnTo>
                    <a:pt x="0" y="95"/>
                  </a:lnTo>
                  <a:lnTo>
                    <a:pt x="29" y="106"/>
                  </a:lnTo>
                  <a:lnTo>
                    <a:pt x="58" y="117"/>
                  </a:lnTo>
                  <a:lnTo>
                    <a:pt x="9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90" name=""/>
            <p:cNvSpPr/>
            <p:nvPr/>
          </p:nvSpPr>
          <p:spPr>
            <a:xfrm rot="0">
              <a:off x="1143" y="2782"/>
              <a:ext cx="32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94" y="22"/>
                  </a:moveTo>
                  <a:lnTo>
                    <a:pt x="65" y="11"/>
                  </a:lnTo>
                  <a:lnTo>
                    <a:pt x="36" y="0"/>
                  </a:lnTo>
                  <a:lnTo>
                    <a:pt x="0" y="95"/>
                  </a:lnTo>
                  <a:lnTo>
                    <a:pt x="29" y="106"/>
                  </a:lnTo>
                  <a:lnTo>
                    <a:pt x="58" y="117"/>
                  </a:lnTo>
                  <a:lnTo>
                    <a:pt x="94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91" name=""/>
            <p:cNvSpPr/>
            <p:nvPr/>
          </p:nvSpPr>
          <p:spPr>
            <a:xfrm rot="0">
              <a:off x="1143" y="2814"/>
              <a:ext cx="10" cy="4"/>
            </a:xfrm>
            <a:custGeom>
              <a:avLst/>
              <a:ahLst/>
              <a:rect l="0" t="0" r="r" b="b"/>
              <a:pathLst>
                <a:path w="29" h="11">
                  <a:moveTo>
                    <a:pt x="29" y="1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9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92" name=""/>
            <p:cNvSpPr/>
            <p:nvPr/>
          </p:nvSpPr>
          <p:spPr>
            <a:xfrm rot="0">
              <a:off x="1143" y="2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93" name=""/>
            <p:cNvSpPr/>
            <p:nvPr/>
          </p:nvSpPr>
          <p:spPr>
            <a:xfrm rot="0">
              <a:off x="1133" y="2815"/>
              <a:ext cx="30" cy="38"/>
            </a:xfrm>
            <a:custGeom>
              <a:avLst/>
              <a:ahLst/>
              <a:rect l="0" t="0" r="r" b="b"/>
              <a:pathLst>
                <a:path w="89" h="116">
                  <a:moveTo>
                    <a:pt x="89" y="19"/>
                  </a:moveTo>
                  <a:lnTo>
                    <a:pt x="60" y="9"/>
                  </a:lnTo>
                  <a:lnTo>
                    <a:pt x="31" y="0"/>
                  </a:lnTo>
                  <a:lnTo>
                    <a:pt x="0" y="97"/>
                  </a:lnTo>
                  <a:lnTo>
                    <a:pt x="28" y="107"/>
                  </a:lnTo>
                  <a:lnTo>
                    <a:pt x="57" y="116"/>
                  </a:lnTo>
                  <a:lnTo>
                    <a:pt x="8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94" name=""/>
            <p:cNvSpPr/>
            <p:nvPr/>
          </p:nvSpPr>
          <p:spPr>
            <a:xfrm rot="0">
              <a:off x="1133" y="2815"/>
              <a:ext cx="30" cy="38"/>
            </a:xfrm>
            <a:custGeom>
              <a:avLst/>
              <a:ahLst/>
              <a:rect l="0" t="0" r="r" b="b"/>
              <a:pathLst>
                <a:path w="89" h="116">
                  <a:moveTo>
                    <a:pt x="89" y="19"/>
                  </a:moveTo>
                  <a:lnTo>
                    <a:pt x="60" y="9"/>
                  </a:lnTo>
                  <a:lnTo>
                    <a:pt x="31" y="0"/>
                  </a:lnTo>
                  <a:lnTo>
                    <a:pt x="0" y="97"/>
                  </a:lnTo>
                  <a:lnTo>
                    <a:pt x="28" y="107"/>
                  </a:lnTo>
                  <a:lnTo>
                    <a:pt x="57" y="116"/>
                  </a:lnTo>
                  <a:lnTo>
                    <a:pt x="89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95" name=""/>
            <p:cNvSpPr/>
            <p:nvPr/>
          </p:nvSpPr>
          <p:spPr>
            <a:xfrm rot="0">
              <a:off x="1132" y="2847"/>
              <a:ext cx="10" cy="3"/>
            </a:xfrm>
            <a:custGeom>
              <a:avLst/>
              <a:ahLst/>
              <a:rect l="0" t="0" r="r" b="b"/>
              <a:pathLst>
                <a:path w="30" h="10">
                  <a:moveTo>
                    <a:pt x="30" y="1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96" name=""/>
            <p:cNvSpPr/>
            <p:nvPr/>
          </p:nvSpPr>
          <p:spPr>
            <a:xfrm rot="0" flipH="1">
              <a:off x="1132" y="28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97" name=""/>
            <p:cNvSpPr/>
            <p:nvPr/>
          </p:nvSpPr>
          <p:spPr>
            <a:xfrm rot="0">
              <a:off x="1123" y="2847"/>
              <a:ext cx="30" cy="39"/>
            </a:xfrm>
            <a:custGeom>
              <a:avLst/>
              <a:ahLst/>
              <a:rect l="0" t="0" r="r" b="b"/>
              <a:pathLst>
                <a:path w="88" h="115">
                  <a:moveTo>
                    <a:pt x="88" y="17"/>
                  </a:moveTo>
                  <a:lnTo>
                    <a:pt x="57" y="9"/>
                  </a:lnTo>
                  <a:lnTo>
                    <a:pt x="27" y="0"/>
                  </a:lnTo>
                  <a:lnTo>
                    <a:pt x="0" y="98"/>
                  </a:lnTo>
                  <a:lnTo>
                    <a:pt x="30" y="106"/>
                  </a:lnTo>
                  <a:lnTo>
                    <a:pt x="60" y="115"/>
                  </a:lnTo>
                  <a:lnTo>
                    <a:pt x="8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398" name=""/>
            <p:cNvSpPr/>
            <p:nvPr/>
          </p:nvSpPr>
          <p:spPr>
            <a:xfrm rot="0">
              <a:off x="1123" y="2847"/>
              <a:ext cx="30" cy="39"/>
            </a:xfrm>
            <a:custGeom>
              <a:avLst/>
              <a:ahLst/>
              <a:rect l="0" t="0" r="r" b="b"/>
              <a:pathLst>
                <a:path w="88" h="115">
                  <a:moveTo>
                    <a:pt x="88" y="17"/>
                  </a:moveTo>
                  <a:lnTo>
                    <a:pt x="57" y="9"/>
                  </a:lnTo>
                  <a:lnTo>
                    <a:pt x="27" y="0"/>
                  </a:lnTo>
                  <a:lnTo>
                    <a:pt x="0" y="98"/>
                  </a:lnTo>
                  <a:lnTo>
                    <a:pt x="30" y="106"/>
                  </a:lnTo>
                  <a:lnTo>
                    <a:pt x="60" y="115"/>
                  </a:lnTo>
                  <a:lnTo>
                    <a:pt x="88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399" name=""/>
            <p:cNvSpPr/>
            <p:nvPr/>
          </p:nvSpPr>
          <p:spPr>
            <a:xfrm rot="0">
              <a:off x="1123" y="2880"/>
              <a:ext cx="10" cy="3"/>
            </a:xfrm>
            <a:custGeom>
              <a:avLst/>
              <a:ahLst/>
              <a:rect l="0" t="0" r="r" b="b"/>
              <a:pathLst>
                <a:path w="30" h="8">
                  <a:moveTo>
                    <a:pt x="30" y="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00" name=""/>
            <p:cNvSpPr/>
            <p:nvPr/>
          </p:nvSpPr>
          <p:spPr>
            <a:xfrm rot="0">
              <a:off x="1123" y="28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01" name=""/>
            <p:cNvSpPr/>
            <p:nvPr/>
          </p:nvSpPr>
          <p:spPr>
            <a:xfrm rot="0">
              <a:off x="1115" y="2880"/>
              <a:ext cx="28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85" y="15"/>
                  </a:moveTo>
                  <a:lnTo>
                    <a:pt x="55" y="7"/>
                  </a:lnTo>
                  <a:lnTo>
                    <a:pt x="25" y="0"/>
                  </a:lnTo>
                  <a:lnTo>
                    <a:pt x="0" y="99"/>
                  </a:lnTo>
                  <a:lnTo>
                    <a:pt x="31" y="106"/>
                  </a:lnTo>
                  <a:lnTo>
                    <a:pt x="61" y="114"/>
                  </a:lnTo>
                  <a:lnTo>
                    <a:pt x="85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02" name=""/>
            <p:cNvSpPr/>
            <p:nvPr/>
          </p:nvSpPr>
          <p:spPr>
            <a:xfrm rot="0">
              <a:off x="1115" y="2880"/>
              <a:ext cx="28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85" y="15"/>
                  </a:moveTo>
                  <a:lnTo>
                    <a:pt x="55" y="7"/>
                  </a:lnTo>
                  <a:lnTo>
                    <a:pt x="25" y="0"/>
                  </a:lnTo>
                  <a:lnTo>
                    <a:pt x="0" y="99"/>
                  </a:lnTo>
                  <a:lnTo>
                    <a:pt x="31" y="106"/>
                  </a:lnTo>
                  <a:lnTo>
                    <a:pt x="61" y="114"/>
                  </a:lnTo>
                  <a:lnTo>
                    <a:pt x="85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03" name=""/>
            <p:cNvSpPr/>
            <p:nvPr/>
          </p:nvSpPr>
          <p:spPr>
            <a:xfrm rot="0">
              <a:off x="1115" y="2913"/>
              <a:ext cx="10" cy="3"/>
            </a:xfrm>
            <a:custGeom>
              <a:avLst/>
              <a:ahLst/>
              <a:rect l="0" t="0" r="r" b="b"/>
              <a:pathLst>
                <a:path w="31" h="7">
                  <a:moveTo>
                    <a:pt x="31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04" name=""/>
            <p:cNvSpPr/>
            <p:nvPr/>
          </p:nvSpPr>
          <p:spPr>
            <a:xfrm rot="0">
              <a:off x="1115" y="2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05" name=""/>
            <p:cNvSpPr/>
            <p:nvPr/>
          </p:nvSpPr>
          <p:spPr>
            <a:xfrm rot="0">
              <a:off x="1109" y="2914"/>
              <a:ext cx="26" cy="37"/>
            </a:xfrm>
            <a:custGeom>
              <a:avLst/>
              <a:ahLst/>
              <a:rect l="0" t="0" r="r" b="b"/>
              <a:pathLst>
                <a:path w="80" h="112">
                  <a:moveTo>
                    <a:pt x="80" y="12"/>
                  </a:moveTo>
                  <a:lnTo>
                    <a:pt x="50" y="6"/>
                  </a:lnTo>
                  <a:lnTo>
                    <a:pt x="19" y="0"/>
                  </a:lnTo>
                  <a:lnTo>
                    <a:pt x="0" y="100"/>
                  </a:lnTo>
                  <a:lnTo>
                    <a:pt x="30" y="106"/>
                  </a:lnTo>
                  <a:lnTo>
                    <a:pt x="60" y="112"/>
                  </a:lnTo>
                  <a:lnTo>
                    <a:pt x="8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06" name=""/>
            <p:cNvSpPr/>
            <p:nvPr/>
          </p:nvSpPr>
          <p:spPr>
            <a:xfrm rot="0">
              <a:off x="1109" y="2914"/>
              <a:ext cx="26" cy="37"/>
            </a:xfrm>
            <a:custGeom>
              <a:avLst/>
              <a:ahLst/>
              <a:rect l="0" t="0" r="r" b="b"/>
              <a:pathLst>
                <a:path w="80" h="112">
                  <a:moveTo>
                    <a:pt x="80" y="12"/>
                  </a:moveTo>
                  <a:lnTo>
                    <a:pt x="50" y="6"/>
                  </a:lnTo>
                  <a:lnTo>
                    <a:pt x="19" y="0"/>
                  </a:lnTo>
                  <a:lnTo>
                    <a:pt x="0" y="100"/>
                  </a:lnTo>
                  <a:lnTo>
                    <a:pt x="30" y="106"/>
                  </a:lnTo>
                  <a:lnTo>
                    <a:pt x="60" y="112"/>
                  </a:lnTo>
                  <a:lnTo>
                    <a:pt x="8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07" name=""/>
            <p:cNvSpPr/>
            <p:nvPr/>
          </p:nvSpPr>
          <p:spPr>
            <a:xfrm rot="0">
              <a:off x="1109" y="2947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30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08" name=""/>
            <p:cNvSpPr/>
            <p:nvPr/>
          </p:nvSpPr>
          <p:spPr>
            <a:xfrm rot="0">
              <a:off x="1109" y="29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09" name=""/>
            <p:cNvSpPr/>
            <p:nvPr/>
          </p:nvSpPr>
          <p:spPr>
            <a:xfrm rot="0">
              <a:off x="1104" y="2948"/>
              <a:ext cx="25" cy="36"/>
            </a:xfrm>
            <a:custGeom>
              <a:avLst/>
              <a:ahLst/>
              <a:rect l="0" t="0" r="r" b="b"/>
              <a:pathLst>
                <a:path w="74" h="110">
                  <a:moveTo>
                    <a:pt x="74" y="9"/>
                  </a:moveTo>
                  <a:lnTo>
                    <a:pt x="44" y="4"/>
                  </a:lnTo>
                  <a:lnTo>
                    <a:pt x="14" y="0"/>
                  </a:lnTo>
                  <a:lnTo>
                    <a:pt x="0" y="101"/>
                  </a:lnTo>
                  <a:lnTo>
                    <a:pt x="30" y="106"/>
                  </a:lnTo>
                  <a:lnTo>
                    <a:pt x="60" y="110"/>
                  </a:lnTo>
                  <a:lnTo>
                    <a:pt x="74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10" name=""/>
            <p:cNvSpPr/>
            <p:nvPr/>
          </p:nvSpPr>
          <p:spPr>
            <a:xfrm rot="0">
              <a:off x="1104" y="2948"/>
              <a:ext cx="25" cy="36"/>
            </a:xfrm>
            <a:custGeom>
              <a:avLst/>
              <a:ahLst/>
              <a:rect l="0" t="0" r="r" b="b"/>
              <a:pathLst>
                <a:path w="74" h="110">
                  <a:moveTo>
                    <a:pt x="74" y="9"/>
                  </a:moveTo>
                  <a:lnTo>
                    <a:pt x="44" y="4"/>
                  </a:lnTo>
                  <a:lnTo>
                    <a:pt x="14" y="0"/>
                  </a:lnTo>
                  <a:lnTo>
                    <a:pt x="0" y="101"/>
                  </a:lnTo>
                  <a:lnTo>
                    <a:pt x="30" y="106"/>
                  </a:lnTo>
                  <a:lnTo>
                    <a:pt x="60" y="110"/>
                  </a:lnTo>
                  <a:lnTo>
                    <a:pt x="74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11" name=""/>
            <p:cNvSpPr/>
            <p:nvPr/>
          </p:nvSpPr>
          <p:spPr>
            <a:xfrm rot="0">
              <a:off x="1104" y="2981"/>
              <a:ext cx="10" cy="2"/>
            </a:xfrm>
            <a:custGeom>
              <a:avLst/>
              <a:ahLst/>
              <a:rect l="0" t="0" r="r" b="b"/>
              <a:pathLst>
                <a:path w="30" h="5">
                  <a:moveTo>
                    <a:pt x="30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12" name=""/>
            <p:cNvSpPr/>
            <p:nvPr/>
          </p:nvSpPr>
          <p:spPr>
            <a:xfrm rot="0">
              <a:off x="1104" y="2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13" name=""/>
            <p:cNvSpPr/>
            <p:nvPr/>
          </p:nvSpPr>
          <p:spPr>
            <a:xfrm rot="0">
              <a:off x="1100" y="2982"/>
              <a:ext cx="24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71" y="7"/>
                  </a:moveTo>
                  <a:lnTo>
                    <a:pt x="41" y="4"/>
                  </a:lnTo>
                  <a:lnTo>
                    <a:pt x="11" y="0"/>
                  </a:lnTo>
                  <a:lnTo>
                    <a:pt x="0" y="101"/>
                  </a:lnTo>
                  <a:lnTo>
                    <a:pt x="30" y="105"/>
                  </a:lnTo>
                  <a:lnTo>
                    <a:pt x="60" y="108"/>
                  </a:lnTo>
                  <a:lnTo>
                    <a:pt x="7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14" name=""/>
            <p:cNvSpPr/>
            <p:nvPr/>
          </p:nvSpPr>
          <p:spPr>
            <a:xfrm rot="0">
              <a:off x="1100" y="2982"/>
              <a:ext cx="24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71" y="7"/>
                  </a:moveTo>
                  <a:lnTo>
                    <a:pt x="41" y="4"/>
                  </a:lnTo>
                  <a:lnTo>
                    <a:pt x="11" y="0"/>
                  </a:lnTo>
                  <a:lnTo>
                    <a:pt x="0" y="101"/>
                  </a:lnTo>
                  <a:lnTo>
                    <a:pt x="30" y="105"/>
                  </a:lnTo>
                  <a:lnTo>
                    <a:pt x="60" y="108"/>
                  </a:lnTo>
                  <a:lnTo>
                    <a:pt x="71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15" name=""/>
            <p:cNvSpPr/>
            <p:nvPr/>
          </p:nvSpPr>
          <p:spPr>
            <a:xfrm rot="0">
              <a:off x="1100" y="3015"/>
              <a:ext cx="10" cy="2"/>
            </a:xfrm>
            <a:custGeom>
              <a:avLst/>
              <a:ahLst/>
              <a:rect l="0" t="0" r="r" b="b"/>
              <a:pathLst>
                <a:path w="30" h="4">
                  <a:moveTo>
                    <a:pt x="30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16" name=""/>
            <p:cNvSpPr/>
            <p:nvPr/>
          </p:nvSpPr>
          <p:spPr>
            <a:xfrm rot="0">
              <a:off x="1100" y="30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17" name=""/>
            <p:cNvSpPr/>
            <p:nvPr/>
          </p:nvSpPr>
          <p:spPr>
            <a:xfrm rot="0">
              <a:off x="1098" y="3016"/>
              <a:ext cx="22" cy="35"/>
            </a:xfrm>
            <a:custGeom>
              <a:avLst/>
              <a:ahLst/>
              <a:rect l="0" t="0" r="r" b="b"/>
              <a:pathLst>
                <a:path w="67" h="106">
                  <a:moveTo>
                    <a:pt x="67" y="5"/>
                  </a:moveTo>
                  <a:lnTo>
                    <a:pt x="37" y="3"/>
                  </a:lnTo>
                  <a:lnTo>
                    <a:pt x="7" y="0"/>
                  </a:lnTo>
                  <a:lnTo>
                    <a:pt x="0" y="102"/>
                  </a:lnTo>
                  <a:lnTo>
                    <a:pt x="30" y="104"/>
                  </a:lnTo>
                  <a:lnTo>
                    <a:pt x="60" y="106"/>
                  </a:lnTo>
                  <a:lnTo>
                    <a:pt x="67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18" name=""/>
            <p:cNvSpPr/>
            <p:nvPr/>
          </p:nvSpPr>
          <p:spPr>
            <a:xfrm rot="0">
              <a:off x="1098" y="3016"/>
              <a:ext cx="22" cy="35"/>
            </a:xfrm>
            <a:custGeom>
              <a:avLst/>
              <a:ahLst/>
              <a:rect l="0" t="0" r="r" b="b"/>
              <a:pathLst>
                <a:path w="67" h="106">
                  <a:moveTo>
                    <a:pt x="67" y="5"/>
                  </a:moveTo>
                  <a:lnTo>
                    <a:pt x="37" y="3"/>
                  </a:lnTo>
                  <a:lnTo>
                    <a:pt x="7" y="0"/>
                  </a:lnTo>
                  <a:lnTo>
                    <a:pt x="0" y="102"/>
                  </a:lnTo>
                  <a:lnTo>
                    <a:pt x="30" y="104"/>
                  </a:lnTo>
                  <a:lnTo>
                    <a:pt x="60" y="106"/>
                  </a:lnTo>
                  <a:lnTo>
                    <a:pt x="67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19" name=""/>
            <p:cNvSpPr/>
            <p:nvPr/>
          </p:nvSpPr>
          <p:spPr>
            <a:xfrm rot="0">
              <a:off x="1098" y="3050"/>
              <a:ext cx="10" cy="1"/>
            </a:xfrm>
            <a:custGeom>
              <a:avLst/>
              <a:ahLst/>
              <a:rect l="0" t="0" r="r" b="b"/>
              <a:pathLst>
                <a:path w="30" h="2">
                  <a:moveTo>
                    <a:pt x="3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20" name=""/>
            <p:cNvSpPr/>
            <p:nvPr/>
          </p:nvSpPr>
          <p:spPr>
            <a:xfrm rot="0">
              <a:off x="1098" y="30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21" name=""/>
            <p:cNvSpPr/>
            <p:nvPr/>
          </p:nvSpPr>
          <p:spPr>
            <a:xfrm rot="0">
              <a:off x="1097" y="3050"/>
              <a:ext cx="21" cy="34"/>
            </a:xfrm>
            <a:custGeom>
              <a:avLst/>
              <a:ahLst/>
              <a:rect l="0" t="0" r="r" b="b"/>
              <a:pathLst>
                <a:path w="62" h="102">
                  <a:moveTo>
                    <a:pt x="62" y="0"/>
                  </a:moveTo>
                  <a:lnTo>
                    <a:pt x="32" y="0"/>
                  </a:lnTo>
                  <a:lnTo>
                    <a:pt x="2" y="0"/>
                  </a:lnTo>
                  <a:lnTo>
                    <a:pt x="0" y="102"/>
                  </a:lnTo>
                  <a:lnTo>
                    <a:pt x="31" y="102"/>
                  </a:lnTo>
                  <a:lnTo>
                    <a:pt x="61" y="102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22" name=""/>
            <p:cNvSpPr/>
            <p:nvPr/>
          </p:nvSpPr>
          <p:spPr>
            <a:xfrm rot="0">
              <a:off x="1097" y="3050"/>
              <a:ext cx="21" cy="34"/>
            </a:xfrm>
            <a:custGeom>
              <a:avLst/>
              <a:ahLst/>
              <a:rect l="0" t="0" r="r" b="b"/>
              <a:pathLst>
                <a:path w="62" h="102">
                  <a:moveTo>
                    <a:pt x="62" y="0"/>
                  </a:moveTo>
                  <a:lnTo>
                    <a:pt x="32" y="0"/>
                  </a:lnTo>
                  <a:lnTo>
                    <a:pt x="2" y="0"/>
                  </a:lnTo>
                  <a:lnTo>
                    <a:pt x="0" y="102"/>
                  </a:lnTo>
                  <a:lnTo>
                    <a:pt x="31" y="102"/>
                  </a:lnTo>
                  <a:lnTo>
                    <a:pt x="61" y="102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23" name=""/>
            <p:cNvSpPr/>
            <p:nvPr/>
          </p:nvSpPr>
          <p:spPr>
            <a:xfrm rot="0">
              <a:off x="1097" y="3084"/>
              <a:ext cx="11" cy="1"/>
            </a:xfrm>
            <a:prstGeom prst="rect"/>
            <a:solidFill>
              <a:srgbClr val="000000"/>
            </a:solidFill>
            <a:ln>
              <a:noFill/>
            </a:ln>
          </p:spPr>
        </p:sp>
        <p:sp>
          <p:nvSpPr>
            <p:cNvPr id="1085424" name=""/>
            <p:cNvSpPr/>
            <p:nvPr/>
          </p:nvSpPr>
          <p:spPr>
            <a:xfrm rot="0">
              <a:off x="1097" y="3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25" name=""/>
            <p:cNvSpPr/>
            <p:nvPr/>
          </p:nvSpPr>
          <p:spPr>
            <a:xfrm rot="0">
              <a:off x="1097" y="3084"/>
              <a:ext cx="21" cy="34"/>
            </a:xfrm>
            <a:custGeom>
              <a:avLst/>
              <a:ahLst/>
              <a:rect l="0" t="0" r="r" b="b"/>
              <a:pathLst>
                <a:path w="62" h="102">
                  <a:moveTo>
                    <a:pt x="6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2" y="102"/>
                  </a:lnTo>
                  <a:lnTo>
                    <a:pt x="32" y="102"/>
                  </a:lnTo>
                  <a:lnTo>
                    <a:pt x="62" y="102"/>
                  </a:lnTo>
                  <a:lnTo>
                    <a:pt x="6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26" name=""/>
            <p:cNvSpPr/>
            <p:nvPr/>
          </p:nvSpPr>
          <p:spPr>
            <a:xfrm rot="0">
              <a:off x="1097" y="3084"/>
              <a:ext cx="21" cy="34"/>
            </a:xfrm>
            <a:custGeom>
              <a:avLst/>
              <a:ahLst/>
              <a:rect l="0" t="0" r="r" b="b"/>
              <a:pathLst>
                <a:path w="62" h="102">
                  <a:moveTo>
                    <a:pt x="6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2" y="102"/>
                  </a:lnTo>
                  <a:lnTo>
                    <a:pt x="32" y="102"/>
                  </a:lnTo>
                  <a:lnTo>
                    <a:pt x="62" y="102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27" name=""/>
            <p:cNvSpPr/>
            <p:nvPr/>
          </p:nvSpPr>
          <p:spPr>
            <a:xfrm rot="0">
              <a:off x="1098" y="3118"/>
              <a:ext cx="10" cy="1"/>
            </a:xfrm>
            <a:custGeom>
              <a:avLst/>
              <a:ahLst/>
              <a:rect l="0" t="0" r="r" b="b"/>
              <a:pathLst>
                <a:path w="30" h="2">
                  <a:moveTo>
                    <a:pt x="3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28" name=""/>
            <p:cNvSpPr/>
            <p:nvPr/>
          </p:nvSpPr>
          <p:spPr>
            <a:xfrm rot="0">
              <a:off x="1098" y="31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29" name=""/>
            <p:cNvSpPr/>
            <p:nvPr/>
          </p:nvSpPr>
          <p:spPr>
            <a:xfrm rot="0">
              <a:off x="1098" y="3117"/>
              <a:ext cx="22" cy="36"/>
            </a:xfrm>
            <a:custGeom>
              <a:avLst/>
              <a:ahLst/>
              <a:rect l="0" t="0" r="r" b="b"/>
              <a:pathLst>
                <a:path w="67" h="108">
                  <a:moveTo>
                    <a:pt x="60" y="0"/>
                  </a:moveTo>
                  <a:lnTo>
                    <a:pt x="30" y="3"/>
                  </a:lnTo>
                  <a:lnTo>
                    <a:pt x="0" y="5"/>
                  </a:lnTo>
                  <a:lnTo>
                    <a:pt x="7" y="108"/>
                  </a:lnTo>
                  <a:lnTo>
                    <a:pt x="37" y="105"/>
                  </a:lnTo>
                  <a:lnTo>
                    <a:pt x="67" y="103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30" name=""/>
            <p:cNvSpPr/>
            <p:nvPr/>
          </p:nvSpPr>
          <p:spPr>
            <a:xfrm rot="0">
              <a:off x="1098" y="3117"/>
              <a:ext cx="22" cy="36"/>
            </a:xfrm>
            <a:custGeom>
              <a:avLst/>
              <a:ahLst/>
              <a:rect l="0" t="0" r="r" b="b"/>
              <a:pathLst>
                <a:path w="67" h="108">
                  <a:moveTo>
                    <a:pt x="60" y="0"/>
                  </a:moveTo>
                  <a:lnTo>
                    <a:pt x="30" y="3"/>
                  </a:lnTo>
                  <a:lnTo>
                    <a:pt x="0" y="5"/>
                  </a:lnTo>
                  <a:lnTo>
                    <a:pt x="7" y="108"/>
                  </a:lnTo>
                  <a:lnTo>
                    <a:pt x="37" y="105"/>
                  </a:lnTo>
                  <a:lnTo>
                    <a:pt x="67" y="103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31" name=""/>
            <p:cNvSpPr/>
            <p:nvPr/>
          </p:nvSpPr>
          <p:spPr>
            <a:xfrm rot="0">
              <a:off x="1100" y="3152"/>
              <a:ext cx="10" cy="2"/>
            </a:xfrm>
            <a:custGeom>
              <a:avLst/>
              <a:ahLst/>
              <a:rect l="0" t="0" r="r" b="b"/>
              <a:pathLst>
                <a:path w="30" h="4">
                  <a:moveTo>
                    <a:pt x="30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32" name=""/>
            <p:cNvSpPr/>
            <p:nvPr/>
          </p:nvSpPr>
          <p:spPr>
            <a:xfrm rot="0">
              <a:off x="1100" y="31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33" name=""/>
            <p:cNvSpPr/>
            <p:nvPr/>
          </p:nvSpPr>
          <p:spPr>
            <a:xfrm rot="0">
              <a:off x="1100" y="3151"/>
              <a:ext cx="24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60" y="0"/>
                  </a:moveTo>
                  <a:lnTo>
                    <a:pt x="30" y="3"/>
                  </a:lnTo>
                  <a:lnTo>
                    <a:pt x="0" y="7"/>
                  </a:lnTo>
                  <a:lnTo>
                    <a:pt x="11" y="108"/>
                  </a:lnTo>
                  <a:lnTo>
                    <a:pt x="41" y="104"/>
                  </a:lnTo>
                  <a:lnTo>
                    <a:pt x="71" y="10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34" name=""/>
            <p:cNvSpPr/>
            <p:nvPr/>
          </p:nvSpPr>
          <p:spPr>
            <a:xfrm rot="0">
              <a:off x="1100" y="3151"/>
              <a:ext cx="24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60" y="0"/>
                  </a:moveTo>
                  <a:lnTo>
                    <a:pt x="30" y="3"/>
                  </a:lnTo>
                  <a:lnTo>
                    <a:pt x="0" y="7"/>
                  </a:lnTo>
                  <a:lnTo>
                    <a:pt x="11" y="108"/>
                  </a:lnTo>
                  <a:lnTo>
                    <a:pt x="41" y="104"/>
                  </a:lnTo>
                  <a:lnTo>
                    <a:pt x="71" y="10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35" name=""/>
            <p:cNvSpPr/>
            <p:nvPr/>
          </p:nvSpPr>
          <p:spPr>
            <a:xfrm rot="0">
              <a:off x="1104" y="3186"/>
              <a:ext cx="10" cy="2"/>
            </a:xfrm>
            <a:custGeom>
              <a:avLst/>
              <a:ahLst/>
              <a:rect l="0" t="0" r="r" b="b"/>
              <a:pathLst>
                <a:path w="30" h="5">
                  <a:moveTo>
                    <a:pt x="30" y="0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36" name=""/>
            <p:cNvSpPr/>
            <p:nvPr/>
          </p:nvSpPr>
          <p:spPr>
            <a:xfrm rot="0">
              <a:off x="1104" y="31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37" name=""/>
            <p:cNvSpPr/>
            <p:nvPr/>
          </p:nvSpPr>
          <p:spPr>
            <a:xfrm rot="0">
              <a:off x="1104" y="3185"/>
              <a:ext cx="25" cy="36"/>
            </a:xfrm>
            <a:custGeom>
              <a:avLst/>
              <a:ahLst/>
              <a:rect l="0" t="0" r="r" b="b"/>
              <a:pathLst>
                <a:path w="74" h="109">
                  <a:moveTo>
                    <a:pt x="60" y="0"/>
                  </a:moveTo>
                  <a:lnTo>
                    <a:pt x="30" y="4"/>
                  </a:lnTo>
                  <a:lnTo>
                    <a:pt x="0" y="9"/>
                  </a:lnTo>
                  <a:lnTo>
                    <a:pt x="14" y="109"/>
                  </a:lnTo>
                  <a:lnTo>
                    <a:pt x="44" y="104"/>
                  </a:lnTo>
                  <a:lnTo>
                    <a:pt x="74" y="100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38" name=""/>
            <p:cNvSpPr/>
            <p:nvPr/>
          </p:nvSpPr>
          <p:spPr>
            <a:xfrm rot="0">
              <a:off x="1104" y="3185"/>
              <a:ext cx="25" cy="36"/>
            </a:xfrm>
            <a:custGeom>
              <a:avLst/>
              <a:ahLst/>
              <a:rect l="0" t="0" r="r" b="b"/>
              <a:pathLst>
                <a:path w="74" h="109">
                  <a:moveTo>
                    <a:pt x="60" y="0"/>
                  </a:moveTo>
                  <a:lnTo>
                    <a:pt x="30" y="4"/>
                  </a:lnTo>
                  <a:lnTo>
                    <a:pt x="0" y="9"/>
                  </a:lnTo>
                  <a:lnTo>
                    <a:pt x="14" y="109"/>
                  </a:lnTo>
                  <a:lnTo>
                    <a:pt x="44" y="104"/>
                  </a:lnTo>
                  <a:lnTo>
                    <a:pt x="74" y="100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39" name=""/>
            <p:cNvSpPr/>
            <p:nvPr/>
          </p:nvSpPr>
          <p:spPr>
            <a:xfrm rot="0">
              <a:off x="1109" y="3219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30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40" name=""/>
            <p:cNvSpPr/>
            <p:nvPr/>
          </p:nvSpPr>
          <p:spPr>
            <a:xfrm rot="0">
              <a:off x="1109" y="32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41" name=""/>
            <p:cNvSpPr/>
            <p:nvPr/>
          </p:nvSpPr>
          <p:spPr>
            <a:xfrm rot="0">
              <a:off x="1109" y="3217"/>
              <a:ext cx="26" cy="38"/>
            </a:xfrm>
            <a:custGeom>
              <a:avLst/>
              <a:ahLst/>
              <a:rect l="0" t="0" r="r" b="b"/>
              <a:pathLst>
                <a:path w="80" h="112">
                  <a:moveTo>
                    <a:pt x="60" y="0"/>
                  </a:moveTo>
                  <a:lnTo>
                    <a:pt x="30" y="6"/>
                  </a:lnTo>
                  <a:lnTo>
                    <a:pt x="0" y="12"/>
                  </a:lnTo>
                  <a:lnTo>
                    <a:pt x="19" y="112"/>
                  </a:lnTo>
                  <a:lnTo>
                    <a:pt x="50" y="106"/>
                  </a:lnTo>
                  <a:lnTo>
                    <a:pt x="80" y="100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42" name=""/>
            <p:cNvSpPr/>
            <p:nvPr/>
          </p:nvSpPr>
          <p:spPr>
            <a:xfrm rot="0">
              <a:off x="1109" y="3217"/>
              <a:ext cx="26" cy="38"/>
            </a:xfrm>
            <a:custGeom>
              <a:avLst/>
              <a:ahLst/>
              <a:rect l="0" t="0" r="r" b="b"/>
              <a:pathLst>
                <a:path w="80" h="112">
                  <a:moveTo>
                    <a:pt x="60" y="0"/>
                  </a:moveTo>
                  <a:lnTo>
                    <a:pt x="30" y="6"/>
                  </a:lnTo>
                  <a:lnTo>
                    <a:pt x="0" y="12"/>
                  </a:lnTo>
                  <a:lnTo>
                    <a:pt x="19" y="112"/>
                  </a:lnTo>
                  <a:lnTo>
                    <a:pt x="50" y="106"/>
                  </a:lnTo>
                  <a:lnTo>
                    <a:pt x="80" y="100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43" name=""/>
            <p:cNvSpPr/>
            <p:nvPr/>
          </p:nvSpPr>
          <p:spPr>
            <a:xfrm rot="0">
              <a:off x="1115" y="3253"/>
              <a:ext cx="10" cy="2"/>
            </a:xfrm>
            <a:custGeom>
              <a:avLst/>
              <a:ahLst/>
              <a:rect l="0" t="0" r="r" b="b"/>
              <a:pathLst>
                <a:path w="31" h="8">
                  <a:moveTo>
                    <a:pt x="31" y="0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44" name=""/>
            <p:cNvSpPr/>
            <p:nvPr/>
          </p:nvSpPr>
          <p:spPr>
            <a:xfrm rot="0">
              <a:off x="1115" y="32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45" name=""/>
            <p:cNvSpPr/>
            <p:nvPr/>
          </p:nvSpPr>
          <p:spPr>
            <a:xfrm rot="0">
              <a:off x="1115" y="3250"/>
              <a:ext cx="28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61" y="0"/>
                  </a:moveTo>
                  <a:lnTo>
                    <a:pt x="31" y="7"/>
                  </a:lnTo>
                  <a:lnTo>
                    <a:pt x="0" y="15"/>
                  </a:lnTo>
                  <a:lnTo>
                    <a:pt x="25" y="114"/>
                  </a:lnTo>
                  <a:lnTo>
                    <a:pt x="55" y="106"/>
                  </a:lnTo>
                  <a:lnTo>
                    <a:pt x="85" y="99"/>
                  </a:lnTo>
                  <a:lnTo>
                    <a:pt x="6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46" name=""/>
            <p:cNvSpPr/>
            <p:nvPr/>
          </p:nvSpPr>
          <p:spPr>
            <a:xfrm rot="0">
              <a:off x="1115" y="3250"/>
              <a:ext cx="28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61" y="0"/>
                  </a:moveTo>
                  <a:lnTo>
                    <a:pt x="31" y="7"/>
                  </a:lnTo>
                  <a:lnTo>
                    <a:pt x="0" y="15"/>
                  </a:lnTo>
                  <a:lnTo>
                    <a:pt x="25" y="114"/>
                  </a:lnTo>
                  <a:lnTo>
                    <a:pt x="55" y="106"/>
                  </a:lnTo>
                  <a:lnTo>
                    <a:pt x="85" y="99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47" name=""/>
            <p:cNvSpPr/>
            <p:nvPr/>
          </p:nvSpPr>
          <p:spPr>
            <a:xfrm rot="0">
              <a:off x="1123" y="3286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30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48" name=""/>
            <p:cNvSpPr/>
            <p:nvPr/>
          </p:nvSpPr>
          <p:spPr>
            <a:xfrm rot="0">
              <a:off x="1123" y="32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49" name=""/>
            <p:cNvSpPr/>
            <p:nvPr/>
          </p:nvSpPr>
          <p:spPr>
            <a:xfrm rot="0">
              <a:off x="1123" y="3283"/>
              <a:ext cx="30" cy="39"/>
            </a:xfrm>
            <a:custGeom>
              <a:avLst/>
              <a:ahLst/>
              <a:rect l="0" t="0" r="r" b="b"/>
              <a:pathLst>
                <a:path w="88" h="116">
                  <a:moveTo>
                    <a:pt x="60" y="0"/>
                  </a:moveTo>
                  <a:lnTo>
                    <a:pt x="30" y="8"/>
                  </a:lnTo>
                  <a:lnTo>
                    <a:pt x="0" y="17"/>
                  </a:lnTo>
                  <a:lnTo>
                    <a:pt x="27" y="116"/>
                  </a:lnTo>
                  <a:lnTo>
                    <a:pt x="57" y="107"/>
                  </a:lnTo>
                  <a:lnTo>
                    <a:pt x="88" y="99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50" name=""/>
            <p:cNvSpPr/>
            <p:nvPr/>
          </p:nvSpPr>
          <p:spPr>
            <a:xfrm rot="0">
              <a:off x="1123" y="3283"/>
              <a:ext cx="30" cy="39"/>
            </a:xfrm>
            <a:custGeom>
              <a:avLst/>
              <a:ahLst/>
              <a:rect l="0" t="0" r="r" b="b"/>
              <a:pathLst>
                <a:path w="88" h="116">
                  <a:moveTo>
                    <a:pt x="60" y="0"/>
                  </a:moveTo>
                  <a:lnTo>
                    <a:pt x="30" y="8"/>
                  </a:lnTo>
                  <a:lnTo>
                    <a:pt x="0" y="17"/>
                  </a:lnTo>
                  <a:lnTo>
                    <a:pt x="27" y="116"/>
                  </a:lnTo>
                  <a:lnTo>
                    <a:pt x="57" y="107"/>
                  </a:lnTo>
                  <a:lnTo>
                    <a:pt x="88" y="99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51" name=""/>
            <p:cNvSpPr/>
            <p:nvPr/>
          </p:nvSpPr>
          <p:spPr>
            <a:xfrm rot="0">
              <a:off x="1132" y="3319"/>
              <a:ext cx="10" cy="3"/>
            </a:xfrm>
            <a:custGeom>
              <a:avLst/>
              <a:ahLst/>
              <a:rect l="0" t="0" r="r" b="b"/>
              <a:pathLst>
                <a:path w="30" h="10">
                  <a:moveTo>
                    <a:pt x="30" y="0"/>
                  </a:moveTo>
                  <a:lnTo>
                    <a:pt x="0" y="9"/>
                  </a:lnTo>
                  <a:lnTo>
                    <a:pt x="2" y="1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52" name=""/>
            <p:cNvSpPr/>
            <p:nvPr/>
          </p:nvSpPr>
          <p:spPr>
            <a:xfrm rot="0">
              <a:off x="1132" y="33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53" name=""/>
            <p:cNvSpPr/>
            <p:nvPr/>
          </p:nvSpPr>
          <p:spPr>
            <a:xfrm rot="0">
              <a:off x="1133" y="3315"/>
              <a:ext cx="30" cy="39"/>
            </a:xfrm>
            <a:custGeom>
              <a:avLst/>
              <a:ahLst/>
              <a:rect l="0" t="0" r="r" b="b"/>
              <a:pathLst>
                <a:path w="89" h="116">
                  <a:moveTo>
                    <a:pt x="57" y="0"/>
                  </a:moveTo>
                  <a:lnTo>
                    <a:pt x="28" y="10"/>
                  </a:lnTo>
                  <a:lnTo>
                    <a:pt x="0" y="20"/>
                  </a:lnTo>
                  <a:lnTo>
                    <a:pt x="31" y="116"/>
                  </a:lnTo>
                  <a:lnTo>
                    <a:pt x="60" y="107"/>
                  </a:lnTo>
                  <a:lnTo>
                    <a:pt x="89" y="97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54" name=""/>
            <p:cNvSpPr/>
            <p:nvPr/>
          </p:nvSpPr>
          <p:spPr>
            <a:xfrm rot="0">
              <a:off x="1133" y="3315"/>
              <a:ext cx="30" cy="39"/>
            </a:xfrm>
            <a:custGeom>
              <a:avLst/>
              <a:ahLst/>
              <a:rect l="0" t="0" r="r" b="b"/>
              <a:pathLst>
                <a:path w="89" h="116">
                  <a:moveTo>
                    <a:pt x="57" y="0"/>
                  </a:moveTo>
                  <a:lnTo>
                    <a:pt x="28" y="10"/>
                  </a:lnTo>
                  <a:lnTo>
                    <a:pt x="0" y="20"/>
                  </a:lnTo>
                  <a:lnTo>
                    <a:pt x="31" y="116"/>
                  </a:lnTo>
                  <a:lnTo>
                    <a:pt x="60" y="107"/>
                  </a:lnTo>
                  <a:lnTo>
                    <a:pt x="89" y="97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55" name=""/>
            <p:cNvSpPr/>
            <p:nvPr/>
          </p:nvSpPr>
          <p:spPr>
            <a:xfrm rot="0">
              <a:off x="1143" y="3351"/>
              <a:ext cx="10" cy="3"/>
            </a:xfrm>
            <a:custGeom>
              <a:avLst/>
              <a:ahLst/>
              <a:rect l="0" t="0" r="r" b="b"/>
              <a:pathLst>
                <a:path w="29" h="10">
                  <a:moveTo>
                    <a:pt x="29" y="0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56" name=""/>
            <p:cNvSpPr/>
            <p:nvPr/>
          </p:nvSpPr>
          <p:spPr>
            <a:xfrm rot="0">
              <a:off x="1143" y="3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57" name=""/>
            <p:cNvSpPr/>
            <p:nvPr/>
          </p:nvSpPr>
          <p:spPr>
            <a:xfrm rot="0">
              <a:off x="1143" y="3347"/>
              <a:ext cx="32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58" y="0"/>
                  </a:moveTo>
                  <a:lnTo>
                    <a:pt x="29" y="11"/>
                  </a:lnTo>
                  <a:lnTo>
                    <a:pt x="0" y="21"/>
                  </a:lnTo>
                  <a:lnTo>
                    <a:pt x="36" y="117"/>
                  </a:lnTo>
                  <a:lnTo>
                    <a:pt x="65" y="106"/>
                  </a:lnTo>
                  <a:lnTo>
                    <a:pt x="94" y="95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58" name=""/>
            <p:cNvSpPr/>
            <p:nvPr/>
          </p:nvSpPr>
          <p:spPr>
            <a:xfrm rot="0">
              <a:off x="1143" y="3347"/>
              <a:ext cx="32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58" y="0"/>
                  </a:moveTo>
                  <a:lnTo>
                    <a:pt x="29" y="11"/>
                  </a:lnTo>
                  <a:lnTo>
                    <a:pt x="0" y="21"/>
                  </a:lnTo>
                  <a:lnTo>
                    <a:pt x="36" y="117"/>
                  </a:lnTo>
                  <a:lnTo>
                    <a:pt x="65" y="106"/>
                  </a:lnTo>
                  <a:lnTo>
                    <a:pt x="94" y="95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59" name=""/>
            <p:cNvSpPr/>
            <p:nvPr/>
          </p:nvSpPr>
          <p:spPr>
            <a:xfrm rot="0">
              <a:off x="1155" y="3383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60" name=""/>
            <p:cNvSpPr/>
            <p:nvPr/>
          </p:nvSpPr>
          <p:spPr>
            <a:xfrm rot="0">
              <a:off x="1155" y="33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61" name=""/>
            <p:cNvSpPr/>
            <p:nvPr/>
          </p:nvSpPr>
          <p:spPr>
            <a:xfrm rot="0">
              <a:off x="1156" y="3379"/>
              <a:ext cx="31" cy="39"/>
            </a:xfrm>
            <a:custGeom>
              <a:avLst/>
              <a:ahLst/>
              <a:rect l="0" t="0" r="r" b="b"/>
              <a:pathLst>
                <a:path w="95" h="118">
                  <a:moveTo>
                    <a:pt x="56" y="0"/>
                  </a:moveTo>
                  <a:lnTo>
                    <a:pt x="28" y="12"/>
                  </a:lnTo>
                  <a:lnTo>
                    <a:pt x="0" y="24"/>
                  </a:lnTo>
                  <a:lnTo>
                    <a:pt x="40" y="118"/>
                  </a:lnTo>
                  <a:lnTo>
                    <a:pt x="68" y="106"/>
                  </a:lnTo>
                  <a:lnTo>
                    <a:pt x="95" y="94"/>
                  </a:lnTo>
                  <a:lnTo>
                    <a:pt x="5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62" name=""/>
            <p:cNvSpPr/>
            <p:nvPr/>
          </p:nvSpPr>
          <p:spPr>
            <a:xfrm rot="0">
              <a:off x="1156" y="3379"/>
              <a:ext cx="31" cy="39"/>
            </a:xfrm>
            <a:custGeom>
              <a:avLst/>
              <a:ahLst/>
              <a:rect l="0" t="0" r="r" b="b"/>
              <a:pathLst>
                <a:path w="95" h="118">
                  <a:moveTo>
                    <a:pt x="56" y="0"/>
                  </a:moveTo>
                  <a:lnTo>
                    <a:pt x="28" y="12"/>
                  </a:lnTo>
                  <a:lnTo>
                    <a:pt x="0" y="24"/>
                  </a:lnTo>
                  <a:lnTo>
                    <a:pt x="40" y="118"/>
                  </a:lnTo>
                  <a:lnTo>
                    <a:pt x="68" y="106"/>
                  </a:lnTo>
                  <a:lnTo>
                    <a:pt x="95" y="94"/>
                  </a:lnTo>
                  <a:lnTo>
                    <a:pt x="5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63" name=""/>
            <p:cNvSpPr/>
            <p:nvPr/>
          </p:nvSpPr>
          <p:spPr>
            <a:xfrm rot="0">
              <a:off x="1169" y="3414"/>
              <a:ext cx="9" cy="4"/>
            </a:xfrm>
            <a:custGeom>
              <a:avLst/>
              <a:ahLst/>
              <a:rect l="0" t="0" r="r" b="b"/>
              <a:pathLst>
                <a:path w="28" h="13">
                  <a:moveTo>
                    <a:pt x="28" y="0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64" name=""/>
            <p:cNvSpPr/>
            <p:nvPr/>
          </p:nvSpPr>
          <p:spPr>
            <a:xfrm rot="0">
              <a:off x="1169" y="3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65" name=""/>
            <p:cNvSpPr/>
            <p:nvPr/>
          </p:nvSpPr>
          <p:spPr>
            <a:xfrm rot="0">
              <a:off x="1169" y="3409"/>
              <a:ext cx="33" cy="40"/>
            </a:xfrm>
            <a:custGeom>
              <a:avLst/>
              <a:ahLst/>
              <a:rect l="0" t="0" r="r" b="b"/>
              <a:pathLst>
                <a:path w="100" h="119">
                  <a:moveTo>
                    <a:pt x="55" y="0"/>
                  </a:moveTo>
                  <a:lnTo>
                    <a:pt x="28" y="14"/>
                  </a:lnTo>
                  <a:lnTo>
                    <a:pt x="0" y="27"/>
                  </a:lnTo>
                  <a:lnTo>
                    <a:pt x="45" y="119"/>
                  </a:lnTo>
                  <a:lnTo>
                    <a:pt x="72" y="105"/>
                  </a:lnTo>
                  <a:lnTo>
                    <a:pt x="100" y="92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66" name=""/>
            <p:cNvSpPr/>
            <p:nvPr/>
          </p:nvSpPr>
          <p:spPr>
            <a:xfrm rot="0">
              <a:off x="1169" y="3409"/>
              <a:ext cx="33" cy="40"/>
            </a:xfrm>
            <a:custGeom>
              <a:avLst/>
              <a:ahLst/>
              <a:rect l="0" t="0" r="r" b="b"/>
              <a:pathLst>
                <a:path w="100" h="119">
                  <a:moveTo>
                    <a:pt x="55" y="0"/>
                  </a:moveTo>
                  <a:lnTo>
                    <a:pt x="28" y="14"/>
                  </a:lnTo>
                  <a:lnTo>
                    <a:pt x="0" y="27"/>
                  </a:lnTo>
                  <a:lnTo>
                    <a:pt x="45" y="119"/>
                  </a:lnTo>
                  <a:lnTo>
                    <a:pt x="72" y="105"/>
                  </a:lnTo>
                  <a:lnTo>
                    <a:pt x="100" y="92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67" name=""/>
            <p:cNvSpPr/>
            <p:nvPr/>
          </p:nvSpPr>
          <p:spPr>
            <a:xfrm rot="0">
              <a:off x="1184" y="3444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27" y="0"/>
                  </a:moveTo>
                  <a:lnTo>
                    <a:pt x="0" y="14"/>
                  </a:lnTo>
                  <a:lnTo>
                    <a:pt x="0" y="15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68" name=""/>
            <p:cNvSpPr/>
            <p:nvPr/>
          </p:nvSpPr>
          <p:spPr>
            <a:xfrm rot="0">
              <a:off x="1184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69" name=""/>
            <p:cNvSpPr/>
            <p:nvPr/>
          </p:nvSpPr>
          <p:spPr>
            <a:xfrm rot="0">
              <a:off x="1184" y="3440"/>
              <a:ext cx="34" cy="39"/>
            </a:xfrm>
            <a:custGeom>
              <a:avLst/>
              <a:ahLst/>
              <a:rect l="0" t="0" r="r" b="b"/>
              <a:pathLst>
                <a:path w="102" h="119">
                  <a:moveTo>
                    <a:pt x="55" y="0"/>
                  </a:moveTo>
                  <a:lnTo>
                    <a:pt x="27" y="14"/>
                  </a:lnTo>
                  <a:lnTo>
                    <a:pt x="0" y="29"/>
                  </a:lnTo>
                  <a:lnTo>
                    <a:pt x="47" y="119"/>
                  </a:lnTo>
                  <a:lnTo>
                    <a:pt x="74" y="105"/>
                  </a:lnTo>
                  <a:lnTo>
                    <a:pt x="102" y="90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70" name=""/>
            <p:cNvSpPr/>
            <p:nvPr/>
          </p:nvSpPr>
          <p:spPr>
            <a:xfrm rot="0">
              <a:off x="1184" y="3440"/>
              <a:ext cx="34" cy="39"/>
            </a:xfrm>
            <a:custGeom>
              <a:avLst/>
              <a:ahLst/>
              <a:rect l="0" t="0" r="r" b="b"/>
              <a:pathLst>
                <a:path w="102" h="119">
                  <a:moveTo>
                    <a:pt x="55" y="0"/>
                  </a:moveTo>
                  <a:lnTo>
                    <a:pt x="27" y="14"/>
                  </a:lnTo>
                  <a:lnTo>
                    <a:pt x="0" y="29"/>
                  </a:lnTo>
                  <a:lnTo>
                    <a:pt x="47" y="119"/>
                  </a:lnTo>
                  <a:lnTo>
                    <a:pt x="74" y="105"/>
                  </a:lnTo>
                  <a:lnTo>
                    <a:pt x="102" y="90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7" name=""/>
          <p:cNvGrpSpPr/>
          <p:nvPr/>
        </p:nvGrpSpPr>
        <p:grpSpPr>
          <a:xfrm rot="0">
            <a:off x="1905000" y="5507037"/>
            <a:ext cx="2243137" cy="676275"/>
            <a:chOff x="1200" y="3469"/>
            <a:chExt cx="1413" cy="426"/>
          </a:xfrm>
        </p:grpSpPr>
        <p:sp>
          <p:nvSpPr>
            <p:cNvPr id="1085471" name=""/>
            <p:cNvSpPr/>
            <p:nvPr/>
          </p:nvSpPr>
          <p:spPr>
            <a:xfrm rot="0">
              <a:off x="1200" y="3475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27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72" name=""/>
            <p:cNvSpPr/>
            <p:nvPr/>
          </p:nvSpPr>
          <p:spPr>
            <a:xfrm rot="0">
              <a:off x="1200" y="3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73" name=""/>
            <p:cNvSpPr/>
            <p:nvPr/>
          </p:nvSpPr>
          <p:spPr>
            <a:xfrm rot="0">
              <a:off x="1200" y="34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53" y="0"/>
                  </a:moveTo>
                  <a:lnTo>
                    <a:pt x="26" y="16"/>
                  </a:lnTo>
                  <a:lnTo>
                    <a:pt x="0" y="31"/>
                  </a:lnTo>
                  <a:lnTo>
                    <a:pt x="52" y="118"/>
                  </a:lnTo>
                  <a:lnTo>
                    <a:pt x="78" y="103"/>
                  </a:lnTo>
                  <a:lnTo>
                    <a:pt x="105" y="87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74" name=""/>
            <p:cNvSpPr/>
            <p:nvPr/>
          </p:nvSpPr>
          <p:spPr>
            <a:xfrm rot="0">
              <a:off x="1200" y="34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53" y="0"/>
                  </a:moveTo>
                  <a:lnTo>
                    <a:pt x="26" y="16"/>
                  </a:lnTo>
                  <a:lnTo>
                    <a:pt x="0" y="31"/>
                  </a:lnTo>
                  <a:lnTo>
                    <a:pt x="52" y="118"/>
                  </a:lnTo>
                  <a:lnTo>
                    <a:pt x="78" y="103"/>
                  </a:lnTo>
                  <a:lnTo>
                    <a:pt x="105" y="87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75" name=""/>
            <p:cNvSpPr/>
            <p:nvPr/>
          </p:nvSpPr>
          <p:spPr>
            <a:xfrm rot="0">
              <a:off x="1217" y="3504"/>
              <a:ext cx="9" cy="5"/>
            </a:xfrm>
            <a:custGeom>
              <a:avLst/>
              <a:ahLst/>
              <a:rect l="0" t="0" r="r" b="b"/>
              <a:pathLst>
                <a:path w="26" h="16">
                  <a:moveTo>
                    <a:pt x="26" y="0"/>
                  </a:moveTo>
                  <a:lnTo>
                    <a:pt x="0" y="15"/>
                  </a:lnTo>
                  <a:lnTo>
                    <a:pt x="1" y="1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76" name=""/>
            <p:cNvSpPr/>
            <p:nvPr/>
          </p:nvSpPr>
          <p:spPr>
            <a:xfrm rot="0">
              <a:off x="1217" y="3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77" name=""/>
            <p:cNvSpPr/>
            <p:nvPr/>
          </p:nvSpPr>
          <p:spPr>
            <a:xfrm rot="0">
              <a:off x="1218" y="3498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50" y="0"/>
                  </a:moveTo>
                  <a:lnTo>
                    <a:pt x="25" y="17"/>
                  </a:lnTo>
                  <a:lnTo>
                    <a:pt x="0" y="33"/>
                  </a:lnTo>
                  <a:lnTo>
                    <a:pt x="55" y="119"/>
                  </a:lnTo>
                  <a:lnTo>
                    <a:pt x="81" y="102"/>
                  </a:lnTo>
                  <a:lnTo>
                    <a:pt x="106" y="85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78" name=""/>
            <p:cNvSpPr/>
            <p:nvPr/>
          </p:nvSpPr>
          <p:spPr>
            <a:xfrm rot="0">
              <a:off x="1218" y="3498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50" y="0"/>
                  </a:moveTo>
                  <a:lnTo>
                    <a:pt x="25" y="17"/>
                  </a:lnTo>
                  <a:lnTo>
                    <a:pt x="0" y="33"/>
                  </a:lnTo>
                  <a:lnTo>
                    <a:pt x="55" y="119"/>
                  </a:lnTo>
                  <a:lnTo>
                    <a:pt x="81" y="102"/>
                  </a:lnTo>
                  <a:lnTo>
                    <a:pt x="106" y="85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79" name=""/>
            <p:cNvSpPr/>
            <p:nvPr/>
          </p:nvSpPr>
          <p:spPr>
            <a:xfrm rot="0">
              <a:off x="1236" y="3532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26" y="0"/>
                  </a:moveTo>
                  <a:lnTo>
                    <a:pt x="0" y="17"/>
                  </a:lnTo>
                  <a:lnTo>
                    <a:pt x="0" y="1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80" name=""/>
            <p:cNvSpPr/>
            <p:nvPr/>
          </p:nvSpPr>
          <p:spPr>
            <a:xfrm rot="0">
              <a:off x="1236" y="35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81" name=""/>
            <p:cNvSpPr/>
            <p:nvPr/>
          </p:nvSpPr>
          <p:spPr>
            <a:xfrm rot="0">
              <a:off x="1236" y="3526"/>
              <a:ext cx="36" cy="40"/>
            </a:xfrm>
            <a:custGeom>
              <a:avLst/>
              <a:ahLst/>
              <a:rect l="0" t="0" r="r" b="b"/>
              <a:pathLst>
                <a:path w="109" h="119">
                  <a:moveTo>
                    <a:pt x="51" y="0"/>
                  </a:moveTo>
                  <a:lnTo>
                    <a:pt x="26" y="18"/>
                  </a:lnTo>
                  <a:lnTo>
                    <a:pt x="0" y="36"/>
                  </a:lnTo>
                  <a:lnTo>
                    <a:pt x="58" y="119"/>
                  </a:lnTo>
                  <a:lnTo>
                    <a:pt x="83" y="101"/>
                  </a:lnTo>
                  <a:lnTo>
                    <a:pt x="109" y="83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82" name=""/>
            <p:cNvSpPr/>
            <p:nvPr/>
          </p:nvSpPr>
          <p:spPr>
            <a:xfrm rot="0">
              <a:off x="1236" y="3526"/>
              <a:ext cx="36" cy="40"/>
            </a:xfrm>
            <a:custGeom>
              <a:avLst/>
              <a:ahLst/>
              <a:rect l="0" t="0" r="r" b="b"/>
              <a:pathLst>
                <a:path w="109" h="119">
                  <a:moveTo>
                    <a:pt x="51" y="0"/>
                  </a:moveTo>
                  <a:lnTo>
                    <a:pt x="26" y="18"/>
                  </a:lnTo>
                  <a:lnTo>
                    <a:pt x="0" y="36"/>
                  </a:lnTo>
                  <a:lnTo>
                    <a:pt x="58" y="119"/>
                  </a:lnTo>
                  <a:lnTo>
                    <a:pt x="83" y="101"/>
                  </a:lnTo>
                  <a:lnTo>
                    <a:pt x="109" y="8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83" name=""/>
            <p:cNvSpPr/>
            <p:nvPr/>
          </p:nvSpPr>
          <p:spPr>
            <a:xfrm rot="0">
              <a:off x="1255" y="3560"/>
              <a:ext cx="9" cy="6"/>
            </a:xfrm>
            <a:custGeom>
              <a:avLst/>
              <a:ahLst/>
              <a:rect l="0" t="0" r="r" b="b"/>
              <a:pathLst>
                <a:path w="25" h="20">
                  <a:moveTo>
                    <a:pt x="25" y="0"/>
                  </a:moveTo>
                  <a:lnTo>
                    <a:pt x="0" y="18"/>
                  </a:lnTo>
                  <a:lnTo>
                    <a:pt x="1" y="2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84" name=""/>
            <p:cNvSpPr/>
            <p:nvPr/>
          </p:nvSpPr>
          <p:spPr>
            <a:xfrm rot="0">
              <a:off x="1255" y="35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85" name=""/>
            <p:cNvSpPr/>
            <p:nvPr/>
          </p:nvSpPr>
          <p:spPr>
            <a:xfrm rot="0">
              <a:off x="1256" y="3553"/>
              <a:ext cx="37" cy="40"/>
            </a:xfrm>
            <a:custGeom>
              <a:avLst/>
              <a:ahLst/>
              <a:rect l="0" t="0" r="r" b="b"/>
              <a:pathLst>
                <a:path w="111" h="119">
                  <a:moveTo>
                    <a:pt x="48" y="0"/>
                  </a:moveTo>
                  <a:lnTo>
                    <a:pt x="24" y="19"/>
                  </a:lnTo>
                  <a:lnTo>
                    <a:pt x="0" y="39"/>
                  </a:lnTo>
                  <a:lnTo>
                    <a:pt x="63" y="119"/>
                  </a:lnTo>
                  <a:lnTo>
                    <a:pt x="87" y="100"/>
                  </a:lnTo>
                  <a:lnTo>
                    <a:pt x="111" y="81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86" name=""/>
            <p:cNvSpPr/>
            <p:nvPr/>
          </p:nvSpPr>
          <p:spPr>
            <a:xfrm rot="0">
              <a:off x="1256" y="3553"/>
              <a:ext cx="37" cy="40"/>
            </a:xfrm>
            <a:custGeom>
              <a:avLst/>
              <a:ahLst/>
              <a:rect l="0" t="0" r="r" b="b"/>
              <a:pathLst>
                <a:path w="111" h="119">
                  <a:moveTo>
                    <a:pt x="48" y="0"/>
                  </a:moveTo>
                  <a:lnTo>
                    <a:pt x="24" y="19"/>
                  </a:lnTo>
                  <a:lnTo>
                    <a:pt x="0" y="39"/>
                  </a:lnTo>
                  <a:lnTo>
                    <a:pt x="63" y="119"/>
                  </a:lnTo>
                  <a:lnTo>
                    <a:pt x="87" y="100"/>
                  </a:lnTo>
                  <a:lnTo>
                    <a:pt x="111" y="81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87" name=""/>
            <p:cNvSpPr/>
            <p:nvPr/>
          </p:nvSpPr>
          <p:spPr>
            <a:xfrm rot="0">
              <a:off x="1277" y="3587"/>
              <a:ext cx="8" cy="6"/>
            </a:xfrm>
            <a:custGeom>
              <a:avLst/>
              <a:ahLst/>
              <a:rect l="0" t="0" r="r" b="b"/>
              <a:pathLst>
                <a:path w="24" h="19">
                  <a:moveTo>
                    <a:pt x="24" y="0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88" name=""/>
            <p:cNvSpPr/>
            <p:nvPr/>
          </p:nvSpPr>
          <p:spPr>
            <a:xfrm rot="0">
              <a:off x="1277" y="35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89" name=""/>
            <p:cNvSpPr/>
            <p:nvPr/>
          </p:nvSpPr>
          <p:spPr>
            <a:xfrm rot="0">
              <a:off x="1277" y="3580"/>
              <a:ext cx="37" cy="39"/>
            </a:xfrm>
            <a:custGeom>
              <a:avLst/>
              <a:ahLst/>
              <a:rect l="0" t="0" r="r" b="b"/>
              <a:pathLst>
                <a:path w="113" h="117">
                  <a:moveTo>
                    <a:pt x="48" y="0"/>
                  </a:moveTo>
                  <a:lnTo>
                    <a:pt x="24" y="19"/>
                  </a:lnTo>
                  <a:lnTo>
                    <a:pt x="0" y="38"/>
                  </a:lnTo>
                  <a:lnTo>
                    <a:pt x="65" y="117"/>
                  </a:lnTo>
                  <a:lnTo>
                    <a:pt x="89" y="97"/>
                  </a:lnTo>
                  <a:lnTo>
                    <a:pt x="113" y="78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90" name=""/>
            <p:cNvSpPr/>
            <p:nvPr/>
          </p:nvSpPr>
          <p:spPr>
            <a:xfrm rot="0">
              <a:off x="1277" y="3580"/>
              <a:ext cx="37" cy="39"/>
            </a:xfrm>
            <a:custGeom>
              <a:avLst/>
              <a:ahLst/>
              <a:rect l="0" t="0" r="r" b="b"/>
              <a:pathLst>
                <a:path w="113" h="117">
                  <a:moveTo>
                    <a:pt x="48" y="0"/>
                  </a:moveTo>
                  <a:lnTo>
                    <a:pt x="24" y="19"/>
                  </a:lnTo>
                  <a:lnTo>
                    <a:pt x="0" y="38"/>
                  </a:lnTo>
                  <a:lnTo>
                    <a:pt x="65" y="117"/>
                  </a:lnTo>
                  <a:lnTo>
                    <a:pt x="89" y="97"/>
                  </a:lnTo>
                  <a:lnTo>
                    <a:pt x="113" y="78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91" name=""/>
            <p:cNvSpPr/>
            <p:nvPr/>
          </p:nvSpPr>
          <p:spPr>
            <a:xfrm rot="0">
              <a:off x="1298" y="3613"/>
              <a:ext cx="8" cy="7"/>
            </a:xfrm>
            <a:custGeom>
              <a:avLst/>
              <a:ahLst/>
              <a:rect l="0" t="0" r="r" b="b"/>
              <a:pathLst>
                <a:path w="24" h="21">
                  <a:moveTo>
                    <a:pt x="24" y="0"/>
                  </a:moveTo>
                  <a:lnTo>
                    <a:pt x="0" y="20"/>
                  </a:lnTo>
                  <a:lnTo>
                    <a:pt x="1" y="21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92" name=""/>
            <p:cNvSpPr/>
            <p:nvPr/>
          </p:nvSpPr>
          <p:spPr>
            <a:xfrm rot="0">
              <a:off x="1298" y="3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93" name=""/>
            <p:cNvSpPr/>
            <p:nvPr/>
          </p:nvSpPr>
          <p:spPr>
            <a:xfrm rot="0">
              <a:off x="1299" y="3606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46" y="0"/>
                  </a:moveTo>
                  <a:lnTo>
                    <a:pt x="23" y="20"/>
                  </a:lnTo>
                  <a:lnTo>
                    <a:pt x="0" y="41"/>
                  </a:lnTo>
                  <a:lnTo>
                    <a:pt x="70" y="116"/>
                  </a:lnTo>
                  <a:lnTo>
                    <a:pt x="93" y="95"/>
                  </a:lnTo>
                  <a:lnTo>
                    <a:pt x="116" y="75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94" name=""/>
            <p:cNvSpPr/>
            <p:nvPr/>
          </p:nvSpPr>
          <p:spPr>
            <a:xfrm rot="0">
              <a:off x="1299" y="3606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46" y="0"/>
                  </a:moveTo>
                  <a:lnTo>
                    <a:pt x="23" y="20"/>
                  </a:lnTo>
                  <a:lnTo>
                    <a:pt x="0" y="41"/>
                  </a:lnTo>
                  <a:lnTo>
                    <a:pt x="70" y="116"/>
                  </a:lnTo>
                  <a:lnTo>
                    <a:pt x="93" y="95"/>
                  </a:lnTo>
                  <a:lnTo>
                    <a:pt x="116" y="75"/>
                  </a:lnTo>
                  <a:lnTo>
                    <a:pt x="4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95" name=""/>
            <p:cNvSpPr/>
            <p:nvPr/>
          </p:nvSpPr>
          <p:spPr>
            <a:xfrm rot="0">
              <a:off x="1322" y="3638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23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96" name=""/>
            <p:cNvSpPr/>
            <p:nvPr/>
          </p:nvSpPr>
          <p:spPr>
            <a:xfrm rot="0">
              <a:off x="1322" y="36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97" name=""/>
            <p:cNvSpPr/>
            <p:nvPr/>
          </p:nvSpPr>
          <p:spPr>
            <a:xfrm rot="0">
              <a:off x="1322" y="3630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44" y="0"/>
                  </a:moveTo>
                  <a:lnTo>
                    <a:pt x="22" y="22"/>
                  </a:lnTo>
                  <a:lnTo>
                    <a:pt x="0" y="44"/>
                  </a:lnTo>
                  <a:lnTo>
                    <a:pt x="71" y="116"/>
                  </a:lnTo>
                  <a:lnTo>
                    <a:pt x="93" y="94"/>
                  </a:lnTo>
                  <a:lnTo>
                    <a:pt x="115" y="73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498" name=""/>
            <p:cNvSpPr/>
            <p:nvPr/>
          </p:nvSpPr>
          <p:spPr>
            <a:xfrm rot="0">
              <a:off x="1322" y="3630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44" y="0"/>
                  </a:moveTo>
                  <a:lnTo>
                    <a:pt x="22" y="22"/>
                  </a:lnTo>
                  <a:lnTo>
                    <a:pt x="0" y="44"/>
                  </a:lnTo>
                  <a:lnTo>
                    <a:pt x="71" y="116"/>
                  </a:lnTo>
                  <a:lnTo>
                    <a:pt x="93" y="94"/>
                  </a:lnTo>
                  <a:lnTo>
                    <a:pt x="115" y="7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499" name=""/>
            <p:cNvSpPr/>
            <p:nvPr/>
          </p:nvSpPr>
          <p:spPr>
            <a:xfrm rot="0">
              <a:off x="1346" y="3662"/>
              <a:ext cx="7" cy="7"/>
            </a:xfrm>
            <a:custGeom>
              <a:avLst/>
              <a:ahLst/>
              <a:rect l="0" t="0" r="r" b="b"/>
              <a:pathLst>
                <a:path w="22" h="23">
                  <a:moveTo>
                    <a:pt x="22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00" name=""/>
            <p:cNvSpPr/>
            <p:nvPr/>
          </p:nvSpPr>
          <p:spPr>
            <a:xfrm rot="0">
              <a:off x="1346" y="3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01" name=""/>
            <p:cNvSpPr/>
            <p:nvPr/>
          </p:nvSpPr>
          <p:spPr>
            <a:xfrm rot="0">
              <a:off x="1347" y="3654"/>
              <a:ext cx="38" cy="38"/>
            </a:xfrm>
            <a:custGeom>
              <a:avLst/>
              <a:ahLst/>
              <a:rect l="0" t="0" r="r" b="b"/>
              <a:pathLst>
                <a:path w="115" h="115">
                  <a:moveTo>
                    <a:pt x="41" y="0"/>
                  </a:moveTo>
                  <a:lnTo>
                    <a:pt x="20" y="23"/>
                  </a:lnTo>
                  <a:lnTo>
                    <a:pt x="0" y="46"/>
                  </a:lnTo>
                  <a:lnTo>
                    <a:pt x="74" y="115"/>
                  </a:lnTo>
                  <a:lnTo>
                    <a:pt x="95" y="92"/>
                  </a:lnTo>
                  <a:lnTo>
                    <a:pt x="115" y="69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02" name=""/>
            <p:cNvSpPr/>
            <p:nvPr/>
          </p:nvSpPr>
          <p:spPr>
            <a:xfrm rot="0">
              <a:off x="1347" y="3654"/>
              <a:ext cx="38" cy="38"/>
            </a:xfrm>
            <a:custGeom>
              <a:avLst/>
              <a:ahLst/>
              <a:rect l="0" t="0" r="r" b="b"/>
              <a:pathLst>
                <a:path w="115" h="115">
                  <a:moveTo>
                    <a:pt x="41" y="0"/>
                  </a:moveTo>
                  <a:lnTo>
                    <a:pt x="20" y="23"/>
                  </a:lnTo>
                  <a:lnTo>
                    <a:pt x="0" y="46"/>
                  </a:lnTo>
                  <a:lnTo>
                    <a:pt x="74" y="115"/>
                  </a:lnTo>
                  <a:lnTo>
                    <a:pt x="95" y="92"/>
                  </a:lnTo>
                  <a:lnTo>
                    <a:pt x="115" y="69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03" name=""/>
            <p:cNvSpPr/>
            <p:nvPr/>
          </p:nvSpPr>
          <p:spPr>
            <a:xfrm rot="0">
              <a:off x="1371" y="3685"/>
              <a:ext cx="7" cy="7"/>
            </a:xfrm>
            <a:custGeom>
              <a:avLst/>
              <a:ahLst/>
              <a:rect l="0" t="0" r="r" b="b"/>
              <a:pathLst>
                <a:path w="21" h="23">
                  <a:moveTo>
                    <a:pt x="21" y="0"/>
                  </a:moveTo>
                  <a:lnTo>
                    <a:pt x="0" y="23"/>
                  </a:lnTo>
                  <a:lnTo>
                    <a:pt x="2" y="23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04" name=""/>
            <p:cNvSpPr/>
            <p:nvPr/>
          </p:nvSpPr>
          <p:spPr>
            <a:xfrm rot="0">
              <a:off x="1371" y="36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05" name=""/>
            <p:cNvSpPr/>
            <p:nvPr/>
          </p:nvSpPr>
          <p:spPr>
            <a:xfrm rot="0">
              <a:off x="1372" y="3677"/>
              <a:ext cx="39" cy="37"/>
            </a:xfrm>
            <a:custGeom>
              <a:avLst/>
              <a:ahLst/>
              <a:rect l="0" t="0" r="r" b="b"/>
              <a:pathLst>
                <a:path w="116" h="112">
                  <a:moveTo>
                    <a:pt x="38" y="0"/>
                  </a:moveTo>
                  <a:lnTo>
                    <a:pt x="19" y="23"/>
                  </a:lnTo>
                  <a:lnTo>
                    <a:pt x="0" y="46"/>
                  </a:lnTo>
                  <a:lnTo>
                    <a:pt x="78" y="112"/>
                  </a:lnTo>
                  <a:lnTo>
                    <a:pt x="97" y="89"/>
                  </a:lnTo>
                  <a:lnTo>
                    <a:pt x="116" y="66"/>
                  </a:lnTo>
                  <a:lnTo>
                    <a:pt x="3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06" name=""/>
            <p:cNvSpPr/>
            <p:nvPr/>
          </p:nvSpPr>
          <p:spPr>
            <a:xfrm rot="0">
              <a:off x="1372" y="3677"/>
              <a:ext cx="39" cy="37"/>
            </a:xfrm>
            <a:custGeom>
              <a:avLst/>
              <a:ahLst/>
              <a:rect l="0" t="0" r="r" b="b"/>
              <a:pathLst>
                <a:path w="116" h="112">
                  <a:moveTo>
                    <a:pt x="38" y="0"/>
                  </a:moveTo>
                  <a:lnTo>
                    <a:pt x="19" y="23"/>
                  </a:lnTo>
                  <a:lnTo>
                    <a:pt x="0" y="46"/>
                  </a:lnTo>
                  <a:lnTo>
                    <a:pt x="78" y="112"/>
                  </a:lnTo>
                  <a:lnTo>
                    <a:pt x="97" y="89"/>
                  </a:lnTo>
                  <a:lnTo>
                    <a:pt x="116" y="66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07" name=""/>
            <p:cNvSpPr/>
            <p:nvPr/>
          </p:nvSpPr>
          <p:spPr>
            <a:xfrm rot="0">
              <a:off x="1398" y="3707"/>
              <a:ext cx="6" cy="8"/>
            </a:xfrm>
            <a:custGeom>
              <a:avLst/>
              <a:ahLst/>
              <a:rect l="0" t="0" r="r" b="b"/>
              <a:pathLst>
                <a:path w="19" h="24">
                  <a:moveTo>
                    <a:pt x="19" y="0"/>
                  </a:moveTo>
                  <a:lnTo>
                    <a:pt x="0" y="23"/>
                  </a:lnTo>
                  <a:lnTo>
                    <a:pt x="1" y="24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08" name=""/>
            <p:cNvSpPr/>
            <p:nvPr/>
          </p:nvSpPr>
          <p:spPr>
            <a:xfrm rot="0">
              <a:off x="1398" y="3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09" name=""/>
            <p:cNvSpPr/>
            <p:nvPr/>
          </p:nvSpPr>
          <p:spPr>
            <a:xfrm rot="0">
              <a:off x="1398" y="3699"/>
              <a:ext cx="39" cy="36"/>
            </a:xfrm>
            <a:custGeom>
              <a:avLst/>
              <a:ahLst/>
              <a:rect l="0" t="0" r="r" b="b"/>
              <a:pathLst>
                <a:path w="117" h="110">
                  <a:moveTo>
                    <a:pt x="36" y="0"/>
                  </a:moveTo>
                  <a:lnTo>
                    <a:pt x="18" y="24"/>
                  </a:lnTo>
                  <a:lnTo>
                    <a:pt x="0" y="48"/>
                  </a:lnTo>
                  <a:lnTo>
                    <a:pt x="81" y="110"/>
                  </a:lnTo>
                  <a:lnTo>
                    <a:pt x="99" y="86"/>
                  </a:lnTo>
                  <a:lnTo>
                    <a:pt x="117" y="62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10" name=""/>
            <p:cNvSpPr/>
            <p:nvPr/>
          </p:nvSpPr>
          <p:spPr>
            <a:xfrm rot="0">
              <a:off x="1398" y="3699"/>
              <a:ext cx="39" cy="36"/>
            </a:xfrm>
            <a:custGeom>
              <a:avLst/>
              <a:ahLst/>
              <a:rect l="0" t="0" r="r" b="b"/>
              <a:pathLst>
                <a:path w="117" h="110">
                  <a:moveTo>
                    <a:pt x="36" y="0"/>
                  </a:moveTo>
                  <a:lnTo>
                    <a:pt x="18" y="24"/>
                  </a:lnTo>
                  <a:lnTo>
                    <a:pt x="0" y="48"/>
                  </a:lnTo>
                  <a:lnTo>
                    <a:pt x="81" y="110"/>
                  </a:lnTo>
                  <a:lnTo>
                    <a:pt x="99" y="86"/>
                  </a:lnTo>
                  <a:lnTo>
                    <a:pt x="117" y="62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11" name=""/>
            <p:cNvSpPr/>
            <p:nvPr/>
          </p:nvSpPr>
          <p:spPr>
            <a:xfrm rot="0">
              <a:off x="1425" y="3727"/>
              <a:ext cx="6" cy="9"/>
            </a:xfrm>
            <a:custGeom>
              <a:avLst/>
              <a:ahLst/>
              <a:rect l="0" t="0" r="r" b="b"/>
              <a:pathLst>
                <a:path w="18" h="25">
                  <a:moveTo>
                    <a:pt x="18" y="0"/>
                  </a:moveTo>
                  <a:lnTo>
                    <a:pt x="0" y="24"/>
                  </a:lnTo>
                  <a:lnTo>
                    <a:pt x="0" y="25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12" name=""/>
            <p:cNvSpPr/>
            <p:nvPr/>
          </p:nvSpPr>
          <p:spPr>
            <a:xfrm rot="0">
              <a:off x="1425" y="3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13" name=""/>
            <p:cNvSpPr/>
            <p:nvPr/>
          </p:nvSpPr>
          <p:spPr>
            <a:xfrm rot="0">
              <a:off x="1425" y="3719"/>
              <a:ext cx="40" cy="36"/>
            </a:xfrm>
            <a:custGeom>
              <a:avLst/>
              <a:ahLst/>
              <a:rect l="0" t="0" r="r" b="b"/>
              <a:pathLst>
                <a:path w="119" h="110">
                  <a:moveTo>
                    <a:pt x="36" y="0"/>
                  </a:moveTo>
                  <a:lnTo>
                    <a:pt x="18" y="26"/>
                  </a:lnTo>
                  <a:lnTo>
                    <a:pt x="0" y="51"/>
                  </a:lnTo>
                  <a:lnTo>
                    <a:pt x="83" y="110"/>
                  </a:lnTo>
                  <a:lnTo>
                    <a:pt x="101" y="85"/>
                  </a:lnTo>
                  <a:lnTo>
                    <a:pt x="119" y="6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14" name=""/>
            <p:cNvSpPr/>
            <p:nvPr/>
          </p:nvSpPr>
          <p:spPr>
            <a:xfrm rot="0">
              <a:off x="1425" y="3719"/>
              <a:ext cx="40" cy="36"/>
            </a:xfrm>
            <a:custGeom>
              <a:avLst/>
              <a:ahLst/>
              <a:rect l="0" t="0" r="r" b="b"/>
              <a:pathLst>
                <a:path w="119" h="110">
                  <a:moveTo>
                    <a:pt x="36" y="0"/>
                  </a:moveTo>
                  <a:lnTo>
                    <a:pt x="18" y="26"/>
                  </a:lnTo>
                  <a:lnTo>
                    <a:pt x="0" y="51"/>
                  </a:lnTo>
                  <a:lnTo>
                    <a:pt x="83" y="110"/>
                  </a:lnTo>
                  <a:lnTo>
                    <a:pt x="101" y="85"/>
                  </a:lnTo>
                  <a:lnTo>
                    <a:pt x="119" y="60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15" name=""/>
            <p:cNvSpPr/>
            <p:nvPr/>
          </p:nvSpPr>
          <p:spPr>
            <a:xfrm rot="0">
              <a:off x="1453" y="3747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18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16" name=""/>
            <p:cNvSpPr/>
            <p:nvPr/>
          </p:nvSpPr>
          <p:spPr>
            <a:xfrm rot="0">
              <a:off x="1453" y="37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17" name=""/>
            <p:cNvSpPr/>
            <p:nvPr/>
          </p:nvSpPr>
          <p:spPr>
            <a:xfrm rot="0">
              <a:off x="1453" y="3739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34" y="0"/>
                  </a:moveTo>
                  <a:lnTo>
                    <a:pt x="17" y="25"/>
                  </a:lnTo>
                  <a:lnTo>
                    <a:pt x="0" y="50"/>
                  </a:lnTo>
                  <a:lnTo>
                    <a:pt x="86" y="106"/>
                  </a:lnTo>
                  <a:lnTo>
                    <a:pt x="103" y="80"/>
                  </a:lnTo>
                  <a:lnTo>
                    <a:pt x="120" y="5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18" name=""/>
            <p:cNvSpPr/>
            <p:nvPr/>
          </p:nvSpPr>
          <p:spPr>
            <a:xfrm rot="0">
              <a:off x="1453" y="3739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34" y="0"/>
                  </a:moveTo>
                  <a:lnTo>
                    <a:pt x="17" y="25"/>
                  </a:lnTo>
                  <a:lnTo>
                    <a:pt x="0" y="50"/>
                  </a:lnTo>
                  <a:lnTo>
                    <a:pt x="86" y="106"/>
                  </a:lnTo>
                  <a:lnTo>
                    <a:pt x="103" y="80"/>
                  </a:lnTo>
                  <a:lnTo>
                    <a:pt x="120" y="55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19" name=""/>
            <p:cNvSpPr/>
            <p:nvPr/>
          </p:nvSpPr>
          <p:spPr>
            <a:xfrm rot="0">
              <a:off x="1482" y="3765"/>
              <a:ext cx="6" cy="9"/>
            </a:xfrm>
            <a:custGeom>
              <a:avLst/>
              <a:ahLst/>
              <a:rect l="0" t="0" r="r" b="b"/>
              <a:pathLst>
                <a:path w="17" h="27">
                  <a:moveTo>
                    <a:pt x="17" y="0"/>
                  </a:moveTo>
                  <a:lnTo>
                    <a:pt x="0" y="26"/>
                  </a:lnTo>
                  <a:lnTo>
                    <a:pt x="1" y="27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20" name=""/>
            <p:cNvSpPr/>
            <p:nvPr/>
          </p:nvSpPr>
          <p:spPr>
            <a:xfrm rot="0">
              <a:off x="1482" y="37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21" name=""/>
            <p:cNvSpPr/>
            <p:nvPr/>
          </p:nvSpPr>
          <p:spPr>
            <a:xfrm rot="0">
              <a:off x="1482" y="3757"/>
              <a:ext cx="40" cy="35"/>
            </a:xfrm>
            <a:custGeom>
              <a:avLst/>
              <a:ahLst/>
              <a:rect l="0" t="0" r="r" b="b"/>
              <a:pathLst>
                <a:path w="118" h="105">
                  <a:moveTo>
                    <a:pt x="31" y="0"/>
                  </a:moveTo>
                  <a:lnTo>
                    <a:pt x="16" y="26"/>
                  </a:lnTo>
                  <a:lnTo>
                    <a:pt x="0" y="53"/>
                  </a:lnTo>
                  <a:lnTo>
                    <a:pt x="87" y="105"/>
                  </a:lnTo>
                  <a:lnTo>
                    <a:pt x="102" y="78"/>
                  </a:lnTo>
                  <a:lnTo>
                    <a:pt x="118" y="52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22" name=""/>
            <p:cNvSpPr/>
            <p:nvPr/>
          </p:nvSpPr>
          <p:spPr>
            <a:xfrm rot="0">
              <a:off x="1482" y="3757"/>
              <a:ext cx="40" cy="35"/>
            </a:xfrm>
            <a:custGeom>
              <a:avLst/>
              <a:ahLst/>
              <a:rect l="0" t="0" r="r" b="b"/>
              <a:pathLst>
                <a:path w="118" h="105">
                  <a:moveTo>
                    <a:pt x="31" y="0"/>
                  </a:moveTo>
                  <a:lnTo>
                    <a:pt x="16" y="26"/>
                  </a:lnTo>
                  <a:lnTo>
                    <a:pt x="0" y="53"/>
                  </a:lnTo>
                  <a:lnTo>
                    <a:pt x="87" y="105"/>
                  </a:lnTo>
                  <a:lnTo>
                    <a:pt x="102" y="78"/>
                  </a:lnTo>
                  <a:lnTo>
                    <a:pt x="118" y="5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23" name=""/>
            <p:cNvSpPr/>
            <p:nvPr/>
          </p:nvSpPr>
          <p:spPr>
            <a:xfrm rot="0">
              <a:off x="1511" y="3783"/>
              <a:ext cx="5" cy="9"/>
            </a:xfrm>
            <a:custGeom>
              <a:avLst/>
              <a:ahLst/>
              <a:rect l="0" t="0" r="r" b="b"/>
              <a:pathLst>
                <a:path w="15" h="28">
                  <a:moveTo>
                    <a:pt x="15" y="0"/>
                  </a:moveTo>
                  <a:lnTo>
                    <a:pt x="0" y="27"/>
                  </a:lnTo>
                  <a:lnTo>
                    <a:pt x="1" y="28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24" name=""/>
            <p:cNvSpPr/>
            <p:nvPr/>
          </p:nvSpPr>
          <p:spPr>
            <a:xfrm rot="0">
              <a:off x="1511" y="37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25" name=""/>
            <p:cNvSpPr/>
            <p:nvPr/>
          </p:nvSpPr>
          <p:spPr>
            <a:xfrm rot="0">
              <a:off x="1512" y="3773"/>
              <a:ext cx="39" cy="35"/>
            </a:xfrm>
            <a:custGeom>
              <a:avLst/>
              <a:ahLst/>
              <a:rect l="0" t="0" r="r" b="b"/>
              <a:pathLst>
                <a:path w="119" h="103">
                  <a:moveTo>
                    <a:pt x="29" y="0"/>
                  </a:moveTo>
                  <a:lnTo>
                    <a:pt x="14" y="28"/>
                  </a:lnTo>
                  <a:lnTo>
                    <a:pt x="0" y="56"/>
                  </a:lnTo>
                  <a:lnTo>
                    <a:pt x="90" y="103"/>
                  </a:lnTo>
                  <a:lnTo>
                    <a:pt x="105" y="75"/>
                  </a:lnTo>
                  <a:lnTo>
                    <a:pt x="119" y="47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26" name=""/>
            <p:cNvSpPr/>
            <p:nvPr/>
          </p:nvSpPr>
          <p:spPr>
            <a:xfrm rot="0">
              <a:off x="1512" y="3773"/>
              <a:ext cx="39" cy="35"/>
            </a:xfrm>
            <a:custGeom>
              <a:avLst/>
              <a:ahLst/>
              <a:rect l="0" t="0" r="r" b="b"/>
              <a:pathLst>
                <a:path w="119" h="103">
                  <a:moveTo>
                    <a:pt x="29" y="0"/>
                  </a:moveTo>
                  <a:lnTo>
                    <a:pt x="14" y="28"/>
                  </a:lnTo>
                  <a:lnTo>
                    <a:pt x="0" y="56"/>
                  </a:lnTo>
                  <a:lnTo>
                    <a:pt x="90" y="103"/>
                  </a:lnTo>
                  <a:lnTo>
                    <a:pt x="105" y="75"/>
                  </a:lnTo>
                  <a:lnTo>
                    <a:pt x="119" y="47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27" name=""/>
            <p:cNvSpPr/>
            <p:nvPr/>
          </p:nvSpPr>
          <p:spPr>
            <a:xfrm rot="0">
              <a:off x="1542" y="3798"/>
              <a:ext cx="5" cy="10"/>
            </a:xfrm>
            <a:custGeom>
              <a:avLst/>
              <a:ahLst/>
              <a:rect l="0" t="0" r="r" b="b"/>
              <a:pathLst>
                <a:path w="15" h="28">
                  <a:moveTo>
                    <a:pt x="15" y="0"/>
                  </a:moveTo>
                  <a:lnTo>
                    <a:pt x="0" y="28"/>
                  </a:lnTo>
                  <a:lnTo>
                    <a:pt x="2" y="28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28" name=""/>
            <p:cNvSpPr/>
            <p:nvPr/>
          </p:nvSpPr>
          <p:spPr>
            <a:xfrm rot="0">
              <a:off x="1542" y="3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29" name=""/>
            <p:cNvSpPr/>
            <p:nvPr/>
          </p:nvSpPr>
          <p:spPr>
            <a:xfrm rot="0">
              <a:off x="1542" y="3789"/>
              <a:ext cx="40" cy="33"/>
            </a:xfrm>
            <a:custGeom>
              <a:avLst/>
              <a:ahLst/>
              <a:rect l="0" t="0" r="r" b="b"/>
              <a:pathLst>
                <a:path w="118" h="100">
                  <a:moveTo>
                    <a:pt x="26" y="0"/>
                  </a:moveTo>
                  <a:lnTo>
                    <a:pt x="13" y="28"/>
                  </a:lnTo>
                  <a:lnTo>
                    <a:pt x="0" y="56"/>
                  </a:lnTo>
                  <a:lnTo>
                    <a:pt x="91" y="100"/>
                  </a:lnTo>
                  <a:lnTo>
                    <a:pt x="104" y="73"/>
                  </a:lnTo>
                  <a:lnTo>
                    <a:pt x="118" y="45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30" name=""/>
            <p:cNvSpPr/>
            <p:nvPr/>
          </p:nvSpPr>
          <p:spPr>
            <a:xfrm rot="0">
              <a:off x="1542" y="3789"/>
              <a:ext cx="40" cy="33"/>
            </a:xfrm>
            <a:custGeom>
              <a:avLst/>
              <a:ahLst/>
              <a:rect l="0" t="0" r="r" b="b"/>
              <a:pathLst>
                <a:path w="118" h="100">
                  <a:moveTo>
                    <a:pt x="26" y="0"/>
                  </a:moveTo>
                  <a:lnTo>
                    <a:pt x="13" y="28"/>
                  </a:lnTo>
                  <a:lnTo>
                    <a:pt x="0" y="56"/>
                  </a:lnTo>
                  <a:lnTo>
                    <a:pt x="91" y="100"/>
                  </a:lnTo>
                  <a:lnTo>
                    <a:pt x="104" y="73"/>
                  </a:lnTo>
                  <a:lnTo>
                    <a:pt x="118" y="45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31" name=""/>
            <p:cNvSpPr/>
            <p:nvPr/>
          </p:nvSpPr>
          <p:spPr>
            <a:xfrm rot="0">
              <a:off x="1573" y="3813"/>
              <a:ext cx="4" cy="9"/>
            </a:xfrm>
            <a:custGeom>
              <a:avLst/>
              <a:ahLst/>
              <a:rect l="0" t="0" r="r" b="b"/>
              <a:pathLst>
                <a:path w="13" h="27">
                  <a:moveTo>
                    <a:pt x="13" y="0"/>
                  </a:moveTo>
                  <a:lnTo>
                    <a:pt x="0" y="27"/>
                  </a:lnTo>
                  <a:lnTo>
                    <a:pt x="1" y="27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32" name=""/>
            <p:cNvSpPr/>
            <p:nvPr/>
          </p:nvSpPr>
          <p:spPr>
            <a:xfrm rot="0">
              <a:off x="1573" y="38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33" name=""/>
            <p:cNvSpPr/>
            <p:nvPr/>
          </p:nvSpPr>
          <p:spPr>
            <a:xfrm rot="0">
              <a:off x="1573" y="3804"/>
              <a:ext cx="39" cy="32"/>
            </a:xfrm>
            <a:custGeom>
              <a:avLst/>
              <a:ahLst/>
              <a:rect l="0" t="0" r="r" b="b"/>
              <a:pathLst>
                <a:path w="118" h="95">
                  <a:moveTo>
                    <a:pt x="24" y="0"/>
                  </a:moveTo>
                  <a:lnTo>
                    <a:pt x="12" y="28"/>
                  </a:lnTo>
                  <a:lnTo>
                    <a:pt x="0" y="55"/>
                  </a:lnTo>
                  <a:lnTo>
                    <a:pt x="94" y="95"/>
                  </a:lnTo>
                  <a:lnTo>
                    <a:pt x="106" y="67"/>
                  </a:lnTo>
                  <a:lnTo>
                    <a:pt x="118" y="4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34" name=""/>
            <p:cNvSpPr/>
            <p:nvPr/>
          </p:nvSpPr>
          <p:spPr>
            <a:xfrm rot="0">
              <a:off x="1573" y="3804"/>
              <a:ext cx="39" cy="32"/>
            </a:xfrm>
            <a:custGeom>
              <a:avLst/>
              <a:ahLst/>
              <a:rect l="0" t="0" r="r" b="b"/>
              <a:pathLst>
                <a:path w="118" h="95">
                  <a:moveTo>
                    <a:pt x="24" y="0"/>
                  </a:moveTo>
                  <a:lnTo>
                    <a:pt x="12" y="28"/>
                  </a:lnTo>
                  <a:lnTo>
                    <a:pt x="0" y="55"/>
                  </a:lnTo>
                  <a:lnTo>
                    <a:pt x="94" y="95"/>
                  </a:lnTo>
                  <a:lnTo>
                    <a:pt x="106" y="67"/>
                  </a:lnTo>
                  <a:lnTo>
                    <a:pt x="118" y="40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35" name=""/>
            <p:cNvSpPr/>
            <p:nvPr/>
          </p:nvSpPr>
          <p:spPr>
            <a:xfrm rot="0">
              <a:off x="1604" y="3826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12" y="0"/>
                  </a:moveTo>
                  <a:lnTo>
                    <a:pt x="0" y="28"/>
                  </a:lnTo>
                  <a:lnTo>
                    <a:pt x="2" y="29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36" name=""/>
            <p:cNvSpPr/>
            <p:nvPr/>
          </p:nvSpPr>
          <p:spPr>
            <a:xfrm rot="0">
              <a:off x="1604" y="3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37" name=""/>
            <p:cNvSpPr/>
            <p:nvPr/>
          </p:nvSpPr>
          <p:spPr>
            <a:xfrm rot="0">
              <a:off x="1605" y="3817"/>
              <a:ext cx="39" cy="31"/>
            </a:xfrm>
            <a:custGeom>
              <a:avLst/>
              <a:ahLst/>
              <a:rect l="0" t="0" r="r" b="b"/>
              <a:pathLst>
                <a:path w="116" h="94">
                  <a:moveTo>
                    <a:pt x="21" y="0"/>
                  </a:moveTo>
                  <a:lnTo>
                    <a:pt x="10" y="28"/>
                  </a:lnTo>
                  <a:lnTo>
                    <a:pt x="0" y="57"/>
                  </a:lnTo>
                  <a:lnTo>
                    <a:pt x="95" y="94"/>
                  </a:lnTo>
                  <a:lnTo>
                    <a:pt x="106" y="65"/>
                  </a:lnTo>
                  <a:lnTo>
                    <a:pt x="116" y="36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38" name=""/>
            <p:cNvSpPr/>
            <p:nvPr/>
          </p:nvSpPr>
          <p:spPr>
            <a:xfrm rot="0">
              <a:off x="1605" y="3817"/>
              <a:ext cx="39" cy="31"/>
            </a:xfrm>
            <a:custGeom>
              <a:avLst/>
              <a:ahLst/>
              <a:rect l="0" t="0" r="r" b="b"/>
              <a:pathLst>
                <a:path w="116" h="94">
                  <a:moveTo>
                    <a:pt x="21" y="0"/>
                  </a:moveTo>
                  <a:lnTo>
                    <a:pt x="10" y="28"/>
                  </a:lnTo>
                  <a:lnTo>
                    <a:pt x="0" y="57"/>
                  </a:lnTo>
                  <a:lnTo>
                    <a:pt x="95" y="94"/>
                  </a:lnTo>
                  <a:lnTo>
                    <a:pt x="106" y="65"/>
                  </a:lnTo>
                  <a:lnTo>
                    <a:pt x="116" y="36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39" name=""/>
            <p:cNvSpPr/>
            <p:nvPr/>
          </p:nvSpPr>
          <p:spPr>
            <a:xfrm rot="0">
              <a:off x="1637" y="3839"/>
              <a:ext cx="3" cy="9"/>
            </a:xfrm>
            <a:custGeom>
              <a:avLst/>
              <a:ahLst/>
              <a:rect l="0" t="0" r="r" b="b"/>
              <a:pathLst>
                <a:path w="11" h="29">
                  <a:moveTo>
                    <a:pt x="11" y="0"/>
                  </a:moveTo>
                  <a:lnTo>
                    <a:pt x="0" y="29"/>
                  </a:lnTo>
                  <a:lnTo>
                    <a:pt x="1" y="29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40" name=""/>
            <p:cNvSpPr/>
            <p:nvPr/>
          </p:nvSpPr>
          <p:spPr>
            <a:xfrm rot="0">
              <a:off x="1637" y="3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41" name=""/>
            <p:cNvSpPr/>
            <p:nvPr/>
          </p:nvSpPr>
          <p:spPr>
            <a:xfrm rot="0">
              <a:off x="1637" y="3829"/>
              <a:ext cx="39" cy="30"/>
            </a:xfrm>
            <a:custGeom>
              <a:avLst/>
              <a:ahLst/>
              <a:rect l="0" t="0" r="r" b="b"/>
              <a:pathLst>
                <a:path w="116" h="89">
                  <a:moveTo>
                    <a:pt x="19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96" y="89"/>
                  </a:lnTo>
                  <a:lnTo>
                    <a:pt x="106" y="60"/>
                  </a:lnTo>
                  <a:lnTo>
                    <a:pt x="116" y="31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42" name=""/>
            <p:cNvSpPr/>
            <p:nvPr/>
          </p:nvSpPr>
          <p:spPr>
            <a:xfrm rot="0">
              <a:off x="1637" y="3829"/>
              <a:ext cx="39" cy="30"/>
            </a:xfrm>
            <a:custGeom>
              <a:avLst/>
              <a:ahLst/>
              <a:rect l="0" t="0" r="r" b="b"/>
              <a:pathLst>
                <a:path w="116" h="89">
                  <a:moveTo>
                    <a:pt x="19" y="0"/>
                  </a:moveTo>
                  <a:lnTo>
                    <a:pt x="10" y="29"/>
                  </a:lnTo>
                  <a:lnTo>
                    <a:pt x="0" y="58"/>
                  </a:lnTo>
                  <a:lnTo>
                    <a:pt x="96" y="89"/>
                  </a:lnTo>
                  <a:lnTo>
                    <a:pt x="106" y="60"/>
                  </a:lnTo>
                  <a:lnTo>
                    <a:pt x="116" y="31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43" name=""/>
            <p:cNvSpPr/>
            <p:nvPr/>
          </p:nvSpPr>
          <p:spPr>
            <a:xfrm rot="0">
              <a:off x="1669" y="3849"/>
              <a:ext cx="3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10" y="0"/>
                  </a:moveTo>
                  <a:lnTo>
                    <a:pt x="0" y="29"/>
                  </a:lnTo>
                  <a:lnTo>
                    <a:pt x="2" y="30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44" name=""/>
            <p:cNvSpPr/>
            <p:nvPr/>
          </p:nvSpPr>
          <p:spPr>
            <a:xfrm rot="0">
              <a:off x="1669" y="3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45" name=""/>
            <p:cNvSpPr/>
            <p:nvPr/>
          </p:nvSpPr>
          <p:spPr>
            <a:xfrm rot="0">
              <a:off x="1670" y="3839"/>
              <a:ext cx="38" cy="29"/>
            </a:xfrm>
            <a:custGeom>
              <a:avLst/>
              <a:ahLst/>
              <a:rect l="0" t="0" r="r" b="b"/>
              <a:pathLst>
                <a:path w="114" h="88">
                  <a:moveTo>
                    <a:pt x="16" y="0"/>
                  </a:moveTo>
                  <a:lnTo>
                    <a:pt x="8" y="30"/>
                  </a:lnTo>
                  <a:lnTo>
                    <a:pt x="0" y="60"/>
                  </a:lnTo>
                  <a:lnTo>
                    <a:pt x="97" y="88"/>
                  </a:lnTo>
                  <a:lnTo>
                    <a:pt x="106" y="58"/>
                  </a:lnTo>
                  <a:lnTo>
                    <a:pt x="114" y="2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46" name=""/>
            <p:cNvSpPr/>
            <p:nvPr/>
          </p:nvSpPr>
          <p:spPr>
            <a:xfrm rot="0">
              <a:off x="1670" y="3839"/>
              <a:ext cx="38" cy="29"/>
            </a:xfrm>
            <a:custGeom>
              <a:avLst/>
              <a:ahLst/>
              <a:rect l="0" t="0" r="r" b="b"/>
              <a:pathLst>
                <a:path w="114" h="88">
                  <a:moveTo>
                    <a:pt x="16" y="0"/>
                  </a:moveTo>
                  <a:lnTo>
                    <a:pt x="8" y="30"/>
                  </a:lnTo>
                  <a:lnTo>
                    <a:pt x="0" y="60"/>
                  </a:lnTo>
                  <a:lnTo>
                    <a:pt x="97" y="88"/>
                  </a:lnTo>
                  <a:lnTo>
                    <a:pt x="106" y="58"/>
                  </a:lnTo>
                  <a:lnTo>
                    <a:pt x="114" y="28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47" name=""/>
            <p:cNvSpPr/>
            <p:nvPr/>
          </p:nvSpPr>
          <p:spPr>
            <a:xfrm rot="0">
              <a:off x="1702" y="3858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9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48" name=""/>
            <p:cNvSpPr/>
            <p:nvPr/>
          </p:nvSpPr>
          <p:spPr>
            <a:xfrm rot="0">
              <a:off x="1702" y="3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49" name=""/>
            <p:cNvSpPr/>
            <p:nvPr/>
          </p:nvSpPr>
          <p:spPr>
            <a:xfrm rot="0">
              <a:off x="1702" y="3848"/>
              <a:ext cx="38" cy="28"/>
            </a:xfrm>
            <a:custGeom>
              <a:avLst/>
              <a:ahLst/>
              <a:rect l="0" t="0" r="r" b="b"/>
              <a:pathLst>
                <a:path w="114" h="84">
                  <a:moveTo>
                    <a:pt x="15" y="0"/>
                  </a:moveTo>
                  <a:lnTo>
                    <a:pt x="8" y="30"/>
                  </a:lnTo>
                  <a:lnTo>
                    <a:pt x="0" y="60"/>
                  </a:lnTo>
                  <a:lnTo>
                    <a:pt x="99" y="84"/>
                  </a:lnTo>
                  <a:lnTo>
                    <a:pt x="106" y="54"/>
                  </a:lnTo>
                  <a:lnTo>
                    <a:pt x="114" y="24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50" name=""/>
            <p:cNvSpPr/>
            <p:nvPr/>
          </p:nvSpPr>
          <p:spPr>
            <a:xfrm rot="0">
              <a:off x="1702" y="3848"/>
              <a:ext cx="38" cy="28"/>
            </a:xfrm>
            <a:custGeom>
              <a:avLst/>
              <a:ahLst/>
              <a:rect l="0" t="0" r="r" b="b"/>
              <a:pathLst>
                <a:path w="114" h="84">
                  <a:moveTo>
                    <a:pt x="15" y="0"/>
                  </a:moveTo>
                  <a:lnTo>
                    <a:pt x="8" y="30"/>
                  </a:lnTo>
                  <a:lnTo>
                    <a:pt x="0" y="60"/>
                  </a:lnTo>
                  <a:lnTo>
                    <a:pt x="99" y="84"/>
                  </a:lnTo>
                  <a:lnTo>
                    <a:pt x="106" y="54"/>
                  </a:lnTo>
                  <a:lnTo>
                    <a:pt x="114" y="24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51" name=""/>
            <p:cNvSpPr/>
            <p:nvPr/>
          </p:nvSpPr>
          <p:spPr>
            <a:xfrm rot="0">
              <a:off x="1735" y="3866"/>
              <a:ext cx="3" cy="10"/>
            </a:xfrm>
            <a:custGeom>
              <a:avLst/>
              <a:ahLst/>
              <a:rect l="0" t="0" r="r" b="b"/>
              <a:pathLst>
                <a:path w="7" h="30">
                  <a:moveTo>
                    <a:pt x="7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52" name=""/>
            <p:cNvSpPr/>
            <p:nvPr/>
          </p:nvSpPr>
          <p:spPr>
            <a:xfrm rot="0">
              <a:off x="1735" y="3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53" name=""/>
            <p:cNvSpPr/>
            <p:nvPr/>
          </p:nvSpPr>
          <p:spPr>
            <a:xfrm rot="0">
              <a:off x="1736" y="385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100" y="79"/>
                  </a:lnTo>
                  <a:lnTo>
                    <a:pt x="106" y="49"/>
                  </a:lnTo>
                  <a:lnTo>
                    <a:pt x="112" y="19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54" name=""/>
            <p:cNvSpPr/>
            <p:nvPr/>
          </p:nvSpPr>
          <p:spPr>
            <a:xfrm rot="0">
              <a:off x="1736" y="385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100" y="79"/>
                  </a:lnTo>
                  <a:lnTo>
                    <a:pt x="106" y="49"/>
                  </a:lnTo>
                  <a:lnTo>
                    <a:pt x="112" y="19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55" name=""/>
            <p:cNvSpPr/>
            <p:nvPr/>
          </p:nvSpPr>
          <p:spPr>
            <a:xfrm rot="0">
              <a:off x="1769" y="3873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6" y="0"/>
                  </a:moveTo>
                  <a:lnTo>
                    <a:pt x="0" y="30"/>
                  </a:lnTo>
                  <a:lnTo>
                    <a:pt x="2" y="3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56" name=""/>
            <p:cNvSpPr/>
            <p:nvPr/>
          </p:nvSpPr>
          <p:spPr>
            <a:xfrm rot="0">
              <a:off x="1769" y="3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57" name=""/>
            <p:cNvSpPr/>
            <p:nvPr/>
          </p:nvSpPr>
          <p:spPr>
            <a:xfrm rot="0">
              <a:off x="1770" y="3863"/>
              <a:ext cx="37" cy="25"/>
            </a:xfrm>
            <a:custGeom>
              <a:avLst/>
              <a:ahLst/>
              <a:rect l="0" t="0" r="r" b="b"/>
              <a:pathLst>
                <a:path w="111" h="75">
                  <a:moveTo>
                    <a:pt x="9" y="0"/>
                  </a:moveTo>
                  <a:lnTo>
                    <a:pt x="4" y="30"/>
                  </a:lnTo>
                  <a:lnTo>
                    <a:pt x="0" y="60"/>
                  </a:lnTo>
                  <a:lnTo>
                    <a:pt x="101" y="75"/>
                  </a:lnTo>
                  <a:lnTo>
                    <a:pt x="106" y="45"/>
                  </a:lnTo>
                  <a:lnTo>
                    <a:pt x="111" y="14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58" name=""/>
            <p:cNvSpPr/>
            <p:nvPr/>
          </p:nvSpPr>
          <p:spPr>
            <a:xfrm rot="0">
              <a:off x="1770" y="3863"/>
              <a:ext cx="37" cy="25"/>
            </a:xfrm>
            <a:custGeom>
              <a:avLst/>
              <a:ahLst/>
              <a:rect l="0" t="0" r="r" b="b"/>
              <a:pathLst>
                <a:path w="111" h="75">
                  <a:moveTo>
                    <a:pt x="9" y="0"/>
                  </a:moveTo>
                  <a:lnTo>
                    <a:pt x="4" y="30"/>
                  </a:lnTo>
                  <a:lnTo>
                    <a:pt x="0" y="60"/>
                  </a:lnTo>
                  <a:lnTo>
                    <a:pt x="101" y="75"/>
                  </a:lnTo>
                  <a:lnTo>
                    <a:pt x="106" y="45"/>
                  </a:lnTo>
                  <a:lnTo>
                    <a:pt x="111" y="14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59" name=""/>
            <p:cNvSpPr/>
            <p:nvPr/>
          </p:nvSpPr>
          <p:spPr>
            <a:xfrm rot="0">
              <a:off x="1803" y="3878"/>
              <a:ext cx="2" cy="10"/>
            </a:xfrm>
            <a:custGeom>
              <a:avLst/>
              <a:ahLst/>
              <a:rect l="0" t="0" r="r" b="b"/>
              <a:pathLst>
                <a:path w="5" h="30">
                  <a:moveTo>
                    <a:pt x="5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60" name=""/>
            <p:cNvSpPr/>
            <p:nvPr/>
          </p:nvSpPr>
          <p:spPr>
            <a:xfrm rot="0">
              <a:off x="1803" y="3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61" name=""/>
            <p:cNvSpPr/>
            <p:nvPr/>
          </p:nvSpPr>
          <p:spPr>
            <a:xfrm rot="0">
              <a:off x="1804" y="3867"/>
              <a:ext cx="36" cy="24"/>
            </a:xfrm>
            <a:custGeom>
              <a:avLst/>
              <a:ahLst/>
              <a:rect l="0" t="0" r="r" b="b"/>
              <a:pathLst>
                <a:path w="109" h="72">
                  <a:moveTo>
                    <a:pt x="7" y="0"/>
                  </a:moveTo>
                  <a:lnTo>
                    <a:pt x="4" y="31"/>
                  </a:lnTo>
                  <a:lnTo>
                    <a:pt x="0" y="61"/>
                  </a:lnTo>
                  <a:lnTo>
                    <a:pt x="101" y="72"/>
                  </a:lnTo>
                  <a:lnTo>
                    <a:pt x="105" y="41"/>
                  </a:lnTo>
                  <a:lnTo>
                    <a:pt x="109" y="11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62" name=""/>
            <p:cNvSpPr/>
            <p:nvPr/>
          </p:nvSpPr>
          <p:spPr>
            <a:xfrm rot="0">
              <a:off x="1804" y="3867"/>
              <a:ext cx="36" cy="24"/>
            </a:xfrm>
            <a:custGeom>
              <a:avLst/>
              <a:ahLst/>
              <a:rect l="0" t="0" r="r" b="b"/>
              <a:pathLst>
                <a:path w="109" h="72">
                  <a:moveTo>
                    <a:pt x="7" y="0"/>
                  </a:moveTo>
                  <a:lnTo>
                    <a:pt x="4" y="31"/>
                  </a:lnTo>
                  <a:lnTo>
                    <a:pt x="0" y="61"/>
                  </a:lnTo>
                  <a:lnTo>
                    <a:pt x="101" y="72"/>
                  </a:lnTo>
                  <a:lnTo>
                    <a:pt x="105" y="41"/>
                  </a:lnTo>
                  <a:lnTo>
                    <a:pt x="109" y="11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63" name=""/>
            <p:cNvSpPr/>
            <p:nvPr/>
          </p:nvSpPr>
          <p:spPr>
            <a:xfrm rot="0">
              <a:off x="1837" y="3881"/>
              <a:ext cx="2" cy="10"/>
            </a:xfrm>
            <a:custGeom>
              <a:avLst/>
              <a:ahLst/>
              <a:rect l="0" t="0" r="r" b="b"/>
              <a:pathLst>
                <a:path w="4" h="31">
                  <a:moveTo>
                    <a:pt x="4" y="0"/>
                  </a:moveTo>
                  <a:lnTo>
                    <a:pt x="0" y="31"/>
                  </a:lnTo>
                  <a:lnTo>
                    <a:pt x="2" y="31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64" name=""/>
            <p:cNvSpPr/>
            <p:nvPr/>
          </p:nvSpPr>
          <p:spPr>
            <a:xfrm rot="0">
              <a:off x="1837" y="38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65" name=""/>
            <p:cNvSpPr/>
            <p:nvPr/>
          </p:nvSpPr>
          <p:spPr>
            <a:xfrm rot="0">
              <a:off x="1838" y="3871"/>
              <a:ext cx="35" cy="23"/>
            </a:xfrm>
            <a:custGeom>
              <a:avLst/>
              <a:ahLst/>
              <a:rect l="0" t="0" r="r" b="b"/>
              <a:pathLst>
                <a:path w="106" h="68">
                  <a:moveTo>
                    <a:pt x="4" y="0"/>
                  </a:moveTo>
                  <a:lnTo>
                    <a:pt x="2" y="30"/>
                  </a:lnTo>
                  <a:lnTo>
                    <a:pt x="0" y="61"/>
                  </a:lnTo>
                  <a:lnTo>
                    <a:pt x="101" y="68"/>
                  </a:lnTo>
                  <a:lnTo>
                    <a:pt x="103" y="38"/>
                  </a:lnTo>
                  <a:lnTo>
                    <a:pt x="106" y="7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66" name=""/>
            <p:cNvSpPr/>
            <p:nvPr/>
          </p:nvSpPr>
          <p:spPr>
            <a:xfrm rot="0">
              <a:off x="1838" y="3871"/>
              <a:ext cx="35" cy="23"/>
            </a:xfrm>
            <a:custGeom>
              <a:avLst/>
              <a:ahLst/>
              <a:rect l="0" t="0" r="r" b="b"/>
              <a:pathLst>
                <a:path w="106" h="68">
                  <a:moveTo>
                    <a:pt x="4" y="0"/>
                  </a:moveTo>
                  <a:lnTo>
                    <a:pt x="2" y="30"/>
                  </a:lnTo>
                  <a:lnTo>
                    <a:pt x="0" y="61"/>
                  </a:lnTo>
                  <a:lnTo>
                    <a:pt x="101" y="68"/>
                  </a:lnTo>
                  <a:lnTo>
                    <a:pt x="103" y="38"/>
                  </a:lnTo>
                  <a:lnTo>
                    <a:pt x="106" y="7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67" name=""/>
            <p:cNvSpPr/>
            <p:nvPr/>
          </p:nvSpPr>
          <p:spPr>
            <a:xfrm rot="0">
              <a:off x="1872" y="3884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2" y="0"/>
                  </a:moveTo>
                  <a:lnTo>
                    <a:pt x="0" y="30"/>
                  </a:lnTo>
                  <a:lnTo>
                    <a:pt x="2" y="30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68" name=""/>
            <p:cNvSpPr/>
            <p:nvPr/>
          </p:nvSpPr>
          <p:spPr>
            <a:xfrm rot="0">
              <a:off x="1872" y="3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69" name=""/>
            <p:cNvSpPr/>
            <p:nvPr/>
          </p:nvSpPr>
          <p:spPr>
            <a:xfrm rot="0">
              <a:off x="1872" y="3873"/>
              <a:ext cx="34" cy="21"/>
            </a:xfrm>
            <a:custGeom>
              <a:avLst/>
              <a:ahLst/>
              <a:rect l="0" t="0" r="r" b="b"/>
              <a:pathLst>
                <a:path w="101" h="62">
                  <a:moveTo>
                    <a:pt x="0" y="0"/>
                  </a:moveTo>
                  <a:lnTo>
                    <a:pt x="0" y="31"/>
                  </a:lnTo>
                  <a:lnTo>
                    <a:pt x="0" y="61"/>
                  </a:lnTo>
                  <a:lnTo>
                    <a:pt x="101" y="62"/>
                  </a:lnTo>
                  <a:lnTo>
                    <a:pt x="101" y="32"/>
                  </a:lnTo>
                  <a:lnTo>
                    <a:pt x="101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70" name=""/>
            <p:cNvSpPr/>
            <p:nvPr/>
          </p:nvSpPr>
          <p:spPr>
            <a:xfrm rot="0">
              <a:off x="1872" y="3873"/>
              <a:ext cx="34" cy="21"/>
            </a:xfrm>
            <a:custGeom>
              <a:avLst/>
              <a:ahLst/>
              <a:rect l="0" t="0" r="r" b="b"/>
              <a:pathLst>
                <a:path w="101" h="62">
                  <a:moveTo>
                    <a:pt x="0" y="0"/>
                  </a:moveTo>
                  <a:lnTo>
                    <a:pt x="0" y="31"/>
                  </a:lnTo>
                  <a:lnTo>
                    <a:pt x="0" y="61"/>
                  </a:lnTo>
                  <a:lnTo>
                    <a:pt x="101" y="62"/>
                  </a:lnTo>
                  <a:lnTo>
                    <a:pt x="101" y="32"/>
                  </a:lnTo>
                  <a:lnTo>
                    <a:pt x="101" y="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71" name=""/>
            <p:cNvSpPr/>
            <p:nvPr/>
          </p:nvSpPr>
          <p:spPr>
            <a:xfrm rot="0">
              <a:off x="1906" y="3884"/>
              <a:ext cx="1" cy="10"/>
            </a:xfrm>
            <a:prstGeom prst="rect"/>
            <a:solidFill>
              <a:srgbClr val="000000"/>
            </a:solidFill>
            <a:ln>
              <a:noFill/>
            </a:ln>
          </p:spPr>
        </p:sp>
        <p:sp>
          <p:nvSpPr>
            <p:cNvPr id="1085572" name=""/>
            <p:cNvSpPr/>
            <p:nvPr/>
          </p:nvSpPr>
          <p:spPr>
            <a:xfrm rot="0">
              <a:off x="1906" y="3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73" name=""/>
            <p:cNvSpPr/>
            <p:nvPr/>
          </p:nvSpPr>
          <p:spPr>
            <a:xfrm rot="0">
              <a:off x="1906" y="3873"/>
              <a:ext cx="34" cy="21"/>
            </a:xfrm>
            <a:custGeom>
              <a:avLst/>
              <a:ahLst/>
              <a:rect l="0" t="0" r="r" b="b"/>
              <a:pathLst>
                <a:path w="103" h="62">
                  <a:moveTo>
                    <a:pt x="0" y="2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03" y="61"/>
                  </a:lnTo>
                  <a:lnTo>
                    <a:pt x="103" y="31"/>
                  </a:lnTo>
                  <a:lnTo>
                    <a:pt x="10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74" name=""/>
            <p:cNvSpPr/>
            <p:nvPr/>
          </p:nvSpPr>
          <p:spPr>
            <a:xfrm rot="0">
              <a:off x="1906" y="3873"/>
              <a:ext cx="34" cy="21"/>
            </a:xfrm>
            <a:custGeom>
              <a:avLst/>
              <a:ahLst/>
              <a:rect l="0" t="0" r="r" b="b"/>
              <a:pathLst>
                <a:path w="103" h="62">
                  <a:moveTo>
                    <a:pt x="0" y="2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03" y="61"/>
                  </a:lnTo>
                  <a:lnTo>
                    <a:pt x="103" y="31"/>
                  </a:lnTo>
                  <a:lnTo>
                    <a:pt x="103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75" name=""/>
            <p:cNvSpPr/>
            <p:nvPr/>
          </p:nvSpPr>
          <p:spPr>
            <a:xfrm rot="0">
              <a:off x="1940" y="3884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0" y="0"/>
                  </a:moveTo>
                  <a:lnTo>
                    <a:pt x="0" y="30"/>
                  </a:lnTo>
                  <a:lnTo>
                    <a:pt x="2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76" name=""/>
            <p:cNvSpPr/>
            <p:nvPr/>
          </p:nvSpPr>
          <p:spPr>
            <a:xfrm rot="0">
              <a:off x="1940" y="3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77" name=""/>
            <p:cNvSpPr/>
            <p:nvPr/>
          </p:nvSpPr>
          <p:spPr>
            <a:xfrm rot="0">
              <a:off x="1939" y="3871"/>
              <a:ext cx="36" cy="23"/>
            </a:xfrm>
            <a:custGeom>
              <a:avLst/>
              <a:ahLst/>
              <a:rect l="0" t="0" r="r" b="b"/>
              <a:pathLst>
                <a:path w="106" h="68">
                  <a:moveTo>
                    <a:pt x="0" y="7"/>
                  </a:moveTo>
                  <a:lnTo>
                    <a:pt x="3" y="38"/>
                  </a:lnTo>
                  <a:lnTo>
                    <a:pt x="5" y="68"/>
                  </a:lnTo>
                  <a:lnTo>
                    <a:pt x="106" y="61"/>
                  </a:lnTo>
                  <a:lnTo>
                    <a:pt x="104" y="30"/>
                  </a:lnTo>
                  <a:lnTo>
                    <a:pt x="102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78" name=""/>
            <p:cNvSpPr/>
            <p:nvPr/>
          </p:nvSpPr>
          <p:spPr>
            <a:xfrm rot="0">
              <a:off x="1939" y="3871"/>
              <a:ext cx="36" cy="23"/>
            </a:xfrm>
            <a:custGeom>
              <a:avLst/>
              <a:ahLst/>
              <a:rect l="0" t="0" r="r" b="b"/>
              <a:pathLst>
                <a:path w="106" h="68">
                  <a:moveTo>
                    <a:pt x="0" y="7"/>
                  </a:moveTo>
                  <a:lnTo>
                    <a:pt x="3" y="38"/>
                  </a:lnTo>
                  <a:lnTo>
                    <a:pt x="5" y="68"/>
                  </a:lnTo>
                  <a:lnTo>
                    <a:pt x="106" y="61"/>
                  </a:lnTo>
                  <a:lnTo>
                    <a:pt x="104" y="30"/>
                  </a:lnTo>
                  <a:lnTo>
                    <a:pt x="102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79" name=""/>
            <p:cNvSpPr/>
            <p:nvPr/>
          </p:nvSpPr>
          <p:spPr>
            <a:xfrm rot="0">
              <a:off x="1974" y="3881"/>
              <a:ext cx="1" cy="10"/>
            </a:xfrm>
            <a:custGeom>
              <a:avLst/>
              <a:ahLst/>
              <a:rect l="0" t="0" r="r" b="b"/>
              <a:pathLst>
                <a:path w="4" h="31">
                  <a:moveTo>
                    <a:pt x="0" y="0"/>
                  </a:moveTo>
                  <a:lnTo>
                    <a:pt x="2" y="31"/>
                  </a:lnTo>
                  <a:lnTo>
                    <a:pt x="4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80" name=""/>
            <p:cNvSpPr/>
            <p:nvPr/>
          </p:nvSpPr>
          <p:spPr>
            <a:xfrm rot="0">
              <a:off x="1975" y="38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81" name=""/>
            <p:cNvSpPr/>
            <p:nvPr/>
          </p:nvSpPr>
          <p:spPr>
            <a:xfrm rot="0">
              <a:off x="1973" y="3867"/>
              <a:ext cx="36" cy="24"/>
            </a:xfrm>
            <a:custGeom>
              <a:avLst/>
              <a:ahLst/>
              <a:rect l="0" t="0" r="r" b="b"/>
              <a:pathLst>
                <a:path w="109" h="72">
                  <a:moveTo>
                    <a:pt x="0" y="11"/>
                  </a:moveTo>
                  <a:lnTo>
                    <a:pt x="4" y="41"/>
                  </a:lnTo>
                  <a:lnTo>
                    <a:pt x="8" y="72"/>
                  </a:lnTo>
                  <a:lnTo>
                    <a:pt x="109" y="61"/>
                  </a:lnTo>
                  <a:lnTo>
                    <a:pt x="105" y="31"/>
                  </a:lnTo>
                  <a:lnTo>
                    <a:pt x="102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82" name=""/>
            <p:cNvSpPr/>
            <p:nvPr/>
          </p:nvSpPr>
          <p:spPr>
            <a:xfrm rot="0">
              <a:off x="1973" y="3867"/>
              <a:ext cx="36" cy="24"/>
            </a:xfrm>
            <a:custGeom>
              <a:avLst/>
              <a:ahLst/>
              <a:rect l="0" t="0" r="r" b="b"/>
              <a:pathLst>
                <a:path w="109" h="72">
                  <a:moveTo>
                    <a:pt x="0" y="11"/>
                  </a:moveTo>
                  <a:lnTo>
                    <a:pt x="4" y="41"/>
                  </a:lnTo>
                  <a:lnTo>
                    <a:pt x="8" y="72"/>
                  </a:lnTo>
                  <a:lnTo>
                    <a:pt x="109" y="61"/>
                  </a:lnTo>
                  <a:lnTo>
                    <a:pt x="105" y="31"/>
                  </a:lnTo>
                  <a:lnTo>
                    <a:pt x="102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83" name=""/>
            <p:cNvSpPr/>
            <p:nvPr/>
          </p:nvSpPr>
          <p:spPr>
            <a:xfrm rot="0">
              <a:off x="2008" y="3878"/>
              <a:ext cx="1" cy="10"/>
            </a:xfrm>
            <a:custGeom>
              <a:avLst/>
              <a:ahLst/>
              <a:rect l="0" t="0" r="r" b="b"/>
              <a:pathLst>
                <a:path w="5" h="30">
                  <a:moveTo>
                    <a:pt x="0" y="0"/>
                  </a:moveTo>
                  <a:lnTo>
                    <a:pt x="4" y="30"/>
                  </a:lnTo>
                  <a:lnTo>
                    <a:pt x="5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84" name=""/>
            <p:cNvSpPr/>
            <p:nvPr/>
          </p:nvSpPr>
          <p:spPr>
            <a:xfrm rot="0">
              <a:off x="2009" y="38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85" name=""/>
            <p:cNvSpPr/>
            <p:nvPr/>
          </p:nvSpPr>
          <p:spPr>
            <a:xfrm rot="0">
              <a:off x="2006" y="3863"/>
              <a:ext cx="37" cy="25"/>
            </a:xfrm>
            <a:custGeom>
              <a:avLst/>
              <a:ahLst/>
              <a:rect l="0" t="0" r="r" b="b"/>
              <a:pathLst>
                <a:path w="110" h="75">
                  <a:moveTo>
                    <a:pt x="0" y="14"/>
                  </a:moveTo>
                  <a:lnTo>
                    <a:pt x="5" y="45"/>
                  </a:lnTo>
                  <a:lnTo>
                    <a:pt x="10" y="75"/>
                  </a:lnTo>
                  <a:lnTo>
                    <a:pt x="110" y="60"/>
                  </a:lnTo>
                  <a:lnTo>
                    <a:pt x="105" y="30"/>
                  </a:lnTo>
                  <a:lnTo>
                    <a:pt x="100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86" name=""/>
            <p:cNvSpPr/>
            <p:nvPr/>
          </p:nvSpPr>
          <p:spPr>
            <a:xfrm rot="0">
              <a:off x="2006" y="3863"/>
              <a:ext cx="37" cy="25"/>
            </a:xfrm>
            <a:custGeom>
              <a:avLst/>
              <a:ahLst/>
              <a:rect l="0" t="0" r="r" b="b"/>
              <a:pathLst>
                <a:path w="110" h="75">
                  <a:moveTo>
                    <a:pt x="0" y="14"/>
                  </a:moveTo>
                  <a:lnTo>
                    <a:pt x="5" y="45"/>
                  </a:lnTo>
                  <a:lnTo>
                    <a:pt x="10" y="75"/>
                  </a:lnTo>
                  <a:lnTo>
                    <a:pt x="110" y="60"/>
                  </a:lnTo>
                  <a:lnTo>
                    <a:pt x="105" y="30"/>
                  </a:lnTo>
                  <a:lnTo>
                    <a:pt x="100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87" name=""/>
            <p:cNvSpPr/>
            <p:nvPr/>
          </p:nvSpPr>
          <p:spPr>
            <a:xfrm rot="0">
              <a:off x="2041" y="3873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0"/>
                  </a:moveTo>
                  <a:lnTo>
                    <a:pt x="5" y="30"/>
                  </a:lnTo>
                  <a:lnTo>
                    <a:pt x="6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88" name=""/>
            <p:cNvSpPr/>
            <p:nvPr/>
          </p:nvSpPr>
          <p:spPr>
            <a:xfrm rot="0">
              <a:off x="2043" y="3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89" name=""/>
            <p:cNvSpPr/>
            <p:nvPr/>
          </p:nvSpPr>
          <p:spPr>
            <a:xfrm rot="0">
              <a:off x="2039" y="385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0" y="19"/>
                  </a:moveTo>
                  <a:lnTo>
                    <a:pt x="6" y="49"/>
                  </a:lnTo>
                  <a:lnTo>
                    <a:pt x="12" y="79"/>
                  </a:lnTo>
                  <a:lnTo>
                    <a:pt x="112" y="60"/>
                  </a:lnTo>
                  <a:lnTo>
                    <a:pt x="106" y="30"/>
                  </a:lnTo>
                  <a:lnTo>
                    <a:pt x="100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90" name=""/>
            <p:cNvSpPr/>
            <p:nvPr/>
          </p:nvSpPr>
          <p:spPr>
            <a:xfrm rot="0">
              <a:off x="2039" y="3856"/>
              <a:ext cx="37" cy="27"/>
            </a:xfrm>
            <a:custGeom>
              <a:avLst/>
              <a:ahLst/>
              <a:rect l="0" t="0" r="r" b="b"/>
              <a:pathLst>
                <a:path w="112" h="79">
                  <a:moveTo>
                    <a:pt x="0" y="19"/>
                  </a:moveTo>
                  <a:lnTo>
                    <a:pt x="6" y="49"/>
                  </a:lnTo>
                  <a:lnTo>
                    <a:pt x="12" y="79"/>
                  </a:lnTo>
                  <a:lnTo>
                    <a:pt x="112" y="60"/>
                  </a:lnTo>
                  <a:lnTo>
                    <a:pt x="106" y="30"/>
                  </a:lnTo>
                  <a:lnTo>
                    <a:pt x="100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91" name=""/>
            <p:cNvSpPr/>
            <p:nvPr/>
          </p:nvSpPr>
          <p:spPr>
            <a:xfrm rot="0">
              <a:off x="2074" y="3866"/>
              <a:ext cx="3" cy="10"/>
            </a:xfrm>
            <a:custGeom>
              <a:avLst/>
              <a:ahLst/>
              <a:rect l="0" t="0" r="r" b="b"/>
              <a:pathLst>
                <a:path w="8" h="30">
                  <a:moveTo>
                    <a:pt x="0" y="0"/>
                  </a:moveTo>
                  <a:lnTo>
                    <a:pt x="6" y="30"/>
                  </a:lnTo>
                  <a:lnTo>
                    <a:pt x="8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92" name=""/>
            <p:cNvSpPr/>
            <p:nvPr/>
          </p:nvSpPr>
          <p:spPr>
            <a:xfrm rot="0">
              <a:off x="2076" y="3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93" name=""/>
            <p:cNvSpPr/>
            <p:nvPr/>
          </p:nvSpPr>
          <p:spPr>
            <a:xfrm rot="0">
              <a:off x="2072" y="3848"/>
              <a:ext cx="38" cy="28"/>
            </a:xfrm>
            <a:custGeom>
              <a:avLst/>
              <a:ahLst/>
              <a:rect l="0" t="0" r="r" b="b"/>
              <a:pathLst>
                <a:path w="113" h="84">
                  <a:moveTo>
                    <a:pt x="0" y="24"/>
                  </a:moveTo>
                  <a:lnTo>
                    <a:pt x="7" y="54"/>
                  </a:lnTo>
                  <a:lnTo>
                    <a:pt x="15" y="84"/>
                  </a:lnTo>
                  <a:lnTo>
                    <a:pt x="113" y="60"/>
                  </a:lnTo>
                  <a:lnTo>
                    <a:pt x="106" y="30"/>
                  </a:lnTo>
                  <a:lnTo>
                    <a:pt x="9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94" name=""/>
            <p:cNvSpPr/>
            <p:nvPr/>
          </p:nvSpPr>
          <p:spPr>
            <a:xfrm rot="0">
              <a:off x="2072" y="3848"/>
              <a:ext cx="38" cy="28"/>
            </a:xfrm>
            <a:custGeom>
              <a:avLst/>
              <a:ahLst/>
              <a:rect l="0" t="0" r="r" b="b"/>
              <a:pathLst>
                <a:path w="113" h="84">
                  <a:moveTo>
                    <a:pt x="0" y="24"/>
                  </a:moveTo>
                  <a:lnTo>
                    <a:pt x="7" y="54"/>
                  </a:lnTo>
                  <a:lnTo>
                    <a:pt x="15" y="84"/>
                  </a:lnTo>
                  <a:lnTo>
                    <a:pt x="113" y="60"/>
                  </a:lnTo>
                  <a:lnTo>
                    <a:pt x="106" y="30"/>
                  </a:lnTo>
                  <a:lnTo>
                    <a:pt x="99" y="0"/>
                  </a:lnTo>
                  <a:lnTo>
                    <a:pt x="0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95" name=""/>
            <p:cNvSpPr/>
            <p:nvPr/>
          </p:nvSpPr>
          <p:spPr>
            <a:xfrm rot="0">
              <a:off x="2107" y="3858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0"/>
                  </a:moveTo>
                  <a:lnTo>
                    <a:pt x="7" y="30"/>
                  </a:lnTo>
                  <a:lnTo>
                    <a:pt x="9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96" name=""/>
            <p:cNvSpPr/>
            <p:nvPr/>
          </p:nvSpPr>
          <p:spPr>
            <a:xfrm rot="0">
              <a:off x="2110" y="38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97" name=""/>
            <p:cNvSpPr/>
            <p:nvPr/>
          </p:nvSpPr>
          <p:spPr>
            <a:xfrm rot="0">
              <a:off x="2105" y="3839"/>
              <a:ext cx="38" cy="29"/>
            </a:xfrm>
            <a:custGeom>
              <a:avLst/>
              <a:ahLst/>
              <a:rect l="0" t="0" r="r" b="b"/>
              <a:pathLst>
                <a:path w="115" h="88">
                  <a:moveTo>
                    <a:pt x="0" y="28"/>
                  </a:moveTo>
                  <a:lnTo>
                    <a:pt x="8" y="58"/>
                  </a:lnTo>
                  <a:lnTo>
                    <a:pt x="17" y="88"/>
                  </a:lnTo>
                  <a:lnTo>
                    <a:pt x="115" y="60"/>
                  </a:lnTo>
                  <a:lnTo>
                    <a:pt x="107" y="30"/>
                  </a:lnTo>
                  <a:lnTo>
                    <a:pt x="99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598" name=""/>
            <p:cNvSpPr/>
            <p:nvPr/>
          </p:nvSpPr>
          <p:spPr>
            <a:xfrm rot="0">
              <a:off x="2105" y="3839"/>
              <a:ext cx="38" cy="29"/>
            </a:xfrm>
            <a:custGeom>
              <a:avLst/>
              <a:ahLst/>
              <a:rect l="0" t="0" r="r" b="b"/>
              <a:pathLst>
                <a:path w="115" h="88">
                  <a:moveTo>
                    <a:pt x="0" y="28"/>
                  </a:moveTo>
                  <a:lnTo>
                    <a:pt x="8" y="58"/>
                  </a:lnTo>
                  <a:lnTo>
                    <a:pt x="17" y="88"/>
                  </a:lnTo>
                  <a:lnTo>
                    <a:pt x="115" y="60"/>
                  </a:lnTo>
                  <a:lnTo>
                    <a:pt x="107" y="30"/>
                  </a:lnTo>
                  <a:lnTo>
                    <a:pt x="99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599" name=""/>
            <p:cNvSpPr/>
            <p:nvPr/>
          </p:nvSpPr>
          <p:spPr>
            <a:xfrm rot="0">
              <a:off x="2140" y="3849"/>
              <a:ext cx="4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0" y="0"/>
                  </a:moveTo>
                  <a:lnTo>
                    <a:pt x="8" y="30"/>
                  </a:lnTo>
                  <a:lnTo>
                    <a:pt x="10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00" name=""/>
            <p:cNvSpPr/>
            <p:nvPr/>
          </p:nvSpPr>
          <p:spPr>
            <a:xfrm rot="0" flipV="1">
              <a:off x="2143" y="38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01" name=""/>
            <p:cNvSpPr/>
            <p:nvPr/>
          </p:nvSpPr>
          <p:spPr>
            <a:xfrm rot="0">
              <a:off x="2137" y="3829"/>
              <a:ext cx="39" cy="30"/>
            </a:xfrm>
            <a:custGeom>
              <a:avLst/>
              <a:ahLst/>
              <a:rect l="0" t="0" r="r" b="b"/>
              <a:pathLst>
                <a:path w="116" h="89">
                  <a:moveTo>
                    <a:pt x="0" y="31"/>
                  </a:moveTo>
                  <a:lnTo>
                    <a:pt x="10" y="60"/>
                  </a:lnTo>
                  <a:lnTo>
                    <a:pt x="20" y="89"/>
                  </a:lnTo>
                  <a:lnTo>
                    <a:pt x="116" y="58"/>
                  </a:lnTo>
                  <a:lnTo>
                    <a:pt x="106" y="29"/>
                  </a:lnTo>
                  <a:lnTo>
                    <a:pt x="97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02" name=""/>
            <p:cNvSpPr/>
            <p:nvPr/>
          </p:nvSpPr>
          <p:spPr>
            <a:xfrm rot="0">
              <a:off x="2137" y="3829"/>
              <a:ext cx="39" cy="30"/>
            </a:xfrm>
            <a:custGeom>
              <a:avLst/>
              <a:ahLst/>
              <a:rect l="0" t="0" r="r" b="b"/>
              <a:pathLst>
                <a:path w="116" h="89">
                  <a:moveTo>
                    <a:pt x="0" y="31"/>
                  </a:moveTo>
                  <a:lnTo>
                    <a:pt x="10" y="60"/>
                  </a:lnTo>
                  <a:lnTo>
                    <a:pt x="20" y="89"/>
                  </a:lnTo>
                  <a:lnTo>
                    <a:pt x="116" y="58"/>
                  </a:lnTo>
                  <a:lnTo>
                    <a:pt x="106" y="29"/>
                  </a:lnTo>
                  <a:lnTo>
                    <a:pt x="97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03" name=""/>
            <p:cNvSpPr/>
            <p:nvPr/>
          </p:nvSpPr>
          <p:spPr>
            <a:xfrm rot="0">
              <a:off x="2172" y="3839"/>
              <a:ext cx="4" cy="9"/>
            </a:xfrm>
            <a:custGeom>
              <a:avLst/>
              <a:ahLst/>
              <a:rect l="0" t="0" r="r" b="b"/>
              <a:pathLst>
                <a:path w="11" h="29">
                  <a:moveTo>
                    <a:pt x="0" y="0"/>
                  </a:moveTo>
                  <a:lnTo>
                    <a:pt x="10" y="29"/>
                  </a:lnTo>
                  <a:lnTo>
                    <a:pt x="11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04" name=""/>
            <p:cNvSpPr/>
            <p:nvPr/>
          </p:nvSpPr>
          <p:spPr>
            <a:xfrm rot="0">
              <a:off x="2176" y="38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05" name=""/>
            <p:cNvSpPr/>
            <p:nvPr/>
          </p:nvSpPr>
          <p:spPr>
            <a:xfrm rot="0">
              <a:off x="2169" y="3817"/>
              <a:ext cx="39" cy="31"/>
            </a:xfrm>
            <a:custGeom>
              <a:avLst/>
              <a:ahLst/>
              <a:rect l="0" t="0" r="r" b="b"/>
              <a:pathLst>
                <a:path w="116" h="94">
                  <a:moveTo>
                    <a:pt x="0" y="36"/>
                  </a:moveTo>
                  <a:lnTo>
                    <a:pt x="10" y="65"/>
                  </a:lnTo>
                  <a:lnTo>
                    <a:pt x="21" y="94"/>
                  </a:lnTo>
                  <a:lnTo>
                    <a:pt x="116" y="57"/>
                  </a:lnTo>
                  <a:lnTo>
                    <a:pt x="106" y="28"/>
                  </a:lnTo>
                  <a:lnTo>
                    <a:pt x="95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06" name=""/>
            <p:cNvSpPr/>
            <p:nvPr/>
          </p:nvSpPr>
          <p:spPr>
            <a:xfrm rot="0">
              <a:off x="2169" y="3817"/>
              <a:ext cx="39" cy="31"/>
            </a:xfrm>
            <a:custGeom>
              <a:avLst/>
              <a:ahLst/>
              <a:rect l="0" t="0" r="r" b="b"/>
              <a:pathLst>
                <a:path w="116" h="94">
                  <a:moveTo>
                    <a:pt x="0" y="36"/>
                  </a:moveTo>
                  <a:lnTo>
                    <a:pt x="10" y="65"/>
                  </a:lnTo>
                  <a:lnTo>
                    <a:pt x="21" y="94"/>
                  </a:lnTo>
                  <a:lnTo>
                    <a:pt x="116" y="57"/>
                  </a:lnTo>
                  <a:lnTo>
                    <a:pt x="106" y="28"/>
                  </a:lnTo>
                  <a:lnTo>
                    <a:pt x="95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07" name=""/>
            <p:cNvSpPr/>
            <p:nvPr/>
          </p:nvSpPr>
          <p:spPr>
            <a:xfrm rot="0">
              <a:off x="2204" y="3826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0" y="0"/>
                  </a:moveTo>
                  <a:lnTo>
                    <a:pt x="10" y="29"/>
                  </a:lnTo>
                  <a:lnTo>
                    <a:pt x="12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08" name=""/>
            <p:cNvSpPr/>
            <p:nvPr/>
          </p:nvSpPr>
          <p:spPr>
            <a:xfrm rot="0" flipV="1">
              <a:off x="2208" y="3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09" name=""/>
            <p:cNvSpPr/>
            <p:nvPr/>
          </p:nvSpPr>
          <p:spPr>
            <a:xfrm rot="0">
              <a:off x="2200" y="3804"/>
              <a:ext cx="40" cy="32"/>
            </a:xfrm>
            <a:custGeom>
              <a:avLst/>
              <a:ahLst/>
              <a:rect l="0" t="0" r="r" b="b"/>
              <a:pathLst>
                <a:path w="118" h="95">
                  <a:moveTo>
                    <a:pt x="0" y="40"/>
                  </a:moveTo>
                  <a:lnTo>
                    <a:pt x="12" y="67"/>
                  </a:lnTo>
                  <a:lnTo>
                    <a:pt x="24" y="95"/>
                  </a:lnTo>
                  <a:lnTo>
                    <a:pt x="118" y="55"/>
                  </a:lnTo>
                  <a:lnTo>
                    <a:pt x="106" y="28"/>
                  </a:lnTo>
                  <a:lnTo>
                    <a:pt x="94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10" name=""/>
            <p:cNvSpPr/>
            <p:nvPr/>
          </p:nvSpPr>
          <p:spPr>
            <a:xfrm rot="0">
              <a:off x="2200" y="3804"/>
              <a:ext cx="40" cy="32"/>
            </a:xfrm>
            <a:custGeom>
              <a:avLst/>
              <a:ahLst/>
              <a:rect l="0" t="0" r="r" b="b"/>
              <a:pathLst>
                <a:path w="118" h="95">
                  <a:moveTo>
                    <a:pt x="0" y="40"/>
                  </a:moveTo>
                  <a:lnTo>
                    <a:pt x="12" y="67"/>
                  </a:lnTo>
                  <a:lnTo>
                    <a:pt x="24" y="95"/>
                  </a:lnTo>
                  <a:lnTo>
                    <a:pt x="118" y="55"/>
                  </a:lnTo>
                  <a:lnTo>
                    <a:pt x="106" y="28"/>
                  </a:lnTo>
                  <a:lnTo>
                    <a:pt x="94" y="0"/>
                  </a:lnTo>
                  <a:lnTo>
                    <a:pt x="0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11" name=""/>
            <p:cNvSpPr/>
            <p:nvPr/>
          </p:nvSpPr>
          <p:spPr>
            <a:xfrm rot="0">
              <a:off x="2236" y="3813"/>
              <a:ext cx="4" cy="9"/>
            </a:xfrm>
            <a:custGeom>
              <a:avLst/>
              <a:ahLst/>
              <a:rect l="0" t="0" r="r" b="b"/>
              <a:pathLst>
                <a:path w="13" h="27">
                  <a:moveTo>
                    <a:pt x="0" y="0"/>
                  </a:moveTo>
                  <a:lnTo>
                    <a:pt x="12" y="27"/>
                  </a:lnTo>
                  <a:lnTo>
                    <a:pt x="1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12" name=""/>
            <p:cNvSpPr/>
            <p:nvPr/>
          </p:nvSpPr>
          <p:spPr>
            <a:xfrm rot="0">
              <a:off x="2240" y="38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13" name=""/>
            <p:cNvSpPr/>
            <p:nvPr/>
          </p:nvSpPr>
          <p:spPr>
            <a:xfrm rot="0">
              <a:off x="2231" y="3789"/>
              <a:ext cx="39" cy="33"/>
            </a:xfrm>
            <a:custGeom>
              <a:avLst/>
              <a:ahLst/>
              <a:rect l="0" t="0" r="r" b="b"/>
              <a:pathLst>
                <a:path w="118" h="100">
                  <a:moveTo>
                    <a:pt x="0" y="45"/>
                  </a:moveTo>
                  <a:lnTo>
                    <a:pt x="14" y="73"/>
                  </a:lnTo>
                  <a:lnTo>
                    <a:pt x="27" y="100"/>
                  </a:lnTo>
                  <a:lnTo>
                    <a:pt x="118" y="56"/>
                  </a:lnTo>
                  <a:lnTo>
                    <a:pt x="105" y="28"/>
                  </a:lnTo>
                  <a:lnTo>
                    <a:pt x="92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14" name=""/>
            <p:cNvSpPr/>
            <p:nvPr/>
          </p:nvSpPr>
          <p:spPr>
            <a:xfrm rot="0">
              <a:off x="2231" y="3789"/>
              <a:ext cx="39" cy="33"/>
            </a:xfrm>
            <a:custGeom>
              <a:avLst/>
              <a:ahLst/>
              <a:rect l="0" t="0" r="r" b="b"/>
              <a:pathLst>
                <a:path w="118" h="100">
                  <a:moveTo>
                    <a:pt x="0" y="45"/>
                  </a:moveTo>
                  <a:lnTo>
                    <a:pt x="14" y="73"/>
                  </a:lnTo>
                  <a:lnTo>
                    <a:pt x="27" y="100"/>
                  </a:lnTo>
                  <a:lnTo>
                    <a:pt x="118" y="56"/>
                  </a:lnTo>
                  <a:lnTo>
                    <a:pt x="105" y="28"/>
                  </a:lnTo>
                  <a:lnTo>
                    <a:pt x="92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15" name=""/>
            <p:cNvSpPr/>
            <p:nvPr/>
          </p:nvSpPr>
          <p:spPr>
            <a:xfrm rot="0">
              <a:off x="2266" y="3798"/>
              <a:ext cx="5" cy="10"/>
            </a:xfrm>
            <a:custGeom>
              <a:avLst/>
              <a:ahLst/>
              <a:rect l="0" t="0" r="r" b="b"/>
              <a:pathLst>
                <a:path w="15" h="28">
                  <a:moveTo>
                    <a:pt x="0" y="0"/>
                  </a:moveTo>
                  <a:lnTo>
                    <a:pt x="13" y="28"/>
                  </a:lnTo>
                  <a:lnTo>
                    <a:pt x="15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16" name=""/>
            <p:cNvSpPr/>
            <p:nvPr/>
          </p:nvSpPr>
          <p:spPr>
            <a:xfrm rot="0">
              <a:off x="2270" y="3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17" name=""/>
            <p:cNvSpPr/>
            <p:nvPr/>
          </p:nvSpPr>
          <p:spPr>
            <a:xfrm rot="0">
              <a:off x="2261" y="3773"/>
              <a:ext cx="40" cy="35"/>
            </a:xfrm>
            <a:custGeom>
              <a:avLst/>
              <a:ahLst/>
              <a:rect l="0" t="0" r="r" b="b"/>
              <a:pathLst>
                <a:path w="118" h="103">
                  <a:moveTo>
                    <a:pt x="0" y="47"/>
                  </a:moveTo>
                  <a:lnTo>
                    <a:pt x="14" y="75"/>
                  </a:lnTo>
                  <a:lnTo>
                    <a:pt x="29" y="103"/>
                  </a:lnTo>
                  <a:lnTo>
                    <a:pt x="118" y="56"/>
                  </a:lnTo>
                  <a:lnTo>
                    <a:pt x="103" y="28"/>
                  </a:lnTo>
                  <a:lnTo>
                    <a:pt x="89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18" name=""/>
            <p:cNvSpPr/>
            <p:nvPr/>
          </p:nvSpPr>
          <p:spPr>
            <a:xfrm rot="0">
              <a:off x="2261" y="3773"/>
              <a:ext cx="40" cy="35"/>
            </a:xfrm>
            <a:custGeom>
              <a:avLst/>
              <a:ahLst/>
              <a:rect l="0" t="0" r="r" b="b"/>
              <a:pathLst>
                <a:path w="118" h="103">
                  <a:moveTo>
                    <a:pt x="0" y="47"/>
                  </a:moveTo>
                  <a:lnTo>
                    <a:pt x="14" y="75"/>
                  </a:lnTo>
                  <a:lnTo>
                    <a:pt x="29" y="103"/>
                  </a:lnTo>
                  <a:lnTo>
                    <a:pt x="118" y="56"/>
                  </a:lnTo>
                  <a:lnTo>
                    <a:pt x="103" y="28"/>
                  </a:lnTo>
                  <a:lnTo>
                    <a:pt x="89" y="0"/>
                  </a:lnTo>
                  <a:lnTo>
                    <a:pt x="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19" name=""/>
            <p:cNvSpPr/>
            <p:nvPr/>
          </p:nvSpPr>
          <p:spPr>
            <a:xfrm rot="0">
              <a:off x="2296" y="3783"/>
              <a:ext cx="5" cy="9"/>
            </a:xfrm>
            <a:custGeom>
              <a:avLst/>
              <a:ahLst/>
              <a:rect l="0" t="0" r="r" b="b"/>
              <a:pathLst>
                <a:path w="16" h="28">
                  <a:moveTo>
                    <a:pt x="0" y="0"/>
                  </a:moveTo>
                  <a:lnTo>
                    <a:pt x="15" y="28"/>
                  </a:lnTo>
                  <a:lnTo>
                    <a:pt x="16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20" name=""/>
            <p:cNvSpPr/>
            <p:nvPr/>
          </p:nvSpPr>
          <p:spPr>
            <a:xfrm rot="0" flipV="1">
              <a:off x="2301" y="37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21" name=""/>
            <p:cNvSpPr/>
            <p:nvPr/>
          </p:nvSpPr>
          <p:spPr>
            <a:xfrm rot="0">
              <a:off x="2291" y="3757"/>
              <a:ext cx="39" cy="35"/>
            </a:xfrm>
            <a:custGeom>
              <a:avLst/>
              <a:ahLst/>
              <a:rect l="0" t="0" r="r" b="b"/>
              <a:pathLst>
                <a:path w="119" h="105">
                  <a:moveTo>
                    <a:pt x="0" y="52"/>
                  </a:moveTo>
                  <a:lnTo>
                    <a:pt x="15" y="78"/>
                  </a:lnTo>
                  <a:lnTo>
                    <a:pt x="31" y="105"/>
                  </a:lnTo>
                  <a:lnTo>
                    <a:pt x="119" y="53"/>
                  </a:lnTo>
                  <a:lnTo>
                    <a:pt x="103" y="26"/>
                  </a:lnTo>
                  <a:lnTo>
                    <a:pt x="88" y="0"/>
                  </a:lnTo>
                  <a:lnTo>
                    <a:pt x="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22" name=""/>
            <p:cNvSpPr/>
            <p:nvPr/>
          </p:nvSpPr>
          <p:spPr>
            <a:xfrm rot="0">
              <a:off x="2291" y="3757"/>
              <a:ext cx="39" cy="35"/>
            </a:xfrm>
            <a:custGeom>
              <a:avLst/>
              <a:ahLst/>
              <a:rect l="0" t="0" r="r" b="b"/>
              <a:pathLst>
                <a:path w="119" h="105">
                  <a:moveTo>
                    <a:pt x="0" y="52"/>
                  </a:moveTo>
                  <a:lnTo>
                    <a:pt x="15" y="78"/>
                  </a:lnTo>
                  <a:lnTo>
                    <a:pt x="31" y="105"/>
                  </a:lnTo>
                  <a:lnTo>
                    <a:pt x="119" y="53"/>
                  </a:lnTo>
                  <a:lnTo>
                    <a:pt x="103" y="26"/>
                  </a:lnTo>
                  <a:lnTo>
                    <a:pt x="88" y="0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23" name=""/>
            <p:cNvSpPr/>
            <p:nvPr/>
          </p:nvSpPr>
          <p:spPr>
            <a:xfrm rot="0">
              <a:off x="2325" y="3765"/>
              <a:ext cx="6" cy="9"/>
            </a:xfrm>
            <a:custGeom>
              <a:avLst/>
              <a:ahLst/>
              <a:rect l="0" t="0" r="r" b="b"/>
              <a:pathLst>
                <a:path w="17" h="27">
                  <a:moveTo>
                    <a:pt x="0" y="0"/>
                  </a:moveTo>
                  <a:lnTo>
                    <a:pt x="16" y="27"/>
                  </a:lnTo>
                  <a:lnTo>
                    <a:pt x="17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24" name=""/>
            <p:cNvSpPr/>
            <p:nvPr/>
          </p:nvSpPr>
          <p:spPr>
            <a:xfrm rot="0" flipV="1">
              <a:off x="2330" y="37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25" name=""/>
            <p:cNvSpPr/>
            <p:nvPr/>
          </p:nvSpPr>
          <p:spPr>
            <a:xfrm rot="0">
              <a:off x="2319" y="3739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0" y="55"/>
                  </a:moveTo>
                  <a:lnTo>
                    <a:pt x="17" y="80"/>
                  </a:lnTo>
                  <a:lnTo>
                    <a:pt x="34" y="106"/>
                  </a:lnTo>
                  <a:lnTo>
                    <a:pt x="120" y="50"/>
                  </a:lnTo>
                  <a:lnTo>
                    <a:pt x="103" y="25"/>
                  </a:lnTo>
                  <a:lnTo>
                    <a:pt x="86" y="0"/>
                  </a:lnTo>
                  <a:lnTo>
                    <a:pt x="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26" name=""/>
            <p:cNvSpPr/>
            <p:nvPr/>
          </p:nvSpPr>
          <p:spPr>
            <a:xfrm rot="0">
              <a:off x="2319" y="3739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0" y="55"/>
                  </a:moveTo>
                  <a:lnTo>
                    <a:pt x="17" y="80"/>
                  </a:lnTo>
                  <a:lnTo>
                    <a:pt x="34" y="106"/>
                  </a:lnTo>
                  <a:lnTo>
                    <a:pt x="120" y="50"/>
                  </a:lnTo>
                  <a:lnTo>
                    <a:pt x="103" y="25"/>
                  </a:lnTo>
                  <a:lnTo>
                    <a:pt x="86" y="0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27" name=""/>
            <p:cNvSpPr/>
            <p:nvPr/>
          </p:nvSpPr>
          <p:spPr>
            <a:xfrm rot="0">
              <a:off x="2354" y="3747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0" y="0"/>
                  </a:moveTo>
                  <a:lnTo>
                    <a:pt x="17" y="25"/>
                  </a:lnTo>
                  <a:lnTo>
                    <a:pt x="18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28" name=""/>
            <p:cNvSpPr/>
            <p:nvPr/>
          </p:nvSpPr>
          <p:spPr>
            <a:xfrm rot="0">
              <a:off x="2359" y="37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29" name=""/>
            <p:cNvSpPr/>
            <p:nvPr/>
          </p:nvSpPr>
          <p:spPr>
            <a:xfrm rot="0">
              <a:off x="2348" y="3719"/>
              <a:ext cx="39" cy="36"/>
            </a:xfrm>
            <a:custGeom>
              <a:avLst/>
              <a:ahLst/>
              <a:rect l="0" t="0" r="r" b="b"/>
              <a:pathLst>
                <a:path w="119" h="110">
                  <a:moveTo>
                    <a:pt x="0" y="60"/>
                  </a:moveTo>
                  <a:lnTo>
                    <a:pt x="18" y="85"/>
                  </a:lnTo>
                  <a:lnTo>
                    <a:pt x="36" y="110"/>
                  </a:lnTo>
                  <a:lnTo>
                    <a:pt x="119" y="51"/>
                  </a:lnTo>
                  <a:lnTo>
                    <a:pt x="101" y="26"/>
                  </a:lnTo>
                  <a:lnTo>
                    <a:pt x="83" y="0"/>
                  </a:lnTo>
                  <a:lnTo>
                    <a:pt x="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30" name=""/>
            <p:cNvSpPr/>
            <p:nvPr/>
          </p:nvSpPr>
          <p:spPr>
            <a:xfrm rot="0">
              <a:off x="2348" y="3719"/>
              <a:ext cx="39" cy="36"/>
            </a:xfrm>
            <a:custGeom>
              <a:avLst/>
              <a:ahLst/>
              <a:rect l="0" t="0" r="r" b="b"/>
              <a:pathLst>
                <a:path w="119" h="110">
                  <a:moveTo>
                    <a:pt x="0" y="60"/>
                  </a:moveTo>
                  <a:lnTo>
                    <a:pt x="18" y="85"/>
                  </a:lnTo>
                  <a:lnTo>
                    <a:pt x="36" y="110"/>
                  </a:lnTo>
                  <a:lnTo>
                    <a:pt x="119" y="51"/>
                  </a:lnTo>
                  <a:lnTo>
                    <a:pt x="101" y="26"/>
                  </a:lnTo>
                  <a:lnTo>
                    <a:pt x="83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31" name=""/>
            <p:cNvSpPr/>
            <p:nvPr/>
          </p:nvSpPr>
          <p:spPr>
            <a:xfrm rot="0">
              <a:off x="2381" y="3727"/>
              <a:ext cx="6" cy="9"/>
            </a:xfrm>
            <a:custGeom>
              <a:avLst/>
              <a:ahLst/>
              <a:rect l="0" t="0" r="r" b="b"/>
              <a:pathLst>
                <a:path w="18" h="25">
                  <a:moveTo>
                    <a:pt x="0" y="0"/>
                  </a:moveTo>
                  <a:lnTo>
                    <a:pt x="18" y="25"/>
                  </a:lnTo>
                  <a:lnTo>
                    <a:pt x="18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32" name=""/>
            <p:cNvSpPr/>
            <p:nvPr/>
          </p:nvSpPr>
          <p:spPr>
            <a:xfrm rot="0" flipV="1">
              <a:off x="2387" y="3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33" name=""/>
            <p:cNvSpPr/>
            <p:nvPr/>
          </p:nvSpPr>
          <p:spPr>
            <a:xfrm rot="0">
              <a:off x="2375" y="3699"/>
              <a:ext cx="39" cy="36"/>
            </a:xfrm>
            <a:custGeom>
              <a:avLst/>
              <a:ahLst/>
              <a:rect l="0" t="0" r="r" b="b"/>
              <a:pathLst>
                <a:path w="117" h="110">
                  <a:moveTo>
                    <a:pt x="0" y="62"/>
                  </a:moveTo>
                  <a:lnTo>
                    <a:pt x="18" y="86"/>
                  </a:lnTo>
                  <a:lnTo>
                    <a:pt x="36" y="110"/>
                  </a:lnTo>
                  <a:lnTo>
                    <a:pt x="117" y="48"/>
                  </a:lnTo>
                  <a:lnTo>
                    <a:pt x="99" y="24"/>
                  </a:lnTo>
                  <a:lnTo>
                    <a:pt x="81" y="0"/>
                  </a:lnTo>
                  <a:lnTo>
                    <a:pt x="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34" name=""/>
            <p:cNvSpPr/>
            <p:nvPr/>
          </p:nvSpPr>
          <p:spPr>
            <a:xfrm rot="0">
              <a:off x="2375" y="3699"/>
              <a:ext cx="39" cy="36"/>
            </a:xfrm>
            <a:custGeom>
              <a:avLst/>
              <a:ahLst/>
              <a:rect l="0" t="0" r="r" b="b"/>
              <a:pathLst>
                <a:path w="117" h="110">
                  <a:moveTo>
                    <a:pt x="0" y="62"/>
                  </a:moveTo>
                  <a:lnTo>
                    <a:pt x="18" y="86"/>
                  </a:lnTo>
                  <a:lnTo>
                    <a:pt x="36" y="110"/>
                  </a:lnTo>
                  <a:lnTo>
                    <a:pt x="117" y="48"/>
                  </a:lnTo>
                  <a:lnTo>
                    <a:pt x="99" y="24"/>
                  </a:lnTo>
                  <a:lnTo>
                    <a:pt x="81" y="0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35" name=""/>
            <p:cNvSpPr/>
            <p:nvPr/>
          </p:nvSpPr>
          <p:spPr>
            <a:xfrm rot="0">
              <a:off x="2408" y="3707"/>
              <a:ext cx="7" cy="8"/>
            </a:xfrm>
            <a:custGeom>
              <a:avLst/>
              <a:ahLst/>
              <a:rect l="0" t="0" r="r" b="b"/>
              <a:pathLst>
                <a:path w="20" h="24">
                  <a:moveTo>
                    <a:pt x="0" y="0"/>
                  </a:moveTo>
                  <a:lnTo>
                    <a:pt x="18" y="24"/>
                  </a:lnTo>
                  <a:lnTo>
                    <a:pt x="20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36" name=""/>
            <p:cNvSpPr/>
            <p:nvPr/>
          </p:nvSpPr>
          <p:spPr>
            <a:xfrm rot="0" flipV="1">
              <a:off x="2414" y="37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37" name=""/>
            <p:cNvSpPr/>
            <p:nvPr/>
          </p:nvSpPr>
          <p:spPr>
            <a:xfrm rot="0">
              <a:off x="2401" y="3677"/>
              <a:ext cx="40" cy="37"/>
            </a:xfrm>
            <a:custGeom>
              <a:avLst/>
              <a:ahLst/>
              <a:rect l="0" t="0" r="r" b="b"/>
              <a:pathLst>
                <a:path w="118" h="112">
                  <a:moveTo>
                    <a:pt x="0" y="66"/>
                  </a:moveTo>
                  <a:lnTo>
                    <a:pt x="21" y="89"/>
                  </a:lnTo>
                  <a:lnTo>
                    <a:pt x="41" y="112"/>
                  </a:lnTo>
                  <a:lnTo>
                    <a:pt x="118" y="46"/>
                  </a:lnTo>
                  <a:lnTo>
                    <a:pt x="98" y="23"/>
                  </a:lnTo>
                  <a:lnTo>
                    <a:pt x="77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38" name=""/>
            <p:cNvSpPr/>
            <p:nvPr/>
          </p:nvSpPr>
          <p:spPr>
            <a:xfrm rot="0">
              <a:off x="2401" y="3677"/>
              <a:ext cx="40" cy="37"/>
            </a:xfrm>
            <a:custGeom>
              <a:avLst/>
              <a:ahLst/>
              <a:rect l="0" t="0" r="r" b="b"/>
              <a:pathLst>
                <a:path w="118" h="112">
                  <a:moveTo>
                    <a:pt x="0" y="66"/>
                  </a:moveTo>
                  <a:lnTo>
                    <a:pt x="21" y="89"/>
                  </a:lnTo>
                  <a:lnTo>
                    <a:pt x="41" y="112"/>
                  </a:lnTo>
                  <a:lnTo>
                    <a:pt x="118" y="46"/>
                  </a:lnTo>
                  <a:lnTo>
                    <a:pt x="98" y="23"/>
                  </a:lnTo>
                  <a:lnTo>
                    <a:pt x="77" y="0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39" name=""/>
            <p:cNvSpPr/>
            <p:nvPr/>
          </p:nvSpPr>
          <p:spPr>
            <a:xfrm rot="0">
              <a:off x="2434" y="3685"/>
              <a:ext cx="7" cy="7"/>
            </a:xfrm>
            <a:custGeom>
              <a:avLst/>
              <a:ahLst/>
              <a:rect l="0" t="0" r="r" b="b"/>
              <a:pathLst>
                <a:path w="20" h="23">
                  <a:moveTo>
                    <a:pt x="0" y="0"/>
                  </a:moveTo>
                  <a:lnTo>
                    <a:pt x="20" y="23"/>
                  </a:lnTo>
                  <a:lnTo>
                    <a:pt x="20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40" name=""/>
            <p:cNvSpPr/>
            <p:nvPr/>
          </p:nvSpPr>
          <p:spPr>
            <a:xfrm rot="0">
              <a:off x="2441" y="36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41" name=""/>
            <p:cNvSpPr/>
            <p:nvPr/>
          </p:nvSpPr>
          <p:spPr>
            <a:xfrm rot="0">
              <a:off x="2427" y="3654"/>
              <a:ext cx="39" cy="38"/>
            </a:xfrm>
            <a:custGeom>
              <a:avLst/>
              <a:ahLst/>
              <a:rect l="0" t="0" r="r" b="b"/>
              <a:pathLst>
                <a:path w="116" h="115">
                  <a:moveTo>
                    <a:pt x="0" y="69"/>
                  </a:moveTo>
                  <a:lnTo>
                    <a:pt x="21" y="92"/>
                  </a:lnTo>
                  <a:lnTo>
                    <a:pt x="41" y="115"/>
                  </a:lnTo>
                  <a:lnTo>
                    <a:pt x="116" y="46"/>
                  </a:lnTo>
                  <a:lnTo>
                    <a:pt x="96" y="23"/>
                  </a:lnTo>
                  <a:lnTo>
                    <a:pt x="75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42" name=""/>
            <p:cNvSpPr/>
            <p:nvPr/>
          </p:nvSpPr>
          <p:spPr>
            <a:xfrm rot="0">
              <a:off x="2427" y="3654"/>
              <a:ext cx="39" cy="38"/>
            </a:xfrm>
            <a:custGeom>
              <a:avLst/>
              <a:ahLst/>
              <a:rect l="0" t="0" r="r" b="b"/>
              <a:pathLst>
                <a:path w="116" h="115">
                  <a:moveTo>
                    <a:pt x="0" y="69"/>
                  </a:moveTo>
                  <a:lnTo>
                    <a:pt x="21" y="92"/>
                  </a:lnTo>
                  <a:lnTo>
                    <a:pt x="41" y="115"/>
                  </a:lnTo>
                  <a:lnTo>
                    <a:pt x="116" y="46"/>
                  </a:lnTo>
                  <a:lnTo>
                    <a:pt x="96" y="23"/>
                  </a:lnTo>
                  <a:lnTo>
                    <a:pt x="75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43" name=""/>
            <p:cNvSpPr/>
            <p:nvPr/>
          </p:nvSpPr>
          <p:spPr>
            <a:xfrm rot="0">
              <a:off x="2459" y="3662"/>
              <a:ext cx="7" cy="7"/>
            </a:xfrm>
            <a:custGeom>
              <a:avLst/>
              <a:ahLst/>
              <a:rect l="0" t="0" r="r" b="b"/>
              <a:pathLst>
                <a:path w="21" h="23">
                  <a:moveTo>
                    <a:pt x="0" y="0"/>
                  </a:moveTo>
                  <a:lnTo>
                    <a:pt x="20" y="23"/>
                  </a:lnTo>
                  <a:lnTo>
                    <a:pt x="21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44" name=""/>
            <p:cNvSpPr/>
            <p:nvPr/>
          </p:nvSpPr>
          <p:spPr>
            <a:xfrm rot="0" flipV="1">
              <a:off x="2466" y="3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45" name=""/>
            <p:cNvSpPr/>
            <p:nvPr/>
          </p:nvSpPr>
          <p:spPr>
            <a:xfrm rot="0">
              <a:off x="2452" y="3630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0" y="73"/>
                  </a:moveTo>
                  <a:lnTo>
                    <a:pt x="22" y="94"/>
                  </a:lnTo>
                  <a:lnTo>
                    <a:pt x="43" y="116"/>
                  </a:lnTo>
                  <a:lnTo>
                    <a:pt x="116" y="44"/>
                  </a:lnTo>
                  <a:lnTo>
                    <a:pt x="94" y="22"/>
                  </a:lnTo>
                  <a:lnTo>
                    <a:pt x="72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46" name=""/>
            <p:cNvSpPr/>
            <p:nvPr/>
          </p:nvSpPr>
          <p:spPr>
            <a:xfrm rot="0">
              <a:off x="2452" y="3630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0" y="73"/>
                  </a:moveTo>
                  <a:lnTo>
                    <a:pt x="22" y="94"/>
                  </a:lnTo>
                  <a:lnTo>
                    <a:pt x="43" y="116"/>
                  </a:lnTo>
                  <a:lnTo>
                    <a:pt x="116" y="44"/>
                  </a:lnTo>
                  <a:lnTo>
                    <a:pt x="94" y="22"/>
                  </a:lnTo>
                  <a:lnTo>
                    <a:pt x="72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47" name=""/>
            <p:cNvSpPr/>
            <p:nvPr/>
          </p:nvSpPr>
          <p:spPr>
            <a:xfrm rot="0">
              <a:off x="2483" y="3638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0" y="0"/>
                  </a:moveTo>
                  <a:lnTo>
                    <a:pt x="22" y="22"/>
                  </a:lnTo>
                  <a:lnTo>
                    <a:pt x="23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48" name=""/>
            <p:cNvSpPr/>
            <p:nvPr/>
          </p:nvSpPr>
          <p:spPr>
            <a:xfrm rot="0" flipV="1">
              <a:off x="2490" y="36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49" name=""/>
            <p:cNvSpPr/>
            <p:nvPr/>
          </p:nvSpPr>
          <p:spPr>
            <a:xfrm rot="0">
              <a:off x="2475" y="3606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0" y="75"/>
                  </a:moveTo>
                  <a:lnTo>
                    <a:pt x="23" y="95"/>
                  </a:lnTo>
                  <a:lnTo>
                    <a:pt x="46" y="116"/>
                  </a:lnTo>
                  <a:lnTo>
                    <a:pt x="115" y="41"/>
                  </a:lnTo>
                  <a:lnTo>
                    <a:pt x="92" y="20"/>
                  </a:lnTo>
                  <a:lnTo>
                    <a:pt x="69" y="0"/>
                  </a:lnTo>
                  <a:lnTo>
                    <a:pt x="0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50" name=""/>
            <p:cNvSpPr/>
            <p:nvPr/>
          </p:nvSpPr>
          <p:spPr>
            <a:xfrm rot="0">
              <a:off x="2475" y="3606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0" y="75"/>
                  </a:moveTo>
                  <a:lnTo>
                    <a:pt x="23" y="95"/>
                  </a:lnTo>
                  <a:lnTo>
                    <a:pt x="46" y="116"/>
                  </a:lnTo>
                  <a:lnTo>
                    <a:pt x="115" y="41"/>
                  </a:lnTo>
                  <a:lnTo>
                    <a:pt x="92" y="20"/>
                  </a:lnTo>
                  <a:lnTo>
                    <a:pt x="69" y="0"/>
                  </a:lnTo>
                  <a:lnTo>
                    <a:pt x="0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51" name=""/>
            <p:cNvSpPr/>
            <p:nvPr/>
          </p:nvSpPr>
          <p:spPr>
            <a:xfrm rot="0">
              <a:off x="2506" y="3613"/>
              <a:ext cx="8" cy="7"/>
            </a:xfrm>
            <a:custGeom>
              <a:avLst/>
              <a:ahLst/>
              <a:rect l="0" t="0" r="r" b="b"/>
              <a:pathLst>
                <a:path w="23" h="21">
                  <a:moveTo>
                    <a:pt x="0" y="0"/>
                  </a:moveTo>
                  <a:lnTo>
                    <a:pt x="23" y="21"/>
                  </a:lnTo>
                  <a:lnTo>
                    <a:pt x="23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52" name=""/>
            <p:cNvSpPr/>
            <p:nvPr/>
          </p:nvSpPr>
          <p:spPr>
            <a:xfrm rot="0" flipV="1">
              <a:off x="2514" y="36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53" name=""/>
            <p:cNvSpPr/>
            <p:nvPr/>
          </p:nvSpPr>
          <p:spPr>
            <a:xfrm rot="0">
              <a:off x="2498" y="3580"/>
              <a:ext cx="38" cy="39"/>
            </a:xfrm>
            <a:custGeom>
              <a:avLst/>
              <a:ahLst/>
              <a:rect l="0" t="0" r="r" b="b"/>
              <a:pathLst>
                <a:path w="112" h="117">
                  <a:moveTo>
                    <a:pt x="0" y="78"/>
                  </a:moveTo>
                  <a:lnTo>
                    <a:pt x="23" y="97"/>
                  </a:lnTo>
                  <a:lnTo>
                    <a:pt x="46" y="117"/>
                  </a:lnTo>
                  <a:lnTo>
                    <a:pt x="112" y="38"/>
                  </a:lnTo>
                  <a:lnTo>
                    <a:pt x="89" y="19"/>
                  </a:lnTo>
                  <a:lnTo>
                    <a:pt x="66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54" name=""/>
            <p:cNvSpPr/>
            <p:nvPr/>
          </p:nvSpPr>
          <p:spPr>
            <a:xfrm rot="0">
              <a:off x="2498" y="3580"/>
              <a:ext cx="38" cy="39"/>
            </a:xfrm>
            <a:custGeom>
              <a:avLst/>
              <a:ahLst/>
              <a:rect l="0" t="0" r="r" b="b"/>
              <a:pathLst>
                <a:path w="112" h="117">
                  <a:moveTo>
                    <a:pt x="0" y="78"/>
                  </a:moveTo>
                  <a:lnTo>
                    <a:pt x="23" y="97"/>
                  </a:lnTo>
                  <a:lnTo>
                    <a:pt x="46" y="117"/>
                  </a:lnTo>
                  <a:lnTo>
                    <a:pt x="112" y="38"/>
                  </a:lnTo>
                  <a:lnTo>
                    <a:pt x="89" y="19"/>
                  </a:lnTo>
                  <a:lnTo>
                    <a:pt x="66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55" name=""/>
            <p:cNvSpPr/>
            <p:nvPr/>
          </p:nvSpPr>
          <p:spPr>
            <a:xfrm rot="0">
              <a:off x="2528" y="3587"/>
              <a:ext cx="8" cy="6"/>
            </a:xfrm>
            <a:custGeom>
              <a:avLst/>
              <a:ahLst/>
              <a:rect l="0" t="0" r="r" b="b"/>
              <a:pathLst>
                <a:path w="24" h="19">
                  <a:moveTo>
                    <a:pt x="0" y="0"/>
                  </a:moveTo>
                  <a:lnTo>
                    <a:pt x="23" y="19"/>
                  </a:lnTo>
                  <a:lnTo>
                    <a:pt x="24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56" name=""/>
            <p:cNvSpPr/>
            <p:nvPr/>
          </p:nvSpPr>
          <p:spPr>
            <a:xfrm rot="0" flipV="1">
              <a:off x="2536" y="35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57" name=""/>
            <p:cNvSpPr/>
            <p:nvPr/>
          </p:nvSpPr>
          <p:spPr>
            <a:xfrm rot="0">
              <a:off x="2520" y="3554"/>
              <a:ext cx="36" cy="39"/>
            </a:xfrm>
            <a:custGeom>
              <a:avLst/>
              <a:ahLst/>
              <a:rect l="0" t="0" r="r" b="b"/>
              <a:pathLst>
                <a:path w="109" h="117">
                  <a:moveTo>
                    <a:pt x="0" y="81"/>
                  </a:moveTo>
                  <a:lnTo>
                    <a:pt x="24" y="99"/>
                  </a:lnTo>
                  <a:lnTo>
                    <a:pt x="48" y="117"/>
                  </a:lnTo>
                  <a:lnTo>
                    <a:pt x="109" y="36"/>
                  </a:lnTo>
                  <a:lnTo>
                    <a:pt x="85" y="18"/>
                  </a:lnTo>
                  <a:lnTo>
                    <a:pt x="61" y="0"/>
                  </a:lnTo>
                  <a:lnTo>
                    <a:pt x="0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58" name=""/>
            <p:cNvSpPr/>
            <p:nvPr/>
          </p:nvSpPr>
          <p:spPr>
            <a:xfrm rot="0">
              <a:off x="2520" y="3554"/>
              <a:ext cx="36" cy="39"/>
            </a:xfrm>
            <a:custGeom>
              <a:avLst/>
              <a:ahLst/>
              <a:rect l="0" t="0" r="r" b="b"/>
              <a:pathLst>
                <a:path w="109" h="117">
                  <a:moveTo>
                    <a:pt x="0" y="81"/>
                  </a:moveTo>
                  <a:lnTo>
                    <a:pt x="24" y="99"/>
                  </a:lnTo>
                  <a:lnTo>
                    <a:pt x="48" y="117"/>
                  </a:lnTo>
                  <a:lnTo>
                    <a:pt x="109" y="36"/>
                  </a:lnTo>
                  <a:lnTo>
                    <a:pt x="85" y="18"/>
                  </a:lnTo>
                  <a:lnTo>
                    <a:pt x="61" y="0"/>
                  </a:lnTo>
                  <a:lnTo>
                    <a:pt x="0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59" name=""/>
            <p:cNvSpPr/>
            <p:nvPr/>
          </p:nvSpPr>
          <p:spPr>
            <a:xfrm rot="0">
              <a:off x="2548" y="3560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0"/>
                  </a:moveTo>
                  <a:lnTo>
                    <a:pt x="24" y="18"/>
                  </a:lnTo>
                  <a:lnTo>
                    <a:pt x="26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60" name=""/>
            <p:cNvSpPr/>
            <p:nvPr/>
          </p:nvSpPr>
          <p:spPr>
            <a:xfrm rot="0">
              <a:off x="2556" y="35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61" name=""/>
            <p:cNvSpPr/>
            <p:nvPr/>
          </p:nvSpPr>
          <p:spPr>
            <a:xfrm rot="0">
              <a:off x="2540" y="3526"/>
              <a:ext cx="37" cy="40"/>
            </a:xfrm>
            <a:custGeom>
              <a:avLst/>
              <a:ahLst/>
              <a:rect l="0" t="0" r="r" b="b"/>
              <a:pathLst>
                <a:path w="110" h="119">
                  <a:moveTo>
                    <a:pt x="0" y="83"/>
                  </a:moveTo>
                  <a:lnTo>
                    <a:pt x="25" y="101"/>
                  </a:lnTo>
                  <a:lnTo>
                    <a:pt x="51" y="119"/>
                  </a:lnTo>
                  <a:lnTo>
                    <a:pt x="110" y="36"/>
                  </a:lnTo>
                  <a:lnTo>
                    <a:pt x="84" y="18"/>
                  </a:lnTo>
                  <a:lnTo>
                    <a:pt x="59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62" name=""/>
            <p:cNvSpPr/>
            <p:nvPr/>
          </p:nvSpPr>
          <p:spPr>
            <a:xfrm rot="0">
              <a:off x="2540" y="3526"/>
              <a:ext cx="37" cy="40"/>
            </a:xfrm>
            <a:custGeom>
              <a:avLst/>
              <a:ahLst/>
              <a:rect l="0" t="0" r="r" b="b"/>
              <a:pathLst>
                <a:path w="110" h="119">
                  <a:moveTo>
                    <a:pt x="0" y="83"/>
                  </a:moveTo>
                  <a:lnTo>
                    <a:pt x="25" y="101"/>
                  </a:lnTo>
                  <a:lnTo>
                    <a:pt x="51" y="119"/>
                  </a:lnTo>
                  <a:lnTo>
                    <a:pt x="110" y="36"/>
                  </a:lnTo>
                  <a:lnTo>
                    <a:pt x="84" y="18"/>
                  </a:lnTo>
                  <a:lnTo>
                    <a:pt x="59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63" name=""/>
            <p:cNvSpPr/>
            <p:nvPr/>
          </p:nvSpPr>
          <p:spPr>
            <a:xfrm rot="0">
              <a:off x="2568" y="3532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0"/>
                  </a:moveTo>
                  <a:lnTo>
                    <a:pt x="26" y="18"/>
                  </a:lnTo>
                  <a:lnTo>
                    <a:pt x="26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64" name=""/>
            <p:cNvSpPr/>
            <p:nvPr/>
          </p:nvSpPr>
          <p:spPr>
            <a:xfrm rot="0" flipV="1">
              <a:off x="2577" y="35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65" name=""/>
            <p:cNvSpPr/>
            <p:nvPr/>
          </p:nvSpPr>
          <p:spPr>
            <a:xfrm rot="0">
              <a:off x="2560" y="3498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0" y="85"/>
                  </a:moveTo>
                  <a:lnTo>
                    <a:pt x="25" y="102"/>
                  </a:lnTo>
                  <a:lnTo>
                    <a:pt x="51" y="119"/>
                  </a:lnTo>
                  <a:lnTo>
                    <a:pt x="106" y="33"/>
                  </a:lnTo>
                  <a:lnTo>
                    <a:pt x="81" y="17"/>
                  </a:lnTo>
                  <a:lnTo>
                    <a:pt x="56" y="0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66" name=""/>
            <p:cNvSpPr/>
            <p:nvPr/>
          </p:nvSpPr>
          <p:spPr>
            <a:xfrm rot="0">
              <a:off x="2560" y="3498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0" y="85"/>
                  </a:moveTo>
                  <a:lnTo>
                    <a:pt x="25" y="102"/>
                  </a:lnTo>
                  <a:lnTo>
                    <a:pt x="51" y="119"/>
                  </a:lnTo>
                  <a:lnTo>
                    <a:pt x="106" y="33"/>
                  </a:lnTo>
                  <a:lnTo>
                    <a:pt x="81" y="17"/>
                  </a:lnTo>
                  <a:lnTo>
                    <a:pt x="56" y="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67" name=""/>
            <p:cNvSpPr/>
            <p:nvPr/>
          </p:nvSpPr>
          <p:spPr>
            <a:xfrm rot="0">
              <a:off x="2587" y="3504"/>
              <a:ext cx="8" cy="5"/>
            </a:xfrm>
            <a:custGeom>
              <a:avLst/>
              <a:ahLst/>
              <a:rect l="0" t="0" r="r" b="b"/>
              <a:pathLst>
                <a:path w="26" h="16">
                  <a:moveTo>
                    <a:pt x="0" y="0"/>
                  </a:moveTo>
                  <a:lnTo>
                    <a:pt x="25" y="16"/>
                  </a:lnTo>
                  <a:lnTo>
                    <a:pt x="26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68" name=""/>
            <p:cNvSpPr/>
            <p:nvPr/>
          </p:nvSpPr>
          <p:spPr>
            <a:xfrm rot="0" flipV="1">
              <a:off x="2595" y="3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69" name=""/>
            <p:cNvSpPr/>
            <p:nvPr/>
          </p:nvSpPr>
          <p:spPr>
            <a:xfrm rot="0">
              <a:off x="2578" y="34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0" y="87"/>
                  </a:moveTo>
                  <a:lnTo>
                    <a:pt x="27" y="103"/>
                  </a:lnTo>
                  <a:lnTo>
                    <a:pt x="53" y="118"/>
                  </a:lnTo>
                  <a:lnTo>
                    <a:pt x="105" y="31"/>
                  </a:lnTo>
                  <a:lnTo>
                    <a:pt x="79" y="16"/>
                  </a:lnTo>
                  <a:lnTo>
                    <a:pt x="52" y="0"/>
                  </a:lnTo>
                  <a:lnTo>
                    <a:pt x="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70" name=""/>
            <p:cNvSpPr/>
            <p:nvPr/>
          </p:nvSpPr>
          <p:spPr>
            <a:xfrm rot="0">
              <a:off x="2578" y="34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0" y="87"/>
                  </a:moveTo>
                  <a:lnTo>
                    <a:pt x="27" y="103"/>
                  </a:lnTo>
                  <a:lnTo>
                    <a:pt x="53" y="118"/>
                  </a:lnTo>
                  <a:lnTo>
                    <a:pt x="105" y="31"/>
                  </a:lnTo>
                  <a:lnTo>
                    <a:pt x="79" y="16"/>
                  </a:lnTo>
                  <a:lnTo>
                    <a:pt x="52" y="0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8" name=""/>
          <p:cNvGrpSpPr/>
          <p:nvPr/>
        </p:nvGrpSpPr>
        <p:grpSpPr>
          <a:xfrm rot="0">
            <a:off x="3009900" y="1631950"/>
            <a:ext cx="1301750" cy="3892550"/>
            <a:chOff x="1896" y="1028"/>
            <a:chExt cx="820" cy="2452"/>
          </a:xfrm>
        </p:grpSpPr>
        <p:sp>
          <p:nvSpPr>
            <p:cNvPr id="1085671" name=""/>
            <p:cNvSpPr/>
            <p:nvPr/>
          </p:nvSpPr>
          <p:spPr>
            <a:xfrm rot="0">
              <a:off x="2604" y="3475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0"/>
                  </a:moveTo>
                  <a:lnTo>
                    <a:pt x="26" y="15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72" name=""/>
            <p:cNvSpPr/>
            <p:nvPr/>
          </p:nvSpPr>
          <p:spPr>
            <a:xfrm rot="0" flipV="1">
              <a:off x="2613" y="34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73" name=""/>
            <p:cNvSpPr/>
            <p:nvPr/>
          </p:nvSpPr>
          <p:spPr>
            <a:xfrm rot="0">
              <a:off x="2595" y="3440"/>
              <a:ext cx="34" cy="39"/>
            </a:xfrm>
            <a:custGeom>
              <a:avLst/>
              <a:ahLst/>
              <a:rect l="0" t="0" r="r" b="b"/>
              <a:pathLst>
                <a:path w="102" h="119">
                  <a:moveTo>
                    <a:pt x="0" y="90"/>
                  </a:moveTo>
                  <a:lnTo>
                    <a:pt x="28" y="105"/>
                  </a:lnTo>
                  <a:lnTo>
                    <a:pt x="55" y="119"/>
                  </a:lnTo>
                  <a:lnTo>
                    <a:pt x="102" y="29"/>
                  </a:lnTo>
                  <a:lnTo>
                    <a:pt x="75" y="14"/>
                  </a:lnTo>
                  <a:lnTo>
                    <a:pt x="47" y="0"/>
                  </a:lnTo>
                  <a:lnTo>
                    <a:pt x="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74" name=""/>
            <p:cNvSpPr/>
            <p:nvPr/>
          </p:nvSpPr>
          <p:spPr>
            <a:xfrm rot="0">
              <a:off x="2595" y="3440"/>
              <a:ext cx="34" cy="39"/>
            </a:xfrm>
            <a:custGeom>
              <a:avLst/>
              <a:ahLst/>
              <a:rect l="0" t="0" r="r" b="b"/>
              <a:pathLst>
                <a:path w="102" h="119">
                  <a:moveTo>
                    <a:pt x="0" y="90"/>
                  </a:moveTo>
                  <a:lnTo>
                    <a:pt x="28" y="105"/>
                  </a:lnTo>
                  <a:lnTo>
                    <a:pt x="55" y="119"/>
                  </a:lnTo>
                  <a:lnTo>
                    <a:pt x="102" y="29"/>
                  </a:lnTo>
                  <a:lnTo>
                    <a:pt x="75" y="14"/>
                  </a:lnTo>
                  <a:lnTo>
                    <a:pt x="47" y="0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75" name=""/>
            <p:cNvSpPr/>
            <p:nvPr/>
          </p:nvSpPr>
          <p:spPr>
            <a:xfrm rot="0">
              <a:off x="2620" y="3444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0"/>
                  </a:moveTo>
                  <a:lnTo>
                    <a:pt x="27" y="15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76" name=""/>
            <p:cNvSpPr/>
            <p:nvPr/>
          </p:nvSpPr>
          <p:spPr>
            <a:xfrm rot="0" flipV="1">
              <a:off x="2629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77" name=""/>
            <p:cNvSpPr/>
            <p:nvPr/>
          </p:nvSpPr>
          <p:spPr>
            <a:xfrm rot="0">
              <a:off x="2610" y="3409"/>
              <a:ext cx="34" cy="40"/>
            </a:xfrm>
            <a:custGeom>
              <a:avLst/>
              <a:ahLst/>
              <a:rect l="0" t="0" r="r" b="b"/>
              <a:pathLst>
                <a:path w="100" h="119">
                  <a:moveTo>
                    <a:pt x="0" y="92"/>
                  </a:moveTo>
                  <a:lnTo>
                    <a:pt x="28" y="105"/>
                  </a:lnTo>
                  <a:lnTo>
                    <a:pt x="55" y="119"/>
                  </a:lnTo>
                  <a:lnTo>
                    <a:pt x="100" y="27"/>
                  </a:lnTo>
                  <a:lnTo>
                    <a:pt x="72" y="14"/>
                  </a:lnTo>
                  <a:lnTo>
                    <a:pt x="45" y="0"/>
                  </a:lnTo>
                  <a:lnTo>
                    <a:pt x="0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78" name=""/>
            <p:cNvSpPr/>
            <p:nvPr/>
          </p:nvSpPr>
          <p:spPr>
            <a:xfrm rot="0">
              <a:off x="2610" y="3409"/>
              <a:ext cx="34" cy="40"/>
            </a:xfrm>
            <a:custGeom>
              <a:avLst/>
              <a:ahLst/>
              <a:rect l="0" t="0" r="r" b="b"/>
              <a:pathLst>
                <a:path w="100" h="119">
                  <a:moveTo>
                    <a:pt x="0" y="92"/>
                  </a:moveTo>
                  <a:lnTo>
                    <a:pt x="28" y="105"/>
                  </a:lnTo>
                  <a:lnTo>
                    <a:pt x="55" y="119"/>
                  </a:lnTo>
                  <a:lnTo>
                    <a:pt x="100" y="27"/>
                  </a:lnTo>
                  <a:lnTo>
                    <a:pt x="72" y="14"/>
                  </a:lnTo>
                  <a:lnTo>
                    <a:pt x="45" y="0"/>
                  </a:lnTo>
                  <a:lnTo>
                    <a:pt x="0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79" name=""/>
            <p:cNvSpPr/>
            <p:nvPr/>
          </p:nvSpPr>
          <p:spPr>
            <a:xfrm rot="0">
              <a:off x="2634" y="3414"/>
              <a:ext cx="10" cy="4"/>
            </a:xfrm>
            <a:custGeom>
              <a:avLst/>
              <a:ahLst/>
              <a:rect l="0" t="0" r="r" b="b"/>
              <a:pathLst>
                <a:path w="28" h="13">
                  <a:moveTo>
                    <a:pt x="0" y="0"/>
                  </a:moveTo>
                  <a:lnTo>
                    <a:pt x="28" y="13"/>
                  </a:lnTo>
                  <a:lnTo>
                    <a:pt x="28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80" name=""/>
            <p:cNvSpPr/>
            <p:nvPr/>
          </p:nvSpPr>
          <p:spPr>
            <a:xfrm rot="0" flipV="1">
              <a:off x="2644" y="3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81" name=""/>
            <p:cNvSpPr/>
            <p:nvPr/>
          </p:nvSpPr>
          <p:spPr>
            <a:xfrm rot="0">
              <a:off x="2625" y="3379"/>
              <a:ext cx="32" cy="39"/>
            </a:xfrm>
            <a:custGeom>
              <a:avLst/>
              <a:ahLst/>
              <a:rect l="0" t="0" r="r" b="b"/>
              <a:pathLst>
                <a:path w="95" h="118">
                  <a:moveTo>
                    <a:pt x="0" y="94"/>
                  </a:moveTo>
                  <a:lnTo>
                    <a:pt x="27" y="106"/>
                  </a:lnTo>
                  <a:lnTo>
                    <a:pt x="55" y="118"/>
                  </a:lnTo>
                  <a:lnTo>
                    <a:pt x="95" y="24"/>
                  </a:lnTo>
                  <a:lnTo>
                    <a:pt x="67" y="12"/>
                  </a:lnTo>
                  <a:lnTo>
                    <a:pt x="39" y="0"/>
                  </a:lnTo>
                  <a:lnTo>
                    <a:pt x="0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82" name=""/>
            <p:cNvSpPr/>
            <p:nvPr/>
          </p:nvSpPr>
          <p:spPr>
            <a:xfrm rot="0">
              <a:off x="2625" y="3379"/>
              <a:ext cx="32" cy="39"/>
            </a:xfrm>
            <a:custGeom>
              <a:avLst/>
              <a:ahLst/>
              <a:rect l="0" t="0" r="r" b="b"/>
              <a:pathLst>
                <a:path w="95" h="118">
                  <a:moveTo>
                    <a:pt x="0" y="94"/>
                  </a:moveTo>
                  <a:lnTo>
                    <a:pt x="27" y="106"/>
                  </a:lnTo>
                  <a:lnTo>
                    <a:pt x="55" y="118"/>
                  </a:lnTo>
                  <a:lnTo>
                    <a:pt x="95" y="24"/>
                  </a:lnTo>
                  <a:lnTo>
                    <a:pt x="67" y="12"/>
                  </a:lnTo>
                  <a:lnTo>
                    <a:pt x="39" y="0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83" name=""/>
            <p:cNvSpPr/>
            <p:nvPr/>
          </p:nvSpPr>
          <p:spPr>
            <a:xfrm rot="0">
              <a:off x="2648" y="3383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0"/>
                  </a:moveTo>
                  <a:lnTo>
                    <a:pt x="28" y="12"/>
                  </a:lnTo>
                  <a:lnTo>
                    <a:pt x="29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84" name=""/>
            <p:cNvSpPr/>
            <p:nvPr/>
          </p:nvSpPr>
          <p:spPr>
            <a:xfrm rot="0" flipV="1">
              <a:off x="2657" y="33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85" name=""/>
            <p:cNvSpPr/>
            <p:nvPr/>
          </p:nvSpPr>
          <p:spPr>
            <a:xfrm rot="0">
              <a:off x="2638" y="3347"/>
              <a:ext cx="31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0" y="95"/>
                  </a:moveTo>
                  <a:lnTo>
                    <a:pt x="29" y="106"/>
                  </a:lnTo>
                  <a:lnTo>
                    <a:pt x="58" y="117"/>
                  </a:lnTo>
                  <a:lnTo>
                    <a:pt x="94" y="21"/>
                  </a:lnTo>
                  <a:lnTo>
                    <a:pt x="65" y="11"/>
                  </a:lnTo>
                  <a:lnTo>
                    <a:pt x="36" y="0"/>
                  </a:lnTo>
                  <a:lnTo>
                    <a:pt x="0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86" name=""/>
            <p:cNvSpPr/>
            <p:nvPr/>
          </p:nvSpPr>
          <p:spPr>
            <a:xfrm rot="0">
              <a:off x="2638" y="3347"/>
              <a:ext cx="31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0" y="95"/>
                  </a:moveTo>
                  <a:lnTo>
                    <a:pt x="29" y="106"/>
                  </a:lnTo>
                  <a:lnTo>
                    <a:pt x="58" y="117"/>
                  </a:lnTo>
                  <a:lnTo>
                    <a:pt x="94" y="21"/>
                  </a:lnTo>
                  <a:lnTo>
                    <a:pt x="65" y="11"/>
                  </a:lnTo>
                  <a:lnTo>
                    <a:pt x="36" y="0"/>
                  </a:lnTo>
                  <a:lnTo>
                    <a:pt x="0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87" name=""/>
            <p:cNvSpPr/>
            <p:nvPr/>
          </p:nvSpPr>
          <p:spPr>
            <a:xfrm rot="0">
              <a:off x="2660" y="3351"/>
              <a:ext cx="9" cy="3"/>
            </a:xfrm>
            <a:custGeom>
              <a:avLst/>
              <a:ahLst/>
              <a:rect l="0" t="0" r="r" b="b"/>
              <a:pathLst>
                <a:path w="29" h="10">
                  <a:moveTo>
                    <a:pt x="0" y="0"/>
                  </a:moveTo>
                  <a:lnTo>
                    <a:pt x="29" y="10"/>
                  </a:lnTo>
                  <a:lnTo>
                    <a:pt x="29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88" name=""/>
            <p:cNvSpPr/>
            <p:nvPr/>
          </p:nvSpPr>
          <p:spPr>
            <a:xfrm rot="0" flipV="1">
              <a:off x="2669" y="33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89" name=""/>
            <p:cNvSpPr/>
            <p:nvPr/>
          </p:nvSpPr>
          <p:spPr>
            <a:xfrm rot="0">
              <a:off x="2650" y="3315"/>
              <a:ext cx="30" cy="39"/>
            </a:xfrm>
            <a:custGeom>
              <a:avLst/>
              <a:ahLst/>
              <a:rect l="0" t="0" r="r" b="b"/>
              <a:pathLst>
                <a:path w="89" h="116">
                  <a:moveTo>
                    <a:pt x="0" y="97"/>
                  </a:moveTo>
                  <a:lnTo>
                    <a:pt x="29" y="107"/>
                  </a:lnTo>
                  <a:lnTo>
                    <a:pt x="58" y="116"/>
                  </a:lnTo>
                  <a:lnTo>
                    <a:pt x="89" y="20"/>
                  </a:lnTo>
                  <a:lnTo>
                    <a:pt x="61" y="10"/>
                  </a:lnTo>
                  <a:lnTo>
                    <a:pt x="32" y="0"/>
                  </a:lnTo>
                  <a:lnTo>
                    <a:pt x="0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90" name=""/>
            <p:cNvSpPr/>
            <p:nvPr/>
          </p:nvSpPr>
          <p:spPr>
            <a:xfrm rot="0">
              <a:off x="2650" y="3315"/>
              <a:ext cx="30" cy="39"/>
            </a:xfrm>
            <a:custGeom>
              <a:avLst/>
              <a:ahLst/>
              <a:rect l="0" t="0" r="r" b="b"/>
              <a:pathLst>
                <a:path w="89" h="116">
                  <a:moveTo>
                    <a:pt x="0" y="97"/>
                  </a:moveTo>
                  <a:lnTo>
                    <a:pt x="29" y="107"/>
                  </a:lnTo>
                  <a:lnTo>
                    <a:pt x="58" y="116"/>
                  </a:lnTo>
                  <a:lnTo>
                    <a:pt x="89" y="20"/>
                  </a:lnTo>
                  <a:lnTo>
                    <a:pt x="61" y="10"/>
                  </a:lnTo>
                  <a:lnTo>
                    <a:pt x="32" y="0"/>
                  </a:lnTo>
                  <a:lnTo>
                    <a:pt x="0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91" name=""/>
            <p:cNvSpPr/>
            <p:nvPr/>
          </p:nvSpPr>
          <p:spPr>
            <a:xfrm rot="0">
              <a:off x="2670" y="3319"/>
              <a:ext cx="10" cy="3"/>
            </a:xfrm>
            <a:custGeom>
              <a:avLst/>
              <a:ahLst/>
              <a:rect l="0" t="0" r="r" b="b"/>
              <a:pathLst>
                <a:path w="30" h="10">
                  <a:moveTo>
                    <a:pt x="0" y="0"/>
                  </a:moveTo>
                  <a:lnTo>
                    <a:pt x="28" y="10"/>
                  </a:lnTo>
                  <a:lnTo>
                    <a:pt x="30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92" name=""/>
            <p:cNvSpPr/>
            <p:nvPr/>
          </p:nvSpPr>
          <p:spPr>
            <a:xfrm rot="0" flipV="1">
              <a:off x="2680" y="33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93" name=""/>
            <p:cNvSpPr/>
            <p:nvPr/>
          </p:nvSpPr>
          <p:spPr>
            <a:xfrm rot="0">
              <a:off x="2660" y="3283"/>
              <a:ext cx="29" cy="39"/>
            </a:xfrm>
            <a:custGeom>
              <a:avLst/>
              <a:ahLst/>
              <a:rect l="0" t="0" r="r" b="b"/>
              <a:pathLst>
                <a:path w="88" h="116">
                  <a:moveTo>
                    <a:pt x="0" y="99"/>
                  </a:moveTo>
                  <a:lnTo>
                    <a:pt x="31" y="107"/>
                  </a:lnTo>
                  <a:lnTo>
                    <a:pt x="61" y="116"/>
                  </a:lnTo>
                  <a:lnTo>
                    <a:pt x="88" y="17"/>
                  </a:lnTo>
                  <a:lnTo>
                    <a:pt x="58" y="8"/>
                  </a:lnTo>
                  <a:lnTo>
                    <a:pt x="28" y="0"/>
                  </a:lnTo>
                  <a:lnTo>
                    <a:pt x="0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94" name=""/>
            <p:cNvSpPr/>
            <p:nvPr/>
          </p:nvSpPr>
          <p:spPr>
            <a:xfrm rot="0">
              <a:off x="2660" y="3283"/>
              <a:ext cx="29" cy="39"/>
            </a:xfrm>
            <a:custGeom>
              <a:avLst/>
              <a:ahLst/>
              <a:rect l="0" t="0" r="r" b="b"/>
              <a:pathLst>
                <a:path w="88" h="116">
                  <a:moveTo>
                    <a:pt x="0" y="99"/>
                  </a:moveTo>
                  <a:lnTo>
                    <a:pt x="31" y="107"/>
                  </a:lnTo>
                  <a:lnTo>
                    <a:pt x="61" y="116"/>
                  </a:lnTo>
                  <a:lnTo>
                    <a:pt x="88" y="17"/>
                  </a:lnTo>
                  <a:lnTo>
                    <a:pt x="58" y="8"/>
                  </a:lnTo>
                  <a:lnTo>
                    <a:pt x="28" y="0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95" name=""/>
            <p:cNvSpPr/>
            <p:nvPr/>
          </p:nvSpPr>
          <p:spPr>
            <a:xfrm rot="0">
              <a:off x="2679" y="3286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0" y="0"/>
                  </a:moveTo>
                  <a:lnTo>
                    <a:pt x="30" y="9"/>
                  </a:lnTo>
                  <a:lnTo>
                    <a:pt x="30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96" name=""/>
            <p:cNvSpPr/>
            <p:nvPr/>
          </p:nvSpPr>
          <p:spPr>
            <a:xfrm rot="0" flipV="1">
              <a:off x="2689" y="32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97" name=""/>
            <p:cNvSpPr/>
            <p:nvPr/>
          </p:nvSpPr>
          <p:spPr>
            <a:xfrm rot="0">
              <a:off x="2669" y="3250"/>
              <a:ext cx="28" cy="38"/>
            </a:xfrm>
            <a:custGeom>
              <a:avLst/>
              <a:ahLst/>
              <a:rect l="0" t="0" r="r" b="b"/>
              <a:pathLst>
                <a:path w="84" h="114">
                  <a:moveTo>
                    <a:pt x="0" y="99"/>
                  </a:moveTo>
                  <a:lnTo>
                    <a:pt x="30" y="106"/>
                  </a:lnTo>
                  <a:lnTo>
                    <a:pt x="60" y="114"/>
                  </a:lnTo>
                  <a:lnTo>
                    <a:pt x="84" y="15"/>
                  </a:lnTo>
                  <a:lnTo>
                    <a:pt x="54" y="7"/>
                  </a:lnTo>
                  <a:lnTo>
                    <a:pt x="24" y="0"/>
                  </a:lnTo>
                  <a:lnTo>
                    <a:pt x="0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698" name=""/>
            <p:cNvSpPr/>
            <p:nvPr/>
          </p:nvSpPr>
          <p:spPr>
            <a:xfrm rot="0">
              <a:off x="2669" y="3250"/>
              <a:ext cx="28" cy="38"/>
            </a:xfrm>
            <a:custGeom>
              <a:avLst/>
              <a:ahLst/>
              <a:rect l="0" t="0" r="r" b="b"/>
              <a:pathLst>
                <a:path w="84" h="114">
                  <a:moveTo>
                    <a:pt x="0" y="99"/>
                  </a:moveTo>
                  <a:lnTo>
                    <a:pt x="30" y="106"/>
                  </a:lnTo>
                  <a:lnTo>
                    <a:pt x="60" y="114"/>
                  </a:lnTo>
                  <a:lnTo>
                    <a:pt x="84" y="15"/>
                  </a:lnTo>
                  <a:lnTo>
                    <a:pt x="54" y="7"/>
                  </a:lnTo>
                  <a:lnTo>
                    <a:pt x="24" y="0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699" name=""/>
            <p:cNvSpPr/>
            <p:nvPr/>
          </p:nvSpPr>
          <p:spPr>
            <a:xfrm rot="0">
              <a:off x="2687" y="3253"/>
              <a:ext cx="10" cy="2"/>
            </a:xfrm>
            <a:custGeom>
              <a:avLst/>
              <a:ahLst/>
              <a:rect l="0" t="0" r="r" b="b"/>
              <a:pathLst>
                <a:path w="30" h="8">
                  <a:moveTo>
                    <a:pt x="0" y="0"/>
                  </a:moveTo>
                  <a:lnTo>
                    <a:pt x="30" y="8"/>
                  </a:lnTo>
                  <a:lnTo>
                    <a:pt x="30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00" name=""/>
            <p:cNvSpPr/>
            <p:nvPr/>
          </p:nvSpPr>
          <p:spPr>
            <a:xfrm rot="0" flipV="1">
              <a:off x="2697" y="32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01" name=""/>
            <p:cNvSpPr/>
            <p:nvPr/>
          </p:nvSpPr>
          <p:spPr>
            <a:xfrm rot="0">
              <a:off x="2677" y="3217"/>
              <a:ext cx="27" cy="38"/>
            </a:xfrm>
            <a:custGeom>
              <a:avLst/>
              <a:ahLst/>
              <a:rect l="0" t="0" r="r" b="b"/>
              <a:pathLst>
                <a:path w="80" h="112">
                  <a:moveTo>
                    <a:pt x="0" y="100"/>
                  </a:moveTo>
                  <a:lnTo>
                    <a:pt x="30" y="106"/>
                  </a:lnTo>
                  <a:lnTo>
                    <a:pt x="60" y="112"/>
                  </a:lnTo>
                  <a:lnTo>
                    <a:pt x="80" y="12"/>
                  </a:lnTo>
                  <a:lnTo>
                    <a:pt x="50" y="6"/>
                  </a:lnTo>
                  <a:lnTo>
                    <a:pt x="20" y="0"/>
                  </a:lnTo>
                  <a:lnTo>
                    <a:pt x="0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02" name=""/>
            <p:cNvSpPr/>
            <p:nvPr/>
          </p:nvSpPr>
          <p:spPr>
            <a:xfrm rot="0">
              <a:off x="2677" y="3217"/>
              <a:ext cx="27" cy="38"/>
            </a:xfrm>
            <a:custGeom>
              <a:avLst/>
              <a:ahLst/>
              <a:rect l="0" t="0" r="r" b="b"/>
              <a:pathLst>
                <a:path w="80" h="112">
                  <a:moveTo>
                    <a:pt x="0" y="100"/>
                  </a:moveTo>
                  <a:lnTo>
                    <a:pt x="30" y="106"/>
                  </a:lnTo>
                  <a:lnTo>
                    <a:pt x="60" y="112"/>
                  </a:lnTo>
                  <a:lnTo>
                    <a:pt x="80" y="12"/>
                  </a:lnTo>
                  <a:lnTo>
                    <a:pt x="50" y="6"/>
                  </a:lnTo>
                  <a:lnTo>
                    <a:pt x="20" y="0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03" name=""/>
            <p:cNvSpPr/>
            <p:nvPr/>
          </p:nvSpPr>
          <p:spPr>
            <a:xfrm rot="0">
              <a:off x="2694" y="3219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0" y="0"/>
                  </a:moveTo>
                  <a:lnTo>
                    <a:pt x="30" y="6"/>
                  </a:lnTo>
                  <a:lnTo>
                    <a:pt x="30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04" name=""/>
            <p:cNvSpPr/>
            <p:nvPr/>
          </p:nvSpPr>
          <p:spPr>
            <a:xfrm rot="0" flipV="1">
              <a:off x="2704" y="32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05" name=""/>
            <p:cNvSpPr/>
            <p:nvPr/>
          </p:nvSpPr>
          <p:spPr>
            <a:xfrm rot="0">
              <a:off x="2684" y="3185"/>
              <a:ext cx="25" cy="36"/>
            </a:xfrm>
            <a:custGeom>
              <a:avLst/>
              <a:ahLst/>
              <a:rect l="0" t="0" r="r" b="b"/>
              <a:pathLst>
                <a:path w="74" h="109">
                  <a:moveTo>
                    <a:pt x="0" y="100"/>
                  </a:moveTo>
                  <a:lnTo>
                    <a:pt x="30" y="104"/>
                  </a:lnTo>
                  <a:lnTo>
                    <a:pt x="60" y="109"/>
                  </a:lnTo>
                  <a:lnTo>
                    <a:pt x="74" y="9"/>
                  </a:lnTo>
                  <a:lnTo>
                    <a:pt x="44" y="4"/>
                  </a:lnTo>
                  <a:lnTo>
                    <a:pt x="14" y="0"/>
                  </a:lnTo>
                  <a:lnTo>
                    <a:pt x="0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06" name=""/>
            <p:cNvSpPr/>
            <p:nvPr/>
          </p:nvSpPr>
          <p:spPr>
            <a:xfrm rot="0">
              <a:off x="2684" y="3185"/>
              <a:ext cx="25" cy="36"/>
            </a:xfrm>
            <a:custGeom>
              <a:avLst/>
              <a:ahLst/>
              <a:rect l="0" t="0" r="r" b="b"/>
              <a:pathLst>
                <a:path w="74" h="109">
                  <a:moveTo>
                    <a:pt x="0" y="100"/>
                  </a:moveTo>
                  <a:lnTo>
                    <a:pt x="30" y="104"/>
                  </a:lnTo>
                  <a:lnTo>
                    <a:pt x="60" y="109"/>
                  </a:lnTo>
                  <a:lnTo>
                    <a:pt x="74" y="9"/>
                  </a:lnTo>
                  <a:lnTo>
                    <a:pt x="44" y="4"/>
                  </a:lnTo>
                  <a:lnTo>
                    <a:pt x="14" y="0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07" name=""/>
            <p:cNvSpPr/>
            <p:nvPr/>
          </p:nvSpPr>
          <p:spPr>
            <a:xfrm rot="0">
              <a:off x="2699" y="3186"/>
              <a:ext cx="10" cy="2"/>
            </a:xfrm>
            <a:custGeom>
              <a:avLst/>
              <a:ahLst/>
              <a:rect l="0" t="0" r="r" b="b"/>
              <a:pathLst>
                <a:path w="30" h="5">
                  <a:moveTo>
                    <a:pt x="0" y="0"/>
                  </a:moveTo>
                  <a:lnTo>
                    <a:pt x="30" y="5"/>
                  </a:lnTo>
                  <a:lnTo>
                    <a:pt x="30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08" name=""/>
            <p:cNvSpPr/>
            <p:nvPr/>
          </p:nvSpPr>
          <p:spPr>
            <a:xfrm rot="0" flipV="1">
              <a:off x="2709" y="31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09" name=""/>
            <p:cNvSpPr/>
            <p:nvPr/>
          </p:nvSpPr>
          <p:spPr>
            <a:xfrm rot="0">
              <a:off x="2689" y="3151"/>
              <a:ext cx="23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0" y="101"/>
                  </a:moveTo>
                  <a:lnTo>
                    <a:pt x="30" y="104"/>
                  </a:lnTo>
                  <a:lnTo>
                    <a:pt x="60" y="108"/>
                  </a:lnTo>
                  <a:lnTo>
                    <a:pt x="71" y="7"/>
                  </a:lnTo>
                  <a:lnTo>
                    <a:pt x="41" y="3"/>
                  </a:lnTo>
                  <a:lnTo>
                    <a:pt x="11" y="0"/>
                  </a:lnTo>
                  <a:lnTo>
                    <a:pt x="0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10" name=""/>
            <p:cNvSpPr/>
            <p:nvPr/>
          </p:nvSpPr>
          <p:spPr>
            <a:xfrm rot="0">
              <a:off x="2689" y="3151"/>
              <a:ext cx="23" cy="36"/>
            </a:xfrm>
            <a:custGeom>
              <a:avLst/>
              <a:ahLst/>
              <a:rect l="0" t="0" r="r" b="b"/>
              <a:pathLst>
                <a:path w="71" h="108">
                  <a:moveTo>
                    <a:pt x="0" y="101"/>
                  </a:moveTo>
                  <a:lnTo>
                    <a:pt x="30" y="104"/>
                  </a:lnTo>
                  <a:lnTo>
                    <a:pt x="60" y="108"/>
                  </a:lnTo>
                  <a:lnTo>
                    <a:pt x="71" y="7"/>
                  </a:lnTo>
                  <a:lnTo>
                    <a:pt x="41" y="3"/>
                  </a:lnTo>
                  <a:lnTo>
                    <a:pt x="11" y="0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11" name=""/>
            <p:cNvSpPr/>
            <p:nvPr/>
          </p:nvSpPr>
          <p:spPr>
            <a:xfrm rot="0">
              <a:off x="2702" y="3152"/>
              <a:ext cx="10" cy="2"/>
            </a:xfrm>
            <a:custGeom>
              <a:avLst/>
              <a:ahLst/>
              <a:rect l="0" t="0" r="r" b="b"/>
              <a:pathLst>
                <a:path w="30" h="4">
                  <a:moveTo>
                    <a:pt x="0" y="0"/>
                  </a:moveTo>
                  <a:lnTo>
                    <a:pt x="30" y="4"/>
                  </a:lnTo>
                  <a:lnTo>
                    <a:pt x="30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12" name=""/>
            <p:cNvSpPr/>
            <p:nvPr/>
          </p:nvSpPr>
          <p:spPr>
            <a:xfrm rot="0" flipV="1">
              <a:off x="2712" y="31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13" name=""/>
            <p:cNvSpPr/>
            <p:nvPr/>
          </p:nvSpPr>
          <p:spPr>
            <a:xfrm rot="0">
              <a:off x="2692" y="3118"/>
              <a:ext cx="22" cy="35"/>
            </a:xfrm>
            <a:custGeom>
              <a:avLst/>
              <a:ahLst/>
              <a:rect l="0" t="0" r="r" b="b"/>
              <a:pathLst>
                <a:path w="66" h="104">
                  <a:moveTo>
                    <a:pt x="0" y="102"/>
                  </a:moveTo>
                  <a:lnTo>
                    <a:pt x="30" y="103"/>
                  </a:lnTo>
                  <a:lnTo>
                    <a:pt x="60" y="104"/>
                  </a:lnTo>
                  <a:lnTo>
                    <a:pt x="66" y="2"/>
                  </a:lnTo>
                  <a:lnTo>
                    <a:pt x="36" y="1"/>
                  </a:lnTo>
                  <a:lnTo>
                    <a:pt x="6" y="0"/>
                  </a:lnTo>
                  <a:lnTo>
                    <a:pt x="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14" name=""/>
            <p:cNvSpPr/>
            <p:nvPr/>
          </p:nvSpPr>
          <p:spPr>
            <a:xfrm rot="0">
              <a:off x="2692" y="3118"/>
              <a:ext cx="22" cy="35"/>
            </a:xfrm>
            <a:custGeom>
              <a:avLst/>
              <a:ahLst/>
              <a:rect l="0" t="0" r="r" b="b"/>
              <a:pathLst>
                <a:path w="66" h="104">
                  <a:moveTo>
                    <a:pt x="0" y="102"/>
                  </a:moveTo>
                  <a:lnTo>
                    <a:pt x="30" y="103"/>
                  </a:lnTo>
                  <a:lnTo>
                    <a:pt x="60" y="104"/>
                  </a:lnTo>
                  <a:lnTo>
                    <a:pt x="66" y="2"/>
                  </a:lnTo>
                  <a:lnTo>
                    <a:pt x="36" y="1"/>
                  </a:lnTo>
                  <a:lnTo>
                    <a:pt x="6" y="0"/>
                  </a:lnTo>
                  <a:lnTo>
                    <a:pt x="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15" name=""/>
            <p:cNvSpPr/>
            <p:nvPr/>
          </p:nvSpPr>
          <p:spPr>
            <a:xfrm rot="0">
              <a:off x="2704" y="3118"/>
              <a:ext cx="10" cy="1"/>
            </a:xfrm>
            <a:custGeom>
              <a:avLst/>
              <a:ahLst/>
              <a:rect l="0" t="0" r="r" b="b"/>
              <a:pathLst>
                <a:path w="30" h="1">
                  <a:moveTo>
                    <a:pt x="0" y="0"/>
                  </a:moveTo>
                  <a:lnTo>
                    <a:pt x="30" y="1"/>
                  </a:lnTo>
                  <a:lnTo>
                    <a:pt x="30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16" name=""/>
            <p:cNvSpPr/>
            <p:nvPr/>
          </p:nvSpPr>
          <p:spPr>
            <a:xfrm rot="0">
              <a:off x="2714" y="31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17" name=""/>
            <p:cNvSpPr/>
            <p:nvPr/>
          </p:nvSpPr>
          <p:spPr>
            <a:xfrm rot="0">
              <a:off x="2694" y="3084"/>
              <a:ext cx="21" cy="35"/>
            </a:xfrm>
            <a:custGeom>
              <a:avLst/>
              <a:ahLst/>
              <a:rect l="0" t="0" r="r" b="b"/>
              <a:pathLst>
                <a:path w="63" h="104">
                  <a:moveTo>
                    <a:pt x="0" y="102"/>
                  </a:moveTo>
                  <a:lnTo>
                    <a:pt x="30" y="103"/>
                  </a:lnTo>
                  <a:lnTo>
                    <a:pt x="60" y="104"/>
                  </a:lnTo>
                  <a:lnTo>
                    <a:pt x="63" y="3"/>
                  </a:lnTo>
                  <a:lnTo>
                    <a:pt x="32" y="1"/>
                  </a:lnTo>
                  <a:lnTo>
                    <a:pt x="2" y="0"/>
                  </a:lnTo>
                  <a:lnTo>
                    <a:pt x="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18" name=""/>
            <p:cNvSpPr/>
            <p:nvPr/>
          </p:nvSpPr>
          <p:spPr>
            <a:xfrm rot="0">
              <a:off x="2694" y="3084"/>
              <a:ext cx="21" cy="35"/>
            </a:xfrm>
            <a:custGeom>
              <a:avLst/>
              <a:ahLst/>
              <a:rect l="0" t="0" r="r" b="b"/>
              <a:pathLst>
                <a:path w="63" h="104">
                  <a:moveTo>
                    <a:pt x="0" y="102"/>
                  </a:moveTo>
                  <a:lnTo>
                    <a:pt x="30" y="103"/>
                  </a:lnTo>
                  <a:lnTo>
                    <a:pt x="60" y="104"/>
                  </a:lnTo>
                  <a:lnTo>
                    <a:pt x="63" y="3"/>
                  </a:lnTo>
                  <a:lnTo>
                    <a:pt x="32" y="1"/>
                  </a:lnTo>
                  <a:lnTo>
                    <a:pt x="2" y="0"/>
                  </a:lnTo>
                  <a:lnTo>
                    <a:pt x="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19" name=""/>
            <p:cNvSpPr/>
            <p:nvPr/>
          </p:nvSpPr>
          <p:spPr>
            <a:xfrm rot="0">
              <a:off x="2705" y="3084"/>
              <a:ext cx="10" cy="1"/>
            </a:xfrm>
            <a:custGeom>
              <a:avLst/>
              <a:ahLst/>
              <a:rect l="0" t="0" r="r" b="b"/>
              <a:pathLst>
                <a:path w="31" h="3">
                  <a:moveTo>
                    <a:pt x="0" y="1"/>
                  </a:moveTo>
                  <a:lnTo>
                    <a:pt x="31" y="3"/>
                  </a:lnTo>
                  <a:lnTo>
                    <a:pt x="31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20" name=""/>
            <p:cNvSpPr/>
            <p:nvPr/>
          </p:nvSpPr>
          <p:spPr>
            <a:xfrm rot="0" flipV="1">
              <a:off x="2715" y="3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21" name=""/>
            <p:cNvSpPr/>
            <p:nvPr/>
          </p:nvSpPr>
          <p:spPr>
            <a:xfrm rot="0">
              <a:off x="2695" y="1838"/>
              <a:ext cx="20" cy="10"/>
            </a:xfrm>
            <a:custGeom>
              <a:avLst/>
              <a:ahLst/>
              <a:rect l="0" t="0" r="r" b="b"/>
              <a:pathLst>
                <a:path w="61" h="31">
                  <a:moveTo>
                    <a:pt x="30" y="1"/>
                  </a:moveTo>
                  <a:lnTo>
                    <a:pt x="61" y="0"/>
                  </a:lnTo>
                  <a:lnTo>
                    <a:pt x="59" y="9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30"/>
                  </a:lnTo>
                  <a:lnTo>
                    <a:pt x="32" y="31"/>
                  </a:lnTo>
                  <a:lnTo>
                    <a:pt x="22" y="30"/>
                  </a:lnTo>
                  <a:lnTo>
                    <a:pt x="14" y="26"/>
                  </a:lnTo>
                  <a:lnTo>
                    <a:pt x="6" y="19"/>
                  </a:lnTo>
                  <a:lnTo>
                    <a:pt x="1" y="10"/>
                  </a:lnTo>
                  <a:lnTo>
                    <a:pt x="0" y="2"/>
                  </a:lnTo>
                  <a:lnTo>
                    <a:pt x="3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22" name=""/>
            <p:cNvSpPr/>
            <p:nvPr/>
          </p:nvSpPr>
          <p:spPr>
            <a:xfrm rot="0">
              <a:off x="2695" y="1838"/>
              <a:ext cx="20" cy="10"/>
            </a:xfrm>
            <a:custGeom>
              <a:avLst/>
              <a:ahLst/>
              <a:rect l="0" t="0" r="r" b="b"/>
              <a:pathLst>
                <a:path w="61" h="31">
                  <a:moveTo>
                    <a:pt x="61" y="0"/>
                  </a:moveTo>
                  <a:lnTo>
                    <a:pt x="59" y="9"/>
                  </a:lnTo>
                  <a:lnTo>
                    <a:pt x="56" y="18"/>
                  </a:lnTo>
                  <a:lnTo>
                    <a:pt x="48" y="25"/>
                  </a:lnTo>
                  <a:lnTo>
                    <a:pt x="40" y="30"/>
                  </a:lnTo>
                  <a:lnTo>
                    <a:pt x="32" y="31"/>
                  </a:lnTo>
                  <a:lnTo>
                    <a:pt x="22" y="30"/>
                  </a:lnTo>
                  <a:lnTo>
                    <a:pt x="14" y="26"/>
                  </a:lnTo>
                  <a:lnTo>
                    <a:pt x="6" y="19"/>
                  </a:lnTo>
                  <a:lnTo>
                    <a:pt x="1" y="1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23" name=""/>
            <p:cNvSpPr/>
            <p:nvPr/>
          </p:nvSpPr>
          <p:spPr>
            <a:xfrm rot="0">
              <a:off x="2694" y="1803"/>
              <a:ext cx="21" cy="35"/>
            </a:xfrm>
            <a:custGeom>
              <a:avLst/>
              <a:ahLst/>
              <a:rect l="0" t="0" r="r" b="b"/>
              <a:pathLst>
                <a:path w="63" h="105">
                  <a:moveTo>
                    <a:pt x="2" y="105"/>
                  </a:moveTo>
                  <a:lnTo>
                    <a:pt x="32" y="104"/>
                  </a:lnTo>
                  <a:lnTo>
                    <a:pt x="63" y="103"/>
                  </a:lnTo>
                  <a:lnTo>
                    <a:pt x="60" y="0"/>
                  </a:lnTo>
                  <a:lnTo>
                    <a:pt x="30" y="1"/>
                  </a:lnTo>
                  <a:lnTo>
                    <a:pt x="0" y="3"/>
                  </a:lnTo>
                  <a:lnTo>
                    <a:pt x="2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24" name=""/>
            <p:cNvSpPr/>
            <p:nvPr/>
          </p:nvSpPr>
          <p:spPr>
            <a:xfrm rot="0">
              <a:off x="2694" y="1803"/>
              <a:ext cx="21" cy="35"/>
            </a:xfrm>
            <a:custGeom>
              <a:avLst/>
              <a:ahLst/>
              <a:rect l="0" t="0" r="r" b="b"/>
              <a:pathLst>
                <a:path w="63" h="105">
                  <a:moveTo>
                    <a:pt x="2" y="105"/>
                  </a:moveTo>
                  <a:lnTo>
                    <a:pt x="32" y="104"/>
                  </a:lnTo>
                  <a:lnTo>
                    <a:pt x="63" y="103"/>
                  </a:lnTo>
                  <a:lnTo>
                    <a:pt x="60" y="0"/>
                  </a:lnTo>
                  <a:lnTo>
                    <a:pt x="30" y="1"/>
                  </a:lnTo>
                  <a:lnTo>
                    <a:pt x="0" y="3"/>
                  </a:lnTo>
                  <a:lnTo>
                    <a:pt x="2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25" name=""/>
            <p:cNvSpPr/>
            <p:nvPr/>
          </p:nvSpPr>
          <p:spPr>
            <a:xfrm rot="0">
              <a:off x="2704" y="1803"/>
              <a:ext cx="10" cy="1"/>
            </a:xfrm>
            <a:custGeom>
              <a:avLst/>
              <a:ahLst/>
              <a:rect l="0" t="0" r="r" b="b"/>
              <a:pathLst>
                <a:path w="30" h="2">
                  <a:moveTo>
                    <a:pt x="0" y="2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26" name=""/>
            <p:cNvSpPr/>
            <p:nvPr/>
          </p:nvSpPr>
          <p:spPr>
            <a:xfrm rot="0" flipV="1">
              <a:off x="2714" y="1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27" name=""/>
            <p:cNvSpPr/>
            <p:nvPr/>
          </p:nvSpPr>
          <p:spPr>
            <a:xfrm rot="0">
              <a:off x="2692" y="1769"/>
              <a:ext cx="22" cy="36"/>
            </a:xfrm>
            <a:custGeom>
              <a:avLst/>
              <a:ahLst/>
              <a:rect l="0" t="0" r="r" b="b"/>
              <a:pathLst>
                <a:path w="66" h="106">
                  <a:moveTo>
                    <a:pt x="6" y="106"/>
                  </a:moveTo>
                  <a:lnTo>
                    <a:pt x="36" y="103"/>
                  </a:lnTo>
                  <a:lnTo>
                    <a:pt x="66" y="101"/>
                  </a:lnTo>
                  <a:lnTo>
                    <a:pt x="60" y="0"/>
                  </a:lnTo>
                  <a:lnTo>
                    <a:pt x="30" y="2"/>
                  </a:lnTo>
                  <a:lnTo>
                    <a:pt x="0" y="4"/>
                  </a:lnTo>
                  <a:lnTo>
                    <a:pt x="6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28" name=""/>
            <p:cNvSpPr/>
            <p:nvPr/>
          </p:nvSpPr>
          <p:spPr>
            <a:xfrm rot="0">
              <a:off x="2692" y="1769"/>
              <a:ext cx="22" cy="36"/>
            </a:xfrm>
            <a:custGeom>
              <a:avLst/>
              <a:ahLst/>
              <a:rect l="0" t="0" r="r" b="b"/>
              <a:pathLst>
                <a:path w="66" h="106">
                  <a:moveTo>
                    <a:pt x="6" y="106"/>
                  </a:moveTo>
                  <a:lnTo>
                    <a:pt x="36" y="103"/>
                  </a:lnTo>
                  <a:lnTo>
                    <a:pt x="66" y="101"/>
                  </a:lnTo>
                  <a:lnTo>
                    <a:pt x="60" y="0"/>
                  </a:lnTo>
                  <a:lnTo>
                    <a:pt x="30" y="2"/>
                  </a:lnTo>
                  <a:lnTo>
                    <a:pt x="0" y="4"/>
                  </a:lnTo>
                  <a:lnTo>
                    <a:pt x="6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29" name=""/>
            <p:cNvSpPr/>
            <p:nvPr/>
          </p:nvSpPr>
          <p:spPr>
            <a:xfrm rot="0">
              <a:off x="2702" y="1769"/>
              <a:ext cx="10" cy="1"/>
            </a:xfrm>
            <a:custGeom>
              <a:avLst/>
              <a:ahLst/>
              <a:rect l="0" t="0" r="r" b="b"/>
              <a:pathLst>
                <a:path w="30" h="4">
                  <a:moveTo>
                    <a:pt x="0" y="4"/>
                  </a:moveTo>
                  <a:lnTo>
                    <a:pt x="30" y="2"/>
                  </a:lnTo>
                  <a:lnTo>
                    <a:pt x="30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30" name=""/>
            <p:cNvSpPr/>
            <p:nvPr/>
          </p:nvSpPr>
          <p:spPr>
            <a:xfrm rot="0" flipV="1">
              <a:off x="2712" y="17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31" name=""/>
            <p:cNvSpPr/>
            <p:nvPr/>
          </p:nvSpPr>
          <p:spPr>
            <a:xfrm rot="0">
              <a:off x="2689" y="1735"/>
              <a:ext cx="23" cy="36"/>
            </a:xfrm>
            <a:custGeom>
              <a:avLst/>
              <a:ahLst/>
              <a:rect l="0" t="0" r="r" b="b"/>
              <a:pathLst>
                <a:path w="71" h="109">
                  <a:moveTo>
                    <a:pt x="11" y="109"/>
                  </a:moveTo>
                  <a:lnTo>
                    <a:pt x="41" y="105"/>
                  </a:lnTo>
                  <a:lnTo>
                    <a:pt x="71" y="101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7"/>
                  </a:lnTo>
                  <a:lnTo>
                    <a:pt x="11" y="1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32" name=""/>
            <p:cNvSpPr/>
            <p:nvPr/>
          </p:nvSpPr>
          <p:spPr>
            <a:xfrm rot="0">
              <a:off x="2689" y="1735"/>
              <a:ext cx="23" cy="36"/>
            </a:xfrm>
            <a:custGeom>
              <a:avLst/>
              <a:ahLst/>
              <a:rect l="0" t="0" r="r" b="b"/>
              <a:pathLst>
                <a:path w="71" h="109">
                  <a:moveTo>
                    <a:pt x="11" y="109"/>
                  </a:moveTo>
                  <a:lnTo>
                    <a:pt x="41" y="105"/>
                  </a:lnTo>
                  <a:lnTo>
                    <a:pt x="71" y="101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7"/>
                  </a:lnTo>
                  <a:lnTo>
                    <a:pt x="11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33" name=""/>
            <p:cNvSpPr/>
            <p:nvPr/>
          </p:nvSpPr>
          <p:spPr>
            <a:xfrm rot="0">
              <a:off x="2699" y="1735"/>
              <a:ext cx="10" cy="1"/>
            </a:xfrm>
            <a:custGeom>
              <a:avLst/>
              <a:ahLst/>
              <a:rect l="0" t="0" r="r" b="b"/>
              <a:pathLst>
                <a:path w="30" h="5">
                  <a:moveTo>
                    <a:pt x="0" y="5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34" name=""/>
            <p:cNvSpPr/>
            <p:nvPr/>
          </p:nvSpPr>
          <p:spPr>
            <a:xfrm rot="0" flipV="1">
              <a:off x="2709" y="1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35" name=""/>
            <p:cNvSpPr/>
            <p:nvPr/>
          </p:nvSpPr>
          <p:spPr>
            <a:xfrm rot="0">
              <a:off x="2684" y="1701"/>
              <a:ext cx="25" cy="37"/>
            </a:xfrm>
            <a:custGeom>
              <a:avLst/>
              <a:ahLst/>
              <a:rect l="0" t="0" r="r" b="b"/>
              <a:pathLst>
                <a:path w="74" h="111">
                  <a:moveTo>
                    <a:pt x="14" y="111"/>
                  </a:moveTo>
                  <a:lnTo>
                    <a:pt x="44" y="106"/>
                  </a:lnTo>
                  <a:lnTo>
                    <a:pt x="74" y="101"/>
                  </a:lnTo>
                  <a:lnTo>
                    <a:pt x="60" y="0"/>
                  </a:lnTo>
                  <a:lnTo>
                    <a:pt x="30" y="5"/>
                  </a:lnTo>
                  <a:lnTo>
                    <a:pt x="0" y="9"/>
                  </a:lnTo>
                  <a:lnTo>
                    <a:pt x="14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36" name=""/>
            <p:cNvSpPr/>
            <p:nvPr/>
          </p:nvSpPr>
          <p:spPr>
            <a:xfrm rot="0">
              <a:off x="2684" y="1701"/>
              <a:ext cx="25" cy="37"/>
            </a:xfrm>
            <a:custGeom>
              <a:avLst/>
              <a:ahLst/>
              <a:rect l="0" t="0" r="r" b="b"/>
              <a:pathLst>
                <a:path w="74" h="111">
                  <a:moveTo>
                    <a:pt x="14" y="111"/>
                  </a:moveTo>
                  <a:lnTo>
                    <a:pt x="44" y="106"/>
                  </a:lnTo>
                  <a:lnTo>
                    <a:pt x="74" y="101"/>
                  </a:lnTo>
                  <a:lnTo>
                    <a:pt x="60" y="0"/>
                  </a:lnTo>
                  <a:lnTo>
                    <a:pt x="30" y="5"/>
                  </a:lnTo>
                  <a:lnTo>
                    <a:pt x="0" y="9"/>
                  </a:lnTo>
                  <a:lnTo>
                    <a:pt x="14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37" name=""/>
            <p:cNvSpPr/>
            <p:nvPr/>
          </p:nvSpPr>
          <p:spPr>
            <a:xfrm rot="0">
              <a:off x="2694" y="1701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0" y="6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38" name=""/>
            <p:cNvSpPr/>
            <p:nvPr/>
          </p:nvSpPr>
          <p:spPr>
            <a:xfrm rot="0" flipV="1">
              <a:off x="2704" y="1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39" name=""/>
            <p:cNvSpPr/>
            <p:nvPr/>
          </p:nvSpPr>
          <p:spPr>
            <a:xfrm rot="0">
              <a:off x="2677" y="1667"/>
              <a:ext cx="27" cy="38"/>
            </a:xfrm>
            <a:custGeom>
              <a:avLst/>
              <a:ahLst/>
              <a:rect l="0" t="0" r="r" b="b"/>
              <a:pathLst>
                <a:path w="80" h="112">
                  <a:moveTo>
                    <a:pt x="20" y="112"/>
                  </a:moveTo>
                  <a:lnTo>
                    <a:pt x="50" y="106"/>
                  </a:lnTo>
                  <a:lnTo>
                    <a:pt x="80" y="100"/>
                  </a:lnTo>
                  <a:lnTo>
                    <a:pt x="60" y="0"/>
                  </a:lnTo>
                  <a:lnTo>
                    <a:pt x="30" y="6"/>
                  </a:lnTo>
                  <a:lnTo>
                    <a:pt x="0" y="12"/>
                  </a:lnTo>
                  <a:lnTo>
                    <a:pt x="20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40" name=""/>
            <p:cNvSpPr/>
            <p:nvPr/>
          </p:nvSpPr>
          <p:spPr>
            <a:xfrm rot="0">
              <a:off x="2677" y="1667"/>
              <a:ext cx="27" cy="38"/>
            </a:xfrm>
            <a:custGeom>
              <a:avLst/>
              <a:ahLst/>
              <a:rect l="0" t="0" r="r" b="b"/>
              <a:pathLst>
                <a:path w="80" h="112">
                  <a:moveTo>
                    <a:pt x="20" y="112"/>
                  </a:moveTo>
                  <a:lnTo>
                    <a:pt x="50" y="106"/>
                  </a:lnTo>
                  <a:lnTo>
                    <a:pt x="80" y="100"/>
                  </a:lnTo>
                  <a:lnTo>
                    <a:pt x="60" y="0"/>
                  </a:lnTo>
                  <a:lnTo>
                    <a:pt x="30" y="6"/>
                  </a:lnTo>
                  <a:lnTo>
                    <a:pt x="0" y="12"/>
                  </a:lnTo>
                  <a:lnTo>
                    <a:pt x="20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41" name=""/>
            <p:cNvSpPr/>
            <p:nvPr/>
          </p:nvSpPr>
          <p:spPr>
            <a:xfrm rot="0">
              <a:off x="2687" y="1667"/>
              <a:ext cx="10" cy="2"/>
            </a:xfrm>
            <a:custGeom>
              <a:avLst/>
              <a:ahLst/>
              <a:rect l="0" t="0" r="r" b="b"/>
              <a:pathLst>
                <a:path w="30" h="8">
                  <a:moveTo>
                    <a:pt x="0" y="8"/>
                  </a:moveTo>
                  <a:lnTo>
                    <a:pt x="30" y="2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42" name=""/>
            <p:cNvSpPr/>
            <p:nvPr/>
          </p:nvSpPr>
          <p:spPr>
            <a:xfrm rot="0" flipV="1">
              <a:off x="2697" y="16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43" name=""/>
            <p:cNvSpPr/>
            <p:nvPr/>
          </p:nvSpPr>
          <p:spPr>
            <a:xfrm rot="0">
              <a:off x="2669" y="1634"/>
              <a:ext cx="28" cy="38"/>
            </a:xfrm>
            <a:custGeom>
              <a:avLst/>
              <a:ahLst/>
              <a:rect l="0" t="0" r="r" b="b"/>
              <a:pathLst>
                <a:path w="84" h="113">
                  <a:moveTo>
                    <a:pt x="24" y="113"/>
                  </a:moveTo>
                  <a:lnTo>
                    <a:pt x="54" y="106"/>
                  </a:lnTo>
                  <a:lnTo>
                    <a:pt x="84" y="98"/>
                  </a:lnTo>
                  <a:lnTo>
                    <a:pt x="60" y="0"/>
                  </a:lnTo>
                  <a:lnTo>
                    <a:pt x="30" y="7"/>
                  </a:lnTo>
                  <a:lnTo>
                    <a:pt x="0" y="14"/>
                  </a:lnTo>
                  <a:lnTo>
                    <a:pt x="24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44" name=""/>
            <p:cNvSpPr/>
            <p:nvPr/>
          </p:nvSpPr>
          <p:spPr>
            <a:xfrm rot="0">
              <a:off x="2669" y="1634"/>
              <a:ext cx="28" cy="38"/>
            </a:xfrm>
            <a:custGeom>
              <a:avLst/>
              <a:ahLst/>
              <a:rect l="0" t="0" r="r" b="b"/>
              <a:pathLst>
                <a:path w="84" h="113">
                  <a:moveTo>
                    <a:pt x="24" y="113"/>
                  </a:moveTo>
                  <a:lnTo>
                    <a:pt x="54" y="106"/>
                  </a:lnTo>
                  <a:lnTo>
                    <a:pt x="84" y="98"/>
                  </a:lnTo>
                  <a:lnTo>
                    <a:pt x="60" y="0"/>
                  </a:lnTo>
                  <a:lnTo>
                    <a:pt x="30" y="7"/>
                  </a:lnTo>
                  <a:lnTo>
                    <a:pt x="0" y="14"/>
                  </a:lnTo>
                  <a:lnTo>
                    <a:pt x="24" y="1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45" name=""/>
            <p:cNvSpPr/>
            <p:nvPr/>
          </p:nvSpPr>
          <p:spPr>
            <a:xfrm rot="0">
              <a:off x="2679" y="1633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0" y="9"/>
                  </a:moveTo>
                  <a:lnTo>
                    <a:pt x="30" y="2"/>
                  </a:lnTo>
                  <a:lnTo>
                    <a:pt x="30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46" name=""/>
            <p:cNvSpPr/>
            <p:nvPr/>
          </p:nvSpPr>
          <p:spPr>
            <a:xfrm rot="0" flipV="1">
              <a:off x="2689" y="16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47" name=""/>
            <p:cNvSpPr/>
            <p:nvPr/>
          </p:nvSpPr>
          <p:spPr>
            <a:xfrm rot="0">
              <a:off x="2660" y="1601"/>
              <a:ext cx="29" cy="38"/>
            </a:xfrm>
            <a:custGeom>
              <a:avLst/>
              <a:ahLst/>
              <a:rect l="0" t="0" r="r" b="b"/>
              <a:pathLst>
                <a:path w="88" h="114">
                  <a:moveTo>
                    <a:pt x="28" y="114"/>
                  </a:moveTo>
                  <a:lnTo>
                    <a:pt x="58" y="106"/>
                  </a:lnTo>
                  <a:lnTo>
                    <a:pt x="88" y="97"/>
                  </a:lnTo>
                  <a:lnTo>
                    <a:pt x="61" y="0"/>
                  </a:lnTo>
                  <a:lnTo>
                    <a:pt x="31" y="8"/>
                  </a:lnTo>
                  <a:lnTo>
                    <a:pt x="0" y="17"/>
                  </a:lnTo>
                  <a:lnTo>
                    <a:pt x="28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48" name=""/>
            <p:cNvSpPr/>
            <p:nvPr/>
          </p:nvSpPr>
          <p:spPr>
            <a:xfrm rot="0">
              <a:off x="2660" y="1601"/>
              <a:ext cx="29" cy="38"/>
            </a:xfrm>
            <a:custGeom>
              <a:avLst/>
              <a:ahLst/>
              <a:rect l="0" t="0" r="r" b="b"/>
              <a:pathLst>
                <a:path w="88" h="114">
                  <a:moveTo>
                    <a:pt x="28" y="114"/>
                  </a:moveTo>
                  <a:lnTo>
                    <a:pt x="58" y="106"/>
                  </a:lnTo>
                  <a:lnTo>
                    <a:pt x="88" y="97"/>
                  </a:lnTo>
                  <a:lnTo>
                    <a:pt x="61" y="0"/>
                  </a:lnTo>
                  <a:lnTo>
                    <a:pt x="31" y="8"/>
                  </a:lnTo>
                  <a:lnTo>
                    <a:pt x="0" y="17"/>
                  </a:lnTo>
                  <a:lnTo>
                    <a:pt x="28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49" name=""/>
            <p:cNvSpPr/>
            <p:nvPr/>
          </p:nvSpPr>
          <p:spPr>
            <a:xfrm rot="0">
              <a:off x="2670" y="1600"/>
              <a:ext cx="10" cy="4"/>
            </a:xfrm>
            <a:custGeom>
              <a:avLst/>
              <a:ahLst/>
              <a:rect l="0" t="0" r="r" b="b"/>
              <a:pathLst>
                <a:path w="30" h="10">
                  <a:moveTo>
                    <a:pt x="0" y="10"/>
                  </a:moveTo>
                  <a:lnTo>
                    <a:pt x="30" y="2"/>
                  </a:lnTo>
                  <a:lnTo>
                    <a:pt x="28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50" name=""/>
            <p:cNvSpPr/>
            <p:nvPr/>
          </p:nvSpPr>
          <p:spPr>
            <a:xfrm rot="0" flipH="1" flipV="1">
              <a:off x="2680" y="16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51" name=""/>
            <p:cNvSpPr/>
            <p:nvPr/>
          </p:nvSpPr>
          <p:spPr>
            <a:xfrm rot="0">
              <a:off x="2650" y="1568"/>
              <a:ext cx="30" cy="39"/>
            </a:xfrm>
            <a:custGeom>
              <a:avLst/>
              <a:ahLst/>
              <a:rect l="0" t="0" r="r" b="b"/>
              <a:pathLst>
                <a:path w="89" h="117">
                  <a:moveTo>
                    <a:pt x="32" y="117"/>
                  </a:moveTo>
                  <a:lnTo>
                    <a:pt x="61" y="107"/>
                  </a:lnTo>
                  <a:lnTo>
                    <a:pt x="89" y="97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32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52" name=""/>
            <p:cNvSpPr/>
            <p:nvPr/>
          </p:nvSpPr>
          <p:spPr>
            <a:xfrm rot="0">
              <a:off x="2650" y="1568"/>
              <a:ext cx="30" cy="39"/>
            </a:xfrm>
            <a:custGeom>
              <a:avLst/>
              <a:ahLst/>
              <a:rect l="0" t="0" r="r" b="b"/>
              <a:pathLst>
                <a:path w="89" h="117">
                  <a:moveTo>
                    <a:pt x="32" y="117"/>
                  </a:moveTo>
                  <a:lnTo>
                    <a:pt x="61" y="107"/>
                  </a:lnTo>
                  <a:lnTo>
                    <a:pt x="89" y="97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32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53" name=""/>
            <p:cNvSpPr/>
            <p:nvPr/>
          </p:nvSpPr>
          <p:spPr>
            <a:xfrm rot="0">
              <a:off x="2660" y="1568"/>
              <a:ext cx="9" cy="3"/>
            </a:xfrm>
            <a:custGeom>
              <a:avLst/>
              <a:ahLst/>
              <a:rect l="0" t="0" r="r" b="b"/>
              <a:pathLst>
                <a:path w="29" h="10">
                  <a:moveTo>
                    <a:pt x="0" y="10"/>
                  </a:moveTo>
                  <a:lnTo>
                    <a:pt x="29" y="1"/>
                  </a:lnTo>
                  <a:lnTo>
                    <a:pt x="29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54" name=""/>
            <p:cNvSpPr/>
            <p:nvPr/>
          </p:nvSpPr>
          <p:spPr>
            <a:xfrm rot="0" flipV="1">
              <a:off x="2669" y="15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55" name=""/>
            <p:cNvSpPr/>
            <p:nvPr/>
          </p:nvSpPr>
          <p:spPr>
            <a:xfrm rot="0">
              <a:off x="2638" y="1536"/>
              <a:ext cx="31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36" y="117"/>
                  </a:moveTo>
                  <a:lnTo>
                    <a:pt x="65" y="106"/>
                  </a:lnTo>
                  <a:lnTo>
                    <a:pt x="94" y="96"/>
                  </a:lnTo>
                  <a:lnTo>
                    <a:pt x="58" y="0"/>
                  </a:lnTo>
                  <a:lnTo>
                    <a:pt x="29" y="11"/>
                  </a:lnTo>
                  <a:lnTo>
                    <a:pt x="0" y="22"/>
                  </a:lnTo>
                  <a:lnTo>
                    <a:pt x="3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56" name=""/>
            <p:cNvSpPr/>
            <p:nvPr/>
          </p:nvSpPr>
          <p:spPr>
            <a:xfrm rot="0">
              <a:off x="2638" y="1536"/>
              <a:ext cx="31" cy="39"/>
            </a:xfrm>
            <a:custGeom>
              <a:avLst/>
              <a:ahLst/>
              <a:rect l="0" t="0" r="r" b="b"/>
              <a:pathLst>
                <a:path w="94" h="117">
                  <a:moveTo>
                    <a:pt x="36" y="117"/>
                  </a:moveTo>
                  <a:lnTo>
                    <a:pt x="65" y="106"/>
                  </a:lnTo>
                  <a:lnTo>
                    <a:pt x="94" y="96"/>
                  </a:lnTo>
                  <a:lnTo>
                    <a:pt x="58" y="0"/>
                  </a:lnTo>
                  <a:lnTo>
                    <a:pt x="29" y="11"/>
                  </a:lnTo>
                  <a:lnTo>
                    <a:pt x="0" y="22"/>
                  </a:lnTo>
                  <a:lnTo>
                    <a:pt x="36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57" name=""/>
            <p:cNvSpPr/>
            <p:nvPr/>
          </p:nvSpPr>
          <p:spPr>
            <a:xfrm rot="0">
              <a:off x="2648" y="1535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12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58" name=""/>
            <p:cNvSpPr/>
            <p:nvPr/>
          </p:nvSpPr>
          <p:spPr>
            <a:xfrm rot="0" flipH="1" flipV="1">
              <a:off x="2657" y="15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59" name=""/>
            <p:cNvSpPr/>
            <p:nvPr/>
          </p:nvSpPr>
          <p:spPr>
            <a:xfrm rot="0">
              <a:off x="2625" y="1504"/>
              <a:ext cx="32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39" y="117"/>
                  </a:moveTo>
                  <a:lnTo>
                    <a:pt x="67" y="105"/>
                  </a:lnTo>
                  <a:lnTo>
                    <a:pt x="95" y="93"/>
                  </a:lnTo>
                  <a:lnTo>
                    <a:pt x="55" y="0"/>
                  </a:lnTo>
                  <a:lnTo>
                    <a:pt x="27" y="12"/>
                  </a:lnTo>
                  <a:lnTo>
                    <a:pt x="0" y="25"/>
                  </a:lnTo>
                  <a:lnTo>
                    <a:pt x="39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60" name=""/>
            <p:cNvSpPr/>
            <p:nvPr/>
          </p:nvSpPr>
          <p:spPr>
            <a:xfrm rot="0">
              <a:off x="2625" y="1504"/>
              <a:ext cx="32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39" y="117"/>
                  </a:moveTo>
                  <a:lnTo>
                    <a:pt x="67" y="105"/>
                  </a:lnTo>
                  <a:lnTo>
                    <a:pt x="95" y="93"/>
                  </a:lnTo>
                  <a:lnTo>
                    <a:pt x="55" y="0"/>
                  </a:lnTo>
                  <a:lnTo>
                    <a:pt x="27" y="12"/>
                  </a:lnTo>
                  <a:lnTo>
                    <a:pt x="0" y="25"/>
                  </a:lnTo>
                  <a:lnTo>
                    <a:pt x="39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61" name=""/>
            <p:cNvSpPr/>
            <p:nvPr/>
          </p:nvSpPr>
          <p:spPr>
            <a:xfrm rot="0">
              <a:off x="2634" y="1504"/>
              <a:ext cx="10" cy="4"/>
            </a:xfrm>
            <a:custGeom>
              <a:avLst/>
              <a:ahLst/>
              <a:rect l="0" t="0" r="r" b="b"/>
              <a:pathLst>
                <a:path w="28" h="13">
                  <a:moveTo>
                    <a:pt x="0" y="13"/>
                  </a:moveTo>
                  <a:lnTo>
                    <a:pt x="28" y="1"/>
                  </a:lnTo>
                  <a:lnTo>
                    <a:pt x="28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62" name=""/>
            <p:cNvSpPr/>
            <p:nvPr/>
          </p:nvSpPr>
          <p:spPr>
            <a:xfrm rot="0" flipV="1">
              <a:off x="2644" y="15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63" name=""/>
            <p:cNvSpPr/>
            <p:nvPr/>
          </p:nvSpPr>
          <p:spPr>
            <a:xfrm rot="0">
              <a:off x="2610" y="1473"/>
              <a:ext cx="34" cy="40"/>
            </a:xfrm>
            <a:custGeom>
              <a:avLst/>
              <a:ahLst/>
              <a:rect l="0" t="0" r="r" b="b"/>
              <a:pathLst>
                <a:path w="100" h="120">
                  <a:moveTo>
                    <a:pt x="45" y="120"/>
                  </a:moveTo>
                  <a:lnTo>
                    <a:pt x="72" y="106"/>
                  </a:lnTo>
                  <a:lnTo>
                    <a:pt x="100" y="93"/>
                  </a:lnTo>
                  <a:lnTo>
                    <a:pt x="55" y="0"/>
                  </a:lnTo>
                  <a:lnTo>
                    <a:pt x="28" y="14"/>
                  </a:lnTo>
                  <a:lnTo>
                    <a:pt x="0" y="27"/>
                  </a:lnTo>
                  <a:lnTo>
                    <a:pt x="45" y="1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64" name=""/>
            <p:cNvSpPr/>
            <p:nvPr/>
          </p:nvSpPr>
          <p:spPr>
            <a:xfrm rot="0">
              <a:off x="2610" y="1473"/>
              <a:ext cx="34" cy="40"/>
            </a:xfrm>
            <a:custGeom>
              <a:avLst/>
              <a:ahLst/>
              <a:rect l="0" t="0" r="r" b="b"/>
              <a:pathLst>
                <a:path w="100" h="120">
                  <a:moveTo>
                    <a:pt x="45" y="120"/>
                  </a:moveTo>
                  <a:lnTo>
                    <a:pt x="72" y="106"/>
                  </a:lnTo>
                  <a:lnTo>
                    <a:pt x="100" y="93"/>
                  </a:lnTo>
                  <a:lnTo>
                    <a:pt x="55" y="0"/>
                  </a:lnTo>
                  <a:lnTo>
                    <a:pt x="28" y="14"/>
                  </a:lnTo>
                  <a:lnTo>
                    <a:pt x="0" y="27"/>
                  </a:lnTo>
                  <a:lnTo>
                    <a:pt x="45" y="1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65" name=""/>
            <p:cNvSpPr/>
            <p:nvPr/>
          </p:nvSpPr>
          <p:spPr>
            <a:xfrm rot="0">
              <a:off x="2620" y="1473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15"/>
                  </a:moveTo>
                  <a:lnTo>
                    <a:pt x="27" y="1"/>
                  </a:lnTo>
                  <a:lnTo>
                    <a:pt x="27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66" name=""/>
            <p:cNvSpPr/>
            <p:nvPr/>
          </p:nvSpPr>
          <p:spPr>
            <a:xfrm rot="0" flipV="1">
              <a:off x="2629" y="14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67" name=""/>
            <p:cNvSpPr/>
            <p:nvPr/>
          </p:nvSpPr>
          <p:spPr>
            <a:xfrm rot="0">
              <a:off x="2595" y="1443"/>
              <a:ext cx="34" cy="39"/>
            </a:xfrm>
            <a:custGeom>
              <a:avLst/>
              <a:ahLst/>
              <a:rect l="0" t="0" r="r" b="b"/>
              <a:pathLst>
                <a:path w="102" h="118">
                  <a:moveTo>
                    <a:pt x="47" y="118"/>
                  </a:moveTo>
                  <a:lnTo>
                    <a:pt x="75" y="104"/>
                  </a:lnTo>
                  <a:lnTo>
                    <a:pt x="102" y="89"/>
                  </a:lnTo>
                  <a:lnTo>
                    <a:pt x="55" y="0"/>
                  </a:lnTo>
                  <a:lnTo>
                    <a:pt x="28" y="14"/>
                  </a:lnTo>
                  <a:lnTo>
                    <a:pt x="0" y="29"/>
                  </a:lnTo>
                  <a:lnTo>
                    <a:pt x="47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68" name=""/>
            <p:cNvSpPr/>
            <p:nvPr/>
          </p:nvSpPr>
          <p:spPr>
            <a:xfrm rot="0">
              <a:off x="2595" y="1443"/>
              <a:ext cx="34" cy="39"/>
            </a:xfrm>
            <a:custGeom>
              <a:avLst/>
              <a:ahLst/>
              <a:rect l="0" t="0" r="r" b="b"/>
              <a:pathLst>
                <a:path w="102" h="118">
                  <a:moveTo>
                    <a:pt x="47" y="118"/>
                  </a:moveTo>
                  <a:lnTo>
                    <a:pt x="75" y="104"/>
                  </a:lnTo>
                  <a:lnTo>
                    <a:pt x="102" y="89"/>
                  </a:lnTo>
                  <a:lnTo>
                    <a:pt x="55" y="0"/>
                  </a:lnTo>
                  <a:lnTo>
                    <a:pt x="28" y="14"/>
                  </a:lnTo>
                  <a:lnTo>
                    <a:pt x="0" y="29"/>
                  </a:lnTo>
                  <a:lnTo>
                    <a:pt x="47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69" name=""/>
            <p:cNvSpPr/>
            <p:nvPr/>
          </p:nvSpPr>
          <p:spPr>
            <a:xfrm rot="0">
              <a:off x="2604" y="1443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15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70" name=""/>
            <p:cNvSpPr/>
            <p:nvPr/>
          </p:nvSpPr>
          <p:spPr>
            <a:xfrm rot="0" flipH="1" flipV="1">
              <a:off x="2613" y="14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71" name=""/>
            <p:cNvSpPr/>
            <p:nvPr/>
          </p:nvSpPr>
          <p:spPr>
            <a:xfrm rot="0">
              <a:off x="2578" y="1413"/>
              <a:ext cx="35" cy="40"/>
            </a:xfrm>
            <a:custGeom>
              <a:avLst/>
              <a:ahLst/>
              <a:rect l="0" t="0" r="r" b="b"/>
              <a:pathLst>
                <a:path w="105" h="119">
                  <a:moveTo>
                    <a:pt x="52" y="119"/>
                  </a:moveTo>
                  <a:lnTo>
                    <a:pt x="79" y="103"/>
                  </a:lnTo>
                  <a:lnTo>
                    <a:pt x="105" y="88"/>
                  </a:lnTo>
                  <a:lnTo>
                    <a:pt x="53" y="0"/>
                  </a:lnTo>
                  <a:lnTo>
                    <a:pt x="27" y="16"/>
                  </a:lnTo>
                  <a:lnTo>
                    <a:pt x="0" y="31"/>
                  </a:lnTo>
                  <a:lnTo>
                    <a:pt x="52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72" name=""/>
            <p:cNvSpPr/>
            <p:nvPr/>
          </p:nvSpPr>
          <p:spPr>
            <a:xfrm rot="0">
              <a:off x="2578" y="1413"/>
              <a:ext cx="35" cy="40"/>
            </a:xfrm>
            <a:custGeom>
              <a:avLst/>
              <a:ahLst/>
              <a:rect l="0" t="0" r="r" b="b"/>
              <a:pathLst>
                <a:path w="105" h="119">
                  <a:moveTo>
                    <a:pt x="52" y="119"/>
                  </a:moveTo>
                  <a:lnTo>
                    <a:pt x="79" y="103"/>
                  </a:lnTo>
                  <a:lnTo>
                    <a:pt x="105" y="88"/>
                  </a:lnTo>
                  <a:lnTo>
                    <a:pt x="53" y="0"/>
                  </a:lnTo>
                  <a:lnTo>
                    <a:pt x="27" y="16"/>
                  </a:lnTo>
                  <a:lnTo>
                    <a:pt x="0" y="31"/>
                  </a:lnTo>
                  <a:lnTo>
                    <a:pt x="52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73" name=""/>
            <p:cNvSpPr/>
            <p:nvPr/>
          </p:nvSpPr>
          <p:spPr>
            <a:xfrm rot="0">
              <a:off x="2587" y="1413"/>
              <a:ext cx="8" cy="6"/>
            </a:xfrm>
            <a:custGeom>
              <a:avLst/>
              <a:ahLst/>
              <a:rect l="0" t="0" r="r" b="b"/>
              <a:pathLst>
                <a:path w="26" h="17">
                  <a:moveTo>
                    <a:pt x="0" y="17"/>
                  </a:moveTo>
                  <a:lnTo>
                    <a:pt x="26" y="1"/>
                  </a:lnTo>
                  <a:lnTo>
                    <a:pt x="25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74" name=""/>
            <p:cNvSpPr/>
            <p:nvPr/>
          </p:nvSpPr>
          <p:spPr>
            <a:xfrm rot="0" flipH="1" flipV="1">
              <a:off x="2595" y="14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75" name=""/>
            <p:cNvSpPr/>
            <p:nvPr/>
          </p:nvSpPr>
          <p:spPr>
            <a:xfrm rot="0">
              <a:off x="2560" y="1384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56" y="119"/>
                  </a:moveTo>
                  <a:lnTo>
                    <a:pt x="81" y="103"/>
                  </a:lnTo>
                  <a:lnTo>
                    <a:pt x="106" y="86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4"/>
                  </a:lnTo>
                  <a:lnTo>
                    <a:pt x="56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76" name=""/>
            <p:cNvSpPr/>
            <p:nvPr/>
          </p:nvSpPr>
          <p:spPr>
            <a:xfrm rot="0">
              <a:off x="2560" y="1384"/>
              <a:ext cx="35" cy="40"/>
            </a:xfrm>
            <a:custGeom>
              <a:avLst/>
              <a:ahLst/>
              <a:rect l="0" t="0" r="r" b="b"/>
              <a:pathLst>
                <a:path w="106" h="119">
                  <a:moveTo>
                    <a:pt x="56" y="119"/>
                  </a:moveTo>
                  <a:lnTo>
                    <a:pt x="81" y="103"/>
                  </a:lnTo>
                  <a:lnTo>
                    <a:pt x="106" y="86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4"/>
                  </a:lnTo>
                  <a:lnTo>
                    <a:pt x="56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77" name=""/>
            <p:cNvSpPr/>
            <p:nvPr/>
          </p:nvSpPr>
          <p:spPr>
            <a:xfrm rot="0">
              <a:off x="2568" y="1384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18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78" name=""/>
            <p:cNvSpPr/>
            <p:nvPr/>
          </p:nvSpPr>
          <p:spPr>
            <a:xfrm rot="0" flipV="1">
              <a:off x="2577" y="13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79" name=""/>
            <p:cNvSpPr/>
            <p:nvPr/>
          </p:nvSpPr>
          <p:spPr>
            <a:xfrm rot="0">
              <a:off x="2540" y="1356"/>
              <a:ext cx="37" cy="40"/>
            </a:xfrm>
            <a:custGeom>
              <a:avLst/>
              <a:ahLst/>
              <a:rect l="0" t="0" r="r" b="b"/>
              <a:pathLst>
                <a:path w="110" h="119">
                  <a:moveTo>
                    <a:pt x="59" y="119"/>
                  </a:moveTo>
                  <a:lnTo>
                    <a:pt x="84" y="101"/>
                  </a:lnTo>
                  <a:lnTo>
                    <a:pt x="110" y="83"/>
                  </a:lnTo>
                  <a:lnTo>
                    <a:pt x="51" y="0"/>
                  </a:lnTo>
                  <a:lnTo>
                    <a:pt x="25" y="18"/>
                  </a:lnTo>
                  <a:lnTo>
                    <a:pt x="0" y="36"/>
                  </a:lnTo>
                  <a:lnTo>
                    <a:pt x="59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80" name=""/>
            <p:cNvSpPr/>
            <p:nvPr/>
          </p:nvSpPr>
          <p:spPr>
            <a:xfrm rot="0">
              <a:off x="2540" y="1356"/>
              <a:ext cx="37" cy="40"/>
            </a:xfrm>
            <a:custGeom>
              <a:avLst/>
              <a:ahLst/>
              <a:rect l="0" t="0" r="r" b="b"/>
              <a:pathLst>
                <a:path w="110" h="119">
                  <a:moveTo>
                    <a:pt x="59" y="119"/>
                  </a:moveTo>
                  <a:lnTo>
                    <a:pt x="84" y="101"/>
                  </a:lnTo>
                  <a:lnTo>
                    <a:pt x="110" y="83"/>
                  </a:lnTo>
                  <a:lnTo>
                    <a:pt x="51" y="0"/>
                  </a:lnTo>
                  <a:lnTo>
                    <a:pt x="25" y="18"/>
                  </a:lnTo>
                  <a:lnTo>
                    <a:pt x="0" y="36"/>
                  </a:lnTo>
                  <a:lnTo>
                    <a:pt x="59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81" name=""/>
            <p:cNvSpPr/>
            <p:nvPr/>
          </p:nvSpPr>
          <p:spPr>
            <a:xfrm rot="0">
              <a:off x="2548" y="1356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18"/>
                  </a:moveTo>
                  <a:lnTo>
                    <a:pt x="26" y="0"/>
                  </a:lnTo>
                  <a:lnTo>
                    <a:pt x="24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82" name=""/>
            <p:cNvSpPr/>
            <p:nvPr/>
          </p:nvSpPr>
          <p:spPr>
            <a:xfrm rot="0" flipH="1">
              <a:off x="2556" y="13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83" name=""/>
            <p:cNvSpPr/>
            <p:nvPr/>
          </p:nvSpPr>
          <p:spPr>
            <a:xfrm rot="0">
              <a:off x="2520" y="1329"/>
              <a:ext cx="36" cy="39"/>
            </a:xfrm>
            <a:custGeom>
              <a:avLst/>
              <a:ahLst/>
              <a:rect l="0" t="0" r="r" b="b"/>
              <a:pathLst>
                <a:path w="109" h="117">
                  <a:moveTo>
                    <a:pt x="61" y="117"/>
                  </a:moveTo>
                  <a:lnTo>
                    <a:pt x="85" y="99"/>
                  </a:lnTo>
                  <a:lnTo>
                    <a:pt x="109" y="81"/>
                  </a:lnTo>
                  <a:lnTo>
                    <a:pt x="48" y="0"/>
                  </a:lnTo>
                  <a:lnTo>
                    <a:pt x="24" y="18"/>
                  </a:lnTo>
                  <a:lnTo>
                    <a:pt x="0" y="36"/>
                  </a:lnTo>
                  <a:lnTo>
                    <a:pt x="61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84" name=""/>
            <p:cNvSpPr/>
            <p:nvPr/>
          </p:nvSpPr>
          <p:spPr>
            <a:xfrm rot="0">
              <a:off x="2520" y="1329"/>
              <a:ext cx="36" cy="39"/>
            </a:xfrm>
            <a:custGeom>
              <a:avLst/>
              <a:ahLst/>
              <a:rect l="0" t="0" r="r" b="b"/>
              <a:pathLst>
                <a:path w="109" h="117">
                  <a:moveTo>
                    <a:pt x="61" y="117"/>
                  </a:moveTo>
                  <a:lnTo>
                    <a:pt x="85" y="99"/>
                  </a:lnTo>
                  <a:lnTo>
                    <a:pt x="109" y="81"/>
                  </a:lnTo>
                  <a:lnTo>
                    <a:pt x="48" y="0"/>
                  </a:lnTo>
                  <a:lnTo>
                    <a:pt x="24" y="18"/>
                  </a:lnTo>
                  <a:lnTo>
                    <a:pt x="0" y="36"/>
                  </a:lnTo>
                  <a:lnTo>
                    <a:pt x="61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85" name=""/>
            <p:cNvSpPr/>
            <p:nvPr/>
          </p:nvSpPr>
          <p:spPr>
            <a:xfrm rot="0">
              <a:off x="2528" y="1329"/>
              <a:ext cx="8" cy="6"/>
            </a:xfrm>
            <a:custGeom>
              <a:avLst/>
              <a:ahLst/>
              <a:rect l="0" t="0" r="r" b="b"/>
              <a:pathLst>
                <a:path w="24" h="19">
                  <a:moveTo>
                    <a:pt x="0" y="19"/>
                  </a:moveTo>
                  <a:lnTo>
                    <a:pt x="24" y="1"/>
                  </a:lnTo>
                  <a:lnTo>
                    <a:pt x="23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86" name=""/>
            <p:cNvSpPr/>
            <p:nvPr/>
          </p:nvSpPr>
          <p:spPr>
            <a:xfrm rot="0" flipH="1" flipV="1">
              <a:off x="2536" y="13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87" name=""/>
            <p:cNvSpPr/>
            <p:nvPr/>
          </p:nvSpPr>
          <p:spPr>
            <a:xfrm rot="0">
              <a:off x="2498" y="1303"/>
              <a:ext cx="38" cy="39"/>
            </a:xfrm>
            <a:custGeom>
              <a:avLst/>
              <a:ahLst/>
              <a:rect l="0" t="0" r="r" b="b"/>
              <a:pathLst>
                <a:path w="112" h="117">
                  <a:moveTo>
                    <a:pt x="66" y="117"/>
                  </a:moveTo>
                  <a:lnTo>
                    <a:pt x="89" y="98"/>
                  </a:lnTo>
                  <a:lnTo>
                    <a:pt x="112" y="79"/>
                  </a:lnTo>
                  <a:lnTo>
                    <a:pt x="46" y="0"/>
                  </a:lnTo>
                  <a:lnTo>
                    <a:pt x="23" y="20"/>
                  </a:lnTo>
                  <a:lnTo>
                    <a:pt x="0" y="39"/>
                  </a:lnTo>
                  <a:lnTo>
                    <a:pt x="6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88" name=""/>
            <p:cNvSpPr/>
            <p:nvPr/>
          </p:nvSpPr>
          <p:spPr>
            <a:xfrm rot="0">
              <a:off x="2498" y="1303"/>
              <a:ext cx="38" cy="39"/>
            </a:xfrm>
            <a:custGeom>
              <a:avLst/>
              <a:ahLst/>
              <a:rect l="0" t="0" r="r" b="b"/>
              <a:pathLst>
                <a:path w="112" h="117">
                  <a:moveTo>
                    <a:pt x="66" y="117"/>
                  </a:moveTo>
                  <a:lnTo>
                    <a:pt x="89" y="98"/>
                  </a:lnTo>
                  <a:lnTo>
                    <a:pt x="112" y="79"/>
                  </a:lnTo>
                  <a:lnTo>
                    <a:pt x="46" y="0"/>
                  </a:lnTo>
                  <a:lnTo>
                    <a:pt x="23" y="20"/>
                  </a:lnTo>
                  <a:lnTo>
                    <a:pt x="0" y="39"/>
                  </a:lnTo>
                  <a:lnTo>
                    <a:pt x="66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89" name=""/>
            <p:cNvSpPr/>
            <p:nvPr/>
          </p:nvSpPr>
          <p:spPr>
            <a:xfrm rot="0">
              <a:off x="2506" y="1302"/>
              <a:ext cx="8" cy="7"/>
            </a:xfrm>
            <a:custGeom>
              <a:avLst/>
              <a:ahLst/>
              <a:rect l="0" t="0" r="r" b="b"/>
              <a:pathLst>
                <a:path w="23" h="21">
                  <a:moveTo>
                    <a:pt x="0" y="21"/>
                  </a:moveTo>
                  <a:lnTo>
                    <a:pt x="23" y="1"/>
                  </a:lnTo>
                  <a:lnTo>
                    <a:pt x="23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90" name=""/>
            <p:cNvSpPr/>
            <p:nvPr/>
          </p:nvSpPr>
          <p:spPr>
            <a:xfrm rot="0" flipV="1">
              <a:off x="2514" y="13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91" name=""/>
            <p:cNvSpPr/>
            <p:nvPr/>
          </p:nvSpPr>
          <p:spPr>
            <a:xfrm rot="0">
              <a:off x="2475" y="1277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69" y="116"/>
                  </a:moveTo>
                  <a:lnTo>
                    <a:pt x="92" y="96"/>
                  </a:lnTo>
                  <a:lnTo>
                    <a:pt x="115" y="75"/>
                  </a:lnTo>
                  <a:lnTo>
                    <a:pt x="46" y="0"/>
                  </a:lnTo>
                  <a:lnTo>
                    <a:pt x="23" y="21"/>
                  </a:lnTo>
                  <a:lnTo>
                    <a:pt x="0" y="41"/>
                  </a:lnTo>
                  <a:lnTo>
                    <a:pt x="69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92" name=""/>
            <p:cNvSpPr/>
            <p:nvPr/>
          </p:nvSpPr>
          <p:spPr>
            <a:xfrm rot="0">
              <a:off x="2475" y="1277"/>
              <a:ext cx="39" cy="39"/>
            </a:xfrm>
            <a:custGeom>
              <a:avLst/>
              <a:ahLst/>
              <a:rect l="0" t="0" r="r" b="b"/>
              <a:pathLst>
                <a:path w="115" h="116">
                  <a:moveTo>
                    <a:pt x="69" y="116"/>
                  </a:moveTo>
                  <a:lnTo>
                    <a:pt x="92" y="96"/>
                  </a:lnTo>
                  <a:lnTo>
                    <a:pt x="115" y="75"/>
                  </a:lnTo>
                  <a:lnTo>
                    <a:pt x="46" y="0"/>
                  </a:lnTo>
                  <a:lnTo>
                    <a:pt x="23" y="21"/>
                  </a:lnTo>
                  <a:lnTo>
                    <a:pt x="0" y="41"/>
                  </a:lnTo>
                  <a:lnTo>
                    <a:pt x="69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93" name=""/>
            <p:cNvSpPr/>
            <p:nvPr/>
          </p:nvSpPr>
          <p:spPr>
            <a:xfrm rot="0">
              <a:off x="2483" y="1277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0" y="22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94" name=""/>
            <p:cNvSpPr/>
            <p:nvPr/>
          </p:nvSpPr>
          <p:spPr>
            <a:xfrm rot="0" flipH="1" flipV="1">
              <a:off x="2490" y="12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95" name=""/>
            <p:cNvSpPr/>
            <p:nvPr/>
          </p:nvSpPr>
          <p:spPr>
            <a:xfrm rot="0">
              <a:off x="2452" y="1253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72" y="116"/>
                  </a:moveTo>
                  <a:lnTo>
                    <a:pt x="94" y="94"/>
                  </a:lnTo>
                  <a:lnTo>
                    <a:pt x="116" y="72"/>
                  </a:lnTo>
                  <a:lnTo>
                    <a:pt x="43" y="0"/>
                  </a:lnTo>
                  <a:lnTo>
                    <a:pt x="22" y="22"/>
                  </a:lnTo>
                  <a:lnTo>
                    <a:pt x="0" y="43"/>
                  </a:lnTo>
                  <a:lnTo>
                    <a:pt x="72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96" name=""/>
            <p:cNvSpPr/>
            <p:nvPr/>
          </p:nvSpPr>
          <p:spPr>
            <a:xfrm rot="0">
              <a:off x="2452" y="1253"/>
              <a:ext cx="38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72" y="116"/>
                  </a:moveTo>
                  <a:lnTo>
                    <a:pt x="94" y="94"/>
                  </a:lnTo>
                  <a:lnTo>
                    <a:pt x="116" y="72"/>
                  </a:lnTo>
                  <a:lnTo>
                    <a:pt x="43" y="0"/>
                  </a:lnTo>
                  <a:lnTo>
                    <a:pt x="22" y="22"/>
                  </a:lnTo>
                  <a:lnTo>
                    <a:pt x="0" y="43"/>
                  </a:lnTo>
                  <a:lnTo>
                    <a:pt x="72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97" name=""/>
            <p:cNvSpPr/>
            <p:nvPr/>
          </p:nvSpPr>
          <p:spPr>
            <a:xfrm rot="0">
              <a:off x="2459" y="1253"/>
              <a:ext cx="7" cy="7"/>
            </a:xfrm>
            <a:custGeom>
              <a:avLst/>
              <a:ahLst/>
              <a:rect l="0" t="0" r="r" b="b"/>
              <a:pathLst>
                <a:path w="21" h="23">
                  <a:moveTo>
                    <a:pt x="0" y="23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798" name=""/>
            <p:cNvSpPr/>
            <p:nvPr/>
          </p:nvSpPr>
          <p:spPr>
            <a:xfrm rot="0" flipH="1" flipV="1">
              <a:off x="2466" y="12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799" name=""/>
            <p:cNvSpPr/>
            <p:nvPr/>
          </p:nvSpPr>
          <p:spPr>
            <a:xfrm rot="0">
              <a:off x="2427" y="1230"/>
              <a:ext cx="39" cy="38"/>
            </a:xfrm>
            <a:custGeom>
              <a:avLst/>
              <a:ahLst/>
              <a:rect l="0" t="0" r="r" b="b"/>
              <a:pathLst>
                <a:path w="116" h="115">
                  <a:moveTo>
                    <a:pt x="75" y="115"/>
                  </a:moveTo>
                  <a:lnTo>
                    <a:pt x="96" y="92"/>
                  </a:lnTo>
                  <a:lnTo>
                    <a:pt x="116" y="69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5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00" name=""/>
            <p:cNvSpPr/>
            <p:nvPr/>
          </p:nvSpPr>
          <p:spPr>
            <a:xfrm rot="0">
              <a:off x="2427" y="1230"/>
              <a:ext cx="39" cy="38"/>
            </a:xfrm>
            <a:custGeom>
              <a:avLst/>
              <a:ahLst/>
              <a:rect l="0" t="0" r="r" b="b"/>
              <a:pathLst>
                <a:path w="116" h="115">
                  <a:moveTo>
                    <a:pt x="75" y="115"/>
                  </a:moveTo>
                  <a:lnTo>
                    <a:pt x="96" y="92"/>
                  </a:lnTo>
                  <a:lnTo>
                    <a:pt x="116" y="69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5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01" name=""/>
            <p:cNvSpPr/>
            <p:nvPr/>
          </p:nvSpPr>
          <p:spPr>
            <a:xfrm rot="0">
              <a:off x="2434" y="1230"/>
              <a:ext cx="7" cy="7"/>
            </a:xfrm>
            <a:custGeom>
              <a:avLst/>
              <a:ahLst/>
              <a:rect l="0" t="0" r="r" b="b"/>
              <a:pathLst>
                <a:path w="20" h="23">
                  <a:moveTo>
                    <a:pt x="0" y="23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02" name=""/>
            <p:cNvSpPr/>
            <p:nvPr/>
          </p:nvSpPr>
          <p:spPr>
            <a:xfrm rot="0" flipH="1">
              <a:off x="2440" y="12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03" name=""/>
            <p:cNvSpPr/>
            <p:nvPr/>
          </p:nvSpPr>
          <p:spPr>
            <a:xfrm rot="0">
              <a:off x="2402" y="1208"/>
              <a:ext cx="38" cy="37"/>
            </a:xfrm>
            <a:custGeom>
              <a:avLst/>
              <a:ahLst/>
              <a:rect l="0" t="0" r="r" b="b"/>
              <a:pathLst>
                <a:path w="115" h="111">
                  <a:moveTo>
                    <a:pt x="77" y="111"/>
                  </a:moveTo>
                  <a:lnTo>
                    <a:pt x="96" y="88"/>
                  </a:lnTo>
                  <a:lnTo>
                    <a:pt x="115" y="65"/>
                  </a:lnTo>
                  <a:lnTo>
                    <a:pt x="38" y="0"/>
                  </a:lnTo>
                  <a:lnTo>
                    <a:pt x="19" y="23"/>
                  </a:lnTo>
                  <a:lnTo>
                    <a:pt x="0" y="46"/>
                  </a:lnTo>
                  <a:lnTo>
                    <a:pt x="77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04" name=""/>
            <p:cNvSpPr/>
            <p:nvPr/>
          </p:nvSpPr>
          <p:spPr>
            <a:xfrm rot="0">
              <a:off x="2402" y="1208"/>
              <a:ext cx="38" cy="37"/>
            </a:xfrm>
            <a:custGeom>
              <a:avLst/>
              <a:ahLst/>
              <a:rect l="0" t="0" r="r" b="b"/>
              <a:pathLst>
                <a:path w="115" h="111">
                  <a:moveTo>
                    <a:pt x="77" y="111"/>
                  </a:moveTo>
                  <a:lnTo>
                    <a:pt x="96" y="88"/>
                  </a:lnTo>
                  <a:lnTo>
                    <a:pt x="115" y="65"/>
                  </a:lnTo>
                  <a:lnTo>
                    <a:pt x="38" y="0"/>
                  </a:lnTo>
                  <a:lnTo>
                    <a:pt x="19" y="23"/>
                  </a:lnTo>
                  <a:lnTo>
                    <a:pt x="0" y="46"/>
                  </a:lnTo>
                  <a:lnTo>
                    <a:pt x="77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05" name=""/>
            <p:cNvSpPr/>
            <p:nvPr/>
          </p:nvSpPr>
          <p:spPr>
            <a:xfrm rot="0">
              <a:off x="2408" y="1208"/>
              <a:ext cx="7" cy="8"/>
            </a:xfrm>
            <a:custGeom>
              <a:avLst/>
              <a:ahLst/>
              <a:rect l="0" t="0" r="r" b="b"/>
              <a:pathLst>
                <a:path w="19" h="24">
                  <a:moveTo>
                    <a:pt x="0" y="24"/>
                  </a:moveTo>
                  <a:lnTo>
                    <a:pt x="19" y="1"/>
                  </a:lnTo>
                  <a:lnTo>
                    <a:pt x="1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06" name=""/>
            <p:cNvSpPr/>
            <p:nvPr/>
          </p:nvSpPr>
          <p:spPr>
            <a:xfrm rot="0" flipV="1">
              <a:off x="2415" y="12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07" name=""/>
            <p:cNvSpPr/>
            <p:nvPr/>
          </p:nvSpPr>
          <p:spPr>
            <a:xfrm rot="0">
              <a:off x="2375" y="1187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81" y="111"/>
                  </a:moveTo>
                  <a:lnTo>
                    <a:pt x="100" y="87"/>
                  </a:lnTo>
                  <a:lnTo>
                    <a:pt x="119" y="63"/>
                  </a:lnTo>
                  <a:lnTo>
                    <a:pt x="38" y="0"/>
                  </a:lnTo>
                  <a:lnTo>
                    <a:pt x="19" y="24"/>
                  </a:lnTo>
                  <a:lnTo>
                    <a:pt x="0" y="48"/>
                  </a:lnTo>
                  <a:lnTo>
                    <a:pt x="81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08" name=""/>
            <p:cNvSpPr/>
            <p:nvPr/>
          </p:nvSpPr>
          <p:spPr>
            <a:xfrm rot="0">
              <a:off x="2375" y="1187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81" y="111"/>
                  </a:moveTo>
                  <a:lnTo>
                    <a:pt x="100" y="87"/>
                  </a:lnTo>
                  <a:lnTo>
                    <a:pt x="119" y="63"/>
                  </a:lnTo>
                  <a:lnTo>
                    <a:pt x="38" y="0"/>
                  </a:lnTo>
                  <a:lnTo>
                    <a:pt x="19" y="24"/>
                  </a:lnTo>
                  <a:lnTo>
                    <a:pt x="0" y="48"/>
                  </a:lnTo>
                  <a:lnTo>
                    <a:pt x="81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09" name=""/>
            <p:cNvSpPr/>
            <p:nvPr/>
          </p:nvSpPr>
          <p:spPr>
            <a:xfrm rot="0">
              <a:off x="2381" y="1186"/>
              <a:ext cx="7" cy="9"/>
            </a:xfrm>
            <a:custGeom>
              <a:avLst/>
              <a:ahLst/>
              <a:rect l="0" t="0" r="r" b="b"/>
              <a:pathLst>
                <a:path w="19" h="25">
                  <a:moveTo>
                    <a:pt x="0" y="25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10" name=""/>
            <p:cNvSpPr/>
            <p:nvPr/>
          </p:nvSpPr>
          <p:spPr>
            <a:xfrm rot="0" flipH="1" flipV="1">
              <a:off x="2387" y="11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11" name=""/>
            <p:cNvSpPr/>
            <p:nvPr/>
          </p:nvSpPr>
          <p:spPr>
            <a:xfrm rot="0">
              <a:off x="2348" y="1167"/>
              <a:ext cx="39" cy="36"/>
            </a:xfrm>
            <a:custGeom>
              <a:avLst/>
              <a:ahLst/>
              <a:rect l="0" t="0" r="r" b="b"/>
              <a:pathLst>
                <a:path w="119" h="110">
                  <a:moveTo>
                    <a:pt x="83" y="110"/>
                  </a:moveTo>
                  <a:lnTo>
                    <a:pt x="101" y="84"/>
                  </a:lnTo>
                  <a:lnTo>
                    <a:pt x="119" y="59"/>
                  </a:lnTo>
                  <a:lnTo>
                    <a:pt x="36" y="0"/>
                  </a:lnTo>
                  <a:lnTo>
                    <a:pt x="18" y="25"/>
                  </a:lnTo>
                  <a:lnTo>
                    <a:pt x="0" y="50"/>
                  </a:lnTo>
                  <a:lnTo>
                    <a:pt x="83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12" name=""/>
            <p:cNvSpPr/>
            <p:nvPr/>
          </p:nvSpPr>
          <p:spPr>
            <a:xfrm rot="0">
              <a:off x="2348" y="1167"/>
              <a:ext cx="39" cy="36"/>
            </a:xfrm>
            <a:custGeom>
              <a:avLst/>
              <a:ahLst/>
              <a:rect l="0" t="0" r="r" b="b"/>
              <a:pathLst>
                <a:path w="119" h="110">
                  <a:moveTo>
                    <a:pt x="83" y="110"/>
                  </a:moveTo>
                  <a:lnTo>
                    <a:pt x="101" y="84"/>
                  </a:lnTo>
                  <a:lnTo>
                    <a:pt x="119" y="59"/>
                  </a:lnTo>
                  <a:lnTo>
                    <a:pt x="36" y="0"/>
                  </a:lnTo>
                  <a:lnTo>
                    <a:pt x="18" y="25"/>
                  </a:lnTo>
                  <a:lnTo>
                    <a:pt x="0" y="50"/>
                  </a:lnTo>
                  <a:lnTo>
                    <a:pt x="83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13" name=""/>
            <p:cNvSpPr/>
            <p:nvPr/>
          </p:nvSpPr>
          <p:spPr>
            <a:xfrm rot="0">
              <a:off x="2354" y="1167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0" y="25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14" name=""/>
            <p:cNvSpPr/>
            <p:nvPr/>
          </p:nvSpPr>
          <p:spPr>
            <a:xfrm rot="0" flipH="1">
              <a:off x="2359" y="11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15" name=""/>
            <p:cNvSpPr/>
            <p:nvPr/>
          </p:nvSpPr>
          <p:spPr>
            <a:xfrm rot="0">
              <a:off x="2319" y="1148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86" y="106"/>
                  </a:moveTo>
                  <a:lnTo>
                    <a:pt x="103" y="81"/>
                  </a:lnTo>
                  <a:lnTo>
                    <a:pt x="120" y="56"/>
                  </a:lnTo>
                  <a:lnTo>
                    <a:pt x="34" y="0"/>
                  </a:lnTo>
                  <a:lnTo>
                    <a:pt x="17" y="26"/>
                  </a:lnTo>
                  <a:lnTo>
                    <a:pt x="0" y="51"/>
                  </a:lnTo>
                  <a:lnTo>
                    <a:pt x="86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16" name=""/>
            <p:cNvSpPr/>
            <p:nvPr/>
          </p:nvSpPr>
          <p:spPr>
            <a:xfrm rot="0">
              <a:off x="2319" y="1148"/>
              <a:ext cx="40" cy="35"/>
            </a:xfrm>
            <a:custGeom>
              <a:avLst/>
              <a:ahLst/>
              <a:rect l="0" t="0" r="r" b="b"/>
              <a:pathLst>
                <a:path w="120" h="106">
                  <a:moveTo>
                    <a:pt x="86" y="106"/>
                  </a:moveTo>
                  <a:lnTo>
                    <a:pt x="103" y="81"/>
                  </a:lnTo>
                  <a:lnTo>
                    <a:pt x="120" y="56"/>
                  </a:lnTo>
                  <a:lnTo>
                    <a:pt x="34" y="0"/>
                  </a:lnTo>
                  <a:lnTo>
                    <a:pt x="17" y="26"/>
                  </a:lnTo>
                  <a:lnTo>
                    <a:pt x="0" y="51"/>
                  </a:lnTo>
                  <a:lnTo>
                    <a:pt x="86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17" name=""/>
            <p:cNvSpPr/>
            <p:nvPr/>
          </p:nvSpPr>
          <p:spPr>
            <a:xfrm rot="0">
              <a:off x="2325" y="1148"/>
              <a:ext cx="6" cy="9"/>
            </a:xfrm>
            <a:custGeom>
              <a:avLst/>
              <a:ahLst/>
              <a:rect l="0" t="0" r="r" b="b"/>
              <a:pathLst>
                <a:path w="17" h="27">
                  <a:moveTo>
                    <a:pt x="0" y="27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18" name=""/>
            <p:cNvSpPr/>
            <p:nvPr/>
          </p:nvSpPr>
          <p:spPr>
            <a:xfrm rot="0" flipH="1" flipV="1">
              <a:off x="2330" y="11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19" name=""/>
            <p:cNvSpPr/>
            <p:nvPr/>
          </p:nvSpPr>
          <p:spPr>
            <a:xfrm rot="0">
              <a:off x="2291" y="1131"/>
              <a:ext cx="39" cy="34"/>
            </a:xfrm>
            <a:custGeom>
              <a:avLst/>
              <a:ahLst/>
              <a:rect l="0" t="0" r="r" b="b"/>
              <a:pathLst>
                <a:path w="119" h="103">
                  <a:moveTo>
                    <a:pt x="88" y="103"/>
                  </a:moveTo>
                  <a:lnTo>
                    <a:pt x="103" y="77"/>
                  </a:lnTo>
                  <a:lnTo>
                    <a:pt x="119" y="50"/>
                  </a:lnTo>
                  <a:lnTo>
                    <a:pt x="31" y="0"/>
                  </a:lnTo>
                  <a:lnTo>
                    <a:pt x="15" y="26"/>
                  </a:lnTo>
                  <a:lnTo>
                    <a:pt x="0" y="53"/>
                  </a:lnTo>
                  <a:lnTo>
                    <a:pt x="88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20" name=""/>
            <p:cNvSpPr/>
            <p:nvPr/>
          </p:nvSpPr>
          <p:spPr>
            <a:xfrm rot="0">
              <a:off x="2291" y="1131"/>
              <a:ext cx="39" cy="34"/>
            </a:xfrm>
            <a:custGeom>
              <a:avLst/>
              <a:ahLst/>
              <a:rect l="0" t="0" r="r" b="b"/>
              <a:pathLst>
                <a:path w="119" h="103">
                  <a:moveTo>
                    <a:pt x="88" y="103"/>
                  </a:moveTo>
                  <a:lnTo>
                    <a:pt x="103" y="77"/>
                  </a:lnTo>
                  <a:lnTo>
                    <a:pt x="119" y="50"/>
                  </a:lnTo>
                  <a:lnTo>
                    <a:pt x="31" y="0"/>
                  </a:lnTo>
                  <a:lnTo>
                    <a:pt x="15" y="26"/>
                  </a:lnTo>
                  <a:lnTo>
                    <a:pt x="0" y="53"/>
                  </a:lnTo>
                  <a:lnTo>
                    <a:pt x="88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21" name=""/>
            <p:cNvSpPr/>
            <p:nvPr/>
          </p:nvSpPr>
          <p:spPr>
            <a:xfrm rot="0">
              <a:off x="2296" y="1131"/>
              <a:ext cx="5" cy="9"/>
            </a:xfrm>
            <a:custGeom>
              <a:avLst/>
              <a:ahLst/>
              <a:rect l="0" t="0" r="r" b="b"/>
              <a:pathLst>
                <a:path w="16" h="26">
                  <a:moveTo>
                    <a:pt x="0" y="26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22" name=""/>
            <p:cNvSpPr/>
            <p:nvPr/>
          </p:nvSpPr>
          <p:spPr>
            <a:xfrm rot="0" flipH="1">
              <a:off x="2301" y="11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23" name=""/>
            <p:cNvSpPr/>
            <p:nvPr/>
          </p:nvSpPr>
          <p:spPr>
            <a:xfrm rot="0">
              <a:off x="2261" y="1115"/>
              <a:ext cx="40" cy="34"/>
            </a:xfrm>
            <a:custGeom>
              <a:avLst/>
              <a:ahLst/>
              <a:rect l="0" t="0" r="r" b="b"/>
              <a:pathLst>
                <a:path w="118" h="102">
                  <a:moveTo>
                    <a:pt x="89" y="102"/>
                  </a:moveTo>
                  <a:lnTo>
                    <a:pt x="103" y="75"/>
                  </a:lnTo>
                  <a:lnTo>
                    <a:pt x="118" y="49"/>
                  </a:lnTo>
                  <a:lnTo>
                    <a:pt x="29" y="0"/>
                  </a:lnTo>
                  <a:lnTo>
                    <a:pt x="14" y="27"/>
                  </a:lnTo>
                  <a:lnTo>
                    <a:pt x="0" y="53"/>
                  </a:lnTo>
                  <a:lnTo>
                    <a:pt x="89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24" name=""/>
            <p:cNvSpPr/>
            <p:nvPr/>
          </p:nvSpPr>
          <p:spPr>
            <a:xfrm rot="0">
              <a:off x="2261" y="1115"/>
              <a:ext cx="40" cy="34"/>
            </a:xfrm>
            <a:custGeom>
              <a:avLst/>
              <a:ahLst/>
              <a:rect l="0" t="0" r="r" b="b"/>
              <a:pathLst>
                <a:path w="118" h="102">
                  <a:moveTo>
                    <a:pt x="89" y="102"/>
                  </a:moveTo>
                  <a:lnTo>
                    <a:pt x="103" y="75"/>
                  </a:lnTo>
                  <a:lnTo>
                    <a:pt x="118" y="49"/>
                  </a:lnTo>
                  <a:lnTo>
                    <a:pt x="29" y="0"/>
                  </a:lnTo>
                  <a:lnTo>
                    <a:pt x="14" y="27"/>
                  </a:lnTo>
                  <a:lnTo>
                    <a:pt x="0" y="53"/>
                  </a:lnTo>
                  <a:lnTo>
                    <a:pt x="89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25" name=""/>
            <p:cNvSpPr/>
            <p:nvPr/>
          </p:nvSpPr>
          <p:spPr>
            <a:xfrm rot="0">
              <a:off x="2266" y="1114"/>
              <a:ext cx="5" cy="10"/>
            </a:xfrm>
            <a:custGeom>
              <a:avLst/>
              <a:ahLst/>
              <a:rect l="0" t="0" r="r" b="b"/>
              <a:pathLst>
                <a:path w="15" h="28">
                  <a:moveTo>
                    <a:pt x="0" y="28"/>
                  </a:moveTo>
                  <a:lnTo>
                    <a:pt x="15" y="1"/>
                  </a:lnTo>
                  <a:lnTo>
                    <a:pt x="13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26" name=""/>
            <p:cNvSpPr/>
            <p:nvPr/>
          </p:nvSpPr>
          <p:spPr>
            <a:xfrm rot="0" flipH="1" flipV="1">
              <a:off x="2270" y="11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27" name=""/>
            <p:cNvSpPr/>
            <p:nvPr/>
          </p:nvSpPr>
          <p:spPr>
            <a:xfrm rot="0">
              <a:off x="2231" y="1100"/>
              <a:ext cx="39" cy="33"/>
            </a:xfrm>
            <a:custGeom>
              <a:avLst/>
              <a:ahLst/>
              <a:rect l="0" t="0" r="r" b="b"/>
              <a:pathLst>
                <a:path w="118" h="99">
                  <a:moveTo>
                    <a:pt x="92" y="99"/>
                  </a:moveTo>
                  <a:lnTo>
                    <a:pt x="105" y="71"/>
                  </a:lnTo>
                  <a:lnTo>
                    <a:pt x="118" y="43"/>
                  </a:lnTo>
                  <a:lnTo>
                    <a:pt x="27" y="0"/>
                  </a:lnTo>
                  <a:lnTo>
                    <a:pt x="14" y="28"/>
                  </a:lnTo>
                  <a:lnTo>
                    <a:pt x="0" y="55"/>
                  </a:lnTo>
                  <a:lnTo>
                    <a:pt x="92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28" name=""/>
            <p:cNvSpPr/>
            <p:nvPr/>
          </p:nvSpPr>
          <p:spPr>
            <a:xfrm rot="0">
              <a:off x="2231" y="1100"/>
              <a:ext cx="39" cy="33"/>
            </a:xfrm>
            <a:custGeom>
              <a:avLst/>
              <a:ahLst/>
              <a:rect l="0" t="0" r="r" b="b"/>
              <a:pathLst>
                <a:path w="118" h="99">
                  <a:moveTo>
                    <a:pt x="92" y="99"/>
                  </a:moveTo>
                  <a:lnTo>
                    <a:pt x="105" y="71"/>
                  </a:lnTo>
                  <a:lnTo>
                    <a:pt x="118" y="43"/>
                  </a:lnTo>
                  <a:lnTo>
                    <a:pt x="27" y="0"/>
                  </a:lnTo>
                  <a:lnTo>
                    <a:pt x="14" y="28"/>
                  </a:lnTo>
                  <a:lnTo>
                    <a:pt x="0" y="55"/>
                  </a:lnTo>
                  <a:lnTo>
                    <a:pt x="92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29" name=""/>
            <p:cNvSpPr/>
            <p:nvPr/>
          </p:nvSpPr>
          <p:spPr>
            <a:xfrm rot="0">
              <a:off x="2236" y="1100"/>
              <a:ext cx="4" cy="9"/>
            </a:xfrm>
            <a:custGeom>
              <a:avLst/>
              <a:ahLst/>
              <a:rect l="0" t="0" r="r" b="b"/>
              <a:pathLst>
                <a:path w="13" h="28">
                  <a:moveTo>
                    <a:pt x="0" y="28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30" name=""/>
            <p:cNvSpPr/>
            <p:nvPr/>
          </p:nvSpPr>
          <p:spPr>
            <a:xfrm rot="0" flipH="1">
              <a:off x="2240" y="11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31" name=""/>
            <p:cNvSpPr/>
            <p:nvPr/>
          </p:nvSpPr>
          <p:spPr>
            <a:xfrm rot="0">
              <a:off x="2200" y="1086"/>
              <a:ext cx="40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94" y="96"/>
                  </a:moveTo>
                  <a:lnTo>
                    <a:pt x="106" y="69"/>
                  </a:lnTo>
                  <a:lnTo>
                    <a:pt x="118" y="41"/>
                  </a:lnTo>
                  <a:lnTo>
                    <a:pt x="24" y="0"/>
                  </a:lnTo>
                  <a:lnTo>
                    <a:pt x="12" y="28"/>
                  </a:lnTo>
                  <a:lnTo>
                    <a:pt x="0" y="55"/>
                  </a:lnTo>
                  <a:lnTo>
                    <a:pt x="94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32" name=""/>
            <p:cNvSpPr/>
            <p:nvPr/>
          </p:nvSpPr>
          <p:spPr>
            <a:xfrm rot="0">
              <a:off x="2200" y="1086"/>
              <a:ext cx="40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94" y="96"/>
                  </a:moveTo>
                  <a:lnTo>
                    <a:pt x="106" y="69"/>
                  </a:lnTo>
                  <a:lnTo>
                    <a:pt x="118" y="41"/>
                  </a:lnTo>
                  <a:lnTo>
                    <a:pt x="24" y="0"/>
                  </a:lnTo>
                  <a:lnTo>
                    <a:pt x="12" y="28"/>
                  </a:lnTo>
                  <a:lnTo>
                    <a:pt x="0" y="55"/>
                  </a:lnTo>
                  <a:lnTo>
                    <a:pt x="94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33" name=""/>
            <p:cNvSpPr/>
            <p:nvPr/>
          </p:nvSpPr>
          <p:spPr>
            <a:xfrm rot="0">
              <a:off x="2204" y="1086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0" y="29"/>
                  </a:moveTo>
                  <a:lnTo>
                    <a:pt x="12" y="1"/>
                  </a:lnTo>
                  <a:lnTo>
                    <a:pt x="1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34" name=""/>
            <p:cNvSpPr/>
            <p:nvPr/>
          </p:nvSpPr>
          <p:spPr>
            <a:xfrm rot="0" flipH="1" flipV="1">
              <a:off x="2208" y="10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35" name=""/>
            <p:cNvSpPr/>
            <p:nvPr/>
          </p:nvSpPr>
          <p:spPr>
            <a:xfrm rot="0">
              <a:off x="2169" y="1074"/>
              <a:ext cx="39" cy="31"/>
            </a:xfrm>
            <a:custGeom>
              <a:avLst/>
              <a:ahLst/>
              <a:rect l="0" t="0" r="r" b="b"/>
              <a:pathLst>
                <a:path w="116" h="92">
                  <a:moveTo>
                    <a:pt x="95" y="92"/>
                  </a:moveTo>
                  <a:lnTo>
                    <a:pt x="106" y="64"/>
                  </a:lnTo>
                  <a:lnTo>
                    <a:pt x="116" y="35"/>
                  </a:lnTo>
                  <a:lnTo>
                    <a:pt x="21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5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36" name=""/>
            <p:cNvSpPr/>
            <p:nvPr/>
          </p:nvSpPr>
          <p:spPr>
            <a:xfrm rot="0">
              <a:off x="2169" y="1074"/>
              <a:ext cx="39" cy="31"/>
            </a:xfrm>
            <a:custGeom>
              <a:avLst/>
              <a:ahLst/>
              <a:rect l="0" t="0" r="r" b="b"/>
              <a:pathLst>
                <a:path w="116" h="92">
                  <a:moveTo>
                    <a:pt x="95" y="92"/>
                  </a:moveTo>
                  <a:lnTo>
                    <a:pt x="106" y="64"/>
                  </a:lnTo>
                  <a:lnTo>
                    <a:pt x="116" y="35"/>
                  </a:lnTo>
                  <a:lnTo>
                    <a:pt x="21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5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37" name=""/>
            <p:cNvSpPr/>
            <p:nvPr/>
          </p:nvSpPr>
          <p:spPr>
            <a:xfrm rot="0">
              <a:off x="2172" y="1074"/>
              <a:ext cx="4" cy="10"/>
            </a:xfrm>
            <a:custGeom>
              <a:avLst/>
              <a:ahLst/>
              <a:rect l="0" t="0" r="r" b="b"/>
              <a:pathLst>
                <a:path w="11" h="29">
                  <a:moveTo>
                    <a:pt x="0" y="29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38" name=""/>
            <p:cNvSpPr/>
            <p:nvPr/>
          </p:nvSpPr>
          <p:spPr>
            <a:xfrm rot="0" flipH="1">
              <a:off x="2176" y="10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39" name=""/>
            <p:cNvSpPr/>
            <p:nvPr/>
          </p:nvSpPr>
          <p:spPr>
            <a:xfrm rot="0">
              <a:off x="2137" y="1063"/>
              <a:ext cx="39" cy="31"/>
            </a:xfrm>
            <a:custGeom>
              <a:avLst/>
              <a:ahLst/>
              <a:rect l="0" t="0" r="r" b="b"/>
              <a:pathLst>
                <a:path w="116" h="91">
                  <a:moveTo>
                    <a:pt x="97" y="91"/>
                  </a:moveTo>
                  <a:lnTo>
                    <a:pt x="106" y="62"/>
                  </a:lnTo>
                  <a:lnTo>
                    <a:pt x="116" y="33"/>
                  </a:lnTo>
                  <a:lnTo>
                    <a:pt x="20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7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40" name=""/>
            <p:cNvSpPr/>
            <p:nvPr/>
          </p:nvSpPr>
          <p:spPr>
            <a:xfrm rot="0">
              <a:off x="2137" y="1063"/>
              <a:ext cx="39" cy="31"/>
            </a:xfrm>
            <a:custGeom>
              <a:avLst/>
              <a:ahLst/>
              <a:rect l="0" t="0" r="r" b="b"/>
              <a:pathLst>
                <a:path w="116" h="91">
                  <a:moveTo>
                    <a:pt x="97" y="91"/>
                  </a:moveTo>
                  <a:lnTo>
                    <a:pt x="106" y="62"/>
                  </a:lnTo>
                  <a:lnTo>
                    <a:pt x="116" y="33"/>
                  </a:lnTo>
                  <a:lnTo>
                    <a:pt x="20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7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41" name=""/>
            <p:cNvSpPr/>
            <p:nvPr/>
          </p:nvSpPr>
          <p:spPr>
            <a:xfrm rot="0">
              <a:off x="2140" y="1063"/>
              <a:ext cx="4" cy="10"/>
            </a:xfrm>
            <a:custGeom>
              <a:avLst/>
              <a:ahLst/>
              <a:rect l="0" t="0" r="r" b="b"/>
              <a:pathLst>
                <a:path w="10" h="30">
                  <a:moveTo>
                    <a:pt x="0" y="30"/>
                  </a:moveTo>
                  <a:lnTo>
                    <a:pt x="10" y="1"/>
                  </a:lnTo>
                  <a:lnTo>
                    <a:pt x="8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42" name=""/>
            <p:cNvSpPr/>
            <p:nvPr/>
          </p:nvSpPr>
          <p:spPr>
            <a:xfrm rot="0" flipH="1" flipV="1">
              <a:off x="2143" y="10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43" name=""/>
            <p:cNvSpPr/>
            <p:nvPr/>
          </p:nvSpPr>
          <p:spPr>
            <a:xfrm rot="0">
              <a:off x="2105" y="1054"/>
              <a:ext cx="38" cy="29"/>
            </a:xfrm>
            <a:custGeom>
              <a:avLst/>
              <a:ahLst/>
              <a:rect l="0" t="0" r="r" b="b"/>
              <a:pathLst>
                <a:path w="115" h="88">
                  <a:moveTo>
                    <a:pt x="99" y="88"/>
                  </a:moveTo>
                  <a:lnTo>
                    <a:pt x="107" y="58"/>
                  </a:lnTo>
                  <a:lnTo>
                    <a:pt x="115" y="28"/>
                  </a:lnTo>
                  <a:lnTo>
                    <a:pt x="17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99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44" name=""/>
            <p:cNvSpPr/>
            <p:nvPr/>
          </p:nvSpPr>
          <p:spPr>
            <a:xfrm rot="0">
              <a:off x="2105" y="1054"/>
              <a:ext cx="38" cy="29"/>
            </a:xfrm>
            <a:custGeom>
              <a:avLst/>
              <a:ahLst/>
              <a:rect l="0" t="0" r="r" b="b"/>
              <a:pathLst>
                <a:path w="115" h="88">
                  <a:moveTo>
                    <a:pt x="99" y="88"/>
                  </a:moveTo>
                  <a:lnTo>
                    <a:pt x="107" y="58"/>
                  </a:lnTo>
                  <a:lnTo>
                    <a:pt x="115" y="28"/>
                  </a:lnTo>
                  <a:lnTo>
                    <a:pt x="17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99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45" name=""/>
            <p:cNvSpPr/>
            <p:nvPr/>
          </p:nvSpPr>
          <p:spPr>
            <a:xfrm rot="0">
              <a:off x="2107" y="1054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30"/>
                  </a:moveTo>
                  <a:lnTo>
                    <a:pt x="9" y="0"/>
                  </a:lnTo>
                  <a:lnTo>
                    <a:pt x="7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46" name=""/>
            <p:cNvSpPr/>
            <p:nvPr/>
          </p:nvSpPr>
          <p:spPr>
            <a:xfrm rot="0" flipH="1">
              <a:off x="2110" y="10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47" name=""/>
            <p:cNvSpPr/>
            <p:nvPr/>
          </p:nvSpPr>
          <p:spPr>
            <a:xfrm rot="0">
              <a:off x="2072" y="1046"/>
              <a:ext cx="38" cy="28"/>
            </a:xfrm>
            <a:custGeom>
              <a:avLst/>
              <a:ahLst/>
              <a:rect l="0" t="0" r="r" b="b"/>
              <a:pathLst>
                <a:path w="113" h="83">
                  <a:moveTo>
                    <a:pt x="99" y="83"/>
                  </a:moveTo>
                  <a:lnTo>
                    <a:pt x="106" y="53"/>
                  </a:lnTo>
                  <a:lnTo>
                    <a:pt x="113" y="23"/>
                  </a:lnTo>
                  <a:lnTo>
                    <a:pt x="15" y="0"/>
                  </a:lnTo>
                  <a:lnTo>
                    <a:pt x="7" y="30"/>
                  </a:lnTo>
                  <a:lnTo>
                    <a:pt x="0" y="61"/>
                  </a:lnTo>
                  <a:lnTo>
                    <a:pt x="99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48" name=""/>
            <p:cNvSpPr/>
            <p:nvPr/>
          </p:nvSpPr>
          <p:spPr>
            <a:xfrm rot="0">
              <a:off x="2072" y="1046"/>
              <a:ext cx="38" cy="28"/>
            </a:xfrm>
            <a:custGeom>
              <a:avLst/>
              <a:ahLst/>
              <a:rect l="0" t="0" r="r" b="b"/>
              <a:pathLst>
                <a:path w="113" h="83">
                  <a:moveTo>
                    <a:pt x="99" y="83"/>
                  </a:moveTo>
                  <a:lnTo>
                    <a:pt x="106" y="53"/>
                  </a:lnTo>
                  <a:lnTo>
                    <a:pt x="113" y="23"/>
                  </a:lnTo>
                  <a:lnTo>
                    <a:pt x="15" y="0"/>
                  </a:lnTo>
                  <a:lnTo>
                    <a:pt x="7" y="30"/>
                  </a:lnTo>
                  <a:lnTo>
                    <a:pt x="0" y="61"/>
                  </a:lnTo>
                  <a:lnTo>
                    <a:pt x="99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49" name=""/>
            <p:cNvSpPr/>
            <p:nvPr/>
          </p:nvSpPr>
          <p:spPr>
            <a:xfrm rot="0">
              <a:off x="2074" y="1046"/>
              <a:ext cx="3" cy="10"/>
            </a:xfrm>
            <a:custGeom>
              <a:avLst/>
              <a:ahLst/>
              <a:rect l="0" t="0" r="r" b="b"/>
              <a:pathLst>
                <a:path w="8" h="30">
                  <a:moveTo>
                    <a:pt x="0" y="3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50" name=""/>
            <p:cNvSpPr/>
            <p:nvPr/>
          </p:nvSpPr>
          <p:spPr>
            <a:xfrm rot="0" flipH="1">
              <a:off x="2076" y="10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51" name=""/>
            <p:cNvSpPr/>
            <p:nvPr/>
          </p:nvSpPr>
          <p:spPr>
            <a:xfrm rot="0">
              <a:off x="2039" y="1040"/>
              <a:ext cx="37" cy="26"/>
            </a:xfrm>
            <a:custGeom>
              <a:avLst/>
              <a:ahLst/>
              <a:rect l="0" t="0" r="r" b="b"/>
              <a:pathLst>
                <a:path w="112" h="80">
                  <a:moveTo>
                    <a:pt x="100" y="80"/>
                  </a:moveTo>
                  <a:lnTo>
                    <a:pt x="106" y="49"/>
                  </a:lnTo>
                  <a:lnTo>
                    <a:pt x="112" y="19"/>
                  </a:lnTo>
                  <a:lnTo>
                    <a:pt x="12" y="0"/>
                  </a:lnTo>
                  <a:lnTo>
                    <a:pt x="6" y="30"/>
                  </a:lnTo>
                  <a:lnTo>
                    <a:pt x="0" y="60"/>
                  </a:lnTo>
                  <a:lnTo>
                    <a:pt x="100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52" name=""/>
            <p:cNvSpPr/>
            <p:nvPr/>
          </p:nvSpPr>
          <p:spPr>
            <a:xfrm rot="0">
              <a:off x="2039" y="1040"/>
              <a:ext cx="37" cy="26"/>
            </a:xfrm>
            <a:custGeom>
              <a:avLst/>
              <a:ahLst/>
              <a:rect l="0" t="0" r="r" b="b"/>
              <a:pathLst>
                <a:path w="112" h="80">
                  <a:moveTo>
                    <a:pt x="100" y="80"/>
                  </a:moveTo>
                  <a:lnTo>
                    <a:pt x="106" y="49"/>
                  </a:lnTo>
                  <a:lnTo>
                    <a:pt x="112" y="19"/>
                  </a:lnTo>
                  <a:lnTo>
                    <a:pt x="12" y="0"/>
                  </a:lnTo>
                  <a:lnTo>
                    <a:pt x="6" y="30"/>
                  </a:lnTo>
                  <a:lnTo>
                    <a:pt x="0" y="60"/>
                  </a:lnTo>
                  <a:lnTo>
                    <a:pt x="100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53" name=""/>
            <p:cNvSpPr/>
            <p:nvPr/>
          </p:nvSpPr>
          <p:spPr>
            <a:xfrm rot="0">
              <a:off x="2041" y="1040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30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54" name=""/>
            <p:cNvSpPr/>
            <p:nvPr/>
          </p:nvSpPr>
          <p:spPr>
            <a:xfrm rot="0" flipH="1">
              <a:off x="2043" y="10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55" name=""/>
            <p:cNvSpPr/>
            <p:nvPr/>
          </p:nvSpPr>
          <p:spPr>
            <a:xfrm rot="0">
              <a:off x="2006" y="1034"/>
              <a:ext cx="37" cy="26"/>
            </a:xfrm>
            <a:custGeom>
              <a:avLst/>
              <a:ahLst/>
              <a:rect l="0" t="0" r="r" b="b"/>
              <a:pathLst>
                <a:path w="110" h="76">
                  <a:moveTo>
                    <a:pt x="100" y="76"/>
                  </a:moveTo>
                  <a:lnTo>
                    <a:pt x="105" y="46"/>
                  </a:lnTo>
                  <a:lnTo>
                    <a:pt x="110" y="16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61"/>
                  </a:lnTo>
                  <a:lnTo>
                    <a:pt x="10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56" name=""/>
            <p:cNvSpPr/>
            <p:nvPr/>
          </p:nvSpPr>
          <p:spPr>
            <a:xfrm rot="0">
              <a:off x="2006" y="1034"/>
              <a:ext cx="37" cy="26"/>
            </a:xfrm>
            <a:custGeom>
              <a:avLst/>
              <a:ahLst/>
              <a:rect l="0" t="0" r="r" b="b"/>
              <a:pathLst>
                <a:path w="110" h="76">
                  <a:moveTo>
                    <a:pt x="100" y="76"/>
                  </a:moveTo>
                  <a:lnTo>
                    <a:pt x="105" y="46"/>
                  </a:lnTo>
                  <a:lnTo>
                    <a:pt x="110" y="16"/>
                  </a:lnTo>
                  <a:lnTo>
                    <a:pt x="10" y="0"/>
                  </a:lnTo>
                  <a:lnTo>
                    <a:pt x="5" y="30"/>
                  </a:lnTo>
                  <a:lnTo>
                    <a:pt x="0" y="61"/>
                  </a:lnTo>
                  <a:lnTo>
                    <a:pt x="10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57" name=""/>
            <p:cNvSpPr/>
            <p:nvPr/>
          </p:nvSpPr>
          <p:spPr>
            <a:xfrm rot="0">
              <a:off x="2008" y="1034"/>
              <a:ext cx="1" cy="10"/>
            </a:xfrm>
            <a:custGeom>
              <a:avLst/>
              <a:ahLst/>
              <a:rect l="0" t="0" r="r" b="b"/>
              <a:pathLst>
                <a:path w="5" h="30">
                  <a:moveTo>
                    <a:pt x="0" y="3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58" name=""/>
            <p:cNvSpPr/>
            <p:nvPr/>
          </p:nvSpPr>
          <p:spPr>
            <a:xfrm rot="0" flipH="1">
              <a:off x="2009" y="10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59" name=""/>
            <p:cNvSpPr/>
            <p:nvPr/>
          </p:nvSpPr>
          <p:spPr>
            <a:xfrm rot="0">
              <a:off x="1973" y="1031"/>
              <a:ext cx="36" cy="24"/>
            </a:xfrm>
            <a:custGeom>
              <a:avLst/>
              <a:ahLst/>
              <a:rect l="0" t="0" r="r" b="b"/>
              <a:pathLst>
                <a:path w="109" h="71">
                  <a:moveTo>
                    <a:pt x="102" y="71"/>
                  </a:moveTo>
                  <a:lnTo>
                    <a:pt x="105" y="40"/>
                  </a:lnTo>
                  <a:lnTo>
                    <a:pt x="109" y="10"/>
                  </a:lnTo>
                  <a:lnTo>
                    <a:pt x="8" y="0"/>
                  </a:lnTo>
                  <a:lnTo>
                    <a:pt x="4" y="30"/>
                  </a:lnTo>
                  <a:lnTo>
                    <a:pt x="0" y="60"/>
                  </a:lnTo>
                  <a:lnTo>
                    <a:pt x="102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60" name=""/>
            <p:cNvSpPr/>
            <p:nvPr/>
          </p:nvSpPr>
          <p:spPr>
            <a:xfrm rot="0">
              <a:off x="1973" y="1031"/>
              <a:ext cx="36" cy="24"/>
            </a:xfrm>
            <a:custGeom>
              <a:avLst/>
              <a:ahLst/>
              <a:rect l="0" t="0" r="r" b="b"/>
              <a:pathLst>
                <a:path w="109" h="71">
                  <a:moveTo>
                    <a:pt x="102" y="71"/>
                  </a:moveTo>
                  <a:lnTo>
                    <a:pt x="105" y="40"/>
                  </a:lnTo>
                  <a:lnTo>
                    <a:pt x="109" y="10"/>
                  </a:lnTo>
                  <a:lnTo>
                    <a:pt x="8" y="0"/>
                  </a:lnTo>
                  <a:lnTo>
                    <a:pt x="4" y="30"/>
                  </a:lnTo>
                  <a:lnTo>
                    <a:pt x="0" y="60"/>
                  </a:lnTo>
                  <a:lnTo>
                    <a:pt x="102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61" name=""/>
            <p:cNvSpPr/>
            <p:nvPr/>
          </p:nvSpPr>
          <p:spPr>
            <a:xfrm rot="0">
              <a:off x="1974" y="1031"/>
              <a:ext cx="1" cy="10"/>
            </a:xfrm>
            <a:custGeom>
              <a:avLst/>
              <a:ahLst/>
              <a:rect l="0" t="0" r="r" b="b"/>
              <a:pathLst>
                <a:path w="4" h="30">
                  <a:moveTo>
                    <a:pt x="0" y="30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62" name=""/>
            <p:cNvSpPr/>
            <p:nvPr/>
          </p:nvSpPr>
          <p:spPr>
            <a:xfrm rot="0" flipH="1">
              <a:off x="1975" y="10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63" name=""/>
            <p:cNvSpPr/>
            <p:nvPr/>
          </p:nvSpPr>
          <p:spPr>
            <a:xfrm rot="0">
              <a:off x="1939" y="1029"/>
              <a:ext cx="36" cy="22"/>
            </a:xfrm>
            <a:custGeom>
              <a:avLst/>
              <a:ahLst/>
              <a:rect l="0" t="0" r="r" b="b"/>
              <a:pathLst>
                <a:path w="106" h="67">
                  <a:moveTo>
                    <a:pt x="102" y="67"/>
                  </a:moveTo>
                  <a:lnTo>
                    <a:pt x="104" y="37"/>
                  </a:lnTo>
                  <a:lnTo>
                    <a:pt x="106" y="7"/>
                  </a:lnTo>
                  <a:lnTo>
                    <a:pt x="5" y="0"/>
                  </a:lnTo>
                  <a:lnTo>
                    <a:pt x="3" y="31"/>
                  </a:lnTo>
                  <a:lnTo>
                    <a:pt x="0" y="61"/>
                  </a:lnTo>
                  <a:lnTo>
                    <a:pt x="102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64" name=""/>
            <p:cNvSpPr/>
            <p:nvPr/>
          </p:nvSpPr>
          <p:spPr>
            <a:xfrm rot="0">
              <a:off x="1939" y="1029"/>
              <a:ext cx="36" cy="22"/>
            </a:xfrm>
            <a:custGeom>
              <a:avLst/>
              <a:ahLst/>
              <a:rect l="0" t="0" r="r" b="b"/>
              <a:pathLst>
                <a:path w="106" h="67">
                  <a:moveTo>
                    <a:pt x="102" y="67"/>
                  </a:moveTo>
                  <a:lnTo>
                    <a:pt x="104" y="37"/>
                  </a:lnTo>
                  <a:lnTo>
                    <a:pt x="106" y="7"/>
                  </a:lnTo>
                  <a:lnTo>
                    <a:pt x="5" y="0"/>
                  </a:lnTo>
                  <a:lnTo>
                    <a:pt x="3" y="31"/>
                  </a:lnTo>
                  <a:lnTo>
                    <a:pt x="0" y="61"/>
                  </a:lnTo>
                  <a:lnTo>
                    <a:pt x="102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65" name=""/>
            <p:cNvSpPr/>
            <p:nvPr/>
          </p:nvSpPr>
          <p:spPr>
            <a:xfrm rot="0">
              <a:off x="1940" y="1029"/>
              <a:ext cx="1" cy="10"/>
            </a:xfrm>
            <a:custGeom>
              <a:avLst/>
              <a:ahLst/>
              <a:rect l="0" t="0" r="r" b="b"/>
              <a:pathLst>
                <a:path w="2" h="31">
                  <a:moveTo>
                    <a:pt x="0" y="31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66" name=""/>
            <p:cNvSpPr/>
            <p:nvPr/>
          </p:nvSpPr>
          <p:spPr>
            <a:xfrm rot="0" flipH="1">
              <a:off x="1941" y="10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67" name=""/>
            <p:cNvSpPr/>
            <p:nvPr/>
          </p:nvSpPr>
          <p:spPr>
            <a:xfrm rot="0">
              <a:off x="1906" y="1028"/>
              <a:ext cx="35" cy="21"/>
            </a:xfrm>
            <a:custGeom>
              <a:avLst/>
              <a:ahLst/>
              <a:rect l="0" t="0" r="r" b="b"/>
              <a:pathLst>
                <a:path w="105" h="63">
                  <a:moveTo>
                    <a:pt x="103" y="63"/>
                  </a:moveTo>
                  <a:lnTo>
                    <a:pt x="104" y="33"/>
                  </a:lnTo>
                  <a:lnTo>
                    <a:pt x="105" y="2"/>
                  </a:lnTo>
                  <a:lnTo>
                    <a:pt x="3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10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68" name=""/>
            <p:cNvSpPr/>
            <p:nvPr/>
          </p:nvSpPr>
          <p:spPr>
            <a:xfrm rot="0">
              <a:off x="1906" y="1028"/>
              <a:ext cx="35" cy="21"/>
            </a:xfrm>
            <a:custGeom>
              <a:avLst/>
              <a:ahLst/>
              <a:rect l="0" t="0" r="r" b="b"/>
              <a:pathLst>
                <a:path w="105" h="63">
                  <a:moveTo>
                    <a:pt x="103" y="63"/>
                  </a:moveTo>
                  <a:lnTo>
                    <a:pt x="104" y="33"/>
                  </a:lnTo>
                  <a:lnTo>
                    <a:pt x="105" y="2"/>
                  </a:lnTo>
                  <a:lnTo>
                    <a:pt x="3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10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69" name=""/>
            <p:cNvSpPr/>
            <p:nvPr/>
          </p:nvSpPr>
          <p:spPr>
            <a:xfrm rot="0">
              <a:off x="1896" y="1028"/>
              <a:ext cx="11" cy="20"/>
            </a:xfrm>
            <a:custGeom>
              <a:avLst/>
              <a:ahLst/>
              <a:rect l="0" t="0" r="r" b="b"/>
              <a:pathLst>
                <a:path w="32" h="60">
                  <a:moveTo>
                    <a:pt x="30" y="30"/>
                  </a:moveTo>
                  <a:lnTo>
                    <a:pt x="29" y="60"/>
                  </a:lnTo>
                  <a:lnTo>
                    <a:pt x="21" y="59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4" y="5"/>
                  </a:lnTo>
                  <a:lnTo>
                    <a:pt x="22" y="1"/>
                  </a:lnTo>
                  <a:lnTo>
                    <a:pt x="32" y="0"/>
                  </a:lnTo>
                  <a:lnTo>
                    <a:pt x="3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70" name=""/>
            <p:cNvSpPr/>
            <p:nvPr/>
          </p:nvSpPr>
          <p:spPr>
            <a:xfrm rot="0">
              <a:off x="1896" y="1028"/>
              <a:ext cx="11" cy="20"/>
            </a:xfrm>
            <a:custGeom>
              <a:avLst/>
              <a:ahLst/>
              <a:rect l="0" t="0" r="r" b="b"/>
              <a:pathLst>
                <a:path w="32" h="60">
                  <a:moveTo>
                    <a:pt x="29" y="60"/>
                  </a:moveTo>
                  <a:lnTo>
                    <a:pt x="21" y="59"/>
                  </a:lnTo>
                  <a:lnTo>
                    <a:pt x="12" y="54"/>
                  </a:lnTo>
                  <a:lnTo>
                    <a:pt x="5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1"/>
                  </a:lnTo>
                  <a:lnTo>
                    <a:pt x="6" y="12"/>
                  </a:lnTo>
                  <a:lnTo>
                    <a:pt x="14" y="5"/>
                  </a:lnTo>
                  <a:lnTo>
                    <a:pt x="22" y="1"/>
                  </a:lnTo>
                  <a:lnTo>
                    <a:pt x="3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69" name=""/>
          <p:cNvGrpSpPr/>
          <p:nvPr/>
        </p:nvGrpSpPr>
        <p:grpSpPr>
          <a:xfrm rot="0">
            <a:off x="1741487" y="1801812"/>
            <a:ext cx="6067425" cy="3095625"/>
            <a:chOff x="1097" y="1135"/>
            <a:chExt cx="3822" cy="1950"/>
          </a:xfrm>
        </p:grpSpPr>
        <p:sp>
          <p:nvSpPr>
            <p:cNvPr id="1085871" name=""/>
            <p:cNvSpPr/>
            <p:nvPr/>
          </p:nvSpPr>
          <p:spPr>
            <a:xfrm rot="0">
              <a:off x="1097" y="1827"/>
              <a:ext cx="11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3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72" name=""/>
            <p:cNvSpPr/>
            <p:nvPr/>
          </p:nvSpPr>
          <p:spPr>
            <a:xfrm rot="0">
              <a:off x="1097" y="1827"/>
              <a:ext cx="11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3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73" name=""/>
            <p:cNvSpPr/>
            <p:nvPr/>
          </p:nvSpPr>
          <p:spPr>
            <a:xfrm rot="0">
              <a:off x="1108" y="1827"/>
              <a:ext cx="1597" cy="21"/>
            </a:xfrm>
            <a:custGeom>
              <a:avLst/>
              <a:ahLst/>
              <a:rect l="0" t="0" r="r" b="b"/>
              <a:pathLst>
                <a:path w="4792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4792" y="62"/>
                  </a:lnTo>
                  <a:lnTo>
                    <a:pt x="4792" y="32"/>
                  </a:lnTo>
                  <a:lnTo>
                    <a:pt x="479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74" name=""/>
            <p:cNvSpPr/>
            <p:nvPr/>
          </p:nvSpPr>
          <p:spPr>
            <a:xfrm rot="0">
              <a:off x="1108" y="1827"/>
              <a:ext cx="1597" cy="21"/>
            </a:xfrm>
            <a:custGeom>
              <a:avLst/>
              <a:ahLst/>
              <a:rect l="0" t="0" r="r" b="b"/>
              <a:pathLst>
                <a:path w="4792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4792" y="62"/>
                  </a:lnTo>
                  <a:lnTo>
                    <a:pt x="4792" y="32"/>
                  </a:lnTo>
                  <a:lnTo>
                    <a:pt x="479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75" name=""/>
            <p:cNvSpPr/>
            <p:nvPr/>
          </p:nvSpPr>
          <p:spPr>
            <a:xfrm rot="0">
              <a:off x="2705" y="1827"/>
              <a:ext cx="11" cy="21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76" name=""/>
            <p:cNvSpPr/>
            <p:nvPr/>
          </p:nvSpPr>
          <p:spPr>
            <a:xfrm rot="0">
              <a:off x="2705" y="1827"/>
              <a:ext cx="11" cy="21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77" name=""/>
            <p:cNvSpPr/>
            <p:nvPr/>
          </p:nvSpPr>
          <p:spPr>
            <a:xfrm rot="0">
              <a:off x="4898" y="1838"/>
              <a:ext cx="21" cy="10"/>
            </a:xfrm>
            <a:custGeom>
              <a:avLst/>
              <a:ahLst/>
              <a:rect l="0" t="0" r="r" b="b"/>
              <a:pathLst>
                <a:path w="61" h="30">
                  <a:moveTo>
                    <a:pt x="31" y="0"/>
                  </a:moveTo>
                  <a:lnTo>
                    <a:pt x="61" y="0"/>
                  </a:lnTo>
                  <a:lnTo>
                    <a:pt x="59" y="9"/>
                  </a:lnTo>
                  <a:lnTo>
                    <a:pt x="56" y="18"/>
                  </a:lnTo>
                  <a:lnTo>
                    <a:pt x="49" y="24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6" y="18"/>
                  </a:lnTo>
                  <a:lnTo>
                    <a:pt x="2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78" name=""/>
            <p:cNvSpPr/>
            <p:nvPr/>
          </p:nvSpPr>
          <p:spPr>
            <a:xfrm rot="0">
              <a:off x="4898" y="1838"/>
              <a:ext cx="21" cy="10"/>
            </a:xfrm>
            <a:custGeom>
              <a:avLst/>
              <a:ahLst/>
              <a:rect l="0" t="0" r="r" b="b"/>
              <a:pathLst>
                <a:path w="61" h="30">
                  <a:moveTo>
                    <a:pt x="61" y="0"/>
                  </a:moveTo>
                  <a:lnTo>
                    <a:pt x="59" y="9"/>
                  </a:lnTo>
                  <a:lnTo>
                    <a:pt x="56" y="18"/>
                  </a:lnTo>
                  <a:lnTo>
                    <a:pt x="49" y="24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6" y="18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79" name=""/>
            <p:cNvSpPr/>
            <p:nvPr/>
          </p:nvSpPr>
          <p:spPr>
            <a:xfrm rot="0">
              <a:off x="4898" y="1804"/>
              <a:ext cx="21" cy="34"/>
            </a:xfrm>
            <a:custGeom>
              <a:avLst/>
              <a:ahLst/>
              <a:rect l="0" t="0" r="r" b="b"/>
              <a:pathLst>
                <a:path w="62" h="101">
                  <a:moveTo>
                    <a:pt x="1" y="101"/>
                  </a:moveTo>
                  <a:lnTo>
                    <a:pt x="32" y="101"/>
                  </a:lnTo>
                  <a:lnTo>
                    <a:pt x="62" y="101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1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80" name=""/>
            <p:cNvSpPr/>
            <p:nvPr/>
          </p:nvSpPr>
          <p:spPr>
            <a:xfrm rot="0">
              <a:off x="4898" y="1804"/>
              <a:ext cx="21" cy="34"/>
            </a:xfrm>
            <a:custGeom>
              <a:avLst/>
              <a:ahLst/>
              <a:rect l="0" t="0" r="r" b="b"/>
              <a:pathLst>
                <a:path w="62" h="101">
                  <a:moveTo>
                    <a:pt x="1" y="101"/>
                  </a:moveTo>
                  <a:lnTo>
                    <a:pt x="32" y="101"/>
                  </a:lnTo>
                  <a:lnTo>
                    <a:pt x="62" y="101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1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81" name=""/>
            <p:cNvSpPr/>
            <p:nvPr/>
          </p:nvSpPr>
          <p:spPr>
            <a:xfrm rot="0">
              <a:off x="4908" y="1803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0" y="3"/>
                  </a:moveTo>
                  <a:lnTo>
                    <a:pt x="30" y="3"/>
                  </a:lnTo>
                  <a:lnTo>
                    <a:pt x="30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82" name=""/>
            <p:cNvSpPr/>
            <p:nvPr/>
          </p:nvSpPr>
          <p:spPr>
            <a:xfrm rot="0" flipV="1">
              <a:off x="4918" y="1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83" name=""/>
            <p:cNvSpPr/>
            <p:nvPr/>
          </p:nvSpPr>
          <p:spPr>
            <a:xfrm rot="0">
              <a:off x="4896" y="1770"/>
              <a:ext cx="22" cy="35"/>
            </a:xfrm>
            <a:custGeom>
              <a:avLst/>
              <a:ahLst/>
              <a:rect l="0" t="0" r="r" b="b"/>
              <a:pathLst>
                <a:path w="67" h="105">
                  <a:moveTo>
                    <a:pt x="7" y="105"/>
                  </a:moveTo>
                  <a:lnTo>
                    <a:pt x="37" y="103"/>
                  </a:lnTo>
                  <a:lnTo>
                    <a:pt x="67" y="100"/>
                  </a:lnTo>
                  <a:lnTo>
                    <a:pt x="60" y="0"/>
                  </a:lnTo>
                  <a:lnTo>
                    <a:pt x="30" y="2"/>
                  </a:lnTo>
                  <a:lnTo>
                    <a:pt x="0" y="5"/>
                  </a:lnTo>
                  <a:lnTo>
                    <a:pt x="7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84" name=""/>
            <p:cNvSpPr/>
            <p:nvPr/>
          </p:nvSpPr>
          <p:spPr>
            <a:xfrm rot="0">
              <a:off x="4896" y="1770"/>
              <a:ext cx="22" cy="35"/>
            </a:xfrm>
            <a:custGeom>
              <a:avLst/>
              <a:ahLst/>
              <a:rect l="0" t="0" r="r" b="b"/>
              <a:pathLst>
                <a:path w="67" h="105">
                  <a:moveTo>
                    <a:pt x="7" y="105"/>
                  </a:moveTo>
                  <a:lnTo>
                    <a:pt x="37" y="103"/>
                  </a:lnTo>
                  <a:lnTo>
                    <a:pt x="67" y="100"/>
                  </a:lnTo>
                  <a:lnTo>
                    <a:pt x="60" y="0"/>
                  </a:lnTo>
                  <a:lnTo>
                    <a:pt x="30" y="2"/>
                  </a:lnTo>
                  <a:lnTo>
                    <a:pt x="0" y="5"/>
                  </a:lnTo>
                  <a:lnTo>
                    <a:pt x="7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85" name=""/>
            <p:cNvSpPr/>
            <p:nvPr/>
          </p:nvSpPr>
          <p:spPr>
            <a:xfrm rot="0">
              <a:off x="4906" y="1770"/>
              <a:ext cx="10" cy="1"/>
            </a:xfrm>
            <a:custGeom>
              <a:avLst/>
              <a:ahLst/>
              <a:rect l="0" t="0" r="r" b="b"/>
              <a:pathLst>
                <a:path w="30" h="2">
                  <a:moveTo>
                    <a:pt x="0" y="2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86" name=""/>
            <p:cNvSpPr/>
            <p:nvPr/>
          </p:nvSpPr>
          <p:spPr>
            <a:xfrm rot="0">
              <a:off x="4916" y="1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87" name=""/>
            <p:cNvSpPr/>
            <p:nvPr/>
          </p:nvSpPr>
          <p:spPr>
            <a:xfrm rot="0">
              <a:off x="4892" y="1737"/>
              <a:ext cx="24" cy="35"/>
            </a:xfrm>
            <a:custGeom>
              <a:avLst/>
              <a:ahLst/>
              <a:rect l="0" t="0" r="r" b="b"/>
              <a:pathLst>
                <a:path w="70" h="105">
                  <a:moveTo>
                    <a:pt x="10" y="105"/>
                  </a:moveTo>
                  <a:lnTo>
                    <a:pt x="40" y="102"/>
                  </a:lnTo>
                  <a:lnTo>
                    <a:pt x="70" y="100"/>
                  </a:lnTo>
                  <a:lnTo>
                    <a:pt x="61" y="0"/>
                  </a:lnTo>
                  <a:lnTo>
                    <a:pt x="30" y="2"/>
                  </a:lnTo>
                  <a:lnTo>
                    <a:pt x="0" y="5"/>
                  </a:lnTo>
                  <a:lnTo>
                    <a:pt x="10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88" name=""/>
            <p:cNvSpPr/>
            <p:nvPr/>
          </p:nvSpPr>
          <p:spPr>
            <a:xfrm rot="0">
              <a:off x="4892" y="1737"/>
              <a:ext cx="24" cy="35"/>
            </a:xfrm>
            <a:custGeom>
              <a:avLst/>
              <a:ahLst/>
              <a:rect l="0" t="0" r="r" b="b"/>
              <a:pathLst>
                <a:path w="70" h="105">
                  <a:moveTo>
                    <a:pt x="10" y="105"/>
                  </a:moveTo>
                  <a:lnTo>
                    <a:pt x="40" y="102"/>
                  </a:lnTo>
                  <a:lnTo>
                    <a:pt x="70" y="100"/>
                  </a:lnTo>
                  <a:lnTo>
                    <a:pt x="61" y="0"/>
                  </a:lnTo>
                  <a:lnTo>
                    <a:pt x="30" y="2"/>
                  </a:lnTo>
                  <a:lnTo>
                    <a:pt x="0" y="5"/>
                  </a:lnTo>
                  <a:lnTo>
                    <a:pt x="10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89" name=""/>
            <p:cNvSpPr/>
            <p:nvPr/>
          </p:nvSpPr>
          <p:spPr>
            <a:xfrm rot="0">
              <a:off x="4902" y="1736"/>
              <a:ext cx="11" cy="1"/>
            </a:xfrm>
            <a:custGeom>
              <a:avLst/>
              <a:ahLst/>
              <a:rect l="0" t="0" r="r" b="b"/>
              <a:pathLst>
                <a:path w="31" h="4">
                  <a:moveTo>
                    <a:pt x="0" y="4"/>
                  </a:moveTo>
                  <a:lnTo>
                    <a:pt x="31" y="2"/>
                  </a:lnTo>
                  <a:lnTo>
                    <a:pt x="31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90" name=""/>
            <p:cNvSpPr/>
            <p:nvPr/>
          </p:nvSpPr>
          <p:spPr>
            <a:xfrm rot="0" flipV="1">
              <a:off x="4913" y="17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91" name=""/>
            <p:cNvSpPr/>
            <p:nvPr/>
          </p:nvSpPr>
          <p:spPr>
            <a:xfrm rot="0">
              <a:off x="4888" y="1703"/>
              <a:ext cx="25" cy="36"/>
            </a:xfrm>
            <a:custGeom>
              <a:avLst/>
              <a:ahLst/>
              <a:rect l="0" t="0" r="r" b="b"/>
              <a:pathLst>
                <a:path w="75" h="108">
                  <a:moveTo>
                    <a:pt x="14" y="108"/>
                  </a:moveTo>
                  <a:lnTo>
                    <a:pt x="44" y="103"/>
                  </a:lnTo>
                  <a:lnTo>
                    <a:pt x="75" y="99"/>
                  </a:lnTo>
                  <a:lnTo>
                    <a:pt x="60" y="0"/>
                  </a:lnTo>
                  <a:lnTo>
                    <a:pt x="30" y="5"/>
                  </a:lnTo>
                  <a:lnTo>
                    <a:pt x="0" y="9"/>
                  </a:lnTo>
                  <a:lnTo>
                    <a:pt x="14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92" name=""/>
            <p:cNvSpPr/>
            <p:nvPr/>
          </p:nvSpPr>
          <p:spPr>
            <a:xfrm rot="0">
              <a:off x="4888" y="1703"/>
              <a:ext cx="25" cy="36"/>
            </a:xfrm>
            <a:custGeom>
              <a:avLst/>
              <a:ahLst/>
              <a:rect l="0" t="0" r="r" b="b"/>
              <a:pathLst>
                <a:path w="75" h="108">
                  <a:moveTo>
                    <a:pt x="14" y="108"/>
                  </a:moveTo>
                  <a:lnTo>
                    <a:pt x="44" y="103"/>
                  </a:lnTo>
                  <a:lnTo>
                    <a:pt x="75" y="99"/>
                  </a:lnTo>
                  <a:lnTo>
                    <a:pt x="60" y="0"/>
                  </a:lnTo>
                  <a:lnTo>
                    <a:pt x="30" y="5"/>
                  </a:lnTo>
                  <a:lnTo>
                    <a:pt x="0" y="9"/>
                  </a:lnTo>
                  <a:lnTo>
                    <a:pt x="14" y="1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93" name=""/>
            <p:cNvSpPr/>
            <p:nvPr/>
          </p:nvSpPr>
          <p:spPr>
            <a:xfrm rot="0">
              <a:off x="4898" y="1703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0" y="6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94" name=""/>
            <p:cNvSpPr/>
            <p:nvPr/>
          </p:nvSpPr>
          <p:spPr>
            <a:xfrm rot="0" flipV="1">
              <a:off x="4908" y="17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95" name=""/>
            <p:cNvSpPr/>
            <p:nvPr/>
          </p:nvSpPr>
          <p:spPr>
            <a:xfrm rot="0">
              <a:off x="4881" y="1670"/>
              <a:ext cx="27" cy="37"/>
            </a:xfrm>
            <a:custGeom>
              <a:avLst/>
              <a:ahLst/>
              <a:rect l="0" t="0" r="r" b="b"/>
              <a:pathLst>
                <a:path w="79" h="111">
                  <a:moveTo>
                    <a:pt x="19" y="111"/>
                  </a:moveTo>
                  <a:lnTo>
                    <a:pt x="49" y="105"/>
                  </a:lnTo>
                  <a:lnTo>
                    <a:pt x="79" y="99"/>
                  </a:lnTo>
                  <a:lnTo>
                    <a:pt x="60" y="0"/>
                  </a:lnTo>
                  <a:lnTo>
                    <a:pt x="30" y="6"/>
                  </a:lnTo>
                  <a:lnTo>
                    <a:pt x="0" y="12"/>
                  </a:lnTo>
                  <a:lnTo>
                    <a:pt x="19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96" name=""/>
            <p:cNvSpPr/>
            <p:nvPr/>
          </p:nvSpPr>
          <p:spPr>
            <a:xfrm rot="0">
              <a:off x="4881" y="1670"/>
              <a:ext cx="27" cy="37"/>
            </a:xfrm>
            <a:custGeom>
              <a:avLst/>
              <a:ahLst/>
              <a:rect l="0" t="0" r="r" b="b"/>
              <a:pathLst>
                <a:path w="79" h="111">
                  <a:moveTo>
                    <a:pt x="19" y="111"/>
                  </a:moveTo>
                  <a:lnTo>
                    <a:pt x="49" y="105"/>
                  </a:lnTo>
                  <a:lnTo>
                    <a:pt x="79" y="99"/>
                  </a:lnTo>
                  <a:lnTo>
                    <a:pt x="60" y="0"/>
                  </a:lnTo>
                  <a:lnTo>
                    <a:pt x="30" y="6"/>
                  </a:lnTo>
                  <a:lnTo>
                    <a:pt x="0" y="12"/>
                  </a:lnTo>
                  <a:lnTo>
                    <a:pt x="19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97" name=""/>
            <p:cNvSpPr/>
            <p:nvPr/>
          </p:nvSpPr>
          <p:spPr>
            <a:xfrm rot="0">
              <a:off x="4891" y="1669"/>
              <a:ext cx="10" cy="3"/>
            </a:xfrm>
            <a:custGeom>
              <a:avLst/>
              <a:ahLst/>
              <a:rect l="0" t="0" r="r" b="b"/>
              <a:pathLst>
                <a:path w="30" h="7">
                  <a:moveTo>
                    <a:pt x="0" y="7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898" name=""/>
            <p:cNvSpPr/>
            <p:nvPr/>
          </p:nvSpPr>
          <p:spPr>
            <a:xfrm rot="0" flipV="1">
              <a:off x="4901" y="1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899" name=""/>
            <p:cNvSpPr/>
            <p:nvPr/>
          </p:nvSpPr>
          <p:spPr>
            <a:xfrm rot="0">
              <a:off x="4874" y="1637"/>
              <a:ext cx="27" cy="37"/>
            </a:xfrm>
            <a:custGeom>
              <a:avLst/>
              <a:ahLst/>
              <a:rect l="0" t="0" r="r" b="b"/>
              <a:pathLst>
                <a:path w="83" h="112">
                  <a:moveTo>
                    <a:pt x="23" y="112"/>
                  </a:moveTo>
                  <a:lnTo>
                    <a:pt x="53" y="105"/>
                  </a:lnTo>
                  <a:lnTo>
                    <a:pt x="83" y="98"/>
                  </a:lnTo>
                  <a:lnTo>
                    <a:pt x="60" y="0"/>
                  </a:lnTo>
                  <a:lnTo>
                    <a:pt x="30" y="7"/>
                  </a:lnTo>
                  <a:lnTo>
                    <a:pt x="0" y="14"/>
                  </a:lnTo>
                  <a:lnTo>
                    <a:pt x="23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00" name=""/>
            <p:cNvSpPr/>
            <p:nvPr/>
          </p:nvSpPr>
          <p:spPr>
            <a:xfrm rot="0">
              <a:off x="4874" y="1637"/>
              <a:ext cx="27" cy="37"/>
            </a:xfrm>
            <a:custGeom>
              <a:avLst/>
              <a:ahLst/>
              <a:rect l="0" t="0" r="r" b="b"/>
              <a:pathLst>
                <a:path w="83" h="112">
                  <a:moveTo>
                    <a:pt x="23" y="112"/>
                  </a:moveTo>
                  <a:lnTo>
                    <a:pt x="53" y="105"/>
                  </a:lnTo>
                  <a:lnTo>
                    <a:pt x="83" y="98"/>
                  </a:lnTo>
                  <a:lnTo>
                    <a:pt x="60" y="0"/>
                  </a:lnTo>
                  <a:lnTo>
                    <a:pt x="30" y="7"/>
                  </a:lnTo>
                  <a:lnTo>
                    <a:pt x="0" y="14"/>
                  </a:lnTo>
                  <a:lnTo>
                    <a:pt x="23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01" name=""/>
            <p:cNvSpPr/>
            <p:nvPr/>
          </p:nvSpPr>
          <p:spPr>
            <a:xfrm rot="0">
              <a:off x="4884" y="1636"/>
              <a:ext cx="10" cy="3"/>
            </a:xfrm>
            <a:custGeom>
              <a:avLst/>
              <a:ahLst/>
              <a:rect l="0" t="0" r="r" b="b"/>
              <a:pathLst>
                <a:path w="30" h="8">
                  <a:moveTo>
                    <a:pt x="0" y="8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02" name=""/>
            <p:cNvSpPr/>
            <p:nvPr/>
          </p:nvSpPr>
          <p:spPr>
            <a:xfrm rot="0" flipV="1">
              <a:off x="4894" y="1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03" name=""/>
            <p:cNvSpPr/>
            <p:nvPr/>
          </p:nvSpPr>
          <p:spPr>
            <a:xfrm rot="0">
              <a:off x="4865" y="1604"/>
              <a:ext cx="29" cy="38"/>
            </a:xfrm>
            <a:custGeom>
              <a:avLst/>
              <a:ahLst/>
              <a:rect l="0" t="0" r="r" b="b"/>
              <a:pathLst>
                <a:path w="87" h="115">
                  <a:moveTo>
                    <a:pt x="27" y="115"/>
                  </a:moveTo>
                  <a:lnTo>
                    <a:pt x="57" y="106"/>
                  </a:lnTo>
                  <a:lnTo>
                    <a:pt x="87" y="98"/>
                  </a:lnTo>
                  <a:lnTo>
                    <a:pt x="60" y="0"/>
                  </a:lnTo>
                  <a:lnTo>
                    <a:pt x="30" y="9"/>
                  </a:lnTo>
                  <a:lnTo>
                    <a:pt x="0" y="17"/>
                  </a:lnTo>
                  <a:lnTo>
                    <a:pt x="27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04" name=""/>
            <p:cNvSpPr/>
            <p:nvPr/>
          </p:nvSpPr>
          <p:spPr>
            <a:xfrm rot="0">
              <a:off x="4865" y="1604"/>
              <a:ext cx="29" cy="38"/>
            </a:xfrm>
            <a:custGeom>
              <a:avLst/>
              <a:ahLst/>
              <a:rect l="0" t="0" r="r" b="b"/>
              <a:pathLst>
                <a:path w="87" h="115">
                  <a:moveTo>
                    <a:pt x="27" y="115"/>
                  </a:moveTo>
                  <a:lnTo>
                    <a:pt x="57" y="106"/>
                  </a:lnTo>
                  <a:lnTo>
                    <a:pt x="87" y="98"/>
                  </a:lnTo>
                  <a:lnTo>
                    <a:pt x="60" y="0"/>
                  </a:lnTo>
                  <a:lnTo>
                    <a:pt x="30" y="9"/>
                  </a:lnTo>
                  <a:lnTo>
                    <a:pt x="0" y="17"/>
                  </a:lnTo>
                  <a:lnTo>
                    <a:pt x="27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05" name=""/>
            <p:cNvSpPr/>
            <p:nvPr/>
          </p:nvSpPr>
          <p:spPr>
            <a:xfrm rot="0">
              <a:off x="4875" y="1603"/>
              <a:ext cx="10" cy="4"/>
            </a:xfrm>
            <a:custGeom>
              <a:avLst/>
              <a:ahLst/>
              <a:rect l="0" t="0" r="r" b="b"/>
              <a:pathLst>
                <a:path w="30" h="10">
                  <a:moveTo>
                    <a:pt x="0" y="10"/>
                  </a:moveTo>
                  <a:lnTo>
                    <a:pt x="30" y="1"/>
                  </a:lnTo>
                  <a:lnTo>
                    <a:pt x="29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06" name=""/>
            <p:cNvSpPr/>
            <p:nvPr/>
          </p:nvSpPr>
          <p:spPr>
            <a:xfrm rot="0" flipH="1" flipV="1">
              <a:off x="4884" y="16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07" name=""/>
            <p:cNvSpPr/>
            <p:nvPr/>
          </p:nvSpPr>
          <p:spPr>
            <a:xfrm rot="0">
              <a:off x="4855" y="1572"/>
              <a:ext cx="29" cy="38"/>
            </a:xfrm>
            <a:custGeom>
              <a:avLst/>
              <a:ahLst/>
              <a:rect l="0" t="0" r="r" b="b"/>
              <a:pathLst>
                <a:path w="89" h="114">
                  <a:moveTo>
                    <a:pt x="31" y="114"/>
                  </a:moveTo>
                  <a:lnTo>
                    <a:pt x="60" y="105"/>
                  </a:lnTo>
                  <a:lnTo>
                    <a:pt x="89" y="95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31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08" name=""/>
            <p:cNvSpPr/>
            <p:nvPr/>
          </p:nvSpPr>
          <p:spPr>
            <a:xfrm rot="0">
              <a:off x="4855" y="1572"/>
              <a:ext cx="29" cy="38"/>
            </a:xfrm>
            <a:custGeom>
              <a:avLst/>
              <a:ahLst/>
              <a:rect l="0" t="0" r="r" b="b"/>
              <a:pathLst>
                <a:path w="89" h="114">
                  <a:moveTo>
                    <a:pt x="31" y="114"/>
                  </a:moveTo>
                  <a:lnTo>
                    <a:pt x="60" y="105"/>
                  </a:lnTo>
                  <a:lnTo>
                    <a:pt x="89" y="95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31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09" name=""/>
            <p:cNvSpPr/>
            <p:nvPr/>
          </p:nvSpPr>
          <p:spPr>
            <a:xfrm rot="0">
              <a:off x="4864" y="1571"/>
              <a:ext cx="10" cy="4"/>
            </a:xfrm>
            <a:custGeom>
              <a:avLst/>
              <a:ahLst/>
              <a:rect l="0" t="0" r="r" b="b"/>
              <a:pathLst>
                <a:path w="29" h="11">
                  <a:moveTo>
                    <a:pt x="0" y="11"/>
                  </a:moveTo>
                  <a:lnTo>
                    <a:pt x="29" y="2"/>
                  </a:lnTo>
                  <a:lnTo>
                    <a:pt x="29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10" name=""/>
            <p:cNvSpPr/>
            <p:nvPr/>
          </p:nvSpPr>
          <p:spPr>
            <a:xfrm rot="0" flipV="1">
              <a:off x="4874" y="15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11" name=""/>
            <p:cNvSpPr/>
            <p:nvPr/>
          </p:nvSpPr>
          <p:spPr>
            <a:xfrm rot="0">
              <a:off x="4843" y="1540"/>
              <a:ext cx="31" cy="38"/>
            </a:xfrm>
            <a:custGeom>
              <a:avLst/>
              <a:ahLst/>
              <a:rect l="0" t="0" r="r" b="b"/>
              <a:pathLst>
                <a:path w="93" h="116">
                  <a:moveTo>
                    <a:pt x="35" y="116"/>
                  </a:moveTo>
                  <a:lnTo>
                    <a:pt x="64" y="105"/>
                  </a:lnTo>
                  <a:lnTo>
                    <a:pt x="93" y="94"/>
                  </a:lnTo>
                  <a:lnTo>
                    <a:pt x="58" y="0"/>
                  </a:lnTo>
                  <a:lnTo>
                    <a:pt x="29" y="11"/>
                  </a:lnTo>
                  <a:lnTo>
                    <a:pt x="0" y="22"/>
                  </a:lnTo>
                  <a:lnTo>
                    <a:pt x="35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12" name=""/>
            <p:cNvSpPr/>
            <p:nvPr/>
          </p:nvSpPr>
          <p:spPr>
            <a:xfrm rot="0">
              <a:off x="4843" y="1540"/>
              <a:ext cx="31" cy="38"/>
            </a:xfrm>
            <a:custGeom>
              <a:avLst/>
              <a:ahLst/>
              <a:rect l="0" t="0" r="r" b="b"/>
              <a:pathLst>
                <a:path w="93" h="116">
                  <a:moveTo>
                    <a:pt x="35" y="116"/>
                  </a:moveTo>
                  <a:lnTo>
                    <a:pt x="64" y="105"/>
                  </a:lnTo>
                  <a:lnTo>
                    <a:pt x="93" y="94"/>
                  </a:lnTo>
                  <a:lnTo>
                    <a:pt x="58" y="0"/>
                  </a:lnTo>
                  <a:lnTo>
                    <a:pt x="29" y="11"/>
                  </a:lnTo>
                  <a:lnTo>
                    <a:pt x="0" y="22"/>
                  </a:lnTo>
                  <a:lnTo>
                    <a:pt x="35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13" name=""/>
            <p:cNvSpPr/>
            <p:nvPr/>
          </p:nvSpPr>
          <p:spPr>
            <a:xfrm rot="0">
              <a:off x="4853" y="1539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12"/>
                  </a:moveTo>
                  <a:lnTo>
                    <a:pt x="29" y="1"/>
                  </a:lnTo>
                  <a:lnTo>
                    <a:pt x="28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14" name=""/>
            <p:cNvSpPr/>
            <p:nvPr/>
          </p:nvSpPr>
          <p:spPr>
            <a:xfrm rot="0" flipH="1" flipV="1">
              <a:off x="4862" y="15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15" name=""/>
            <p:cNvSpPr/>
            <p:nvPr/>
          </p:nvSpPr>
          <p:spPr>
            <a:xfrm rot="0">
              <a:off x="4830" y="1508"/>
              <a:ext cx="32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39" y="117"/>
                  </a:moveTo>
                  <a:lnTo>
                    <a:pt x="67" y="105"/>
                  </a:lnTo>
                  <a:lnTo>
                    <a:pt x="95" y="93"/>
                  </a:lnTo>
                  <a:lnTo>
                    <a:pt x="55" y="0"/>
                  </a:lnTo>
                  <a:lnTo>
                    <a:pt x="27" y="13"/>
                  </a:lnTo>
                  <a:lnTo>
                    <a:pt x="0" y="25"/>
                  </a:lnTo>
                  <a:lnTo>
                    <a:pt x="39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16" name=""/>
            <p:cNvSpPr/>
            <p:nvPr/>
          </p:nvSpPr>
          <p:spPr>
            <a:xfrm rot="0">
              <a:off x="4830" y="1508"/>
              <a:ext cx="32" cy="39"/>
            </a:xfrm>
            <a:custGeom>
              <a:avLst/>
              <a:ahLst/>
              <a:rect l="0" t="0" r="r" b="b"/>
              <a:pathLst>
                <a:path w="95" h="117">
                  <a:moveTo>
                    <a:pt x="39" y="117"/>
                  </a:moveTo>
                  <a:lnTo>
                    <a:pt x="67" y="105"/>
                  </a:lnTo>
                  <a:lnTo>
                    <a:pt x="95" y="93"/>
                  </a:lnTo>
                  <a:lnTo>
                    <a:pt x="55" y="0"/>
                  </a:lnTo>
                  <a:lnTo>
                    <a:pt x="27" y="13"/>
                  </a:lnTo>
                  <a:lnTo>
                    <a:pt x="0" y="25"/>
                  </a:lnTo>
                  <a:lnTo>
                    <a:pt x="39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17" name=""/>
            <p:cNvSpPr/>
            <p:nvPr/>
          </p:nvSpPr>
          <p:spPr>
            <a:xfrm rot="0">
              <a:off x="4839" y="1508"/>
              <a:ext cx="10" cy="5"/>
            </a:xfrm>
            <a:custGeom>
              <a:avLst/>
              <a:ahLst/>
              <a:rect l="0" t="0" r="r" b="b"/>
              <a:pathLst>
                <a:path w="28" h="14">
                  <a:moveTo>
                    <a:pt x="0" y="14"/>
                  </a:moveTo>
                  <a:lnTo>
                    <a:pt x="28" y="1"/>
                  </a:lnTo>
                  <a:lnTo>
                    <a:pt x="28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18" name=""/>
            <p:cNvSpPr/>
            <p:nvPr/>
          </p:nvSpPr>
          <p:spPr>
            <a:xfrm rot="0" flipV="1">
              <a:off x="4849" y="15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19" name=""/>
            <p:cNvSpPr/>
            <p:nvPr/>
          </p:nvSpPr>
          <p:spPr>
            <a:xfrm rot="0">
              <a:off x="4816" y="1478"/>
              <a:ext cx="33" cy="39"/>
            </a:xfrm>
            <a:custGeom>
              <a:avLst/>
              <a:ahLst/>
              <a:rect l="0" t="0" r="r" b="b"/>
              <a:pathLst>
                <a:path w="98" h="118">
                  <a:moveTo>
                    <a:pt x="43" y="118"/>
                  </a:moveTo>
                  <a:lnTo>
                    <a:pt x="70" y="105"/>
                  </a:lnTo>
                  <a:lnTo>
                    <a:pt x="98" y="91"/>
                  </a:lnTo>
                  <a:lnTo>
                    <a:pt x="56" y="0"/>
                  </a:lnTo>
                  <a:lnTo>
                    <a:pt x="28" y="13"/>
                  </a:lnTo>
                  <a:lnTo>
                    <a:pt x="0" y="26"/>
                  </a:lnTo>
                  <a:lnTo>
                    <a:pt x="43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20" name=""/>
            <p:cNvSpPr/>
            <p:nvPr/>
          </p:nvSpPr>
          <p:spPr>
            <a:xfrm rot="0">
              <a:off x="4816" y="1478"/>
              <a:ext cx="33" cy="39"/>
            </a:xfrm>
            <a:custGeom>
              <a:avLst/>
              <a:ahLst/>
              <a:rect l="0" t="0" r="r" b="b"/>
              <a:pathLst>
                <a:path w="98" h="118">
                  <a:moveTo>
                    <a:pt x="43" y="118"/>
                  </a:moveTo>
                  <a:lnTo>
                    <a:pt x="70" y="105"/>
                  </a:lnTo>
                  <a:lnTo>
                    <a:pt x="98" y="91"/>
                  </a:lnTo>
                  <a:lnTo>
                    <a:pt x="56" y="0"/>
                  </a:lnTo>
                  <a:lnTo>
                    <a:pt x="28" y="13"/>
                  </a:lnTo>
                  <a:lnTo>
                    <a:pt x="0" y="26"/>
                  </a:lnTo>
                  <a:lnTo>
                    <a:pt x="43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21" name=""/>
            <p:cNvSpPr/>
            <p:nvPr/>
          </p:nvSpPr>
          <p:spPr>
            <a:xfrm rot="0">
              <a:off x="4825" y="1477"/>
              <a:ext cx="10" cy="5"/>
            </a:xfrm>
            <a:custGeom>
              <a:avLst/>
              <a:ahLst/>
              <a:rect l="0" t="0" r="r" b="b"/>
              <a:pathLst>
                <a:path w="28" h="15">
                  <a:moveTo>
                    <a:pt x="0" y="15"/>
                  </a:moveTo>
                  <a:lnTo>
                    <a:pt x="28" y="2"/>
                  </a:lnTo>
                  <a:lnTo>
                    <a:pt x="27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22" name=""/>
            <p:cNvSpPr/>
            <p:nvPr/>
          </p:nvSpPr>
          <p:spPr>
            <a:xfrm rot="0" flipH="1" flipV="1">
              <a:off x="4834" y="14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23" name=""/>
            <p:cNvSpPr/>
            <p:nvPr/>
          </p:nvSpPr>
          <p:spPr>
            <a:xfrm rot="0">
              <a:off x="4801" y="1448"/>
              <a:ext cx="33" cy="39"/>
            </a:xfrm>
            <a:custGeom>
              <a:avLst/>
              <a:ahLst/>
              <a:rect l="0" t="0" r="r" b="b"/>
              <a:pathLst>
                <a:path w="100" h="117">
                  <a:moveTo>
                    <a:pt x="47" y="117"/>
                  </a:moveTo>
                  <a:lnTo>
                    <a:pt x="73" y="103"/>
                  </a:lnTo>
                  <a:lnTo>
                    <a:pt x="100" y="88"/>
                  </a:lnTo>
                  <a:lnTo>
                    <a:pt x="53" y="0"/>
                  </a:lnTo>
                  <a:lnTo>
                    <a:pt x="26" y="15"/>
                  </a:lnTo>
                  <a:lnTo>
                    <a:pt x="0" y="29"/>
                  </a:lnTo>
                  <a:lnTo>
                    <a:pt x="47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24" name=""/>
            <p:cNvSpPr/>
            <p:nvPr/>
          </p:nvSpPr>
          <p:spPr>
            <a:xfrm rot="0">
              <a:off x="4801" y="1448"/>
              <a:ext cx="33" cy="39"/>
            </a:xfrm>
            <a:custGeom>
              <a:avLst/>
              <a:ahLst/>
              <a:rect l="0" t="0" r="r" b="b"/>
              <a:pathLst>
                <a:path w="100" h="117">
                  <a:moveTo>
                    <a:pt x="47" y="117"/>
                  </a:moveTo>
                  <a:lnTo>
                    <a:pt x="73" y="103"/>
                  </a:lnTo>
                  <a:lnTo>
                    <a:pt x="100" y="88"/>
                  </a:lnTo>
                  <a:lnTo>
                    <a:pt x="53" y="0"/>
                  </a:lnTo>
                  <a:lnTo>
                    <a:pt x="26" y="15"/>
                  </a:lnTo>
                  <a:lnTo>
                    <a:pt x="0" y="29"/>
                  </a:lnTo>
                  <a:lnTo>
                    <a:pt x="47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25" name=""/>
            <p:cNvSpPr/>
            <p:nvPr/>
          </p:nvSpPr>
          <p:spPr>
            <a:xfrm rot="0">
              <a:off x="4810" y="1448"/>
              <a:ext cx="9" cy="5"/>
            </a:xfrm>
            <a:custGeom>
              <a:avLst/>
              <a:ahLst/>
              <a:rect l="0" t="0" r="r" b="b"/>
              <a:pathLst>
                <a:path w="27" h="15">
                  <a:moveTo>
                    <a:pt x="0" y="15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26" name=""/>
            <p:cNvSpPr/>
            <p:nvPr/>
          </p:nvSpPr>
          <p:spPr>
            <a:xfrm rot="0">
              <a:off x="4819" y="14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27" name=""/>
            <p:cNvSpPr/>
            <p:nvPr/>
          </p:nvSpPr>
          <p:spPr>
            <a:xfrm rot="0">
              <a:off x="4784" y="1419"/>
              <a:ext cx="35" cy="38"/>
            </a:xfrm>
            <a:custGeom>
              <a:avLst/>
              <a:ahLst/>
              <a:rect l="0" t="0" r="r" b="b"/>
              <a:pathLst>
                <a:path w="103" h="116">
                  <a:moveTo>
                    <a:pt x="50" y="116"/>
                  </a:moveTo>
                  <a:lnTo>
                    <a:pt x="76" y="102"/>
                  </a:lnTo>
                  <a:lnTo>
                    <a:pt x="103" y="87"/>
                  </a:lnTo>
                  <a:lnTo>
                    <a:pt x="53" y="0"/>
                  </a:lnTo>
                  <a:lnTo>
                    <a:pt x="27" y="14"/>
                  </a:lnTo>
                  <a:lnTo>
                    <a:pt x="0" y="28"/>
                  </a:lnTo>
                  <a:lnTo>
                    <a:pt x="50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28" name=""/>
            <p:cNvSpPr/>
            <p:nvPr/>
          </p:nvSpPr>
          <p:spPr>
            <a:xfrm rot="0">
              <a:off x="4784" y="1419"/>
              <a:ext cx="35" cy="38"/>
            </a:xfrm>
            <a:custGeom>
              <a:avLst/>
              <a:ahLst/>
              <a:rect l="0" t="0" r="r" b="b"/>
              <a:pathLst>
                <a:path w="103" h="116">
                  <a:moveTo>
                    <a:pt x="50" y="116"/>
                  </a:moveTo>
                  <a:lnTo>
                    <a:pt x="76" y="102"/>
                  </a:lnTo>
                  <a:lnTo>
                    <a:pt x="103" y="87"/>
                  </a:lnTo>
                  <a:lnTo>
                    <a:pt x="53" y="0"/>
                  </a:lnTo>
                  <a:lnTo>
                    <a:pt x="27" y="14"/>
                  </a:lnTo>
                  <a:lnTo>
                    <a:pt x="0" y="28"/>
                  </a:lnTo>
                  <a:lnTo>
                    <a:pt x="50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29" name=""/>
            <p:cNvSpPr/>
            <p:nvPr/>
          </p:nvSpPr>
          <p:spPr>
            <a:xfrm rot="0">
              <a:off x="4793" y="1418"/>
              <a:ext cx="9" cy="5"/>
            </a:xfrm>
            <a:custGeom>
              <a:avLst/>
              <a:ahLst/>
              <a:rect l="0" t="0" r="r" b="b"/>
              <a:pathLst>
                <a:path w="26" h="17">
                  <a:moveTo>
                    <a:pt x="0" y="17"/>
                  </a:moveTo>
                  <a:lnTo>
                    <a:pt x="26" y="3"/>
                  </a:lnTo>
                  <a:lnTo>
                    <a:pt x="25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30" name=""/>
            <p:cNvSpPr/>
            <p:nvPr/>
          </p:nvSpPr>
          <p:spPr>
            <a:xfrm rot="0" flipH="1" flipV="1">
              <a:off x="4802" y="14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31" name=""/>
            <p:cNvSpPr/>
            <p:nvPr/>
          </p:nvSpPr>
          <p:spPr>
            <a:xfrm rot="0">
              <a:off x="4767" y="1390"/>
              <a:ext cx="35" cy="39"/>
            </a:xfrm>
            <a:custGeom>
              <a:avLst/>
              <a:ahLst/>
              <a:rect l="0" t="0" r="r" b="b"/>
              <a:pathLst>
                <a:path w="105" h="118">
                  <a:moveTo>
                    <a:pt x="54" y="118"/>
                  </a:moveTo>
                  <a:lnTo>
                    <a:pt x="80" y="101"/>
                  </a:lnTo>
                  <a:lnTo>
                    <a:pt x="105" y="84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3"/>
                  </a:lnTo>
                  <a:lnTo>
                    <a:pt x="54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32" name=""/>
            <p:cNvSpPr/>
            <p:nvPr/>
          </p:nvSpPr>
          <p:spPr>
            <a:xfrm rot="0">
              <a:off x="4767" y="1390"/>
              <a:ext cx="35" cy="39"/>
            </a:xfrm>
            <a:custGeom>
              <a:avLst/>
              <a:ahLst/>
              <a:rect l="0" t="0" r="r" b="b"/>
              <a:pathLst>
                <a:path w="105" h="118">
                  <a:moveTo>
                    <a:pt x="54" y="118"/>
                  </a:moveTo>
                  <a:lnTo>
                    <a:pt x="80" y="101"/>
                  </a:lnTo>
                  <a:lnTo>
                    <a:pt x="105" y="84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3"/>
                  </a:lnTo>
                  <a:lnTo>
                    <a:pt x="54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33" name=""/>
            <p:cNvSpPr/>
            <p:nvPr/>
          </p:nvSpPr>
          <p:spPr>
            <a:xfrm rot="0">
              <a:off x="4775" y="1390"/>
              <a:ext cx="9" cy="5"/>
            </a:xfrm>
            <a:custGeom>
              <a:avLst/>
              <a:ahLst/>
              <a:rect l="0" t="0" r="r" b="b"/>
              <a:pathLst>
                <a:path w="26" h="17">
                  <a:moveTo>
                    <a:pt x="0" y="17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34" name=""/>
            <p:cNvSpPr/>
            <p:nvPr/>
          </p:nvSpPr>
          <p:spPr>
            <a:xfrm rot="0">
              <a:off x="4784" y="13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35" name=""/>
            <p:cNvSpPr/>
            <p:nvPr/>
          </p:nvSpPr>
          <p:spPr>
            <a:xfrm rot="0">
              <a:off x="4748" y="1362"/>
              <a:ext cx="36" cy="39"/>
            </a:xfrm>
            <a:custGeom>
              <a:avLst/>
              <a:ahLst/>
              <a:rect l="0" t="0" r="r" b="b"/>
              <a:pathLst>
                <a:path w="108" h="115">
                  <a:moveTo>
                    <a:pt x="57" y="115"/>
                  </a:moveTo>
                  <a:lnTo>
                    <a:pt x="82" y="99"/>
                  </a:lnTo>
                  <a:lnTo>
                    <a:pt x="108" y="82"/>
                  </a:lnTo>
                  <a:lnTo>
                    <a:pt x="51" y="0"/>
                  </a:lnTo>
                  <a:lnTo>
                    <a:pt x="26" y="17"/>
                  </a:lnTo>
                  <a:lnTo>
                    <a:pt x="0" y="34"/>
                  </a:lnTo>
                  <a:lnTo>
                    <a:pt x="57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36" name=""/>
            <p:cNvSpPr/>
            <p:nvPr/>
          </p:nvSpPr>
          <p:spPr>
            <a:xfrm rot="0">
              <a:off x="4748" y="1362"/>
              <a:ext cx="36" cy="39"/>
            </a:xfrm>
            <a:custGeom>
              <a:avLst/>
              <a:ahLst/>
              <a:rect l="0" t="0" r="r" b="b"/>
              <a:pathLst>
                <a:path w="108" h="115">
                  <a:moveTo>
                    <a:pt x="57" y="115"/>
                  </a:moveTo>
                  <a:lnTo>
                    <a:pt x="82" y="99"/>
                  </a:lnTo>
                  <a:lnTo>
                    <a:pt x="108" y="82"/>
                  </a:lnTo>
                  <a:lnTo>
                    <a:pt x="51" y="0"/>
                  </a:lnTo>
                  <a:lnTo>
                    <a:pt x="26" y="17"/>
                  </a:lnTo>
                  <a:lnTo>
                    <a:pt x="0" y="34"/>
                  </a:lnTo>
                  <a:lnTo>
                    <a:pt x="57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37" name=""/>
            <p:cNvSpPr/>
            <p:nvPr/>
          </p:nvSpPr>
          <p:spPr>
            <a:xfrm rot="0">
              <a:off x="4756" y="1362"/>
              <a:ext cx="9" cy="6"/>
            </a:xfrm>
            <a:custGeom>
              <a:avLst/>
              <a:ahLst/>
              <a:rect l="0" t="0" r="r" b="b"/>
              <a:pathLst>
                <a:path w="25" h="18">
                  <a:moveTo>
                    <a:pt x="0" y="18"/>
                  </a:moveTo>
                  <a:lnTo>
                    <a:pt x="25" y="1"/>
                  </a:lnTo>
                  <a:lnTo>
                    <a:pt x="24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38" name=""/>
            <p:cNvSpPr/>
            <p:nvPr/>
          </p:nvSpPr>
          <p:spPr>
            <a:xfrm rot="0" flipH="1" flipV="1">
              <a:off x="4764" y="13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39" name=""/>
            <p:cNvSpPr/>
            <p:nvPr/>
          </p:nvSpPr>
          <p:spPr>
            <a:xfrm rot="0">
              <a:off x="4728" y="1335"/>
              <a:ext cx="36" cy="39"/>
            </a:xfrm>
            <a:custGeom>
              <a:avLst/>
              <a:ahLst/>
              <a:rect l="0" t="0" r="r" b="b"/>
              <a:pathLst>
                <a:path w="110" h="117">
                  <a:moveTo>
                    <a:pt x="62" y="117"/>
                  </a:moveTo>
                  <a:lnTo>
                    <a:pt x="86" y="99"/>
                  </a:lnTo>
                  <a:lnTo>
                    <a:pt x="110" y="81"/>
                  </a:lnTo>
                  <a:lnTo>
                    <a:pt x="48" y="0"/>
                  </a:lnTo>
                  <a:lnTo>
                    <a:pt x="24" y="18"/>
                  </a:lnTo>
                  <a:lnTo>
                    <a:pt x="0" y="36"/>
                  </a:lnTo>
                  <a:lnTo>
                    <a:pt x="62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40" name=""/>
            <p:cNvSpPr/>
            <p:nvPr/>
          </p:nvSpPr>
          <p:spPr>
            <a:xfrm rot="0">
              <a:off x="4728" y="1335"/>
              <a:ext cx="36" cy="39"/>
            </a:xfrm>
            <a:custGeom>
              <a:avLst/>
              <a:ahLst/>
              <a:rect l="0" t="0" r="r" b="b"/>
              <a:pathLst>
                <a:path w="110" h="117">
                  <a:moveTo>
                    <a:pt x="62" y="117"/>
                  </a:moveTo>
                  <a:lnTo>
                    <a:pt x="86" y="99"/>
                  </a:lnTo>
                  <a:lnTo>
                    <a:pt x="110" y="81"/>
                  </a:lnTo>
                  <a:lnTo>
                    <a:pt x="48" y="0"/>
                  </a:lnTo>
                  <a:lnTo>
                    <a:pt x="24" y="18"/>
                  </a:lnTo>
                  <a:lnTo>
                    <a:pt x="0" y="36"/>
                  </a:lnTo>
                  <a:lnTo>
                    <a:pt x="62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41" name=""/>
            <p:cNvSpPr/>
            <p:nvPr/>
          </p:nvSpPr>
          <p:spPr>
            <a:xfrm rot="0">
              <a:off x="4736" y="1335"/>
              <a:ext cx="8" cy="6"/>
            </a:xfrm>
            <a:custGeom>
              <a:avLst/>
              <a:ahLst/>
              <a:rect l="0" t="0" r="r" b="b"/>
              <a:pathLst>
                <a:path w="24" h="19">
                  <a:moveTo>
                    <a:pt x="0" y="19"/>
                  </a:moveTo>
                  <a:lnTo>
                    <a:pt x="24" y="1"/>
                  </a:lnTo>
                  <a:lnTo>
                    <a:pt x="24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42" name=""/>
            <p:cNvSpPr/>
            <p:nvPr/>
          </p:nvSpPr>
          <p:spPr>
            <a:xfrm rot="0" flipV="1">
              <a:off x="4744" y="13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43" name=""/>
            <p:cNvSpPr/>
            <p:nvPr/>
          </p:nvSpPr>
          <p:spPr>
            <a:xfrm rot="0">
              <a:off x="4706" y="1309"/>
              <a:ext cx="38" cy="38"/>
            </a:xfrm>
            <a:custGeom>
              <a:avLst/>
              <a:ahLst/>
              <a:rect l="0" t="0" r="r" b="b"/>
              <a:pathLst>
                <a:path w="112" h="115">
                  <a:moveTo>
                    <a:pt x="64" y="115"/>
                  </a:moveTo>
                  <a:lnTo>
                    <a:pt x="88" y="96"/>
                  </a:lnTo>
                  <a:lnTo>
                    <a:pt x="112" y="77"/>
                  </a:lnTo>
                  <a:lnTo>
                    <a:pt x="49" y="0"/>
                  </a:lnTo>
                  <a:lnTo>
                    <a:pt x="24" y="19"/>
                  </a:lnTo>
                  <a:lnTo>
                    <a:pt x="0" y="38"/>
                  </a:lnTo>
                  <a:lnTo>
                    <a:pt x="64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44" name=""/>
            <p:cNvSpPr/>
            <p:nvPr/>
          </p:nvSpPr>
          <p:spPr>
            <a:xfrm rot="0">
              <a:off x="4706" y="1309"/>
              <a:ext cx="38" cy="38"/>
            </a:xfrm>
            <a:custGeom>
              <a:avLst/>
              <a:ahLst/>
              <a:rect l="0" t="0" r="r" b="b"/>
              <a:pathLst>
                <a:path w="112" h="115">
                  <a:moveTo>
                    <a:pt x="64" y="115"/>
                  </a:moveTo>
                  <a:lnTo>
                    <a:pt x="88" y="96"/>
                  </a:lnTo>
                  <a:lnTo>
                    <a:pt x="112" y="77"/>
                  </a:lnTo>
                  <a:lnTo>
                    <a:pt x="49" y="0"/>
                  </a:lnTo>
                  <a:lnTo>
                    <a:pt x="24" y="19"/>
                  </a:lnTo>
                  <a:lnTo>
                    <a:pt x="0" y="38"/>
                  </a:lnTo>
                  <a:lnTo>
                    <a:pt x="64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45" name=""/>
            <p:cNvSpPr/>
            <p:nvPr/>
          </p:nvSpPr>
          <p:spPr>
            <a:xfrm rot="0">
              <a:off x="4714" y="1308"/>
              <a:ext cx="9" cy="7"/>
            </a:xfrm>
            <a:custGeom>
              <a:avLst/>
              <a:ahLst/>
              <a:rect l="0" t="0" r="r" b="b"/>
              <a:pathLst>
                <a:path w="25" h="21">
                  <a:moveTo>
                    <a:pt x="0" y="21"/>
                  </a:moveTo>
                  <a:lnTo>
                    <a:pt x="25" y="2"/>
                  </a:lnTo>
                  <a:lnTo>
                    <a:pt x="23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46" name=""/>
            <p:cNvSpPr/>
            <p:nvPr/>
          </p:nvSpPr>
          <p:spPr>
            <a:xfrm rot="0" flipH="1" flipV="1">
              <a:off x="4722" y="13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47" name=""/>
            <p:cNvSpPr/>
            <p:nvPr/>
          </p:nvSpPr>
          <p:spPr>
            <a:xfrm rot="0">
              <a:off x="4684" y="1284"/>
              <a:ext cx="38" cy="38"/>
            </a:xfrm>
            <a:custGeom>
              <a:avLst/>
              <a:ahLst/>
              <a:rect l="0" t="0" r="r" b="b"/>
              <a:pathLst>
                <a:path w="113" h="115">
                  <a:moveTo>
                    <a:pt x="68" y="115"/>
                  </a:moveTo>
                  <a:lnTo>
                    <a:pt x="90" y="95"/>
                  </a:lnTo>
                  <a:lnTo>
                    <a:pt x="113" y="74"/>
                  </a:lnTo>
                  <a:lnTo>
                    <a:pt x="46" y="0"/>
                  </a:lnTo>
                  <a:lnTo>
                    <a:pt x="23" y="20"/>
                  </a:lnTo>
                  <a:lnTo>
                    <a:pt x="0" y="41"/>
                  </a:lnTo>
                  <a:lnTo>
                    <a:pt x="68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48" name=""/>
            <p:cNvSpPr/>
            <p:nvPr/>
          </p:nvSpPr>
          <p:spPr>
            <a:xfrm rot="0">
              <a:off x="4684" y="1284"/>
              <a:ext cx="38" cy="38"/>
            </a:xfrm>
            <a:custGeom>
              <a:avLst/>
              <a:ahLst/>
              <a:rect l="0" t="0" r="r" b="b"/>
              <a:pathLst>
                <a:path w="113" h="115">
                  <a:moveTo>
                    <a:pt x="68" y="115"/>
                  </a:moveTo>
                  <a:lnTo>
                    <a:pt x="90" y="95"/>
                  </a:lnTo>
                  <a:lnTo>
                    <a:pt x="113" y="74"/>
                  </a:lnTo>
                  <a:lnTo>
                    <a:pt x="46" y="0"/>
                  </a:lnTo>
                  <a:lnTo>
                    <a:pt x="23" y="20"/>
                  </a:lnTo>
                  <a:lnTo>
                    <a:pt x="0" y="41"/>
                  </a:lnTo>
                  <a:lnTo>
                    <a:pt x="68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49" name=""/>
            <p:cNvSpPr/>
            <p:nvPr/>
          </p:nvSpPr>
          <p:spPr>
            <a:xfrm rot="0">
              <a:off x="4692" y="1283"/>
              <a:ext cx="8" cy="7"/>
            </a:xfrm>
            <a:custGeom>
              <a:avLst/>
              <a:ahLst/>
              <a:rect l="0" t="0" r="r" b="b"/>
              <a:pathLst>
                <a:path w="23" h="22">
                  <a:moveTo>
                    <a:pt x="0" y="22"/>
                  </a:moveTo>
                  <a:lnTo>
                    <a:pt x="23" y="2"/>
                  </a:lnTo>
                  <a:lnTo>
                    <a:pt x="22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50" name=""/>
            <p:cNvSpPr/>
            <p:nvPr/>
          </p:nvSpPr>
          <p:spPr>
            <a:xfrm rot="0" flipH="1" flipV="1">
              <a:off x="4699" y="12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51" name=""/>
            <p:cNvSpPr/>
            <p:nvPr/>
          </p:nvSpPr>
          <p:spPr>
            <a:xfrm rot="0">
              <a:off x="4661" y="1259"/>
              <a:ext cx="38" cy="39"/>
            </a:xfrm>
            <a:custGeom>
              <a:avLst/>
              <a:ahLst/>
              <a:rect l="0" t="0" r="r" b="b"/>
              <a:pathLst>
                <a:path w="114" h="116">
                  <a:moveTo>
                    <a:pt x="70" y="116"/>
                  </a:moveTo>
                  <a:lnTo>
                    <a:pt x="92" y="94"/>
                  </a:lnTo>
                  <a:lnTo>
                    <a:pt x="114" y="72"/>
                  </a:lnTo>
                  <a:lnTo>
                    <a:pt x="44" y="0"/>
                  </a:lnTo>
                  <a:lnTo>
                    <a:pt x="22" y="22"/>
                  </a:lnTo>
                  <a:lnTo>
                    <a:pt x="0" y="43"/>
                  </a:lnTo>
                  <a:lnTo>
                    <a:pt x="70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52" name=""/>
            <p:cNvSpPr/>
            <p:nvPr/>
          </p:nvSpPr>
          <p:spPr>
            <a:xfrm rot="0">
              <a:off x="4661" y="1259"/>
              <a:ext cx="38" cy="39"/>
            </a:xfrm>
            <a:custGeom>
              <a:avLst/>
              <a:ahLst/>
              <a:rect l="0" t="0" r="r" b="b"/>
              <a:pathLst>
                <a:path w="114" h="116">
                  <a:moveTo>
                    <a:pt x="70" y="116"/>
                  </a:moveTo>
                  <a:lnTo>
                    <a:pt x="92" y="94"/>
                  </a:lnTo>
                  <a:lnTo>
                    <a:pt x="114" y="72"/>
                  </a:lnTo>
                  <a:lnTo>
                    <a:pt x="44" y="0"/>
                  </a:lnTo>
                  <a:lnTo>
                    <a:pt x="22" y="22"/>
                  </a:lnTo>
                  <a:lnTo>
                    <a:pt x="0" y="43"/>
                  </a:lnTo>
                  <a:lnTo>
                    <a:pt x="70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53" name=""/>
            <p:cNvSpPr/>
            <p:nvPr/>
          </p:nvSpPr>
          <p:spPr>
            <a:xfrm rot="0">
              <a:off x="4669" y="1259"/>
              <a:ext cx="7" cy="7"/>
            </a:xfrm>
            <a:custGeom>
              <a:avLst/>
              <a:ahLst/>
              <a:rect l="0" t="0" r="r" b="b"/>
              <a:pathLst>
                <a:path w="22" h="23">
                  <a:moveTo>
                    <a:pt x="0" y="23"/>
                  </a:moveTo>
                  <a:lnTo>
                    <a:pt x="22" y="1"/>
                  </a:lnTo>
                  <a:lnTo>
                    <a:pt x="21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54" name=""/>
            <p:cNvSpPr/>
            <p:nvPr/>
          </p:nvSpPr>
          <p:spPr>
            <a:xfrm rot="0" flipH="1" flipV="1">
              <a:off x="4676" y="12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55" name=""/>
            <p:cNvSpPr/>
            <p:nvPr/>
          </p:nvSpPr>
          <p:spPr>
            <a:xfrm rot="0">
              <a:off x="4637" y="1236"/>
              <a:ext cx="39" cy="38"/>
            </a:xfrm>
            <a:custGeom>
              <a:avLst/>
              <a:ahLst/>
              <a:rect l="0" t="0" r="r" b="b"/>
              <a:pathLst>
                <a:path w="115" h="115">
                  <a:moveTo>
                    <a:pt x="74" y="115"/>
                  </a:moveTo>
                  <a:lnTo>
                    <a:pt x="94" y="92"/>
                  </a:lnTo>
                  <a:lnTo>
                    <a:pt x="115" y="69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4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56" name=""/>
            <p:cNvSpPr/>
            <p:nvPr/>
          </p:nvSpPr>
          <p:spPr>
            <a:xfrm rot="0">
              <a:off x="4637" y="1236"/>
              <a:ext cx="39" cy="38"/>
            </a:xfrm>
            <a:custGeom>
              <a:avLst/>
              <a:ahLst/>
              <a:rect l="0" t="0" r="r" b="b"/>
              <a:pathLst>
                <a:path w="115" h="115">
                  <a:moveTo>
                    <a:pt x="74" y="115"/>
                  </a:moveTo>
                  <a:lnTo>
                    <a:pt x="94" y="92"/>
                  </a:lnTo>
                  <a:lnTo>
                    <a:pt x="115" y="69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4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57" name=""/>
            <p:cNvSpPr/>
            <p:nvPr/>
          </p:nvSpPr>
          <p:spPr>
            <a:xfrm rot="0">
              <a:off x="4644" y="1236"/>
              <a:ext cx="7" cy="7"/>
            </a:xfrm>
            <a:custGeom>
              <a:avLst/>
              <a:ahLst/>
              <a:rect l="0" t="0" r="r" b="b"/>
              <a:pathLst>
                <a:path w="20" h="23">
                  <a:moveTo>
                    <a:pt x="0" y="23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58" name=""/>
            <p:cNvSpPr/>
            <p:nvPr/>
          </p:nvSpPr>
          <p:spPr>
            <a:xfrm rot="0">
              <a:off x="4651" y="12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59" name=""/>
            <p:cNvSpPr/>
            <p:nvPr/>
          </p:nvSpPr>
          <p:spPr>
            <a:xfrm rot="0">
              <a:off x="4612" y="1214"/>
              <a:ext cx="39" cy="37"/>
            </a:xfrm>
            <a:custGeom>
              <a:avLst/>
              <a:ahLst/>
              <a:rect l="0" t="0" r="r" b="b"/>
              <a:pathLst>
                <a:path w="117" h="111">
                  <a:moveTo>
                    <a:pt x="76" y="111"/>
                  </a:moveTo>
                  <a:lnTo>
                    <a:pt x="97" y="88"/>
                  </a:lnTo>
                  <a:lnTo>
                    <a:pt x="117" y="65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6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60" name=""/>
            <p:cNvSpPr/>
            <p:nvPr/>
          </p:nvSpPr>
          <p:spPr>
            <a:xfrm rot="0">
              <a:off x="4612" y="1214"/>
              <a:ext cx="39" cy="37"/>
            </a:xfrm>
            <a:custGeom>
              <a:avLst/>
              <a:ahLst/>
              <a:rect l="0" t="0" r="r" b="b"/>
              <a:pathLst>
                <a:path w="117" h="111">
                  <a:moveTo>
                    <a:pt x="76" y="111"/>
                  </a:moveTo>
                  <a:lnTo>
                    <a:pt x="97" y="88"/>
                  </a:lnTo>
                  <a:lnTo>
                    <a:pt x="117" y="65"/>
                  </a:lnTo>
                  <a:lnTo>
                    <a:pt x="41" y="0"/>
                  </a:lnTo>
                  <a:lnTo>
                    <a:pt x="21" y="23"/>
                  </a:lnTo>
                  <a:lnTo>
                    <a:pt x="0" y="46"/>
                  </a:lnTo>
                  <a:lnTo>
                    <a:pt x="76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61" name=""/>
            <p:cNvSpPr/>
            <p:nvPr/>
          </p:nvSpPr>
          <p:spPr>
            <a:xfrm rot="0">
              <a:off x="4619" y="1214"/>
              <a:ext cx="7" cy="8"/>
            </a:xfrm>
            <a:custGeom>
              <a:avLst/>
              <a:ahLst/>
              <a:rect l="0" t="0" r="r" b="b"/>
              <a:pathLst>
                <a:path w="20" h="24">
                  <a:moveTo>
                    <a:pt x="0" y="24"/>
                  </a:moveTo>
                  <a:lnTo>
                    <a:pt x="20" y="1"/>
                  </a:lnTo>
                  <a:lnTo>
                    <a:pt x="1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62" name=""/>
            <p:cNvSpPr/>
            <p:nvPr/>
          </p:nvSpPr>
          <p:spPr>
            <a:xfrm rot="0" flipH="1" flipV="1">
              <a:off x="4625" y="12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63" name=""/>
            <p:cNvSpPr/>
            <p:nvPr/>
          </p:nvSpPr>
          <p:spPr>
            <a:xfrm rot="0">
              <a:off x="4586" y="1193"/>
              <a:ext cx="39" cy="37"/>
            </a:xfrm>
            <a:custGeom>
              <a:avLst/>
              <a:ahLst/>
              <a:rect l="0" t="0" r="r" b="b"/>
              <a:pathLst>
                <a:path w="117" h="111">
                  <a:moveTo>
                    <a:pt x="78" y="111"/>
                  </a:moveTo>
                  <a:lnTo>
                    <a:pt x="98" y="87"/>
                  </a:lnTo>
                  <a:lnTo>
                    <a:pt x="117" y="63"/>
                  </a:lnTo>
                  <a:lnTo>
                    <a:pt x="39" y="0"/>
                  </a:lnTo>
                  <a:lnTo>
                    <a:pt x="19" y="24"/>
                  </a:lnTo>
                  <a:lnTo>
                    <a:pt x="0" y="48"/>
                  </a:lnTo>
                  <a:lnTo>
                    <a:pt x="78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64" name=""/>
            <p:cNvSpPr/>
            <p:nvPr/>
          </p:nvSpPr>
          <p:spPr>
            <a:xfrm rot="0">
              <a:off x="4586" y="1193"/>
              <a:ext cx="39" cy="37"/>
            </a:xfrm>
            <a:custGeom>
              <a:avLst/>
              <a:ahLst/>
              <a:rect l="0" t="0" r="r" b="b"/>
              <a:pathLst>
                <a:path w="117" h="111">
                  <a:moveTo>
                    <a:pt x="78" y="111"/>
                  </a:moveTo>
                  <a:lnTo>
                    <a:pt x="98" y="87"/>
                  </a:lnTo>
                  <a:lnTo>
                    <a:pt x="117" y="63"/>
                  </a:lnTo>
                  <a:lnTo>
                    <a:pt x="39" y="0"/>
                  </a:lnTo>
                  <a:lnTo>
                    <a:pt x="19" y="24"/>
                  </a:lnTo>
                  <a:lnTo>
                    <a:pt x="0" y="48"/>
                  </a:lnTo>
                  <a:lnTo>
                    <a:pt x="78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65" name=""/>
            <p:cNvSpPr/>
            <p:nvPr/>
          </p:nvSpPr>
          <p:spPr>
            <a:xfrm rot="0">
              <a:off x="4593" y="1192"/>
              <a:ext cx="6" cy="9"/>
            </a:xfrm>
            <a:custGeom>
              <a:avLst/>
              <a:ahLst/>
              <a:rect l="0" t="0" r="r" b="b"/>
              <a:pathLst>
                <a:path w="20" h="25">
                  <a:moveTo>
                    <a:pt x="0" y="25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66" name=""/>
            <p:cNvSpPr/>
            <p:nvPr/>
          </p:nvSpPr>
          <p:spPr>
            <a:xfrm rot="0" flipH="1" flipV="1">
              <a:off x="4599" y="11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67" name=""/>
            <p:cNvSpPr/>
            <p:nvPr/>
          </p:nvSpPr>
          <p:spPr>
            <a:xfrm rot="0">
              <a:off x="4560" y="1173"/>
              <a:ext cx="39" cy="36"/>
            </a:xfrm>
            <a:custGeom>
              <a:avLst/>
              <a:ahLst/>
              <a:rect l="0" t="0" r="r" b="b"/>
              <a:pathLst>
                <a:path w="117" h="110">
                  <a:moveTo>
                    <a:pt x="81" y="110"/>
                  </a:moveTo>
                  <a:lnTo>
                    <a:pt x="99" y="84"/>
                  </a:lnTo>
                  <a:lnTo>
                    <a:pt x="117" y="59"/>
                  </a:lnTo>
                  <a:lnTo>
                    <a:pt x="37" y="0"/>
                  </a:lnTo>
                  <a:lnTo>
                    <a:pt x="19" y="25"/>
                  </a:lnTo>
                  <a:lnTo>
                    <a:pt x="0" y="51"/>
                  </a:lnTo>
                  <a:lnTo>
                    <a:pt x="81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68" name=""/>
            <p:cNvSpPr/>
            <p:nvPr/>
          </p:nvSpPr>
          <p:spPr>
            <a:xfrm rot="0">
              <a:off x="4560" y="1173"/>
              <a:ext cx="39" cy="36"/>
            </a:xfrm>
            <a:custGeom>
              <a:avLst/>
              <a:ahLst/>
              <a:rect l="0" t="0" r="r" b="b"/>
              <a:pathLst>
                <a:path w="117" h="110">
                  <a:moveTo>
                    <a:pt x="81" y="110"/>
                  </a:moveTo>
                  <a:lnTo>
                    <a:pt x="99" y="84"/>
                  </a:lnTo>
                  <a:lnTo>
                    <a:pt x="117" y="59"/>
                  </a:lnTo>
                  <a:lnTo>
                    <a:pt x="37" y="0"/>
                  </a:lnTo>
                  <a:lnTo>
                    <a:pt x="19" y="25"/>
                  </a:lnTo>
                  <a:lnTo>
                    <a:pt x="0" y="51"/>
                  </a:lnTo>
                  <a:lnTo>
                    <a:pt x="81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69" name=""/>
            <p:cNvSpPr/>
            <p:nvPr/>
          </p:nvSpPr>
          <p:spPr>
            <a:xfrm rot="0">
              <a:off x="4566" y="1173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0" y="25"/>
                  </a:moveTo>
                  <a:lnTo>
                    <a:pt x="18" y="0"/>
                  </a:lnTo>
                  <a:lnTo>
                    <a:pt x="16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70" name=""/>
            <p:cNvSpPr/>
            <p:nvPr/>
          </p:nvSpPr>
          <p:spPr>
            <a:xfrm rot="0" flipH="1">
              <a:off x="4571" y="11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71" name=""/>
            <p:cNvSpPr/>
            <p:nvPr/>
          </p:nvSpPr>
          <p:spPr>
            <a:xfrm rot="0">
              <a:off x="4532" y="1154"/>
              <a:ext cx="39" cy="36"/>
            </a:xfrm>
            <a:custGeom>
              <a:avLst/>
              <a:ahLst/>
              <a:rect l="0" t="0" r="r" b="b"/>
              <a:pathLst>
                <a:path w="118" h="107">
                  <a:moveTo>
                    <a:pt x="85" y="107"/>
                  </a:moveTo>
                  <a:lnTo>
                    <a:pt x="102" y="81"/>
                  </a:lnTo>
                  <a:lnTo>
                    <a:pt x="118" y="56"/>
                  </a:lnTo>
                  <a:lnTo>
                    <a:pt x="34" y="0"/>
                  </a:lnTo>
                  <a:lnTo>
                    <a:pt x="17" y="26"/>
                  </a:lnTo>
                  <a:lnTo>
                    <a:pt x="0" y="51"/>
                  </a:lnTo>
                  <a:lnTo>
                    <a:pt x="85" y="1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72" name=""/>
            <p:cNvSpPr/>
            <p:nvPr/>
          </p:nvSpPr>
          <p:spPr>
            <a:xfrm rot="0">
              <a:off x="4532" y="1154"/>
              <a:ext cx="39" cy="36"/>
            </a:xfrm>
            <a:custGeom>
              <a:avLst/>
              <a:ahLst/>
              <a:rect l="0" t="0" r="r" b="b"/>
              <a:pathLst>
                <a:path w="118" h="107">
                  <a:moveTo>
                    <a:pt x="85" y="107"/>
                  </a:moveTo>
                  <a:lnTo>
                    <a:pt x="102" y="81"/>
                  </a:lnTo>
                  <a:lnTo>
                    <a:pt x="118" y="56"/>
                  </a:lnTo>
                  <a:lnTo>
                    <a:pt x="34" y="0"/>
                  </a:lnTo>
                  <a:lnTo>
                    <a:pt x="17" y="26"/>
                  </a:lnTo>
                  <a:lnTo>
                    <a:pt x="0" y="51"/>
                  </a:lnTo>
                  <a:lnTo>
                    <a:pt x="85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73" name=""/>
            <p:cNvSpPr/>
            <p:nvPr/>
          </p:nvSpPr>
          <p:spPr>
            <a:xfrm rot="0">
              <a:off x="4538" y="1154"/>
              <a:ext cx="5" cy="9"/>
            </a:xfrm>
            <a:custGeom>
              <a:avLst/>
              <a:ahLst/>
              <a:rect l="0" t="0" r="r" b="b"/>
              <a:pathLst>
                <a:path w="17" h="27">
                  <a:moveTo>
                    <a:pt x="0" y="27"/>
                  </a:moveTo>
                  <a:lnTo>
                    <a:pt x="17" y="1"/>
                  </a:lnTo>
                  <a:lnTo>
                    <a:pt x="16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74" name=""/>
            <p:cNvSpPr/>
            <p:nvPr/>
          </p:nvSpPr>
          <p:spPr>
            <a:xfrm rot="0" flipH="1" flipV="1">
              <a:off x="4543" y="11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75" name=""/>
            <p:cNvSpPr/>
            <p:nvPr/>
          </p:nvSpPr>
          <p:spPr>
            <a:xfrm rot="0">
              <a:off x="4504" y="1136"/>
              <a:ext cx="39" cy="35"/>
            </a:xfrm>
            <a:custGeom>
              <a:avLst/>
              <a:ahLst/>
              <a:rect l="0" t="0" r="r" b="b"/>
              <a:pathLst>
                <a:path w="117" h="105">
                  <a:moveTo>
                    <a:pt x="86" y="105"/>
                  </a:moveTo>
                  <a:lnTo>
                    <a:pt x="101" y="79"/>
                  </a:lnTo>
                  <a:lnTo>
                    <a:pt x="117" y="52"/>
                  </a:lnTo>
                  <a:lnTo>
                    <a:pt x="31" y="0"/>
                  </a:lnTo>
                  <a:lnTo>
                    <a:pt x="16" y="27"/>
                  </a:lnTo>
                  <a:lnTo>
                    <a:pt x="0" y="53"/>
                  </a:lnTo>
                  <a:lnTo>
                    <a:pt x="86" y="1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76" name=""/>
            <p:cNvSpPr/>
            <p:nvPr/>
          </p:nvSpPr>
          <p:spPr>
            <a:xfrm rot="0">
              <a:off x="4504" y="1136"/>
              <a:ext cx="39" cy="35"/>
            </a:xfrm>
            <a:custGeom>
              <a:avLst/>
              <a:ahLst/>
              <a:rect l="0" t="0" r="r" b="b"/>
              <a:pathLst>
                <a:path w="117" h="105">
                  <a:moveTo>
                    <a:pt x="86" y="105"/>
                  </a:moveTo>
                  <a:lnTo>
                    <a:pt x="101" y="79"/>
                  </a:lnTo>
                  <a:lnTo>
                    <a:pt x="117" y="52"/>
                  </a:lnTo>
                  <a:lnTo>
                    <a:pt x="31" y="0"/>
                  </a:lnTo>
                  <a:lnTo>
                    <a:pt x="16" y="27"/>
                  </a:lnTo>
                  <a:lnTo>
                    <a:pt x="0" y="53"/>
                  </a:lnTo>
                  <a:lnTo>
                    <a:pt x="86" y="10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77" name=""/>
            <p:cNvSpPr/>
            <p:nvPr/>
          </p:nvSpPr>
          <p:spPr>
            <a:xfrm rot="0">
              <a:off x="4499" y="1135"/>
              <a:ext cx="15" cy="19"/>
            </a:xfrm>
            <a:custGeom>
              <a:avLst/>
              <a:ahLst/>
              <a:rect l="0" t="0" r="r" b="b"/>
              <a:pathLst>
                <a:path w="46" h="56">
                  <a:moveTo>
                    <a:pt x="31" y="30"/>
                  </a:moveTo>
                  <a:lnTo>
                    <a:pt x="15" y="56"/>
                  </a:lnTo>
                  <a:lnTo>
                    <a:pt x="8" y="50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0" y="7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6" y="3"/>
                  </a:lnTo>
                  <a:lnTo>
                    <a:pt x="3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78" name=""/>
            <p:cNvSpPr/>
            <p:nvPr/>
          </p:nvSpPr>
          <p:spPr>
            <a:xfrm rot="0">
              <a:off x="4499" y="1135"/>
              <a:ext cx="15" cy="19"/>
            </a:xfrm>
            <a:custGeom>
              <a:avLst/>
              <a:ahLst/>
              <a:rect l="0" t="0" r="r" b="b"/>
              <a:pathLst>
                <a:path w="46" h="56">
                  <a:moveTo>
                    <a:pt x="15" y="56"/>
                  </a:moveTo>
                  <a:lnTo>
                    <a:pt x="8" y="50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0" y="7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6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79" name=""/>
            <p:cNvSpPr/>
            <p:nvPr/>
          </p:nvSpPr>
          <p:spPr>
            <a:xfrm rot="0">
              <a:off x="3301" y="1827"/>
              <a:ext cx="10" cy="21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80" name=""/>
            <p:cNvSpPr/>
            <p:nvPr/>
          </p:nvSpPr>
          <p:spPr>
            <a:xfrm rot="0">
              <a:off x="3301" y="1827"/>
              <a:ext cx="10" cy="21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81" name=""/>
            <p:cNvSpPr/>
            <p:nvPr/>
          </p:nvSpPr>
          <p:spPr>
            <a:xfrm rot="0">
              <a:off x="3311" y="1827"/>
              <a:ext cx="1598" cy="21"/>
            </a:xfrm>
            <a:custGeom>
              <a:avLst/>
              <a:ahLst/>
              <a:rect l="0" t="0" r="r" b="b"/>
              <a:pathLst>
                <a:path w="4793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4793" y="62"/>
                  </a:lnTo>
                  <a:lnTo>
                    <a:pt x="4793" y="32"/>
                  </a:lnTo>
                  <a:lnTo>
                    <a:pt x="47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82" name=""/>
            <p:cNvSpPr/>
            <p:nvPr/>
          </p:nvSpPr>
          <p:spPr>
            <a:xfrm rot="0">
              <a:off x="3311" y="1827"/>
              <a:ext cx="1598" cy="21"/>
            </a:xfrm>
            <a:custGeom>
              <a:avLst/>
              <a:ahLst/>
              <a:rect l="0" t="0" r="r" b="b"/>
              <a:pathLst>
                <a:path w="4793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4793" y="62"/>
                  </a:lnTo>
                  <a:lnTo>
                    <a:pt x="4793" y="32"/>
                  </a:lnTo>
                  <a:lnTo>
                    <a:pt x="479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83" name=""/>
            <p:cNvSpPr/>
            <p:nvPr/>
          </p:nvSpPr>
          <p:spPr>
            <a:xfrm rot="0">
              <a:off x="4909" y="1827"/>
              <a:ext cx="10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0" y="32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8" y="22"/>
                  </a:lnTo>
                  <a:lnTo>
                    <a:pt x="31" y="32"/>
                  </a:lnTo>
                  <a:lnTo>
                    <a:pt x="28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84" name=""/>
            <p:cNvSpPr/>
            <p:nvPr/>
          </p:nvSpPr>
          <p:spPr>
            <a:xfrm rot="0">
              <a:off x="4909" y="1827"/>
              <a:ext cx="10" cy="21"/>
            </a:xfrm>
            <a:custGeom>
              <a:avLst/>
              <a:ahLst/>
              <a:rect l="0" t="0" r="r" b="b"/>
              <a:pathLst>
                <a:path w="31" h="62">
                  <a:moveTo>
                    <a:pt x="0" y="0"/>
                  </a:move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8" y="22"/>
                  </a:lnTo>
                  <a:lnTo>
                    <a:pt x="31" y="32"/>
                  </a:lnTo>
                  <a:lnTo>
                    <a:pt x="28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85" name=""/>
            <p:cNvSpPr/>
            <p:nvPr/>
          </p:nvSpPr>
          <p:spPr>
            <a:xfrm rot="0">
              <a:off x="1894" y="3060"/>
              <a:ext cx="21" cy="25"/>
            </a:xfrm>
            <a:custGeom>
              <a:avLst/>
              <a:ahLst/>
              <a:rect l="0" t="0" r="r" b="b"/>
              <a:pathLst>
                <a:path w="63" h="75">
                  <a:moveTo>
                    <a:pt x="2" y="75"/>
                  </a:moveTo>
                  <a:lnTo>
                    <a:pt x="33" y="73"/>
                  </a:lnTo>
                  <a:lnTo>
                    <a:pt x="63" y="72"/>
                  </a:lnTo>
                  <a:lnTo>
                    <a:pt x="60" y="0"/>
                  </a:lnTo>
                  <a:lnTo>
                    <a:pt x="30" y="1"/>
                  </a:lnTo>
                  <a:lnTo>
                    <a:pt x="0" y="2"/>
                  </a:lnTo>
                  <a:lnTo>
                    <a:pt x="2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86" name=""/>
            <p:cNvSpPr/>
            <p:nvPr/>
          </p:nvSpPr>
          <p:spPr>
            <a:xfrm rot="0">
              <a:off x="1894" y="3060"/>
              <a:ext cx="21" cy="25"/>
            </a:xfrm>
            <a:custGeom>
              <a:avLst/>
              <a:ahLst/>
              <a:rect l="0" t="0" r="r" b="b"/>
              <a:pathLst>
                <a:path w="63" h="75">
                  <a:moveTo>
                    <a:pt x="2" y="75"/>
                  </a:moveTo>
                  <a:lnTo>
                    <a:pt x="33" y="73"/>
                  </a:lnTo>
                  <a:lnTo>
                    <a:pt x="63" y="72"/>
                  </a:lnTo>
                  <a:lnTo>
                    <a:pt x="60" y="0"/>
                  </a:lnTo>
                  <a:lnTo>
                    <a:pt x="30" y="1"/>
                  </a:lnTo>
                  <a:lnTo>
                    <a:pt x="0" y="2"/>
                  </a:lnTo>
                  <a:lnTo>
                    <a:pt x="2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87" name=""/>
            <p:cNvSpPr/>
            <p:nvPr/>
          </p:nvSpPr>
          <p:spPr>
            <a:xfrm rot="0">
              <a:off x="1904" y="3059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0" y="3"/>
                  </a:moveTo>
                  <a:lnTo>
                    <a:pt x="30" y="2"/>
                  </a:lnTo>
                  <a:lnTo>
                    <a:pt x="30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88" name=""/>
            <p:cNvSpPr/>
            <p:nvPr/>
          </p:nvSpPr>
          <p:spPr>
            <a:xfrm rot="0" flipV="1">
              <a:off x="1914" y="3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89" name=""/>
            <p:cNvSpPr/>
            <p:nvPr/>
          </p:nvSpPr>
          <p:spPr>
            <a:xfrm rot="0">
              <a:off x="1891" y="3035"/>
              <a:ext cx="23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7" y="80"/>
                  </a:moveTo>
                  <a:lnTo>
                    <a:pt x="37" y="76"/>
                  </a:lnTo>
                  <a:lnTo>
                    <a:pt x="67" y="73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7"/>
                  </a:lnTo>
                  <a:lnTo>
                    <a:pt x="7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90" name=""/>
            <p:cNvSpPr/>
            <p:nvPr/>
          </p:nvSpPr>
          <p:spPr>
            <a:xfrm rot="0">
              <a:off x="1891" y="3035"/>
              <a:ext cx="23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7" y="80"/>
                  </a:moveTo>
                  <a:lnTo>
                    <a:pt x="37" y="76"/>
                  </a:lnTo>
                  <a:lnTo>
                    <a:pt x="67" y="73"/>
                  </a:lnTo>
                  <a:lnTo>
                    <a:pt x="60" y="0"/>
                  </a:lnTo>
                  <a:lnTo>
                    <a:pt x="30" y="4"/>
                  </a:lnTo>
                  <a:lnTo>
                    <a:pt x="0" y="7"/>
                  </a:lnTo>
                  <a:lnTo>
                    <a:pt x="7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91" name=""/>
            <p:cNvSpPr/>
            <p:nvPr/>
          </p:nvSpPr>
          <p:spPr>
            <a:xfrm rot="0">
              <a:off x="1901" y="3035"/>
              <a:ext cx="10" cy="1"/>
            </a:xfrm>
            <a:custGeom>
              <a:avLst/>
              <a:ahLst/>
              <a:rect l="0" t="0" r="r" b="b"/>
              <a:pathLst>
                <a:path w="30" h="5">
                  <a:moveTo>
                    <a:pt x="0" y="5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92" name=""/>
            <p:cNvSpPr/>
            <p:nvPr/>
          </p:nvSpPr>
          <p:spPr>
            <a:xfrm rot="0" flipV="1">
              <a:off x="1911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93" name=""/>
            <p:cNvSpPr/>
            <p:nvPr/>
          </p:nvSpPr>
          <p:spPr>
            <a:xfrm rot="0">
              <a:off x="1888" y="3011"/>
              <a:ext cx="23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11" y="81"/>
                  </a:moveTo>
                  <a:lnTo>
                    <a:pt x="41" y="76"/>
                  </a:lnTo>
                  <a:lnTo>
                    <a:pt x="71" y="71"/>
                  </a:lnTo>
                  <a:lnTo>
                    <a:pt x="60" y="0"/>
                  </a:lnTo>
                  <a:lnTo>
                    <a:pt x="30" y="5"/>
                  </a:lnTo>
                  <a:lnTo>
                    <a:pt x="0" y="10"/>
                  </a:lnTo>
                  <a:lnTo>
                    <a:pt x="1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94" name=""/>
            <p:cNvSpPr/>
            <p:nvPr/>
          </p:nvSpPr>
          <p:spPr>
            <a:xfrm rot="0">
              <a:off x="1888" y="3011"/>
              <a:ext cx="23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11" y="81"/>
                  </a:moveTo>
                  <a:lnTo>
                    <a:pt x="41" y="76"/>
                  </a:lnTo>
                  <a:lnTo>
                    <a:pt x="71" y="71"/>
                  </a:lnTo>
                  <a:lnTo>
                    <a:pt x="60" y="0"/>
                  </a:lnTo>
                  <a:lnTo>
                    <a:pt x="30" y="5"/>
                  </a:lnTo>
                  <a:lnTo>
                    <a:pt x="0" y="10"/>
                  </a:lnTo>
                  <a:lnTo>
                    <a:pt x="11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95" name=""/>
            <p:cNvSpPr/>
            <p:nvPr/>
          </p:nvSpPr>
          <p:spPr>
            <a:xfrm rot="0">
              <a:off x="1898" y="3011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0" y="6"/>
                  </a:moveTo>
                  <a:lnTo>
                    <a:pt x="30" y="1"/>
                  </a:lnTo>
                  <a:lnTo>
                    <a:pt x="30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96" name=""/>
            <p:cNvSpPr/>
            <p:nvPr/>
          </p:nvSpPr>
          <p:spPr>
            <a:xfrm rot="0" flipV="1">
              <a:off x="1908" y="3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97" name=""/>
            <p:cNvSpPr/>
            <p:nvPr/>
          </p:nvSpPr>
          <p:spPr>
            <a:xfrm rot="0">
              <a:off x="1883" y="2987"/>
              <a:ext cx="25" cy="28"/>
            </a:xfrm>
            <a:custGeom>
              <a:avLst/>
              <a:ahLst/>
              <a:rect l="0" t="0" r="r" b="b"/>
              <a:pathLst>
                <a:path w="75" h="82">
                  <a:moveTo>
                    <a:pt x="15" y="82"/>
                  </a:moveTo>
                  <a:lnTo>
                    <a:pt x="45" y="76"/>
                  </a:lnTo>
                  <a:lnTo>
                    <a:pt x="75" y="70"/>
                  </a:lnTo>
                  <a:lnTo>
                    <a:pt x="61" y="0"/>
                  </a:lnTo>
                  <a:lnTo>
                    <a:pt x="31" y="6"/>
                  </a:lnTo>
                  <a:lnTo>
                    <a:pt x="0" y="12"/>
                  </a:lnTo>
                  <a:lnTo>
                    <a:pt x="15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5998" name=""/>
            <p:cNvSpPr/>
            <p:nvPr/>
          </p:nvSpPr>
          <p:spPr>
            <a:xfrm rot="0">
              <a:off x="1883" y="2987"/>
              <a:ext cx="25" cy="28"/>
            </a:xfrm>
            <a:custGeom>
              <a:avLst/>
              <a:ahLst/>
              <a:rect l="0" t="0" r="r" b="b"/>
              <a:pathLst>
                <a:path w="75" h="82">
                  <a:moveTo>
                    <a:pt x="15" y="82"/>
                  </a:moveTo>
                  <a:lnTo>
                    <a:pt x="45" y="76"/>
                  </a:lnTo>
                  <a:lnTo>
                    <a:pt x="75" y="70"/>
                  </a:lnTo>
                  <a:lnTo>
                    <a:pt x="61" y="0"/>
                  </a:lnTo>
                  <a:lnTo>
                    <a:pt x="31" y="6"/>
                  </a:lnTo>
                  <a:lnTo>
                    <a:pt x="0" y="12"/>
                  </a:lnTo>
                  <a:lnTo>
                    <a:pt x="15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5999" name=""/>
            <p:cNvSpPr/>
            <p:nvPr/>
          </p:nvSpPr>
          <p:spPr>
            <a:xfrm rot="0">
              <a:off x="1893" y="2986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0" y="9"/>
                  </a:moveTo>
                  <a:lnTo>
                    <a:pt x="30" y="3"/>
                  </a:lnTo>
                  <a:lnTo>
                    <a:pt x="30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00" name=""/>
            <p:cNvSpPr/>
            <p:nvPr/>
          </p:nvSpPr>
          <p:spPr>
            <a:xfrm rot="0" flipV="1">
              <a:off x="1903" y="29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01" name=""/>
            <p:cNvSpPr/>
            <p:nvPr/>
          </p:nvSpPr>
          <p:spPr>
            <a:xfrm rot="0">
              <a:off x="1876" y="2963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19" y="86"/>
                  </a:moveTo>
                  <a:lnTo>
                    <a:pt x="50" y="78"/>
                  </a:lnTo>
                  <a:lnTo>
                    <a:pt x="80" y="69"/>
                  </a:lnTo>
                  <a:lnTo>
                    <a:pt x="60" y="0"/>
                  </a:lnTo>
                  <a:lnTo>
                    <a:pt x="30" y="8"/>
                  </a:lnTo>
                  <a:lnTo>
                    <a:pt x="0" y="16"/>
                  </a:lnTo>
                  <a:lnTo>
                    <a:pt x="19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02" name=""/>
            <p:cNvSpPr/>
            <p:nvPr/>
          </p:nvSpPr>
          <p:spPr>
            <a:xfrm rot="0">
              <a:off x="1876" y="2963"/>
              <a:ext cx="27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19" y="86"/>
                  </a:moveTo>
                  <a:lnTo>
                    <a:pt x="50" y="78"/>
                  </a:lnTo>
                  <a:lnTo>
                    <a:pt x="80" y="69"/>
                  </a:lnTo>
                  <a:lnTo>
                    <a:pt x="60" y="0"/>
                  </a:lnTo>
                  <a:lnTo>
                    <a:pt x="30" y="8"/>
                  </a:lnTo>
                  <a:lnTo>
                    <a:pt x="0" y="16"/>
                  </a:lnTo>
                  <a:lnTo>
                    <a:pt x="19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03" name=""/>
            <p:cNvSpPr/>
            <p:nvPr/>
          </p:nvSpPr>
          <p:spPr>
            <a:xfrm rot="0">
              <a:off x="1886" y="2963"/>
              <a:ext cx="10" cy="3"/>
            </a:xfrm>
            <a:custGeom>
              <a:avLst/>
              <a:ahLst/>
              <a:rect l="0" t="0" r="r" b="b"/>
              <a:pathLst>
                <a:path w="30" h="10">
                  <a:moveTo>
                    <a:pt x="0" y="10"/>
                  </a:moveTo>
                  <a:lnTo>
                    <a:pt x="30" y="2"/>
                  </a:lnTo>
                  <a:lnTo>
                    <a:pt x="29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04" name=""/>
            <p:cNvSpPr/>
            <p:nvPr/>
          </p:nvSpPr>
          <p:spPr>
            <a:xfrm rot="0" flipH="1" flipV="1">
              <a:off x="1896" y="2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05" name=""/>
            <p:cNvSpPr/>
            <p:nvPr/>
          </p:nvSpPr>
          <p:spPr>
            <a:xfrm rot="0">
              <a:off x="1869" y="2940"/>
              <a:ext cx="27" cy="29"/>
            </a:xfrm>
            <a:custGeom>
              <a:avLst/>
              <a:ahLst/>
              <a:rect l="0" t="0" r="r" b="b"/>
              <a:pathLst>
                <a:path w="82" h="88">
                  <a:moveTo>
                    <a:pt x="24" y="88"/>
                  </a:moveTo>
                  <a:lnTo>
                    <a:pt x="53" y="78"/>
                  </a:lnTo>
                  <a:lnTo>
                    <a:pt x="82" y="68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24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06" name=""/>
            <p:cNvSpPr/>
            <p:nvPr/>
          </p:nvSpPr>
          <p:spPr>
            <a:xfrm rot="0">
              <a:off x="1869" y="2940"/>
              <a:ext cx="27" cy="29"/>
            </a:xfrm>
            <a:custGeom>
              <a:avLst/>
              <a:ahLst/>
              <a:rect l="0" t="0" r="r" b="b"/>
              <a:pathLst>
                <a:path w="82" h="88">
                  <a:moveTo>
                    <a:pt x="24" y="88"/>
                  </a:moveTo>
                  <a:lnTo>
                    <a:pt x="53" y="78"/>
                  </a:lnTo>
                  <a:lnTo>
                    <a:pt x="82" y="68"/>
                  </a:lnTo>
                  <a:lnTo>
                    <a:pt x="58" y="0"/>
                  </a:lnTo>
                  <a:lnTo>
                    <a:pt x="29" y="9"/>
                  </a:lnTo>
                  <a:lnTo>
                    <a:pt x="0" y="19"/>
                  </a:lnTo>
                  <a:lnTo>
                    <a:pt x="24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07" name=""/>
            <p:cNvSpPr/>
            <p:nvPr/>
          </p:nvSpPr>
          <p:spPr>
            <a:xfrm rot="0">
              <a:off x="1878" y="2939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12"/>
                  </a:moveTo>
                  <a:lnTo>
                    <a:pt x="29" y="3"/>
                  </a:lnTo>
                  <a:lnTo>
                    <a:pt x="29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08" name=""/>
            <p:cNvSpPr/>
            <p:nvPr/>
          </p:nvSpPr>
          <p:spPr>
            <a:xfrm rot="0" flipV="1">
              <a:off x="1888" y="2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09" name=""/>
            <p:cNvSpPr/>
            <p:nvPr/>
          </p:nvSpPr>
          <p:spPr>
            <a:xfrm rot="0">
              <a:off x="1860" y="2917"/>
              <a:ext cx="28" cy="30"/>
            </a:xfrm>
            <a:custGeom>
              <a:avLst/>
              <a:ahLst/>
              <a:rect l="0" t="0" r="r" b="b"/>
              <a:pathLst>
                <a:path w="85" h="90">
                  <a:moveTo>
                    <a:pt x="27" y="90"/>
                  </a:moveTo>
                  <a:lnTo>
                    <a:pt x="56" y="78"/>
                  </a:lnTo>
                  <a:lnTo>
                    <a:pt x="85" y="66"/>
                  </a:lnTo>
                  <a:lnTo>
                    <a:pt x="57" y="0"/>
                  </a:lnTo>
                  <a:lnTo>
                    <a:pt x="29" y="12"/>
                  </a:lnTo>
                  <a:lnTo>
                    <a:pt x="0" y="24"/>
                  </a:lnTo>
                  <a:lnTo>
                    <a:pt x="27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10" name=""/>
            <p:cNvSpPr/>
            <p:nvPr/>
          </p:nvSpPr>
          <p:spPr>
            <a:xfrm rot="0">
              <a:off x="1860" y="2917"/>
              <a:ext cx="28" cy="30"/>
            </a:xfrm>
            <a:custGeom>
              <a:avLst/>
              <a:ahLst/>
              <a:rect l="0" t="0" r="r" b="b"/>
              <a:pathLst>
                <a:path w="85" h="90">
                  <a:moveTo>
                    <a:pt x="27" y="90"/>
                  </a:moveTo>
                  <a:lnTo>
                    <a:pt x="56" y="78"/>
                  </a:lnTo>
                  <a:lnTo>
                    <a:pt x="85" y="66"/>
                  </a:lnTo>
                  <a:lnTo>
                    <a:pt x="57" y="0"/>
                  </a:lnTo>
                  <a:lnTo>
                    <a:pt x="29" y="12"/>
                  </a:lnTo>
                  <a:lnTo>
                    <a:pt x="0" y="24"/>
                  </a:lnTo>
                  <a:lnTo>
                    <a:pt x="27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11" name=""/>
            <p:cNvSpPr/>
            <p:nvPr/>
          </p:nvSpPr>
          <p:spPr>
            <a:xfrm rot="0">
              <a:off x="1869" y="2917"/>
              <a:ext cx="10" cy="4"/>
            </a:xfrm>
            <a:custGeom>
              <a:avLst/>
              <a:ahLst/>
              <a:rect l="0" t="0" r="r" b="b"/>
              <a:pathLst>
                <a:path w="28" h="13">
                  <a:moveTo>
                    <a:pt x="0" y="13"/>
                  </a:moveTo>
                  <a:lnTo>
                    <a:pt x="28" y="1"/>
                  </a:lnTo>
                  <a:lnTo>
                    <a:pt x="27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12" name=""/>
            <p:cNvSpPr/>
            <p:nvPr/>
          </p:nvSpPr>
          <p:spPr>
            <a:xfrm rot="0" flipH="1" flipV="1">
              <a:off x="1878" y="2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13" name=""/>
            <p:cNvSpPr/>
            <p:nvPr/>
          </p:nvSpPr>
          <p:spPr>
            <a:xfrm rot="0">
              <a:off x="1849" y="2895"/>
              <a:ext cx="29" cy="30"/>
            </a:xfrm>
            <a:custGeom>
              <a:avLst/>
              <a:ahLst/>
              <a:rect l="0" t="0" r="r" b="b"/>
              <a:pathLst>
                <a:path w="87" h="91">
                  <a:moveTo>
                    <a:pt x="32" y="91"/>
                  </a:moveTo>
                  <a:lnTo>
                    <a:pt x="60" y="78"/>
                  </a:lnTo>
                  <a:lnTo>
                    <a:pt x="87" y="65"/>
                  </a:lnTo>
                  <a:lnTo>
                    <a:pt x="56" y="0"/>
                  </a:lnTo>
                  <a:lnTo>
                    <a:pt x="28" y="13"/>
                  </a:lnTo>
                  <a:lnTo>
                    <a:pt x="0" y="26"/>
                  </a:lnTo>
                  <a:lnTo>
                    <a:pt x="32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14" name=""/>
            <p:cNvSpPr/>
            <p:nvPr/>
          </p:nvSpPr>
          <p:spPr>
            <a:xfrm rot="0">
              <a:off x="1849" y="2895"/>
              <a:ext cx="29" cy="30"/>
            </a:xfrm>
            <a:custGeom>
              <a:avLst/>
              <a:ahLst/>
              <a:rect l="0" t="0" r="r" b="b"/>
              <a:pathLst>
                <a:path w="87" h="91">
                  <a:moveTo>
                    <a:pt x="32" y="91"/>
                  </a:moveTo>
                  <a:lnTo>
                    <a:pt x="60" y="78"/>
                  </a:lnTo>
                  <a:lnTo>
                    <a:pt x="87" y="65"/>
                  </a:lnTo>
                  <a:lnTo>
                    <a:pt x="56" y="0"/>
                  </a:lnTo>
                  <a:lnTo>
                    <a:pt x="28" y="13"/>
                  </a:lnTo>
                  <a:lnTo>
                    <a:pt x="0" y="26"/>
                  </a:lnTo>
                  <a:lnTo>
                    <a:pt x="32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15" name=""/>
            <p:cNvSpPr/>
            <p:nvPr/>
          </p:nvSpPr>
          <p:spPr>
            <a:xfrm rot="0">
              <a:off x="1859" y="2894"/>
              <a:ext cx="9" cy="5"/>
            </a:xfrm>
            <a:custGeom>
              <a:avLst/>
              <a:ahLst/>
              <a:rect l="0" t="0" r="r" b="b"/>
              <a:pathLst>
                <a:path w="28" h="15">
                  <a:moveTo>
                    <a:pt x="0" y="15"/>
                  </a:moveTo>
                  <a:lnTo>
                    <a:pt x="28" y="2"/>
                  </a:lnTo>
                  <a:lnTo>
                    <a:pt x="27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16" name=""/>
            <p:cNvSpPr/>
            <p:nvPr/>
          </p:nvSpPr>
          <p:spPr>
            <a:xfrm rot="0" flipH="1" flipV="1">
              <a:off x="1868" y="2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17" name=""/>
            <p:cNvSpPr/>
            <p:nvPr/>
          </p:nvSpPr>
          <p:spPr>
            <a:xfrm rot="0">
              <a:off x="1838" y="2874"/>
              <a:ext cx="30" cy="30"/>
            </a:xfrm>
            <a:custGeom>
              <a:avLst/>
              <a:ahLst/>
              <a:rect l="0" t="0" r="r" b="b"/>
              <a:pathLst>
                <a:path w="88" h="91">
                  <a:moveTo>
                    <a:pt x="35" y="91"/>
                  </a:moveTo>
                  <a:lnTo>
                    <a:pt x="61" y="77"/>
                  </a:lnTo>
                  <a:lnTo>
                    <a:pt x="88" y="62"/>
                  </a:lnTo>
                  <a:lnTo>
                    <a:pt x="53" y="0"/>
                  </a:lnTo>
                  <a:lnTo>
                    <a:pt x="26" y="14"/>
                  </a:lnTo>
                  <a:lnTo>
                    <a:pt x="0" y="29"/>
                  </a:lnTo>
                  <a:lnTo>
                    <a:pt x="35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18" name=""/>
            <p:cNvSpPr/>
            <p:nvPr/>
          </p:nvSpPr>
          <p:spPr>
            <a:xfrm rot="0">
              <a:off x="1838" y="2874"/>
              <a:ext cx="30" cy="30"/>
            </a:xfrm>
            <a:custGeom>
              <a:avLst/>
              <a:ahLst/>
              <a:rect l="0" t="0" r="r" b="b"/>
              <a:pathLst>
                <a:path w="88" h="91">
                  <a:moveTo>
                    <a:pt x="35" y="91"/>
                  </a:moveTo>
                  <a:lnTo>
                    <a:pt x="61" y="77"/>
                  </a:lnTo>
                  <a:lnTo>
                    <a:pt x="88" y="62"/>
                  </a:lnTo>
                  <a:lnTo>
                    <a:pt x="53" y="0"/>
                  </a:lnTo>
                  <a:lnTo>
                    <a:pt x="26" y="14"/>
                  </a:lnTo>
                  <a:lnTo>
                    <a:pt x="0" y="29"/>
                  </a:lnTo>
                  <a:lnTo>
                    <a:pt x="35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19" name=""/>
            <p:cNvSpPr/>
            <p:nvPr/>
          </p:nvSpPr>
          <p:spPr>
            <a:xfrm rot="0">
              <a:off x="1847" y="2873"/>
              <a:ext cx="9" cy="5"/>
            </a:xfrm>
            <a:custGeom>
              <a:avLst/>
              <a:ahLst/>
              <a:rect l="0" t="0" r="r" b="b"/>
              <a:pathLst>
                <a:path w="27" h="17">
                  <a:moveTo>
                    <a:pt x="0" y="17"/>
                  </a:moveTo>
                  <a:lnTo>
                    <a:pt x="27" y="3"/>
                  </a:lnTo>
                  <a:lnTo>
                    <a:pt x="26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20" name=""/>
            <p:cNvSpPr/>
            <p:nvPr/>
          </p:nvSpPr>
          <p:spPr>
            <a:xfrm rot="0" flipH="1" flipV="1">
              <a:off x="1856" y="2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21" name=""/>
            <p:cNvSpPr/>
            <p:nvPr/>
          </p:nvSpPr>
          <p:spPr>
            <a:xfrm rot="0">
              <a:off x="1825" y="2853"/>
              <a:ext cx="31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40" y="94"/>
                  </a:moveTo>
                  <a:lnTo>
                    <a:pt x="65" y="77"/>
                  </a:lnTo>
                  <a:lnTo>
                    <a:pt x="91" y="60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4"/>
                  </a:lnTo>
                  <a:lnTo>
                    <a:pt x="40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22" name=""/>
            <p:cNvSpPr/>
            <p:nvPr/>
          </p:nvSpPr>
          <p:spPr>
            <a:xfrm rot="0">
              <a:off x="1825" y="2853"/>
              <a:ext cx="31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40" y="94"/>
                  </a:moveTo>
                  <a:lnTo>
                    <a:pt x="65" y="77"/>
                  </a:lnTo>
                  <a:lnTo>
                    <a:pt x="91" y="60"/>
                  </a:lnTo>
                  <a:lnTo>
                    <a:pt x="51" y="0"/>
                  </a:lnTo>
                  <a:lnTo>
                    <a:pt x="25" y="17"/>
                  </a:lnTo>
                  <a:lnTo>
                    <a:pt x="0" y="34"/>
                  </a:lnTo>
                  <a:lnTo>
                    <a:pt x="4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23" name=""/>
            <p:cNvSpPr/>
            <p:nvPr/>
          </p:nvSpPr>
          <p:spPr>
            <a:xfrm rot="0">
              <a:off x="1834" y="2852"/>
              <a:ext cx="8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18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24" name=""/>
            <p:cNvSpPr/>
            <p:nvPr/>
          </p:nvSpPr>
          <p:spPr>
            <a:xfrm rot="0" flipV="1">
              <a:off x="1842" y="28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25" name=""/>
            <p:cNvSpPr/>
            <p:nvPr/>
          </p:nvSpPr>
          <p:spPr>
            <a:xfrm rot="0">
              <a:off x="1811" y="2833"/>
              <a:ext cx="31" cy="31"/>
            </a:xfrm>
            <a:custGeom>
              <a:avLst/>
              <a:ahLst/>
              <a:rect l="0" t="0" r="r" b="b"/>
              <a:pathLst>
                <a:path w="93" h="94">
                  <a:moveTo>
                    <a:pt x="42" y="94"/>
                  </a:moveTo>
                  <a:lnTo>
                    <a:pt x="67" y="76"/>
                  </a:lnTo>
                  <a:lnTo>
                    <a:pt x="93" y="58"/>
                  </a:lnTo>
                  <a:lnTo>
                    <a:pt x="51" y="0"/>
                  </a:lnTo>
                  <a:lnTo>
                    <a:pt x="25" y="18"/>
                  </a:lnTo>
                  <a:lnTo>
                    <a:pt x="0" y="36"/>
                  </a:lnTo>
                  <a:lnTo>
                    <a:pt x="42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26" name=""/>
            <p:cNvSpPr/>
            <p:nvPr/>
          </p:nvSpPr>
          <p:spPr>
            <a:xfrm rot="0">
              <a:off x="1811" y="2833"/>
              <a:ext cx="31" cy="31"/>
            </a:xfrm>
            <a:custGeom>
              <a:avLst/>
              <a:ahLst/>
              <a:rect l="0" t="0" r="r" b="b"/>
              <a:pathLst>
                <a:path w="93" h="94">
                  <a:moveTo>
                    <a:pt x="42" y="94"/>
                  </a:moveTo>
                  <a:lnTo>
                    <a:pt x="67" y="76"/>
                  </a:lnTo>
                  <a:lnTo>
                    <a:pt x="93" y="58"/>
                  </a:lnTo>
                  <a:lnTo>
                    <a:pt x="51" y="0"/>
                  </a:lnTo>
                  <a:lnTo>
                    <a:pt x="25" y="18"/>
                  </a:lnTo>
                  <a:lnTo>
                    <a:pt x="0" y="36"/>
                  </a:lnTo>
                  <a:lnTo>
                    <a:pt x="42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27" name=""/>
            <p:cNvSpPr/>
            <p:nvPr/>
          </p:nvSpPr>
          <p:spPr>
            <a:xfrm rot="0">
              <a:off x="1820" y="2833"/>
              <a:ext cx="8" cy="6"/>
            </a:xfrm>
            <a:custGeom>
              <a:avLst/>
              <a:ahLst/>
              <a:rect l="0" t="0" r="r" b="b"/>
              <a:pathLst>
                <a:path w="26" h="19">
                  <a:moveTo>
                    <a:pt x="0" y="19"/>
                  </a:moveTo>
                  <a:lnTo>
                    <a:pt x="26" y="1"/>
                  </a:lnTo>
                  <a:lnTo>
                    <a:pt x="24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28" name=""/>
            <p:cNvSpPr/>
            <p:nvPr/>
          </p:nvSpPr>
          <p:spPr>
            <a:xfrm rot="0" flipH="1" flipV="1">
              <a:off x="1828" y="28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29" name=""/>
            <p:cNvSpPr/>
            <p:nvPr/>
          </p:nvSpPr>
          <p:spPr>
            <a:xfrm rot="0">
              <a:off x="1796" y="2814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46" y="94"/>
                  </a:moveTo>
                  <a:lnTo>
                    <a:pt x="70" y="75"/>
                  </a:lnTo>
                  <a:lnTo>
                    <a:pt x="94" y="56"/>
                  </a:lnTo>
                  <a:lnTo>
                    <a:pt x="49" y="0"/>
                  </a:lnTo>
                  <a:lnTo>
                    <a:pt x="24" y="20"/>
                  </a:lnTo>
                  <a:lnTo>
                    <a:pt x="0" y="39"/>
                  </a:lnTo>
                  <a:lnTo>
                    <a:pt x="46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30" name=""/>
            <p:cNvSpPr/>
            <p:nvPr/>
          </p:nvSpPr>
          <p:spPr>
            <a:xfrm rot="0">
              <a:off x="1796" y="2814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46" y="94"/>
                  </a:moveTo>
                  <a:lnTo>
                    <a:pt x="70" y="75"/>
                  </a:lnTo>
                  <a:lnTo>
                    <a:pt x="94" y="56"/>
                  </a:lnTo>
                  <a:lnTo>
                    <a:pt x="49" y="0"/>
                  </a:lnTo>
                  <a:lnTo>
                    <a:pt x="24" y="20"/>
                  </a:lnTo>
                  <a:lnTo>
                    <a:pt x="0" y="39"/>
                  </a:lnTo>
                  <a:lnTo>
                    <a:pt x="46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31" name=""/>
            <p:cNvSpPr/>
            <p:nvPr/>
          </p:nvSpPr>
          <p:spPr>
            <a:xfrm rot="0">
              <a:off x="1804" y="2814"/>
              <a:ext cx="9" cy="7"/>
            </a:xfrm>
            <a:custGeom>
              <a:avLst/>
              <a:ahLst/>
              <a:rect l="0" t="0" r="r" b="b"/>
              <a:pathLst>
                <a:path w="25" h="21">
                  <a:moveTo>
                    <a:pt x="0" y="21"/>
                  </a:moveTo>
                  <a:lnTo>
                    <a:pt x="25" y="1"/>
                  </a:lnTo>
                  <a:lnTo>
                    <a:pt x="23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32" name=""/>
            <p:cNvSpPr/>
            <p:nvPr/>
          </p:nvSpPr>
          <p:spPr>
            <a:xfrm rot="0" flipH="1" flipV="1">
              <a:off x="1812" y="2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33" name=""/>
            <p:cNvSpPr/>
            <p:nvPr/>
          </p:nvSpPr>
          <p:spPr>
            <a:xfrm rot="0">
              <a:off x="1780" y="2796"/>
              <a:ext cx="32" cy="31"/>
            </a:xfrm>
            <a:custGeom>
              <a:avLst/>
              <a:ahLst/>
              <a:rect l="0" t="0" r="r" b="b"/>
              <a:pathLst>
                <a:path w="95" h="94">
                  <a:moveTo>
                    <a:pt x="50" y="94"/>
                  </a:moveTo>
                  <a:lnTo>
                    <a:pt x="72" y="74"/>
                  </a:lnTo>
                  <a:lnTo>
                    <a:pt x="95" y="53"/>
                  </a:lnTo>
                  <a:lnTo>
                    <a:pt x="46" y="0"/>
                  </a:lnTo>
                  <a:lnTo>
                    <a:pt x="23" y="21"/>
                  </a:lnTo>
                  <a:lnTo>
                    <a:pt x="0" y="41"/>
                  </a:lnTo>
                  <a:lnTo>
                    <a:pt x="50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34" name=""/>
            <p:cNvSpPr/>
            <p:nvPr/>
          </p:nvSpPr>
          <p:spPr>
            <a:xfrm rot="0">
              <a:off x="1780" y="2796"/>
              <a:ext cx="32" cy="31"/>
            </a:xfrm>
            <a:custGeom>
              <a:avLst/>
              <a:ahLst/>
              <a:rect l="0" t="0" r="r" b="b"/>
              <a:pathLst>
                <a:path w="95" h="94">
                  <a:moveTo>
                    <a:pt x="50" y="94"/>
                  </a:moveTo>
                  <a:lnTo>
                    <a:pt x="72" y="74"/>
                  </a:lnTo>
                  <a:lnTo>
                    <a:pt x="95" y="53"/>
                  </a:lnTo>
                  <a:lnTo>
                    <a:pt x="46" y="0"/>
                  </a:lnTo>
                  <a:lnTo>
                    <a:pt x="23" y="21"/>
                  </a:lnTo>
                  <a:lnTo>
                    <a:pt x="0" y="41"/>
                  </a:lnTo>
                  <a:lnTo>
                    <a:pt x="5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35" name=""/>
            <p:cNvSpPr/>
            <p:nvPr/>
          </p:nvSpPr>
          <p:spPr>
            <a:xfrm rot="0">
              <a:off x="1788" y="2795"/>
              <a:ext cx="8" cy="8"/>
            </a:xfrm>
            <a:custGeom>
              <a:avLst/>
              <a:ahLst/>
              <a:rect l="0" t="0" r="r" b="b"/>
              <a:pathLst>
                <a:path w="23" h="23">
                  <a:moveTo>
                    <a:pt x="0" y="23"/>
                  </a:moveTo>
                  <a:lnTo>
                    <a:pt x="23" y="2"/>
                  </a:lnTo>
                  <a:lnTo>
                    <a:pt x="21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36" name=""/>
            <p:cNvSpPr/>
            <p:nvPr/>
          </p:nvSpPr>
          <p:spPr>
            <a:xfrm rot="0" flipH="1" flipV="1">
              <a:off x="1795" y="27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37" name=""/>
            <p:cNvSpPr/>
            <p:nvPr/>
          </p:nvSpPr>
          <p:spPr>
            <a:xfrm rot="0">
              <a:off x="1764" y="2779"/>
              <a:ext cx="31" cy="32"/>
            </a:xfrm>
            <a:custGeom>
              <a:avLst/>
              <a:ahLst/>
              <a:rect l="0" t="0" r="r" b="b"/>
              <a:pathLst>
                <a:path w="94" h="96">
                  <a:moveTo>
                    <a:pt x="53" y="96"/>
                  </a:moveTo>
                  <a:lnTo>
                    <a:pt x="73" y="73"/>
                  </a:lnTo>
                  <a:lnTo>
                    <a:pt x="94" y="50"/>
                  </a:lnTo>
                  <a:lnTo>
                    <a:pt x="41" y="0"/>
                  </a:lnTo>
                  <a:lnTo>
                    <a:pt x="20" y="23"/>
                  </a:lnTo>
                  <a:lnTo>
                    <a:pt x="0" y="46"/>
                  </a:lnTo>
                  <a:lnTo>
                    <a:pt x="53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38" name=""/>
            <p:cNvSpPr/>
            <p:nvPr/>
          </p:nvSpPr>
          <p:spPr>
            <a:xfrm rot="0">
              <a:off x="1764" y="2779"/>
              <a:ext cx="31" cy="32"/>
            </a:xfrm>
            <a:custGeom>
              <a:avLst/>
              <a:ahLst/>
              <a:rect l="0" t="0" r="r" b="b"/>
              <a:pathLst>
                <a:path w="94" h="96">
                  <a:moveTo>
                    <a:pt x="53" y="96"/>
                  </a:moveTo>
                  <a:lnTo>
                    <a:pt x="73" y="73"/>
                  </a:lnTo>
                  <a:lnTo>
                    <a:pt x="94" y="50"/>
                  </a:lnTo>
                  <a:lnTo>
                    <a:pt x="41" y="0"/>
                  </a:lnTo>
                  <a:lnTo>
                    <a:pt x="20" y="23"/>
                  </a:lnTo>
                  <a:lnTo>
                    <a:pt x="0" y="46"/>
                  </a:lnTo>
                  <a:lnTo>
                    <a:pt x="53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39" name=""/>
            <p:cNvSpPr/>
            <p:nvPr/>
          </p:nvSpPr>
          <p:spPr>
            <a:xfrm rot="0">
              <a:off x="1770" y="2778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0" y="24"/>
                  </a:moveTo>
                  <a:lnTo>
                    <a:pt x="21" y="1"/>
                  </a:lnTo>
                  <a:lnTo>
                    <a:pt x="1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40" name=""/>
            <p:cNvSpPr/>
            <p:nvPr/>
          </p:nvSpPr>
          <p:spPr>
            <a:xfrm rot="0" flipH="1" flipV="1">
              <a:off x="1777" y="27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41" name=""/>
            <p:cNvSpPr/>
            <p:nvPr/>
          </p:nvSpPr>
          <p:spPr>
            <a:xfrm rot="0">
              <a:off x="1745" y="2763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56" y="94"/>
                  </a:moveTo>
                  <a:lnTo>
                    <a:pt x="75" y="70"/>
                  </a:lnTo>
                  <a:lnTo>
                    <a:pt x="94" y="46"/>
                  </a:lnTo>
                  <a:lnTo>
                    <a:pt x="39" y="0"/>
                  </a:lnTo>
                  <a:lnTo>
                    <a:pt x="20" y="24"/>
                  </a:lnTo>
                  <a:lnTo>
                    <a:pt x="0" y="49"/>
                  </a:lnTo>
                  <a:lnTo>
                    <a:pt x="56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42" name=""/>
            <p:cNvSpPr/>
            <p:nvPr/>
          </p:nvSpPr>
          <p:spPr>
            <a:xfrm rot="0">
              <a:off x="1745" y="2763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56" y="94"/>
                  </a:moveTo>
                  <a:lnTo>
                    <a:pt x="75" y="70"/>
                  </a:lnTo>
                  <a:lnTo>
                    <a:pt x="94" y="46"/>
                  </a:lnTo>
                  <a:lnTo>
                    <a:pt x="39" y="0"/>
                  </a:lnTo>
                  <a:lnTo>
                    <a:pt x="20" y="24"/>
                  </a:lnTo>
                  <a:lnTo>
                    <a:pt x="0" y="49"/>
                  </a:lnTo>
                  <a:lnTo>
                    <a:pt x="56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43" name=""/>
            <p:cNvSpPr/>
            <p:nvPr/>
          </p:nvSpPr>
          <p:spPr>
            <a:xfrm rot="0">
              <a:off x="1752" y="2763"/>
              <a:ext cx="6" cy="8"/>
            </a:xfrm>
            <a:custGeom>
              <a:avLst/>
              <a:ahLst/>
              <a:rect l="0" t="0" r="r" b="b"/>
              <a:pathLst>
                <a:path w="19" h="24">
                  <a:moveTo>
                    <a:pt x="0" y="24"/>
                  </a:moveTo>
                  <a:lnTo>
                    <a:pt x="19" y="0"/>
                  </a:lnTo>
                  <a:lnTo>
                    <a:pt x="18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44" name=""/>
            <p:cNvSpPr/>
            <p:nvPr/>
          </p:nvSpPr>
          <p:spPr>
            <a:xfrm rot="0" flipH="1">
              <a:off x="1758" y="2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45" name=""/>
            <p:cNvSpPr/>
            <p:nvPr/>
          </p:nvSpPr>
          <p:spPr>
            <a:xfrm rot="0">
              <a:off x="1727" y="2749"/>
              <a:ext cx="31" cy="30"/>
            </a:xfrm>
            <a:custGeom>
              <a:avLst/>
              <a:ahLst/>
              <a:rect l="0" t="0" r="r" b="b"/>
              <a:pathLst>
                <a:path w="94" h="92">
                  <a:moveTo>
                    <a:pt x="58" y="92"/>
                  </a:moveTo>
                  <a:lnTo>
                    <a:pt x="76" y="67"/>
                  </a:lnTo>
                  <a:lnTo>
                    <a:pt x="94" y="43"/>
                  </a:lnTo>
                  <a:lnTo>
                    <a:pt x="36" y="0"/>
                  </a:lnTo>
                  <a:lnTo>
                    <a:pt x="18" y="24"/>
                  </a:lnTo>
                  <a:lnTo>
                    <a:pt x="0" y="48"/>
                  </a:lnTo>
                  <a:lnTo>
                    <a:pt x="58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46" name=""/>
            <p:cNvSpPr/>
            <p:nvPr/>
          </p:nvSpPr>
          <p:spPr>
            <a:xfrm rot="0">
              <a:off x="1727" y="2749"/>
              <a:ext cx="31" cy="30"/>
            </a:xfrm>
            <a:custGeom>
              <a:avLst/>
              <a:ahLst/>
              <a:rect l="0" t="0" r="r" b="b"/>
              <a:pathLst>
                <a:path w="94" h="92">
                  <a:moveTo>
                    <a:pt x="58" y="92"/>
                  </a:moveTo>
                  <a:lnTo>
                    <a:pt x="76" y="67"/>
                  </a:lnTo>
                  <a:lnTo>
                    <a:pt x="94" y="43"/>
                  </a:lnTo>
                  <a:lnTo>
                    <a:pt x="36" y="0"/>
                  </a:lnTo>
                  <a:lnTo>
                    <a:pt x="18" y="24"/>
                  </a:lnTo>
                  <a:lnTo>
                    <a:pt x="0" y="48"/>
                  </a:lnTo>
                  <a:lnTo>
                    <a:pt x="58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47" name=""/>
            <p:cNvSpPr/>
            <p:nvPr/>
          </p:nvSpPr>
          <p:spPr>
            <a:xfrm rot="0">
              <a:off x="1733" y="2748"/>
              <a:ext cx="6" cy="9"/>
            </a:xfrm>
            <a:custGeom>
              <a:avLst/>
              <a:ahLst/>
              <a:rect l="0" t="0" r="r" b="b"/>
              <a:pathLst>
                <a:path w="18" h="25">
                  <a:moveTo>
                    <a:pt x="0" y="25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48" name=""/>
            <p:cNvSpPr/>
            <p:nvPr/>
          </p:nvSpPr>
          <p:spPr>
            <a:xfrm rot="0" flipH="1" flipV="1">
              <a:off x="1738" y="2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49" name=""/>
            <p:cNvSpPr/>
            <p:nvPr/>
          </p:nvSpPr>
          <p:spPr>
            <a:xfrm rot="0">
              <a:off x="1707" y="2735"/>
              <a:ext cx="31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60" y="89"/>
                  </a:moveTo>
                  <a:lnTo>
                    <a:pt x="77" y="64"/>
                  </a:lnTo>
                  <a:lnTo>
                    <a:pt x="94" y="39"/>
                  </a:lnTo>
                  <a:lnTo>
                    <a:pt x="33" y="0"/>
                  </a:lnTo>
                  <a:lnTo>
                    <a:pt x="17" y="25"/>
                  </a:lnTo>
                  <a:lnTo>
                    <a:pt x="0" y="51"/>
                  </a:lnTo>
                  <a:lnTo>
                    <a:pt x="6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50" name=""/>
            <p:cNvSpPr/>
            <p:nvPr/>
          </p:nvSpPr>
          <p:spPr>
            <a:xfrm rot="0">
              <a:off x="1707" y="2735"/>
              <a:ext cx="31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60" y="89"/>
                  </a:moveTo>
                  <a:lnTo>
                    <a:pt x="77" y="64"/>
                  </a:lnTo>
                  <a:lnTo>
                    <a:pt x="94" y="39"/>
                  </a:lnTo>
                  <a:lnTo>
                    <a:pt x="33" y="0"/>
                  </a:lnTo>
                  <a:lnTo>
                    <a:pt x="17" y="25"/>
                  </a:lnTo>
                  <a:lnTo>
                    <a:pt x="0" y="51"/>
                  </a:lnTo>
                  <a:lnTo>
                    <a:pt x="6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51" name=""/>
            <p:cNvSpPr/>
            <p:nvPr/>
          </p:nvSpPr>
          <p:spPr>
            <a:xfrm rot="0">
              <a:off x="1713" y="2735"/>
              <a:ext cx="5" cy="9"/>
            </a:xfrm>
            <a:custGeom>
              <a:avLst/>
              <a:ahLst/>
              <a:rect l="0" t="0" r="r" b="b"/>
              <a:pathLst>
                <a:path w="16" h="26">
                  <a:moveTo>
                    <a:pt x="0" y="26"/>
                  </a:moveTo>
                  <a:lnTo>
                    <a:pt x="16" y="1"/>
                  </a:lnTo>
                  <a:lnTo>
                    <a:pt x="14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52" name=""/>
            <p:cNvSpPr/>
            <p:nvPr/>
          </p:nvSpPr>
          <p:spPr>
            <a:xfrm rot="0" flipH="1" flipV="1">
              <a:off x="1717" y="2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53" name=""/>
            <p:cNvSpPr/>
            <p:nvPr/>
          </p:nvSpPr>
          <p:spPr>
            <a:xfrm rot="0">
              <a:off x="1687" y="2723"/>
              <a:ext cx="30" cy="30"/>
            </a:xfrm>
            <a:custGeom>
              <a:avLst/>
              <a:ahLst/>
              <a:rect l="0" t="0" r="r" b="b"/>
              <a:pathLst>
                <a:path w="92" h="88">
                  <a:moveTo>
                    <a:pt x="63" y="88"/>
                  </a:moveTo>
                  <a:lnTo>
                    <a:pt x="78" y="61"/>
                  </a:lnTo>
                  <a:lnTo>
                    <a:pt x="92" y="35"/>
                  </a:lnTo>
                  <a:lnTo>
                    <a:pt x="29" y="0"/>
                  </a:lnTo>
                  <a:lnTo>
                    <a:pt x="15" y="27"/>
                  </a:lnTo>
                  <a:lnTo>
                    <a:pt x="0" y="53"/>
                  </a:lnTo>
                  <a:lnTo>
                    <a:pt x="63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54" name=""/>
            <p:cNvSpPr/>
            <p:nvPr/>
          </p:nvSpPr>
          <p:spPr>
            <a:xfrm rot="0">
              <a:off x="1687" y="2723"/>
              <a:ext cx="30" cy="30"/>
            </a:xfrm>
            <a:custGeom>
              <a:avLst/>
              <a:ahLst/>
              <a:rect l="0" t="0" r="r" b="b"/>
              <a:pathLst>
                <a:path w="92" h="88">
                  <a:moveTo>
                    <a:pt x="63" y="88"/>
                  </a:moveTo>
                  <a:lnTo>
                    <a:pt x="78" y="61"/>
                  </a:lnTo>
                  <a:lnTo>
                    <a:pt x="92" y="35"/>
                  </a:lnTo>
                  <a:lnTo>
                    <a:pt x="29" y="0"/>
                  </a:lnTo>
                  <a:lnTo>
                    <a:pt x="15" y="27"/>
                  </a:lnTo>
                  <a:lnTo>
                    <a:pt x="0" y="53"/>
                  </a:lnTo>
                  <a:lnTo>
                    <a:pt x="63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55" name=""/>
            <p:cNvSpPr/>
            <p:nvPr/>
          </p:nvSpPr>
          <p:spPr>
            <a:xfrm rot="0">
              <a:off x="1692" y="2723"/>
              <a:ext cx="4" cy="9"/>
            </a:xfrm>
            <a:custGeom>
              <a:avLst/>
              <a:ahLst/>
              <a:rect l="0" t="0" r="r" b="b"/>
              <a:pathLst>
                <a:path w="14" h="28">
                  <a:moveTo>
                    <a:pt x="0" y="28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56" name=""/>
            <p:cNvSpPr/>
            <p:nvPr/>
          </p:nvSpPr>
          <p:spPr>
            <a:xfrm rot="0" flipH="1" flipV="1">
              <a:off x="1696" y="27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57" name=""/>
            <p:cNvSpPr/>
            <p:nvPr/>
          </p:nvSpPr>
          <p:spPr>
            <a:xfrm rot="0">
              <a:off x="1666" y="2712"/>
              <a:ext cx="30" cy="29"/>
            </a:xfrm>
            <a:custGeom>
              <a:avLst/>
              <a:ahLst/>
              <a:rect l="0" t="0" r="r" b="b"/>
              <a:pathLst>
                <a:path w="91" h="88">
                  <a:moveTo>
                    <a:pt x="65" y="88"/>
                  </a:moveTo>
                  <a:lnTo>
                    <a:pt x="78" y="61"/>
                  </a:lnTo>
                  <a:lnTo>
                    <a:pt x="91" y="33"/>
                  </a:lnTo>
                  <a:lnTo>
                    <a:pt x="26" y="0"/>
                  </a:lnTo>
                  <a:lnTo>
                    <a:pt x="13" y="28"/>
                  </a:lnTo>
                  <a:lnTo>
                    <a:pt x="0" y="56"/>
                  </a:lnTo>
                  <a:lnTo>
                    <a:pt x="65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58" name=""/>
            <p:cNvSpPr/>
            <p:nvPr/>
          </p:nvSpPr>
          <p:spPr>
            <a:xfrm rot="0">
              <a:off x="1666" y="2712"/>
              <a:ext cx="30" cy="29"/>
            </a:xfrm>
            <a:custGeom>
              <a:avLst/>
              <a:ahLst/>
              <a:rect l="0" t="0" r="r" b="b"/>
              <a:pathLst>
                <a:path w="91" h="88">
                  <a:moveTo>
                    <a:pt x="65" y="88"/>
                  </a:moveTo>
                  <a:lnTo>
                    <a:pt x="78" y="61"/>
                  </a:lnTo>
                  <a:lnTo>
                    <a:pt x="91" y="33"/>
                  </a:lnTo>
                  <a:lnTo>
                    <a:pt x="26" y="0"/>
                  </a:lnTo>
                  <a:lnTo>
                    <a:pt x="13" y="28"/>
                  </a:lnTo>
                  <a:lnTo>
                    <a:pt x="0" y="56"/>
                  </a:lnTo>
                  <a:lnTo>
                    <a:pt x="65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59" name=""/>
            <p:cNvSpPr/>
            <p:nvPr/>
          </p:nvSpPr>
          <p:spPr>
            <a:xfrm rot="0">
              <a:off x="1670" y="2712"/>
              <a:ext cx="4" cy="9"/>
            </a:xfrm>
            <a:custGeom>
              <a:avLst/>
              <a:ahLst/>
              <a:rect l="0" t="0" r="r" b="b"/>
              <a:pathLst>
                <a:path w="13" h="29">
                  <a:moveTo>
                    <a:pt x="0" y="29"/>
                  </a:moveTo>
                  <a:lnTo>
                    <a:pt x="13" y="1"/>
                  </a:lnTo>
                  <a:lnTo>
                    <a:pt x="12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60" name=""/>
            <p:cNvSpPr/>
            <p:nvPr/>
          </p:nvSpPr>
          <p:spPr>
            <a:xfrm rot="0" flipH="1" flipV="1">
              <a:off x="1674" y="27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61" name=""/>
            <p:cNvSpPr/>
            <p:nvPr/>
          </p:nvSpPr>
          <p:spPr>
            <a:xfrm rot="0">
              <a:off x="1644" y="2702"/>
              <a:ext cx="30" cy="29"/>
            </a:xfrm>
            <a:custGeom>
              <a:avLst/>
              <a:ahLst/>
              <a:rect l="0" t="0" r="r" b="b"/>
              <a:pathLst>
                <a:path w="91" h="86">
                  <a:moveTo>
                    <a:pt x="67" y="86"/>
                  </a:moveTo>
                  <a:lnTo>
                    <a:pt x="79" y="57"/>
                  </a:lnTo>
                  <a:lnTo>
                    <a:pt x="91" y="28"/>
                  </a:lnTo>
                  <a:lnTo>
                    <a:pt x="25" y="0"/>
                  </a:lnTo>
                  <a:lnTo>
                    <a:pt x="12" y="29"/>
                  </a:lnTo>
                  <a:lnTo>
                    <a:pt x="0" y="58"/>
                  </a:lnTo>
                  <a:lnTo>
                    <a:pt x="6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62" name=""/>
            <p:cNvSpPr/>
            <p:nvPr/>
          </p:nvSpPr>
          <p:spPr>
            <a:xfrm rot="0">
              <a:off x="1644" y="2702"/>
              <a:ext cx="30" cy="29"/>
            </a:xfrm>
            <a:custGeom>
              <a:avLst/>
              <a:ahLst/>
              <a:rect l="0" t="0" r="r" b="b"/>
              <a:pathLst>
                <a:path w="91" h="86">
                  <a:moveTo>
                    <a:pt x="67" y="86"/>
                  </a:moveTo>
                  <a:lnTo>
                    <a:pt x="79" y="57"/>
                  </a:lnTo>
                  <a:lnTo>
                    <a:pt x="91" y="28"/>
                  </a:lnTo>
                  <a:lnTo>
                    <a:pt x="25" y="0"/>
                  </a:lnTo>
                  <a:lnTo>
                    <a:pt x="12" y="29"/>
                  </a:lnTo>
                  <a:lnTo>
                    <a:pt x="0" y="58"/>
                  </a:lnTo>
                  <a:lnTo>
                    <a:pt x="67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63" name=""/>
            <p:cNvSpPr/>
            <p:nvPr/>
          </p:nvSpPr>
          <p:spPr>
            <a:xfrm rot="0">
              <a:off x="1648" y="2702"/>
              <a:ext cx="4" cy="10"/>
            </a:xfrm>
            <a:custGeom>
              <a:avLst/>
              <a:ahLst/>
              <a:rect l="0" t="0" r="r" b="b"/>
              <a:pathLst>
                <a:path w="13" h="29">
                  <a:moveTo>
                    <a:pt x="0" y="29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64" name=""/>
            <p:cNvSpPr/>
            <p:nvPr/>
          </p:nvSpPr>
          <p:spPr>
            <a:xfrm rot="0" flipH="1">
              <a:off x="1651" y="27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65" name=""/>
            <p:cNvSpPr/>
            <p:nvPr/>
          </p:nvSpPr>
          <p:spPr>
            <a:xfrm rot="0">
              <a:off x="1622" y="2695"/>
              <a:ext cx="29" cy="27"/>
            </a:xfrm>
            <a:custGeom>
              <a:avLst/>
              <a:ahLst/>
              <a:rect l="0" t="0" r="r" b="b"/>
              <a:pathLst>
                <a:path w="88" h="81">
                  <a:moveTo>
                    <a:pt x="69" y="81"/>
                  </a:moveTo>
                  <a:lnTo>
                    <a:pt x="78" y="52"/>
                  </a:lnTo>
                  <a:lnTo>
                    <a:pt x="88" y="23"/>
                  </a:lnTo>
                  <a:lnTo>
                    <a:pt x="19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69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66" name=""/>
            <p:cNvSpPr/>
            <p:nvPr/>
          </p:nvSpPr>
          <p:spPr>
            <a:xfrm rot="0">
              <a:off x="1622" y="2695"/>
              <a:ext cx="29" cy="27"/>
            </a:xfrm>
            <a:custGeom>
              <a:avLst/>
              <a:ahLst/>
              <a:rect l="0" t="0" r="r" b="b"/>
              <a:pathLst>
                <a:path w="88" h="81">
                  <a:moveTo>
                    <a:pt x="69" y="81"/>
                  </a:moveTo>
                  <a:lnTo>
                    <a:pt x="78" y="52"/>
                  </a:lnTo>
                  <a:lnTo>
                    <a:pt x="88" y="23"/>
                  </a:lnTo>
                  <a:lnTo>
                    <a:pt x="19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69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67" name=""/>
            <p:cNvSpPr/>
            <p:nvPr/>
          </p:nvSpPr>
          <p:spPr>
            <a:xfrm rot="0">
              <a:off x="1625" y="2694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30"/>
                  </a:moveTo>
                  <a:lnTo>
                    <a:pt x="9" y="1"/>
                  </a:lnTo>
                  <a:lnTo>
                    <a:pt x="8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68" name=""/>
            <p:cNvSpPr/>
            <p:nvPr/>
          </p:nvSpPr>
          <p:spPr>
            <a:xfrm rot="0" flipH="1" flipV="1">
              <a:off x="1628" y="26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69" name=""/>
            <p:cNvSpPr/>
            <p:nvPr/>
          </p:nvSpPr>
          <p:spPr>
            <a:xfrm rot="0">
              <a:off x="1599" y="2688"/>
              <a:ext cx="29" cy="26"/>
            </a:xfrm>
            <a:custGeom>
              <a:avLst/>
              <a:ahLst/>
              <a:rect l="0" t="0" r="r" b="b"/>
              <a:pathLst>
                <a:path w="85" h="79">
                  <a:moveTo>
                    <a:pt x="68" y="79"/>
                  </a:moveTo>
                  <a:lnTo>
                    <a:pt x="77" y="49"/>
                  </a:lnTo>
                  <a:lnTo>
                    <a:pt x="85" y="19"/>
                  </a:lnTo>
                  <a:lnTo>
                    <a:pt x="17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68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70" name=""/>
            <p:cNvSpPr/>
            <p:nvPr/>
          </p:nvSpPr>
          <p:spPr>
            <a:xfrm rot="0">
              <a:off x="1599" y="2688"/>
              <a:ext cx="29" cy="26"/>
            </a:xfrm>
            <a:custGeom>
              <a:avLst/>
              <a:ahLst/>
              <a:rect l="0" t="0" r="r" b="b"/>
              <a:pathLst>
                <a:path w="85" h="79">
                  <a:moveTo>
                    <a:pt x="68" y="79"/>
                  </a:moveTo>
                  <a:lnTo>
                    <a:pt x="77" y="49"/>
                  </a:lnTo>
                  <a:lnTo>
                    <a:pt x="85" y="19"/>
                  </a:lnTo>
                  <a:lnTo>
                    <a:pt x="17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68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70" name=""/>
          <p:cNvGrpSpPr/>
          <p:nvPr/>
        </p:nvGrpSpPr>
        <p:grpSpPr>
          <a:xfrm rot="0">
            <a:off x="1744662" y="4248150"/>
            <a:ext cx="803275" cy="1254125"/>
            <a:chOff x="1099" y="2676"/>
            <a:chExt cx="506" cy="790"/>
          </a:xfrm>
        </p:grpSpPr>
        <p:sp>
          <p:nvSpPr>
            <p:cNvPr id="1086071" name=""/>
            <p:cNvSpPr/>
            <p:nvPr/>
          </p:nvSpPr>
          <p:spPr>
            <a:xfrm rot="0">
              <a:off x="1602" y="2688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30"/>
                  </a:moveTo>
                  <a:lnTo>
                    <a:pt x="9" y="0"/>
                  </a:lnTo>
                  <a:lnTo>
                    <a:pt x="6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72" name=""/>
            <p:cNvSpPr/>
            <p:nvPr/>
          </p:nvSpPr>
          <p:spPr>
            <a:xfrm rot="0" flipH="1">
              <a:off x="1604" y="26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73" name=""/>
            <p:cNvSpPr/>
            <p:nvPr/>
          </p:nvSpPr>
          <p:spPr>
            <a:xfrm rot="0">
              <a:off x="1576" y="2683"/>
              <a:ext cx="28" cy="25"/>
            </a:xfrm>
            <a:custGeom>
              <a:avLst/>
              <a:ahLst/>
              <a:rect l="0" t="0" r="r" b="b"/>
              <a:pathLst>
                <a:path w="83" h="76">
                  <a:moveTo>
                    <a:pt x="71" y="76"/>
                  </a:moveTo>
                  <a:lnTo>
                    <a:pt x="77" y="46"/>
                  </a:lnTo>
                  <a:lnTo>
                    <a:pt x="83" y="16"/>
                  </a:lnTo>
                  <a:lnTo>
                    <a:pt x="12" y="0"/>
                  </a:lnTo>
                  <a:lnTo>
                    <a:pt x="6" y="30"/>
                  </a:lnTo>
                  <a:lnTo>
                    <a:pt x="0" y="61"/>
                  </a:lnTo>
                  <a:lnTo>
                    <a:pt x="71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74" name=""/>
            <p:cNvSpPr/>
            <p:nvPr/>
          </p:nvSpPr>
          <p:spPr>
            <a:xfrm rot="0">
              <a:off x="1576" y="2683"/>
              <a:ext cx="28" cy="25"/>
            </a:xfrm>
            <a:custGeom>
              <a:avLst/>
              <a:ahLst/>
              <a:rect l="0" t="0" r="r" b="b"/>
              <a:pathLst>
                <a:path w="83" h="76">
                  <a:moveTo>
                    <a:pt x="71" y="76"/>
                  </a:moveTo>
                  <a:lnTo>
                    <a:pt x="77" y="46"/>
                  </a:lnTo>
                  <a:lnTo>
                    <a:pt x="83" y="16"/>
                  </a:lnTo>
                  <a:lnTo>
                    <a:pt x="12" y="0"/>
                  </a:lnTo>
                  <a:lnTo>
                    <a:pt x="6" y="30"/>
                  </a:lnTo>
                  <a:lnTo>
                    <a:pt x="0" y="61"/>
                  </a:lnTo>
                  <a:lnTo>
                    <a:pt x="71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75" name=""/>
            <p:cNvSpPr/>
            <p:nvPr/>
          </p:nvSpPr>
          <p:spPr>
            <a:xfrm rot="0">
              <a:off x="1578" y="2683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30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76" name=""/>
            <p:cNvSpPr/>
            <p:nvPr/>
          </p:nvSpPr>
          <p:spPr>
            <a:xfrm rot="0" flipH="1">
              <a:off x="1580" y="26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77" name=""/>
            <p:cNvSpPr/>
            <p:nvPr/>
          </p:nvSpPr>
          <p:spPr>
            <a:xfrm rot="0">
              <a:off x="1553" y="2679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71" y="72"/>
                  </a:moveTo>
                  <a:lnTo>
                    <a:pt x="76" y="41"/>
                  </a:lnTo>
                  <a:lnTo>
                    <a:pt x="81" y="11"/>
                  </a:lnTo>
                  <a:lnTo>
                    <a:pt x="10" y="0"/>
                  </a:lnTo>
                  <a:lnTo>
                    <a:pt x="5" y="31"/>
                  </a:lnTo>
                  <a:lnTo>
                    <a:pt x="0" y="61"/>
                  </a:lnTo>
                  <a:lnTo>
                    <a:pt x="71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78" name=""/>
            <p:cNvSpPr/>
            <p:nvPr/>
          </p:nvSpPr>
          <p:spPr>
            <a:xfrm rot="0">
              <a:off x="1553" y="2679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71" y="72"/>
                  </a:moveTo>
                  <a:lnTo>
                    <a:pt x="76" y="41"/>
                  </a:lnTo>
                  <a:lnTo>
                    <a:pt x="81" y="11"/>
                  </a:lnTo>
                  <a:lnTo>
                    <a:pt x="10" y="0"/>
                  </a:lnTo>
                  <a:lnTo>
                    <a:pt x="5" y="31"/>
                  </a:lnTo>
                  <a:lnTo>
                    <a:pt x="0" y="61"/>
                  </a:lnTo>
                  <a:lnTo>
                    <a:pt x="71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79" name=""/>
            <p:cNvSpPr/>
            <p:nvPr/>
          </p:nvSpPr>
          <p:spPr>
            <a:xfrm rot="0">
              <a:off x="1555" y="2679"/>
              <a:ext cx="1" cy="10"/>
            </a:xfrm>
            <a:custGeom>
              <a:avLst/>
              <a:ahLst/>
              <a:rect l="0" t="0" r="r" b="b"/>
              <a:pathLst>
                <a:path w="5" h="31">
                  <a:moveTo>
                    <a:pt x="0" y="31"/>
                  </a:moveTo>
                  <a:lnTo>
                    <a:pt x="5" y="0"/>
                  </a:lnTo>
                  <a:lnTo>
                    <a:pt x="2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80" name=""/>
            <p:cNvSpPr/>
            <p:nvPr/>
          </p:nvSpPr>
          <p:spPr>
            <a:xfrm rot="0" flipH="1">
              <a:off x="1555" y="26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81" name=""/>
            <p:cNvSpPr/>
            <p:nvPr/>
          </p:nvSpPr>
          <p:spPr>
            <a:xfrm rot="0">
              <a:off x="1530" y="2677"/>
              <a:ext cx="25" cy="22"/>
            </a:xfrm>
            <a:custGeom>
              <a:avLst/>
              <a:ahLst/>
              <a:rect l="0" t="0" r="r" b="b"/>
              <a:pathLst>
                <a:path w="76" h="67">
                  <a:moveTo>
                    <a:pt x="71" y="67"/>
                  </a:moveTo>
                  <a:lnTo>
                    <a:pt x="74" y="37"/>
                  </a:lnTo>
                  <a:lnTo>
                    <a:pt x="76" y="6"/>
                  </a:lnTo>
                  <a:lnTo>
                    <a:pt x="5" y="0"/>
                  </a:lnTo>
                  <a:lnTo>
                    <a:pt x="3" y="31"/>
                  </a:lnTo>
                  <a:lnTo>
                    <a:pt x="0" y="61"/>
                  </a:lnTo>
                  <a:lnTo>
                    <a:pt x="71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82" name=""/>
            <p:cNvSpPr/>
            <p:nvPr/>
          </p:nvSpPr>
          <p:spPr>
            <a:xfrm rot="0">
              <a:off x="1530" y="2677"/>
              <a:ext cx="25" cy="22"/>
            </a:xfrm>
            <a:custGeom>
              <a:avLst/>
              <a:ahLst/>
              <a:rect l="0" t="0" r="r" b="b"/>
              <a:pathLst>
                <a:path w="76" h="67">
                  <a:moveTo>
                    <a:pt x="71" y="67"/>
                  </a:moveTo>
                  <a:lnTo>
                    <a:pt x="74" y="37"/>
                  </a:lnTo>
                  <a:lnTo>
                    <a:pt x="76" y="6"/>
                  </a:lnTo>
                  <a:lnTo>
                    <a:pt x="5" y="0"/>
                  </a:lnTo>
                  <a:lnTo>
                    <a:pt x="3" y="31"/>
                  </a:lnTo>
                  <a:lnTo>
                    <a:pt x="0" y="61"/>
                  </a:lnTo>
                  <a:lnTo>
                    <a:pt x="71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83" name=""/>
            <p:cNvSpPr/>
            <p:nvPr/>
          </p:nvSpPr>
          <p:spPr>
            <a:xfrm rot="0">
              <a:off x="1531" y="2677"/>
              <a:ext cx="1" cy="10"/>
            </a:xfrm>
            <a:custGeom>
              <a:avLst/>
              <a:ahLst/>
              <a:rect l="0" t="0" r="r" b="b"/>
              <a:pathLst>
                <a:path w="2" h="31">
                  <a:moveTo>
                    <a:pt x="0" y="31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84" name=""/>
            <p:cNvSpPr/>
            <p:nvPr/>
          </p:nvSpPr>
          <p:spPr>
            <a:xfrm rot="0" flipH="1">
              <a:off x="1531" y="26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85" name=""/>
            <p:cNvSpPr/>
            <p:nvPr/>
          </p:nvSpPr>
          <p:spPr>
            <a:xfrm rot="0">
              <a:off x="1506" y="2676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73" y="63"/>
                  </a:moveTo>
                  <a:lnTo>
                    <a:pt x="74" y="33"/>
                  </a:lnTo>
                  <a:lnTo>
                    <a:pt x="75" y="2"/>
                  </a:lnTo>
                  <a:lnTo>
                    <a:pt x="3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73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86" name=""/>
            <p:cNvSpPr/>
            <p:nvPr/>
          </p:nvSpPr>
          <p:spPr>
            <a:xfrm rot="0">
              <a:off x="1506" y="2676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73" y="63"/>
                  </a:moveTo>
                  <a:lnTo>
                    <a:pt x="74" y="33"/>
                  </a:lnTo>
                  <a:lnTo>
                    <a:pt x="75" y="2"/>
                  </a:lnTo>
                  <a:lnTo>
                    <a:pt x="3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73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87" name=""/>
            <p:cNvSpPr/>
            <p:nvPr/>
          </p:nvSpPr>
          <p:spPr>
            <a:xfrm rot="0">
              <a:off x="1506" y="2676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1" y="3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88" name=""/>
            <p:cNvSpPr/>
            <p:nvPr/>
          </p:nvSpPr>
          <p:spPr>
            <a:xfrm rot="0" flipH="1">
              <a:off x="1506" y="26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89" name=""/>
            <p:cNvSpPr/>
            <p:nvPr/>
          </p:nvSpPr>
          <p:spPr>
            <a:xfrm rot="0">
              <a:off x="1482" y="2676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75" y="60"/>
                  </a:moveTo>
                  <a:lnTo>
                    <a:pt x="73" y="30"/>
                  </a:lnTo>
                  <a:lnTo>
                    <a:pt x="72" y="0"/>
                  </a:lnTo>
                  <a:lnTo>
                    <a:pt x="0" y="2"/>
                  </a:lnTo>
                  <a:lnTo>
                    <a:pt x="1" y="33"/>
                  </a:lnTo>
                  <a:lnTo>
                    <a:pt x="2" y="63"/>
                  </a:lnTo>
                  <a:lnTo>
                    <a:pt x="75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90" name=""/>
            <p:cNvSpPr/>
            <p:nvPr/>
          </p:nvSpPr>
          <p:spPr>
            <a:xfrm rot="0">
              <a:off x="1482" y="2676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75" y="60"/>
                  </a:moveTo>
                  <a:lnTo>
                    <a:pt x="73" y="30"/>
                  </a:lnTo>
                  <a:lnTo>
                    <a:pt x="72" y="0"/>
                  </a:lnTo>
                  <a:lnTo>
                    <a:pt x="0" y="2"/>
                  </a:lnTo>
                  <a:lnTo>
                    <a:pt x="1" y="33"/>
                  </a:lnTo>
                  <a:lnTo>
                    <a:pt x="2" y="63"/>
                  </a:lnTo>
                  <a:lnTo>
                    <a:pt x="75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91" name=""/>
            <p:cNvSpPr/>
            <p:nvPr/>
          </p:nvSpPr>
          <p:spPr>
            <a:xfrm rot="0">
              <a:off x="1482" y="2677"/>
              <a:ext cx="1" cy="10"/>
            </a:xfrm>
            <a:custGeom>
              <a:avLst/>
              <a:ahLst/>
              <a:rect l="0" t="0" r="r" b="b"/>
              <a:pathLst>
                <a:path w="2" h="31">
                  <a:moveTo>
                    <a:pt x="2" y="3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92" name=""/>
            <p:cNvSpPr/>
            <p:nvPr/>
          </p:nvSpPr>
          <p:spPr>
            <a:xfrm rot="0" flipH="1">
              <a:off x="1482" y="26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93" name=""/>
            <p:cNvSpPr/>
            <p:nvPr/>
          </p:nvSpPr>
          <p:spPr>
            <a:xfrm rot="0">
              <a:off x="1458" y="2677"/>
              <a:ext cx="26" cy="22"/>
            </a:xfrm>
            <a:custGeom>
              <a:avLst/>
              <a:ahLst/>
              <a:rect l="0" t="0" r="r" b="b"/>
              <a:pathLst>
                <a:path w="76" h="67">
                  <a:moveTo>
                    <a:pt x="76" y="61"/>
                  </a:moveTo>
                  <a:lnTo>
                    <a:pt x="73" y="31"/>
                  </a:lnTo>
                  <a:lnTo>
                    <a:pt x="71" y="0"/>
                  </a:lnTo>
                  <a:lnTo>
                    <a:pt x="0" y="6"/>
                  </a:lnTo>
                  <a:lnTo>
                    <a:pt x="2" y="37"/>
                  </a:lnTo>
                  <a:lnTo>
                    <a:pt x="4" y="67"/>
                  </a:lnTo>
                  <a:lnTo>
                    <a:pt x="76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94" name=""/>
            <p:cNvSpPr/>
            <p:nvPr/>
          </p:nvSpPr>
          <p:spPr>
            <a:xfrm rot="0">
              <a:off x="1458" y="2677"/>
              <a:ext cx="26" cy="22"/>
            </a:xfrm>
            <a:custGeom>
              <a:avLst/>
              <a:ahLst/>
              <a:rect l="0" t="0" r="r" b="b"/>
              <a:pathLst>
                <a:path w="76" h="67">
                  <a:moveTo>
                    <a:pt x="76" y="61"/>
                  </a:moveTo>
                  <a:lnTo>
                    <a:pt x="73" y="31"/>
                  </a:lnTo>
                  <a:lnTo>
                    <a:pt x="71" y="0"/>
                  </a:lnTo>
                  <a:lnTo>
                    <a:pt x="0" y="6"/>
                  </a:lnTo>
                  <a:lnTo>
                    <a:pt x="2" y="37"/>
                  </a:lnTo>
                  <a:lnTo>
                    <a:pt x="4" y="67"/>
                  </a:lnTo>
                  <a:lnTo>
                    <a:pt x="76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95" name=""/>
            <p:cNvSpPr/>
            <p:nvPr/>
          </p:nvSpPr>
          <p:spPr>
            <a:xfrm rot="0">
              <a:off x="1457" y="2679"/>
              <a:ext cx="2" cy="10"/>
            </a:xfrm>
            <a:custGeom>
              <a:avLst/>
              <a:ahLst/>
              <a:rect l="0" t="0" r="r" b="b"/>
              <a:pathLst>
                <a:path w="5" h="31">
                  <a:moveTo>
                    <a:pt x="5" y="31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96" name=""/>
            <p:cNvSpPr/>
            <p:nvPr/>
          </p:nvSpPr>
          <p:spPr>
            <a:xfrm rot="0" flipH="1">
              <a:off x="1457" y="26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97" name=""/>
            <p:cNvSpPr/>
            <p:nvPr/>
          </p:nvSpPr>
          <p:spPr>
            <a:xfrm rot="0">
              <a:off x="1434" y="2679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81" y="61"/>
                  </a:moveTo>
                  <a:lnTo>
                    <a:pt x="76" y="31"/>
                  </a:lnTo>
                  <a:lnTo>
                    <a:pt x="71" y="0"/>
                  </a:lnTo>
                  <a:lnTo>
                    <a:pt x="0" y="11"/>
                  </a:lnTo>
                  <a:lnTo>
                    <a:pt x="5" y="41"/>
                  </a:lnTo>
                  <a:lnTo>
                    <a:pt x="10" y="72"/>
                  </a:lnTo>
                  <a:lnTo>
                    <a:pt x="81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098" name=""/>
            <p:cNvSpPr/>
            <p:nvPr/>
          </p:nvSpPr>
          <p:spPr>
            <a:xfrm rot="0">
              <a:off x="1434" y="2679"/>
              <a:ext cx="27" cy="24"/>
            </a:xfrm>
            <a:custGeom>
              <a:avLst/>
              <a:ahLst/>
              <a:rect l="0" t="0" r="r" b="b"/>
              <a:pathLst>
                <a:path w="81" h="72">
                  <a:moveTo>
                    <a:pt x="81" y="61"/>
                  </a:moveTo>
                  <a:lnTo>
                    <a:pt x="76" y="31"/>
                  </a:lnTo>
                  <a:lnTo>
                    <a:pt x="71" y="0"/>
                  </a:lnTo>
                  <a:lnTo>
                    <a:pt x="0" y="11"/>
                  </a:lnTo>
                  <a:lnTo>
                    <a:pt x="5" y="41"/>
                  </a:lnTo>
                  <a:lnTo>
                    <a:pt x="10" y="72"/>
                  </a:lnTo>
                  <a:lnTo>
                    <a:pt x="81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099" name=""/>
            <p:cNvSpPr/>
            <p:nvPr/>
          </p:nvSpPr>
          <p:spPr>
            <a:xfrm rot="0">
              <a:off x="1433" y="2683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6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00" name=""/>
            <p:cNvSpPr/>
            <p:nvPr/>
          </p:nvSpPr>
          <p:spPr>
            <a:xfrm rot="0" flipH="1">
              <a:off x="1433" y="26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01" name=""/>
            <p:cNvSpPr/>
            <p:nvPr/>
          </p:nvSpPr>
          <p:spPr>
            <a:xfrm rot="0">
              <a:off x="1410" y="2683"/>
              <a:ext cx="27" cy="25"/>
            </a:xfrm>
            <a:custGeom>
              <a:avLst/>
              <a:ahLst/>
              <a:rect l="0" t="0" r="r" b="b"/>
              <a:pathLst>
                <a:path w="83" h="76">
                  <a:moveTo>
                    <a:pt x="83" y="61"/>
                  </a:moveTo>
                  <a:lnTo>
                    <a:pt x="77" y="30"/>
                  </a:lnTo>
                  <a:lnTo>
                    <a:pt x="71" y="0"/>
                  </a:lnTo>
                  <a:lnTo>
                    <a:pt x="0" y="16"/>
                  </a:lnTo>
                  <a:lnTo>
                    <a:pt x="6" y="46"/>
                  </a:lnTo>
                  <a:lnTo>
                    <a:pt x="12" y="76"/>
                  </a:lnTo>
                  <a:lnTo>
                    <a:pt x="83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02" name=""/>
            <p:cNvSpPr/>
            <p:nvPr/>
          </p:nvSpPr>
          <p:spPr>
            <a:xfrm rot="0">
              <a:off x="1410" y="2683"/>
              <a:ext cx="27" cy="25"/>
            </a:xfrm>
            <a:custGeom>
              <a:avLst/>
              <a:ahLst/>
              <a:rect l="0" t="0" r="r" b="b"/>
              <a:pathLst>
                <a:path w="83" h="76">
                  <a:moveTo>
                    <a:pt x="83" y="61"/>
                  </a:moveTo>
                  <a:lnTo>
                    <a:pt x="77" y="30"/>
                  </a:lnTo>
                  <a:lnTo>
                    <a:pt x="71" y="0"/>
                  </a:lnTo>
                  <a:lnTo>
                    <a:pt x="0" y="16"/>
                  </a:lnTo>
                  <a:lnTo>
                    <a:pt x="6" y="46"/>
                  </a:lnTo>
                  <a:lnTo>
                    <a:pt x="12" y="76"/>
                  </a:lnTo>
                  <a:lnTo>
                    <a:pt x="83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03" name=""/>
            <p:cNvSpPr/>
            <p:nvPr/>
          </p:nvSpPr>
          <p:spPr>
            <a:xfrm rot="0">
              <a:off x="1409" y="2688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9" y="3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04" name=""/>
            <p:cNvSpPr/>
            <p:nvPr/>
          </p:nvSpPr>
          <p:spPr>
            <a:xfrm rot="0" flipH="1">
              <a:off x="1409" y="26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05" name=""/>
            <p:cNvSpPr/>
            <p:nvPr/>
          </p:nvSpPr>
          <p:spPr>
            <a:xfrm rot="0">
              <a:off x="1386" y="2688"/>
              <a:ext cx="28" cy="26"/>
            </a:xfrm>
            <a:custGeom>
              <a:avLst/>
              <a:ahLst/>
              <a:rect l="0" t="0" r="r" b="b"/>
              <a:pathLst>
                <a:path w="85" h="79">
                  <a:moveTo>
                    <a:pt x="85" y="60"/>
                  </a:moveTo>
                  <a:lnTo>
                    <a:pt x="77" y="30"/>
                  </a:lnTo>
                  <a:lnTo>
                    <a:pt x="68" y="0"/>
                  </a:lnTo>
                  <a:lnTo>
                    <a:pt x="0" y="19"/>
                  </a:lnTo>
                  <a:lnTo>
                    <a:pt x="8" y="49"/>
                  </a:lnTo>
                  <a:lnTo>
                    <a:pt x="17" y="79"/>
                  </a:lnTo>
                  <a:lnTo>
                    <a:pt x="85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06" name=""/>
            <p:cNvSpPr/>
            <p:nvPr/>
          </p:nvSpPr>
          <p:spPr>
            <a:xfrm rot="0">
              <a:off x="1386" y="2688"/>
              <a:ext cx="28" cy="26"/>
            </a:xfrm>
            <a:custGeom>
              <a:avLst/>
              <a:ahLst/>
              <a:rect l="0" t="0" r="r" b="b"/>
              <a:pathLst>
                <a:path w="85" h="79">
                  <a:moveTo>
                    <a:pt x="85" y="60"/>
                  </a:moveTo>
                  <a:lnTo>
                    <a:pt x="77" y="30"/>
                  </a:lnTo>
                  <a:lnTo>
                    <a:pt x="68" y="0"/>
                  </a:lnTo>
                  <a:lnTo>
                    <a:pt x="0" y="19"/>
                  </a:lnTo>
                  <a:lnTo>
                    <a:pt x="8" y="49"/>
                  </a:lnTo>
                  <a:lnTo>
                    <a:pt x="17" y="79"/>
                  </a:lnTo>
                  <a:lnTo>
                    <a:pt x="85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07" name=""/>
            <p:cNvSpPr/>
            <p:nvPr/>
          </p:nvSpPr>
          <p:spPr>
            <a:xfrm rot="0">
              <a:off x="1386" y="2694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9" y="3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9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08" name=""/>
            <p:cNvSpPr/>
            <p:nvPr/>
          </p:nvSpPr>
          <p:spPr>
            <a:xfrm rot="0" flipH="1">
              <a:off x="1386" y="26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09" name=""/>
            <p:cNvSpPr/>
            <p:nvPr/>
          </p:nvSpPr>
          <p:spPr>
            <a:xfrm rot="0">
              <a:off x="1363" y="2695"/>
              <a:ext cx="29" cy="27"/>
            </a:xfrm>
            <a:custGeom>
              <a:avLst/>
              <a:ahLst/>
              <a:rect l="0" t="0" r="r" b="b"/>
              <a:pathLst>
                <a:path w="88" h="81">
                  <a:moveTo>
                    <a:pt x="88" y="58"/>
                  </a:moveTo>
                  <a:lnTo>
                    <a:pt x="78" y="29"/>
                  </a:lnTo>
                  <a:lnTo>
                    <a:pt x="69" y="0"/>
                  </a:lnTo>
                  <a:lnTo>
                    <a:pt x="0" y="23"/>
                  </a:lnTo>
                  <a:lnTo>
                    <a:pt x="9" y="52"/>
                  </a:lnTo>
                  <a:lnTo>
                    <a:pt x="19" y="81"/>
                  </a:lnTo>
                  <a:lnTo>
                    <a:pt x="88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10" name=""/>
            <p:cNvSpPr/>
            <p:nvPr/>
          </p:nvSpPr>
          <p:spPr>
            <a:xfrm rot="0">
              <a:off x="1363" y="2695"/>
              <a:ext cx="29" cy="27"/>
            </a:xfrm>
            <a:custGeom>
              <a:avLst/>
              <a:ahLst/>
              <a:rect l="0" t="0" r="r" b="b"/>
              <a:pathLst>
                <a:path w="88" h="81">
                  <a:moveTo>
                    <a:pt x="88" y="58"/>
                  </a:moveTo>
                  <a:lnTo>
                    <a:pt x="78" y="29"/>
                  </a:lnTo>
                  <a:lnTo>
                    <a:pt x="69" y="0"/>
                  </a:lnTo>
                  <a:lnTo>
                    <a:pt x="0" y="23"/>
                  </a:lnTo>
                  <a:lnTo>
                    <a:pt x="9" y="52"/>
                  </a:lnTo>
                  <a:lnTo>
                    <a:pt x="19" y="81"/>
                  </a:lnTo>
                  <a:lnTo>
                    <a:pt x="88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11" name=""/>
            <p:cNvSpPr/>
            <p:nvPr/>
          </p:nvSpPr>
          <p:spPr>
            <a:xfrm rot="0">
              <a:off x="1362" y="2702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12" y="29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2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12" name=""/>
            <p:cNvSpPr/>
            <p:nvPr/>
          </p:nvSpPr>
          <p:spPr>
            <a:xfrm rot="0" flipH="1">
              <a:off x="1362" y="27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13" name=""/>
            <p:cNvSpPr/>
            <p:nvPr/>
          </p:nvSpPr>
          <p:spPr>
            <a:xfrm rot="0">
              <a:off x="1340" y="2702"/>
              <a:ext cx="30" cy="29"/>
            </a:xfrm>
            <a:custGeom>
              <a:avLst/>
              <a:ahLst/>
              <a:rect l="0" t="0" r="r" b="b"/>
              <a:pathLst>
                <a:path w="91" h="86">
                  <a:moveTo>
                    <a:pt x="91" y="58"/>
                  </a:moveTo>
                  <a:lnTo>
                    <a:pt x="78" y="29"/>
                  </a:lnTo>
                  <a:lnTo>
                    <a:pt x="66" y="0"/>
                  </a:lnTo>
                  <a:lnTo>
                    <a:pt x="0" y="28"/>
                  </a:lnTo>
                  <a:lnTo>
                    <a:pt x="12" y="57"/>
                  </a:lnTo>
                  <a:lnTo>
                    <a:pt x="24" y="86"/>
                  </a:lnTo>
                  <a:lnTo>
                    <a:pt x="91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14" name=""/>
            <p:cNvSpPr/>
            <p:nvPr/>
          </p:nvSpPr>
          <p:spPr>
            <a:xfrm rot="0">
              <a:off x="1340" y="2702"/>
              <a:ext cx="30" cy="29"/>
            </a:xfrm>
            <a:custGeom>
              <a:avLst/>
              <a:ahLst/>
              <a:rect l="0" t="0" r="r" b="b"/>
              <a:pathLst>
                <a:path w="91" h="86">
                  <a:moveTo>
                    <a:pt x="91" y="58"/>
                  </a:moveTo>
                  <a:lnTo>
                    <a:pt x="78" y="29"/>
                  </a:lnTo>
                  <a:lnTo>
                    <a:pt x="66" y="0"/>
                  </a:lnTo>
                  <a:lnTo>
                    <a:pt x="0" y="28"/>
                  </a:lnTo>
                  <a:lnTo>
                    <a:pt x="12" y="57"/>
                  </a:lnTo>
                  <a:lnTo>
                    <a:pt x="24" y="86"/>
                  </a:lnTo>
                  <a:lnTo>
                    <a:pt x="91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15" name=""/>
            <p:cNvSpPr/>
            <p:nvPr/>
          </p:nvSpPr>
          <p:spPr>
            <a:xfrm rot="0">
              <a:off x="1339" y="2712"/>
              <a:ext cx="5" cy="9"/>
            </a:xfrm>
            <a:custGeom>
              <a:avLst/>
              <a:ahLst/>
              <a:rect l="0" t="0" r="r" b="b"/>
              <a:pathLst>
                <a:path w="13" h="29">
                  <a:moveTo>
                    <a:pt x="13" y="2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16" name=""/>
            <p:cNvSpPr/>
            <p:nvPr/>
          </p:nvSpPr>
          <p:spPr>
            <a:xfrm rot="0" flipH="1">
              <a:off x="1339" y="27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17" name=""/>
            <p:cNvSpPr/>
            <p:nvPr/>
          </p:nvSpPr>
          <p:spPr>
            <a:xfrm rot="0">
              <a:off x="1318" y="2712"/>
              <a:ext cx="30" cy="29"/>
            </a:xfrm>
            <a:custGeom>
              <a:avLst/>
              <a:ahLst/>
              <a:rect l="0" t="0" r="r" b="b"/>
              <a:pathLst>
                <a:path w="91" h="88">
                  <a:moveTo>
                    <a:pt x="91" y="56"/>
                  </a:moveTo>
                  <a:lnTo>
                    <a:pt x="78" y="28"/>
                  </a:lnTo>
                  <a:lnTo>
                    <a:pt x="65" y="0"/>
                  </a:lnTo>
                  <a:lnTo>
                    <a:pt x="0" y="33"/>
                  </a:lnTo>
                  <a:lnTo>
                    <a:pt x="13" y="61"/>
                  </a:lnTo>
                  <a:lnTo>
                    <a:pt x="26" y="88"/>
                  </a:lnTo>
                  <a:lnTo>
                    <a:pt x="91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18" name=""/>
            <p:cNvSpPr/>
            <p:nvPr/>
          </p:nvSpPr>
          <p:spPr>
            <a:xfrm rot="0">
              <a:off x="1318" y="2712"/>
              <a:ext cx="30" cy="29"/>
            </a:xfrm>
            <a:custGeom>
              <a:avLst/>
              <a:ahLst/>
              <a:rect l="0" t="0" r="r" b="b"/>
              <a:pathLst>
                <a:path w="91" h="88">
                  <a:moveTo>
                    <a:pt x="91" y="56"/>
                  </a:moveTo>
                  <a:lnTo>
                    <a:pt x="78" y="28"/>
                  </a:lnTo>
                  <a:lnTo>
                    <a:pt x="65" y="0"/>
                  </a:lnTo>
                  <a:lnTo>
                    <a:pt x="0" y="33"/>
                  </a:lnTo>
                  <a:lnTo>
                    <a:pt x="13" y="61"/>
                  </a:lnTo>
                  <a:lnTo>
                    <a:pt x="26" y="88"/>
                  </a:lnTo>
                  <a:lnTo>
                    <a:pt x="9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19" name=""/>
            <p:cNvSpPr/>
            <p:nvPr/>
          </p:nvSpPr>
          <p:spPr>
            <a:xfrm rot="0">
              <a:off x="1317" y="2723"/>
              <a:ext cx="5" cy="9"/>
            </a:xfrm>
            <a:custGeom>
              <a:avLst/>
              <a:ahLst/>
              <a:rect l="0" t="0" r="r" b="b"/>
              <a:pathLst>
                <a:path w="14" h="28">
                  <a:moveTo>
                    <a:pt x="14" y="28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20" name=""/>
            <p:cNvSpPr/>
            <p:nvPr/>
          </p:nvSpPr>
          <p:spPr>
            <a:xfrm rot="0" flipH="1">
              <a:off x="1317" y="27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21" name=""/>
            <p:cNvSpPr/>
            <p:nvPr/>
          </p:nvSpPr>
          <p:spPr>
            <a:xfrm rot="0">
              <a:off x="1296" y="2723"/>
              <a:ext cx="31" cy="30"/>
            </a:xfrm>
            <a:custGeom>
              <a:avLst/>
              <a:ahLst/>
              <a:rect l="0" t="0" r="r" b="b"/>
              <a:pathLst>
                <a:path w="92" h="88">
                  <a:moveTo>
                    <a:pt x="92" y="53"/>
                  </a:moveTo>
                  <a:lnTo>
                    <a:pt x="77" y="27"/>
                  </a:lnTo>
                  <a:lnTo>
                    <a:pt x="63" y="0"/>
                  </a:lnTo>
                  <a:lnTo>
                    <a:pt x="0" y="35"/>
                  </a:lnTo>
                  <a:lnTo>
                    <a:pt x="14" y="61"/>
                  </a:lnTo>
                  <a:lnTo>
                    <a:pt x="29" y="88"/>
                  </a:lnTo>
                  <a:lnTo>
                    <a:pt x="9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22" name=""/>
            <p:cNvSpPr/>
            <p:nvPr/>
          </p:nvSpPr>
          <p:spPr>
            <a:xfrm rot="0">
              <a:off x="1296" y="2723"/>
              <a:ext cx="31" cy="30"/>
            </a:xfrm>
            <a:custGeom>
              <a:avLst/>
              <a:ahLst/>
              <a:rect l="0" t="0" r="r" b="b"/>
              <a:pathLst>
                <a:path w="92" h="88">
                  <a:moveTo>
                    <a:pt x="92" y="53"/>
                  </a:moveTo>
                  <a:lnTo>
                    <a:pt x="77" y="27"/>
                  </a:lnTo>
                  <a:lnTo>
                    <a:pt x="63" y="0"/>
                  </a:lnTo>
                  <a:lnTo>
                    <a:pt x="0" y="35"/>
                  </a:lnTo>
                  <a:lnTo>
                    <a:pt x="14" y="61"/>
                  </a:lnTo>
                  <a:lnTo>
                    <a:pt x="29" y="88"/>
                  </a:lnTo>
                  <a:lnTo>
                    <a:pt x="92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23" name=""/>
            <p:cNvSpPr/>
            <p:nvPr/>
          </p:nvSpPr>
          <p:spPr>
            <a:xfrm rot="0">
              <a:off x="1296" y="2735"/>
              <a:ext cx="5" cy="9"/>
            </a:xfrm>
            <a:custGeom>
              <a:avLst/>
              <a:ahLst/>
              <a:rect l="0" t="0" r="r" b="b"/>
              <a:pathLst>
                <a:path w="16" h="26">
                  <a:moveTo>
                    <a:pt x="16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24" name=""/>
            <p:cNvSpPr/>
            <p:nvPr/>
          </p:nvSpPr>
          <p:spPr>
            <a:xfrm rot="0" flipH="1">
              <a:off x="1296" y="27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25" name=""/>
            <p:cNvSpPr/>
            <p:nvPr/>
          </p:nvSpPr>
          <p:spPr>
            <a:xfrm rot="0">
              <a:off x="1275" y="2735"/>
              <a:ext cx="32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94" y="51"/>
                  </a:moveTo>
                  <a:lnTo>
                    <a:pt x="77" y="25"/>
                  </a:lnTo>
                  <a:lnTo>
                    <a:pt x="61" y="0"/>
                  </a:lnTo>
                  <a:lnTo>
                    <a:pt x="0" y="39"/>
                  </a:lnTo>
                  <a:lnTo>
                    <a:pt x="17" y="64"/>
                  </a:lnTo>
                  <a:lnTo>
                    <a:pt x="34" y="89"/>
                  </a:lnTo>
                  <a:lnTo>
                    <a:pt x="94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26" name=""/>
            <p:cNvSpPr/>
            <p:nvPr/>
          </p:nvSpPr>
          <p:spPr>
            <a:xfrm rot="0">
              <a:off x="1275" y="2735"/>
              <a:ext cx="32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94" y="51"/>
                  </a:moveTo>
                  <a:lnTo>
                    <a:pt x="77" y="25"/>
                  </a:lnTo>
                  <a:lnTo>
                    <a:pt x="61" y="0"/>
                  </a:lnTo>
                  <a:lnTo>
                    <a:pt x="0" y="39"/>
                  </a:lnTo>
                  <a:lnTo>
                    <a:pt x="17" y="64"/>
                  </a:lnTo>
                  <a:lnTo>
                    <a:pt x="34" y="89"/>
                  </a:lnTo>
                  <a:lnTo>
                    <a:pt x="94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27" name=""/>
            <p:cNvSpPr/>
            <p:nvPr/>
          </p:nvSpPr>
          <p:spPr>
            <a:xfrm rot="0">
              <a:off x="1275" y="2748"/>
              <a:ext cx="6" cy="9"/>
            </a:xfrm>
            <a:custGeom>
              <a:avLst/>
              <a:ahLst/>
              <a:rect l="0" t="0" r="r" b="b"/>
              <a:pathLst>
                <a:path w="18" h="25">
                  <a:moveTo>
                    <a:pt x="18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28" name=""/>
            <p:cNvSpPr/>
            <p:nvPr/>
          </p:nvSpPr>
          <p:spPr>
            <a:xfrm rot="0" flipH="1">
              <a:off x="1275" y="27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29" name=""/>
            <p:cNvSpPr/>
            <p:nvPr/>
          </p:nvSpPr>
          <p:spPr>
            <a:xfrm rot="0">
              <a:off x="1256" y="2749"/>
              <a:ext cx="31" cy="30"/>
            </a:xfrm>
            <a:custGeom>
              <a:avLst/>
              <a:ahLst/>
              <a:rect l="0" t="0" r="r" b="b"/>
              <a:pathLst>
                <a:path w="94" h="92">
                  <a:moveTo>
                    <a:pt x="94" y="48"/>
                  </a:moveTo>
                  <a:lnTo>
                    <a:pt x="76" y="24"/>
                  </a:lnTo>
                  <a:lnTo>
                    <a:pt x="58" y="0"/>
                  </a:lnTo>
                  <a:lnTo>
                    <a:pt x="0" y="43"/>
                  </a:lnTo>
                  <a:lnTo>
                    <a:pt x="18" y="67"/>
                  </a:lnTo>
                  <a:lnTo>
                    <a:pt x="36" y="92"/>
                  </a:lnTo>
                  <a:lnTo>
                    <a:pt x="94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30" name=""/>
            <p:cNvSpPr/>
            <p:nvPr/>
          </p:nvSpPr>
          <p:spPr>
            <a:xfrm rot="0">
              <a:off x="1256" y="2749"/>
              <a:ext cx="31" cy="30"/>
            </a:xfrm>
            <a:custGeom>
              <a:avLst/>
              <a:ahLst/>
              <a:rect l="0" t="0" r="r" b="b"/>
              <a:pathLst>
                <a:path w="94" h="92">
                  <a:moveTo>
                    <a:pt x="94" y="48"/>
                  </a:moveTo>
                  <a:lnTo>
                    <a:pt x="76" y="24"/>
                  </a:lnTo>
                  <a:lnTo>
                    <a:pt x="58" y="0"/>
                  </a:lnTo>
                  <a:lnTo>
                    <a:pt x="0" y="43"/>
                  </a:lnTo>
                  <a:lnTo>
                    <a:pt x="18" y="67"/>
                  </a:lnTo>
                  <a:lnTo>
                    <a:pt x="36" y="92"/>
                  </a:lnTo>
                  <a:lnTo>
                    <a:pt x="94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31" name=""/>
            <p:cNvSpPr/>
            <p:nvPr/>
          </p:nvSpPr>
          <p:spPr>
            <a:xfrm rot="0">
              <a:off x="1255" y="2763"/>
              <a:ext cx="7" cy="8"/>
            </a:xfrm>
            <a:custGeom>
              <a:avLst/>
              <a:ahLst/>
              <a:rect l="0" t="0" r="r" b="b"/>
              <a:pathLst>
                <a:path w="19" h="24">
                  <a:moveTo>
                    <a:pt x="19" y="2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9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32" name=""/>
            <p:cNvSpPr/>
            <p:nvPr/>
          </p:nvSpPr>
          <p:spPr>
            <a:xfrm rot="0" flipH="1">
              <a:off x="1255" y="27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33" name=""/>
            <p:cNvSpPr/>
            <p:nvPr/>
          </p:nvSpPr>
          <p:spPr>
            <a:xfrm rot="0">
              <a:off x="1237" y="2763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94" y="49"/>
                  </a:moveTo>
                  <a:lnTo>
                    <a:pt x="74" y="24"/>
                  </a:lnTo>
                  <a:lnTo>
                    <a:pt x="55" y="0"/>
                  </a:lnTo>
                  <a:lnTo>
                    <a:pt x="0" y="46"/>
                  </a:lnTo>
                  <a:lnTo>
                    <a:pt x="19" y="70"/>
                  </a:lnTo>
                  <a:lnTo>
                    <a:pt x="38" y="94"/>
                  </a:lnTo>
                  <a:lnTo>
                    <a:pt x="94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34" name=""/>
            <p:cNvSpPr/>
            <p:nvPr/>
          </p:nvSpPr>
          <p:spPr>
            <a:xfrm rot="0">
              <a:off x="1237" y="2763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94" y="49"/>
                  </a:moveTo>
                  <a:lnTo>
                    <a:pt x="74" y="24"/>
                  </a:lnTo>
                  <a:lnTo>
                    <a:pt x="55" y="0"/>
                  </a:lnTo>
                  <a:lnTo>
                    <a:pt x="0" y="46"/>
                  </a:lnTo>
                  <a:lnTo>
                    <a:pt x="19" y="70"/>
                  </a:lnTo>
                  <a:lnTo>
                    <a:pt x="38" y="94"/>
                  </a:lnTo>
                  <a:lnTo>
                    <a:pt x="94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35" name=""/>
            <p:cNvSpPr/>
            <p:nvPr/>
          </p:nvSpPr>
          <p:spPr>
            <a:xfrm rot="0">
              <a:off x="1236" y="2778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21" y="24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36" name=""/>
            <p:cNvSpPr/>
            <p:nvPr/>
          </p:nvSpPr>
          <p:spPr>
            <a:xfrm rot="0" flipH="1">
              <a:off x="1236" y="27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37" name=""/>
            <p:cNvSpPr/>
            <p:nvPr/>
          </p:nvSpPr>
          <p:spPr>
            <a:xfrm rot="0">
              <a:off x="1219" y="2779"/>
              <a:ext cx="31" cy="32"/>
            </a:xfrm>
            <a:custGeom>
              <a:avLst/>
              <a:ahLst/>
              <a:rect l="0" t="0" r="r" b="b"/>
              <a:pathLst>
                <a:path w="94" h="96">
                  <a:moveTo>
                    <a:pt x="94" y="46"/>
                  </a:moveTo>
                  <a:lnTo>
                    <a:pt x="74" y="23"/>
                  </a:lnTo>
                  <a:lnTo>
                    <a:pt x="53" y="0"/>
                  </a:lnTo>
                  <a:lnTo>
                    <a:pt x="0" y="50"/>
                  </a:lnTo>
                  <a:lnTo>
                    <a:pt x="21" y="73"/>
                  </a:lnTo>
                  <a:lnTo>
                    <a:pt x="41" y="96"/>
                  </a:lnTo>
                  <a:lnTo>
                    <a:pt x="94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38" name=""/>
            <p:cNvSpPr/>
            <p:nvPr/>
          </p:nvSpPr>
          <p:spPr>
            <a:xfrm rot="0">
              <a:off x="1219" y="2779"/>
              <a:ext cx="31" cy="32"/>
            </a:xfrm>
            <a:custGeom>
              <a:avLst/>
              <a:ahLst/>
              <a:rect l="0" t="0" r="r" b="b"/>
              <a:pathLst>
                <a:path w="94" h="96">
                  <a:moveTo>
                    <a:pt x="94" y="46"/>
                  </a:moveTo>
                  <a:lnTo>
                    <a:pt x="74" y="23"/>
                  </a:lnTo>
                  <a:lnTo>
                    <a:pt x="53" y="0"/>
                  </a:lnTo>
                  <a:lnTo>
                    <a:pt x="0" y="50"/>
                  </a:lnTo>
                  <a:lnTo>
                    <a:pt x="21" y="73"/>
                  </a:lnTo>
                  <a:lnTo>
                    <a:pt x="41" y="96"/>
                  </a:lnTo>
                  <a:lnTo>
                    <a:pt x="94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39" name=""/>
            <p:cNvSpPr/>
            <p:nvPr/>
          </p:nvSpPr>
          <p:spPr>
            <a:xfrm rot="0">
              <a:off x="1218" y="2795"/>
              <a:ext cx="8" cy="8"/>
            </a:xfrm>
            <a:custGeom>
              <a:avLst/>
              <a:ahLst/>
              <a:rect l="0" t="0" r="r" b="b"/>
              <a:pathLst>
                <a:path w="23" h="23">
                  <a:moveTo>
                    <a:pt x="23" y="2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40" name=""/>
            <p:cNvSpPr/>
            <p:nvPr/>
          </p:nvSpPr>
          <p:spPr>
            <a:xfrm rot="0" flipH="1">
              <a:off x="1218" y="27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41" name=""/>
            <p:cNvSpPr/>
            <p:nvPr/>
          </p:nvSpPr>
          <p:spPr>
            <a:xfrm rot="0">
              <a:off x="1202" y="2796"/>
              <a:ext cx="31" cy="31"/>
            </a:xfrm>
            <a:custGeom>
              <a:avLst/>
              <a:ahLst/>
              <a:rect l="0" t="0" r="r" b="b"/>
              <a:pathLst>
                <a:path w="95" h="94">
                  <a:moveTo>
                    <a:pt x="95" y="41"/>
                  </a:moveTo>
                  <a:lnTo>
                    <a:pt x="72" y="21"/>
                  </a:lnTo>
                  <a:lnTo>
                    <a:pt x="49" y="0"/>
                  </a:lnTo>
                  <a:lnTo>
                    <a:pt x="0" y="53"/>
                  </a:lnTo>
                  <a:lnTo>
                    <a:pt x="22" y="74"/>
                  </a:lnTo>
                  <a:lnTo>
                    <a:pt x="45" y="94"/>
                  </a:lnTo>
                  <a:lnTo>
                    <a:pt x="95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42" name=""/>
            <p:cNvSpPr/>
            <p:nvPr/>
          </p:nvSpPr>
          <p:spPr>
            <a:xfrm rot="0">
              <a:off x="1202" y="2796"/>
              <a:ext cx="31" cy="31"/>
            </a:xfrm>
            <a:custGeom>
              <a:avLst/>
              <a:ahLst/>
              <a:rect l="0" t="0" r="r" b="b"/>
              <a:pathLst>
                <a:path w="95" h="94">
                  <a:moveTo>
                    <a:pt x="95" y="41"/>
                  </a:moveTo>
                  <a:lnTo>
                    <a:pt x="72" y="21"/>
                  </a:lnTo>
                  <a:lnTo>
                    <a:pt x="49" y="0"/>
                  </a:lnTo>
                  <a:lnTo>
                    <a:pt x="0" y="53"/>
                  </a:lnTo>
                  <a:lnTo>
                    <a:pt x="22" y="74"/>
                  </a:lnTo>
                  <a:lnTo>
                    <a:pt x="45" y="94"/>
                  </a:lnTo>
                  <a:lnTo>
                    <a:pt x="95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43" name=""/>
            <p:cNvSpPr/>
            <p:nvPr/>
          </p:nvSpPr>
          <p:spPr>
            <a:xfrm rot="0">
              <a:off x="1201" y="2814"/>
              <a:ext cx="8" cy="7"/>
            </a:xfrm>
            <a:custGeom>
              <a:avLst/>
              <a:ahLst/>
              <a:rect l="0" t="0" r="r" b="b"/>
              <a:pathLst>
                <a:path w="24" h="21">
                  <a:moveTo>
                    <a:pt x="24" y="2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4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44" name=""/>
            <p:cNvSpPr/>
            <p:nvPr/>
          </p:nvSpPr>
          <p:spPr>
            <a:xfrm rot="0" flipH="1">
              <a:off x="1201" y="2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45" name=""/>
            <p:cNvSpPr/>
            <p:nvPr/>
          </p:nvSpPr>
          <p:spPr>
            <a:xfrm rot="0">
              <a:off x="1186" y="2814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94" y="39"/>
                  </a:moveTo>
                  <a:lnTo>
                    <a:pt x="69" y="20"/>
                  </a:lnTo>
                  <a:lnTo>
                    <a:pt x="45" y="0"/>
                  </a:lnTo>
                  <a:lnTo>
                    <a:pt x="0" y="56"/>
                  </a:lnTo>
                  <a:lnTo>
                    <a:pt x="24" y="75"/>
                  </a:lnTo>
                  <a:lnTo>
                    <a:pt x="48" y="94"/>
                  </a:lnTo>
                  <a:lnTo>
                    <a:pt x="94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46" name=""/>
            <p:cNvSpPr/>
            <p:nvPr/>
          </p:nvSpPr>
          <p:spPr>
            <a:xfrm rot="0">
              <a:off x="1186" y="2814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94" y="39"/>
                  </a:moveTo>
                  <a:lnTo>
                    <a:pt x="69" y="20"/>
                  </a:lnTo>
                  <a:lnTo>
                    <a:pt x="45" y="0"/>
                  </a:lnTo>
                  <a:lnTo>
                    <a:pt x="0" y="56"/>
                  </a:lnTo>
                  <a:lnTo>
                    <a:pt x="24" y="75"/>
                  </a:lnTo>
                  <a:lnTo>
                    <a:pt x="48" y="94"/>
                  </a:lnTo>
                  <a:lnTo>
                    <a:pt x="94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47" name=""/>
            <p:cNvSpPr/>
            <p:nvPr/>
          </p:nvSpPr>
          <p:spPr>
            <a:xfrm rot="0">
              <a:off x="1185" y="2833"/>
              <a:ext cx="9" cy="6"/>
            </a:xfrm>
            <a:custGeom>
              <a:avLst/>
              <a:ahLst/>
              <a:rect l="0" t="0" r="r" b="b"/>
              <a:pathLst>
                <a:path w="26" h="19">
                  <a:moveTo>
                    <a:pt x="26" y="19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6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48" name=""/>
            <p:cNvSpPr/>
            <p:nvPr/>
          </p:nvSpPr>
          <p:spPr>
            <a:xfrm rot="0" flipH="1">
              <a:off x="1185" y="28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49" name=""/>
            <p:cNvSpPr/>
            <p:nvPr/>
          </p:nvSpPr>
          <p:spPr>
            <a:xfrm rot="0">
              <a:off x="1171" y="2833"/>
              <a:ext cx="31" cy="31"/>
            </a:xfrm>
            <a:custGeom>
              <a:avLst/>
              <a:ahLst/>
              <a:rect l="0" t="0" r="r" b="b"/>
              <a:pathLst>
                <a:path w="93" h="94">
                  <a:moveTo>
                    <a:pt x="93" y="36"/>
                  </a:moveTo>
                  <a:lnTo>
                    <a:pt x="68" y="18"/>
                  </a:lnTo>
                  <a:lnTo>
                    <a:pt x="42" y="0"/>
                  </a:lnTo>
                  <a:lnTo>
                    <a:pt x="0" y="58"/>
                  </a:lnTo>
                  <a:lnTo>
                    <a:pt x="26" y="76"/>
                  </a:lnTo>
                  <a:lnTo>
                    <a:pt x="51" y="94"/>
                  </a:lnTo>
                  <a:lnTo>
                    <a:pt x="9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50" name=""/>
            <p:cNvSpPr/>
            <p:nvPr/>
          </p:nvSpPr>
          <p:spPr>
            <a:xfrm rot="0">
              <a:off x="1171" y="2833"/>
              <a:ext cx="31" cy="31"/>
            </a:xfrm>
            <a:custGeom>
              <a:avLst/>
              <a:ahLst/>
              <a:rect l="0" t="0" r="r" b="b"/>
              <a:pathLst>
                <a:path w="93" h="94">
                  <a:moveTo>
                    <a:pt x="93" y="36"/>
                  </a:moveTo>
                  <a:lnTo>
                    <a:pt x="68" y="18"/>
                  </a:lnTo>
                  <a:lnTo>
                    <a:pt x="42" y="0"/>
                  </a:lnTo>
                  <a:lnTo>
                    <a:pt x="0" y="58"/>
                  </a:lnTo>
                  <a:lnTo>
                    <a:pt x="26" y="76"/>
                  </a:lnTo>
                  <a:lnTo>
                    <a:pt x="51" y="94"/>
                  </a:lnTo>
                  <a:lnTo>
                    <a:pt x="93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51" name=""/>
            <p:cNvSpPr/>
            <p:nvPr/>
          </p:nvSpPr>
          <p:spPr>
            <a:xfrm rot="0">
              <a:off x="1171" y="2852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26" y="1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52" name=""/>
            <p:cNvSpPr/>
            <p:nvPr/>
          </p:nvSpPr>
          <p:spPr>
            <a:xfrm rot="0">
              <a:off x="1171" y="28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53" name=""/>
            <p:cNvSpPr/>
            <p:nvPr/>
          </p:nvSpPr>
          <p:spPr>
            <a:xfrm rot="0">
              <a:off x="1158" y="2853"/>
              <a:ext cx="30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91" y="34"/>
                  </a:moveTo>
                  <a:lnTo>
                    <a:pt x="66" y="17"/>
                  </a:lnTo>
                  <a:lnTo>
                    <a:pt x="40" y="0"/>
                  </a:lnTo>
                  <a:lnTo>
                    <a:pt x="0" y="60"/>
                  </a:lnTo>
                  <a:lnTo>
                    <a:pt x="26" y="77"/>
                  </a:lnTo>
                  <a:lnTo>
                    <a:pt x="51" y="94"/>
                  </a:lnTo>
                  <a:lnTo>
                    <a:pt x="91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54" name=""/>
            <p:cNvSpPr/>
            <p:nvPr/>
          </p:nvSpPr>
          <p:spPr>
            <a:xfrm rot="0">
              <a:off x="1158" y="2853"/>
              <a:ext cx="30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91" y="34"/>
                  </a:moveTo>
                  <a:lnTo>
                    <a:pt x="66" y="17"/>
                  </a:lnTo>
                  <a:lnTo>
                    <a:pt x="40" y="0"/>
                  </a:lnTo>
                  <a:lnTo>
                    <a:pt x="0" y="60"/>
                  </a:lnTo>
                  <a:lnTo>
                    <a:pt x="26" y="77"/>
                  </a:lnTo>
                  <a:lnTo>
                    <a:pt x="51" y="94"/>
                  </a:lnTo>
                  <a:lnTo>
                    <a:pt x="91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55" name=""/>
            <p:cNvSpPr/>
            <p:nvPr/>
          </p:nvSpPr>
          <p:spPr>
            <a:xfrm rot="0">
              <a:off x="1158" y="2873"/>
              <a:ext cx="9" cy="5"/>
            </a:xfrm>
            <a:custGeom>
              <a:avLst/>
              <a:ahLst/>
              <a:rect l="0" t="0" r="r" b="b"/>
              <a:pathLst>
                <a:path w="27" h="17">
                  <a:moveTo>
                    <a:pt x="27" y="17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2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56" name=""/>
            <p:cNvSpPr/>
            <p:nvPr/>
          </p:nvSpPr>
          <p:spPr>
            <a:xfrm rot="0" flipH="1">
              <a:off x="1158" y="28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57" name=""/>
            <p:cNvSpPr/>
            <p:nvPr/>
          </p:nvSpPr>
          <p:spPr>
            <a:xfrm rot="0">
              <a:off x="1146" y="2874"/>
              <a:ext cx="29" cy="30"/>
            </a:xfrm>
            <a:custGeom>
              <a:avLst/>
              <a:ahLst/>
              <a:rect l="0" t="0" r="r" b="b"/>
              <a:pathLst>
                <a:path w="88" h="91">
                  <a:moveTo>
                    <a:pt x="88" y="29"/>
                  </a:moveTo>
                  <a:lnTo>
                    <a:pt x="62" y="14"/>
                  </a:lnTo>
                  <a:lnTo>
                    <a:pt x="35" y="0"/>
                  </a:lnTo>
                  <a:lnTo>
                    <a:pt x="0" y="62"/>
                  </a:lnTo>
                  <a:lnTo>
                    <a:pt x="27" y="77"/>
                  </a:lnTo>
                  <a:lnTo>
                    <a:pt x="53" y="91"/>
                  </a:lnTo>
                  <a:lnTo>
                    <a:pt x="8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58" name=""/>
            <p:cNvSpPr/>
            <p:nvPr/>
          </p:nvSpPr>
          <p:spPr>
            <a:xfrm rot="0">
              <a:off x="1146" y="2874"/>
              <a:ext cx="29" cy="30"/>
            </a:xfrm>
            <a:custGeom>
              <a:avLst/>
              <a:ahLst/>
              <a:rect l="0" t="0" r="r" b="b"/>
              <a:pathLst>
                <a:path w="88" h="91">
                  <a:moveTo>
                    <a:pt x="88" y="29"/>
                  </a:moveTo>
                  <a:lnTo>
                    <a:pt x="62" y="14"/>
                  </a:lnTo>
                  <a:lnTo>
                    <a:pt x="35" y="0"/>
                  </a:lnTo>
                  <a:lnTo>
                    <a:pt x="0" y="62"/>
                  </a:lnTo>
                  <a:lnTo>
                    <a:pt x="27" y="77"/>
                  </a:lnTo>
                  <a:lnTo>
                    <a:pt x="53" y="91"/>
                  </a:lnTo>
                  <a:lnTo>
                    <a:pt x="88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59" name=""/>
            <p:cNvSpPr/>
            <p:nvPr/>
          </p:nvSpPr>
          <p:spPr>
            <a:xfrm rot="0">
              <a:off x="1146" y="2894"/>
              <a:ext cx="9" cy="5"/>
            </a:xfrm>
            <a:custGeom>
              <a:avLst/>
              <a:ahLst/>
              <a:rect l="0" t="0" r="r" b="b"/>
              <a:pathLst>
                <a:path w="28" h="15">
                  <a:moveTo>
                    <a:pt x="28" y="1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8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60" name=""/>
            <p:cNvSpPr/>
            <p:nvPr/>
          </p:nvSpPr>
          <p:spPr>
            <a:xfrm rot="0" flipH="1">
              <a:off x="1146" y="2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61" name=""/>
            <p:cNvSpPr/>
            <p:nvPr/>
          </p:nvSpPr>
          <p:spPr>
            <a:xfrm rot="0">
              <a:off x="1135" y="2895"/>
              <a:ext cx="29" cy="30"/>
            </a:xfrm>
            <a:custGeom>
              <a:avLst/>
              <a:ahLst/>
              <a:rect l="0" t="0" r="r" b="b"/>
              <a:pathLst>
                <a:path w="87" h="91">
                  <a:moveTo>
                    <a:pt x="87" y="26"/>
                  </a:moveTo>
                  <a:lnTo>
                    <a:pt x="59" y="13"/>
                  </a:lnTo>
                  <a:lnTo>
                    <a:pt x="31" y="0"/>
                  </a:lnTo>
                  <a:lnTo>
                    <a:pt x="0" y="65"/>
                  </a:lnTo>
                  <a:lnTo>
                    <a:pt x="27" y="78"/>
                  </a:lnTo>
                  <a:lnTo>
                    <a:pt x="55" y="91"/>
                  </a:lnTo>
                  <a:lnTo>
                    <a:pt x="8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62" name=""/>
            <p:cNvSpPr/>
            <p:nvPr/>
          </p:nvSpPr>
          <p:spPr>
            <a:xfrm rot="0">
              <a:off x="1135" y="2895"/>
              <a:ext cx="29" cy="30"/>
            </a:xfrm>
            <a:custGeom>
              <a:avLst/>
              <a:ahLst/>
              <a:rect l="0" t="0" r="r" b="b"/>
              <a:pathLst>
                <a:path w="87" h="91">
                  <a:moveTo>
                    <a:pt x="87" y="26"/>
                  </a:moveTo>
                  <a:lnTo>
                    <a:pt x="59" y="13"/>
                  </a:lnTo>
                  <a:lnTo>
                    <a:pt x="31" y="0"/>
                  </a:lnTo>
                  <a:lnTo>
                    <a:pt x="0" y="65"/>
                  </a:lnTo>
                  <a:lnTo>
                    <a:pt x="27" y="78"/>
                  </a:lnTo>
                  <a:lnTo>
                    <a:pt x="55" y="91"/>
                  </a:lnTo>
                  <a:lnTo>
                    <a:pt x="87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63" name=""/>
            <p:cNvSpPr/>
            <p:nvPr/>
          </p:nvSpPr>
          <p:spPr>
            <a:xfrm rot="0">
              <a:off x="1135" y="2917"/>
              <a:ext cx="9" cy="4"/>
            </a:xfrm>
            <a:custGeom>
              <a:avLst/>
              <a:ahLst/>
              <a:rect l="0" t="0" r="r" b="b"/>
              <a:pathLst>
                <a:path w="28" h="13">
                  <a:moveTo>
                    <a:pt x="28" y="1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8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64" name=""/>
            <p:cNvSpPr/>
            <p:nvPr/>
          </p:nvSpPr>
          <p:spPr>
            <a:xfrm rot="0" flipH="1">
              <a:off x="1135" y="2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65" name=""/>
            <p:cNvSpPr/>
            <p:nvPr/>
          </p:nvSpPr>
          <p:spPr>
            <a:xfrm rot="0">
              <a:off x="1126" y="2917"/>
              <a:ext cx="28" cy="30"/>
            </a:xfrm>
            <a:custGeom>
              <a:avLst/>
              <a:ahLst/>
              <a:rect l="0" t="0" r="r" b="b"/>
              <a:pathLst>
                <a:path w="85" h="90">
                  <a:moveTo>
                    <a:pt x="85" y="24"/>
                  </a:moveTo>
                  <a:lnTo>
                    <a:pt x="56" y="12"/>
                  </a:lnTo>
                  <a:lnTo>
                    <a:pt x="28" y="0"/>
                  </a:lnTo>
                  <a:lnTo>
                    <a:pt x="0" y="66"/>
                  </a:lnTo>
                  <a:lnTo>
                    <a:pt x="29" y="78"/>
                  </a:lnTo>
                  <a:lnTo>
                    <a:pt x="58" y="90"/>
                  </a:lnTo>
                  <a:lnTo>
                    <a:pt x="8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66" name=""/>
            <p:cNvSpPr/>
            <p:nvPr/>
          </p:nvSpPr>
          <p:spPr>
            <a:xfrm rot="0">
              <a:off x="1126" y="2917"/>
              <a:ext cx="28" cy="30"/>
            </a:xfrm>
            <a:custGeom>
              <a:avLst/>
              <a:ahLst/>
              <a:rect l="0" t="0" r="r" b="b"/>
              <a:pathLst>
                <a:path w="85" h="90">
                  <a:moveTo>
                    <a:pt x="85" y="24"/>
                  </a:moveTo>
                  <a:lnTo>
                    <a:pt x="56" y="12"/>
                  </a:lnTo>
                  <a:lnTo>
                    <a:pt x="28" y="0"/>
                  </a:lnTo>
                  <a:lnTo>
                    <a:pt x="0" y="66"/>
                  </a:lnTo>
                  <a:lnTo>
                    <a:pt x="29" y="78"/>
                  </a:lnTo>
                  <a:lnTo>
                    <a:pt x="58" y="90"/>
                  </a:lnTo>
                  <a:lnTo>
                    <a:pt x="85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67" name=""/>
            <p:cNvSpPr/>
            <p:nvPr/>
          </p:nvSpPr>
          <p:spPr>
            <a:xfrm rot="0">
              <a:off x="1126" y="2939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1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68" name=""/>
            <p:cNvSpPr/>
            <p:nvPr/>
          </p:nvSpPr>
          <p:spPr>
            <a:xfrm rot="0">
              <a:off x="1126" y="2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69" name=""/>
            <p:cNvSpPr/>
            <p:nvPr/>
          </p:nvSpPr>
          <p:spPr>
            <a:xfrm rot="0">
              <a:off x="1118" y="2940"/>
              <a:ext cx="27" cy="29"/>
            </a:xfrm>
            <a:custGeom>
              <a:avLst/>
              <a:ahLst/>
              <a:rect l="0" t="0" r="r" b="b"/>
              <a:pathLst>
                <a:path w="82" h="88">
                  <a:moveTo>
                    <a:pt x="82" y="19"/>
                  </a:moveTo>
                  <a:lnTo>
                    <a:pt x="53" y="9"/>
                  </a:lnTo>
                  <a:lnTo>
                    <a:pt x="24" y="0"/>
                  </a:lnTo>
                  <a:lnTo>
                    <a:pt x="0" y="68"/>
                  </a:lnTo>
                  <a:lnTo>
                    <a:pt x="29" y="78"/>
                  </a:lnTo>
                  <a:lnTo>
                    <a:pt x="58" y="88"/>
                  </a:lnTo>
                  <a:lnTo>
                    <a:pt x="82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70" name=""/>
            <p:cNvSpPr/>
            <p:nvPr/>
          </p:nvSpPr>
          <p:spPr>
            <a:xfrm rot="0">
              <a:off x="1118" y="2940"/>
              <a:ext cx="27" cy="29"/>
            </a:xfrm>
            <a:custGeom>
              <a:avLst/>
              <a:ahLst/>
              <a:rect l="0" t="0" r="r" b="b"/>
              <a:pathLst>
                <a:path w="82" h="88">
                  <a:moveTo>
                    <a:pt x="82" y="19"/>
                  </a:moveTo>
                  <a:lnTo>
                    <a:pt x="53" y="9"/>
                  </a:lnTo>
                  <a:lnTo>
                    <a:pt x="24" y="0"/>
                  </a:lnTo>
                  <a:lnTo>
                    <a:pt x="0" y="68"/>
                  </a:lnTo>
                  <a:lnTo>
                    <a:pt x="29" y="78"/>
                  </a:lnTo>
                  <a:lnTo>
                    <a:pt x="58" y="88"/>
                  </a:lnTo>
                  <a:lnTo>
                    <a:pt x="82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71" name=""/>
            <p:cNvSpPr/>
            <p:nvPr/>
          </p:nvSpPr>
          <p:spPr>
            <a:xfrm rot="0">
              <a:off x="1117" y="2963"/>
              <a:ext cx="10" cy="3"/>
            </a:xfrm>
            <a:custGeom>
              <a:avLst/>
              <a:ahLst/>
              <a:rect l="0" t="0" r="r" b="b"/>
              <a:pathLst>
                <a:path w="30" h="10">
                  <a:moveTo>
                    <a:pt x="30" y="1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72" name=""/>
            <p:cNvSpPr/>
            <p:nvPr/>
          </p:nvSpPr>
          <p:spPr>
            <a:xfrm rot="0" flipH="1">
              <a:off x="1117" y="29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73" name=""/>
            <p:cNvSpPr/>
            <p:nvPr/>
          </p:nvSpPr>
          <p:spPr>
            <a:xfrm rot="0">
              <a:off x="1111" y="2963"/>
              <a:ext cx="26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80" y="16"/>
                  </a:moveTo>
                  <a:lnTo>
                    <a:pt x="50" y="8"/>
                  </a:lnTo>
                  <a:lnTo>
                    <a:pt x="20" y="0"/>
                  </a:lnTo>
                  <a:lnTo>
                    <a:pt x="0" y="69"/>
                  </a:lnTo>
                  <a:lnTo>
                    <a:pt x="30" y="78"/>
                  </a:lnTo>
                  <a:lnTo>
                    <a:pt x="60" y="86"/>
                  </a:lnTo>
                  <a:lnTo>
                    <a:pt x="8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74" name=""/>
            <p:cNvSpPr/>
            <p:nvPr/>
          </p:nvSpPr>
          <p:spPr>
            <a:xfrm rot="0">
              <a:off x="1111" y="2963"/>
              <a:ext cx="26" cy="29"/>
            </a:xfrm>
            <a:custGeom>
              <a:avLst/>
              <a:ahLst/>
              <a:rect l="0" t="0" r="r" b="b"/>
              <a:pathLst>
                <a:path w="80" h="86">
                  <a:moveTo>
                    <a:pt x="80" y="16"/>
                  </a:moveTo>
                  <a:lnTo>
                    <a:pt x="50" y="8"/>
                  </a:lnTo>
                  <a:lnTo>
                    <a:pt x="20" y="0"/>
                  </a:lnTo>
                  <a:lnTo>
                    <a:pt x="0" y="69"/>
                  </a:lnTo>
                  <a:lnTo>
                    <a:pt x="30" y="78"/>
                  </a:lnTo>
                  <a:lnTo>
                    <a:pt x="60" y="86"/>
                  </a:lnTo>
                  <a:lnTo>
                    <a:pt x="80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75" name=""/>
            <p:cNvSpPr/>
            <p:nvPr/>
          </p:nvSpPr>
          <p:spPr>
            <a:xfrm rot="0">
              <a:off x="1111" y="2986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30" y="9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76" name=""/>
            <p:cNvSpPr/>
            <p:nvPr/>
          </p:nvSpPr>
          <p:spPr>
            <a:xfrm rot="0">
              <a:off x="1111" y="29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77" name=""/>
            <p:cNvSpPr/>
            <p:nvPr/>
          </p:nvSpPr>
          <p:spPr>
            <a:xfrm rot="0">
              <a:off x="1106" y="2987"/>
              <a:ext cx="25" cy="28"/>
            </a:xfrm>
            <a:custGeom>
              <a:avLst/>
              <a:ahLst/>
              <a:rect l="0" t="0" r="r" b="b"/>
              <a:pathLst>
                <a:path w="74" h="82">
                  <a:moveTo>
                    <a:pt x="74" y="12"/>
                  </a:moveTo>
                  <a:lnTo>
                    <a:pt x="44" y="6"/>
                  </a:lnTo>
                  <a:lnTo>
                    <a:pt x="14" y="0"/>
                  </a:lnTo>
                  <a:lnTo>
                    <a:pt x="0" y="70"/>
                  </a:lnTo>
                  <a:lnTo>
                    <a:pt x="30" y="76"/>
                  </a:lnTo>
                  <a:lnTo>
                    <a:pt x="60" y="82"/>
                  </a:lnTo>
                  <a:lnTo>
                    <a:pt x="7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78" name=""/>
            <p:cNvSpPr/>
            <p:nvPr/>
          </p:nvSpPr>
          <p:spPr>
            <a:xfrm rot="0">
              <a:off x="1106" y="2987"/>
              <a:ext cx="25" cy="28"/>
            </a:xfrm>
            <a:custGeom>
              <a:avLst/>
              <a:ahLst/>
              <a:rect l="0" t="0" r="r" b="b"/>
              <a:pathLst>
                <a:path w="74" h="82">
                  <a:moveTo>
                    <a:pt x="74" y="12"/>
                  </a:moveTo>
                  <a:lnTo>
                    <a:pt x="44" y="6"/>
                  </a:lnTo>
                  <a:lnTo>
                    <a:pt x="14" y="0"/>
                  </a:lnTo>
                  <a:lnTo>
                    <a:pt x="0" y="70"/>
                  </a:lnTo>
                  <a:lnTo>
                    <a:pt x="30" y="76"/>
                  </a:lnTo>
                  <a:lnTo>
                    <a:pt x="60" y="82"/>
                  </a:lnTo>
                  <a:lnTo>
                    <a:pt x="74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79" name=""/>
            <p:cNvSpPr/>
            <p:nvPr/>
          </p:nvSpPr>
          <p:spPr>
            <a:xfrm rot="0">
              <a:off x="1106" y="3011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30" y="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80" name=""/>
            <p:cNvSpPr/>
            <p:nvPr/>
          </p:nvSpPr>
          <p:spPr>
            <a:xfrm rot="0">
              <a:off x="1106" y="3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81" name=""/>
            <p:cNvSpPr/>
            <p:nvPr/>
          </p:nvSpPr>
          <p:spPr>
            <a:xfrm rot="0">
              <a:off x="1102" y="3011"/>
              <a:ext cx="24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71" y="10"/>
                  </a:moveTo>
                  <a:lnTo>
                    <a:pt x="41" y="5"/>
                  </a:lnTo>
                  <a:lnTo>
                    <a:pt x="11" y="0"/>
                  </a:lnTo>
                  <a:lnTo>
                    <a:pt x="0" y="71"/>
                  </a:lnTo>
                  <a:lnTo>
                    <a:pt x="30" y="76"/>
                  </a:lnTo>
                  <a:lnTo>
                    <a:pt x="60" y="81"/>
                  </a:lnTo>
                  <a:lnTo>
                    <a:pt x="7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82" name=""/>
            <p:cNvSpPr/>
            <p:nvPr/>
          </p:nvSpPr>
          <p:spPr>
            <a:xfrm rot="0">
              <a:off x="1102" y="3011"/>
              <a:ext cx="24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71" y="10"/>
                  </a:moveTo>
                  <a:lnTo>
                    <a:pt x="41" y="5"/>
                  </a:lnTo>
                  <a:lnTo>
                    <a:pt x="11" y="0"/>
                  </a:lnTo>
                  <a:lnTo>
                    <a:pt x="0" y="71"/>
                  </a:lnTo>
                  <a:lnTo>
                    <a:pt x="30" y="76"/>
                  </a:lnTo>
                  <a:lnTo>
                    <a:pt x="60" y="81"/>
                  </a:lnTo>
                  <a:lnTo>
                    <a:pt x="71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83" name=""/>
            <p:cNvSpPr/>
            <p:nvPr/>
          </p:nvSpPr>
          <p:spPr>
            <a:xfrm rot="0">
              <a:off x="1102" y="3035"/>
              <a:ext cx="10" cy="1"/>
            </a:xfrm>
            <a:custGeom>
              <a:avLst/>
              <a:ahLst/>
              <a:rect l="0" t="0" r="r" b="b"/>
              <a:pathLst>
                <a:path w="30" h="5">
                  <a:moveTo>
                    <a:pt x="30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84" name=""/>
            <p:cNvSpPr/>
            <p:nvPr/>
          </p:nvSpPr>
          <p:spPr>
            <a:xfrm rot="0">
              <a:off x="1102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85" name=""/>
            <p:cNvSpPr/>
            <p:nvPr/>
          </p:nvSpPr>
          <p:spPr>
            <a:xfrm rot="0">
              <a:off x="1100" y="3035"/>
              <a:ext cx="22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67" y="7"/>
                  </a:moveTo>
                  <a:lnTo>
                    <a:pt x="37" y="4"/>
                  </a:lnTo>
                  <a:lnTo>
                    <a:pt x="7" y="0"/>
                  </a:lnTo>
                  <a:lnTo>
                    <a:pt x="0" y="73"/>
                  </a:lnTo>
                  <a:lnTo>
                    <a:pt x="30" y="76"/>
                  </a:lnTo>
                  <a:lnTo>
                    <a:pt x="60" y="80"/>
                  </a:lnTo>
                  <a:lnTo>
                    <a:pt x="6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86" name=""/>
            <p:cNvSpPr/>
            <p:nvPr/>
          </p:nvSpPr>
          <p:spPr>
            <a:xfrm rot="0">
              <a:off x="1100" y="3035"/>
              <a:ext cx="22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67" y="7"/>
                  </a:moveTo>
                  <a:lnTo>
                    <a:pt x="37" y="4"/>
                  </a:lnTo>
                  <a:lnTo>
                    <a:pt x="7" y="0"/>
                  </a:lnTo>
                  <a:lnTo>
                    <a:pt x="0" y="73"/>
                  </a:lnTo>
                  <a:lnTo>
                    <a:pt x="30" y="76"/>
                  </a:lnTo>
                  <a:lnTo>
                    <a:pt x="60" y="80"/>
                  </a:lnTo>
                  <a:lnTo>
                    <a:pt x="67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87" name=""/>
            <p:cNvSpPr/>
            <p:nvPr/>
          </p:nvSpPr>
          <p:spPr>
            <a:xfrm rot="0">
              <a:off x="1100" y="3059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30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88" name=""/>
            <p:cNvSpPr/>
            <p:nvPr/>
          </p:nvSpPr>
          <p:spPr>
            <a:xfrm rot="0">
              <a:off x="1100" y="3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89" name=""/>
            <p:cNvSpPr/>
            <p:nvPr/>
          </p:nvSpPr>
          <p:spPr>
            <a:xfrm rot="0">
              <a:off x="1099" y="3060"/>
              <a:ext cx="21" cy="25"/>
            </a:xfrm>
            <a:custGeom>
              <a:avLst/>
              <a:ahLst/>
              <a:rect l="0" t="0" r="r" b="b"/>
              <a:pathLst>
                <a:path w="63" h="75">
                  <a:moveTo>
                    <a:pt x="63" y="2"/>
                  </a:moveTo>
                  <a:lnTo>
                    <a:pt x="33" y="1"/>
                  </a:lnTo>
                  <a:lnTo>
                    <a:pt x="3" y="0"/>
                  </a:lnTo>
                  <a:lnTo>
                    <a:pt x="0" y="72"/>
                  </a:lnTo>
                  <a:lnTo>
                    <a:pt x="30" y="73"/>
                  </a:lnTo>
                  <a:lnTo>
                    <a:pt x="61" y="75"/>
                  </a:lnTo>
                  <a:lnTo>
                    <a:pt x="6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90" name=""/>
            <p:cNvSpPr/>
            <p:nvPr/>
          </p:nvSpPr>
          <p:spPr>
            <a:xfrm rot="0">
              <a:off x="1099" y="3060"/>
              <a:ext cx="21" cy="25"/>
            </a:xfrm>
            <a:custGeom>
              <a:avLst/>
              <a:ahLst/>
              <a:rect l="0" t="0" r="r" b="b"/>
              <a:pathLst>
                <a:path w="63" h="75">
                  <a:moveTo>
                    <a:pt x="63" y="2"/>
                  </a:moveTo>
                  <a:lnTo>
                    <a:pt x="33" y="1"/>
                  </a:lnTo>
                  <a:lnTo>
                    <a:pt x="3" y="0"/>
                  </a:lnTo>
                  <a:lnTo>
                    <a:pt x="0" y="72"/>
                  </a:lnTo>
                  <a:lnTo>
                    <a:pt x="30" y="73"/>
                  </a:lnTo>
                  <a:lnTo>
                    <a:pt x="61" y="75"/>
                  </a:lnTo>
                  <a:lnTo>
                    <a:pt x="63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91" name=""/>
            <p:cNvSpPr/>
            <p:nvPr/>
          </p:nvSpPr>
          <p:spPr>
            <a:xfrm rot="0">
              <a:off x="1099" y="3084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30" y="1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3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92" name=""/>
            <p:cNvSpPr/>
            <p:nvPr/>
          </p:nvSpPr>
          <p:spPr>
            <a:xfrm rot="0">
              <a:off x="1099" y="3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93" name=""/>
            <p:cNvSpPr/>
            <p:nvPr/>
          </p:nvSpPr>
          <p:spPr>
            <a:xfrm rot="0">
              <a:off x="1099" y="3084"/>
              <a:ext cx="21" cy="25"/>
            </a:xfrm>
            <a:custGeom>
              <a:avLst/>
              <a:ahLst/>
              <a:rect l="0" t="0" r="r" b="b"/>
              <a:pathLst>
                <a:path w="63" h="74">
                  <a:moveTo>
                    <a:pt x="61" y="0"/>
                  </a:moveTo>
                  <a:lnTo>
                    <a:pt x="30" y="1"/>
                  </a:lnTo>
                  <a:lnTo>
                    <a:pt x="0" y="3"/>
                  </a:lnTo>
                  <a:lnTo>
                    <a:pt x="3" y="74"/>
                  </a:lnTo>
                  <a:lnTo>
                    <a:pt x="33" y="73"/>
                  </a:lnTo>
                  <a:lnTo>
                    <a:pt x="63" y="71"/>
                  </a:lnTo>
                  <a:lnTo>
                    <a:pt x="6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94" name=""/>
            <p:cNvSpPr/>
            <p:nvPr/>
          </p:nvSpPr>
          <p:spPr>
            <a:xfrm rot="0">
              <a:off x="1099" y="3084"/>
              <a:ext cx="21" cy="25"/>
            </a:xfrm>
            <a:custGeom>
              <a:avLst/>
              <a:ahLst/>
              <a:rect l="0" t="0" r="r" b="b"/>
              <a:pathLst>
                <a:path w="63" h="74">
                  <a:moveTo>
                    <a:pt x="61" y="0"/>
                  </a:moveTo>
                  <a:lnTo>
                    <a:pt x="30" y="1"/>
                  </a:lnTo>
                  <a:lnTo>
                    <a:pt x="0" y="3"/>
                  </a:lnTo>
                  <a:lnTo>
                    <a:pt x="3" y="74"/>
                  </a:lnTo>
                  <a:lnTo>
                    <a:pt x="33" y="73"/>
                  </a:lnTo>
                  <a:lnTo>
                    <a:pt x="63" y="71"/>
                  </a:lnTo>
                  <a:lnTo>
                    <a:pt x="6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95" name=""/>
            <p:cNvSpPr/>
            <p:nvPr/>
          </p:nvSpPr>
          <p:spPr>
            <a:xfrm rot="0">
              <a:off x="1100" y="3108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3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96" name=""/>
            <p:cNvSpPr/>
            <p:nvPr/>
          </p:nvSpPr>
          <p:spPr>
            <a:xfrm rot="0">
              <a:off x="1100" y="3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97" name=""/>
            <p:cNvSpPr/>
            <p:nvPr/>
          </p:nvSpPr>
          <p:spPr>
            <a:xfrm rot="0">
              <a:off x="1100" y="3107"/>
              <a:ext cx="22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60" y="0"/>
                  </a:moveTo>
                  <a:lnTo>
                    <a:pt x="30" y="4"/>
                  </a:lnTo>
                  <a:lnTo>
                    <a:pt x="0" y="7"/>
                  </a:lnTo>
                  <a:lnTo>
                    <a:pt x="7" y="80"/>
                  </a:lnTo>
                  <a:lnTo>
                    <a:pt x="37" y="76"/>
                  </a:lnTo>
                  <a:lnTo>
                    <a:pt x="67" y="72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198" name=""/>
            <p:cNvSpPr/>
            <p:nvPr/>
          </p:nvSpPr>
          <p:spPr>
            <a:xfrm rot="0">
              <a:off x="1100" y="3107"/>
              <a:ext cx="22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60" y="0"/>
                  </a:moveTo>
                  <a:lnTo>
                    <a:pt x="30" y="4"/>
                  </a:lnTo>
                  <a:lnTo>
                    <a:pt x="0" y="7"/>
                  </a:lnTo>
                  <a:lnTo>
                    <a:pt x="7" y="80"/>
                  </a:lnTo>
                  <a:lnTo>
                    <a:pt x="37" y="76"/>
                  </a:lnTo>
                  <a:lnTo>
                    <a:pt x="67" y="72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199" name=""/>
            <p:cNvSpPr/>
            <p:nvPr/>
          </p:nvSpPr>
          <p:spPr>
            <a:xfrm rot="0">
              <a:off x="1102" y="3132"/>
              <a:ext cx="10" cy="2"/>
            </a:xfrm>
            <a:custGeom>
              <a:avLst/>
              <a:ahLst/>
              <a:rect l="0" t="0" r="r" b="b"/>
              <a:pathLst>
                <a:path w="30" h="5">
                  <a:moveTo>
                    <a:pt x="30" y="0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00" name=""/>
            <p:cNvSpPr/>
            <p:nvPr/>
          </p:nvSpPr>
          <p:spPr>
            <a:xfrm rot="0">
              <a:off x="1102" y="31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01" name=""/>
            <p:cNvSpPr/>
            <p:nvPr/>
          </p:nvSpPr>
          <p:spPr>
            <a:xfrm rot="0">
              <a:off x="1102" y="3131"/>
              <a:ext cx="24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60" y="0"/>
                  </a:moveTo>
                  <a:lnTo>
                    <a:pt x="30" y="5"/>
                  </a:lnTo>
                  <a:lnTo>
                    <a:pt x="0" y="10"/>
                  </a:lnTo>
                  <a:lnTo>
                    <a:pt x="11" y="81"/>
                  </a:lnTo>
                  <a:lnTo>
                    <a:pt x="41" y="76"/>
                  </a:lnTo>
                  <a:lnTo>
                    <a:pt x="71" y="7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02" name=""/>
            <p:cNvSpPr/>
            <p:nvPr/>
          </p:nvSpPr>
          <p:spPr>
            <a:xfrm rot="0">
              <a:off x="1102" y="3131"/>
              <a:ext cx="24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60" y="0"/>
                  </a:moveTo>
                  <a:lnTo>
                    <a:pt x="30" y="5"/>
                  </a:lnTo>
                  <a:lnTo>
                    <a:pt x="0" y="10"/>
                  </a:lnTo>
                  <a:lnTo>
                    <a:pt x="11" y="81"/>
                  </a:lnTo>
                  <a:lnTo>
                    <a:pt x="41" y="76"/>
                  </a:lnTo>
                  <a:lnTo>
                    <a:pt x="71" y="7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03" name=""/>
            <p:cNvSpPr/>
            <p:nvPr/>
          </p:nvSpPr>
          <p:spPr>
            <a:xfrm rot="0">
              <a:off x="1106" y="3156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30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04" name=""/>
            <p:cNvSpPr/>
            <p:nvPr/>
          </p:nvSpPr>
          <p:spPr>
            <a:xfrm rot="0">
              <a:off x="1106" y="3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05" name=""/>
            <p:cNvSpPr/>
            <p:nvPr/>
          </p:nvSpPr>
          <p:spPr>
            <a:xfrm rot="0">
              <a:off x="1106" y="3154"/>
              <a:ext cx="25" cy="28"/>
            </a:xfrm>
            <a:custGeom>
              <a:avLst/>
              <a:ahLst/>
              <a:rect l="0" t="0" r="r" b="b"/>
              <a:pathLst>
                <a:path w="74" h="83">
                  <a:moveTo>
                    <a:pt x="60" y="0"/>
                  </a:moveTo>
                  <a:lnTo>
                    <a:pt x="30" y="6"/>
                  </a:lnTo>
                  <a:lnTo>
                    <a:pt x="0" y="12"/>
                  </a:lnTo>
                  <a:lnTo>
                    <a:pt x="14" y="83"/>
                  </a:lnTo>
                  <a:lnTo>
                    <a:pt x="44" y="77"/>
                  </a:lnTo>
                  <a:lnTo>
                    <a:pt x="74" y="71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06" name=""/>
            <p:cNvSpPr/>
            <p:nvPr/>
          </p:nvSpPr>
          <p:spPr>
            <a:xfrm rot="0">
              <a:off x="1106" y="3154"/>
              <a:ext cx="25" cy="28"/>
            </a:xfrm>
            <a:custGeom>
              <a:avLst/>
              <a:ahLst/>
              <a:rect l="0" t="0" r="r" b="b"/>
              <a:pathLst>
                <a:path w="74" h="83">
                  <a:moveTo>
                    <a:pt x="60" y="0"/>
                  </a:moveTo>
                  <a:lnTo>
                    <a:pt x="30" y="6"/>
                  </a:lnTo>
                  <a:lnTo>
                    <a:pt x="0" y="12"/>
                  </a:lnTo>
                  <a:lnTo>
                    <a:pt x="14" y="83"/>
                  </a:lnTo>
                  <a:lnTo>
                    <a:pt x="44" y="77"/>
                  </a:lnTo>
                  <a:lnTo>
                    <a:pt x="74" y="71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07" name=""/>
            <p:cNvSpPr/>
            <p:nvPr/>
          </p:nvSpPr>
          <p:spPr>
            <a:xfrm rot="0">
              <a:off x="1111" y="3180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30" y="0"/>
                  </a:moveTo>
                  <a:lnTo>
                    <a:pt x="0" y="6"/>
                  </a:lnTo>
                  <a:lnTo>
                    <a:pt x="0" y="9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08" name=""/>
            <p:cNvSpPr/>
            <p:nvPr/>
          </p:nvSpPr>
          <p:spPr>
            <a:xfrm rot="0">
              <a:off x="1111" y="31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09" name=""/>
            <p:cNvSpPr/>
            <p:nvPr/>
          </p:nvSpPr>
          <p:spPr>
            <a:xfrm rot="0">
              <a:off x="1111" y="3177"/>
              <a:ext cx="26" cy="28"/>
            </a:xfrm>
            <a:custGeom>
              <a:avLst/>
              <a:ahLst/>
              <a:rect l="0" t="0" r="r" b="b"/>
              <a:pathLst>
                <a:path w="80" h="85">
                  <a:moveTo>
                    <a:pt x="60" y="0"/>
                  </a:moveTo>
                  <a:lnTo>
                    <a:pt x="30" y="8"/>
                  </a:lnTo>
                  <a:lnTo>
                    <a:pt x="0" y="17"/>
                  </a:lnTo>
                  <a:lnTo>
                    <a:pt x="20" y="85"/>
                  </a:lnTo>
                  <a:lnTo>
                    <a:pt x="50" y="77"/>
                  </a:lnTo>
                  <a:lnTo>
                    <a:pt x="80" y="68"/>
                  </a:lnTo>
                  <a:lnTo>
                    <a:pt x="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10" name=""/>
            <p:cNvSpPr/>
            <p:nvPr/>
          </p:nvSpPr>
          <p:spPr>
            <a:xfrm rot="0">
              <a:off x="1111" y="3177"/>
              <a:ext cx="26" cy="28"/>
            </a:xfrm>
            <a:custGeom>
              <a:avLst/>
              <a:ahLst/>
              <a:rect l="0" t="0" r="r" b="b"/>
              <a:pathLst>
                <a:path w="80" h="85">
                  <a:moveTo>
                    <a:pt x="60" y="0"/>
                  </a:moveTo>
                  <a:lnTo>
                    <a:pt x="30" y="8"/>
                  </a:lnTo>
                  <a:lnTo>
                    <a:pt x="0" y="17"/>
                  </a:lnTo>
                  <a:lnTo>
                    <a:pt x="20" y="85"/>
                  </a:lnTo>
                  <a:lnTo>
                    <a:pt x="50" y="77"/>
                  </a:lnTo>
                  <a:lnTo>
                    <a:pt x="80" y="68"/>
                  </a:lnTo>
                  <a:lnTo>
                    <a:pt x="6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11" name=""/>
            <p:cNvSpPr/>
            <p:nvPr/>
          </p:nvSpPr>
          <p:spPr>
            <a:xfrm rot="0">
              <a:off x="1117" y="3203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30" y="0"/>
                  </a:moveTo>
                  <a:lnTo>
                    <a:pt x="0" y="8"/>
                  </a:lnTo>
                  <a:lnTo>
                    <a:pt x="1" y="9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12" name=""/>
            <p:cNvSpPr/>
            <p:nvPr/>
          </p:nvSpPr>
          <p:spPr>
            <a:xfrm rot="0">
              <a:off x="1117" y="32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13" name=""/>
            <p:cNvSpPr/>
            <p:nvPr/>
          </p:nvSpPr>
          <p:spPr>
            <a:xfrm rot="0">
              <a:off x="1118" y="3199"/>
              <a:ext cx="27" cy="30"/>
            </a:xfrm>
            <a:custGeom>
              <a:avLst/>
              <a:ahLst/>
              <a:rect l="0" t="0" r="r" b="b"/>
              <a:pathLst>
                <a:path w="82" h="88">
                  <a:moveTo>
                    <a:pt x="58" y="0"/>
                  </a:moveTo>
                  <a:lnTo>
                    <a:pt x="29" y="10"/>
                  </a:lnTo>
                  <a:lnTo>
                    <a:pt x="0" y="19"/>
                  </a:lnTo>
                  <a:lnTo>
                    <a:pt x="24" y="88"/>
                  </a:lnTo>
                  <a:lnTo>
                    <a:pt x="53" y="79"/>
                  </a:lnTo>
                  <a:lnTo>
                    <a:pt x="82" y="69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14" name=""/>
            <p:cNvSpPr/>
            <p:nvPr/>
          </p:nvSpPr>
          <p:spPr>
            <a:xfrm rot="0">
              <a:off x="1118" y="3199"/>
              <a:ext cx="27" cy="30"/>
            </a:xfrm>
            <a:custGeom>
              <a:avLst/>
              <a:ahLst/>
              <a:rect l="0" t="0" r="r" b="b"/>
              <a:pathLst>
                <a:path w="82" h="88">
                  <a:moveTo>
                    <a:pt x="58" y="0"/>
                  </a:moveTo>
                  <a:lnTo>
                    <a:pt x="29" y="10"/>
                  </a:lnTo>
                  <a:lnTo>
                    <a:pt x="0" y="19"/>
                  </a:lnTo>
                  <a:lnTo>
                    <a:pt x="24" y="88"/>
                  </a:lnTo>
                  <a:lnTo>
                    <a:pt x="53" y="79"/>
                  </a:lnTo>
                  <a:lnTo>
                    <a:pt x="82" y="69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15" name=""/>
            <p:cNvSpPr/>
            <p:nvPr/>
          </p:nvSpPr>
          <p:spPr>
            <a:xfrm rot="0">
              <a:off x="1126" y="3226"/>
              <a:ext cx="9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0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16" name=""/>
            <p:cNvSpPr/>
            <p:nvPr/>
          </p:nvSpPr>
          <p:spPr>
            <a:xfrm rot="0">
              <a:off x="1126" y="32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17" name=""/>
            <p:cNvSpPr/>
            <p:nvPr/>
          </p:nvSpPr>
          <p:spPr>
            <a:xfrm rot="0">
              <a:off x="1126" y="3221"/>
              <a:ext cx="28" cy="31"/>
            </a:xfrm>
            <a:custGeom>
              <a:avLst/>
              <a:ahLst/>
              <a:rect l="0" t="0" r="r" b="b"/>
              <a:pathLst>
                <a:path w="85" h="91">
                  <a:moveTo>
                    <a:pt x="58" y="0"/>
                  </a:moveTo>
                  <a:lnTo>
                    <a:pt x="29" y="13"/>
                  </a:lnTo>
                  <a:lnTo>
                    <a:pt x="0" y="25"/>
                  </a:lnTo>
                  <a:lnTo>
                    <a:pt x="28" y="91"/>
                  </a:lnTo>
                  <a:lnTo>
                    <a:pt x="56" y="79"/>
                  </a:lnTo>
                  <a:lnTo>
                    <a:pt x="85" y="67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18" name=""/>
            <p:cNvSpPr/>
            <p:nvPr/>
          </p:nvSpPr>
          <p:spPr>
            <a:xfrm rot="0">
              <a:off x="1126" y="3221"/>
              <a:ext cx="28" cy="31"/>
            </a:xfrm>
            <a:custGeom>
              <a:avLst/>
              <a:ahLst/>
              <a:rect l="0" t="0" r="r" b="b"/>
              <a:pathLst>
                <a:path w="85" h="91">
                  <a:moveTo>
                    <a:pt x="58" y="0"/>
                  </a:moveTo>
                  <a:lnTo>
                    <a:pt x="29" y="13"/>
                  </a:lnTo>
                  <a:lnTo>
                    <a:pt x="0" y="25"/>
                  </a:lnTo>
                  <a:lnTo>
                    <a:pt x="28" y="91"/>
                  </a:lnTo>
                  <a:lnTo>
                    <a:pt x="56" y="79"/>
                  </a:lnTo>
                  <a:lnTo>
                    <a:pt x="85" y="67"/>
                  </a:lnTo>
                  <a:lnTo>
                    <a:pt x="5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19" name=""/>
            <p:cNvSpPr/>
            <p:nvPr/>
          </p:nvSpPr>
          <p:spPr>
            <a:xfrm rot="0">
              <a:off x="1135" y="3248"/>
              <a:ext cx="9" cy="4"/>
            </a:xfrm>
            <a:custGeom>
              <a:avLst/>
              <a:ahLst/>
              <a:rect l="0" t="0" r="r" b="b"/>
              <a:pathLst>
                <a:path w="28" h="13">
                  <a:moveTo>
                    <a:pt x="28" y="0"/>
                  </a:moveTo>
                  <a:lnTo>
                    <a:pt x="0" y="12"/>
                  </a:lnTo>
                  <a:lnTo>
                    <a:pt x="1" y="13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20" name=""/>
            <p:cNvSpPr/>
            <p:nvPr/>
          </p:nvSpPr>
          <p:spPr>
            <a:xfrm rot="0">
              <a:off x="1135" y="32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21" name=""/>
            <p:cNvSpPr/>
            <p:nvPr/>
          </p:nvSpPr>
          <p:spPr>
            <a:xfrm rot="0">
              <a:off x="1135" y="3243"/>
              <a:ext cx="29" cy="31"/>
            </a:xfrm>
            <a:custGeom>
              <a:avLst/>
              <a:ahLst/>
              <a:rect l="0" t="0" r="r" b="b"/>
              <a:pathLst>
                <a:path w="87" h="91">
                  <a:moveTo>
                    <a:pt x="55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31" y="91"/>
                  </a:lnTo>
                  <a:lnTo>
                    <a:pt x="59" y="78"/>
                  </a:lnTo>
                  <a:lnTo>
                    <a:pt x="87" y="65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22" name=""/>
            <p:cNvSpPr/>
            <p:nvPr/>
          </p:nvSpPr>
          <p:spPr>
            <a:xfrm rot="0">
              <a:off x="1135" y="3243"/>
              <a:ext cx="29" cy="31"/>
            </a:xfrm>
            <a:custGeom>
              <a:avLst/>
              <a:ahLst/>
              <a:rect l="0" t="0" r="r" b="b"/>
              <a:pathLst>
                <a:path w="87" h="91">
                  <a:moveTo>
                    <a:pt x="55" y="0"/>
                  </a:moveTo>
                  <a:lnTo>
                    <a:pt x="27" y="13"/>
                  </a:lnTo>
                  <a:lnTo>
                    <a:pt x="0" y="26"/>
                  </a:lnTo>
                  <a:lnTo>
                    <a:pt x="31" y="91"/>
                  </a:lnTo>
                  <a:lnTo>
                    <a:pt x="59" y="78"/>
                  </a:lnTo>
                  <a:lnTo>
                    <a:pt x="87" y="65"/>
                  </a:lnTo>
                  <a:lnTo>
                    <a:pt x="5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23" name=""/>
            <p:cNvSpPr/>
            <p:nvPr/>
          </p:nvSpPr>
          <p:spPr>
            <a:xfrm rot="0">
              <a:off x="1146" y="3269"/>
              <a:ext cx="9" cy="5"/>
            </a:xfrm>
            <a:custGeom>
              <a:avLst/>
              <a:ahLst/>
              <a:rect l="0" t="0" r="r" b="b"/>
              <a:pathLst>
                <a:path w="28" h="14">
                  <a:moveTo>
                    <a:pt x="28" y="0"/>
                  </a:moveTo>
                  <a:lnTo>
                    <a:pt x="0" y="13"/>
                  </a:lnTo>
                  <a:lnTo>
                    <a:pt x="1" y="1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24" name=""/>
            <p:cNvSpPr/>
            <p:nvPr/>
          </p:nvSpPr>
          <p:spPr>
            <a:xfrm rot="0">
              <a:off x="1146" y="32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25" name=""/>
            <p:cNvSpPr/>
            <p:nvPr/>
          </p:nvSpPr>
          <p:spPr>
            <a:xfrm rot="0">
              <a:off x="1146" y="3264"/>
              <a:ext cx="29" cy="31"/>
            </a:xfrm>
            <a:custGeom>
              <a:avLst/>
              <a:ahLst/>
              <a:rect l="0" t="0" r="r" b="b"/>
              <a:pathLst>
                <a:path w="88" h="92">
                  <a:moveTo>
                    <a:pt x="53" y="0"/>
                  </a:moveTo>
                  <a:lnTo>
                    <a:pt x="27" y="15"/>
                  </a:lnTo>
                  <a:lnTo>
                    <a:pt x="0" y="29"/>
                  </a:lnTo>
                  <a:lnTo>
                    <a:pt x="35" y="92"/>
                  </a:lnTo>
                  <a:lnTo>
                    <a:pt x="62" y="78"/>
                  </a:lnTo>
                  <a:lnTo>
                    <a:pt x="88" y="63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26" name=""/>
            <p:cNvSpPr/>
            <p:nvPr/>
          </p:nvSpPr>
          <p:spPr>
            <a:xfrm rot="0">
              <a:off x="1146" y="3264"/>
              <a:ext cx="29" cy="31"/>
            </a:xfrm>
            <a:custGeom>
              <a:avLst/>
              <a:ahLst/>
              <a:rect l="0" t="0" r="r" b="b"/>
              <a:pathLst>
                <a:path w="88" h="92">
                  <a:moveTo>
                    <a:pt x="53" y="0"/>
                  </a:moveTo>
                  <a:lnTo>
                    <a:pt x="27" y="15"/>
                  </a:lnTo>
                  <a:lnTo>
                    <a:pt x="0" y="29"/>
                  </a:lnTo>
                  <a:lnTo>
                    <a:pt x="35" y="92"/>
                  </a:lnTo>
                  <a:lnTo>
                    <a:pt x="62" y="78"/>
                  </a:lnTo>
                  <a:lnTo>
                    <a:pt x="88" y="63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27" name=""/>
            <p:cNvSpPr/>
            <p:nvPr/>
          </p:nvSpPr>
          <p:spPr>
            <a:xfrm rot="0">
              <a:off x="1158" y="3290"/>
              <a:ext cx="9" cy="6"/>
            </a:xfrm>
            <a:custGeom>
              <a:avLst/>
              <a:ahLst/>
              <a:rect l="0" t="0" r="r" b="b"/>
              <a:pathLst>
                <a:path w="27" h="16">
                  <a:moveTo>
                    <a:pt x="27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28" name=""/>
            <p:cNvSpPr/>
            <p:nvPr/>
          </p:nvSpPr>
          <p:spPr>
            <a:xfrm rot="0">
              <a:off x="1158" y="32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29" name=""/>
            <p:cNvSpPr/>
            <p:nvPr/>
          </p:nvSpPr>
          <p:spPr>
            <a:xfrm rot="0">
              <a:off x="1158" y="3285"/>
              <a:ext cx="30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51" y="0"/>
                  </a:moveTo>
                  <a:lnTo>
                    <a:pt x="26" y="17"/>
                  </a:lnTo>
                  <a:lnTo>
                    <a:pt x="0" y="33"/>
                  </a:lnTo>
                  <a:lnTo>
                    <a:pt x="40" y="94"/>
                  </a:lnTo>
                  <a:lnTo>
                    <a:pt x="66" y="77"/>
                  </a:lnTo>
                  <a:lnTo>
                    <a:pt x="91" y="60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30" name=""/>
            <p:cNvSpPr/>
            <p:nvPr/>
          </p:nvSpPr>
          <p:spPr>
            <a:xfrm rot="0">
              <a:off x="1158" y="3285"/>
              <a:ext cx="30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51" y="0"/>
                  </a:moveTo>
                  <a:lnTo>
                    <a:pt x="26" y="17"/>
                  </a:lnTo>
                  <a:lnTo>
                    <a:pt x="0" y="33"/>
                  </a:lnTo>
                  <a:lnTo>
                    <a:pt x="40" y="94"/>
                  </a:lnTo>
                  <a:lnTo>
                    <a:pt x="66" y="77"/>
                  </a:lnTo>
                  <a:lnTo>
                    <a:pt x="91" y="60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31" name=""/>
            <p:cNvSpPr/>
            <p:nvPr/>
          </p:nvSpPr>
          <p:spPr>
            <a:xfrm rot="0">
              <a:off x="1171" y="3310"/>
              <a:ext cx="9" cy="6"/>
            </a:xfrm>
            <a:custGeom>
              <a:avLst/>
              <a:ahLst/>
              <a:rect l="0" t="0" r="r" b="b"/>
              <a:pathLst>
                <a:path w="26" h="18">
                  <a:moveTo>
                    <a:pt x="26" y="0"/>
                  </a:moveTo>
                  <a:lnTo>
                    <a:pt x="0" y="17"/>
                  </a:lnTo>
                  <a:lnTo>
                    <a:pt x="0" y="1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32" name=""/>
            <p:cNvSpPr/>
            <p:nvPr/>
          </p:nvSpPr>
          <p:spPr>
            <a:xfrm rot="0">
              <a:off x="1171" y="33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33" name=""/>
            <p:cNvSpPr/>
            <p:nvPr/>
          </p:nvSpPr>
          <p:spPr>
            <a:xfrm rot="0">
              <a:off x="1171" y="3304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51" y="0"/>
                  </a:moveTo>
                  <a:lnTo>
                    <a:pt x="26" y="18"/>
                  </a:lnTo>
                  <a:lnTo>
                    <a:pt x="0" y="36"/>
                  </a:lnTo>
                  <a:lnTo>
                    <a:pt x="42" y="95"/>
                  </a:lnTo>
                  <a:lnTo>
                    <a:pt x="68" y="77"/>
                  </a:lnTo>
                  <a:lnTo>
                    <a:pt x="93" y="59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34" name=""/>
            <p:cNvSpPr/>
            <p:nvPr/>
          </p:nvSpPr>
          <p:spPr>
            <a:xfrm rot="0">
              <a:off x="1171" y="3304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51" y="0"/>
                  </a:moveTo>
                  <a:lnTo>
                    <a:pt x="26" y="18"/>
                  </a:lnTo>
                  <a:lnTo>
                    <a:pt x="0" y="36"/>
                  </a:lnTo>
                  <a:lnTo>
                    <a:pt x="42" y="95"/>
                  </a:lnTo>
                  <a:lnTo>
                    <a:pt x="68" y="77"/>
                  </a:lnTo>
                  <a:lnTo>
                    <a:pt x="93" y="59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35" name=""/>
            <p:cNvSpPr/>
            <p:nvPr/>
          </p:nvSpPr>
          <p:spPr>
            <a:xfrm rot="0">
              <a:off x="1185" y="3330"/>
              <a:ext cx="9" cy="6"/>
            </a:xfrm>
            <a:custGeom>
              <a:avLst/>
              <a:ahLst/>
              <a:rect l="0" t="0" r="r" b="b"/>
              <a:pathLst>
                <a:path w="26" h="19">
                  <a:moveTo>
                    <a:pt x="26" y="0"/>
                  </a:moveTo>
                  <a:lnTo>
                    <a:pt x="0" y="18"/>
                  </a:lnTo>
                  <a:lnTo>
                    <a:pt x="2" y="19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36" name=""/>
            <p:cNvSpPr/>
            <p:nvPr/>
          </p:nvSpPr>
          <p:spPr>
            <a:xfrm rot="0">
              <a:off x="1185" y="3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37" name=""/>
            <p:cNvSpPr/>
            <p:nvPr/>
          </p:nvSpPr>
          <p:spPr>
            <a:xfrm rot="0">
              <a:off x="1186" y="3324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48" y="0"/>
                  </a:moveTo>
                  <a:lnTo>
                    <a:pt x="24" y="19"/>
                  </a:lnTo>
                  <a:lnTo>
                    <a:pt x="0" y="38"/>
                  </a:lnTo>
                  <a:lnTo>
                    <a:pt x="45" y="94"/>
                  </a:lnTo>
                  <a:lnTo>
                    <a:pt x="69" y="74"/>
                  </a:lnTo>
                  <a:lnTo>
                    <a:pt x="94" y="55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38" name=""/>
            <p:cNvSpPr/>
            <p:nvPr/>
          </p:nvSpPr>
          <p:spPr>
            <a:xfrm rot="0">
              <a:off x="1186" y="3324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48" y="0"/>
                  </a:moveTo>
                  <a:lnTo>
                    <a:pt x="24" y="19"/>
                  </a:lnTo>
                  <a:lnTo>
                    <a:pt x="0" y="38"/>
                  </a:lnTo>
                  <a:lnTo>
                    <a:pt x="45" y="94"/>
                  </a:lnTo>
                  <a:lnTo>
                    <a:pt x="69" y="74"/>
                  </a:lnTo>
                  <a:lnTo>
                    <a:pt x="94" y="55"/>
                  </a:lnTo>
                  <a:lnTo>
                    <a:pt x="4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39" name=""/>
            <p:cNvSpPr/>
            <p:nvPr/>
          </p:nvSpPr>
          <p:spPr>
            <a:xfrm rot="0">
              <a:off x="1201" y="3348"/>
              <a:ext cx="8" cy="8"/>
            </a:xfrm>
            <a:custGeom>
              <a:avLst/>
              <a:ahLst/>
              <a:rect l="0" t="0" r="r" b="b"/>
              <a:pathLst>
                <a:path w="24" h="22">
                  <a:moveTo>
                    <a:pt x="24" y="0"/>
                  </a:moveTo>
                  <a:lnTo>
                    <a:pt x="0" y="20"/>
                  </a:lnTo>
                  <a:lnTo>
                    <a:pt x="3" y="2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40" name=""/>
            <p:cNvSpPr/>
            <p:nvPr/>
          </p:nvSpPr>
          <p:spPr>
            <a:xfrm rot="0">
              <a:off x="1201" y="3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41" name=""/>
            <p:cNvSpPr/>
            <p:nvPr/>
          </p:nvSpPr>
          <p:spPr>
            <a:xfrm rot="0">
              <a:off x="1202" y="3341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43" y="0"/>
                  </a:moveTo>
                  <a:lnTo>
                    <a:pt x="21" y="21"/>
                  </a:lnTo>
                  <a:lnTo>
                    <a:pt x="0" y="43"/>
                  </a:lnTo>
                  <a:lnTo>
                    <a:pt x="49" y="95"/>
                  </a:lnTo>
                  <a:lnTo>
                    <a:pt x="71" y="73"/>
                  </a:lnTo>
                  <a:lnTo>
                    <a:pt x="93" y="51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42" name=""/>
            <p:cNvSpPr/>
            <p:nvPr/>
          </p:nvSpPr>
          <p:spPr>
            <a:xfrm rot="0">
              <a:off x="1202" y="3341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43" y="0"/>
                  </a:moveTo>
                  <a:lnTo>
                    <a:pt x="21" y="21"/>
                  </a:lnTo>
                  <a:lnTo>
                    <a:pt x="0" y="43"/>
                  </a:lnTo>
                  <a:lnTo>
                    <a:pt x="49" y="95"/>
                  </a:lnTo>
                  <a:lnTo>
                    <a:pt x="71" y="73"/>
                  </a:lnTo>
                  <a:lnTo>
                    <a:pt x="93" y="51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43" name=""/>
            <p:cNvSpPr/>
            <p:nvPr/>
          </p:nvSpPr>
          <p:spPr>
            <a:xfrm rot="0">
              <a:off x="1218" y="3366"/>
              <a:ext cx="8" cy="7"/>
            </a:xfrm>
            <a:custGeom>
              <a:avLst/>
              <a:ahLst/>
              <a:rect l="0" t="0" r="r" b="b"/>
              <a:pathLst>
                <a:path w="22" h="23">
                  <a:moveTo>
                    <a:pt x="22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44" name=""/>
            <p:cNvSpPr/>
            <p:nvPr/>
          </p:nvSpPr>
          <p:spPr>
            <a:xfrm rot="0">
              <a:off x="1218" y="33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45" name=""/>
            <p:cNvSpPr/>
            <p:nvPr/>
          </p:nvSpPr>
          <p:spPr>
            <a:xfrm rot="0">
              <a:off x="1219" y="3358"/>
              <a:ext cx="31" cy="32"/>
            </a:xfrm>
            <a:custGeom>
              <a:avLst/>
              <a:ahLst/>
              <a:rect l="0" t="0" r="r" b="b"/>
              <a:pathLst>
                <a:path w="94" h="95">
                  <a:moveTo>
                    <a:pt x="41" y="0"/>
                  </a:moveTo>
                  <a:lnTo>
                    <a:pt x="21" y="23"/>
                  </a:lnTo>
                  <a:lnTo>
                    <a:pt x="0" y="46"/>
                  </a:lnTo>
                  <a:lnTo>
                    <a:pt x="53" y="95"/>
                  </a:lnTo>
                  <a:lnTo>
                    <a:pt x="74" y="73"/>
                  </a:lnTo>
                  <a:lnTo>
                    <a:pt x="94" y="50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46" name=""/>
            <p:cNvSpPr/>
            <p:nvPr/>
          </p:nvSpPr>
          <p:spPr>
            <a:xfrm rot="0">
              <a:off x="1219" y="3358"/>
              <a:ext cx="31" cy="32"/>
            </a:xfrm>
            <a:custGeom>
              <a:avLst/>
              <a:ahLst/>
              <a:rect l="0" t="0" r="r" b="b"/>
              <a:pathLst>
                <a:path w="94" h="95">
                  <a:moveTo>
                    <a:pt x="41" y="0"/>
                  </a:moveTo>
                  <a:lnTo>
                    <a:pt x="21" y="23"/>
                  </a:lnTo>
                  <a:lnTo>
                    <a:pt x="0" y="46"/>
                  </a:lnTo>
                  <a:lnTo>
                    <a:pt x="53" y="95"/>
                  </a:lnTo>
                  <a:lnTo>
                    <a:pt x="74" y="73"/>
                  </a:lnTo>
                  <a:lnTo>
                    <a:pt x="94" y="50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47" name=""/>
            <p:cNvSpPr/>
            <p:nvPr/>
          </p:nvSpPr>
          <p:spPr>
            <a:xfrm rot="0">
              <a:off x="1236" y="3382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21" y="0"/>
                  </a:moveTo>
                  <a:lnTo>
                    <a:pt x="0" y="22"/>
                  </a:lnTo>
                  <a:lnTo>
                    <a:pt x="2" y="24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48" name=""/>
            <p:cNvSpPr/>
            <p:nvPr/>
          </p:nvSpPr>
          <p:spPr>
            <a:xfrm rot="0">
              <a:off x="1236" y="33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49" name=""/>
            <p:cNvSpPr/>
            <p:nvPr/>
          </p:nvSpPr>
          <p:spPr>
            <a:xfrm rot="0">
              <a:off x="1237" y="3374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38" y="0"/>
                  </a:moveTo>
                  <a:lnTo>
                    <a:pt x="19" y="25"/>
                  </a:lnTo>
                  <a:lnTo>
                    <a:pt x="0" y="49"/>
                  </a:lnTo>
                  <a:lnTo>
                    <a:pt x="55" y="94"/>
                  </a:lnTo>
                  <a:lnTo>
                    <a:pt x="74" y="70"/>
                  </a:lnTo>
                  <a:lnTo>
                    <a:pt x="94" y="46"/>
                  </a:lnTo>
                  <a:lnTo>
                    <a:pt x="3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50" name=""/>
            <p:cNvSpPr/>
            <p:nvPr/>
          </p:nvSpPr>
          <p:spPr>
            <a:xfrm rot="0">
              <a:off x="1237" y="3374"/>
              <a:ext cx="31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38" y="0"/>
                  </a:moveTo>
                  <a:lnTo>
                    <a:pt x="19" y="25"/>
                  </a:lnTo>
                  <a:lnTo>
                    <a:pt x="0" y="49"/>
                  </a:lnTo>
                  <a:lnTo>
                    <a:pt x="55" y="94"/>
                  </a:lnTo>
                  <a:lnTo>
                    <a:pt x="74" y="70"/>
                  </a:lnTo>
                  <a:lnTo>
                    <a:pt x="94" y="46"/>
                  </a:lnTo>
                  <a:lnTo>
                    <a:pt x="3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51" name=""/>
            <p:cNvSpPr/>
            <p:nvPr/>
          </p:nvSpPr>
          <p:spPr>
            <a:xfrm rot="0">
              <a:off x="1255" y="3397"/>
              <a:ext cx="7" cy="8"/>
            </a:xfrm>
            <a:custGeom>
              <a:avLst/>
              <a:ahLst/>
              <a:rect l="0" t="0" r="r" b="b"/>
              <a:pathLst>
                <a:path w="19" h="24">
                  <a:moveTo>
                    <a:pt x="19" y="0"/>
                  </a:moveTo>
                  <a:lnTo>
                    <a:pt x="0" y="24"/>
                  </a:lnTo>
                  <a:lnTo>
                    <a:pt x="1" y="24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52" name=""/>
            <p:cNvSpPr/>
            <p:nvPr/>
          </p:nvSpPr>
          <p:spPr>
            <a:xfrm rot="0">
              <a:off x="1255" y="34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53" name=""/>
            <p:cNvSpPr/>
            <p:nvPr/>
          </p:nvSpPr>
          <p:spPr>
            <a:xfrm rot="0">
              <a:off x="1256" y="3389"/>
              <a:ext cx="31" cy="31"/>
            </a:xfrm>
            <a:custGeom>
              <a:avLst/>
              <a:ahLst/>
              <a:rect l="0" t="0" r="r" b="b"/>
              <a:pathLst>
                <a:path w="94" h="92">
                  <a:moveTo>
                    <a:pt x="36" y="0"/>
                  </a:moveTo>
                  <a:lnTo>
                    <a:pt x="18" y="24"/>
                  </a:lnTo>
                  <a:lnTo>
                    <a:pt x="0" y="48"/>
                  </a:lnTo>
                  <a:lnTo>
                    <a:pt x="58" y="92"/>
                  </a:lnTo>
                  <a:lnTo>
                    <a:pt x="76" y="68"/>
                  </a:lnTo>
                  <a:lnTo>
                    <a:pt x="94" y="44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54" name=""/>
            <p:cNvSpPr/>
            <p:nvPr/>
          </p:nvSpPr>
          <p:spPr>
            <a:xfrm rot="0">
              <a:off x="1256" y="3389"/>
              <a:ext cx="31" cy="31"/>
            </a:xfrm>
            <a:custGeom>
              <a:avLst/>
              <a:ahLst/>
              <a:rect l="0" t="0" r="r" b="b"/>
              <a:pathLst>
                <a:path w="94" h="92">
                  <a:moveTo>
                    <a:pt x="36" y="0"/>
                  </a:moveTo>
                  <a:lnTo>
                    <a:pt x="18" y="24"/>
                  </a:lnTo>
                  <a:lnTo>
                    <a:pt x="0" y="48"/>
                  </a:lnTo>
                  <a:lnTo>
                    <a:pt x="58" y="92"/>
                  </a:lnTo>
                  <a:lnTo>
                    <a:pt x="76" y="68"/>
                  </a:lnTo>
                  <a:lnTo>
                    <a:pt x="94" y="44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55" name=""/>
            <p:cNvSpPr/>
            <p:nvPr/>
          </p:nvSpPr>
          <p:spPr>
            <a:xfrm rot="0">
              <a:off x="1275" y="3412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18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56" name=""/>
            <p:cNvSpPr/>
            <p:nvPr/>
          </p:nvSpPr>
          <p:spPr>
            <a:xfrm rot="0">
              <a:off x="1275" y="34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57" name=""/>
            <p:cNvSpPr/>
            <p:nvPr/>
          </p:nvSpPr>
          <p:spPr>
            <a:xfrm rot="0">
              <a:off x="1275" y="3403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34" y="0"/>
                  </a:moveTo>
                  <a:lnTo>
                    <a:pt x="17" y="26"/>
                  </a:lnTo>
                  <a:lnTo>
                    <a:pt x="0" y="51"/>
                  </a:lnTo>
                  <a:lnTo>
                    <a:pt x="61" y="90"/>
                  </a:lnTo>
                  <a:lnTo>
                    <a:pt x="77" y="64"/>
                  </a:lnTo>
                  <a:lnTo>
                    <a:pt x="94" y="39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58" name=""/>
            <p:cNvSpPr/>
            <p:nvPr/>
          </p:nvSpPr>
          <p:spPr>
            <a:xfrm rot="0">
              <a:off x="1275" y="3403"/>
              <a:ext cx="32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34" y="0"/>
                  </a:moveTo>
                  <a:lnTo>
                    <a:pt x="17" y="26"/>
                  </a:lnTo>
                  <a:lnTo>
                    <a:pt x="0" y="51"/>
                  </a:lnTo>
                  <a:lnTo>
                    <a:pt x="61" y="90"/>
                  </a:lnTo>
                  <a:lnTo>
                    <a:pt x="77" y="64"/>
                  </a:lnTo>
                  <a:lnTo>
                    <a:pt x="94" y="39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59" name=""/>
            <p:cNvSpPr/>
            <p:nvPr/>
          </p:nvSpPr>
          <p:spPr>
            <a:xfrm rot="0">
              <a:off x="1296" y="3425"/>
              <a:ext cx="5" cy="9"/>
            </a:xfrm>
            <a:custGeom>
              <a:avLst/>
              <a:ahLst/>
              <a:rect l="0" t="0" r="r" b="b"/>
              <a:pathLst>
                <a:path w="16" h="27">
                  <a:moveTo>
                    <a:pt x="16" y="0"/>
                  </a:moveTo>
                  <a:lnTo>
                    <a:pt x="0" y="26"/>
                  </a:lnTo>
                  <a:lnTo>
                    <a:pt x="1" y="27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60" name=""/>
            <p:cNvSpPr/>
            <p:nvPr/>
          </p:nvSpPr>
          <p:spPr>
            <a:xfrm rot="0">
              <a:off x="1296" y="3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61" name=""/>
            <p:cNvSpPr/>
            <p:nvPr/>
          </p:nvSpPr>
          <p:spPr>
            <a:xfrm rot="0">
              <a:off x="1296" y="3416"/>
              <a:ext cx="31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31" y="0"/>
                  </a:moveTo>
                  <a:lnTo>
                    <a:pt x="15" y="26"/>
                  </a:lnTo>
                  <a:lnTo>
                    <a:pt x="0" y="53"/>
                  </a:lnTo>
                  <a:lnTo>
                    <a:pt x="62" y="89"/>
                  </a:lnTo>
                  <a:lnTo>
                    <a:pt x="78" y="62"/>
                  </a:lnTo>
                  <a:lnTo>
                    <a:pt x="94" y="36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62" name=""/>
            <p:cNvSpPr/>
            <p:nvPr/>
          </p:nvSpPr>
          <p:spPr>
            <a:xfrm rot="0">
              <a:off x="1296" y="3416"/>
              <a:ext cx="31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31" y="0"/>
                  </a:moveTo>
                  <a:lnTo>
                    <a:pt x="15" y="26"/>
                  </a:lnTo>
                  <a:lnTo>
                    <a:pt x="0" y="53"/>
                  </a:lnTo>
                  <a:lnTo>
                    <a:pt x="62" y="89"/>
                  </a:lnTo>
                  <a:lnTo>
                    <a:pt x="78" y="62"/>
                  </a:lnTo>
                  <a:lnTo>
                    <a:pt x="94" y="36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63" name=""/>
            <p:cNvSpPr/>
            <p:nvPr/>
          </p:nvSpPr>
          <p:spPr>
            <a:xfrm rot="0">
              <a:off x="1317" y="3437"/>
              <a:ext cx="5" cy="9"/>
            </a:xfrm>
            <a:custGeom>
              <a:avLst/>
              <a:ahLst/>
              <a:rect l="0" t="0" r="r" b="b"/>
              <a:pathLst>
                <a:path w="16" h="28">
                  <a:moveTo>
                    <a:pt x="16" y="0"/>
                  </a:moveTo>
                  <a:lnTo>
                    <a:pt x="0" y="27"/>
                  </a:lnTo>
                  <a:lnTo>
                    <a:pt x="3" y="2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64" name=""/>
            <p:cNvSpPr/>
            <p:nvPr/>
          </p:nvSpPr>
          <p:spPr>
            <a:xfrm rot="0">
              <a:off x="1317" y="34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65" name=""/>
            <p:cNvSpPr/>
            <p:nvPr/>
          </p:nvSpPr>
          <p:spPr>
            <a:xfrm rot="0">
              <a:off x="1318" y="3428"/>
              <a:ext cx="30" cy="28"/>
            </a:xfrm>
            <a:custGeom>
              <a:avLst/>
              <a:ahLst/>
              <a:rect l="0" t="0" r="r" b="b"/>
              <a:pathLst>
                <a:path w="91" h="86">
                  <a:moveTo>
                    <a:pt x="26" y="0"/>
                  </a:moveTo>
                  <a:lnTo>
                    <a:pt x="13" y="27"/>
                  </a:lnTo>
                  <a:lnTo>
                    <a:pt x="0" y="55"/>
                  </a:lnTo>
                  <a:lnTo>
                    <a:pt x="65" y="86"/>
                  </a:lnTo>
                  <a:lnTo>
                    <a:pt x="78" y="59"/>
                  </a:lnTo>
                  <a:lnTo>
                    <a:pt x="91" y="31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66" name=""/>
            <p:cNvSpPr/>
            <p:nvPr/>
          </p:nvSpPr>
          <p:spPr>
            <a:xfrm rot="0">
              <a:off x="1318" y="3428"/>
              <a:ext cx="30" cy="28"/>
            </a:xfrm>
            <a:custGeom>
              <a:avLst/>
              <a:ahLst/>
              <a:rect l="0" t="0" r="r" b="b"/>
              <a:pathLst>
                <a:path w="91" h="86">
                  <a:moveTo>
                    <a:pt x="26" y="0"/>
                  </a:moveTo>
                  <a:lnTo>
                    <a:pt x="13" y="27"/>
                  </a:lnTo>
                  <a:lnTo>
                    <a:pt x="0" y="55"/>
                  </a:lnTo>
                  <a:lnTo>
                    <a:pt x="65" y="86"/>
                  </a:lnTo>
                  <a:lnTo>
                    <a:pt x="78" y="59"/>
                  </a:lnTo>
                  <a:lnTo>
                    <a:pt x="91" y="31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67" name=""/>
            <p:cNvSpPr/>
            <p:nvPr/>
          </p:nvSpPr>
          <p:spPr>
            <a:xfrm rot="0">
              <a:off x="1339" y="3447"/>
              <a:ext cx="5" cy="10"/>
            </a:xfrm>
            <a:custGeom>
              <a:avLst/>
              <a:ahLst/>
              <a:rect l="0" t="0" r="r" b="b"/>
              <a:pathLst>
                <a:path w="13" h="29">
                  <a:moveTo>
                    <a:pt x="13" y="0"/>
                  </a:moveTo>
                  <a:lnTo>
                    <a:pt x="0" y="27"/>
                  </a:lnTo>
                  <a:lnTo>
                    <a:pt x="1" y="29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68" name=""/>
            <p:cNvSpPr/>
            <p:nvPr/>
          </p:nvSpPr>
          <p:spPr>
            <a:xfrm rot="0">
              <a:off x="1339" y="34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69" name=""/>
            <p:cNvSpPr/>
            <p:nvPr/>
          </p:nvSpPr>
          <p:spPr>
            <a:xfrm rot="0">
              <a:off x="1340" y="3438"/>
              <a:ext cx="30" cy="28"/>
            </a:xfrm>
            <a:custGeom>
              <a:avLst/>
              <a:ahLst/>
              <a:rect l="0" t="0" r="r" b="b"/>
              <a:pathLst>
                <a:path w="91" h="85">
                  <a:moveTo>
                    <a:pt x="24" y="0"/>
                  </a:moveTo>
                  <a:lnTo>
                    <a:pt x="12" y="29"/>
                  </a:lnTo>
                  <a:lnTo>
                    <a:pt x="0" y="58"/>
                  </a:lnTo>
                  <a:lnTo>
                    <a:pt x="66" y="85"/>
                  </a:lnTo>
                  <a:lnTo>
                    <a:pt x="78" y="56"/>
                  </a:lnTo>
                  <a:lnTo>
                    <a:pt x="91" y="28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70" name=""/>
            <p:cNvSpPr/>
            <p:nvPr/>
          </p:nvSpPr>
          <p:spPr>
            <a:xfrm rot="0">
              <a:off x="1340" y="3438"/>
              <a:ext cx="30" cy="28"/>
            </a:xfrm>
            <a:custGeom>
              <a:avLst/>
              <a:ahLst/>
              <a:rect l="0" t="0" r="r" b="b"/>
              <a:pathLst>
                <a:path w="91" h="85">
                  <a:moveTo>
                    <a:pt x="24" y="0"/>
                  </a:moveTo>
                  <a:lnTo>
                    <a:pt x="12" y="29"/>
                  </a:lnTo>
                  <a:lnTo>
                    <a:pt x="0" y="58"/>
                  </a:lnTo>
                  <a:lnTo>
                    <a:pt x="66" y="85"/>
                  </a:lnTo>
                  <a:lnTo>
                    <a:pt x="78" y="56"/>
                  </a:lnTo>
                  <a:lnTo>
                    <a:pt x="91" y="28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71" name=""/>
          <p:cNvGrpSpPr/>
          <p:nvPr/>
        </p:nvGrpSpPr>
        <p:grpSpPr>
          <a:xfrm rot="0">
            <a:off x="1741487" y="1250950"/>
            <a:ext cx="5434012" cy="5145087"/>
            <a:chOff x="1097" y="788"/>
            <a:chExt cx="3423" cy="3241"/>
          </a:xfrm>
        </p:grpSpPr>
        <p:sp>
          <p:nvSpPr>
            <p:cNvPr id="1086271" name=""/>
            <p:cNvSpPr/>
            <p:nvPr/>
          </p:nvSpPr>
          <p:spPr>
            <a:xfrm rot="0">
              <a:off x="1362" y="3456"/>
              <a:ext cx="4" cy="10"/>
            </a:xfrm>
            <a:custGeom>
              <a:avLst/>
              <a:ahLst/>
              <a:rect l="0" t="0" r="r" b="b"/>
              <a:pathLst>
                <a:path w="12" h="29">
                  <a:moveTo>
                    <a:pt x="12" y="0"/>
                  </a:moveTo>
                  <a:lnTo>
                    <a:pt x="0" y="29"/>
                  </a:lnTo>
                  <a:lnTo>
                    <a:pt x="3" y="29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72" name=""/>
            <p:cNvSpPr/>
            <p:nvPr/>
          </p:nvSpPr>
          <p:spPr>
            <a:xfrm rot="0">
              <a:off x="1362" y="34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73" name=""/>
            <p:cNvSpPr/>
            <p:nvPr/>
          </p:nvSpPr>
          <p:spPr>
            <a:xfrm rot="0">
              <a:off x="1363" y="3447"/>
              <a:ext cx="29" cy="27"/>
            </a:xfrm>
            <a:custGeom>
              <a:avLst/>
              <a:ahLst/>
              <a:rect l="0" t="0" r="r" b="b"/>
              <a:pathLst>
                <a:path w="88" h="80">
                  <a:moveTo>
                    <a:pt x="19" y="0"/>
                  </a:moveTo>
                  <a:lnTo>
                    <a:pt x="9" y="28"/>
                  </a:lnTo>
                  <a:lnTo>
                    <a:pt x="0" y="57"/>
                  </a:lnTo>
                  <a:lnTo>
                    <a:pt x="69" y="80"/>
                  </a:lnTo>
                  <a:lnTo>
                    <a:pt x="78" y="51"/>
                  </a:lnTo>
                  <a:lnTo>
                    <a:pt x="88" y="22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74" name=""/>
            <p:cNvSpPr/>
            <p:nvPr/>
          </p:nvSpPr>
          <p:spPr>
            <a:xfrm rot="0">
              <a:off x="1363" y="3447"/>
              <a:ext cx="29" cy="27"/>
            </a:xfrm>
            <a:custGeom>
              <a:avLst/>
              <a:ahLst/>
              <a:rect l="0" t="0" r="r" b="b"/>
              <a:pathLst>
                <a:path w="88" h="80">
                  <a:moveTo>
                    <a:pt x="19" y="0"/>
                  </a:moveTo>
                  <a:lnTo>
                    <a:pt x="9" y="28"/>
                  </a:lnTo>
                  <a:lnTo>
                    <a:pt x="0" y="57"/>
                  </a:lnTo>
                  <a:lnTo>
                    <a:pt x="69" y="80"/>
                  </a:lnTo>
                  <a:lnTo>
                    <a:pt x="78" y="51"/>
                  </a:lnTo>
                  <a:lnTo>
                    <a:pt x="88" y="22"/>
                  </a:lnTo>
                  <a:lnTo>
                    <a:pt x="1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75" name=""/>
            <p:cNvSpPr/>
            <p:nvPr/>
          </p:nvSpPr>
          <p:spPr>
            <a:xfrm rot="0">
              <a:off x="1386" y="3464"/>
              <a:ext cx="3" cy="10"/>
            </a:xfrm>
            <a:custGeom>
              <a:avLst/>
              <a:ahLst/>
              <a:rect l="0" t="0" r="r" b="b"/>
              <a:pathLst>
                <a:path w="9" h="31">
                  <a:moveTo>
                    <a:pt x="9" y="0"/>
                  </a:moveTo>
                  <a:lnTo>
                    <a:pt x="0" y="29"/>
                  </a:lnTo>
                  <a:lnTo>
                    <a:pt x="1" y="31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76" name=""/>
            <p:cNvSpPr/>
            <p:nvPr/>
          </p:nvSpPr>
          <p:spPr>
            <a:xfrm rot="0">
              <a:off x="1386" y="34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77" name=""/>
            <p:cNvSpPr/>
            <p:nvPr/>
          </p:nvSpPr>
          <p:spPr>
            <a:xfrm rot="0">
              <a:off x="1386" y="3454"/>
              <a:ext cx="28" cy="27"/>
            </a:xfrm>
            <a:custGeom>
              <a:avLst/>
              <a:ahLst/>
              <a:rect l="0" t="0" r="r" b="b"/>
              <a:pathLst>
                <a:path w="85" h="80">
                  <a:moveTo>
                    <a:pt x="17" y="0"/>
                  </a:moveTo>
                  <a:lnTo>
                    <a:pt x="8" y="30"/>
                  </a:lnTo>
                  <a:lnTo>
                    <a:pt x="0" y="61"/>
                  </a:lnTo>
                  <a:lnTo>
                    <a:pt x="68" y="80"/>
                  </a:lnTo>
                  <a:lnTo>
                    <a:pt x="77" y="50"/>
                  </a:lnTo>
                  <a:lnTo>
                    <a:pt x="85" y="20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78" name=""/>
            <p:cNvSpPr/>
            <p:nvPr/>
          </p:nvSpPr>
          <p:spPr>
            <a:xfrm rot="0">
              <a:off x="1386" y="3454"/>
              <a:ext cx="28" cy="27"/>
            </a:xfrm>
            <a:custGeom>
              <a:avLst/>
              <a:ahLst/>
              <a:rect l="0" t="0" r="r" b="b"/>
              <a:pathLst>
                <a:path w="85" h="80">
                  <a:moveTo>
                    <a:pt x="17" y="0"/>
                  </a:moveTo>
                  <a:lnTo>
                    <a:pt x="8" y="30"/>
                  </a:lnTo>
                  <a:lnTo>
                    <a:pt x="0" y="61"/>
                  </a:lnTo>
                  <a:lnTo>
                    <a:pt x="68" y="80"/>
                  </a:lnTo>
                  <a:lnTo>
                    <a:pt x="77" y="50"/>
                  </a:lnTo>
                  <a:lnTo>
                    <a:pt x="85" y="20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79" name=""/>
            <p:cNvSpPr/>
            <p:nvPr/>
          </p:nvSpPr>
          <p:spPr>
            <a:xfrm rot="0">
              <a:off x="1409" y="3471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9" y="0"/>
                  </a:moveTo>
                  <a:lnTo>
                    <a:pt x="0" y="30"/>
                  </a:lnTo>
                  <a:lnTo>
                    <a:pt x="3" y="30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80" name=""/>
            <p:cNvSpPr/>
            <p:nvPr/>
          </p:nvSpPr>
          <p:spPr>
            <a:xfrm rot="0">
              <a:off x="1409" y="34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81" name=""/>
            <p:cNvSpPr/>
            <p:nvPr/>
          </p:nvSpPr>
          <p:spPr>
            <a:xfrm rot="0">
              <a:off x="1410" y="3461"/>
              <a:ext cx="27" cy="25"/>
            </a:xfrm>
            <a:custGeom>
              <a:avLst/>
              <a:ahLst/>
              <a:rect l="0" t="0" r="r" b="b"/>
              <a:pathLst>
                <a:path w="83" h="75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71" y="75"/>
                  </a:lnTo>
                  <a:lnTo>
                    <a:pt x="77" y="45"/>
                  </a:lnTo>
                  <a:lnTo>
                    <a:pt x="83" y="15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82" name=""/>
            <p:cNvSpPr/>
            <p:nvPr/>
          </p:nvSpPr>
          <p:spPr>
            <a:xfrm rot="0">
              <a:off x="1410" y="3461"/>
              <a:ext cx="27" cy="25"/>
            </a:xfrm>
            <a:custGeom>
              <a:avLst/>
              <a:ahLst/>
              <a:rect l="0" t="0" r="r" b="b"/>
              <a:pathLst>
                <a:path w="83" h="75">
                  <a:moveTo>
                    <a:pt x="12" y="0"/>
                  </a:moveTo>
                  <a:lnTo>
                    <a:pt x="6" y="30"/>
                  </a:lnTo>
                  <a:lnTo>
                    <a:pt x="0" y="60"/>
                  </a:lnTo>
                  <a:lnTo>
                    <a:pt x="71" y="75"/>
                  </a:lnTo>
                  <a:lnTo>
                    <a:pt x="77" y="45"/>
                  </a:lnTo>
                  <a:lnTo>
                    <a:pt x="83" y="15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83" name=""/>
            <p:cNvSpPr/>
            <p:nvPr/>
          </p:nvSpPr>
          <p:spPr>
            <a:xfrm rot="0">
              <a:off x="1433" y="3476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6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84" name=""/>
            <p:cNvSpPr/>
            <p:nvPr/>
          </p:nvSpPr>
          <p:spPr>
            <a:xfrm rot="0">
              <a:off x="1433" y="34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85" name=""/>
            <p:cNvSpPr/>
            <p:nvPr/>
          </p:nvSpPr>
          <p:spPr>
            <a:xfrm rot="0">
              <a:off x="1434" y="3466"/>
              <a:ext cx="27" cy="23"/>
            </a:xfrm>
            <a:custGeom>
              <a:avLst/>
              <a:ahLst/>
              <a:rect l="0" t="0" r="r" b="b"/>
              <a:pathLst>
                <a:path w="81" h="71">
                  <a:moveTo>
                    <a:pt x="10" y="0"/>
                  </a:moveTo>
                  <a:lnTo>
                    <a:pt x="5" y="30"/>
                  </a:lnTo>
                  <a:lnTo>
                    <a:pt x="0" y="60"/>
                  </a:lnTo>
                  <a:lnTo>
                    <a:pt x="71" y="71"/>
                  </a:lnTo>
                  <a:lnTo>
                    <a:pt x="76" y="41"/>
                  </a:lnTo>
                  <a:lnTo>
                    <a:pt x="81" y="11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86" name=""/>
            <p:cNvSpPr/>
            <p:nvPr/>
          </p:nvSpPr>
          <p:spPr>
            <a:xfrm rot="0">
              <a:off x="1434" y="3466"/>
              <a:ext cx="27" cy="23"/>
            </a:xfrm>
            <a:custGeom>
              <a:avLst/>
              <a:ahLst/>
              <a:rect l="0" t="0" r="r" b="b"/>
              <a:pathLst>
                <a:path w="81" h="71">
                  <a:moveTo>
                    <a:pt x="10" y="0"/>
                  </a:moveTo>
                  <a:lnTo>
                    <a:pt x="5" y="30"/>
                  </a:lnTo>
                  <a:lnTo>
                    <a:pt x="0" y="60"/>
                  </a:lnTo>
                  <a:lnTo>
                    <a:pt x="71" y="71"/>
                  </a:lnTo>
                  <a:lnTo>
                    <a:pt x="76" y="41"/>
                  </a:lnTo>
                  <a:lnTo>
                    <a:pt x="81" y="11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87" name=""/>
            <p:cNvSpPr/>
            <p:nvPr/>
          </p:nvSpPr>
          <p:spPr>
            <a:xfrm rot="0">
              <a:off x="1457" y="3479"/>
              <a:ext cx="2" cy="10"/>
            </a:xfrm>
            <a:custGeom>
              <a:avLst/>
              <a:ahLst/>
              <a:rect l="0" t="0" r="r" b="b"/>
              <a:pathLst>
                <a:path w="5" h="30">
                  <a:moveTo>
                    <a:pt x="5" y="0"/>
                  </a:moveTo>
                  <a:lnTo>
                    <a:pt x="0" y="30"/>
                  </a:lnTo>
                  <a:lnTo>
                    <a:pt x="3" y="3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88" name=""/>
            <p:cNvSpPr/>
            <p:nvPr/>
          </p:nvSpPr>
          <p:spPr>
            <a:xfrm rot="0">
              <a:off x="1457" y="34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89" name=""/>
            <p:cNvSpPr/>
            <p:nvPr/>
          </p:nvSpPr>
          <p:spPr>
            <a:xfrm rot="0">
              <a:off x="1458" y="3469"/>
              <a:ext cx="26" cy="22"/>
            </a:xfrm>
            <a:custGeom>
              <a:avLst/>
              <a:ahLst/>
              <a:rect l="0" t="0" r="r" b="b"/>
              <a:pathLst>
                <a:path w="76" h="66">
                  <a:moveTo>
                    <a:pt x="4" y="0"/>
                  </a:moveTo>
                  <a:lnTo>
                    <a:pt x="2" y="30"/>
                  </a:lnTo>
                  <a:lnTo>
                    <a:pt x="0" y="60"/>
                  </a:lnTo>
                  <a:lnTo>
                    <a:pt x="71" y="66"/>
                  </a:lnTo>
                  <a:lnTo>
                    <a:pt x="73" y="36"/>
                  </a:lnTo>
                  <a:lnTo>
                    <a:pt x="76" y="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90" name=""/>
            <p:cNvSpPr/>
            <p:nvPr/>
          </p:nvSpPr>
          <p:spPr>
            <a:xfrm rot="0">
              <a:off x="1458" y="3469"/>
              <a:ext cx="26" cy="22"/>
            </a:xfrm>
            <a:custGeom>
              <a:avLst/>
              <a:ahLst/>
              <a:rect l="0" t="0" r="r" b="b"/>
              <a:pathLst>
                <a:path w="76" h="66">
                  <a:moveTo>
                    <a:pt x="4" y="0"/>
                  </a:moveTo>
                  <a:lnTo>
                    <a:pt x="2" y="30"/>
                  </a:lnTo>
                  <a:lnTo>
                    <a:pt x="0" y="60"/>
                  </a:lnTo>
                  <a:lnTo>
                    <a:pt x="71" y="66"/>
                  </a:lnTo>
                  <a:lnTo>
                    <a:pt x="73" y="36"/>
                  </a:lnTo>
                  <a:lnTo>
                    <a:pt x="76" y="6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91" name=""/>
            <p:cNvSpPr/>
            <p:nvPr/>
          </p:nvSpPr>
          <p:spPr>
            <a:xfrm rot="0">
              <a:off x="1482" y="3481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2" y="0"/>
                  </a:moveTo>
                  <a:lnTo>
                    <a:pt x="0" y="30"/>
                  </a:lnTo>
                  <a:lnTo>
                    <a:pt x="1" y="30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92" name=""/>
            <p:cNvSpPr/>
            <p:nvPr/>
          </p:nvSpPr>
          <p:spPr>
            <a:xfrm rot="0">
              <a:off x="1482" y="34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93" name=""/>
            <p:cNvSpPr/>
            <p:nvPr/>
          </p:nvSpPr>
          <p:spPr>
            <a:xfrm rot="0">
              <a:off x="1482" y="3471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2" y="0"/>
                  </a:moveTo>
                  <a:lnTo>
                    <a:pt x="1" y="30"/>
                  </a:lnTo>
                  <a:lnTo>
                    <a:pt x="0" y="60"/>
                  </a:lnTo>
                  <a:lnTo>
                    <a:pt x="72" y="63"/>
                  </a:lnTo>
                  <a:lnTo>
                    <a:pt x="73" y="33"/>
                  </a:lnTo>
                  <a:lnTo>
                    <a:pt x="75" y="3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94" name=""/>
            <p:cNvSpPr/>
            <p:nvPr/>
          </p:nvSpPr>
          <p:spPr>
            <a:xfrm rot="0">
              <a:off x="1482" y="3471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2" y="0"/>
                  </a:moveTo>
                  <a:lnTo>
                    <a:pt x="1" y="30"/>
                  </a:lnTo>
                  <a:lnTo>
                    <a:pt x="0" y="60"/>
                  </a:lnTo>
                  <a:lnTo>
                    <a:pt x="72" y="63"/>
                  </a:lnTo>
                  <a:lnTo>
                    <a:pt x="73" y="33"/>
                  </a:lnTo>
                  <a:lnTo>
                    <a:pt x="75" y="3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95" name=""/>
            <p:cNvSpPr/>
            <p:nvPr/>
          </p:nvSpPr>
          <p:spPr>
            <a:xfrm rot="0">
              <a:off x="1506" y="3482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1" y="0"/>
                  </a:moveTo>
                  <a:lnTo>
                    <a:pt x="0" y="30"/>
                  </a:lnTo>
                  <a:lnTo>
                    <a:pt x="3" y="30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96" name=""/>
            <p:cNvSpPr/>
            <p:nvPr/>
          </p:nvSpPr>
          <p:spPr>
            <a:xfrm rot="0">
              <a:off x="1506" y="34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97" name=""/>
            <p:cNvSpPr/>
            <p:nvPr/>
          </p:nvSpPr>
          <p:spPr>
            <a:xfrm rot="0">
              <a:off x="1506" y="3471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0" y="3"/>
                  </a:moveTo>
                  <a:lnTo>
                    <a:pt x="1" y="33"/>
                  </a:lnTo>
                  <a:lnTo>
                    <a:pt x="3" y="63"/>
                  </a:lnTo>
                  <a:lnTo>
                    <a:pt x="75" y="60"/>
                  </a:lnTo>
                  <a:lnTo>
                    <a:pt x="74" y="30"/>
                  </a:lnTo>
                  <a:lnTo>
                    <a:pt x="7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298" name=""/>
            <p:cNvSpPr/>
            <p:nvPr/>
          </p:nvSpPr>
          <p:spPr>
            <a:xfrm rot="0">
              <a:off x="1506" y="3471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0" y="3"/>
                  </a:moveTo>
                  <a:lnTo>
                    <a:pt x="1" y="33"/>
                  </a:lnTo>
                  <a:lnTo>
                    <a:pt x="3" y="63"/>
                  </a:lnTo>
                  <a:lnTo>
                    <a:pt x="75" y="60"/>
                  </a:lnTo>
                  <a:lnTo>
                    <a:pt x="74" y="30"/>
                  </a:lnTo>
                  <a:lnTo>
                    <a:pt x="73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299" name=""/>
            <p:cNvSpPr/>
            <p:nvPr/>
          </p:nvSpPr>
          <p:spPr>
            <a:xfrm rot="0">
              <a:off x="1531" y="3481"/>
              <a:ext cx="1" cy="10"/>
            </a:xfrm>
            <a:custGeom>
              <a:avLst/>
              <a:ahLst/>
              <a:rect l="0" t="0" r="r" b="b"/>
              <a:pathLst>
                <a:path w="2" h="30">
                  <a:moveTo>
                    <a:pt x="0" y="0"/>
                  </a:moveTo>
                  <a:lnTo>
                    <a:pt x="1" y="30"/>
                  </a:lnTo>
                  <a:lnTo>
                    <a:pt x="2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00" name=""/>
            <p:cNvSpPr/>
            <p:nvPr/>
          </p:nvSpPr>
          <p:spPr>
            <a:xfrm rot="0">
              <a:off x="1531" y="34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01" name=""/>
            <p:cNvSpPr/>
            <p:nvPr/>
          </p:nvSpPr>
          <p:spPr>
            <a:xfrm rot="0">
              <a:off x="1530" y="3469"/>
              <a:ext cx="25" cy="22"/>
            </a:xfrm>
            <a:custGeom>
              <a:avLst/>
              <a:ahLst/>
              <a:rect l="0" t="0" r="r" b="b"/>
              <a:pathLst>
                <a:path w="76" h="66">
                  <a:moveTo>
                    <a:pt x="0" y="6"/>
                  </a:moveTo>
                  <a:lnTo>
                    <a:pt x="3" y="36"/>
                  </a:lnTo>
                  <a:lnTo>
                    <a:pt x="5" y="66"/>
                  </a:lnTo>
                  <a:lnTo>
                    <a:pt x="76" y="60"/>
                  </a:lnTo>
                  <a:lnTo>
                    <a:pt x="74" y="30"/>
                  </a:lnTo>
                  <a:lnTo>
                    <a:pt x="71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02" name=""/>
            <p:cNvSpPr/>
            <p:nvPr/>
          </p:nvSpPr>
          <p:spPr>
            <a:xfrm rot="0">
              <a:off x="1530" y="3469"/>
              <a:ext cx="25" cy="22"/>
            </a:xfrm>
            <a:custGeom>
              <a:avLst/>
              <a:ahLst/>
              <a:rect l="0" t="0" r="r" b="b"/>
              <a:pathLst>
                <a:path w="76" h="66">
                  <a:moveTo>
                    <a:pt x="0" y="6"/>
                  </a:moveTo>
                  <a:lnTo>
                    <a:pt x="3" y="36"/>
                  </a:lnTo>
                  <a:lnTo>
                    <a:pt x="5" y="66"/>
                  </a:lnTo>
                  <a:lnTo>
                    <a:pt x="76" y="60"/>
                  </a:lnTo>
                  <a:lnTo>
                    <a:pt x="74" y="30"/>
                  </a:lnTo>
                  <a:lnTo>
                    <a:pt x="71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03" name=""/>
            <p:cNvSpPr/>
            <p:nvPr/>
          </p:nvSpPr>
          <p:spPr>
            <a:xfrm rot="0">
              <a:off x="1555" y="3479"/>
              <a:ext cx="1" cy="10"/>
            </a:xfrm>
            <a:custGeom>
              <a:avLst/>
              <a:ahLst/>
              <a:rect l="0" t="0" r="r" b="b"/>
              <a:pathLst>
                <a:path w="5" h="30">
                  <a:moveTo>
                    <a:pt x="0" y="0"/>
                  </a:moveTo>
                  <a:lnTo>
                    <a:pt x="2" y="30"/>
                  </a:lnTo>
                  <a:lnTo>
                    <a:pt x="5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04" name=""/>
            <p:cNvSpPr/>
            <p:nvPr/>
          </p:nvSpPr>
          <p:spPr>
            <a:xfrm rot="0">
              <a:off x="1555" y="34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05" name=""/>
            <p:cNvSpPr/>
            <p:nvPr/>
          </p:nvSpPr>
          <p:spPr>
            <a:xfrm rot="0">
              <a:off x="1553" y="3466"/>
              <a:ext cx="27" cy="23"/>
            </a:xfrm>
            <a:custGeom>
              <a:avLst/>
              <a:ahLst/>
              <a:rect l="0" t="0" r="r" b="b"/>
              <a:pathLst>
                <a:path w="81" h="71">
                  <a:moveTo>
                    <a:pt x="0" y="11"/>
                  </a:moveTo>
                  <a:lnTo>
                    <a:pt x="5" y="41"/>
                  </a:lnTo>
                  <a:lnTo>
                    <a:pt x="10" y="71"/>
                  </a:lnTo>
                  <a:lnTo>
                    <a:pt x="81" y="60"/>
                  </a:lnTo>
                  <a:lnTo>
                    <a:pt x="76" y="30"/>
                  </a:lnTo>
                  <a:lnTo>
                    <a:pt x="71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06" name=""/>
            <p:cNvSpPr/>
            <p:nvPr/>
          </p:nvSpPr>
          <p:spPr>
            <a:xfrm rot="0">
              <a:off x="1553" y="3466"/>
              <a:ext cx="27" cy="23"/>
            </a:xfrm>
            <a:custGeom>
              <a:avLst/>
              <a:ahLst/>
              <a:rect l="0" t="0" r="r" b="b"/>
              <a:pathLst>
                <a:path w="81" h="71">
                  <a:moveTo>
                    <a:pt x="0" y="11"/>
                  </a:moveTo>
                  <a:lnTo>
                    <a:pt x="5" y="41"/>
                  </a:lnTo>
                  <a:lnTo>
                    <a:pt x="10" y="71"/>
                  </a:lnTo>
                  <a:lnTo>
                    <a:pt x="81" y="60"/>
                  </a:lnTo>
                  <a:lnTo>
                    <a:pt x="76" y="30"/>
                  </a:lnTo>
                  <a:lnTo>
                    <a:pt x="71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07" name=""/>
            <p:cNvSpPr/>
            <p:nvPr/>
          </p:nvSpPr>
          <p:spPr>
            <a:xfrm rot="0">
              <a:off x="1578" y="3476"/>
              <a:ext cx="2" cy="10"/>
            </a:xfrm>
            <a:custGeom>
              <a:avLst/>
              <a:ahLst/>
              <a:rect l="0" t="0" r="r" b="b"/>
              <a:pathLst>
                <a:path w="6" h="30">
                  <a:moveTo>
                    <a:pt x="0" y="0"/>
                  </a:moveTo>
                  <a:lnTo>
                    <a:pt x="5" y="30"/>
                  </a:lnTo>
                  <a:lnTo>
                    <a:pt x="6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08" name=""/>
            <p:cNvSpPr/>
            <p:nvPr/>
          </p:nvSpPr>
          <p:spPr>
            <a:xfrm rot="0">
              <a:off x="1580" y="34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09" name=""/>
            <p:cNvSpPr/>
            <p:nvPr/>
          </p:nvSpPr>
          <p:spPr>
            <a:xfrm rot="0">
              <a:off x="1576" y="3461"/>
              <a:ext cx="28" cy="25"/>
            </a:xfrm>
            <a:custGeom>
              <a:avLst/>
              <a:ahLst/>
              <a:rect l="0" t="0" r="r" b="b"/>
              <a:pathLst>
                <a:path w="83" h="75">
                  <a:moveTo>
                    <a:pt x="0" y="15"/>
                  </a:moveTo>
                  <a:lnTo>
                    <a:pt x="6" y="45"/>
                  </a:lnTo>
                  <a:lnTo>
                    <a:pt x="12" y="75"/>
                  </a:lnTo>
                  <a:lnTo>
                    <a:pt x="83" y="60"/>
                  </a:lnTo>
                  <a:lnTo>
                    <a:pt x="77" y="30"/>
                  </a:lnTo>
                  <a:lnTo>
                    <a:pt x="7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10" name=""/>
            <p:cNvSpPr/>
            <p:nvPr/>
          </p:nvSpPr>
          <p:spPr>
            <a:xfrm rot="0">
              <a:off x="1576" y="3461"/>
              <a:ext cx="28" cy="25"/>
            </a:xfrm>
            <a:custGeom>
              <a:avLst/>
              <a:ahLst/>
              <a:rect l="0" t="0" r="r" b="b"/>
              <a:pathLst>
                <a:path w="83" h="75">
                  <a:moveTo>
                    <a:pt x="0" y="15"/>
                  </a:moveTo>
                  <a:lnTo>
                    <a:pt x="6" y="45"/>
                  </a:lnTo>
                  <a:lnTo>
                    <a:pt x="12" y="75"/>
                  </a:lnTo>
                  <a:lnTo>
                    <a:pt x="83" y="60"/>
                  </a:lnTo>
                  <a:lnTo>
                    <a:pt x="77" y="30"/>
                  </a:lnTo>
                  <a:lnTo>
                    <a:pt x="71" y="0"/>
                  </a:lnTo>
                  <a:lnTo>
                    <a:pt x="0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11" name=""/>
            <p:cNvSpPr/>
            <p:nvPr/>
          </p:nvSpPr>
          <p:spPr>
            <a:xfrm rot="0">
              <a:off x="1602" y="3471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0"/>
                  </a:moveTo>
                  <a:lnTo>
                    <a:pt x="6" y="30"/>
                  </a:lnTo>
                  <a:lnTo>
                    <a:pt x="9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12" name=""/>
            <p:cNvSpPr/>
            <p:nvPr/>
          </p:nvSpPr>
          <p:spPr>
            <a:xfrm rot="0">
              <a:off x="1604" y="34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13" name=""/>
            <p:cNvSpPr/>
            <p:nvPr/>
          </p:nvSpPr>
          <p:spPr>
            <a:xfrm rot="0">
              <a:off x="1599" y="3454"/>
              <a:ext cx="29" cy="27"/>
            </a:xfrm>
            <a:custGeom>
              <a:avLst/>
              <a:ahLst/>
              <a:rect l="0" t="0" r="r" b="b"/>
              <a:pathLst>
                <a:path w="85" h="80">
                  <a:moveTo>
                    <a:pt x="0" y="20"/>
                  </a:moveTo>
                  <a:lnTo>
                    <a:pt x="8" y="50"/>
                  </a:lnTo>
                  <a:lnTo>
                    <a:pt x="17" y="80"/>
                  </a:lnTo>
                  <a:lnTo>
                    <a:pt x="85" y="61"/>
                  </a:lnTo>
                  <a:lnTo>
                    <a:pt x="77" y="30"/>
                  </a:lnTo>
                  <a:lnTo>
                    <a:pt x="6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14" name=""/>
            <p:cNvSpPr/>
            <p:nvPr/>
          </p:nvSpPr>
          <p:spPr>
            <a:xfrm rot="0">
              <a:off x="1599" y="3454"/>
              <a:ext cx="29" cy="27"/>
            </a:xfrm>
            <a:custGeom>
              <a:avLst/>
              <a:ahLst/>
              <a:rect l="0" t="0" r="r" b="b"/>
              <a:pathLst>
                <a:path w="85" h="80">
                  <a:moveTo>
                    <a:pt x="0" y="20"/>
                  </a:moveTo>
                  <a:lnTo>
                    <a:pt x="8" y="50"/>
                  </a:lnTo>
                  <a:lnTo>
                    <a:pt x="17" y="80"/>
                  </a:lnTo>
                  <a:lnTo>
                    <a:pt x="85" y="61"/>
                  </a:lnTo>
                  <a:lnTo>
                    <a:pt x="77" y="30"/>
                  </a:lnTo>
                  <a:lnTo>
                    <a:pt x="68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15" name=""/>
            <p:cNvSpPr/>
            <p:nvPr/>
          </p:nvSpPr>
          <p:spPr>
            <a:xfrm rot="0">
              <a:off x="1625" y="3464"/>
              <a:ext cx="3" cy="10"/>
            </a:xfrm>
            <a:custGeom>
              <a:avLst/>
              <a:ahLst/>
              <a:rect l="0" t="0" r="r" b="b"/>
              <a:pathLst>
                <a:path w="9" h="31">
                  <a:moveTo>
                    <a:pt x="0" y="0"/>
                  </a:moveTo>
                  <a:lnTo>
                    <a:pt x="8" y="31"/>
                  </a:lnTo>
                  <a:lnTo>
                    <a:pt x="9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16" name=""/>
            <p:cNvSpPr/>
            <p:nvPr/>
          </p:nvSpPr>
          <p:spPr>
            <a:xfrm rot="0" flipV="1">
              <a:off x="1628" y="34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17" name=""/>
            <p:cNvSpPr/>
            <p:nvPr/>
          </p:nvSpPr>
          <p:spPr>
            <a:xfrm rot="0">
              <a:off x="1622" y="3447"/>
              <a:ext cx="29" cy="27"/>
            </a:xfrm>
            <a:custGeom>
              <a:avLst/>
              <a:ahLst/>
              <a:rect l="0" t="0" r="r" b="b"/>
              <a:pathLst>
                <a:path w="88" h="80">
                  <a:moveTo>
                    <a:pt x="0" y="22"/>
                  </a:moveTo>
                  <a:lnTo>
                    <a:pt x="10" y="51"/>
                  </a:lnTo>
                  <a:lnTo>
                    <a:pt x="19" y="80"/>
                  </a:lnTo>
                  <a:lnTo>
                    <a:pt x="88" y="57"/>
                  </a:lnTo>
                  <a:lnTo>
                    <a:pt x="78" y="28"/>
                  </a:lnTo>
                  <a:lnTo>
                    <a:pt x="69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18" name=""/>
            <p:cNvSpPr/>
            <p:nvPr/>
          </p:nvSpPr>
          <p:spPr>
            <a:xfrm rot="0">
              <a:off x="1622" y="3447"/>
              <a:ext cx="29" cy="27"/>
            </a:xfrm>
            <a:custGeom>
              <a:avLst/>
              <a:ahLst/>
              <a:rect l="0" t="0" r="r" b="b"/>
              <a:pathLst>
                <a:path w="88" h="80">
                  <a:moveTo>
                    <a:pt x="0" y="22"/>
                  </a:moveTo>
                  <a:lnTo>
                    <a:pt x="10" y="51"/>
                  </a:lnTo>
                  <a:lnTo>
                    <a:pt x="19" y="80"/>
                  </a:lnTo>
                  <a:lnTo>
                    <a:pt x="88" y="57"/>
                  </a:lnTo>
                  <a:lnTo>
                    <a:pt x="78" y="28"/>
                  </a:lnTo>
                  <a:lnTo>
                    <a:pt x="69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19" name=""/>
            <p:cNvSpPr/>
            <p:nvPr/>
          </p:nvSpPr>
          <p:spPr>
            <a:xfrm rot="0">
              <a:off x="1648" y="3456"/>
              <a:ext cx="4" cy="10"/>
            </a:xfrm>
            <a:custGeom>
              <a:avLst/>
              <a:ahLst/>
              <a:rect l="0" t="0" r="r" b="b"/>
              <a:pathLst>
                <a:path w="13" h="29">
                  <a:moveTo>
                    <a:pt x="0" y="0"/>
                  </a:moveTo>
                  <a:lnTo>
                    <a:pt x="10" y="29"/>
                  </a:lnTo>
                  <a:lnTo>
                    <a:pt x="13" y="2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20" name=""/>
            <p:cNvSpPr/>
            <p:nvPr/>
          </p:nvSpPr>
          <p:spPr>
            <a:xfrm rot="0">
              <a:off x="1651" y="34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21" name=""/>
            <p:cNvSpPr/>
            <p:nvPr/>
          </p:nvSpPr>
          <p:spPr>
            <a:xfrm rot="0">
              <a:off x="1644" y="3438"/>
              <a:ext cx="30" cy="28"/>
            </a:xfrm>
            <a:custGeom>
              <a:avLst/>
              <a:ahLst/>
              <a:rect l="0" t="0" r="r" b="b"/>
              <a:pathLst>
                <a:path w="91" h="85">
                  <a:moveTo>
                    <a:pt x="0" y="28"/>
                  </a:moveTo>
                  <a:lnTo>
                    <a:pt x="12" y="56"/>
                  </a:lnTo>
                  <a:lnTo>
                    <a:pt x="25" y="85"/>
                  </a:lnTo>
                  <a:lnTo>
                    <a:pt x="91" y="58"/>
                  </a:lnTo>
                  <a:lnTo>
                    <a:pt x="79" y="29"/>
                  </a:lnTo>
                  <a:lnTo>
                    <a:pt x="67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22" name=""/>
            <p:cNvSpPr/>
            <p:nvPr/>
          </p:nvSpPr>
          <p:spPr>
            <a:xfrm rot="0">
              <a:off x="1644" y="3438"/>
              <a:ext cx="30" cy="28"/>
            </a:xfrm>
            <a:custGeom>
              <a:avLst/>
              <a:ahLst/>
              <a:rect l="0" t="0" r="r" b="b"/>
              <a:pathLst>
                <a:path w="91" h="85">
                  <a:moveTo>
                    <a:pt x="0" y="28"/>
                  </a:moveTo>
                  <a:lnTo>
                    <a:pt x="12" y="56"/>
                  </a:lnTo>
                  <a:lnTo>
                    <a:pt x="25" y="85"/>
                  </a:lnTo>
                  <a:lnTo>
                    <a:pt x="91" y="58"/>
                  </a:lnTo>
                  <a:lnTo>
                    <a:pt x="79" y="29"/>
                  </a:lnTo>
                  <a:lnTo>
                    <a:pt x="67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23" name=""/>
            <p:cNvSpPr/>
            <p:nvPr/>
          </p:nvSpPr>
          <p:spPr>
            <a:xfrm rot="0">
              <a:off x="1670" y="3447"/>
              <a:ext cx="4" cy="10"/>
            </a:xfrm>
            <a:custGeom>
              <a:avLst/>
              <a:ahLst/>
              <a:rect l="0" t="0" r="r" b="b"/>
              <a:pathLst>
                <a:path w="13" h="29">
                  <a:moveTo>
                    <a:pt x="0" y="0"/>
                  </a:moveTo>
                  <a:lnTo>
                    <a:pt x="12" y="29"/>
                  </a:lnTo>
                  <a:lnTo>
                    <a:pt x="13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24" name=""/>
            <p:cNvSpPr/>
            <p:nvPr/>
          </p:nvSpPr>
          <p:spPr>
            <a:xfrm rot="0" flipV="1">
              <a:off x="1674" y="34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25" name=""/>
            <p:cNvSpPr/>
            <p:nvPr/>
          </p:nvSpPr>
          <p:spPr>
            <a:xfrm rot="0">
              <a:off x="1666" y="3428"/>
              <a:ext cx="30" cy="28"/>
            </a:xfrm>
            <a:custGeom>
              <a:avLst/>
              <a:ahLst/>
              <a:rect l="0" t="0" r="r" b="b"/>
              <a:pathLst>
                <a:path w="91" h="86">
                  <a:moveTo>
                    <a:pt x="0" y="31"/>
                  </a:moveTo>
                  <a:lnTo>
                    <a:pt x="13" y="59"/>
                  </a:lnTo>
                  <a:lnTo>
                    <a:pt x="26" y="86"/>
                  </a:lnTo>
                  <a:lnTo>
                    <a:pt x="91" y="55"/>
                  </a:lnTo>
                  <a:lnTo>
                    <a:pt x="78" y="27"/>
                  </a:lnTo>
                  <a:lnTo>
                    <a:pt x="65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26" name=""/>
            <p:cNvSpPr/>
            <p:nvPr/>
          </p:nvSpPr>
          <p:spPr>
            <a:xfrm rot="0">
              <a:off x="1666" y="3428"/>
              <a:ext cx="30" cy="28"/>
            </a:xfrm>
            <a:custGeom>
              <a:avLst/>
              <a:ahLst/>
              <a:rect l="0" t="0" r="r" b="b"/>
              <a:pathLst>
                <a:path w="91" h="86">
                  <a:moveTo>
                    <a:pt x="0" y="31"/>
                  </a:moveTo>
                  <a:lnTo>
                    <a:pt x="13" y="59"/>
                  </a:lnTo>
                  <a:lnTo>
                    <a:pt x="26" y="86"/>
                  </a:lnTo>
                  <a:lnTo>
                    <a:pt x="91" y="55"/>
                  </a:lnTo>
                  <a:lnTo>
                    <a:pt x="78" y="27"/>
                  </a:lnTo>
                  <a:lnTo>
                    <a:pt x="65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27" name=""/>
            <p:cNvSpPr/>
            <p:nvPr/>
          </p:nvSpPr>
          <p:spPr>
            <a:xfrm rot="0">
              <a:off x="1692" y="3437"/>
              <a:ext cx="5" cy="9"/>
            </a:xfrm>
            <a:custGeom>
              <a:avLst/>
              <a:ahLst/>
              <a:rect l="0" t="0" r="r" b="b"/>
              <a:pathLst>
                <a:path w="16" h="28">
                  <a:moveTo>
                    <a:pt x="0" y="0"/>
                  </a:moveTo>
                  <a:lnTo>
                    <a:pt x="13" y="28"/>
                  </a:lnTo>
                  <a:lnTo>
                    <a:pt x="16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28" name=""/>
            <p:cNvSpPr/>
            <p:nvPr/>
          </p:nvSpPr>
          <p:spPr>
            <a:xfrm rot="0" flipV="1">
              <a:off x="1696" y="34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29" name=""/>
            <p:cNvSpPr/>
            <p:nvPr/>
          </p:nvSpPr>
          <p:spPr>
            <a:xfrm rot="0">
              <a:off x="1686" y="3416"/>
              <a:ext cx="32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0" y="36"/>
                  </a:moveTo>
                  <a:lnTo>
                    <a:pt x="16" y="62"/>
                  </a:lnTo>
                  <a:lnTo>
                    <a:pt x="32" y="89"/>
                  </a:lnTo>
                  <a:lnTo>
                    <a:pt x="94" y="53"/>
                  </a:lnTo>
                  <a:lnTo>
                    <a:pt x="79" y="26"/>
                  </a:lnTo>
                  <a:lnTo>
                    <a:pt x="63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30" name=""/>
            <p:cNvSpPr/>
            <p:nvPr/>
          </p:nvSpPr>
          <p:spPr>
            <a:xfrm rot="0">
              <a:off x="1686" y="3416"/>
              <a:ext cx="32" cy="30"/>
            </a:xfrm>
            <a:custGeom>
              <a:avLst/>
              <a:ahLst/>
              <a:rect l="0" t="0" r="r" b="b"/>
              <a:pathLst>
                <a:path w="94" h="89">
                  <a:moveTo>
                    <a:pt x="0" y="36"/>
                  </a:moveTo>
                  <a:lnTo>
                    <a:pt x="16" y="62"/>
                  </a:lnTo>
                  <a:lnTo>
                    <a:pt x="32" y="89"/>
                  </a:lnTo>
                  <a:lnTo>
                    <a:pt x="94" y="53"/>
                  </a:lnTo>
                  <a:lnTo>
                    <a:pt x="79" y="26"/>
                  </a:lnTo>
                  <a:lnTo>
                    <a:pt x="63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31" name=""/>
            <p:cNvSpPr/>
            <p:nvPr/>
          </p:nvSpPr>
          <p:spPr>
            <a:xfrm rot="0">
              <a:off x="1713" y="3425"/>
              <a:ext cx="5" cy="9"/>
            </a:xfrm>
            <a:custGeom>
              <a:avLst/>
              <a:ahLst/>
              <a:rect l="0" t="0" r="r" b="b"/>
              <a:pathLst>
                <a:path w="16" h="27">
                  <a:moveTo>
                    <a:pt x="0" y="0"/>
                  </a:moveTo>
                  <a:lnTo>
                    <a:pt x="15" y="27"/>
                  </a:lnTo>
                  <a:lnTo>
                    <a:pt x="1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32" name=""/>
            <p:cNvSpPr/>
            <p:nvPr/>
          </p:nvSpPr>
          <p:spPr>
            <a:xfrm rot="0" flipV="1">
              <a:off x="1718" y="34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33" name=""/>
            <p:cNvSpPr/>
            <p:nvPr/>
          </p:nvSpPr>
          <p:spPr>
            <a:xfrm rot="0">
              <a:off x="1707" y="3403"/>
              <a:ext cx="31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0" y="39"/>
                  </a:moveTo>
                  <a:lnTo>
                    <a:pt x="17" y="64"/>
                  </a:lnTo>
                  <a:lnTo>
                    <a:pt x="33" y="90"/>
                  </a:lnTo>
                  <a:lnTo>
                    <a:pt x="94" y="51"/>
                  </a:lnTo>
                  <a:lnTo>
                    <a:pt x="77" y="26"/>
                  </a:lnTo>
                  <a:lnTo>
                    <a:pt x="60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34" name=""/>
            <p:cNvSpPr/>
            <p:nvPr/>
          </p:nvSpPr>
          <p:spPr>
            <a:xfrm rot="0">
              <a:off x="1707" y="3403"/>
              <a:ext cx="31" cy="30"/>
            </a:xfrm>
            <a:custGeom>
              <a:avLst/>
              <a:ahLst/>
              <a:rect l="0" t="0" r="r" b="b"/>
              <a:pathLst>
                <a:path w="94" h="90">
                  <a:moveTo>
                    <a:pt x="0" y="39"/>
                  </a:moveTo>
                  <a:lnTo>
                    <a:pt x="17" y="64"/>
                  </a:lnTo>
                  <a:lnTo>
                    <a:pt x="33" y="90"/>
                  </a:lnTo>
                  <a:lnTo>
                    <a:pt x="94" y="51"/>
                  </a:lnTo>
                  <a:lnTo>
                    <a:pt x="77" y="26"/>
                  </a:lnTo>
                  <a:lnTo>
                    <a:pt x="60" y="0"/>
                  </a:lnTo>
                  <a:lnTo>
                    <a:pt x="0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35" name=""/>
            <p:cNvSpPr/>
            <p:nvPr/>
          </p:nvSpPr>
          <p:spPr>
            <a:xfrm rot="0">
              <a:off x="1733" y="3412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0" y="0"/>
                  </a:moveTo>
                  <a:lnTo>
                    <a:pt x="17" y="25"/>
                  </a:lnTo>
                  <a:lnTo>
                    <a:pt x="18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36" name=""/>
            <p:cNvSpPr/>
            <p:nvPr/>
          </p:nvSpPr>
          <p:spPr>
            <a:xfrm rot="0" flipV="1">
              <a:off x="1738" y="34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37" name=""/>
            <p:cNvSpPr/>
            <p:nvPr/>
          </p:nvSpPr>
          <p:spPr>
            <a:xfrm rot="0">
              <a:off x="1727" y="3389"/>
              <a:ext cx="31" cy="31"/>
            </a:xfrm>
            <a:custGeom>
              <a:avLst/>
              <a:ahLst/>
              <a:rect l="0" t="0" r="r" b="b"/>
              <a:pathLst>
                <a:path w="94" h="92">
                  <a:moveTo>
                    <a:pt x="0" y="44"/>
                  </a:moveTo>
                  <a:lnTo>
                    <a:pt x="18" y="68"/>
                  </a:lnTo>
                  <a:lnTo>
                    <a:pt x="36" y="92"/>
                  </a:lnTo>
                  <a:lnTo>
                    <a:pt x="94" y="48"/>
                  </a:lnTo>
                  <a:lnTo>
                    <a:pt x="76" y="24"/>
                  </a:lnTo>
                  <a:lnTo>
                    <a:pt x="58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38" name=""/>
            <p:cNvSpPr/>
            <p:nvPr/>
          </p:nvSpPr>
          <p:spPr>
            <a:xfrm rot="0">
              <a:off x="1727" y="3389"/>
              <a:ext cx="31" cy="31"/>
            </a:xfrm>
            <a:custGeom>
              <a:avLst/>
              <a:ahLst/>
              <a:rect l="0" t="0" r="r" b="b"/>
              <a:pathLst>
                <a:path w="94" h="92">
                  <a:moveTo>
                    <a:pt x="0" y="44"/>
                  </a:moveTo>
                  <a:lnTo>
                    <a:pt x="18" y="68"/>
                  </a:lnTo>
                  <a:lnTo>
                    <a:pt x="36" y="92"/>
                  </a:lnTo>
                  <a:lnTo>
                    <a:pt x="94" y="48"/>
                  </a:lnTo>
                  <a:lnTo>
                    <a:pt x="76" y="24"/>
                  </a:lnTo>
                  <a:lnTo>
                    <a:pt x="58" y="0"/>
                  </a:lnTo>
                  <a:lnTo>
                    <a:pt x="0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39" name=""/>
            <p:cNvSpPr/>
            <p:nvPr/>
          </p:nvSpPr>
          <p:spPr>
            <a:xfrm rot="0">
              <a:off x="1752" y="3397"/>
              <a:ext cx="6" cy="8"/>
            </a:xfrm>
            <a:custGeom>
              <a:avLst/>
              <a:ahLst/>
              <a:rect l="0" t="0" r="r" b="b"/>
              <a:pathLst>
                <a:path w="19" h="24">
                  <a:moveTo>
                    <a:pt x="0" y="0"/>
                  </a:moveTo>
                  <a:lnTo>
                    <a:pt x="18" y="24"/>
                  </a:lnTo>
                  <a:lnTo>
                    <a:pt x="19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40" name=""/>
            <p:cNvSpPr/>
            <p:nvPr/>
          </p:nvSpPr>
          <p:spPr>
            <a:xfrm rot="0">
              <a:off x="1758" y="34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41" name=""/>
            <p:cNvSpPr/>
            <p:nvPr/>
          </p:nvSpPr>
          <p:spPr>
            <a:xfrm rot="0">
              <a:off x="1745" y="3374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0" y="46"/>
                  </a:moveTo>
                  <a:lnTo>
                    <a:pt x="20" y="70"/>
                  </a:lnTo>
                  <a:lnTo>
                    <a:pt x="39" y="94"/>
                  </a:lnTo>
                  <a:lnTo>
                    <a:pt x="94" y="49"/>
                  </a:lnTo>
                  <a:lnTo>
                    <a:pt x="75" y="25"/>
                  </a:lnTo>
                  <a:lnTo>
                    <a:pt x="56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42" name=""/>
            <p:cNvSpPr/>
            <p:nvPr/>
          </p:nvSpPr>
          <p:spPr>
            <a:xfrm rot="0">
              <a:off x="1745" y="3374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0" y="46"/>
                  </a:moveTo>
                  <a:lnTo>
                    <a:pt x="20" y="70"/>
                  </a:lnTo>
                  <a:lnTo>
                    <a:pt x="39" y="94"/>
                  </a:lnTo>
                  <a:lnTo>
                    <a:pt x="94" y="49"/>
                  </a:lnTo>
                  <a:lnTo>
                    <a:pt x="75" y="25"/>
                  </a:lnTo>
                  <a:lnTo>
                    <a:pt x="56" y="0"/>
                  </a:lnTo>
                  <a:lnTo>
                    <a:pt x="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43" name=""/>
            <p:cNvSpPr/>
            <p:nvPr/>
          </p:nvSpPr>
          <p:spPr>
            <a:xfrm rot="0">
              <a:off x="1770" y="3382"/>
              <a:ext cx="7" cy="8"/>
            </a:xfrm>
            <a:custGeom>
              <a:avLst/>
              <a:ahLst/>
              <a:rect l="0" t="0" r="r" b="b"/>
              <a:pathLst>
                <a:path w="21" h="24">
                  <a:moveTo>
                    <a:pt x="0" y="0"/>
                  </a:moveTo>
                  <a:lnTo>
                    <a:pt x="19" y="24"/>
                  </a:lnTo>
                  <a:lnTo>
                    <a:pt x="21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44" name=""/>
            <p:cNvSpPr/>
            <p:nvPr/>
          </p:nvSpPr>
          <p:spPr>
            <a:xfrm rot="0" flipV="1">
              <a:off x="1777" y="33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45" name=""/>
            <p:cNvSpPr/>
            <p:nvPr/>
          </p:nvSpPr>
          <p:spPr>
            <a:xfrm rot="0">
              <a:off x="1764" y="3358"/>
              <a:ext cx="31" cy="32"/>
            </a:xfrm>
            <a:custGeom>
              <a:avLst/>
              <a:ahLst/>
              <a:rect l="0" t="0" r="r" b="b"/>
              <a:pathLst>
                <a:path w="94" h="95">
                  <a:moveTo>
                    <a:pt x="0" y="50"/>
                  </a:moveTo>
                  <a:lnTo>
                    <a:pt x="20" y="73"/>
                  </a:lnTo>
                  <a:lnTo>
                    <a:pt x="41" y="95"/>
                  </a:lnTo>
                  <a:lnTo>
                    <a:pt x="94" y="46"/>
                  </a:lnTo>
                  <a:lnTo>
                    <a:pt x="73" y="23"/>
                  </a:lnTo>
                  <a:lnTo>
                    <a:pt x="53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46" name=""/>
            <p:cNvSpPr/>
            <p:nvPr/>
          </p:nvSpPr>
          <p:spPr>
            <a:xfrm rot="0">
              <a:off x="1764" y="3358"/>
              <a:ext cx="31" cy="32"/>
            </a:xfrm>
            <a:custGeom>
              <a:avLst/>
              <a:ahLst/>
              <a:rect l="0" t="0" r="r" b="b"/>
              <a:pathLst>
                <a:path w="94" h="95">
                  <a:moveTo>
                    <a:pt x="0" y="50"/>
                  </a:moveTo>
                  <a:lnTo>
                    <a:pt x="20" y="73"/>
                  </a:lnTo>
                  <a:lnTo>
                    <a:pt x="41" y="95"/>
                  </a:lnTo>
                  <a:lnTo>
                    <a:pt x="94" y="46"/>
                  </a:lnTo>
                  <a:lnTo>
                    <a:pt x="73" y="23"/>
                  </a:lnTo>
                  <a:lnTo>
                    <a:pt x="53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47" name=""/>
            <p:cNvSpPr/>
            <p:nvPr/>
          </p:nvSpPr>
          <p:spPr>
            <a:xfrm rot="0">
              <a:off x="1788" y="3366"/>
              <a:ext cx="7" cy="7"/>
            </a:xfrm>
            <a:custGeom>
              <a:avLst/>
              <a:ahLst/>
              <a:rect l="0" t="0" r="r" b="b"/>
              <a:pathLst>
                <a:path w="22" h="23">
                  <a:moveTo>
                    <a:pt x="0" y="0"/>
                  </a:moveTo>
                  <a:lnTo>
                    <a:pt x="21" y="23"/>
                  </a:lnTo>
                  <a:lnTo>
                    <a:pt x="22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48" name=""/>
            <p:cNvSpPr/>
            <p:nvPr/>
          </p:nvSpPr>
          <p:spPr>
            <a:xfrm rot="0" flipV="1">
              <a:off x="1795" y="33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49" name=""/>
            <p:cNvSpPr/>
            <p:nvPr/>
          </p:nvSpPr>
          <p:spPr>
            <a:xfrm rot="0">
              <a:off x="1781" y="3341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0" y="51"/>
                  </a:moveTo>
                  <a:lnTo>
                    <a:pt x="22" y="73"/>
                  </a:lnTo>
                  <a:lnTo>
                    <a:pt x="44" y="95"/>
                  </a:lnTo>
                  <a:lnTo>
                    <a:pt x="93" y="43"/>
                  </a:lnTo>
                  <a:lnTo>
                    <a:pt x="71" y="21"/>
                  </a:lnTo>
                  <a:lnTo>
                    <a:pt x="50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50" name=""/>
            <p:cNvSpPr/>
            <p:nvPr/>
          </p:nvSpPr>
          <p:spPr>
            <a:xfrm rot="0">
              <a:off x="1781" y="3341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0" y="51"/>
                  </a:moveTo>
                  <a:lnTo>
                    <a:pt x="22" y="73"/>
                  </a:lnTo>
                  <a:lnTo>
                    <a:pt x="44" y="95"/>
                  </a:lnTo>
                  <a:lnTo>
                    <a:pt x="93" y="43"/>
                  </a:lnTo>
                  <a:lnTo>
                    <a:pt x="71" y="21"/>
                  </a:lnTo>
                  <a:lnTo>
                    <a:pt x="50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51" name=""/>
            <p:cNvSpPr/>
            <p:nvPr/>
          </p:nvSpPr>
          <p:spPr>
            <a:xfrm rot="0">
              <a:off x="1804" y="3348"/>
              <a:ext cx="9" cy="8"/>
            </a:xfrm>
            <a:custGeom>
              <a:avLst/>
              <a:ahLst/>
              <a:rect l="0" t="0" r="r" b="b"/>
              <a:pathLst>
                <a:path w="25" h="22">
                  <a:moveTo>
                    <a:pt x="0" y="0"/>
                  </a:moveTo>
                  <a:lnTo>
                    <a:pt x="22" y="22"/>
                  </a:lnTo>
                  <a:lnTo>
                    <a:pt x="25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52" name=""/>
            <p:cNvSpPr/>
            <p:nvPr/>
          </p:nvSpPr>
          <p:spPr>
            <a:xfrm rot="0" flipV="1">
              <a:off x="1812" y="33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53" name=""/>
            <p:cNvSpPr/>
            <p:nvPr/>
          </p:nvSpPr>
          <p:spPr>
            <a:xfrm rot="0">
              <a:off x="1796" y="3324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0" y="55"/>
                  </a:moveTo>
                  <a:lnTo>
                    <a:pt x="24" y="74"/>
                  </a:lnTo>
                  <a:lnTo>
                    <a:pt x="49" y="94"/>
                  </a:lnTo>
                  <a:lnTo>
                    <a:pt x="94" y="38"/>
                  </a:lnTo>
                  <a:lnTo>
                    <a:pt x="70" y="19"/>
                  </a:lnTo>
                  <a:lnTo>
                    <a:pt x="46" y="0"/>
                  </a:lnTo>
                  <a:lnTo>
                    <a:pt x="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54" name=""/>
            <p:cNvSpPr/>
            <p:nvPr/>
          </p:nvSpPr>
          <p:spPr>
            <a:xfrm rot="0">
              <a:off x="1796" y="3324"/>
              <a:ext cx="32" cy="31"/>
            </a:xfrm>
            <a:custGeom>
              <a:avLst/>
              <a:ahLst/>
              <a:rect l="0" t="0" r="r" b="b"/>
              <a:pathLst>
                <a:path w="94" h="94">
                  <a:moveTo>
                    <a:pt x="0" y="55"/>
                  </a:moveTo>
                  <a:lnTo>
                    <a:pt x="24" y="74"/>
                  </a:lnTo>
                  <a:lnTo>
                    <a:pt x="49" y="94"/>
                  </a:lnTo>
                  <a:lnTo>
                    <a:pt x="94" y="38"/>
                  </a:lnTo>
                  <a:lnTo>
                    <a:pt x="70" y="19"/>
                  </a:lnTo>
                  <a:lnTo>
                    <a:pt x="46" y="0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55" name=""/>
            <p:cNvSpPr/>
            <p:nvPr/>
          </p:nvSpPr>
          <p:spPr>
            <a:xfrm rot="0">
              <a:off x="1820" y="3330"/>
              <a:ext cx="8" cy="6"/>
            </a:xfrm>
            <a:custGeom>
              <a:avLst/>
              <a:ahLst/>
              <a:rect l="0" t="0" r="r" b="b"/>
              <a:pathLst>
                <a:path w="26" h="19">
                  <a:moveTo>
                    <a:pt x="0" y="0"/>
                  </a:moveTo>
                  <a:lnTo>
                    <a:pt x="24" y="19"/>
                  </a:lnTo>
                  <a:lnTo>
                    <a:pt x="26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56" name=""/>
            <p:cNvSpPr/>
            <p:nvPr/>
          </p:nvSpPr>
          <p:spPr>
            <a:xfrm rot="0" flipV="1">
              <a:off x="1828" y="3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57" name=""/>
            <p:cNvSpPr/>
            <p:nvPr/>
          </p:nvSpPr>
          <p:spPr>
            <a:xfrm rot="0">
              <a:off x="1811" y="3304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0" y="59"/>
                  </a:moveTo>
                  <a:lnTo>
                    <a:pt x="25" y="77"/>
                  </a:lnTo>
                  <a:lnTo>
                    <a:pt x="51" y="95"/>
                  </a:lnTo>
                  <a:lnTo>
                    <a:pt x="93" y="36"/>
                  </a:lnTo>
                  <a:lnTo>
                    <a:pt x="67" y="18"/>
                  </a:lnTo>
                  <a:lnTo>
                    <a:pt x="42" y="0"/>
                  </a:lnTo>
                  <a:lnTo>
                    <a:pt x="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58" name=""/>
            <p:cNvSpPr/>
            <p:nvPr/>
          </p:nvSpPr>
          <p:spPr>
            <a:xfrm rot="0">
              <a:off x="1811" y="3304"/>
              <a:ext cx="31" cy="32"/>
            </a:xfrm>
            <a:custGeom>
              <a:avLst/>
              <a:ahLst/>
              <a:rect l="0" t="0" r="r" b="b"/>
              <a:pathLst>
                <a:path w="93" h="95">
                  <a:moveTo>
                    <a:pt x="0" y="59"/>
                  </a:moveTo>
                  <a:lnTo>
                    <a:pt x="25" y="77"/>
                  </a:lnTo>
                  <a:lnTo>
                    <a:pt x="51" y="95"/>
                  </a:lnTo>
                  <a:lnTo>
                    <a:pt x="93" y="36"/>
                  </a:lnTo>
                  <a:lnTo>
                    <a:pt x="67" y="18"/>
                  </a:lnTo>
                  <a:lnTo>
                    <a:pt x="42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59" name=""/>
            <p:cNvSpPr/>
            <p:nvPr/>
          </p:nvSpPr>
          <p:spPr>
            <a:xfrm rot="0">
              <a:off x="1834" y="3310"/>
              <a:ext cx="8" cy="6"/>
            </a:xfrm>
            <a:custGeom>
              <a:avLst/>
              <a:ahLst/>
              <a:rect l="0" t="0" r="r" b="b"/>
              <a:pathLst>
                <a:path w="26" h="18">
                  <a:moveTo>
                    <a:pt x="0" y="0"/>
                  </a:moveTo>
                  <a:lnTo>
                    <a:pt x="26" y="18"/>
                  </a:lnTo>
                  <a:lnTo>
                    <a:pt x="26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60" name=""/>
            <p:cNvSpPr/>
            <p:nvPr/>
          </p:nvSpPr>
          <p:spPr>
            <a:xfrm rot="0" flipV="1">
              <a:off x="1842" y="33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61" name=""/>
            <p:cNvSpPr/>
            <p:nvPr/>
          </p:nvSpPr>
          <p:spPr>
            <a:xfrm rot="0">
              <a:off x="1825" y="3285"/>
              <a:ext cx="31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0" y="60"/>
                  </a:moveTo>
                  <a:lnTo>
                    <a:pt x="25" y="77"/>
                  </a:lnTo>
                  <a:lnTo>
                    <a:pt x="51" y="94"/>
                  </a:lnTo>
                  <a:lnTo>
                    <a:pt x="91" y="33"/>
                  </a:lnTo>
                  <a:lnTo>
                    <a:pt x="65" y="17"/>
                  </a:lnTo>
                  <a:lnTo>
                    <a:pt x="40" y="0"/>
                  </a:lnTo>
                  <a:lnTo>
                    <a:pt x="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62" name=""/>
            <p:cNvSpPr/>
            <p:nvPr/>
          </p:nvSpPr>
          <p:spPr>
            <a:xfrm rot="0">
              <a:off x="1825" y="3285"/>
              <a:ext cx="31" cy="31"/>
            </a:xfrm>
            <a:custGeom>
              <a:avLst/>
              <a:ahLst/>
              <a:rect l="0" t="0" r="r" b="b"/>
              <a:pathLst>
                <a:path w="91" h="94">
                  <a:moveTo>
                    <a:pt x="0" y="60"/>
                  </a:moveTo>
                  <a:lnTo>
                    <a:pt x="25" y="77"/>
                  </a:lnTo>
                  <a:lnTo>
                    <a:pt x="51" y="94"/>
                  </a:lnTo>
                  <a:lnTo>
                    <a:pt x="91" y="33"/>
                  </a:lnTo>
                  <a:lnTo>
                    <a:pt x="65" y="17"/>
                  </a:lnTo>
                  <a:lnTo>
                    <a:pt x="40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63" name=""/>
            <p:cNvSpPr/>
            <p:nvPr/>
          </p:nvSpPr>
          <p:spPr>
            <a:xfrm rot="0">
              <a:off x="1847" y="3290"/>
              <a:ext cx="9" cy="6"/>
            </a:xfrm>
            <a:custGeom>
              <a:avLst/>
              <a:ahLst/>
              <a:rect l="0" t="0" r="r" b="b"/>
              <a:pathLst>
                <a:path w="27" h="16">
                  <a:moveTo>
                    <a:pt x="0" y="0"/>
                  </a:moveTo>
                  <a:lnTo>
                    <a:pt x="26" y="16"/>
                  </a:lnTo>
                  <a:lnTo>
                    <a:pt x="27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64" name=""/>
            <p:cNvSpPr/>
            <p:nvPr/>
          </p:nvSpPr>
          <p:spPr>
            <a:xfrm rot="0" flipV="1">
              <a:off x="1856" y="32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65" name=""/>
            <p:cNvSpPr/>
            <p:nvPr/>
          </p:nvSpPr>
          <p:spPr>
            <a:xfrm rot="0">
              <a:off x="1838" y="3264"/>
              <a:ext cx="30" cy="31"/>
            </a:xfrm>
            <a:custGeom>
              <a:avLst/>
              <a:ahLst/>
              <a:rect l="0" t="0" r="r" b="b"/>
              <a:pathLst>
                <a:path w="88" h="92">
                  <a:moveTo>
                    <a:pt x="0" y="63"/>
                  </a:moveTo>
                  <a:lnTo>
                    <a:pt x="26" y="78"/>
                  </a:lnTo>
                  <a:lnTo>
                    <a:pt x="53" y="92"/>
                  </a:lnTo>
                  <a:lnTo>
                    <a:pt x="88" y="29"/>
                  </a:lnTo>
                  <a:lnTo>
                    <a:pt x="61" y="15"/>
                  </a:lnTo>
                  <a:lnTo>
                    <a:pt x="35" y="0"/>
                  </a:lnTo>
                  <a:lnTo>
                    <a:pt x="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66" name=""/>
            <p:cNvSpPr/>
            <p:nvPr/>
          </p:nvSpPr>
          <p:spPr>
            <a:xfrm rot="0">
              <a:off x="1838" y="3264"/>
              <a:ext cx="30" cy="31"/>
            </a:xfrm>
            <a:custGeom>
              <a:avLst/>
              <a:ahLst/>
              <a:rect l="0" t="0" r="r" b="b"/>
              <a:pathLst>
                <a:path w="88" h="92">
                  <a:moveTo>
                    <a:pt x="0" y="63"/>
                  </a:moveTo>
                  <a:lnTo>
                    <a:pt x="26" y="78"/>
                  </a:lnTo>
                  <a:lnTo>
                    <a:pt x="53" y="92"/>
                  </a:lnTo>
                  <a:lnTo>
                    <a:pt x="88" y="29"/>
                  </a:lnTo>
                  <a:lnTo>
                    <a:pt x="61" y="15"/>
                  </a:lnTo>
                  <a:lnTo>
                    <a:pt x="35" y="0"/>
                  </a:lnTo>
                  <a:lnTo>
                    <a:pt x="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67" name=""/>
            <p:cNvSpPr/>
            <p:nvPr/>
          </p:nvSpPr>
          <p:spPr>
            <a:xfrm rot="0">
              <a:off x="1859" y="3269"/>
              <a:ext cx="9" cy="5"/>
            </a:xfrm>
            <a:custGeom>
              <a:avLst/>
              <a:ahLst/>
              <a:rect l="0" t="0" r="r" b="b"/>
              <a:pathLst>
                <a:path w="28" h="14">
                  <a:moveTo>
                    <a:pt x="0" y="0"/>
                  </a:moveTo>
                  <a:lnTo>
                    <a:pt x="27" y="14"/>
                  </a:lnTo>
                  <a:lnTo>
                    <a:pt x="28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68" name=""/>
            <p:cNvSpPr/>
            <p:nvPr/>
          </p:nvSpPr>
          <p:spPr>
            <a:xfrm rot="0" flipV="1">
              <a:off x="1868" y="32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69" name=""/>
            <p:cNvSpPr/>
            <p:nvPr/>
          </p:nvSpPr>
          <p:spPr>
            <a:xfrm rot="0">
              <a:off x="1849" y="3243"/>
              <a:ext cx="29" cy="31"/>
            </a:xfrm>
            <a:custGeom>
              <a:avLst/>
              <a:ahLst/>
              <a:rect l="0" t="0" r="r" b="b"/>
              <a:pathLst>
                <a:path w="87" h="91">
                  <a:moveTo>
                    <a:pt x="0" y="65"/>
                  </a:moveTo>
                  <a:lnTo>
                    <a:pt x="28" y="78"/>
                  </a:lnTo>
                  <a:lnTo>
                    <a:pt x="56" y="91"/>
                  </a:lnTo>
                  <a:lnTo>
                    <a:pt x="87" y="26"/>
                  </a:lnTo>
                  <a:lnTo>
                    <a:pt x="60" y="13"/>
                  </a:lnTo>
                  <a:lnTo>
                    <a:pt x="32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70" name=""/>
            <p:cNvSpPr/>
            <p:nvPr/>
          </p:nvSpPr>
          <p:spPr>
            <a:xfrm rot="0">
              <a:off x="1849" y="3243"/>
              <a:ext cx="29" cy="31"/>
            </a:xfrm>
            <a:custGeom>
              <a:avLst/>
              <a:ahLst/>
              <a:rect l="0" t="0" r="r" b="b"/>
              <a:pathLst>
                <a:path w="87" h="91">
                  <a:moveTo>
                    <a:pt x="0" y="65"/>
                  </a:moveTo>
                  <a:lnTo>
                    <a:pt x="28" y="78"/>
                  </a:lnTo>
                  <a:lnTo>
                    <a:pt x="56" y="91"/>
                  </a:lnTo>
                  <a:lnTo>
                    <a:pt x="87" y="26"/>
                  </a:lnTo>
                  <a:lnTo>
                    <a:pt x="60" y="13"/>
                  </a:lnTo>
                  <a:lnTo>
                    <a:pt x="32" y="0"/>
                  </a:lnTo>
                  <a:lnTo>
                    <a:pt x="0" y="6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71" name=""/>
            <p:cNvSpPr/>
            <p:nvPr/>
          </p:nvSpPr>
          <p:spPr>
            <a:xfrm rot="0">
              <a:off x="1869" y="3248"/>
              <a:ext cx="10" cy="4"/>
            </a:xfrm>
            <a:custGeom>
              <a:avLst/>
              <a:ahLst/>
              <a:rect l="0" t="0" r="r" b="b"/>
              <a:pathLst>
                <a:path w="28" h="13">
                  <a:moveTo>
                    <a:pt x="0" y="0"/>
                  </a:moveTo>
                  <a:lnTo>
                    <a:pt x="27" y="13"/>
                  </a:lnTo>
                  <a:lnTo>
                    <a:pt x="28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72" name=""/>
            <p:cNvSpPr/>
            <p:nvPr/>
          </p:nvSpPr>
          <p:spPr>
            <a:xfrm rot="0" flipV="1">
              <a:off x="1878" y="32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73" name=""/>
            <p:cNvSpPr/>
            <p:nvPr/>
          </p:nvSpPr>
          <p:spPr>
            <a:xfrm rot="0">
              <a:off x="1860" y="3221"/>
              <a:ext cx="28" cy="31"/>
            </a:xfrm>
            <a:custGeom>
              <a:avLst/>
              <a:ahLst/>
              <a:rect l="0" t="0" r="r" b="b"/>
              <a:pathLst>
                <a:path w="85" h="91">
                  <a:moveTo>
                    <a:pt x="0" y="67"/>
                  </a:moveTo>
                  <a:lnTo>
                    <a:pt x="29" y="79"/>
                  </a:lnTo>
                  <a:lnTo>
                    <a:pt x="57" y="91"/>
                  </a:lnTo>
                  <a:lnTo>
                    <a:pt x="85" y="25"/>
                  </a:lnTo>
                  <a:lnTo>
                    <a:pt x="56" y="13"/>
                  </a:lnTo>
                  <a:lnTo>
                    <a:pt x="27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74" name=""/>
            <p:cNvSpPr/>
            <p:nvPr/>
          </p:nvSpPr>
          <p:spPr>
            <a:xfrm rot="0">
              <a:off x="1860" y="3221"/>
              <a:ext cx="28" cy="31"/>
            </a:xfrm>
            <a:custGeom>
              <a:avLst/>
              <a:ahLst/>
              <a:rect l="0" t="0" r="r" b="b"/>
              <a:pathLst>
                <a:path w="85" h="91">
                  <a:moveTo>
                    <a:pt x="0" y="67"/>
                  </a:moveTo>
                  <a:lnTo>
                    <a:pt x="29" y="79"/>
                  </a:lnTo>
                  <a:lnTo>
                    <a:pt x="57" y="91"/>
                  </a:lnTo>
                  <a:lnTo>
                    <a:pt x="85" y="25"/>
                  </a:lnTo>
                  <a:lnTo>
                    <a:pt x="56" y="13"/>
                  </a:lnTo>
                  <a:lnTo>
                    <a:pt x="27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75" name=""/>
            <p:cNvSpPr/>
            <p:nvPr/>
          </p:nvSpPr>
          <p:spPr>
            <a:xfrm rot="0">
              <a:off x="1878" y="3226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0" y="0"/>
                  </a:moveTo>
                  <a:lnTo>
                    <a:pt x="29" y="12"/>
                  </a:lnTo>
                  <a:lnTo>
                    <a:pt x="29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76" name=""/>
            <p:cNvSpPr/>
            <p:nvPr/>
          </p:nvSpPr>
          <p:spPr>
            <a:xfrm rot="0" flipV="1">
              <a:off x="1888" y="32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77" name=""/>
            <p:cNvSpPr/>
            <p:nvPr/>
          </p:nvSpPr>
          <p:spPr>
            <a:xfrm rot="0">
              <a:off x="1869" y="3199"/>
              <a:ext cx="27" cy="30"/>
            </a:xfrm>
            <a:custGeom>
              <a:avLst/>
              <a:ahLst/>
              <a:rect l="0" t="0" r="r" b="b"/>
              <a:pathLst>
                <a:path w="82" h="88">
                  <a:moveTo>
                    <a:pt x="0" y="69"/>
                  </a:moveTo>
                  <a:lnTo>
                    <a:pt x="29" y="79"/>
                  </a:lnTo>
                  <a:lnTo>
                    <a:pt x="58" y="88"/>
                  </a:lnTo>
                  <a:lnTo>
                    <a:pt x="82" y="19"/>
                  </a:lnTo>
                  <a:lnTo>
                    <a:pt x="53" y="10"/>
                  </a:lnTo>
                  <a:lnTo>
                    <a:pt x="24" y="0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78" name=""/>
            <p:cNvSpPr/>
            <p:nvPr/>
          </p:nvSpPr>
          <p:spPr>
            <a:xfrm rot="0">
              <a:off x="1869" y="3199"/>
              <a:ext cx="27" cy="30"/>
            </a:xfrm>
            <a:custGeom>
              <a:avLst/>
              <a:ahLst/>
              <a:rect l="0" t="0" r="r" b="b"/>
              <a:pathLst>
                <a:path w="82" h="88">
                  <a:moveTo>
                    <a:pt x="0" y="69"/>
                  </a:moveTo>
                  <a:lnTo>
                    <a:pt x="29" y="79"/>
                  </a:lnTo>
                  <a:lnTo>
                    <a:pt x="58" y="88"/>
                  </a:lnTo>
                  <a:lnTo>
                    <a:pt x="82" y="19"/>
                  </a:lnTo>
                  <a:lnTo>
                    <a:pt x="53" y="10"/>
                  </a:lnTo>
                  <a:lnTo>
                    <a:pt x="24" y="0"/>
                  </a:lnTo>
                  <a:lnTo>
                    <a:pt x="0" y="6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79" name=""/>
            <p:cNvSpPr/>
            <p:nvPr/>
          </p:nvSpPr>
          <p:spPr>
            <a:xfrm rot="0">
              <a:off x="1886" y="3203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0" y="0"/>
                  </a:moveTo>
                  <a:lnTo>
                    <a:pt x="29" y="9"/>
                  </a:lnTo>
                  <a:lnTo>
                    <a:pt x="30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80" name=""/>
            <p:cNvSpPr/>
            <p:nvPr/>
          </p:nvSpPr>
          <p:spPr>
            <a:xfrm rot="0" flipV="1">
              <a:off x="1896" y="32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81" name=""/>
            <p:cNvSpPr/>
            <p:nvPr/>
          </p:nvSpPr>
          <p:spPr>
            <a:xfrm rot="0">
              <a:off x="1876" y="3177"/>
              <a:ext cx="27" cy="28"/>
            </a:xfrm>
            <a:custGeom>
              <a:avLst/>
              <a:ahLst/>
              <a:rect l="0" t="0" r="r" b="b"/>
              <a:pathLst>
                <a:path w="80" h="85">
                  <a:moveTo>
                    <a:pt x="0" y="68"/>
                  </a:moveTo>
                  <a:lnTo>
                    <a:pt x="30" y="77"/>
                  </a:lnTo>
                  <a:lnTo>
                    <a:pt x="60" y="85"/>
                  </a:lnTo>
                  <a:lnTo>
                    <a:pt x="80" y="17"/>
                  </a:lnTo>
                  <a:lnTo>
                    <a:pt x="50" y="8"/>
                  </a:lnTo>
                  <a:lnTo>
                    <a:pt x="19" y="0"/>
                  </a:lnTo>
                  <a:lnTo>
                    <a:pt x="0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82" name=""/>
            <p:cNvSpPr/>
            <p:nvPr/>
          </p:nvSpPr>
          <p:spPr>
            <a:xfrm rot="0">
              <a:off x="1876" y="3177"/>
              <a:ext cx="27" cy="28"/>
            </a:xfrm>
            <a:custGeom>
              <a:avLst/>
              <a:ahLst/>
              <a:rect l="0" t="0" r="r" b="b"/>
              <a:pathLst>
                <a:path w="80" h="85">
                  <a:moveTo>
                    <a:pt x="0" y="68"/>
                  </a:moveTo>
                  <a:lnTo>
                    <a:pt x="30" y="77"/>
                  </a:lnTo>
                  <a:lnTo>
                    <a:pt x="60" y="85"/>
                  </a:lnTo>
                  <a:lnTo>
                    <a:pt x="80" y="17"/>
                  </a:lnTo>
                  <a:lnTo>
                    <a:pt x="50" y="8"/>
                  </a:lnTo>
                  <a:lnTo>
                    <a:pt x="19" y="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83" name=""/>
            <p:cNvSpPr/>
            <p:nvPr/>
          </p:nvSpPr>
          <p:spPr>
            <a:xfrm rot="0">
              <a:off x="1893" y="3180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0" y="0"/>
                  </a:moveTo>
                  <a:lnTo>
                    <a:pt x="30" y="9"/>
                  </a:lnTo>
                  <a:lnTo>
                    <a:pt x="30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84" name=""/>
            <p:cNvSpPr/>
            <p:nvPr/>
          </p:nvSpPr>
          <p:spPr>
            <a:xfrm rot="0" flipV="1">
              <a:off x="1903" y="31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85" name=""/>
            <p:cNvSpPr/>
            <p:nvPr/>
          </p:nvSpPr>
          <p:spPr>
            <a:xfrm rot="0">
              <a:off x="1883" y="3154"/>
              <a:ext cx="25" cy="28"/>
            </a:xfrm>
            <a:custGeom>
              <a:avLst/>
              <a:ahLst/>
              <a:rect l="0" t="0" r="r" b="b"/>
              <a:pathLst>
                <a:path w="75" h="83">
                  <a:moveTo>
                    <a:pt x="0" y="71"/>
                  </a:moveTo>
                  <a:lnTo>
                    <a:pt x="31" y="77"/>
                  </a:lnTo>
                  <a:lnTo>
                    <a:pt x="61" y="83"/>
                  </a:lnTo>
                  <a:lnTo>
                    <a:pt x="75" y="12"/>
                  </a:lnTo>
                  <a:lnTo>
                    <a:pt x="45" y="6"/>
                  </a:lnTo>
                  <a:lnTo>
                    <a:pt x="15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86" name=""/>
            <p:cNvSpPr/>
            <p:nvPr/>
          </p:nvSpPr>
          <p:spPr>
            <a:xfrm rot="0">
              <a:off x="1883" y="3154"/>
              <a:ext cx="25" cy="28"/>
            </a:xfrm>
            <a:custGeom>
              <a:avLst/>
              <a:ahLst/>
              <a:rect l="0" t="0" r="r" b="b"/>
              <a:pathLst>
                <a:path w="75" h="83">
                  <a:moveTo>
                    <a:pt x="0" y="71"/>
                  </a:moveTo>
                  <a:lnTo>
                    <a:pt x="31" y="77"/>
                  </a:lnTo>
                  <a:lnTo>
                    <a:pt x="61" y="83"/>
                  </a:lnTo>
                  <a:lnTo>
                    <a:pt x="75" y="12"/>
                  </a:lnTo>
                  <a:lnTo>
                    <a:pt x="45" y="6"/>
                  </a:lnTo>
                  <a:lnTo>
                    <a:pt x="15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87" name=""/>
            <p:cNvSpPr/>
            <p:nvPr/>
          </p:nvSpPr>
          <p:spPr>
            <a:xfrm rot="0">
              <a:off x="1898" y="3156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0" y="0"/>
                  </a:moveTo>
                  <a:lnTo>
                    <a:pt x="30" y="6"/>
                  </a:lnTo>
                  <a:lnTo>
                    <a:pt x="30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88" name=""/>
            <p:cNvSpPr/>
            <p:nvPr/>
          </p:nvSpPr>
          <p:spPr>
            <a:xfrm rot="0" flipV="1">
              <a:off x="1908" y="3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89" name=""/>
            <p:cNvSpPr/>
            <p:nvPr/>
          </p:nvSpPr>
          <p:spPr>
            <a:xfrm rot="0">
              <a:off x="1888" y="3131"/>
              <a:ext cx="23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0" y="71"/>
                  </a:moveTo>
                  <a:lnTo>
                    <a:pt x="30" y="76"/>
                  </a:lnTo>
                  <a:lnTo>
                    <a:pt x="60" y="81"/>
                  </a:lnTo>
                  <a:lnTo>
                    <a:pt x="71" y="10"/>
                  </a:lnTo>
                  <a:lnTo>
                    <a:pt x="41" y="5"/>
                  </a:lnTo>
                  <a:lnTo>
                    <a:pt x="11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90" name=""/>
            <p:cNvSpPr/>
            <p:nvPr/>
          </p:nvSpPr>
          <p:spPr>
            <a:xfrm rot="0">
              <a:off x="1888" y="3131"/>
              <a:ext cx="23" cy="27"/>
            </a:xfrm>
            <a:custGeom>
              <a:avLst/>
              <a:ahLst/>
              <a:rect l="0" t="0" r="r" b="b"/>
              <a:pathLst>
                <a:path w="71" h="81">
                  <a:moveTo>
                    <a:pt x="0" y="71"/>
                  </a:moveTo>
                  <a:lnTo>
                    <a:pt x="30" y="76"/>
                  </a:lnTo>
                  <a:lnTo>
                    <a:pt x="60" y="81"/>
                  </a:lnTo>
                  <a:lnTo>
                    <a:pt x="71" y="10"/>
                  </a:lnTo>
                  <a:lnTo>
                    <a:pt x="41" y="5"/>
                  </a:lnTo>
                  <a:lnTo>
                    <a:pt x="11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91" name=""/>
            <p:cNvSpPr/>
            <p:nvPr/>
          </p:nvSpPr>
          <p:spPr>
            <a:xfrm rot="0">
              <a:off x="1901" y="3132"/>
              <a:ext cx="10" cy="2"/>
            </a:xfrm>
            <a:custGeom>
              <a:avLst/>
              <a:ahLst/>
              <a:rect l="0" t="0" r="r" b="b"/>
              <a:pathLst>
                <a:path w="30" h="5">
                  <a:moveTo>
                    <a:pt x="0" y="0"/>
                  </a:moveTo>
                  <a:lnTo>
                    <a:pt x="30" y="5"/>
                  </a:lnTo>
                  <a:lnTo>
                    <a:pt x="30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92" name=""/>
            <p:cNvSpPr/>
            <p:nvPr/>
          </p:nvSpPr>
          <p:spPr>
            <a:xfrm rot="0" flipV="1">
              <a:off x="1911" y="31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93" name=""/>
            <p:cNvSpPr/>
            <p:nvPr/>
          </p:nvSpPr>
          <p:spPr>
            <a:xfrm rot="0">
              <a:off x="1891" y="3107"/>
              <a:ext cx="23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0" y="72"/>
                  </a:moveTo>
                  <a:lnTo>
                    <a:pt x="30" y="76"/>
                  </a:lnTo>
                  <a:lnTo>
                    <a:pt x="60" y="80"/>
                  </a:lnTo>
                  <a:lnTo>
                    <a:pt x="67" y="7"/>
                  </a:lnTo>
                  <a:lnTo>
                    <a:pt x="37" y="4"/>
                  </a:lnTo>
                  <a:lnTo>
                    <a:pt x="7" y="0"/>
                  </a:lnTo>
                  <a:lnTo>
                    <a:pt x="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94" name=""/>
            <p:cNvSpPr/>
            <p:nvPr/>
          </p:nvSpPr>
          <p:spPr>
            <a:xfrm rot="0">
              <a:off x="1891" y="3107"/>
              <a:ext cx="23" cy="27"/>
            </a:xfrm>
            <a:custGeom>
              <a:avLst/>
              <a:ahLst/>
              <a:rect l="0" t="0" r="r" b="b"/>
              <a:pathLst>
                <a:path w="67" h="80">
                  <a:moveTo>
                    <a:pt x="0" y="72"/>
                  </a:moveTo>
                  <a:lnTo>
                    <a:pt x="30" y="76"/>
                  </a:lnTo>
                  <a:lnTo>
                    <a:pt x="60" y="80"/>
                  </a:lnTo>
                  <a:lnTo>
                    <a:pt x="67" y="7"/>
                  </a:lnTo>
                  <a:lnTo>
                    <a:pt x="37" y="4"/>
                  </a:lnTo>
                  <a:lnTo>
                    <a:pt x="7" y="0"/>
                  </a:lnTo>
                  <a:lnTo>
                    <a:pt x="0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95" name=""/>
            <p:cNvSpPr/>
            <p:nvPr/>
          </p:nvSpPr>
          <p:spPr>
            <a:xfrm rot="0">
              <a:off x="1904" y="3108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0" y="0"/>
                  </a:moveTo>
                  <a:lnTo>
                    <a:pt x="30" y="3"/>
                  </a:lnTo>
                  <a:lnTo>
                    <a:pt x="30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96" name=""/>
            <p:cNvSpPr/>
            <p:nvPr/>
          </p:nvSpPr>
          <p:spPr>
            <a:xfrm rot="0" flipV="1">
              <a:off x="1914" y="3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97" name=""/>
            <p:cNvSpPr/>
            <p:nvPr/>
          </p:nvSpPr>
          <p:spPr>
            <a:xfrm rot="0">
              <a:off x="1894" y="3084"/>
              <a:ext cx="21" cy="25"/>
            </a:xfrm>
            <a:custGeom>
              <a:avLst/>
              <a:ahLst/>
              <a:rect l="0" t="0" r="r" b="b"/>
              <a:pathLst>
                <a:path w="63" h="74">
                  <a:moveTo>
                    <a:pt x="0" y="71"/>
                  </a:moveTo>
                  <a:lnTo>
                    <a:pt x="30" y="73"/>
                  </a:lnTo>
                  <a:lnTo>
                    <a:pt x="60" y="74"/>
                  </a:lnTo>
                  <a:lnTo>
                    <a:pt x="63" y="3"/>
                  </a:lnTo>
                  <a:lnTo>
                    <a:pt x="33" y="1"/>
                  </a:lnTo>
                  <a:lnTo>
                    <a:pt x="2" y="0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398" name=""/>
            <p:cNvSpPr/>
            <p:nvPr/>
          </p:nvSpPr>
          <p:spPr>
            <a:xfrm rot="0">
              <a:off x="1894" y="3084"/>
              <a:ext cx="21" cy="25"/>
            </a:xfrm>
            <a:custGeom>
              <a:avLst/>
              <a:ahLst/>
              <a:rect l="0" t="0" r="r" b="b"/>
              <a:pathLst>
                <a:path w="63" h="74">
                  <a:moveTo>
                    <a:pt x="0" y="71"/>
                  </a:moveTo>
                  <a:lnTo>
                    <a:pt x="30" y="73"/>
                  </a:lnTo>
                  <a:lnTo>
                    <a:pt x="60" y="74"/>
                  </a:lnTo>
                  <a:lnTo>
                    <a:pt x="63" y="3"/>
                  </a:lnTo>
                  <a:lnTo>
                    <a:pt x="33" y="1"/>
                  </a:lnTo>
                  <a:lnTo>
                    <a:pt x="2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399" name=""/>
            <p:cNvSpPr/>
            <p:nvPr/>
          </p:nvSpPr>
          <p:spPr>
            <a:xfrm rot="0">
              <a:off x="1905" y="3084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0" y="1"/>
                  </a:moveTo>
                  <a:lnTo>
                    <a:pt x="30" y="3"/>
                  </a:lnTo>
                  <a:lnTo>
                    <a:pt x="3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00" name=""/>
            <p:cNvSpPr/>
            <p:nvPr/>
          </p:nvSpPr>
          <p:spPr>
            <a:xfrm rot="0" flipV="1">
              <a:off x="1915" y="30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1" name=""/>
            <p:cNvSpPr/>
            <p:nvPr/>
          </p:nvSpPr>
          <p:spPr>
            <a:xfrm rot="0">
              <a:off x="1906" y="1965"/>
              <a:ext cx="1" cy="3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2" name=""/>
            <p:cNvSpPr/>
            <p:nvPr/>
          </p:nvSpPr>
          <p:spPr>
            <a:xfrm rot="0">
              <a:off x="1906" y="2203"/>
              <a:ext cx="1" cy="43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3" name=""/>
            <p:cNvSpPr/>
            <p:nvPr/>
          </p:nvSpPr>
          <p:spPr>
            <a:xfrm rot="0">
              <a:off x="1906" y="2719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4" name=""/>
            <p:cNvSpPr/>
            <p:nvPr/>
          </p:nvSpPr>
          <p:spPr>
            <a:xfrm rot="0">
              <a:off x="1906" y="2878"/>
              <a:ext cx="1" cy="47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5" name=""/>
            <p:cNvSpPr/>
            <p:nvPr/>
          </p:nvSpPr>
          <p:spPr>
            <a:xfrm rot="0">
              <a:off x="1906" y="3434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6" name=""/>
            <p:cNvSpPr/>
            <p:nvPr/>
          </p:nvSpPr>
          <p:spPr>
            <a:xfrm rot="0">
              <a:off x="1906" y="3592"/>
              <a:ext cx="1" cy="43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7" name=""/>
            <p:cNvSpPr/>
            <p:nvPr/>
          </p:nvSpPr>
          <p:spPr>
            <a:xfrm rot="0">
              <a:off x="1906" y="798"/>
              <a:ext cx="1" cy="464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8" name=""/>
            <p:cNvSpPr/>
            <p:nvPr/>
          </p:nvSpPr>
          <p:spPr>
            <a:xfrm rot="0">
              <a:off x="1906" y="1342"/>
              <a:ext cx="1" cy="79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09" name=""/>
            <p:cNvSpPr/>
            <p:nvPr/>
          </p:nvSpPr>
          <p:spPr>
            <a:xfrm rot="0">
              <a:off x="1906" y="1500"/>
              <a:ext cx="1" cy="46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10" name=""/>
            <p:cNvSpPr/>
            <p:nvPr/>
          </p:nvSpPr>
          <p:spPr>
            <a:xfrm rot="0">
              <a:off x="1896" y="1038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30" y="0"/>
                  </a:moveTo>
                  <a:lnTo>
                    <a:pt x="62" y="0"/>
                  </a:lnTo>
                  <a:lnTo>
                    <a:pt x="59" y="10"/>
                  </a:lnTo>
                  <a:lnTo>
                    <a:pt x="56" y="18"/>
                  </a:lnTo>
                  <a:lnTo>
                    <a:pt x="48" y="26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1" y="29"/>
                  </a:lnTo>
                  <a:lnTo>
                    <a:pt x="12" y="26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11" name=""/>
            <p:cNvSpPr/>
            <p:nvPr/>
          </p:nvSpPr>
          <p:spPr>
            <a:xfrm rot="0">
              <a:off x="1896" y="1038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10"/>
                  </a:lnTo>
                  <a:lnTo>
                    <a:pt x="56" y="18"/>
                  </a:lnTo>
                  <a:lnTo>
                    <a:pt x="48" y="26"/>
                  </a:lnTo>
                  <a:lnTo>
                    <a:pt x="40" y="29"/>
                  </a:lnTo>
                  <a:lnTo>
                    <a:pt x="30" y="30"/>
                  </a:lnTo>
                  <a:lnTo>
                    <a:pt x="21" y="29"/>
                  </a:lnTo>
                  <a:lnTo>
                    <a:pt x="12" y="26"/>
                  </a:lnTo>
                  <a:lnTo>
                    <a:pt x="5" y="18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12" name=""/>
            <p:cNvSpPr/>
            <p:nvPr/>
          </p:nvSpPr>
          <p:spPr>
            <a:xfrm rot="0">
              <a:off x="1896" y="798"/>
              <a:ext cx="21" cy="240"/>
            </a:xfrm>
            <a:custGeom>
              <a:avLst/>
              <a:ahLst/>
              <a:rect l="0" t="0" r="r" b="b"/>
              <a:pathLst>
                <a:path w="62" h="719">
                  <a:moveTo>
                    <a:pt x="0" y="719"/>
                  </a:moveTo>
                  <a:lnTo>
                    <a:pt x="30" y="719"/>
                  </a:lnTo>
                  <a:lnTo>
                    <a:pt x="62" y="719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7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13" name=""/>
            <p:cNvSpPr/>
            <p:nvPr/>
          </p:nvSpPr>
          <p:spPr>
            <a:xfrm rot="0">
              <a:off x="1896" y="798"/>
              <a:ext cx="21" cy="240"/>
            </a:xfrm>
            <a:custGeom>
              <a:avLst/>
              <a:ahLst/>
              <a:rect l="0" t="0" r="r" b="b"/>
              <a:pathLst>
                <a:path w="62" h="719">
                  <a:moveTo>
                    <a:pt x="0" y="719"/>
                  </a:moveTo>
                  <a:lnTo>
                    <a:pt x="30" y="719"/>
                  </a:lnTo>
                  <a:lnTo>
                    <a:pt x="62" y="719"/>
                  </a:lnTo>
                  <a:lnTo>
                    <a:pt x="62" y="0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7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14" name=""/>
            <p:cNvSpPr/>
            <p:nvPr/>
          </p:nvSpPr>
          <p:spPr>
            <a:xfrm rot="0">
              <a:off x="1896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30" y="32"/>
                  </a:moveTo>
                  <a:lnTo>
                    <a:pt x="0" y="32"/>
                  </a:ln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15" name=""/>
            <p:cNvSpPr/>
            <p:nvPr/>
          </p:nvSpPr>
          <p:spPr>
            <a:xfrm rot="0">
              <a:off x="1896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1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0" y="3"/>
                  </a:lnTo>
                  <a:lnTo>
                    <a:pt x="48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16" name=""/>
            <p:cNvSpPr/>
            <p:nvPr/>
          </p:nvSpPr>
          <p:spPr>
            <a:xfrm rot="0">
              <a:off x="1097" y="1838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3" y="25"/>
                  </a:lnTo>
                  <a:lnTo>
                    <a:pt x="5" y="18"/>
                  </a:lnTo>
                  <a:lnTo>
                    <a:pt x="2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17" name=""/>
            <p:cNvSpPr/>
            <p:nvPr/>
          </p:nvSpPr>
          <p:spPr>
            <a:xfrm rot="0">
              <a:off x="1097" y="1838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60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3" y="25"/>
                  </a:lnTo>
                  <a:lnTo>
                    <a:pt x="5" y="18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18" name=""/>
            <p:cNvSpPr/>
            <p:nvPr/>
          </p:nvSpPr>
          <p:spPr>
            <a:xfrm rot="0">
              <a:off x="1097" y="798"/>
              <a:ext cx="21" cy="1040"/>
            </a:xfrm>
            <a:custGeom>
              <a:avLst/>
              <a:ahLst/>
              <a:rect l="0" t="0" r="r" b="b"/>
              <a:pathLst>
                <a:path w="62" h="3119">
                  <a:moveTo>
                    <a:pt x="0" y="3119"/>
                  </a:moveTo>
                  <a:lnTo>
                    <a:pt x="31" y="3119"/>
                  </a:lnTo>
                  <a:lnTo>
                    <a:pt x="62" y="3119"/>
                  </a:lnTo>
                  <a:lnTo>
                    <a:pt x="62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19" name=""/>
            <p:cNvSpPr/>
            <p:nvPr/>
          </p:nvSpPr>
          <p:spPr>
            <a:xfrm rot="0">
              <a:off x="1097" y="798"/>
              <a:ext cx="21" cy="1040"/>
            </a:xfrm>
            <a:custGeom>
              <a:avLst/>
              <a:ahLst/>
              <a:rect l="0" t="0" r="r" b="b"/>
              <a:pathLst>
                <a:path w="62" h="3119">
                  <a:moveTo>
                    <a:pt x="0" y="3119"/>
                  </a:moveTo>
                  <a:lnTo>
                    <a:pt x="31" y="3119"/>
                  </a:lnTo>
                  <a:lnTo>
                    <a:pt x="62" y="3119"/>
                  </a:lnTo>
                  <a:lnTo>
                    <a:pt x="62" y="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3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20" name=""/>
            <p:cNvSpPr/>
            <p:nvPr/>
          </p:nvSpPr>
          <p:spPr>
            <a:xfrm rot="0">
              <a:off x="1097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21" name=""/>
            <p:cNvSpPr/>
            <p:nvPr/>
          </p:nvSpPr>
          <p:spPr>
            <a:xfrm rot="0">
              <a:off x="1097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22" name=""/>
            <p:cNvSpPr/>
            <p:nvPr/>
          </p:nvSpPr>
          <p:spPr>
            <a:xfrm rot="0">
              <a:off x="1097" y="788"/>
              <a:ext cx="11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3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23" name=""/>
            <p:cNvSpPr/>
            <p:nvPr/>
          </p:nvSpPr>
          <p:spPr>
            <a:xfrm rot="0">
              <a:off x="1097" y="788"/>
              <a:ext cx="11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3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24" name=""/>
            <p:cNvSpPr/>
            <p:nvPr/>
          </p:nvSpPr>
          <p:spPr>
            <a:xfrm rot="0">
              <a:off x="1108" y="788"/>
              <a:ext cx="798" cy="20"/>
            </a:xfrm>
            <a:custGeom>
              <a:avLst/>
              <a:ahLst/>
              <a:rect l="0" t="0" r="r" b="b"/>
              <a:pathLst>
                <a:path w="2395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395" y="62"/>
                  </a:lnTo>
                  <a:lnTo>
                    <a:pt x="2395" y="32"/>
                  </a:lnTo>
                  <a:lnTo>
                    <a:pt x="239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25" name=""/>
            <p:cNvSpPr/>
            <p:nvPr/>
          </p:nvSpPr>
          <p:spPr>
            <a:xfrm rot="0">
              <a:off x="1108" y="788"/>
              <a:ext cx="798" cy="20"/>
            </a:xfrm>
            <a:custGeom>
              <a:avLst/>
              <a:ahLst/>
              <a:rect l="0" t="0" r="r" b="b"/>
              <a:pathLst>
                <a:path w="2395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395" y="62"/>
                  </a:lnTo>
                  <a:lnTo>
                    <a:pt x="2395" y="32"/>
                  </a:lnTo>
                  <a:lnTo>
                    <a:pt x="2395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26" name=""/>
            <p:cNvSpPr/>
            <p:nvPr/>
          </p:nvSpPr>
          <p:spPr>
            <a:xfrm rot="0">
              <a:off x="1906" y="788"/>
              <a:ext cx="11" cy="20"/>
            </a:xfrm>
            <a:custGeom>
              <a:avLst/>
              <a:ahLst/>
              <a:rect l="0" t="0" r="r" b="b"/>
              <a:pathLst>
                <a:path w="32" h="62">
                  <a:moveTo>
                    <a:pt x="0" y="32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27" name=""/>
            <p:cNvSpPr/>
            <p:nvPr/>
          </p:nvSpPr>
          <p:spPr>
            <a:xfrm rot="0">
              <a:off x="1906" y="788"/>
              <a:ext cx="11" cy="20"/>
            </a:xfrm>
            <a:custGeom>
              <a:avLst/>
              <a:ahLst/>
              <a:rect l="0" t="0" r="r" b="b"/>
              <a:pathLst>
                <a:path w="32" h="62">
                  <a:moveTo>
                    <a:pt x="0" y="0"/>
                  </a:moveTo>
                  <a:lnTo>
                    <a:pt x="10" y="3"/>
                  </a:lnTo>
                  <a:lnTo>
                    <a:pt x="18" y="6"/>
                  </a:lnTo>
                  <a:lnTo>
                    <a:pt x="26" y="14"/>
                  </a:lnTo>
                  <a:lnTo>
                    <a:pt x="29" y="22"/>
                  </a:lnTo>
                  <a:lnTo>
                    <a:pt x="32" y="32"/>
                  </a:lnTo>
                  <a:lnTo>
                    <a:pt x="29" y="41"/>
                  </a:lnTo>
                  <a:lnTo>
                    <a:pt x="26" y="50"/>
                  </a:lnTo>
                  <a:lnTo>
                    <a:pt x="18" y="57"/>
                  </a:lnTo>
                  <a:lnTo>
                    <a:pt x="10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28" name=""/>
            <p:cNvSpPr/>
            <p:nvPr/>
          </p:nvSpPr>
          <p:spPr>
            <a:xfrm rot="0">
              <a:off x="4110" y="788"/>
              <a:ext cx="10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0" y="32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29" name=""/>
            <p:cNvSpPr/>
            <p:nvPr/>
          </p:nvSpPr>
          <p:spPr>
            <a:xfrm rot="0">
              <a:off x="4110" y="788"/>
              <a:ext cx="10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0" y="0"/>
                  </a:move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30" name=""/>
            <p:cNvSpPr/>
            <p:nvPr/>
          </p:nvSpPr>
          <p:spPr>
            <a:xfrm rot="0">
              <a:off x="3704" y="788"/>
              <a:ext cx="406" cy="20"/>
            </a:xfrm>
            <a:custGeom>
              <a:avLst/>
              <a:ahLst/>
              <a:rect l="0" t="0" r="r" b="b"/>
              <a:pathLst>
                <a:path w="1217" h="62">
                  <a:moveTo>
                    <a:pt x="1217" y="62"/>
                  </a:moveTo>
                  <a:lnTo>
                    <a:pt x="1217" y="32"/>
                  </a:lnTo>
                  <a:lnTo>
                    <a:pt x="1217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217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31" name=""/>
            <p:cNvSpPr/>
            <p:nvPr/>
          </p:nvSpPr>
          <p:spPr>
            <a:xfrm rot="0">
              <a:off x="3704" y="788"/>
              <a:ext cx="406" cy="20"/>
            </a:xfrm>
            <a:custGeom>
              <a:avLst/>
              <a:ahLst/>
              <a:rect l="0" t="0" r="r" b="b"/>
              <a:pathLst>
                <a:path w="1217" h="62">
                  <a:moveTo>
                    <a:pt x="1217" y="62"/>
                  </a:moveTo>
                  <a:lnTo>
                    <a:pt x="1217" y="32"/>
                  </a:lnTo>
                  <a:lnTo>
                    <a:pt x="1217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0" y="62"/>
                  </a:lnTo>
                  <a:lnTo>
                    <a:pt x="1217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32" name=""/>
            <p:cNvSpPr/>
            <p:nvPr/>
          </p:nvSpPr>
          <p:spPr>
            <a:xfrm rot="0">
              <a:off x="3694" y="788"/>
              <a:ext cx="10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31" y="32"/>
                  </a:moveTo>
                  <a:lnTo>
                    <a:pt x="31" y="62"/>
                  </a:ln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33" name=""/>
            <p:cNvSpPr/>
            <p:nvPr/>
          </p:nvSpPr>
          <p:spPr>
            <a:xfrm rot="0">
              <a:off x="3694" y="788"/>
              <a:ext cx="10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31" y="62"/>
                  </a:moveTo>
                  <a:lnTo>
                    <a:pt x="21" y="61"/>
                  </a:lnTo>
                  <a:lnTo>
                    <a:pt x="12" y="57"/>
                  </a:lnTo>
                  <a:lnTo>
                    <a:pt x="5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34" name=""/>
            <p:cNvSpPr/>
            <p:nvPr/>
          </p:nvSpPr>
          <p:spPr>
            <a:xfrm rot="0">
              <a:off x="3694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35" name=""/>
            <p:cNvSpPr/>
            <p:nvPr/>
          </p:nvSpPr>
          <p:spPr>
            <a:xfrm rot="0">
              <a:off x="3694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59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36" name=""/>
            <p:cNvSpPr/>
            <p:nvPr/>
          </p:nvSpPr>
          <p:spPr>
            <a:xfrm rot="0">
              <a:off x="3694" y="798"/>
              <a:ext cx="21" cy="351"/>
            </a:xfrm>
            <a:custGeom>
              <a:avLst/>
              <a:ahLst/>
              <a:rect l="0" t="0" r="r" b="b"/>
              <a:pathLst>
                <a:path w="62" h="1052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052"/>
                  </a:lnTo>
                  <a:lnTo>
                    <a:pt x="31" y="1052"/>
                  </a:lnTo>
                  <a:lnTo>
                    <a:pt x="62" y="1052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37" name=""/>
            <p:cNvSpPr/>
            <p:nvPr/>
          </p:nvSpPr>
          <p:spPr>
            <a:xfrm rot="0">
              <a:off x="3694" y="798"/>
              <a:ext cx="21" cy="351"/>
            </a:xfrm>
            <a:custGeom>
              <a:avLst/>
              <a:ahLst/>
              <a:rect l="0" t="0" r="r" b="b"/>
              <a:pathLst>
                <a:path w="62" h="1052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052"/>
                  </a:lnTo>
                  <a:lnTo>
                    <a:pt x="31" y="1052"/>
                  </a:lnTo>
                  <a:lnTo>
                    <a:pt x="62" y="1052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38" name=""/>
            <p:cNvSpPr/>
            <p:nvPr/>
          </p:nvSpPr>
          <p:spPr>
            <a:xfrm rot="0">
              <a:off x="3694" y="1149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31" y="0"/>
                  </a:moveTo>
                  <a:lnTo>
                    <a:pt x="62" y="0"/>
                  </a:lnTo>
                  <a:lnTo>
                    <a:pt x="59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2" y="9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39" name=""/>
            <p:cNvSpPr/>
            <p:nvPr/>
          </p:nvSpPr>
          <p:spPr>
            <a:xfrm rot="0">
              <a:off x="3694" y="1149"/>
              <a:ext cx="21" cy="10"/>
            </a:xfrm>
            <a:custGeom>
              <a:avLst/>
              <a:ahLst/>
              <a:rect l="0" t="0" r="r" b="b"/>
              <a:pathLst>
                <a:path w="62" h="30">
                  <a:moveTo>
                    <a:pt x="62" y="0"/>
                  </a:moveTo>
                  <a:lnTo>
                    <a:pt x="59" y="9"/>
                  </a:lnTo>
                  <a:lnTo>
                    <a:pt x="56" y="18"/>
                  </a:lnTo>
                  <a:lnTo>
                    <a:pt x="49" y="25"/>
                  </a:lnTo>
                  <a:lnTo>
                    <a:pt x="40" y="29"/>
                  </a:lnTo>
                  <a:lnTo>
                    <a:pt x="31" y="30"/>
                  </a:lnTo>
                  <a:lnTo>
                    <a:pt x="21" y="29"/>
                  </a:lnTo>
                  <a:lnTo>
                    <a:pt x="12" y="25"/>
                  </a:lnTo>
                  <a:lnTo>
                    <a:pt x="5" y="18"/>
                  </a:lnTo>
                  <a:lnTo>
                    <a:pt x="2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40" name=""/>
            <p:cNvSpPr/>
            <p:nvPr/>
          </p:nvSpPr>
          <p:spPr>
            <a:xfrm rot="0">
              <a:off x="4100" y="788"/>
              <a:ext cx="10" cy="20"/>
            </a:xfrm>
            <a:custGeom>
              <a:avLst/>
              <a:ahLst/>
              <a:rect l="0" t="0" r="r" b="b"/>
              <a:pathLst>
                <a:path w="30" h="62">
                  <a:moveTo>
                    <a:pt x="30" y="32"/>
                  </a:moveTo>
                  <a:lnTo>
                    <a:pt x="30" y="62"/>
                  </a:ln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  <a:lnTo>
                    <a:pt x="3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41" name=""/>
            <p:cNvSpPr/>
            <p:nvPr/>
          </p:nvSpPr>
          <p:spPr>
            <a:xfrm rot="0">
              <a:off x="4100" y="788"/>
              <a:ext cx="10" cy="20"/>
            </a:xfrm>
            <a:custGeom>
              <a:avLst/>
              <a:ahLst/>
              <a:rect l="0" t="0" r="r" b="b"/>
              <a:pathLst>
                <a:path w="30" h="62">
                  <a:moveTo>
                    <a:pt x="30" y="62"/>
                  </a:moveTo>
                  <a:lnTo>
                    <a:pt x="20" y="61"/>
                  </a:lnTo>
                  <a:lnTo>
                    <a:pt x="12" y="57"/>
                  </a:lnTo>
                  <a:lnTo>
                    <a:pt x="4" y="50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1" y="22"/>
                  </a:lnTo>
                  <a:lnTo>
                    <a:pt x="4" y="14"/>
                  </a:lnTo>
                  <a:lnTo>
                    <a:pt x="12" y="6"/>
                  </a:lnTo>
                  <a:lnTo>
                    <a:pt x="20" y="3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42" name=""/>
            <p:cNvSpPr/>
            <p:nvPr/>
          </p:nvSpPr>
          <p:spPr>
            <a:xfrm rot="0">
              <a:off x="4110" y="788"/>
              <a:ext cx="399" cy="20"/>
            </a:xfrm>
            <a:custGeom>
              <a:avLst/>
              <a:ahLst/>
              <a:rect l="0" t="0" r="r" b="b"/>
              <a:pathLst>
                <a:path w="119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198" y="62"/>
                  </a:lnTo>
                  <a:lnTo>
                    <a:pt x="1198" y="32"/>
                  </a:lnTo>
                  <a:lnTo>
                    <a:pt x="119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43" name=""/>
            <p:cNvSpPr/>
            <p:nvPr/>
          </p:nvSpPr>
          <p:spPr>
            <a:xfrm rot="0">
              <a:off x="4110" y="788"/>
              <a:ext cx="399" cy="20"/>
            </a:xfrm>
            <a:custGeom>
              <a:avLst/>
              <a:ahLst/>
              <a:rect l="0" t="0" r="r" b="b"/>
              <a:pathLst>
                <a:path w="1198" h="62">
                  <a:moveTo>
                    <a:pt x="0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1198" y="62"/>
                  </a:lnTo>
                  <a:lnTo>
                    <a:pt x="1198" y="32"/>
                  </a:lnTo>
                  <a:lnTo>
                    <a:pt x="119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44" name=""/>
            <p:cNvSpPr/>
            <p:nvPr/>
          </p:nvSpPr>
          <p:spPr>
            <a:xfrm rot="0">
              <a:off x="4509" y="788"/>
              <a:ext cx="11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0" y="32"/>
                  </a:moveTo>
                  <a:lnTo>
                    <a:pt x="0" y="0"/>
                  </a:ln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45" name=""/>
            <p:cNvSpPr/>
            <p:nvPr/>
          </p:nvSpPr>
          <p:spPr>
            <a:xfrm rot="0">
              <a:off x="4509" y="788"/>
              <a:ext cx="11" cy="20"/>
            </a:xfrm>
            <a:custGeom>
              <a:avLst/>
              <a:ahLst/>
              <a:rect l="0" t="0" r="r" b="b"/>
              <a:pathLst>
                <a:path w="31" h="62">
                  <a:moveTo>
                    <a:pt x="0" y="0"/>
                  </a:moveTo>
                  <a:lnTo>
                    <a:pt x="9" y="3"/>
                  </a:lnTo>
                  <a:lnTo>
                    <a:pt x="18" y="6"/>
                  </a:lnTo>
                  <a:lnTo>
                    <a:pt x="25" y="14"/>
                  </a:lnTo>
                  <a:lnTo>
                    <a:pt x="29" y="22"/>
                  </a:lnTo>
                  <a:lnTo>
                    <a:pt x="31" y="32"/>
                  </a:lnTo>
                  <a:lnTo>
                    <a:pt x="29" y="41"/>
                  </a:lnTo>
                  <a:lnTo>
                    <a:pt x="25" y="50"/>
                  </a:lnTo>
                  <a:lnTo>
                    <a:pt x="18" y="57"/>
                  </a:lnTo>
                  <a:lnTo>
                    <a:pt x="9" y="61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46" name=""/>
            <p:cNvSpPr/>
            <p:nvPr/>
          </p:nvSpPr>
          <p:spPr>
            <a:xfrm rot="0">
              <a:off x="4499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31" y="32"/>
                  </a:moveTo>
                  <a:lnTo>
                    <a:pt x="0" y="32"/>
                  </a:ln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  <a:lnTo>
                    <a:pt x="3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47" name=""/>
            <p:cNvSpPr/>
            <p:nvPr/>
          </p:nvSpPr>
          <p:spPr>
            <a:xfrm rot="0">
              <a:off x="4499" y="788"/>
              <a:ext cx="21" cy="10"/>
            </a:xfrm>
            <a:custGeom>
              <a:avLst/>
              <a:ahLst/>
              <a:rect l="0" t="0" r="r" b="b"/>
              <a:pathLst>
                <a:path w="62" h="32">
                  <a:moveTo>
                    <a:pt x="0" y="32"/>
                  </a:moveTo>
                  <a:lnTo>
                    <a:pt x="2" y="22"/>
                  </a:lnTo>
                  <a:lnTo>
                    <a:pt x="5" y="14"/>
                  </a:lnTo>
                  <a:lnTo>
                    <a:pt x="13" y="6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9" y="6"/>
                  </a:lnTo>
                  <a:lnTo>
                    <a:pt x="56" y="14"/>
                  </a:lnTo>
                  <a:lnTo>
                    <a:pt x="60" y="22"/>
                  </a:lnTo>
                  <a:lnTo>
                    <a:pt x="62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48" name=""/>
            <p:cNvSpPr/>
            <p:nvPr/>
          </p:nvSpPr>
          <p:spPr>
            <a:xfrm rot="0">
              <a:off x="4499" y="798"/>
              <a:ext cx="21" cy="340"/>
            </a:xfrm>
            <a:custGeom>
              <a:avLst/>
              <a:ahLst/>
              <a:rect l="0" t="0" r="r" b="b"/>
              <a:pathLst>
                <a:path w="62" h="1020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020"/>
                  </a:lnTo>
                  <a:lnTo>
                    <a:pt x="31" y="1020"/>
                  </a:lnTo>
                  <a:lnTo>
                    <a:pt x="62" y="1020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49" name=""/>
            <p:cNvSpPr/>
            <p:nvPr/>
          </p:nvSpPr>
          <p:spPr>
            <a:xfrm rot="0">
              <a:off x="4499" y="798"/>
              <a:ext cx="21" cy="340"/>
            </a:xfrm>
            <a:custGeom>
              <a:avLst/>
              <a:ahLst/>
              <a:rect l="0" t="0" r="r" b="b"/>
              <a:pathLst>
                <a:path w="62" h="1020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020"/>
                  </a:lnTo>
                  <a:lnTo>
                    <a:pt x="31" y="1020"/>
                  </a:lnTo>
                  <a:lnTo>
                    <a:pt x="62" y="102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50" name=""/>
            <p:cNvSpPr/>
            <p:nvPr/>
          </p:nvSpPr>
          <p:spPr>
            <a:xfrm rot="0">
              <a:off x="4499" y="1138"/>
              <a:ext cx="21" cy="11"/>
            </a:xfrm>
            <a:custGeom>
              <a:avLst/>
              <a:ahLst/>
              <a:rect l="0" t="0" r="r" b="b"/>
              <a:pathLst>
                <a:path w="62" h="31">
                  <a:moveTo>
                    <a:pt x="31" y="0"/>
                  </a:moveTo>
                  <a:lnTo>
                    <a:pt x="62" y="0"/>
                  </a:lnTo>
                  <a:lnTo>
                    <a:pt x="60" y="10"/>
                  </a:lnTo>
                  <a:lnTo>
                    <a:pt x="56" y="19"/>
                  </a:lnTo>
                  <a:lnTo>
                    <a:pt x="49" y="26"/>
                  </a:lnTo>
                  <a:lnTo>
                    <a:pt x="40" y="29"/>
                  </a:lnTo>
                  <a:lnTo>
                    <a:pt x="31" y="31"/>
                  </a:lnTo>
                  <a:lnTo>
                    <a:pt x="21" y="29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51" name=""/>
            <p:cNvSpPr/>
            <p:nvPr/>
          </p:nvSpPr>
          <p:spPr>
            <a:xfrm rot="0">
              <a:off x="4499" y="1138"/>
              <a:ext cx="21" cy="11"/>
            </a:xfrm>
            <a:custGeom>
              <a:avLst/>
              <a:ahLst/>
              <a:rect l="0" t="0" r="r" b="b"/>
              <a:pathLst>
                <a:path w="62" h="31">
                  <a:moveTo>
                    <a:pt x="62" y="0"/>
                  </a:moveTo>
                  <a:lnTo>
                    <a:pt x="60" y="10"/>
                  </a:lnTo>
                  <a:lnTo>
                    <a:pt x="56" y="19"/>
                  </a:lnTo>
                  <a:lnTo>
                    <a:pt x="49" y="26"/>
                  </a:lnTo>
                  <a:lnTo>
                    <a:pt x="40" y="29"/>
                  </a:lnTo>
                  <a:lnTo>
                    <a:pt x="31" y="31"/>
                  </a:lnTo>
                  <a:lnTo>
                    <a:pt x="21" y="29"/>
                  </a:lnTo>
                  <a:lnTo>
                    <a:pt x="13" y="26"/>
                  </a:lnTo>
                  <a:lnTo>
                    <a:pt x="5" y="19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52" name=""/>
            <p:cNvSpPr/>
            <p:nvPr/>
          </p:nvSpPr>
          <p:spPr>
            <a:xfrm rot="0">
              <a:off x="3699" y="1139"/>
              <a:ext cx="15" cy="19"/>
            </a:xfrm>
            <a:custGeom>
              <a:avLst/>
              <a:ahLst/>
              <a:rect l="0" t="0" r="r" b="b"/>
              <a:pathLst>
                <a:path w="46" h="56">
                  <a:moveTo>
                    <a:pt x="16" y="30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8" y="0"/>
                  </a:lnTo>
                  <a:lnTo>
                    <a:pt x="28" y="1"/>
                  </a:lnTo>
                  <a:lnTo>
                    <a:pt x="36" y="7"/>
                  </a:lnTo>
                  <a:lnTo>
                    <a:pt x="42" y="14"/>
                  </a:lnTo>
                  <a:lnTo>
                    <a:pt x="46" y="23"/>
                  </a:lnTo>
                  <a:lnTo>
                    <a:pt x="46" y="32"/>
                  </a:lnTo>
                  <a:lnTo>
                    <a:pt x="44" y="42"/>
                  </a:lnTo>
                  <a:lnTo>
                    <a:pt x="38" y="50"/>
                  </a:lnTo>
                  <a:lnTo>
                    <a:pt x="31" y="56"/>
                  </a:lnTo>
                  <a:lnTo>
                    <a:pt x="1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53" name=""/>
            <p:cNvSpPr/>
            <p:nvPr/>
          </p:nvSpPr>
          <p:spPr>
            <a:xfrm rot="0">
              <a:off x="3699" y="1139"/>
              <a:ext cx="15" cy="19"/>
            </a:xfrm>
            <a:custGeom>
              <a:avLst/>
              <a:ahLst/>
              <a:rect l="0" t="0" r="r" b="b"/>
              <a:pathLst>
                <a:path w="46" h="56">
                  <a:moveTo>
                    <a:pt x="0" y="3"/>
                  </a:moveTo>
                  <a:lnTo>
                    <a:pt x="8" y="0"/>
                  </a:lnTo>
                  <a:lnTo>
                    <a:pt x="18" y="0"/>
                  </a:lnTo>
                  <a:lnTo>
                    <a:pt x="28" y="1"/>
                  </a:lnTo>
                  <a:lnTo>
                    <a:pt x="36" y="7"/>
                  </a:lnTo>
                  <a:lnTo>
                    <a:pt x="42" y="14"/>
                  </a:lnTo>
                  <a:lnTo>
                    <a:pt x="46" y="23"/>
                  </a:lnTo>
                  <a:lnTo>
                    <a:pt x="46" y="32"/>
                  </a:lnTo>
                  <a:lnTo>
                    <a:pt x="44" y="42"/>
                  </a:lnTo>
                  <a:lnTo>
                    <a:pt x="38" y="50"/>
                  </a:lnTo>
                  <a:lnTo>
                    <a:pt x="31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54" name=""/>
            <p:cNvSpPr/>
            <p:nvPr/>
          </p:nvSpPr>
          <p:spPr>
            <a:xfrm rot="0">
              <a:off x="3669" y="1140"/>
              <a:ext cx="40" cy="36"/>
            </a:xfrm>
            <a:custGeom>
              <a:avLst/>
              <a:ahLst/>
              <a:rect l="0" t="0" r="r" b="b"/>
              <a:pathLst>
                <a:path w="120" h="108">
                  <a:moveTo>
                    <a:pt x="120" y="53"/>
                  </a:moveTo>
                  <a:lnTo>
                    <a:pt x="105" y="27"/>
                  </a:lnTo>
                  <a:lnTo>
                    <a:pt x="89" y="0"/>
                  </a:lnTo>
                  <a:lnTo>
                    <a:pt x="0" y="55"/>
                  </a:lnTo>
                  <a:lnTo>
                    <a:pt x="15" y="81"/>
                  </a:lnTo>
                  <a:lnTo>
                    <a:pt x="31" y="108"/>
                  </a:lnTo>
                  <a:lnTo>
                    <a:pt x="12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55" name=""/>
            <p:cNvSpPr/>
            <p:nvPr/>
          </p:nvSpPr>
          <p:spPr>
            <a:xfrm rot="0">
              <a:off x="3669" y="1140"/>
              <a:ext cx="40" cy="36"/>
            </a:xfrm>
            <a:custGeom>
              <a:avLst/>
              <a:ahLst/>
              <a:rect l="0" t="0" r="r" b="b"/>
              <a:pathLst>
                <a:path w="120" h="108">
                  <a:moveTo>
                    <a:pt x="120" y="53"/>
                  </a:moveTo>
                  <a:lnTo>
                    <a:pt x="105" y="27"/>
                  </a:lnTo>
                  <a:lnTo>
                    <a:pt x="89" y="0"/>
                  </a:lnTo>
                  <a:lnTo>
                    <a:pt x="0" y="55"/>
                  </a:lnTo>
                  <a:lnTo>
                    <a:pt x="15" y="81"/>
                  </a:lnTo>
                  <a:lnTo>
                    <a:pt x="31" y="108"/>
                  </a:lnTo>
                  <a:lnTo>
                    <a:pt x="120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56" name=""/>
            <p:cNvSpPr/>
            <p:nvPr/>
          </p:nvSpPr>
          <p:spPr>
            <a:xfrm rot="0">
              <a:off x="3669" y="1158"/>
              <a:ext cx="5" cy="9"/>
            </a:xfrm>
            <a:custGeom>
              <a:avLst/>
              <a:ahLst/>
              <a:rect l="0" t="0" r="r" b="b"/>
              <a:pathLst>
                <a:path w="17" h="26">
                  <a:moveTo>
                    <a:pt x="17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57" name=""/>
            <p:cNvSpPr/>
            <p:nvPr/>
          </p:nvSpPr>
          <p:spPr>
            <a:xfrm rot="0" flipH="1">
              <a:off x="3669" y="11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58" name=""/>
            <p:cNvSpPr/>
            <p:nvPr/>
          </p:nvSpPr>
          <p:spPr>
            <a:xfrm rot="0">
              <a:off x="3640" y="1159"/>
              <a:ext cx="40" cy="36"/>
            </a:xfrm>
            <a:custGeom>
              <a:avLst/>
              <a:ahLst/>
              <a:rect l="0" t="0" r="r" b="b"/>
              <a:pathLst>
                <a:path w="119" h="108">
                  <a:moveTo>
                    <a:pt x="119" y="50"/>
                  </a:moveTo>
                  <a:lnTo>
                    <a:pt x="102" y="25"/>
                  </a:lnTo>
                  <a:lnTo>
                    <a:pt x="85" y="0"/>
                  </a:lnTo>
                  <a:lnTo>
                    <a:pt x="0" y="58"/>
                  </a:lnTo>
                  <a:lnTo>
                    <a:pt x="17" y="83"/>
                  </a:lnTo>
                  <a:lnTo>
                    <a:pt x="34" y="108"/>
                  </a:lnTo>
                  <a:lnTo>
                    <a:pt x="11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59" name=""/>
            <p:cNvSpPr/>
            <p:nvPr/>
          </p:nvSpPr>
          <p:spPr>
            <a:xfrm rot="0">
              <a:off x="3640" y="1159"/>
              <a:ext cx="40" cy="36"/>
            </a:xfrm>
            <a:custGeom>
              <a:avLst/>
              <a:ahLst/>
              <a:rect l="0" t="0" r="r" b="b"/>
              <a:pathLst>
                <a:path w="119" h="108">
                  <a:moveTo>
                    <a:pt x="119" y="50"/>
                  </a:moveTo>
                  <a:lnTo>
                    <a:pt x="102" y="25"/>
                  </a:lnTo>
                  <a:lnTo>
                    <a:pt x="85" y="0"/>
                  </a:lnTo>
                  <a:lnTo>
                    <a:pt x="0" y="58"/>
                  </a:lnTo>
                  <a:lnTo>
                    <a:pt x="17" y="83"/>
                  </a:lnTo>
                  <a:lnTo>
                    <a:pt x="34" y="108"/>
                  </a:lnTo>
                  <a:lnTo>
                    <a:pt x="11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60" name=""/>
            <p:cNvSpPr/>
            <p:nvPr/>
          </p:nvSpPr>
          <p:spPr>
            <a:xfrm rot="0">
              <a:off x="3640" y="1178"/>
              <a:ext cx="6" cy="8"/>
            </a:xfrm>
            <a:custGeom>
              <a:avLst/>
              <a:ahLst/>
              <a:rect l="0" t="0" r="r" b="b"/>
              <a:pathLst>
                <a:path w="18" h="25">
                  <a:moveTo>
                    <a:pt x="18" y="25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61" name=""/>
            <p:cNvSpPr/>
            <p:nvPr/>
          </p:nvSpPr>
          <p:spPr>
            <a:xfrm rot="0" flipH="1">
              <a:off x="3640" y="11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62" name=""/>
            <p:cNvSpPr/>
            <p:nvPr/>
          </p:nvSpPr>
          <p:spPr>
            <a:xfrm rot="0">
              <a:off x="3612" y="1178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119" y="48"/>
                  </a:moveTo>
                  <a:lnTo>
                    <a:pt x="101" y="24"/>
                  </a:lnTo>
                  <a:lnTo>
                    <a:pt x="83" y="0"/>
                  </a:lnTo>
                  <a:lnTo>
                    <a:pt x="0" y="62"/>
                  </a:lnTo>
                  <a:lnTo>
                    <a:pt x="18" y="87"/>
                  </a:lnTo>
                  <a:lnTo>
                    <a:pt x="36" y="111"/>
                  </a:lnTo>
                  <a:lnTo>
                    <a:pt x="119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63" name=""/>
            <p:cNvSpPr/>
            <p:nvPr/>
          </p:nvSpPr>
          <p:spPr>
            <a:xfrm rot="0">
              <a:off x="3612" y="1178"/>
              <a:ext cx="40" cy="37"/>
            </a:xfrm>
            <a:custGeom>
              <a:avLst/>
              <a:ahLst/>
              <a:rect l="0" t="0" r="r" b="b"/>
              <a:pathLst>
                <a:path w="119" h="111">
                  <a:moveTo>
                    <a:pt x="119" y="48"/>
                  </a:moveTo>
                  <a:lnTo>
                    <a:pt x="101" y="24"/>
                  </a:lnTo>
                  <a:lnTo>
                    <a:pt x="83" y="0"/>
                  </a:lnTo>
                  <a:lnTo>
                    <a:pt x="0" y="62"/>
                  </a:lnTo>
                  <a:lnTo>
                    <a:pt x="18" y="87"/>
                  </a:lnTo>
                  <a:lnTo>
                    <a:pt x="36" y="111"/>
                  </a:lnTo>
                  <a:lnTo>
                    <a:pt x="119" y="4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64" name=""/>
            <p:cNvSpPr/>
            <p:nvPr/>
          </p:nvSpPr>
          <p:spPr>
            <a:xfrm rot="0">
              <a:off x="3612" y="1199"/>
              <a:ext cx="6" cy="8"/>
            </a:xfrm>
            <a:custGeom>
              <a:avLst/>
              <a:ahLst/>
              <a:rect l="0" t="0" r="r" b="b"/>
              <a:pathLst>
                <a:path w="20" h="25">
                  <a:moveTo>
                    <a:pt x="20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65" name=""/>
            <p:cNvSpPr/>
            <p:nvPr/>
          </p:nvSpPr>
          <p:spPr>
            <a:xfrm rot="0" flipH="1">
              <a:off x="3612" y="11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66" name=""/>
            <p:cNvSpPr/>
            <p:nvPr/>
          </p:nvSpPr>
          <p:spPr>
            <a:xfrm rot="0">
              <a:off x="3585" y="1199"/>
              <a:ext cx="40" cy="38"/>
            </a:xfrm>
            <a:custGeom>
              <a:avLst/>
              <a:ahLst/>
              <a:rect l="0" t="0" r="r" b="b"/>
              <a:pathLst>
                <a:path w="118" h="114">
                  <a:moveTo>
                    <a:pt x="118" y="49"/>
                  </a:moveTo>
                  <a:lnTo>
                    <a:pt x="99" y="25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19" y="90"/>
                  </a:lnTo>
                  <a:lnTo>
                    <a:pt x="38" y="114"/>
                  </a:lnTo>
                  <a:lnTo>
                    <a:pt x="118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67" name=""/>
            <p:cNvSpPr/>
            <p:nvPr/>
          </p:nvSpPr>
          <p:spPr>
            <a:xfrm rot="0">
              <a:off x="3585" y="1199"/>
              <a:ext cx="40" cy="38"/>
            </a:xfrm>
            <a:custGeom>
              <a:avLst/>
              <a:ahLst/>
              <a:rect l="0" t="0" r="r" b="b"/>
              <a:pathLst>
                <a:path w="118" h="114">
                  <a:moveTo>
                    <a:pt x="118" y="49"/>
                  </a:moveTo>
                  <a:lnTo>
                    <a:pt x="99" y="25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19" y="90"/>
                  </a:lnTo>
                  <a:lnTo>
                    <a:pt x="38" y="114"/>
                  </a:lnTo>
                  <a:lnTo>
                    <a:pt x="118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68" name=""/>
            <p:cNvSpPr/>
            <p:nvPr/>
          </p:nvSpPr>
          <p:spPr>
            <a:xfrm rot="0">
              <a:off x="3585" y="1221"/>
              <a:ext cx="7" cy="8"/>
            </a:xfrm>
            <a:custGeom>
              <a:avLst/>
              <a:ahLst/>
              <a:rect l="0" t="0" r="r" b="b"/>
              <a:pathLst>
                <a:path w="20" h="24">
                  <a:moveTo>
                    <a:pt x="20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69" name=""/>
            <p:cNvSpPr/>
            <p:nvPr/>
          </p:nvSpPr>
          <p:spPr>
            <a:xfrm rot="0" flipH="1">
              <a:off x="3585" y="12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70" name=""/>
            <p:cNvSpPr/>
            <p:nvPr/>
          </p:nvSpPr>
          <p:spPr>
            <a:xfrm rot="0">
              <a:off x="3559" y="1221"/>
              <a:ext cx="40" cy="39"/>
            </a:xfrm>
            <a:custGeom>
              <a:avLst/>
              <a:ahLst/>
              <a:rect l="0" t="0" r="r" b="b"/>
              <a:pathLst>
                <a:path w="120" h="115">
                  <a:moveTo>
                    <a:pt x="120" y="46"/>
                  </a:moveTo>
                  <a:lnTo>
                    <a:pt x="99" y="23"/>
                  </a:lnTo>
                  <a:lnTo>
                    <a:pt x="79" y="0"/>
                  </a:lnTo>
                  <a:lnTo>
                    <a:pt x="0" y="70"/>
                  </a:lnTo>
                  <a:lnTo>
                    <a:pt x="21" y="93"/>
                  </a:lnTo>
                  <a:lnTo>
                    <a:pt x="41" y="115"/>
                  </a:lnTo>
                  <a:lnTo>
                    <a:pt x="12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472" name=""/>
          <p:cNvGrpSpPr/>
          <p:nvPr/>
        </p:nvGrpSpPr>
        <p:grpSpPr>
          <a:xfrm rot="0">
            <a:off x="1758950" y="1625600"/>
            <a:ext cx="5414962" cy="3621087"/>
            <a:chOff x="1108" y="1024"/>
            <a:chExt cx="3411" cy="2281"/>
          </a:xfrm>
        </p:grpSpPr>
        <p:sp>
          <p:nvSpPr>
            <p:cNvPr id="1086471" name=""/>
            <p:cNvSpPr/>
            <p:nvPr/>
          </p:nvSpPr>
          <p:spPr>
            <a:xfrm rot="0">
              <a:off x="3559" y="1221"/>
              <a:ext cx="40" cy="39"/>
            </a:xfrm>
            <a:custGeom>
              <a:avLst/>
              <a:ahLst/>
              <a:rect l="0" t="0" r="r" b="b"/>
              <a:pathLst>
                <a:path w="120" h="115">
                  <a:moveTo>
                    <a:pt x="120" y="46"/>
                  </a:moveTo>
                  <a:lnTo>
                    <a:pt x="99" y="23"/>
                  </a:lnTo>
                  <a:lnTo>
                    <a:pt x="79" y="0"/>
                  </a:lnTo>
                  <a:lnTo>
                    <a:pt x="0" y="70"/>
                  </a:lnTo>
                  <a:lnTo>
                    <a:pt x="21" y="93"/>
                  </a:lnTo>
                  <a:lnTo>
                    <a:pt x="41" y="115"/>
                  </a:lnTo>
                  <a:lnTo>
                    <a:pt x="120" y="4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72" name=""/>
            <p:cNvSpPr/>
            <p:nvPr/>
          </p:nvSpPr>
          <p:spPr>
            <a:xfrm rot="0">
              <a:off x="3558" y="1245"/>
              <a:ext cx="8" cy="7"/>
            </a:xfrm>
            <a:custGeom>
              <a:avLst/>
              <a:ahLst/>
              <a:rect l="0" t="0" r="r" b="b"/>
              <a:pathLst>
                <a:path w="22" h="23">
                  <a:moveTo>
                    <a:pt x="22" y="23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73" name=""/>
            <p:cNvSpPr/>
            <p:nvPr/>
          </p:nvSpPr>
          <p:spPr>
            <a:xfrm rot="0" flipH="1">
              <a:off x="3558" y="12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74" name=""/>
            <p:cNvSpPr/>
            <p:nvPr/>
          </p:nvSpPr>
          <p:spPr>
            <a:xfrm rot="0">
              <a:off x="3534" y="1245"/>
              <a:ext cx="39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116" y="43"/>
                  </a:moveTo>
                  <a:lnTo>
                    <a:pt x="95" y="22"/>
                  </a:lnTo>
                  <a:lnTo>
                    <a:pt x="73" y="0"/>
                  </a:lnTo>
                  <a:lnTo>
                    <a:pt x="0" y="72"/>
                  </a:lnTo>
                  <a:lnTo>
                    <a:pt x="21" y="94"/>
                  </a:lnTo>
                  <a:lnTo>
                    <a:pt x="43" y="116"/>
                  </a:lnTo>
                  <a:lnTo>
                    <a:pt x="11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75" name=""/>
            <p:cNvSpPr/>
            <p:nvPr/>
          </p:nvSpPr>
          <p:spPr>
            <a:xfrm rot="0">
              <a:off x="3534" y="1245"/>
              <a:ext cx="39" cy="39"/>
            </a:xfrm>
            <a:custGeom>
              <a:avLst/>
              <a:ahLst/>
              <a:rect l="0" t="0" r="r" b="b"/>
              <a:pathLst>
                <a:path w="116" h="116">
                  <a:moveTo>
                    <a:pt x="116" y="43"/>
                  </a:moveTo>
                  <a:lnTo>
                    <a:pt x="95" y="22"/>
                  </a:lnTo>
                  <a:lnTo>
                    <a:pt x="73" y="0"/>
                  </a:lnTo>
                  <a:lnTo>
                    <a:pt x="0" y="72"/>
                  </a:lnTo>
                  <a:lnTo>
                    <a:pt x="21" y="94"/>
                  </a:lnTo>
                  <a:lnTo>
                    <a:pt x="43" y="116"/>
                  </a:lnTo>
                  <a:lnTo>
                    <a:pt x="116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76" name=""/>
            <p:cNvSpPr/>
            <p:nvPr/>
          </p:nvSpPr>
          <p:spPr>
            <a:xfrm rot="0">
              <a:off x="3534" y="1269"/>
              <a:ext cx="7" cy="7"/>
            </a:xfrm>
            <a:custGeom>
              <a:avLst/>
              <a:ahLst/>
              <a:rect l="0" t="0" r="r" b="b"/>
              <a:pathLst>
                <a:path w="21" h="22">
                  <a:moveTo>
                    <a:pt x="21" y="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77" name=""/>
            <p:cNvSpPr/>
            <p:nvPr/>
          </p:nvSpPr>
          <p:spPr>
            <a:xfrm rot="0">
              <a:off x="3534" y="12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78" name=""/>
            <p:cNvSpPr/>
            <p:nvPr/>
          </p:nvSpPr>
          <p:spPr>
            <a:xfrm rot="0">
              <a:off x="3510" y="1269"/>
              <a:ext cx="38" cy="39"/>
            </a:xfrm>
            <a:custGeom>
              <a:avLst/>
              <a:ahLst/>
              <a:rect l="0" t="0" r="r" b="b"/>
              <a:pathLst>
                <a:path w="115" h="118">
                  <a:moveTo>
                    <a:pt x="115" y="44"/>
                  </a:moveTo>
                  <a:lnTo>
                    <a:pt x="93" y="22"/>
                  </a:lnTo>
                  <a:lnTo>
                    <a:pt x="72" y="0"/>
                  </a:lnTo>
                  <a:lnTo>
                    <a:pt x="0" y="75"/>
                  </a:lnTo>
                  <a:lnTo>
                    <a:pt x="22" y="97"/>
                  </a:lnTo>
                  <a:lnTo>
                    <a:pt x="44" y="118"/>
                  </a:lnTo>
                  <a:lnTo>
                    <a:pt x="115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79" name=""/>
            <p:cNvSpPr/>
            <p:nvPr/>
          </p:nvSpPr>
          <p:spPr>
            <a:xfrm rot="0">
              <a:off x="3510" y="1269"/>
              <a:ext cx="38" cy="39"/>
            </a:xfrm>
            <a:custGeom>
              <a:avLst/>
              <a:ahLst/>
              <a:rect l="0" t="0" r="r" b="b"/>
              <a:pathLst>
                <a:path w="115" h="118">
                  <a:moveTo>
                    <a:pt x="115" y="44"/>
                  </a:moveTo>
                  <a:lnTo>
                    <a:pt x="93" y="22"/>
                  </a:lnTo>
                  <a:lnTo>
                    <a:pt x="72" y="0"/>
                  </a:lnTo>
                  <a:lnTo>
                    <a:pt x="0" y="75"/>
                  </a:lnTo>
                  <a:lnTo>
                    <a:pt x="22" y="97"/>
                  </a:lnTo>
                  <a:lnTo>
                    <a:pt x="44" y="118"/>
                  </a:lnTo>
                  <a:lnTo>
                    <a:pt x="115" y="4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80" name=""/>
            <p:cNvSpPr/>
            <p:nvPr/>
          </p:nvSpPr>
          <p:spPr>
            <a:xfrm rot="0">
              <a:off x="3510" y="1294"/>
              <a:ext cx="7" cy="7"/>
            </a:xfrm>
            <a:custGeom>
              <a:avLst/>
              <a:ahLst/>
              <a:rect l="0" t="0" r="r" b="b"/>
              <a:pathLst>
                <a:path w="23" h="22">
                  <a:moveTo>
                    <a:pt x="23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81" name=""/>
            <p:cNvSpPr/>
            <p:nvPr/>
          </p:nvSpPr>
          <p:spPr>
            <a:xfrm rot="0" flipH="1">
              <a:off x="3510" y="12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82" name=""/>
            <p:cNvSpPr/>
            <p:nvPr/>
          </p:nvSpPr>
          <p:spPr>
            <a:xfrm rot="0">
              <a:off x="3487" y="1294"/>
              <a:ext cx="38" cy="40"/>
            </a:xfrm>
            <a:custGeom>
              <a:avLst/>
              <a:ahLst/>
              <a:rect l="0" t="0" r="r" b="b"/>
              <a:pathLst>
                <a:path w="114" h="119">
                  <a:moveTo>
                    <a:pt x="114" y="41"/>
                  </a:moveTo>
                  <a:lnTo>
                    <a:pt x="91" y="21"/>
                  </a:lnTo>
                  <a:lnTo>
                    <a:pt x="68" y="0"/>
                  </a:lnTo>
                  <a:lnTo>
                    <a:pt x="0" y="78"/>
                  </a:lnTo>
                  <a:lnTo>
                    <a:pt x="22" y="99"/>
                  </a:lnTo>
                  <a:lnTo>
                    <a:pt x="45" y="119"/>
                  </a:lnTo>
                  <a:lnTo>
                    <a:pt x="114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83" name=""/>
            <p:cNvSpPr/>
            <p:nvPr/>
          </p:nvSpPr>
          <p:spPr>
            <a:xfrm rot="0">
              <a:off x="3487" y="1294"/>
              <a:ext cx="38" cy="40"/>
            </a:xfrm>
            <a:custGeom>
              <a:avLst/>
              <a:ahLst/>
              <a:rect l="0" t="0" r="r" b="b"/>
              <a:pathLst>
                <a:path w="114" h="119">
                  <a:moveTo>
                    <a:pt x="114" y="41"/>
                  </a:moveTo>
                  <a:lnTo>
                    <a:pt x="91" y="21"/>
                  </a:lnTo>
                  <a:lnTo>
                    <a:pt x="68" y="0"/>
                  </a:lnTo>
                  <a:lnTo>
                    <a:pt x="0" y="78"/>
                  </a:lnTo>
                  <a:lnTo>
                    <a:pt x="22" y="99"/>
                  </a:lnTo>
                  <a:lnTo>
                    <a:pt x="45" y="119"/>
                  </a:lnTo>
                  <a:lnTo>
                    <a:pt x="114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84" name=""/>
            <p:cNvSpPr/>
            <p:nvPr/>
          </p:nvSpPr>
          <p:spPr>
            <a:xfrm rot="0">
              <a:off x="3486" y="1320"/>
              <a:ext cx="8" cy="7"/>
            </a:xfrm>
            <a:custGeom>
              <a:avLst/>
              <a:ahLst/>
              <a:rect l="0" t="0" r="r" b="b"/>
              <a:pathLst>
                <a:path w="24" h="21">
                  <a:moveTo>
                    <a:pt x="24" y="2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4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85" name=""/>
            <p:cNvSpPr/>
            <p:nvPr/>
          </p:nvSpPr>
          <p:spPr>
            <a:xfrm rot="0" flipH="1">
              <a:off x="3486" y="13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86" name=""/>
            <p:cNvSpPr/>
            <p:nvPr/>
          </p:nvSpPr>
          <p:spPr>
            <a:xfrm rot="0">
              <a:off x="3465" y="1321"/>
              <a:ext cx="38" cy="40"/>
            </a:xfrm>
            <a:custGeom>
              <a:avLst/>
              <a:ahLst/>
              <a:rect l="0" t="0" r="r" b="b"/>
              <a:pathLst>
                <a:path w="113" h="120">
                  <a:moveTo>
                    <a:pt x="113" y="38"/>
                  </a:moveTo>
                  <a:lnTo>
                    <a:pt x="88" y="19"/>
                  </a:lnTo>
                  <a:lnTo>
                    <a:pt x="64" y="0"/>
                  </a:lnTo>
                  <a:lnTo>
                    <a:pt x="0" y="82"/>
                  </a:lnTo>
                  <a:lnTo>
                    <a:pt x="25" y="101"/>
                  </a:lnTo>
                  <a:lnTo>
                    <a:pt x="49" y="120"/>
                  </a:lnTo>
                  <a:lnTo>
                    <a:pt x="113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87" name=""/>
            <p:cNvSpPr/>
            <p:nvPr/>
          </p:nvSpPr>
          <p:spPr>
            <a:xfrm rot="0">
              <a:off x="3465" y="1321"/>
              <a:ext cx="38" cy="40"/>
            </a:xfrm>
            <a:custGeom>
              <a:avLst/>
              <a:ahLst/>
              <a:rect l="0" t="0" r="r" b="b"/>
              <a:pathLst>
                <a:path w="113" h="120">
                  <a:moveTo>
                    <a:pt x="113" y="38"/>
                  </a:moveTo>
                  <a:lnTo>
                    <a:pt x="88" y="19"/>
                  </a:lnTo>
                  <a:lnTo>
                    <a:pt x="64" y="0"/>
                  </a:lnTo>
                  <a:lnTo>
                    <a:pt x="0" y="82"/>
                  </a:lnTo>
                  <a:lnTo>
                    <a:pt x="25" y="101"/>
                  </a:lnTo>
                  <a:lnTo>
                    <a:pt x="49" y="120"/>
                  </a:lnTo>
                  <a:lnTo>
                    <a:pt x="113" y="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88" name=""/>
            <p:cNvSpPr/>
            <p:nvPr/>
          </p:nvSpPr>
          <p:spPr>
            <a:xfrm rot="0">
              <a:off x="3465" y="1348"/>
              <a:ext cx="8" cy="7"/>
            </a:xfrm>
            <a:custGeom>
              <a:avLst/>
              <a:ahLst/>
              <a:rect l="0" t="0" r="r" b="b"/>
              <a:pathLst>
                <a:path w="26" h="19">
                  <a:moveTo>
                    <a:pt x="26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89" name=""/>
            <p:cNvSpPr/>
            <p:nvPr/>
          </p:nvSpPr>
          <p:spPr>
            <a:xfrm rot="0" flipH="1">
              <a:off x="3465" y="1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90" name=""/>
            <p:cNvSpPr/>
            <p:nvPr/>
          </p:nvSpPr>
          <p:spPr>
            <a:xfrm rot="0">
              <a:off x="3444" y="1349"/>
              <a:ext cx="38" cy="39"/>
            </a:xfrm>
            <a:custGeom>
              <a:avLst/>
              <a:ahLst/>
              <a:rect l="0" t="0" r="r" b="b"/>
              <a:pathLst>
                <a:path w="112" h="119">
                  <a:moveTo>
                    <a:pt x="112" y="36"/>
                  </a:moveTo>
                  <a:lnTo>
                    <a:pt x="87" y="18"/>
                  </a:lnTo>
                  <a:lnTo>
                    <a:pt x="61" y="0"/>
                  </a:lnTo>
                  <a:lnTo>
                    <a:pt x="0" y="83"/>
                  </a:lnTo>
                  <a:lnTo>
                    <a:pt x="25" y="101"/>
                  </a:lnTo>
                  <a:lnTo>
                    <a:pt x="50" y="119"/>
                  </a:lnTo>
                  <a:lnTo>
                    <a:pt x="112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91" name=""/>
            <p:cNvSpPr/>
            <p:nvPr/>
          </p:nvSpPr>
          <p:spPr>
            <a:xfrm rot="0">
              <a:off x="3444" y="1349"/>
              <a:ext cx="38" cy="39"/>
            </a:xfrm>
            <a:custGeom>
              <a:avLst/>
              <a:ahLst/>
              <a:rect l="0" t="0" r="r" b="b"/>
              <a:pathLst>
                <a:path w="112" h="119">
                  <a:moveTo>
                    <a:pt x="112" y="36"/>
                  </a:moveTo>
                  <a:lnTo>
                    <a:pt x="87" y="18"/>
                  </a:lnTo>
                  <a:lnTo>
                    <a:pt x="61" y="0"/>
                  </a:lnTo>
                  <a:lnTo>
                    <a:pt x="0" y="83"/>
                  </a:lnTo>
                  <a:lnTo>
                    <a:pt x="25" y="101"/>
                  </a:lnTo>
                  <a:lnTo>
                    <a:pt x="50" y="119"/>
                  </a:lnTo>
                  <a:lnTo>
                    <a:pt x="112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92" name=""/>
            <p:cNvSpPr/>
            <p:nvPr/>
          </p:nvSpPr>
          <p:spPr>
            <a:xfrm rot="0">
              <a:off x="3444" y="1376"/>
              <a:ext cx="9" cy="6"/>
            </a:xfrm>
            <a:custGeom>
              <a:avLst/>
              <a:ahLst/>
              <a:rect l="0" t="0" r="r" b="b"/>
              <a:pathLst>
                <a:path w="25" h="18">
                  <a:moveTo>
                    <a:pt x="25" y="18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5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93" name=""/>
            <p:cNvSpPr/>
            <p:nvPr/>
          </p:nvSpPr>
          <p:spPr>
            <a:xfrm rot="0">
              <a:off x="3444" y="13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94" name=""/>
            <p:cNvSpPr/>
            <p:nvPr/>
          </p:nvSpPr>
          <p:spPr>
            <a:xfrm rot="0">
              <a:off x="3425" y="1377"/>
              <a:ext cx="36" cy="40"/>
            </a:xfrm>
            <a:custGeom>
              <a:avLst/>
              <a:ahLst/>
              <a:rect l="0" t="0" r="r" b="b"/>
              <a:pathLst>
                <a:path w="107" h="121">
                  <a:moveTo>
                    <a:pt x="107" y="34"/>
                  </a:moveTo>
                  <a:lnTo>
                    <a:pt x="82" y="17"/>
                  </a:lnTo>
                  <a:lnTo>
                    <a:pt x="57" y="0"/>
                  </a:lnTo>
                  <a:lnTo>
                    <a:pt x="0" y="87"/>
                  </a:lnTo>
                  <a:lnTo>
                    <a:pt x="25" y="104"/>
                  </a:lnTo>
                  <a:lnTo>
                    <a:pt x="51" y="121"/>
                  </a:lnTo>
                  <a:lnTo>
                    <a:pt x="10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95" name=""/>
            <p:cNvSpPr/>
            <p:nvPr/>
          </p:nvSpPr>
          <p:spPr>
            <a:xfrm rot="0">
              <a:off x="3425" y="1377"/>
              <a:ext cx="36" cy="40"/>
            </a:xfrm>
            <a:custGeom>
              <a:avLst/>
              <a:ahLst/>
              <a:rect l="0" t="0" r="r" b="b"/>
              <a:pathLst>
                <a:path w="107" h="121">
                  <a:moveTo>
                    <a:pt x="107" y="34"/>
                  </a:moveTo>
                  <a:lnTo>
                    <a:pt x="82" y="17"/>
                  </a:lnTo>
                  <a:lnTo>
                    <a:pt x="57" y="0"/>
                  </a:lnTo>
                  <a:lnTo>
                    <a:pt x="0" y="87"/>
                  </a:lnTo>
                  <a:lnTo>
                    <a:pt x="25" y="104"/>
                  </a:lnTo>
                  <a:lnTo>
                    <a:pt x="51" y="121"/>
                  </a:lnTo>
                  <a:lnTo>
                    <a:pt x="107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96" name=""/>
            <p:cNvSpPr/>
            <p:nvPr/>
          </p:nvSpPr>
          <p:spPr>
            <a:xfrm rot="0">
              <a:off x="3425" y="1406"/>
              <a:ext cx="9" cy="5"/>
            </a:xfrm>
            <a:custGeom>
              <a:avLst/>
              <a:ahLst/>
              <a:rect l="0" t="0" r="r" b="b"/>
              <a:pathLst>
                <a:path w="26" h="17">
                  <a:moveTo>
                    <a:pt x="26" y="1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97" name=""/>
            <p:cNvSpPr/>
            <p:nvPr/>
          </p:nvSpPr>
          <p:spPr>
            <a:xfrm rot="0" flipH="1">
              <a:off x="3425" y="14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498" name=""/>
            <p:cNvSpPr/>
            <p:nvPr/>
          </p:nvSpPr>
          <p:spPr>
            <a:xfrm rot="0">
              <a:off x="3407" y="1406"/>
              <a:ext cx="36" cy="40"/>
            </a:xfrm>
            <a:custGeom>
              <a:avLst/>
              <a:ahLst/>
              <a:rect l="0" t="0" r="r" b="b"/>
              <a:pathLst>
                <a:path w="106" h="121">
                  <a:moveTo>
                    <a:pt x="106" y="31"/>
                  </a:moveTo>
                  <a:lnTo>
                    <a:pt x="79" y="16"/>
                  </a:lnTo>
                  <a:lnTo>
                    <a:pt x="53" y="0"/>
                  </a:lnTo>
                  <a:lnTo>
                    <a:pt x="0" y="89"/>
                  </a:lnTo>
                  <a:lnTo>
                    <a:pt x="26" y="105"/>
                  </a:lnTo>
                  <a:lnTo>
                    <a:pt x="53" y="121"/>
                  </a:lnTo>
                  <a:lnTo>
                    <a:pt x="10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499" name=""/>
            <p:cNvSpPr/>
            <p:nvPr/>
          </p:nvSpPr>
          <p:spPr>
            <a:xfrm rot="0">
              <a:off x="3407" y="1406"/>
              <a:ext cx="36" cy="40"/>
            </a:xfrm>
            <a:custGeom>
              <a:avLst/>
              <a:ahLst/>
              <a:rect l="0" t="0" r="r" b="b"/>
              <a:pathLst>
                <a:path w="106" h="121">
                  <a:moveTo>
                    <a:pt x="106" y="31"/>
                  </a:moveTo>
                  <a:lnTo>
                    <a:pt x="79" y="16"/>
                  </a:lnTo>
                  <a:lnTo>
                    <a:pt x="53" y="0"/>
                  </a:lnTo>
                  <a:lnTo>
                    <a:pt x="0" y="89"/>
                  </a:lnTo>
                  <a:lnTo>
                    <a:pt x="26" y="105"/>
                  </a:lnTo>
                  <a:lnTo>
                    <a:pt x="53" y="121"/>
                  </a:lnTo>
                  <a:lnTo>
                    <a:pt x="106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00" name=""/>
            <p:cNvSpPr/>
            <p:nvPr/>
          </p:nvSpPr>
          <p:spPr>
            <a:xfrm rot="0">
              <a:off x="3407" y="1436"/>
              <a:ext cx="9" cy="5"/>
            </a:xfrm>
            <a:custGeom>
              <a:avLst/>
              <a:ahLst/>
              <a:rect l="0" t="0" r="r" b="b"/>
              <a:pathLst>
                <a:path w="26" h="16">
                  <a:moveTo>
                    <a:pt x="26" y="1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01" name=""/>
            <p:cNvSpPr/>
            <p:nvPr/>
          </p:nvSpPr>
          <p:spPr>
            <a:xfrm rot="0">
              <a:off x="3407" y="14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02" name=""/>
            <p:cNvSpPr/>
            <p:nvPr/>
          </p:nvSpPr>
          <p:spPr>
            <a:xfrm rot="0">
              <a:off x="3391" y="1436"/>
              <a:ext cx="34" cy="40"/>
            </a:xfrm>
            <a:custGeom>
              <a:avLst/>
              <a:ahLst/>
              <a:rect l="0" t="0" r="r" b="b"/>
              <a:pathLst>
                <a:path w="102" h="120">
                  <a:moveTo>
                    <a:pt x="102" y="28"/>
                  </a:moveTo>
                  <a:lnTo>
                    <a:pt x="75" y="14"/>
                  </a:lnTo>
                  <a:lnTo>
                    <a:pt x="49" y="0"/>
                  </a:lnTo>
                  <a:lnTo>
                    <a:pt x="0" y="91"/>
                  </a:lnTo>
                  <a:lnTo>
                    <a:pt x="26" y="106"/>
                  </a:lnTo>
                  <a:lnTo>
                    <a:pt x="53" y="120"/>
                  </a:lnTo>
                  <a:lnTo>
                    <a:pt x="102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03" name=""/>
            <p:cNvSpPr/>
            <p:nvPr/>
          </p:nvSpPr>
          <p:spPr>
            <a:xfrm rot="0">
              <a:off x="3391" y="1436"/>
              <a:ext cx="34" cy="40"/>
            </a:xfrm>
            <a:custGeom>
              <a:avLst/>
              <a:ahLst/>
              <a:rect l="0" t="0" r="r" b="b"/>
              <a:pathLst>
                <a:path w="102" h="120">
                  <a:moveTo>
                    <a:pt x="102" y="28"/>
                  </a:moveTo>
                  <a:lnTo>
                    <a:pt x="75" y="14"/>
                  </a:lnTo>
                  <a:lnTo>
                    <a:pt x="49" y="0"/>
                  </a:lnTo>
                  <a:lnTo>
                    <a:pt x="0" y="91"/>
                  </a:lnTo>
                  <a:lnTo>
                    <a:pt x="26" y="106"/>
                  </a:lnTo>
                  <a:lnTo>
                    <a:pt x="53" y="120"/>
                  </a:lnTo>
                  <a:lnTo>
                    <a:pt x="102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04" name=""/>
            <p:cNvSpPr/>
            <p:nvPr/>
          </p:nvSpPr>
          <p:spPr>
            <a:xfrm rot="0">
              <a:off x="3390" y="1467"/>
              <a:ext cx="10" cy="5"/>
            </a:xfrm>
            <a:custGeom>
              <a:avLst/>
              <a:ahLst/>
              <a:rect l="0" t="0" r="r" b="b"/>
              <a:pathLst>
                <a:path w="28" h="15">
                  <a:moveTo>
                    <a:pt x="28" y="1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8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05" name=""/>
            <p:cNvSpPr/>
            <p:nvPr/>
          </p:nvSpPr>
          <p:spPr>
            <a:xfrm rot="0" flipH="1">
              <a:off x="3390" y="14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06" name=""/>
            <p:cNvSpPr/>
            <p:nvPr/>
          </p:nvSpPr>
          <p:spPr>
            <a:xfrm rot="0">
              <a:off x="3375" y="1467"/>
              <a:ext cx="34" cy="40"/>
            </a:xfrm>
            <a:custGeom>
              <a:avLst/>
              <a:ahLst/>
              <a:rect l="0" t="0" r="r" b="b"/>
              <a:pathLst>
                <a:path w="101" h="120">
                  <a:moveTo>
                    <a:pt x="101" y="27"/>
                  </a:moveTo>
                  <a:lnTo>
                    <a:pt x="73" y="14"/>
                  </a:lnTo>
                  <a:lnTo>
                    <a:pt x="45" y="0"/>
                  </a:lnTo>
                  <a:lnTo>
                    <a:pt x="0" y="93"/>
                  </a:lnTo>
                  <a:lnTo>
                    <a:pt x="27" y="106"/>
                  </a:lnTo>
                  <a:lnTo>
                    <a:pt x="55" y="120"/>
                  </a:lnTo>
                  <a:lnTo>
                    <a:pt x="10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07" name=""/>
            <p:cNvSpPr/>
            <p:nvPr/>
          </p:nvSpPr>
          <p:spPr>
            <a:xfrm rot="0">
              <a:off x="3375" y="1467"/>
              <a:ext cx="34" cy="40"/>
            </a:xfrm>
            <a:custGeom>
              <a:avLst/>
              <a:ahLst/>
              <a:rect l="0" t="0" r="r" b="b"/>
              <a:pathLst>
                <a:path w="101" h="120">
                  <a:moveTo>
                    <a:pt x="101" y="27"/>
                  </a:moveTo>
                  <a:lnTo>
                    <a:pt x="73" y="14"/>
                  </a:lnTo>
                  <a:lnTo>
                    <a:pt x="45" y="0"/>
                  </a:lnTo>
                  <a:lnTo>
                    <a:pt x="0" y="93"/>
                  </a:lnTo>
                  <a:lnTo>
                    <a:pt x="27" y="106"/>
                  </a:lnTo>
                  <a:lnTo>
                    <a:pt x="55" y="120"/>
                  </a:lnTo>
                  <a:lnTo>
                    <a:pt x="101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08" name=""/>
            <p:cNvSpPr/>
            <p:nvPr/>
          </p:nvSpPr>
          <p:spPr>
            <a:xfrm rot="0">
              <a:off x="3375" y="1498"/>
              <a:ext cx="9" cy="4"/>
            </a:xfrm>
            <a:custGeom>
              <a:avLst/>
              <a:ahLst/>
              <a:rect l="0" t="0" r="r" b="b"/>
              <a:pathLst>
                <a:path w="27" h="13">
                  <a:moveTo>
                    <a:pt x="27" y="13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7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09" name=""/>
            <p:cNvSpPr/>
            <p:nvPr/>
          </p:nvSpPr>
          <p:spPr>
            <a:xfrm rot="0">
              <a:off x="3375" y="14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10" name=""/>
            <p:cNvSpPr/>
            <p:nvPr/>
          </p:nvSpPr>
          <p:spPr>
            <a:xfrm rot="0">
              <a:off x="3362" y="1498"/>
              <a:ext cx="32" cy="40"/>
            </a:xfrm>
            <a:custGeom>
              <a:avLst/>
              <a:ahLst/>
              <a:rect l="0" t="0" r="r" b="b"/>
              <a:pathLst>
                <a:path w="96" h="120">
                  <a:moveTo>
                    <a:pt x="96" y="24"/>
                  </a:moveTo>
                  <a:lnTo>
                    <a:pt x="68" y="12"/>
                  </a:lnTo>
                  <a:lnTo>
                    <a:pt x="41" y="0"/>
                  </a:lnTo>
                  <a:lnTo>
                    <a:pt x="0" y="96"/>
                  </a:lnTo>
                  <a:lnTo>
                    <a:pt x="27" y="108"/>
                  </a:lnTo>
                  <a:lnTo>
                    <a:pt x="55" y="120"/>
                  </a:lnTo>
                  <a:lnTo>
                    <a:pt x="96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11" name=""/>
            <p:cNvSpPr/>
            <p:nvPr/>
          </p:nvSpPr>
          <p:spPr>
            <a:xfrm rot="0">
              <a:off x="3362" y="1498"/>
              <a:ext cx="32" cy="40"/>
            </a:xfrm>
            <a:custGeom>
              <a:avLst/>
              <a:ahLst/>
              <a:rect l="0" t="0" r="r" b="b"/>
              <a:pathLst>
                <a:path w="96" h="120">
                  <a:moveTo>
                    <a:pt x="96" y="24"/>
                  </a:moveTo>
                  <a:lnTo>
                    <a:pt x="68" y="12"/>
                  </a:lnTo>
                  <a:lnTo>
                    <a:pt x="41" y="0"/>
                  </a:lnTo>
                  <a:lnTo>
                    <a:pt x="0" y="96"/>
                  </a:lnTo>
                  <a:lnTo>
                    <a:pt x="27" y="108"/>
                  </a:lnTo>
                  <a:lnTo>
                    <a:pt x="55" y="120"/>
                  </a:lnTo>
                  <a:lnTo>
                    <a:pt x="96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12" name=""/>
            <p:cNvSpPr/>
            <p:nvPr/>
          </p:nvSpPr>
          <p:spPr>
            <a:xfrm rot="0">
              <a:off x="3361" y="1530"/>
              <a:ext cx="10" cy="4"/>
            </a:xfrm>
            <a:custGeom>
              <a:avLst/>
              <a:ahLst/>
              <a:rect l="0" t="0" r="r" b="b"/>
              <a:pathLst>
                <a:path w="29" h="12">
                  <a:moveTo>
                    <a:pt x="29" y="1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13" name=""/>
            <p:cNvSpPr/>
            <p:nvPr/>
          </p:nvSpPr>
          <p:spPr>
            <a:xfrm rot="0" flipH="1">
              <a:off x="3361" y="15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14" name=""/>
            <p:cNvSpPr/>
            <p:nvPr/>
          </p:nvSpPr>
          <p:spPr>
            <a:xfrm rot="0">
              <a:off x="3349" y="1531"/>
              <a:ext cx="31" cy="39"/>
            </a:xfrm>
            <a:custGeom>
              <a:avLst/>
              <a:ahLst/>
              <a:rect l="0" t="0" r="r" b="b"/>
              <a:pathLst>
                <a:path w="95" h="118">
                  <a:moveTo>
                    <a:pt x="95" y="21"/>
                  </a:moveTo>
                  <a:lnTo>
                    <a:pt x="66" y="11"/>
                  </a:lnTo>
                  <a:lnTo>
                    <a:pt x="37" y="0"/>
                  </a:lnTo>
                  <a:lnTo>
                    <a:pt x="0" y="96"/>
                  </a:lnTo>
                  <a:lnTo>
                    <a:pt x="29" y="107"/>
                  </a:lnTo>
                  <a:lnTo>
                    <a:pt x="58" y="118"/>
                  </a:lnTo>
                  <a:lnTo>
                    <a:pt x="95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15" name=""/>
            <p:cNvSpPr/>
            <p:nvPr/>
          </p:nvSpPr>
          <p:spPr>
            <a:xfrm rot="0">
              <a:off x="3349" y="1531"/>
              <a:ext cx="31" cy="39"/>
            </a:xfrm>
            <a:custGeom>
              <a:avLst/>
              <a:ahLst/>
              <a:rect l="0" t="0" r="r" b="b"/>
              <a:pathLst>
                <a:path w="95" h="118">
                  <a:moveTo>
                    <a:pt x="95" y="21"/>
                  </a:moveTo>
                  <a:lnTo>
                    <a:pt x="66" y="11"/>
                  </a:lnTo>
                  <a:lnTo>
                    <a:pt x="37" y="0"/>
                  </a:lnTo>
                  <a:lnTo>
                    <a:pt x="0" y="96"/>
                  </a:lnTo>
                  <a:lnTo>
                    <a:pt x="29" y="107"/>
                  </a:lnTo>
                  <a:lnTo>
                    <a:pt x="58" y="118"/>
                  </a:lnTo>
                  <a:lnTo>
                    <a:pt x="95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16" name=""/>
            <p:cNvSpPr/>
            <p:nvPr/>
          </p:nvSpPr>
          <p:spPr>
            <a:xfrm rot="0">
              <a:off x="3349" y="1563"/>
              <a:ext cx="9" cy="3"/>
            </a:xfrm>
            <a:custGeom>
              <a:avLst/>
              <a:ahLst/>
              <a:rect l="0" t="0" r="r" b="b"/>
              <a:pathLst>
                <a:path w="29" h="11">
                  <a:moveTo>
                    <a:pt x="29" y="1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17" name=""/>
            <p:cNvSpPr/>
            <p:nvPr/>
          </p:nvSpPr>
          <p:spPr>
            <a:xfrm rot="0">
              <a:off x="3349" y="15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18" name=""/>
            <p:cNvSpPr/>
            <p:nvPr/>
          </p:nvSpPr>
          <p:spPr>
            <a:xfrm rot="0">
              <a:off x="3337" y="1563"/>
              <a:ext cx="31" cy="40"/>
            </a:xfrm>
            <a:custGeom>
              <a:avLst/>
              <a:ahLst/>
              <a:rect l="0" t="0" r="r" b="b"/>
              <a:pathLst>
                <a:path w="92" h="119">
                  <a:moveTo>
                    <a:pt x="92" y="20"/>
                  </a:moveTo>
                  <a:lnTo>
                    <a:pt x="63" y="10"/>
                  </a:lnTo>
                  <a:lnTo>
                    <a:pt x="34" y="0"/>
                  </a:lnTo>
                  <a:lnTo>
                    <a:pt x="0" y="99"/>
                  </a:lnTo>
                  <a:lnTo>
                    <a:pt x="29" y="109"/>
                  </a:lnTo>
                  <a:lnTo>
                    <a:pt x="58" y="119"/>
                  </a:lnTo>
                  <a:lnTo>
                    <a:pt x="9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19" name=""/>
            <p:cNvSpPr/>
            <p:nvPr/>
          </p:nvSpPr>
          <p:spPr>
            <a:xfrm rot="0">
              <a:off x="3337" y="1563"/>
              <a:ext cx="31" cy="40"/>
            </a:xfrm>
            <a:custGeom>
              <a:avLst/>
              <a:ahLst/>
              <a:rect l="0" t="0" r="r" b="b"/>
              <a:pathLst>
                <a:path w="92" h="119">
                  <a:moveTo>
                    <a:pt x="92" y="20"/>
                  </a:moveTo>
                  <a:lnTo>
                    <a:pt x="63" y="10"/>
                  </a:lnTo>
                  <a:lnTo>
                    <a:pt x="34" y="0"/>
                  </a:lnTo>
                  <a:lnTo>
                    <a:pt x="0" y="99"/>
                  </a:lnTo>
                  <a:lnTo>
                    <a:pt x="29" y="109"/>
                  </a:lnTo>
                  <a:lnTo>
                    <a:pt x="58" y="119"/>
                  </a:lnTo>
                  <a:lnTo>
                    <a:pt x="92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20" name=""/>
            <p:cNvSpPr/>
            <p:nvPr/>
          </p:nvSpPr>
          <p:spPr>
            <a:xfrm rot="0">
              <a:off x="3337" y="1596"/>
              <a:ext cx="10" cy="3"/>
            </a:xfrm>
            <a:custGeom>
              <a:avLst/>
              <a:ahLst/>
              <a:rect l="0" t="0" r="r" b="b"/>
              <a:pathLst>
                <a:path w="29" h="10">
                  <a:moveTo>
                    <a:pt x="29" y="1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21" name=""/>
            <p:cNvSpPr/>
            <p:nvPr/>
          </p:nvSpPr>
          <p:spPr>
            <a:xfrm rot="0">
              <a:off x="3337" y="15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22" name=""/>
            <p:cNvSpPr/>
            <p:nvPr/>
          </p:nvSpPr>
          <p:spPr>
            <a:xfrm rot="0">
              <a:off x="3328" y="1596"/>
              <a:ext cx="29" cy="39"/>
            </a:xfrm>
            <a:custGeom>
              <a:avLst/>
              <a:ahLst/>
              <a:rect l="0" t="0" r="r" b="b"/>
              <a:pathLst>
                <a:path w="87" h="117">
                  <a:moveTo>
                    <a:pt x="87" y="17"/>
                  </a:moveTo>
                  <a:lnTo>
                    <a:pt x="58" y="9"/>
                  </a:lnTo>
                  <a:lnTo>
                    <a:pt x="29" y="0"/>
                  </a:lnTo>
                  <a:lnTo>
                    <a:pt x="0" y="100"/>
                  </a:lnTo>
                  <a:lnTo>
                    <a:pt x="29" y="109"/>
                  </a:lnTo>
                  <a:lnTo>
                    <a:pt x="58" y="117"/>
                  </a:lnTo>
                  <a:lnTo>
                    <a:pt x="8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23" name=""/>
            <p:cNvSpPr/>
            <p:nvPr/>
          </p:nvSpPr>
          <p:spPr>
            <a:xfrm rot="0">
              <a:off x="3328" y="1596"/>
              <a:ext cx="29" cy="39"/>
            </a:xfrm>
            <a:custGeom>
              <a:avLst/>
              <a:ahLst/>
              <a:rect l="0" t="0" r="r" b="b"/>
              <a:pathLst>
                <a:path w="87" h="117">
                  <a:moveTo>
                    <a:pt x="87" y="17"/>
                  </a:moveTo>
                  <a:lnTo>
                    <a:pt x="58" y="9"/>
                  </a:lnTo>
                  <a:lnTo>
                    <a:pt x="29" y="0"/>
                  </a:lnTo>
                  <a:lnTo>
                    <a:pt x="0" y="100"/>
                  </a:lnTo>
                  <a:lnTo>
                    <a:pt x="29" y="109"/>
                  </a:lnTo>
                  <a:lnTo>
                    <a:pt x="58" y="117"/>
                  </a:lnTo>
                  <a:lnTo>
                    <a:pt x="87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24" name=""/>
            <p:cNvSpPr/>
            <p:nvPr/>
          </p:nvSpPr>
          <p:spPr>
            <a:xfrm rot="0">
              <a:off x="3327" y="1630"/>
              <a:ext cx="10" cy="3"/>
            </a:xfrm>
            <a:custGeom>
              <a:avLst/>
              <a:ahLst/>
              <a:rect l="0" t="0" r="r" b="b"/>
              <a:pathLst>
                <a:path w="30" h="9">
                  <a:moveTo>
                    <a:pt x="30" y="9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3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25" name=""/>
            <p:cNvSpPr/>
            <p:nvPr/>
          </p:nvSpPr>
          <p:spPr>
            <a:xfrm rot="0" flipH="1">
              <a:off x="3327" y="16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26" name=""/>
            <p:cNvSpPr/>
            <p:nvPr/>
          </p:nvSpPr>
          <p:spPr>
            <a:xfrm rot="0">
              <a:off x="3319" y="1630"/>
              <a:ext cx="28" cy="38"/>
            </a:xfrm>
            <a:custGeom>
              <a:avLst/>
              <a:ahLst/>
              <a:rect l="0" t="0" r="r" b="b"/>
              <a:pathLst>
                <a:path w="84" h="114">
                  <a:moveTo>
                    <a:pt x="84" y="14"/>
                  </a:moveTo>
                  <a:lnTo>
                    <a:pt x="54" y="7"/>
                  </a:lnTo>
                  <a:lnTo>
                    <a:pt x="24" y="0"/>
                  </a:lnTo>
                  <a:lnTo>
                    <a:pt x="0" y="100"/>
                  </a:lnTo>
                  <a:lnTo>
                    <a:pt x="30" y="107"/>
                  </a:lnTo>
                  <a:lnTo>
                    <a:pt x="60" y="114"/>
                  </a:lnTo>
                  <a:lnTo>
                    <a:pt x="84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27" name=""/>
            <p:cNvSpPr/>
            <p:nvPr/>
          </p:nvSpPr>
          <p:spPr>
            <a:xfrm rot="0">
              <a:off x="3319" y="1630"/>
              <a:ext cx="28" cy="38"/>
            </a:xfrm>
            <a:custGeom>
              <a:avLst/>
              <a:ahLst/>
              <a:rect l="0" t="0" r="r" b="b"/>
              <a:pathLst>
                <a:path w="84" h="114">
                  <a:moveTo>
                    <a:pt x="84" y="14"/>
                  </a:moveTo>
                  <a:lnTo>
                    <a:pt x="54" y="7"/>
                  </a:lnTo>
                  <a:lnTo>
                    <a:pt x="24" y="0"/>
                  </a:lnTo>
                  <a:lnTo>
                    <a:pt x="0" y="100"/>
                  </a:lnTo>
                  <a:lnTo>
                    <a:pt x="30" y="107"/>
                  </a:lnTo>
                  <a:lnTo>
                    <a:pt x="60" y="114"/>
                  </a:lnTo>
                  <a:lnTo>
                    <a:pt x="84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28" name=""/>
            <p:cNvSpPr/>
            <p:nvPr/>
          </p:nvSpPr>
          <p:spPr>
            <a:xfrm rot="0">
              <a:off x="3319" y="1664"/>
              <a:ext cx="10" cy="2"/>
            </a:xfrm>
            <a:custGeom>
              <a:avLst/>
              <a:ahLst/>
              <a:rect l="0" t="0" r="r" b="b"/>
              <a:pathLst>
                <a:path w="30" h="7">
                  <a:moveTo>
                    <a:pt x="30" y="7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29" name=""/>
            <p:cNvSpPr/>
            <p:nvPr/>
          </p:nvSpPr>
          <p:spPr>
            <a:xfrm rot="0">
              <a:off x="3319" y="16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30" name=""/>
            <p:cNvSpPr/>
            <p:nvPr/>
          </p:nvSpPr>
          <p:spPr>
            <a:xfrm rot="0">
              <a:off x="3313" y="1664"/>
              <a:ext cx="26" cy="38"/>
            </a:xfrm>
            <a:custGeom>
              <a:avLst/>
              <a:ahLst/>
              <a:rect l="0" t="0" r="r" b="b"/>
              <a:pathLst>
                <a:path w="79" h="114">
                  <a:moveTo>
                    <a:pt x="79" y="12"/>
                  </a:moveTo>
                  <a:lnTo>
                    <a:pt x="49" y="6"/>
                  </a:lnTo>
                  <a:lnTo>
                    <a:pt x="19" y="0"/>
                  </a:lnTo>
                  <a:lnTo>
                    <a:pt x="0" y="102"/>
                  </a:lnTo>
                  <a:lnTo>
                    <a:pt x="30" y="108"/>
                  </a:lnTo>
                  <a:lnTo>
                    <a:pt x="60" y="114"/>
                  </a:lnTo>
                  <a:lnTo>
                    <a:pt x="7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31" name=""/>
            <p:cNvSpPr/>
            <p:nvPr/>
          </p:nvSpPr>
          <p:spPr>
            <a:xfrm rot="0">
              <a:off x="3313" y="1664"/>
              <a:ext cx="26" cy="38"/>
            </a:xfrm>
            <a:custGeom>
              <a:avLst/>
              <a:ahLst/>
              <a:rect l="0" t="0" r="r" b="b"/>
              <a:pathLst>
                <a:path w="79" h="114">
                  <a:moveTo>
                    <a:pt x="79" y="12"/>
                  </a:moveTo>
                  <a:lnTo>
                    <a:pt x="49" y="6"/>
                  </a:lnTo>
                  <a:lnTo>
                    <a:pt x="19" y="0"/>
                  </a:lnTo>
                  <a:lnTo>
                    <a:pt x="0" y="102"/>
                  </a:lnTo>
                  <a:lnTo>
                    <a:pt x="30" y="108"/>
                  </a:lnTo>
                  <a:lnTo>
                    <a:pt x="60" y="114"/>
                  </a:lnTo>
                  <a:lnTo>
                    <a:pt x="7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32" name=""/>
            <p:cNvSpPr/>
            <p:nvPr/>
          </p:nvSpPr>
          <p:spPr>
            <a:xfrm rot="0">
              <a:off x="3313" y="1698"/>
              <a:ext cx="10" cy="2"/>
            </a:xfrm>
            <a:custGeom>
              <a:avLst/>
              <a:ahLst/>
              <a:rect l="0" t="0" r="r" b="b"/>
              <a:pathLst>
                <a:path w="30" h="6">
                  <a:moveTo>
                    <a:pt x="30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33" name=""/>
            <p:cNvSpPr/>
            <p:nvPr/>
          </p:nvSpPr>
          <p:spPr>
            <a:xfrm rot="0">
              <a:off x="3313" y="16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34" name=""/>
            <p:cNvSpPr/>
            <p:nvPr/>
          </p:nvSpPr>
          <p:spPr>
            <a:xfrm rot="0">
              <a:off x="3308" y="1699"/>
              <a:ext cx="25" cy="37"/>
            </a:xfrm>
            <a:custGeom>
              <a:avLst/>
              <a:ahLst/>
              <a:rect l="0" t="0" r="r" b="b"/>
              <a:pathLst>
                <a:path w="76" h="112">
                  <a:moveTo>
                    <a:pt x="76" y="9"/>
                  </a:moveTo>
                  <a:lnTo>
                    <a:pt x="46" y="4"/>
                  </a:lnTo>
                  <a:lnTo>
                    <a:pt x="16" y="0"/>
                  </a:lnTo>
                  <a:lnTo>
                    <a:pt x="0" y="102"/>
                  </a:lnTo>
                  <a:lnTo>
                    <a:pt x="30" y="107"/>
                  </a:lnTo>
                  <a:lnTo>
                    <a:pt x="60" y="112"/>
                  </a:lnTo>
                  <a:lnTo>
                    <a:pt x="7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35" name=""/>
            <p:cNvSpPr/>
            <p:nvPr/>
          </p:nvSpPr>
          <p:spPr>
            <a:xfrm rot="0">
              <a:off x="3308" y="1699"/>
              <a:ext cx="25" cy="37"/>
            </a:xfrm>
            <a:custGeom>
              <a:avLst/>
              <a:ahLst/>
              <a:rect l="0" t="0" r="r" b="b"/>
              <a:pathLst>
                <a:path w="76" h="112">
                  <a:moveTo>
                    <a:pt x="76" y="9"/>
                  </a:moveTo>
                  <a:lnTo>
                    <a:pt x="46" y="4"/>
                  </a:lnTo>
                  <a:lnTo>
                    <a:pt x="16" y="0"/>
                  </a:lnTo>
                  <a:lnTo>
                    <a:pt x="0" y="102"/>
                  </a:lnTo>
                  <a:lnTo>
                    <a:pt x="30" y="107"/>
                  </a:lnTo>
                  <a:lnTo>
                    <a:pt x="60" y="112"/>
                  </a:lnTo>
                  <a:lnTo>
                    <a:pt x="76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36" name=""/>
            <p:cNvSpPr/>
            <p:nvPr/>
          </p:nvSpPr>
          <p:spPr>
            <a:xfrm rot="0">
              <a:off x="3308" y="1733"/>
              <a:ext cx="10" cy="1"/>
            </a:xfrm>
            <a:custGeom>
              <a:avLst/>
              <a:ahLst/>
              <a:rect l="0" t="0" r="r" b="b"/>
              <a:pathLst>
                <a:path w="30" h="5">
                  <a:moveTo>
                    <a:pt x="30" y="5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37" name=""/>
            <p:cNvSpPr/>
            <p:nvPr/>
          </p:nvSpPr>
          <p:spPr>
            <a:xfrm rot="0">
              <a:off x="3308" y="17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38" name=""/>
            <p:cNvSpPr/>
            <p:nvPr/>
          </p:nvSpPr>
          <p:spPr>
            <a:xfrm rot="0">
              <a:off x="3304" y="1733"/>
              <a:ext cx="24" cy="37"/>
            </a:xfrm>
            <a:custGeom>
              <a:avLst/>
              <a:ahLst/>
              <a:rect l="0" t="0" r="r" b="b"/>
              <a:pathLst>
                <a:path w="72" h="111">
                  <a:moveTo>
                    <a:pt x="72" y="7"/>
                  </a:moveTo>
                  <a:lnTo>
                    <a:pt x="42" y="4"/>
                  </a:lnTo>
                  <a:lnTo>
                    <a:pt x="12" y="0"/>
                  </a:lnTo>
                  <a:lnTo>
                    <a:pt x="0" y="104"/>
                  </a:lnTo>
                  <a:lnTo>
                    <a:pt x="30" y="107"/>
                  </a:lnTo>
                  <a:lnTo>
                    <a:pt x="60" y="111"/>
                  </a:lnTo>
                  <a:lnTo>
                    <a:pt x="7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39" name=""/>
            <p:cNvSpPr/>
            <p:nvPr/>
          </p:nvSpPr>
          <p:spPr>
            <a:xfrm rot="0">
              <a:off x="3304" y="1733"/>
              <a:ext cx="24" cy="37"/>
            </a:xfrm>
            <a:custGeom>
              <a:avLst/>
              <a:ahLst/>
              <a:rect l="0" t="0" r="r" b="b"/>
              <a:pathLst>
                <a:path w="72" h="111">
                  <a:moveTo>
                    <a:pt x="72" y="7"/>
                  </a:moveTo>
                  <a:lnTo>
                    <a:pt x="42" y="4"/>
                  </a:lnTo>
                  <a:lnTo>
                    <a:pt x="12" y="0"/>
                  </a:lnTo>
                  <a:lnTo>
                    <a:pt x="0" y="104"/>
                  </a:lnTo>
                  <a:lnTo>
                    <a:pt x="30" y="107"/>
                  </a:lnTo>
                  <a:lnTo>
                    <a:pt x="60" y="111"/>
                  </a:lnTo>
                  <a:lnTo>
                    <a:pt x="72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40" name=""/>
            <p:cNvSpPr/>
            <p:nvPr/>
          </p:nvSpPr>
          <p:spPr>
            <a:xfrm rot="0">
              <a:off x="3304" y="1768"/>
              <a:ext cx="10" cy="1"/>
            </a:xfrm>
            <a:custGeom>
              <a:avLst/>
              <a:ahLst/>
              <a:rect l="0" t="0" r="r" b="b"/>
              <a:pathLst>
                <a:path w="30" h="3">
                  <a:moveTo>
                    <a:pt x="30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41" name=""/>
            <p:cNvSpPr/>
            <p:nvPr/>
          </p:nvSpPr>
          <p:spPr>
            <a:xfrm rot="0">
              <a:off x="3304" y="1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42" name=""/>
            <p:cNvSpPr/>
            <p:nvPr/>
          </p:nvSpPr>
          <p:spPr>
            <a:xfrm rot="0">
              <a:off x="3302" y="1768"/>
              <a:ext cx="22" cy="36"/>
            </a:xfrm>
            <a:custGeom>
              <a:avLst/>
              <a:ahLst/>
              <a:rect l="0" t="0" r="r" b="b"/>
              <a:pathLst>
                <a:path w="66" h="106">
                  <a:moveTo>
                    <a:pt x="66" y="3"/>
                  </a:moveTo>
                  <a:lnTo>
                    <a:pt x="36" y="1"/>
                  </a:lnTo>
                  <a:lnTo>
                    <a:pt x="6" y="0"/>
                  </a:lnTo>
                  <a:lnTo>
                    <a:pt x="0" y="104"/>
                  </a:lnTo>
                  <a:lnTo>
                    <a:pt x="30" y="105"/>
                  </a:lnTo>
                  <a:lnTo>
                    <a:pt x="60" y="106"/>
                  </a:lnTo>
                  <a:lnTo>
                    <a:pt x="6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43" name=""/>
            <p:cNvSpPr/>
            <p:nvPr/>
          </p:nvSpPr>
          <p:spPr>
            <a:xfrm rot="0">
              <a:off x="3302" y="1768"/>
              <a:ext cx="22" cy="36"/>
            </a:xfrm>
            <a:custGeom>
              <a:avLst/>
              <a:ahLst/>
              <a:rect l="0" t="0" r="r" b="b"/>
              <a:pathLst>
                <a:path w="66" h="106">
                  <a:moveTo>
                    <a:pt x="66" y="3"/>
                  </a:moveTo>
                  <a:lnTo>
                    <a:pt x="36" y="1"/>
                  </a:lnTo>
                  <a:lnTo>
                    <a:pt x="6" y="0"/>
                  </a:lnTo>
                  <a:lnTo>
                    <a:pt x="0" y="104"/>
                  </a:lnTo>
                  <a:lnTo>
                    <a:pt x="30" y="105"/>
                  </a:lnTo>
                  <a:lnTo>
                    <a:pt x="60" y="106"/>
                  </a:lnTo>
                  <a:lnTo>
                    <a:pt x="66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44" name=""/>
            <p:cNvSpPr/>
            <p:nvPr/>
          </p:nvSpPr>
          <p:spPr>
            <a:xfrm rot="0">
              <a:off x="3302" y="1803"/>
              <a:ext cx="10" cy="1"/>
            </a:xfrm>
            <a:custGeom>
              <a:avLst/>
              <a:ahLst/>
              <a:rect l="0" t="0" r="r" b="b"/>
              <a:pathLst>
                <a:path w="30" h="1">
                  <a:moveTo>
                    <a:pt x="3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45" name=""/>
            <p:cNvSpPr/>
            <p:nvPr/>
          </p:nvSpPr>
          <p:spPr>
            <a:xfrm rot="0">
              <a:off x="3302" y="18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46" name=""/>
            <p:cNvSpPr/>
            <p:nvPr/>
          </p:nvSpPr>
          <p:spPr>
            <a:xfrm rot="0">
              <a:off x="3301" y="1803"/>
              <a:ext cx="21" cy="35"/>
            </a:xfrm>
            <a:custGeom>
              <a:avLst/>
              <a:ahLst/>
              <a:rect l="0" t="0" r="r" b="b"/>
              <a:pathLst>
                <a:path w="62" h="106">
                  <a:moveTo>
                    <a:pt x="62" y="2"/>
                  </a:moveTo>
                  <a:lnTo>
                    <a:pt x="32" y="1"/>
                  </a:lnTo>
                  <a:lnTo>
                    <a:pt x="2" y="0"/>
                  </a:lnTo>
                  <a:lnTo>
                    <a:pt x="0" y="104"/>
                  </a:lnTo>
                  <a:lnTo>
                    <a:pt x="30" y="105"/>
                  </a:lnTo>
                  <a:lnTo>
                    <a:pt x="60" y="106"/>
                  </a:lnTo>
                  <a:lnTo>
                    <a:pt x="6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47" name=""/>
            <p:cNvSpPr/>
            <p:nvPr/>
          </p:nvSpPr>
          <p:spPr>
            <a:xfrm rot="0">
              <a:off x="3301" y="1803"/>
              <a:ext cx="21" cy="35"/>
            </a:xfrm>
            <a:custGeom>
              <a:avLst/>
              <a:ahLst/>
              <a:rect l="0" t="0" r="r" b="b"/>
              <a:pathLst>
                <a:path w="62" h="106">
                  <a:moveTo>
                    <a:pt x="62" y="2"/>
                  </a:moveTo>
                  <a:lnTo>
                    <a:pt x="32" y="1"/>
                  </a:lnTo>
                  <a:lnTo>
                    <a:pt x="2" y="0"/>
                  </a:lnTo>
                  <a:lnTo>
                    <a:pt x="0" y="104"/>
                  </a:lnTo>
                  <a:lnTo>
                    <a:pt x="30" y="105"/>
                  </a:lnTo>
                  <a:lnTo>
                    <a:pt x="60" y="106"/>
                  </a:lnTo>
                  <a:lnTo>
                    <a:pt x="62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48" name=""/>
            <p:cNvSpPr/>
            <p:nvPr/>
          </p:nvSpPr>
          <p:spPr>
            <a:xfrm rot="0">
              <a:off x="3301" y="1838"/>
              <a:ext cx="20" cy="10"/>
            </a:xfrm>
            <a:custGeom>
              <a:avLst/>
              <a:ahLst/>
              <a:rect l="0" t="0" r="r" b="b"/>
              <a:pathLst>
                <a:path w="60" h="31">
                  <a:moveTo>
                    <a:pt x="30" y="1"/>
                  </a:moveTo>
                  <a:lnTo>
                    <a:pt x="60" y="2"/>
                  </a:lnTo>
                  <a:lnTo>
                    <a:pt x="59" y="10"/>
                  </a:lnTo>
                  <a:lnTo>
                    <a:pt x="54" y="19"/>
                  </a:lnTo>
                  <a:lnTo>
                    <a:pt x="48" y="26"/>
                  </a:lnTo>
                  <a:lnTo>
                    <a:pt x="38" y="30"/>
                  </a:lnTo>
                  <a:lnTo>
                    <a:pt x="29" y="31"/>
                  </a:lnTo>
                  <a:lnTo>
                    <a:pt x="20" y="30"/>
                  </a:lnTo>
                  <a:lnTo>
                    <a:pt x="12" y="25"/>
                  </a:lnTo>
                  <a:lnTo>
                    <a:pt x="4" y="19"/>
                  </a:lnTo>
                  <a:lnTo>
                    <a:pt x="1" y="9"/>
                  </a:lnTo>
                  <a:lnTo>
                    <a:pt x="0" y="0"/>
                  </a:lnTo>
                  <a:lnTo>
                    <a:pt x="3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549" name=""/>
            <p:cNvSpPr/>
            <p:nvPr/>
          </p:nvSpPr>
          <p:spPr>
            <a:xfrm rot="0">
              <a:off x="3301" y="1838"/>
              <a:ext cx="20" cy="10"/>
            </a:xfrm>
            <a:custGeom>
              <a:avLst/>
              <a:ahLst/>
              <a:rect l="0" t="0" r="r" b="b"/>
              <a:pathLst>
                <a:path w="60" h="31">
                  <a:moveTo>
                    <a:pt x="60" y="2"/>
                  </a:moveTo>
                  <a:lnTo>
                    <a:pt x="59" y="10"/>
                  </a:lnTo>
                  <a:lnTo>
                    <a:pt x="54" y="19"/>
                  </a:lnTo>
                  <a:lnTo>
                    <a:pt x="48" y="26"/>
                  </a:lnTo>
                  <a:lnTo>
                    <a:pt x="38" y="30"/>
                  </a:lnTo>
                  <a:lnTo>
                    <a:pt x="29" y="31"/>
                  </a:lnTo>
                  <a:lnTo>
                    <a:pt x="20" y="30"/>
                  </a:lnTo>
                  <a:lnTo>
                    <a:pt x="12" y="25"/>
                  </a:lnTo>
                  <a:lnTo>
                    <a:pt x="4" y="19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0" name=""/>
            <p:cNvSpPr/>
            <p:nvPr/>
          </p:nvSpPr>
          <p:spPr>
            <a:xfrm rot="0">
              <a:off x="1516" y="1038"/>
              <a:ext cx="390" cy="102"/>
            </a:xfrm>
            <a:custGeom>
              <a:avLst/>
              <a:ahLst/>
              <a:rect l="0" t="0" r="r" b="b"/>
              <a:pathLst>
                <a:path w="1169" h="305">
                  <a:moveTo>
                    <a:pt x="1169" y="0"/>
                  </a:moveTo>
                  <a:lnTo>
                    <a:pt x="1068" y="3"/>
                  </a:lnTo>
                  <a:lnTo>
                    <a:pt x="967" y="9"/>
                  </a:lnTo>
                  <a:lnTo>
                    <a:pt x="866" y="19"/>
                  </a:lnTo>
                  <a:lnTo>
                    <a:pt x="764" y="35"/>
                  </a:lnTo>
                  <a:lnTo>
                    <a:pt x="664" y="54"/>
                  </a:lnTo>
                  <a:lnTo>
                    <a:pt x="566" y="77"/>
                  </a:lnTo>
                  <a:lnTo>
                    <a:pt x="468" y="105"/>
                  </a:lnTo>
                  <a:lnTo>
                    <a:pt x="372" y="138"/>
                  </a:lnTo>
                  <a:lnTo>
                    <a:pt x="276" y="173"/>
                  </a:lnTo>
                  <a:lnTo>
                    <a:pt x="182" y="214"/>
                  </a:lnTo>
                  <a:lnTo>
                    <a:pt x="91" y="257"/>
                  </a:lnTo>
                  <a:lnTo>
                    <a:pt x="0" y="30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1" name=""/>
            <p:cNvSpPr/>
            <p:nvPr/>
          </p:nvSpPr>
          <p:spPr>
            <a:xfrm rot="0">
              <a:off x="1373" y="1187"/>
              <a:ext cx="69" cy="55"/>
            </a:xfrm>
            <a:custGeom>
              <a:avLst/>
              <a:ahLst/>
              <a:rect l="0" t="0" r="r" b="b"/>
              <a:pathLst>
                <a:path w="206" h="165">
                  <a:moveTo>
                    <a:pt x="206" y="0"/>
                  </a:moveTo>
                  <a:lnTo>
                    <a:pt x="174" y="23"/>
                  </a:lnTo>
                  <a:lnTo>
                    <a:pt x="93" y="86"/>
                  </a:lnTo>
                  <a:lnTo>
                    <a:pt x="15" y="151"/>
                  </a:lnTo>
                  <a:lnTo>
                    <a:pt x="0" y="165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2" name=""/>
            <p:cNvSpPr/>
            <p:nvPr/>
          </p:nvSpPr>
          <p:spPr>
            <a:xfrm rot="0">
              <a:off x="1256" y="1304"/>
              <a:ext cx="55" cy="69"/>
            </a:xfrm>
            <a:custGeom>
              <a:avLst/>
              <a:ahLst/>
              <a:rect l="0" t="0" r="r" b="b"/>
              <a:pathLst>
                <a:path w="166" h="206">
                  <a:moveTo>
                    <a:pt x="166" y="0"/>
                  </a:moveTo>
                  <a:lnTo>
                    <a:pt x="151" y="15"/>
                  </a:lnTo>
                  <a:lnTo>
                    <a:pt x="86" y="93"/>
                  </a:lnTo>
                  <a:lnTo>
                    <a:pt x="23" y="174"/>
                  </a:lnTo>
                  <a:lnTo>
                    <a:pt x="0" y="206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3" name=""/>
            <p:cNvSpPr/>
            <p:nvPr/>
          </p:nvSpPr>
          <p:spPr>
            <a:xfrm rot="0">
              <a:off x="1108" y="1447"/>
              <a:ext cx="101" cy="391"/>
            </a:xfrm>
            <a:custGeom>
              <a:avLst/>
              <a:ahLst/>
              <a:rect l="0" t="0" r="r" b="b"/>
              <a:pathLst>
                <a:path w="303" h="1172">
                  <a:moveTo>
                    <a:pt x="303" y="0"/>
                  </a:moveTo>
                  <a:lnTo>
                    <a:pt x="303" y="1"/>
                  </a:lnTo>
                  <a:lnTo>
                    <a:pt x="256" y="91"/>
                  </a:lnTo>
                  <a:lnTo>
                    <a:pt x="212" y="183"/>
                  </a:lnTo>
                  <a:lnTo>
                    <a:pt x="172" y="276"/>
                  </a:lnTo>
                  <a:lnTo>
                    <a:pt x="136" y="371"/>
                  </a:lnTo>
                  <a:lnTo>
                    <a:pt x="104" y="469"/>
                  </a:lnTo>
                  <a:lnTo>
                    <a:pt x="77" y="567"/>
                  </a:lnTo>
                  <a:lnTo>
                    <a:pt x="53" y="666"/>
                  </a:lnTo>
                  <a:lnTo>
                    <a:pt x="33" y="766"/>
                  </a:lnTo>
                  <a:lnTo>
                    <a:pt x="19" y="867"/>
                  </a:lnTo>
                  <a:lnTo>
                    <a:pt x="8" y="968"/>
                  </a:lnTo>
                  <a:lnTo>
                    <a:pt x="1" y="1069"/>
                  </a:lnTo>
                  <a:lnTo>
                    <a:pt x="0" y="1172"/>
                  </a:lnTo>
                </a:path>
              </a:pathLst>
            </a:custGeom>
            <a:noFill/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4" name=""/>
            <p:cNvSpPr/>
            <p:nvPr/>
          </p:nvSpPr>
          <p:spPr>
            <a:xfrm rot="0">
              <a:off x="4504" y="1129"/>
              <a:ext cx="15" cy="20"/>
            </a:xfrm>
            <a:custGeom>
              <a:avLst/>
              <a:ahLst/>
              <a:rect l="0" t="0" r="r" b="b"/>
              <a:pathLst>
                <a:path w="45" h="58">
                  <a:moveTo>
                    <a:pt x="15" y="27"/>
                  </a:moveTo>
                  <a:lnTo>
                    <a:pt x="29" y="0"/>
                  </a:lnTo>
                  <a:lnTo>
                    <a:pt x="36" y="6"/>
                  </a:lnTo>
                  <a:lnTo>
                    <a:pt x="42" y="14"/>
                  </a:lnTo>
                  <a:lnTo>
                    <a:pt x="45" y="23"/>
                  </a:lnTo>
                  <a:lnTo>
                    <a:pt x="45" y="32"/>
                  </a:lnTo>
                  <a:lnTo>
                    <a:pt x="42" y="42"/>
                  </a:lnTo>
                  <a:lnTo>
                    <a:pt x="36" y="49"/>
                  </a:lnTo>
                  <a:lnTo>
                    <a:pt x="28" y="55"/>
                  </a:lnTo>
                  <a:lnTo>
                    <a:pt x="19" y="58"/>
                  </a:lnTo>
                  <a:lnTo>
                    <a:pt x="10" y="58"/>
                  </a:lnTo>
                  <a:lnTo>
                    <a:pt x="0" y="55"/>
                  </a:lnTo>
                  <a:lnTo>
                    <a:pt x="15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55" name=""/>
            <p:cNvSpPr/>
            <p:nvPr/>
          </p:nvSpPr>
          <p:spPr>
            <a:xfrm rot="0">
              <a:off x="4504" y="1129"/>
              <a:ext cx="15" cy="20"/>
            </a:xfrm>
            <a:custGeom>
              <a:avLst/>
              <a:ahLst/>
              <a:rect l="0" t="0" r="r" b="b"/>
              <a:pathLst>
                <a:path w="45" h="58">
                  <a:moveTo>
                    <a:pt x="29" y="0"/>
                  </a:moveTo>
                  <a:lnTo>
                    <a:pt x="36" y="6"/>
                  </a:lnTo>
                  <a:lnTo>
                    <a:pt x="42" y="14"/>
                  </a:lnTo>
                  <a:lnTo>
                    <a:pt x="45" y="23"/>
                  </a:lnTo>
                  <a:lnTo>
                    <a:pt x="45" y="32"/>
                  </a:lnTo>
                  <a:lnTo>
                    <a:pt x="42" y="42"/>
                  </a:lnTo>
                  <a:lnTo>
                    <a:pt x="36" y="49"/>
                  </a:lnTo>
                  <a:lnTo>
                    <a:pt x="28" y="55"/>
                  </a:lnTo>
                  <a:lnTo>
                    <a:pt x="19" y="58"/>
                  </a:lnTo>
                  <a:lnTo>
                    <a:pt x="10" y="58"/>
                  </a:lnTo>
                  <a:lnTo>
                    <a:pt x="0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6" name=""/>
            <p:cNvSpPr/>
            <p:nvPr/>
          </p:nvSpPr>
          <p:spPr>
            <a:xfrm rot="0">
              <a:off x="4475" y="1114"/>
              <a:ext cx="39" cy="34"/>
            </a:xfrm>
            <a:custGeom>
              <a:avLst/>
              <a:ahLst/>
              <a:rect l="0" t="0" r="r" b="b"/>
              <a:pathLst>
                <a:path w="118" h="102">
                  <a:moveTo>
                    <a:pt x="89" y="102"/>
                  </a:moveTo>
                  <a:lnTo>
                    <a:pt x="104" y="74"/>
                  </a:lnTo>
                  <a:lnTo>
                    <a:pt x="118" y="47"/>
                  </a:lnTo>
                  <a:lnTo>
                    <a:pt x="29" y="0"/>
                  </a:lnTo>
                  <a:lnTo>
                    <a:pt x="14" y="27"/>
                  </a:lnTo>
                  <a:lnTo>
                    <a:pt x="0" y="55"/>
                  </a:lnTo>
                  <a:lnTo>
                    <a:pt x="89" y="10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57" name=""/>
            <p:cNvSpPr/>
            <p:nvPr/>
          </p:nvSpPr>
          <p:spPr>
            <a:xfrm rot="0">
              <a:off x="4475" y="1114"/>
              <a:ext cx="39" cy="34"/>
            </a:xfrm>
            <a:custGeom>
              <a:avLst/>
              <a:ahLst/>
              <a:rect l="0" t="0" r="r" b="b"/>
              <a:pathLst>
                <a:path w="118" h="102">
                  <a:moveTo>
                    <a:pt x="89" y="102"/>
                  </a:moveTo>
                  <a:lnTo>
                    <a:pt x="104" y="74"/>
                  </a:lnTo>
                  <a:lnTo>
                    <a:pt x="118" y="47"/>
                  </a:lnTo>
                  <a:lnTo>
                    <a:pt x="29" y="0"/>
                  </a:lnTo>
                  <a:lnTo>
                    <a:pt x="14" y="27"/>
                  </a:lnTo>
                  <a:lnTo>
                    <a:pt x="0" y="55"/>
                  </a:lnTo>
                  <a:lnTo>
                    <a:pt x="89" y="10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58" name=""/>
            <p:cNvSpPr/>
            <p:nvPr/>
          </p:nvSpPr>
          <p:spPr>
            <a:xfrm rot="0">
              <a:off x="4479" y="1114"/>
              <a:ext cx="5" cy="9"/>
            </a:xfrm>
            <a:custGeom>
              <a:avLst/>
              <a:ahLst/>
              <a:rect l="0" t="0" r="r" b="b"/>
              <a:pathLst>
                <a:path w="15" h="27">
                  <a:moveTo>
                    <a:pt x="0" y="27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59" name=""/>
            <p:cNvSpPr/>
            <p:nvPr/>
          </p:nvSpPr>
          <p:spPr>
            <a:xfrm rot="0" flipH="1">
              <a:off x="4484" y="11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60" name=""/>
            <p:cNvSpPr/>
            <p:nvPr/>
          </p:nvSpPr>
          <p:spPr>
            <a:xfrm rot="0">
              <a:off x="4445" y="1099"/>
              <a:ext cx="39" cy="33"/>
            </a:xfrm>
            <a:custGeom>
              <a:avLst/>
              <a:ahLst/>
              <a:rect l="0" t="0" r="r" b="b"/>
              <a:pathLst>
                <a:path w="117" h="100">
                  <a:moveTo>
                    <a:pt x="90" y="100"/>
                  </a:moveTo>
                  <a:lnTo>
                    <a:pt x="103" y="72"/>
                  </a:lnTo>
                  <a:lnTo>
                    <a:pt x="117" y="45"/>
                  </a:lnTo>
                  <a:lnTo>
                    <a:pt x="26" y="0"/>
                  </a:lnTo>
                  <a:lnTo>
                    <a:pt x="13" y="28"/>
                  </a:lnTo>
                  <a:lnTo>
                    <a:pt x="0" y="56"/>
                  </a:lnTo>
                  <a:lnTo>
                    <a:pt x="90" y="10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61" name=""/>
            <p:cNvSpPr/>
            <p:nvPr/>
          </p:nvSpPr>
          <p:spPr>
            <a:xfrm rot="0">
              <a:off x="4445" y="1099"/>
              <a:ext cx="39" cy="33"/>
            </a:xfrm>
            <a:custGeom>
              <a:avLst/>
              <a:ahLst/>
              <a:rect l="0" t="0" r="r" b="b"/>
              <a:pathLst>
                <a:path w="117" h="100">
                  <a:moveTo>
                    <a:pt x="90" y="100"/>
                  </a:moveTo>
                  <a:lnTo>
                    <a:pt x="103" y="72"/>
                  </a:lnTo>
                  <a:lnTo>
                    <a:pt x="117" y="45"/>
                  </a:lnTo>
                  <a:lnTo>
                    <a:pt x="26" y="0"/>
                  </a:lnTo>
                  <a:lnTo>
                    <a:pt x="13" y="28"/>
                  </a:lnTo>
                  <a:lnTo>
                    <a:pt x="0" y="56"/>
                  </a:lnTo>
                  <a:lnTo>
                    <a:pt x="90" y="10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62" name=""/>
            <p:cNvSpPr/>
            <p:nvPr/>
          </p:nvSpPr>
          <p:spPr>
            <a:xfrm rot="0">
              <a:off x="4449" y="1099"/>
              <a:ext cx="5" cy="9"/>
            </a:xfrm>
            <a:custGeom>
              <a:avLst/>
              <a:ahLst/>
              <a:rect l="0" t="0" r="r" b="b"/>
              <a:pathLst>
                <a:path w="13" h="28">
                  <a:moveTo>
                    <a:pt x="0" y="28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63" name=""/>
            <p:cNvSpPr/>
            <p:nvPr/>
          </p:nvSpPr>
          <p:spPr>
            <a:xfrm rot="0" flipH="1">
              <a:off x="4453" y="1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64" name=""/>
            <p:cNvSpPr/>
            <p:nvPr/>
          </p:nvSpPr>
          <p:spPr>
            <a:xfrm rot="0">
              <a:off x="4435" y="1094"/>
              <a:ext cx="18" cy="23"/>
            </a:xfrm>
            <a:custGeom>
              <a:avLst/>
              <a:ahLst/>
              <a:rect l="0" t="0" r="r" b="b"/>
              <a:pathLst>
                <a:path w="54" h="69">
                  <a:moveTo>
                    <a:pt x="30" y="69"/>
                  </a:moveTo>
                  <a:lnTo>
                    <a:pt x="42" y="41"/>
                  </a:lnTo>
                  <a:lnTo>
                    <a:pt x="54" y="13"/>
                  </a:lnTo>
                  <a:lnTo>
                    <a:pt x="24" y="0"/>
                  </a:lnTo>
                  <a:lnTo>
                    <a:pt x="12" y="28"/>
                  </a:lnTo>
                  <a:lnTo>
                    <a:pt x="0" y="55"/>
                  </a:lnTo>
                  <a:lnTo>
                    <a:pt x="30" y="6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65" name=""/>
            <p:cNvSpPr/>
            <p:nvPr/>
          </p:nvSpPr>
          <p:spPr>
            <a:xfrm rot="0">
              <a:off x="4435" y="1094"/>
              <a:ext cx="18" cy="23"/>
            </a:xfrm>
            <a:custGeom>
              <a:avLst/>
              <a:ahLst/>
              <a:rect l="0" t="0" r="r" b="b"/>
              <a:pathLst>
                <a:path w="54" h="69">
                  <a:moveTo>
                    <a:pt x="30" y="69"/>
                  </a:moveTo>
                  <a:lnTo>
                    <a:pt x="42" y="41"/>
                  </a:lnTo>
                  <a:lnTo>
                    <a:pt x="54" y="13"/>
                  </a:lnTo>
                  <a:lnTo>
                    <a:pt x="24" y="0"/>
                  </a:lnTo>
                  <a:lnTo>
                    <a:pt x="12" y="28"/>
                  </a:lnTo>
                  <a:lnTo>
                    <a:pt x="0" y="55"/>
                  </a:lnTo>
                  <a:lnTo>
                    <a:pt x="30" y="6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66" name=""/>
            <p:cNvSpPr/>
            <p:nvPr/>
          </p:nvSpPr>
          <p:spPr>
            <a:xfrm rot="0">
              <a:off x="4429" y="1094"/>
              <a:ext cx="14" cy="19"/>
            </a:xfrm>
            <a:custGeom>
              <a:avLst/>
              <a:ahLst/>
              <a:rect l="0" t="0" r="r" b="b"/>
              <a:pathLst>
                <a:path w="42" h="57">
                  <a:moveTo>
                    <a:pt x="30" y="30"/>
                  </a:moveTo>
                  <a:lnTo>
                    <a:pt x="18" y="57"/>
                  </a:lnTo>
                  <a:lnTo>
                    <a:pt x="9" y="53"/>
                  </a:lnTo>
                  <a:lnTo>
                    <a:pt x="3" y="45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8"/>
                  </a:lnTo>
                  <a:lnTo>
                    <a:pt x="7" y="9"/>
                  </a:lnTo>
                  <a:lnTo>
                    <a:pt x="14" y="3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3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67" name=""/>
            <p:cNvSpPr/>
            <p:nvPr/>
          </p:nvSpPr>
          <p:spPr>
            <a:xfrm rot="0">
              <a:off x="4429" y="1094"/>
              <a:ext cx="14" cy="19"/>
            </a:xfrm>
            <a:custGeom>
              <a:avLst/>
              <a:ahLst/>
              <a:rect l="0" t="0" r="r" b="b"/>
              <a:pathLst>
                <a:path w="42" h="57">
                  <a:moveTo>
                    <a:pt x="18" y="57"/>
                  </a:moveTo>
                  <a:lnTo>
                    <a:pt x="9" y="53"/>
                  </a:lnTo>
                  <a:lnTo>
                    <a:pt x="3" y="45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8"/>
                  </a:lnTo>
                  <a:lnTo>
                    <a:pt x="7" y="9"/>
                  </a:lnTo>
                  <a:lnTo>
                    <a:pt x="14" y="3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68" name=""/>
            <p:cNvSpPr/>
            <p:nvPr/>
          </p:nvSpPr>
          <p:spPr>
            <a:xfrm rot="0">
              <a:off x="4387" y="1074"/>
              <a:ext cx="14" cy="20"/>
            </a:xfrm>
            <a:custGeom>
              <a:avLst/>
              <a:ahLst/>
              <a:rect l="0" t="0" r="r" b="b"/>
              <a:pathLst>
                <a:path w="41" h="60">
                  <a:moveTo>
                    <a:pt x="10" y="29"/>
                  </a:moveTo>
                  <a:lnTo>
                    <a:pt x="20" y="0"/>
                  </a:lnTo>
                  <a:lnTo>
                    <a:pt x="28" y="4"/>
                  </a:lnTo>
                  <a:lnTo>
                    <a:pt x="35" y="11"/>
                  </a:lnTo>
                  <a:lnTo>
                    <a:pt x="39" y="20"/>
                  </a:lnTo>
                  <a:lnTo>
                    <a:pt x="41" y="29"/>
                  </a:lnTo>
                  <a:lnTo>
                    <a:pt x="39" y="39"/>
                  </a:lnTo>
                  <a:lnTo>
                    <a:pt x="35" y="47"/>
                  </a:lnTo>
                  <a:lnTo>
                    <a:pt x="28" y="55"/>
                  </a:lnTo>
                  <a:lnTo>
                    <a:pt x="20" y="58"/>
                  </a:lnTo>
                  <a:lnTo>
                    <a:pt x="10" y="60"/>
                  </a:lnTo>
                  <a:lnTo>
                    <a:pt x="0" y="58"/>
                  </a:lnTo>
                  <a:lnTo>
                    <a:pt x="1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69" name=""/>
            <p:cNvSpPr/>
            <p:nvPr/>
          </p:nvSpPr>
          <p:spPr>
            <a:xfrm rot="0">
              <a:off x="4387" y="1074"/>
              <a:ext cx="14" cy="20"/>
            </a:xfrm>
            <a:custGeom>
              <a:avLst/>
              <a:ahLst/>
              <a:rect l="0" t="0" r="r" b="b"/>
              <a:pathLst>
                <a:path w="41" h="60">
                  <a:moveTo>
                    <a:pt x="20" y="0"/>
                  </a:moveTo>
                  <a:lnTo>
                    <a:pt x="28" y="4"/>
                  </a:lnTo>
                  <a:lnTo>
                    <a:pt x="35" y="11"/>
                  </a:lnTo>
                  <a:lnTo>
                    <a:pt x="39" y="20"/>
                  </a:lnTo>
                  <a:lnTo>
                    <a:pt x="41" y="29"/>
                  </a:lnTo>
                  <a:lnTo>
                    <a:pt x="39" y="39"/>
                  </a:lnTo>
                  <a:lnTo>
                    <a:pt x="35" y="47"/>
                  </a:lnTo>
                  <a:lnTo>
                    <a:pt x="28" y="55"/>
                  </a:lnTo>
                  <a:lnTo>
                    <a:pt x="20" y="58"/>
                  </a:lnTo>
                  <a:lnTo>
                    <a:pt x="10" y="60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70" name=""/>
            <p:cNvSpPr/>
            <p:nvPr/>
          </p:nvSpPr>
          <p:spPr>
            <a:xfrm rot="0">
              <a:off x="4383" y="1073"/>
              <a:ext cx="11" cy="20"/>
            </a:xfrm>
            <a:custGeom>
              <a:avLst/>
              <a:ahLst/>
              <a:rect l="0" t="0" r="r" b="b"/>
              <a:pathLst>
                <a:path w="31" h="61">
                  <a:moveTo>
                    <a:pt x="11" y="61"/>
                  </a:moveTo>
                  <a:lnTo>
                    <a:pt x="21" y="32"/>
                  </a:lnTo>
                  <a:lnTo>
                    <a:pt x="31" y="3"/>
                  </a:lnTo>
                  <a:lnTo>
                    <a:pt x="20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11" y="6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71" name=""/>
            <p:cNvSpPr/>
            <p:nvPr/>
          </p:nvSpPr>
          <p:spPr>
            <a:xfrm rot="0">
              <a:off x="4383" y="1073"/>
              <a:ext cx="11" cy="20"/>
            </a:xfrm>
            <a:custGeom>
              <a:avLst/>
              <a:ahLst/>
              <a:rect l="0" t="0" r="r" b="b"/>
              <a:pathLst>
                <a:path w="31" h="61">
                  <a:moveTo>
                    <a:pt x="11" y="61"/>
                  </a:moveTo>
                  <a:lnTo>
                    <a:pt x="21" y="32"/>
                  </a:lnTo>
                  <a:lnTo>
                    <a:pt x="31" y="3"/>
                  </a:lnTo>
                  <a:lnTo>
                    <a:pt x="20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11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72" name=""/>
            <p:cNvSpPr/>
            <p:nvPr/>
          </p:nvSpPr>
          <p:spPr>
            <a:xfrm rot="0">
              <a:off x="4383" y="1082"/>
              <a:ext cx="4" cy="10"/>
            </a:xfrm>
            <a:custGeom>
              <a:avLst/>
              <a:ahLst/>
              <a:rect l="0" t="0" r="r" b="b"/>
              <a:pathLst>
                <a:path w="10" h="29">
                  <a:moveTo>
                    <a:pt x="10" y="0"/>
                  </a:moveTo>
                  <a:lnTo>
                    <a:pt x="0" y="29"/>
                  </a:lnTo>
                  <a:lnTo>
                    <a:pt x="0" y="29"/>
                  </a:lnTo>
                  <a:lnTo>
                    <a:pt x="1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73" name=""/>
            <p:cNvSpPr/>
            <p:nvPr/>
          </p:nvSpPr>
          <p:spPr>
            <a:xfrm rot="0">
              <a:off x="4383" y="10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74" name=""/>
            <p:cNvSpPr/>
            <p:nvPr/>
          </p:nvSpPr>
          <p:spPr>
            <a:xfrm rot="0">
              <a:off x="4352" y="1062"/>
              <a:ext cx="38" cy="30"/>
            </a:xfrm>
            <a:custGeom>
              <a:avLst/>
              <a:ahLst/>
              <a:rect l="0" t="0" r="r" b="b"/>
              <a:pathLst>
                <a:path w="115" h="91">
                  <a:moveTo>
                    <a:pt x="95" y="91"/>
                  </a:moveTo>
                  <a:lnTo>
                    <a:pt x="105" y="62"/>
                  </a:lnTo>
                  <a:lnTo>
                    <a:pt x="115" y="33"/>
                  </a:lnTo>
                  <a:lnTo>
                    <a:pt x="19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5" y="9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75" name=""/>
            <p:cNvSpPr/>
            <p:nvPr/>
          </p:nvSpPr>
          <p:spPr>
            <a:xfrm rot="0">
              <a:off x="4352" y="1062"/>
              <a:ext cx="38" cy="30"/>
            </a:xfrm>
            <a:custGeom>
              <a:avLst/>
              <a:ahLst/>
              <a:rect l="0" t="0" r="r" b="b"/>
              <a:pathLst>
                <a:path w="115" h="91">
                  <a:moveTo>
                    <a:pt x="95" y="91"/>
                  </a:moveTo>
                  <a:lnTo>
                    <a:pt x="105" y="62"/>
                  </a:lnTo>
                  <a:lnTo>
                    <a:pt x="115" y="33"/>
                  </a:lnTo>
                  <a:lnTo>
                    <a:pt x="19" y="0"/>
                  </a:lnTo>
                  <a:lnTo>
                    <a:pt x="10" y="29"/>
                  </a:lnTo>
                  <a:lnTo>
                    <a:pt x="0" y="58"/>
                  </a:lnTo>
                  <a:lnTo>
                    <a:pt x="95" y="9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76" name=""/>
            <p:cNvSpPr/>
            <p:nvPr/>
          </p:nvSpPr>
          <p:spPr>
            <a:xfrm rot="0">
              <a:off x="4355" y="1062"/>
              <a:ext cx="3" cy="9"/>
            </a:xfrm>
            <a:custGeom>
              <a:avLst/>
              <a:ahLst/>
              <a:rect l="0" t="0" r="r" b="b"/>
              <a:pathLst>
                <a:path w="9" h="29">
                  <a:moveTo>
                    <a:pt x="0" y="29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77" name=""/>
            <p:cNvSpPr/>
            <p:nvPr/>
          </p:nvSpPr>
          <p:spPr>
            <a:xfrm rot="0" flipH="1">
              <a:off x="4358" y="10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78" name=""/>
            <p:cNvSpPr/>
            <p:nvPr/>
          </p:nvSpPr>
          <p:spPr>
            <a:xfrm rot="0">
              <a:off x="4320" y="1052"/>
              <a:ext cx="38" cy="29"/>
            </a:xfrm>
            <a:custGeom>
              <a:avLst/>
              <a:ahLst/>
              <a:rect l="0" t="0" r="r" b="b"/>
              <a:pathLst>
                <a:path w="114" h="87">
                  <a:moveTo>
                    <a:pt x="97" y="87"/>
                  </a:moveTo>
                  <a:lnTo>
                    <a:pt x="106" y="58"/>
                  </a:lnTo>
                  <a:lnTo>
                    <a:pt x="114" y="29"/>
                  </a:lnTo>
                  <a:lnTo>
                    <a:pt x="17" y="0"/>
                  </a:lnTo>
                  <a:lnTo>
                    <a:pt x="8" y="29"/>
                  </a:lnTo>
                  <a:lnTo>
                    <a:pt x="0" y="58"/>
                  </a:lnTo>
                  <a:lnTo>
                    <a:pt x="97" y="8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79" name=""/>
            <p:cNvSpPr/>
            <p:nvPr/>
          </p:nvSpPr>
          <p:spPr>
            <a:xfrm rot="0">
              <a:off x="4320" y="1052"/>
              <a:ext cx="38" cy="29"/>
            </a:xfrm>
            <a:custGeom>
              <a:avLst/>
              <a:ahLst/>
              <a:rect l="0" t="0" r="r" b="b"/>
              <a:pathLst>
                <a:path w="114" h="87">
                  <a:moveTo>
                    <a:pt x="97" y="87"/>
                  </a:moveTo>
                  <a:lnTo>
                    <a:pt x="106" y="58"/>
                  </a:lnTo>
                  <a:lnTo>
                    <a:pt x="114" y="29"/>
                  </a:lnTo>
                  <a:lnTo>
                    <a:pt x="17" y="0"/>
                  </a:lnTo>
                  <a:lnTo>
                    <a:pt x="8" y="29"/>
                  </a:lnTo>
                  <a:lnTo>
                    <a:pt x="0" y="58"/>
                  </a:lnTo>
                  <a:lnTo>
                    <a:pt x="97" y="8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80" name=""/>
            <p:cNvSpPr/>
            <p:nvPr/>
          </p:nvSpPr>
          <p:spPr>
            <a:xfrm rot="0">
              <a:off x="4322" y="1052"/>
              <a:ext cx="3" cy="10"/>
            </a:xfrm>
            <a:custGeom>
              <a:avLst/>
              <a:ahLst/>
              <a:rect l="0" t="0" r="r" b="b"/>
              <a:pathLst>
                <a:path w="9" h="30">
                  <a:moveTo>
                    <a:pt x="0" y="30"/>
                  </a:moveTo>
                  <a:lnTo>
                    <a:pt x="9" y="1"/>
                  </a:lnTo>
                  <a:lnTo>
                    <a:pt x="7" y="0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81" name=""/>
            <p:cNvSpPr/>
            <p:nvPr/>
          </p:nvSpPr>
          <p:spPr>
            <a:xfrm rot="0" flipH="1" flipV="1">
              <a:off x="4325" y="10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82" name=""/>
            <p:cNvSpPr/>
            <p:nvPr/>
          </p:nvSpPr>
          <p:spPr>
            <a:xfrm rot="0">
              <a:off x="4287" y="1044"/>
              <a:ext cx="38" cy="28"/>
            </a:xfrm>
            <a:custGeom>
              <a:avLst/>
              <a:ahLst/>
              <a:rect l="0" t="0" r="r" b="b"/>
              <a:pathLst>
                <a:path w="112" h="84">
                  <a:moveTo>
                    <a:pt x="98" y="84"/>
                  </a:moveTo>
                  <a:lnTo>
                    <a:pt x="105" y="54"/>
                  </a:lnTo>
                  <a:lnTo>
                    <a:pt x="112" y="24"/>
                  </a:lnTo>
                  <a:lnTo>
                    <a:pt x="15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98" y="8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83" name=""/>
            <p:cNvSpPr/>
            <p:nvPr/>
          </p:nvSpPr>
          <p:spPr>
            <a:xfrm rot="0">
              <a:off x="4287" y="1044"/>
              <a:ext cx="38" cy="28"/>
            </a:xfrm>
            <a:custGeom>
              <a:avLst/>
              <a:ahLst/>
              <a:rect l="0" t="0" r="r" b="b"/>
              <a:pathLst>
                <a:path w="112" h="84">
                  <a:moveTo>
                    <a:pt x="98" y="84"/>
                  </a:moveTo>
                  <a:lnTo>
                    <a:pt x="105" y="54"/>
                  </a:lnTo>
                  <a:lnTo>
                    <a:pt x="112" y="24"/>
                  </a:lnTo>
                  <a:lnTo>
                    <a:pt x="15" y="0"/>
                  </a:lnTo>
                  <a:lnTo>
                    <a:pt x="8" y="30"/>
                  </a:lnTo>
                  <a:lnTo>
                    <a:pt x="0" y="60"/>
                  </a:lnTo>
                  <a:lnTo>
                    <a:pt x="98" y="8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84" name=""/>
            <p:cNvSpPr/>
            <p:nvPr/>
          </p:nvSpPr>
          <p:spPr>
            <a:xfrm rot="0">
              <a:off x="4290" y="1043"/>
              <a:ext cx="2" cy="11"/>
            </a:xfrm>
            <a:custGeom>
              <a:avLst/>
              <a:ahLst/>
              <a:rect l="0" t="0" r="r" b="b"/>
              <a:pathLst>
                <a:path w="7" h="31">
                  <a:moveTo>
                    <a:pt x="0" y="31"/>
                  </a:moveTo>
                  <a:lnTo>
                    <a:pt x="7" y="1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85" name=""/>
            <p:cNvSpPr/>
            <p:nvPr/>
          </p:nvSpPr>
          <p:spPr>
            <a:xfrm rot="0" flipH="1" flipV="1">
              <a:off x="4290" y="1043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86" name=""/>
            <p:cNvSpPr/>
            <p:nvPr/>
          </p:nvSpPr>
          <p:spPr>
            <a:xfrm rot="0">
              <a:off x="4289" y="1043"/>
              <a:ext cx="1" cy="21"/>
            </a:xfrm>
            <a:custGeom>
              <a:avLst/>
              <a:ahLst/>
              <a:rect l="0" t="0" r="r" b="b"/>
              <a:pathLst>
                <a:path w="3" h="61">
                  <a:moveTo>
                    <a:pt x="3" y="61"/>
                  </a:moveTo>
                  <a:lnTo>
                    <a:pt x="3" y="31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0" y="61"/>
                  </a:lnTo>
                  <a:lnTo>
                    <a:pt x="3" y="6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87" name=""/>
            <p:cNvSpPr/>
            <p:nvPr/>
          </p:nvSpPr>
          <p:spPr>
            <a:xfrm rot="0">
              <a:off x="4289" y="1043"/>
              <a:ext cx="1" cy="21"/>
            </a:xfrm>
            <a:custGeom>
              <a:avLst/>
              <a:ahLst/>
              <a:rect l="0" t="0" r="r" b="b"/>
              <a:pathLst>
                <a:path w="3" h="61">
                  <a:moveTo>
                    <a:pt x="3" y="61"/>
                  </a:moveTo>
                  <a:lnTo>
                    <a:pt x="3" y="31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1"/>
                  </a:lnTo>
                  <a:lnTo>
                    <a:pt x="0" y="61"/>
                  </a:lnTo>
                  <a:lnTo>
                    <a:pt x="3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88" name=""/>
            <p:cNvSpPr/>
            <p:nvPr/>
          </p:nvSpPr>
          <p:spPr>
            <a:xfrm rot="0">
              <a:off x="4279" y="1043"/>
              <a:ext cx="10" cy="21"/>
            </a:xfrm>
            <a:custGeom>
              <a:avLst/>
              <a:ahLst/>
              <a:rect l="0" t="0" r="r" b="b"/>
              <a:pathLst>
                <a:path w="30" h="61">
                  <a:moveTo>
                    <a:pt x="30" y="31"/>
                  </a:moveTo>
                  <a:lnTo>
                    <a:pt x="30" y="61"/>
                  </a:lnTo>
                  <a:lnTo>
                    <a:pt x="21" y="60"/>
                  </a:lnTo>
                  <a:lnTo>
                    <a:pt x="12" y="57"/>
                  </a:lnTo>
                  <a:lnTo>
                    <a:pt x="5" y="49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3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89" name=""/>
            <p:cNvSpPr/>
            <p:nvPr/>
          </p:nvSpPr>
          <p:spPr>
            <a:xfrm rot="0">
              <a:off x="4279" y="1043"/>
              <a:ext cx="10" cy="21"/>
            </a:xfrm>
            <a:custGeom>
              <a:avLst/>
              <a:ahLst/>
              <a:rect l="0" t="0" r="r" b="b"/>
              <a:pathLst>
                <a:path w="30" h="61">
                  <a:moveTo>
                    <a:pt x="30" y="61"/>
                  </a:moveTo>
                  <a:lnTo>
                    <a:pt x="21" y="60"/>
                  </a:lnTo>
                  <a:lnTo>
                    <a:pt x="12" y="57"/>
                  </a:lnTo>
                  <a:lnTo>
                    <a:pt x="5" y="49"/>
                  </a:lnTo>
                  <a:lnTo>
                    <a:pt x="1" y="41"/>
                  </a:lnTo>
                  <a:lnTo>
                    <a:pt x="0" y="31"/>
                  </a:lnTo>
                  <a:lnTo>
                    <a:pt x="1" y="22"/>
                  </a:lnTo>
                  <a:lnTo>
                    <a:pt x="5" y="13"/>
                  </a:lnTo>
                  <a:lnTo>
                    <a:pt x="12" y="6"/>
                  </a:lnTo>
                  <a:lnTo>
                    <a:pt x="21" y="2"/>
                  </a:lnTo>
                  <a:lnTo>
                    <a:pt x="3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90" name=""/>
            <p:cNvSpPr/>
            <p:nvPr/>
          </p:nvSpPr>
          <p:spPr>
            <a:xfrm rot="0">
              <a:off x="4236" y="1034"/>
              <a:ext cx="11" cy="20"/>
            </a:xfrm>
            <a:custGeom>
              <a:avLst/>
              <a:ahLst/>
              <a:rect l="0" t="0" r="r" b="b"/>
              <a:pathLst>
                <a:path w="35" h="60">
                  <a:moveTo>
                    <a:pt x="5" y="30"/>
                  </a:moveTo>
                  <a:lnTo>
                    <a:pt x="10" y="0"/>
                  </a:lnTo>
                  <a:lnTo>
                    <a:pt x="19" y="3"/>
                  </a:lnTo>
                  <a:lnTo>
                    <a:pt x="26" y="9"/>
                  </a:lnTo>
                  <a:lnTo>
                    <a:pt x="32" y="17"/>
                  </a:lnTo>
                  <a:lnTo>
                    <a:pt x="35" y="25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6" y="52"/>
                  </a:lnTo>
                  <a:lnTo>
                    <a:pt x="18" y="58"/>
                  </a:lnTo>
                  <a:lnTo>
                    <a:pt x="10" y="60"/>
                  </a:lnTo>
                  <a:lnTo>
                    <a:pt x="0" y="60"/>
                  </a:lnTo>
                  <a:lnTo>
                    <a:pt x="5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91" name=""/>
            <p:cNvSpPr/>
            <p:nvPr/>
          </p:nvSpPr>
          <p:spPr>
            <a:xfrm rot="0">
              <a:off x="4236" y="1034"/>
              <a:ext cx="11" cy="20"/>
            </a:xfrm>
            <a:custGeom>
              <a:avLst/>
              <a:ahLst/>
              <a:rect l="0" t="0" r="r" b="b"/>
              <a:pathLst>
                <a:path w="35" h="60">
                  <a:moveTo>
                    <a:pt x="10" y="0"/>
                  </a:moveTo>
                  <a:lnTo>
                    <a:pt x="19" y="3"/>
                  </a:lnTo>
                  <a:lnTo>
                    <a:pt x="26" y="9"/>
                  </a:lnTo>
                  <a:lnTo>
                    <a:pt x="32" y="17"/>
                  </a:lnTo>
                  <a:lnTo>
                    <a:pt x="35" y="25"/>
                  </a:lnTo>
                  <a:lnTo>
                    <a:pt x="35" y="35"/>
                  </a:lnTo>
                  <a:lnTo>
                    <a:pt x="32" y="45"/>
                  </a:lnTo>
                  <a:lnTo>
                    <a:pt x="26" y="52"/>
                  </a:lnTo>
                  <a:lnTo>
                    <a:pt x="18" y="58"/>
                  </a:lnTo>
                  <a:lnTo>
                    <a:pt x="10" y="6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92" name=""/>
            <p:cNvSpPr/>
            <p:nvPr/>
          </p:nvSpPr>
          <p:spPr>
            <a:xfrm rot="0">
              <a:off x="4222" y="1032"/>
              <a:ext cx="17" cy="22"/>
            </a:xfrm>
            <a:custGeom>
              <a:avLst/>
              <a:ahLst/>
              <a:rect l="0" t="0" r="r" b="b"/>
              <a:pathLst>
                <a:path w="52" h="67">
                  <a:moveTo>
                    <a:pt x="42" y="67"/>
                  </a:moveTo>
                  <a:lnTo>
                    <a:pt x="47" y="37"/>
                  </a:lnTo>
                  <a:lnTo>
                    <a:pt x="52" y="7"/>
                  </a:lnTo>
                  <a:lnTo>
                    <a:pt x="9" y="0"/>
                  </a:lnTo>
                  <a:lnTo>
                    <a:pt x="5" y="30"/>
                  </a:lnTo>
                  <a:lnTo>
                    <a:pt x="0" y="60"/>
                  </a:lnTo>
                  <a:lnTo>
                    <a:pt x="42" y="6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93" name=""/>
            <p:cNvSpPr/>
            <p:nvPr/>
          </p:nvSpPr>
          <p:spPr>
            <a:xfrm rot="0">
              <a:off x="4222" y="1032"/>
              <a:ext cx="17" cy="22"/>
            </a:xfrm>
            <a:custGeom>
              <a:avLst/>
              <a:ahLst/>
              <a:rect l="0" t="0" r="r" b="b"/>
              <a:pathLst>
                <a:path w="52" h="67">
                  <a:moveTo>
                    <a:pt x="42" y="67"/>
                  </a:moveTo>
                  <a:lnTo>
                    <a:pt x="47" y="37"/>
                  </a:lnTo>
                  <a:lnTo>
                    <a:pt x="52" y="7"/>
                  </a:lnTo>
                  <a:lnTo>
                    <a:pt x="9" y="0"/>
                  </a:lnTo>
                  <a:lnTo>
                    <a:pt x="5" y="30"/>
                  </a:lnTo>
                  <a:lnTo>
                    <a:pt x="0" y="60"/>
                  </a:lnTo>
                  <a:lnTo>
                    <a:pt x="42" y="6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94" name=""/>
            <p:cNvSpPr/>
            <p:nvPr/>
          </p:nvSpPr>
          <p:spPr>
            <a:xfrm rot="0">
              <a:off x="4223" y="1032"/>
              <a:ext cx="2" cy="10"/>
            </a:xfrm>
            <a:custGeom>
              <a:avLst/>
              <a:ahLst/>
              <a:rect l="0" t="0" r="r" b="b"/>
              <a:pathLst>
                <a:path w="4" h="30">
                  <a:moveTo>
                    <a:pt x="0" y="30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95" name=""/>
            <p:cNvSpPr/>
            <p:nvPr/>
          </p:nvSpPr>
          <p:spPr>
            <a:xfrm rot="0" flipH="1">
              <a:off x="4224" y="10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96" name=""/>
            <p:cNvSpPr/>
            <p:nvPr/>
          </p:nvSpPr>
          <p:spPr>
            <a:xfrm rot="0">
              <a:off x="4189" y="1028"/>
              <a:ext cx="35" cy="24"/>
            </a:xfrm>
            <a:custGeom>
              <a:avLst/>
              <a:ahLst/>
              <a:rect l="0" t="0" r="r" b="b"/>
              <a:pathLst>
                <a:path w="107" h="71">
                  <a:moveTo>
                    <a:pt x="100" y="71"/>
                  </a:moveTo>
                  <a:lnTo>
                    <a:pt x="104" y="41"/>
                  </a:lnTo>
                  <a:lnTo>
                    <a:pt x="107" y="11"/>
                  </a:lnTo>
                  <a:lnTo>
                    <a:pt x="7" y="0"/>
                  </a:lnTo>
                  <a:lnTo>
                    <a:pt x="4" y="30"/>
                  </a:lnTo>
                  <a:lnTo>
                    <a:pt x="0" y="60"/>
                  </a:lnTo>
                  <a:lnTo>
                    <a:pt x="100" y="7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97" name=""/>
            <p:cNvSpPr/>
            <p:nvPr/>
          </p:nvSpPr>
          <p:spPr>
            <a:xfrm rot="0">
              <a:off x="4189" y="1028"/>
              <a:ext cx="35" cy="24"/>
            </a:xfrm>
            <a:custGeom>
              <a:avLst/>
              <a:ahLst/>
              <a:rect l="0" t="0" r="r" b="b"/>
              <a:pathLst>
                <a:path w="107" h="71">
                  <a:moveTo>
                    <a:pt x="100" y="71"/>
                  </a:moveTo>
                  <a:lnTo>
                    <a:pt x="104" y="41"/>
                  </a:lnTo>
                  <a:lnTo>
                    <a:pt x="107" y="11"/>
                  </a:lnTo>
                  <a:lnTo>
                    <a:pt x="7" y="0"/>
                  </a:lnTo>
                  <a:lnTo>
                    <a:pt x="4" y="30"/>
                  </a:lnTo>
                  <a:lnTo>
                    <a:pt x="0" y="60"/>
                  </a:lnTo>
                  <a:lnTo>
                    <a:pt x="100" y="7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598" name=""/>
            <p:cNvSpPr/>
            <p:nvPr/>
          </p:nvSpPr>
          <p:spPr>
            <a:xfrm rot="0">
              <a:off x="4190" y="1028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0" y="30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599" name=""/>
            <p:cNvSpPr/>
            <p:nvPr/>
          </p:nvSpPr>
          <p:spPr>
            <a:xfrm rot="0" flipH="1">
              <a:off x="4191" y="10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00" name=""/>
            <p:cNvSpPr/>
            <p:nvPr/>
          </p:nvSpPr>
          <p:spPr>
            <a:xfrm rot="0">
              <a:off x="4155" y="1025"/>
              <a:ext cx="36" cy="23"/>
            </a:xfrm>
            <a:custGeom>
              <a:avLst/>
              <a:ahLst/>
              <a:rect l="0" t="0" r="r" b="b"/>
              <a:pathLst>
                <a:path w="106" h="68">
                  <a:moveTo>
                    <a:pt x="101" y="68"/>
                  </a:moveTo>
                  <a:lnTo>
                    <a:pt x="104" y="38"/>
                  </a:lnTo>
                  <a:lnTo>
                    <a:pt x="106" y="8"/>
                  </a:lnTo>
                  <a:lnTo>
                    <a:pt x="5" y="0"/>
                  </a:lnTo>
                  <a:lnTo>
                    <a:pt x="2" y="30"/>
                  </a:lnTo>
                  <a:lnTo>
                    <a:pt x="0" y="60"/>
                  </a:lnTo>
                  <a:lnTo>
                    <a:pt x="101" y="6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01" name=""/>
            <p:cNvSpPr/>
            <p:nvPr/>
          </p:nvSpPr>
          <p:spPr>
            <a:xfrm rot="0">
              <a:off x="4155" y="1025"/>
              <a:ext cx="36" cy="23"/>
            </a:xfrm>
            <a:custGeom>
              <a:avLst/>
              <a:ahLst/>
              <a:rect l="0" t="0" r="r" b="b"/>
              <a:pathLst>
                <a:path w="106" h="68">
                  <a:moveTo>
                    <a:pt x="101" y="68"/>
                  </a:moveTo>
                  <a:lnTo>
                    <a:pt x="104" y="38"/>
                  </a:lnTo>
                  <a:lnTo>
                    <a:pt x="106" y="8"/>
                  </a:lnTo>
                  <a:lnTo>
                    <a:pt x="5" y="0"/>
                  </a:lnTo>
                  <a:lnTo>
                    <a:pt x="2" y="30"/>
                  </a:lnTo>
                  <a:lnTo>
                    <a:pt x="0" y="60"/>
                  </a:lnTo>
                  <a:lnTo>
                    <a:pt x="101" y="6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02" name=""/>
            <p:cNvSpPr/>
            <p:nvPr/>
          </p:nvSpPr>
          <p:spPr>
            <a:xfrm rot="0">
              <a:off x="4156" y="1025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0" y="30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03" name=""/>
            <p:cNvSpPr/>
            <p:nvPr/>
          </p:nvSpPr>
          <p:spPr>
            <a:xfrm rot="0" flipH="1">
              <a:off x="4157" y="10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04" name=""/>
            <p:cNvSpPr/>
            <p:nvPr/>
          </p:nvSpPr>
          <p:spPr>
            <a:xfrm rot="0">
              <a:off x="4132" y="1024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72" y="63"/>
                  </a:moveTo>
                  <a:lnTo>
                    <a:pt x="73" y="33"/>
                  </a:lnTo>
                  <a:lnTo>
                    <a:pt x="75" y="3"/>
                  </a:lnTo>
                  <a:lnTo>
                    <a:pt x="2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72" y="6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05" name=""/>
            <p:cNvSpPr/>
            <p:nvPr/>
          </p:nvSpPr>
          <p:spPr>
            <a:xfrm rot="0">
              <a:off x="4132" y="1024"/>
              <a:ext cx="25" cy="21"/>
            </a:xfrm>
            <a:custGeom>
              <a:avLst/>
              <a:ahLst/>
              <a:rect l="0" t="0" r="r" b="b"/>
              <a:pathLst>
                <a:path w="75" h="63">
                  <a:moveTo>
                    <a:pt x="72" y="63"/>
                  </a:moveTo>
                  <a:lnTo>
                    <a:pt x="73" y="33"/>
                  </a:lnTo>
                  <a:lnTo>
                    <a:pt x="75" y="3"/>
                  </a:lnTo>
                  <a:lnTo>
                    <a:pt x="2" y="0"/>
                  </a:lnTo>
                  <a:lnTo>
                    <a:pt x="1" y="30"/>
                  </a:lnTo>
                  <a:lnTo>
                    <a:pt x="0" y="60"/>
                  </a:lnTo>
                  <a:lnTo>
                    <a:pt x="72" y="6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06" name=""/>
            <p:cNvSpPr/>
            <p:nvPr/>
          </p:nvSpPr>
          <p:spPr>
            <a:xfrm rot="0">
              <a:off x="4122" y="1024"/>
              <a:ext cx="10" cy="20"/>
            </a:xfrm>
            <a:custGeom>
              <a:avLst/>
              <a:ahLst/>
              <a:rect l="0" t="0" r="r" b="b"/>
              <a:pathLst>
                <a:path w="31" h="60">
                  <a:moveTo>
                    <a:pt x="30" y="30"/>
                  </a:moveTo>
                  <a:lnTo>
                    <a:pt x="29" y="60"/>
                  </a:lnTo>
                  <a:lnTo>
                    <a:pt x="19" y="59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0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07" name=""/>
            <p:cNvSpPr/>
            <p:nvPr/>
          </p:nvSpPr>
          <p:spPr>
            <a:xfrm rot="0">
              <a:off x="4122" y="1024"/>
              <a:ext cx="10" cy="20"/>
            </a:xfrm>
            <a:custGeom>
              <a:avLst/>
              <a:ahLst/>
              <a:rect l="0" t="0" r="r" b="b"/>
              <a:pathLst>
                <a:path w="31" h="60">
                  <a:moveTo>
                    <a:pt x="29" y="60"/>
                  </a:moveTo>
                  <a:lnTo>
                    <a:pt x="19" y="59"/>
                  </a:lnTo>
                  <a:lnTo>
                    <a:pt x="11" y="54"/>
                  </a:lnTo>
                  <a:lnTo>
                    <a:pt x="5" y="47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6" y="11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08" name=""/>
            <p:cNvSpPr/>
            <p:nvPr/>
          </p:nvSpPr>
          <p:spPr>
            <a:xfrm rot="0">
              <a:off x="4079" y="1025"/>
              <a:ext cx="10" cy="20"/>
            </a:xfrm>
            <a:custGeom>
              <a:avLst/>
              <a:ahLst/>
              <a:rect l="0" t="0" r="r" b="b"/>
              <a:pathLst>
                <a:path w="31" h="60">
                  <a:moveTo>
                    <a:pt x="1" y="3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8" y="4"/>
                  </a:lnTo>
                  <a:lnTo>
                    <a:pt x="25" y="10"/>
                  </a:lnTo>
                  <a:lnTo>
                    <a:pt x="30" y="19"/>
                  </a:lnTo>
                  <a:lnTo>
                    <a:pt x="31" y="29"/>
                  </a:lnTo>
                  <a:lnTo>
                    <a:pt x="31" y="38"/>
                  </a:lnTo>
                  <a:lnTo>
                    <a:pt x="26" y="47"/>
                  </a:lnTo>
                  <a:lnTo>
                    <a:pt x="20" y="54"/>
                  </a:lnTo>
                  <a:lnTo>
                    <a:pt x="12" y="59"/>
                  </a:lnTo>
                  <a:lnTo>
                    <a:pt x="2" y="60"/>
                  </a:lnTo>
                  <a:lnTo>
                    <a:pt x="1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09" name=""/>
            <p:cNvSpPr/>
            <p:nvPr/>
          </p:nvSpPr>
          <p:spPr>
            <a:xfrm rot="0">
              <a:off x="4079" y="1025"/>
              <a:ext cx="10" cy="20"/>
            </a:xfrm>
            <a:custGeom>
              <a:avLst/>
              <a:ahLst/>
              <a:rect l="0" t="0" r="r" b="b"/>
              <a:pathLst>
                <a:path w="31" h="60">
                  <a:moveTo>
                    <a:pt x="0" y="0"/>
                  </a:moveTo>
                  <a:lnTo>
                    <a:pt x="9" y="0"/>
                  </a:lnTo>
                  <a:lnTo>
                    <a:pt x="18" y="4"/>
                  </a:lnTo>
                  <a:lnTo>
                    <a:pt x="25" y="10"/>
                  </a:lnTo>
                  <a:lnTo>
                    <a:pt x="30" y="19"/>
                  </a:lnTo>
                  <a:lnTo>
                    <a:pt x="31" y="29"/>
                  </a:lnTo>
                  <a:lnTo>
                    <a:pt x="31" y="38"/>
                  </a:lnTo>
                  <a:lnTo>
                    <a:pt x="26" y="47"/>
                  </a:lnTo>
                  <a:lnTo>
                    <a:pt x="20" y="54"/>
                  </a:lnTo>
                  <a:lnTo>
                    <a:pt x="12" y="59"/>
                  </a:lnTo>
                  <a:lnTo>
                    <a:pt x="2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10" name=""/>
            <p:cNvSpPr/>
            <p:nvPr/>
          </p:nvSpPr>
          <p:spPr>
            <a:xfrm rot="0">
              <a:off x="4054" y="1025"/>
              <a:ext cx="25" cy="22"/>
            </a:xfrm>
            <a:custGeom>
              <a:avLst/>
              <a:ahLst/>
              <a:rect l="0" t="0" r="r" b="b"/>
              <a:pathLst>
                <a:path w="75" h="64">
                  <a:moveTo>
                    <a:pt x="75" y="60"/>
                  </a:moveTo>
                  <a:lnTo>
                    <a:pt x="74" y="30"/>
                  </a:lnTo>
                  <a:lnTo>
                    <a:pt x="73" y="0"/>
                  </a:lnTo>
                  <a:lnTo>
                    <a:pt x="0" y="3"/>
                  </a:lnTo>
                  <a:lnTo>
                    <a:pt x="2" y="33"/>
                  </a:lnTo>
                  <a:lnTo>
                    <a:pt x="3" y="64"/>
                  </a:lnTo>
                  <a:lnTo>
                    <a:pt x="75" y="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11" name=""/>
            <p:cNvSpPr/>
            <p:nvPr/>
          </p:nvSpPr>
          <p:spPr>
            <a:xfrm rot="0">
              <a:off x="4054" y="1025"/>
              <a:ext cx="25" cy="22"/>
            </a:xfrm>
            <a:custGeom>
              <a:avLst/>
              <a:ahLst/>
              <a:rect l="0" t="0" r="r" b="b"/>
              <a:pathLst>
                <a:path w="75" h="64">
                  <a:moveTo>
                    <a:pt x="75" y="60"/>
                  </a:moveTo>
                  <a:lnTo>
                    <a:pt x="74" y="30"/>
                  </a:lnTo>
                  <a:lnTo>
                    <a:pt x="73" y="0"/>
                  </a:lnTo>
                  <a:lnTo>
                    <a:pt x="0" y="3"/>
                  </a:lnTo>
                  <a:lnTo>
                    <a:pt x="2" y="33"/>
                  </a:lnTo>
                  <a:lnTo>
                    <a:pt x="3" y="64"/>
                  </a:lnTo>
                  <a:lnTo>
                    <a:pt x="75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12" name=""/>
            <p:cNvSpPr/>
            <p:nvPr/>
          </p:nvSpPr>
          <p:spPr>
            <a:xfrm rot="0">
              <a:off x="4054" y="1026"/>
              <a:ext cx="1" cy="10"/>
            </a:xfrm>
            <a:custGeom>
              <a:avLst/>
              <a:ahLst/>
              <a:rect l="0" t="0" r="r" b="b"/>
              <a:pathLst>
                <a:path w="3" h="30">
                  <a:moveTo>
                    <a:pt x="3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13" name=""/>
            <p:cNvSpPr/>
            <p:nvPr/>
          </p:nvSpPr>
          <p:spPr>
            <a:xfrm rot="0" flipH="1">
              <a:off x="4054" y="10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14" name=""/>
            <p:cNvSpPr/>
            <p:nvPr/>
          </p:nvSpPr>
          <p:spPr>
            <a:xfrm rot="0">
              <a:off x="4021" y="1026"/>
              <a:ext cx="35" cy="24"/>
            </a:xfrm>
            <a:custGeom>
              <a:avLst/>
              <a:ahLst/>
              <a:rect l="0" t="0" r="r" b="b"/>
              <a:pathLst>
                <a:path w="105" h="70">
                  <a:moveTo>
                    <a:pt x="105" y="61"/>
                  </a:moveTo>
                  <a:lnTo>
                    <a:pt x="103" y="30"/>
                  </a:lnTo>
                  <a:lnTo>
                    <a:pt x="100" y="0"/>
                  </a:lnTo>
                  <a:lnTo>
                    <a:pt x="0" y="10"/>
                  </a:lnTo>
                  <a:lnTo>
                    <a:pt x="3" y="40"/>
                  </a:lnTo>
                  <a:lnTo>
                    <a:pt x="5" y="70"/>
                  </a:lnTo>
                  <a:lnTo>
                    <a:pt x="105" y="6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15" name=""/>
            <p:cNvSpPr/>
            <p:nvPr/>
          </p:nvSpPr>
          <p:spPr>
            <a:xfrm rot="0">
              <a:off x="4021" y="1026"/>
              <a:ext cx="35" cy="24"/>
            </a:xfrm>
            <a:custGeom>
              <a:avLst/>
              <a:ahLst/>
              <a:rect l="0" t="0" r="r" b="b"/>
              <a:pathLst>
                <a:path w="105" h="70">
                  <a:moveTo>
                    <a:pt x="105" y="61"/>
                  </a:moveTo>
                  <a:lnTo>
                    <a:pt x="103" y="30"/>
                  </a:lnTo>
                  <a:lnTo>
                    <a:pt x="100" y="0"/>
                  </a:lnTo>
                  <a:lnTo>
                    <a:pt x="0" y="10"/>
                  </a:lnTo>
                  <a:lnTo>
                    <a:pt x="3" y="40"/>
                  </a:lnTo>
                  <a:lnTo>
                    <a:pt x="5" y="70"/>
                  </a:lnTo>
                  <a:lnTo>
                    <a:pt x="105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16" name=""/>
            <p:cNvSpPr/>
            <p:nvPr/>
          </p:nvSpPr>
          <p:spPr>
            <a:xfrm rot="0">
              <a:off x="4020" y="1030"/>
              <a:ext cx="2" cy="10"/>
            </a:xfrm>
            <a:custGeom>
              <a:avLst/>
              <a:ahLst/>
              <a:rect l="0" t="0" r="r" b="b"/>
              <a:pathLst>
                <a:path w="4" h="30">
                  <a:moveTo>
                    <a:pt x="4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17" name=""/>
            <p:cNvSpPr/>
            <p:nvPr/>
          </p:nvSpPr>
          <p:spPr>
            <a:xfrm rot="0" flipH="1">
              <a:off x="4020" y="10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18" name=""/>
            <p:cNvSpPr/>
            <p:nvPr/>
          </p:nvSpPr>
          <p:spPr>
            <a:xfrm rot="0">
              <a:off x="3987" y="1030"/>
              <a:ext cx="36" cy="24"/>
            </a:xfrm>
            <a:custGeom>
              <a:avLst/>
              <a:ahLst/>
              <a:rect l="0" t="0" r="r" b="b"/>
              <a:pathLst>
                <a:path w="108" h="73">
                  <a:moveTo>
                    <a:pt x="108" y="60"/>
                  </a:moveTo>
                  <a:lnTo>
                    <a:pt x="105" y="30"/>
                  </a:lnTo>
                  <a:lnTo>
                    <a:pt x="101" y="0"/>
                  </a:lnTo>
                  <a:lnTo>
                    <a:pt x="0" y="13"/>
                  </a:lnTo>
                  <a:lnTo>
                    <a:pt x="3" y="43"/>
                  </a:lnTo>
                  <a:lnTo>
                    <a:pt x="7" y="73"/>
                  </a:lnTo>
                  <a:lnTo>
                    <a:pt x="108" y="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19" name=""/>
            <p:cNvSpPr/>
            <p:nvPr/>
          </p:nvSpPr>
          <p:spPr>
            <a:xfrm rot="0">
              <a:off x="3987" y="1030"/>
              <a:ext cx="36" cy="24"/>
            </a:xfrm>
            <a:custGeom>
              <a:avLst/>
              <a:ahLst/>
              <a:rect l="0" t="0" r="r" b="b"/>
              <a:pathLst>
                <a:path w="108" h="73">
                  <a:moveTo>
                    <a:pt x="108" y="60"/>
                  </a:moveTo>
                  <a:lnTo>
                    <a:pt x="105" y="30"/>
                  </a:lnTo>
                  <a:lnTo>
                    <a:pt x="101" y="0"/>
                  </a:lnTo>
                  <a:lnTo>
                    <a:pt x="0" y="13"/>
                  </a:lnTo>
                  <a:lnTo>
                    <a:pt x="3" y="43"/>
                  </a:lnTo>
                  <a:lnTo>
                    <a:pt x="7" y="73"/>
                  </a:lnTo>
                  <a:lnTo>
                    <a:pt x="108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20" name=""/>
            <p:cNvSpPr/>
            <p:nvPr/>
          </p:nvSpPr>
          <p:spPr>
            <a:xfrm rot="0">
              <a:off x="3986" y="1034"/>
              <a:ext cx="2" cy="10"/>
            </a:xfrm>
            <a:custGeom>
              <a:avLst/>
              <a:ahLst/>
              <a:rect l="0" t="0" r="r" b="b"/>
              <a:pathLst>
                <a:path w="4" h="30">
                  <a:moveTo>
                    <a:pt x="4" y="3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21" name=""/>
            <p:cNvSpPr/>
            <p:nvPr/>
          </p:nvSpPr>
          <p:spPr>
            <a:xfrm rot="0" flipH="1">
              <a:off x="3986" y="103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22" name=""/>
            <p:cNvSpPr/>
            <p:nvPr/>
          </p:nvSpPr>
          <p:spPr>
            <a:xfrm rot="0">
              <a:off x="3973" y="1034"/>
              <a:ext cx="16" cy="23"/>
            </a:xfrm>
            <a:custGeom>
              <a:avLst/>
              <a:ahLst/>
              <a:rect l="0" t="0" r="r" b="b"/>
              <a:pathLst>
                <a:path w="50" h="68">
                  <a:moveTo>
                    <a:pt x="50" y="60"/>
                  </a:moveTo>
                  <a:lnTo>
                    <a:pt x="45" y="30"/>
                  </a:lnTo>
                  <a:lnTo>
                    <a:pt x="41" y="0"/>
                  </a:lnTo>
                  <a:lnTo>
                    <a:pt x="0" y="7"/>
                  </a:lnTo>
                  <a:lnTo>
                    <a:pt x="4" y="38"/>
                  </a:lnTo>
                  <a:lnTo>
                    <a:pt x="9" y="68"/>
                  </a:lnTo>
                  <a:lnTo>
                    <a:pt x="50" y="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23" name=""/>
            <p:cNvSpPr/>
            <p:nvPr/>
          </p:nvSpPr>
          <p:spPr>
            <a:xfrm rot="0">
              <a:off x="3973" y="1034"/>
              <a:ext cx="16" cy="23"/>
            </a:xfrm>
            <a:custGeom>
              <a:avLst/>
              <a:ahLst/>
              <a:rect l="0" t="0" r="r" b="b"/>
              <a:pathLst>
                <a:path w="50" h="68">
                  <a:moveTo>
                    <a:pt x="50" y="60"/>
                  </a:moveTo>
                  <a:lnTo>
                    <a:pt x="45" y="30"/>
                  </a:lnTo>
                  <a:lnTo>
                    <a:pt x="41" y="0"/>
                  </a:lnTo>
                  <a:lnTo>
                    <a:pt x="0" y="7"/>
                  </a:lnTo>
                  <a:lnTo>
                    <a:pt x="4" y="38"/>
                  </a:lnTo>
                  <a:lnTo>
                    <a:pt x="9" y="68"/>
                  </a:lnTo>
                  <a:lnTo>
                    <a:pt x="50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24" name=""/>
            <p:cNvSpPr/>
            <p:nvPr/>
          </p:nvSpPr>
          <p:spPr>
            <a:xfrm rot="0">
              <a:off x="3964" y="1036"/>
              <a:ext cx="12" cy="21"/>
            </a:xfrm>
            <a:custGeom>
              <a:avLst/>
              <a:ahLst/>
              <a:rect l="0" t="0" r="r" b="b"/>
              <a:pathLst>
                <a:path w="35" h="61">
                  <a:moveTo>
                    <a:pt x="30" y="31"/>
                  </a:moveTo>
                  <a:lnTo>
                    <a:pt x="35" y="61"/>
                  </a:lnTo>
                  <a:lnTo>
                    <a:pt x="26" y="61"/>
                  </a:lnTo>
                  <a:lnTo>
                    <a:pt x="17" y="58"/>
                  </a:lnTo>
                  <a:lnTo>
                    <a:pt x="9" y="52"/>
                  </a:lnTo>
                  <a:lnTo>
                    <a:pt x="3" y="45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3" y="17"/>
                  </a:lnTo>
                  <a:lnTo>
                    <a:pt x="9" y="9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25" name=""/>
            <p:cNvSpPr/>
            <p:nvPr/>
          </p:nvSpPr>
          <p:spPr>
            <a:xfrm rot="0">
              <a:off x="3964" y="1036"/>
              <a:ext cx="12" cy="21"/>
            </a:xfrm>
            <a:custGeom>
              <a:avLst/>
              <a:ahLst/>
              <a:rect l="0" t="0" r="r" b="b"/>
              <a:pathLst>
                <a:path w="35" h="61">
                  <a:moveTo>
                    <a:pt x="35" y="61"/>
                  </a:moveTo>
                  <a:lnTo>
                    <a:pt x="26" y="61"/>
                  </a:lnTo>
                  <a:lnTo>
                    <a:pt x="17" y="58"/>
                  </a:lnTo>
                  <a:lnTo>
                    <a:pt x="9" y="52"/>
                  </a:lnTo>
                  <a:lnTo>
                    <a:pt x="3" y="45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3" y="17"/>
                  </a:lnTo>
                  <a:lnTo>
                    <a:pt x="9" y="9"/>
                  </a:lnTo>
                  <a:lnTo>
                    <a:pt x="16" y="3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26" name=""/>
            <p:cNvSpPr/>
            <p:nvPr/>
          </p:nvSpPr>
          <p:spPr>
            <a:xfrm rot="0">
              <a:off x="3922" y="1047"/>
              <a:ext cx="11" cy="20"/>
            </a:xfrm>
            <a:custGeom>
              <a:avLst/>
              <a:ahLst/>
              <a:rect l="0" t="0" r="r" b="b"/>
              <a:pathLst>
                <a:path w="31" h="61">
                  <a:moveTo>
                    <a:pt x="0" y="31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1"/>
                  </a:lnTo>
                  <a:lnTo>
                    <a:pt x="31" y="31"/>
                  </a:lnTo>
                  <a:lnTo>
                    <a:pt x="29" y="41"/>
                  </a:lnTo>
                  <a:lnTo>
                    <a:pt x="25" y="49"/>
                  </a:lnTo>
                  <a:lnTo>
                    <a:pt x="18" y="56"/>
                  </a:lnTo>
                  <a:lnTo>
                    <a:pt x="10" y="60"/>
                  </a:lnTo>
                  <a:lnTo>
                    <a:pt x="0" y="61"/>
                  </a:lnTo>
                  <a:lnTo>
                    <a:pt x="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27" name=""/>
            <p:cNvSpPr/>
            <p:nvPr/>
          </p:nvSpPr>
          <p:spPr>
            <a:xfrm rot="0">
              <a:off x="3922" y="1047"/>
              <a:ext cx="11" cy="20"/>
            </a:xfrm>
            <a:custGeom>
              <a:avLst/>
              <a:ahLst/>
              <a:rect l="0" t="0" r="r" b="b"/>
              <a:pathLst>
                <a:path w="31" h="61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5" y="13"/>
                  </a:lnTo>
                  <a:lnTo>
                    <a:pt x="29" y="21"/>
                  </a:lnTo>
                  <a:lnTo>
                    <a:pt x="31" y="31"/>
                  </a:lnTo>
                  <a:lnTo>
                    <a:pt x="29" y="41"/>
                  </a:lnTo>
                  <a:lnTo>
                    <a:pt x="25" y="49"/>
                  </a:lnTo>
                  <a:lnTo>
                    <a:pt x="18" y="56"/>
                  </a:lnTo>
                  <a:lnTo>
                    <a:pt x="10" y="6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28" name=""/>
            <p:cNvSpPr/>
            <p:nvPr/>
          </p:nvSpPr>
          <p:spPr>
            <a:xfrm rot="0">
              <a:off x="3902" y="1047"/>
              <a:ext cx="10" cy="20"/>
            </a:xfrm>
            <a:custGeom>
              <a:avLst/>
              <a:ahLst/>
              <a:rect l="0" t="0" r="r" b="b"/>
              <a:pathLst>
                <a:path w="31" h="61">
                  <a:moveTo>
                    <a:pt x="31" y="31"/>
                  </a:moveTo>
                  <a:lnTo>
                    <a:pt x="31" y="61"/>
                  </a:lnTo>
                  <a:lnTo>
                    <a:pt x="21" y="60"/>
                  </a:lnTo>
                  <a:lnTo>
                    <a:pt x="13" y="56"/>
                  </a:lnTo>
                  <a:lnTo>
                    <a:pt x="5" y="49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  <a:lnTo>
                    <a:pt x="31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29" name=""/>
            <p:cNvSpPr/>
            <p:nvPr/>
          </p:nvSpPr>
          <p:spPr>
            <a:xfrm rot="0">
              <a:off x="3902" y="1047"/>
              <a:ext cx="10" cy="20"/>
            </a:xfrm>
            <a:custGeom>
              <a:avLst/>
              <a:ahLst/>
              <a:rect l="0" t="0" r="r" b="b"/>
              <a:pathLst>
                <a:path w="31" h="61">
                  <a:moveTo>
                    <a:pt x="31" y="61"/>
                  </a:moveTo>
                  <a:lnTo>
                    <a:pt x="21" y="60"/>
                  </a:lnTo>
                  <a:lnTo>
                    <a:pt x="13" y="56"/>
                  </a:lnTo>
                  <a:lnTo>
                    <a:pt x="5" y="49"/>
                  </a:lnTo>
                  <a:lnTo>
                    <a:pt x="2" y="41"/>
                  </a:lnTo>
                  <a:lnTo>
                    <a:pt x="0" y="31"/>
                  </a:lnTo>
                  <a:lnTo>
                    <a:pt x="2" y="21"/>
                  </a:lnTo>
                  <a:lnTo>
                    <a:pt x="5" y="13"/>
                  </a:lnTo>
                  <a:lnTo>
                    <a:pt x="13" y="6"/>
                  </a:lnTo>
                  <a:lnTo>
                    <a:pt x="21" y="2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30" name=""/>
            <p:cNvSpPr/>
            <p:nvPr/>
          </p:nvSpPr>
          <p:spPr>
            <a:xfrm rot="0">
              <a:off x="3912" y="1047"/>
              <a:ext cx="21" cy="20"/>
            </a:xfrm>
            <a:custGeom>
              <a:avLst/>
              <a:ahLst/>
              <a:rect l="0" t="0" r="r" b="b"/>
              <a:pathLst>
                <a:path w="62" h="61">
                  <a:moveTo>
                    <a:pt x="0" y="0"/>
                  </a:moveTo>
                  <a:lnTo>
                    <a:pt x="0" y="31"/>
                  </a:lnTo>
                  <a:lnTo>
                    <a:pt x="0" y="61"/>
                  </a:lnTo>
                  <a:lnTo>
                    <a:pt x="62" y="61"/>
                  </a:lnTo>
                  <a:lnTo>
                    <a:pt x="62" y="31"/>
                  </a:lnTo>
                  <a:lnTo>
                    <a:pt x="62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31" name=""/>
            <p:cNvSpPr/>
            <p:nvPr/>
          </p:nvSpPr>
          <p:spPr>
            <a:xfrm rot="0">
              <a:off x="3912" y="1047"/>
              <a:ext cx="21" cy="20"/>
            </a:xfrm>
            <a:custGeom>
              <a:avLst/>
              <a:ahLst/>
              <a:rect l="0" t="0" r="r" b="b"/>
              <a:pathLst>
                <a:path w="62" h="61">
                  <a:moveTo>
                    <a:pt x="0" y="0"/>
                  </a:moveTo>
                  <a:lnTo>
                    <a:pt x="0" y="31"/>
                  </a:lnTo>
                  <a:lnTo>
                    <a:pt x="0" y="61"/>
                  </a:lnTo>
                  <a:lnTo>
                    <a:pt x="62" y="61"/>
                  </a:lnTo>
                  <a:lnTo>
                    <a:pt x="62" y="31"/>
                  </a:lnTo>
                  <a:lnTo>
                    <a:pt x="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32" name=""/>
            <p:cNvSpPr/>
            <p:nvPr/>
          </p:nvSpPr>
          <p:spPr>
            <a:xfrm rot="0">
              <a:off x="3933" y="1047"/>
              <a:ext cx="10" cy="20"/>
            </a:xfrm>
            <a:custGeom>
              <a:avLst/>
              <a:ahLst/>
              <a:rect l="0" t="0" r="r" b="b"/>
              <a:pathLst>
                <a:path w="32" h="61">
                  <a:moveTo>
                    <a:pt x="0" y="31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8" y="6"/>
                  </a:lnTo>
                  <a:lnTo>
                    <a:pt x="26" y="13"/>
                  </a:lnTo>
                  <a:lnTo>
                    <a:pt x="29" y="21"/>
                  </a:lnTo>
                  <a:lnTo>
                    <a:pt x="32" y="31"/>
                  </a:lnTo>
                  <a:lnTo>
                    <a:pt x="29" y="41"/>
                  </a:lnTo>
                  <a:lnTo>
                    <a:pt x="26" y="49"/>
                  </a:lnTo>
                  <a:lnTo>
                    <a:pt x="18" y="56"/>
                  </a:lnTo>
                  <a:lnTo>
                    <a:pt x="10" y="60"/>
                  </a:lnTo>
                  <a:lnTo>
                    <a:pt x="0" y="61"/>
                  </a:lnTo>
                  <a:lnTo>
                    <a:pt x="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33" name=""/>
            <p:cNvSpPr/>
            <p:nvPr/>
          </p:nvSpPr>
          <p:spPr>
            <a:xfrm rot="0">
              <a:off x="3933" y="1047"/>
              <a:ext cx="10" cy="20"/>
            </a:xfrm>
            <a:custGeom>
              <a:avLst/>
              <a:ahLst/>
              <a:rect l="0" t="0" r="r" b="b"/>
              <a:pathLst>
                <a:path w="32" h="61">
                  <a:moveTo>
                    <a:pt x="0" y="0"/>
                  </a:moveTo>
                  <a:lnTo>
                    <a:pt x="10" y="2"/>
                  </a:lnTo>
                  <a:lnTo>
                    <a:pt x="18" y="6"/>
                  </a:lnTo>
                  <a:lnTo>
                    <a:pt x="26" y="13"/>
                  </a:lnTo>
                  <a:lnTo>
                    <a:pt x="29" y="21"/>
                  </a:lnTo>
                  <a:lnTo>
                    <a:pt x="32" y="31"/>
                  </a:lnTo>
                  <a:lnTo>
                    <a:pt x="29" y="41"/>
                  </a:lnTo>
                  <a:lnTo>
                    <a:pt x="26" y="49"/>
                  </a:lnTo>
                  <a:lnTo>
                    <a:pt x="18" y="56"/>
                  </a:lnTo>
                  <a:lnTo>
                    <a:pt x="10" y="6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34" name=""/>
            <p:cNvSpPr/>
            <p:nvPr/>
          </p:nvSpPr>
          <p:spPr>
            <a:xfrm rot="0">
              <a:off x="3919" y="1047"/>
              <a:ext cx="3" cy="10"/>
            </a:xfrm>
            <a:custGeom>
              <a:avLst/>
              <a:ahLst/>
              <a:rect l="0" t="0" r="r" b="b"/>
              <a:pathLst>
                <a:path w="9" h="31">
                  <a:moveTo>
                    <a:pt x="9" y="31"/>
                  </a:moveTo>
                  <a:lnTo>
                    <a:pt x="9" y="0"/>
                  </a:lnTo>
                  <a:lnTo>
                    <a:pt x="0" y="1"/>
                  </a:lnTo>
                  <a:lnTo>
                    <a:pt x="9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35" name=""/>
            <p:cNvSpPr/>
            <p:nvPr/>
          </p:nvSpPr>
          <p:spPr>
            <a:xfrm rot="0" flipH="1">
              <a:off x="3919" y="1047"/>
              <a:ext cx="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36" name=""/>
            <p:cNvSpPr/>
            <p:nvPr/>
          </p:nvSpPr>
          <p:spPr>
            <a:xfrm rot="0">
              <a:off x="3887" y="1047"/>
              <a:ext cx="38" cy="29"/>
            </a:xfrm>
            <a:custGeom>
              <a:avLst/>
              <a:ahLst/>
              <a:rect l="0" t="0" r="r" b="b"/>
              <a:pathLst>
                <a:path w="114" h="87">
                  <a:moveTo>
                    <a:pt x="114" y="60"/>
                  </a:moveTo>
                  <a:lnTo>
                    <a:pt x="106" y="30"/>
                  </a:lnTo>
                  <a:lnTo>
                    <a:pt x="97" y="0"/>
                  </a:lnTo>
                  <a:lnTo>
                    <a:pt x="0" y="26"/>
                  </a:lnTo>
                  <a:lnTo>
                    <a:pt x="8" y="57"/>
                  </a:lnTo>
                  <a:lnTo>
                    <a:pt x="17" y="87"/>
                  </a:lnTo>
                  <a:lnTo>
                    <a:pt x="114" y="6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37" name=""/>
            <p:cNvSpPr/>
            <p:nvPr/>
          </p:nvSpPr>
          <p:spPr>
            <a:xfrm rot="0">
              <a:off x="3887" y="1047"/>
              <a:ext cx="38" cy="29"/>
            </a:xfrm>
            <a:custGeom>
              <a:avLst/>
              <a:ahLst/>
              <a:rect l="0" t="0" r="r" b="b"/>
              <a:pathLst>
                <a:path w="114" h="87">
                  <a:moveTo>
                    <a:pt x="114" y="60"/>
                  </a:moveTo>
                  <a:lnTo>
                    <a:pt x="106" y="30"/>
                  </a:lnTo>
                  <a:lnTo>
                    <a:pt x="97" y="0"/>
                  </a:lnTo>
                  <a:lnTo>
                    <a:pt x="0" y="26"/>
                  </a:lnTo>
                  <a:lnTo>
                    <a:pt x="8" y="57"/>
                  </a:lnTo>
                  <a:lnTo>
                    <a:pt x="17" y="87"/>
                  </a:lnTo>
                  <a:lnTo>
                    <a:pt x="114" y="6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38" name=""/>
            <p:cNvSpPr/>
            <p:nvPr/>
          </p:nvSpPr>
          <p:spPr>
            <a:xfrm rot="0">
              <a:off x="3886" y="1056"/>
              <a:ext cx="3" cy="10"/>
            </a:xfrm>
            <a:custGeom>
              <a:avLst/>
              <a:ahLst/>
              <a:rect l="0" t="0" r="r" b="b"/>
              <a:pathLst>
                <a:path w="10" h="31">
                  <a:moveTo>
                    <a:pt x="10" y="3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0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39" name=""/>
            <p:cNvSpPr/>
            <p:nvPr/>
          </p:nvSpPr>
          <p:spPr>
            <a:xfrm rot="0" flipH="1">
              <a:off x="3886" y="10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40" name=""/>
            <p:cNvSpPr/>
            <p:nvPr/>
          </p:nvSpPr>
          <p:spPr>
            <a:xfrm rot="0">
              <a:off x="3854" y="1057"/>
              <a:ext cx="39" cy="29"/>
            </a:xfrm>
            <a:custGeom>
              <a:avLst/>
              <a:ahLst/>
              <a:rect l="0" t="0" r="r" b="b"/>
              <a:pathLst>
                <a:path w="116" h="88">
                  <a:moveTo>
                    <a:pt x="116" y="57"/>
                  </a:moveTo>
                  <a:lnTo>
                    <a:pt x="106" y="29"/>
                  </a:lnTo>
                  <a:lnTo>
                    <a:pt x="96" y="0"/>
                  </a:lnTo>
                  <a:lnTo>
                    <a:pt x="0" y="30"/>
                  </a:lnTo>
                  <a:lnTo>
                    <a:pt x="10" y="59"/>
                  </a:lnTo>
                  <a:lnTo>
                    <a:pt x="19" y="88"/>
                  </a:lnTo>
                  <a:lnTo>
                    <a:pt x="116" y="5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41" name=""/>
            <p:cNvSpPr/>
            <p:nvPr/>
          </p:nvSpPr>
          <p:spPr>
            <a:xfrm rot="0">
              <a:off x="3854" y="1057"/>
              <a:ext cx="39" cy="29"/>
            </a:xfrm>
            <a:custGeom>
              <a:avLst/>
              <a:ahLst/>
              <a:rect l="0" t="0" r="r" b="b"/>
              <a:pathLst>
                <a:path w="116" h="88">
                  <a:moveTo>
                    <a:pt x="116" y="57"/>
                  </a:moveTo>
                  <a:lnTo>
                    <a:pt x="106" y="29"/>
                  </a:lnTo>
                  <a:lnTo>
                    <a:pt x="96" y="0"/>
                  </a:lnTo>
                  <a:lnTo>
                    <a:pt x="0" y="30"/>
                  </a:lnTo>
                  <a:lnTo>
                    <a:pt x="10" y="59"/>
                  </a:lnTo>
                  <a:lnTo>
                    <a:pt x="19" y="88"/>
                  </a:lnTo>
                  <a:lnTo>
                    <a:pt x="116" y="5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42" name=""/>
            <p:cNvSpPr/>
            <p:nvPr/>
          </p:nvSpPr>
          <p:spPr>
            <a:xfrm rot="0">
              <a:off x="3854" y="1067"/>
              <a:ext cx="3" cy="9"/>
            </a:xfrm>
            <a:custGeom>
              <a:avLst/>
              <a:ahLst/>
              <a:rect l="0" t="0" r="r" b="b"/>
              <a:pathLst>
                <a:path w="11" h="29">
                  <a:moveTo>
                    <a:pt x="11" y="2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1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43" name=""/>
            <p:cNvSpPr/>
            <p:nvPr/>
          </p:nvSpPr>
          <p:spPr>
            <a:xfrm rot="0" flipH="1">
              <a:off x="3854" y="10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44" name=""/>
            <p:cNvSpPr/>
            <p:nvPr/>
          </p:nvSpPr>
          <p:spPr>
            <a:xfrm rot="0">
              <a:off x="3822" y="1067"/>
              <a:ext cx="39" cy="31"/>
            </a:xfrm>
            <a:custGeom>
              <a:avLst/>
              <a:ahLst/>
              <a:rect l="0" t="0" r="r" b="b"/>
              <a:pathLst>
                <a:path w="117" h="93">
                  <a:moveTo>
                    <a:pt x="117" y="58"/>
                  </a:moveTo>
                  <a:lnTo>
                    <a:pt x="106" y="29"/>
                  </a:lnTo>
                  <a:lnTo>
                    <a:pt x="95" y="0"/>
                  </a:lnTo>
                  <a:lnTo>
                    <a:pt x="0" y="35"/>
                  </a:lnTo>
                  <a:lnTo>
                    <a:pt x="10" y="64"/>
                  </a:lnTo>
                  <a:lnTo>
                    <a:pt x="21" y="93"/>
                  </a:lnTo>
                  <a:lnTo>
                    <a:pt x="117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45" name=""/>
            <p:cNvSpPr/>
            <p:nvPr/>
          </p:nvSpPr>
          <p:spPr>
            <a:xfrm rot="0">
              <a:off x="3822" y="1067"/>
              <a:ext cx="39" cy="31"/>
            </a:xfrm>
            <a:custGeom>
              <a:avLst/>
              <a:ahLst/>
              <a:rect l="0" t="0" r="r" b="b"/>
              <a:pathLst>
                <a:path w="117" h="93">
                  <a:moveTo>
                    <a:pt x="117" y="58"/>
                  </a:moveTo>
                  <a:lnTo>
                    <a:pt x="106" y="29"/>
                  </a:lnTo>
                  <a:lnTo>
                    <a:pt x="95" y="0"/>
                  </a:lnTo>
                  <a:lnTo>
                    <a:pt x="0" y="35"/>
                  </a:lnTo>
                  <a:lnTo>
                    <a:pt x="10" y="64"/>
                  </a:lnTo>
                  <a:lnTo>
                    <a:pt x="21" y="93"/>
                  </a:lnTo>
                  <a:lnTo>
                    <a:pt x="117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46" name=""/>
            <p:cNvSpPr/>
            <p:nvPr/>
          </p:nvSpPr>
          <p:spPr>
            <a:xfrm rot="0">
              <a:off x="3825" y="1088"/>
              <a:ext cx="4" cy="10"/>
            </a:xfrm>
            <a:custGeom>
              <a:avLst/>
              <a:ahLst/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10" y="2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47" name=""/>
            <p:cNvSpPr/>
            <p:nvPr/>
          </p:nvSpPr>
          <p:spPr>
            <a:xfrm rot="0" flipH="1">
              <a:off x="3829" y="10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48" name=""/>
            <p:cNvSpPr/>
            <p:nvPr/>
          </p:nvSpPr>
          <p:spPr>
            <a:xfrm rot="0">
              <a:off x="3819" y="1078"/>
              <a:ext cx="10" cy="21"/>
            </a:xfrm>
            <a:custGeom>
              <a:avLst/>
              <a:ahLst/>
              <a:rect l="0" t="0" r="r" b="b"/>
              <a:pathLst>
                <a:path w="30" h="61">
                  <a:moveTo>
                    <a:pt x="30" y="58"/>
                  </a:moveTo>
                  <a:lnTo>
                    <a:pt x="20" y="29"/>
                  </a:lnTo>
                  <a:lnTo>
                    <a:pt x="11" y="0"/>
                  </a:lnTo>
                  <a:lnTo>
                    <a:pt x="0" y="3"/>
                  </a:lnTo>
                  <a:lnTo>
                    <a:pt x="10" y="32"/>
                  </a:lnTo>
                  <a:lnTo>
                    <a:pt x="19" y="61"/>
                  </a:lnTo>
                  <a:lnTo>
                    <a:pt x="30" y="5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49" name=""/>
            <p:cNvSpPr/>
            <p:nvPr/>
          </p:nvSpPr>
          <p:spPr>
            <a:xfrm rot="0">
              <a:off x="3819" y="1078"/>
              <a:ext cx="10" cy="21"/>
            </a:xfrm>
            <a:custGeom>
              <a:avLst/>
              <a:ahLst/>
              <a:rect l="0" t="0" r="r" b="b"/>
              <a:pathLst>
                <a:path w="30" h="61">
                  <a:moveTo>
                    <a:pt x="30" y="58"/>
                  </a:moveTo>
                  <a:lnTo>
                    <a:pt x="20" y="29"/>
                  </a:lnTo>
                  <a:lnTo>
                    <a:pt x="11" y="0"/>
                  </a:lnTo>
                  <a:lnTo>
                    <a:pt x="0" y="3"/>
                  </a:lnTo>
                  <a:lnTo>
                    <a:pt x="10" y="32"/>
                  </a:lnTo>
                  <a:lnTo>
                    <a:pt x="19" y="61"/>
                  </a:lnTo>
                  <a:lnTo>
                    <a:pt x="30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50" name=""/>
            <p:cNvSpPr/>
            <p:nvPr/>
          </p:nvSpPr>
          <p:spPr>
            <a:xfrm rot="0">
              <a:off x="3812" y="1079"/>
              <a:ext cx="13" cy="20"/>
            </a:xfrm>
            <a:custGeom>
              <a:avLst/>
              <a:ahLst/>
              <a:rect l="0" t="0" r="r" b="b"/>
              <a:pathLst>
                <a:path w="39" h="59">
                  <a:moveTo>
                    <a:pt x="30" y="29"/>
                  </a:moveTo>
                  <a:lnTo>
                    <a:pt x="39" y="58"/>
                  </a:lnTo>
                  <a:lnTo>
                    <a:pt x="30" y="59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1"/>
                  </a:lnTo>
                  <a:lnTo>
                    <a:pt x="12" y="4"/>
                  </a:lnTo>
                  <a:lnTo>
                    <a:pt x="20" y="0"/>
                  </a:lnTo>
                  <a:lnTo>
                    <a:pt x="30" y="2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51" name=""/>
            <p:cNvSpPr/>
            <p:nvPr/>
          </p:nvSpPr>
          <p:spPr>
            <a:xfrm rot="0">
              <a:off x="3812" y="1079"/>
              <a:ext cx="13" cy="20"/>
            </a:xfrm>
            <a:custGeom>
              <a:avLst/>
              <a:ahLst/>
              <a:rect l="0" t="0" r="r" b="b"/>
              <a:pathLst>
                <a:path w="39" h="59">
                  <a:moveTo>
                    <a:pt x="39" y="58"/>
                  </a:moveTo>
                  <a:lnTo>
                    <a:pt x="30" y="59"/>
                  </a:lnTo>
                  <a:lnTo>
                    <a:pt x="20" y="58"/>
                  </a:lnTo>
                  <a:lnTo>
                    <a:pt x="12" y="55"/>
                  </a:lnTo>
                  <a:lnTo>
                    <a:pt x="4" y="4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1" y="20"/>
                  </a:lnTo>
                  <a:lnTo>
                    <a:pt x="4" y="11"/>
                  </a:lnTo>
                  <a:lnTo>
                    <a:pt x="12" y="4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52" name=""/>
            <p:cNvSpPr/>
            <p:nvPr/>
          </p:nvSpPr>
          <p:spPr>
            <a:xfrm rot="0">
              <a:off x="3769" y="1100"/>
              <a:ext cx="14" cy="20"/>
            </a:xfrm>
            <a:custGeom>
              <a:avLst/>
              <a:ahLst/>
              <a:rect l="0" t="0" r="r" b="b"/>
              <a:pathLst>
                <a:path w="43" h="58">
                  <a:moveTo>
                    <a:pt x="13" y="30"/>
                  </a:moveTo>
                  <a:lnTo>
                    <a:pt x="0" y="2"/>
                  </a:lnTo>
                  <a:lnTo>
                    <a:pt x="9" y="0"/>
                  </a:lnTo>
                  <a:lnTo>
                    <a:pt x="19" y="0"/>
                  </a:lnTo>
                  <a:lnTo>
                    <a:pt x="28" y="4"/>
                  </a:lnTo>
                  <a:lnTo>
                    <a:pt x="36" y="10"/>
                  </a:lnTo>
                  <a:lnTo>
                    <a:pt x="41" y="17"/>
                  </a:lnTo>
                  <a:lnTo>
                    <a:pt x="43" y="27"/>
                  </a:lnTo>
                  <a:lnTo>
                    <a:pt x="43" y="36"/>
                  </a:lnTo>
                  <a:lnTo>
                    <a:pt x="39" y="46"/>
                  </a:lnTo>
                  <a:lnTo>
                    <a:pt x="33" y="53"/>
                  </a:lnTo>
                  <a:lnTo>
                    <a:pt x="26" y="58"/>
                  </a:lnTo>
                  <a:lnTo>
                    <a:pt x="13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53" name=""/>
            <p:cNvSpPr/>
            <p:nvPr/>
          </p:nvSpPr>
          <p:spPr>
            <a:xfrm rot="0">
              <a:off x="3769" y="1100"/>
              <a:ext cx="14" cy="20"/>
            </a:xfrm>
            <a:custGeom>
              <a:avLst/>
              <a:ahLst/>
              <a:rect l="0" t="0" r="r" b="b"/>
              <a:pathLst>
                <a:path w="43" h="58">
                  <a:moveTo>
                    <a:pt x="0" y="2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8" y="4"/>
                  </a:lnTo>
                  <a:lnTo>
                    <a:pt x="36" y="10"/>
                  </a:lnTo>
                  <a:lnTo>
                    <a:pt x="41" y="17"/>
                  </a:lnTo>
                  <a:lnTo>
                    <a:pt x="43" y="27"/>
                  </a:lnTo>
                  <a:lnTo>
                    <a:pt x="43" y="36"/>
                  </a:lnTo>
                  <a:lnTo>
                    <a:pt x="39" y="46"/>
                  </a:lnTo>
                  <a:lnTo>
                    <a:pt x="33" y="53"/>
                  </a:lnTo>
                  <a:lnTo>
                    <a:pt x="26" y="5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54" name=""/>
            <p:cNvSpPr/>
            <p:nvPr/>
          </p:nvSpPr>
          <p:spPr>
            <a:xfrm rot="0">
              <a:off x="3759" y="1101"/>
              <a:ext cx="19" cy="23"/>
            </a:xfrm>
            <a:custGeom>
              <a:avLst/>
              <a:ahLst/>
              <a:rect l="0" t="0" r="r" b="b"/>
              <a:pathLst>
                <a:path w="55" h="69">
                  <a:moveTo>
                    <a:pt x="55" y="56"/>
                  </a:moveTo>
                  <a:lnTo>
                    <a:pt x="42" y="28"/>
                  </a:lnTo>
                  <a:lnTo>
                    <a:pt x="29" y="0"/>
                  </a:lnTo>
                  <a:lnTo>
                    <a:pt x="0" y="14"/>
                  </a:lnTo>
                  <a:lnTo>
                    <a:pt x="13" y="41"/>
                  </a:lnTo>
                  <a:lnTo>
                    <a:pt x="26" y="69"/>
                  </a:lnTo>
                  <a:lnTo>
                    <a:pt x="55" y="5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55" name=""/>
            <p:cNvSpPr/>
            <p:nvPr/>
          </p:nvSpPr>
          <p:spPr>
            <a:xfrm rot="0">
              <a:off x="3759" y="1101"/>
              <a:ext cx="19" cy="23"/>
            </a:xfrm>
            <a:custGeom>
              <a:avLst/>
              <a:ahLst/>
              <a:rect l="0" t="0" r="r" b="b"/>
              <a:pathLst>
                <a:path w="55" h="69">
                  <a:moveTo>
                    <a:pt x="55" y="56"/>
                  </a:moveTo>
                  <a:lnTo>
                    <a:pt x="42" y="28"/>
                  </a:lnTo>
                  <a:lnTo>
                    <a:pt x="29" y="0"/>
                  </a:lnTo>
                  <a:lnTo>
                    <a:pt x="0" y="14"/>
                  </a:lnTo>
                  <a:lnTo>
                    <a:pt x="13" y="41"/>
                  </a:lnTo>
                  <a:lnTo>
                    <a:pt x="26" y="69"/>
                  </a:lnTo>
                  <a:lnTo>
                    <a:pt x="55" y="5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56" name=""/>
            <p:cNvSpPr/>
            <p:nvPr/>
          </p:nvSpPr>
          <p:spPr>
            <a:xfrm rot="0">
              <a:off x="3759" y="1106"/>
              <a:ext cx="5" cy="9"/>
            </a:xfrm>
            <a:custGeom>
              <a:avLst/>
              <a:ahLst/>
              <a:rect l="0" t="0" r="r" b="b"/>
              <a:pathLst>
                <a:path w="15" h="27">
                  <a:moveTo>
                    <a:pt x="15" y="27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5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57" name=""/>
            <p:cNvSpPr/>
            <p:nvPr/>
          </p:nvSpPr>
          <p:spPr>
            <a:xfrm rot="0" flipH="1">
              <a:off x="3759" y="11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58" name=""/>
            <p:cNvSpPr/>
            <p:nvPr/>
          </p:nvSpPr>
          <p:spPr>
            <a:xfrm rot="0">
              <a:off x="3729" y="1106"/>
              <a:ext cx="39" cy="33"/>
            </a:xfrm>
            <a:custGeom>
              <a:avLst/>
              <a:ahLst/>
              <a:rect l="0" t="0" r="r" b="b"/>
              <a:pathLst>
                <a:path w="119" h="101">
                  <a:moveTo>
                    <a:pt x="119" y="55"/>
                  </a:moveTo>
                  <a:lnTo>
                    <a:pt x="105" y="27"/>
                  </a:lnTo>
                  <a:lnTo>
                    <a:pt x="90" y="0"/>
                  </a:lnTo>
                  <a:lnTo>
                    <a:pt x="0" y="45"/>
                  </a:lnTo>
                  <a:lnTo>
                    <a:pt x="15" y="73"/>
                  </a:lnTo>
                  <a:lnTo>
                    <a:pt x="29" y="101"/>
                  </a:lnTo>
                  <a:lnTo>
                    <a:pt x="119" y="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59" name=""/>
            <p:cNvSpPr/>
            <p:nvPr/>
          </p:nvSpPr>
          <p:spPr>
            <a:xfrm rot="0">
              <a:off x="3729" y="1106"/>
              <a:ext cx="39" cy="33"/>
            </a:xfrm>
            <a:custGeom>
              <a:avLst/>
              <a:ahLst/>
              <a:rect l="0" t="0" r="r" b="b"/>
              <a:pathLst>
                <a:path w="119" h="101">
                  <a:moveTo>
                    <a:pt x="119" y="55"/>
                  </a:moveTo>
                  <a:lnTo>
                    <a:pt x="105" y="27"/>
                  </a:lnTo>
                  <a:lnTo>
                    <a:pt x="90" y="0"/>
                  </a:lnTo>
                  <a:lnTo>
                    <a:pt x="0" y="45"/>
                  </a:lnTo>
                  <a:lnTo>
                    <a:pt x="15" y="73"/>
                  </a:lnTo>
                  <a:lnTo>
                    <a:pt x="29" y="101"/>
                  </a:lnTo>
                  <a:lnTo>
                    <a:pt x="119" y="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0" name=""/>
            <p:cNvSpPr/>
            <p:nvPr/>
          </p:nvSpPr>
          <p:spPr>
            <a:xfrm rot="0">
              <a:off x="3729" y="1121"/>
              <a:ext cx="5" cy="9"/>
            </a:xfrm>
            <a:custGeom>
              <a:avLst/>
              <a:ahLst/>
              <a:rect l="0" t="0" r="r" b="b"/>
              <a:pathLst>
                <a:path w="15" h="28">
                  <a:moveTo>
                    <a:pt x="15" y="28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5" y="2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61" name=""/>
            <p:cNvSpPr/>
            <p:nvPr/>
          </p:nvSpPr>
          <p:spPr>
            <a:xfrm rot="0">
              <a:off x="3729" y="11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2" name=""/>
            <p:cNvSpPr/>
            <p:nvPr/>
          </p:nvSpPr>
          <p:spPr>
            <a:xfrm rot="0">
              <a:off x="3699" y="1121"/>
              <a:ext cx="39" cy="34"/>
            </a:xfrm>
            <a:custGeom>
              <a:avLst/>
              <a:ahLst/>
              <a:rect l="0" t="0" r="r" b="b"/>
              <a:pathLst>
                <a:path w="117" h="102">
                  <a:moveTo>
                    <a:pt x="117" y="53"/>
                  </a:moveTo>
                  <a:lnTo>
                    <a:pt x="103" y="26"/>
                  </a:lnTo>
                  <a:lnTo>
                    <a:pt x="88" y="0"/>
                  </a:lnTo>
                  <a:lnTo>
                    <a:pt x="0" y="49"/>
                  </a:lnTo>
                  <a:lnTo>
                    <a:pt x="15" y="76"/>
                  </a:lnTo>
                  <a:lnTo>
                    <a:pt x="29" y="102"/>
                  </a:lnTo>
                  <a:lnTo>
                    <a:pt x="117" y="5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63" name=""/>
            <p:cNvSpPr/>
            <p:nvPr/>
          </p:nvSpPr>
          <p:spPr>
            <a:xfrm rot="0">
              <a:off x="3699" y="1121"/>
              <a:ext cx="39" cy="34"/>
            </a:xfrm>
            <a:custGeom>
              <a:avLst/>
              <a:ahLst/>
              <a:rect l="0" t="0" r="r" b="b"/>
              <a:pathLst>
                <a:path w="117" h="102">
                  <a:moveTo>
                    <a:pt x="117" y="53"/>
                  </a:moveTo>
                  <a:lnTo>
                    <a:pt x="103" y="26"/>
                  </a:lnTo>
                  <a:lnTo>
                    <a:pt x="88" y="0"/>
                  </a:lnTo>
                  <a:lnTo>
                    <a:pt x="0" y="49"/>
                  </a:lnTo>
                  <a:lnTo>
                    <a:pt x="15" y="76"/>
                  </a:lnTo>
                  <a:lnTo>
                    <a:pt x="29" y="102"/>
                  </a:lnTo>
                  <a:lnTo>
                    <a:pt x="117" y="5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4" name=""/>
            <p:cNvSpPr/>
            <p:nvPr/>
          </p:nvSpPr>
          <p:spPr>
            <a:xfrm rot="0">
              <a:off x="3694" y="1138"/>
              <a:ext cx="15" cy="19"/>
            </a:xfrm>
            <a:custGeom>
              <a:avLst/>
              <a:ahLst/>
              <a:rect l="0" t="0" r="r" b="b"/>
              <a:pathLst>
                <a:path w="45" h="57">
                  <a:moveTo>
                    <a:pt x="31" y="27"/>
                  </a:moveTo>
                  <a:lnTo>
                    <a:pt x="45" y="53"/>
                  </a:lnTo>
                  <a:lnTo>
                    <a:pt x="37" y="57"/>
                  </a:lnTo>
                  <a:lnTo>
                    <a:pt x="27" y="57"/>
                  </a:lnTo>
                  <a:lnTo>
                    <a:pt x="17" y="54"/>
                  </a:lnTo>
                  <a:lnTo>
                    <a:pt x="10" y="49"/>
                  </a:lnTo>
                  <a:lnTo>
                    <a:pt x="4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0"/>
                  </a:lnTo>
                  <a:lnTo>
                    <a:pt x="31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6665" name=""/>
            <p:cNvSpPr/>
            <p:nvPr/>
          </p:nvSpPr>
          <p:spPr>
            <a:xfrm rot="0">
              <a:off x="3694" y="1138"/>
              <a:ext cx="15" cy="19"/>
            </a:xfrm>
            <a:custGeom>
              <a:avLst/>
              <a:ahLst/>
              <a:rect l="0" t="0" r="r" b="b"/>
              <a:pathLst>
                <a:path w="45" h="57">
                  <a:moveTo>
                    <a:pt x="45" y="53"/>
                  </a:moveTo>
                  <a:lnTo>
                    <a:pt x="37" y="57"/>
                  </a:lnTo>
                  <a:lnTo>
                    <a:pt x="27" y="57"/>
                  </a:lnTo>
                  <a:lnTo>
                    <a:pt x="17" y="54"/>
                  </a:lnTo>
                  <a:lnTo>
                    <a:pt x="10" y="49"/>
                  </a:lnTo>
                  <a:lnTo>
                    <a:pt x="4" y="41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8" y="6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6" name=""/>
            <p:cNvSpPr/>
            <p:nvPr/>
          </p:nvSpPr>
          <p:spPr>
            <a:xfrm rot="0">
              <a:off x="1505" y="2553"/>
              <a:ext cx="1" cy="11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7" name=""/>
            <p:cNvSpPr/>
            <p:nvPr/>
          </p:nvSpPr>
          <p:spPr>
            <a:xfrm rot="0">
              <a:off x="1505" y="2706"/>
              <a:ext cx="1" cy="3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8" name=""/>
            <p:cNvSpPr/>
            <p:nvPr/>
          </p:nvSpPr>
          <p:spPr>
            <a:xfrm rot="0" flipH="1">
              <a:off x="1505" y="2776"/>
              <a:ext cx="1" cy="212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69" name=""/>
            <p:cNvSpPr/>
            <p:nvPr/>
          </p:nvSpPr>
          <p:spPr>
            <a:xfrm rot="0">
              <a:off x="1505" y="3023"/>
              <a:ext cx="1" cy="3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70" name=""/>
            <p:cNvSpPr/>
            <p:nvPr/>
          </p:nvSpPr>
          <p:spPr>
            <a:xfrm rot="0">
              <a:off x="1505" y="3094"/>
              <a:ext cx="1" cy="21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6671" name=""/>
          <p:cNvSpPr/>
          <p:nvPr/>
        </p:nvSpPr>
        <p:spPr>
          <a:xfrm rot="0">
            <a:off x="2389187" y="5303837"/>
            <a:ext cx="1587" cy="5556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6672" name=""/>
          <p:cNvSpPr/>
          <p:nvPr/>
        </p:nvSpPr>
        <p:spPr>
          <a:xfrm rot="0">
            <a:off x="2387600" y="5416550"/>
            <a:ext cx="1587" cy="1873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iming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0">
  <p:cSld>
    <p:bg bwMode="white">
      <p:bgPr>
        <a:solidFill>
          <a:srgbClr val="FFFFFF"/>
        </a:solidFill>
      </p:bgPr>
    </p:bg>
    <p:spTree>
      <p:nvGrpSpPr>
        <p:cNvPr id="47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476" name=""/>
          <p:cNvGrpSpPr/>
          <p:nvPr/>
        </p:nvGrpSpPr>
        <p:grpSpPr>
          <a:xfrm rot="0">
            <a:off x="0" y="0"/>
            <a:ext cx="6324600" cy="6019800"/>
            <a:chOff x="144" y="0"/>
            <a:chExt cx="3891" cy="3744"/>
          </a:xfrm>
        </p:grpSpPr>
        <p:sp>
          <p:nvSpPr>
            <p:cNvPr id="1086682" name=""/>
            <p:cNvSpPr/>
            <p:nvPr/>
          </p:nvSpPr>
          <p:spPr>
            <a:xfrm rot="0">
              <a:off x="1039" y="0"/>
              <a:ext cx="2" cy="38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3" name=""/>
            <p:cNvSpPr/>
            <p:nvPr/>
          </p:nvSpPr>
          <p:spPr>
            <a:xfrm rot="0">
              <a:off x="1039" y="493"/>
              <a:ext cx="2" cy="10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4" name=""/>
            <p:cNvSpPr/>
            <p:nvPr/>
          </p:nvSpPr>
          <p:spPr>
            <a:xfrm rot="0">
              <a:off x="1039" y="707"/>
              <a:ext cx="2" cy="54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5" name=""/>
            <p:cNvSpPr/>
            <p:nvPr/>
          </p:nvSpPr>
          <p:spPr>
            <a:xfrm rot="0">
              <a:off x="1039" y="1356"/>
              <a:ext cx="2" cy="10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6" name=""/>
            <p:cNvSpPr/>
            <p:nvPr/>
          </p:nvSpPr>
          <p:spPr>
            <a:xfrm rot="0">
              <a:off x="1039" y="1571"/>
              <a:ext cx="2" cy="38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7" name=""/>
            <p:cNvSpPr/>
            <p:nvPr/>
          </p:nvSpPr>
          <p:spPr>
            <a:xfrm rot="0">
              <a:off x="322" y="850"/>
              <a:ext cx="592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8" name=""/>
            <p:cNvSpPr/>
            <p:nvPr/>
          </p:nvSpPr>
          <p:spPr>
            <a:xfrm rot="0">
              <a:off x="1025" y="850"/>
              <a:ext cx="11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89" name=""/>
            <p:cNvSpPr/>
            <p:nvPr/>
          </p:nvSpPr>
          <p:spPr>
            <a:xfrm rot="0">
              <a:off x="1255" y="850"/>
              <a:ext cx="589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0" name=""/>
            <p:cNvSpPr/>
            <p:nvPr/>
          </p:nvSpPr>
          <p:spPr>
            <a:xfrm rot="0">
              <a:off x="144" y="2892"/>
              <a:ext cx="67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1" name=""/>
            <p:cNvSpPr/>
            <p:nvPr/>
          </p:nvSpPr>
          <p:spPr>
            <a:xfrm rot="0">
              <a:off x="936" y="2892"/>
              <a:ext cx="11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2" name=""/>
            <p:cNvSpPr/>
            <p:nvPr/>
          </p:nvSpPr>
          <p:spPr>
            <a:xfrm rot="0">
              <a:off x="1166" y="2892"/>
              <a:ext cx="67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3" name=""/>
            <p:cNvSpPr/>
            <p:nvPr/>
          </p:nvSpPr>
          <p:spPr>
            <a:xfrm rot="0">
              <a:off x="3366" y="0"/>
              <a:ext cx="3" cy="42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4" name=""/>
            <p:cNvSpPr/>
            <p:nvPr/>
          </p:nvSpPr>
          <p:spPr>
            <a:xfrm rot="0">
              <a:off x="3366" y="534"/>
              <a:ext cx="3" cy="10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5" name=""/>
            <p:cNvSpPr/>
            <p:nvPr/>
          </p:nvSpPr>
          <p:spPr>
            <a:xfrm rot="0">
              <a:off x="3366" y="751"/>
              <a:ext cx="3" cy="541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6" name=""/>
            <p:cNvSpPr/>
            <p:nvPr/>
          </p:nvSpPr>
          <p:spPr>
            <a:xfrm rot="0">
              <a:off x="3366" y="1398"/>
              <a:ext cx="3" cy="10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7" name=""/>
            <p:cNvSpPr/>
            <p:nvPr/>
          </p:nvSpPr>
          <p:spPr>
            <a:xfrm rot="0">
              <a:off x="3366" y="1615"/>
              <a:ext cx="3" cy="42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8" name=""/>
            <p:cNvSpPr/>
            <p:nvPr/>
          </p:nvSpPr>
          <p:spPr>
            <a:xfrm rot="0">
              <a:off x="3274" y="850"/>
              <a:ext cx="761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699" name=""/>
            <p:cNvSpPr/>
            <p:nvPr/>
          </p:nvSpPr>
          <p:spPr>
            <a:xfrm rot="0">
              <a:off x="591" y="425"/>
              <a:ext cx="894" cy="850"/>
            </a:xfrm>
            <a:custGeom>
              <a:avLst/>
              <a:ahLst/>
              <a:rect l="0" t="0" r="r" b="b"/>
              <a:pathLst>
                <a:path w="3522" h="3525">
                  <a:moveTo>
                    <a:pt x="3522" y="1762"/>
                  </a:moveTo>
                  <a:lnTo>
                    <a:pt x="3436" y="1217"/>
                  </a:lnTo>
                  <a:lnTo>
                    <a:pt x="3186" y="727"/>
                  </a:lnTo>
                  <a:lnTo>
                    <a:pt x="2796" y="336"/>
                  </a:lnTo>
                  <a:lnTo>
                    <a:pt x="2306" y="86"/>
                  </a:lnTo>
                  <a:lnTo>
                    <a:pt x="1761" y="0"/>
                  </a:lnTo>
                  <a:lnTo>
                    <a:pt x="1218" y="86"/>
                  </a:lnTo>
                  <a:lnTo>
                    <a:pt x="727" y="336"/>
                  </a:lnTo>
                  <a:lnTo>
                    <a:pt x="338" y="727"/>
                  </a:lnTo>
                  <a:lnTo>
                    <a:pt x="87" y="1217"/>
                  </a:lnTo>
                  <a:lnTo>
                    <a:pt x="0" y="1762"/>
                  </a:lnTo>
                  <a:lnTo>
                    <a:pt x="87" y="2307"/>
                  </a:lnTo>
                  <a:lnTo>
                    <a:pt x="338" y="2798"/>
                  </a:lnTo>
                  <a:lnTo>
                    <a:pt x="727" y="3188"/>
                  </a:lnTo>
                  <a:lnTo>
                    <a:pt x="1218" y="3439"/>
                  </a:lnTo>
                  <a:lnTo>
                    <a:pt x="1761" y="3525"/>
                  </a:lnTo>
                  <a:lnTo>
                    <a:pt x="2306" y="3439"/>
                  </a:lnTo>
                  <a:lnTo>
                    <a:pt x="2796" y="3188"/>
                  </a:lnTo>
                  <a:lnTo>
                    <a:pt x="3186" y="2798"/>
                  </a:lnTo>
                  <a:lnTo>
                    <a:pt x="3436" y="2307"/>
                  </a:lnTo>
                  <a:lnTo>
                    <a:pt x="3522" y="1762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0" name=""/>
            <p:cNvSpPr/>
            <p:nvPr/>
          </p:nvSpPr>
          <p:spPr>
            <a:xfrm rot="0">
              <a:off x="591" y="2467"/>
              <a:ext cx="894" cy="850"/>
            </a:xfrm>
            <a:custGeom>
              <a:avLst/>
              <a:ahLst/>
              <a:rect l="0" t="0" r="r" b="b"/>
              <a:pathLst>
                <a:path w="3522" h="3525">
                  <a:moveTo>
                    <a:pt x="3522" y="1763"/>
                  </a:moveTo>
                  <a:lnTo>
                    <a:pt x="3436" y="1217"/>
                  </a:lnTo>
                  <a:lnTo>
                    <a:pt x="3186" y="727"/>
                  </a:lnTo>
                  <a:lnTo>
                    <a:pt x="2796" y="336"/>
                  </a:lnTo>
                  <a:lnTo>
                    <a:pt x="2306" y="86"/>
                  </a:lnTo>
                  <a:lnTo>
                    <a:pt x="1761" y="0"/>
                  </a:lnTo>
                  <a:lnTo>
                    <a:pt x="1218" y="86"/>
                  </a:lnTo>
                  <a:lnTo>
                    <a:pt x="727" y="336"/>
                  </a:lnTo>
                  <a:lnTo>
                    <a:pt x="338" y="727"/>
                  </a:lnTo>
                  <a:lnTo>
                    <a:pt x="87" y="1217"/>
                  </a:lnTo>
                  <a:lnTo>
                    <a:pt x="0" y="1763"/>
                  </a:lnTo>
                  <a:lnTo>
                    <a:pt x="87" y="2307"/>
                  </a:lnTo>
                  <a:lnTo>
                    <a:pt x="338" y="2798"/>
                  </a:lnTo>
                  <a:lnTo>
                    <a:pt x="727" y="3189"/>
                  </a:lnTo>
                  <a:lnTo>
                    <a:pt x="1218" y="3439"/>
                  </a:lnTo>
                  <a:lnTo>
                    <a:pt x="1761" y="3525"/>
                  </a:lnTo>
                  <a:lnTo>
                    <a:pt x="2306" y="3439"/>
                  </a:lnTo>
                  <a:lnTo>
                    <a:pt x="2796" y="3189"/>
                  </a:lnTo>
                  <a:lnTo>
                    <a:pt x="3186" y="2798"/>
                  </a:lnTo>
                  <a:lnTo>
                    <a:pt x="3436" y="2307"/>
                  </a:lnTo>
                  <a:lnTo>
                    <a:pt x="3522" y="1763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1" name=""/>
            <p:cNvSpPr/>
            <p:nvPr/>
          </p:nvSpPr>
          <p:spPr>
            <a:xfrm rot="0">
              <a:off x="413" y="2298"/>
              <a:ext cx="1253" cy="1190"/>
            </a:xfrm>
            <a:custGeom>
              <a:avLst/>
              <a:ahLst/>
              <a:rect l="0" t="0" r="r" b="b"/>
              <a:pathLst>
                <a:path w="4930" h="4936">
                  <a:moveTo>
                    <a:pt x="4930" y="2468"/>
                  </a:moveTo>
                  <a:lnTo>
                    <a:pt x="4809" y="1705"/>
                  </a:lnTo>
                  <a:lnTo>
                    <a:pt x="4458" y="1017"/>
                  </a:lnTo>
                  <a:lnTo>
                    <a:pt x="3913" y="472"/>
                  </a:lnTo>
                  <a:lnTo>
                    <a:pt x="3227" y="120"/>
                  </a:lnTo>
                  <a:lnTo>
                    <a:pt x="2464" y="0"/>
                  </a:lnTo>
                  <a:lnTo>
                    <a:pt x="1703" y="120"/>
                  </a:lnTo>
                  <a:lnTo>
                    <a:pt x="1015" y="472"/>
                  </a:lnTo>
                  <a:lnTo>
                    <a:pt x="470" y="1017"/>
                  </a:lnTo>
                  <a:lnTo>
                    <a:pt x="120" y="1705"/>
                  </a:lnTo>
                  <a:lnTo>
                    <a:pt x="0" y="2468"/>
                  </a:lnTo>
                  <a:lnTo>
                    <a:pt x="120" y="3230"/>
                  </a:lnTo>
                  <a:lnTo>
                    <a:pt x="470" y="3918"/>
                  </a:lnTo>
                  <a:lnTo>
                    <a:pt x="1015" y="4464"/>
                  </a:lnTo>
                  <a:lnTo>
                    <a:pt x="1703" y="4814"/>
                  </a:lnTo>
                  <a:lnTo>
                    <a:pt x="2464" y="4936"/>
                  </a:lnTo>
                  <a:lnTo>
                    <a:pt x="3227" y="4814"/>
                  </a:lnTo>
                  <a:lnTo>
                    <a:pt x="3913" y="4464"/>
                  </a:lnTo>
                  <a:lnTo>
                    <a:pt x="4458" y="3918"/>
                  </a:lnTo>
                  <a:lnTo>
                    <a:pt x="4809" y="3230"/>
                  </a:lnTo>
                  <a:lnTo>
                    <a:pt x="4930" y="2468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2" name=""/>
            <p:cNvSpPr/>
            <p:nvPr/>
          </p:nvSpPr>
          <p:spPr>
            <a:xfrm rot="0">
              <a:off x="413" y="1787"/>
              <a:ext cx="1253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3" name=""/>
            <p:cNvSpPr/>
            <p:nvPr/>
          </p:nvSpPr>
          <p:spPr>
            <a:xfrm rot="0" flipH="1">
              <a:off x="413" y="254"/>
              <a:ext cx="1253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4" name=""/>
            <p:cNvSpPr/>
            <p:nvPr/>
          </p:nvSpPr>
          <p:spPr>
            <a:xfrm rot="0">
              <a:off x="413" y="254"/>
              <a:ext cx="3" cy="153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5" name=""/>
            <p:cNvSpPr/>
            <p:nvPr/>
          </p:nvSpPr>
          <p:spPr>
            <a:xfrm rot="0" flipV="1">
              <a:off x="1666" y="254"/>
              <a:ext cx="3" cy="153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6" name=""/>
            <p:cNvSpPr/>
            <p:nvPr/>
          </p:nvSpPr>
          <p:spPr>
            <a:xfrm rot="0">
              <a:off x="591" y="254"/>
              <a:ext cx="3" cy="22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7" name=""/>
            <p:cNvSpPr/>
            <p:nvPr/>
          </p:nvSpPr>
          <p:spPr>
            <a:xfrm rot="0">
              <a:off x="591" y="589"/>
              <a:ext cx="3" cy="2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8" name=""/>
            <p:cNvSpPr/>
            <p:nvPr/>
          </p:nvSpPr>
          <p:spPr>
            <a:xfrm rot="0">
              <a:off x="591" y="912"/>
              <a:ext cx="3" cy="2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09" name=""/>
            <p:cNvSpPr/>
            <p:nvPr/>
          </p:nvSpPr>
          <p:spPr>
            <a:xfrm rot="0">
              <a:off x="591" y="1236"/>
              <a:ext cx="3" cy="21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0" name=""/>
            <p:cNvSpPr/>
            <p:nvPr/>
          </p:nvSpPr>
          <p:spPr>
            <a:xfrm rot="0">
              <a:off x="591" y="1562"/>
              <a:ext cx="3" cy="22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1" name=""/>
            <p:cNvSpPr/>
            <p:nvPr/>
          </p:nvSpPr>
          <p:spPr>
            <a:xfrm rot="0">
              <a:off x="1485" y="254"/>
              <a:ext cx="4" cy="22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2" name=""/>
            <p:cNvSpPr/>
            <p:nvPr/>
          </p:nvSpPr>
          <p:spPr>
            <a:xfrm rot="0">
              <a:off x="1485" y="589"/>
              <a:ext cx="4" cy="2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3" name=""/>
            <p:cNvSpPr/>
            <p:nvPr/>
          </p:nvSpPr>
          <p:spPr>
            <a:xfrm rot="0">
              <a:off x="1485" y="912"/>
              <a:ext cx="4" cy="2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4" name=""/>
            <p:cNvSpPr/>
            <p:nvPr/>
          </p:nvSpPr>
          <p:spPr>
            <a:xfrm rot="0">
              <a:off x="1485" y="1236"/>
              <a:ext cx="4" cy="21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5" name=""/>
            <p:cNvSpPr/>
            <p:nvPr/>
          </p:nvSpPr>
          <p:spPr>
            <a:xfrm rot="0">
              <a:off x="1485" y="1562"/>
              <a:ext cx="4" cy="22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6" name=""/>
            <p:cNvSpPr/>
            <p:nvPr/>
          </p:nvSpPr>
          <p:spPr>
            <a:xfrm rot="0">
              <a:off x="3813" y="254"/>
              <a:ext cx="3" cy="17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7" name=""/>
            <p:cNvSpPr/>
            <p:nvPr/>
          </p:nvSpPr>
          <p:spPr>
            <a:xfrm rot="0">
              <a:off x="2919" y="254"/>
              <a:ext cx="3" cy="226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8" name=""/>
            <p:cNvSpPr/>
            <p:nvPr/>
          </p:nvSpPr>
          <p:spPr>
            <a:xfrm rot="0">
              <a:off x="2919" y="589"/>
              <a:ext cx="3" cy="2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19" name=""/>
            <p:cNvSpPr/>
            <p:nvPr/>
          </p:nvSpPr>
          <p:spPr>
            <a:xfrm rot="0">
              <a:off x="2919" y="912"/>
              <a:ext cx="3" cy="21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0" name=""/>
            <p:cNvSpPr/>
            <p:nvPr/>
          </p:nvSpPr>
          <p:spPr>
            <a:xfrm rot="0">
              <a:off x="2919" y="1236"/>
              <a:ext cx="3" cy="21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1" name=""/>
            <p:cNvSpPr/>
            <p:nvPr/>
          </p:nvSpPr>
          <p:spPr>
            <a:xfrm rot="0">
              <a:off x="2919" y="1562"/>
              <a:ext cx="3" cy="225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2" name=""/>
            <p:cNvSpPr/>
            <p:nvPr/>
          </p:nvSpPr>
          <p:spPr>
            <a:xfrm rot="0" flipV="1">
              <a:off x="3991" y="1275"/>
              <a:ext cx="3" cy="51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3" name=""/>
            <p:cNvSpPr/>
            <p:nvPr/>
          </p:nvSpPr>
          <p:spPr>
            <a:xfrm rot="0">
              <a:off x="2739" y="254"/>
              <a:ext cx="2" cy="153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4" name=""/>
            <p:cNvSpPr/>
            <p:nvPr/>
          </p:nvSpPr>
          <p:spPr>
            <a:xfrm rot="0">
              <a:off x="2739" y="1787"/>
              <a:ext cx="1252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5" name=""/>
            <p:cNvSpPr/>
            <p:nvPr/>
          </p:nvSpPr>
          <p:spPr>
            <a:xfrm rot="0" flipH="1">
              <a:off x="2739" y="254"/>
              <a:ext cx="1252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6" name=""/>
            <p:cNvSpPr/>
            <p:nvPr/>
          </p:nvSpPr>
          <p:spPr>
            <a:xfrm rot="0">
              <a:off x="1039" y="2127"/>
              <a:ext cx="2" cy="64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7" name=""/>
            <p:cNvSpPr/>
            <p:nvPr/>
          </p:nvSpPr>
          <p:spPr>
            <a:xfrm rot="0">
              <a:off x="1039" y="2880"/>
              <a:ext cx="2" cy="10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8" name=""/>
            <p:cNvSpPr/>
            <p:nvPr/>
          </p:nvSpPr>
          <p:spPr>
            <a:xfrm rot="0">
              <a:off x="1039" y="3097"/>
              <a:ext cx="2" cy="64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29" name=""/>
            <p:cNvSpPr/>
            <p:nvPr/>
          </p:nvSpPr>
          <p:spPr>
            <a:xfrm rot="0">
              <a:off x="3813" y="1275"/>
              <a:ext cx="17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0" name=""/>
            <p:cNvSpPr/>
            <p:nvPr/>
          </p:nvSpPr>
          <p:spPr>
            <a:xfrm rot="0">
              <a:off x="3813" y="1275"/>
              <a:ext cx="3" cy="20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1" name=""/>
            <p:cNvSpPr/>
            <p:nvPr/>
          </p:nvSpPr>
          <p:spPr>
            <a:xfrm rot="0">
              <a:off x="3813" y="1586"/>
              <a:ext cx="3" cy="20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2" name=""/>
            <p:cNvSpPr/>
            <p:nvPr/>
          </p:nvSpPr>
          <p:spPr>
            <a:xfrm rot="0">
              <a:off x="591" y="2892"/>
              <a:ext cx="3" cy="154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3" name=""/>
            <p:cNvSpPr/>
            <p:nvPr/>
          </p:nvSpPr>
          <p:spPr>
            <a:xfrm rot="0">
              <a:off x="591" y="3155"/>
              <a:ext cx="3" cy="154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4" name=""/>
            <p:cNvSpPr/>
            <p:nvPr/>
          </p:nvSpPr>
          <p:spPr>
            <a:xfrm rot="0">
              <a:off x="1485" y="2892"/>
              <a:ext cx="4" cy="154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5" name=""/>
            <p:cNvSpPr/>
            <p:nvPr/>
          </p:nvSpPr>
          <p:spPr>
            <a:xfrm rot="0">
              <a:off x="1485" y="3155"/>
              <a:ext cx="4" cy="154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6" name=""/>
            <p:cNvSpPr/>
            <p:nvPr/>
          </p:nvSpPr>
          <p:spPr>
            <a:xfrm rot="0">
              <a:off x="3813" y="425"/>
              <a:ext cx="17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37" name=""/>
            <p:cNvSpPr/>
            <p:nvPr/>
          </p:nvSpPr>
          <p:spPr>
            <a:xfrm rot="0" flipH="1">
              <a:off x="3628" y="425"/>
              <a:ext cx="185" cy="174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6738" name=""/>
            <p:cNvSpPr/>
            <p:nvPr/>
          </p:nvSpPr>
          <p:spPr>
            <a:xfrm rot="0" flipH="1">
              <a:off x="3366" y="676"/>
              <a:ext cx="183" cy="174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6739" name=""/>
            <p:cNvSpPr/>
            <p:nvPr/>
          </p:nvSpPr>
          <p:spPr>
            <a:xfrm rot="0">
              <a:off x="3366" y="850"/>
              <a:ext cx="183" cy="175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6740" name=""/>
            <p:cNvSpPr/>
            <p:nvPr/>
          </p:nvSpPr>
          <p:spPr>
            <a:xfrm rot="0">
              <a:off x="3628" y="1100"/>
              <a:ext cx="185" cy="175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6741" name=""/>
            <p:cNvSpPr/>
            <p:nvPr/>
          </p:nvSpPr>
          <p:spPr>
            <a:xfrm rot="0" flipV="1">
              <a:off x="3991" y="254"/>
              <a:ext cx="3" cy="17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42" name=""/>
            <p:cNvSpPr/>
            <p:nvPr/>
          </p:nvSpPr>
          <p:spPr>
            <a:xfrm rot="0" flipH="1">
              <a:off x="3852" y="425"/>
              <a:ext cx="139" cy="196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43" name=""/>
            <p:cNvSpPr/>
            <p:nvPr/>
          </p:nvSpPr>
          <p:spPr>
            <a:xfrm rot="0" flipH="1">
              <a:off x="3803" y="621"/>
              <a:ext cx="49" cy="229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44" name=""/>
            <p:cNvSpPr/>
            <p:nvPr/>
          </p:nvSpPr>
          <p:spPr>
            <a:xfrm rot="0">
              <a:off x="3803" y="850"/>
              <a:ext cx="49" cy="23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45" name=""/>
            <p:cNvSpPr/>
            <p:nvPr/>
          </p:nvSpPr>
          <p:spPr>
            <a:xfrm rot="0">
              <a:off x="3852" y="1082"/>
              <a:ext cx="139" cy="193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aphicFrame>
        <p:nvGraphicFramePr>
          <p:cNvPr id="4194309" name=""/>
          <p:cNvGraphicFramePr>
            <a:graphicFrameLocks/>
          </p:cNvGraphicFramePr>
          <p:nvPr/>
        </p:nvGraphicFramePr>
        <p:xfrm rot="0">
          <a:off x="4495800" y="2971800"/>
          <a:ext cx="2516187" cy="3886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MP 图象" r:id="rId1" spid="" imgH="3886200" imgW="2516187" showAsIcon="0" progId="Paint.Picture">
                  <p:embed followColorScheme="full"/>
                  <p:pic>
                    <p:nvPicPr>
                      <p:cNvPr id="2097213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4495800" y="2971800"/>
                        <a:ext cx="2516187" cy="3886200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BMP 图象" r:id="rId1" spid="" imgH="3886200" imgW="2516187" showAsIcon="0" progId="Paint.Picture">
                  <p:embed followColorScheme="full"/>
                  <p:pic>
                    <p:nvPicPr>
                      <p:cNvPr id="2097213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4495800" y="2971800"/>
                        <a:ext cx="2516187" cy="3886200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86746" name=""/>
          <p:cNvSpPr/>
          <p:nvPr/>
        </p:nvSpPr>
        <p:spPr>
          <a:xfrm rot="0">
            <a:off x="7086600" y="2057400"/>
            <a:ext cx="1752600" cy="914400"/>
          </a:xfrm>
          <a:prstGeom prst="wedgeRoundRectCallout">
            <a:avLst>
              <a:gd name="adj1" fmla="val -90671"/>
              <a:gd name="adj2" fmla="val 228472"/>
              <a:gd name="adj3" fmla="val 16667"/>
            </a:avLst>
          </a:prstGeom>
          <a:solidFill>
            <a:schemeClr val="dk1"/>
          </a:solidFill>
          <a:ln w="3810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>
                <a:solidFill>
                  <a:schemeClr val="lt1"/>
                </a:solidFill>
              </a:rPr>
              <a:t>圆柱孔与</a:t>
            </a:r>
          </a:p>
          <a:p>
            <a:pPr algn="ctr" lvl="0"/>
            <a:r>
              <a:rPr altLang="en-US" b="1" sz="3200" lang="zh-CN">
                <a:solidFill>
                  <a:schemeClr val="lt1"/>
                </a:solidFill>
              </a:rPr>
              <a:t>圆柱相交</a:t>
            </a:r>
          </a:p>
        </p:txBody>
      </p:sp>
      <p:sp>
        <p:nvSpPr>
          <p:cNvPr id="1086747" name=""/>
          <p:cNvSpPr/>
          <p:nvPr/>
        </p:nvSpPr>
        <p:spPr>
          <a:xfrm rot="0">
            <a:off x="7391400" y="4343400"/>
            <a:ext cx="1752600" cy="914400"/>
          </a:xfrm>
          <a:prstGeom prst="wedgeRoundRectCallout">
            <a:avLst>
              <a:gd name="adj1" fmla="val -127083"/>
              <a:gd name="adj2" fmla="val 8681"/>
              <a:gd name="adj3" fmla="val 16667"/>
            </a:avLst>
          </a:prstGeom>
          <a:solidFill>
            <a:srgbClr val="00CC99"/>
          </a:solidFill>
          <a:ln w="3810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>
                <a:solidFill>
                  <a:schemeClr val="lt1"/>
                </a:solidFill>
              </a:rPr>
              <a:t>等径圆</a:t>
            </a:r>
          </a:p>
          <a:p>
            <a:pPr algn="ctr" lvl="0"/>
            <a:r>
              <a:rPr altLang="en-US" b="1" sz="3200" lang="zh-CN">
                <a:solidFill>
                  <a:schemeClr val="lt1"/>
                </a:solidFill>
              </a:rPr>
              <a:t>柱孔相交</a:t>
            </a:r>
          </a:p>
        </p:txBody>
      </p:sp>
      <p:sp>
        <p:nvSpPr>
          <p:cNvPr id="1086748" name=""/>
          <p:cNvSpPr/>
          <p:nvPr/>
        </p:nvSpPr>
        <p:spPr>
          <a:xfrm rot="0">
            <a:off x="0" y="5662612"/>
            <a:ext cx="4648200" cy="1066800"/>
          </a:xfrm>
          <a:prstGeom prst="rect"/>
          <a:noFill/>
          <a:ln>
            <a:noFill/>
          </a:ln>
        </p:spPr>
        <p:txBody>
          <a:bodyPr anchor="ctr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>
                <a:solidFill>
                  <a:schemeClr val="lt1"/>
                </a:solidFill>
                <a:latin typeface="黑体" pitchFamily="2" charset="-122"/>
                <a:ea typeface="黑体" pitchFamily="2" charset="-122"/>
              </a:rPr>
              <a:t>试分析物体的表面交线，并画全三视图</a:t>
            </a:r>
            <a:r>
              <a:rPr altLang="en-US" lang="zh-CN">
                <a:solidFill>
                  <a:schemeClr val="lt1"/>
                </a:solidFill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1086749" name=""/>
          <p:cNvSpPr/>
          <p:nvPr/>
        </p:nvSpPr>
        <p:spPr>
          <a:xfrm rot="14695179">
            <a:off x="7636669" y="3259931"/>
            <a:ext cx="485775" cy="976312"/>
          </a:xfrm>
          <a:prstGeom prst="upArrow">
            <a:avLst>
              <a:gd name="adj1" fmla="val 50000"/>
              <a:gd name="adj2" fmla="val 50245"/>
            </a:avLst>
          </a:prstGeom>
          <a:solidFill>
            <a:schemeClr val="accent1"/>
          </a:solidFill>
          <a:ln w="1270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6750" name=""/>
          <p:cNvSpPr txBox="1"/>
          <p:nvPr/>
        </p:nvSpPr>
        <p:spPr>
          <a:xfrm rot="0">
            <a:off x="8382000" y="3352800"/>
            <a:ext cx="542925" cy="519112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2800" lang="zh-CN">
                <a:solidFill>
                  <a:srgbClr val="FF3300"/>
                </a:solidFill>
                <a:latin typeface="Arial" pitchFamily="34" charset="0"/>
              </a:rPr>
              <a:t>主</a:t>
            </a:r>
          </a:p>
        </p:txBody>
      </p:sp>
      <p:sp>
        <p:nvSpPr>
          <p:cNvPr id="1086751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rgbClr val="FFFFFF"/>
                </a:solidFill>
              </a:rPr>
              <a:t>题</a:t>
            </a:r>
            <a:r>
              <a:rPr altLang="zh-CN" lang="en-US">
                <a:solidFill>
                  <a:srgbClr val="FFFFFF"/>
                </a:solidFill>
              </a:rPr>
              <a:t>55</a:t>
            </a:r>
          </a:p>
        </p:txBody>
      </p:sp>
    </p:spTree>
  </p:cSld>
  <p:clrMapOvr>
    <a:masterClrMapping/>
  </p:clrMapOvr>
  <p:transition spd="fast" advClick="1">
    <p:random/>
  </p:transition>
  <p:timing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48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6752" name=""/>
          <p:cNvSpPr/>
          <p:nvPr/>
        </p:nvSpPr>
        <p:spPr>
          <a:xfrm rot="0">
            <a:off x="7426325" y="5795962"/>
            <a:ext cx="11112" cy="9525"/>
          </a:xfrm>
          <a:custGeom>
            <a:avLst/>
            <a:ahLst/>
            <a:rect l="0" t="0" r="r" b="b"/>
            <a:pathLst>
              <a:path w="29" h="18">
                <a:moveTo>
                  <a:pt x="0" y="0"/>
                </a:moveTo>
                <a:lnTo>
                  <a:pt x="28" y="18"/>
                </a:lnTo>
                <a:lnTo>
                  <a:pt x="29" y="18"/>
                </a:lnTo>
              </a:path>
            </a:pathLst>
          </a:custGeom>
          <a:noFill/>
          <a:ln w="190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6753" name=""/>
          <p:cNvSpPr/>
          <p:nvPr/>
        </p:nvSpPr>
        <p:spPr>
          <a:xfrm rot="0">
            <a:off x="8659812" y="6294437"/>
            <a:ext cx="4762" cy="4762"/>
          </a:xfrm>
          <a:custGeom>
            <a:avLst/>
            <a:ahLst/>
            <a:rect l="0" t="0" r="r" b="b"/>
            <a:pathLst>
              <a:path w="7" h="11">
                <a:moveTo>
                  <a:pt x="0" y="11"/>
                </a:moveTo>
                <a:lnTo>
                  <a:pt x="6" y="0"/>
                </a:lnTo>
                <a:lnTo>
                  <a:pt x="7" y="0"/>
                </a:lnTo>
              </a:path>
            </a:pathLst>
          </a:custGeom>
          <a:noFill/>
          <a:ln w="190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6754" name=""/>
          <p:cNvSpPr/>
          <p:nvPr/>
        </p:nvSpPr>
        <p:spPr>
          <a:xfrm rot="0">
            <a:off x="7127875" y="3754437"/>
            <a:ext cx="3175" cy="3175"/>
          </a:xfrm>
          <a:custGeom>
            <a:avLst/>
            <a:ahLst/>
            <a:rect l="0" t="0" r="r" b="b"/>
            <a:pathLst>
              <a:path w="2" h="0">
                <a:moveTo>
                  <a:pt x="2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190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485" name=""/>
          <p:cNvGrpSpPr/>
          <p:nvPr/>
        </p:nvGrpSpPr>
        <p:grpSpPr>
          <a:xfrm rot="0">
            <a:off x="5194300" y="3733800"/>
            <a:ext cx="3429000" cy="2857500"/>
            <a:chOff x="3572" y="2365"/>
            <a:chExt cx="1948" cy="1595"/>
          </a:xfrm>
        </p:grpSpPr>
        <p:sp>
          <p:nvSpPr>
            <p:cNvPr id="1086755" name=""/>
            <p:cNvSpPr/>
            <p:nvPr/>
          </p:nvSpPr>
          <p:spPr>
            <a:xfrm rot="0">
              <a:off x="3572" y="2665"/>
              <a:ext cx="1418" cy="1295"/>
            </a:xfrm>
            <a:custGeom>
              <a:avLst/>
              <a:ahLst/>
              <a:rect l="0" t="0" r="r" b="b"/>
              <a:pathLst>
                <a:path w="5551" h="5212">
                  <a:moveTo>
                    <a:pt x="5551" y="5212"/>
                  </a:moveTo>
                  <a:lnTo>
                    <a:pt x="5551" y="5145"/>
                  </a:lnTo>
                  <a:lnTo>
                    <a:pt x="5550" y="5078"/>
                  </a:lnTo>
                  <a:lnTo>
                    <a:pt x="5547" y="5010"/>
                  </a:lnTo>
                  <a:lnTo>
                    <a:pt x="5544" y="4941"/>
                  </a:lnTo>
                  <a:lnTo>
                    <a:pt x="5538" y="4872"/>
                  </a:lnTo>
                  <a:lnTo>
                    <a:pt x="5532" y="4802"/>
                  </a:lnTo>
                  <a:lnTo>
                    <a:pt x="5524" y="4732"/>
                  </a:lnTo>
                  <a:lnTo>
                    <a:pt x="5516" y="4661"/>
                  </a:lnTo>
                  <a:lnTo>
                    <a:pt x="5506" y="4590"/>
                  </a:lnTo>
                  <a:lnTo>
                    <a:pt x="5495" y="4518"/>
                  </a:lnTo>
                  <a:lnTo>
                    <a:pt x="5483" y="4446"/>
                  </a:lnTo>
                  <a:lnTo>
                    <a:pt x="5470" y="4373"/>
                  </a:lnTo>
                  <a:lnTo>
                    <a:pt x="5455" y="4301"/>
                  </a:lnTo>
                  <a:lnTo>
                    <a:pt x="5440" y="4228"/>
                  </a:lnTo>
                  <a:lnTo>
                    <a:pt x="5423" y="4154"/>
                  </a:lnTo>
                  <a:lnTo>
                    <a:pt x="5406" y="4080"/>
                  </a:lnTo>
                  <a:lnTo>
                    <a:pt x="5386" y="4007"/>
                  </a:lnTo>
                  <a:lnTo>
                    <a:pt x="5366" y="3932"/>
                  </a:lnTo>
                  <a:lnTo>
                    <a:pt x="5345" y="3858"/>
                  </a:lnTo>
                  <a:lnTo>
                    <a:pt x="5323" y="3784"/>
                  </a:lnTo>
                  <a:lnTo>
                    <a:pt x="5299" y="3709"/>
                  </a:lnTo>
                  <a:lnTo>
                    <a:pt x="5274" y="3635"/>
                  </a:lnTo>
                  <a:lnTo>
                    <a:pt x="5248" y="3561"/>
                  </a:lnTo>
                  <a:lnTo>
                    <a:pt x="5223" y="3486"/>
                  </a:lnTo>
                  <a:lnTo>
                    <a:pt x="5195" y="3412"/>
                  </a:lnTo>
                  <a:lnTo>
                    <a:pt x="5165" y="3338"/>
                  </a:lnTo>
                  <a:lnTo>
                    <a:pt x="5136" y="3263"/>
                  </a:lnTo>
                  <a:lnTo>
                    <a:pt x="5105" y="3189"/>
                  </a:lnTo>
                  <a:lnTo>
                    <a:pt x="5073" y="3116"/>
                  </a:lnTo>
                  <a:lnTo>
                    <a:pt x="5040" y="3041"/>
                  </a:lnTo>
                  <a:lnTo>
                    <a:pt x="5007" y="2968"/>
                  </a:lnTo>
                  <a:lnTo>
                    <a:pt x="4971" y="2895"/>
                  </a:lnTo>
                  <a:lnTo>
                    <a:pt x="4936" y="2822"/>
                  </a:lnTo>
                  <a:lnTo>
                    <a:pt x="4899" y="2750"/>
                  </a:lnTo>
                  <a:lnTo>
                    <a:pt x="4862" y="2677"/>
                  </a:lnTo>
                  <a:lnTo>
                    <a:pt x="4824" y="2605"/>
                  </a:lnTo>
                  <a:lnTo>
                    <a:pt x="4784" y="2534"/>
                  </a:lnTo>
                  <a:lnTo>
                    <a:pt x="4744" y="2463"/>
                  </a:lnTo>
                  <a:lnTo>
                    <a:pt x="4703" y="2393"/>
                  </a:lnTo>
                  <a:lnTo>
                    <a:pt x="4661" y="2323"/>
                  </a:lnTo>
                  <a:lnTo>
                    <a:pt x="4618" y="2254"/>
                  </a:lnTo>
                  <a:lnTo>
                    <a:pt x="4575" y="2185"/>
                  </a:lnTo>
                  <a:lnTo>
                    <a:pt x="4531" y="2116"/>
                  </a:lnTo>
                  <a:lnTo>
                    <a:pt x="4485" y="2049"/>
                  </a:lnTo>
                  <a:lnTo>
                    <a:pt x="4440" y="1982"/>
                  </a:lnTo>
                  <a:lnTo>
                    <a:pt x="4394" y="1916"/>
                  </a:lnTo>
                  <a:lnTo>
                    <a:pt x="4346" y="1850"/>
                  </a:lnTo>
                  <a:lnTo>
                    <a:pt x="4299" y="1785"/>
                  </a:lnTo>
                  <a:lnTo>
                    <a:pt x="4251" y="1722"/>
                  </a:lnTo>
                  <a:lnTo>
                    <a:pt x="4201" y="1658"/>
                  </a:lnTo>
                  <a:lnTo>
                    <a:pt x="4151" y="1596"/>
                  </a:lnTo>
                  <a:lnTo>
                    <a:pt x="4101" y="1534"/>
                  </a:lnTo>
                  <a:lnTo>
                    <a:pt x="4050" y="1474"/>
                  </a:lnTo>
                  <a:lnTo>
                    <a:pt x="3998" y="1414"/>
                  </a:lnTo>
                  <a:lnTo>
                    <a:pt x="3947" y="1356"/>
                  </a:lnTo>
                  <a:lnTo>
                    <a:pt x="3894" y="1297"/>
                  </a:lnTo>
                  <a:lnTo>
                    <a:pt x="3841" y="1241"/>
                  </a:lnTo>
                  <a:lnTo>
                    <a:pt x="3787" y="1185"/>
                  </a:lnTo>
                  <a:lnTo>
                    <a:pt x="3733" y="1130"/>
                  </a:lnTo>
                  <a:lnTo>
                    <a:pt x="3679" y="1076"/>
                  </a:lnTo>
                  <a:lnTo>
                    <a:pt x="3624" y="1024"/>
                  </a:lnTo>
                  <a:lnTo>
                    <a:pt x="3570" y="972"/>
                  </a:lnTo>
                  <a:lnTo>
                    <a:pt x="3515" y="922"/>
                  </a:lnTo>
                  <a:lnTo>
                    <a:pt x="3459" y="873"/>
                  </a:lnTo>
                  <a:lnTo>
                    <a:pt x="3402" y="824"/>
                  </a:lnTo>
                  <a:lnTo>
                    <a:pt x="3346" y="778"/>
                  </a:lnTo>
                  <a:lnTo>
                    <a:pt x="3290" y="732"/>
                  </a:lnTo>
                  <a:lnTo>
                    <a:pt x="3233" y="688"/>
                  </a:lnTo>
                  <a:lnTo>
                    <a:pt x="3176" y="644"/>
                  </a:lnTo>
                  <a:lnTo>
                    <a:pt x="3119" y="602"/>
                  </a:lnTo>
                  <a:lnTo>
                    <a:pt x="3062" y="562"/>
                  </a:lnTo>
                  <a:lnTo>
                    <a:pt x="3005" y="523"/>
                  </a:lnTo>
                  <a:lnTo>
                    <a:pt x="2947" y="485"/>
                  </a:lnTo>
                  <a:lnTo>
                    <a:pt x="2890" y="448"/>
                  </a:lnTo>
                  <a:lnTo>
                    <a:pt x="2832" y="413"/>
                  </a:lnTo>
                  <a:lnTo>
                    <a:pt x="2774" y="378"/>
                  </a:lnTo>
                  <a:lnTo>
                    <a:pt x="2717" y="346"/>
                  </a:lnTo>
                  <a:lnTo>
                    <a:pt x="2659" y="315"/>
                  </a:lnTo>
                  <a:lnTo>
                    <a:pt x="2602" y="285"/>
                  </a:lnTo>
                  <a:lnTo>
                    <a:pt x="2545" y="257"/>
                  </a:lnTo>
                  <a:lnTo>
                    <a:pt x="2486" y="230"/>
                  </a:lnTo>
                  <a:lnTo>
                    <a:pt x="2429" y="205"/>
                  </a:lnTo>
                  <a:lnTo>
                    <a:pt x="2372" y="180"/>
                  </a:lnTo>
                  <a:lnTo>
                    <a:pt x="2315" y="158"/>
                  </a:lnTo>
                  <a:lnTo>
                    <a:pt x="2259" y="137"/>
                  </a:lnTo>
                  <a:lnTo>
                    <a:pt x="2202" y="118"/>
                  </a:lnTo>
                  <a:lnTo>
                    <a:pt x="2146" y="99"/>
                  </a:lnTo>
                  <a:lnTo>
                    <a:pt x="2090" y="82"/>
                  </a:lnTo>
                  <a:lnTo>
                    <a:pt x="2035" y="67"/>
                  </a:lnTo>
                  <a:lnTo>
                    <a:pt x="1979" y="54"/>
                  </a:lnTo>
                  <a:lnTo>
                    <a:pt x="1924" y="42"/>
                  </a:lnTo>
                  <a:lnTo>
                    <a:pt x="1869" y="32"/>
                  </a:lnTo>
                  <a:lnTo>
                    <a:pt x="1815" y="23"/>
                  </a:lnTo>
                  <a:lnTo>
                    <a:pt x="1761" y="15"/>
                  </a:lnTo>
                  <a:lnTo>
                    <a:pt x="1708" y="9"/>
                  </a:lnTo>
                  <a:lnTo>
                    <a:pt x="1655" y="5"/>
                  </a:lnTo>
                  <a:lnTo>
                    <a:pt x="1603" y="2"/>
                  </a:lnTo>
                  <a:lnTo>
                    <a:pt x="1551" y="0"/>
                  </a:lnTo>
                  <a:lnTo>
                    <a:pt x="1499" y="1"/>
                  </a:lnTo>
                  <a:lnTo>
                    <a:pt x="1449" y="2"/>
                  </a:lnTo>
                  <a:lnTo>
                    <a:pt x="1398" y="7"/>
                  </a:lnTo>
                  <a:lnTo>
                    <a:pt x="1349" y="11"/>
                  </a:lnTo>
                  <a:lnTo>
                    <a:pt x="1299" y="17"/>
                  </a:lnTo>
                  <a:lnTo>
                    <a:pt x="1250" y="26"/>
                  </a:lnTo>
                  <a:lnTo>
                    <a:pt x="1203" y="35"/>
                  </a:lnTo>
                  <a:lnTo>
                    <a:pt x="1156" y="47"/>
                  </a:lnTo>
                  <a:lnTo>
                    <a:pt x="1109" y="58"/>
                  </a:lnTo>
                  <a:lnTo>
                    <a:pt x="1064" y="72"/>
                  </a:lnTo>
                  <a:lnTo>
                    <a:pt x="1019" y="89"/>
                  </a:lnTo>
                  <a:lnTo>
                    <a:pt x="975" y="106"/>
                  </a:lnTo>
                  <a:lnTo>
                    <a:pt x="931" y="124"/>
                  </a:lnTo>
                  <a:lnTo>
                    <a:pt x="888" y="145"/>
                  </a:lnTo>
                  <a:lnTo>
                    <a:pt x="846" y="166"/>
                  </a:lnTo>
                  <a:lnTo>
                    <a:pt x="805" y="189"/>
                  </a:lnTo>
                  <a:lnTo>
                    <a:pt x="766" y="214"/>
                  </a:lnTo>
                  <a:lnTo>
                    <a:pt x="726" y="239"/>
                  </a:lnTo>
                  <a:lnTo>
                    <a:pt x="688" y="267"/>
                  </a:lnTo>
                  <a:lnTo>
                    <a:pt x="650" y="295"/>
                  </a:lnTo>
                  <a:lnTo>
                    <a:pt x="614" y="327"/>
                  </a:lnTo>
                  <a:lnTo>
                    <a:pt x="578" y="358"/>
                  </a:lnTo>
                  <a:lnTo>
                    <a:pt x="544" y="391"/>
                  </a:lnTo>
                  <a:lnTo>
                    <a:pt x="509" y="426"/>
                  </a:lnTo>
                  <a:lnTo>
                    <a:pt x="477" y="461"/>
                  </a:lnTo>
                  <a:lnTo>
                    <a:pt x="444" y="498"/>
                  </a:lnTo>
                  <a:lnTo>
                    <a:pt x="414" y="537"/>
                  </a:lnTo>
                  <a:lnTo>
                    <a:pt x="384" y="577"/>
                  </a:lnTo>
                  <a:lnTo>
                    <a:pt x="356" y="618"/>
                  </a:lnTo>
                  <a:lnTo>
                    <a:pt x="328" y="661"/>
                  </a:lnTo>
                  <a:lnTo>
                    <a:pt x="301" y="704"/>
                  </a:lnTo>
                  <a:lnTo>
                    <a:pt x="275" y="749"/>
                  </a:lnTo>
                  <a:lnTo>
                    <a:pt x="252" y="795"/>
                  </a:lnTo>
                  <a:lnTo>
                    <a:pt x="228" y="842"/>
                  </a:lnTo>
                  <a:lnTo>
                    <a:pt x="205" y="891"/>
                  </a:lnTo>
                  <a:lnTo>
                    <a:pt x="185" y="941"/>
                  </a:lnTo>
                  <a:lnTo>
                    <a:pt x="164" y="991"/>
                  </a:lnTo>
                  <a:lnTo>
                    <a:pt x="145" y="1043"/>
                  </a:lnTo>
                  <a:lnTo>
                    <a:pt x="128" y="1096"/>
                  </a:lnTo>
                  <a:lnTo>
                    <a:pt x="110" y="1150"/>
                  </a:lnTo>
                  <a:lnTo>
                    <a:pt x="95" y="1206"/>
                  </a:lnTo>
                  <a:lnTo>
                    <a:pt x="81" y="1262"/>
                  </a:lnTo>
                  <a:lnTo>
                    <a:pt x="67" y="1319"/>
                  </a:lnTo>
                  <a:lnTo>
                    <a:pt x="55" y="1377"/>
                  </a:lnTo>
                  <a:lnTo>
                    <a:pt x="45" y="1436"/>
                  </a:lnTo>
                  <a:lnTo>
                    <a:pt x="35" y="1496"/>
                  </a:lnTo>
                  <a:lnTo>
                    <a:pt x="26" y="1557"/>
                  </a:lnTo>
                  <a:lnTo>
                    <a:pt x="19" y="1618"/>
                  </a:lnTo>
                  <a:lnTo>
                    <a:pt x="12" y="1681"/>
                  </a:lnTo>
                  <a:lnTo>
                    <a:pt x="8" y="1744"/>
                  </a:lnTo>
                  <a:lnTo>
                    <a:pt x="4" y="1809"/>
                  </a:lnTo>
                  <a:lnTo>
                    <a:pt x="2" y="1874"/>
                  </a:lnTo>
                  <a:lnTo>
                    <a:pt x="0" y="1939"/>
                  </a:lnTo>
                  <a:lnTo>
                    <a:pt x="2" y="1939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486" name=""/>
            <p:cNvGrpSpPr/>
            <p:nvPr/>
          </p:nvGrpSpPr>
          <p:grpSpPr>
            <a:xfrm rot="0">
              <a:off x="3572" y="2365"/>
              <a:ext cx="1948" cy="1595"/>
              <a:chOff x="3572" y="2365"/>
              <a:chExt cx="1948" cy="1595"/>
            </a:xfrm>
          </p:grpSpPr>
          <p:sp>
            <p:nvSpPr>
              <p:cNvPr id="1086756" name=""/>
              <p:cNvSpPr/>
              <p:nvPr/>
            </p:nvSpPr>
            <p:spPr>
              <a:xfrm rot="0">
                <a:off x="4995" y="3664"/>
                <a:ext cx="525" cy="294"/>
              </a:xfrm>
              <a:custGeom>
                <a:avLst/>
                <a:ahLst/>
                <a:rect l="0" t="0" r="r" b="b"/>
                <a:pathLst>
                  <a:path w="2061" h="1174">
                    <a:moveTo>
                      <a:pt x="0" y="1174"/>
                    </a:moveTo>
                    <a:lnTo>
                      <a:pt x="76" y="1153"/>
                    </a:lnTo>
                    <a:lnTo>
                      <a:pt x="152" y="1132"/>
                    </a:lnTo>
                    <a:lnTo>
                      <a:pt x="227" y="1109"/>
                    </a:lnTo>
                    <a:lnTo>
                      <a:pt x="302" y="1085"/>
                    </a:lnTo>
                    <a:lnTo>
                      <a:pt x="375" y="1062"/>
                    </a:lnTo>
                    <a:lnTo>
                      <a:pt x="447" y="1036"/>
                    </a:lnTo>
                    <a:lnTo>
                      <a:pt x="518" y="1010"/>
                    </a:lnTo>
                    <a:lnTo>
                      <a:pt x="589" y="984"/>
                    </a:lnTo>
                    <a:lnTo>
                      <a:pt x="658" y="956"/>
                    </a:lnTo>
                    <a:lnTo>
                      <a:pt x="727" y="928"/>
                    </a:lnTo>
                    <a:lnTo>
                      <a:pt x="795" y="899"/>
                    </a:lnTo>
                    <a:lnTo>
                      <a:pt x="862" y="869"/>
                    </a:lnTo>
                    <a:lnTo>
                      <a:pt x="928" y="839"/>
                    </a:lnTo>
                    <a:lnTo>
                      <a:pt x="992" y="807"/>
                    </a:lnTo>
                    <a:lnTo>
                      <a:pt x="1056" y="775"/>
                    </a:lnTo>
                    <a:lnTo>
                      <a:pt x="1119" y="742"/>
                    </a:lnTo>
                    <a:lnTo>
                      <a:pt x="1180" y="708"/>
                    </a:lnTo>
                    <a:lnTo>
                      <a:pt x="1239" y="674"/>
                    </a:lnTo>
                    <a:lnTo>
                      <a:pt x="1298" y="639"/>
                    </a:lnTo>
                    <a:lnTo>
                      <a:pt x="1356" y="604"/>
                    </a:lnTo>
                    <a:lnTo>
                      <a:pt x="1413" y="567"/>
                    </a:lnTo>
                    <a:lnTo>
                      <a:pt x="1468" y="531"/>
                    </a:lnTo>
                    <a:lnTo>
                      <a:pt x="1522" y="493"/>
                    </a:lnTo>
                    <a:lnTo>
                      <a:pt x="1574" y="455"/>
                    </a:lnTo>
                    <a:lnTo>
                      <a:pt x="1625" y="416"/>
                    </a:lnTo>
                    <a:lnTo>
                      <a:pt x="1676" y="377"/>
                    </a:lnTo>
                    <a:lnTo>
                      <a:pt x="1724" y="337"/>
                    </a:lnTo>
                    <a:lnTo>
                      <a:pt x="1770" y="297"/>
                    </a:lnTo>
                    <a:lnTo>
                      <a:pt x="1817" y="256"/>
                    </a:lnTo>
                    <a:lnTo>
                      <a:pt x="1861" y="214"/>
                    </a:lnTo>
                    <a:lnTo>
                      <a:pt x="1904" y="172"/>
                    </a:lnTo>
                    <a:lnTo>
                      <a:pt x="1945" y="130"/>
                    </a:lnTo>
                    <a:lnTo>
                      <a:pt x="1985" y="87"/>
                    </a:lnTo>
                    <a:lnTo>
                      <a:pt x="2024" y="43"/>
                    </a:lnTo>
                    <a:lnTo>
                      <a:pt x="2060" y="0"/>
                    </a:lnTo>
                    <a:lnTo>
                      <a:pt x="2061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57" name=""/>
              <p:cNvSpPr/>
              <p:nvPr/>
            </p:nvSpPr>
            <p:spPr>
              <a:xfrm rot="0">
                <a:off x="4433" y="2365"/>
                <a:ext cx="1087" cy="1299"/>
              </a:xfrm>
              <a:custGeom>
                <a:avLst/>
                <a:ahLst/>
                <a:rect l="0" t="0" r="r" b="b"/>
                <a:pathLst>
                  <a:path w="4264" h="5236">
                    <a:moveTo>
                      <a:pt x="4264" y="5236"/>
                    </a:moveTo>
                    <a:lnTo>
                      <a:pt x="4264" y="5169"/>
                    </a:lnTo>
                    <a:lnTo>
                      <a:pt x="4263" y="5102"/>
                    </a:lnTo>
                    <a:lnTo>
                      <a:pt x="4261" y="5034"/>
                    </a:lnTo>
                    <a:lnTo>
                      <a:pt x="4258" y="4966"/>
                    </a:lnTo>
                    <a:lnTo>
                      <a:pt x="4254" y="4897"/>
                    </a:lnTo>
                    <a:lnTo>
                      <a:pt x="4247" y="4828"/>
                    </a:lnTo>
                    <a:lnTo>
                      <a:pt x="4241" y="4758"/>
                    </a:lnTo>
                    <a:lnTo>
                      <a:pt x="4233" y="4688"/>
                    </a:lnTo>
                    <a:lnTo>
                      <a:pt x="4223" y="4617"/>
                    </a:lnTo>
                    <a:lnTo>
                      <a:pt x="4213" y="4546"/>
                    </a:lnTo>
                    <a:lnTo>
                      <a:pt x="4202" y="4474"/>
                    </a:lnTo>
                    <a:lnTo>
                      <a:pt x="4189" y="4403"/>
                    </a:lnTo>
                    <a:lnTo>
                      <a:pt x="4175" y="4329"/>
                    </a:lnTo>
                    <a:lnTo>
                      <a:pt x="4160" y="4257"/>
                    </a:lnTo>
                    <a:lnTo>
                      <a:pt x="4144" y="4184"/>
                    </a:lnTo>
                    <a:lnTo>
                      <a:pt x="4126" y="4111"/>
                    </a:lnTo>
                    <a:lnTo>
                      <a:pt x="4108" y="4038"/>
                    </a:lnTo>
                    <a:lnTo>
                      <a:pt x="4088" y="3963"/>
                    </a:lnTo>
                    <a:lnTo>
                      <a:pt x="4067" y="3890"/>
                    </a:lnTo>
                    <a:lnTo>
                      <a:pt x="4046" y="3816"/>
                    </a:lnTo>
                    <a:lnTo>
                      <a:pt x="4023" y="3742"/>
                    </a:lnTo>
                    <a:lnTo>
                      <a:pt x="3999" y="3668"/>
                    </a:lnTo>
                    <a:lnTo>
                      <a:pt x="3973" y="3594"/>
                    </a:lnTo>
                    <a:lnTo>
                      <a:pt x="3948" y="3519"/>
                    </a:lnTo>
                    <a:lnTo>
                      <a:pt x="3921" y="3445"/>
                    </a:lnTo>
                    <a:lnTo>
                      <a:pt x="3893" y="3371"/>
                    </a:lnTo>
                    <a:lnTo>
                      <a:pt x="3863" y="3297"/>
                    </a:lnTo>
                    <a:lnTo>
                      <a:pt x="3833" y="3223"/>
                    </a:lnTo>
                    <a:lnTo>
                      <a:pt x="3802" y="3150"/>
                    </a:lnTo>
                    <a:lnTo>
                      <a:pt x="3770" y="3077"/>
                    </a:lnTo>
                    <a:lnTo>
                      <a:pt x="3736" y="3003"/>
                    </a:lnTo>
                    <a:lnTo>
                      <a:pt x="3702" y="2930"/>
                    </a:lnTo>
                    <a:lnTo>
                      <a:pt x="3667" y="2857"/>
                    </a:lnTo>
                    <a:lnTo>
                      <a:pt x="3631" y="2785"/>
                    </a:lnTo>
                    <a:lnTo>
                      <a:pt x="3594" y="2712"/>
                    </a:lnTo>
                    <a:lnTo>
                      <a:pt x="3556" y="2640"/>
                    </a:lnTo>
                    <a:lnTo>
                      <a:pt x="3518" y="2569"/>
                    </a:lnTo>
                    <a:lnTo>
                      <a:pt x="3478" y="2498"/>
                    </a:lnTo>
                    <a:lnTo>
                      <a:pt x="3437" y="2428"/>
                    </a:lnTo>
                    <a:lnTo>
                      <a:pt x="3396" y="2358"/>
                    </a:lnTo>
                    <a:lnTo>
                      <a:pt x="3354" y="2289"/>
                    </a:lnTo>
                    <a:lnTo>
                      <a:pt x="3311" y="2220"/>
                    </a:lnTo>
                    <a:lnTo>
                      <a:pt x="3268" y="2151"/>
                    </a:lnTo>
                    <a:lnTo>
                      <a:pt x="3222" y="2084"/>
                    </a:lnTo>
                    <a:lnTo>
                      <a:pt x="3177" y="2017"/>
                    </a:lnTo>
                    <a:lnTo>
                      <a:pt x="3132" y="1951"/>
                    </a:lnTo>
                    <a:lnTo>
                      <a:pt x="3085" y="1885"/>
                    </a:lnTo>
                    <a:lnTo>
                      <a:pt x="3038" y="1820"/>
                    </a:lnTo>
                    <a:lnTo>
                      <a:pt x="2990" y="1756"/>
                    </a:lnTo>
                    <a:lnTo>
                      <a:pt x="2941" y="1692"/>
                    </a:lnTo>
                    <a:lnTo>
                      <a:pt x="2891" y="1630"/>
                    </a:lnTo>
                    <a:lnTo>
                      <a:pt x="2842" y="1568"/>
                    </a:lnTo>
                    <a:lnTo>
                      <a:pt x="2791" y="1507"/>
                    </a:lnTo>
                    <a:lnTo>
                      <a:pt x="2741" y="1448"/>
                    </a:lnTo>
                    <a:lnTo>
                      <a:pt x="2689" y="1388"/>
                    </a:lnTo>
                    <a:lnTo>
                      <a:pt x="2637" y="1330"/>
                    </a:lnTo>
                    <a:lnTo>
                      <a:pt x="2584" y="1273"/>
                    </a:lnTo>
                    <a:lnTo>
                      <a:pt x="2532" y="1217"/>
                    </a:lnTo>
                    <a:lnTo>
                      <a:pt x="2479" y="1161"/>
                    </a:lnTo>
                    <a:lnTo>
                      <a:pt x="2425" y="1107"/>
                    </a:lnTo>
                    <a:lnTo>
                      <a:pt x="2370" y="1055"/>
                    </a:lnTo>
                    <a:lnTo>
                      <a:pt x="2316" y="1003"/>
                    </a:lnTo>
                    <a:lnTo>
                      <a:pt x="2261" y="951"/>
                    </a:lnTo>
                    <a:lnTo>
                      <a:pt x="2205" y="902"/>
                    </a:lnTo>
                    <a:lnTo>
                      <a:pt x="2150" y="853"/>
                    </a:lnTo>
                    <a:lnTo>
                      <a:pt x="2094" y="806"/>
                    </a:lnTo>
                    <a:lnTo>
                      <a:pt x="2038" y="759"/>
                    </a:lnTo>
                    <a:lnTo>
                      <a:pt x="1982" y="714"/>
                    </a:lnTo>
                    <a:lnTo>
                      <a:pt x="1925" y="671"/>
                    </a:lnTo>
                    <a:lnTo>
                      <a:pt x="1868" y="628"/>
                    </a:lnTo>
                    <a:lnTo>
                      <a:pt x="1812" y="587"/>
                    </a:lnTo>
                    <a:lnTo>
                      <a:pt x="1755" y="547"/>
                    </a:lnTo>
                    <a:lnTo>
                      <a:pt x="1697" y="508"/>
                    </a:lnTo>
                    <a:lnTo>
                      <a:pt x="1639" y="471"/>
                    </a:lnTo>
                    <a:lnTo>
                      <a:pt x="1582" y="435"/>
                    </a:lnTo>
                    <a:lnTo>
                      <a:pt x="1525" y="401"/>
                    </a:lnTo>
                    <a:lnTo>
                      <a:pt x="1468" y="367"/>
                    </a:lnTo>
                    <a:lnTo>
                      <a:pt x="1410" y="335"/>
                    </a:lnTo>
                    <a:lnTo>
                      <a:pt x="1353" y="305"/>
                    </a:lnTo>
                    <a:lnTo>
                      <a:pt x="1296" y="275"/>
                    </a:lnTo>
                    <a:lnTo>
                      <a:pt x="1238" y="248"/>
                    </a:lnTo>
                    <a:lnTo>
                      <a:pt x="1181" y="221"/>
                    </a:lnTo>
                    <a:lnTo>
                      <a:pt x="1124" y="196"/>
                    </a:lnTo>
                    <a:lnTo>
                      <a:pt x="1067" y="172"/>
                    </a:lnTo>
                    <a:lnTo>
                      <a:pt x="1011" y="151"/>
                    </a:lnTo>
                    <a:lnTo>
                      <a:pt x="954" y="130"/>
                    </a:lnTo>
                    <a:lnTo>
                      <a:pt x="898" y="111"/>
                    </a:lnTo>
                    <a:lnTo>
                      <a:pt x="842" y="94"/>
                    </a:lnTo>
                    <a:lnTo>
                      <a:pt x="787" y="77"/>
                    </a:lnTo>
                    <a:lnTo>
                      <a:pt x="731" y="63"/>
                    </a:lnTo>
                    <a:lnTo>
                      <a:pt x="676" y="49"/>
                    </a:lnTo>
                    <a:lnTo>
                      <a:pt x="622" y="39"/>
                    </a:lnTo>
                    <a:lnTo>
                      <a:pt x="567" y="28"/>
                    </a:lnTo>
                    <a:lnTo>
                      <a:pt x="513" y="20"/>
                    </a:lnTo>
                    <a:lnTo>
                      <a:pt x="459" y="13"/>
                    </a:lnTo>
                    <a:lnTo>
                      <a:pt x="406" y="7"/>
                    </a:lnTo>
                    <a:lnTo>
                      <a:pt x="354" y="3"/>
                    </a:lnTo>
                    <a:lnTo>
                      <a:pt x="302" y="1"/>
                    </a:lnTo>
                    <a:lnTo>
                      <a:pt x="250" y="0"/>
                    </a:lnTo>
                    <a:lnTo>
                      <a:pt x="200" y="1"/>
                    </a:lnTo>
                    <a:lnTo>
                      <a:pt x="149" y="3"/>
                    </a:lnTo>
                    <a:lnTo>
                      <a:pt x="98" y="7"/>
                    </a:lnTo>
                    <a:lnTo>
                      <a:pt x="50" y="13"/>
                    </a:lnTo>
                    <a:lnTo>
                      <a:pt x="0" y="19"/>
                    </a:lnTo>
                    <a:lnTo>
                      <a:pt x="1" y="19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58" name=""/>
              <p:cNvSpPr/>
              <p:nvPr/>
            </p:nvSpPr>
            <p:spPr>
              <a:xfrm rot="0">
                <a:off x="3572" y="3146"/>
                <a:ext cx="213" cy="123"/>
              </a:xfrm>
              <a:custGeom>
                <a:avLst/>
                <a:ahLst/>
                <a:rect l="0" t="0" r="r" b="b"/>
                <a:pathLst>
                  <a:path w="837" h="493">
                    <a:moveTo>
                      <a:pt x="0" y="0"/>
                    </a:moveTo>
                    <a:lnTo>
                      <a:pt x="836" y="493"/>
                    </a:lnTo>
                    <a:lnTo>
                      <a:pt x="837" y="493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59" name=""/>
              <p:cNvSpPr/>
              <p:nvPr/>
            </p:nvSpPr>
            <p:spPr>
              <a:xfrm rot="0">
                <a:off x="3664" y="2365"/>
                <a:ext cx="809" cy="448"/>
              </a:xfrm>
              <a:custGeom>
                <a:avLst/>
                <a:ahLst/>
                <a:rect l="0" t="0" r="r" b="b"/>
                <a:pathLst>
                  <a:path w="3166" h="1801">
                    <a:moveTo>
                      <a:pt x="3166" y="0"/>
                    </a:moveTo>
                    <a:lnTo>
                      <a:pt x="2241" y="168"/>
                    </a:lnTo>
                    <a:lnTo>
                      <a:pt x="1378" y="538"/>
                    </a:lnTo>
                    <a:lnTo>
                      <a:pt x="618" y="1092"/>
                    </a:lnTo>
                    <a:lnTo>
                      <a:pt x="0" y="1801"/>
                    </a:lnTo>
                    <a:lnTo>
                      <a:pt x="1" y="1801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60" name=""/>
              <p:cNvSpPr/>
              <p:nvPr/>
            </p:nvSpPr>
            <p:spPr>
              <a:xfrm rot="0">
                <a:off x="3785" y="3004"/>
                <a:ext cx="517" cy="265"/>
              </a:xfrm>
              <a:custGeom>
                <a:avLst/>
                <a:ahLst/>
                <a:rect l="0" t="0" r="r" b="b"/>
                <a:pathLst>
                  <a:path w="2018" h="1069">
                    <a:moveTo>
                      <a:pt x="0" y="1069"/>
                    </a:moveTo>
                    <a:lnTo>
                      <a:pt x="2017" y="0"/>
                    </a:lnTo>
                    <a:lnTo>
                      <a:pt x="2018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61" name=""/>
              <p:cNvSpPr/>
              <p:nvPr/>
            </p:nvSpPr>
            <p:spPr>
              <a:xfrm rot="0">
                <a:off x="3785" y="2928"/>
                <a:ext cx="997" cy="912"/>
              </a:xfrm>
              <a:custGeom>
                <a:avLst/>
                <a:ahLst/>
                <a:rect l="0" t="0" r="r" b="b"/>
                <a:pathLst>
                  <a:path w="3904" h="3672">
                    <a:moveTo>
                      <a:pt x="3904" y="3672"/>
                    </a:moveTo>
                    <a:lnTo>
                      <a:pt x="3904" y="3616"/>
                    </a:lnTo>
                    <a:lnTo>
                      <a:pt x="3903" y="3558"/>
                    </a:lnTo>
                    <a:lnTo>
                      <a:pt x="3899" y="3501"/>
                    </a:lnTo>
                    <a:lnTo>
                      <a:pt x="3896" y="3444"/>
                    </a:lnTo>
                    <a:lnTo>
                      <a:pt x="3891" y="3385"/>
                    </a:lnTo>
                    <a:lnTo>
                      <a:pt x="3885" y="3327"/>
                    </a:lnTo>
                    <a:lnTo>
                      <a:pt x="3878" y="3268"/>
                    </a:lnTo>
                    <a:lnTo>
                      <a:pt x="3869" y="3207"/>
                    </a:lnTo>
                    <a:lnTo>
                      <a:pt x="3860" y="3147"/>
                    </a:lnTo>
                    <a:lnTo>
                      <a:pt x="3849" y="3087"/>
                    </a:lnTo>
                    <a:lnTo>
                      <a:pt x="3837" y="3025"/>
                    </a:lnTo>
                    <a:lnTo>
                      <a:pt x="3824" y="2964"/>
                    </a:lnTo>
                    <a:lnTo>
                      <a:pt x="3810" y="2902"/>
                    </a:lnTo>
                    <a:lnTo>
                      <a:pt x="3794" y="2841"/>
                    </a:lnTo>
                    <a:lnTo>
                      <a:pt x="3778" y="2779"/>
                    </a:lnTo>
                    <a:lnTo>
                      <a:pt x="3760" y="2717"/>
                    </a:lnTo>
                    <a:lnTo>
                      <a:pt x="3741" y="2655"/>
                    </a:lnTo>
                    <a:lnTo>
                      <a:pt x="3722" y="2592"/>
                    </a:lnTo>
                    <a:lnTo>
                      <a:pt x="3700" y="2530"/>
                    </a:lnTo>
                    <a:lnTo>
                      <a:pt x="3679" y="2467"/>
                    </a:lnTo>
                    <a:lnTo>
                      <a:pt x="3655" y="2405"/>
                    </a:lnTo>
                    <a:lnTo>
                      <a:pt x="3631" y="2342"/>
                    </a:lnTo>
                    <a:lnTo>
                      <a:pt x="3606" y="2281"/>
                    </a:lnTo>
                    <a:lnTo>
                      <a:pt x="3579" y="2218"/>
                    </a:lnTo>
                    <a:lnTo>
                      <a:pt x="3552" y="2157"/>
                    </a:lnTo>
                    <a:lnTo>
                      <a:pt x="3524" y="2094"/>
                    </a:lnTo>
                    <a:lnTo>
                      <a:pt x="3495" y="2033"/>
                    </a:lnTo>
                    <a:lnTo>
                      <a:pt x="3465" y="1973"/>
                    </a:lnTo>
                    <a:lnTo>
                      <a:pt x="3435" y="1911"/>
                    </a:lnTo>
                    <a:lnTo>
                      <a:pt x="3403" y="1851"/>
                    </a:lnTo>
                    <a:lnTo>
                      <a:pt x="3370" y="1792"/>
                    </a:lnTo>
                    <a:lnTo>
                      <a:pt x="3336" y="1732"/>
                    </a:lnTo>
                    <a:lnTo>
                      <a:pt x="3301" y="1673"/>
                    </a:lnTo>
                    <a:lnTo>
                      <a:pt x="3267" y="1614"/>
                    </a:lnTo>
                    <a:lnTo>
                      <a:pt x="3230" y="1557"/>
                    </a:lnTo>
                    <a:lnTo>
                      <a:pt x="3194" y="1499"/>
                    </a:lnTo>
                    <a:lnTo>
                      <a:pt x="3156" y="1443"/>
                    </a:lnTo>
                    <a:lnTo>
                      <a:pt x="3117" y="1387"/>
                    </a:lnTo>
                    <a:lnTo>
                      <a:pt x="3078" y="1331"/>
                    </a:lnTo>
                    <a:lnTo>
                      <a:pt x="3038" y="1277"/>
                    </a:lnTo>
                    <a:lnTo>
                      <a:pt x="2999" y="1223"/>
                    </a:lnTo>
                    <a:lnTo>
                      <a:pt x="2958" y="1169"/>
                    </a:lnTo>
                    <a:lnTo>
                      <a:pt x="2916" y="1117"/>
                    </a:lnTo>
                    <a:lnTo>
                      <a:pt x="2874" y="1066"/>
                    </a:lnTo>
                    <a:lnTo>
                      <a:pt x="2830" y="1015"/>
                    </a:lnTo>
                    <a:lnTo>
                      <a:pt x="2787" y="965"/>
                    </a:lnTo>
                    <a:lnTo>
                      <a:pt x="2743" y="917"/>
                    </a:lnTo>
                    <a:lnTo>
                      <a:pt x="2699" y="870"/>
                    </a:lnTo>
                    <a:lnTo>
                      <a:pt x="2654" y="823"/>
                    </a:lnTo>
                    <a:lnTo>
                      <a:pt x="2609" y="777"/>
                    </a:lnTo>
                    <a:lnTo>
                      <a:pt x="2563" y="733"/>
                    </a:lnTo>
                    <a:lnTo>
                      <a:pt x="2517" y="690"/>
                    </a:lnTo>
                    <a:lnTo>
                      <a:pt x="2471" y="647"/>
                    </a:lnTo>
                    <a:lnTo>
                      <a:pt x="2424" y="606"/>
                    </a:lnTo>
                    <a:lnTo>
                      <a:pt x="2377" y="566"/>
                    </a:lnTo>
                    <a:lnTo>
                      <a:pt x="2329" y="527"/>
                    </a:lnTo>
                    <a:lnTo>
                      <a:pt x="2282" y="489"/>
                    </a:lnTo>
                    <a:lnTo>
                      <a:pt x="2235" y="454"/>
                    </a:lnTo>
                    <a:lnTo>
                      <a:pt x="2186" y="418"/>
                    </a:lnTo>
                    <a:lnTo>
                      <a:pt x="2139" y="385"/>
                    </a:lnTo>
                    <a:lnTo>
                      <a:pt x="2090" y="352"/>
                    </a:lnTo>
                    <a:lnTo>
                      <a:pt x="2043" y="321"/>
                    </a:lnTo>
                    <a:lnTo>
                      <a:pt x="1994" y="291"/>
                    </a:lnTo>
                    <a:lnTo>
                      <a:pt x="1946" y="263"/>
                    </a:lnTo>
                    <a:lnTo>
                      <a:pt x="1897" y="236"/>
                    </a:lnTo>
                    <a:lnTo>
                      <a:pt x="1849" y="210"/>
                    </a:lnTo>
                    <a:lnTo>
                      <a:pt x="1801" y="185"/>
                    </a:lnTo>
                    <a:lnTo>
                      <a:pt x="1753" y="163"/>
                    </a:lnTo>
                    <a:lnTo>
                      <a:pt x="1705" y="141"/>
                    </a:lnTo>
                    <a:lnTo>
                      <a:pt x="1657" y="122"/>
                    </a:lnTo>
                    <a:lnTo>
                      <a:pt x="1610" y="104"/>
                    </a:lnTo>
                    <a:lnTo>
                      <a:pt x="1562" y="86"/>
                    </a:lnTo>
                    <a:lnTo>
                      <a:pt x="1515" y="71"/>
                    </a:lnTo>
                    <a:lnTo>
                      <a:pt x="1468" y="57"/>
                    </a:lnTo>
                    <a:lnTo>
                      <a:pt x="1421" y="44"/>
                    </a:lnTo>
                    <a:lnTo>
                      <a:pt x="1375" y="34"/>
                    </a:lnTo>
                    <a:lnTo>
                      <a:pt x="1329" y="24"/>
                    </a:lnTo>
                    <a:lnTo>
                      <a:pt x="1283" y="16"/>
                    </a:lnTo>
                    <a:lnTo>
                      <a:pt x="1239" y="10"/>
                    </a:lnTo>
                    <a:lnTo>
                      <a:pt x="1194" y="6"/>
                    </a:lnTo>
                    <a:lnTo>
                      <a:pt x="1149" y="2"/>
                    </a:lnTo>
                    <a:lnTo>
                      <a:pt x="1105" y="0"/>
                    </a:lnTo>
                    <a:lnTo>
                      <a:pt x="1062" y="0"/>
                    </a:lnTo>
                    <a:lnTo>
                      <a:pt x="1020" y="1"/>
                    </a:lnTo>
                    <a:lnTo>
                      <a:pt x="977" y="4"/>
                    </a:lnTo>
                    <a:lnTo>
                      <a:pt x="936" y="9"/>
                    </a:lnTo>
                    <a:lnTo>
                      <a:pt x="895" y="15"/>
                    </a:lnTo>
                    <a:lnTo>
                      <a:pt x="855" y="23"/>
                    </a:lnTo>
                    <a:lnTo>
                      <a:pt x="815" y="31"/>
                    </a:lnTo>
                    <a:lnTo>
                      <a:pt x="777" y="42"/>
                    </a:lnTo>
                    <a:lnTo>
                      <a:pt x="738" y="54"/>
                    </a:lnTo>
                    <a:lnTo>
                      <a:pt x="701" y="68"/>
                    </a:lnTo>
                    <a:lnTo>
                      <a:pt x="664" y="83"/>
                    </a:lnTo>
                    <a:lnTo>
                      <a:pt x="628" y="99"/>
                    </a:lnTo>
                    <a:lnTo>
                      <a:pt x="593" y="118"/>
                    </a:lnTo>
                    <a:lnTo>
                      <a:pt x="559" y="137"/>
                    </a:lnTo>
                    <a:lnTo>
                      <a:pt x="525" y="159"/>
                    </a:lnTo>
                    <a:lnTo>
                      <a:pt x="493" y="180"/>
                    </a:lnTo>
                    <a:lnTo>
                      <a:pt x="461" y="205"/>
                    </a:lnTo>
                    <a:lnTo>
                      <a:pt x="431" y="230"/>
                    </a:lnTo>
                    <a:lnTo>
                      <a:pt x="400" y="257"/>
                    </a:lnTo>
                    <a:lnTo>
                      <a:pt x="371" y="285"/>
                    </a:lnTo>
                    <a:lnTo>
                      <a:pt x="344" y="314"/>
                    </a:lnTo>
                    <a:lnTo>
                      <a:pt x="317" y="345"/>
                    </a:lnTo>
                    <a:lnTo>
                      <a:pt x="292" y="377"/>
                    </a:lnTo>
                    <a:lnTo>
                      <a:pt x="267" y="411"/>
                    </a:lnTo>
                    <a:lnTo>
                      <a:pt x="242" y="445"/>
                    </a:lnTo>
                    <a:lnTo>
                      <a:pt x="219" y="482"/>
                    </a:lnTo>
                    <a:lnTo>
                      <a:pt x="198" y="518"/>
                    </a:lnTo>
                    <a:lnTo>
                      <a:pt x="177" y="557"/>
                    </a:lnTo>
                    <a:lnTo>
                      <a:pt x="158" y="597"/>
                    </a:lnTo>
                    <a:lnTo>
                      <a:pt x="140" y="638"/>
                    </a:lnTo>
                    <a:lnTo>
                      <a:pt x="122" y="680"/>
                    </a:lnTo>
                    <a:lnTo>
                      <a:pt x="105" y="723"/>
                    </a:lnTo>
                    <a:lnTo>
                      <a:pt x="90" y="767"/>
                    </a:lnTo>
                    <a:lnTo>
                      <a:pt x="76" y="812"/>
                    </a:lnTo>
                    <a:lnTo>
                      <a:pt x="64" y="859"/>
                    </a:lnTo>
                    <a:lnTo>
                      <a:pt x="52" y="906"/>
                    </a:lnTo>
                    <a:lnTo>
                      <a:pt x="42" y="955"/>
                    </a:lnTo>
                    <a:lnTo>
                      <a:pt x="32" y="1004"/>
                    </a:lnTo>
                    <a:lnTo>
                      <a:pt x="24" y="1054"/>
                    </a:lnTo>
                    <a:lnTo>
                      <a:pt x="17" y="1105"/>
                    </a:lnTo>
                    <a:lnTo>
                      <a:pt x="11" y="1157"/>
                    </a:lnTo>
                    <a:lnTo>
                      <a:pt x="7" y="1210"/>
                    </a:lnTo>
                    <a:lnTo>
                      <a:pt x="3" y="1264"/>
                    </a:lnTo>
                    <a:lnTo>
                      <a:pt x="1" y="1319"/>
                    </a:lnTo>
                    <a:lnTo>
                      <a:pt x="0" y="1374"/>
                    </a:lnTo>
                    <a:lnTo>
                      <a:pt x="1" y="1374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62" name=""/>
              <p:cNvSpPr/>
              <p:nvPr/>
            </p:nvSpPr>
            <p:spPr>
              <a:xfrm rot="0">
                <a:off x="4339" y="2499"/>
                <a:ext cx="418" cy="234"/>
              </a:xfrm>
              <a:custGeom>
                <a:avLst/>
                <a:ahLst/>
                <a:rect l="0" t="0" r="r" b="b"/>
                <a:pathLst>
                  <a:path w="1640" h="947">
                    <a:moveTo>
                      <a:pt x="0" y="474"/>
                    </a:moveTo>
                    <a:lnTo>
                      <a:pt x="1" y="495"/>
                    </a:lnTo>
                    <a:lnTo>
                      <a:pt x="5" y="516"/>
                    </a:lnTo>
                    <a:lnTo>
                      <a:pt x="8" y="538"/>
                    </a:lnTo>
                    <a:lnTo>
                      <a:pt x="14" y="559"/>
                    </a:lnTo>
                    <a:lnTo>
                      <a:pt x="22" y="580"/>
                    </a:lnTo>
                    <a:lnTo>
                      <a:pt x="30" y="600"/>
                    </a:lnTo>
                    <a:lnTo>
                      <a:pt x="41" y="621"/>
                    </a:lnTo>
                    <a:lnTo>
                      <a:pt x="54" y="641"/>
                    </a:lnTo>
                    <a:lnTo>
                      <a:pt x="68" y="662"/>
                    </a:lnTo>
                    <a:lnTo>
                      <a:pt x="83" y="681"/>
                    </a:lnTo>
                    <a:lnTo>
                      <a:pt x="101" y="699"/>
                    </a:lnTo>
                    <a:lnTo>
                      <a:pt x="119" y="719"/>
                    </a:lnTo>
                    <a:lnTo>
                      <a:pt x="138" y="736"/>
                    </a:lnTo>
                    <a:lnTo>
                      <a:pt x="160" y="754"/>
                    </a:lnTo>
                    <a:lnTo>
                      <a:pt x="182" y="771"/>
                    </a:lnTo>
                    <a:lnTo>
                      <a:pt x="206" y="788"/>
                    </a:lnTo>
                    <a:lnTo>
                      <a:pt x="231" y="803"/>
                    </a:lnTo>
                    <a:lnTo>
                      <a:pt x="258" y="818"/>
                    </a:lnTo>
                    <a:lnTo>
                      <a:pt x="285" y="833"/>
                    </a:lnTo>
                    <a:lnTo>
                      <a:pt x="314" y="846"/>
                    </a:lnTo>
                    <a:lnTo>
                      <a:pt x="343" y="859"/>
                    </a:lnTo>
                    <a:lnTo>
                      <a:pt x="374" y="871"/>
                    </a:lnTo>
                    <a:lnTo>
                      <a:pt x="405" y="883"/>
                    </a:lnTo>
                    <a:lnTo>
                      <a:pt x="438" y="892"/>
                    </a:lnTo>
                    <a:lnTo>
                      <a:pt x="471" y="902"/>
                    </a:lnTo>
                    <a:lnTo>
                      <a:pt x="505" y="911"/>
                    </a:lnTo>
                    <a:lnTo>
                      <a:pt x="539" y="919"/>
                    </a:lnTo>
                    <a:lnTo>
                      <a:pt x="575" y="926"/>
                    </a:lnTo>
                    <a:lnTo>
                      <a:pt x="610" y="932"/>
                    </a:lnTo>
                    <a:lnTo>
                      <a:pt x="646" y="936"/>
                    </a:lnTo>
                    <a:lnTo>
                      <a:pt x="682" y="941"/>
                    </a:lnTo>
                    <a:lnTo>
                      <a:pt x="719" y="944"/>
                    </a:lnTo>
                    <a:lnTo>
                      <a:pt x="756" y="946"/>
                    </a:lnTo>
                    <a:lnTo>
                      <a:pt x="793" y="947"/>
                    </a:lnTo>
                    <a:lnTo>
                      <a:pt x="830" y="947"/>
                    </a:lnTo>
                    <a:lnTo>
                      <a:pt x="867" y="947"/>
                    </a:lnTo>
                    <a:lnTo>
                      <a:pt x="904" y="945"/>
                    </a:lnTo>
                    <a:lnTo>
                      <a:pt x="941" y="943"/>
                    </a:lnTo>
                    <a:lnTo>
                      <a:pt x="978" y="939"/>
                    </a:lnTo>
                    <a:lnTo>
                      <a:pt x="1013" y="934"/>
                    </a:lnTo>
                    <a:lnTo>
                      <a:pt x="1049" y="929"/>
                    </a:lnTo>
                    <a:lnTo>
                      <a:pt x="1084" y="922"/>
                    </a:lnTo>
                    <a:lnTo>
                      <a:pt x="1120" y="915"/>
                    </a:lnTo>
                    <a:lnTo>
                      <a:pt x="1153" y="907"/>
                    </a:lnTo>
                    <a:lnTo>
                      <a:pt x="1187" y="898"/>
                    </a:lnTo>
                    <a:lnTo>
                      <a:pt x="1220" y="888"/>
                    </a:lnTo>
                    <a:lnTo>
                      <a:pt x="1252" y="877"/>
                    </a:lnTo>
                    <a:lnTo>
                      <a:pt x="1283" y="865"/>
                    </a:lnTo>
                    <a:lnTo>
                      <a:pt x="1313" y="852"/>
                    </a:lnTo>
                    <a:lnTo>
                      <a:pt x="1342" y="839"/>
                    </a:lnTo>
                    <a:lnTo>
                      <a:pt x="1370" y="825"/>
                    </a:lnTo>
                    <a:lnTo>
                      <a:pt x="1397" y="810"/>
                    </a:lnTo>
                    <a:lnTo>
                      <a:pt x="1423" y="795"/>
                    </a:lnTo>
                    <a:lnTo>
                      <a:pt x="1448" y="779"/>
                    </a:lnTo>
                    <a:lnTo>
                      <a:pt x="1471" y="763"/>
                    </a:lnTo>
                    <a:lnTo>
                      <a:pt x="1493" y="746"/>
                    </a:lnTo>
                    <a:lnTo>
                      <a:pt x="1513" y="727"/>
                    </a:lnTo>
                    <a:lnTo>
                      <a:pt x="1533" y="709"/>
                    </a:lnTo>
                    <a:lnTo>
                      <a:pt x="1550" y="691"/>
                    </a:lnTo>
                    <a:lnTo>
                      <a:pt x="1566" y="671"/>
                    </a:lnTo>
                    <a:lnTo>
                      <a:pt x="1581" y="651"/>
                    </a:lnTo>
                    <a:lnTo>
                      <a:pt x="1594" y="632"/>
                    </a:lnTo>
                    <a:lnTo>
                      <a:pt x="1606" y="611"/>
                    </a:lnTo>
                    <a:lnTo>
                      <a:pt x="1616" y="591"/>
                    </a:lnTo>
                    <a:lnTo>
                      <a:pt x="1624" y="569"/>
                    </a:lnTo>
                    <a:lnTo>
                      <a:pt x="1631" y="549"/>
                    </a:lnTo>
                    <a:lnTo>
                      <a:pt x="1635" y="527"/>
                    </a:lnTo>
                    <a:lnTo>
                      <a:pt x="1639" y="506"/>
                    </a:lnTo>
                    <a:lnTo>
                      <a:pt x="1640" y="484"/>
                    </a:lnTo>
                    <a:lnTo>
                      <a:pt x="1640" y="463"/>
                    </a:lnTo>
                    <a:lnTo>
                      <a:pt x="1639" y="442"/>
                    </a:lnTo>
                    <a:lnTo>
                      <a:pt x="1635" y="420"/>
                    </a:lnTo>
                    <a:lnTo>
                      <a:pt x="1631" y="399"/>
                    </a:lnTo>
                    <a:lnTo>
                      <a:pt x="1624" y="378"/>
                    </a:lnTo>
                    <a:lnTo>
                      <a:pt x="1616" y="357"/>
                    </a:lnTo>
                    <a:lnTo>
                      <a:pt x="1606" y="336"/>
                    </a:lnTo>
                    <a:lnTo>
                      <a:pt x="1594" y="316"/>
                    </a:lnTo>
                    <a:lnTo>
                      <a:pt x="1581" y="297"/>
                    </a:lnTo>
                    <a:lnTo>
                      <a:pt x="1566" y="276"/>
                    </a:lnTo>
                    <a:lnTo>
                      <a:pt x="1550" y="258"/>
                    </a:lnTo>
                    <a:lnTo>
                      <a:pt x="1533" y="238"/>
                    </a:lnTo>
                    <a:lnTo>
                      <a:pt x="1513" y="220"/>
                    </a:lnTo>
                    <a:lnTo>
                      <a:pt x="1493" y="202"/>
                    </a:lnTo>
                    <a:lnTo>
                      <a:pt x="1471" y="184"/>
                    </a:lnTo>
                    <a:lnTo>
                      <a:pt x="1448" y="168"/>
                    </a:lnTo>
                    <a:lnTo>
                      <a:pt x="1423" y="152"/>
                    </a:lnTo>
                    <a:lnTo>
                      <a:pt x="1397" y="137"/>
                    </a:lnTo>
                    <a:lnTo>
                      <a:pt x="1370" y="122"/>
                    </a:lnTo>
                    <a:lnTo>
                      <a:pt x="1342" y="108"/>
                    </a:lnTo>
                    <a:lnTo>
                      <a:pt x="1313" y="95"/>
                    </a:lnTo>
                    <a:lnTo>
                      <a:pt x="1283" y="82"/>
                    </a:lnTo>
                    <a:lnTo>
                      <a:pt x="1252" y="70"/>
                    </a:lnTo>
                    <a:lnTo>
                      <a:pt x="1220" y="60"/>
                    </a:lnTo>
                    <a:lnTo>
                      <a:pt x="1187" y="50"/>
                    </a:lnTo>
                    <a:lnTo>
                      <a:pt x="1153" y="41"/>
                    </a:lnTo>
                    <a:lnTo>
                      <a:pt x="1120" y="33"/>
                    </a:lnTo>
                    <a:lnTo>
                      <a:pt x="1084" y="25"/>
                    </a:lnTo>
                    <a:lnTo>
                      <a:pt x="1049" y="19"/>
                    </a:lnTo>
                    <a:lnTo>
                      <a:pt x="1013" y="13"/>
                    </a:lnTo>
                    <a:lnTo>
                      <a:pt x="978" y="9"/>
                    </a:lnTo>
                    <a:lnTo>
                      <a:pt x="941" y="5"/>
                    </a:lnTo>
                    <a:lnTo>
                      <a:pt x="904" y="2"/>
                    </a:lnTo>
                    <a:lnTo>
                      <a:pt x="867" y="0"/>
                    </a:lnTo>
                    <a:lnTo>
                      <a:pt x="830" y="0"/>
                    </a:lnTo>
                    <a:lnTo>
                      <a:pt x="793" y="0"/>
                    </a:lnTo>
                    <a:lnTo>
                      <a:pt x="756" y="1"/>
                    </a:lnTo>
                    <a:lnTo>
                      <a:pt x="719" y="3"/>
                    </a:lnTo>
                    <a:lnTo>
                      <a:pt x="682" y="7"/>
                    </a:lnTo>
                    <a:lnTo>
                      <a:pt x="646" y="11"/>
                    </a:lnTo>
                    <a:lnTo>
                      <a:pt x="610" y="15"/>
                    </a:lnTo>
                    <a:lnTo>
                      <a:pt x="575" y="22"/>
                    </a:lnTo>
                    <a:lnTo>
                      <a:pt x="539" y="28"/>
                    </a:lnTo>
                    <a:lnTo>
                      <a:pt x="505" y="37"/>
                    </a:lnTo>
                    <a:lnTo>
                      <a:pt x="471" y="46"/>
                    </a:lnTo>
                    <a:lnTo>
                      <a:pt x="438" y="55"/>
                    </a:lnTo>
                    <a:lnTo>
                      <a:pt x="405" y="65"/>
                    </a:lnTo>
                    <a:lnTo>
                      <a:pt x="374" y="77"/>
                    </a:lnTo>
                    <a:lnTo>
                      <a:pt x="343" y="89"/>
                    </a:lnTo>
                    <a:lnTo>
                      <a:pt x="314" y="102"/>
                    </a:lnTo>
                    <a:lnTo>
                      <a:pt x="285" y="116"/>
                    </a:lnTo>
                    <a:lnTo>
                      <a:pt x="258" y="130"/>
                    </a:lnTo>
                    <a:lnTo>
                      <a:pt x="231" y="145"/>
                    </a:lnTo>
                    <a:lnTo>
                      <a:pt x="206" y="160"/>
                    </a:lnTo>
                    <a:lnTo>
                      <a:pt x="182" y="177"/>
                    </a:lnTo>
                    <a:lnTo>
                      <a:pt x="160" y="193"/>
                    </a:lnTo>
                    <a:lnTo>
                      <a:pt x="138" y="211"/>
                    </a:lnTo>
                    <a:lnTo>
                      <a:pt x="119" y="229"/>
                    </a:lnTo>
                    <a:lnTo>
                      <a:pt x="101" y="248"/>
                    </a:lnTo>
                    <a:lnTo>
                      <a:pt x="83" y="266"/>
                    </a:lnTo>
                    <a:lnTo>
                      <a:pt x="68" y="286"/>
                    </a:lnTo>
                    <a:lnTo>
                      <a:pt x="54" y="306"/>
                    </a:lnTo>
                    <a:lnTo>
                      <a:pt x="41" y="327"/>
                    </a:lnTo>
                    <a:lnTo>
                      <a:pt x="30" y="347"/>
                    </a:lnTo>
                    <a:lnTo>
                      <a:pt x="22" y="368"/>
                    </a:lnTo>
                    <a:lnTo>
                      <a:pt x="14" y="388"/>
                    </a:lnTo>
                    <a:lnTo>
                      <a:pt x="8" y="410"/>
                    </a:lnTo>
                    <a:lnTo>
                      <a:pt x="5" y="431"/>
                    </a:lnTo>
                    <a:lnTo>
                      <a:pt x="1" y="453"/>
                    </a:lnTo>
                    <a:lnTo>
                      <a:pt x="0" y="474"/>
                    </a:lnTo>
                    <a:lnTo>
                      <a:pt x="1" y="474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63" name=""/>
              <p:cNvSpPr/>
              <p:nvPr/>
            </p:nvSpPr>
            <p:spPr>
              <a:xfrm rot="0">
                <a:off x="4426" y="2693"/>
                <a:ext cx="235" cy="21"/>
              </a:xfrm>
              <a:custGeom>
                <a:avLst/>
                <a:ahLst/>
                <a:rect l="0" t="0" r="r" b="b"/>
                <a:pathLst>
                  <a:path w="928" h="88">
                    <a:moveTo>
                      <a:pt x="928" y="88"/>
                    </a:moveTo>
                    <a:lnTo>
                      <a:pt x="898" y="76"/>
                    </a:lnTo>
                    <a:lnTo>
                      <a:pt x="867" y="64"/>
                    </a:lnTo>
                    <a:lnTo>
                      <a:pt x="835" y="54"/>
                    </a:lnTo>
                    <a:lnTo>
                      <a:pt x="802" y="44"/>
                    </a:lnTo>
                    <a:lnTo>
                      <a:pt x="769" y="36"/>
                    </a:lnTo>
                    <a:lnTo>
                      <a:pt x="735" y="28"/>
                    </a:lnTo>
                    <a:lnTo>
                      <a:pt x="700" y="22"/>
                    </a:lnTo>
                    <a:lnTo>
                      <a:pt x="665" y="16"/>
                    </a:lnTo>
                    <a:lnTo>
                      <a:pt x="630" y="11"/>
                    </a:lnTo>
                    <a:lnTo>
                      <a:pt x="593" y="7"/>
                    </a:lnTo>
                    <a:lnTo>
                      <a:pt x="557" y="4"/>
                    </a:lnTo>
                    <a:lnTo>
                      <a:pt x="521" y="1"/>
                    </a:lnTo>
                    <a:lnTo>
                      <a:pt x="484" y="0"/>
                    </a:lnTo>
                    <a:lnTo>
                      <a:pt x="447" y="0"/>
                    </a:lnTo>
                    <a:lnTo>
                      <a:pt x="411" y="0"/>
                    </a:lnTo>
                    <a:lnTo>
                      <a:pt x="375" y="2"/>
                    </a:lnTo>
                    <a:lnTo>
                      <a:pt x="339" y="5"/>
                    </a:lnTo>
                    <a:lnTo>
                      <a:pt x="303" y="8"/>
                    </a:lnTo>
                    <a:lnTo>
                      <a:pt x="266" y="13"/>
                    </a:lnTo>
                    <a:lnTo>
                      <a:pt x="231" y="18"/>
                    </a:lnTo>
                    <a:lnTo>
                      <a:pt x="196" y="24"/>
                    </a:lnTo>
                    <a:lnTo>
                      <a:pt x="162" y="32"/>
                    </a:lnTo>
                    <a:lnTo>
                      <a:pt x="129" y="39"/>
                    </a:lnTo>
                    <a:lnTo>
                      <a:pt x="95" y="48"/>
                    </a:lnTo>
                    <a:lnTo>
                      <a:pt x="63" y="57"/>
                    </a:lnTo>
                    <a:lnTo>
                      <a:pt x="30" y="68"/>
                    </a:lnTo>
                    <a:lnTo>
                      <a:pt x="0" y="79"/>
                    </a:lnTo>
                    <a:lnTo>
                      <a:pt x="1" y="79"/>
                    </a:lnTo>
                  </a:path>
                </a:pathLst>
              </a:custGeom>
              <a:noFill/>
              <a:ln w="3810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64" name=""/>
              <p:cNvSpPr/>
              <p:nvPr/>
            </p:nvSpPr>
            <p:spPr>
              <a:xfrm rot="0">
                <a:off x="4782" y="3840"/>
                <a:ext cx="210" cy="120"/>
              </a:xfrm>
              <a:custGeom>
                <a:avLst/>
                <a:ahLst/>
                <a:rect l="0" t="0" r="r" b="b"/>
                <a:pathLst>
                  <a:path w="820" h="481">
                    <a:moveTo>
                      <a:pt x="0" y="0"/>
                    </a:moveTo>
                    <a:lnTo>
                      <a:pt x="819" y="481"/>
                    </a:lnTo>
                    <a:lnTo>
                      <a:pt x="820" y="481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6765" name=""/>
          <p:cNvSpPr/>
          <p:nvPr/>
        </p:nvSpPr>
        <p:spPr>
          <a:xfrm rot="0">
            <a:off x="5668962" y="4097337"/>
            <a:ext cx="9525" cy="3175"/>
          </a:xfrm>
          <a:custGeom>
            <a:avLst/>
            <a:ahLst/>
            <a:rect l="0" t="0" r="r" b="b"/>
            <a:pathLst>
              <a:path w="15" h="5">
                <a:moveTo>
                  <a:pt x="0" y="0"/>
                </a:moveTo>
                <a:lnTo>
                  <a:pt x="14" y="5"/>
                </a:lnTo>
                <a:lnTo>
                  <a:pt x="15" y="5"/>
                </a:lnTo>
              </a:path>
            </a:pathLst>
          </a:custGeom>
          <a:noFill/>
          <a:ln w="190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6766" name=""/>
          <p:cNvSpPr/>
          <p:nvPr/>
        </p:nvSpPr>
        <p:spPr>
          <a:xfrm rot="0">
            <a:off x="7175500" y="2819400"/>
            <a:ext cx="1752600" cy="914400"/>
          </a:xfrm>
          <a:prstGeom prst="wedgeRoundRectCallout">
            <a:avLst>
              <a:gd name="adj1" fmla="val -49727"/>
              <a:gd name="adj2" fmla="val 79514"/>
              <a:gd name="adj3" fmla="val 16667"/>
            </a:avLst>
          </a:prstGeom>
          <a:solidFill>
            <a:schemeClr val="accent1"/>
          </a:solidFill>
          <a:ln w="28575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/>
              <a:t>球与圆</a:t>
            </a:r>
          </a:p>
          <a:p>
            <a:pPr algn="ctr" lvl="0"/>
            <a:r>
              <a:rPr altLang="en-US" b="1" sz="3200" lang="zh-CN"/>
              <a:t>柱孔相交</a:t>
            </a:r>
          </a:p>
        </p:txBody>
      </p:sp>
      <p:sp>
        <p:nvSpPr>
          <p:cNvPr id="1086767" name=""/>
          <p:cNvSpPr/>
          <p:nvPr/>
        </p:nvSpPr>
        <p:spPr>
          <a:xfrm rot="0">
            <a:off x="4127500" y="2819400"/>
            <a:ext cx="2039937" cy="990600"/>
          </a:xfrm>
          <a:prstGeom prst="wedgeRoundRectCallout">
            <a:avLst>
              <a:gd name="adj1" fmla="val 89454"/>
              <a:gd name="adj2" fmla="val 101120"/>
              <a:gd name="adj3" fmla="val 16667"/>
            </a:avLst>
          </a:prstGeom>
          <a:solidFill>
            <a:srgbClr val="FFFF00"/>
          </a:solidFill>
          <a:ln w="28575" cap="flat" cmpd="sng">
            <a:solidFill>
              <a:srgbClr val="006600">
                <a:alpha val="100000"/>
              </a:srgb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/>
              <a:t>圆柱孔与</a:t>
            </a:r>
          </a:p>
          <a:p>
            <a:pPr algn="ctr" lvl="0"/>
            <a:r>
              <a:rPr altLang="en-US" b="1" sz="3200" lang="zh-CN"/>
              <a:t>圆柱孔相交</a:t>
            </a:r>
          </a:p>
        </p:txBody>
      </p:sp>
      <p:sp>
        <p:nvSpPr>
          <p:cNvPr id="1086768" name=""/>
          <p:cNvSpPr/>
          <p:nvPr/>
        </p:nvSpPr>
        <p:spPr>
          <a:xfrm rot="0">
            <a:off x="4508500" y="5715000"/>
            <a:ext cx="1371600" cy="914400"/>
          </a:xfrm>
          <a:prstGeom prst="wedgeRoundRectCallout">
            <a:avLst>
              <a:gd name="adj1" fmla="val 118981"/>
              <a:gd name="adj2" fmla="val -158681"/>
              <a:gd name="adj3" fmla="val 16667"/>
            </a:avLst>
          </a:prstGeom>
          <a:gradFill rotWithShape="0">
            <a:gsLst>
              <a:gs pos="0">
                <a:srgbClr val="FFFFFF">
                  <a:alpha val="100000"/>
                </a:srgbClr>
              </a:gs>
              <a:gs pos="100000">
                <a:schemeClr val="hlink">
                  <a:alpha val="100000"/>
                </a:schemeClr>
              </a:gs>
            </a:gsLst>
            <a:lin ang="5400000" scaled="1"/>
          </a:gradFill>
          <a:ln w="28575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/>
              <a:t>平面截</a:t>
            </a:r>
          </a:p>
          <a:p>
            <a:pPr algn="ctr" lvl="0"/>
            <a:r>
              <a:rPr altLang="en-US" b="1" sz="3200" lang="zh-CN"/>
              <a:t>切 球</a:t>
            </a:r>
          </a:p>
        </p:txBody>
      </p:sp>
      <p:grpSp>
        <p:nvGrpSpPr>
          <p:cNvPr id="487" name=""/>
          <p:cNvGrpSpPr/>
          <p:nvPr/>
        </p:nvGrpSpPr>
        <p:grpSpPr>
          <a:xfrm rot="0">
            <a:off x="3540125" y="4264025"/>
            <a:ext cx="3175" cy="1898650"/>
            <a:chOff x="2222" y="2686"/>
            <a:chExt cx="2" cy="1196"/>
          </a:xfrm>
        </p:grpSpPr>
        <p:sp>
          <p:nvSpPr>
            <p:cNvPr id="1086769" name=""/>
            <p:cNvSpPr/>
            <p:nvPr/>
          </p:nvSpPr>
          <p:spPr>
            <a:xfrm rot="0">
              <a:off x="2222" y="2686"/>
              <a:ext cx="2" cy="96"/>
            </a:xfrm>
            <a:custGeom>
              <a:avLst/>
              <a:ahLst/>
              <a:rect l="0" t="0" r="r" b="b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  <a:lnTo>
                    <a:pt x="1" y="366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0" name=""/>
            <p:cNvSpPr/>
            <p:nvPr/>
          </p:nvSpPr>
          <p:spPr>
            <a:xfrm rot="0">
              <a:off x="2222" y="2834"/>
              <a:ext cx="2" cy="105"/>
            </a:xfrm>
            <a:custGeom>
              <a:avLst/>
              <a:ahLst/>
              <a:rect l="0" t="0" r="r" b="b"/>
              <a:pathLst>
                <a:path w="1" h="399">
                  <a:moveTo>
                    <a:pt x="0" y="0"/>
                  </a:moveTo>
                  <a:lnTo>
                    <a:pt x="0" y="399"/>
                  </a:lnTo>
                  <a:lnTo>
                    <a:pt x="1" y="399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1" name=""/>
            <p:cNvSpPr/>
            <p:nvPr/>
          </p:nvSpPr>
          <p:spPr>
            <a:xfrm rot="0">
              <a:off x="2222" y="2994"/>
              <a:ext cx="2" cy="105"/>
            </a:xfrm>
            <a:custGeom>
              <a:avLst/>
              <a:ahLst/>
              <a:rect l="0" t="0" r="r" b="b"/>
              <a:pathLst>
                <a:path w="1" h="398">
                  <a:moveTo>
                    <a:pt x="0" y="0"/>
                  </a:moveTo>
                  <a:lnTo>
                    <a:pt x="0" y="398"/>
                  </a:lnTo>
                  <a:lnTo>
                    <a:pt x="1" y="398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2" name=""/>
            <p:cNvSpPr/>
            <p:nvPr/>
          </p:nvSpPr>
          <p:spPr>
            <a:xfrm rot="0">
              <a:off x="2222" y="3153"/>
              <a:ext cx="2" cy="104"/>
            </a:xfrm>
            <a:custGeom>
              <a:avLst/>
              <a:ahLst/>
              <a:rect l="0" t="0" r="r" b="b"/>
              <a:pathLst>
                <a:path w="1" h="399">
                  <a:moveTo>
                    <a:pt x="0" y="0"/>
                  </a:moveTo>
                  <a:lnTo>
                    <a:pt x="0" y="399"/>
                  </a:lnTo>
                  <a:lnTo>
                    <a:pt x="1" y="399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3" name=""/>
            <p:cNvSpPr/>
            <p:nvPr/>
          </p:nvSpPr>
          <p:spPr>
            <a:xfrm rot="0">
              <a:off x="2222" y="3310"/>
              <a:ext cx="2" cy="105"/>
            </a:xfrm>
            <a:custGeom>
              <a:avLst/>
              <a:ahLst/>
              <a:rect l="0" t="0" r="r" b="b"/>
              <a:pathLst>
                <a:path w="1" h="399">
                  <a:moveTo>
                    <a:pt x="0" y="0"/>
                  </a:moveTo>
                  <a:lnTo>
                    <a:pt x="0" y="399"/>
                  </a:lnTo>
                  <a:lnTo>
                    <a:pt x="1" y="399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4" name=""/>
            <p:cNvSpPr/>
            <p:nvPr/>
          </p:nvSpPr>
          <p:spPr>
            <a:xfrm rot="0">
              <a:off x="2222" y="3470"/>
              <a:ext cx="2" cy="105"/>
            </a:xfrm>
            <a:custGeom>
              <a:avLst/>
              <a:ahLst/>
              <a:rect l="0" t="0" r="r" b="b"/>
              <a:pathLst>
                <a:path w="1" h="397">
                  <a:moveTo>
                    <a:pt x="0" y="0"/>
                  </a:moveTo>
                  <a:lnTo>
                    <a:pt x="0" y="397"/>
                  </a:lnTo>
                  <a:lnTo>
                    <a:pt x="1" y="397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5" name=""/>
            <p:cNvSpPr/>
            <p:nvPr/>
          </p:nvSpPr>
          <p:spPr>
            <a:xfrm rot="0">
              <a:off x="2222" y="3628"/>
              <a:ext cx="2" cy="105"/>
            </a:xfrm>
            <a:custGeom>
              <a:avLst/>
              <a:ahLst/>
              <a:rect l="0" t="0" r="r" b="b"/>
              <a:pathLst>
                <a:path w="1" h="398">
                  <a:moveTo>
                    <a:pt x="0" y="0"/>
                  </a:moveTo>
                  <a:lnTo>
                    <a:pt x="0" y="398"/>
                  </a:lnTo>
                  <a:lnTo>
                    <a:pt x="1" y="398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776" name=""/>
            <p:cNvSpPr/>
            <p:nvPr/>
          </p:nvSpPr>
          <p:spPr>
            <a:xfrm rot="0">
              <a:off x="2222" y="3785"/>
              <a:ext cx="2" cy="97"/>
            </a:xfrm>
            <a:custGeom>
              <a:avLst/>
              <a:ahLst/>
              <a:rect l="0" t="0" r="r" b="b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  <a:lnTo>
                    <a:pt x="1" y="366"/>
                  </a:lnTo>
                </a:path>
              </a:pathLst>
            </a:custGeom>
            <a:noFill/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88" name=""/>
          <p:cNvGrpSpPr/>
          <p:nvPr/>
        </p:nvGrpSpPr>
        <p:grpSpPr>
          <a:xfrm rot="0">
            <a:off x="241300" y="0"/>
            <a:ext cx="7605712" cy="6477000"/>
            <a:chOff x="144" y="0"/>
            <a:chExt cx="4791" cy="4080"/>
          </a:xfrm>
        </p:grpSpPr>
        <p:sp>
          <p:nvSpPr>
            <p:cNvPr id="1086777" name=""/>
            <p:cNvSpPr/>
            <p:nvPr/>
          </p:nvSpPr>
          <p:spPr>
            <a:xfrm rot="0">
              <a:off x="275" y="0"/>
              <a:ext cx="4660" cy="365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200" lang="zh-CN">
                  <a:solidFill>
                    <a:srgbClr val="0000FF"/>
                  </a:solidFill>
                  <a:latin typeface="黑体" pitchFamily="2" charset="-122"/>
                  <a:ea typeface="黑体" pitchFamily="2" charset="-122"/>
                </a:rPr>
                <a:t>试分析物体的表面交线，并画全三视图</a:t>
              </a:r>
              <a:r>
                <a:rPr altLang="en-US" lang="zh-CN">
                  <a:solidFill>
                    <a:srgbClr val="0000FF"/>
                  </a:solidFill>
                  <a:latin typeface="黑体" pitchFamily="2" charset="-122"/>
                  <a:ea typeface="黑体" pitchFamily="2" charset="-122"/>
                </a:rPr>
                <a:t>。</a:t>
              </a:r>
            </a:p>
          </p:txBody>
        </p:sp>
        <p:grpSp>
          <p:nvGrpSpPr>
            <p:cNvPr id="489" name=""/>
            <p:cNvGrpSpPr/>
            <p:nvPr/>
          </p:nvGrpSpPr>
          <p:grpSpPr>
            <a:xfrm rot="0">
              <a:off x="144" y="336"/>
              <a:ext cx="4521" cy="3744"/>
              <a:chOff x="144" y="336"/>
              <a:chExt cx="4521" cy="3744"/>
            </a:xfrm>
          </p:grpSpPr>
          <p:sp>
            <p:nvSpPr>
              <p:cNvPr id="1086778" name=""/>
              <p:cNvSpPr/>
              <p:nvPr/>
            </p:nvSpPr>
            <p:spPr>
              <a:xfrm rot="0">
                <a:off x="1419" y="426"/>
                <a:ext cx="3" cy="330"/>
              </a:xfrm>
              <a:custGeom>
                <a:avLst/>
                <a:ahLst/>
                <a:rect l="0" t="0" r="r" b="b"/>
                <a:pathLst>
                  <a:path w="1" h="1243">
                    <a:moveTo>
                      <a:pt x="0" y="0"/>
                    </a:moveTo>
                    <a:lnTo>
                      <a:pt x="0" y="1243"/>
                    </a:lnTo>
                    <a:lnTo>
                      <a:pt x="1" y="1243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79" name=""/>
              <p:cNvSpPr/>
              <p:nvPr/>
            </p:nvSpPr>
            <p:spPr>
              <a:xfrm rot="0">
                <a:off x="1419" y="806"/>
                <a:ext cx="3" cy="103"/>
              </a:xfrm>
              <a:custGeom>
                <a:avLst/>
                <a:ahLst/>
                <a:rect l="0" t="0" r="r" b="b"/>
                <a:pathLst>
                  <a:path w="1" h="376">
                    <a:moveTo>
                      <a:pt x="0" y="0"/>
                    </a:moveTo>
                    <a:lnTo>
                      <a:pt x="0" y="376"/>
                    </a:lnTo>
                    <a:lnTo>
                      <a:pt x="1" y="37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0" name=""/>
              <p:cNvSpPr/>
              <p:nvPr/>
            </p:nvSpPr>
            <p:spPr>
              <a:xfrm rot="0">
                <a:off x="1419" y="958"/>
                <a:ext cx="3" cy="399"/>
              </a:xfrm>
              <a:custGeom>
                <a:avLst/>
                <a:ahLst/>
                <a:rect l="0" t="0" r="r" b="b"/>
                <a:pathLst>
                  <a:path w="1" h="1505">
                    <a:moveTo>
                      <a:pt x="0" y="0"/>
                    </a:moveTo>
                    <a:lnTo>
                      <a:pt x="0" y="1505"/>
                    </a:lnTo>
                    <a:lnTo>
                      <a:pt x="1" y="1505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1" name=""/>
              <p:cNvSpPr/>
              <p:nvPr/>
            </p:nvSpPr>
            <p:spPr>
              <a:xfrm rot="0">
                <a:off x="1419" y="1407"/>
                <a:ext cx="3" cy="99"/>
              </a:xfrm>
              <a:custGeom>
                <a:avLst/>
                <a:ahLst/>
                <a:rect l="0" t="0" r="r" b="b"/>
                <a:pathLst>
                  <a:path w="1" h="376">
                    <a:moveTo>
                      <a:pt x="0" y="0"/>
                    </a:moveTo>
                    <a:lnTo>
                      <a:pt x="0" y="376"/>
                    </a:lnTo>
                    <a:lnTo>
                      <a:pt x="1" y="37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2" name=""/>
              <p:cNvSpPr/>
              <p:nvPr/>
            </p:nvSpPr>
            <p:spPr>
              <a:xfrm rot="0">
                <a:off x="1419" y="1555"/>
                <a:ext cx="3" cy="330"/>
              </a:xfrm>
              <a:custGeom>
                <a:avLst/>
                <a:ahLst/>
                <a:rect l="0" t="0" r="r" b="b"/>
                <a:pathLst>
                  <a:path w="1" h="1244">
                    <a:moveTo>
                      <a:pt x="0" y="0"/>
                    </a:moveTo>
                    <a:lnTo>
                      <a:pt x="0" y="1244"/>
                    </a:lnTo>
                    <a:lnTo>
                      <a:pt x="1" y="1244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3" name=""/>
              <p:cNvSpPr/>
              <p:nvPr/>
            </p:nvSpPr>
            <p:spPr>
              <a:xfrm rot="0">
                <a:off x="1419" y="2285"/>
                <a:ext cx="3" cy="497"/>
              </a:xfrm>
              <a:custGeom>
                <a:avLst/>
                <a:ahLst/>
                <a:rect l="0" t="0" r="r" b="b"/>
                <a:pathLst>
                  <a:path w="1" h="1876">
                    <a:moveTo>
                      <a:pt x="0" y="0"/>
                    </a:moveTo>
                    <a:lnTo>
                      <a:pt x="0" y="1876"/>
                    </a:lnTo>
                    <a:lnTo>
                      <a:pt x="1" y="187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4" name=""/>
              <p:cNvSpPr/>
              <p:nvPr/>
            </p:nvSpPr>
            <p:spPr>
              <a:xfrm rot="0">
                <a:off x="1419" y="2834"/>
                <a:ext cx="3" cy="98"/>
              </a:xfrm>
              <a:custGeom>
                <a:avLst/>
                <a:ahLst/>
                <a:rect l="0" t="0" r="r" b="b"/>
                <a:pathLst>
                  <a:path w="1" h="376">
                    <a:moveTo>
                      <a:pt x="0" y="0"/>
                    </a:moveTo>
                    <a:lnTo>
                      <a:pt x="0" y="376"/>
                    </a:lnTo>
                    <a:lnTo>
                      <a:pt x="1" y="37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5" name=""/>
              <p:cNvSpPr/>
              <p:nvPr/>
            </p:nvSpPr>
            <p:spPr>
              <a:xfrm rot="0">
                <a:off x="1419" y="2984"/>
                <a:ext cx="3" cy="398"/>
              </a:xfrm>
              <a:custGeom>
                <a:avLst/>
                <a:ahLst/>
                <a:rect l="0" t="0" r="r" b="b"/>
                <a:pathLst>
                  <a:path w="1" h="1505">
                    <a:moveTo>
                      <a:pt x="0" y="0"/>
                    </a:moveTo>
                    <a:lnTo>
                      <a:pt x="0" y="1505"/>
                    </a:lnTo>
                    <a:lnTo>
                      <a:pt x="1" y="1505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6" name=""/>
              <p:cNvSpPr/>
              <p:nvPr/>
            </p:nvSpPr>
            <p:spPr>
              <a:xfrm rot="0">
                <a:off x="1419" y="3432"/>
                <a:ext cx="3" cy="100"/>
              </a:xfrm>
              <a:custGeom>
                <a:avLst/>
                <a:ahLst/>
                <a:rect l="0" t="0" r="r" b="b"/>
                <a:pathLst>
                  <a:path w="1" h="377">
                    <a:moveTo>
                      <a:pt x="0" y="0"/>
                    </a:moveTo>
                    <a:lnTo>
                      <a:pt x="0" y="377"/>
                    </a:lnTo>
                    <a:lnTo>
                      <a:pt x="1" y="377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7" name=""/>
              <p:cNvSpPr/>
              <p:nvPr/>
            </p:nvSpPr>
            <p:spPr>
              <a:xfrm rot="0">
                <a:off x="1419" y="3581"/>
                <a:ext cx="3" cy="499"/>
              </a:xfrm>
              <a:custGeom>
                <a:avLst/>
                <a:ahLst/>
                <a:rect l="0" t="0" r="r" b="b"/>
                <a:pathLst>
                  <a:path w="1" h="1877">
                    <a:moveTo>
                      <a:pt x="0" y="0"/>
                    </a:moveTo>
                    <a:lnTo>
                      <a:pt x="0" y="1877"/>
                    </a:lnTo>
                    <a:lnTo>
                      <a:pt x="1" y="1877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8" name=""/>
              <p:cNvSpPr/>
              <p:nvPr/>
            </p:nvSpPr>
            <p:spPr>
              <a:xfrm rot="0">
                <a:off x="144" y="3283"/>
                <a:ext cx="302" cy="4"/>
              </a:xfrm>
              <a:custGeom>
                <a:avLst/>
                <a:ahLst/>
                <a:rect l="0" t="0" r="r" b="b"/>
                <a:pathLst>
                  <a:path w="1124" h="0">
                    <a:moveTo>
                      <a:pt x="0" y="0"/>
                    </a:moveTo>
                    <a:lnTo>
                      <a:pt x="1123" y="0"/>
                    </a:lnTo>
                    <a:lnTo>
                      <a:pt x="1124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89" name=""/>
              <p:cNvSpPr/>
              <p:nvPr/>
            </p:nvSpPr>
            <p:spPr>
              <a:xfrm rot="0">
                <a:off x="497" y="3283"/>
                <a:ext cx="100" cy="4"/>
              </a:xfrm>
              <a:custGeom>
                <a:avLst/>
                <a:ahLst/>
                <a:rect l="0" t="0" r="r" b="b"/>
                <a:pathLst>
                  <a:path w="377" h="0">
                    <a:moveTo>
                      <a:pt x="0" y="0"/>
                    </a:moveTo>
                    <a:lnTo>
                      <a:pt x="376" y="0"/>
                    </a:lnTo>
                    <a:lnTo>
                      <a:pt x="377" y="0"/>
                    </a:lnTo>
                  </a:path>
                </a:pathLst>
              </a:custGeom>
              <a:noFill/>
              <a:ln w="3810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0" name=""/>
              <p:cNvSpPr/>
              <p:nvPr/>
            </p:nvSpPr>
            <p:spPr>
              <a:xfrm rot="0">
                <a:off x="648" y="3283"/>
                <a:ext cx="405" cy="4"/>
              </a:xfrm>
              <a:custGeom>
                <a:avLst/>
                <a:ahLst/>
                <a:rect l="0" t="0" r="r" b="b"/>
                <a:pathLst>
                  <a:path w="1504" h="0">
                    <a:moveTo>
                      <a:pt x="0" y="0"/>
                    </a:moveTo>
                    <a:lnTo>
                      <a:pt x="1503" y="0"/>
                    </a:lnTo>
                    <a:lnTo>
                      <a:pt x="1504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1" name=""/>
              <p:cNvSpPr/>
              <p:nvPr/>
            </p:nvSpPr>
            <p:spPr>
              <a:xfrm rot="0">
                <a:off x="1105" y="3283"/>
                <a:ext cx="104" cy="4"/>
              </a:xfrm>
              <a:custGeom>
                <a:avLst/>
                <a:ahLst/>
                <a:rect l="0" t="0" r="r" b="b"/>
                <a:pathLst>
                  <a:path w="377" h="0">
                    <a:moveTo>
                      <a:pt x="0" y="0"/>
                    </a:moveTo>
                    <a:lnTo>
                      <a:pt x="376" y="0"/>
                    </a:lnTo>
                    <a:lnTo>
                      <a:pt x="377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2" name=""/>
              <p:cNvSpPr/>
              <p:nvPr/>
            </p:nvSpPr>
            <p:spPr>
              <a:xfrm rot="0">
                <a:off x="1256" y="3283"/>
                <a:ext cx="407" cy="4"/>
              </a:xfrm>
              <a:custGeom>
                <a:avLst/>
                <a:ahLst/>
                <a:rect l="0" t="0" r="r" b="b"/>
                <a:pathLst>
                  <a:path w="1506" h="0">
                    <a:moveTo>
                      <a:pt x="0" y="0"/>
                    </a:moveTo>
                    <a:lnTo>
                      <a:pt x="1505" y="0"/>
                    </a:lnTo>
                    <a:lnTo>
                      <a:pt x="1506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3" name=""/>
              <p:cNvSpPr/>
              <p:nvPr/>
            </p:nvSpPr>
            <p:spPr>
              <a:xfrm rot="0">
                <a:off x="1712" y="3283"/>
                <a:ext cx="104" cy="4"/>
              </a:xfrm>
              <a:custGeom>
                <a:avLst/>
                <a:ahLst/>
                <a:rect l="0" t="0" r="r" b="b"/>
                <a:pathLst>
                  <a:path w="377" h="0">
                    <a:moveTo>
                      <a:pt x="0" y="0"/>
                    </a:moveTo>
                    <a:lnTo>
                      <a:pt x="376" y="0"/>
                    </a:lnTo>
                    <a:lnTo>
                      <a:pt x="377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4" name=""/>
              <p:cNvSpPr/>
              <p:nvPr/>
            </p:nvSpPr>
            <p:spPr>
              <a:xfrm rot="0">
                <a:off x="1866" y="3283"/>
                <a:ext cx="404" cy="4"/>
              </a:xfrm>
              <a:custGeom>
                <a:avLst/>
                <a:ahLst/>
                <a:rect l="0" t="0" r="r" b="b"/>
                <a:pathLst>
                  <a:path w="1505" h="0">
                    <a:moveTo>
                      <a:pt x="0" y="0"/>
                    </a:moveTo>
                    <a:lnTo>
                      <a:pt x="1504" y="0"/>
                    </a:lnTo>
                    <a:lnTo>
                      <a:pt x="1505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5" name=""/>
              <p:cNvSpPr/>
              <p:nvPr/>
            </p:nvSpPr>
            <p:spPr>
              <a:xfrm rot="0">
                <a:off x="2319" y="3283"/>
                <a:ext cx="104" cy="4"/>
              </a:xfrm>
              <a:custGeom>
                <a:avLst/>
                <a:ahLst/>
                <a:rect l="0" t="0" r="r" b="b"/>
                <a:pathLst>
                  <a:path w="377" h="0">
                    <a:moveTo>
                      <a:pt x="0" y="0"/>
                    </a:moveTo>
                    <a:lnTo>
                      <a:pt x="376" y="0"/>
                    </a:lnTo>
                    <a:lnTo>
                      <a:pt x="377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6" name=""/>
              <p:cNvSpPr/>
              <p:nvPr/>
            </p:nvSpPr>
            <p:spPr>
              <a:xfrm rot="0">
                <a:off x="2475" y="3283"/>
                <a:ext cx="302" cy="4"/>
              </a:xfrm>
              <a:custGeom>
                <a:avLst/>
                <a:ahLst/>
                <a:rect l="0" t="0" r="r" b="b"/>
                <a:pathLst>
                  <a:path w="1123" h="0">
                    <a:moveTo>
                      <a:pt x="0" y="0"/>
                    </a:moveTo>
                    <a:lnTo>
                      <a:pt x="1122" y="0"/>
                    </a:lnTo>
                    <a:lnTo>
                      <a:pt x="1123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7" name=""/>
              <p:cNvSpPr/>
              <p:nvPr/>
            </p:nvSpPr>
            <p:spPr>
              <a:xfrm rot="0">
                <a:off x="4055" y="336"/>
                <a:ext cx="2" cy="9"/>
              </a:xfrm>
              <a:custGeom>
                <a:avLst/>
                <a:ahLst/>
                <a:rect l="0" t="0" r="r" b="b"/>
                <a:pathLst>
                  <a:path w="1" h="27">
                    <a:moveTo>
                      <a:pt x="0" y="0"/>
                    </a:moveTo>
                    <a:lnTo>
                      <a:pt x="0" y="27"/>
                    </a:lnTo>
                    <a:lnTo>
                      <a:pt x="1" y="27"/>
                    </a:lnTo>
                  </a:path>
                </a:pathLst>
              </a:custGeom>
              <a:noFill/>
              <a:ln w="19050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8" name=""/>
              <p:cNvSpPr/>
              <p:nvPr/>
            </p:nvSpPr>
            <p:spPr>
              <a:xfrm rot="0">
                <a:off x="1827" y="558"/>
                <a:ext cx="807" cy="1130"/>
              </a:xfrm>
              <a:custGeom>
                <a:avLst/>
                <a:ahLst/>
                <a:rect l="0" t="0" r="r" b="b"/>
                <a:pathLst>
                  <a:path w="2992" h="4254">
                    <a:moveTo>
                      <a:pt x="2992" y="4254"/>
                    </a:moveTo>
                    <a:lnTo>
                      <a:pt x="2898" y="3336"/>
                    </a:lnTo>
                    <a:lnTo>
                      <a:pt x="2620" y="2457"/>
                    </a:lnTo>
                    <a:lnTo>
                      <a:pt x="2169" y="1652"/>
                    </a:lnTo>
                    <a:lnTo>
                      <a:pt x="1564" y="956"/>
                    </a:lnTo>
                    <a:lnTo>
                      <a:pt x="830" y="398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799" name=""/>
              <p:cNvSpPr/>
              <p:nvPr/>
            </p:nvSpPr>
            <p:spPr>
              <a:xfrm rot="0">
                <a:off x="209" y="2686"/>
                <a:ext cx="155" cy="1196"/>
              </a:xfrm>
              <a:custGeom>
                <a:avLst/>
                <a:ahLst/>
                <a:rect l="0" t="0" r="r" b="b"/>
                <a:pathLst>
                  <a:path w="581" h="4517">
                    <a:moveTo>
                      <a:pt x="580" y="0"/>
                    </a:moveTo>
                    <a:lnTo>
                      <a:pt x="196" y="863"/>
                    </a:lnTo>
                    <a:lnTo>
                      <a:pt x="0" y="1786"/>
                    </a:lnTo>
                    <a:lnTo>
                      <a:pt x="0" y="2731"/>
                    </a:lnTo>
                    <a:lnTo>
                      <a:pt x="196" y="3654"/>
                    </a:lnTo>
                    <a:lnTo>
                      <a:pt x="580" y="4517"/>
                    </a:lnTo>
                    <a:lnTo>
                      <a:pt x="581" y="4517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0" name=""/>
              <p:cNvSpPr/>
              <p:nvPr/>
            </p:nvSpPr>
            <p:spPr>
              <a:xfrm rot="0">
                <a:off x="364" y="2686"/>
                <a:ext cx="2107" cy="2"/>
              </a:xfrm>
              <a:custGeom>
                <a:avLst/>
                <a:ahLst/>
                <a:rect l="0" t="0" r="r" b="b"/>
                <a:pathLst>
                  <a:path w="7817" h="0">
                    <a:moveTo>
                      <a:pt x="0" y="0"/>
                    </a:moveTo>
                    <a:lnTo>
                      <a:pt x="7816" y="0"/>
                    </a:lnTo>
                    <a:lnTo>
                      <a:pt x="7817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1" name=""/>
              <p:cNvSpPr/>
              <p:nvPr/>
            </p:nvSpPr>
            <p:spPr>
              <a:xfrm rot="0">
                <a:off x="364" y="3882"/>
                <a:ext cx="2107" cy="2"/>
              </a:xfrm>
              <a:custGeom>
                <a:avLst/>
                <a:ahLst/>
                <a:rect l="0" t="0" r="r" b="b"/>
                <a:pathLst>
                  <a:path w="7817" h="0">
                    <a:moveTo>
                      <a:pt x="0" y="0"/>
                    </a:moveTo>
                    <a:lnTo>
                      <a:pt x="7816" y="0"/>
                    </a:lnTo>
                    <a:lnTo>
                      <a:pt x="7817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2" name=""/>
              <p:cNvSpPr/>
              <p:nvPr/>
            </p:nvSpPr>
            <p:spPr>
              <a:xfrm rot="0">
                <a:off x="2471" y="2686"/>
                <a:ext cx="155" cy="1196"/>
              </a:xfrm>
              <a:custGeom>
                <a:avLst/>
                <a:ahLst/>
                <a:rect l="0" t="0" r="r" b="b"/>
                <a:pathLst>
                  <a:path w="579" h="4517">
                    <a:moveTo>
                      <a:pt x="0" y="4517"/>
                    </a:moveTo>
                    <a:lnTo>
                      <a:pt x="383" y="3654"/>
                    </a:lnTo>
                    <a:lnTo>
                      <a:pt x="579" y="2731"/>
                    </a:lnTo>
                    <a:lnTo>
                      <a:pt x="579" y="1786"/>
                    </a:lnTo>
                    <a:lnTo>
                      <a:pt x="383" y="863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3" name=""/>
              <p:cNvSpPr/>
              <p:nvPr/>
            </p:nvSpPr>
            <p:spPr>
              <a:xfrm rot="0">
                <a:off x="607" y="888"/>
                <a:ext cx="1621" cy="800"/>
              </a:xfrm>
              <a:custGeom>
                <a:avLst/>
                <a:ahLst/>
                <a:rect l="0" t="0" r="r" b="b"/>
                <a:pathLst>
                  <a:path w="6017" h="3011">
                    <a:moveTo>
                      <a:pt x="6017" y="3011"/>
                    </a:moveTo>
                    <a:lnTo>
                      <a:pt x="5914" y="2231"/>
                    </a:lnTo>
                    <a:lnTo>
                      <a:pt x="5614" y="1505"/>
                    </a:lnTo>
                    <a:lnTo>
                      <a:pt x="5136" y="881"/>
                    </a:lnTo>
                    <a:lnTo>
                      <a:pt x="4512" y="403"/>
                    </a:lnTo>
                    <a:lnTo>
                      <a:pt x="3787" y="102"/>
                    </a:lnTo>
                    <a:lnTo>
                      <a:pt x="3009" y="0"/>
                    </a:lnTo>
                    <a:lnTo>
                      <a:pt x="2230" y="102"/>
                    </a:lnTo>
                    <a:lnTo>
                      <a:pt x="1505" y="403"/>
                    </a:lnTo>
                    <a:lnTo>
                      <a:pt x="882" y="881"/>
                    </a:lnTo>
                    <a:lnTo>
                      <a:pt x="404" y="1505"/>
                    </a:lnTo>
                    <a:lnTo>
                      <a:pt x="103" y="2231"/>
                    </a:lnTo>
                    <a:lnTo>
                      <a:pt x="0" y="3011"/>
                    </a:lnTo>
                    <a:lnTo>
                      <a:pt x="2" y="3011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4" name=""/>
              <p:cNvSpPr/>
              <p:nvPr/>
            </p:nvSpPr>
            <p:spPr>
              <a:xfrm rot="0">
                <a:off x="200" y="1688"/>
                <a:ext cx="407" cy="2"/>
              </a:xfrm>
              <a:custGeom>
                <a:avLst/>
                <a:ahLst/>
                <a:rect l="0" t="0" r="r" b="b"/>
                <a:pathLst>
                  <a:path w="1506" h="0">
                    <a:moveTo>
                      <a:pt x="0" y="0"/>
                    </a:moveTo>
                    <a:lnTo>
                      <a:pt x="1504" y="0"/>
                    </a:lnTo>
                    <a:lnTo>
                      <a:pt x="1506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5" name=""/>
              <p:cNvSpPr/>
              <p:nvPr/>
            </p:nvSpPr>
            <p:spPr>
              <a:xfrm rot="0">
                <a:off x="607" y="1688"/>
                <a:ext cx="406" cy="2"/>
              </a:xfrm>
              <a:custGeom>
                <a:avLst/>
                <a:ahLst/>
                <a:rect l="0" t="0" r="r" b="b"/>
                <a:pathLst>
                  <a:path w="1506" h="0">
                    <a:moveTo>
                      <a:pt x="0" y="0"/>
                    </a:moveTo>
                    <a:lnTo>
                      <a:pt x="1505" y="0"/>
                    </a:lnTo>
                    <a:lnTo>
                      <a:pt x="1506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6" name=""/>
              <p:cNvSpPr/>
              <p:nvPr/>
            </p:nvSpPr>
            <p:spPr>
              <a:xfrm rot="0">
                <a:off x="1063" y="1688"/>
                <a:ext cx="101" cy="2"/>
              </a:xfrm>
              <a:custGeom>
                <a:avLst/>
                <a:ahLst/>
                <a:rect l="0" t="0" r="r" b="b"/>
                <a:pathLst>
                  <a:path w="378" h="0">
                    <a:moveTo>
                      <a:pt x="0" y="0"/>
                    </a:moveTo>
                    <a:lnTo>
                      <a:pt x="376" y="0"/>
                    </a:lnTo>
                    <a:lnTo>
                      <a:pt x="378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7" name=""/>
              <p:cNvSpPr/>
              <p:nvPr/>
            </p:nvSpPr>
            <p:spPr>
              <a:xfrm rot="0">
                <a:off x="1214" y="1688"/>
                <a:ext cx="406" cy="2"/>
              </a:xfrm>
              <a:custGeom>
                <a:avLst/>
                <a:ahLst/>
                <a:rect l="0" t="0" r="r" b="b"/>
                <a:pathLst>
                  <a:path w="1505" h="0">
                    <a:moveTo>
                      <a:pt x="0" y="0"/>
                    </a:moveTo>
                    <a:lnTo>
                      <a:pt x="1504" y="0"/>
                    </a:lnTo>
                    <a:lnTo>
                      <a:pt x="1505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8" name=""/>
              <p:cNvSpPr/>
              <p:nvPr/>
            </p:nvSpPr>
            <p:spPr>
              <a:xfrm rot="0">
                <a:off x="1670" y="1688"/>
                <a:ext cx="101" cy="2"/>
              </a:xfrm>
              <a:custGeom>
                <a:avLst/>
                <a:ahLst/>
                <a:rect l="0" t="0" r="r" b="b"/>
                <a:pathLst>
                  <a:path w="377" h="0">
                    <a:moveTo>
                      <a:pt x="0" y="0"/>
                    </a:moveTo>
                    <a:lnTo>
                      <a:pt x="376" y="0"/>
                    </a:lnTo>
                    <a:lnTo>
                      <a:pt x="377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09" name=""/>
              <p:cNvSpPr/>
              <p:nvPr/>
            </p:nvSpPr>
            <p:spPr>
              <a:xfrm rot="0">
                <a:off x="1821" y="1688"/>
                <a:ext cx="407" cy="2"/>
              </a:xfrm>
              <a:custGeom>
                <a:avLst/>
                <a:ahLst/>
                <a:rect l="0" t="0" r="r" b="b"/>
                <a:pathLst>
                  <a:path w="1506" h="0">
                    <a:moveTo>
                      <a:pt x="0" y="0"/>
                    </a:moveTo>
                    <a:lnTo>
                      <a:pt x="1505" y="0"/>
                    </a:lnTo>
                    <a:lnTo>
                      <a:pt x="1506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0" name=""/>
              <p:cNvSpPr/>
              <p:nvPr/>
            </p:nvSpPr>
            <p:spPr>
              <a:xfrm rot="0">
                <a:off x="1013" y="2883"/>
                <a:ext cx="808" cy="800"/>
              </a:xfrm>
              <a:custGeom>
                <a:avLst/>
                <a:ahLst/>
                <a:rect l="0" t="0" r="r" b="b"/>
                <a:pathLst>
                  <a:path w="3009" h="3011">
                    <a:moveTo>
                      <a:pt x="3007" y="1505"/>
                    </a:moveTo>
                    <a:lnTo>
                      <a:pt x="2893" y="929"/>
                    </a:lnTo>
                    <a:lnTo>
                      <a:pt x="2568" y="440"/>
                    </a:lnTo>
                    <a:lnTo>
                      <a:pt x="2080" y="114"/>
                    </a:lnTo>
                    <a:lnTo>
                      <a:pt x="1504" y="0"/>
                    </a:lnTo>
                    <a:lnTo>
                      <a:pt x="928" y="114"/>
                    </a:lnTo>
                    <a:lnTo>
                      <a:pt x="441" y="440"/>
                    </a:lnTo>
                    <a:lnTo>
                      <a:pt x="114" y="929"/>
                    </a:lnTo>
                    <a:lnTo>
                      <a:pt x="0" y="1505"/>
                    </a:lnTo>
                    <a:lnTo>
                      <a:pt x="114" y="2081"/>
                    </a:lnTo>
                    <a:lnTo>
                      <a:pt x="441" y="2570"/>
                    </a:lnTo>
                    <a:lnTo>
                      <a:pt x="928" y="2897"/>
                    </a:lnTo>
                    <a:lnTo>
                      <a:pt x="1504" y="3011"/>
                    </a:lnTo>
                    <a:lnTo>
                      <a:pt x="2080" y="2897"/>
                    </a:lnTo>
                    <a:lnTo>
                      <a:pt x="2568" y="2570"/>
                    </a:lnTo>
                    <a:lnTo>
                      <a:pt x="2893" y="2081"/>
                    </a:lnTo>
                    <a:lnTo>
                      <a:pt x="3007" y="1505"/>
                    </a:lnTo>
                    <a:lnTo>
                      <a:pt x="3009" y="1505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1" name=""/>
              <p:cNvSpPr/>
              <p:nvPr/>
            </p:nvSpPr>
            <p:spPr>
              <a:xfrm rot="0">
                <a:off x="2228" y="1688"/>
                <a:ext cx="406" cy="2"/>
              </a:xfrm>
              <a:custGeom>
                <a:avLst/>
                <a:ahLst/>
                <a:rect l="0" t="0" r="r" b="b"/>
                <a:pathLst>
                  <a:path w="1505" h="0">
                    <a:moveTo>
                      <a:pt x="0" y="0"/>
                    </a:moveTo>
                    <a:lnTo>
                      <a:pt x="1504" y="0"/>
                    </a:lnTo>
                    <a:lnTo>
                      <a:pt x="1505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2" name=""/>
              <p:cNvSpPr/>
              <p:nvPr/>
            </p:nvSpPr>
            <p:spPr>
              <a:xfrm rot="0">
                <a:off x="3443" y="1688"/>
                <a:ext cx="1219" cy="2"/>
              </a:xfrm>
              <a:custGeom>
                <a:avLst/>
                <a:ahLst/>
                <a:rect l="0" t="0" r="r" b="b"/>
                <a:pathLst>
                  <a:path w="4513" h="0">
                    <a:moveTo>
                      <a:pt x="0" y="0"/>
                    </a:moveTo>
                    <a:lnTo>
                      <a:pt x="4512" y="0"/>
                    </a:lnTo>
                    <a:lnTo>
                      <a:pt x="4513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3" name=""/>
              <p:cNvSpPr/>
              <p:nvPr/>
            </p:nvSpPr>
            <p:spPr>
              <a:xfrm rot="0">
                <a:off x="3441" y="648"/>
                <a:ext cx="2" cy="1040"/>
              </a:xfrm>
              <a:custGeom>
                <a:avLst/>
                <a:ahLst/>
                <a:rect l="0" t="0" r="r" b="b"/>
                <a:pathLst>
                  <a:path w="10" h="3907">
                    <a:moveTo>
                      <a:pt x="10" y="390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4" name=""/>
              <p:cNvSpPr/>
              <p:nvPr/>
            </p:nvSpPr>
            <p:spPr>
              <a:xfrm rot="0">
                <a:off x="4659" y="651"/>
                <a:ext cx="6" cy="1037"/>
              </a:xfrm>
              <a:custGeom>
                <a:avLst/>
                <a:ahLst/>
                <a:rect l="0" t="0" r="r" b="b"/>
                <a:pathLst>
                  <a:path w="19" h="3902">
                    <a:moveTo>
                      <a:pt x="0" y="3902"/>
                    </a:moveTo>
                    <a:lnTo>
                      <a:pt x="18" y="0"/>
                    </a:lnTo>
                    <a:lnTo>
                      <a:pt x="19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5" name=""/>
              <p:cNvSpPr/>
              <p:nvPr/>
            </p:nvSpPr>
            <p:spPr>
              <a:xfrm rot="0">
                <a:off x="4452" y="554"/>
                <a:ext cx="213" cy="97"/>
              </a:xfrm>
              <a:custGeom>
                <a:avLst/>
                <a:ahLst/>
                <a:rect l="0" t="0" r="r" b="b"/>
                <a:pathLst>
                  <a:path w="790" h="364">
                    <a:moveTo>
                      <a:pt x="790" y="364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6" name=""/>
              <p:cNvSpPr/>
              <p:nvPr/>
            </p:nvSpPr>
            <p:spPr>
              <a:xfrm rot="0">
                <a:off x="4050" y="400"/>
                <a:ext cx="5" cy="315"/>
              </a:xfrm>
              <a:custGeom>
                <a:avLst/>
                <a:ahLst/>
                <a:rect l="0" t="0" r="r" b="b"/>
                <a:pathLst>
                  <a:path w="2" h="1187">
                    <a:moveTo>
                      <a:pt x="0" y="0"/>
                    </a:moveTo>
                    <a:lnTo>
                      <a:pt x="0" y="1187"/>
                    </a:lnTo>
                    <a:lnTo>
                      <a:pt x="2" y="1187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7" name=""/>
              <p:cNvSpPr/>
              <p:nvPr/>
            </p:nvSpPr>
            <p:spPr>
              <a:xfrm rot="0">
                <a:off x="4050" y="764"/>
                <a:ext cx="5" cy="100"/>
              </a:xfrm>
              <a:custGeom>
                <a:avLst/>
                <a:ahLst/>
                <a:rect l="0" t="0" r="r" b="b"/>
                <a:pathLst>
                  <a:path w="2" h="377">
                    <a:moveTo>
                      <a:pt x="0" y="0"/>
                    </a:moveTo>
                    <a:lnTo>
                      <a:pt x="0" y="377"/>
                    </a:lnTo>
                    <a:lnTo>
                      <a:pt x="2" y="377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8" name=""/>
              <p:cNvSpPr/>
              <p:nvPr/>
            </p:nvSpPr>
            <p:spPr>
              <a:xfrm rot="0">
                <a:off x="4050" y="913"/>
                <a:ext cx="5" cy="401"/>
              </a:xfrm>
              <a:custGeom>
                <a:avLst/>
                <a:ahLst/>
                <a:rect l="0" t="0" r="r" b="b"/>
                <a:pathLst>
                  <a:path w="2" h="1506">
                    <a:moveTo>
                      <a:pt x="0" y="0"/>
                    </a:moveTo>
                    <a:lnTo>
                      <a:pt x="0" y="1506"/>
                    </a:lnTo>
                    <a:lnTo>
                      <a:pt x="2" y="150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19" name=""/>
              <p:cNvSpPr/>
              <p:nvPr/>
            </p:nvSpPr>
            <p:spPr>
              <a:xfrm rot="0">
                <a:off x="4050" y="1363"/>
                <a:ext cx="5" cy="100"/>
              </a:xfrm>
              <a:custGeom>
                <a:avLst/>
                <a:ahLst/>
                <a:rect l="0" t="0" r="r" b="b"/>
                <a:pathLst>
                  <a:path w="2" h="376">
                    <a:moveTo>
                      <a:pt x="0" y="0"/>
                    </a:moveTo>
                    <a:lnTo>
                      <a:pt x="0" y="376"/>
                    </a:lnTo>
                    <a:lnTo>
                      <a:pt x="2" y="37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0" name=""/>
              <p:cNvSpPr/>
              <p:nvPr/>
            </p:nvSpPr>
            <p:spPr>
              <a:xfrm rot="0">
                <a:off x="4050" y="1512"/>
                <a:ext cx="5" cy="316"/>
              </a:xfrm>
              <a:custGeom>
                <a:avLst/>
                <a:ahLst/>
                <a:rect l="0" t="0" r="r" b="b"/>
                <a:pathLst>
                  <a:path w="2" h="1186">
                    <a:moveTo>
                      <a:pt x="0" y="0"/>
                    </a:moveTo>
                    <a:lnTo>
                      <a:pt x="0" y="1186"/>
                    </a:lnTo>
                    <a:lnTo>
                      <a:pt x="2" y="1186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1" name=""/>
              <p:cNvSpPr/>
              <p:nvPr/>
            </p:nvSpPr>
            <p:spPr>
              <a:xfrm rot="0">
                <a:off x="1819" y="882"/>
                <a:ext cx="2" cy="110"/>
              </a:xfrm>
              <a:custGeom>
                <a:avLst/>
                <a:ahLst/>
                <a:rect l="0" t="0" r="r" b="b"/>
                <a:pathLst>
                  <a:path w="7" h="421">
                    <a:moveTo>
                      <a:pt x="0" y="421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2" name=""/>
              <p:cNvSpPr/>
              <p:nvPr/>
            </p:nvSpPr>
            <p:spPr>
              <a:xfrm rot="0">
                <a:off x="1821" y="722"/>
                <a:ext cx="4" cy="108"/>
              </a:xfrm>
              <a:custGeom>
                <a:avLst/>
                <a:ahLst/>
                <a:rect l="0" t="0" r="r" b="b"/>
                <a:pathLst>
                  <a:path w="8" h="399">
                    <a:moveTo>
                      <a:pt x="0" y="399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3" name=""/>
              <p:cNvSpPr/>
              <p:nvPr/>
            </p:nvSpPr>
            <p:spPr>
              <a:xfrm rot="0">
                <a:off x="1825" y="558"/>
                <a:ext cx="2" cy="110"/>
              </a:xfrm>
              <a:custGeom>
                <a:avLst/>
                <a:ahLst/>
                <a:rect l="0" t="0" r="r" b="b"/>
                <a:pathLst>
                  <a:path w="8" h="422">
                    <a:moveTo>
                      <a:pt x="0" y="422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4" name=""/>
              <p:cNvSpPr/>
              <p:nvPr/>
            </p:nvSpPr>
            <p:spPr>
              <a:xfrm rot="0">
                <a:off x="1013" y="919"/>
                <a:ext cx="2" cy="77"/>
              </a:xfrm>
              <a:custGeom>
                <a:avLst/>
                <a:ahLst/>
                <a:rect l="0" t="0" r="r" b="b"/>
                <a:pathLst>
                  <a:path w="4" h="283">
                    <a:moveTo>
                      <a:pt x="0" y="283"/>
                    </a:move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5" name=""/>
              <p:cNvSpPr/>
              <p:nvPr/>
            </p:nvSpPr>
            <p:spPr>
              <a:xfrm rot="0">
                <a:off x="1013" y="791"/>
                <a:ext cx="2" cy="77"/>
              </a:xfrm>
              <a:custGeom>
                <a:avLst/>
                <a:ahLst/>
                <a:rect l="0" t="0" r="r" b="b"/>
                <a:pathLst>
                  <a:path w="5" h="283">
                    <a:moveTo>
                      <a:pt x="0" y="283"/>
                    </a:move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6" name=""/>
              <p:cNvSpPr/>
              <p:nvPr/>
            </p:nvSpPr>
            <p:spPr>
              <a:xfrm rot="0">
                <a:off x="3651" y="554"/>
                <a:ext cx="2" cy="62"/>
              </a:xfrm>
              <a:custGeom>
                <a:avLst/>
                <a:ahLst/>
                <a:rect l="0" t="0" r="r" b="b"/>
                <a:pathLst>
                  <a:path w="6" h="229">
                    <a:moveTo>
                      <a:pt x="0" y="0"/>
                    </a:moveTo>
                    <a:lnTo>
                      <a:pt x="5" y="229"/>
                    </a:lnTo>
                    <a:lnTo>
                      <a:pt x="6" y="229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7" name=""/>
              <p:cNvSpPr/>
              <p:nvPr/>
            </p:nvSpPr>
            <p:spPr>
              <a:xfrm rot="0">
                <a:off x="3653" y="668"/>
                <a:ext cx="3" cy="106"/>
              </a:xfrm>
              <a:custGeom>
                <a:avLst/>
                <a:ahLst/>
                <a:rect l="0" t="0" r="r" b="b"/>
                <a:pathLst>
                  <a:path w="9" h="398">
                    <a:moveTo>
                      <a:pt x="0" y="0"/>
                    </a:moveTo>
                    <a:lnTo>
                      <a:pt x="8" y="398"/>
                    </a:lnTo>
                    <a:lnTo>
                      <a:pt x="9" y="398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8" name=""/>
              <p:cNvSpPr/>
              <p:nvPr/>
            </p:nvSpPr>
            <p:spPr>
              <a:xfrm rot="0">
                <a:off x="3656" y="826"/>
                <a:ext cx="4" cy="62"/>
              </a:xfrm>
              <a:custGeom>
                <a:avLst/>
                <a:ahLst/>
                <a:rect l="0" t="0" r="r" b="b"/>
                <a:pathLst>
                  <a:path w="5" h="230">
                    <a:moveTo>
                      <a:pt x="0" y="0"/>
                    </a:moveTo>
                    <a:lnTo>
                      <a:pt x="4" y="230"/>
                    </a:lnTo>
                    <a:lnTo>
                      <a:pt x="5" y="23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29" name=""/>
              <p:cNvSpPr/>
              <p:nvPr/>
            </p:nvSpPr>
            <p:spPr>
              <a:xfrm rot="0">
                <a:off x="4452" y="554"/>
                <a:ext cx="2" cy="62"/>
              </a:xfrm>
              <a:custGeom>
                <a:avLst/>
                <a:ahLst/>
                <a:rect l="0" t="0" r="r" b="b"/>
                <a:pathLst>
                  <a:path w="1" h="233">
                    <a:moveTo>
                      <a:pt x="0" y="0"/>
                    </a:moveTo>
                    <a:lnTo>
                      <a:pt x="0" y="233"/>
                    </a:lnTo>
                    <a:lnTo>
                      <a:pt x="1" y="233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0" name=""/>
              <p:cNvSpPr/>
              <p:nvPr/>
            </p:nvSpPr>
            <p:spPr>
              <a:xfrm rot="0">
                <a:off x="4452" y="668"/>
                <a:ext cx="2" cy="106"/>
              </a:xfrm>
              <a:custGeom>
                <a:avLst/>
                <a:ahLst/>
                <a:rect l="0" t="0" r="r" b="b"/>
                <a:pathLst>
                  <a:path w="1" h="398">
                    <a:moveTo>
                      <a:pt x="0" y="0"/>
                    </a:moveTo>
                    <a:lnTo>
                      <a:pt x="0" y="398"/>
                    </a:lnTo>
                    <a:lnTo>
                      <a:pt x="1" y="398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1" name=""/>
              <p:cNvSpPr/>
              <p:nvPr/>
            </p:nvSpPr>
            <p:spPr>
              <a:xfrm rot="0">
                <a:off x="4452" y="830"/>
                <a:ext cx="2" cy="61"/>
              </a:xfrm>
              <a:custGeom>
                <a:avLst/>
                <a:ahLst/>
                <a:rect l="0" t="0" r="r" b="b"/>
                <a:pathLst>
                  <a:path w="1" h="232">
                    <a:moveTo>
                      <a:pt x="0" y="0"/>
                    </a:moveTo>
                    <a:lnTo>
                      <a:pt x="0" y="232"/>
                    </a:lnTo>
                    <a:lnTo>
                      <a:pt x="1" y="232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2" name=""/>
              <p:cNvSpPr/>
              <p:nvPr/>
            </p:nvSpPr>
            <p:spPr>
              <a:xfrm rot="0">
                <a:off x="3577" y="888"/>
                <a:ext cx="83" cy="3"/>
              </a:xfrm>
              <a:custGeom>
                <a:avLst/>
                <a:ahLst/>
                <a:rect l="0" t="0" r="r" b="b"/>
                <a:pathLst>
                  <a:path w="303" h="3">
                    <a:moveTo>
                      <a:pt x="303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3" name=""/>
              <p:cNvSpPr/>
              <p:nvPr/>
            </p:nvSpPr>
            <p:spPr>
              <a:xfrm rot="0">
                <a:off x="3443" y="888"/>
                <a:ext cx="80" cy="3"/>
              </a:xfrm>
              <a:custGeom>
                <a:avLst/>
                <a:ahLst/>
                <a:rect l="0" t="0" r="r" b="b"/>
                <a:pathLst>
                  <a:path w="303" h="3">
                    <a:moveTo>
                      <a:pt x="303" y="0"/>
                    </a:moveTo>
                    <a:lnTo>
                      <a:pt x="0" y="3"/>
                    </a:lnTo>
                    <a:lnTo>
                      <a:pt x="1" y="3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4" name=""/>
              <p:cNvSpPr/>
              <p:nvPr/>
            </p:nvSpPr>
            <p:spPr>
              <a:xfrm rot="0">
                <a:off x="4452" y="891"/>
                <a:ext cx="80" cy="2"/>
              </a:xfrm>
              <a:custGeom>
                <a:avLst/>
                <a:ahLst/>
                <a:rect l="0" t="0" r="r" b="b"/>
                <a:pathLst>
                  <a:path w="295" h="0">
                    <a:moveTo>
                      <a:pt x="0" y="0"/>
                    </a:moveTo>
                    <a:lnTo>
                      <a:pt x="293" y="0"/>
                    </a:lnTo>
                    <a:lnTo>
                      <a:pt x="295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5" name=""/>
              <p:cNvSpPr/>
              <p:nvPr/>
            </p:nvSpPr>
            <p:spPr>
              <a:xfrm rot="0">
                <a:off x="4585" y="891"/>
                <a:ext cx="80" cy="2"/>
              </a:xfrm>
              <a:custGeom>
                <a:avLst/>
                <a:ahLst/>
                <a:rect l="0" t="0" r="r" b="b"/>
                <a:pathLst>
                  <a:path w="294" h="0">
                    <a:moveTo>
                      <a:pt x="0" y="0"/>
                    </a:moveTo>
                    <a:lnTo>
                      <a:pt x="293" y="0"/>
                    </a:lnTo>
                    <a:lnTo>
                      <a:pt x="294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6" name=""/>
              <p:cNvSpPr/>
              <p:nvPr/>
            </p:nvSpPr>
            <p:spPr>
              <a:xfrm rot="0">
                <a:off x="612" y="2686"/>
                <a:ext cx="4" cy="96"/>
              </a:xfrm>
              <a:custGeom>
                <a:avLst/>
                <a:ahLst/>
                <a:rect l="0" t="0" r="r" b="b"/>
                <a:pathLst>
                  <a:path w="1" h="366">
                    <a:moveTo>
                      <a:pt x="0" y="0"/>
                    </a:moveTo>
                    <a:lnTo>
                      <a:pt x="0" y="366"/>
                    </a:lnTo>
                    <a:lnTo>
                      <a:pt x="1" y="366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7" name=""/>
              <p:cNvSpPr/>
              <p:nvPr/>
            </p:nvSpPr>
            <p:spPr>
              <a:xfrm rot="0">
                <a:off x="612" y="2834"/>
                <a:ext cx="4" cy="105"/>
              </a:xfrm>
              <a:custGeom>
                <a:avLst/>
                <a:ahLst/>
                <a:rect l="0" t="0" r="r" b="b"/>
                <a:pathLst>
                  <a:path w="1" h="399">
                    <a:moveTo>
                      <a:pt x="0" y="0"/>
                    </a:moveTo>
                    <a:lnTo>
                      <a:pt x="0" y="399"/>
                    </a:lnTo>
                    <a:lnTo>
                      <a:pt x="1" y="399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8" name=""/>
              <p:cNvSpPr/>
              <p:nvPr/>
            </p:nvSpPr>
            <p:spPr>
              <a:xfrm rot="0">
                <a:off x="612" y="2994"/>
                <a:ext cx="4" cy="105"/>
              </a:xfrm>
              <a:custGeom>
                <a:avLst/>
                <a:ahLst/>
                <a:rect l="0" t="0" r="r" b="b"/>
                <a:pathLst>
                  <a:path w="1" h="398">
                    <a:moveTo>
                      <a:pt x="0" y="0"/>
                    </a:moveTo>
                    <a:lnTo>
                      <a:pt x="0" y="398"/>
                    </a:lnTo>
                    <a:lnTo>
                      <a:pt x="1" y="398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39" name=""/>
              <p:cNvSpPr/>
              <p:nvPr/>
            </p:nvSpPr>
            <p:spPr>
              <a:xfrm rot="0">
                <a:off x="612" y="3153"/>
                <a:ext cx="4" cy="104"/>
              </a:xfrm>
              <a:custGeom>
                <a:avLst/>
                <a:ahLst/>
                <a:rect l="0" t="0" r="r" b="b"/>
                <a:pathLst>
                  <a:path w="1" h="399">
                    <a:moveTo>
                      <a:pt x="0" y="0"/>
                    </a:moveTo>
                    <a:lnTo>
                      <a:pt x="0" y="399"/>
                    </a:lnTo>
                    <a:lnTo>
                      <a:pt x="1" y="399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0" name=""/>
              <p:cNvSpPr/>
              <p:nvPr/>
            </p:nvSpPr>
            <p:spPr>
              <a:xfrm rot="0">
                <a:off x="612" y="3310"/>
                <a:ext cx="4" cy="105"/>
              </a:xfrm>
              <a:custGeom>
                <a:avLst/>
                <a:ahLst/>
                <a:rect l="0" t="0" r="r" b="b"/>
                <a:pathLst>
                  <a:path w="1" h="399">
                    <a:moveTo>
                      <a:pt x="0" y="0"/>
                    </a:moveTo>
                    <a:lnTo>
                      <a:pt x="0" y="399"/>
                    </a:lnTo>
                    <a:lnTo>
                      <a:pt x="1" y="399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1" name=""/>
              <p:cNvSpPr/>
              <p:nvPr/>
            </p:nvSpPr>
            <p:spPr>
              <a:xfrm rot="0">
                <a:off x="612" y="3470"/>
                <a:ext cx="4" cy="105"/>
              </a:xfrm>
              <a:custGeom>
                <a:avLst/>
                <a:ahLst/>
                <a:rect l="0" t="0" r="r" b="b"/>
                <a:pathLst>
                  <a:path w="1" h="397">
                    <a:moveTo>
                      <a:pt x="0" y="0"/>
                    </a:moveTo>
                    <a:lnTo>
                      <a:pt x="0" y="397"/>
                    </a:lnTo>
                    <a:lnTo>
                      <a:pt x="1" y="397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2" name=""/>
              <p:cNvSpPr/>
              <p:nvPr/>
            </p:nvSpPr>
            <p:spPr>
              <a:xfrm rot="0">
                <a:off x="612" y="3628"/>
                <a:ext cx="4" cy="105"/>
              </a:xfrm>
              <a:custGeom>
                <a:avLst/>
                <a:ahLst/>
                <a:rect l="0" t="0" r="r" b="b"/>
                <a:pathLst>
                  <a:path w="1" h="398">
                    <a:moveTo>
                      <a:pt x="0" y="0"/>
                    </a:moveTo>
                    <a:lnTo>
                      <a:pt x="0" y="398"/>
                    </a:lnTo>
                    <a:lnTo>
                      <a:pt x="1" y="398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3" name=""/>
              <p:cNvSpPr/>
              <p:nvPr/>
            </p:nvSpPr>
            <p:spPr>
              <a:xfrm rot="0">
                <a:off x="612" y="3785"/>
                <a:ext cx="4" cy="97"/>
              </a:xfrm>
              <a:custGeom>
                <a:avLst/>
                <a:ahLst/>
                <a:rect l="0" t="0" r="r" b="b"/>
                <a:pathLst>
                  <a:path w="1" h="366">
                    <a:moveTo>
                      <a:pt x="0" y="0"/>
                    </a:moveTo>
                    <a:lnTo>
                      <a:pt x="0" y="366"/>
                    </a:lnTo>
                    <a:lnTo>
                      <a:pt x="1" y="366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4" name=""/>
              <p:cNvSpPr/>
              <p:nvPr/>
            </p:nvSpPr>
            <p:spPr>
              <a:xfrm rot="0">
                <a:off x="1015" y="695"/>
                <a:ext cx="3" cy="88"/>
              </a:xfrm>
              <a:custGeom>
                <a:avLst/>
                <a:ahLst/>
                <a:rect l="0" t="0" r="r" b="b"/>
                <a:pathLst>
                  <a:path w="4" h="329">
                    <a:moveTo>
                      <a:pt x="0" y="329"/>
                    </a:move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5" name=""/>
              <p:cNvSpPr/>
              <p:nvPr/>
            </p:nvSpPr>
            <p:spPr>
              <a:xfrm rot="0">
                <a:off x="1015" y="554"/>
                <a:ext cx="3" cy="88"/>
              </a:xfrm>
              <a:custGeom>
                <a:avLst/>
                <a:ahLst/>
                <a:rect l="0" t="0" r="r" b="b"/>
                <a:pathLst>
                  <a:path w="4" h="329">
                    <a:moveTo>
                      <a:pt x="0" y="329"/>
                    </a:move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6" name=""/>
              <p:cNvSpPr/>
              <p:nvPr/>
            </p:nvSpPr>
            <p:spPr>
              <a:xfrm rot="0">
                <a:off x="200" y="554"/>
                <a:ext cx="818" cy="1134"/>
              </a:xfrm>
              <a:custGeom>
                <a:avLst/>
                <a:ahLst/>
                <a:rect l="0" t="0" r="r" b="b"/>
                <a:pathLst>
                  <a:path w="3028" h="4266">
                    <a:moveTo>
                      <a:pt x="3028" y="0"/>
                    </a:moveTo>
                    <a:lnTo>
                      <a:pt x="2189" y="394"/>
                    </a:lnTo>
                    <a:lnTo>
                      <a:pt x="1446" y="951"/>
                    </a:lnTo>
                    <a:lnTo>
                      <a:pt x="834" y="1649"/>
                    </a:lnTo>
                    <a:lnTo>
                      <a:pt x="377" y="2457"/>
                    </a:lnTo>
                    <a:lnTo>
                      <a:pt x="95" y="3341"/>
                    </a:lnTo>
                    <a:lnTo>
                      <a:pt x="0" y="4266"/>
                    </a:lnTo>
                    <a:lnTo>
                      <a:pt x="1" y="4266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47" name=""/>
              <p:cNvSpPr/>
              <p:nvPr/>
            </p:nvSpPr>
            <p:spPr>
              <a:xfrm rot="0">
                <a:off x="3441" y="554"/>
                <a:ext cx="210" cy="94"/>
              </a:xfrm>
              <a:custGeom>
                <a:avLst/>
                <a:ahLst/>
                <a:rect l="0" t="0" r="r" b="b"/>
                <a:pathLst>
                  <a:path w="781" h="359">
                    <a:moveTo>
                      <a:pt x="781" y="0"/>
                    </a:moveTo>
                    <a:lnTo>
                      <a:pt x="0" y="359"/>
                    </a:lnTo>
                    <a:lnTo>
                      <a:pt x="1" y="359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6848" name=""/>
          <p:cNvSpPr/>
          <p:nvPr/>
        </p:nvSpPr>
        <p:spPr>
          <a:xfrm rot="0">
            <a:off x="1647825" y="898525"/>
            <a:ext cx="1289050" cy="0"/>
          </a:xfrm>
          <a:prstGeom prst="line"/>
          <a:noFill/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6849" name=""/>
          <p:cNvSpPr/>
          <p:nvPr/>
        </p:nvSpPr>
        <p:spPr>
          <a:xfrm rot="0">
            <a:off x="5794375" y="898525"/>
            <a:ext cx="1287462" cy="0"/>
          </a:xfrm>
          <a:prstGeom prst="line"/>
          <a:noFill/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6850" name=""/>
          <p:cNvSpPr/>
          <p:nvPr/>
        </p:nvSpPr>
        <p:spPr>
          <a:xfrm rot="0">
            <a:off x="1609725" y="1550987"/>
            <a:ext cx="4827587" cy="0"/>
          </a:xfrm>
          <a:prstGeom prst="line"/>
          <a:noFill/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490" name=""/>
          <p:cNvGrpSpPr/>
          <p:nvPr/>
        </p:nvGrpSpPr>
        <p:grpSpPr>
          <a:xfrm rot="0">
            <a:off x="5794375" y="1428750"/>
            <a:ext cx="1287462" cy="120650"/>
            <a:chOff x="3552" y="1104"/>
            <a:chExt cx="768" cy="71"/>
          </a:xfrm>
        </p:grpSpPr>
        <p:sp>
          <p:nvSpPr>
            <p:cNvPr id="1086851" name=""/>
            <p:cNvSpPr/>
            <p:nvPr/>
          </p:nvSpPr>
          <p:spPr bwMode="auto">
            <a:xfrm rot="0">
              <a:off x="3552" y="1104"/>
              <a:ext cx="192" cy="48"/>
            </a:xfrm>
            <a:custGeom>
              <a:avLst/>
              <a:ahLst/>
              <a:rect l="0" t="0" r="r" b="b"/>
              <a:pathLst>
                <a:path w="192" h="48">
                  <a:moveTo>
                    <a:pt x="0" y="0"/>
                  </a:moveTo>
                  <a:cubicBezTo>
                    <a:pt x="80" y="20"/>
                    <a:pt x="160" y="40"/>
                    <a:pt x="192" y="48"/>
                  </a:cubicBezTo>
                </a:path>
              </a:pathLst>
            </a:custGeom>
            <a:noFill/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52" name=""/>
            <p:cNvSpPr/>
            <p:nvPr/>
          </p:nvSpPr>
          <p:spPr bwMode="auto">
            <a:xfrm rot="0">
              <a:off x="3840" y="1174"/>
              <a:ext cx="240" cy="1"/>
            </a:xfrm>
            <a:custGeom>
              <a:avLst/>
              <a:ahLst/>
              <a:rect l="0" t="0" r="r" b="b"/>
              <a:pathLst>
                <a:path w="240" h="1">
                  <a:moveTo>
                    <a:pt x="0" y="0"/>
                  </a:moveTo>
                  <a:cubicBezTo>
                    <a:pt x="100" y="0"/>
                    <a:pt x="200" y="0"/>
                    <a:pt x="240" y="0"/>
                  </a:cubicBezTo>
                </a:path>
              </a:pathLst>
            </a:custGeom>
            <a:noFill/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53" name=""/>
            <p:cNvSpPr/>
            <p:nvPr/>
          </p:nvSpPr>
          <p:spPr>
            <a:xfrm rot="0" flipH="1">
              <a:off x="4176" y="1104"/>
              <a:ext cx="144" cy="48"/>
            </a:xfrm>
            <a:prstGeom prst="line"/>
            <a:noFill/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491" name=""/>
          <p:cNvGrpSpPr/>
          <p:nvPr/>
        </p:nvGrpSpPr>
        <p:grpSpPr>
          <a:xfrm rot="0">
            <a:off x="563562" y="981075"/>
            <a:ext cx="3376612" cy="1731962"/>
            <a:chOff x="347" y="618"/>
            <a:chExt cx="2127" cy="1091"/>
          </a:xfrm>
        </p:grpSpPr>
        <p:grpSp>
          <p:nvGrpSpPr>
            <p:cNvPr id="492" name=""/>
            <p:cNvGrpSpPr/>
            <p:nvPr/>
          </p:nvGrpSpPr>
          <p:grpSpPr>
            <a:xfrm rot="0">
              <a:off x="347" y="618"/>
              <a:ext cx="2127" cy="1077"/>
              <a:chOff x="347" y="618"/>
              <a:chExt cx="2127" cy="1077"/>
            </a:xfrm>
          </p:grpSpPr>
          <p:sp>
            <p:nvSpPr>
              <p:cNvPr id="1086854" name=""/>
              <p:cNvSpPr/>
              <p:nvPr/>
            </p:nvSpPr>
            <p:spPr>
              <a:xfrm rot="16200000">
                <a:off x="366" y="599"/>
                <a:ext cx="1077" cy="1115"/>
              </a:xfrm>
              <a:custGeom>
                <a:avLst/>
                <a:ahLst/>
                <a:rect l="0" t="0" r="r" b="b"/>
                <a:pathLst>
                  <a:path w="10801" h="10800" fill="none" extrusionOk="0">
                    <a:moveTo>
                      <a:pt x="0" y="0"/>
                    </a:moveTo>
                    <a:arcTo wR="10800" hR="10800" stAng="16200000" swAng="5400000"/>
                  </a:path>
                  <a:path w="10801" h="10800" stroke="0">
                    <a:moveTo>
                      <a:pt x="0" y="0"/>
                    </a:moveTo>
                    <a:arcTo wR="10800" hR="10800" stAng="16200000" swAng="5400000"/>
                    <a:lnTo>
                      <a:pt x="1" y="10800"/>
                    </a:lnTo>
                    <a:close/>
                  </a:path>
                </a:pathLst>
              </a:custGeom>
              <a:noFill/>
              <a:ln w="571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6855" name=""/>
              <p:cNvSpPr/>
              <p:nvPr/>
            </p:nvSpPr>
            <p:spPr>
              <a:xfrm rot="159985">
                <a:off x="1409" y="643"/>
                <a:ext cx="1065" cy="1026"/>
              </a:xfrm>
              <a:custGeom>
                <a:avLst/>
                <a:ahLst/>
                <a:rect l="0" t="0" r="r" b="b"/>
                <a:pathLst>
                  <a:path w="10801" h="10800" fill="none" extrusionOk="0">
                    <a:moveTo>
                      <a:pt x="0" y="0"/>
                    </a:moveTo>
                    <a:arcTo wR="10800" hR="10800" stAng="16200000" swAng="5400000"/>
                  </a:path>
                  <a:path w="10801" h="10800" stroke="0">
                    <a:moveTo>
                      <a:pt x="0" y="0"/>
                    </a:moveTo>
                    <a:arcTo wR="10800" hR="10800" stAng="16200000" swAng="5400000"/>
                    <a:lnTo>
                      <a:pt x="1" y="10800"/>
                    </a:lnTo>
                    <a:close/>
                  </a:path>
                </a:pathLst>
              </a:custGeom>
              <a:noFill/>
              <a:ln w="571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493" name=""/>
            <p:cNvGrpSpPr/>
            <p:nvPr/>
          </p:nvGrpSpPr>
          <p:grpSpPr>
            <a:xfrm rot="0">
              <a:off x="1412" y="1174"/>
              <a:ext cx="940" cy="535"/>
              <a:chOff x="1412" y="1174"/>
              <a:chExt cx="940" cy="535"/>
            </a:xfrm>
          </p:grpSpPr>
          <p:sp>
            <p:nvSpPr>
              <p:cNvPr id="1086856" name=""/>
              <p:cNvSpPr/>
              <p:nvPr/>
            </p:nvSpPr>
            <p:spPr>
              <a:xfrm rot="0" flipV="1">
                <a:off x="1412" y="1283"/>
                <a:ext cx="940" cy="426"/>
              </a:xfrm>
              <a:prstGeom prst="line"/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  <a:tailEnd type="triangle" w="med" len="med"/>
              </a:ln>
            </p:spPr>
          </p:sp>
          <p:sp>
            <p:nvSpPr>
              <p:cNvPr id="1086857" name=""/>
              <p:cNvSpPr txBox="1"/>
              <p:nvPr/>
            </p:nvSpPr>
            <p:spPr>
              <a:xfrm rot="19948082">
                <a:off x="1585" y="1174"/>
                <a:ext cx="272" cy="480"/>
              </a:xfrm>
              <a:prstGeom prst="rect"/>
              <a:noFill/>
              <a:ln>
                <a:noFill/>
              </a:ln>
            </p:spPr>
            <p:txBody>
              <a:bodyPr anchor="ctr" bIns="45720" lIns="91440" rIns="91440" tIns="4572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4400" lang="en-US">
                    <a:solidFill>
                      <a:srgbClr val="0000FF"/>
                    </a:solidFill>
                  </a:rPr>
                  <a:t>r</a:t>
                </a:r>
              </a:p>
            </p:txBody>
          </p:sp>
        </p:grpSp>
      </p:grpSp>
      <p:sp>
        <p:nvSpPr>
          <p:cNvPr id="1086858" name=""/>
          <p:cNvSpPr/>
          <p:nvPr/>
        </p:nvSpPr>
        <p:spPr>
          <a:xfrm rot="0">
            <a:off x="8743950" y="6518275"/>
            <a:ext cx="388937" cy="3365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1600" lang="zh-CN">
                <a:solidFill>
                  <a:schemeClr val="folHlink"/>
                </a:solidFill>
              </a:rPr>
              <a:t>例</a:t>
            </a:r>
          </a:p>
        </p:txBody>
      </p:sp>
      <p:grpSp>
        <p:nvGrpSpPr>
          <p:cNvPr id="494" name=""/>
          <p:cNvGrpSpPr/>
          <p:nvPr/>
        </p:nvGrpSpPr>
        <p:grpSpPr>
          <a:xfrm rot="0">
            <a:off x="2276475" y="5907087"/>
            <a:ext cx="1693862" cy="950912"/>
            <a:chOff x="1434" y="3721"/>
            <a:chExt cx="1067" cy="599"/>
          </a:xfrm>
        </p:grpSpPr>
        <p:sp>
          <p:nvSpPr>
            <p:cNvPr id="1086859" name=""/>
            <p:cNvSpPr/>
            <p:nvPr/>
          </p:nvSpPr>
          <p:spPr>
            <a:xfrm rot="0" flipV="1">
              <a:off x="2480" y="3859"/>
              <a:ext cx="0" cy="410"/>
            </a:xfrm>
            <a:prstGeom prst="line"/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60" name=""/>
            <p:cNvSpPr/>
            <p:nvPr/>
          </p:nvSpPr>
          <p:spPr>
            <a:xfrm rot="0">
              <a:off x="1437" y="4156"/>
              <a:ext cx="1064" cy="0"/>
            </a:xfrm>
            <a:prstGeom prst="line"/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  <a:headEnd type="triangle" w="med" len="med"/>
              <a:tailEnd type="triangle" w="med" len="med"/>
            </a:ln>
          </p:spPr>
        </p:sp>
        <p:sp>
          <p:nvSpPr>
            <p:cNvPr id="1086861" name=""/>
            <p:cNvSpPr txBox="1"/>
            <p:nvPr/>
          </p:nvSpPr>
          <p:spPr>
            <a:xfrm rot="0">
              <a:off x="1848" y="3721"/>
              <a:ext cx="272" cy="480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4400" lang="en-US">
                  <a:solidFill>
                    <a:srgbClr val="0000FF"/>
                  </a:solidFill>
                </a:rPr>
                <a:t>r</a:t>
              </a:r>
            </a:p>
          </p:txBody>
        </p:sp>
        <p:sp>
          <p:nvSpPr>
            <p:cNvPr id="1086862" name=""/>
            <p:cNvSpPr/>
            <p:nvPr/>
          </p:nvSpPr>
          <p:spPr>
            <a:xfrm rot="0">
              <a:off x="1434" y="4059"/>
              <a:ext cx="0" cy="261"/>
            </a:xfrm>
            <a:prstGeom prst="line"/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6863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56</a:t>
            </a:r>
          </a:p>
        </p:txBody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1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3"/>
                                        <p:tgtEl>
                                          <p:spTgt spid="10867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4"/>
                                        <p:tgtEl>
                                          <p:spTgt spid="10867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7" nodeType="clickEffect" presetClass="entr" presetID="3" presetSubtype="5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dur="500" id="19"/>
                                        <p:tgtEl>
                                          <p:spTgt spid="1086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0">
                      <p:stCondLst>
                        <p:cond delay="indefinite"/>
                      </p:stCondLst>
                      <p:childTnLst>
                        <p:par>
                          <p:cTn fill="hold" id="2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2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5"/>
                                        <p:tgtEl>
                                          <p:spTgt spid="10867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6"/>
                                        <p:tgtEl>
                                          <p:spTgt spid="10867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23" masterRel="sameClick" presetSubtype="1">
                                          <p:stCondLst>
                                            <p:cond evt="begin" delay="0">
                                              <p:tn val="2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7">
                      <p:stCondLst>
                        <p:cond delay="indefinite"/>
                      </p:stCondLst>
                      <p:childTnLst>
                        <p:par>
                          <p:cTn fill="hold" id="28">
                            <p:stCondLst>
                              <p:cond delay="0"/>
                            </p:stCondLst>
                            <p:childTnLst>
                              <p:par>
                                <p:cTn fill="hold" id="29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1"/>
                                        <p:tgtEl>
                                          <p:spTgt spid="10868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2"/>
                                        <p:tgtEl>
                                          <p:spTgt spid="10868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3">
                      <p:stCondLst>
                        <p:cond delay="indefinite"/>
                      </p:stCondLst>
                      <p:childTnLst>
                        <p:par>
                          <p:cTn fill="hold" id="34">
                            <p:stCondLst>
                              <p:cond delay="0"/>
                            </p:stCondLst>
                            <p:childTnLst>
                              <p:par>
                                <p:cTn fill="hold" id="35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7"/>
                                        <p:tgtEl>
                                          <p:spTgt spid="10868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8"/>
                                        <p:tgtEl>
                                          <p:spTgt spid="10868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9">
                      <p:stCondLst>
                        <p:cond delay="indefinite"/>
                      </p:stCondLst>
                      <p:childTnLst>
                        <p:par>
                          <p:cTn fill="hold" id="40">
                            <p:stCondLst>
                              <p:cond delay="0"/>
                            </p:stCondLst>
                            <p:childTnLst>
                              <p:par>
                                <p:cTn fill="hold" id="41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3"/>
                                        <p:tgtEl>
                                          <p:spTgt spid="10868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4"/>
                                        <p:tgtEl>
                                          <p:spTgt spid="10868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5">
                      <p:stCondLst>
                        <p:cond delay="indefinite"/>
                      </p:stCondLst>
                      <p:childTnLst>
                        <p:par>
                          <p:cTn fill="hold" id="46">
                            <p:stCondLst>
                              <p:cond delay="0"/>
                            </p:stCondLst>
                            <p:childTnLst>
                              <p:par>
                                <p:cTn fill="hold" id="47" nodeType="clickEffect" presetClass="entr" presetID="16" presetSubtype="2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dur="500" id="49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0">
                      <p:stCondLst>
                        <p:cond delay="indefinite"/>
                      </p:stCondLst>
                      <p:childTnLst>
                        <p:par>
                          <p:cTn fill="hold" id="51">
                            <p:stCondLst>
                              <p:cond delay="0"/>
                            </p:stCondLst>
                            <p:childTnLst>
                              <p:par>
                                <p:cTn fill="hold" id="52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4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5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6">
                      <p:stCondLst>
                        <p:cond delay="indefinite"/>
                      </p:stCondLst>
                      <p:childTnLst>
                        <p:par>
                          <p:cTn fill="hold" id="57">
                            <p:stCondLst>
                              <p:cond delay="0"/>
                            </p:stCondLst>
                            <p:childTnLst>
                              <p:par>
                                <p:cTn fill="hold" id="58" nodeType="clickEffect" presetClass="entr" presetID="3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dur="500" id="6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6766" grpId="0" uiExpand="0" build="whole" animBg="1"/>
      <p:bldP spid="1086767" grpId="0" uiExpand="0" build="whole" animBg="1"/>
      <p:bldP spid="1086768" grpId="0" uiExpand="0" build="whole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49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6864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52</a:t>
            </a:r>
          </a:p>
        </p:txBody>
      </p:sp>
      <p:sp>
        <p:nvSpPr>
          <p:cNvPr id="1086865" name=""/>
          <p:cNvSpPr txBox="1"/>
          <p:nvPr/>
        </p:nvSpPr>
        <p:spPr>
          <a:xfrm rot="0">
            <a:off x="22225" y="0"/>
            <a:ext cx="7070725" cy="519112"/>
          </a:xfrm>
          <a:prstGeom prst="rect"/>
          <a:solidFill>
            <a:srgbClr val="FFFF00"/>
          </a:solidFill>
          <a:ln>
            <a:noFill/>
          </a:ln>
          <a:effectLst>
            <a:outerShdw algn="ctr" dir="2699999" dist="35921" kx="0" sx="100000" sy="100000">
              <a:schemeClr val="dk2">
                <a:alpha val="100000"/>
              </a:schemeClr>
            </a:outer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sz="2800" lang="zh-CN"/>
              <a:t>分析相惯形体的表面交线，画全三视图</a:t>
            </a:r>
          </a:p>
        </p:txBody>
      </p:sp>
      <p:grpSp>
        <p:nvGrpSpPr>
          <p:cNvPr id="496" name=""/>
          <p:cNvGrpSpPr/>
          <p:nvPr/>
        </p:nvGrpSpPr>
        <p:grpSpPr>
          <a:xfrm rot="0">
            <a:off x="1163637" y="2276475"/>
            <a:ext cx="4910137" cy="3856037"/>
            <a:chOff x="733" y="1434"/>
            <a:chExt cx="3093" cy="2429"/>
          </a:xfrm>
        </p:grpSpPr>
        <p:sp>
          <p:nvSpPr>
            <p:cNvPr id="1086866" name=""/>
            <p:cNvSpPr/>
            <p:nvPr/>
          </p:nvSpPr>
          <p:spPr>
            <a:xfrm rot="0">
              <a:off x="3101" y="1490"/>
              <a:ext cx="288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67" name=""/>
            <p:cNvSpPr/>
            <p:nvPr/>
          </p:nvSpPr>
          <p:spPr>
            <a:xfrm rot="0">
              <a:off x="2651" y="2393"/>
              <a:ext cx="58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68" name=""/>
            <p:cNvSpPr/>
            <p:nvPr/>
          </p:nvSpPr>
          <p:spPr>
            <a:xfrm rot="0">
              <a:off x="3238" y="2393"/>
              <a:ext cx="587" cy="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69" name=""/>
            <p:cNvSpPr/>
            <p:nvPr/>
          </p:nvSpPr>
          <p:spPr>
            <a:xfrm rot="0">
              <a:off x="2651" y="2228"/>
              <a:ext cx="1" cy="16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0" name=""/>
            <p:cNvSpPr/>
            <p:nvPr/>
          </p:nvSpPr>
          <p:spPr>
            <a:xfrm rot="0" flipV="1">
              <a:off x="3825" y="1942"/>
              <a:ext cx="1" cy="451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1" name=""/>
            <p:cNvSpPr/>
            <p:nvPr/>
          </p:nvSpPr>
          <p:spPr>
            <a:xfrm rot="0">
              <a:off x="995" y="2847"/>
              <a:ext cx="17" cy="8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72" name=""/>
            <p:cNvSpPr/>
            <p:nvPr/>
          </p:nvSpPr>
          <p:spPr>
            <a:xfrm rot="0">
              <a:off x="995" y="2847"/>
              <a:ext cx="17" cy="8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3" name=""/>
            <p:cNvSpPr/>
            <p:nvPr/>
          </p:nvSpPr>
          <p:spPr>
            <a:xfrm rot="0">
              <a:off x="995" y="2855"/>
              <a:ext cx="17" cy="751"/>
            </a:xfrm>
            <a:custGeom>
              <a:avLst/>
              <a:ahLst/>
              <a:rect l="0" t="0" r="r" b="b"/>
              <a:pathLst>
                <a:path w="52" h="2252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252"/>
                  </a:lnTo>
                  <a:lnTo>
                    <a:pt x="26" y="2252"/>
                  </a:lnTo>
                  <a:lnTo>
                    <a:pt x="52" y="2252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74" name=""/>
            <p:cNvSpPr/>
            <p:nvPr/>
          </p:nvSpPr>
          <p:spPr>
            <a:xfrm rot="0">
              <a:off x="995" y="2855"/>
              <a:ext cx="17" cy="751"/>
            </a:xfrm>
            <a:custGeom>
              <a:avLst/>
              <a:ahLst/>
              <a:rect l="0" t="0" r="r" b="b"/>
              <a:pathLst>
                <a:path w="52" h="2252">
                  <a:moveTo>
                    <a:pt x="52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252"/>
                  </a:lnTo>
                  <a:lnTo>
                    <a:pt x="26" y="2252"/>
                  </a:lnTo>
                  <a:lnTo>
                    <a:pt x="52" y="2252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5" name=""/>
            <p:cNvSpPr/>
            <p:nvPr/>
          </p:nvSpPr>
          <p:spPr>
            <a:xfrm rot="0">
              <a:off x="995" y="3606"/>
              <a:ext cx="17" cy="8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76" name=""/>
            <p:cNvSpPr/>
            <p:nvPr/>
          </p:nvSpPr>
          <p:spPr>
            <a:xfrm rot="0">
              <a:off x="995" y="3606"/>
              <a:ext cx="17" cy="8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7" name=""/>
            <p:cNvSpPr/>
            <p:nvPr/>
          </p:nvSpPr>
          <p:spPr>
            <a:xfrm rot="0">
              <a:off x="1139" y="1813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8" name=""/>
            <p:cNvSpPr/>
            <p:nvPr/>
          </p:nvSpPr>
          <p:spPr>
            <a:xfrm rot="0">
              <a:off x="1139" y="1931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79" name=""/>
            <p:cNvSpPr/>
            <p:nvPr/>
          </p:nvSpPr>
          <p:spPr>
            <a:xfrm rot="0">
              <a:off x="1139" y="2060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0" name=""/>
            <p:cNvSpPr/>
            <p:nvPr/>
          </p:nvSpPr>
          <p:spPr>
            <a:xfrm rot="0">
              <a:off x="1139" y="2189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1" name=""/>
            <p:cNvSpPr/>
            <p:nvPr/>
          </p:nvSpPr>
          <p:spPr>
            <a:xfrm rot="0">
              <a:off x="1139" y="2318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2" name=""/>
            <p:cNvSpPr/>
            <p:nvPr/>
          </p:nvSpPr>
          <p:spPr>
            <a:xfrm rot="0" flipV="1">
              <a:off x="1771" y="2318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3" name=""/>
            <p:cNvSpPr/>
            <p:nvPr/>
          </p:nvSpPr>
          <p:spPr>
            <a:xfrm rot="0" flipV="1">
              <a:off x="1771" y="2189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4" name=""/>
            <p:cNvSpPr/>
            <p:nvPr/>
          </p:nvSpPr>
          <p:spPr>
            <a:xfrm rot="0" flipV="1">
              <a:off x="1771" y="2060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5" name=""/>
            <p:cNvSpPr/>
            <p:nvPr/>
          </p:nvSpPr>
          <p:spPr>
            <a:xfrm rot="0" flipV="1">
              <a:off x="1771" y="1931"/>
              <a:ext cx="1" cy="86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6" name=""/>
            <p:cNvSpPr/>
            <p:nvPr/>
          </p:nvSpPr>
          <p:spPr>
            <a:xfrm rot="0" flipV="1">
              <a:off x="1771" y="1813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7" name=""/>
            <p:cNvSpPr/>
            <p:nvPr/>
          </p:nvSpPr>
          <p:spPr>
            <a:xfrm rot="0">
              <a:off x="860" y="1481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26"/>
                  </a:moveTo>
                  <a:lnTo>
                    <a:pt x="25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88" name=""/>
            <p:cNvSpPr/>
            <p:nvPr/>
          </p:nvSpPr>
          <p:spPr>
            <a:xfrm rot="0">
              <a:off x="860" y="1481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89" name=""/>
            <p:cNvSpPr/>
            <p:nvPr/>
          </p:nvSpPr>
          <p:spPr>
            <a:xfrm rot="0">
              <a:off x="868" y="1481"/>
              <a:ext cx="136" cy="17"/>
            </a:xfrm>
            <a:custGeom>
              <a:avLst/>
              <a:ahLst/>
              <a:rect l="0" t="0" r="r" b="b"/>
              <a:pathLst>
                <a:path w="407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407" y="52"/>
                  </a:lnTo>
                  <a:lnTo>
                    <a:pt x="407" y="26"/>
                  </a:lnTo>
                  <a:lnTo>
                    <a:pt x="40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90" name=""/>
            <p:cNvSpPr/>
            <p:nvPr/>
          </p:nvSpPr>
          <p:spPr>
            <a:xfrm rot="0">
              <a:off x="868" y="1481"/>
              <a:ext cx="136" cy="17"/>
            </a:xfrm>
            <a:custGeom>
              <a:avLst/>
              <a:ahLst/>
              <a:rect l="0" t="0" r="r" b="b"/>
              <a:pathLst>
                <a:path w="407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407" y="52"/>
                  </a:lnTo>
                  <a:lnTo>
                    <a:pt x="407" y="26"/>
                  </a:lnTo>
                  <a:lnTo>
                    <a:pt x="40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91" name=""/>
            <p:cNvSpPr/>
            <p:nvPr/>
          </p:nvSpPr>
          <p:spPr>
            <a:xfrm rot="0">
              <a:off x="1004" y="1481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92" name=""/>
            <p:cNvSpPr/>
            <p:nvPr/>
          </p:nvSpPr>
          <p:spPr>
            <a:xfrm rot="0">
              <a:off x="1004" y="1481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93" name=""/>
            <p:cNvSpPr/>
            <p:nvPr/>
          </p:nvSpPr>
          <p:spPr>
            <a:xfrm rot="0">
              <a:off x="1897" y="1481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1" y="48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94" name=""/>
            <p:cNvSpPr/>
            <p:nvPr/>
          </p:nvSpPr>
          <p:spPr>
            <a:xfrm rot="0">
              <a:off x="1897" y="1481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1" y="48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95" name=""/>
            <p:cNvSpPr/>
            <p:nvPr/>
          </p:nvSpPr>
          <p:spPr>
            <a:xfrm rot="0">
              <a:off x="1906" y="1481"/>
              <a:ext cx="135" cy="17"/>
            </a:xfrm>
            <a:custGeom>
              <a:avLst/>
              <a:ahLst/>
              <a:rect l="0" t="0" r="r" b="b"/>
              <a:pathLst>
                <a:path w="40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406" y="52"/>
                  </a:lnTo>
                  <a:lnTo>
                    <a:pt x="406" y="26"/>
                  </a:lnTo>
                  <a:lnTo>
                    <a:pt x="40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96" name=""/>
            <p:cNvSpPr/>
            <p:nvPr/>
          </p:nvSpPr>
          <p:spPr>
            <a:xfrm rot="0">
              <a:off x="1906" y="1481"/>
              <a:ext cx="135" cy="17"/>
            </a:xfrm>
            <a:custGeom>
              <a:avLst/>
              <a:ahLst/>
              <a:rect l="0" t="0" r="r" b="b"/>
              <a:pathLst>
                <a:path w="406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406" y="52"/>
                  </a:lnTo>
                  <a:lnTo>
                    <a:pt x="406" y="26"/>
                  </a:lnTo>
                  <a:lnTo>
                    <a:pt x="406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97" name=""/>
            <p:cNvSpPr/>
            <p:nvPr/>
          </p:nvSpPr>
          <p:spPr>
            <a:xfrm rot="0">
              <a:off x="2041" y="148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898" name=""/>
            <p:cNvSpPr/>
            <p:nvPr/>
          </p:nvSpPr>
          <p:spPr>
            <a:xfrm rot="0">
              <a:off x="2041" y="148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899" name=""/>
            <p:cNvSpPr/>
            <p:nvPr/>
          </p:nvSpPr>
          <p:spPr>
            <a:xfrm rot="0">
              <a:off x="860" y="2385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26"/>
                  </a:moveTo>
                  <a:lnTo>
                    <a:pt x="25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00" name=""/>
            <p:cNvSpPr/>
            <p:nvPr/>
          </p:nvSpPr>
          <p:spPr>
            <a:xfrm rot="0">
              <a:off x="860" y="2385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01" name=""/>
            <p:cNvSpPr/>
            <p:nvPr/>
          </p:nvSpPr>
          <p:spPr>
            <a:xfrm rot="0">
              <a:off x="868" y="2385"/>
              <a:ext cx="1173" cy="17"/>
            </a:xfrm>
            <a:custGeom>
              <a:avLst/>
              <a:ahLst/>
              <a:rect l="0" t="0" r="r" b="b"/>
              <a:pathLst>
                <a:path w="3520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520" y="52"/>
                  </a:lnTo>
                  <a:lnTo>
                    <a:pt x="3520" y="26"/>
                  </a:lnTo>
                  <a:lnTo>
                    <a:pt x="352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02" name=""/>
            <p:cNvSpPr/>
            <p:nvPr/>
          </p:nvSpPr>
          <p:spPr>
            <a:xfrm rot="0">
              <a:off x="868" y="2385"/>
              <a:ext cx="1173" cy="17"/>
            </a:xfrm>
            <a:custGeom>
              <a:avLst/>
              <a:ahLst/>
              <a:rect l="0" t="0" r="r" b="b"/>
              <a:pathLst>
                <a:path w="3520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520" y="52"/>
                  </a:lnTo>
                  <a:lnTo>
                    <a:pt x="3520" y="26"/>
                  </a:lnTo>
                  <a:lnTo>
                    <a:pt x="352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03" name=""/>
            <p:cNvSpPr/>
            <p:nvPr/>
          </p:nvSpPr>
          <p:spPr>
            <a:xfrm rot="0">
              <a:off x="2041" y="2385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04" name=""/>
            <p:cNvSpPr/>
            <p:nvPr/>
          </p:nvSpPr>
          <p:spPr>
            <a:xfrm rot="0">
              <a:off x="2041" y="2385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9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9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05" name=""/>
            <p:cNvSpPr/>
            <p:nvPr/>
          </p:nvSpPr>
          <p:spPr>
            <a:xfrm rot="0">
              <a:off x="860" y="1481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06" name=""/>
            <p:cNvSpPr/>
            <p:nvPr/>
          </p:nvSpPr>
          <p:spPr>
            <a:xfrm rot="0">
              <a:off x="860" y="1481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07" name=""/>
            <p:cNvSpPr/>
            <p:nvPr/>
          </p:nvSpPr>
          <p:spPr>
            <a:xfrm rot="0">
              <a:off x="860" y="1490"/>
              <a:ext cx="17" cy="903"/>
            </a:xfrm>
            <a:custGeom>
              <a:avLst/>
              <a:ahLst/>
              <a:rect l="0" t="0" r="r" b="b"/>
              <a:pathLst>
                <a:path w="52" h="2711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2711"/>
                  </a:lnTo>
                  <a:lnTo>
                    <a:pt x="25" y="2711"/>
                  </a:lnTo>
                  <a:lnTo>
                    <a:pt x="52" y="2711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08" name=""/>
            <p:cNvSpPr/>
            <p:nvPr/>
          </p:nvSpPr>
          <p:spPr>
            <a:xfrm rot="0">
              <a:off x="860" y="1490"/>
              <a:ext cx="17" cy="903"/>
            </a:xfrm>
            <a:custGeom>
              <a:avLst/>
              <a:ahLst/>
              <a:rect l="0" t="0" r="r" b="b"/>
              <a:pathLst>
                <a:path w="52" h="2711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2711"/>
                  </a:lnTo>
                  <a:lnTo>
                    <a:pt x="25" y="2711"/>
                  </a:lnTo>
                  <a:lnTo>
                    <a:pt x="52" y="2711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09" name=""/>
            <p:cNvSpPr/>
            <p:nvPr/>
          </p:nvSpPr>
          <p:spPr>
            <a:xfrm rot="0">
              <a:off x="860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10" name=""/>
            <p:cNvSpPr/>
            <p:nvPr/>
          </p:nvSpPr>
          <p:spPr>
            <a:xfrm rot="0">
              <a:off x="860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11" name=""/>
            <p:cNvSpPr/>
            <p:nvPr/>
          </p:nvSpPr>
          <p:spPr>
            <a:xfrm rot="0">
              <a:off x="2033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12" name=""/>
            <p:cNvSpPr/>
            <p:nvPr/>
          </p:nvSpPr>
          <p:spPr>
            <a:xfrm rot="0">
              <a:off x="2033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13" name=""/>
            <p:cNvSpPr/>
            <p:nvPr/>
          </p:nvSpPr>
          <p:spPr>
            <a:xfrm rot="0">
              <a:off x="2033" y="1490"/>
              <a:ext cx="17" cy="903"/>
            </a:xfrm>
            <a:custGeom>
              <a:avLst/>
              <a:ahLst/>
              <a:rect l="0" t="0" r="r" b="b"/>
              <a:pathLst>
                <a:path w="52" h="2711">
                  <a:moveTo>
                    <a:pt x="0" y="2711"/>
                  </a:moveTo>
                  <a:lnTo>
                    <a:pt x="25" y="2711"/>
                  </a:lnTo>
                  <a:lnTo>
                    <a:pt x="52" y="2711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27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14" name=""/>
            <p:cNvSpPr/>
            <p:nvPr/>
          </p:nvSpPr>
          <p:spPr>
            <a:xfrm rot="0">
              <a:off x="2033" y="1490"/>
              <a:ext cx="17" cy="903"/>
            </a:xfrm>
            <a:custGeom>
              <a:avLst/>
              <a:ahLst/>
              <a:rect l="0" t="0" r="r" b="b"/>
              <a:pathLst>
                <a:path w="52" h="2711">
                  <a:moveTo>
                    <a:pt x="0" y="2711"/>
                  </a:moveTo>
                  <a:lnTo>
                    <a:pt x="25" y="2711"/>
                  </a:lnTo>
                  <a:lnTo>
                    <a:pt x="52" y="2711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27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15" name=""/>
            <p:cNvSpPr/>
            <p:nvPr/>
          </p:nvSpPr>
          <p:spPr>
            <a:xfrm rot="0">
              <a:off x="2033" y="1481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16" name=""/>
            <p:cNvSpPr/>
            <p:nvPr/>
          </p:nvSpPr>
          <p:spPr>
            <a:xfrm rot="0">
              <a:off x="2033" y="1481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17" name=""/>
            <p:cNvSpPr/>
            <p:nvPr/>
          </p:nvSpPr>
          <p:spPr>
            <a:xfrm rot="0">
              <a:off x="1455" y="1434"/>
              <a:ext cx="1" cy="4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18" name=""/>
            <p:cNvSpPr/>
            <p:nvPr/>
          </p:nvSpPr>
          <p:spPr>
            <a:xfrm rot="0">
              <a:off x="1455" y="1908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19" name=""/>
            <p:cNvSpPr/>
            <p:nvPr/>
          </p:nvSpPr>
          <p:spPr>
            <a:xfrm rot="0">
              <a:off x="1455" y="2023"/>
              <a:ext cx="1" cy="4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0" name=""/>
            <p:cNvSpPr/>
            <p:nvPr/>
          </p:nvSpPr>
          <p:spPr>
            <a:xfrm rot="0">
              <a:off x="1455" y="2598"/>
              <a:ext cx="1" cy="28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1" name=""/>
            <p:cNvSpPr/>
            <p:nvPr/>
          </p:nvSpPr>
          <p:spPr>
            <a:xfrm rot="0">
              <a:off x="1455" y="2944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2" name=""/>
            <p:cNvSpPr/>
            <p:nvPr/>
          </p:nvSpPr>
          <p:spPr>
            <a:xfrm rot="0">
              <a:off x="1455" y="3058"/>
              <a:ext cx="1" cy="345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3" name=""/>
            <p:cNvSpPr/>
            <p:nvPr/>
          </p:nvSpPr>
          <p:spPr>
            <a:xfrm rot="0">
              <a:off x="1455" y="3460"/>
              <a:ext cx="1" cy="5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4" name=""/>
            <p:cNvSpPr/>
            <p:nvPr/>
          </p:nvSpPr>
          <p:spPr>
            <a:xfrm rot="0">
              <a:off x="1455" y="3575"/>
              <a:ext cx="1" cy="288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5" name=""/>
            <p:cNvSpPr/>
            <p:nvPr/>
          </p:nvSpPr>
          <p:spPr>
            <a:xfrm rot="0">
              <a:off x="733" y="3231"/>
              <a:ext cx="37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6" name=""/>
            <p:cNvSpPr/>
            <p:nvPr/>
          </p:nvSpPr>
          <p:spPr>
            <a:xfrm rot="0">
              <a:off x="1168" y="3231"/>
              <a:ext cx="5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7" name=""/>
            <p:cNvSpPr/>
            <p:nvPr/>
          </p:nvSpPr>
          <p:spPr>
            <a:xfrm rot="0">
              <a:off x="1283" y="3231"/>
              <a:ext cx="344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8" name=""/>
            <p:cNvSpPr/>
            <p:nvPr/>
          </p:nvSpPr>
          <p:spPr>
            <a:xfrm rot="0">
              <a:off x="1684" y="3231"/>
              <a:ext cx="5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29" name=""/>
            <p:cNvSpPr/>
            <p:nvPr/>
          </p:nvSpPr>
          <p:spPr>
            <a:xfrm rot="0">
              <a:off x="1799" y="3231"/>
              <a:ext cx="37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0" name=""/>
            <p:cNvSpPr/>
            <p:nvPr/>
          </p:nvSpPr>
          <p:spPr>
            <a:xfrm rot="0">
              <a:off x="986" y="1490"/>
              <a:ext cx="17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1" name=""/>
            <p:cNvSpPr/>
            <p:nvPr/>
          </p:nvSpPr>
          <p:spPr>
            <a:xfrm rot="0">
              <a:off x="1199" y="1490"/>
              <a:ext cx="4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2" name=""/>
            <p:cNvSpPr/>
            <p:nvPr/>
          </p:nvSpPr>
          <p:spPr>
            <a:xfrm rot="0">
              <a:off x="1285" y="1490"/>
              <a:ext cx="170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3" name=""/>
            <p:cNvSpPr/>
            <p:nvPr/>
          </p:nvSpPr>
          <p:spPr>
            <a:xfrm rot="0">
              <a:off x="995" y="1481"/>
              <a:ext cx="17" cy="9"/>
            </a:xfrm>
            <a:custGeom>
              <a:avLst/>
              <a:ahLst/>
              <a:rect l="0" t="0" r="r" b="b"/>
              <a:pathLst>
                <a:path w="51" h="26">
                  <a:moveTo>
                    <a:pt x="26" y="25"/>
                  </a:moveTo>
                  <a:lnTo>
                    <a:pt x="0" y="26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6" y="9"/>
                  </a:lnTo>
                  <a:lnTo>
                    <a:pt x="50" y="16"/>
                  </a:lnTo>
                  <a:lnTo>
                    <a:pt x="51" y="24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34" name=""/>
            <p:cNvSpPr/>
            <p:nvPr/>
          </p:nvSpPr>
          <p:spPr>
            <a:xfrm rot="0">
              <a:off x="995" y="1481"/>
              <a:ext cx="17" cy="9"/>
            </a:xfrm>
            <a:custGeom>
              <a:avLst/>
              <a:ahLst/>
              <a:rect l="0" t="0" r="r" b="b"/>
              <a:pathLst>
                <a:path w="51" h="26">
                  <a:moveTo>
                    <a:pt x="0" y="26"/>
                  </a:moveTo>
                  <a:lnTo>
                    <a:pt x="0" y="18"/>
                  </a:lnTo>
                  <a:lnTo>
                    <a:pt x="4" y="11"/>
                  </a:lnTo>
                  <a:lnTo>
                    <a:pt x="9" y="5"/>
                  </a:lnTo>
                  <a:lnTo>
                    <a:pt x="17" y="1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6" y="9"/>
                  </a:lnTo>
                  <a:lnTo>
                    <a:pt x="50" y="16"/>
                  </a:lnTo>
                  <a:lnTo>
                    <a:pt x="51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5" name=""/>
            <p:cNvSpPr/>
            <p:nvPr/>
          </p:nvSpPr>
          <p:spPr>
            <a:xfrm rot="0">
              <a:off x="995" y="1489"/>
              <a:ext cx="18" cy="37"/>
            </a:xfrm>
            <a:custGeom>
              <a:avLst/>
              <a:ahLst/>
              <a:rect l="0" t="0" r="r" b="b"/>
              <a:pathLst>
                <a:path w="55" h="109">
                  <a:moveTo>
                    <a:pt x="51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4" y="109"/>
                  </a:lnTo>
                  <a:lnTo>
                    <a:pt x="30" y="107"/>
                  </a:lnTo>
                  <a:lnTo>
                    <a:pt x="55" y="106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36" name=""/>
            <p:cNvSpPr/>
            <p:nvPr/>
          </p:nvSpPr>
          <p:spPr>
            <a:xfrm rot="0">
              <a:off x="995" y="1489"/>
              <a:ext cx="18" cy="37"/>
            </a:xfrm>
            <a:custGeom>
              <a:avLst/>
              <a:ahLst/>
              <a:rect l="0" t="0" r="r" b="b"/>
              <a:pathLst>
                <a:path w="55" h="109">
                  <a:moveTo>
                    <a:pt x="51" y="0"/>
                  </a:moveTo>
                  <a:lnTo>
                    <a:pt x="26" y="1"/>
                  </a:lnTo>
                  <a:lnTo>
                    <a:pt x="0" y="2"/>
                  </a:lnTo>
                  <a:lnTo>
                    <a:pt x="4" y="109"/>
                  </a:lnTo>
                  <a:lnTo>
                    <a:pt x="30" y="107"/>
                  </a:lnTo>
                  <a:lnTo>
                    <a:pt x="55" y="106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7" name=""/>
            <p:cNvSpPr/>
            <p:nvPr/>
          </p:nvSpPr>
          <p:spPr>
            <a:xfrm rot="0">
              <a:off x="996" y="1525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38" name=""/>
            <p:cNvSpPr/>
            <p:nvPr/>
          </p:nvSpPr>
          <p:spPr>
            <a:xfrm rot="0">
              <a:off x="996" y="1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39" name=""/>
            <p:cNvSpPr/>
            <p:nvPr/>
          </p:nvSpPr>
          <p:spPr>
            <a:xfrm rot="0">
              <a:off x="996" y="1524"/>
              <a:ext cx="22" cy="38"/>
            </a:xfrm>
            <a:custGeom>
              <a:avLst/>
              <a:ahLst/>
              <a:rect l="0" t="0" r="r" b="b"/>
              <a:pathLst>
                <a:path w="64" h="113">
                  <a:moveTo>
                    <a:pt x="51" y="0"/>
                  </a:moveTo>
                  <a:lnTo>
                    <a:pt x="26" y="3"/>
                  </a:lnTo>
                  <a:lnTo>
                    <a:pt x="0" y="7"/>
                  </a:lnTo>
                  <a:lnTo>
                    <a:pt x="13" y="113"/>
                  </a:lnTo>
                  <a:lnTo>
                    <a:pt x="38" y="110"/>
                  </a:lnTo>
                  <a:lnTo>
                    <a:pt x="64" y="107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40" name=""/>
            <p:cNvSpPr/>
            <p:nvPr/>
          </p:nvSpPr>
          <p:spPr>
            <a:xfrm rot="0">
              <a:off x="996" y="1524"/>
              <a:ext cx="22" cy="38"/>
            </a:xfrm>
            <a:custGeom>
              <a:avLst/>
              <a:ahLst/>
              <a:rect l="0" t="0" r="r" b="b"/>
              <a:pathLst>
                <a:path w="64" h="113">
                  <a:moveTo>
                    <a:pt x="51" y="0"/>
                  </a:moveTo>
                  <a:lnTo>
                    <a:pt x="26" y="3"/>
                  </a:lnTo>
                  <a:lnTo>
                    <a:pt x="0" y="7"/>
                  </a:lnTo>
                  <a:lnTo>
                    <a:pt x="13" y="113"/>
                  </a:lnTo>
                  <a:lnTo>
                    <a:pt x="38" y="110"/>
                  </a:lnTo>
                  <a:lnTo>
                    <a:pt x="64" y="107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41" name=""/>
            <p:cNvSpPr/>
            <p:nvPr/>
          </p:nvSpPr>
          <p:spPr>
            <a:xfrm rot="0">
              <a:off x="1001" y="1561"/>
              <a:ext cx="8" cy="1"/>
            </a:xfrm>
            <a:custGeom>
              <a:avLst/>
              <a:ahLst/>
              <a:rect l="0" t="0" r="r" b="b"/>
              <a:pathLst>
                <a:path w="25" h="5">
                  <a:moveTo>
                    <a:pt x="25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42" name=""/>
            <p:cNvSpPr/>
            <p:nvPr/>
          </p:nvSpPr>
          <p:spPr>
            <a:xfrm rot="0">
              <a:off x="1001" y="1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43" name=""/>
            <p:cNvSpPr/>
            <p:nvPr/>
          </p:nvSpPr>
          <p:spPr>
            <a:xfrm rot="0">
              <a:off x="1001" y="1559"/>
              <a:ext cx="23" cy="38"/>
            </a:xfrm>
            <a:custGeom>
              <a:avLst/>
              <a:ahLst/>
              <a:rect l="0" t="0" r="r" b="b"/>
              <a:pathLst>
                <a:path w="71" h="114">
                  <a:moveTo>
                    <a:pt x="51" y="0"/>
                  </a:moveTo>
                  <a:lnTo>
                    <a:pt x="25" y="5"/>
                  </a:lnTo>
                  <a:lnTo>
                    <a:pt x="0" y="10"/>
                  </a:lnTo>
                  <a:lnTo>
                    <a:pt x="20" y="114"/>
                  </a:lnTo>
                  <a:lnTo>
                    <a:pt x="46" y="109"/>
                  </a:lnTo>
                  <a:lnTo>
                    <a:pt x="71" y="104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44" name=""/>
            <p:cNvSpPr/>
            <p:nvPr/>
          </p:nvSpPr>
          <p:spPr>
            <a:xfrm rot="0">
              <a:off x="1001" y="1559"/>
              <a:ext cx="23" cy="38"/>
            </a:xfrm>
            <a:custGeom>
              <a:avLst/>
              <a:ahLst/>
              <a:rect l="0" t="0" r="r" b="b"/>
              <a:pathLst>
                <a:path w="71" h="114">
                  <a:moveTo>
                    <a:pt x="51" y="0"/>
                  </a:moveTo>
                  <a:lnTo>
                    <a:pt x="25" y="5"/>
                  </a:lnTo>
                  <a:lnTo>
                    <a:pt x="0" y="10"/>
                  </a:lnTo>
                  <a:lnTo>
                    <a:pt x="20" y="114"/>
                  </a:lnTo>
                  <a:lnTo>
                    <a:pt x="46" y="109"/>
                  </a:lnTo>
                  <a:lnTo>
                    <a:pt x="71" y="10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45" name=""/>
            <p:cNvSpPr/>
            <p:nvPr/>
          </p:nvSpPr>
          <p:spPr>
            <a:xfrm rot="0">
              <a:off x="1007" y="1595"/>
              <a:ext cx="9" cy="3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5"/>
                  </a:lnTo>
                  <a:lnTo>
                    <a:pt x="1" y="7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46" name=""/>
            <p:cNvSpPr/>
            <p:nvPr/>
          </p:nvSpPr>
          <p:spPr>
            <a:xfrm rot="0">
              <a:off x="1007" y="15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47" name=""/>
            <p:cNvSpPr/>
            <p:nvPr/>
          </p:nvSpPr>
          <p:spPr>
            <a:xfrm rot="0">
              <a:off x="1008" y="1593"/>
              <a:ext cx="26" cy="39"/>
            </a:xfrm>
            <a:custGeom>
              <a:avLst/>
              <a:ahLst/>
              <a:rect l="0" t="0" r="r" b="b"/>
              <a:pathLst>
                <a:path w="79" h="116">
                  <a:moveTo>
                    <a:pt x="49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30" y="116"/>
                  </a:lnTo>
                  <a:lnTo>
                    <a:pt x="54" y="109"/>
                  </a:lnTo>
                  <a:lnTo>
                    <a:pt x="79" y="102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48" name=""/>
            <p:cNvSpPr/>
            <p:nvPr/>
          </p:nvSpPr>
          <p:spPr>
            <a:xfrm rot="0">
              <a:off x="1008" y="1593"/>
              <a:ext cx="26" cy="39"/>
            </a:xfrm>
            <a:custGeom>
              <a:avLst/>
              <a:ahLst/>
              <a:rect l="0" t="0" r="r" b="b"/>
              <a:pathLst>
                <a:path w="79" h="116">
                  <a:moveTo>
                    <a:pt x="49" y="0"/>
                  </a:moveTo>
                  <a:lnTo>
                    <a:pt x="25" y="7"/>
                  </a:lnTo>
                  <a:lnTo>
                    <a:pt x="0" y="14"/>
                  </a:lnTo>
                  <a:lnTo>
                    <a:pt x="30" y="116"/>
                  </a:lnTo>
                  <a:lnTo>
                    <a:pt x="54" y="109"/>
                  </a:lnTo>
                  <a:lnTo>
                    <a:pt x="79" y="10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49" name=""/>
            <p:cNvSpPr/>
            <p:nvPr/>
          </p:nvSpPr>
          <p:spPr>
            <a:xfrm rot="0">
              <a:off x="1018" y="1629"/>
              <a:ext cx="8" cy="3"/>
            </a:xfrm>
            <a:custGeom>
              <a:avLst/>
              <a:ahLst/>
              <a:rect l="0" t="0" r="r" b="b"/>
              <a:pathLst>
                <a:path w="24" h="9">
                  <a:moveTo>
                    <a:pt x="24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50" name=""/>
            <p:cNvSpPr/>
            <p:nvPr/>
          </p:nvSpPr>
          <p:spPr>
            <a:xfrm rot="0">
              <a:off x="1018" y="16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51" name=""/>
            <p:cNvSpPr/>
            <p:nvPr/>
          </p:nvSpPr>
          <p:spPr>
            <a:xfrm rot="0">
              <a:off x="1018" y="1626"/>
              <a:ext cx="28" cy="40"/>
            </a:xfrm>
            <a:custGeom>
              <a:avLst/>
              <a:ahLst/>
              <a:rect l="0" t="0" r="r" b="b"/>
              <a:pathLst>
                <a:path w="85" h="118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36" y="118"/>
                  </a:lnTo>
                  <a:lnTo>
                    <a:pt x="61" y="109"/>
                  </a:lnTo>
                  <a:lnTo>
                    <a:pt x="85" y="10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52" name=""/>
            <p:cNvSpPr/>
            <p:nvPr/>
          </p:nvSpPr>
          <p:spPr>
            <a:xfrm rot="0">
              <a:off x="1018" y="1626"/>
              <a:ext cx="28" cy="40"/>
            </a:xfrm>
            <a:custGeom>
              <a:avLst/>
              <a:ahLst/>
              <a:rect l="0" t="0" r="r" b="b"/>
              <a:pathLst>
                <a:path w="85" h="118">
                  <a:moveTo>
                    <a:pt x="49" y="0"/>
                  </a:moveTo>
                  <a:lnTo>
                    <a:pt x="24" y="9"/>
                  </a:lnTo>
                  <a:lnTo>
                    <a:pt x="0" y="18"/>
                  </a:lnTo>
                  <a:lnTo>
                    <a:pt x="36" y="118"/>
                  </a:lnTo>
                  <a:lnTo>
                    <a:pt x="61" y="109"/>
                  </a:lnTo>
                  <a:lnTo>
                    <a:pt x="85" y="100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53" name=""/>
            <p:cNvSpPr/>
            <p:nvPr/>
          </p:nvSpPr>
          <p:spPr>
            <a:xfrm rot="0">
              <a:off x="1030" y="1663"/>
              <a:ext cx="8" cy="3"/>
            </a:xfrm>
            <a:custGeom>
              <a:avLst/>
              <a:ahLst/>
              <a:rect l="0" t="0" r="r" b="b"/>
              <a:pathLst>
                <a:path w="25" h="11">
                  <a:moveTo>
                    <a:pt x="25" y="0"/>
                  </a:moveTo>
                  <a:lnTo>
                    <a:pt x="0" y="9"/>
                  </a:lnTo>
                  <a:lnTo>
                    <a:pt x="1" y="11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54" name=""/>
            <p:cNvSpPr/>
            <p:nvPr/>
          </p:nvSpPr>
          <p:spPr>
            <a:xfrm rot="0">
              <a:off x="1030" y="1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55" name=""/>
            <p:cNvSpPr/>
            <p:nvPr/>
          </p:nvSpPr>
          <p:spPr>
            <a:xfrm rot="0">
              <a:off x="1030" y="1659"/>
              <a:ext cx="30" cy="39"/>
            </a:xfrm>
            <a:custGeom>
              <a:avLst/>
              <a:ahLst/>
              <a:rect l="0" t="0" r="r" b="b"/>
              <a:pathLst>
                <a:path w="91" h="118">
                  <a:moveTo>
                    <a:pt x="47" y="0"/>
                  </a:moveTo>
                  <a:lnTo>
                    <a:pt x="24" y="11"/>
                  </a:lnTo>
                  <a:lnTo>
                    <a:pt x="0" y="22"/>
                  </a:lnTo>
                  <a:lnTo>
                    <a:pt x="44" y="118"/>
                  </a:lnTo>
                  <a:lnTo>
                    <a:pt x="68" y="107"/>
                  </a:lnTo>
                  <a:lnTo>
                    <a:pt x="91" y="96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56" name=""/>
            <p:cNvSpPr/>
            <p:nvPr/>
          </p:nvSpPr>
          <p:spPr>
            <a:xfrm rot="0">
              <a:off x="1030" y="1659"/>
              <a:ext cx="30" cy="39"/>
            </a:xfrm>
            <a:custGeom>
              <a:avLst/>
              <a:ahLst/>
              <a:rect l="0" t="0" r="r" b="b"/>
              <a:pathLst>
                <a:path w="91" h="118">
                  <a:moveTo>
                    <a:pt x="47" y="0"/>
                  </a:moveTo>
                  <a:lnTo>
                    <a:pt x="24" y="11"/>
                  </a:lnTo>
                  <a:lnTo>
                    <a:pt x="0" y="22"/>
                  </a:lnTo>
                  <a:lnTo>
                    <a:pt x="44" y="118"/>
                  </a:lnTo>
                  <a:lnTo>
                    <a:pt x="68" y="107"/>
                  </a:lnTo>
                  <a:lnTo>
                    <a:pt x="91" y="96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57" name=""/>
            <p:cNvSpPr/>
            <p:nvPr/>
          </p:nvSpPr>
          <p:spPr>
            <a:xfrm rot="0">
              <a:off x="1045" y="1695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24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58" name=""/>
            <p:cNvSpPr/>
            <p:nvPr/>
          </p:nvSpPr>
          <p:spPr>
            <a:xfrm rot="0">
              <a:off x="1045" y="16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59" name=""/>
            <p:cNvSpPr/>
            <p:nvPr/>
          </p:nvSpPr>
          <p:spPr>
            <a:xfrm rot="0">
              <a:off x="1045" y="1691"/>
              <a:ext cx="32" cy="39"/>
            </a:xfrm>
            <a:custGeom>
              <a:avLst/>
              <a:ahLst/>
              <a:rect l="0" t="0" r="r" b="b"/>
              <a:pathLst>
                <a:path w="97" h="117">
                  <a:moveTo>
                    <a:pt x="45" y="0"/>
                  </a:moveTo>
                  <a:lnTo>
                    <a:pt x="23" y="12"/>
                  </a:lnTo>
                  <a:lnTo>
                    <a:pt x="0" y="24"/>
                  </a:lnTo>
                  <a:lnTo>
                    <a:pt x="52" y="117"/>
                  </a:lnTo>
                  <a:lnTo>
                    <a:pt x="75" y="105"/>
                  </a:lnTo>
                  <a:lnTo>
                    <a:pt x="97" y="93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60" name=""/>
            <p:cNvSpPr/>
            <p:nvPr/>
          </p:nvSpPr>
          <p:spPr>
            <a:xfrm rot="0">
              <a:off x="1045" y="1691"/>
              <a:ext cx="32" cy="39"/>
            </a:xfrm>
            <a:custGeom>
              <a:avLst/>
              <a:ahLst/>
              <a:rect l="0" t="0" r="r" b="b"/>
              <a:pathLst>
                <a:path w="97" h="117">
                  <a:moveTo>
                    <a:pt x="45" y="0"/>
                  </a:moveTo>
                  <a:lnTo>
                    <a:pt x="23" y="12"/>
                  </a:lnTo>
                  <a:lnTo>
                    <a:pt x="0" y="24"/>
                  </a:lnTo>
                  <a:lnTo>
                    <a:pt x="52" y="117"/>
                  </a:lnTo>
                  <a:lnTo>
                    <a:pt x="75" y="105"/>
                  </a:lnTo>
                  <a:lnTo>
                    <a:pt x="97" y="93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61" name=""/>
            <p:cNvSpPr/>
            <p:nvPr/>
          </p:nvSpPr>
          <p:spPr>
            <a:xfrm rot="0">
              <a:off x="1062" y="1726"/>
              <a:ext cx="8" cy="4"/>
            </a:xfrm>
            <a:custGeom>
              <a:avLst/>
              <a:ahLst/>
              <a:rect l="0" t="0" r="r" b="b"/>
              <a:pathLst>
                <a:path w="23" h="14">
                  <a:moveTo>
                    <a:pt x="23" y="0"/>
                  </a:moveTo>
                  <a:lnTo>
                    <a:pt x="0" y="12"/>
                  </a:lnTo>
                  <a:lnTo>
                    <a:pt x="1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62" name=""/>
            <p:cNvSpPr/>
            <p:nvPr/>
          </p:nvSpPr>
          <p:spPr>
            <a:xfrm rot="0">
              <a:off x="1062" y="1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63" name=""/>
            <p:cNvSpPr/>
            <p:nvPr/>
          </p:nvSpPr>
          <p:spPr>
            <a:xfrm rot="0">
              <a:off x="1063" y="1721"/>
              <a:ext cx="34" cy="39"/>
            </a:xfrm>
            <a:custGeom>
              <a:avLst/>
              <a:ahLst/>
              <a:rect l="0" t="0" r="r" b="b"/>
              <a:pathLst>
                <a:path w="103" h="117">
                  <a:moveTo>
                    <a:pt x="43" y="0"/>
                  </a:moveTo>
                  <a:lnTo>
                    <a:pt x="22" y="14"/>
                  </a:lnTo>
                  <a:lnTo>
                    <a:pt x="0" y="28"/>
                  </a:lnTo>
                  <a:lnTo>
                    <a:pt x="60" y="117"/>
                  </a:lnTo>
                  <a:lnTo>
                    <a:pt x="81" y="103"/>
                  </a:lnTo>
                  <a:lnTo>
                    <a:pt x="103" y="89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64" name=""/>
            <p:cNvSpPr/>
            <p:nvPr/>
          </p:nvSpPr>
          <p:spPr>
            <a:xfrm rot="0">
              <a:off x="1063" y="1721"/>
              <a:ext cx="34" cy="39"/>
            </a:xfrm>
            <a:custGeom>
              <a:avLst/>
              <a:ahLst/>
              <a:rect l="0" t="0" r="r" b="b"/>
              <a:pathLst>
                <a:path w="103" h="117">
                  <a:moveTo>
                    <a:pt x="43" y="0"/>
                  </a:moveTo>
                  <a:lnTo>
                    <a:pt x="22" y="14"/>
                  </a:lnTo>
                  <a:lnTo>
                    <a:pt x="0" y="28"/>
                  </a:lnTo>
                  <a:lnTo>
                    <a:pt x="60" y="117"/>
                  </a:lnTo>
                  <a:lnTo>
                    <a:pt x="81" y="103"/>
                  </a:lnTo>
                  <a:lnTo>
                    <a:pt x="103" y="89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65" name=""/>
            <p:cNvSpPr/>
            <p:nvPr/>
          </p:nvSpPr>
          <p:spPr>
            <a:xfrm rot="0">
              <a:off x="1083" y="1755"/>
              <a:ext cx="7" cy="6"/>
            </a:xfrm>
            <a:custGeom>
              <a:avLst/>
              <a:ahLst/>
              <a:rect l="0" t="0" r="r" b="b"/>
              <a:pathLst>
                <a:path w="21" h="16">
                  <a:moveTo>
                    <a:pt x="21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66" name=""/>
            <p:cNvSpPr/>
            <p:nvPr/>
          </p:nvSpPr>
          <p:spPr>
            <a:xfrm rot="0">
              <a:off x="1083" y="17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67" name=""/>
            <p:cNvSpPr/>
            <p:nvPr/>
          </p:nvSpPr>
          <p:spPr>
            <a:xfrm rot="0">
              <a:off x="1083" y="1750"/>
              <a:ext cx="35" cy="39"/>
            </a:xfrm>
            <a:custGeom>
              <a:avLst/>
              <a:ahLst/>
              <a:rect l="0" t="0" r="r" b="b"/>
              <a:pathLst>
                <a:path w="106" h="116">
                  <a:moveTo>
                    <a:pt x="41" y="0"/>
                  </a:moveTo>
                  <a:lnTo>
                    <a:pt x="20" y="16"/>
                  </a:lnTo>
                  <a:lnTo>
                    <a:pt x="0" y="32"/>
                  </a:lnTo>
                  <a:lnTo>
                    <a:pt x="65" y="116"/>
                  </a:lnTo>
                  <a:lnTo>
                    <a:pt x="85" y="100"/>
                  </a:lnTo>
                  <a:lnTo>
                    <a:pt x="106" y="83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68" name=""/>
            <p:cNvSpPr/>
            <p:nvPr/>
          </p:nvSpPr>
          <p:spPr>
            <a:xfrm rot="0">
              <a:off x="1083" y="1750"/>
              <a:ext cx="35" cy="39"/>
            </a:xfrm>
            <a:custGeom>
              <a:avLst/>
              <a:ahLst/>
              <a:rect l="0" t="0" r="r" b="b"/>
              <a:pathLst>
                <a:path w="106" h="116">
                  <a:moveTo>
                    <a:pt x="41" y="0"/>
                  </a:moveTo>
                  <a:lnTo>
                    <a:pt x="20" y="16"/>
                  </a:lnTo>
                  <a:lnTo>
                    <a:pt x="0" y="32"/>
                  </a:lnTo>
                  <a:lnTo>
                    <a:pt x="65" y="116"/>
                  </a:lnTo>
                  <a:lnTo>
                    <a:pt x="85" y="100"/>
                  </a:lnTo>
                  <a:lnTo>
                    <a:pt x="106" y="83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69" name=""/>
            <p:cNvSpPr/>
            <p:nvPr/>
          </p:nvSpPr>
          <p:spPr>
            <a:xfrm rot="0">
              <a:off x="1105" y="1783"/>
              <a:ext cx="6" cy="6"/>
            </a:xfrm>
            <a:custGeom>
              <a:avLst/>
              <a:ahLst/>
              <a:rect l="0" t="0" r="r" b="b"/>
              <a:pathLst>
                <a:path w="20" h="17">
                  <a:moveTo>
                    <a:pt x="20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70" name=""/>
            <p:cNvSpPr/>
            <p:nvPr/>
          </p:nvSpPr>
          <p:spPr>
            <a:xfrm rot="0">
              <a:off x="1105" y="1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71" name=""/>
            <p:cNvSpPr/>
            <p:nvPr/>
          </p:nvSpPr>
          <p:spPr>
            <a:xfrm rot="0">
              <a:off x="1105" y="1777"/>
              <a:ext cx="37" cy="38"/>
            </a:xfrm>
            <a:custGeom>
              <a:avLst/>
              <a:ahLst/>
              <a:rect l="0" t="0" r="r" b="b"/>
              <a:pathLst>
                <a:path w="111" h="113">
                  <a:moveTo>
                    <a:pt x="39" y="0"/>
                  </a:moveTo>
                  <a:lnTo>
                    <a:pt x="19" y="18"/>
                  </a:lnTo>
                  <a:lnTo>
                    <a:pt x="0" y="35"/>
                  </a:lnTo>
                  <a:lnTo>
                    <a:pt x="73" y="113"/>
                  </a:lnTo>
                  <a:lnTo>
                    <a:pt x="92" y="95"/>
                  </a:lnTo>
                  <a:lnTo>
                    <a:pt x="111" y="78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72" name=""/>
            <p:cNvSpPr/>
            <p:nvPr/>
          </p:nvSpPr>
          <p:spPr>
            <a:xfrm rot="0">
              <a:off x="1105" y="1777"/>
              <a:ext cx="37" cy="38"/>
            </a:xfrm>
            <a:custGeom>
              <a:avLst/>
              <a:ahLst/>
              <a:rect l="0" t="0" r="r" b="b"/>
              <a:pathLst>
                <a:path w="111" h="113">
                  <a:moveTo>
                    <a:pt x="39" y="0"/>
                  </a:moveTo>
                  <a:lnTo>
                    <a:pt x="19" y="18"/>
                  </a:lnTo>
                  <a:lnTo>
                    <a:pt x="0" y="35"/>
                  </a:lnTo>
                  <a:lnTo>
                    <a:pt x="73" y="113"/>
                  </a:lnTo>
                  <a:lnTo>
                    <a:pt x="92" y="95"/>
                  </a:lnTo>
                  <a:lnTo>
                    <a:pt x="111" y="78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73" name=""/>
            <p:cNvSpPr/>
            <p:nvPr/>
          </p:nvSpPr>
          <p:spPr>
            <a:xfrm rot="0">
              <a:off x="1129" y="1809"/>
              <a:ext cx="7" cy="7"/>
            </a:xfrm>
            <a:custGeom>
              <a:avLst/>
              <a:ahLst/>
              <a:rect l="0" t="0" r="r" b="b"/>
              <a:pathLst>
                <a:path w="19" h="20">
                  <a:moveTo>
                    <a:pt x="19" y="0"/>
                  </a:moveTo>
                  <a:lnTo>
                    <a:pt x="0" y="18"/>
                  </a:lnTo>
                  <a:lnTo>
                    <a:pt x="2" y="2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74" name=""/>
            <p:cNvSpPr/>
            <p:nvPr/>
          </p:nvSpPr>
          <p:spPr>
            <a:xfrm rot="0">
              <a:off x="1129" y="18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75" name=""/>
            <p:cNvSpPr/>
            <p:nvPr/>
          </p:nvSpPr>
          <p:spPr>
            <a:xfrm rot="0">
              <a:off x="1130" y="1803"/>
              <a:ext cx="37" cy="37"/>
            </a:xfrm>
            <a:custGeom>
              <a:avLst/>
              <a:ahLst/>
              <a:rect l="0" t="0" r="r" b="b"/>
              <a:pathLst>
                <a:path w="112" h="111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77" y="111"/>
                  </a:lnTo>
                  <a:lnTo>
                    <a:pt x="95" y="92"/>
                  </a:lnTo>
                  <a:lnTo>
                    <a:pt x="112" y="73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76" name=""/>
            <p:cNvSpPr/>
            <p:nvPr/>
          </p:nvSpPr>
          <p:spPr>
            <a:xfrm rot="0">
              <a:off x="1130" y="1803"/>
              <a:ext cx="37" cy="37"/>
            </a:xfrm>
            <a:custGeom>
              <a:avLst/>
              <a:ahLst/>
              <a:rect l="0" t="0" r="r" b="b"/>
              <a:pathLst>
                <a:path w="112" h="111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77" y="111"/>
                  </a:lnTo>
                  <a:lnTo>
                    <a:pt x="95" y="92"/>
                  </a:lnTo>
                  <a:lnTo>
                    <a:pt x="112" y="73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77" name=""/>
            <p:cNvSpPr/>
            <p:nvPr/>
          </p:nvSpPr>
          <p:spPr>
            <a:xfrm rot="0">
              <a:off x="1156" y="1833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78" name=""/>
            <p:cNvSpPr/>
            <p:nvPr/>
          </p:nvSpPr>
          <p:spPr>
            <a:xfrm rot="0">
              <a:off x="1156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79" name=""/>
            <p:cNvSpPr/>
            <p:nvPr/>
          </p:nvSpPr>
          <p:spPr>
            <a:xfrm rot="0">
              <a:off x="1156" y="1826"/>
              <a:ext cx="39" cy="36"/>
            </a:xfrm>
            <a:custGeom>
              <a:avLst/>
              <a:ahLst/>
              <a:rect l="0" t="0" r="r" b="b"/>
              <a:pathLst>
                <a:path w="117" h="108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84" y="108"/>
                  </a:lnTo>
                  <a:lnTo>
                    <a:pt x="100" y="87"/>
                  </a:lnTo>
                  <a:lnTo>
                    <a:pt x="117" y="6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80" name=""/>
            <p:cNvSpPr/>
            <p:nvPr/>
          </p:nvSpPr>
          <p:spPr>
            <a:xfrm rot="0">
              <a:off x="1156" y="1826"/>
              <a:ext cx="39" cy="36"/>
            </a:xfrm>
            <a:custGeom>
              <a:avLst/>
              <a:ahLst/>
              <a:rect l="0" t="0" r="r" b="b"/>
              <a:pathLst>
                <a:path w="117" h="108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84" y="108"/>
                  </a:lnTo>
                  <a:lnTo>
                    <a:pt x="100" y="87"/>
                  </a:lnTo>
                  <a:lnTo>
                    <a:pt x="117" y="67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81" name=""/>
            <p:cNvSpPr/>
            <p:nvPr/>
          </p:nvSpPr>
          <p:spPr>
            <a:xfrm rot="0">
              <a:off x="1184" y="1855"/>
              <a:ext cx="5" cy="8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2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82" name=""/>
            <p:cNvSpPr/>
            <p:nvPr/>
          </p:nvSpPr>
          <p:spPr>
            <a:xfrm rot="0">
              <a:off x="1184" y="18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83" name=""/>
            <p:cNvSpPr/>
            <p:nvPr/>
          </p:nvSpPr>
          <p:spPr>
            <a:xfrm rot="0">
              <a:off x="1185" y="1848"/>
              <a:ext cx="39" cy="34"/>
            </a:xfrm>
            <a:custGeom>
              <a:avLst/>
              <a:ahLst/>
              <a:rect l="0" t="0" r="r" b="b"/>
              <a:pathLst>
                <a:path w="117" h="102">
                  <a:moveTo>
                    <a:pt x="29" y="0"/>
                  </a:moveTo>
                  <a:lnTo>
                    <a:pt x="14" y="21"/>
                  </a:lnTo>
                  <a:lnTo>
                    <a:pt x="0" y="43"/>
                  </a:lnTo>
                  <a:lnTo>
                    <a:pt x="89" y="102"/>
                  </a:lnTo>
                  <a:lnTo>
                    <a:pt x="103" y="81"/>
                  </a:lnTo>
                  <a:lnTo>
                    <a:pt x="117" y="59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84" name=""/>
            <p:cNvSpPr/>
            <p:nvPr/>
          </p:nvSpPr>
          <p:spPr>
            <a:xfrm rot="0">
              <a:off x="1185" y="1848"/>
              <a:ext cx="39" cy="34"/>
            </a:xfrm>
            <a:custGeom>
              <a:avLst/>
              <a:ahLst/>
              <a:rect l="0" t="0" r="r" b="b"/>
              <a:pathLst>
                <a:path w="117" h="102">
                  <a:moveTo>
                    <a:pt x="29" y="0"/>
                  </a:moveTo>
                  <a:lnTo>
                    <a:pt x="14" y="21"/>
                  </a:lnTo>
                  <a:lnTo>
                    <a:pt x="0" y="43"/>
                  </a:lnTo>
                  <a:lnTo>
                    <a:pt x="89" y="102"/>
                  </a:lnTo>
                  <a:lnTo>
                    <a:pt x="103" y="81"/>
                  </a:lnTo>
                  <a:lnTo>
                    <a:pt x="117" y="59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85" name=""/>
            <p:cNvSpPr/>
            <p:nvPr/>
          </p:nvSpPr>
          <p:spPr>
            <a:xfrm rot="0">
              <a:off x="1214" y="1875"/>
              <a:ext cx="5" cy="8"/>
            </a:xfrm>
            <a:custGeom>
              <a:avLst/>
              <a:ahLst/>
              <a:rect l="0" t="0" r="r" b="b"/>
              <a:pathLst>
                <a:path w="14" h="22">
                  <a:moveTo>
                    <a:pt x="14" y="0"/>
                  </a:moveTo>
                  <a:lnTo>
                    <a:pt x="0" y="21"/>
                  </a:lnTo>
                  <a:lnTo>
                    <a:pt x="2" y="22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86" name=""/>
            <p:cNvSpPr/>
            <p:nvPr/>
          </p:nvSpPr>
          <p:spPr>
            <a:xfrm rot="0">
              <a:off x="1214" y="18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87" name=""/>
            <p:cNvSpPr/>
            <p:nvPr/>
          </p:nvSpPr>
          <p:spPr>
            <a:xfrm rot="0">
              <a:off x="1215" y="1868"/>
              <a:ext cx="39" cy="32"/>
            </a:xfrm>
            <a:custGeom>
              <a:avLst/>
              <a:ahLst/>
              <a:rect l="0" t="0" r="r" b="b"/>
              <a:pathLst>
                <a:path w="116" h="96">
                  <a:moveTo>
                    <a:pt x="24" y="0"/>
                  </a:moveTo>
                  <a:lnTo>
                    <a:pt x="12" y="23"/>
                  </a:lnTo>
                  <a:lnTo>
                    <a:pt x="0" y="45"/>
                  </a:lnTo>
                  <a:lnTo>
                    <a:pt x="92" y="96"/>
                  </a:lnTo>
                  <a:lnTo>
                    <a:pt x="104" y="74"/>
                  </a:lnTo>
                  <a:lnTo>
                    <a:pt x="116" y="51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88" name=""/>
            <p:cNvSpPr/>
            <p:nvPr/>
          </p:nvSpPr>
          <p:spPr>
            <a:xfrm rot="0">
              <a:off x="1215" y="1868"/>
              <a:ext cx="39" cy="32"/>
            </a:xfrm>
            <a:custGeom>
              <a:avLst/>
              <a:ahLst/>
              <a:rect l="0" t="0" r="r" b="b"/>
              <a:pathLst>
                <a:path w="116" h="96">
                  <a:moveTo>
                    <a:pt x="24" y="0"/>
                  </a:moveTo>
                  <a:lnTo>
                    <a:pt x="12" y="23"/>
                  </a:lnTo>
                  <a:lnTo>
                    <a:pt x="0" y="45"/>
                  </a:lnTo>
                  <a:lnTo>
                    <a:pt x="92" y="96"/>
                  </a:lnTo>
                  <a:lnTo>
                    <a:pt x="104" y="74"/>
                  </a:lnTo>
                  <a:lnTo>
                    <a:pt x="116" y="51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89" name=""/>
            <p:cNvSpPr/>
            <p:nvPr/>
          </p:nvSpPr>
          <p:spPr>
            <a:xfrm rot="0">
              <a:off x="1246" y="1892"/>
              <a:ext cx="4" cy="8"/>
            </a:xfrm>
            <a:custGeom>
              <a:avLst/>
              <a:ahLst/>
              <a:rect l="0" t="0" r="r" b="b"/>
              <a:pathLst>
                <a:path w="12" h="23">
                  <a:moveTo>
                    <a:pt x="12" y="0"/>
                  </a:moveTo>
                  <a:lnTo>
                    <a:pt x="0" y="22"/>
                  </a:lnTo>
                  <a:lnTo>
                    <a:pt x="1" y="23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90" name=""/>
            <p:cNvSpPr/>
            <p:nvPr/>
          </p:nvSpPr>
          <p:spPr>
            <a:xfrm rot="0">
              <a:off x="1246" y="19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91" name=""/>
            <p:cNvSpPr/>
            <p:nvPr/>
          </p:nvSpPr>
          <p:spPr>
            <a:xfrm rot="0">
              <a:off x="1246" y="1884"/>
              <a:ext cx="40" cy="31"/>
            </a:xfrm>
            <a:custGeom>
              <a:avLst/>
              <a:ahLst/>
              <a:rect l="0" t="0" r="r" b="b"/>
              <a:pathLst>
                <a:path w="119" h="92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97" y="92"/>
                  </a:lnTo>
                  <a:lnTo>
                    <a:pt x="108" y="69"/>
                  </a:lnTo>
                  <a:lnTo>
                    <a:pt x="119" y="45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92" name=""/>
            <p:cNvSpPr/>
            <p:nvPr/>
          </p:nvSpPr>
          <p:spPr>
            <a:xfrm rot="0">
              <a:off x="1246" y="1884"/>
              <a:ext cx="40" cy="31"/>
            </a:xfrm>
            <a:custGeom>
              <a:avLst/>
              <a:ahLst/>
              <a:rect l="0" t="0" r="r" b="b"/>
              <a:pathLst>
                <a:path w="119" h="92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97" y="92"/>
                  </a:lnTo>
                  <a:lnTo>
                    <a:pt x="108" y="69"/>
                  </a:lnTo>
                  <a:lnTo>
                    <a:pt x="119" y="45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93" name=""/>
            <p:cNvSpPr/>
            <p:nvPr/>
          </p:nvSpPr>
          <p:spPr>
            <a:xfrm rot="0">
              <a:off x="1278" y="1907"/>
              <a:ext cx="4" cy="8"/>
            </a:xfrm>
            <a:custGeom>
              <a:avLst/>
              <a:ahLst/>
              <a:rect l="0" t="0" r="r" b="b"/>
              <a:pathLst>
                <a:path w="11" h="24">
                  <a:moveTo>
                    <a:pt x="11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94" name=""/>
            <p:cNvSpPr/>
            <p:nvPr/>
          </p:nvSpPr>
          <p:spPr>
            <a:xfrm rot="0">
              <a:off x="1278" y="19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95" name=""/>
            <p:cNvSpPr/>
            <p:nvPr/>
          </p:nvSpPr>
          <p:spPr>
            <a:xfrm rot="0">
              <a:off x="1279" y="1899"/>
              <a:ext cx="39" cy="29"/>
            </a:xfrm>
            <a:custGeom>
              <a:avLst/>
              <a:ahLst/>
              <a:rect l="0" t="0" r="r" b="b"/>
              <a:pathLst>
                <a:path w="118" h="86">
                  <a:moveTo>
                    <a:pt x="18" y="0"/>
                  </a:moveTo>
                  <a:lnTo>
                    <a:pt x="9" y="25"/>
                  </a:lnTo>
                  <a:lnTo>
                    <a:pt x="0" y="49"/>
                  </a:lnTo>
                  <a:lnTo>
                    <a:pt x="100" y="86"/>
                  </a:lnTo>
                  <a:lnTo>
                    <a:pt x="109" y="61"/>
                  </a:lnTo>
                  <a:lnTo>
                    <a:pt x="118" y="37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96" name=""/>
            <p:cNvSpPr/>
            <p:nvPr/>
          </p:nvSpPr>
          <p:spPr>
            <a:xfrm rot="0">
              <a:off x="1279" y="1899"/>
              <a:ext cx="39" cy="29"/>
            </a:xfrm>
            <a:custGeom>
              <a:avLst/>
              <a:ahLst/>
              <a:rect l="0" t="0" r="r" b="b"/>
              <a:pathLst>
                <a:path w="118" h="86">
                  <a:moveTo>
                    <a:pt x="18" y="0"/>
                  </a:moveTo>
                  <a:lnTo>
                    <a:pt x="9" y="25"/>
                  </a:lnTo>
                  <a:lnTo>
                    <a:pt x="0" y="49"/>
                  </a:lnTo>
                  <a:lnTo>
                    <a:pt x="100" y="86"/>
                  </a:lnTo>
                  <a:lnTo>
                    <a:pt x="109" y="61"/>
                  </a:lnTo>
                  <a:lnTo>
                    <a:pt x="118" y="37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97" name=""/>
            <p:cNvSpPr/>
            <p:nvPr/>
          </p:nvSpPr>
          <p:spPr>
            <a:xfrm rot="0">
              <a:off x="1312" y="1919"/>
              <a:ext cx="3" cy="9"/>
            </a:xfrm>
            <a:custGeom>
              <a:avLst/>
              <a:ahLst/>
              <a:rect l="0" t="0" r="r" b="b"/>
              <a:pathLst>
                <a:path w="9" h="26">
                  <a:moveTo>
                    <a:pt x="9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6998" name=""/>
            <p:cNvSpPr/>
            <p:nvPr/>
          </p:nvSpPr>
          <p:spPr>
            <a:xfrm rot="0">
              <a:off x="1312" y="1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6999" name=""/>
            <p:cNvSpPr/>
            <p:nvPr/>
          </p:nvSpPr>
          <p:spPr>
            <a:xfrm rot="0">
              <a:off x="1313" y="1911"/>
              <a:ext cx="39" cy="27"/>
            </a:xfrm>
            <a:custGeom>
              <a:avLst/>
              <a:ahLst/>
              <a:rect l="0" t="0" r="r" b="b"/>
              <a:pathLst>
                <a:path w="116" h="80">
                  <a:moveTo>
                    <a:pt x="14" y="0"/>
                  </a:moveTo>
                  <a:lnTo>
                    <a:pt x="7" y="25"/>
                  </a:lnTo>
                  <a:lnTo>
                    <a:pt x="0" y="51"/>
                  </a:lnTo>
                  <a:lnTo>
                    <a:pt x="102" y="80"/>
                  </a:lnTo>
                  <a:lnTo>
                    <a:pt x="109" y="54"/>
                  </a:lnTo>
                  <a:lnTo>
                    <a:pt x="116" y="28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00" name=""/>
            <p:cNvSpPr/>
            <p:nvPr/>
          </p:nvSpPr>
          <p:spPr>
            <a:xfrm rot="0">
              <a:off x="1313" y="1911"/>
              <a:ext cx="39" cy="27"/>
            </a:xfrm>
            <a:custGeom>
              <a:avLst/>
              <a:ahLst/>
              <a:rect l="0" t="0" r="r" b="b"/>
              <a:pathLst>
                <a:path w="116" h="80">
                  <a:moveTo>
                    <a:pt x="14" y="0"/>
                  </a:moveTo>
                  <a:lnTo>
                    <a:pt x="7" y="25"/>
                  </a:lnTo>
                  <a:lnTo>
                    <a:pt x="0" y="51"/>
                  </a:lnTo>
                  <a:lnTo>
                    <a:pt x="102" y="80"/>
                  </a:lnTo>
                  <a:lnTo>
                    <a:pt x="109" y="54"/>
                  </a:lnTo>
                  <a:lnTo>
                    <a:pt x="116" y="28"/>
                  </a:lnTo>
                  <a:lnTo>
                    <a:pt x="1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01" name=""/>
            <p:cNvSpPr/>
            <p:nvPr/>
          </p:nvSpPr>
          <p:spPr>
            <a:xfrm rot="0">
              <a:off x="1347" y="1929"/>
              <a:ext cx="2" cy="9"/>
            </a:xfrm>
            <a:custGeom>
              <a:avLst/>
              <a:ahLst/>
              <a:rect l="0" t="0" r="r" b="b"/>
              <a:pathLst>
                <a:path w="7" h="26">
                  <a:moveTo>
                    <a:pt x="7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02" name=""/>
            <p:cNvSpPr/>
            <p:nvPr/>
          </p:nvSpPr>
          <p:spPr>
            <a:xfrm rot="0">
              <a:off x="1347" y="19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03" name=""/>
            <p:cNvSpPr/>
            <p:nvPr/>
          </p:nvSpPr>
          <p:spPr>
            <a:xfrm rot="0">
              <a:off x="1348" y="1920"/>
              <a:ext cx="38" cy="25"/>
            </a:xfrm>
            <a:custGeom>
              <a:avLst/>
              <a:ahLst/>
              <a:rect l="0" t="0" r="r" b="b"/>
              <a:pathLst>
                <a:path w="115" h="73">
                  <a:moveTo>
                    <a:pt x="10" y="0"/>
                  </a:moveTo>
                  <a:lnTo>
                    <a:pt x="5" y="26"/>
                  </a:lnTo>
                  <a:lnTo>
                    <a:pt x="0" y="52"/>
                  </a:lnTo>
                  <a:lnTo>
                    <a:pt x="104" y="73"/>
                  </a:lnTo>
                  <a:lnTo>
                    <a:pt x="109" y="47"/>
                  </a:lnTo>
                  <a:lnTo>
                    <a:pt x="115" y="22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04" name=""/>
            <p:cNvSpPr/>
            <p:nvPr/>
          </p:nvSpPr>
          <p:spPr>
            <a:xfrm rot="0">
              <a:off x="1348" y="1920"/>
              <a:ext cx="38" cy="25"/>
            </a:xfrm>
            <a:custGeom>
              <a:avLst/>
              <a:ahLst/>
              <a:rect l="0" t="0" r="r" b="b"/>
              <a:pathLst>
                <a:path w="115" h="73">
                  <a:moveTo>
                    <a:pt x="10" y="0"/>
                  </a:moveTo>
                  <a:lnTo>
                    <a:pt x="5" y="26"/>
                  </a:lnTo>
                  <a:lnTo>
                    <a:pt x="0" y="52"/>
                  </a:lnTo>
                  <a:lnTo>
                    <a:pt x="104" y="73"/>
                  </a:lnTo>
                  <a:lnTo>
                    <a:pt x="109" y="47"/>
                  </a:lnTo>
                  <a:lnTo>
                    <a:pt x="115" y="22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05" name=""/>
            <p:cNvSpPr/>
            <p:nvPr/>
          </p:nvSpPr>
          <p:spPr>
            <a:xfrm rot="0">
              <a:off x="1382" y="1936"/>
              <a:ext cx="2" cy="9"/>
            </a:xfrm>
            <a:custGeom>
              <a:avLst/>
              <a:ahLst/>
              <a:rect l="0" t="0" r="r" b="b"/>
              <a:pathLst>
                <a:path w="5" h="26">
                  <a:moveTo>
                    <a:pt x="5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06" name=""/>
            <p:cNvSpPr/>
            <p:nvPr/>
          </p:nvSpPr>
          <p:spPr>
            <a:xfrm rot="0">
              <a:off x="1382" y="19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07" name=""/>
            <p:cNvSpPr/>
            <p:nvPr/>
          </p:nvSpPr>
          <p:spPr>
            <a:xfrm rot="0">
              <a:off x="1383" y="1928"/>
              <a:ext cx="37" cy="21"/>
            </a:xfrm>
            <a:custGeom>
              <a:avLst/>
              <a:ahLst/>
              <a:rect l="0" t="0" r="r" b="b"/>
              <a:pathLst>
                <a:path w="112" h="63">
                  <a:moveTo>
                    <a:pt x="7" y="0"/>
                  </a:moveTo>
                  <a:lnTo>
                    <a:pt x="3" y="25"/>
                  </a:lnTo>
                  <a:lnTo>
                    <a:pt x="0" y="51"/>
                  </a:lnTo>
                  <a:lnTo>
                    <a:pt x="106" y="63"/>
                  </a:lnTo>
                  <a:lnTo>
                    <a:pt x="109" y="38"/>
                  </a:lnTo>
                  <a:lnTo>
                    <a:pt x="112" y="12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08" name=""/>
            <p:cNvSpPr/>
            <p:nvPr/>
          </p:nvSpPr>
          <p:spPr>
            <a:xfrm rot="0">
              <a:off x="1383" y="1928"/>
              <a:ext cx="37" cy="21"/>
            </a:xfrm>
            <a:custGeom>
              <a:avLst/>
              <a:ahLst/>
              <a:rect l="0" t="0" r="r" b="b"/>
              <a:pathLst>
                <a:path w="112" h="63">
                  <a:moveTo>
                    <a:pt x="7" y="0"/>
                  </a:moveTo>
                  <a:lnTo>
                    <a:pt x="3" y="25"/>
                  </a:lnTo>
                  <a:lnTo>
                    <a:pt x="0" y="51"/>
                  </a:lnTo>
                  <a:lnTo>
                    <a:pt x="106" y="63"/>
                  </a:lnTo>
                  <a:lnTo>
                    <a:pt x="109" y="38"/>
                  </a:lnTo>
                  <a:lnTo>
                    <a:pt x="112" y="12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09" name=""/>
            <p:cNvSpPr/>
            <p:nvPr/>
          </p:nvSpPr>
          <p:spPr>
            <a:xfrm rot="0">
              <a:off x="1418" y="1940"/>
              <a:ext cx="1" cy="9"/>
            </a:xfrm>
            <a:custGeom>
              <a:avLst/>
              <a:ahLst/>
              <a:rect l="0" t="0" r="r" b="b"/>
              <a:pathLst>
                <a:path w="3" h="25">
                  <a:moveTo>
                    <a:pt x="3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10" name=""/>
            <p:cNvSpPr/>
            <p:nvPr/>
          </p:nvSpPr>
          <p:spPr>
            <a:xfrm rot="0">
              <a:off x="1418" y="19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11" name=""/>
            <p:cNvSpPr/>
            <p:nvPr/>
          </p:nvSpPr>
          <p:spPr>
            <a:xfrm rot="0">
              <a:off x="1419" y="1932"/>
              <a:ext cx="36" cy="18"/>
            </a:xfrm>
            <a:custGeom>
              <a:avLst/>
              <a:ahLst/>
              <a:rect l="0" t="0" r="r" b="b"/>
              <a:pathLst>
                <a:path w="108" h="55">
                  <a:moveTo>
                    <a:pt x="2" y="0"/>
                  </a:moveTo>
                  <a:lnTo>
                    <a:pt x="1" y="26"/>
                  </a:lnTo>
                  <a:lnTo>
                    <a:pt x="0" y="51"/>
                  </a:lnTo>
                  <a:lnTo>
                    <a:pt x="106" y="55"/>
                  </a:lnTo>
                  <a:lnTo>
                    <a:pt x="107" y="30"/>
                  </a:lnTo>
                  <a:lnTo>
                    <a:pt x="108" y="4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12" name=""/>
            <p:cNvSpPr/>
            <p:nvPr/>
          </p:nvSpPr>
          <p:spPr>
            <a:xfrm rot="0">
              <a:off x="1419" y="1932"/>
              <a:ext cx="36" cy="18"/>
            </a:xfrm>
            <a:custGeom>
              <a:avLst/>
              <a:ahLst/>
              <a:rect l="0" t="0" r="r" b="b"/>
              <a:pathLst>
                <a:path w="108" h="55">
                  <a:moveTo>
                    <a:pt x="2" y="0"/>
                  </a:moveTo>
                  <a:lnTo>
                    <a:pt x="1" y="26"/>
                  </a:lnTo>
                  <a:lnTo>
                    <a:pt x="0" y="51"/>
                  </a:lnTo>
                  <a:lnTo>
                    <a:pt x="106" y="55"/>
                  </a:lnTo>
                  <a:lnTo>
                    <a:pt x="107" y="30"/>
                  </a:lnTo>
                  <a:lnTo>
                    <a:pt x="108" y="4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13" name=""/>
            <p:cNvSpPr/>
            <p:nvPr/>
          </p:nvSpPr>
          <p:spPr>
            <a:xfrm rot="0">
              <a:off x="1454" y="1942"/>
              <a:ext cx="1" cy="8"/>
            </a:xfrm>
            <a:custGeom>
              <a:avLst/>
              <a:ahLst/>
              <a:rect l="0" t="0" r="r" b="b"/>
              <a:pathLst>
                <a:path w="2" h="25">
                  <a:moveTo>
                    <a:pt x="1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14" name=""/>
            <p:cNvSpPr/>
            <p:nvPr/>
          </p:nvSpPr>
          <p:spPr>
            <a:xfrm rot="0">
              <a:off x="1454" y="1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15" name=""/>
            <p:cNvSpPr/>
            <p:nvPr/>
          </p:nvSpPr>
          <p:spPr>
            <a:xfrm rot="0">
              <a:off x="1454" y="1932"/>
              <a:ext cx="36" cy="18"/>
            </a:xfrm>
            <a:custGeom>
              <a:avLst/>
              <a:ahLst/>
              <a:rect l="0" t="0" r="r" b="b"/>
              <a:pathLst>
                <a:path w="108" h="55">
                  <a:moveTo>
                    <a:pt x="0" y="4"/>
                  </a:moveTo>
                  <a:lnTo>
                    <a:pt x="1" y="30"/>
                  </a:lnTo>
                  <a:lnTo>
                    <a:pt x="2" y="55"/>
                  </a:lnTo>
                  <a:lnTo>
                    <a:pt x="108" y="51"/>
                  </a:lnTo>
                  <a:lnTo>
                    <a:pt x="107" y="26"/>
                  </a:lnTo>
                  <a:lnTo>
                    <a:pt x="10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16" name=""/>
            <p:cNvSpPr/>
            <p:nvPr/>
          </p:nvSpPr>
          <p:spPr>
            <a:xfrm rot="0">
              <a:off x="1454" y="1932"/>
              <a:ext cx="36" cy="18"/>
            </a:xfrm>
            <a:custGeom>
              <a:avLst/>
              <a:ahLst/>
              <a:rect l="0" t="0" r="r" b="b"/>
              <a:pathLst>
                <a:path w="108" h="55">
                  <a:moveTo>
                    <a:pt x="0" y="4"/>
                  </a:moveTo>
                  <a:lnTo>
                    <a:pt x="1" y="30"/>
                  </a:lnTo>
                  <a:lnTo>
                    <a:pt x="2" y="55"/>
                  </a:lnTo>
                  <a:lnTo>
                    <a:pt x="108" y="51"/>
                  </a:lnTo>
                  <a:lnTo>
                    <a:pt x="107" y="26"/>
                  </a:lnTo>
                  <a:lnTo>
                    <a:pt x="106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17" name=""/>
            <p:cNvSpPr/>
            <p:nvPr/>
          </p:nvSpPr>
          <p:spPr>
            <a:xfrm rot="0">
              <a:off x="1490" y="1940"/>
              <a:ext cx="1" cy="9"/>
            </a:xfrm>
            <a:custGeom>
              <a:avLst/>
              <a:ahLst/>
              <a:rect l="0" t="0" r="r" b="b"/>
              <a:pathLst>
                <a:path w="3" h="25">
                  <a:moveTo>
                    <a:pt x="0" y="0"/>
                  </a:moveTo>
                  <a:lnTo>
                    <a:pt x="1" y="25"/>
                  </a:lnTo>
                  <a:lnTo>
                    <a:pt x="3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18" name=""/>
            <p:cNvSpPr/>
            <p:nvPr/>
          </p:nvSpPr>
          <p:spPr>
            <a:xfrm rot="0">
              <a:off x="1490" y="19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19" name=""/>
            <p:cNvSpPr/>
            <p:nvPr/>
          </p:nvSpPr>
          <p:spPr>
            <a:xfrm rot="0">
              <a:off x="1489" y="1928"/>
              <a:ext cx="37" cy="21"/>
            </a:xfrm>
            <a:custGeom>
              <a:avLst/>
              <a:ahLst/>
              <a:rect l="0" t="0" r="r" b="b"/>
              <a:pathLst>
                <a:path w="112" h="63">
                  <a:moveTo>
                    <a:pt x="0" y="12"/>
                  </a:moveTo>
                  <a:lnTo>
                    <a:pt x="3" y="38"/>
                  </a:lnTo>
                  <a:lnTo>
                    <a:pt x="6" y="63"/>
                  </a:lnTo>
                  <a:lnTo>
                    <a:pt x="112" y="51"/>
                  </a:lnTo>
                  <a:lnTo>
                    <a:pt x="109" y="25"/>
                  </a:lnTo>
                  <a:lnTo>
                    <a:pt x="106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20" name=""/>
            <p:cNvSpPr/>
            <p:nvPr/>
          </p:nvSpPr>
          <p:spPr>
            <a:xfrm rot="0">
              <a:off x="1489" y="1928"/>
              <a:ext cx="37" cy="21"/>
            </a:xfrm>
            <a:custGeom>
              <a:avLst/>
              <a:ahLst/>
              <a:rect l="0" t="0" r="r" b="b"/>
              <a:pathLst>
                <a:path w="112" h="63">
                  <a:moveTo>
                    <a:pt x="0" y="12"/>
                  </a:moveTo>
                  <a:lnTo>
                    <a:pt x="3" y="38"/>
                  </a:lnTo>
                  <a:lnTo>
                    <a:pt x="6" y="63"/>
                  </a:lnTo>
                  <a:lnTo>
                    <a:pt x="112" y="51"/>
                  </a:lnTo>
                  <a:lnTo>
                    <a:pt x="109" y="25"/>
                  </a:lnTo>
                  <a:lnTo>
                    <a:pt x="106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21" name=""/>
            <p:cNvSpPr/>
            <p:nvPr/>
          </p:nvSpPr>
          <p:spPr>
            <a:xfrm rot="0">
              <a:off x="1525" y="1936"/>
              <a:ext cx="2" cy="9"/>
            </a:xfrm>
            <a:custGeom>
              <a:avLst/>
              <a:ahLst/>
              <a:rect l="0" t="0" r="r" b="b"/>
              <a:pathLst>
                <a:path w="5" h="26">
                  <a:moveTo>
                    <a:pt x="0" y="0"/>
                  </a:moveTo>
                  <a:lnTo>
                    <a:pt x="3" y="26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22" name=""/>
            <p:cNvSpPr/>
            <p:nvPr/>
          </p:nvSpPr>
          <p:spPr>
            <a:xfrm rot="0">
              <a:off x="1526" y="19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23" name=""/>
            <p:cNvSpPr/>
            <p:nvPr/>
          </p:nvSpPr>
          <p:spPr>
            <a:xfrm rot="0">
              <a:off x="1524" y="1920"/>
              <a:ext cx="38" cy="25"/>
            </a:xfrm>
            <a:custGeom>
              <a:avLst/>
              <a:ahLst/>
              <a:rect l="0" t="0" r="r" b="b"/>
              <a:pathLst>
                <a:path w="115" h="73">
                  <a:moveTo>
                    <a:pt x="0" y="22"/>
                  </a:moveTo>
                  <a:lnTo>
                    <a:pt x="5" y="47"/>
                  </a:lnTo>
                  <a:lnTo>
                    <a:pt x="10" y="73"/>
                  </a:lnTo>
                  <a:lnTo>
                    <a:pt x="115" y="52"/>
                  </a:lnTo>
                  <a:lnTo>
                    <a:pt x="109" y="26"/>
                  </a:lnTo>
                  <a:lnTo>
                    <a:pt x="10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24" name=""/>
            <p:cNvSpPr/>
            <p:nvPr/>
          </p:nvSpPr>
          <p:spPr>
            <a:xfrm rot="0">
              <a:off x="1524" y="1920"/>
              <a:ext cx="38" cy="25"/>
            </a:xfrm>
            <a:custGeom>
              <a:avLst/>
              <a:ahLst/>
              <a:rect l="0" t="0" r="r" b="b"/>
              <a:pathLst>
                <a:path w="115" h="73">
                  <a:moveTo>
                    <a:pt x="0" y="22"/>
                  </a:moveTo>
                  <a:lnTo>
                    <a:pt x="5" y="47"/>
                  </a:lnTo>
                  <a:lnTo>
                    <a:pt x="10" y="73"/>
                  </a:lnTo>
                  <a:lnTo>
                    <a:pt x="115" y="52"/>
                  </a:lnTo>
                  <a:lnTo>
                    <a:pt x="109" y="26"/>
                  </a:lnTo>
                  <a:lnTo>
                    <a:pt x="104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25" name=""/>
            <p:cNvSpPr/>
            <p:nvPr/>
          </p:nvSpPr>
          <p:spPr>
            <a:xfrm rot="0">
              <a:off x="1560" y="1929"/>
              <a:ext cx="3" cy="9"/>
            </a:xfrm>
            <a:custGeom>
              <a:avLst/>
              <a:ahLst/>
              <a:rect l="0" t="0" r="r" b="b"/>
              <a:pathLst>
                <a:path w="8" h="26">
                  <a:moveTo>
                    <a:pt x="0" y="0"/>
                  </a:moveTo>
                  <a:lnTo>
                    <a:pt x="6" y="26"/>
                  </a:lnTo>
                  <a:lnTo>
                    <a:pt x="8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26" name=""/>
            <p:cNvSpPr/>
            <p:nvPr/>
          </p:nvSpPr>
          <p:spPr>
            <a:xfrm rot="0">
              <a:off x="1562" y="19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27" name=""/>
            <p:cNvSpPr/>
            <p:nvPr/>
          </p:nvSpPr>
          <p:spPr>
            <a:xfrm rot="0">
              <a:off x="1558" y="1911"/>
              <a:ext cx="39" cy="27"/>
            </a:xfrm>
            <a:custGeom>
              <a:avLst/>
              <a:ahLst/>
              <a:rect l="0" t="0" r="r" b="b"/>
              <a:pathLst>
                <a:path w="117" h="80">
                  <a:moveTo>
                    <a:pt x="0" y="28"/>
                  </a:moveTo>
                  <a:lnTo>
                    <a:pt x="7" y="54"/>
                  </a:lnTo>
                  <a:lnTo>
                    <a:pt x="15" y="80"/>
                  </a:lnTo>
                  <a:lnTo>
                    <a:pt x="117" y="51"/>
                  </a:lnTo>
                  <a:lnTo>
                    <a:pt x="110" y="25"/>
                  </a:lnTo>
                  <a:lnTo>
                    <a:pt x="102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28" name=""/>
            <p:cNvSpPr/>
            <p:nvPr/>
          </p:nvSpPr>
          <p:spPr>
            <a:xfrm rot="0">
              <a:off x="1558" y="1911"/>
              <a:ext cx="39" cy="27"/>
            </a:xfrm>
            <a:custGeom>
              <a:avLst/>
              <a:ahLst/>
              <a:rect l="0" t="0" r="r" b="b"/>
              <a:pathLst>
                <a:path w="117" h="80">
                  <a:moveTo>
                    <a:pt x="0" y="28"/>
                  </a:moveTo>
                  <a:lnTo>
                    <a:pt x="7" y="54"/>
                  </a:lnTo>
                  <a:lnTo>
                    <a:pt x="15" y="80"/>
                  </a:lnTo>
                  <a:lnTo>
                    <a:pt x="117" y="51"/>
                  </a:lnTo>
                  <a:lnTo>
                    <a:pt x="110" y="25"/>
                  </a:lnTo>
                  <a:lnTo>
                    <a:pt x="102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29" name=""/>
            <p:cNvSpPr/>
            <p:nvPr/>
          </p:nvSpPr>
          <p:spPr>
            <a:xfrm rot="0">
              <a:off x="1594" y="1919"/>
              <a:ext cx="3" cy="9"/>
            </a:xfrm>
            <a:custGeom>
              <a:avLst/>
              <a:ahLst/>
              <a:rect l="0" t="0" r="r" b="b"/>
              <a:pathLst>
                <a:path w="9" h="26">
                  <a:moveTo>
                    <a:pt x="0" y="0"/>
                  </a:moveTo>
                  <a:lnTo>
                    <a:pt x="7" y="26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30" name=""/>
            <p:cNvSpPr/>
            <p:nvPr/>
          </p:nvSpPr>
          <p:spPr>
            <a:xfrm rot="0" flipV="1">
              <a:off x="1597" y="1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31" name=""/>
            <p:cNvSpPr/>
            <p:nvPr/>
          </p:nvSpPr>
          <p:spPr>
            <a:xfrm rot="0">
              <a:off x="1591" y="1899"/>
              <a:ext cx="40" cy="29"/>
            </a:xfrm>
            <a:custGeom>
              <a:avLst/>
              <a:ahLst/>
              <a:rect l="0" t="0" r="r" b="b"/>
              <a:pathLst>
                <a:path w="119" h="86">
                  <a:moveTo>
                    <a:pt x="0" y="37"/>
                  </a:moveTo>
                  <a:lnTo>
                    <a:pt x="10" y="61"/>
                  </a:lnTo>
                  <a:lnTo>
                    <a:pt x="19" y="86"/>
                  </a:lnTo>
                  <a:lnTo>
                    <a:pt x="119" y="49"/>
                  </a:lnTo>
                  <a:lnTo>
                    <a:pt x="110" y="25"/>
                  </a:lnTo>
                  <a:lnTo>
                    <a:pt x="100" y="0"/>
                  </a:lnTo>
                  <a:lnTo>
                    <a:pt x="0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32" name=""/>
            <p:cNvSpPr/>
            <p:nvPr/>
          </p:nvSpPr>
          <p:spPr>
            <a:xfrm rot="0">
              <a:off x="1591" y="1899"/>
              <a:ext cx="40" cy="29"/>
            </a:xfrm>
            <a:custGeom>
              <a:avLst/>
              <a:ahLst/>
              <a:rect l="0" t="0" r="r" b="b"/>
              <a:pathLst>
                <a:path w="119" h="86">
                  <a:moveTo>
                    <a:pt x="0" y="37"/>
                  </a:moveTo>
                  <a:lnTo>
                    <a:pt x="10" y="61"/>
                  </a:lnTo>
                  <a:lnTo>
                    <a:pt x="19" y="86"/>
                  </a:lnTo>
                  <a:lnTo>
                    <a:pt x="119" y="49"/>
                  </a:lnTo>
                  <a:lnTo>
                    <a:pt x="110" y="25"/>
                  </a:lnTo>
                  <a:lnTo>
                    <a:pt x="100" y="0"/>
                  </a:lnTo>
                  <a:lnTo>
                    <a:pt x="0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33" name=""/>
            <p:cNvSpPr/>
            <p:nvPr/>
          </p:nvSpPr>
          <p:spPr>
            <a:xfrm rot="0">
              <a:off x="1628" y="1907"/>
              <a:ext cx="3" cy="8"/>
            </a:xfrm>
            <a:custGeom>
              <a:avLst/>
              <a:ahLst/>
              <a:rect l="0" t="0" r="r" b="b"/>
              <a:pathLst>
                <a:path w="11" h="24">
                  <a:moveTo>
                    <a:pt x="0" y="0"/>
                  </a:moveTo>
                  <a:lnTo>
                    <a:pt x="9" y="24"/>
                  </a:lnTo>
                  <a:lnTo>
                    <a:pt x="11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34" name=""/>
            <p:cNvSpPr/>
            <p:nvPr/>
          </p:nvSpPr>
          <p:spPr>
            <a:xfrm rot="0" flipV="1">
              <a:off x="1631" y="19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35" name=""/>
            <p:cNvSpPr/>
            <p:nvPr/>
          </p:nvSpPr>
          <p:spPr>
            <a:xfrm rot="0">
              <a:off x="1624" y="1884"/>
              <a:ext cx="39" cy="31"/>
            </a:xfrm>
            <a:custGeom>
              <a:avLst/>
              <a:ahLst/>
              <a:rect l="0" t="0" r="r" b="b"/>
              <a:pathLst>
                <a:path w="119" h="92">
                  <a:moveTo>
                    <a:pt x="0" y="45"/>
                  </a:moveTo>
                  <a:lnTo>
                    <a:pt x="12" y="69"/>
                  </a:lnTo>
                  <a:lnTo>
                    <a:pt x="23" y="92"/>
                  </a:lnTo>
                  <a:lnTo>
                    <a:pt x="119" y="47"/>
                  </a:lnTo>
                  <a:lnTo>
                    <a:pt x="108" y="24"/>
                  </a:lnTo>
                  <a:lnTo>
                    <a:pt x="96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36" name=""/>
            <p:cNvSpPr/>
            <p:nvPr/>
          </p:nvSpPr>
          <p:spPr>
            <a:xfrm rot="0">
              <a:off x="1624" y="1884"/>
              <a:ext cx="39" cy="31"/>
            </a:xfrm>
            <a:custGeom>
              <a:avLst/>
              <a:ahLst/>
              <a:rect l="0" t="0" r="r" b="b"/>
              <a:pathLst>
                <a:path w="119" h="92">
                  <a:moveTo>
                    <a:pt x="0" y="45"/>
                  </a:moveTo>
                  <a:lnTo>
                    <a:pt x="12" y="69"/>
                  </a:lnTo>
                  <a:lnTo>
                    <a:pt x="23" y="92"/>
                  </a:lnTo>
                  <a:lnTo>
                    <a:pt x="119" y="47"/>
                  </a:lnTo>
                  <a:lnTo>
                    <a:pt x="108" y="24"/>
                  </a:lnTo>
                  <a:lnTo>
                    <a:pt x="96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37" name=""/>
            <p:cNvSpPr/>
            <p:nvPr/>
          </p:nvSpPr>
          <p:spPr>
            <a:xfrm rot="0">
              <a:off x="1660" y="1892"/>
              <a:ext cx="4" cy="8"/>
            </a:xfrm>
            <a:custGeom>
              <a:avLst/>
              <a:ahLst/>
              <a:rect l="0" t="0" r="r" b="b"/>
              <a:pathLst>
                <a:path w="12" h="23">
                  <a:moveTo>
                    <a:pt x="0" y="0"/>
                  </a:moveTo>
                  <a:lnTo>
                    <a:pt x="11" y="23"/>
                  </a:lnTo>
                  <a:lnTo>
                    <a:pt x="12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38" name=""/>
            <p:cNvSpPr/>
            <p:nvPr/>
          </p:nvSpPr>
          <p:spPr>
            <a:xfrm rot="0" flipV="1">
              <a:off x="1663" y="19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39" name=""/>
            <p:cNvSpPr/>
            <p:nvPr/>
          </p:nvSpPr>
          <p:spPr>
            <a:xfrm rot="0">
              <a:off x="1655" y="1868"/>
              <a:ext cx="40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0" y="51"/>
                  </a:moveTo>
                  <a:lnTo>
                    <a:pt x="13" y="74"/>
                  </a:lnTo>
                  <a:lnTo>
                    <a:pt x="25" y="96"/>
                  </a:lnTo>
                  <a:lnTo>
                    <a:pt x="118" y="45"/>
                  </a:lnTo>
                  <a:lnTo>
                    <a:pt x="106" y="23"/>
                  </a:lnTo>
                  <a:lnTo>
                    <a:pt x="93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40" name=""/>
            <p:cNvSpPr/>
            <p:nvPr/>
          </p:nvSpPr>
          <p:spPr>
            <a:xfrm rot="0">
              <a:off x="1655" y="1868"/>
              <a:ext cx="40" cy="32"/>
            </a:xfrm>
            <a:custGeom>
              <a:avLst/>
              <a:ahLst/>
              <a:rect l="0" t="0" r="r" b="b"/>
              <a:pathLst>
                <a:path w="118" h="96">
                  <a:moveTo>
                    <a:pt x="0" y="51"/>
                  </a:moveTo>
                  <a:lnTo>
                    <a:pt x="13" y="74"/>
                  </a:lnTo>
                  <a:lnTo>
                    <a:pt x="25" y="96"/>
                  </a:lnTo>
                  <a:lnTo>
                    <a:pt x="118" y="45"/>
                  </a:lnTo>
                  <a:lnTo>
                    <a:pt x="106" y="23"/>
                  </a:lnTo>
                  <a:lnTo>
                    <a:pt x="93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41" name=""/>
            <p:cNvSpPr/>
            <p:nvPr/>
          </p:nvSpPr>
          <p:spPr>
            <a:xfrm rot="0">
              <a:off x="1691" y="1875"/>
              <a:ext cx="4" cy="8"/>
            </a:xfrm>
            <a:custGeom>
              <a:avLst/>
              <a:ahLst/>
              <a:rect l="0" t="0" r="r" b="b"/>
              <a:pathLst>
                <a:path w="14" h="22">
                  <a:moveTo>
                    <a:pt x="0" y="0"/>
                  </a:moveTo>
                  <a:lnTo>
                    <a:pt x="12" y="22"/>
                  </a:lnTo>
                  <a:lnTo>
                    <a:pt x="14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42" name=""/>
            <p:cNvSpPr/>
            <p:nvPr/>
          </p:nvSpPr>
          <p:spPr>
            <a:xfrm rot="0" flipV="1">
              <a:off x="1695" y="18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43" name=""/>
            <p:cNvSpPr/>
            <p:nvPr/>
          </p:nvSpPr>
          <p:spPr>
            <a:xfrm rot="0">
              <a:off x="1686" y="1848"/>
              <a:ext cx="39" cy="34"/>
            </a:xfrm>
            <a:custGeom>
              <a:avLst/>
              <a:ahLst/>
              <a:rect l="0" t="0" r="r" b="b"/>
              <a:pathLst>
                <a:path w="118" h="102">
                  <a:moveTo>
                    <a:pt x="0" y="59"/>
                  </a:moveTo>
                  <a:lnTo>
                    <a:pt x="15" y="81"/>
                  </a:lnTo>
                  <a:lnTo>
                    <a:pt x="29" y="102"/>
                  </a:lnTo>
                  <a:lnTo>
                    <a:pt x="118" y="43"/>
                  </a:lnTo>
                  <a:lnTo>
                    <a:pt x="103" y="21"/>
                  </a:lnTo>
                  <a:lnTo>
                    <a:pt x="89" y="0"/>
                  </a:lnTo>
                  <a:lnTo>
                    <a:pt x="0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44" name=""/>
            <p:cNvSpPr/>
            <p:nvPr/>
          </p:nvSpPr>
          <p:spPr>
            <a:xfrm rot="0">
              <a:off x="1686" y="1848"/>
              <a:ext cx="39" cy="34"/>
            </a:xfrm>
            <a:custGeom>
              <a:avLst/>
              <a:ahLst/>
              <a:rect l="0" t="0" r="r" b="b"/>
              <a:pathLst>
                <a:path w="118" h="102">
                  <a:moveTo>
                    <a:pt x="0" y="59"/>
                  </a:moveTo>
                  <a:lnTo>
                    <a:pt x="15" y="81"/>
                  </a:lnTo>
                  <a:lnTo>
                    <a:pt x="29" y="102"/>
                  </a:lnTo>
                  <a:lnTo>
                    <a:pt x="118" y="43"/>
                  </a:lnTo>
                  <a:lnTo>
                    <a:pt x="103" y="21"/>
                  </a:lnTo>
                  <a:lnTo>
                    <a:pt x="89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45" name=""/>
            <p:cNvSpPr/>
            <p:nvPr/>
          </p:nvSpPr>
          <p:spPr>
            <a:xfrm rot="0">
              <a:off x="1720" y="1855"/>
              <a:ext cx="6" cy="8"/>
            </a:xfrm>
            <a:custGeom>
              <a:avLst/>
              <a:ahLst/>
              <a:rect l="0" t="0" r="r" b="b"/>
              <a:pathLst>
                <a:path w="17" h="22">
                  <a:moveTo>
                    <a:pt x="0" y="0"/>
                  </a:moveTo>
                  <a:lnTo>
                    <a:pt x="15" y="22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46" name=""/>
            <p:cNvSpPr/>
            <p:nvPr/>
          </p:nvSpPr>
          <p:spPr>
            <a:xfrm rot="0" flipV="1">
              <a:off x="1725" y="18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47" name=""/>
            <p:cNvSpPr/>
            <p:nvPr/>
          </p:nvSpPr>
          <p:spPr>
            <a:xfrm rot="0">
              <a:off x="1715" y="1826"/>
              <a:ext cx="38" cy="36"/>
            </a:xfrm>
            <a:custGeom>
              <a:avLst/>
              <a:ahLst/>
              <a:rect l="0" t="0" r="r" b="b"/>
              <a:pathLst>
                <a:path w="115" h="108">
                  <a:moveTo>
                    <a:pt x="0" y="67"/>
                  </a:moveTo>
                  <a:lnTo>
                    <a:pt x="16" y="87"/>
                  </a:lnTo>
                  <a:lnTo>
                    <a:pt x="33" y="108"/>
                  </a:lnTo>
                  <a:lnTo>
                    <a:pt x="115" y="41"/>
                  </a:lnTo>
                  <a:lnTo>
                    <a:pt x="99" y="21"/>
                  </a:lnTo>
                  <a:lnTo>
                    <a:pt x="83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48" name=""/>
            <p:cNvSpPr/>
            <p:nvPr/>
          </p:nvSpPr>
          <p:spPr>
            <a:xfrm rot="0">
              <a:off x="1715" y="1826"/>
              <a:ext cx="38" cy="36"/>
            </a:xfrm>
            <a:custGeom>
              <a:avLst/>
              <a:ahLst/>
              <a:rect l="0" t="0" r="r" b="b"/>
              <a:pathLst>
                <a:path w="115" h="108">
                  <a:moveTo>
                    <a:pt x="0" y="67"/>
                  </a:moveTo>
                  <a:lnTo>
                    <a:pt x="16" y="87"/>
                  </a:lnTo>
                  <a:lnTo>
                    <a:pt x="33" y="108"/>
                  </a:lnTo>
                  <a:lnTo>
                    <a:pt x="115" y="41"/>
                  </a:lnTo>
                  <a:lnTo>
                    <a:pt x="99" y="21"/>
                  </a:lnTo>
                  <a:lnTo>
                    <a:pt x="83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49" name=""/>
            <p:cNvSpPr/>
            <p:nvPr/>
          </p:nvSpPr>
          <p:spPr>
            <a:xfrm rot="0">
              <a:off x="1748" y="1833"/>
              <a:ext cx="5" cy="7"/>
            </a:xfrm>
            <a:custGeom>
              <a:avLst/>
              <a:ahLst/>
              <a:rect l="0" t="0" r="r" b="b"/>
              <a:pathLst>
                <a:path w="17" h="20">
                  <a:moveTo>
                    <a:pt x="0" y="0"/>
                  </a:moveTo>
                  <a:lnTo>
                    <a:pt x="16" y="20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50" name=""/>
            <p:cNvSpPr/>
            <p:nvPr/>
          </p:nvSpPr>
          <p:spPr>
            <a:xfrm rot="0" flipV="1">
              <a:off x="1753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51" name=""/>
            <p:cNvSpPr/>
            <p:nvPr/>
          </p:nvSpPr>
          <p:spPr>
            <a:xfrm rot="0">
              <a:off x="1742" y="1803"/>
              <a:ext cx="38" cy="37"/>
            </a:xfrm>
            <a:custGeom>
              <a:avLst/>
              <a:ahLst/>
              <a:rect l="0" t="0" r="r" b="b"/>
              <a:pathLst>
                <a:path w="113" h="111">
                  <a:moveTo>
                    <a:pt x="0" y="73"/>
                  </a:moveTo>
                  <a:lnTo>
                    <a:pt x="17" y="92"/>
                  </a:lnTo>
                  <a:lnTo>
                    <a:pt x="34" y="111"/>
                  </a:lnTo>
                  <a:lnTo>
                    <a:pt x="113" y="39"/>
                  </a:lnTo>
                  <a:lnTo>
                    <a:pt x="96" y="19"/>
                  </a:lnTo>
                  <a:lnTo>
                    <a:pt x="78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52" name=""/>
            <p:cNvSpPr/>
            <p:nvPr/>
          </p:nvSpPr>
          <p:spPr>
            <a:xfrm rot="0">
              <a:off x="1742" y="1803"/>
              <a:ext cx="38" cy="37"/>
            </a:xfrm>
            <a:custGeom>
              <a:avLst/>
              <a:ahLst/>
              <a:rect l="0" t="0" r="r" b="b"/>
              <a:pathLst>
                <a:path w="113" h="111">
                  <a:moveTo>
                    <a:pt x="0" y="73"/>
                  </a:moveTo>
                  <a:lnTo>
                    <a:pt x="17" y="92"/>
                  </a:lnTo>
                  <a:lnTo>
                    <a:pt x="34" y="111"/>
                  </a:lnTo>
                  <a:lnTo>
                    <a:pt x="113" y="39"/>
                  </a:lnTo>
                  <a:lnTo>
                    <a:pt x="96" y="19"/>
                  </a:lnTo>
                  <a:lnTo>
                    <a:pt x="78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53" name=""/>
            <p:cNvSpPr/>
            <p:nvPr/>
          </p:nvSpPr>
          <p:spPr>
            <a:xfrm rot="0">
              <a:off x="1774" y="1809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7" y="20"/>
                  </a:lnTo>
                  <a:lnTo>
                    <a:pt x="19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54" name=""/>
            <p:cNvSpPr/>
            <p:nvPr/>
          </p:nvSpPr>
          <p:spPr>
            <a:xfrm rot="0" flipV="1">
              <a:off x="1780" y="181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55" name=""/>
            <p:cNvSpPr/>
            <p:nvPr/>
          </p:nvSpPr>
          <p:spPr>
            <a:xfrm rot="0">
              <a:off x="1767" y="1777"/>
              <a:ext cx="37" cy="38"/>
            </a:xfrm>
            <a:custGeom>
              <a:avLst/>
              <a:ahLst/>
              <a:rect l="0" t="0" r="r" b="b"/>
              <a:pathLst>
                <a:path w="111" h="113">
                  <a:moveTo>
                    <a:pt x="0" y="78"/>
                  </a:moveTo>
                  <a:lnTo>
                    <a:pt x="20" y="95"/>
                  </a:lnTo>
                  <a:lnTo>
                    <a:pt x="39" y="113"/>
                  </a:lnTo>
                  <a:lnTo>
                    <a:pt x="111" y="35"/>
                  </a:lnTo>
                  <a:lnTo>
                    <a:pt x="91" y="18"/>
                  </a:lnTo>
                  <a:lnTo>
                    <a:pt x="72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56" name=""/>
            <p:cNvSpPr/>
            <p:nvPr/>
          </p:nvSpPr>
          <p:spPr>
            <a:xfrm rot="0">
              <a:off x="1767" y="1777"/>
              <a:ext cx="37" cy="38"/>
            </a:xfrm>
            <a:custGeom>
              <a:avLst/>
              <a:ahLst/>
              <a:rect l="0" t="0" r="r" b="b"/>
              <a:pathLst>
                <a:path w="111" h="113">
                  <a:moveTo>
                    <a:pt x="0" y="78"/>
                  </a:moveTo>
                  <a:lnTo>
                    <a:pt x="20" y="95"/>
                  </a:lnTo>
                  <a:lnTo>
                    <a:pt x="39" y="113"/>
                  </a:lnTo>
                  <a:lnTo>
                    <a:pt x="111" y="35"/>
                  </a:lnTo>
                  <a:lnTo>
                    <a:pt x="91" y="18"/>
                  </a:lnTo>
                  <a:lnTo>
                    <a:pt x="72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57" name=""/>
            <p:cNvSpPr/>
            <p:nvPr/>
          </p:nvSpPr>
          <p:spPr>
            <a:xfrm rot="0">
              <a:off x="1798" y="1783"/>
              <a:ext cx="7" cy="6"/>
            </a:xfrm>
            <a:custGeom>
              <a:avLst/>
              <a:ahLst/>
              <a:rect l="0" t="0" r="r" b="b"/>
              <a:pathLst>
                <a:path w="21" h="17">
                  <a:moveTo>
                    <a:pt x="0" y="0"/>
                  </a:moveTo>
                  <a:lnTo>
                    <a:pt x="20" y="17"/>
                  </a:lnTo>
                  <a:lnTo>
                    <a:pt x="21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58" name=""/>
            <p:cNvSpPr/>
            <p:nvPr/>
          </p:nvSpPr>
          <p:spPr>
            <a:xfrm rot="0" flipV="1">
              <a:off x="1804" y="1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59" name=""/>
            <p:cNvSpPr/>
            <p:nvPr/>
          </p:nvSpPr>
          <p:spPr>
            <a:xfrm rot="0">
              <a:off x="1791" y="1750"/>
              <a:ext cx="36" cy="39"/>
            </a:xfrm>
            <a:custGeom>
              <a:avLst/>
              <a:ahLst/>
              <a:rect l="0" t="0" r="r" b="b"/>
              <a:pathLst>
                <a:path w="107" h="116">
                  <a:moveTo>
                    <a:pt x="0" y="83"/>
                  </a:moveTo>
                  <a:lnTo>
                    <a:pt x="20" y="100"/>
                  </a:lnTo>
                  <a:lnTo>
                    <a:pt x="41" y="116"/>
                  </a:lnTo>
                  <a:lnTo>
                    <a:pt x="107" y="32"/>
                  </a:lnTo>
                  <a:lnTo>
                    <a:pt x="87" y="16"/>
                  </a:lnTo>
                  <a:lnTo>
                    <a:pt x="66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60" name=""/>
            <p:cNvSpPr/>
            <p:nvPr/>
          </p:nvSpPr>
          <p:spPr>
            <a:xfrm rot="0">
              <a:off x="1791" y="1750"/>
              <a:ext cx="36" cy="39"/>
            </a:xfrm>
            <a:custGeom>
              <a:avLst/>
              <a:ahLst/>
              <a:rect l="0" t="0" r="r" b="b"/>
              <a:pathLst>
                <a:path w="107" h="116">
                  <a:moveTo>
                    <a:pt x="0" y="83"/>
                  </a:moveTo>
                  <a:lnTo>
                    <a:pt x="20" y="100"/>
                  </a:lnTo>
                  <a:lnTo>
                    <a:pt x="41" y="116"/>
                  </a:lnTo>
                  <a:lnTo>
                    <a:pt x="107" y="32"/>
                  </a:lnTo>
                  <a:lnTo>
                    <a:pt x="87" y="16"/>
                  </a:lnTo>
                  <a:lnTo>
                    <a:pt x="66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61" name=""/>
            <p:cNvSpPr/>
            <p:nvPr/>
          </p:nvSpPr>
          <p:spPr>
            <a:xfrm rot="0">
              <a:off x="1820" y="1755"/>
              <a:ext cx="7" cy="6"/>
            </a:xfrm>
            <a:custGeom>
              <a:avLst/>
              <a:ahLst/>
              <a:rect l="0" t="0" r="r" b="b"/>
              <a:pathLst>
                <a:path w="21" h="16">
                  <a:moveTo>
                    <a:pt x="0" y="0"/>
                  </a:moveTo>
                  <a:lnTo>
                    <a:pt x="20" y="16"/>
                  </a:lnTo>
                  <a:lnTo>
                    <a:pt x="21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62" name=""/>
            <p:cNvSpPr/>
            <p:nvPr/>
          </p:nvSpPr>
          <p:spPr>
            <a:xfrm rot="0" flipV="1">
              <a:off x="1827" y="17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63" name=""/>
            <p:cNvSpPr/>
            <p:nvPr/>
          </p:nvSpPr>
          <p:spPr>
            <a:xfrm rot="0">
              <a:off x="1813" y="1721"/>
              <a:ext cx="34" cy="39"/>
            </a:xfrm>
            <a:custGeom>
              <a:avLst/>
              <a:ahLst/>
              <a:rect l="0" t="0" r="r" b="b"/>
              <a:pathLst>
                <a:path w="102" h="117">
                  <a:moveTo>
                    <a:pt x="0" y="89"/>
                  </a:moveTo>
                  <a:lnTo>
                    <a:pt x="22" y="103"/>
                  </a:lnTo>
                  <a:lnTo>
                    <a:pt x="43" y="117"/>
                  </a:lnTo>
                  <a:lnTo>
                    <a:pt x="102" y="28"/>
                  </a:lnTo>
                  <a:lnTo>
                    <a:pt x="81" y="14"/>
                  </a:lnTo>
                  <a:lnTo>
                    <a:pt x="59" y="0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64" name=""/>
            <p:cNvSpPr/>
            <p:nvPr/>
          </p:nvSpPr>
          <p:spPr>
            <a:xfrm rot="0">
              <a:off x="1813" y="1721"/>
              <a:ext cx="34" cy="39"/>
            </a:xfrm>
            <a:custGeom>
              <a:avLst/>
              <a:ahLst/>
              <a:rect l="0" t="0" r="r" b="b"/>
              <a:pathLst>
                <a:path w="102" h="117">
                  <a:moveTo>
                    <a:pt x="0" y="89"/>
                  </a:moveTo>
                  <a:lnTo>
                    <a:pt x="22" y="103"/>
                  </a:lnTo>
                  <a:lnTo>
                    <a:pt x="43" y="117"/>
                  </a:lnTo>
                  <a:lnTo>
                    <a:pt x="102" y="28"/>
                  </a:lnTo>
                  <a:lnTo>
                    <a:pt x="81" y="14"/>
                  </a:lnTo>
                  <a:lnTo>
                    <a:pt x="59" y="0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65" name=""/>
            <p:cNvSpPr/>
            <p:nvPr/>
          </p:nvSpPr>
          <p:spPr>
            <a:xfrm rot="0">
              <a:off x="1840" y="1726"/>
              <a:ext cx="7" cy="4"/>
            </a:xfrm>
            <a:custGeom>
              <a:avLst/>
              <a:ahLst/>
              <a:rect l="0" t="0" r="r" b="b"/>
              <a:pathLst>
                <a:path w="22" h="14">
                  <a:moveTo>
                    <a:pt x="0" y="0"/>
                  </a:moveTo>
                  <a:lnTo>
                    <a:pt x="21" y="14"/>
                  </a:lnTo>
                  <a:lnTo>
                    <a:pt x="22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497" name=""/>
          <p:cNvGrpSpPr/>
          <p:nvPr/>
        </p:nvGrpSpPr>
        <p:grpSpPr>
          <a:xfrm rot="0">
            <a:off x="1793875" y="2351087"/>
            <a:ext cx="1246187" cy="3159125"/>
            <a:chOff x="1130" y="1481"/>
            <a:chExt cx="785" cy="1990"/>
          </a:xfrm>
        </p:grpSpPr>
        <p:sp>
          <p:nvSpPr>
            <p:cNvPr id="1087066" name=""/>
            <p:cNvSpPr/>
            <p:nvPr/>
          </p:nvSpPr>
          <p:spPr>
            <a:xfrm rot="0" flipV="1">
              <a:off x="1847" y="17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67" name=""/>
            <p:cNvSpPr/>
            <p:nvPr/>
          </p:nvSpPr>
          <p:spPr>
            <a:xfrm rot="0">
              <a:off x="1832" y="1691"/>
              <a:ext cx="32" cy="39"/>
            </a:xfrm>
            <a:custGeom>
              <a:avLst/>
              <a:ahLst/>
              <a:rect l="0" t="0" r="r" b="b"/>
              <a:pathLst>
                <a:path w="97" h="117">
                  <a:moveTo>
                    <a:pt x="0" y="93"/>
                  </a:moveTo>
                  <a:lnTo>
                    <a:pt x="23" y="105"/>
                  </a:lnTo>
                  <a:lnTo>
                    <a:pt x="45" y="117"/>
                  </a:lnTo>
                  <a:lnTo>
                    <a:pt x="97" y="24"/>
                  </a:lnTo>
                  <a:lnTo>
                    <a:pt x="75" y="12"/>
                  </a:lnTo>
                  <a:lnTo>
                    <a:pt x="52" y="0"/>
                  </a:lnTo>
                  <a:lnTo>
                    <a:pt x="0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68" name=""/>
            <p:cNvSpPr/>
            <p:nvPr/>
          </p:nvSpPr>
          <p:spPr>
            <a:xfrm rot="0">
              <a:off x="1832" y="1691"/>
              <a:ext cx="32" cy="39"/>
            </a:xfrm>
            <a:custGeom>
              <a:avLst/>
              <a:ahLst/>
              <a:rect l="0" t="0" r="r" b="b"/>
              <a:pathLst>
                <a:path w="97" h="117">
                  <a:moveTo>
                    <a:pt x="0" y="93"/>
                  </a:moveTo>
                  <a:lnTo>
                    <a:pt x="23" y="105"/>
                  </a:lnTo>
                  <a:lnTo>
                    <a:pt x="45" y="117"/>
                  </a:lnTo>
                  <a:lnTo>
                    <a:pt x="97" y="24"/>
                  </a:lnTo>
                  <a:lnTo>
                    <a:pt x="75" y="12"/>
                  </a:lnTo>
                  <a:lnTo>
                    <a:pt x="52" y="0"/>
                  </a:lnTo>
                  <a:lnTo>
                    <a:pt x="0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69" name=""/>
            <p:cNvSpPr/>
            <p:nvPr/>
          </p:nvSpPr>
          <p:spPr>
            <a:xfrm rot="0">
              <a:off x="1857" y="1695"/>
              <a:ext cx="8" cy="4"/>
            </a:xfrm>
            <a:custGeom>
              <a:avLst/>
              <a:ahLst/>
              <a:rect l="0" t="0" r="r" b="b"/>
              <a:pathLst>
                <a:path w="23" h="12">
                  <a:moveTo>
                    <a:pt x="0" y="0"/>
                  </a:moveTo>
                  <a:lnTo>
                    <a:pt x="22" y="12"/>
                  </a:lnTo>
                  <a:lnTo>
                    <a:pt x="23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70" name=""/>
            <p:cNvSpPr/>
            <p:nvPr/>
          </p:nvSpPr>
          <p:spPr>
            <a:xfrm rot="0" flipV="1">
              <a:off x="1864" y="16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71" name=""/>
            <p:cNvSpPr/>
            <p:nvPr/>
          </p:nvSpPr>
          <p:spPr>
            <a:xfrm rot="0">
              <a:off x="1849" y="1659"/>
              <a:ext cx="30" cy="39"/>
            </a:xfrm>
            <a:custGeom>
              <a:avLst/>
              <a:ahLst/>
              <a:rect l="0" t="0" r="r" b="b"/>
              <a:pathLst>
                <a:path w="91" h="118">
                  <a:moveTo>
                    <a:pt x="0" y="96"/>
                  </a:moveTo>
                  <a:lnTo>
                    <a:pt x="24" y="107"/>
                  </a:lnTo>
                  <a:lnTo>
                    <a:pt x="47" y="118"/>
                  </a:lnTo>
                  <a:lnTo>
                    <a:pt x="91" y="22"/>
                  </a:lnTo>
                  <a:lnTo>
                    <a:pt x="68" y="11"/>
                  </a:lnTo>
                  <a:lnTo>
                    <a:pt x="44" y="0"/>
                  </a:lnTo>
                  <a:lnTo>
                    <a:pt x="0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72" name=""/>
            <p:cNvSpPr/>
            <p:nvPr/>
          </p:nvSpPr>
          <p:spPr>
            <a:xfrm rot="0">
              <a:off x="1849" y="1659"/>
              <a:ext cx="30" cy="39"/>
            </a:xfrm>
            <a:custGeom>
              <a:avLst/>
              <a:ahLst/>
              <a:rect l="0" t="0" r="r" b="b"/>
              <a:pathLst>
                <a:path w="91" h="118">
                  <a:moveTo>
                    <a:pt x="0" y="96"/>
                  </a:moveTo>
                  <a:lnTo>
                    <a:pt x="24" y="107"/>
                  </a:lnTo>
                  <a:lnTo>
                    <a:pt x="47" y="118"/>
                  </a:lnTo>
                  <a:lnTo>
                    <a:pt x="91" y="22"/>
                  </a:lnTo>
                  <a:lnTo>
                    <a:pt x="68" y="11"/>
                  </a:lnTo>
                  <a:lnTo>
                    <a:pt x="44" y="0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73" name=""/>
            <p:cNvSpPr/>
            <p:nvPr/>
          </p:nvSpPr>
          <p:spPr>
            <a:xfrm rot="0">
              <a:off x="1872" y="1663"/>
              <a:ext cx="8" cy="3"/>
            </a:xfrm>
            <a:custGeom>
              <a:avLst/>
              <a:ahLst/>
              <a:rect l="0" t="0" r="r" b="b"/>
              <a:pathLst>
                <a:path w="24" h="11">
                  <a:moveTo>
                    <a:pt x="0" y="0"/>
                  </a:moveTo>
                  <a:lnTo>
                    <a:pt x="23" y="11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74" name=""/>
            <p:cNvSpPr/>
            <p:nvPr/>
          </p:nvSpPr>
          <p:spPr>
            <a:xfrm rot="0" flipV="1">
              <a:off x="1879" y="1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75" name=""/>
            <p:cNvSpPr/>
            <p:nvPr/>
          </p:nvSpPr>
          <p:spPr>
            <a:xfrm rot="0">
              <a:off x="1863" y="1626"/>
              <a:ext cx="29" cy="40"/>
            </a:xfrm>
            <a:custGeom>
              <a:avLst/>
              <a:ahLst/>
              <a:rect l="0" t="0" r="r" b="b"/>
              <a:pathLst>
                <a:path w="86" h="118">
                  <a:moveTo>
                    <a:pt x="0" y="100"/>
                  </a:moveTo>
                  <a:lnTo>
                    <a:pt x="25" y="109"/>
                  </a:lnTo>
                  <a:lnTo>
                    <a:pt x="49" y="118"/>
                  </a:lnTo>
                  <a:lnTo>
                    <a:pt x="86" y="18"/>
                  </a:lnTo>
                  <a:lnTo>
                    <a:pt x="62" y="9"/>
                  </a:lnTo>
                  <a:lnTo>
                    <a:pt x="37" y="0"/>
                  </a:lnTo>
                  <a:lnTo>
                    <a:pt x="0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76" name=""/>
            <p:cNvSpPr/>
            <p:nvPr/>
          </p:nvSpPr>
          <p:spPr>
            <a:xfrm rot="0">
              <a:off x="1863" y="1626"/>
              <a:ext cx="29" cy="40"/>
            </a:xfrm>
            <a:custGeom>
              <a:avLst/>
              <a:ahLst/>
              <a:rect l="0" t="0" r="r" b="b"/>
              <a:pathLst>
                <a:path w="86" h="118">
                  <a:moveTo>
                    <a:pt x="0" y="100"/>
                  </a:moveTo>
                  <a:lnTo>
                    <a:pt x="25" y="109"/>
                  </a:lnTo>
                  <a:lnTo>
                    <a:pt x="49" y="118"/>
                  </a:lnTo>
                  <a:lnTo>
                    <a:pt x="86" y="18"/>
                  </a:lnTo>
                  <a:lnTo>
                    <a:pt x="62" y="9"/>
                  </a:lnTo>
                  <a:lnTo>
                    <a:pt x="37" y="0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77" name=""/>
            <p:cNvSpPr/>
            <p:nvPr/>
          </p:nvSpPr>
          <p:spPr>
            <a:xfrm rot="0">
              <a:off x="1884" y="1629"/>
              <a:ext cx="8" cy="3"/>
            </a:xfrm>
            <a:custGeom>
              <a:avLst/>
              <a:ahLst/>
              <a:rect l="0" t="0" r="r" b="b"/>
              <a:pathLst>
                <a:path w="25" h="9">
                  <a:moveTo>
                    <a:pt x="0" y="0"/>
                  </a:moveTo>
                  <a:lnTo>
                    <a:pt x="24" y="9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78" name=""/>
            <p:cNvSpPr/>
            <p:nvPr/>
          </p:nvSpPr>
          <p:spPr>
            <a:xfrm rot="0" flipV="1">
              <a:off x="1892" y="16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79" name=""/>
            <p:cNvSpPr/>
            <p:nvPr/>
          </p:nvSpPr>
          <p:spPr>
            <a:xfrm rot="0">
              <a:off x="1875" y="1593"/>
              <a:ext cx="27" cy="39"/>
            </a:xfrm>
            <a:custGeom>
              <a:avLst/>
              <a:ahLst/>
              <a:rect l="0" t="0" r="r" b="b"/>
              <a:pathLst>
                <a:path w="80" h="116">
                  <a:moveTo>
                    <a:pt x="0" y="102"/>
                  </a:moveTo>
                  <a:lnTo>
                    <a:pt x="26" y="109"/>
                  </a:lnTo>
                  <a:lnTo>
                    <a:pt x="51" y="116"/>
                  </a:lnTo>
                  <a:lnTo>
                    <a:pt x="80" y="14"/>
                  </a:lnTo>
                  <a:lnTo>
                    <a:pt x="54" y="7"/>
                  </a:lnTo>
                  <a:lnTo>
                    <a:pt x="29" y="0"/>
                  </a:lnTo>
                  <a:lnTo>
                    <a:pt x="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80" name=""/>
            <p:cNvSpPr/>
            <p:nvPr/>
          </p:nvSpPr>
          <p:spPr>
            <a:xfrm rot="0">
              <a:off x="1875" y="1593"/>
              <a:ext cx="27" cy="39"/>
            </a:xfrm>
            <a:custGeom>
              <a:avLst/>
              <a:ahLst/>
              <a:rect l="0" t="0" r="r" b="b"/>
              <a:pathLst>
                <a:path w="80" h="116">
                  <a:moveTo>
                    <a:pt x="0" y="102"/>
                  </a:moveTo>
                  <a:lnTo>
                    <a:pt x="26" y="109"/>
                  </a:lnTo>
                  <a:lnTo>
                    <a:pt x="51" y="116"/>
                  </a:lnTo>
                  <a:lnTo>
                    <a:pt x="80" y="14"/>
                  </a:lnTo>
                  <a:lnTo>
                    <a:pt x="54" y="7"/>
                  </a:lnTo>
                  <a:lnTo>
                    <a:pt x="29" y="0"/>
                  </a:lnTo>
                  <a:lnTo>
                    <a:pt x="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81" name=""/>
            <p:cNvSpPr/>
            <p:nvPr/>
          </p:nvSpPr>
          <p:spPr>
            <a:xfrm rot="0">
              <a:off x="1893" y="1595"/>
              <a:ext cx="9" cy="3"/>
            </a:xfrm>
            <a:custGeom>
              <a:avLst/>
              <a:ahLst/>
              <a:rect l="0" t="0" r="r" b="b"/>
              <a:pathLst>
                <a:path w="26" h="7">
                  <a:moveTo>
                    <a:pt x="0" y="0"/>
                  </a:moveTo>
                  <a:lnTo>
                    <a:pt x="26" y="7"/>
                  </a:lnTo>
                  <a:lnTo>
                    <a:pt x="26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82" name=""/>
            <p:cNvSpPr/>
            <p:nvPr/>
          </p:nvSpPr>
          <p:spPr>
            <a:xfrm rot="0" flipV="1">
              <a:off x="1902" y="15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83" name=""/>
            <p:cNvSpPr/>
            <p:nvPr/>
          </p:nvSpPr>
          <p:spPr>
            <a:xfrm rot="0">
              <a:off x="1885" y="1559"/>
              <a:ext cx="24" cy="38"/>
            </a:xfrm>
            <a:custGeom>
              <a:avLst/>
              <a:ahLst/>
              <a:rect l="0" t="0" r="r" b="b"/>
              <a:pathLst>
                <a:path w="72" h="114">
                  <a:moveTo>
                    <a:pt x="0" y="104"/>
                  </a:moveTo>
                  <a:lnTo>
                    <a:pt x="25" y="109"/>
                  </a:lnTo>
                  <a:lnTo>
                    <a:pt x="51" y="114"/>
                  </a:lnTo>
                  <a:lnTo>
                    <a:pt x="72" y="10"/>
                  </a:lnTo>
                  <a:lnTo>
                    <a:pt x="47" y="5"/>
                  </a:lnTo>
                  <a:lnTo>
                    <a:pt x="21" y="0"/>
                  </a:lnTo>
                  <a:lnTo>
                    <a:pt x="0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84" name=""/>
            <p:cNvSpPr/>
            <p:nvPr/>
          </p:nvSpPr>
          <p:spPr>
            <a:xfrm rot="0">
              <a:off x="1885" y="1559"/>
              <a:ext cx="24" cy="38"/>
            </a:xfrm>
            <a:custGeom>
              <a:avLst/>
              <a:ahLst/>
              <a:rect l="0" t="0" r="r" b="b"/>
              <a:pathLst>
                <a:path w="72" h="114">
                  <a:moveTo>
                    <a:pt x="0" y="104"/>
                  </a:moveTo>
                  <a:lnTo>
                    <a:pt x="25" y="109"/>
                  </a:lnTo>
                  <a:lnTo>
                    <a:pt x="51" y="114"/>
                  </a:lnTo>
                  <a:lnTo>
                    <a:pt x="72" y="10"/>
                  </a:lnTo>
                  <a:lnTo>
                    <a:pt x="47" y="5"/>
                  </a:lnTo>
                  <a:lnTo>
                    <a:pt x="21" y="0"/>
                  </a:lnTo>
                  <a:lnTo>
                    <a:pt x="0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85" name=""/>
            <p:cNvSpPr/>
            <p:nvPr/>
          </p:nvSpPr>
          <p:spPr>
            <a:xfrm rot="0">
              <a:off x="1901" y="1561"/>
              <a:ext cx="8" cy="1"/>
            </a:xfrm>
            <a:custGeom>
              <a:avLst/>
              <a:ahLst/>
              <a:rect l="0" t="0" r="r" b="b"/>
              <a:pathLst>
                <a:path w="25" h="5">
                  <a:moveTo>
                    <a:pt x="0" y="0"/>
                  </a:moveTo>
                  <a:lnTo>
                    <a:pt x="25" y="5"/>
                  </a:lnTo>
                  <a:lnTo>
                    <a:pt x="25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86" name=""/>
            <p:cNvSpPr/>
            <p:nvPr/>
          </p:nvSpPr>
          <p:spPr>
            <a:xfrm rot="0" flipV="1">
              <a:off x="1909" y="15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87" name=""/>
            <p:cNvSpPr/>
            <p:nvPr/>
          </p:nvSpPr>
          <p:spPr>
            <a:xfrm rot="0">
              <a:off x="1892" y="1524"/>
              <a:ext cx="21" cy="38"/>
            </a:xfrm>
            <a:custGeom>
              <a:avLst/>
              <a:ahLst/>
              <a:rect l="0" t="0" r="r" b="b"/>
              <a:pathLst>
                <a:path w="63" h="113">
                  <a:moveTo>
                    <a:pt x="0" y="107"/>
                  </a:moveTo>
                  <a:lnTo>
                    <a:pt x="26" y="110"/>
                  </a:lnTo>
                  <a:lnTo>
                    <a:pt x="51" y="113"/>
                  </a:lnTo>
                  <a:lnTo>
                    <a:pt x="63" y="7"/>
                  </a:lnTo>
                  <a:lnTo>
                    <a:pt x="38" y="3"/>
                  </a:lnTo>
                  <a:lnTo>
                    <a:pt x="12" y="0"/>
                  </a:lnTo>
                  <a:lnTo>
                    <a:pt x="0" y="1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88" name=""/>
            <p:cNvSpPr/>
            <p:nvPr/>
          </p:nvSpPr>
          <p:spPr>
            <a:xfrm rot="0">
              <a:off x="1892" y="1524"/>
              <a:ext cx="21" cy="38"/>
            </a:xfrm>
            <a:custGeom>
              <a:avLst/>
              <a:ahLst/>
              <a:rect l="0" t="0" r="r" b="b"/>
              <a:pathLst>
                <a:path w="63" h="113">
                  <a:moveTo>
                    <a:pt x="0" y="107"/>
                  </a:moveTo>
                  <a:lnTo>
                    <a:pt x="26" y="110"/>
                  </a:lnTo>
                  <a:lnTo>
                    <a:pt x="51" y="113"/>
                  </a:lnTo>
                  <a:lnTo>
                    <a:pt x="63" y="7"/>
                  </a:lnTo>
                  <a:lnTo>
                    <a:pt x="38" y="3"/>
                  </a:lnTo>
                  <a:lnTo>
                    <a:pt x="12" y="0"/>
                  </a:lnTo>
                  <a:lnTo>
                    <a:pt x="0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89" name=""/>
            <p:cNvSpPr/>
            <p:nvPr/>
          </p:nvSpPr>
          <p:spPr>
            <a:xfrm rot="0">
              <a:off x="1905" y="1525"/>
              <a:ext cx="8" cy="1"/>
            </a:xfrm>
            <a:custGeom>
              <a:avLst/>
              <a:ahLst/>
              <a:rect l="0" t="0" r="r" b="b"/>
              <a:pathLst>
                <a:path w="25" h="4">
                  <a:moveTo>
                    <a:pt x="0" y="0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90" name=""/>
            <p:cNvSpPr/>
            <p:nvPr/>
          </p:nvSpPr>
          <p:spPr>
            <a:xfrm rot="0" flipV="1">
              <a:off x="1913" y="15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91" name=""/>
            <p:cNvSpPr/>
            <p:nvPr/>
          </p:nvSpPr>
          <p:spPr>
            <a:xfrm rot="0">
              <a:off x="1896" y="1489"/>
              <a:ext cx="19" cy="37"/>
            </a:xfrm>
            <a:custGeom>
              <a:avLst/>
              <a:ahLst/>
              <a:rect l="0" t="0" r="r" b="b"/>
              <a:pathLst>
                <a:path w="56" h="109">
                  <a:moveTo>
                    <a:pt x="0" y="106"/>
                  </a:moveTo>
                  <a:lnTo>
                    <a:pt x="26" y="107"/>
                  </a:lnTo>
                  <a:lnTo>
                    <a:pt x="51" y="109"/>
                  </a:lnTo>
                  <a:lnTo>
                    <a:pt x="56" y="2"/>
                  </a:lnTo>
                  <a:lnTo>
                    <a:pt x="30" y="1"/>
                  </a:lnTo>
                  <a:lnTo>
                    <a:pt x="4" y="0"/>
                  </a:lnTo>
                  <a:lnTo>
                    <a:pt x="0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92" name=""/>
            <p:cNvSpPr/>
            <p:nvPr/>
          </p:nvSpPr>
          <p:spPr>
            <a:xfrm rot="0">
              <a:off x="1896" y="1489"/>
              <a:ext cx="19" cy="37"/>
            </a:xfrm>
            <a:custGeom>
              <a:avLst/>
              <a:ahLst/>
              <a:rect l="0" t="0" r="r" b="b"/>
              <a:pathLst>
                <a:path w="56" h="109">
                  <a:moveTo>
                    <a:pt x="0" y="106"/>
                  </a:moveTo>
                  <a:lnTo>
                    <a:pt x="26" y="107"/>
                  </a:lnTo>
                  <a:lnTo>
                    <a:pt x="51" y="109"/>
                  </a:lnTo>
                  <a:lnTo>
                    <a:pt x="56" y="2"/>
                  </a:lnTo>
                  <a:lnTo>
                    <a:pt x="30" y="1"/>
                  </a:lnTo>
                  <a:lnTo>
                    <a:pt x="4" y="0"/>
                  </a:lnTo>
                  <a:lnTo>
                    <a:pt x="0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93" name=""/>
            <p:cNvSpPr/>
            <p:nvPr/>
          </p:nvSpPr>
          <p:spPr>
            <a:xfrm rot="0">
              <a:off x="1897" y="1481"/>
              <a:ext cx="18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5"/>
                  </a:moveTo>
                  <a:lnTo>
                    <a:pt x="0" y="24"/>
                  </a:lnTo>
                  <a:lnTo>
                    <a:pt x="1" y="16"/>
                  </a:lnTo>
                  <a:lnTo>
                    <a:pt x="6" y="9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2" y="5"/>
                  </a:lnTo>
                  <a:lnTo>
                    <a:pt x="47" y="11"/>
                  </a:lnTo>
                  <a:lnTo>
                    <a:pt x="52" y="18"/>
                  </a:lnTo>
                  <a:lnTo>
                    <a:pt x="52" y="26"/>
                  </a:lnTo>
                  <a:lnTo>
                    <a:pt x="2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94" name=""/>
            <p:cNvSpPr/>
            <p:nvPr/>
          </p:nvSpPr>
          <p:spPr>
            <a:xfrm rot="0">
              <a:off x="1897" y="1481"/>
              <a:ext cx="18" cy="9"/>
            </a:xfrm>
            <a:custGeom>
              <a:avLst/>
              <a:ahLst/>
              <a:rect l="0" t="0" r="r" b="b"/>
              <a:pathLst>
                <a:path w="52" h="26">
                  <a:moveTo>
                    <a:pt x="0" y="24"/>
                  </a:moveTo>
                  <a:lnTo>
                    <a:pt x="1" y="16"/>
                  </a:lnTo>
                  <a:lnTo>
                    <a:pt x="6" y="9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2" y="5"/>
                  </a:lnTo>
                  <a:lnTo>
                    <a:pt x="47" y="11"/>
                  </a:lnTo>
                  <a:lnTo>
                    <a:pt x="52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95" name=""/>
            <p:cNvSpPr/>
            <p:nvPr/>
          </p:nvSpPr>
          <p:spPr>
            <a:xfrm rot="0">
              <a:off x="1761" y="3201"/>
              <a:ext cx="18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4" y="90"/>
                  </a:moveTo>
                  <a:lnTo>
                    <a:pt x="30" y="89"/>
                  </a:lnTo>
                  <a:lnTo>
                    <a:pt x="55" y="88"/>
                  </a:lnTo>
                  <a:lnTo>
                    <a:pt x="51" y="0"/>
                  </a:lnTo>
                  <a:lnTo>
                    <a:pt x="25" y="1"/>
                  </a:lnTo>
                  <a:lnTo>
                    <a:pt x="0" y="2"/>
                  </a:lnTo>
                  <a:lnTo>
                    <a:pt x="4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96" name=""/>
            <p:cNvSpPr/>
            <p:nvPr/>
          </p:nvSpPr>
          <p:spPr>
            <a:xfrm rot="0">
              <a:off x="1761" y="3201"/>
              <a:ext cx="18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4" y="90"/>
                  </a:moveTo>
                  <a:lnTo>
                    <a:pt x="30" y="89"/>
                  </a:lnTo>
                  <a:lnTo>
                    <a:pt x="55" y="88"/>
                  </a:lnTo>
                  <a:lnTo>
                    <a:pt x="51" y="0"/>
                  </a:lnTo>
                  <a:lnTo>
                    <a:pt x="25" y="1"/>
                  </a:lnTo>
                  <a:lnTo>
                    <a:pt x="0" y="2"/>
                  </a:lnTo>
                  <a:lnTo>
                    <a:pt x="4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97" name=""/>
            <p:cNvSpPr/>
            <p:nvPr/>
          </p:nvSpPr>
          <p:spPr>
            <a:xfrm rot="0">
              <a:off x="1769" y="3200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098" name=""/>
            <p:cNvSpPr/>
            <p:nvPr/>
          </p:nvSpPr>
          <p:spPr>
            <a:xfrm rot="0" flipV="1">
              <a:off x="1778" y="32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099" name=""/>
            <p:cNvSpPr/>
            <p:nvPr/>
          </p:nvSpPr>
          <p:spPr>
            <a:xfrm rot="0">
              <a:off x="1757" y="3171"/>
              <a:ext cx="21" cy="31"/>
            </a:xfrm>
            <a:custGeom>
              <a:avLst/>
              <a:ahLst/>
              <a:rect l="0" t="0" r="r" b="b"/>
              <a:pathLst>
                <a:path w="62" h="93">
                  <a:moveTo>
                    <a:pt x="11" y="93"/>
                  </a:moveTo>
                  <a:lnTo>
                    <a:pt x="36" y="90"/>
                  </a:lnTo>
                  <a:lnTo>
                    <a:pt x="62" y="87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7"/>
                  </a:lnTo>
                  <a:lnTo>
                    <a:pt x="11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00" name=""/>
            <p:cNvSpPr/>
            <p:nvPr/>
          </p:nvSpPr>
          <p:spPr>
            <a:xfrm rot="0">
              <a:off x="1757" y="3171"/>
              <a:ext cx="21" cy="31"/>
            </a:xfrm>
            <a:custGeom>
              <a:avLst/>
              <a:ahLst/>
              <a:rect l="0" t="0" r="r" b="b"/>
              <a:pathLst>
                <a:path w="62" h="93">
                  <a:moveTo>
                    <a:pt x="11" y="93"/>
                  </a:moveTo>
                  <a:lnTo>
                    <a:pt x="36" y="90"/>
                  </a:lnTo>
                  <a:lnTo>
                    <a:pt x="62" y="87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7"/>
                  </a:lnTo>
                  <a:lnTo>
                    <a:pt x="11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01" name=""/>
            <p:cNvSpPr/>
            <p:nvPr/>
          </p:nvSpPr>
          <p:spPr>
            <a:xfrm rot="0">
              <a:off x="1765" y="3170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6"/>
                  </a:moveTo>
                  <a:lnTo>
                    <a:pt x="26" y="3"/>
                  </a:lnTo>
                  <a:lnTo>
                    <a:pt x="26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02" name=""/>
            <p:cNvSpPr/>
            <p:nvPr/>
          </p:nvSpPr>
          <p:spPr>
            <a:xfrm rot="0" flipV="1">
              <a:off x="1774" y="31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03" name=""/>
            <p:cNvSpPr/>
            <p:nvPr/>
          </p:nvSpPr>
          <p:spPr>
            <a:xfrm rot="0">
              <a:off x="1750" y="3142"/>
              <a:ext cx="24" cy="33"/>
            </a:xfrm>
            <a:custGeom>
              <a:avLst/>
              <a:ahLst/>
              <a:rect l="0" t="0" r="r" b="b"/>
              <a:pathLst>
                <a:path w="72" h="97">
                  <a:moveTo>
                    <a:pt x="21" y="97"/>
                  </a:moveTo>
                  <a:lnTo>
                    <a:pt x="46" y="90"/>
                  </a:lnTo>
                  <a:lnTo>
                    <a:pt x="72" y="84"/>
                  </a:lnTo>
                  <a:lnTo>
                    <a:pt x="51" y="0"/>
                  </a:lnTo>
                  <a:lnTo>
                    <a:pt x="26" y="6"/>
                  </a:lnTo>
                  <a:lnTo>
                    <a:pt x="0" y="12"/>
                  </a:lnTo>
                  <a:lnTo>
                    <a:pt x="21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04" name=""/>
            <p:cNvSpPr/>
            <p:nvPr/>
          </p:nvSpPr>
          <p:spPr>
            <a:xfrm rot="0">
              <a:off x="1750" y="3142"/>
              <a:ext cx="24" cy="33"/>
            </a:xfrm>
            <a:custGeom>
              <a:avLst/>
              <a:ahLst/>
              <a:rect l="0" t="0" r="r" b="b"/>
              <a:pathLst>
                <a:path w="72" h="97">
                  <a:moveTo>
                    <a:pt x="21" y="97"/>
                  </a:moveTo>
                  <a:lnTo>
                    <a:pt x="46" y="90"/>
                  </a:lnTo>
                  <a:lnTo>
                    <a:pt x="72" y="84"/>
                  </a:lnTo>
                  <a:lnTo>
                    <a:pt x="51" y="0"/>
                  </a:lnTo>
                  <a:lnTo>
                    <a:pt x="26" y="6"/>
                  </a:lnTo>
                  <a:lnTo>
                    <a:pt x="0" y="12"/>
                  </a:lnTo>
                  <a:lnTo>
                    <a:pt x="21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05" name=""/>
            <p:cNvSpPr/>
            <p:nvPr/>
          </p:nvSpPr>
          <p:spPr>
            <a:xfrm rot="0">
              <a:off x="1759" y="3141"/>
              <a:ext cx="8" cy="3"/>
            </a:xfrm>
            <a:custGeom>
              <a:avLst/>
              <a:ahLst/>
              <a:rect l="0" t="0" r="r" b="b"/>
              <a:pathLst>
                <a:path w="25" h="9">
                  <a:moveTo>
                    <a:pt x="0" y="9"/>
                  </a:moveTo>
                  <a:lnTo>
                    <a:pt x="25" y="3"/>
                  </a:lnTo>
                  <a:lnTo>
                    <a:pt x="24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06" name=""/>
            <p:cNvSpPr/>
            <p:nvPr/>
          </p:nvSpPr>
          <p:spPr>
            <a:xfrm rot="0" flipH="1" flipV="1">
              <a:off x="1767" y="31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07" name=""/>
            <p:cNvSpPr/>
            <p:nvPr/>
          </p:nvSpPr>
          <p:spPr>
            <a:xfrm rot="0">
              <a:off x="1741" y="3114"/>
              <a:ext cx="26" cy="33"/>
            </a:xfrm>
            <a:custGeom>
              <a:avLst/>
              <a:ahLst/>
              <a:rect l="0" t="0" r="r" b="b"/>
              <a:pathLst>
                <a:path w="76" h="100">
                  <a:moveTo>
                    <a:pt x="27" y="100"/>
                  </a:moveTo>
                  <a:lnTo>
                    <a:pt x="52" y="92"/>
                  </a:lnTo>
                  <a:lnTo>
                    <a:pt x="76" y="83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27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08" name=""/>
            <p:cNvSpPr/>
            <p:nvPr/>
          </p:nvSpPr>
          <p:spPr>
            <a:xfrm rot="0">
              <a:off x="1741" y="3114"/>
              <a:ext cx="26" cy="33"/>
            </a:xfrm>
            <a:custGeom>
              <a:avLst/>
              <a:ahLst/>
              <a:rect l="0" t="0" r="r" b="b"/>
              <a:pathLst>
                <a:path w="76" h="100">
                  <a:moveTo>
                    <a:pt x="27" y="100"/>
                  </a:moveTo>
                  <a:lnTo>
                    <a:pt x="52" y="92"/>
                  </a:lnTo>
                  <a:lnTo>
                    <a:pt x="76" y="83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27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09" name=""/>
            <p:cNvSpPr/>
            <p:nvPr/>
          </p:nvSpPr>
          <p:spPr>
            <a:xfrm rot="0">
              <a:off x="1749" y="3113"/>
              <a:ext cx="9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10" name=""/>
            <p:cNvSpPr/>
            <p:nvPr/>
          </p:nvSpPr>
          <p:spPr>
            <a:xfrm rot="0" flipH="1" flipV="1">
              <a:off x="1757" y="31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11" name=""/>
            <p:cNvSpPr/>
            <p:nvPr/>
          </p:nvSpPr>
          <p:spPr>
            <a:xfrm rot="0">
              <a:off x="1730" y="3086"/>
              <a:ext cx="27" cy="34"/>
            </a:xfrm>
            <a:custGeom>
              <a:avLst/>
              <a:ahLst/>
              <a:rect l="0" t="0" r="r" b="b"/>
              <a:pathLst>
                <a:path w="83" h="100">
                  <a:moveTo>
                    <a:pt x="36" y="100"/>
                  </a:moveTo>
                  <a:lnTo>
                    <a:pt x="59" y="90"/>
                  </a:lnTo>
                  <a:lnTo>
                    <a:pt x="83" y="80"/>
                  </a:lnTo>
                  <a:lnTo>
                    <a:pt x="47" y="0"/>
                  </a:lnTo>
                  <a:lnTo>
                    <a:pt x="23" y="10"/>
                  </a:lnTo>
                  <a:lnTo>
                    <a:pt x="0" y="20"/>
                  </a:lnTo>
                  <a:lnTo>
                    <a:pt x="36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12" name=""/>
            <p:cNvSpPr/>
            <p:nvPr/>
          </p:nvSpPr>
          <p:spPr>
            <a:xfrm rot="0">
              <a:off x="1730" y="3086"/>
              <a:ext cx="27" cy="34"/>
            </a:xfrm>
            <a:custGeom>
              <a:avLst/>
              <a:ahLst/>
              <a:rect l="0" t="0" r="r" b="b"/>
              <a:pathLst>
                <a:path w="83" h="100">
                  <a:moveTo>
                    <a:pt x="36" y="100"/>
                  </a:moveTo>
                  <a:lnTo>
                    <a:pt x="59" y="90"/>
                  </a:lnTo>
                  <a:lnTo>
                    <a:pt x="83" y="80"/>
                  </a:lnTo>
                  <a:lnTo>
                    <a:pt x="47" y="0"/>
                  </a:lnTo>
                  <a:lnTo>
                    <a:pt x="23" y="10"/>
                  </a:lnTo>
                  <a:lnTo>
                    <a:pt x="0" y="20"/>
                  </a:lnTo>
                  <a:lnTo>
                    <a:pt x="36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13" name=""/>
            <p:cNvSpPr/>
            <p:nvPr/>
          </p:nvSpPr>
          <p:spPr>
            <a:xfrm rot="0">
              <a:off x="1737" y="3086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12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14" name=""/>
            <p:cNvSpPr/>
            <p:nvPr/>
          </p:nvSpPr>
          <p:spPr>
            <a:xfrm rot="0" flipH="1" flipV="1">
              <a:off x="1745" y="30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15" name=""/>
            <p:cNvSpPr/>
            <p:nvPr/>
          </p:nvSpPr>
          <p:spPr>
            <a:xfrm rot="0">
              <a:off x="1716" y="3060"/>
              <a:ext cx="29" cy="34"/>
            </a:xfrm>
            <a:custGeom>
              <a:avLst/>
              <a:ahLst/>
              <a:rect l="0" t="0" r="r" b="b"/>
              <a:pathLst>
                <a:path w="88" h="101">
                  <a:moveTo>
                    <a:pt x="43" y="101"/>
                  </a:moveTo>
                  <a:lnTo>
                    <a:pt x="65" y="89"/>
                  </a:lnTo>
                  <a:lnTo>
                    <a:pt x="88" y="77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43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16" name=""/>
            <p:cNvSpPr/>
            <p:nvPr/>
          </p:nvSpPr>
          <p:spPr>
            <a:xfrm rot="0">
              <a:off x="1716" y="3060"/>
              <a:ext cx="29" cy="34"/>
            </a:xfrm>
            <a:custGeom>
              <a:avLst/>
              <a:ahLst/>
              <a:rect l="0" t="0" r="r" b="b"/>
              <a:pathLst>
                <a:path w="88" h="101">
                  <a:moveTo>
                    <a:pt x="43" y="101"/>
                  </a:moveTo>
                  <a:lnTo>
                    <a:pt x="65" y="89"/>
                  </a:lnTo>
                  <a:lnTo>
                    <a:pt x="88" y="77"/>
                  </a:lnTo>
                  <a:lnTo>
                    <a:pt x="45" y="0"/>
                  </a:lnTo>
                  <a:lnTo>
                    <a:pt x="23" y="13"/>
                  </a:lnTo>
                  <a:lnTo>
                    <a:pt x="0" y="25"/>
                  </a:lnTo>
                  <a:lnTo>
                    <a:pt x="43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17" name=""/>
            <p:cNvSpPr/>
            <p:nvPr/>
          </p:nvSpPr>
          <p:spPr>
            <a:xfrm rot="0">
              <a:off x="1723" y="3059"/>
              <a:ext cx="8" cy="5"/>
            </a:xfrm>
            <a:custGeom>
              <a:avLst/>
              <a:ahLst/>
              <a:rect l="0" t="0" r="r" b="b"/>
              <a:pathLst>
                <a:path w="22" h="15">
                  <a:moveTo>
                    <a:pt x="0" y="15"/>
                  </a:moveTo>
                  <a:lnTo>
                    <a:pt x="22" y="2"/>
                  </a:lnTo>
                  <a:lnTo>
                    <a:pt x="21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18" name=""/>
            <p:cNvSpPr/>
            <p:nvPr/>
          </p:nvSpPr>
          <p:spPr>
            <a:xfrm rot="0" flipH="1" flipV="1">
              <a:off x="1730" y="3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19" name=""/>
            <p:cNvSpPr/>
            <p:nvPr/>
          </p:nvSpPr>
          <p:spPr>
            <a:xfrm rot="0">
              <a:off x="1700" y="3035"/>
              <a:ext cx="30" cy="34"/>
            </a:xfrm>
            <a:custGeom>
              <a:avLst/>
              <a:ahLst/>
              <a:rect l="0" t="0" r="r" b="b"/>
              <a:pathLst>
                <a:path w="92" h="101">
                  <a:moveTo>
                    <a:pt x="49" y="101"/>
                  </a:moveTo>
                  <a:lnTo>
                    <a:pt x="71" y="87"/>
                  </a:lnTo>
                  <a:lnTo>
                    <a:pt x="92" y="72"/>
                  </a:lnTo>
                  <a:lnTo>
                    <a:pt x="43" y="0"/>
                  </a:lnTo>
                  <a:lnTo>
                    <a:pt x="22" y="14"/>
                  </a:lnTo>
                  <a:lnTo>
                    <a:pt x="0" y="28"/>
                  </a:lnTo>
                  <a:lnTo>
                    <a:pt x="49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20" name=""/>
            <p:cNvSpPr/>
            <p:nvPr/>
          </p:nvSpPr>
          <p:spPr>
            <a:xfrm rot="0">
              <a:off x="1700" y="3035"/>
              <a:ext cx="30" cy="34"/>
            </a:xfrm>
            <a:custGeom>
              <a:avLst/>
              <a:ahLst/>
              <a:rect l="0" t="0" r="r" b="b"/>
              <a:pathLst>
                <a:path w="92" h="101">
                  <a:moveTo>
                    <a:pt x="49" y="101"/>
                  </a:moveTo>
                  <a:lnTo>
                    <a:pt x="71" y="87"/>
                  </a:lnTo>
                  <a:lnTo>
                    <a:pt x="92" y="72"/>
                  </a:lnTo>
                  <a:lnTo>
                    <a:pt x="43" y="0"/>
                  </a:lnTo>
                  <a:lnTo>
                    <a:pt x="22" y="14"/>
                  </a:lnTo>
                  <a:lnTo>
                    <a:pt x="0" y="28"/>
                  </a:lnTo>
                  <a:lnTo>
                    <a:pt x="49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21" name=""/>
            <p:cNvSpPr/>
            <p:nvPr/>
          </p:nvSpPr>
          <p:spPr>
            <a:xfrm rot="0">
              <a:off x="1707" y="3035"/>
              <a:ext cx="7" cy="5"/>
            </a:xfrm>
            <a:custGeom>
              <a:avLst/>
              <a:ahLst/>
              <a:rect l="0" t="0" r="r" b="b"/>
              <a:pathLst>
                <a:path w="21" h="16">
                  <a:moveTo>
                    <a:pt x="0" y="16"/>
                  </a:moveTo>
                  <a:lnTo>
                    <a:pt x="21" y="2"/>
                  </a:lnTo>
                  <a:lnTo>
                    <a:pt x="20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22" name=""/>
            <p:cNvSpPr/>
            <p:nvPr/>
          </p:nvSpPr>
          <p:spPr>
            <a:xfrm rot="0" flipH="1" flipV="1">
              <a:off x="1714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23" name=""/>
            <p:cNvSpPr/>
            <p:nvPr/>
          </p:nvSpPr>
          <p:spPr>
            <a:xfrm rot="0">
              <a:off x="1681" y="3012"/>
              <a:ext cx="33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56" y="100"/>
                  </a:moveTo>
                  <a:lnTo>
                    <a:pt x="77" y="84"/>
                  </a:lnTo>
                  <a:lnTo>
                    <a:pt x="97" y="68"/>
                  </a:lnTo>
                  <a:lnTo>
                    <a:pt x="41" y="0"/>
                  </a:lnTo>
                  <a:lnTo>
                    <a:pt x="20" y="17"/>
                  </a:lnTo>
                  <a:lnTo>
                    <a:pt x="0" y="33"/>
                  </a:lnTo>
                  <a:lnTo>
                    <a:pt x="56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24" name=""/>
            <p:cNvSpPr/>
            <p:nvPr/>
          </p:nvSpPr>
          <p:spPr>
            <a:xfrm rot="0">
              <a:off x="1681" y="3012"/>
              <a:ext cx="33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56" y="100"/>
                  </a:moveTo>
                  <a:lnTo>
                    <a:pt x="77" y="84"/>
                  </a:lnTo>
                  <a:lnTo>
                    <a:pt x="97" y="68"/>
                  </a:lnTo>
                  <a:lnTo>
                    <a:pt x="41" y="0"/>
                  </a:lnTo>
                  <a:lnTo>
                    <a:pt x="20" y="17"/>
                  </a:lnTo>
                  <a:lnTo>
                    <a:pt x="0" y="33"/>
                  </a:lnTo>
                  <a:lnTo>
                    <a:pt x="56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25" name=""/>
            <p:cNvSpPr/>
            <p:nvPr/>
          </p:nvSpPr>
          <p:spPr>
            <a:xfrm rot="0">
              <a:off x="1688" y="3011"/>
              <a:ext cx="7" cy="7"/>
            </a:xfrm>
            <a:custGeom>
              <a:avLst/>
              <a:ahLst/>
              <a:rect l="0" t="0" r="r" b="b"/>
              <a:pathLst>
                <a:path w="21" h="19">
                  <a:moveTo>
                    <a:pt x="0" y="19"/>
                  </a:moveTo>
                  <a:lnTo>
                    <a:pt x="21" y="2"/>
                  </a:lnTo>
                  <a:lnTo>
                    <a:pt x="19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26" name=""/>
            <p:cNvSpPr/>
            <p:nvPr/>
          </p:nvSpPr>
          <p:spPr>
            <a:xfrm rot="0" flipH="1" flipV="1">
              <a:off x="1694" y="3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27" name=""/>
            <p:cNvSpPr/>
            <p:nvPr/>
          </p:nvSpPr>
          <p:spPr>
            <a:xfrm rot="0">
              <a:off x="1662" y="2991"/>
              <a:ext cx="32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61" y="99"/>
                  </a:moveTo>
                  <a:lnTo>
                    <a:pt x="79" y="81"/>
                  </a:lnTo>
                  <a:lnTo>
                    <a:pt x="98" y="62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7"/>
                  </a:lnTo>
                  <a:lnTo>
                    <a:pt x="61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28" name=""/>
            <p:cNvSpPr/>
            <p:nvPr/>
          </p:nvSpPr>
          <p:spPr>
            <a:xfrm rot="0">
              <a:off x="1662" y="2991"/>
              <a:ext cx="32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61" y="99"/>
                  </a:moveTo>
                  <a:lnTo>
                    <a:pt x="79" y="81"/>
                  </a:lnTo>
                  <a:lnTo>
                    <a:pt x="98" y="62"/>
                  </a:lnTo>
                  <a:lnTo>
                    <a:pt x="37" y="0"/>
                  </a:lnTo>
                  <a:lnTo>
                    <a:pt x="18" y="18"/>
                  </a:lnTo>
                  <a:lnTo>
                    <a:pt x="0" y="37"/>
                  </a:lnTo>
                  <a:lnTo>
                    <a:pt x="61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29" name=""/>
            <p:cNvSpPr/>
            <p:nvPr/>
          </p:nvSpPr>
          <p:spPr>
            <a:xfrm rot="0">
              <a:off x="1668" y="2990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0" y="20"/>
                  </a:moveTo>
                  <a:lnTo>
                    <a:pt x="19" y="2"/>
                  </a:lnTo>
                  <a:lnTo>
                    <a:pt x="16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30" name=""/>
            <p:cNvSpPr/>
            <p:nvPr/>
          </p:nvSpPr>
          <p:spPr>
            <a:xfrm rot="0" flipH="1" flipV="1">
              <a:off x="1673" y="2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31" name=""/>
            <p:cNvSpPr/>
            <p:nvPr/>
          </p:nvSpPr>
          <p:spPr>
            <a:xfrm rot="0">
              <a:off x="1640" y="2972"/>
              <a:ext cx="33" cy="32"/>
            </a:xfrm>
            <a:custGeom>
              <a:avLst/>
              <a:ahLst/>
              <a:rect l="0" t="0" r="r" b="b"/>
              <a:pathLst>
                <a:path w="100" h="96">
                  <a:moveTo>
                    <a:pt x="68" y="96"/>
                  </a:moveTo>
                  <a:lnTo>
                    <a:pt x="84" y="75"/>
                  </a:lnTo>
                  <a:lnTo>
                    <a:pt x="100" y="55"/>
                  </a:lnTo>
                  <a:lnTo>
                    <a:pt x="33" y="0"/>
                  </a:lnTo>
                  <a:lnTo>
                    <a:pt x="17" y="20"/>
                  </a:lnTo>
                  <a:lnTo>
                    <a:pt x="0" y="41"/>
                  </a:lnTo>
                  <a:lnTo>
                    <a:pt x="68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32" name=""/>
            <p:cNvSpPr/>
            <p:nvPr/>
          </p:nvSpPr>
          <p:spPr>
            <a:xfrm rot="0">
              <a:off x="1640" y="2972"/>
              <a:ext cx="33" cy="32"/>
            </a:xfrm>
            <a:custGeom>
              <a:avLst/>
              <a:ahLst/>
              <a:rect l="0" t="0" r="r" b="b"/>
              <a:pathLst>
                <a:path w="100" h="96">
                  <a:moveTo>
                    <a:pt x="68" y="96"/>
                  </a:moveTo>
                  <a:lnTo>
                    <a:pt x="84" y="75"/>
                  </a:lnTo>
                  <a:lnTo>
                    <a:pt x="100" y="55"/>
                  </a:lnTo>
                  <a:lnTo>
                    <a:pt x="33" y="0"/>
                  </a:lnTo>
                  <a:lnTo>
                    <a:pt x="17" y="20"/>
                  </a:lnTo>
                  <a:lnTo>
                    <a:pt x="0" y="41"/>
                  </a:lnTo>
                  <a:lnTo>
                    <a:pt x="68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33" name=""/>
            <p:cNvSpPr/>
            <p:nvPr/>
          </p:nvSpPr>
          <p:spPr>
            <a:xfrm rot="0">
              <a:off x="1645" y="2971"/>
              <a:ext cx="6" cy="7"/>
            </a:xfrm>
            <a:custGeom>
              <a:avLst/>
              <a:ahLst/>
              <a:rect l="0" t="0" r="r" b="b"/>
              <a:pathLst>
                <a:path w="16" h="21">
                  <a:moveTo>
                    <a:pt x="0" y="21"/>
                  </a:moveTo>
                  <a:lnTo>
                    <a:pt x="16" y="1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34" name=""/>
            <p:cNvSpPr/>
            <p:nvPr/>
          </p:nvSpPr>
          <p:spPr>
            <a:xfrm rot="0" flipH="1" flipV="1">
              <a:off x="1650" y="2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35" name=""/>
            <p:cNvSpPr/>
            <p:nvPr/>
          </p:nvSpPr>
          <p:spPr>
            <a:xfrm rot="0">
              <a:off x="1616" y="2955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72" y="93"/>
                  </a:moveTo>
                  <a:lnTo>
                    <a:pt x="87" y="71"/>
                  </a:lnTo>
                  <a:lnTo>
                    <a:pt x="101" y="50"/>
                  </a:lnTo>
                  <a:lnTo>
                    <a:pt x="29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72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36" name=""/>
            <p:cNvSpPr/>
            <p:nvPr/>
          </p:nvSpPr>
          <p:spPr>
            <a:xfrm rot="0">
              <a:off x="1616" y="2955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72" y="93"/>
                  </a:moveTo>
                  <a:lnTo>
                    <a:pt x="87" y="71"/>
                  </a:lnTo>
                  <a:lnTo>
                    <a:pt x="101" y="50"/>
                  </a:lnTo>
                  <a:lnTo>
                    <a:pt x="29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72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37" name=""/>
            <p:cNvSpPr/>
            <p:nvPr/>
          </p:nvSpPr>
          <p:spPr>
            <a:xfrm rot="0">
              <a:off x="1621" y="2954"/>
              <a:ext cx="5" cy="8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1"/>
                  </a:lnTo>
                  <a:lnTo>
                    <a:pt x="12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38" name=""/>
            <p:cNvSpPr/>
            <p:nvPr/>
          </p:nvSpPr>
          <p:spPr>
            <a:xfrm rot="0" flipH="1" flipV="1">
              <a:off x="1625" y="2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39" name=""/>
            <p:cNvSpPr/>
            <p:nvPr/>
          </p:nvSpPr>
          <p:spPr>
            <a:xfrm rot="0">
              <a:off x="1591" y="2940"/>
              <a:ext cx="34" cy="29"/>
            </a:xfrm>
            <a:custGeom>
              <a:avLst/>
              <a:ahLst/>
              <a:rect l="0" t="0" r="r" b="b"/>
              <a:pathLst>
                <a:path w="101" h="88">
                  <a:moveTo>
                    <a:pt x="77" y="88"/>
                  </a:moveTo>
                  <a:lnTo>
                    <a:pt x="89" y="65"/>
                  </a:lnTo>
                  <a:lnTo>
                    <a:pt x="101" y="43"/>
                  </a:lnTo>
                  <a:lnTo>
                    <a:pt x="25" y="0"/>
                  </a:lnTo>
                  <a:lnTo>
                    <a:pt x="13" y="22"/>
                  </a:lnTo>
                  <a:lnTo>
                    <a:pt x="0" y="45"/>
                  </a:lnTo>
                  <a:lnTo>
                    <a:pt x="77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40" name=""/>
            <p:cNvSpPr/>
            <p:nvPr/>
          </p:nvSpPr>
          <p:spPr>
            <a:xfrm rot="0">
              <a:off x="1591" y="2940"/>
              <a:ext cx="34" cy="29"/>
            </a:xfrm>
            <a:custGeom>
              <a:avLst/>
              <a:ahLst/>
              <a:rect l="0" t="0" r="r" b="b"/>
              <a:pathLst>
                <a:path w="101" h="88">
                  <a:moveTo>
                    <a:pt x="77" y="88"/>
                  </a:moveTo>
                  <a:lnTo>
                    <a:pt x="89" y="65"/>
                  </a:lnTo>
                  <a:lnTo>
                    <a:pt x="101" y="43"/>
                  </a:lnTo>
                  <a:lnTo>
                    <a:pt x="25" y="0"/>
                  </a:lnTo>
                  <a:lnTo>
                    <a:pt x="13" y="22"/>
                  </a:lnTo>
                  <a:lnTo>
                    <a:pt x="0" y="45"/>
                  </a:lnTo>
                  <a:lnTo>
                    <a:pt x="77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41" name=""/>
            <p:cNvSpPr/>
            <p:nvPr/>
          </p:nvSpPr>
          <p:spPr>
            <a:xfrm rot="0">
              <a:off x="1596" y="2940"/>
              <a:ext cx="4" cy="7"/>
            </a:xfrm>
            <a:custGeom>
              <a:avLst/>
              <a:ahLst/>
              <a:rect l="0" t="0" r="r" b="b"/>
              <a:pathLst>
                <a:path w="12" h="23">
                  <a:moveTo>
                    <a:pt x="0" y="23"/>
                  </a:moveTo>
                  <a:lnTo>
                    <a:pt x="12" y="1"/>
                  </a:lnTo>
                  <a:lnTo>
                    <a:pt x="10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42" name=""/>
            <p:cNvSpPr/>
            <p:nvPr/>
          </p:nvSpPr>
          <p:spPr>
            <a:xfrm rot="0" flipH="1" flipV="1">
              <a:off x="1599" y="2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43" name=""/>
            <p:cNvSpPr/>
            <p:nvPr/>
          </p:nvSpPr>
          <p:spPr>
            <a:xfrm rot="0">
              <a:off x="1566" y="2928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79" y="82"/>
                  </a:moveTo>
                  <a:lnTo>
                    <a:pt x="90" y="58"/>
                  </a:lnTo>
                  <a:lnTo>
                    <a:pt x="100" y="35"/>
                  </a:lnTo>
                  <a:lnTo>
                    <a:pt x="20" y="0"/>
                  </a:lnTo>
                  <a:lnTo>
                    <a:pt x="10" y="24"/>
                  </a:lnTo>
                  <a:lnTo>
                    <a:pt x="0" y="47"/>
                  </a:lnTo>
                  <a:lnTo>
                    <a:pt x="79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44" name=""/>
            <p:cNvSpPr/>
            <p:nvPr/>
          </p:nvSpPr>
          <p:spPr>
            <a:xfrm rot="0">
              <a:off x="1566" y="2928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79" y="82"/>
                  </a:moveTo>
                  <a:lnTo>
                    <a:pt x="90" y="58"/>
                  </a:lnTo>
                  <a:lnTo>
                    <a:pt x="100" y="35"/>
                  </a:lnTo>
                  <a:lnTo>
                    <a:pt x="20" y="0"/>
                  </a:lnTo>
                  <a:lnTo>
                    <a:pt x="10" y="24"/>
                  </a:lnTo>
                  <a:lnTo>
                    <a:pt x="0" y="47"/>
                  </a:lnTo>
                  <a:lnTo>
                    <a:pt x="79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45" name=""/>
            <p:cNvSpPr/>
            <p:nvPr/>
          </p:nvSpPr>
          <p:spPr>
            <a:xfrm rot="0">
              <a:off x="1569" y="2928"/>
              <a:ext cx="3" cy="8"/>
            </a:xfrm>
            <a:custGeom>
              <a:avLst/>
              <a:ahLst/>
              <a:rect l="0" t="0" r="r" b="b"/>
              <a:pathLst>
                <a:path w="10" h="25">
                  <a:moveTo>
                    <a:pt x="0" y="25"/>
                  </a:moveTo>
                  <a:lnTo>
                    <a:pt x="10" y="1"/>
                  </a:lnTo>
                  <a:lnTo>
                    <a:pt x="8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46" name=""/>
            <p:cNvSpPr/>
            <p:nvPr/>
          </p:nvSpPr>
          <p:spPr>
            <a:xfrm rot="0" flipH="1" flipV="1">
              <a:off x="1572" y="2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47" name=""/>
            <p:cNvSpPr/>
            <p:nvPr/>
          </p:nvSpPr>
          <p:spPr>
            <a:xfrm rot="0">
              <a:off x="1538" y="2918"/>
              <a:ext cx="34" cy="26"/>
            </a:xfrm>
            <a:custGeom>
              <a:avLst/>
              <a:ahLst/>
              <a:rect l="0" t="0" r="r" b="b"/>
              <a:pathLst>
                <a:path w="100" h="78">
                  <a:moveTo>
                    <a:pt x="84" y="78"/>
                  </a:moveTo>
                  <a:lnTo>
                    <a:pt x="92" y="54"/>
                  </a:lnTo>
                  <a:lnTo>
                    <a:pt x="100" y="29"/>
                  </a:lnTo>
                  <a:lnTo>
                    <a:pt x="16" y="0"/>
                  </a:lnTo>
                  <a:lnTo>
                    <a:pt x="8" y="25"/>
                  </a:lnTo>
                  <a:lnTo>
                    <a:pt x="0" y="49"/>
                  </a:lnTo>
                  <a:lnTo>
                    <a:pt x="84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48" name=""/>
            <p:cNvSpPr/>
            <p:nvPr/>
          </p:nvSpPr>
          <p:spPr>
            <a:xfrm rot="0">
              <a:off x="1538" y="2918"/>
              <a:ext cx="34" cy="26"/>
            </a:xfrm>
            <a:custGeom>
              <a:avLst/>
              <a:ahLst/>
              <a:rect l="0" t="0" r="r" b="b"/>
              <a:pathLst>
                <a:path w="100" h="78">
                  <a:moveTo>
                    <a:pt x="84" y="78"/>
                  </a:moveTo>
                  <a:lnTo>
                    <a:pt x="92" y="54"/>
                  </a:lnTo>
                  <a:lnTo>
                    <a:pt x="100" y="29"/>
                  </a:lnTo>
                  <a:lnTo>
                    <a:pt x="16" y="0"/>
                  </a:lnTo>
                  <a:lnTo>
                    <a:pt x="8" y="25"/>
                  </a:lnTo>
                  <a:lnTo>
                    <a:pt x="0" y="49"/>
                  </a:lnTo>
                  <a:lnTo>
                    <a:pt x="84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49" name=""/>
            <p:cNvSpPr/>
            <p:nvPr/>
          </p:nvSpPr>
          <p:spPr>
            <a:xfrm rot="0">
              <a:off x="1541" y="2918"/>
              <a:ext cx="3" cy="8"/>
            </a:xfrm>
            <a:custGeom>
              <a:avLst/>
              <a:ahLst/>
              <a:rect l="0" t="0" r="r" b="b"/>
              <a:pathLst>
                <a:path w="8" h="26">
                  <a:moveTo>
                    <a:pt x="0" y="26"/>
                  </a:moveTo>
                  <a:lnTo>
                    <a:pt x="8" y="1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50" name=""/>
            <p:cNvSpPr/>
            <p:nvPr/>
          </p:nvSpPr>
          <p:spPr>
            <a:xfrm rot="0" flipH="1" flipV="1">
              <a:off x="1543" y="29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51" name=""/>
            <p:cNvSpPr/>
            <p:nvPr/>
          </p:nvSpPr>
          <p:spPr>
            <a:xfrm rot="0">
              <a:off x="1511" y="2911"/>
              <a:ext cx="32" cy="24"/>
            </a:xfrm>
            <a:custGeom>
              <a:avLst/>
              <a:ahLst/>
              <a:rect l="0" t="0" r="r" b="b"/>
              <a:pathLst>
                <a:path w="97" h="70">
                  <a:moveTo>
                    <a:pt x="85" y="70"/>
                  </a:moveTo>
                  <a:lnTo>
                    <a:pt x="91" y="45"/>
                  </a:lnTo>
                  <a:lnTo>
                    <a:pt x="97" y="19"/>
                  </a:lnTo>
                  <a:lnTo>
                    <a:pt x="13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85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52" name=""/>
            <p:cNvSpPr/>
            <p:nvPr/>
          </p:nvSpPr>
          <p:spPr>
            <a:xfrm rot="0">
              <a:off x="1511" y="2911"/>
              <a:ext cx="32" cy="24"/>
            </a:xfrm>
            <a:custGeom>
              <a:avLst/>
              <a:ahLst/>
              <a:rect l="0" t="0" r="r" b="b"/>
              <a:pathLst>
                <a:path w="97" h="70">
                  <a:moveTo>
                    <a:pt x="85" y="70"/>
                  </a:moveTo>
                  <a:lnTo>
                    <a:pt x="91" y="45"/>
                  </a:lnTo>
                  <a:lnTo>
                    <a:pt x="97" y="19"/>
                  </a:lnTo>
                  <a:lnTo>
                    <a:pt x="13" y="0"/>
                  </a:lnTo>
                  <a:lnTo>
                    <a:pt x="6" y="25"/>
                  </a:lnTo>
                  <a:lnTo>
                    <a:pt x="0" y="51"/>
                  </a:lnTo>
                  <a:lnTo>
                    <a:pt x="85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53" name=""/>
            <p:cNvSpPr/>
            <p:nvPr/>
          </p:nvSpPr>
          <p:spPr>
            <a:xfrm rot="0">
              <a:off x="1513" y="2911"/>
              <a:ext cx="2" cy="9"/>
            </a:xfrm>
            <a:custGeom>
              <a:avLst/>
              <a:ahLst/>
              <a:rect l="0" t="0" r="r" b="b"/>
              <a:pathLst>
                <a:path w="7" h="25">
                  <a:moveTo>
                    <a:pt x="0" y="25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54" name=""/>
            <p:cNvSpPr/>
            <p:nvPr/>
          </p:nvSpPr>
          <p:spPr>
            <a:xfrm rot="0" flipH="1">
              <a:off x="1514" y="29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55" name=""/>
            <p:cNvSpPr/>
            <p:nvPr/>
          </p:nvSpPr>
          <p:spPr>
            <a:xfrm rot="0">
              <a:off x="1483" y="2907"/>
              <a:ext cx="31" cy="21"/>
            </a:xfrm>
            <a:custGeom>
              <a:avLst/>
              <a:ahLst/>
              <a:rect l="0" t="0" r="r" b="b"/>
              <a:pathLst>
                <a:path w="95" h="63">
                  <a:moveTo>
                    <a:pt x="86" y="63"/>
                  </a:moveTo>
                  <a:lnTo>
                    <a:pt x="90" y="37"/>
                  </a:lnTo>
                  <a:lnTo>
                    <a:pt x="95" y="12"/>
                  </a:lnTo>
                  <a:lnTo>
                    <a:pt x="8" y="0"/>
                  </a:lnTo>
                  <a:lnTo>
                    <a:pt x="4" y="25"/>
                  </a:lnTo>
                  <a:lnTo>
                    <a:pt x="0" y="51"/>
                  </a:lnTo>
                  <a:lnTo>
                    <a:pt x="86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56" name=""/>
            <p:cNvSpPr/>
            <p:nvPr/>
          </p:nvSpPr>
          <p:spPr>
            <a:xfrm rot="0">
              <a:off x="1483" y="2907"/>
              <a:ext cx="31" cy="21"/>
            </a:xfrm>
            <a:custGeom>
              <a:avLst/>
              <a:ahLst/>
              <a:rect l="0" t="0" r="r" b="b"/>
              <a:pathLst>
                <a:path w="95" h="63">
                  <a:moveTo>
                    <a:pt x="86" y="63"/>
                  </a:moveTo>
                  <a:lnTo>
                    <a:pt x="90" y="37"/>
                  </a:lnTo>
                  <a:lnTo>
                    <a:pt x="95" y="12"/>
                  </a:lnTo>
                  <a:lnTo>
                    <a:pt x="8" y="0"/>
                  </a:lnTo>
                  <a:lnTo>
                    <a:pt x="4" y="25"/>
                  </a:lnTo>
                  <a:lnTo>
                    <a:pt x="0" y="51"/>
                  </a:lnTo>
                  <a:lnTo>
                    <a:pt x="86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57" name=""/>
            <p:cNvSpPr/>
            <p:nvPr/>
          </p:nvSpPr>
          <p:spPr>
            <a:xfrm rot="0">
              <a:off x="1484" y="2907"/>
              <a:ext cx="1" cy="9"/>
            </a:xfrm>
            <a:custGeom>
              <a:avLst/>
              <a:ahLst/>
              <a:rect l="0" t="0" r="r" b="b"/>
              <a:pathLst>
                <a:path w="4" h="25">
                  <a:moveTo>
                    <a:pt x="0" y="25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58" name=""/>
            <p:cNvSpPr/>
            <p:nvPr/>
          </p:nvSpPr>
          <p:spPr>
            <a:xfrm rot="0" flipH="1">
              <a:off x="1484" y="29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59" name=""/>
            <p:cNvSpPr/>
            <p:nvPr/>
          </p:nvSpPr>
          <p:spPr>
            <a:xfrm rot="0">
              <a:off x="1454" y="2906"/>
              <a:ext cx="30" cy="18"/>
            </a:xfrm>
            <a:custGeom>
              <a:avLst/>
              <a:ahLst/>
              <a:rect l="0" t="0" r="r" b="b"/>
              <a:pathLst>
                <a:path w="90" h="55">
                  <a:moveTo>
                    <a:pt x="88" y="55"/>
                  </a:moveTo>
                  <a:lnTo>
                    <a:pt x="89" y="29"/>
                  </a:lnTo>
                  <a:lnTo>
                    <a:pt x="90" y="4"/>
                  </a:lnTo>
                  <a:lnTo>
                    <a:pt x="2" y="0"/>
                  </a:lnTo>
                  <a:lnTo>
                    <a:pt x="1" y="25"/>
                  </a:lnTo>
                  <a:lnTo>
                    <a:pt x="0" y="51"/>
                  </a:lnTo>
                  <a:lnTo>
                    <a:pt x="88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60" name=""/>
            <p:cNvSpPr/>
            <p:nvPr/>
          </p:nvSpPr>
          <p:spPr>
            <a:xfrm rot="0">
              <a:off x="1454" y="2906"/>
              <a:ext cx="30" cy="18"/>
            </a:xfrm>
            <a:custGeom>
              <a:avLst/>
              <a:ahLst/>
              <a:rect l="0" t="0" r="r" b="b"/>
              <a:pathLst>
                <a:path w="90" h="55">
                  <a:moveTo>
                    <a:pt x="88" y="55"/>
                  </a:moveTo>
                  <a:lnTo>
                    <a:pt x="89" y="29"/>
                  </a:lnTo>
                  <a:lnTo>
                    <a:pt x="90" y="4"/>
                  </a:lnTo>
                  <a:lnTo>
                    <a:pt x="2" y="0"/>
                  </a:lnTo>
                  <a:lnTo>
                    <a:pt x="1" y="25"/>
                  </a:lnTo>
                  <a:lnTo>
                    <a:pt x="0" y="51"/>
                  </a:lnTo>
                  <a:lnTo>
                    <a:pt x="8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61" name=""/>
            <p:cNvSpPr/>
            <p:nvPr/>
          </p:nvSpPr>
          <p:spPr>
            <a:xfrm rot="0">
              <a:off x="1454" y="2906"/>
              <a:ext cx="1" cy="8"/>
            </a:xfrm>
            <a:custGeom>
              <a:avLst/>
              <a:ahLst/>
              <a:rect l="0" t="0" r="r" b="b"/>
              <a:pathLst>
                <a:path w="2" h="25">
                  <a:moveTo>
                    <a:pt x="1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62" name=""/>
            <p:cNvSpPr/>
            <p:nvPr/>
          </p:nvSpPr>
          <p:spPr>
            <a:xfrm rot="0" flipH="1">
              <a:off x="1454" y="29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63" name=""/>
            <p:cNvSpPr/>
            <p:nvPr/>
          </p:nvSpPr>
          <p:spPr>
            <a:xfrm rot="0">
              <a:off x="1425" y="2906"/>
              <a:ext cx="30" cy="18"/>
            </a:xfrm>
            <a:custGeom>
              <a:avLst/>
              <a:ahLst/>
              <a:rect l="0" t="0" r="r" b="b"/>
              <a:pathLst>
                <a:path w="89" h="55">
                  <a:moveTo>
                    <a:pt x="89" y="51"/>
                  </a:moveTo>
                  <a:lnTo>
                    <a:pt x="88" y="25"/>
                  </a:lnTo>
                  <a:lnTo>
                    <a:pt x="87" y="0"/>
                  </a:lnTo>
                  <a:lnTo>
                    <a:pt x="0" y="4"/>
                  </a:lnTo>
                  <a:lnTo>
                    <a:pt x="1" y="29"/>
                  </a:lnTo>
                  <a:lnTo>
                    <a:pt x="2" y="55"/>
                  </a:lnTo>
                  <a:lnTo>
                    <a:pt x="8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64" name=""/>
            <p:cNvSpPr/>
            <p:nvPr/>
          </p:nvSpPr>
          <p:spPr>
            <a:xfrm rot="0">
              <a:off x="1425" y="2906"/>
              <a:ext cx="30" cy="18"/>
            </a:xfrm>
            <a:custGeom>
              <a:avLst/>
              <a:ahLst/>
              <a:rect l="0" t="0" r="r" b="b"/>
              <a:pathLst>
                <a:path w="89" h="55">
                  <a:moveTo>
                    <a:pt x="89" y="51"/>
                  </a:moveTo>
                  <a:lnTo>
                    <a:pt x="88" y="25"/>
                  </a:lnTo>
                  <a:lnTo>
                    <a:pt x="87" y="0"/>
                  </a:lnTo>
                  <a:lnTo>
                    <a:pt x="0" y="4"/>
                  </a:lnTo>
                  <a:lnTo>
                    <a:pt x="1" y="29"/>
                  </a:lnTo>
                  <a:lnTo>
                    <a:pt x="2" y="55"/>
                  </a:lnTo>
                  <a:lnTo>
                    <a:pt x="89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65" name=""/>
            <p:cNvSpPr/>
            <p:nvPr/>
          </p:nvSpPr>
          <p:spPr>
            <a:xfrm rot="0">
              <a:off x="1424" y="2907"/>
              <a:ext cx="2" cy="9"/>
            </a:xfrm>
            <a:custGeom>
              <a:avLst/>
              <a:ahLst/>
              <a:rect l="0" t="0" r="r" b="b"/>
              <a:pathLst>
                <a:path w="4" h="25">
                  <a:moveTo>
                    <a:pt x="4" y="25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66" name=""/>
            <p:cNvSpPr/>
            <p:nvPr/>
          </p:nvSpPr>
          <p:spPr>
            <a:xfrm rot="0" flipH="1">
              <a:off x="1424" y="29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67" name=""/>
            <p:cNvSpPr/>
            <p:nvPr/>
          </p:nvSpPr>
          <p:spPr>
            <a:xfrm rot="0">
              <a:off x="1395" y="2907"/>
              <a:ext cx="32" cy="21"/>
            </a:xfrm>
            <a:custGeom>
              <a:avLst/>
              <a:ahLst/>
              <a:rect l="0" t="0" r="r" b="b"/>
              <a:pathLst>
                <a:path w="95" h="63">
                  <a:moveTo>
                    <a:pt x="95" y="51"/>
                  </a:moveTo>
                  <a:lnTo>
                    <a:pt x="91" y="25"/>
                  </a:lnTo>
                  <a:lnTo>
                    <a:pt x="87" y="0"/>
                  </a:lnTo>
                  <a:lnTo>
                    <a:pt x="0" y="12"/>
                  </a:lnTo>
                  <a:lnTo>
                    <a:pt x="4" y="37"/>
                  </a:lnTo>
                  <a:lnTo>
                    <a:pt x="8" y="63"/>
                  </a:lnTo>
                  <a:lnTo>
                    <a:pt x="9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68" name=""/>
            <p:cNvSpPr/>
            <p:nvPr/>
          </p:nvSpPr>
          <p:spPr>
            <a:xfrm rot="0">
              <a:off x="1395" y="2907"/>
              <a:ext cx="32" cy="21"/>
            </a:xfrm>
            <a:custGeom>
              <a:avLst/>
              <a:ahLst/>
              <a:rect l="0" t="0" r="r" b="b"/>
              <a:pathLst>
                <a:path w="95" h="63">
                  <a:moveTo>
                    <a:pt x="95" y="51"/>
                  </a:moveTo>
                  <a:lnTo>
                    <a:pt x="91" y="25"/>
                  </a:lnTo>
                  <a:lnTo>
                    <a:pt x="87" y="0"/>
                  </a:lnTo>
                  <a:lnTo>
                    <a:pt x="0" y="12"/>
                  </a:lnTo>
                  <a:lnTo>
                    <a:pt x="4" y="37"/>
                  </a:lnTo>
                  <a:lnTo>
                    <a:pt x="8" y="63"/>
                  </a:lnTo>
                  <a:lnTo>
                    <a:pt x="9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69" name=""/>
            <p:cNvSpPr/>
            <p:nvPr/>
          </p:nvSpPr>
          <p:spPr>
            <a:xfrm rot="0">
              <a:off x="1395" y="2911"/>
              <a:ext cx="2" cy="9"/>
            </a:xfrm>
            <a:custGeom>
              <a:avLst/>
              <a:ahLst/>
              <a:rect l="0" t="0" r="r" b="b"/>
              <a:pathLst>
                <a:path w="6" h="25">
                  <a:moveTo>
                    <a:pt x="6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70" name=""/>
            <p:cNvSpPr/>
            <p:nvPr/>
          </p:nvSpPr>
          <p:spPr>
            <a:xfrm rot="0" flipH="1">
              <a:off x="1395" y="29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71" name=""/>
            <p:cNvSpPr/>
            <p:nvPr/>
          </p:nvSpPr>
          <p:spPr>
            <a:xfrm rot="0">
              <a:off x="1366" y="2911"/>
              <a:ext cx="33" cy="24"/>
            </a:xfrm>
            <a:custGeom>
              <a:avLst/>
              <a:ahLst/>
              <a:rect l="0" t="0" r="r" b="b"/>
              <a:pathLst>
                <a:path w="98" h="70">
                  <a:moveTo>
                    <a:pt x="98" y="51"/>
                  </a:moveTo>
                  <a:lnTo>
                    <a:pt x="92" y="25"/>
                  </a:lnTo>
                  <a:lnTo>
                    <a:pt x="86" y="0"/>
                  </a:lnTo>
                  <a:lnTo>
                    <a:pt x="0" y="19"/>
                  </a:lnTo>
                  <a:lnTo>
                    <a:pt x="6" y="45"/>
                  </a:lnTo>
                  <a:lnTo>
                    <a:pt x="13" y="70"/>
                  </a:lnTo>
                  <a:lnTo>
                    <a:pt x="98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72" name=""/>
            <p:cNvSpPr/>
            <p:nvPr/>
          </p:nvSpPr>
          <p:spPr>
            <a:xfrm rot="0">
              <a:off x="1366" y="2911"/>
              <a:ext cx="33" cy="24"/>
            </a:xfrm>
            <a:custGeom>
              <a:avLst/>
              <a:ahLst/>
              <a:rect l="0" t="0" r="r" b="b"/>
              <a:pathLst>
                <a:path w="98" h="70">
                  <a:moveTo>
                    <a:pt x="98" y="51"/>
                  </a:moveTo>
                  <a:lnTo>
                    <a:pt x="92" y="25"/>
                  </a:lnTo>
                  <a:lnTo>
                    <a:pt x="86" y="0"/>
                  </a:lnTo>
                  <a:lnTo>
                    <a:pt x="0" y="19"/>
                  </a:lnTo>
                  <a:lnTo>
                    <a:pt x="6" y="45"/>
                  </a:lnTo>
                  <a:lnTo>
                    <a:pt x="13" y="70"/>
                  </a:lnTo>
                  <a:lnTo>
                    <a:pt x="98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73" name=""/>
            <p:cNvSpPr/>
            <p:nvPr/>
          </p:nvSpPr>
          <p:spPr>
            <a:xfrm rot="0">
              <a:off x="1365" y="2918"/>
              <a:ext cx="3" cy="8"/>
            </a:xfrm>
            <a:custGeom>
              <a:avLst/>
              <a:ahLst/>
              <a:rect l="0" t="0" r="r" b="b"/>
              <a:pathLst>
                <a:path w="8" h="26">
                  <a:moveTo>
                    <a:pt x="8" y="26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8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74" name=""/>
            <p:cNvSpPr/>
            <p:nvPr/>
          </p:nvSpPr>
          <p:spPr>
            <a:xfrm rot="0" flipH="1">
              <a:off x="1365" y="29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75" name=""/>
            <p:cNvSpPr/>
            <p:nvPr/>
          </p:nvSpPr>
          <p:spPr>
            <a:xfrm rot="0">
              <a:off x="1338" y="2918"/>
              <a:ext cx="33" cy="26"/>
            </a:xfrm>
            <a:custGeom>
              <a:avLst/>
              <a:ahLst/>
              <a:rect l="0" t="0" r="r" b="b"/>
              <a:pathLst>
                <a:path w="99" h="78">
                  <a:moveTo>
                    <a:pt x="99" y="49"/>
                  </a:moveTo>
                  <a:lnTo>
                    <a:pt x="90" y="25"/>
                  </a:lnTo>
                  <a:lnTo>
                    <a:pt x="82" y="0"/>
                  </a:lnTo>
                  <a:lnTo>
                    <a:pt x="0" y="29"/>
                  </a:lnTo>
                  <a:lnTo>
                    <a:pt x="8" y="54"/>
                  </a:lnTo>
                  <a:lnTo>
                    <a:pt x="16" y="78"/>
                  </a:lnTo>
                  <a:lnTo>
                    <a:pt x="9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76" name=""/>
            <p:cNvSpPr/>
            <p:nvPr/>
          </p:nvSpPr>
          <p:spPr>
            <a:xfrm rot="0">
              <a:off x="1338" y="2918"/>
              <a:ext cx="33" cy="26"/>
            </a:xfrm>
            <a:custGeom>
              <a:avLst/>
              <a:ahLst/>
              <a:rect l="0" t="0" r="r" b="b"/>
              <a:pathLst>
                <a:path w="99" h="78">
                  <a:moveTo>
                    <a:pt x="99" y="49"/>
                  </a:moveTo>
                  <a:lnTo>
                    <a:pt x="90" y="25"/>
                  </a:lnTo>
                  <a:lnTo>
                    <a:pt x="82" y="0"/>
                  </a:lnTo>
                  <a:lnTo>
                    <a:pt x="0" y="29"/>
                  </a:lnTo>
                  <a:lnTo>
                    <a:pt x="8" y="54"/>
                  </a:lnTo>
                  <a:lnTo>
                    <a:pt x="16" y="78"/>
                  </a:lnTo>
                  <a:lnTo>
                    <a:pt x="99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77" name=""/>
            <p:cNvSpPr/>
            <p:nvPr/>
          </p:nvSpPr>
          <p:spPr>
            <a:xfrm rot="0">
              <a:off x="1337" y="2928"/>
              <a:ext cx="4" cy="8"/>
            </a:xfrm>
            <a:custGeom>
              <a:avLst/>
              <a:ahLst/>
              <a:rect l="0" t="0" r="r" b="b"/>
              <a:pathLst>
                <a:path w="10" h="25">
                  <a:moveTo>
                    <a:pt x="10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78" name=""/>
            <p:cNvSpPr/>
            <p:nvPr/>
          </p:nvSpPr>
          <p:spPr>
            <a:xfrm rot="0" flipH="1">
              <a:off x="1337" y="2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79" name=""/>
            <p:cNvSpPr/>
            <p:nvPr/>
          </p:nvSpPr>
          <p:spPr>
            <a:xfrm rot="0">
              <a:off x="1311" y="2928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100" y="47"/>
                  </a:moveTo>
                  <a:lnTo>
                    <a:pt x="90" y="24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10" y="58"/>
                  </a:lnTo>
                  <a:lnTo>
                    <a:pt x="20" y="82"/>
                  </a:lnTo>
                  <a:lnTo>
                    <a:pt x="10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80" name=""/>
            <p:cNvSpPr/>
            <p:nvPr/>
          </p:nvSpPr>
          <p:spPr>
            <a:xfrm rot="0">
              <a:off x="1311" y="2928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100" y="47"/>
                  </a:moveTo>
                  <a:lnTo>
                    <a:pt x="90" y="24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10" y="58"/>
                  </a:lnTo>
                  <a:lnTo>
                    <a:pt x="20" y="82"/>
                  </a:lnTo>
                  <a:lnTo>
                    <a:pt x="100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81" name=""/>
            <p:cNvSpPr/>
            <p:nvPr/>
          </p:nvSpPr>
          <p:spPr>
            <a:xfrm rot="0">
              <a:off x="1310" y="2940"/>
              <a:ext cx="4" cy="7"/>
            </a:xfrm>
            <a:custGeom>
              <a:avLst/>
              <a:ahLst/>
              <a:rect l="0" t="0" r="r" b="b"/>
              <a:pathLst>
                <a:path w="12" h="23">
                  <a:moveTo>
                    <a:pt x="12" y="2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82" name=""/>
            <p:cNvSpPr/>
            <p:nvPr/>
          </p:nvSpPr>
          <p:spPr>
            <a:xfrm rot="0" flipH="1">
              <a:off x="1310" y="2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83" name=""/>
            <p:cNvSpPr/>
            <p:nvPr/>
          </p:nvSpPr>
          <p:spPr>
            <a:xfrm rot="0">
              <a:off x="1284" y="2940"/>
              <a:ext cx="34" cy="29"/>
            </a:xfrm>
            <a:custGeom>
              <a:avLst/>
              <a:ahLst/>
              <a:rect l="0" t="0" r="r" b="b"/>
              <a:pathLst>
                <a:path w="101" h="88">
                  <a:moveTo>
                    <a:pt x="101" y="45"/>
                  </a:moveTo>
                  <a:lnTo>
                    <a:pt x="89" y="22"/>
                  </a:lnTo>
                  <a:lnTo>
                    <a:pt x="77" y="0"/>
                  </a:lnTo>
                  <a:lnTo>
                    <a:pt x="0" y="43"/>
                  </a:lnTo>
                  <a:lnTo>
                    <a:pt x="12" y="65"/>
                  </a:lnTo>
                  <a:lnTo>
                    <a:pt x="25" y="88"/>
                  </a:lnTo>
                  <a:lnTo>
                    <a:pt x="10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84" name=""/>
            <p:cNvSpPr/>
            <p:nvPr/>
          </p:nvSpPr>
          <p:spPr>
            <a:xfrm rot="0">
              <a:off x="1284" y="2940"/>
              <a:ext cx="34" cy="29"/>
            </a:xfrm>
            <a:custGeom>
              <a:avLst/>
              <a:ahLst/>
              <a:rect l="0" t="0" r="r" b="b"/>
              <a:pathLst>
                <a:path w="101" h="88">
                  <a:moveTo>
                    <a:pt x="101" y="45"/>
                  </a:moveTo>
                  <a:lnTo>
                    <a:pt x="89" y="22"/>
                  </a:lnTo>
                  <a:lnTo>
                    <a:pt x="77" y="0"/>
                  </a:lnTo>
                  <a:lnTo>
                    <a:pt x="0" y="43"/>
                  </a:lnTo>
                  <a:lnTo>
                    <a:pt x="12" y="65"/>
                  </a:lnTo>
                  <a:lnTo>
                    <a:pt x="25" y="88"/>
                  </a:lnTo>
                  <a:lnTo>
                    <a:pt x="101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85" name=""/>
            <p:cNvSpPr/>
            <p:nvPr/>
          </p:nvSpPr>
          <p:spPr>
            <a:xfrm rot="0">
              <a:off x="1284" y="2954"/>
              <a:ext cx="4" cy="8"/>
            </a:xfrm>
            <a:custGeom>
              <a:avLst/>
              <a:ahLst/>
              <a:rect l="0" t="0" r="r" b="b"/>
              <a:pathLst>
                <a:path w="14" h="22">
                  <a:moveTo>
                    <a:pt x="14" y="2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86" name=""/>
            <p:cNvSpPr/>
            <p:nvPr/>
          </p:nvSpPr>
          <p:spPr>
            <a:xfrm rot="0" flipH="1">
              <a:off x="1284" y="2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87" name=""/>
            <p:cNvSpPr/>
            <p:nvPr/>
          </p:nvSpPr>
          <p:spPr>
            <a:xfrm rot="0">
              <a:off x="1260" y="2955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101" y="43"/>
                  </a:moveTo>
                  <a:lnTo>
                    <a:pt x="86" y="21"/>
                  </a:lnTo>
                  <a:lnTo>
                    <a:pt x="72" y="0"/>
                  </a:lnTo>
                  <a:lnTo>
                    <a:pt x="0" y="50"/>
                  </a:lnTo>
                  <a:lnTo>
                    <a:pt x="14" y="71"/>
                  </a:lnTo>
                  <a:lnTo>
                    <a:pt x="28" y="93"/>
                  </a:lnTo>
                  <a:lnTo>
                    <a:pt x="101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88" name=""/>
            <p:cNvSpPr/>
            <p:nvPr/>
          </p:nvSpPr>
          <p:spPr>
            <a:xfrm rot="0">
              <a:off x="1260" y="2955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101" y="43"/>
                  </a:moveTo>
                  <a:lnTo>
                    <a:pt x="86" y="21"/>
                  </a:lnTo>
                  <a:lnTo>
                    <a:pt x="72" y="0"/>
                  </a:lnTo>
                  <a:lnTo>
                    <a:pt x="0" y="50"/>
                  </a:lnTo>
                  <a:lnTo>
                    <a:pt x="14" y="71"/>
                  </a:lnTo>
                  <a:lnTo>
                    <a:pt x="28" y="93"/>
                  </a:lnTo>
                  <a:lnTo>
                    <a:pt x="101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89" name=""/>
            <p:cNvSpPr/>
            <p:nvPr/>
          </p:nvSpPr>
          <p:spPr>
            <a:xfrm rot="0">
              <a:off x="1259" y="2971"/>
              <a:ext cx="5" cy="7"/>
            </a:xfrm>
            <a:custGeom>
              <a:avLst/>
              <a:ahLst/>
              <a:rect l="0" t="0" r="r" b="b"/>
              <a:pathLst>
                <a:path w="16" h="21">
                  <a:moveTo>
                    <a:pt x="16" y="2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90" name=""/>
            <p:cNvSpPr/>
            <p:nvPr/>
          </p:nvSpPr>
          <p:spPr>
            <a:xfrm rot="0" flipH="1">
              <a:off x="1259" y="2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91" name=""/>
            <p:cNvSpPr/>
            <p:nvPr/>
          </p:nvSpPr>
          <p:spPr>
            <a:xfrm rot="0">
              <a:off x="1236" y="2972"/>
              <a:ext cx="34" cy="32"/>
            </a:xfrm>
            <a:custGeom>
              <a:avLst/>
              <a:ahLst/>
              <a:rect l="0" t="0" r="r" b="b"/>
              <a:pathLst>
                <a:path w="100" h="96">
                  <a:moveTo>
                    <a:pt x="100" y="41"/>
                  </a:moveTo>
                  <a:lnTo>
                    <a:pt x="84" y="20"/>
                  </a:lnTo>
                  <a:lnTo>
                    <a:pt x="68" y="0"/>
                  </a:lnTo>
                  <a:lnTo>
                    <a:pt x="0" y="55"/>
                  </a:lnTo>
                  <a:lnTo>
                    <a:pt x="17" y="75"/>
                  </a:lnTo>
                  <a:lnTo>
                    <a:pt x="33" y="96"/>
                  </a:lnTo>
                  <a:lnTo>
                    <a:pt x="10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92" name=""/>
            <p:cNvSpPr/>
            <p:nvPr/>
          </p:nvSpPr>
          <p:spPr>
            <a:xfrm rot="0">
              <a:off x="1236" y="2972"/>
              <a:ext cx="34" cy="32"/>
            </a:xfrm>
            <a:custGeom>
              <a:avLst/>
              <a:ahLst/>
              <a:rect l="0" t="0" r="r" b="b"/>
              <a:pathLst>
                <a:path w="100" h="96">
                  <a:moveTo>
                    <a:pt x="100" y="41"/>
                  </a:moveTo>
                  <a:lnTo>
                    <a:pt x="84" y="20"/>
                  </a:lnTo>
                  <a:lnTo>
                    <a:pt x="68" y="0"/>
                  </a:lnTo>
                  <a:lnTo>
                    <a:pt x="0" y="55"/>
                  </a:lnTo>
                  <a:lnTo>
                    <a:pt x="17" y="75"/>
                  </a:lnTo>
                  <a:lnTo>
                    <a:pt x="33" y="96"/>
                  </a:lnTo>
                  <a:lnTo>
                    <a:pt x="10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93" name=""/>
            <p:cNvSpPr/>
            <p:nvPr/>
          </p:nvSpPr>
          <p:spPr>
            <a:xfrm rot="0">
              <a:off x="1236" y="2990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19" y="2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9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94" name=""/>
            <p:cNvSpPr/>
            <p:nvPr/>
          </p:nvSpPr>
          <p:spPr>
            <a:xfrm rot="0" flipH="1">
              <a:off x="1236" y="29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95" name=""/>
            <p:cNvSpPr/>
            <p:nvPr/>
          </p:nvSpPr>
          <p:spPr>
            <a:xfrm rot="0">
              <a:off x="1215" y="2991"/>
              <a:ext cx="33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98" y="37"/>
                  </a:moveTo>
                  <a:lnTo>
                    <a:pt x="80" y="18"/>
                  </a:lnTo>
                  <a:lnTo>
                    <a:pt x="61" y="0"/>
                  </a:lnTo>
                  <a:lnTo>
                    <a:pt x="0" y="62"/>
                  </a:lnTo>
                  <a:lnTo>
                    <a:pt x="18" y="81"/>
                  </a:lnTo>
                  <a:lnTo>
                    <a:pt x="37" y="99"/>
                  </a:lnTo>
                  <a:lnTo>
                    <a:pt x="98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96" name=""/>
            <p:cNvSpPr/>
            <p:nvPr/>
          </p:nvSpPr>
          <p:spPr>
            <a:xfrm rot="0">
              <a:off x="1215" y="2991"/>
              <a:ext cx="33" cy="33"/>
            </a:xfrm>
            <a:custGeom>
              <a:avLst/>
              <a:ahLst/>
              <a:rect l="0" t="0" r="r" b="b"/>
              <a:pathLst>
                <a:path w="98" h="99">
                  <a:moveTo>
                    <a:pt x="98" y="37"/>
                  </a:moveTo>
                  <a:lnTo>
                    <a:pt x="80" y="18"/>
                  </a:lnTo>
                  <a:lnTo>
                    <a:pt x="61" y="0"/>
                  </a:lnTo>
                  <a:lnTo>
                    <a:pt x="0" y="62"/>
                  </a:lnTo>
                  <a:lnTo>
                    <a:pt x="18" y="81"/>
                  </a:lnTo>
                  <a:lnTo>
                    <a:pt x="37" y="99"/>
                  </a:lnTo>
                  <a:lnTo>
                    <a:pt x="98" y="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97" name=""/>
            <p:cNvSpPr/>
            <p:nvPr/>
          </p:nvSpPr>
          <p:spPr>
            <a:xfrm rot="0">
              <a:off x="1215" y="3011"/>
              <a:ext cx="6" cy="7"/>
            </a:xfrm>
            <a:custGeom>
              <a:avLst/>
              <a:ahLst/>
              <a:rect l="0" t="0" r="r" b="b"/>
              <a:pathLst>
                <a:path w="20" h="19">
                  <a:moveTo>
                    <a:pt x="20" y="19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198" name=""/>
            <p:cNvSpPr/>
            <p:nvPr/>
          </p:nvSpPr>
          <p:spPr>
            <a:xfrm rot="0" flipH="1">
              <a:off x="1215" y="30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199" name=""/>
            <p:cNvSpPr/>
            <p:nvPr/>
          </p:nvSpPr>
          <p:spPr>
            <a:xfrm rot="0">
              <a:off x="1196" y="3012"/>
              <a:ext cx="32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97" y="33"/>
                  </a:moveTo>
                  <a:lnTo>
                    <a:pt x="76" y="17"/>
                  </a:lnTo>
                  <a:lnTo>
                    <a:pt x="56" y="0"/>
                  </a:lnTo>
                  <a:lnTo>
                    <a:pt x="0" y="68"/>
                  </a:lnTo>
                  <a:lnTo>
                    <a:pt x="20" y="84"/>
                  </a:lnTo>
                  <a:lnTo>
                    <a:pt x="41" y="100"/>
                  </a:lnTo>
                  <a:lnTo>
                    <a:pt x="9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00" name=""/>
            <p:cNvSpPr/>
            <p:nvPr/>
          </p:nvSpPr>
          <p:spPr>
            <a:xfrm rot="0">
              <a:off x="1196" y="3012"/>
              <a:ext cx="32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97" y="33"/>
                  </a:moveTo>
                  <a:lnTo>
                    <a:pt x="76" y="17"/>
                  </a:lnTo>
                  <a:lnTo>
                    <a:pt x="56" y="0"/>
                  </a:lnTo>
                  <a:lnTo>
                    <a:pt x="0" y="68"/>
                  </a:lnTo>
                  <a:lnTo>
                    <a:pt x="20" y="84"/>
                  </a:lnTo>
                  <a:lnTo>
                    <a:pt x="41" y="100"/>
                  </a:lnTo>
                  <a:lnTo>
                    <a:pt x="97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01" name=""/>
            <p:cNvSpPr/>
            <p:nvPr/>
          </p:nvSpPr>
          <p:spPr>
            <a:xfrm rot="0">
              <a:off x="1196" y="3035"/>
              <a:ext cx="7" cy="5"/>
            </a:xfrm>
            <a:custGeom>
              <a:avLst/>
              <a:ahLst/>
              <a:rect l="0" t="0" r="r" b="b"/>
              <a:pathLst>
                <a:path w="21" h="16">
                  <a:moveTo>
                    <a:pt x="21" y="16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02" name=""/>
            <p:cNvSpPr/>
            <p:nvPr/>
          </p:nvSpPr>
          <p:spPr>
            <a:xfrm rot="0" flipH="1">
              <a:off x="1196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03" name=""/>
            <p:cNvSpPr/>
            <p:nvPr/>
          </p:nvSpPr>
          <p:spPr>
            <a:xfrm rot="0">
              <a:off x="1179" y="3035"/>
              <a:ext cx="31" cy="34"/>
            </a:xfrm>
            <a:custGeom>
              <a:avLst/>
              <a:ahLst/>
              <a:rect l="0" t="0" r="r" b="b"/>
              <a:pathLst>
                <a:path w="93" h="101">
                  <a:moveTo>
                    <a:pt x="93" y="28"/>
                  </a:moveTo>
                  <a:lnTo>
                    <a:pt x="71" y="14"/>
                  </a:lnTo>
                  <a:lnTo>
                    <a:pt x="50" y="0"/>
                  </a:lnTo>
                  <a:lnTo>
                    <a:pt x="0" y="72"/>
                  </a:lnTo>
                  <a:lnTo>
                    <a:pt x="21" y="87"/>
                  </a:lnTo>
                  <a:lnTo>
                    <a:pt x="43" y="101"/>
                  </a:lnTo>
                  <a:lnTo>
                    <a:pt x="9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04" name=""/>
            <p:cNvSpPr/>
            <p:nvPr/>
          </p:nvSpPr>
          <p:spPr>
            <a:xfrm rot="0">
              <a:off x="1179" y="3035"/>
              <a:ext cx="31" cy="34"/>
            </a:xfrm>
            <a:custGeom>
              <a:avLst/>
              <a:ahLst/>
              <a:rect l="0" t="0" r="r" b="b"/>
              <a:pathLst>
                <a:path w="93" h="101">
                  <a:moveTo>
                    <a:pt x="93" y="28"/>
                  </a:moveTo>
                  <a:lnTo>
                    <a:pt x="71" y="14"/>
                  </a:lnTo>
                  <a:lnTo>
                    <a:pt x="50" y="0"/>
                  </a:lnTo>
                  <a:lnTo>
                    <a:pt x="0" y="72"/>
                  </a:lnTo>
                  <a:lnTo>
                    <a:pt x="21" y="87"/>
                  </a:lnTo>
                  <a:lnTo>
                    <a:pt x="43" y="101"/>
                  </a:lnTo>
                  <a:lnTo>
                    <a:pt x="93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05" name=""/>
            <p:cNvSpPr/>
            <p:nvPr/>
          </p:nvSpPr>
          <p:spPr>
            <a:xfrm rot="0">
              <a:off x="1179" y="3059"/>
              <a:ext cx="7" cy="5"/>
            </a:xfrm>
            <a:custGeom>
              <a:avLst/>
              <a:ahLst/>
              <a:rect l="0" t="0" r="r" b="b"/>
              <a:pathLst>
                <a:path w="22" h="15">
                  <a:moveTo>
                    <a:pt x="22" y="1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2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06" name=""/>
            <p:cNvSpPr/>
            <p:nvPr/>
          </p:nvSpPr>
          <p:spPr>
            <a:xfrm rot="0" flipH="1">
              <a:off x="1179" y="30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07" name=""/>
            <p:cNvSpPr/>
            <p:nvPr/>
          </p:nvSpPr>
          <p:spPr>
            <a:xfrm rot="0">
              <a:off x="1165" y="3060"/>
              <a:ext cx="29" cy="34"/>
            </a:xfrm>
            <a:custGeom>
              <a:avLst/>
              <a:ahLst/>
              <a:rect l="0" t="0" r="r" b="b"/>
              <a:pathLst>
                <a:path w="87" h="101">
                  <a:moveTo>
                    <a:pt x="87" y="25"/>
                  </a:moveTo>
                  <a:lnTo>
                    <a:pt x="64" y="13"/>
                  </a:lnTo>
                  <a:lnTo>
                    <a:pt x="42" y="0"/>
                  </a:lnTo>
                  <a:lnTo>
                    <a:pt x="0" y="77"/>
                  </a:lnTo>
                  <a:lnTo>
                    <a:pt x="22" y="89"/>
                  </a:lnTo>
                  <a:lnTo>
                    <a:pt x="45" y="101"/>
                  </a:lnTo>
                  <a:lnTo>
                    <a:pt x="87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08" name=""/>
            <p:cNvSpPr/>
            <p:nvPr/>
          </p:nvSpPr>
          <p:spPr>
            <a:xfrm rot="0">
              <a:off x="1165" y="3060"/>
              <a:ext cx="29" cy="34"/>
            </a:xfrm>
            <a:custGeom>
              <a:avLst/>
              <a:ahLst/>
              <a:rect l="0" t="0" r="r" b="b"/>
              <a:pathLst>
                <a:path w="87" h="101">
                  <a:moveTo>
                    <a:pt x="87" y="25"/>
                  </a:moveTo>
                  <a:lnTo>
                    <a:pt x="64" y="13"/>
                  </a:lnTo>
                  <a:lnTo>
                    <a:pt x="42" y="0"/>
                  </a:lnTo>
                  <a:lnTo>
                    <a:pt x="0" y="77"/>
                  </a:lnTo>
                  <a:lnTo>
                    <a:pt x="22" y="89"/>
                  </a:lnTo>
                  <a:lnTo>
                    <a:pt x="45" y="101"/>
                  </a:lnTo>
                  <a:lnTo>
                    <a:pt x="87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09" name=""/>
            <p:cNvSpPr/>
            <p:nvPr/>
          </p:nvSpPr>
          <p:spPr>
            <a:xfrm rot="0">
              <a:off x="1164" y="3086"/>
              <a:ext cx="8" cy="4"/>
            </a:xfrm>
            <a:custGeom>
              <a:avLst/>
              <a:ahLst/>
              <a:rect l="0" t="0" r="r" b="b"/>
              <a:pathLst>
                <a:path w="23" h="12">
                  <a:moveTo>
                    <a:pt x="23" y="1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10" name=""/>
            <p:cNvSpPr/>
            <p:nvPr/>
          </p:nvSpPr>
          <p:spPr>
            <a:xfrm rot="0" flipH="1">
              <a:off x="1164" y="30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11" name=""/>
            <p:cNvSpPr/>
            <p:nvPr/>
          </p:nvSpPr>
          <p:spPr>
            <a:xfrm rot="0">
              <a:off x="1152" y="3086"/>
              <a:ext cx="28" cy="34"/>
            </a:xfrm>
            <a:custGeom>
              <a:avLst/>
              <a:ahLst/>
              <a:rect l="0" t="0" r="r" b="b"/>
              <a:pathLst>
                <a:path w="83" h="100">
                  <a:moveTo>
                    <a:pt x="83" y="20"/>
                  </a:moveTo>
                  <a:lnTo>
                    <a:pt x="59" y="10"/>
                  </a:lnTo>
                  <a:lnTo>
                    <a:pt x="36" y="0"/>
                  </a:lnTo>
                  <a:lnTo>
                    <a:pt x="0" y="80"/>
                  </a:lnTo>
                  <a:lnTo>
                    <a:pt x="24" y="90"/>
                  </a:lnTo>
                  <a:lnTo>
                    <a:pt x="47" y="100"/>
                  </a:lnTo>
                  <a:lnTo>
                    <a:pt x="83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12" name=""/>
            <p:cNvSpPr/>
            <p:nvPr/>
          </p:nvSpPr>
          <p:spPr>
            <a:xfrm rot="0">
              <a:off x="1152" y="3086"/>
              <a:ext cx="28" cy="34"/>
            </a:xfrm>
            <a:custGeom>
              <a:avLst/>
              <a:ahLst/>
              <a:rect l="0" t="0" r="r" b="b"/>
              <a:pathLst>
                <a:path w="83" h="100">
                  <a:moveTo>
                    <a:pt x="83" y="20"/>
                  </a:moveTo>
                  <a:lnTo>
                    <a:pt x="59" y="10"/>
                  </a:lnTo>
                  <a:lnTo>
                    <a:pt x="36" y="0"/>
                  </a:lnTo>
                  <a:lnTo>
                    <a:pt x="0" y="80"/>
                  </a:lnTo>
                  <a:lnTo>
                    <a:pt x="24" y="90"/>
                  </a:lnTo>
                  <a:lnTo>
                    <a:pt x="47" y="100"/>
                  </a:lnTo>
                  <a:lnTo>
                    <a:pt x="83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13" name=""/>
            <p:cNvSpPr/>
            <p:nvPr/>
          </p:nvSpPr>
          <p:spPr>
            <a:xfrm rot="0">
              <a:off x="1152" y="3113"/>
              <a:ext cx="8" cy="3"/>
            </a:xfrm>
            <a:custGeom>
              <a:avLst/>
              <a:ahLst/>
              <a:rect l="0" t="0" r="r" b="b"/>
              <a:pathLst>
                <a:path w="25" h="10">
                  <a:moveTo>
                    <a:pt x="25" y="10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14" name=""/>
            <p:cNvSpPr/>
            <p:nvPr/>
          </p:nvSpPr>
          <p:spPr>
            <a:xfrm rot="0" flipH="1">
              <a:off x="1152" y="31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15" name=""/>
            <p:cNvSpPr/>
            <p:nvPr/>
          </p:nvSpPr>
          <p:spPr>
            <a:xfrm rot="0">
              <a:off x="1143" y="3114"/>
              <a:ext cx="25" cy="33"/>
            </a:xfrm>
            <a:custGeom>
              <a:avLst/>
              <a:ahLst/>
              <a:rect l="0" t="0" r="r" b="b"/>
              <a:pathLst>
                <a:path w="77" h="100">
                  <a:moveTo>
                    <a:pt x="77" y="16"/>
                  </a:moveTo>
                  <a:lnTo>
                    <a:pt x="53" y="8"/>
                  </a:lnTo>
                  <a:lnTo>
                    <a:pt x="28" y="0"/>
                  </a:lnTo>
                  <a:lnTo>
                    <a:pt x="0" y="83"/>
                  </a:lnTo>
                  <a:lnTo>
                    <a:pt x="25" y="92"/>
                  </a:lnTo>
                  <a:lnTo>
                    <a:pt x="49" y="100"/>
                  </a:lnTo>
                  <a:lnTo>
                    <a:pt x="77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16" name=""/>
            <p:cNvSpPr/>
            <p:nvPr/>
          </p:nvSpPr>
          <p:spPr>
            <a:xfrm rot="0">
              <a:off x="1143" y="3114"/>
              <a:ext cx="25" cy="33"/>
            </a:xfrm>
            <a:custGeom>
              <a:avLst/>
              <a:ahLst/>
              <a:rect l="0" t="0" r="r" b="b"/>
              <a:pathLst>
                <a:path w="77" h="100">
                  <a:moveTo>
                    <a:pt x="77" y="16"/>
                  </a:moveTo>
                  <a:lnTo>
                    <a:pt x="53" y="8"/>
                  </a:lnTo>
                  <a:lnTo>
                    <a:pt x="28" y="0"/>
                  </a:lnTo>
                  <a:lnTo>
                    <a:pt x="0" y="83"/>
                  </a:lnTo>
                  <a:lnTo>
                    <a:pt x="25" y="92"/>
                  </a:lnTo>
                  <a:lnTo>
                    <a:pt x="49" y="100"/>
                  </a:lnTo>
                  <a:lnTo>
                    <a:pt x="77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17" name=""/>
            <p:cNvSpPr/>
            <p:nvPr/>
          </p:nvSpPr>
          <p:spPr>
            <a:xfrm rot="0">
              <a:off x="1142" y="3141"/>
              <a:ext cx="9" cy="3"/>
            </a:xfrm>
            <a:custGeom>
              <a:avLst/>
              <a:ahLst/>
              <a:rect l="0" t="0" r="r" b="b"/>
              <a:pathLst>
                <a:path w="26" h="9">
                  <a:moveTo>
                    <a:pt x="26" y="9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2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18" name=""/>
            <p:cNvSpPr/>
            <p:nvPr/>
          </p:nvSpPr>
          <p:spPr>
            <a:xfrm rot="0" flipH="1">
              <a:off x="1142" y="31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19" name=""/>
            <p:cNvSpPr/>
            <p:nvPr/>
          </p:nvSpPr>
          <p:spPr>
            <a:xfrm rot="0">
              <a:off x="1136" y="3142"/>
              <a:ext cx="23" cy="33"/>
            </a:xfrm>
            <a:custGeom>
              <a:avLst/>
              <a:ahLst/>
              <a:rect l="0" t="0" r="r" b="b"/>
              <a:pathLst>
                <a:path w="71" h="97">
                  <a:moveTo>
                    <a:pt x="71" y="12"/>
                  </a:moveTo>
                  <a:lnTo>
                    <a:pt x="46" y="6"/>
                  </a:lnTo>
                  <a:lnTo>
                    <a:pt x="20" y="0"/>
                  </a:lnTo>
                  <a:lnTo>
                    <a:pt x="0" y="84"/>
                  </a:lnTo>
                  <a:lnTo>
                    <a:pt x="26" y="90"/>
                  </a:lnTo>
                  <a:lnTo>
                    <a:pt x="51" y="97"/>
                  </a:lnTo>
                  <a:lnTo>
                    <a:pt x="7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20" name=""/>
            <p:cNvSpPr/>
            <p:nvPr/>
          </p:nvSpPr>
          <p:spPr>
            <a:xfrm rot="0">
              <a:off x="1136" y="3142"/>
              <a:ext cx="23" cy="33"/>
            </a:xfrm>
            <a:custGeom>
              <a:avLst/>
              <a:ahLst/>
              <a:rect l="0" t="0" r="r" b="b"/>
              <a:pathLst>
                <a:path w="71" h="97">
                  <a:moveTo>
                    <a:pt x="71" y="12"/>
                  </a:moveTo>
                  <a:lnTo>
                    <a:pt x="46" y="6"/>
                  </a:lnTo>
                  <a:lnTo>
                    <a:pt x="20" y="0"/>
                  </a:lnTo>
                  <a:lnTo>
                    <a:pt x="0" y="84"/>
                  </a:lnTo>
                  <a:lnTo>
                    <a:pt x="26" y="90"/>
                  </a:lnTo>
                  <a:lnTo>
                    <a:pt x="51" y="97"/>
                  </a:lnTo>
                  <a:lnTo>
                    <a:pt x="71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21" name=""/>
            <p:cNvSpPr/>
            <p:nvPr/>
          </p:nvSpPr>
          <p:spPr>
            <a:xfrm rot="0">
              <a:off x="1136" y="3170"/>
              <a:ext cx="8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22" name=""/>
            <p:cNvSpPr/>
            <p:nvPr/>
          </p:nvSpPr>
          <p:spPr>
            <a:xfrm rot="0">
              <a:off x="1136" y="31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23" name=""/>
            <p:cNvSpPr/>
            <p:nvPr/>
          </p:nvSpPr>
          <p:spPr>
            <a:xfrm rot="0">
              <a:off x="1132" y="3171"/>
              <a:ext cx="21" cy="32"/>
            </a:xfrm>
            <a:custGeom>
              <a:avLst/>
              <a:ahLst/>
              <a:rect l="0" t="0" r="r" b="b"/>
              <a:pathLst>
                <a:path w="63" h="95">
                  <a:moveTo>
                    <a:pt x="63" y="9"/>
                  </a:moveTo>
                  <a:lnTo>
                    <a:pt x="38" y="4"/>
                  </a:lnTo>
                  <a:lnTo>
                    <a:pt x="12" y="0"/>
                  </a:lnTo>
                  <a:lnTo>
                    <a:pt x="0" y="87"/>
                  </a:lnTo>
                  <a:lnTo>
                    <a:pt x="25" y="91"/>
                  </a:lnTo>
                  <a:lnTo>
                    <a:pt x="51" y="95"/>
                  </a:lnTo>
                  <a:lnTo>
                    <a:pt x="6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24" name=""/>
            <p:cNvSpPr/>
            <p:nvPr/>
          </p:nvSpPr>
          <p:spPr>
            <a:xfrm rot="0">
              <a:off x="1132" y="3171"/>
              <a:ext cx="21" cy="32"/>
            </a:xfrm>
            <a:custGeom>
              <a:avLst/>
              <a:ahLst/>
              <a:rect l="0" t="0" r="r" b="b"/>
              <a:pathLst>
                <a:path w="63" h="95">
                  <a:moveTo>
                    <a:pt x="63" y="9"/>
                  </a:moveTo>
                  <a:lnTo>
                    <a:pt x="38" y="4"/>
                  </a:lnTo>
                  <a:lnTo>
                    <a:pt x="12" y="0"/>
                  </a:lnTo>
                  <a:lnTo>
                    <a:pt x="0" y="87"/>
                  </a:lnTo>
                  <a:lnTo>
                    <a:pt x="25" y="91"/>
                  </a:lnTo>
                  <a:lnTo>
                    <a:pt x="51" y="95"/>
                  </a:lnTo>
                  <a:lnTo>
                    <a:pt x="63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25" name=""/>
            <p:cNvSpPr/>
            <p:nvPr/>
          </p:nvSpPr>
          <p:spPr>
            <a:xfrm rot="0">
              <a:off x="1132" y="3200"/>
              <a:ext cx="8" cy="1"/>
            </a:xfrm>
            <a:custGeom>
              <a:avLst/>
              <a:ahLst/>
              <a:rect l="0" t="0" r="r" b="b"/>
              <a:pathLst>
                <a:path w="25" h="4">
                  <a:moveTo>
                    <a:pt x="25" y="4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26" name=""/>
            <p:cNvSpPr/>
            <p:nvPr/>
          </p:nvSpPr>
          <p:spPr>
            <a:xfrm rot="0">
              <a:off x="1132" y="32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27" name=""/>
            <p:cNvSpPr/>
            <p:nvPr/>
          </p:nvSpPr>
          <p:spPr>
            <a:xfrm rot="0">
              <a:off x="1130" y="3201"/>
              <a:ext cx="19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55" y="2"/>
                  </a:moveTo>
                  <a:lnTo>
                    <a:pt x="29" y="1"/>
                  </a:lnTo>
                  <a:lnTo>
                    <a:pt x="4" y="0"/>
                  </a:lnTo>
                  <a:lnTo>
                    <a:pt x="0" y="88"/>
                  </a:lnTo>
                  <a:lnTo>
                    <a:pt x="25" y="89"/>
                  </a:lnTo>
                  <a:lnTo>
                    <a:pt x="51" y="90"/>
                  </a:lnTo>
                  <a:lnTo>
                    <a:pt x="5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28" name=""/>
            <p:cNvSpPr/>
            <p:nvPr/>
          </p:nvSpPr>
          <p:spPr>
            <a:xfrm rot="0">
              <a:off x="1130" y="3201"/>
              <a:ext cx="19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55" y="2"/>
                  </a:moveTo>
                  <a:lnTo>
                    <a:pt x="29" y="1"/>
                  </a:lnTo>
                  <a:lnTo>
                    <a:pt x="4" y="0"/>
                  </a:lnTo>
                  <a:lnTo>
                    <a:pt x="0" y="88"/>
                  </a:lnTo>
                  <a:lnTo>
                    <a:pt x="25" y="89"/>
                  </a:lnTo>
                  <a:lnTo>
                    <a:pt x="51" y="90"/>
                  </a:lnTo>
                  <a:lnTo>
                    <a:pt x="5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29" name=""/>
            <p:cNvSpPr/>
            <p:nvPr/>
          </p:nvSpPr>
          <p:spPr>
            <a:xfrm rot="0">
              <a:off x="1130" y="3230"/>
              <a:ext cx="9" cy="1"/>
            </a:xfrm>
            <a:custGeom>
              <a:avLst/>
              <a:ahLst/>
              <a:rect l="0" t="0" r="r" b="b"/>
              <a:pathLst>
                <a:path w="25" h="2">
                  <a:moveTo>
                    <a:pt x="25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30" name=""/>
            <p:cNvSpPr/>
            <p:nvPr/>
          </p:nvSpPr>
          <p:spPr>
            <a:xfrm rot="0">
              <a:off x="1130" y="32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31" name=""/>
            <p:cNvSpPr/>
            <p:nvPr/>
          </p:nvSpPr>
          <p:spPr>
            <a:xfrm rot="0">
              <a:off x="1130" y="3230"/>
              <a:ext cx="19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51" y="0"/>
                  </a:moveTo>
                  <a:lnTo>
                    <a:pt x="25" y="1"/>
                  </a:lnTo>
                  <a:lnTo>
                    <a:pt x="0" y="2"/>
                  </a:lnTo>
                  <a:lnTo>
                    <a:pt x="4" y="90"/>
                  </a:lnTo>
                  <a:lnTo>
                    <a:pt x="29" y="89"/>
                  </a:lnTo>
                  <a:lnTo>
                    <a:pt x="55" y="88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32" name=""/>
            <p:cNvSpPr/>
            <p:nvPr/>
          </p:nvSpPr>
          <p:spPr>
            <a:xfrm rot="0">
              <a:off x="1130" y="3230"/>
              <a:ext cx="19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51" y="0"/>
                  </a:moveTo>
                  <a:lnTo>
                    <a:pt x="25" y="1"/>
                  </a:lnTo>
                  <a:lnTo>
                    <a:pt x="0" y="2"/>
                  </a:lnTo>
                  <a:lnTo>
                    <a:pt x="4" y="90"/>
                  </a:lnTo>
                  <a:lnTo>
                    <a:pt x="29" y="89"/>
                  </a:lnTo>
                  <a:lnTo>
                    <a:pt x="55" y="88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33" name=""/>
            <p:cNvSpPr/>
            <p:nvPr/>
          </p:nvSpPr>
          <p:spPr>
            <a:xfrm rot="0">
              <a:off x="1132" y="3260"/>
              <a:ext cx="8" cy="1"/>
            </a:xfrm>
            <a:custGeom>
              <a:avLst/>
              <a:ahLst/>
              <a:rect l="0" t="0" r="r" b="b"/>
              <a:pathLst>
                <a:path w="25" h="4">
                  <a:moveTo>
                    <a:pt x="25" y="0"/>
                  </a:moveTo>
                  <a:lnTo>
                    <a:pt x="0" y="1"/>
                  </a:lnTo>
                  <a:lnTo>
                    <a:pt x="0" y="4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34" name=""/>
            <p:cNvSpPr/>
            <p:nvPr/>
          </p:nvSpPr>
          <p:spPr>
            <a:xfrm rot="0">
              <a:off x="1132" y="32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35" name=""/>
            <p:cNvSpPr/>
            <p:nvPr/>
          </p:nvSpPr>
          <p:spPr>
            <a:xfrm rot="0">
              <a:off x="1132" y="3259"/>
              <a:ext cx="21" cy="31"/>
            </a:xfrm>
            <a:custGeom>
              <a:avLst/>
              <a:ahLst/>
              <a:rect l="0" t="0" r="r" b="b"/>
              <a:pathLst>
                <a:path w="63" h="95">
                  <a:moveTo>
                    <a:pt x="51" y="0"/>
                  </a:moveTo>
                  <a:lnTo>
                    <a:pt x="25" y="4"/>
                  </a:lnTo>
                  <a:lnTo>
                    <a:pt x="0" y="8"/>
                  </a:lnTo>
                  <a:lnTo>
                    <a:pt x="12" y="95"/>
                  </a:lnTo>
                  <a:lnTo>
                    <a:pt x="38" y="91"/>
                  </a:lnTo>
                  <a:lnTo>
                    <a:pt x="63" y="87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36" name=""/>
            <p:cNvSpPr/>
            <p:nvPr/>
          </p:nvSpPr>
          <p:spPr>
            <a:xfrm rot="0">
              <a:off x="1132" y="3259"/>
              <a:ext cx="21" cy="31"/>
            </a:xfrm>
            <a:custGeom>
              <a:avLst/>
              <a:ahLst/>
              <a:rect l="0" t="0" r="r" b="b"/>
              <a:pathLst>
                <a:path w="63" h="95">
                  <a:moveTo>
                    <a:pt x="51" y="0"/>
                  </a:moveTo>
                  <a:lnTo>
                    <a:pt x="25" y="4"/>
                  </a:lnTo>
                  <a:lnTo>
                    <a:pt x="0" y="8"/>
                  </a:lnTo>
                  <a:lnTo>
                    <a:pt x="12" y="95"/>
                  </a:lnTo>
                  <a:lnTo>
                    <a:pt x="38" y="91"/>
                  </a:lnTo>
                  <a:lnTo>
                    <a:pt x="63" y="87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37" name=""/>
            <p:cNvSpPr/>
            <p:nvPr/>
          </p:nvSpPr>
          <p:spPr>
            <a:xfrm rot="0">
              <a:off x="1136" y="3289"/>
              <a:ext cx="8" cy="2"/>
            </a:xfrm>
            <a:custGeom>
              <a:avLst/>
              <a:ahLst/>
              <a:rect l="0" t="0" r="r" b="b"/>
              <a:pathLst>
                <a:path w="26" h="6">
                  <a:moveTo>
                    <a:pt x="26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38" name=""/>
            <p:cNvSpPr/>
            <p:nvPr/>
          </p:nvSpPr>
          <p:spPr>
            <a:xfrm rot="0">
              <a:off x="1136" y="32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39" name=""/>
            <p:cNvSpPr/>
            <p:nvPr/>
          </p:nvSpPr>
          <p:spPr>
            <a:xfrm rot="0">
              <a:off x="1136" y="3287"/>
              <a:ext cx="23" cy="32"/>
            </a:xfrm>
            <a:custGeom>
              <a:avLst/>
              <a:ahLst/>
              <a:rect l="0" t="0" r="r" b="b"/>
              <a:pathLst>
                <a:path w="71" h="97">
                  <a:moveTo>
                    <a:pt x="51" y="0"/>
                  </a:moveTo>
                  <a:lnTo>
                    <a:pt x="26" y="6"/>
                  </a:lnTo>
                  <a:lnTo>
                    <a:pt x="0" y="12"/>
                  </a:lnTo>
                  <a:lnTo>
                    <a:pt x="20" y="97"/>
                  </a:lnTo>
                  <a:lnTo>
                    <a:pt x="46" y="91"/>
                  </a:lnTo>
                  <a:lnTo>
                    <a:pt x="71" y="84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40" name=""/>
            <p:cNvSpPr/>
            <p:nvPr/>
          </p:nvSpPr>
          <p:spPr>
            <a:xfrm rot="0">
              <a:off x="1136" y="3287"/>
              <a:ext cx="23" cy="32"/>
            </a:xfrm>
            <a:custGeom>
              <a:avLst/>
              <a:ahLst/>
              <a:rect l="0" t="0" r="r" b="b"/>
              <a:pathLst>
                <a:path w="71" h="97">
                  <a:moveTo>
                    <a:pt x="51" y="0"/>
                  </a:moveTo>
                  <a:lnTo>
                    <a:pt x="26" y="6"/>
                  </a:lnTo>
                  <a:lnTo>
                    <a:pt x="0" y="12"/>
                  </a:lnTo>
                  <a:lnTo>
                    <a:pt x="20" y="97"/>
                  </a:lnTo>
                  <a:lnTo>
                    <a:pt x="46" y="91"/>
                  </a:lnTo>
                  <a:lnTo>
                    <a:pt x="71" y="8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41" name=""/>
            <p:cNvSpPr/>
            <p:nvPr/>
          </p:nvSpPr>
          <p:spPr>
            <a:xfrm rot="0">
              <a:off x="1142" y="3317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26" y="0"/>
                  </a:moveTo>
                  <a:lnTo>
                    <a:pt x="0" y="6"/>
                  </a:lnTo>
                  <a:lnTo>
                    <a:pt x="1" y="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42" name=""/>
            <p:cNvSpPr/>
            <p:nvPr/>
          </p:nvSpPr>
          <p:spPr>
            <a:xfrm rot="0">
              <a:off x="1142" y="33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43" name=""/>
            <p:cNvSpPr/>
            <p:nvPr/>
          </p:nvSpPr>
          <p:spPr>
            <a:xfrm rot="0">
              <a:off x="1143" y="3314"/>
              <a:ext cx="25" cy="34"/>
            </a:xfrm>
            <a:custGeom>
              <a:avLst/>
              <a:ahLst/>
              <a:rect l="0" t="0" r="r" b="b"/>
              <a:pathLst>
                <a:path w="77" h="101">
                  <a:moveTo>
                    <a:pt x="49" y="0"/>
                  </a:moveTo>
                  <a:lnTo>
                    <a:pt x="25" y="9"/>
                  </a:lnTo>
                  <a:lnTo>
                    <a:pt x="0" y="17"/>
                  </a:lnTo>
                  <a:lnTo>
                    <a:pt x="28" y="101"/>
                  </a:lnTo>
                  <a:lnTo>
                    <a:pt x="53" y="92"/>
                  </a:lnTo>
                  <a:lnTo>
                    <a:pt x="77" y="84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44" name=""/>
            <p:cNvSpPr/>
            <p:nvPr/>
          </p:nvSpPr>
          <p:spPr>
            <a:xfrm rot="0">
              <a:off x="1143" y="3314"/>
              <a:ext cx="25" cy="34"/>
            </a:xfrm>
            <a:custGeom>
              <a:avLst/>
              <a:ahLst/>
              <a:rect l="0" t="0" r="r" b="b"/>
              <a:pathLst>
                <a:path w="77" h="101">
                  <a:moveTo>
                    <a:pt x="49" y="0"/>
                  </a:moveTo>
                  <a:lnTo>
                    <a:pt x="25" y="9"/>
                  </a:lnTo>
                  <a:lnTo>
                    <a:pt x="0" y="17"/>
                  </a:lnTo>
                  <a:lnTo>
                    <a:pt x="28" y="101"/>
                  </a:lnTo>
                  <a:lnTo>
                    <a:pt x="53" y="92"/>
                  </a:lnTo>
                  <a:lnTo>
                    <a:pt x="77" y="84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45" name=""/>
            <p:cNvSpPr/>
            <p:nvPr/>
          </p:nvSpPr>
          <p:spPr>
            <a:xfrm rot="0">
              <a:off x="1152" y="3345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25" y="0"/>
                  </a:moveTo>
                  <a:lnTo>
                    <a:pt x="0" y="9"/>
                  </a:lnTo>
                  <a:lnTo>
                    <a:pt x="1" y="11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46" name=""/>
            <p:cNvSpPr/>
            <p:nvPr/>
          </p:nvSpPr>
          <p:spPr>
            <a:xfrm rot="0">
              <a:off x="1152" y="3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47" name=""/>
            <p:cNvSpPr/>
            <p:nvPr/>
          </p:nvSpPr>
          <p:spPr>
            <a:xfrm rot="0">
              <a:off x="1152" y="3342"/>
              <a:ext cx="28" cy="33"/>
            </a:xfrm>
            <a:custGeom>
              <a:avLst/>
              <a:ahLst/>
              <a:rect l="0" t="0" r="r" b="b"/>
              <a:pathLst>
                <a:path w="83" h="100">
                  <a:moveTo>
                    <a:pt x="47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36" y="100"/>
                  </a:lnTo>
                  <a:lnTo>
                    <a:pt x="59" y="90"/>
                  </a:lnTo>
                  <a:lnTo>
                    <a:pt x="83" y="80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48" name=""/>
            <p:cNvSpPr/>
            <p:nvPr/>
          </p:nvSpPr>
          <p:spPr>
            <a:xfrm rot="0">
              <a:off x="1152" y="3342"/>
              <a:ext cx="28" cy="33"/>
            </a:xfrm>
            <a:custGeom>
              <a:avLst/>
              <a:ahLst/>
              <a:rect l="0" t="0" r="r" b="b"/>
              <a:pathLst>
                <a:path w="83" h="100">
                  <a:moveTo>
                    <a:pt x="47" y="0"/>
                  </a:moveTo>
                  <a:lnTo>
                    <a:pt x="24" y="10"/>
                  </a:lnTo>
                  <a:lnTo>
                    <a:pt x="0" y="21"/>
                  </a:lnTo>
                  <a:lnTo>
                    <a:pt x="36" y="100"/>
                  </a:lnTo>
                  <a:lnTo>
                    <a:pt x="59" y="90"/>
                  </a:lnTo>
                  <a:lnTo>
                    <a:pt x="83" y="80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49" name=""/>
            <p:cNvSpPr/>
            <p:nvPr/>
          </p:nvSpPr>
          <p:spPr>
            <a:xfrm rot="0">
              <a:off x="1164" y="3372"/>
              <a:ext cx="8" cy="4"/>
            </a:xfrm>
            <a:custGeom>
              <a:avLst/>
              <a:ahLst/>
              <a:rect l="0" t="0" r="r" b="b"/>
              <a:pathLst>
                <a:path w="23" h="12">
                  <a:moveTo>
                    <a:pt x="23" y="0"/>
                  </a:moveTo>
                  <a:lnTo>
                    <a:pt x="0" y="10"/>
                  </a:lnTo>
                  <a:lnTo>
                    <a:pt x="1" y="12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50" name=""/>
            <p:cNvSpPr/>
            <p:nvPr/>
          </p:nvSpPr>
          <p:spPr>
            <a:xfrm rot="0">
              <a:off x="1164" y="33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51" name=""/>
            <p:cNvSpPr/>
            <p:nvPr/>
          </p:nvSpPr>
          <p:spPr>
            <a:xfrm rot="0">
              <a:off x="1165" y="3368"/>
              <a:ext cx="29" cy="33"/>
            </a:xfrm>
            <a:custGeom>
              <a:avLst/>
              <a:ahLst/>
              <a:rect l="0" t="0" r="r" b="b"/>
              <a:pathLst>
                <a:path w="87" h="101">
                  <a:moveTo>
                    <a:pt x="45" y="0"/>
                  </a:moveTo>
                  <a:lnTo>
                    <a:pt x="22" y="12"/>
                  </a:lnTo>
                  <a:lnTo>
                    <a:pt x="0" y="24"/>
                  </a:lnTo>
                  <a:lnTo>
                    <a:pt x="42" y="101"/>
                  </a:lnTo>
                  <a:lnTo>
                    <a:pt x="64" y="89"/>
                  </a:lnTo>
                  <a:lnTo>
                    <a:pt x="87" y="76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52" name=""/>
            <p:cNvSpPr/>
            <p:nvPr/>
          </p:nvSpPr>
          <p:spPr>
            <a:xfrm rot="0">
              <a:off x="1165" y="3368"/>
              <a:ext cx="29" cy="33"/>
            </a:xfrm>
            <a:custGeom>
              <a:avLst/>
              <a:ahLst/>
              <a:rect l="0" t="0" r="r" b="b"/>
              <a:pathLst>
                <a:path w="87" h="101">
                  <a:moveTo>
                    <a:pt x="45" y="0"/>
                  </a:moveTo>
                  <a:lnTo>
                    <a:pt x="22" y="12"/>
                  </a:lnTo>
                  <a:lnTo>
                    <a:pt x="0" y="24"/>
                  </a:lnTo>
                  <a:lnTo>
                    <a:pt x="42" y="101"/>
                  </a:lnTo>
                  <a:lnTo>
                    <a:pt x="64" y="89"/>
                  </a:lnTo>
                  <a:lnTo>
                    <a:pt x="87" y="76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53" name=""/>
            <p:cNvSpPr/>
            <p:nvPr/>
          </p:nvSpPr>
          <p:spPr>
            <a:xfrm rot="0">
              <a:off x="1179" y="3397"/>
              <a:ext cx="7" cy="5"/>
            </a:xfrm>
            <a:custGeom>
              <a:avLst/>
              <a:ahLst/>
              <a:rect l="0" t="0" r="r" b="b"/>
              <a:pathLst>
                <a:path w="22" h="14">
                  <a:moveTo>
                    <a:pt x="22" y="0"/>
                  </a:moveTo>
                  <a:lnTo>
                    <a:pt x="0" y="12"/>
                  </a:lnTo>
                  <a:lnTo>
                    <a:pt x="1" y="14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54" name=""/>
            <p:cNvSpPr/>
            <p:nvPr/>
          </p:nvSpPr>
          <p:spPr>
            <a:xfrm rot="0">
              <a:off x="1179" y="34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55" name=""/>
            <p:cNvSpPr/>
            <p:nvPr/>
          </p:nvSpPr>
          <p:spPr>
            <a:xfrm rot="0">
              <a:off x="1179" y="3392"/>
              <a:ext cx="31" cy="34"/>
            </a:xfrm>
            <a:custGeom>
              <a:avLst/>
              <a:ahLst/>
              <a:rect l="0" t="0" r="r" b="b"/>
              <a:pathLst>
                <a:path w="93" h="101">
                  <a:moveTo>
                    <a:pt x="43" y="0"/>
                  </a:moveTo>
                  <a:lnTo>
                    <a:pt x="21" y="15"/>
                  </a:lnTo>
                  <a:lnTo>
                    <a:pt x="0" y="29"/>
                  </a:lnTo>
                  <a:lnTo>
                    <a:pt x="50" y="101"/>
                  </a:lnTo>
                  <a:lnTo>
                    <a:pt x="71" y="87"/>
                  </a:lnTo>
                  <a:lnTo>
                    <a:pt x="93" y="73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56" name=""/>
            <p:cNvSpPr/>
            <p:nvPr/>
          </p:nvSpPr>
          <p:spPr>
            <a:xfrm rot="0">
              <a:off x="1179" y="3392"/>
              <a:ext cx="31" cy="34"/>
            </a:xfrm>
            <a:custGeom>
              <a:avLst/>
              <a:ahLst/>
              <a:rect l="0" t="0" r="r" b="b"/>
              <a:pathLst>
                <a:path w="93" h="101">
                  <a:moveTo>
                    <a:pt x="43" y="0"/>
                  </a:moveTo>
                  <a:lnTo>
                    <a:pt x="21" y="15"/>
                  </a:lnTo>
                  <a:lnTo>
                    <a:pt x="0" y="29"/>
                  </a:lnTo>
                  <a:lnTo>
                    <a:pt x="50" y="101"/>
                  </a:lnTo>
                  <a:lnTo>
                    <a:pt x="71" y="87"/>
                  </a:lnTo>
                  <a:lnTo>
                    <a:pt x="93" y="73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57" name=""/>
            <p:cNvSpPr/>
            <p:nvPr/>
          </p:nvSpPr>
          <p:spPr>
            <a:xfrm rot="0">
              <a:off x="1196" y="3421"/>
              <a:ext cx="7" cy="6"/>
            </a:xfrm>
            <a:custGeom>
              <a:avLst/>
              <a:ahLst/>
              <a:rect l="0" t="0" r="r" b="b"/>
              <a:pathLst>
                <a:path w="21" h="16">
                  <a:moveTo>
                    <a:pt x="21" y="0"/>
                  </a:moveTo>
                  <a:lnTo>
                    <a:pt x="0" y="14"/>
                  </a:lnTo>
                  <a:lnTo>
                    <a:pt x="1" y="16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58" name=""/>
            <p:cNvSpPr/>
            <p:nvPr/>
          </p:nvSpPr>
          <p:spPr>
            <a:xfrm rot="0">
              <a:off x="1196" y="34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59" name=""/>
            <p:cNvSpPr/>
            <p:nvPr/>
          </p:nvSpPr>
          <p:spPr>
            <a:xfrm rot="0">
              <a:off x="1196" y="3416"/>
              <a:ext cx="32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41" y="0"/>
                  </a:moveTo>
                  <a:lnTo>
                    <a:pt x="20" y="16"/>
                  </a:lnTo>
                  <a:lnTo>
                    <a:pt x="0" y="32"/>
                  </a:lnTo>
                  <a:lnTo>
                    <a:pt x="56" y="100"/>
                  </a:lnTo>
                  <a:lnTo>
                    <a:pt x="76" y="84"/>
                  </a:lnTo>
                  <a:lnTo>
                    <a:pt x="97" y="67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60" name=""/>
            <p:cNvSpPr/>
            <p:nvPr/>
          </p:nvSpPr>
          <p:spPr>
            <a:xfrm rot="0">
              <a:off x="1196" y="3416"/>
              <a:ext cx="32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41" y="0"/>
                  </a:moveTo>
                  <a:lnTo>
                    <a:pt x="20" y="16"/>
                  </a:lnTo>
                  <a:lnTo>
                    <a:pt x="0" y="32"/>
                  </a:lnTo>
                  <a:lnTo>
                    <a:pt x="56" y="100"/>
                  </a:lnTo>
                  <a:lnTo>
                    <a:pt x="76" y="84"/>
                  </a:lnTo>
                  <a:lnTo>
                    <a:pt x="97" y="67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61" name=""/>
            <p:cNvSpPr/>
            <p:nvPr/>
          </p:nvSpPr>
          <p:spPr>
            <a:xfrm rot="0">
              <a:off x="1215" y="3444"/>
              <a:ext cx="6" cy="6"/>
            </a:xfrm>
            <a:custGeom>
              <a:avLst/>
              <a:ahLst/>
              <a:rect l="0" t="0" r="r" b="b"/>
              <a:pathLst>
                <a:path w="20" h="18">
                  <a:moveTo>
                    <a:pt x="20" y="0"/>
                  </a:moveTo>
                  <a:lnTo>
                    <a:pt x="0" y="16"/>
                  </a:lnTo>
                  <a:lnTo>
                    <a:pt x="2" y="18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62" name=""/>
            <p:cNvSpPr/>
            <p:nvPr/>
          </p:nvSpPr>
          <p:spPr>
            <a:xfrm rot="0">
              <a:off x="1215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63" name=""/>
            <p:cNvSpPr/>
            <p:nvPr/>
          </p:nvSpPr>
          <p:spPr>
            <a:xfrm rot="0">
              <a:off x="1215" y="3438"/>
              <a:ext cx="33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61" y="98"/>
                  </a:lnTo>
                  <a:lnTo>
                    <a:pt x="80" y="80"/>
                  </a:lnTo>
                  <a:lnTo>
                    <a:pt x="98" y="61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64" name=""/>
            <p:cNvSpPr/>
            <p:nvPr/>
          </p:nvSpPr>
          <p:spPr>
            <a:xfrm rot="0">
              <a:off x="1215" y="3438"/>
              <a:ext cx="33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61" y="98"/>
                  </a:lnTo>
                  <a:lnTo>
                    <a:pt x="80" y="80"/>
                  </a:lnTo>
                  <a:lnTo>
                    <a:pt x="98" y="61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65" name=""/>
            <p:cNvSpPr/>
            <p:nvPr/>
          </p:nvSpPr>
          <p:spPr>
            <a:xfrm rot="0">
              <a:off x="1236" y="3464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19" y="0"/>
                  </a:moveTo>
                  <a:lnTo>
                    <a:pt x="0" y="18"/>
                  </a:lnTo>
                  <a:lnTo>
                    <a:pt x="2" y="20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498" name=""/>
          <p:cNvGrpSpPr/>
          <p:nvPr/>
        </p:nvGrpSpPr>
        <p:grpSpPr>
          <a:xfrm rot="0">
            <a:off x="1962150" y="4183062"/>
            <a:ext cx="1292225" cy="1463675"/>
            <a:chOff x="1236" y="2635"/>
            <a:chExt cx="814" cy="922"/>
          </a:xfrm>
        </p:grpSpPr>
        <p:sp>
          <p:nvSpPr>
            <p:cNvPr id="1087266" name=""/>
            <p:cNvSpPr/>
            <p:nvPr/>
          </p:nvSpPr>
          <p:spPr>
            <a:xfrm rot="0">
              <a:off x="1236" y="34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67" name=""/>
            <p:cNvSpPr/>
            <p:nvPr/>
          </p:nvSpPr>
          <p:spPr>
            <a:xfrm rot="0">
              <a:off x="1236" y="3457"/>
              <a:ext cx="34" cy="33"/>
            </a:xfrm>
            <a:custGeom>
              <a:avLst/>
              <a:ahLst/>
              <a:rect l="0" t="0" r="r" b="b"/>
              <a:pathLst>
                <a:path w="100" h="97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68" y="97"/>
                  </a:lnTo>
                  <a:lnTo>
                    <a:pt x="84" y="77"/>
                  </a:lnTo>
                  <a:lnTo>
                    <a:pt x="100" y="57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68" name=""/>
            <p:cNvSpPr/>
            <p:nvPr/>
          </p:nvSpPr>
          <p:spPr>
            <a:xfrm rot="0">
              <a:off x="1236" y="3457"/>
              <a:ext cx="34" cy="33"/>
            </a:xfrm>
            <a:custGeom>
              <a:avLst/>
              <a:ahLst/>
              <a:rect l="0" t="0" r="r" b="b"/>
              <a:pathLst>
                <a:path w="100" h="97">
                  <a:moveTo>
                    <a:pt x="33" y="0"/>
                  </a:moveTo>
                  <a:lnTo>
                    <a:pt x="17" y="21"/>
                  </a:lnTo>
                  <a:lnTo>
                    <a:pt x="0" y="41"/>
                  </a:lnTo>
                  <a:lnTo>
                    <a:pt x="68" y="97"/>
                  </a:lnTo>
                  <a:lnTo>
                    <a:pt x="84" y="77"/>
                  </a:lnTo>
                  <a:lnTo>
                    <a:pt x="100" y="57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69" name=""/>
            <p:cNvSpPr/>
            <p:nvPr/>
          </p:nvSpPr>
          <p:spPr>
            <a:xfrm rot="0">
              <a:off x="1259" y="3483"/>
              <a:ext cx="5" cy="7"/>
            </a:xfrm>
            <a:custGeom>
              <a:avLst/>
              <a:ahLst/>
              <a:rect l="0" t="0" r="r" b="b"/>
              <a:pathLst>
                <a:path w="16" h="21">
                  <a:moveTo>
                    <a:pt x="16" y="0"/>
                  </a:moveTo>
                  <a:lnTo>
                    <a:pt x="0" y="20"/>
                  </a:lnTo>
                  <a:lnTo>
                    <a:pt x="2" y="21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70" name=""/>
            <p:cNvSpPr/>
            <p:nvPr/>
          </p:nvSpPr>
          <p:spPr>
            <a:xfrm rot="0">
              <a:off x="1259" y="34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71" name=""/>
            <p:cNvSpPr/>
            <p:nvPr/>
          </p:nvSpPr>
          <p:spPr>
            <a:xfrm rot="0">
              <a:off x="1260" y="3476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28" y="0"/>
                  </a:moveTo>
                  <a:lnTo>
                    <a:pt x="14" y="21"/>
                  </a:lnTo>
                  <a:lnTo>
                    <a:pt x="0" y="42"/>
                  </a:lnTo>
                  <a:lnTo>
                    <a:pt x="72" y="93"/>
                  </a:lnTo>
                  <a:lnTo>
                    <a:pt x="86" y="71"/>
                  </a:lnTo>
                  <a:lnTo>
                    <a:pt x="101" y="50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72" name=""/>
            <p:cNvSpPr/>
            <p:nvPr/>
          </p:nvSpPr>
          <p:spPr>
            <a:xfrm rot="0">
              <a:off x="1260" y="3476"/>
              <a:ext cx="33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28" y="0"/>
                  </a:moveTo>
                  <a:lnTo>
                    <a:pt x="14" y="21"/>
                  </a:lnTo>
                  <a:lnTo>
                    <a:pt x="0" y="42"/>
                  </a:lnTo>
                  <a:lnTo>
                    <a:pt x="72" y="93"/>
                  </a:lnTo>
                  <a:lnTo>
                    <a:pt x="86" y="71"/>
                  </a:lnTo>
                  <a:lnTo>
                    <a:pt x="101" y="50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73" name=""/>
            <p:cNvSpPr/>
            <p:nvPr/>
          </p:nvSpPr>
          <p:spPr>
            <a:xfrm rot="0">
              <a:off x="1284" y="3500"/>
              <a:ext cx="4" cy="7"/>
            </a:xfrm>
            <a:custGeom>
              <a:avLst/>
              <a:ahLst/>
              <a:rect l="0" t="0" r="r" b="b"/>
              <a:pathLst>
                <a:path w="14" h="23">
                  <a:moveTo>
                    <a:pt x="14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74" name=""/>
            <p:cNvSpPr/>
            <p:nvPr/>
          </p:nvSpPr>
          <p:spPr>
            <a:xfrm rot="0">
              <a:off x="1284" y="35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75" name=""/>
            <p:cNvSpPr/>
            <p:nvPr/>
          </p:nvSpPr>
          <p:spPr>
            <a:xfrm rot="0">
              <a:off x="1284" y="3492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25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77" y="87"/>
                  </a:lnTo>
                  <a:lnTo>
                    <a:pt x="89" y="65"/>
                  </a:lnTo>
                  <a:lnTo>
                    <a:pt x="101" y="4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76" name=""/>
            <p:cNvSpPr/>
            <p:nvPr/>
          </p:nvSpPr>
          <p:spPr>
            <a:xfrm rot="0">
              <a:off x="1284" y="3492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25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77" y="87"/>
                  </a:lnTo>
                  <a:lnTo>
                    <a:pt x="89" y="65"/>
                  </a:lnTo>
                  <a:lnTo>
                    <a:pt x="101" y="43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77" name=""/>
            <p:cNvSpPr/>
            <p:nvPr/>
          </p:nvSpPr>
          <p:spPr>
            <a:xfrm rot="0">
              <a:off x="1310" y="3514"/>
              <a:ext cx="4" cy="8"/>
            </a:xfrm>
            <a:custGeom>
              <a:avLst/>
              <a:ahLst/>
              <a:rect l="0" t="0" r="r" b="b"/>
              <a:pathLst>
                <a:path w="12" h="23">
                  <a:moveTo>
                    <a:pt x="12" y="0"/>
                  </a:moveTo>
                  <a:lnTo>
                    <a:pt x="0" y="22"/>
                  </a:lnTo>
                  <a:lnTo>
                    <a:pt x="2" y="23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78" name=""/>
            <p:cNvSpPr/>
            <p:nvPr/>
          </p:nvSpPr>
          <p:spPr>
            <a:xfrm rot="0">
              <a:off x="1310" y="3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79" name=""/>
            <p:cNvSpPr/>
            <p:nvPr/>
          </p:nvSpPr>
          <p:spPr>
            <a:xfrm rot="0">
              <a:off x="1311" y="3506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20" y="0"/>
                  </a:moveTo>
                  <a:lnTo>
                    <a:pt x="10" y="24"/>
                  </a:lnTo>
                  <a:lnTo>
                    <a:pt x="0" y="47"/>
                  </a:lnTo>
                  <a:lnTo>
                    <a:pt x="80" y="82"/>
                  </a:lnTo>
                  <a:lnTo>
                    <a:pt x="90" y="59"/>
                  </a:lnTo>
                  <a:lnTo>
                    <a:pt x="100" y="35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80" name=""/>
            <p:cNvSpPr/>
            <p:nvPr/>
          </p:nvSpPr>
          <p:spPr>
            <a:xfrm rot="0">
              <a:off x="1311" y="3506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20" y="0"/>
                  </a:moveTo>
                  <a:lnTo>
                    <a:pt x="10" y="24"/>
                  </a:lnTo>
                  <a:lnTo>
                    <a:pt x="0" y="47"/>
                  </a:lnTo>
                  <a:lnTo>
                    <a:pt x="80" y="82"/>
                  </a:lnTo>
                  <a:lnTo>
                    <a:pt x="90" y="59"/>
                  </a:lnTo>
                  <a:lnTo>
                    <a:pt x="100" y="35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81" name=""/>
            <p:cNvSpPr/>
            <p:nvPr/>
          </p:nvSpPr>
          <p:spPr>
            <a:xfrm rot="0">
              <a:off x="1337" y="3526"/>
              <a:ext cx="4" cy="8"/>
            </a:xfrm>
            <a:custGeom>
              <a:avLst/>
              <a:ahLst/>
              <a:rect l="0" t="0" r="r" b="b"/>
              <a:pathLst>
                <a:path w="10" h="24">
                  <a:moveTo>
                    <a:pt x="10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82" name=""/>
            <p:cNvSpPr/>
            <p:nvPr/>
          </p:nvSpPr>
          <p:spPr>
            <a:xfrm rot="0">
              <a:off x="1337" y="35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83" name=""/>
            <p:cNvSpPr/>
            <p:nvPr/>
          </p:nvSpPr>
          <p:spPr>
            <a:xfrm rot="0">
              <a:off x="1338" y="3517"/>
              <a:ext cx="33" cy="26"/>
            </a:xfrm>
            <a:custGeom>
              <a:avLst/>
              <a:ahLst/>
              <a:rect l="0" t="0" r="r" b="b"/>
              <a:pathLst>
                <a:path w="99" h="77">
                  <a:moveTo>
                    <a:pt x="16" y="0"/>
                  </a:moveTo>
                  <a:lnTo>
                    <a:pt x="8" y="25"/>
                  </a:lnTo>
                  <a:lnTo>
                    <a:pt x="0" y="49"/>
                  </a:lnTo>
                  <a:lnTo>
                    <a:pt x="82" y="77"/>
                  </a:lnTo>
                  <a:lnTo>
                    <a:pt x="90" y="52"/>
                  </a:lnTo>
                  <a:lnTo>
                    <a:pt x="99" y="2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84" name=""/>
            <p:cNvSpPr/>
            <p:nvPr/>
          </p:nvSpPr>
          <p:spPr>
            <a:xfrm rot="0">
              <a:off x="1338" y="3517"/>
              <a:ext cx="33" cy="26"/>
            </a:xfrm>
            <a:custGeom>
              <a:avLst/>
              <a:ahLst/>
              <a:rect l="0" t="0" r="r" b="b"/>
              <a:pathLst>
                <a:path w="99" h="77">
                  <a:moveTo>
                    <a:pt x="16" y="0"/>
                  </a:moveTo>
                  <a:lnTo>
                    <a:pt x="8" y="25"/>
                  </a:lnTo>
                  <a:lnTo>
                    <a:pt x="0" y="49"/>
                  </a:lnTo>
                  <a:lnTo>
                    <a:pt x="82" y="77"/>
                  </a:lnTo>
                  <a:lnTo>
                    <a:pt x="90" y="52"/>
                  </a:lnTo>
                  <a:lnTo>
                    <a:pt x="99" y="28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85" name=""/>
            <p:cNvSpPr/>
            <p:nvPr/>
          </p:nvSpPr>
          <p:spPr>
            <a:xfrm rot="0">
              <a:off x="1365" y="3535"/>
              <a:ext cx="3" cy="8"/>
            </a:xfrm>
            <a:custGeom>
              <a:avLst/>
              <a:ahLst/>
              <a:rect l="0" t="0" r="r" b="b"/>
              <a:pathLst>
                <a:path w="8" h="26">
                  <a:moveTo>
                    <a:pt x="8" y="0"/>
                  </a:moveTo>
                  <a:lnTo>
                    <a:pt x="0" y="25"/>
                  </a:lnTo>
                  <a:lnTo>
                    <a:pt x="2" y="2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86" name=""/>
            <p:cNvSpPr/>
            <p:nvPr/>
          </p:nvSpPr>
          <p:spPr>
            <a:xfrm rot="0">
              <a:off x="1365" y="35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87" name=""/>
            <p:cNvSpPr/>
            <p:nvPr/>
          </p:nvSpPr>
          <p:spPr>
            <a:xfrm rot="0">
              <a:off x="1366" y="3526"/>
              <a:ext cx="33" cy="24"/>
            </a:xfrm>
            <a:custGeom>
              <a:avLst/>
              <a:ahLst/>
              <a:rect l="0" t="0" r="r" b="b"/>
              <a:pathLst>
                <a:path w="98" h="71">
                  <a:moveTo>
                    <a:pt x="13" y="0"/>
                  </a:moveTo>
                  <a:lnTo>
                    <a:pt x="6" y="25"/>
                  </a:lnTo>
                  <a:lnTo>
                    <a:pt x="0" y="51"/>
                  </a:lnTo>
                  <a:lnTo>
                    <a:pt x="86" y="71"/>
                  </a:lnTo>
                  <a:lnTo>
                    <a:pt x="92" y="46"/>
                  </a:lnTo>
                  <a:lnTo>
                    <a:pt x="98" y="20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88" name=""/>
            <p:cNvSpPr/>
            <p:nvPr/>
          </p:nvSpPr>
          <p:spPr>
            <a:xfrm rot="0">
              <a:off x="1366" y="3526"/>
              <a:ext cx="33" cy="24"/>
            </a:xfrm>
            <a:custGeom>
              <a:avLst/>
              <a:ahLst/>
              <a:rect l="0" t="0" r="r" b="b"/>
              <a:pathLst>
                <a:path w="98" h="71">
                  <a:moveTo>
                    <a:pt x="13" y="0"/>
                  </a:moveTo>
                  <a:lnTo>
                    <a:pt x="6" y="25"/>
                  </a:lnTo>
                  <a:lnTo>
                    <a:pt x="0" y="51"/>
                  </a:lnTo>
                  <a:lnTo>
                    <a:pt x="86" y="71"/>
                  </a:lnTo>
                  <a:lnTo>
                    <a:pt x="92" y="46"/>
                  </a:lnTo>
                  <a:lnTo>
                    <a:pt x="98" y="20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89" name=""/>
            <p:cNvSpPr/>
            <p:nvPr/>
          </p:nvSpPr>
          <p:spPr>
            <a:xfrm rot="0">
              <a:off x="1395" y="3542"/>
              <a:ext cx="2" cy="8"/>
            </a:xfrm>
            <a:custGeom>
              <a:avLst/>
              <a:ahLst/>
              <a:rect l="0" t="0" r="r" b="b"/>
              <a:pathLst>
                <a:path w="6" h="25">
                  <a:moveTo>
                    <a:pt x="6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90" name=""/>
            <p:cNvSpPr/>
            <p:nvPr/>
          </p:nvSpPr>
          <p:spPr>
            <a:xfrm rot="0">
              <a:off x="1395" y="35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91" name=""/>
            <p:cNvSpPr/>
            <p:nvPr/>
          </p:nvSpPr>
          <p:spPr>
            <a:xfrm rot="0">
              <a:off x="1395" y="3533"/>
              <a:ext cx="32" cy="21"/>
            </a:xfrm>
            <a:custGeom>
              <a:avLst/>
              <a:ahLst/>
              <a:rect l="0" t="0" r="r" b="b"/>
              <a:pathLst>
                <a:path w="95" h="64">
                  <a:moveTo>
                    <a:pt x="8" y="0"/>
                  </a:moveTo>
                  <a:lnTo>
                    <a:pt x="4" y="26"/>
                  </a:lnTo>
                  <a:lnTo>
                    <a:pt x="0" y="51"/>
                  </a:lnTo>
                  <a:lnTo>
                    <a:pt x="87" y="64"/>
                  </a:lnTo>
                  <a:lnTo>
                    <a:pt x="91" y="38"/>
                  </a:lnTo>
                  <a:lnTo>
                    <a:pt x="95" y="12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92" name=""/>
            <p:cNvSpPr/>
            <p:nvPr/>
          </p:nvSpPr>
          <p:spPr>
            <a:xfrm rot="0">
              <a:off x="1395" y="3533"/>
              <a:ext cx="32" cy="21"/>
            </a:xfrm>
            <a:custGeom>
              <a:avLst/>
              <a:ahLst/>
              <a:rect l="0" t="0" r="r" b="b"/>
              <a:pathLst>
                <a:path w="95" h="64">
                  <a:moveTo>
                    <a:pt x="8" y="0"/>
                  </a:moveTo>
                  <a:lnTo>
                    <a:pt x="4" y="26"/>
                  </a:lnTo>
                  <a:lnTo>
                    <a:pt x="0" y="51"/>
                  </a:lnTo>
                  <a:lnTo>
                    <a:pt x="87" y="64"/>
                  </a:lnTo>
                  <a:lnTo>
                    <a:pt x="91" y="38"/>
                  </a:lnTo>
                  <a:lnTo>
                    <a:pt x="95" y="12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93" name=""/>
            <p:cNvSpPr/>
            <p:nvPr/>
          </p:nvSpPr>
          <p:spPr>
            <a:xfrm rot="0">
              <a:off x="1424" y="3546"/>
              <a:ext cx="2" cy="8"/>
            </a:xfrm>
            <a:custGeom>
              <a:avLst/>
              <a:ahLst/>
              <a:rect l="0" t="0" r="r" b="b"/>
              <a:pathLst>
                <a:path w="4" h="26">
                  <a:moveTo>
                    <a:pt x="4" y="0"/>
                  </a:moveTo>
                  <a:lnTo>
                    <a:pt x="0" y="26"/>
                  </a:lnTo>
                  <a:lnTo>
                    <a:pt x="3" y="2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94" name=""/>
            <p:cNvSpPr/>
            <p:nvPr/>
          </p:nvSpPr>
          <p:spPr>
            <a:xfrm rot="0">
              <a:off x="1424" y="3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95" name=""/>
            <p:cNvSpPr/>
            <p:nvPr/>
          </p:nvSpPr>
          <p:spPr>
            <a:xfrm rot="0">
              <a:off x="1425" y="3537"/>
              <a:ext cx="30" cy="19"/>
            </a:xfrm>
            <a:custGeom>
              <a:avLst/>
              <a:ahLst/>
              <a:rect l="0" t="0" r="r" b="b"/>
              <a:pathLst>
                <a:path w="89" h="56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87" y="56"/>
                  </a:lnTo>
                  <a:lnTo>
                    <a:pt x="88" y="30"/>
                  </a:lnTo>
                  <a:lnTo>
                    <a:pt x="89" y="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96" name=""/>
            <p:cNvSpPr/>
            <p:nvPr/>
          </p:nvSpPr>
          <p:spPr>
            <a:xfrm rot="0">
              <a:off x="1425" y="3537"/>
              <a:ext cx="30" cy="19"/>
            </a:xfrm>
            <a:custGeom>
              <a:avLst/>
              <a:ahLst/>
              <a:rect l="0" t="0" r="r" b="b"/>
              <a:pathLst>
                <a:path w="89" h="56">
                  <a:moveTo>
                    <a:pt x="2" y="0"/>
                  </a:moveTo>
                  <a:lnTo>
                    <a:pt x="1" y="26"/>
                  </a:lnTo>
                  <a:lnTo>
                    <a:pt x="0" y="52"/>
                  </a:lnTo>
                  <a:lnTo>
                    <a:pt x="87" y="56"/>
                  </a:lnTo>
                  <a:lnTo>
                    <a:pt x="88" y="30"/>
                  </a:lnTo>
                  <a:lnTo>
                    <a:pt x="89" y="5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97" name=""/>
            <p:cNvSpPr/>
            <p:nvPr/>
          </p:nvSpPr>
          <p:spPr>
            <a:xfrm rot="0">
              <a:off x="1454" y="3547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1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298" name=""/>
            <p:cNvSpPr/>
            <p:nvPr/>
          </p:nvSpPr>
          <p:spPr>
            <a:xfrm rot="0">
              <a:off x="1454" y="35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299" name=""/>
            <p:cNvSpPr/>
            <p:nvPr/>
          </p:nvSpPr>
          <p:spPr>
            <a:xfrm rot="0">
              <a:off x="1454" y="3537"/>
              <a:ext cx="30" cy="19"/>
            </a:xfrm>
            <a:custGeom>
              <a:avLst/>
              <a:ahLst/>
              <a:rect l="0" t="0" r="r" b="b"/>
              <a:pathLst>
                <a:path w="90" h="56">
                  <a:moveTo>
                    <a:pt x="0" y="5"/>
                  </a:moveTo>
                  <a:lnTo>
                    <a:pt x="1" y="30"/>
                  </a:lnTo>
                  <a:lnTo>
                    <a:pt x="2" y="56"/>
                  </a:lnTo>
                  <a:lnTo>
                    <a:pt x="90" y="52"/>
                  </a:lnTo>
                  <a:lnTo>
                    <a:pt x="89" y="26"/>
                  </a:lnTo>
                  <a:lnTo>
                    <a:pt x="88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00" name=""/>
            <p:cNvSpPr/>
            <p:nvPr/>
          </p:nvSpPr>
          <p:spPr>
            <a:xfrm rot="0">
              <a:off x="1454" y="3537"/>
              <a:ext cx="30" cy="19"/>
            </a:xfrm>
            <a:custGeom>
              <a:avLst/>
              <a:ahLst/>
              <a:rect l="0" t="0" r="r" b="b"/>
              <a:pathLst>
                <a:path w="90" h="56">
                  <a:moveTo>
                    <a:pt x="0" y="5"/>
                  </a:moveTo>
                  <a:lnTo>
                    <a:pt x="1" y="30"/>
                  </a:lnTo>
                  <a:lnTo>
                    <a:pt x="2" y="56"/>
                  </a:lnTo>
                  <a:lnTo>
                    <a:pt x="90" y="52"/>
                  </a:lnTo>
                  <a:lnTo>
                    <a:pt x="89" y="26"/>
                  </a:lnTo>
                  <a:lnTo>
                    <a:pt x="88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01" name=""/>
            <p:cNvSpPr/>
            <p:nvPr/>
          </p:nvSpPr>
          <p:spPr>
            <a:xfrm rot="0">
              <a:off x="1484" y="3546"/>
              <a:ext cx="1" cy="8"/>
            </a:xfrm>
            <a:custGeom>
              <a:avLst/>
              <a:ahLst/>
              <a:rect l="0" t="0" r="r" b="b"/>
              <a:pathLst>
                <a:path w="4" h="26">
                  <a:moveTo>
                    <a:pt x="0" y="0"/>
                  </a:moveTo>
                  <a:lnTo>
                    <a:pt x="1" y="26"/>
                  </a:lnTo>
                  <a:lnTo>
                    <a:pt x="4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02" name=""/>
            <p:cNvSpPr/>
            <p:nvPr/>
          </p:nvSpPr>
          <p:spPr>
            <a:xfrm rot="0">
              <a:off x="1484" y="3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03" name=""/>
            <p:cNvSpPr/>
            <p:nvPr/>
          </p:nvSpPr>
          <p:spPr>
            <a:xfrm rot="0">
              <a:off x="1483" y="3533"/>
              <a:ext cx="31" cy="21"/>
            </a:xfrm>
            <a:custGeom>
              <a:avLst/>
              <a:ahLst/>
              <a:rect l="0" t="0" r="r" b="b"/>
              <a:pathLst>
                <a:path w="95" h="64">
                  <a:moveTo>
                    <a:pt x="0" y="12"/>
                  </a:moveTo>
                  <a:lnTo>
                    <a:pt x="4" y="38"/>
                  </a:lnTo>
                  <a:lnTo>
                    <a:pt x="8" y="64"/>
                  </a:lnTo>
                  <a:lnTo>
                    <a:pt x="95" y="51"/>
                  </a:lnTo>
                  <a:lnTo>
                    <a:pt x="90" y="26"/>
                  </a:lnTo>
                  <a:lnTo>
                    <a:pt x="86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04" name=""/>
            <p:cNvSpPr/>
            <p:nvPr/>
          </p:nvSpPr>
          <p:spPr>
            <a:xfrm rot="0">
              <a:off x="1483" y="3533"/>
              <a:ext cx="31" cy="21"/>
            </a:xfrm>
            <a:custGeom>
              <a:avLst/>
              <a:ahLst/>
              <a:rect l="0" t="0" r="r" b="b"/>
              <a:pathLst>
                <a:path w="95" h="64">
                  <a:moveTo>
                    <a:pt x="0" y="12"/>
                  </a:moveTo>
                  <a:lnTo>
                    <a:pt x="4" y="38"/>
                  </a:lnTo>
                  <a:lnTo>
                    <a:pt x="8" y="64"/>
                  </a:lnTo>
                  <a:lnTo>
                    <a:pt x="95" y="51"/>
                  </a:lnTo>
                  <a:lnTo>
                    <a:pt x="90" y="26"/>
                  </a:lnTo>
                  <a:lnTo>
                    <a:pt x="86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05" name=""/>
            <p:cNvSpPr/>
            <p:nvPr/>
          </p:nvSpPr>
          <p:spPr>
            <a:xfrm rot="0">
              <a:off x="1513" y="3542"/>
              <a:ext cx="2" cy="8"/>
            </a:xfrm>
            <a:custGeom>
              <a:avLst/>
              <a:ahLst/>
              <a:rect l="0" t="0" r="r" b="b"/>
              <a:pathLst>
                <a:path w="7" h="25">
                  <a:moveTo>
                    <a:pt x="0" y="0"/>
                  </a:moveTo>
                  <a:lnTo>
                    <a:pt x="5" y="25"/>
                  </a:lnTo>
                  <a:lnTo>
                    <a:pt x="7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06" name=""/>
            <p:cNvSpPr/>
            <p:nvPr/>
          </p:nvSpPr>
          <p:spPr>
            <a:xfrm rot="0">
              <a:off x="1514" y="35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07" name=""/>
            <p:cNvSpPr/>
            <p:nvPr/>
          </p:nvSpPr>
          <p:spPr>
            <a:xfrm rot="0">
              <a:off x="1511" y="3526"/>
              <a:ext cx="32" cy="24"/>
            </a:xfrm>
            <a:custGeom>
              <a:avLst/>
              <a:ahLst/>
              <a:rect l="0" t="0" r="r" b="b"/>
              <a:pathLst>
                <a:path w="97" h="71">
                  <a:moveTo>
                    <a:pt x="0" y="20"/>
                  </a:moveTo>
                  <a:lnTo>
                    <a:pt x="6" y="46"/>
                  </a:lnTo>
                  <a:lnTo>
                    <a:pt x="13" y="71"/>
                  </a:lnTo>
                  <a:lnTo>
                    <a:pt x="97" y="51"/>
                  </a:lnTo>
                  <a:lnTo>
                    <a:pt x="91" y="25"/>
                  </a:lnTo>
                  <a:lnTo>
                    <a:pt x="85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08" name=""/>
            <p:cNvSpPr/>
            <p:nvPr/>
          </p:nvSpPr>
          <p:spPr>
            <a:xfrm rot="0">
              <a:off x="1511" y="3526"/>
              <a:ext cx="32" cy="24"/>
            </a:xfrm>
            <a:custGeom>
              <a:avLst/>
              <a:ahLst/>
              <a:rect l="0" t="0" r="r" b="b"/>
              <a:pathLst>
                <a:path w="97" h="71">
                  <a:moveTo>
                    <a:pt x="0" y="20"/>
                  </a:moveTo>
                  <a:lnTo>
                    <a:pt x="6" y="46"/>
                  </a:lnTo>
                  <a:lnTo>
                    <a:pt x="13" y="71"/>
                  </a:lnTo>
                  <a:lnTo>
                    <a:pt x="97" y="51"/>
                  </a:lnTo>
                  <a:lnTo>
                    <a:pt x="91" y="25"/>
                  </a:lnTo>
                  <a:lnTo>
                    <a:pt x="85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09" name=""/>
            <p:cNvSpPr/>
            <p:nvPr/>
          </p:nvSpPr>
          <p:spPr>
            <a:xfrm rot="0">
              <a:off x="1541" y="3535"/>
              <a:ext cx="3" cy="8"/>
            </a:xfrm>
            <a:custGeom>
              <a:avLst/>
              <a:ahLst/>
              <a:rect l="0" t="0" r="r" b="b"/>
              <a:pathLst>
                <a:path w="8" h="26">
                  <a:moveTo>
                    <a:pt x="0" y="0"/>
                  </a:moveTo>
                  <a:lnTo>
                    <a:pt x="6" y="26"/>
                  </a:lnTo>
                  <a:lnTo>
                    <a:pt x="8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10" name=""/>
            <p:cNvSpPr/>
            <p:nvPr/>
          </p:nvSpPr>
          <p:spPr>
            <a:xfrm rot="0" flipV="1">
              <a:off x="1543" y="35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11" name=""/>
            <p:cNvSpPr/>
            <p:nvPr/>
          </p:nvSpPr>
          <p:spPr>
            <a:xfrm rot="0">
              <a:off x="1538" y="3517"/>
              <a:ext cx="34" cy="26"/>
            </a:xfrm>
            <a:custGeom>
              <a:avLst/>
              <a:ahLst/>
              <a:rect l="0" t="0" r="r" b="b"/>
              <a:pathLst>
                <a:path w="100" h="77">
                  <a:moveTo>
                    <a:pt x="0" y="28"/>
                  </a:moveTo>
                  <a:lnTo>
                    <a:pt x="8" y="52"/>
                  </a:lnTo>
                  <a:lnTo>
                    <a:pt x="16" y="77"/>
                  </a:lnTo>
                  <a:lnTo>
                    <a:pt x="100" y="49"/>
                  </a:lnTo>
                  <a:lnTo>
                    <a:pt x="92" y="25"/>
                  </a:lnTo>
                  <a:lnTo>
                    <a:pt x="84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12" name=""/>
            <p:cNvSpPr/>
            <p:nvPr/>
          </p:nvSpPr>
          <p:spPr>
            <a:xfrm rot="0">
              <a:off x="1538" y="3517"/>
              <a:ext cx="34" cy="26"/>
            </a:xfrm>
            <a:custGeom>
              <a:avLst/>
              <a:ahLst/>
              <a:rect l="0" t="0" r="r" b="b"/>
              <a:pathLst>
                <a:path w="100" h="77">
                  <a:moveTo>
                    <a:pt x="0" y="28"/>
                  </a:moveTo>
                  <a:lnTo>
                    <a:pt x="8" y="52"/>
                  </a:lnTo>
                  <a:lnTo>
                    <a:pt x="16" y="77"/>
                  </a:lnTo>
                  <a:lnTo>
                    <a:pt x="100" y="49"/>
                  </a:lnTo>
                  <a:lnTo>
                    <a:pt x="92" y="25"/>
                  </a:lnTo>
                  <a:lnTo>
                    <a:pt x="84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13" name=""/>
            <p:cNvSpPr/>
            <p:nvPr/>
          </p:nvSpPr>
          <p:spPr>
            <a:xfrm rot="0">
              <a:off x="1569" y="3526"/>
              <a:ext cx="3" cy="8"/>
            </a:xfrm>
            <a:custGeom>
              <a:avLst/>
              <a:ahLst/>
              <a:rect l="0" t="0" r="r" b="b"/>
              <a:pathLst>
                <a:path w="10" h="24">
                  <a:moveTo>
                    <a:pt x="0" y="0"/>
                  </a:moveTo>
                  <a:lnTo>
                    <a:pt x="8" y="24"/>
                  </a:lnTo>
                  <a:lnTo>
                    <a:pt x="10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14" name=""/>
            <p:cNvSpPr/>
            <p:nvPr/>
          </p:nvSpPr>
          <p:spPr>
            <a:xfrm rot="0" flipV="1">
              <a:off x="1572" y="35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15" name=""/>
            <p:cNvSpPr/>
            <p:nvPr/>
          </p:nvSpPr>
          <p:spPr>
            <a:xfrm rot="0">
              <a:off x="1566" y="3506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0" y="35"/>
                  </a:moveTo>
                  <a:lnTo>
                    <a:pt x="10" y="59"/>
                  </a:lnTo>
                  <a:lnTo>
                    <a:pt x="20" y="82"/>
                  </a:lnTo>
                  <a:lnTo>
                    <a:pt x="100" y="47"/>
                  </a:lnTo>
                  <a:lnTo>
                    <a:pt x="90" y="24"/>
                  </a:lnTo>
                  <a:lnTo>
                    <a:pt x="79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16" name=""/>
            <p:cNvSpPr/>
            <p:nvPr/>
          </p:nvSpPr>
          <p:spPr>
            <a:xfrm rot="0">
              <a:off x="1566" y="3506"/>
              <a:ext cx="33" cy="27"/>
            </a:xfrm>
            <a:custGeom>
              <a:avLst/>
              <a:ahLst/>
              <a:rect l="0" t="0" r="r" b="b"/>
              <a:pathLst>
                <a:path w="100" h="82">
                  <a:moveTo>
                    <a:pt x="0" y="35"/>
                  </a:moveTo>
                  <a:lnTo>
                    <a:pt x="10" y="59"/>
                  </a:lnTo>
                  <a:lnTo>
                    <a:pt x="20" y="82"/>
                  </a:lnTo>
                  <a:lnTo>
                    <a:pt x="100" y="47"/>
                  </a:lnTo>
                  <a:lnTo>
                    <a:pt x="90" y="24"/>
                  </a:lnTo>
                  <a:lnTo>
                    <a:pt x="79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17" name=""/>
            <p:cNvSpPr/>
            <p:nvPr/>
          </p:nvSpPr>
          <p:spPr>
            <a:xfrm rot="0">
              <a:off x="1596" y="3514"/>
              <a:ext cx="4" cy="8"/>
            </a:xfrm>
            <a:custGeom>
              <a:avLst/>
              <a:ahLst/>
              <a:rect l="0" t="0" r="r" b="b"/>
              <a:pathLst>
                <a:path w="12" h="23">
                  <a:moveTo>
                    <a:pt x="0" y="0"/>
                  </a:moveTo>
                  <a:lnTo>
                    <a:pt x="10" y="23"/>
                  </a:lnTo>
                  <a:lnTo>
                    <a:pt x="12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18" name=""/>
            <p:cNvSpPr/>
            <p:nvPr/>
          </p:nvSpPr>
          <p:spPr>
            <a:xfrm rot="0" flipV="1">
              <a:off x="1599" y="35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19" name=""/>
            <p:cNvSpPr/>
            <p:nvPr/>
          </p:nvSpPr>
          <p:spPr>
            <a:xfrm rot="0">
              <a:off x="1591" y="3492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0" y="43"/>
                  </a:moveTo>
                  <a:lnTo>
                    <a:pt x="13" y="65"/>
                  </a:lnTo>
                  <a:lnTo>
                    <a:pt x="25" y="87"/>
                  </a:lnTo>
                  <a:lnTo>
                    <a:pt x="101" y="45"/>
                  </a:lnTo>
                  <a:lnTo>
                    <a:pt x="89" y="22"/>
                  </a:lnTo>
                  <a:lnTo>
                    <a:pt x="77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20" name=""/>
            <p:cNvSpPr/>
            <p:nvPr/>
          </p:nvSpPr>
          <p:spPr>
            <a:xfrm rot="0">
              <a:off x="1591" y="3492"/>
              <a:ext cx="34" cy="29"/>
            </a:xfrm>
            <a:custGeom>
              <a:avLst/>
              <a:ahLst/>
              <a:rect l="0" t="0" r="r" b="b"/>
              <a:pathLst>
                <a:path w="101" h="87">
                  <a:moveTo>
                    <a:pt x="0" y="43"/>
                  </a:moveTo>
                  <a:lnTo>
                    <a:pt x="13" y="65"/>
                  </a:lnTo>
                  <a:lnTo>
                    <a:pt x="25" y="87"/>
                  </a:lnTo>
                  <a:lnTo>
                    <a:pt x="101" y="45"/>
                  </a:lnTo>
                  <a:lnTo>
                    <a:pt x="89" y="22"/>
                  </a:lnTo>
                  <a:lnTo>
                    <a:pt x="77" y="0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21" name=""/>
            <p:cNvSpPr/>
            <p:nvPr/>
          </p:nvSpPr>
          <p:spPr>
            <a:xfrm rot="0">
              <a:off x="1621" y="3500"/>
              <a:ext cx="5" cy="7"/>
            </a:xfrm>
            <a:custGeom>
              <a:avLst/>
              <a:ahLst/>
              <a:rect l="0" t="0" r="r" b="b"/>
              <a:pathLst>
                <a:path w="15" h="23">
                  <a:moveTo>
                    <a:pt x="0" y="0"/>
                  </a:moveTo>
                  <a:lnTo>
                    <a:pt x="12" y="23"/>
                  </a:lnTo>
                  <a:lnTo>
                    <a:pt x="15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22" name=""/>
            <p:cNvSpPr/>
            <p:nvPr/>
          </p:nvSpPr>
          <p:spPr>
            <a:xfrm rot="0" flipV="1">
              <a:off x="1625" y="35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23" name=""/>
            <p:cNvSpPr/>
            <p:nvPr/>
          </p:nvSpPr>
          <p:spPr>
            <a:xfrm rot="0">
              <a:off x="1616" y="3476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0" y="50"/>
                  </a:moveTo>
                  <a:lnTo>
                    <a:pt x="14" y="71"/>
                  </a:lnTo>
                  <a:lnTo>
                    <a:pt x="29" y="93"/>
                  </a:lnTo>
                  <a:lnTo>
                    <a:pt x="101" y="42"/>
                  </a:lnTo>
                  <a:lnTo>
                    <a:pt x="87" y="21"/>
                  </a:lnTo>
                  <a:lnTo>
                    <a:pt x="72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24" name=""/>
            <p:cNvSpPr/>
            <p:nvPr/>
          </p:nvSpPr>
          <p:spPr>
            <a:xfrm rot="0">
              <a:off x="1616" y="3476"/>
              <a:ext cx="34" cy="31"/>
            </a:xfrm>
            <a:custGeom>
              <a:avLst/>
              <a:ahLst/>
              <a:rect l="0" t="0" r="r" b="b"/>
              <a:pathLst>
                <a:path w="101" h="93">
                  <a:moveTo>
                    <a:pt x="0" y="50"/>
                  </a:moveTo>
                  <a:lnTo>
                    <a:pt x="14" y="71"/>
                  </a:lnTo>
                  <a:lnTo>
                    <a:pt x="29" y="93"/>
                  </a:lnTo>
                  <a:lnTo>
                    <a:pt x="101" y="42"/>
                  </a:lnTo>
                  <a:lnTo>
                    <a:pt x="87" y="21"/>
                  </a:lnTo>
                  <a:lnTo>
                    <a:pt x="72" y="0"/>
                  </a:lnTo>
                  <a:lnTo>
                    <a:pt x="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25" name=""/>
            <p:cNvSpPr/>
            <p:nvPr/>
          </p:nvSpPr>
          <p:spPr>
            <a:xfrm rot="0">
              <a:off x="1645" y="3483"/>
              <a:ext cx="6" cy="7"/>
            </a:xfrm>
            <a:custGeom>
              <a:avLst/>
              <a:ahLst/>
              <a:rect l="0" t="0" r="r" b="b"/>
              <a:pathLst>
                <a:path w="16" h="21">
                  <a:moveTo>
                    <a:pt x="0" y="0"/>
                  </a:moveTo>
                  <a:lnTo>
                    <a:pt x="14" y="21"/>
                  </a:lnTo>
                  <a:lnTo>
                    <a:pt x="16" y="2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26" name=""/>
            <p:cNvSpPr/>
            <p:nvPr/>
          </p:nvSpPr>
          <p:spPr>
            <a:xfrm rot="0" flipV="1">
              <a:off x="1650" y="34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27" name=""/>
            <p:cNvSpPr/>
            <p:nvPr/>
          </p:nvSpPr>
          <p:spPr>
            <a:xfrm rot="0">
              <a:off x="1640" y="3457"/>
              <a:ext cx="33" cy="33"/>
            </a:xfrm>
            <a:custGeom>
              <a:avLst/>
              <a:ahLst/>
              <a:rect l="0" t="0" r="r" b="b"/>
              <a:pathLst>
                <a:path w="100" h="97">
                  <a:moveTo>
                    <a:pt x="0" y="57"/>
                  </a:moveTo>
                  <a:lnTo>
                    <a:pt x="17" y="77"/>
                  </a:lnTo>
                  <a:lnTo>
                    <a:pt x="33" y="97"/>
                  </a:lnTo>
                  <a:lnTo>
                    <a:pt x="100" y="41"/>
                  </a:lnTo>
                  <a:lnTo>
                    <a:pt x="84" y="21"/>
                  </a:lnTo>
                  <a:lnTo>
                    <a:pt x="68" y="0"/>
                  </a:lnTo>
                  <a:lnTo>
                    <a:pt x="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28" name=""/>
            <p:cNvSpPr/>
            <p:nvPr/>
          </p:nvSpPr>
          <p:spPr>
            <a:xfrm rot="0">
              <a:off x="1640" y="3457"/>
              <a:ext cx="33" cy="33"/>
            </a:xfrm>
            <a:custGeom>
              <a:avLst/>
              <a:ahLst/>
              <a:rect l="0" t="0" r="r" b="b"/>
              <a:pathLst>
                <a:path w="100" h="97">
                  <a:moveTo>
                    <a:pt x="0" y="57"/>
                  </a:moveTo>
                  <a:lnTo>
                    <a:pt x="17" y="77"/>
                  </a:lnTo>
                  <a:lnTo>
                    <a:pt x="33" y="97"/>
                  </a:lnTo>
                  <a:lnTo>
                    <a:pt x="100" y="41"/>
                  </a:lnTo>
                  <a:lnTo>
                    <a:pt x="84" y="21"/>
                  </a:lnTo>
                  <a:lnTo>
                    <a:pt x="68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29" name=""/>
            <p:cNvSpPr/>
            <p:nvPr/>
          </p:nvSpPr>
          <p:spPr>
            <a:xfrm rot="0">
              <a:off x="1668" y="3464"/>
              <a:ext cx="6" cy="7"/>
            </a:xfrm>
            <a:custGeom>
              <a:avLst/>
              <a:ahLst/>
              <a:rect l="0" t="0" r="r" b="b"/>
              <a:pathLst>
                <a:path w="19" h="20">
                  <a:moveTo>
                    <a:pt x="0" y="0"/>
                  </a:moveTo>
                  <a:lnTo>
                    <a:pt x="16" y="20"/>
                  </a:lnTo>
                  <a:lnTo>
                    <a:pt x="19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30" name=""/>
            <p:cNvSpPr/>
            <p:nvPr/>
          </p:nvSpPr>
          <p:spPr>
            <a:xfrm rot="0" flipV="1">
              <a:off x="1673" y="34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31" name=""/>
            <p:cNvSpPr/>
            <p:nvPr/>
          </p:nvSpPr>
          <p:spPr>
            <a:xfrm rot="0">
              <a:off x="1662" y="3438"/>
              <a:ext cx="32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0" y="61"/>
                  </a:moveTo>
                  <a:lnTo>
                    <a:pt x="18" y="80"/>
                  </a:lnTo>
                  <a:lnTo>
                    <a:pt x="37" y="98"/>
                  </a:lnTo>
                  <a:lnTo>
                    <a:pt x="98" y="37"/>
                  </a:lnTo>
                  <a:lnTo>
                    <a:pt x="79" y="19"/>
                  </a:lnTo>
                  <a:lnTo>
                    <a:pt x="61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32" name=""/>
            <p:cNvSpPr/>
            <p:nvPr/>
          </p:nvSpPr>
          <p:spPr>
            <a:xfrm rot="0">
              <a:off x="1662" y="3438"/>
              <a:ext cx="32" cy="32"/>
            </a:xfrm>
            <a:custGeom>
              <a:avLst/>
              <a:ahLst/>
              <a:rect l="0" t="0" r="r" b="b"/>
              <a:pathLst>
                <a:path w="98" h="98">
                  <a:moveTo>
                    <a:pt x="0" y="61"/>
                  </a:moveTo>
                  <a:lnTo>
                    <a:pt x="18" y="80"/>
                  </a:lnTo>
                  <a:lnTo>
                    <a:pt x="37" y="98"/>
                  </a:lnTo>
                  <a:lnTo>
                    <a:pt x="98" y="37"/>
                  </a:lnTo>
                  <a:lnTo>
                    <a:pt x="79" y="19"/>
                  </a:lnTo>
                  <a:lnTo>
                    <a:pt x="61" y="0"/>
                  </a:lnTo>
                  <a:lnTo>
                    <a:pt x="0" y="6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33" name=""/>
            <p:cNvSpPr/>
            <p:nvPr/>
          </p:nvSpPr>
          <p:spPr>
            <a:xfrm rot="0">
              <a:off x="1688" y="3444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0" y="0"/>
                  </a:moveTo>
                  <a:lnTo>
                    <a:pt x="19" y="18"/>
                  </a:lnTo>
                  <a:lnTo>
                    <a:pt x="21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34" name=""/>
            <p:cNvSpPr/>
            <p:nvPr/>
          </p:nvSpPr>
          <p:spPr>
            <a:xfrm rot="0" flipV="1">
              <a:off x="1694" y="34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35" name=""/>
            <p:cNvSpPr/>
            <p:nvPr/>
          </p:nvSpPr>
          <p:spPr>
            <a:xfrm rot="0">
              <a:off x="1681" y="3416"/>
              <a:ext cx="33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0" y="67"/>
                  </a:moveTo>
                  <a:lnTo>
                    <a:pt x="20" y="84"/>
                  </a:lnTo>
                  <a:lnTo>
                    <a:pt x="41" y="100"/>
                  </a:lnTo>
                  <a:lnTo>
                    <a:pt x="97" y="32"/>
                  </a:lnTo>
                  <a:lnTo>
                    <a:pt x="77" y="16"/>
                  </a:lnTo>
                  <a:lnTo>
                    <a:pt x="56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36" name=""/>
            <p:cNvSpPr/>
            <p:nvPr/>
          </p:nvSpPr>
          <p:spPr>
            <a:xfrm rot="0">
              <a:off x="1681" y="3416"/>
              <a:ext cx="33" cy="33"/>
            </a:xfrm>
            <a:custGeom>
              <a:avLst/>
              <a:ahLst/>
              <a:rect l="0" t="0" r="r" b="b"/>
              <a:pathLst>
                <a:path w="97" h="100">
                  <a:moveTo>
                    <a:pt x="0" y="67"/>
                  </a:moveTo>
                  <a:lnTo>
                    <a:pt x="20" y="84"/>
                  </a:lnTo>
                  <a:lnTo>
                    <a:pt x="41" y="100"/>
                  </a:lnTo>
                  <a:lnTo>
                    <a:pt x="97" y="32"/>
                  </a:lnTo>
                  <a:lnTo>
                    <a:pt x="77" y="16"/>
                  </a:lnTo>
                  <a:lnTo>
                    <a:pt x="56" y="0"/>
                  </a:lnTo>
                  <a:lnTo>
                    <a:pt x="0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37" name=""/>
            <p:cNvSpPr/>
            <p:nvPr/>
          </p:nvSpPr>
          <p:spPr>
            <a:xfrm rot="0">
              <a:off x="1707" y="3421"/>
              <a:ext cx="7" cy="6"/>
            </a:xfrm>
            <a:custGeom>
              <a:avLst/>
              <a:ahLst/>
              <a:rect l="0" t="0" r="r" b="b"/>
              <a:pathLst>
                <a:path w="21" h="16">
                  <a:moveTo>
                    <a:pt x="0" y="0"/>
                  </a:moveTo>
                  <a:lnTo>
                    <a:pt x="20" y="16"/>
                  </a:lnTo>
                  <a:lnTo>
                    <a:pt x="21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38" name=""/>
            <p:cNvSpPr/>
            <p:nvPr/>
          </p:nvSpPr>
          <p:spPr>
            <a:xfrm rot="0" flipV="1">
              <a:off x="1714" y="34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39" name=""/>
            <p:cNvSpPr/>
            <p:nvPr/>
          </p:nvSpPr>
          <p:spPr>
            <a:xfrm rot="0">
              <a:off x="1700" y="3392"/>
              <a:ext cx="30" cy="34"/>
            </a:xfrm>
            <a:custGeom>
              <a:avLst/>
              <a:ahLst/>
              <a:rect l="0" t="0" r="r" b="b"/>
              <a:pathLst>
                <a:path w="92" h="101">
                  <a:moveTo>
                    <a:pt x="0" y="73"/>
                  </a:moveTo>
                  <a:lnTo>
                    <a:pt x="22" y="87"/>
                  </a:lnTo>
                  <a:lnTo>
                    <a:pt x="43" y="101"/>
                  </a:lnTo>
                  <a:lnTo>
                    <a:pt x="92" y="29"/>
                  </a:lnTo>
                  <a:lnTo>
                    <a:pt x="71" y="15"/>
                  </a:lnTo>
                  <a:lnTo>
                    <a:pt x="49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40" name=""/>
            <p:cNvSpPr/>
            <p:nvPr/>
          </p:nvSpPr>
          <p:spPr>
            <a:xfrm rot="0">
              <a:off x="1700" y="3392"/>
              <a:ext cx="30" cy="34"/>
            </a:xfrm>
            <a:custGeom>
              <a:avLst/>
              <a:ahLst/>
              <a:rect l="0" t="0" r="r" b="b"/>
              <a:pathLst>
                <a:path w="92" h="101">
                  <a:moveTo>
                    <a:pt x="0" y="73"/>
                  </a:moveTo>
                  <a:lnTo>
                    <a:pt x="22" y="87"/>
                  </a:lnTo>
                  <a:lnTo>
                    <a:pt x="43" y="101"/>
                  </a:lnTo>
                  <a:lnTo>
                    <a:pt x="92" y="29"/>
                  </a:lnTo>
                  <a:lnTo>
                    <a:pt x="71" y="15"/>
                  </a:lnTo>
                  <a:lnTo>
                    <a:pt x="49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41" name=""/>
            <p:cNvSpPr/>
            <p:nvPr/>
          </p:nvSpPr>
          <p:spPr>
            <a:xfrm rot="0">
              <a:off x="1723" y="3397"/>
              <a:ext cx="8" cy="5"/>
            </a:xfrm>
            <a:custGeom>
              <a:avLst/>
              <a:ahLst/>
              <a:rect l="0" t="0" r="r" b="b"/>
              <a:pathLst>
                <a:path w="22" h="14">
                  <a:moveTo>
                    <a:pt x="0" y="0"/>
                  </a:moveTo>
                  <a:lnTo>
                    <a:pt x="21" y="14"/>
                  </a:lnTo>
                  <a:lnTo>
                    <a:pt x="22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42" name=""/>
            <p:cNvSpPr/>
            <p:nvPr/>
          </p:nvSpPr>
          <p:spPr>
            <a:xfrm rot="0" flipV="1">
              <a:off x="1730" y="34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43" name=""/>
            <p:cNvSpPr/>
            <p:nvPr/>
          </p:nvSpPr>
          <p:spPr>
            <a:xfrm rot="0">
              <a:off x="1716" y="3368"/>
              <a:ext cx="29" cy="33"/>
            </a:xfrm>
            <a:custGeom>
              <a:avLst/>
              <a:ahLst/>
              <a:rect l="0" t="0" r="r" b="b"/>
              <a:pathLst>
                <a:path w="88" h="101">
                  <a:moveTo>
                    <a:pt x="0" y="76"/>
                  </a:moveTo>
                  <a:lnTo>
                    <a:pt x="23" y="89"/>
                  </a:lnTo>
                  <a:lnTo>
                    <a:pt x="45" y="101"/>
                  </a:lnTo>
                  <a:lnTo>
                    <a:pt x="88" y="24"/>
                  </a:lnTo>
                  <a:lnTo>
                    <a:pt x="65" y="12"/>
                  </a:lnTo>
                  <a:lnTo>
                    <a:pt x="43" y="0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44" name=""/>
            <p:cNvSpPr/>
            <p:nvPr/>
          </p:nvSpPr>
          <p:spPr>
            <a:xfrm rot="0">
              <a:off x="1716" y="3368"/>
              <a:ext cx="29" cy="33"/>
            </a:xfrm>
            <a:custGeom>
              <a:avLst/>
              <a:ahLst/>
              <a:rect l="0" t="0" r="r" b="b"/>
              <a:pathLst>
                <a:path w="88" h="101">
                  <a:moveTo>
                    <a:pt x="0" y="76"/>
                  </a:moveTo>
                  <a:lnTo>
                    <a:pt x="23" y="89"/>
                  </a:lnTo>
                  <a:lnTo>
                    <a:pt x="45" y="101"/>
                  </a:lnTo>
                  <a:lnTo>
                    <a:pt x="88" y="24"/>
                  </a:lnTo>
                  <a:lnTo>
                    <a:pt x="65" y="12"/>
                  </a:lnTo>
                  <a:lnTo>
                    <a:pt x="43" y="0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45" name=""/>
            <p:cNvSpPr/>
            <p:nvPr/>
          </p:nvSpPr>
          <p:spPr>
            <a:xfrm rot="0">
              <a:off x="1737" y="3372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3" y="12"/>
                  </a:lnTo>
                  <a:lnTo>
                    <a:pt x="24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46" name=""/>
            <p:cNvSpPr/>
            <p:nvPr/>
          </p:nvSpPr>
          <p:spPr>
            <a:xfrm rot="0" flipV="1">
              <a:off x="1745" y="33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47" name=""/>
            <p:cNvSpPr/>
            <p:nvPr/>
          </p:nvSpPr>
          <p:spPr>
            <a:xfrm rot="0">
              <a:off x="1730" y="3342"/>
              <a:ext cx="27" cy="33"/>
            </a:xfrm>
            <a:custGeom>
              <a:avLst/>
              <a:ahLst/>
              <a:rect l="0" t="0" r="r" b="b"/>
              <a:pathLst>
                <a:path w="83" h="100">
                  <a:moveTo>
                    <a:pt x="0" y="80"/>
                  </a:moveTo>
                  <a:lnTo>
                    <a:pt x="23" y="90"/>
                  </a:lnTo>
                  <a:lnTo>
                    <a:pt x="47" y="100"/>
                  </a:lnTo>
                  <a:lnTo>
                    <a:pt x="83" y="21"/>
                  </a:lnTo>
                  <a:lnTo>
                    <a:pt x="59" y="10"/>
                  </a:lnTo>
                  <a:lnTo>
                    <a:pt x="36" y="0"/>
                  </a:lnTo>
                  <a:lnTo>
                    <a:pt x="0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48" name=""/>
            <p:cNvSpPr/>
            <p:nvPr/>
          </p:nvSpPr>
          <p:spPr>
            <a:xfrm rot="0">
              <a:off x="1730" y="3342"/>
              <a:ext cx="27" cy="33"/>
            </a:xfrm>
            <a:custGeom>
              <a:avLst/>
              <a:ahLst/>
              <a:rect l="0" t="0" r="r" b="b"/>
              <a:pathLst>
                <a:path w="83" h="100">
                  <a:moveTo>
                    <a:pt x="0" y="80"/>
                  </a:moveTo>
                  <a:lnTo>
                    <a:pt x="23" y="90"/>
                  </a:lnTo>
                  <a:lnTo>
                    <a:pt x="47" y="100"/>
                  </a:lnTo>
                  <a:lnTo>
                    <a:pt x="83" y="21"/>
                  </a:lnTo>
                  <a:lnTo>
                    <a:pt x="59" y="10"/>
                  </a:lnTo>
                  <a:lnTo>
                    <a:pt x="36" y="0"/>
                  </a:lnTo>
                  <a:lnTo>
                    <a:pt x="0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49" name=""/>
            <p:cNvSpPr/>
            <p:nvPr/>
          </p:nvSpPr>
          <p:spPr>
            <a:xfrm rot="0">
              <a:off x="1749" y="3345"/>
              <a:ext cx="9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0"/>
                  </a:moveTo>
                  <a:lnTo>
                    <a:pt x="24" y="11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50" name=""/>
            <p:cNvSpPr/>
            <p:nvPr/>
          </p:nvSpPr>
          <p:spPr>
            <a:xfrm rot="0" flipV="1">
              <a:off x="1757" y="334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51" name=""/>
            <p:cNvSpPr/>
            <p:nvPr/>
          </p:nvSpPr>
          <p:spPr>
            <a:xfrm rot="0">
              <a:off x="1741" y="3314"/>
              <a:ext cx="26" cy="34"/>
            </a:xfrm>
            <a:custGeom>
              <a:avLst/>
              <a:ahLst/>
              <a:rect l="0" t="0" r="r" b="b"/>
              <a:pathLst>
                <a:path w="76" h="101">
                  <a:moveTo>
                    <a:pt x="0" y="84"/>
                  </a:moveTo>
                  <a:lnTo>
                    <a:pt x="24" y="92"/>
                  </a:lnTo>
                  <a:lnTo>
                    <a:pt x="49" y="101"/>
                  </a:lnTo>
                  <a:lnTo>
                    <a:pt x="76" y="17"/>
                  </a:lnTo>
                  <a:lnTo>
                    <a:pt x="52" y="9"/>
                  </a:lnTo>
                  <a:lnTo>
                    <a:pt x="27" y="0"/>
                  </a:lnTo>
                  <a:lnTo>
                    <a:pt x="0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52" name=""/>
            <p:cNvSpPr/>
            <p:nvPr/>
          </p:nvSpPr>
          <p:spPr>
            <a:xfrm rot="0">
              <a:off x="1741" y="3314"/>
              <a:ext cx="26" cy="34"/>
            </a:xfrm>
            <a:custGeom>
              <a:avLst/>
              <a:ahLst/>
              <a:rect l="0" t="0" r="r" b="b"/>
              <a:pathLst>
                <a:path w="76" h="101">
                  <a:moveTo>
                    <a:pt x="0" y="84"/>
                  </a:moveTo>
                  <a:lnTo>
                    <a:pt x="24" y="92"/>
                  </a:lnTo>
                  <a:lnTo>
                    <a:pt x="49" y="101"/>
                  </a:lnTo>
                  <a:lnTo>
                    <a:pt x="76" y="17"/>
                  </a:lnTo>
                  <a:lnTo>
                    <a:pt x="52" y="9"/>
                  </a:lnTo>
                  <a:lnTo>
                    <a:pt x="27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53" name=""/>
            <p:cNvSpPr/>
            <p:nvPr/>
          </p:nvSpPr>
          <p:spPr>
            <a:xfrm rot="0">
              <a:off x="1759" y="3317"/>
              <a:ext cx="8" cy="3"/>
            </a:xfrm>
            <a:custGeom>
              <a:avLst/>
              <a:ahLst/>
              <a:rect l="0" t="0" r="r" b="b"/>
              <a:pathLst>
                <a:path w="25" h="8">
                  <a:moveTo>
                    <a:pt x="0" y="0"/>
                  </a:moveTo>
                  <a:lnTo>
                    <a:pt x="24" y="8"/>
                  </a:lnTo>
                  <a:lnTo>
                    <a:pt x="25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54" name=""/>
            <p:cNvSpPr/>
            <p:nvPr/>
          </p:nvSpPr>
          <p:spPr>
            <a:xfrm rot="0" flipV="1">
              <a:off x="1767" y="33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55" name=""/>
            <p:cNvSpPr/>
            <p:nvPr/>
          </p:nvSpPr>
          <p:spPr>
            <a:xfrm rot="0">
              <a:off x="1750" y="3287"/>
              <a:ext cx="24" cy="32"/>
            </a:xfrm>
            <a:custGeom>
              <a:avLst/>
              <a:ahLst/>
              <a:rect l="0" t="0" r="r" b="b"/>
              <a:pathLst>
                <a:path w="72" h="97">
                  <a:moveTo>
                    <a:pt x="0" y="84"/>
                  </a:moveTo>
                  <a:lnTo>
                    <a:pt x="26" y="91"/>
                  </a:lnTo>
                  <a:lnTo>
                    <a:pt x="51" y="97"/>
                  </a:lnTo>
                  <a:lnTo>
                    <a:pt x="72" y="12"/>
                  </a:lnTo>
                  <a:lnTo>
                    <a:pt x="46" y="6"/>
                  </a:lnTo>
                  <a:lnTo>
                    <a:pt x="21" y="0"/>
                  </a:lnTo>
                  <a:lnTo>
                    <a:pt x="0" y="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56" name=""/>
            <p:cNvSpPr/>
            <p:nvPr/>
          </p:nvSpPr>
          <p:spPr>
            <a:xfrm rot="0">
              <a:off x="1750" y="3287"/>
              <a:ext cx="24" cy="32"/>
            </a:xfrm>
            <a:custGeom>
              <a:avLst/>
              <a:ahLst/>
              <a:rect l="0" t="0" r="r" b="b"/>
              <a:pathLst>
                <a:path w="72" h="97">
                  <a:moveTo>
                    <a:pt x="0" y="84"/>
                  </a:moveTo>
                  <a:lnTo>
                    <a:pt x="26" y="91"/>
                  </a:lnTo>
                  <a:lnTo>
                    <a:pt x="51" y="97"/>
                  </a:lnTo>
                  <a:lnTo>
                    <a:pt x="72" y="12"/>
                  </a:lnTo>
                  <a:lnTo>
                    <a:pt x="46" y="6"/>
                  </a:lnTo>
                  <a:lnTo>
                    <a:pt x="21" y="0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57" name=""/>
            <p:cNvSpPr/>
            <p:nvPr/>
          </p:nvSpPr>
          <p:spPr>
            <a:xfrm rot="0">
              <a:off x="1765" y="3289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6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58" name=""/>
            <p:cNvSpPr/>
            <p:nvPr/>
          </p:nvSpPr>
          <p:spPr>
            <a:xfrm rot="0" flipV="1">
              <a:off x="1774" y="32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59" name=""/>
            <p:cNvSpPr/>
            <p:nvPr/>
          </p:nvSpPr>
          <p:spPr>
            <a:xfrm rot="0">
              <a:off x="1757" y="3259"/>
              <a:ext cx="21" cy="31"/>
            </a:xfrm>
            <a:custGeom>
              <a:avLst/>
              <a:ahLst/>
              <a:rect l="0" t="0" r="r" b="b"/>
              <a:pathLst>
                <a:path w="62" h="93">
                  <a:moveTo>
                    <a:pt x="0" y="87"/>
                  </a:moveTo>
                  <a:lnTo>
                    <a:pt x="25" y="90"/>
                  </a:lnTo>
                  <a:lnTo>
                    <a:pt x="51" y="93"/>
                  </a:lnTo>
                  <a:lnTo>
                    <a:pt x="62" y="6"/>
                  </a:lnTo>
                  <a:lnTo>
                    <a:pt x="36" y="3"/>
                  </a:lnTo>
                  <a:lnTo>
                    <a:pt x="11" y="0"/>
                  </a:lnTo>
                  <a:lnTo>
                    <a:pt x="0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60" name=""/>
            <p:cNvSpPr/>
            <p:nvPr/>
          </p:nvSpPr>
          <p:spPr>
            <a:xfrm rot="0">
              <a:off x="1757" y="3259"/>
              <a:ext cx="21" cy="31"/>
            </a:xfrm>
            <a:custGeom>
              <a:avLst/>
              <a:ahLst/>
              <a:rect l="0" t="0" r="r" b="b"/>
              <a:pathLst>
                <a:path w="62" h="93">
                  <a:moveTo>
                    <a:pt x="0" y="87"/>
                  </a:moveTo>
                  <a:lnTo>
                    <a:pt x="25" y="90"/>
                  </a:lnTo>
                  <a:lnTo>
                    <a:pt x="51" y="93"/>
                  </a:lnTo>
                  <a:lnTo>
                    <a:pt x="62" y="6"/>
                  </a:lnTo>
                  <a:lnTo>
                    <a:pt x="36" y="3"/>
                  </a:lnTo>
                  <a:lnTo>
                    <a:pt x="11" y="0"/>
                  </a:lnTo>
                  <a:lnTo>
                    <a:pt x="0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61" name=""/>
            <p:cNvSpPr/>
            <p:nvPr/>
          </p:nvSpPr>
          <p:spPr>
            <a:xfrm rot="0">
              <a:off x="1769" y="3260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62" name=""/>
            <p:cNvSpPr/>
            <p:nvPr/>
          </p:nvSpPr>
          <p:spPr>
            <a:xfrm rot="0" flipV="1">
              <a:off x="1778" y="32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63" name=""/>
            <p:cNvSpPr/>
            <p:nvPr/>
          </p:nvSpPr>
          <p:spPr>
            <a:xfrm rot="0">
              <a:off x="1761" y="3230"/>
              <a:ext cx="18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0" y="88"/>
                  </a:moveTo>
                  <a:lnTo>
                    <a:pt x="25" y="89"/>
                  </a:lnTo>
                  <a:lnTo>
                    <a:pt x="51" y="90"/>
                  </a:lnTo>
                  <a:lnTo>
                    <a:pt x="55" y="2"/>
                  </a:lnTo>
                  <a:lnTo>
                    <a:pt x="30" y="1"/>
                  </a:lnTo>
                  <a:lnTo>
                    <a:pt x="4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64" name=""/>
            <p:cNvSpPr/>
            <p:nvPr/>
          </p:nvSpPr>
          <p:spPr>
            <a:xfrm rot="0">
              <a:off x="1761" y="3230"/>
              <a:ext cx="18" cy="30"/>
            </a:xfrm>
            <a:custGeom>
              <a:avLst/>
              <a:ahLst/>
              <a:rect l="0" t="0" r="r" b="b"/>
              <a:pathLst>
                <a:path w="55" h="90">
                  <a:moveTo>
                    <a:pt x="0" y="88"/>
                  </a:moveTo>
                  <a:lnTo>
                    <a:pt x="25" y="89"/>
                  </a:lnTo>
                  <a:lnTo>
                    <a:pt x="51" y="90"/>
                  </a:lnTo>
                  <a:lnTo>
                    <a:pt x="55" y="2"/>
                  </a:lnTo>
                  <a:lnTo>
                    <a:pt x="30" y="1"/>
                  </a:lnTo>
                  <a:lnTo>
                    <a:pt x="4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65" name=""/>
            <p:cNvSpPr/>
            <p:nvPr/>
          </p:nvSpPr>
          <p:spPr>
            <a:xfrm rot="0">
              <a:off x="1771" y="3230"/>
              <a:ext cx="8" cy="1"/>
            </a:xfrm>
            <a:custGeom>
              <a:avLst/>
              <a:ahLst/>
              <a:rect l="0" t="0" r="r" b="b"/>
              <a:pathLst>
                <a:path w="25" h="2">
                  <a:moveTo>
                    <a:pt x="0" y="1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66" name=""/>
            <p:cNvSpPr/>
            <p:nvPr/>
          </p:nvSpPr>
          <p:spPr>
            <a:xfrm rot="0" flipV="1">
              <a:off x="1779" y="32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67" name=""/>
            <p:cNvSpPr/>
            <p:nvPr/>
          </p:nvSpPr>
          <p:spPr>
            <a:xfrm rot="0">
              <a:off x="2032" y="3190"/>
              <a:ext cx="18" cy="41"/>
            </a:xfrm>
            <a:custGeom>
              <a:avLst/>
              <a:ahLst/>
              <a:rect l="0" t="0" r="r" b="b"/>
              <a:pathLst>
                <a:path w="55" h="122">
                  <a:moveTo>
                    <a:pt x="4" y="122"/>
                  </a:moveTo>
                  <a:lnTo>
                    <a:pt x="29" y="121"/>
                  </a:lnTo>
                  <a:lnTo>
                    <a:pt x="55" y="120"/>
                  </a:lnTo>
                  <a:lnTo>
                    <a:pt x="51" y="0"/>
                  </a:lnTo>
                  <a:lnTo>
                    <a:pt x="25" y="1"/>
                  </a:lnTo>
                  <a:lnTo>
                    <a:pt x="0" y="2"/>
                  </a:lnTo>
                  <a:lnTo>
                    <a:pt x="4" y="1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68" name=""/>
            <p:cNvSpPr/>
            <p:nvPr/>
          </p:nvSpPr>
          <p:spPr>
            <a:xfrm rot="0">
              <a:off x="2032" y="3190"/>
              <a:ext cx="18" cy="41"/>
            </a:xfrm>
            <a:custGeom>
              <a:avLst/>
              <a:ahLst/>
              <a:rect l="0" t="0" r="r" b="b"/>
              <a:pathLst>
                <a:path w="55" h="122">
                  <a:moveTo>
                    <a:pt x="4" y="122"/>
                  </a:moveTo>
                  <a:lnTo>
                    <a:pt x="29" y="121"/>
                  </a:lnTo>
                  <a:lnTo>
                    <a:pt x="55" y="120"/>
                  </a:lnTo>
                  <a:lnTo>
                    <a:pt x="51" y="0"/>
                  </a:lnTo>
                  <a:lnTo>
                    <a:pt x="25" y="1"/>
                  </a:lnTo>
                  <a:lnTo>
                    <a:pt x="0" y="2"/>
                  </a:lnTo>
                  <a:lnTo>
                    <a:pt x="4" y="1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69" name=""/>
            <p:cNvSpPr/>
            <p:nvPr/>
          </p:nvSpPr>
          <p:spPr>
            <a:xfrm rot="0">
              <a:off x="2040" y="3190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3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70" name=""/>
            <p:cNvSpPr/>
            <p:nvPr/>
          </p:nvSpPr>
          <p:spPr>
            <a:xfrm rot="0" flipV="1">
              <a:off x="2049" y="31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71" name=""/>
            <p:cNvSpPr/>
            <p:nvPr/>
          </p:nvSpPr>
          <p:spPr>
            <a:xfrm rot="0">
              <a:off x="2028" y="3150"/>
              <a:ext cx="21" cy="42"/>
            </a:xfrm>
            <a:custGeom>
              <a:avLst/>
              <a:ahLst/>
              <a:rect l="0" t="0" r="r" b="b"/>
              <a:pathLst>
                <a:path w="63" h="126">
                  <a:moveTo>
                    <a:pt x="12" y="126"/>
                  </a:moveTo>
                  <a:lnTo>
                    <a:pt x="37" y="123"/>
                  </a:lnTo>
                  <a:lnTo>
                    <a:pt x="63" y="120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6"/>
                  </a:lnTo>
                  <a:lnTo>
                    <a:pt x="12" y="1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72" name=""/>
            <p:cNvSpPr/>
            <p:nvPr/>
          </p:nvSpPr>
          <p:spPr>
            <a:xfrm rot="0">
              <a:off x="2028" y="3150"/>
              <a:ext cx="21" cy="42"/>
            </a:xfrm>
            <a:custGeom>
              <a:avLst/>
              <a:ahLst/>
              <a:rect l="0" t="0" r="r" b="b"/>
              <a:pathLst>
                <a:path w="63" h="126">
                  <a:moveTo>
                    <a:pt x="12" y="126"/>
                  </a:moveTo>
                  <a:lnTo>
                    <a:pt x="37" y="123"/>
                  </a:lnTo>
                  <a:lnTo>
                    <a:pt x="63" y="120"/>
                  </a:lnTo>
                  <a:lnTo>
                    <a:pt x="51" y="0"/>
                  </a:lnTo>
                  <a:lnTo>
                    <a:pt x="25" y="3"/>
                  </a:lnTo>
                  <a:lnTo>
                    <a:pt x="0" y="6"/>
                  </a:lnTo>
                  <a:lnTo>
                    <a:pt x="12" y="1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73" name=""/>
            <p:cNvSpPr/>
            <p:nvPr/>
          </p:nvSpPr>
          <p:spPr>
            <a:xfrm rot="0">
              <a:off x="2036" y="3149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0" y="4"/>
                  </a:moveTo>
                  <a:lnTo>
                    <a:pt x="26" y="1"/>
                  </a:lnTo>
                  <a:lnTo>
                    <a:pt x="2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74" name=""/>
            <p:cNvSpPr/>
            <p:nvPr/>
          </p:nvSpPr>
          <p:spPr>
            <a:xfrm rot="0" flipV="1">
              <a:off x="2045" y="31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75" name=""/>
            <p:cNvSpPr/>
            <p:nvPr/>
          </p:nvSpPr>
          <p:spPr>
            <a:xfrm rot="0">
              <a:off x="2021" y="3110"/>
              <a:ext cx="24" cy="42"/>
            </a:xfrm>
            <a:custGeom>
              <a:avLst/>
              <a:ahLst/>
              <a:rect l="0" t="0" r="r" b="b"/>
              <a:pathLst>
                <a:path w="72" h="127">
                  <a:moveTo>
                    <a:pt x="21" y="127"/>
                  </a:moveTo>
                  <a:lnTo>
                    <a:pt x="46" y="123"/>
                  </a:lnTo>
                  <a:lnTo>
                    <a:pt x="72" y="119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21" y="1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76" name=""/>
            <p:cNvSpPr/>
            <p:nvPr/>
          </p:nvSpPr>
          <p:spPr>
            <a:xfrm rot="0">
              <a:off x="2021" y="3110"/>
              <a:ext cx="24" cy="42"/>
            </a:xfrm>
            <a:custGeom>
              <a:avLst/>
              <a:ahLst/>
              <a:rect l="0" t="0" r="r" b="b"/>
              <a:pathLst>
                <a:path w="72" h="127">
                  <a:moveTo>
                    <a:pt x="21" y="127"/>
                  </a:moveTo>
                  <a:lnTo>
                    <a:pt x="46" y="123"/>
                  </a:lnTo>
                  <a:lnTo>
                    <a:pt x="72" y="119"/>
                  </a:lnTo>
                  <a:lnTo>
                    <a:pt x="51" y="0"/>
                  </a:lnTo>
                  <a:lnTo>
                    <a:pt x="26" y="5"/>
                  </a:lnTo>
                  <a:lnTo>
                    <a:pt x="0" y="9"/>
                  </a:lnTo>
                  <a:lnTo>
                    <a:pt x="21" y="1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77" name=""/>
            <p:cNvSpPr/>
            <p:nvPr/>
          </p:nvSpPr>
          <p:spPr>
            <a:xfrm rot="0">
              <a:off x="2029" y="3109"/>
              <a:ext cx="9" cy="2"/>
            </a:xfrm>
            <a:custGeom>
              <a:avLst/>
              <a:ahLst/>
              <a:rect l="0" t="0" r="r" b="b"/>
              <a:pathLst>
                <a:path w="25" h="7">
                  <a:moveTo>
                    <a:pt x="0" y="7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78" name=""/>
            <p:cNvSpPr/>
            <p:nvPr/>
          </p:nvSpPr>
          <p:spPr>
            <a:xfrm rot="0" flipV="1">
              <a:off x="2038" y="3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79" name=""/>
            <p:cNvSpPr/>
            <p:nvPr/>
          </p:nvSpPr>
          <p:spPr>
            <a:xfrm rot="0">
              <a:off x="2011" y="3070"/>
              <a:ext cx="27" cy="43"/>
            </a:xfrm>
            <a:custGeom>
              <a:avLst/>
              <a:ahLst/>
              <a:rect l="0" t="0" r="r" b="b"/>
              <a:pathLst>
                <a:path w="79" h="129">
                  <a:moveTo>
                    <a:pt x="28" y="129"/>
                  </a:moveTo>
                  <a:lnTo>
                    <a:pt x="54" y="123"/>
                  </a:lnTo>
                  <a:lnTo>
                    <a:pt x="79" y="116"/>
                  </a:lnTo>
                  <a:lnTo>
                    <a:pt x="51" y="0"/>
                  </a:lnTo>
                  <a:lnTo>
                    <a:pt x="25" y="6"/>
                  </a:lnTo>
                  <a:lnTo>
                    <a:pt x="0" y="12"/>
                  </a:lnTo>
                  <a:lnTo>
                    <a:pt x="28" y="1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80" name=""/>
            <p:cNvSpPr/>
            <p:nvPr/>
          </p:nvSpPr>
          <p:spPr>
            <a:xfrm rot="0">
              <a:off x="2011" y="3070"/>
              <a:ext cx="27" cy="43"/>
            </a:xfrm>
            <a:custGeom>
              <a:avLst/>
              <a:ahLst/>
              <a:rect l="0" t="0" r="r" b="b"/>
              <a:pathLst>
                <a:path w="79" h="129">
                  <a:moveTo>
                    <a:pt x="28" y="129"/>
                  </a:moveTo>
                  <a:lnTo>
                    <a:pt x="54" y="123"/>
                  </a:lnTo>
                  <a:lnTo>
                    <a:pt x="79" y="116"/>
                  </a:lnTo>
                  <a:lnTo>
                    <a:pt x="51" y="0"/>
                  </a:lnTo>
                  <a:lnTo>
                    <a:pt x="25" y="6"/>
                  </a:lnTo>
                  <a:lnTo>
                    <a:pt x="0" y="12"/>
                  </a:lnTo>
                  <a:lnTo>
                    <a:pt x="28" y="1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81" name=""/>
            <p:cNvSpPr/>
            <p:nvPr/>
          </p:nvSpPr>
          <p:spPr>
            <a:xfrm rot="0">
              <a:off x="2020" y="3070"/>
              <a:ext cx="8" cy="2"/>
            </a:xfrm>
            <a:custGeom>
              <a:avLst/>
              <a:ahLst/>
              <a:rect l="0" t="0" r="r" b="b"/>
              <a:pathLst>
                <a:path w="26" h="8">
                  <a:moveTo>
                    <a:pt x="0" y="8"/>
                  </a:moveTo>
                  <a:lnTo>
                    <a:pt x="26" y="2"/>
                  </a:lnTo>
                  <a:lnTo>
                    <a:pt x="25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82" name=""/>
            <p:cNvSpPr/>
            <p:nvPr/>
          </p:nvSpPr>
          <p:spPr>
            <a:xfrm rot="0" flipH="1" flipV="1">
              <a:off x="2028" y="30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83" name=""/>
            <p:cNvSpPr/>
            <p:nvPr/>
          </p:nvSpPr>
          <p:spPr>
            <a:xfrm rot="0">
              <a:off x="1999" y="3031"/>
              <a:ext cx="29" cy="44"/>
            </a:xfrm>
            <a:custGeom>
              <a:avLst/>
              <a:ahLst/>
              <a:rect l="0" t="0" r="r" b="b"/>
              <a:pathLst>
                <a:path w="86" h="131">
                  <a:moveTo>
                    <a:pt x="37" y="131"/>
                  </a:moveTo>
                  <a:lnTo>
                    <a:pt x="61" y="123"/>
                  </a:lnTo>
                  <a:lnTo>
                    <a:pt x="86" y="115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37" y="1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84" name=""/>
            <p:cNvSpPr/>
            <p:nvPr/>
          </p:nvSpPr>
          <p:spPr>
            <a:xfrm rot="0">
              <a:off x="1999" y="3031"/>
              <a:ext cx="29" cy="44"/>
            </a:xfrm>
            <a:custGeom>
              <a:avLst/>
              <a:ahLst/>
              <a:rect l="0" t="0" r="r" b="b"/>
              <a:pathLst>
                <a:path w="86" h="131">
                  <a:moveTo>
                    <a:pt x="37" y="131"/>
                  </a:moveTo>
                  <a:lnTo>
                    <a:pt x="61" y="123"/>
                  </a:lnTo>
                  <a:lnTo>
                    <a:pt x="86" y="115"/>
                  </a:lnTo>
                  <a:lnTo>
                    <a:pt x="49" y="0"/>
                  </a:lnTo>
                  <a:lnTo>
                    <a:pt x="24" y="8"/>
                  </a:lnTo>
                  <a:lnTo>
                    <a:pt x="0" y="16"/>
                  </a:lnTo>
                  <a:lnTo>
                    <a:pt x="37" y="1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85" name=""/>
            <p:cNvSpPr/>
            <p:nvPr/>
          </p:nvSpPr>
          <p:spPr>
            <a:xfrm rot="0">
              <a:off x="2007" y="3031"/>
              <a:ext cx="9" cy="3"/>
            </a:xfrm>
            <a:custGeom>
              <a:avLst/>
              <a:ahLst/>
              <a:rect l="0" t="0" r="r" b="b"/>
              <a:pathLst>
                <a:path w="25" h="10">
                  <a:moveTo>
                    <a:pt x="0" y="10"/>
                  </a:moveTo>
                  <a:lnTo>
                    <a:pt x="25" y="2"/>
                  </a:lnTo>
                  <a:lnTo>
                    <a:pt x="25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86" name=""/>
            <p:cNvSpPr/>
            <p:nvPr/>
          </p:nvSpPr>
          <p:spPr>
            <a:xfrm rot="0" flipV="1">
              <a:off x="2016" y="30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87" name=""/>
            <p:cNvSpPr/>
            <p:nvPr/>
          </p:nvSpPr>
          <p:spPr>
            <a:xfrm rot="0">
              <a:off x="1985" y="2994"/>
              <a:ext cx="31" cy="43"/>
            </a:xfrm>
            <a:custGeom>
              <a:avLst/>
              <a:ahLst/>
              <a:rect l="0" t="0" r="r" b="b"/>
              <a:pathLst>
                <a:path w="93" h="130">
                  <a:moveTo>
                    <a:pt x="44" y="130"/>
                  </a:moveTo>
                  <a:lnTo>
                    <a:pt x="68" y="121"/>
                  </a:lnTo>
                  <a:lnTo>
                    <a:pt x="93" y="111"/>
                  </a:lnTo>
                  <a:lnTo>
                    <a:pt x="49" y="0"/>
                  </a:lnTo>
                  <a:lnTo>
                    <a:pt x="24" y="9"/>
                  </a:lnTo>
                  <a:lnTo>
                    <a:pt x="0" y="19"/>
                  </a:lnTo>
                  <a:lnTo>
                    <a:pt x="44" y="1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88" name=""/>
            <p:cNvSpPr/>
            <p:nvPr/>
          </p:nvSpPr>
          <p:spPr>
            <a:xfrm rot="0">
              <a:off x="1985" y="2994"/>
              <a:ext cx="31" cy="43"/>
            </a:xfrm>
            <a:custGeom>
              <a:avLst/>
              <a:ahLst/>
              <a:rect l="0" t="0" r="r" b="b"/>
              <a:pathLst>
                <a:path w="93" h="130">
                  <a:moveTo>
                    <a:pt x="44" y="130"/>
                  </a:moveTo>
                  <a:lnTo>
                    <a:pt x="68" y="121"/>
                  </a:lnTo>
                  <a:lnTo>
                    <a:pt x="93" y="111"/>
                  </a:lnTo>
                  <a:lnTo>
                    <a:pt x="49" y="0"/>
                  </a:lnTo>
                  <a:lnTo>
                    <a:pt x="24" y="9"/>
                  </a:lnTo>
                  <a:lnTo>
                    <a:pt x="0" y="19"/>
                  </a:lnTo>
                  <a:lnTo>
                    <a:pt x="44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89" name=""/>
            <p:cNvSpPr/>
            <p:nvPr/>
          </p:nvSpPr>
          <p:spPr>
            <a:xfrm rot="0">
              <a:off x="1993" y="2993"/>
              <a:ext cx="8" cy="4"/>
            </a:xfrm>
            <a:custGeom>
              <a:avLst/>
              <a:ahLst/>
              <a:rect l="0" t="0" r="r" b="b"/>
              <a:pathLst>
                <a:path w="25" h="11">
                  <a:moveTo>
                    <a:pt x="0" y="11"/>
                  </a:moveTo>
                  <a:lnTo>
                    <a:pt x="25" y="2"/>
                  </a:lnTo>
                  <a:lnTo>
                    <a:pt x="24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90" name=""/>
            <p:cNvSpPr/>
            <p:nvPr/>
          </p:nvSpPr>
          <p:spPr>
            <a:xfrm rot="0" flipH="1" flipV="1">
              <a:off x="2001" y="29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91" name=""/>
            <p:cNvSpPr/>
            <p:nvPr/>
          </p:nvSpPr>
          <p:spPr>
            <a:xfrm rot="0">
              <a:off x="1968" y="2957"/>
              <a:ext cx="33" cy="44"/>
            </a:xfrm>
            <a:custGeom>
              <a:avLst/>
              <a:ahLst/>
              <a:rect l="0" t="0" r="r" b="b"/>
              <a:pathLst>
                <a:path w="98" h="132">
                  <a:moveTo>
                    <a:pt x="51" y="132"/>
                  </a:moveTo>
                  <a:lnTo>
                    <a:pt x="74" y="120"/>
                  </a:lnTo>
                  <a:lnTo>
                    <a:pt x="98" y="109"/>
                  </a:lnTo>
                  <a:lnTo>
                    <a:pt x="47" y="0"/>
                  </a:lnTo>
                  <a:lnTo>
                    <a:pt x="23" y="11"/>
                  </a:lnTo>
                  <a:lnTo>
                    <a:pt x="0" y="22"/>
                  </a:lnTo>
                  <a:lnTo>
                    <a:pt x="51" y="1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92" name=""/>
            <p:cNvSpPr/>
            <p:nvPr/>
          </p:nvSpPr>
          <p:spPr>
            <a:xfrm rot="0">
              <a:off x="1968" y="2957"/>
              <a:ext cx="33" cy="44"/>
            </a:xfrm>
            <a:custGeom>
              <a:avLst/>
              <a:ahLst/>
              <a:rect l="0" t="0" r="r" b="b"/>
              <a:pathLst>
                <a:path w="98" h="132">
                  <a:moveTo>
                    <a:pt x="51" y="132"/>
                  </a:moveTo>
                  <a:lnTo>
                    <a:pt x="74" y="120"/>
                  </a:lnTo>
                  <a:lnTo>
                    <a:pt x="98" y="109"/>
                  </a:lnTo>
                  <a:lnTo>
                    <a:pt x="47" y="0"/>
                  </a:lnTo>
                  <a:lnTo>
                    <a:pt x="23" y="11"/>
                  </a:lnTo>
                  <a:lnTo>
                    <a:pt x="0" y="22"/>
                  </a:lnTo>
                  <a:lnTo>
                    <a:pt x="51" y="1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93" name=""/>
            <p:cNvSpPr/>
            <p:nvPr/>
          </p:nvSpPr>
          <p:spPr>
            <a:xfrm rot="0">
              <a:off x="1976" y="2956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0" y="13"/>
                  </a:moveTo>
                  <a:lnTo>
                    <a:pt x="24" y="2"/>
                  </a:lnTo>
                  <a:lnTo>
                    <a:pt x="23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94" name=""/>
            <p:cNvSpPr/>
            <p:nvPr/>
          </p:nvSpPr>
          <p:spPr>
            <a:xfrm rot="0" flipH="1" flipV="1">
              <a:off x="1983" y="29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95" name=""/>
            <p:cNvSpPr/>
            <p:nvPr/>
          </p:nvSpPr>
          <p:spPr>
            <a:xfrm rot="0">
              <a:off x="1949" y="2921"/>
              <a:ext cx="34" cy="44"/>
            </a:xfrm>
            <a:custGeom>
              <a:avLst/>
              <a:ahLst/>
              <a:rect l="0" t="0" r="r" b="b"/>
              <a:pathLst>
                <a:path w="104" h="130">
                  <a:moveTo>
                    <a:pt x="59" y="130"/>
                  </a:moveTo>
                  <a:lnTo>
                    <a:pt x="81" y="117"/>
                  </a:lnTo>
                  <a:lnTo>
                    <a:pt x="104" y="104"/>
                  </a:lnTo>
                  <a:lnTo>
                    <a:pt x="45" y="0"/>
                  </a:lnTo>
                  <a:lnTo>
                    <a:pt x="22" y="13"/>
                  </a:lnTo>
                  <a:lnTo>
                    <a:pt x="0" y="26"/>
                  </a:lnTo>
                  <a:lnTo>
                    <a:pt x="59" y="1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96" name=""/>
            <p:cNvSpPr/>
            <p:nvPr/>
          </p:nvSpPr>
          <p:spPr>
            <a:xfrm rot="0">
              <a:off x="1949" y="2921"/>
              <a:ext cx="34" cy="44"/>
            </a:xfrm>
            <a:custGeom>
              <a:avLst/>
              <a:ahLst/>
              <a:rect l="0" t="0" r="r" b="b"/>
              <a:pathLst>
                <a:path w="104" h="130">
                  <a:moveTo>
                    <a:pt x="59" y="130"/>
                  </a:moveTo>
                  <a:lnTo>
                    <a:pt x="81" y="117"/>
                  </a:lnTo>
                  <a:lnTo>
                    <a:pt x="104" y="104"/>
                  </a:lnTo>
                  <a:lnTo>
                    <a:pt x="45" y="0"/>
                  </a:lnTo>
                  <a:lnTo>
                    <a:pt x="22" y="13"/>
                  </a:lnTo>
                  <a:lnTo>
                    <a:pt x="0" y="26"/>
                  </a:lnTo>
                  <a:lnTo>
                    <a:pt x="59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97" name=""/>
            <p:cNvSpPr/>
            <p:nvPr/>
          </p:nvSpPr>
          <p:spPr>
            <a:xfrm rot="0">
              <a:off x="1956" y="2921"/>
              <a:ext cx="8" cy="5"/>
            </a:xfrm>
            <a:custGeom>
              <a:avLst/>
              <a:ahLst/>
              <a:rect l="0" t="0" r="r" b="b"/>
              <a:pathLst>
                <a:path w="23" h="14">
                  <a:moveTo>
                    <a:pt x="0" y="14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398" name=""/>
            <p:cNvSpPr/>
            <p:nvPr/>
          </p:nvSpPr>
          <p:spPr>
            <a:xfrm rot="0" flipH="1" flipV="1">
              <a:off x="1963" y="2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399" name=""/>
            <p:cNvSpPr/>
            <p:nvPr/>
          </p:nvSpPr>
          <p:spPr>
            <a:xfrm rot="0">
              <a:off x="1927" y="2887"/>
              <a:ext cx="36" cy="43"/>
            </a:xfrm>
            <a:custGeom>
              <a:avLst/>
              <a:ahLst/>
              <a:rect l="0" t="0" r="r" b="b"/>
              <a:pathLst>
                <a:path w="110" h="130">
                  <a:moveTo>
                    <a:pt x="67" y="130"/>
                  </a:moveTo>
                  <a:lnTo>
                    <a:pt x="88" y="116"/>
                  </a:lnTo>
                  <a:lnTo>
                    <a:pt x="110" y="102"/>
                  </a:lnTo>
                  <a:lnTo>
                    <a:pt x="43" y="0"/>
                  </a:lnTo>
                  <a:lnTo>
                    <a:pt x="22" y="15"/>
                  </a:lnTo>
                  <a:lnTo>
                    <a:pt x="0" y="29"/>
                  </a:lnTo>
                  <a:lnTo>
                    <a:pt x="67" y="1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00" name=""/>
            <p:cNvSpPr/>
            <p:nvPr/>
          </p:nvSpPr>
          <p:spPr>
            <a:xfrm rot="0">
              <a:off x="1927" y="2887"/>
              <a:ext cx="36" cy="43"/>
            </a:xfrm>
            <a:custGeom>
              <a:avLst/>
              <a:ahLst/>
              <a:rect l="0" t="0" r="r" b="b"/>
              <a:pathLst>
                <a:path w="110" h="130">
                  <a:moveTo>
                    <a:pt x="67" y="130"/>
                  </a:moveTo>
                  <a:lnTo>
                    <a:pt x="88" y="116"/>
                  </a:lnTo>
                  <a:lnTo>
                    <a:pt x="110" y="102"/>
                  </a:lnTo>
                  <a:lnTo>
                    <a:pt x="43" y="0"/>
                  </a:lnTo>
                  <a:lnTo>
                    <a:pt x="22" y="15"/>
                  </a:lnTo>
                  <a:lnTo>
                    <a:pt x="0" y="29"/>
                  </a:lnTo>
                  <a:lnTo>
                    <a:pt x="67" y="1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01" name=""/>
            <p:cNvSpPr/>
            <p:nvPr/>
          </p:nvSpPr>
          <p:spPr>
            <a:xfrm rot="0">
              <a:off x="1934" y="2887"/>
              <a:ext cx="7" cy="5"/>
            </a:xfrm>
            <a:custGeom>
              <a:avLst/>
              <a:ahLst/>
              <a:rect l="0" t="0" r="r" b="b"/>
              <a:pathLst>
                <a:path w="21" h="16">
                  <a:moveTo>
                    <a:pt x="0" y="16"/>
                  </a:moveTo>
                  <a:lnTo>
                    <a:pt x="21" y="1"/>
                  </a:lnTo>
                  <a:lnTo>
                    <a:pt x="20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02" name=""/>
            <p:cNvSpPr/>
            <p:nvPr/>
          </p:nvSpPr>
          <p:spPr>
            <a:xfrm rot="0" flipH="1" flipV="1">
              <a:off x="1941" y="2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03" name=""/>
            <p:cNvSpPr/>
            <p:nvPr/>
          </p:nvSpPr>
          <p:spPr>
            <a:xfrm rot="0">
              <a:off x="1903" y="2855"/>
              <a:ext cx="38" cy="42"/>
            </a:xfrm>
            <a:custGeom>
              <a:avLst/>
              <a:ahLst/>
              <a:rect l="0" t="0" r="r" b="b"/>
              <a:pathLst>
                <a:path w="113" h="127">
                  <a:moveTo>
                    <a:pt x="72" y="127"/>
                  </a:moveTo>
                  <a:lnTo>
                    <a:pt x="93" y="112"/>
                  </a:lnTo>
                  <a:lnTo>
                    <a:pt x="113" y="96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1"/>
                  </a:lnTo>
                  <a:lnTo>
                    <a:pt x="72" y="1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04" name=""/>
            <p:cNvSpPr/>
            <p:nvPr/>
          </p:nvSpPr>
          <p:spPr>
            <a:xfrm rot="0">
              <a:off x="1903" y="2855"/>
              <a:ext cx="38" cy="42"/>
            </a:xfrm>
            <a:custGeom>
              <a:avLst/>
              <a:ahLst/>
              <a:rect l="0" t="0" r="r" b="b"/>
              <a:pathLst>
                <a:path w="113" h="127">
                  <a:moveTo>
                    <a:pt x="72" y="127"/>
                  </a:moveTo>
                  <a:lnTo>
                    <a:pt x="93" y="112"/>
                  </a:lnTo>
                  <a:lnTo>
                    <a:pt x="113" y="96"/>
                  </a:lnTo>
                  <a:lnTo>
                    <a:pt x="41" y="0"/>
                  </a:lnTo>
                  <a:lnTo>
                    <a:pt x="20" y="16"/>
                  </a:lnTo>
                  <a:lnTo>
                    <a:pt x="0" y="31"/>
                  </a:lnTo>
                  <a:lnTo>
                    <a:pt x="72" y="1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05" name=""/>
            <p:cNvSpPr/>
            <p:nvPr/>
          </p:nvSpPr>
          <p:spPr>
            <a:xfrm rot="0">
              <a:off x="1910" y="2854"/>
              <a:ext cx="7" cy="6"/>
            </a:xfrm>
            <a:custGeom>
              <a:avLst/>
              <a:ahLst/>
              <a:rect l="0" t="0" r="r" b="b"/>
              <a:pathLst>
                <a:path w="21" h="18">
                  <a:moveTo>
                    <a:pt x="0" y="18"/>
                  </a:moveTo>
                  <a:lnTo>
                    <a:pt x="21" y="2"/>
                  </a:lnTo>
                  <a:lnTo>
                    <a:pt x="20" y="0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06" name=""/>
            <p:cNvSpPr/>
            <p:nvPr/>
          </p:nvSpPr>
          <p:spPr>
            <a:xfrm rot="0" flipH="1" flipV="1">
              <a:off x="1916" y="2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07" name=""/>
            <p:cNvSpPr/>
            <p:nvPr/>
          </p:nvSpPr>
          <p:spPr>
            <a:xfrm rot="0">
              <a:off x="1877" y="2824"/>
              <a:ext cx="39" cy="42"/>
            </a:xfrm>
            <a:custGeom>
              <a:avLst/>
              <a:ahLst/>
              <a:rect l="0" t="0" r="r" b="b"/>
              <a:pathLst>
                <a:path w="118" h="126">
                  <a:moveTo>
                    <a:pt x="79" y="126"/>
                  </a:moveTo>
                  <a:lnTo>
                    <a:pt x="98" y="109"/>
                  </a:lnTo>
                  <a:lnTo>
                    <a:pt x="118" y="91"/>
                  </a:lnTo>
                  <a:lnTo>
                    <a:pt x="39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79" y="1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08" name=""/>
            <p:cNvSpPr/>
            <p:nvPr/>
          </p:nvSpPr>
          <p:spPr>
            <a:xfrm rot="0">
              <a:off x="1877" y="2824"/>
              <a:ext cx="39" cy="42"/>
            </a:xfrm>
            <a:custGeom>
              <a:avLst/>
              <a:ahLst/>
              <a:rect l="0" t="0" r="r" b="b"/>
              <a:pathLst>
                <a:path w="118" h="126">
                  <a:moveTo>
                    <a:pt x="79" y="126"/>
                  </a:moveTo>
                  <a:lnTo>
                    <a:pt x="98" y="109"/>
                  </a:lnTo>
                  <a:lnTo>
                    <a:pt x="118" y="91"/>
                  </a:lnTo>
                  <a:lnTo>
                    <a:pt x="39" y="0"/>
                  </a:lnTo>
                  <a:lnTo>
                    <a:pt x="20" y="18"/>
                  </a:lnTo>
                  <a:lnTo>
                    <a:pt x="0" y="35"/>
                  </a:lnTo>
                  <a:lnTo>
                    <a:pt x="79" y="1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09" name=""/>
            <p:cNvSpPr/>
            <p:nvPr/>
          </p:nvSpPr>
          <p:spPr>
            <a:xfrm rot="0">
              <a:off x="1884" y="2823"/>
              <a:ext cx="6" cy="7"/>
            </a:xfrm>
            <a:custGeom>
              <a:avLst/>
              <a:ahLst/>
              <a:rect l="0" t="0" r="r" b="b"/>
              <a:pathLst>
                <a:path w="19" h="19">
                  <a:moveTo>
                    <a:pt x="0" y="19"/>
                  </a:moveTo>
                  <a:lnTo>
                    <a:pt x="19" y="1"/>
                  </a:lnTo>
                  <a:lnTo>
                    <a:pt x="1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10" name=""/>
            <p:cNvSpPr/>
            <p:nvPr/>
          </p:nvSpPr>
          <p:spPr>
            <a:xfrm rot="0" flipH="1" flipV="1">
              <a:off x="1890" y="2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11" name=""/>
            <p:cNvSpPr/>
            <p:nvPr/>
          </p:nvSpPr>
          <p:spPr>
            <a:xfrm rot="0">
              <a:off x="1849" y="2795"/>
              <a:ext cx="41" cy="41"/>
            </a:xfrm>
            <a:custGeom>
              <a:avLst/>
              <a:ahLst/>
              <a:rect l="0" t="0" r="r" b="b"/>
              <a:pathLst>
                <a:path w="122" h="121">
                  <a:moveTo>
                    <a:pt x="85" y="121"/>
                  </a:moveTo>
                  <a:lnTo>
                    <a:pt x="104" y="103"/>
                  </a:lnTo>
                  <a:lnTo>
                    <a:pt x="122" y="84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6"/>
                  </a:lnTo>
                  <a:lnTo>
                    <a:pt x="85" y="1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12" name=""/>
            <p:cNvSpPr/>
            <p:nvPr/>
          </p:nvSpPr>
          <p:spPr>
            <a:xfrm rot="0">
              <a:off x="1849" y="2795"/>
              <a:ext cx="41" cy="41"/>
            </a:xfrm>
            <a:custGeom>
              <a:avLst/>
              <a:ahLst/>
              <a:rect l="0" t="0" r="r" b="b"/>
              <a:pathLst>
                <a:path w="122" h="121">
                  <a:moveTo>
                    <a:pt x="85" y="121"/>
                  </a:moveTo>
                  <a:lnTo>
                    <a:pt x="104" y="103"/>
                  </a:lnTo>
                  <a:lnTo>
                    <a:pt x="122" y="84"/>
                  </a:lnTo>
                  <a:lnTo>
                    <a:pt x="37" y="0"/>
                  </a:lnTo>
                  <a:lnTo>
                    <a:pt x="19" y="18"/>
                  </a:lnTo>
                  <a:lnTo>
                    <a:pt x="0" y="36"/>
                  </a:lnTo>
                  <a:lnTo>
                    <a:pt x="85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13" name=""/>
            <p:cNvSpPr/>
            <p:nvPr/>
          </p:nvSpPr>
          <p:spPr>
            <a:xfrm rot="0">
              <a:off x="1855" y="2795"/>
              <a:ext cx="6" cy="6"/>
            </a:xfrm>
            <a:custGeom>
              <a:avLst/>
              <a:ahLst/>
              <a:rect l="0" t="0" r="r" b="b"/>
              <a:pathLst>
                <a:path w="18" h="19">
                  <a:moveTo>
                    <a:pt x="0" y="19"/>
                  </a:moveTo>
                  <a:lnTo>
                    <a:pt x="18" y="1"/>
                  </a:lnTo>
                  <a:lnTo>
                    <a:pt x="17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14" name=""/>
            <p:cNvSpPr/>
            <p:nvPr/>
          </p:nvSpPr>
          <p:spPr>
            <a:xfrm rot="0" flipH="1" flipV="1">
              <a:off x="1861" y="27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15" name=""/>
            <p:cNvSpPr/>
            <p:nvPr/>
          </p:nvSpPr>
          <p:spPr>
            <a:xfrm rot="0">
              <a:off x="1819" y="2769"/>
              <a:ext cx="42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90" y="117"/>
                  </a:moveTo>
                  <a:lnTo>
                    <a:pt x="108" y="98"/>
                  </a:lnTo>
                  <a:lnTo>
                    <a:pt x="125" y="79"/>
                  </a:lnTo>
                  <a:lnTo>
                    <a:pt x="34" y="0"/>
                  </a:lnTo>
                  <a:lnTo>
                    <a:pt x="17" y="19"/>
                  </a:lnTo>
                  <a:lnTo>
                    <a:pt x="0" y="39"/>
                  </a:lnTo>
                  <a:lnTo>
                    <a:pt x="90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16" name=""/>
            <p:cNvSpPr/>
            <p:nvPr/>
          </p:nvSpPr>
          <p:spPr>
            <a:xfrm rot="0">
              <a:off x="1819" y="2769"/>
              <a:ext cx="42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90" y="117"/>
                  </a:moveTo>
                  <a:lnTo>
                    <a:pt x="108" y="98"/>
                  </a:lnTo>
                  <a:lnTo>
                    <a:pt x="125" y="79"/>
                  </a:lnTo>
                  <a:lnTo>
                    <a:pt x="34" y="0"/>
                  </a:lnTo>
                  <a:lnTo>
                    <a:pt x="17" y="19"/>
                  </a:lnTo>
                  <a:lnTo>
                    <a:pt x="0" y="39"/>
                  </a:lnTo>
                  <a:lnTo>
                    <a:pt x="90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17" name=""/>
            <p:cNvSpPr/>
            <p:nvPr/>
          </p:nvSpPr>
          <p:spPr>
            <a:xfrm rot="0">
              <a:off x="1825" y="2768"/>
              <a:ext cx="6" cy="7"/>
            </a:xfrm>
            <a:custGeom>
              <a:avLst/>
              <a:ahLst/>
              <a:rect l="0" t="0" r="r" b="b"/>
              <a:pathLst>
                <a:path w="17" h="20">
                  <a:moveTo>
                    <a:pt x="0" y="20"/>
                  </a:moveTo>
                  <a:lnTo>
                    <a:pt x="17" y="1"/>
                  </a:lnTo>
                  <a:lnTo>
                    <a:pt x="15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18" name=""/>
            <p:cNvSpPr/>
            <p:nvPr/>
          </p:nvSpPr>
          <p:spPr>
            <a:xfrm rot="0" flipH="1" flipV="1">
              <a:off x="1830" y="2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19" name=""/>
            <p:cNvSpPr/>
            <p:nvPr/>
          </p:nvSpPr>
          <p:spPr>
            <a:xfrm rot="0">
              <a:off x="1788" y="2744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96" y="114"/>
                  </a:moveTo>
                  <a:lnTo>
                    <a:pt x="111" y="93"/>
                  </a:lnTo>
                  <a:lnTo>
                    <a:pt x="126" y="73"/>
                  </a:lnTo>
                  <a:lnTo>
                    <a:pt x="30" y="0"/>
                  </a:lnTo>
                  <a:lnTo>
                    <a:pt x="15" y="21"/>
                  </a:lnTo>
                  <a:lnTo>
                    <a:pt x="0" y="41"/>
                  </a:lnTo>
                  <a:lnTo>
                    <a:pt x="96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20" name=""/>
            <p:cNvSpPr/>
            <p:nvPr/>
          </p:nvSpPr>
          <p:spPr>
            <a:xfrm rot="0">
              <a:off x="1788" y="2744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96" y="114"/>
                  </a:moveTo>
                  <a:lnTo>
                    <a:pt x="111" y="93"/>
                  </a:lnTo>
                  <a:lnTo>
                    <a:pt x="126" y="73"/>
                  </a:lnTo>
                  <a:lnTo>
                    <a:pt x="30" y="0"/>
                  </a:lnTo>
                  <a:lnTo>
                    <a:pt x="15" y="21"/>
                  </a:lnTo>
                  <a:lnTo>
                    <a:pt x="0" y="41"/>
                  </a:lnTo>
                  <a:lnTo>
                    <a:pt x="96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21" name=""/>
            <p:cNvSpPr/>
            <p:nvPr/>
          </p:nvSpPr>
          <p:spPr>
            <a:xfrm rot="0">
              <a:off x="1793" y="2744"/>
              <a:ext cx="5" cy="7"/>
            </a:xfrm>
            <a:custGeom>
              <a:avLst/>
              <a:ahLst/>
              <a:rect l="0" t="0" r="r" b="b"/>
              <a:pathLst>
                <a:path w="15" h="22">
                  <a:moveTo>
                    <a:pt x="0" y="22"/>
                  </a:moveTo>
                  <a:lnTo>
                    <a:pt x="15" y="1"/>
                  </a:lnTo>
                  <a:lnTo>
                    <a:pt x="14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22" name=""/>
            <p:cNvSpPr/>
            <p:nvPr/>
          </p:nvSpPr>
          <p:spPr>
            <a:xfrm rot="0" flipH="1" flipV="1">
              <a:off x="1798" y="27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23" name=""/>
            <p:cNvSpPr/>
            <p:nvPr/>
          </p:nvSpPr>
          <p:spPr>
            <a:xfrm rot="0">
              <a:off x="1755" y="2722"/>
              <a:ext cx="43" cy="36"/>
            </a:xfrm>
            <a:custGeom>
              <a:avLst/>
              <a:ahLst/>
              <a:rect l="0" t="0" r="r" b="b"/>
              <a:pathLst>
                <a:path w="128" h="109">
                  <a:moveTo>
                    <a:pt x="100" y="109"/>
                  </a:moveTo>
                  <a:lnTo>
                    <a:pt x="114" y="88"/>
                  </a:lnTo>
                  <a:lnTo>
                    <a:pt x="128" y="66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100" y="1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24" name=""/>
            <p:cNvSpPr/>
            <p:nvPr/>
          </p:nvSpPr>
          <p:spPr>
            <a:xfrm rot="0">
              <a:off x="1755" y="2722"/>
              <a:ext cx="43" cy="36"/>
            </a:xfrm>
            <a:custGeom>
              <a:avLst/>
              <a:ahLst/>
              <a:rect l="0" t="0" r="r" b="b"/>
              <a:pathLst>
                <a:path w="128" h="109">
                  <a:moveTo>
                    <a:pt x="100" y="109"/>
                  </a:moveTo>
                  <a:lnTo>
                    <a:pt x="114" y="88"/>
                  </a:lnTo>
                  <a:lnTo>
                    <a:pt x="128" y="66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43"/>
                  </a:lnTo>
                  <a:lnTo>
                    <a:pt x="100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25" name=""/>
            <p:cNvSpPr/>
            <p:nvPr/>
          </p:nvSpPr>
          <p:spPr>
            <a:xfrm rot="0">
              <a:off x="1760" y="2721"/>
              <a:ext cx="4" cy="8"/>
            </a:xfrm>
            <a:custGeom>
              <a:avLst/>
              <a:ahLst/>
              <a:rect l="0" t="0" r="r" b="b"/>
              <a:pathLst>
                <a:path w="14" h="22">
                  <a:moveTo>
                    <a:pt x="0" y="22"/>
                  </a:moveTo>
                  <a:lnTo>
                    <a:pt x="14" y="1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26" name=""/>
            <p:cNvSpPr/>
            <p:nvPr/>
          </p:nvSpPr>
          <p:spPr>
            <a:xfrm rot="0" flipH="1" flipV="1">
              <a:off x="1764" y="27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27" name=""/>
            <p:cNvSpPr/>
            <p:nvPr/>
          </p:nvSpPr>
          <p:spPr>
            <a:xfrm rot="0">
              <a:off x="1720" y="2702"/>
              <a:ext cx="44" cy="34"/>
            </a:xfrm>
            <a:custGeom>
              <a:avLst/>
              <a:ahLst/>
              <a:rect l="0" t="0" r="r" b="b"/>
              <a:pathLst>
                <a:path w="132" h="104">
                  <a:moveTo>
                    <a:pt x="106" y="104"/>
                  </a:moveTo>
                  <a:lnTo>
                    <a:pt x="119" y="81"/>
                  </a:lnTo>
                  <a:lnTo>
                    <a:pt x="132" y="59"/>
                  </a:lnTo>
                  <a:lnTo>
                    <a:pt x="27" y="0"/>
                  </a:lnTo>
                  <a:lnTo>
                    <a:pt x="14" y="22"/>
                  </a:lnTo>
                  <a:lnTo>
                    <a:pt x="0" y="45"/>
                  </a:lnTo>
                  <a:lnTo>
                    <a:pt x="106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28" name=""/>
            <p:cNvSpPr/>
            <p:nvPr/>
          </p:nvSpPr>
          <p:spPr>
            <a:xfrm rot="0">
              <a:off x="1720" y="2702"/>
              <a:ext cx="44" cy="34"/>
            </a:xfrm>
            <a:custGeom>
              <a:avLst/>
              <a:ahLst/>
              <a:rect l="0" t="0" r="r" b="b"/>
              <a:pathLst>
                <a:path w="132" h="104">
                  <a:moveTo>
                    <a:pt x="106" y="104"/>
                  </a:moveTo>
                  <a:lnTo>
                    <a:pt x="119" y="81"/>
                  </a:lnTo>
                  <a:lnTo>
                    <a:pt x="132" y="59"/>
                  </a:lnTo>
                  <a:lnTo>
                    <a:pt x="27" y="0"/>
                  </a:lnTo>
                  <a:lnTo>
                    <a:pt x="14" y="22"/>
                  </a:lnTo>
                  <a:lnTo>
                    <a:pt x="0" y="45"/>
                  </a:lnTo>
                  <a:lnTo>
                    <a:pt x="106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29" name=""/>
            <p:cNvSpPr/>
            <p:nvPr/>
          </p:nvSpPr>
          <p:spPr>
            <a:xfrm rot="0">
              <a:off x="1725" y="2701"/>
              <a:ext cx="4" cy="8"/>
            </a:xfrm>
            <a:custGeom>
              <a:avLst/>
              <a:ahLst/>
              <a:rect l="0" t="0" r="r" b="b"/>
              <a:pathLst>
                <a:path w="13" h="23">
                  <a:moveTo>
                    <a:pt x="0" y="23"/>
                  </a:moveTo>
                  <a:lnTo>
                    <a:pt x="13" y="1"/>
                  </a:lnTo>
                  <a:lnTo>
                    <a:pt x="11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30" name=""/>
            <p:cNvSpPr/>
            <p:nvPr/>
          </p:nvSpPr>
          <p:spPr>
            <a:xfrm rot="0" flipH="1" flipV="1">
              <a:off x="1728" y="2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31" name=""/>
            <p:cNvSpPr/>
            <p:nvPr/>
          </p:nvSpPr>
          <p:spPr>
            <a:xfrm rot="0">
              <a:off x="1685" y="2684"/>
              <a:ext cx="43" cy="33"/>
            </a:xfrm>
            <a:custGeom>
              <a:avLst/>
              <a:ahLst/>
              <a:rect l="0" t="0" r="r" b="b"/>
              <a:pathLst>
                <a:path w="131" h="98">
                  <a:moveTo>
                    <a:pt x="108" y="98"/>
                  </a:moveTo>
                  <a:lnTo>
                    <a:pt x="120" y="74"/>
                  </a:lnTo>
                  <a:lnTo>
                    <a:pt x="131" y="51"/>
                  </a:lnTo>
                  <a:lnTo>
                    <a:pt x="23" y="0"/>
                  </a:lnTo>
                  <a:lnTo>
                    <a:pt x="11" y="23"/>
                  </a:lnTo>
                  <a:lnTo>
                    <a:pt x="0" y="47"/>
                  </a:lnTo>
                  <a:lnTo>
                    <a:pt x="108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32" name=""/>
            <p:cNvSpPr/>
            <p:nvPr/>
          </p:nvSpPr>
          <p:spPr>
            <a:xfrm rot="0">
              <a:off x="1685" y="2684"/>
              <a:ext cx="43" cy="33"/>
            </a:xfrm>
            <a:custGeom>
              <a:avLst/>
              <a:ahLst/>
              <a:rect l="0" t="0" r="r" b="b"/>
              <a:pathLst>
                <a:path w="131" h="98">
                  <a:moveTo>
                    <a:pt x="108" y="98"/>
                  </a:moveTo>
                  <a:lnTo>
                    <a:pt x="120" y="74"/>
                  </a:lnTo>
                  <a:lnTo>
                    <a:pt x="131" y="51"/>
                  </a:lnTo>
                  <a:lnTo>
                    <a:pt x="23" y="0"/>
                  </a:lnTo>
                  <a:lnTo>
                    <a:pt x="11" y="23"/>
                  </a:lnTo>
                  <a:lnTo>
                    <a:pt x="0" y="47"/>
                  </a:lnTo>
                  <a:lnTo>
                    <a:pt x="108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33" name=""/>
            <p:cNvSpPr/>
            <p:nvPr/>
          </p:nvSpPr>
          <p:spPr>
            <a:xfrm rot="0">
              <a:off x="1688" y="2684"/>
              <a:ext cx="4" cy="8"/>
            </a:xfrm>
            <a:custGeom>
              <a:avLst/>
              <a:ahLst/>
              <a:rect l="0" t="0" r="r" b="b"/>
              <a:pathLst>
                <a:path w="12" h="24">
                  <a:moveTo>
                    <a:pt x="0" y="24"/>
                  </a:moveTo>
                  <a:lnTo>
                    <a:pt x="12" y="1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34" name=""/>
            <p:cNvSpPr/>
            <p:nvPr/>
          </p:nvSpPr>
          <p:spPr>
            <a:xfrm rot="0" flipH="1" flipV="1">
              <a:off x="1692" y="26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35" name=""/>
            <p:cNvSpPr/>
            <p:nvPr/>
          </p:nvSpPr>
          <p:spPr>
            <a:xfrm rot="0">
              <a:off x="1648" y="2669"/>
              <a:ext cx="44" cy="31"/>
            </a:xfrm>
            <a:custGeom>
              <a:avLst/>
              <a:ahLst/>
              <a:rect l="0" t="0" r="r" b="b"/>
              <a:pathLst>
                <a:path w="131" h="94">
                  <a:moveTo>
                    <a:pt x="112" y="94"/>
                  </a:moveTo>
                  <a:lnTo>
                    <a:pt x="121" y="69"/>
                  </a:lnTo>
                  <a:lnTo>
                    <a:pt x="131" y="45"/>
                  </a:lnTo>
                  <a:lnTo>
                    <a:pt x="18" y="0"/>
                  </a:lnTo>
                  <a:lnTo>
                    <a:pt x="9" y="24"/>
                  </a:lnTo>
                  <a:lnTo>
                    <a:pt x="0" y="49"/>
                  </a:lnTo>
                  <a:lnTo>
                    <a:pt x="112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36" name=""/>
            <p:cNvSpPr/>
            <p:nvPr/>
          </p:nvSpPr>
          <p:spPr>
            <a:xfrm rot="0">
              <a:off x="1648" y="2669"/>
              <a:ext cx="44" cy="31"/>
            </a:xfrm>
            <a:custGeom>
              <a:avLst/>
              <a:ahLst/>
              <a:rect l="0" t="0" r="r" b="b"/>
              <a:pathLst>
                <a:path w="131" h="94">
                  <a:moveTo>
                    <a:pt x="112" y="94"/>
                  </a:moveTo>
                  <a:lnTo>
                    <a:pt x="121" y="69"/>
                  </a:lnTo>
                  <a:lnTo>
                    <a:pt x="131" y="45"/>
                  </a:lnTo>
                  <a:lnTo>
                    <a:pt x="18" y="0"/>
                  </a:lnTo>
                  <a:lnTo>
                    <a:pt x="9" y="24"/>
                  </a:lnTo>
                  <a:lnTo>
                    <a:pt x="0" y="49"/>
                  </a:lnTo>
                  <a:lnTo>
                    <a:pt x="112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37" name=""/>
            <p:cNvSpPr/>
            <p:nvPr/>
          </p:nvSpPr>
          <p:spPr>
            <a:xfrm rot="0">
              <a:off x="1651" y="2669"/>
              <a:ext cx="3" cy="8"/>
            </a:xfrm>
            <a:custGeom>
              <a:avLst/>
              <a:ahLst/>
              <a:rect l="0" t="0" r="r" b="b"/>
              <a:pathLst>
                <a:path w="9" h="24">
                  <a:moveTo>
                    <a:pt x="0" y="24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38" name=""/>
            <p:cNvSpPr/>
            <p:nvPr/>
          </p:nvSpPr>
          <p:spPr>
            <a:xfrm rot="0" flipH="1">
              <a:off x="1654" y="2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39" name=""/>
            <p:cNvSpPr/>
            <p:nvPr/>
          </p:nvSpPr>
          <p:spPr>
            <a:xfrm rot="0">
              <a:off x="1610" y="2657"/>
              <a:ext cx="44" cy="28"/>
            </a:xfrm>
            <a:custGeom>
              <a:avLst/>
              <a:ahLst/>
              <a:rect l="0" t="0" r="r" b="b"/>
              <a:pathLst>
                <a:path w="130" h="85">
                  <a:moveTo>
                    <a:pt x="114" y="85"/>
                  </a:moveTo>
                  <a:lnTo>
                    <a:pt x="122" y="60"/>
                  </a:lnTo>
                  <a:lnTo>
                    <a:pt x="130" y="36"/>
                  </a:lnTo>
                  <a:lnTo>
                    <a:pt x="16" y="0"/>
                  </a:lnTo>
                  <a:lnTo>
                    <a:pt x="8" y="24"/>
                  </a:lnTo>
                  <a:lnTo>
                    <a:pt x="0" y="49"/>
                  </a:lnTo>
                  <a:lnTo>
                    <a:pt x="114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40" name=""/>
            <p:cNvSpPr/>
            <p:nvPr/>
          </p:nvSpPr>
          <p:spPr>
            <a:xfrm rot="0">
              <a:off x="1610" y="2657"/>
              <a:ext cx="44" cy="28"/>
            </a:xfrm>
            <a:custGeom>
              <a:avLst/>
              <a:ahLst/>
              <a:rect l="0" t="0" r="r" b="b"/>
              <a:pathLst>
                <a:path w="130" h="85">
                  <a:moveTo>
                    <a:pt x="114" y="85"/>
                  </a:moveTo>
                  <a:lnTo>
                    <a:pt x="122" y="60"/>
                  </a:lnTo>
                  <a:lnTo>
                    <a:pt x="130" y="36"/>
                  </a:lnTo>
                  <a:lnTo>
                    <a:pt x="16" y="0"/>
                  </a:lnTo>
                  <a:lnTo>
                    <a:pt x="8" y="24"/>
                  </a:lnTo>
                  <a:lnTo>
                    <a:pt x="0" y="49"/>
                  </a:lnTo>
                  <a:lnTo>
                    <a:pt x="114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41" name=""/>
            <p:cNvSpPr/>
            <p:nvPr/>
          </p:nvSpPr>
          <p:spPr>
            <a:xfrm rot="0">
              <a:off x="1613" y="2657"/>
              <a:ext cx="3" cy="8"/>
            </a:xfrm>
            <a:custGeom>
              <a:avLst/>
              <a:ahLst/>
              <a:rect l="0" t="0" r="r" b="b"/>
              <a:pathLst>
                <a:path w="8" h="25">
                  <a:moveTo>
                    <a:pt x="0" y="25"/>
                  </a:moveTo>
                  <a:lnTo>
                    <a:pt x="8" y="1"/>
                  </a:lnTo>
                  <a:lnTo>
                    <a:pt x="6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42" name=""/>
            <p:cNvSpPr/>
            <p:nvPr/>
          </p:nvSpPr>
          <p:spPr>
            <a:xfrm rot="0" flipH="1" flipV="1">
              <a:off x="1615" y="2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43" name=""/>
            <p:cNvSpPr/>
            <p:nvPr/>
          </p:nvSpPr>
          <p:spPr>
            <a:xfrm rot="0">
              <a:off x="1572" y="2647"/>
              <a:ext cx="43" cy="27"/>
            </a:xfrm>
            <a:custGeom>
              <a:avLst/>
              <a:ahLst/>
              <a:rect l="0" t="0" r="r" b="b"/>
              <a:pathLst>
                <a:path w="129" h="80">
                  <a:moveTo>
                    <a:pt x="117" y="80"/>
                  </a:moveTo>
                  <a:lnTo>
                    <a:pt x="123" y="54"/>
                  </a:lnTo>
                  <a:lnTo>
                    <a:pt x="129" y="29"/>
                  </a:lnTo>
                  <a:lnTo>
                    <a:pt x="12" y="0"/>
                  </a:lnTo>
                  <a:lnTo>
                    <a:pt x="6" y="26"/>
                  </a:lnTo>
                  <a:lnTo>
                    <a:pt x="0" y="51"/>
                  </a:lnTo>
                  <a:lnTo>
                    <a:pt x="117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44" name=""/>
            <p:cNvSpPr/>
            <p:nvPr/>
          </p:nvSpPr>
          <p:spPr>
            <a:xfrm rot="0">
              <a:off x="1572" y="2647"/>
              <a:ext cx="43" cy="27"/>
            </a:xfrm>
            <a:custGeom>
              <a:avLst/>
              <a:ahLst/>
              <a:rect l="0" t="0" r="r" b="b"/>
              <a:pathLst>
                <a:path w="129" h="80">
                  <a:moveTo>
                    <a:pt x="117" y="80"/>
                  </a:moveTo>
                  <a:lnTo>
                    <a:pt x="123" y="54"/>
                  </a:lnTo>
                  <a:lnTo>
                    <a:pt x="129" y="29"/>
                  </a:lnTo>
                  <a:lnTo>
                    <a:pt x="12" y="0"/>
                  </a:lnTo>
                  <a:lnTo>
                    <a:pt x="6" y="26"/>
                  </a:lnTo>
                  <a:lnTo>
                    <a:pt x="0" y="51"/>
                  </a:lnTo>
                  <a:lnTo>
                    <a:pt x="117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45" name=""/>
            <p:cNvSpPr/>
            <p:nvPr/>
          </p:nvSpPr>
          <p:spPr>
            <a:xfrm rot="0">
              <a:off x="1574" y="2647"/>
              <a:ext cx="2" cy="9"/>
            </a:xfrm>
            <a:custGeom>
              <a:avLst/>
              <a:ahLst/>
              <a:rect l="0" t="0" r="r" b="b"/>
              <a:pathLst>
                <a:path w="6" h="26">
                  <a:moveTo>
                    <a:pt x="0" y="26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46" name=""/>
            <p:cNvSpPr/>
            <p:nvPr/>
          </p:nvSpPr>
          <p:spPr>
            <a:xfrm rot="0" flipH="1">
              <a:off x="1575" y="26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47" name=""/>
            <p:cNvSpPr/>
            <p:nvPr/>
          </p:nvSpPr>
          <p:spPr>
            <a:xfrm rot="0">
              <a:off x="1533" y="2640"/>
              <a:ext cx="42" cy="24"/>
            </a:xfrm>
            <a:custGeom>
              <a:avLst/>
              <a:ahLst/>
              <a:rect l="0" t="0" r="r" b="b"/>
              <a:pathLst>
                <a:path w="126" h="71">
                  <a:moveTo>
                    <a:pt x="118" y="71"/>
                  </a:moveTo>
                  <a:lnTo>
                    <a:pt x="122" y="46"/>
                  </a:lnTo>
                  <a:lnTo>
                    <a:pt x="126" y="20"/>
                  </a:lnTo>
                  <a:lnTo>
                    <a:pt x="8" y="0"/>
                  </a:lnTo>
                  <a:lnTo>
                    <a:pt x="4" y="25"/>
                  </a:lnTo>
                  <a:lnTo>
                    <a:pt x="0" y="51"/>
                  </a:lnTo>
                  <a:lnTo>
                    <a:pt x="118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48" name=""/>
            <p:cNvSpPr/>
            <p:nvPr/>
          </p:nvSpPr>
          <p:spPr>
            <a:xfrm rot="0">
              <a:off x="1533" y="2640"/>
              <a:ext cx="42" cy="24"/>
            </a:xfrm>
            <a:custGeom>
              <a:avLst/>
              <a:ahLst/>
              <a:rect l="0" t="0" r="r" b="b"/>
              <a:pathLst>
                <a:path w="126" h="71">
                  <a:moveTo>
                    <a:pt x="118" y="71"/>
                  </a:moveTo>
                  <a:lnTo>
                    <a:pt x="122" y="46"/>
                  </a:lnTo>
                  <a:lnTo>
                    <a:pt x="126" y="20"/>
                  </a:lnTo>
                  <a:lnTo>
                    <a:pt x="8" y="0"/>
                  </a:lnTo>
                  <a:lnTo>
                    <a:pt x="4" y="25"/>
                  </a:lnTo>
                  <a:lnTo>
                    <a:pt x="0" y="51"/>
                  </a:lnTo>
                  <a:lnTo>
                    <a:pt x="118" y="7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49" name=""/>
            <p:cNvSpPr/>
            <p:nvPr/>
          </p:nvSpPr>
          <p:spPr>
            <a:xfrm rot="0">
              <a:off x="1535" y="2640"/>
              <a:ext cx="1" cy="9"/>
            </a:xfrm>
            <a:custGeom>
              <a:avLst/>
              <a:ahLst/>
              <a:rect l="0" t="0" r="r" b="b"/>
              <a:pathLst>
                <a:path w="4" h="25">
                  <a:moveTo>
                    <a:pt x="0" y="25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50" name=""/>
            <p:cNvSpPr/>
            <p:nvPr/>
          </p:nvSpPr>
          <p:spPr>
            <a:xfrm rot="0" flipH="1">
              <a:off x="1536" y="26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51" name=""/>
            <p:cNvSpPr/>
            <p:nvPr/>
          </p:nvSpPr>
          <p:spPr>
            <a:xfrm rot="0">
              <a:off x="1494" y="2636"/>
              <a:ext cx="42" cy="21"/>
            </a:xfrm>
            <a:custGeom>
              <a:avLst/>
              <a:ahLst/>
              <a:rect l="0" t="0" r="r" b="b"/>
              <a:pathLst>
                <a:path w="126" h="63">
                  <a:moveTo>
                    <a:pt x="120" y="63"/>
                  </a:moveTo>
                  <a:lnTo>
                    <a:pt x="123" y="37"/>
                  </a:lnTo>
                  <a:lnTo>
                    <a:pt x="126" y="12"/>
                  </a:lnTo>
                  <a:lnTo>
                    <a:pt x="6" y="0"/>
                  </a:lnTo>
                  <a:lnTo>
                    <a:pt x="3" y="25"/>
                  </a:lnTo>
                  <a:lnTo>
                    <a:pt x="0" y="51"/>
                  </a:lnTo>
                  <a:lnTo>
                    <a:pt x="12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52" name=""/>
            <p:cNvSpPr/>
            <p:nvPr/>
          </p:nvSpPr>
          <p:spPr>
            <a:xfrm rot="0">
              <a:off x="1494" y="2636"/>
              <a:ext cx="42" cy="21"/>
            </a:xfrm>
            <a:custGeom>
              <a:avLst/>
              <a:ahLst/>
              <a:rect l="0" t="0" r="r" b="b"/>
              <a:pathLst>
                <a:path w="126" h="63">
                  <a:moveTo>
                    <a:pt x="120" y="63"/>
                  </a:moveTo>
                  <a:lnTo>
                    <a:pt x="123" y="37"/>
                  </a:lnTo>
                  <a:lnTo>
                    <a:pt x="126" y="12"/>
                  </a:lnTo>
                  <a:lnTo>
                    <a:pt x="6" y="0"/>
                  </a:lnTo>
                  <a:lnTo>
                    <a:pt x="3" y="25"/>
                  </a:lnTo>
                  <a:lnTo>
                    <a:pt x="0" y="51"/>
                  </a:lnTo>
                  <a:lnTo>
                    <a:pt x="12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53" name=""/>
            <p:cNvSpPr/>
            <p:nvPr/>
          </p:nvSpPr>
          <p:spPr>
            <a:xfrm rot="0">
              <a:off x="1495" y="2636"/>
              <a:ext cx="1" cy="9"/>
            </a:xfrm>
            <a:custGeom>
              <a:avLst/>
              <a:ahLst/>
              <a:rect l="0" t="0" r="r" b="b"/>
              <a:pathLst>
                <a:path w="3" h="25">
                  <a:moveTo>
                    <a:pt x="0" y="25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54" name=""/>
            <p:cNvSpPr/>
            <p:nvPr/>
          </p:nvSpPr>
          <p:spPr>
            <a:xfrm rot="0" flipH="1">
              <a:off x="1495" y="2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55" name=""/>
            <p:cNvSpPr/>
            <p:nvPr/>
          </p:nvSpPr>
          <p:spPr>
            <a:xfrm rot="0">
              <a:off x="1454" y="2635"/>
              <a:ext cx="41" cy="18"/>
            </a:xfrm>
            <a:custGeom>
              <a:avLst/>
              <a:ahLst/>
              <a:rect l="0" t="0" r="r" b="b"/>
              <a:pathLst>
                <a:path w="122" h="55">
                  <a:moveTo>
                    <a:pt x="120" y="55"/>
                  </a:moveTo>
                  <a:lnTo>
                    <a:pt x="121" y="29"/>
                  </a:lnTo>
                  <a:lnTo>
                    <a:pt x="122" y="4"/>
                  </a:lnTo>
                  <a:lnTo>
                    <a:pt x="2" y="0"/>
                  </a:lnTo>
                  <a:lnTo>
                    <a:pt x="1" y="25"/>
                  </a:lnTo>
                  <a:lnTo>
                    <a:pt x="0" y="51"/>
                  </a:lnTo>
                  <a:lnTo>
                    <a:pt x="120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56" name=""/>
            <p:cNvSpPr/>
            <p:nvPr/>
          </p:nvSpPr>
          <p:spPr>
            <a:xfrm rot="0">
              <a:off x="1454" y="2635"/>
              <a:ext cx="41" cy="18"/>
            </a:xfrm>
            <a:custGeom>
              <a:avLst/>
              <a:ahLst/>
              <a:rect l="0" t="0" r="r" b="b"/>
              <a:pathLst>
                <a:path w="122" h="55">
                  <a:moveTo>
                    <a:pt x="120" y="55"/>
                  </a:moveTo>
                  <a:lnTo>
                    <a:pt x="121" y="29"/>
                  </a:lnTo>
                  <a:lnTo>
                    <a:pt x="122" y="4"/>
                  </a:lnTo>
                  <a:lnTo>
                    <a:pt x="2" y="0"/>
                  </a:lnTo>
                  <a:lnTo>
                    <a:pt x="1" y="25"/>
                  </a:lnTo>
                  <a:lnTo>
                    <a:pt x="0" y="51"/>
                  </a:lnTo>
                  <a:lnTo>
                    <a:pt x="120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57" name=""/>
            <p:cNvSpPr/>
            <p:nvPr/>
          </p:nvSpPr>
          <p:spPr>
            <a:xfrm rot="0">
              <a:off x="1454" y="2635"/>
              <a:ext cx="1" cy="8"/>
            </a:xfrm>
            <a:custGeom>
              <a:avLst/>
              <a:ahLst/>
              <a:rect l="0" t="0" r="r" b="b"/>
              <a:pathLst>
                <a:path w="2" h="25">
                  <a:moveTo>
                    <a:pt x="1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58" name=""/>
            <p:cNvSpPr/>
            <p:nvPr/>
          </p:nvSpPr>
          <p:spPr>
            <a:xfrm rot="0" flipH="1">
              <a:off x="1454" y="26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59" name=""/>
            <p:cNvSpPr/>
            <p:nvPr/>
          </p:nvSpPr>
          <p:spPr>
            <a:xfrm rot="0">
              <a:off x="1414" y="2635"/>
              <a:ext cx="41" cy="18"/>
            </a:xfrm>
            <a:custGeom>
              <a:avLst/>
              <a:ahLst/>
              <a:rect l="0" t="0" r="r" b="b"/>
              <a:pathLst>
                <a:path w="122" h="55">
                  <a:moveTo>
                    <a:pt x="122" y="51"/>
                  </a:moveTo>
                  <a:lnTo>
                    <a:pt x="121" y="25"/>
                  </a:lnTo>
                  <a:lnTo>
                    <a:pt x="120" y="0"/>
                  </a:lnTo>
                  <a:lnTo>
                    <a:pt x="0" y="4"/>
                  </a:lnTo>
                  <a:lnTo>
                    <a:pt x="1" y="29"/>
                  </a:lnTo>
                  <a:lnTo>
                    <a:pt x="2" y="55"/>
                  </a:lnTo>
                  <a:lnTo>
                    <a:pt x="122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60" name=""/>
            <p:cNvSpPr/>
            <p:nvPr/>
          </p:nvSpPr>
          <p:spPr>
            <a:xfrm rot="0">
              <a:off x="1414" y="2635"/>
              <a:ext cx="41" cy="18"/>
            </a:xfrm>
            <a:custGeom>
              <a:avLst/>
              <a:ahLst/>
              <a:rect l="0" t="0" r="r" b="b"/>
              <a:pathLst>
                <a:path w="122" h="55">
                  <a:moveTo>
                    <a:pt x="122" y="51"/>
                  </a:moveTo>
                  <a:lnTo>
                    <a:pt x="121" y="25"/>
                  </a:lnTo>
                  <a:lnTo>
                    <a:pt x="120" y="0"/>
                  </a:lnTo>
                  <a:lnTo>
                    <a:pt x="0" y="4"/>
                  </a:lnTo>
                  <a:lnTo>
                    <a:pt x="1" y="29"/>
                  </a:lnTo>
                  <a:lnTo>
                    <a:pt x="2" y="55"/>
                  </a:lnTo>
                  <a:lnTo>
                    <a:pt x="122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61" name=""/>
            <p:cNvSpPr/>
            <p:nvPr/>
          </p:nvSpPr>
          <p:spPr>
            <a:xfrm rot="0">
              <a:off x="1414" y="2636"/>
              <a:ext cx="1" cy="9"/>
            </a:xfrm>
            <a:custGeom>
              <a:avLst/>
              <a:ahLst/>
              <a:rect l="0" t="0" r="r" b="b"/>
              <a:pathLst>
                <a:path w="3" h="25">
                  <a:moveTo>
                    <a:pt x="3" y="2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3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62" name=""/>
            <p:cNvSpPr/>
            <p:nvPr/>
          </p:nvSpPr>
          <p:spPr>
            <a:xfrm rot="0" flipH="1">
              <a:off x="1414" y="26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63" name=""/>
            <p:cNvSpPr/>
            <p:nvPr/>
          </p:nvSpPr>
          <p:spPr>
            <a:xfrm rot="0">
              <a:off x="1374" y="2636"/>
              <a:ext cx="42" cy="21"/>
            </a:xfrm>
            <a:custGeom>
              <a:avLst/>
              <a:ahLst/>
              <a:rect l="0" t="0" r="r" b="b"/>
              <a:pathLst>
                <a:path w="125" h="63">
                  <a:moveTo>
                    <a:pt x="125" y="51"/>
                  </a:moveTo>
                  <a:lnTo>
                    <a:pt x="122" y="25"/>
                  </a:lnTo>
                  <a:lnTo>
                    <a:pt x="119" y="0"/>
                  </a:lnTo>
                  <a:lnTo>
                    <a:pt x="0" y="12"/>
                  </a:lnTo>
                  <a:lnTo>
                    <a:pt x="3" y="37"/>
                  </a:lnTo>
                  <a:lnTo>
                    <a:pt x="6" y="63"/>
                  </a:lnTo>
                  <a:lnTo>
                    <a:pt x="12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64" name=""/>
            <p:cNvSpPr/>
            <p:nvPr/>
          </p:nvSpPr>
          <p:spPr>
            <a:xfrm rot="0">
              <a:off x="1374" y="2636"/>
              <a:ext cx="42" cy="21"/>
            </a:xfrm>
            <a:custGeom>
              <a:avLst/>
              <a:ahLst/>
              <a:rect l="0" t="0" r="r" b="b"/>
              <a:pathLst>
                <a:path w="125" h="63">
                  <a:moveTo>
                    <a:pt x="125" y="51"/>
                  </a:moveTo>
                  <a:lnTo>
                    <a:pt x="122" y="25"/>
                  </a:lnTo>
                  <a:lnTo>
                    <a:pt x="119" y="0"/>
                  </a:lnTo>
                  <a:lnTo>
                    <a:pt x="0" y="12"/>
                  </a:lnTo>
                  <a:lnTo>
                    <a:pt x="3" y="37"/>
                  </a:lnTo>
                  <a:lnTo>
                    <a:pt x="6" y="63"/>
                  </a:lnTo>
                  <a:lnTo>
                    <a:pt x="125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65" name=""/>
            <p:cNvSpPr/>
            <p:nvPr/>
          </p:nvSpPr>
          <p:spPr>
            <a:xfrm rot="0">
              <a:off x="1374" y="2640"/>
              <a:ext cx="1" cy="9"/>
            </a:xfrm>
            <a:custGeom>
              <a:avLst/>
              <a:ahLst/>
              <a:rect l="0" t="0" r="r" b="b"/>
              <a:pathLst>
                <a:path w="4" h="25">
                  <a:moveTo>
                    <a:pt x="4" y="2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499" name=""/>
          <p:cNvGrpSpPr/>
          <p:nvPr/>
        </p:nvGrpSpPr>
        <p:grpSpPr>
          <a:xfrm rot="0">
            <a:off x="1365250" y="4191000"/>
            <a:ext cx="1320800" cy="1885950"/>
            <a:chOff x="860" y="2640"/>
            <a:chExt cx="832" cy="1188"/>
          </a:xfrm>
        </p:grpSpPr>
        <p:sp>
          <p:nvSpPr>
            <p:cNvPr id="1087466" name=""/>
            <p:cNvSpPr/>
            <p:nvPr/>
          </p:nvSpPr>
          <p:spPr>
            <a:xfrm rot="0" flipH="1">
              <a:off x="1374" y="26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67" name=""/>
            <p:cNvSpPr/>
            <p:nvPr/>
          </p:nvSpPr>
          <p:spPr>
            <a:xfrm rot="0">
              <a:off x="1334" y="2640"/>
              <a:ext cx="42" cy="24"/>
            </a:xfrm>
            <a:custGeom>
              <a:avLst/>
              <a:ahLst/>
              <a:rect l="0" t="0" r="r" b="b"/>
              <a:pathLst>
                <a:path w="127" h="71">
                  <a:moveTo>
                    <a:pt x="127" y="51"/>
                  </a:moveTo>
                  <a:lnTo>
                    <a:pt x="123" y="25"/>
                  </a:lnTo>
                  <a:lnTo>
                    <a:pt x="119" y="0"/>
                  </a:lnTo>
                  <a:lnTo>
                    <a:pt x="0" y="20"/>
                  </a:lnTo>
                  <a:lnTo>
                    <a:pt x="4" y="46"/>
                  </a:lnTo>
                  <a:lnTo>
                    <a:pt x="9" y="71"/>
                  </a:lnTo>
                  <a:lnTo>
                    <a:pt x="12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68" name=""/>
            <p:cNvSpPr/>
            <p:nvPr/>
          </p:nvSpPr>
          <p:spPr>
            <a:xfrm rot="0">
              <a:off x="1334" y="2640"/>
              <a:ext cx="42" cy="24"/>
            </a:xfrm>
            <a:custGeom>
              <a:avLst/>
              <a:ahLst/>
              <a:rect l="0" t="0" r="r" b="b"/>
              <a:pathLst>
                <a:path w="127" h="71">
                  <a:moveTo>
                    <a:pt x="127" y="51"/>
                  </a:moveTo>
                  <a:lnTo>
                    <a:pt x="123" y="25"/>
                  </a:lnTo>
                  <a:lnTo>
                    <a:pt x="119" y="0"/>
                  </a:lnTo>
                  <a:lnTo>
                    <a:pt x="0" y="20"/>
                  </a:lnTo>
                  <a:lnTo>
                    <a:pt x="4" y="46"/>
                  </a:lnTo>
                  <a:lnTo>
                    <a:pt x="9" y="71"/>
                  </a:lnTo>
                  <a:lnTo>
                    <a:pt x="12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69" name=""/>
            <p:cNvSpPr/>
            <p:nvPr/>
          </p:nvSpPr>
          <p:spPr>
            <a:xfrm rot="0">
              <a:off x="1333" y="2647"/>
              <a:ext cx="2" cy="9"/>
            </a:xfrm>
            <a:custGeom>
              <a:avLst/>
              <a:ahLst/>
              <a:rect l="0" t="0" r="r" b="b"/>
              <a:pathLst>
                <a:path w="6" h="26">
                  <a:moveTo>
                    <a:pt x="6" y="26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70" name=""/>
            <p:cNvSpPr/>
            <p:nvPr/>
          </p:nvSpPr>
          <p:spPr>
            <a:xfrm rot="0" flipH="1">
              <a:off x="1333" y="264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71" name=""/>
            <p:cNvSpPr/>
            <p:nvPr/>
          </p:nvSpPr>
          <p:spPr>
            <a:xfrm rot="0">
              <a:off x="1294" y="2647"/>
              <a:ext cx="44" cy="27"/>
            </a:xfrm>
            <a:custGeom>
              <a:avLst/>
              <a:ahLst/>
              <a:rect l="0" t="0" r="r" b="b"/>
              <a:pathLst>
                <a:path w="130" h="80">
                  <a:moveTo>
                    <a:pt x="130" y="51"/>
                  </a:moveTo>
                  <a:lnTo>
                    <a:pt x="123" y="26"/>
                  </a:lnTo>
                  <a:lnTo>
                    <a:pt x="117" y="0"/>
                  </a:lnTo>
                  <a:lnTo>
                    <a:pt x="0" y="29"/>
                  </a:lnTo>
                  <a:lnTo>
                    <a:pt x="6" y="54"/>
                  </a:lnTo>
                  <a:lnTo>
                    <a:pt x="12" y="80"/>
                  </a:lnTo>
                  <a:lnTo>
                    <a:pt x="13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72" name=""/>
            <p:cNvSpPr/>
            <p:nvPr/>
          </p:nvSpPr>
          <p:spPr>
            <a:xfrm rot="0">
              <a:off x="1294" y="2647"/>
              <a:ext cx="44" cy="27"/>
            </a:xfrm>
            <a:custGeom>
              <a:avLst/>
              <a:ahLst/>
              <a:rect l="0" t="0" r="r" b="b"/>
              <a:pathLst>
                <a:path w="130" h="80">
                  <a:moveTo>
                    <a:pt x="130" y="51"/>
                  </a:moveTo>
                  <a:lnTo>
                    <a:pt x="123" y="26"/>
                  </a:lnTo>
                  <a:lnTo>
                    <a:pt x="117" y="0"/>
                  </a:lnTo>
                  <a:lnTo>
                    <a:pt x="0" y="29"/>
                  </a:lnTo>
                  <a:lnTo>
                    <a:pt x="6" y="54"/>
                  </a:lnTo>
                  <a:lnTo>
                    <a:pt x="12" y="80"/>
                  </a:lnTo>
                  <a:lnTo>
                    <a:pt x="13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73" name=""/>
            <p:cNvSpPr/>
            <p:nvPr/>
          </p:nvSpPr>
          <p:spPr>
            <a:xfrm rot="0">
              <a:off x="1294" y="2657"/>
              <a:ext cx="2" cy="8"/>
            </a:xfrm>
            <a:custGeom>
              <a:avLst/>
              <a:ahLst/>
              <a:rect l="0" t="0" r="r" b="b"/>
              <a:pathLst>
                <a:path w="8" h="25">
                  <a:moveTo>
                    <a:pt x="8" y="2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74" name=""/>
            <p:cNvSpPr/>
            <p:nvPr/>
          </p:nvSpPr>
          <p:spPr>
            <a:xfrm rot="0" flipH="1">
              <a:off x="1294" y="26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75" name=""/>
            <p:cNvSpPr/>
            <p:nvPr/>
          </p:nvSpPr>
          <p:spPr>
            <a:xfrm rot="0">
              <a:off x="1255" y="2657"/>
              <a:ext cx="44" cy="28"/>
            </a:xfrm>
            <a:custGeom>
              <a:avLst/>
              <a:ahLst/>
              <a:rect l="0" t="0" r="r" b="b"/>
              <a:pathLst>
                <a:path w="131" h="85">
                  <a:moveTo>
                    <a:pt x="131" y="49"/>
                  </a:moveTo>
                  <a:lnTo>
                    <a:pt x="123" y="24"/>
                  </a:lnTo>
                  <a:lnTo>
                    <a:pt x="115" y="0"/>
                  </a:lnTo>
                  <a:lnTo>
                    <a:pt x="0" y="36"/>
                  </a:lnTo>
                  <a:lnTo>
                    <a:pt x="9" y="60"/>
                  </a:lnTo>
                  <a:lnTo>
                    <a:pt x="17" y="85"/>
                  </a:lnTo>
                  <a:lnTo>
                    <a:pt x="131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76" name=""/>
            <p:cNvSpPr/>
            <p:nvPr/>
          </p:nvSpPr>
          <p:spPr>
            <a:xfrm rot="0">
              <a:off x="1255" y="2657"/>
              <a:ext cx="44" cy="28"/>
            </a:xfrm>
            <a:custGeom>
              <a:avLst/>
              <a:ahLst/>
              <a:rect l="0" t="0" r="r" b="b"/>
              <a:pathLst>
                <a:path w="131" h="85">
                  <a:moveTo>
                    <a:pt x="131" y="49"/>
                  </a:moveTo>
                  <a:lnTo>
                    <a:pt x="123" y="24"/>
                  </a:lnTo>
                  <a:lnTo>
                    <a:pt x="115" y="0"/>
                  </a:lnTo>
                  <a:lnTo>
                    <a:pt x="0" y="36"/>
                  </a:lnTo>
                  <a:lnTo>
                    <a:pt x="9" y="60"/>
                  </a:lnTo>
                  <a:lnTo>
                    <a:pt x="17" y="85"/>
                  </a:lnTo>
                  <a:lnTo>
                    <a:pt x="131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77" name=""/>
            <p:cNvSpPr/>
            <p:nvPr/>
          </p:nvSpPr>
          <p:spPr>
            <a:xfrm rot="0">
              <a:off x="1255" y="2669"/>
              <a:ext cx="3" cy="8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78" name=""/>
            <p:cNvSpPr/>
            <p:nvPr/>
          </p:nvSpPr>
          <p:spPr>
            <a:xfrm rot="0" flipH="1">
              <a:off x="1255" y="2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79" name=""/>
            <p:cNvSpPr/>
            <p:nvPr/>
          </p:nvSpPr>
          <p:spPr>
            <a:xfrm rot="0">
              <a:off x="1218" y="2669"/>
              <a:ext cx="44" cy="31"/>
            </a:xfrm>
            <a:custGeom>
              <a:avLst/>
              <a:ahLst/>
              <a:rect l="0" t="0" r="r" b="b"/>
              <a:pathLst>
                <a:path w="132" h="94">
                  <a:moveTo>
                    <a:pt x="132" y="49"/>
                  </a:moveTo>
                  <a:lnTo>
                    <a:pt x="122" y="24"/>
                  </a:lnTo>
                  <a:lnTo>
                    <a:pt x="111" y="0"/>
                  </a:lnTo>
                  <a:lnTo>
                    <a:pt x="0" y="45"/>
                  </a:lnTo>
                  <a:lnTo>
                    <a:pt x="10" y="69"/>
                  </a:lnTo>
                  <a:lnTo>
                    <a:pt x="21" y="94"/>
                  </a:lnTo>
                  <a:lnTo>
                    <a:pt x="132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80" name=""/>
            <p:cNvSpPr/>
            <p:nvPr/>
          </p:nvSpPr>
          <p:spPr>
            <a:xfrm rot="0">
              <a:off x="1218" y="2669"/>
              <a:ext cx="44" cy="31"/>
            </a:xfrm>
            <a:custGeom>
              <a:avLst/>
              <a:ahLst/>
              <a:rect l="0" t="0" r="r" b="b"/>
              <a:pathLst>
                <a:path w="132" h="94">
                  <a:moveTo>
                    <a:pt x="132" y="49"/>
                  </a:moveTo>
                  <a:lnTo>
                    <a:pt x="122" y="24"/>
                  </a:lnTo>
                  <a:lnTo>
                    <a:pt x="111" y="0"/>
                  </a:lnTo>
                  <a:lnTo>
                    <a:pt x="0" y="45"/>
                  </a:lnTo>
                  <a:lnTo>
                    <a:pt x="10" y="69"/>
                  </a:lnTo>
                  <a:lnTo>
                    <a:pt x="21" y="94"/>
                  </a:lnTo>
                  <a:lnTo>
                    <a:pt x="132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81" name=""/>
            <p:cNvSpPr/>
            <p:nvPr/>
          </p:nvSpPr>
          <p:spPr>
            <a:xfrm rot="0">
              <a:off x="1217" y="2684"/>
              <a:ext cx="4" cy="8"/>
            </a:xfrm>
            <a:custGeom>
              <a:avLst/>
              <a:ahLst/>
              <a:rect l="0" t="0" r="r" b="b"/>
              <a:pathLst>
                <a:path w="11" h="24">
                  <a:moveTo>
                    <a:pt x="11" y="2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1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82" name=""/>
            <p:cNvSpPr/>
            <p:nvPr/>
          </p:nvSpPr>
          <p:spPr>
            <a:xfrm rot="0" flipH="1">
              <a:off x="1217" y="26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83" name=""/>
            <p:cNvSpPr/>
            <p:nvPr/>
          </p:nvSpPr>
          <p:spPr>
            <a:xfrm rot="0">
              <a:off x="1181" y="2684"/>
              <a:ext cx="44" cy="33"/>
            </a:xfrm>
            <a:custGeom>
              <a:avLst/>
              <a:ahLst/>
              <a:rect l="0" t="0" r="r" b="b"/>
              <a:pathLst>
                <a:path w="132" h="98">
                  <a:moveTo>
                    <a:pt x="132" y="47"/>
                  </a:moveTo>
                  <a:lnTo>
                    <a:pt x="120" y="23"/>
                  </a:lnTo>
                  <a:lnTo>
                    <a:pt x="109" y="0"/>
                  </a:lnTo>
                  <a:lnTo>
                    <a:pt x="0" y="51"/>
                  </a:lnTo>
                  <a:lnTo>
                    <a:pt x="11" y="74"/>
                  </a:lnTo>
                  <a:lnTo>
                    <a:pt x="22" y="98"/>
                  </a:lnTo>
                  <a:lnTo>
                    <a:pt x="13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84" name=""/>
            <p:cNvSpPr/>
            <p:nvPr/>
          </p:nvSpPr>
          <p:spPr>
            <a:xfrm rot="0">
              <a:off x="1181" y="2684"/>
              <a:ext cx="44" cy="33"/>
            </a:xfrm>
            <a:custGeom>
              <a:avLst/>
              <a:ahLst/>
              <a:rect l="0" t="0" r="r" b="b"/>
              <a:pathLst>
                <a:path w="132" h="98">
                  <a:moveTo>
                    <a:pt x="132" y="47"/>
                  </a:moveTo>
                  <a:lnTo>
                    <a:pt x="120" y="23"/>
                  </a:lnTo>
                  <a:lnTo>
                    <a:pt x="109" y="0"/>
                  </a:lnTo>
                  <a:lnTo>
                    <a:pt x="0" y="51"/>
                  </a:lnTo>
                  <a:lnTo>
                    <a:pt x="11" y="74"/>
                  </a:lnTo>
                  <a:lnTo>
                    <a:pt x="22" y="98"/>
                  </a:lnTo>
                  <a:lnTo>
                    <a:pt x="132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85" name=""/>
            <p:cNvSpPr/>
            <p:nvPr/>
          </p:nvSpPr>
          <p:spPr>
            <a:xfrm rot="0">
              <a:off x="1180" y="2701"/>
              <a:ext cx="5" cy="8"/>
            </a:xfrm>
            <a:custGeom>
              <a:avLst/>
              <a:ahLst/>
              <a:rect l="0" t="0" r="r" b="b"/>
              <a:pathLst>
                <a:path w="13" h="23">
                  <a:moveTo>
                    <a:pt x="13" y="2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86" name=""/>
            <p:cNvSpPr/>
            <p:nvPr/>
          </p:nvSpPr>
          <p:spPr>
            <a:xfrm rot="0" flipH="1">
              <a:off x="1180" y="27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87" name=""/>
            <p:cNvSpPr/>
            <p:nvPr/>
          </p:nvSpPr>
          <p:spPr>
            <a:xfrm rot="0">
              <a:off x="1146" y="2702"/>
              <a:ext cx="43" cy="34"/>
            </a:xfrm>
            <a:custGeom>
              <a:avLst/>
              <a:ahLst/>
              <a:rect l="0" t="0" r="r" b="b"/>
              <a:pathLst>
                <a:path w="130" h="104">
                  <a:moveTo>
                    <a:pt x="130" y="45"/>
                  </a:moveTo>
                  <a:lnTo>
                    <a:pt x="117" y="22"/>
                  </a:lnTo>
                  <a:lnTo>
                    <a:pt x="104" y="0"/>
                  </a:lnTo>
                  <a:lnTo>
                    <a:pt x="0" y="59"/>
                  </a:lnTo>
                  <a:lnTo>
                    <a:pt x="13" y="81"/>
                  </a:lnTo>
                  <a:lnTo>
                    <a:pt x="26" y="104"/>
                  </a:lnTo>
                  <a:lnTo>
                    <a:pt x="13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88" name=""/>
            <p:cNvSpPr/>
            <p:nvPr/>
          </p:nvSpPr>
          <p:spPr>
            <a:xfrm rot="0">
              <a:off x="1146" y="2702"/>
              <a:ext cx="43" cy="34"/>
            </a:xfrm>
            <a:custGeom>
              <a:avLst/>
              <a:ahLst/>
              <a:rect l="0" t="0" r="r" b="b"/>
              <a:pathLst>
                <a:path w="130" h="104">
                  <a:moveTo>
                    <a:pt x="130" y="45"/>
                  </a:moveTo>
                  <a:lnTo>
                    <a:pt x="117" y="22"/>
                  </a:lnTo>
                  <a:lnTo>
                    <a:pt x="104" y="0"/>
                  </a:lnTo>
                  <a:lnTo>
                    <a:pt x="0" y="59"/>
                  </a:lnTo>
                  <a:lnTo>
                    <a:pt x="13" y="81"/>
                  </a:lnTo>
                  <a:lnTo>
                    <a:pt x="26" y="104"/>
                  </a:lnTo>
                  <a:lnTo>
                    <a:pt x="13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89" name=""/>
            <p:cNvSpPr/>
            <p:nvPr/>
          </p:nvSpPr>
          <p:spPr>
            <a:xfrm rot="0">
              <a:off x="1145" y="2721"/>
              <a:ext cx="5" cy="8"/>
            </a:xfrm>
            <a:custGeom>
              <a:avLst/>
              <a:ahLst/>
              <a:rect l="0" t="0" r="r" b="b"/>
              <a:pathLst>
                <a:path w="14" h="22">
                  <a:moveTo>
                    <a:pt x="14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4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90" name=""/>
            <p:cNvSpPr/>
            <p:nvPr/>
          </p:nvSpPr>
          <p:spPr>
            <a:xfrm rot="0" flipH="1">
              <a:off x="1145" y="27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91" name=""/>
            <p:cNvSpPr/>
            <p:nvPr/>
          </p:nvSpPr>
          <p:spPr>
            <a:xfrm rot="0">
              <a:off x="1111" y="2722"/>
              <a:ext cx="44" cy="36"/>
            </a:xfrm>
            <a:custGeom>
              <a:avLst/>
              <a:ahLst/>
              <a:rect l="0" t="0" r="r" b="b"/>
              <a:pathLst>
                <a:path w="130" h="109">
                  <a:moveTo>
                    <a:pt x="130" y="43"/>
                  </a:moveTo>
                  <a:lnTo>
                    <a:pt x="116" y="21"/>
                  </a:lnTo>
                  <a:lnTo>
                    <a:pt x="102" y="0"/>
                  </a:lnTo>
                  <a:lnTo>
                    <a:pt x="0" y="66"/>
                  </a:lnTo>
                  <a:lnTo>
                    <a:pt x="15" y="88"/>
                  </a:lnTo>
                  <a:lnTo>
                    <a:pt x="29" y="109"/>
                  </a:lnTo>
                  <a:lnTo>
                    <a:pt x="13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92" name=""/>
            <p:cNvSpPr/>
            <p:nvPr/>
          </p:nvSpPr>
          <p:spPr>
            <a:xfrm rot="0">
              <a:off x="1111" y="2722"/>
              <a:ext cx="44" cy="36"/>
            </a:xfrm>
            <a:custGeom>
              <a:avLst/>
              <a:ahLst/>
              <a:rect l="0" t="0" r="r" b="b"/>
              <a:pathLst>
                <a:path w="130" h="109">
                  <a:moveTo>
                    <a:pt x="130" y="43"/>
                  </a:moveTo>
                  <a:lnTo>
                    <a:pt x="116" y="21"/>
                  </a:lnTo>
                  <a:lnTo>
                    <a:pt x="102" y="0"/>
                  </a:lnTo>
                  <a:lnTo>
                    <a:pt x="0" y="66"/>
                  </a:lnTo>
                  <a:lnTo>
                    <a:pt x="15" y="88"/>
                  </a:lnTo>
                  <a:lnTo>
                    <a:pt x="29" y="109"/>
                  </a:lnTo>
                  <a:lnTo>
                    <a:pt x="130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93" name=""/>
            <p:cNvSpPr/>
            <p:nvPr/>
          </p:nvSpPr>
          <p:spPr>
            <a:xfrm rot="0">
              <a:off x="1111" y="2744"/>
              <a:ext cx="5" cy="7"/>
            </a:xfrm>
            <a:custGeom>
              <a:avLst/>
              <a:ahLst/>
              <a:rect l="0" t="0" r="r" b="b"/>
              <a:pathLst>
                <a:path w="16" h="22">
                  <a:moveTo>
                    <a:pt x="16" y="2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94" name=""/>
            <p:cNvSpPr/>
            <p:nvPr/>
          </p:nvSpPr>
          <p:spPr>
            <a:xfrm rot="0" flipH="1">
              <a:off x="1111" y="27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95" name=""/>
            <p:cNvSpPr/>
            <p:nvPr/>
          </p:nvSpPr>
          <p:spPr>
            <a:xfrm rot="0">
              <a:off x="1079" y="2744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126" y="41"/>
                  </a:moveTo>
                  <a:lnTo>
                    <a:pt x="111" y="21"/>
                  </a:lnTo>
                  <a:lnTo>
                    <a:pt x="95" y="0"/>
                  </a:lnTo>
                  <a:lnTo>
                    <a:pt x="0" y="73"/>
                  </a:lnTo>
                  <a:lnTo>
                    <a:pt x="16" y="93"/>
                  </a:lnTo>
                  <a:lnTo>
                    <a:pt x="31" y="114"/>
                  </a:lnTo>
                  <a:lnTo>
                    <a:pt x="126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96" name=""/>
            <p:cNvSpPr/>
            <p:nvPr/>
          </p:nvSpPr>
          <p:spPr>
            <a:xfrm rot="0">
              <a:off x="1079" y="2744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126" y="41"/>
                  </a:moveTo>
                  <a:lnTo>
                    <a:pt x="111" y="21"/>
                  </a:lnTo>
                  <a:lnTo>
                    <a:pt x="95" y="0"/>
                  </a:lnTo>
                  <a:lnTo>
                    <a:pt x="0" y="73"/>
                  </a:lnTo>
                  <a:lnTo>
                    <a:pt x="16" y="93"/>
                  </a:lnTo>
                  <a:lnTo>
                    <a:pt x="31" y="114"/>
                  </a:lnTo>
                  <a:lnTo>
                    <a:pt x="126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97" name=""/>
            <p:cNvSpPr/>
            <p:nvPr/>
          </p:nvSpPr>
          <p:spPr>
            <a:xfrm rot="0">
              <a:off x="1079" y="2768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18" y="2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8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498" name=""/>
            <p:cNvSpPr/>
            <p:nvPr/>
          </p:nvSpPr>
          <p:spPr>
            <a:xfrm rot="0" flipH="1">
              <a:off x="1079" y="2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499" name=""/>
            <p:cNvSpPr/>
            <p:nvPr/>
          </p:nvSpPr>
          <p:spPr>
            <a:xfrm rot="0">
              <a:off x="1049" y="2769"/>
              <a:ext cx="41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125" y="39"/>
                  </a:moveTo>
                  <a:lnTo>
                    <a:pt x="108" y="19"/>
                  </a:lnTo>
                  <a:lnTo>
                    <a:pt x="90" y="0"/>
                  </a:lnTo>
                  <a:lnTo>
                    <a:pt x="0" y="79"/>
                  </a:lnTo>
                  <a:lnTo>
                    <a:pt x="17" y="98"/>
                  </a:lnTo>
                  <a:lnTo>
                    <a:pt x="34" y="117"/>
                  </a:lnTo>
                  <a:lnTo>
                    <a:pt x="125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00" name=""/>
            <p:cNvSpPr/>
            <p:nvPr/>
          </p:nvSpPr>
          <p:spPr>
            <a:xfrm rot="0">
              <a:off x="1049" y="2769"/>
              <a:ext cx="41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125" y="39"/>
                  </a:moveTo>
                  <a:lnTo>
                    <a:pt x="108" y="19"/>
                  </a:lnTo>
                  <a:lnTo>
                    <a:pt x="90" y="0"/>
                  </a:lnTo>
                  <a:lnTo>
                    <a:pt x="0" y="79"/>
                  </a:lnTo>
                  <a:lnTo>
                    <a:pt x="17" y="98"/>
                  </a:lnTo>
                  <a:lnTo>
                    <a:pt x="34" y="117"/>
                  </a:lnTo>
                  <a:lnTo>
                    <a:pt x="125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01" name=""/>
            <p:cNvSpPr/>
            <p:nvPr/>
          </p:nvSpPr>
          <p:spPr>
            <a:xfrm rot="0">
              <a:off x="1048" y="2795"/>
              <a:ext cx="6" cy="6"/>
            </a:xfrm>
            <a:custGeom>
              <a:avLst/>
              <a:ahLst/>
              <a:rect l="0" t="0" r="r" b="b"/>
              <a:pathLst>
                <a:path w="18" h="19">
                  <a:moveTo>
                    <a:pt x="18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02" name=""/>
            <p:cNvSpPr/>
            <p:nvPr/>
          </p:nvSpPr>
          <p:spPr>
            <a:xfrm rot="0" flipH="1">
              <a:off x="1048" y="27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03" name=""/>
            <p:cNvSpPr/>
            <p:nvPr/>
          </p:nvSpPr>
          <p:spPr>
            <a:xfrm rot="0">
              <a:off x="1020" y="2795"/>
              <a:ext cx="40" cy="41"/>
            </a:xfrm>
            <a:custGeom>
              <a:avLst/>
              <a:ahLst/>
              <a:rect l="0" t="0" r="r" b="b"/>
              <a:pathLst>
                <a:path w="121" h="121">
                  <a:moveTo>
                    <a:pt x="121" y="36"/>
                  </a:moveTo>
                  <a:lnTo>
                    <a:pt x="103" y="18"/>
                  </a:lnTo>
                  <a:lnTo>
                    <a:pt x="85" y="0"/>
                  </a:lnTo>
                  <a:lnTo>
                    <a:pt x="0" y="84"/>
                  </a:lnTo>
                  <a:lnTo>
                    <a:pt x="18" y="103"/>
                  </a:lnTo>
                  <a:lnTo>
                    <a:pt x="37" y="121"/>
                  </a:lnTo>
                  <a:lnTo>
                    <a:pt x="121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04" name=""/>
            <p:cNvSpPr/>
            <p:nvPr/>
          </p:nvSpPr>
          <p:spPr>
            <a:xfrm rot="0">
              <a:off x="1020" y="2795"/>
              <a:ext cx="40" cy="41"/>
            </a:xfrm>
            <a:custGeom>
              <a:avLst/>
              <a:ahLst/>
              <a:rect l="0" t="0" r="r" b="b"/>
              <a:pathLst>
                <a:path w="121" h="121">
                  <a:moveTo>
                    <a:pt x="121" y="36"/>
                  </a:moveTo>
                  <a:lnTo>
                    <a:pt x="103" y="18"/>
                  </a:lnTo>
                  <a:lnTo>
                    <a:pt x="85" y="0"/>
                  </a:lnTo>
                  <a:lnTo>
                    <a:pt x="0" y="84"/>
                  </a:lnTo>
                  <a:lnTo>
                    <a:pt x="18" y="103"/>
                  </a:lnTo>
                  <a:lnTo>
                    <a:pt x="37" y="121"/>
                  </a:lnTo>
                  <a:lnTo>
                    <a:pt x="121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05" name=""/>
            <p:cNvSpPr/>
            <p:nvPr/>
          </p:nvSpPr>
          <p:spPr>
            <a:xfrm rot="0">
              <a:off x="1020" y="2823"/>
              <a:ext cx="6" cy="7"/>
            </a:xfrm>
            <a:custGeom>
              <a:avLst/>
              <a:ahLst/>
              <a:rect l="0" t="0" r="r" b="b"/>
              <a:pathLst>
                <a:path w="19" h="19">
                  <a:moveTo>
                    <a:pt x="19" y="19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9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06" name=""/>
            <p:cNvSpPr/>
            <p:nvPr/>
          </p:nvSpPr>
          <p:spPr>
            <a:xfrm rot="0" flipH="1">
              <a:off x="1020" y="2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07" name=""/>
            <p:cNvSpPr/>
            <p:nvPr/>
          </p:nvSpPr>
          <p:spPr>
            <a:xfrm rot="0">
              <a:off x="993" y="2824"/>
              <a:ext cx="40" cy="42"/>
            </a:xfrm>
            <a:custGeom>
              <a:avLst/>
              <a:ahLst/>
              <a:rect l="0" t="0" r="r" b="b"/>
              <a:pathLst>
                <a:path w="119" h="126">
                  <a:moveTo>
                    <a:pt x="119" y="35"/>
                  </a:moveTo>
                  <a:lnTo>
                    <a:pt x="99" y="18"/>
                  </a:lnTo>
                  <a:lnTo>
                    <a:pt x="80" y="0"/>
                  </a:lnTo>
                  <a:lnTo>
                    <a:pt x="0" y="91"/>
                  </a:lnTo>
                  <a:lnTo>
                    <a:pt x="19" y="109"/>
                  </a:lnTo>
                  <a:lnTo>
                    <a:pt x="39" y="126"/>
                  </a:lnTo>
                  <a:lnTo>
                    <a:pt x="11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08" name=""/>
            <p:cNvSpPr/>
            <p:nvPr/>
          </p:nvSpPr>
          <p:spPr>
            <a:xfrm rot="0">
              <a:off x="993" y="2824"/>
              <a:ext cx="40" cy="42"/>
            </a:xfrm>
            <a:custGeom>
              <a:avLst/>
              <a:ahLst/>
              <a:rect l="0" t="0" r="r" b="b"/>
              <a:pathLst>
                <a:path w="119" h="126">
                  <a:moveTo>
                    <a:pt x="119" y="35"/>
                  </a:moveTo>
                  <a:lnTo>
                    <a:pt x="99" y="18"/>
                  </a:lnTo>
                  <a:lnTo>
                    <a:pt x="80" y="0"/>
                  </a:lnTo>
                  <a:lnTo>
                    <a:pt x="0" y="91"/>
                  </a:lnTo>
                  <a:lnTo>
                    <a:pt x="19" y="109"/>
                  </a:lnTo>
                  <a:lnTo>
                    <a:pt x="39" y="126"/>
                  </a:lnTo>
                  <a:lnTo>
                    <a:pt x="119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09" name=""/>
            <p:cNvSpPr/>
            <p:nvPr/>
          </p:nvSpPr>
          <p:spPr>
            <a:xfrm rot="0">
              <a:off x="993" y="2854"/>
              <a:ext cx="6" cy="6"/>
            </a:xfrm>
            <a:custGeom>
              <a:avLst/>
              <a:ahLst/>
              <a:rect l="0" t="0" r="r" b="b"/>
              <a:pathLst>
                <a:path w="20" h="18">
                  <a:moveTo>
                    <a:pt x="20" y="1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10" name=""/>
            <p:cNvSpPr/>
            <p:nvPr/>
          </p:nvSpPr>
          <p:spPr>
            <a:xfrm rot="0" flipH="1">
              <a:off x="993" y="2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11" name=""/>
            <p:cNvSpPr/>
            <p:nvPr/>
          </p:nvSpPr>
          <p:spPr>
            <a:xfrm rot="0">
              <a:off x="969" y="2855"/>
              <a:ext cx="37" cy="42"/>
            </a:xfrm>
            <a:custGeom>
              <a:avLst/>
              <a:ahLst/>
              <a:rect l="0" t="0" r="r" b="b"/>
              <a:pathLst>
                <a:path w="113" h="127">
                  <a:moveTo>
                    <a:pt x="113" y="31"/>
                  </a:moveTo>
                  <a:lnTo>
                    <a:pt x="92" y="16"/>
                  </a:lnTo>
                  <a:lnTo>
                    <a:pt x="72" y="0"/>
                  </a:lnTo>
                  <a:lnTo>
                    <a:pt x="0" y="96"/>
                  </a:lnTo>
                  <a:lnTo>
                    <a:pt x="20" y="112"/>
                  </a:lnTo>
                  <a:lnTo>
                    <a:pt x="40" y="127"/>
                  </a:lnTo>
                  <a:lnTo>
                    <a:pt x="113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12" name=""/>
            <p:cNvSpPr/>
            <p:nvPr/>
          </p:nvSpPr>
          <p:spPr>
            <a:xfrm rot="0">
              <a:off x="969" y="2855"/>
              <a:ext cx="37" cy="42"/>
            </a:xfrm>
            <a:custGeom>
              <a:avLst/>
              <a:ahLst/>
              <a:rect l="0" t="0" r="r" b="b"/>
              <a:pathLst>
                <a:path w="113" h="127">
                  <a:moveTo>
                    <a:pt x="113" y="31"/>
                  </a:moveTo>
                  <a:lnTo>
                    <a:pt x="92" y="16"/>
                  </a:lnTo>
                  <a:lnTo>
                    <a:pt x="72" y="0"/>
                  </a:lnTo>
                  <a:lnTo>
                    <a:pt x="0" y="96"/>
                  </a:lnTo>
                  <a:lnTo>
                    <a:pt x="20" y="112"/>
                  </a:lnTo>
                  <a:lnTo>
                    <a:pt x="40" y="127"/>
                  </a:lnTo>
                  <a:lnTo>
                    <a:pt x="113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13" name=""/>
            <p:cNvSpPr/>
            <p:nvPr/>
          </p:nvSpPr>
          <p:spPr>
            <a:xfrm rot="0">
              <a:off x="968" y="2887"/>
              <a:ext cx="7" cy="5"/>
            </a:xfrm>
            <a:custGeom>
              <a:avLst/>
              <a:ahLst/>
              <a:rect l="0" t="0" r="r" b="b"/>
              <a:pathLst>
                <a:path w="21" h="16">
                  <a:moveTo>
                    <a:pt x="21" y="16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14" name=""/>
            <p:cNvSpPr/>
            <p:nvPr/>
          </p:nvSpPr>
          <p:spPr>
            <a:xfrm rot="0" flipH="1">
              <a:off x="968" y="28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15" name=""/>
            <p:cNvSpPr/>
            <p:nvPr/>
          </p:nvSpPr>
          <p:spPr>
            <a:xfrm rot="0">
              <a:off x="946" y="2887"/>
              <a:ext cx="36" cy="43"/>
            </a:xfrm>
            <a:custGeom>
              <a:avLst/>
              <a:ahLst/>
              <a:rect l="0" t="0" r="r" b="b"/>
              <a:pathLst>
                <a:path w="108" h="130">
                  <a:moveTo>
                    <a:pt x="108" y="29"/>
                  </a:moveTo>
                  <a:lnTo>
                    <a:pt x="87" y="15"/>
                  </a:lnTo>
                  <a:lnTo>
                    <a:pt x="66" y="0"/>
                  </a:lnTo>
                  <a:lnTo>
                    <a:pt x="0" y="102"/>
                  </a:lnTo>
                  <a:lnTo>
                    <a:pt x="22" y="116"/>
                  </a:lnTo>
                  <a:lnTo>
                    <a:pt x="43" y="130"/>
                  </a:lnTo>
                  <a:lnTo>
                    <a:pt x="108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16" name=""/>
            <p:cNvSpPr/>
            <p:nvPr/>
          </p:nvSpPr>
          <p:spPr>
            <a:xfrm rot="0">
              <a:off x="946" y="2887"/>
              <a:ext cx="36" cy="43"/>
            </a:xfrm>
            <a:custGeom>
              <a:avLst/>
              <a:ahLst/>
              <a:rect l="0" t="0" r="r" b="b"/>
              <a:pathLst>
                <a:path w="108" h="130">
                  <a:moveTo>
                    <a:pt x="108" y="29"/>
                  </a:moveTo>
                  <a:lnTo>
                    <a:pt x="87" y="15"/>
                  </a:lnTo>
                  <a:lnTo>
                    <a:pt x="66" y="0"/>
                  </a:lnTo>
                  <a:lnTo>
                    <a:pt x="0" y="102"/>
                  </a:lnTo>
                  <a:lnTo>
                    <a:pt x="22" y="116"/>
                  </a:lnTo>
                  <a:lnTo>
                    <a:pt x="43" y="130"/>
                  </a:lnTo>
                  <a:lnTo>
                    <a:pt x="108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17" name=""/>
            <p:cNvSpPr/>
            <p:nvPr/>
          </p:nvSpPr>
          <p:spPr>
            <a:xfrm rot="0">
              <a:off x="946" y="2921"/>
              <a:ext cx="8" cy="5"/>
            </a:xfrm>
            <a:custGeom>
              <a:avLst/>
              <a:ahLst/>
              <a:rect l="0" t="0" r="r" b="b"/>
              <a:pathLst>
                <a:path w="23" h="14">
                  <a:moveTo>
                    <a:pt x="23" y="14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18" name=""/>
            <p:cNvSpPr/>
            <p:nvPr/>
          </p:nvSpPr>
          <p:spPr>
            <a:xfrm rot="0" flipH="1">
              <a:off x="946" y="29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19" name=""/>
            <p:cNvSpPr/>
            <p:nvPr/>
          </p:nvSpPr>
          <p:spPr>
            <a:xfrm rot="0">
              <a:off x="926" y="2921"/>
              <a:ext cx="35" cy="44"/>
            </a:xfrm>
            <a:custGeom>
              <a:avLst/>
              <a:ahLst/>
              <a:rect l="0" t="0" r="r" b="b"/>
              <a:pathLst>
                <a:path w="104" h="130">
                  <a:moveTo>
                    <a:pt x="104" y="26"/>
                  </a:moveTo>
                  <a:lnTo>
                    <a:pt x="82" y="13"/>
                  </a:lnTo>
                  <a:lnTo>
                    <a:pt x="59" y="0"/>
                  </a:lnTo>
                  <a:lnTo>
                    <a:pt x="0" y="104"/>
                  </a:lnTo>
                  <a:lnTo>
                    <a:pt x="22" y="117"/>
                  </a:lnTo>
                  <a:lnTo>
                    <a:pt x="45" y="130"/>
                  </a:lnTo>
                  <a:lnTo>
                    <a:pt x="104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20" name=""/>
            <p:cNvSpPr/>
            <p:nvPr/>
          </p:nvSpPr>
          <p:spPr>
            <a:xfrm rot="0">
              <a:off x="926" y="2921"/>
              <a:ext cx="35" cy="44"/>
            </a:xfrm>
            <a:custGeom>
              <a:avLst/>
              <a:ahLst/>
              <a:rect l="0" t="0" r="r" b="b"/>
              <a:pathLst>
                <a:path w="104" h="130">
                  <a:moveTo>
                    <a:pt x="104" y="26"/>
                  </a:moveTo>
                  <a:lnTo>
                    <a:pt x="82" y="13"/>
                  </a:lnTo>
                  <a:lnTo>
                    <a:pt x="59" y="0"/>
                  </a:lnTo>
                  <a:lnTo>
                    <a:pt x="0" y="104"/>
                  </a:lnTo>
                  <a:lnTo>
                    <a:pt x="22" y="117"/>
                  </a:lnTo>
                  <a:lnTo>
                    <a:pt x="45" y="130"/>
                  </a:lnTo>
                  <a:lnTo>
                    <a:pt x="104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21" name=""/>
            <p:cNvSpPr/>
            <p:nvPr/>
          </p:nvSpPr>
          <p:spPr>
            <a:xfrm rot="0">
              <a:off x="926" y="2956"/>
              <a:ext cx="8" cy="4"/>
            </a:xfrm>
            <a:custGeom>
              <a:avLst/>
              <a:ahLst/>
              <a:rect l="0" t="0" r="r" b="b"/>
              <a:pathLst>
                <a:path w="23" h="13">
                  <a:moveTo>
                    <a:pt x="23" y="1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3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22" name=""/>
            <p:cNvSpPr/>
            <p:nvPr/>
          </p:nvSpPr>
          <p:spPr>
            <a:xfrm rot="0" flipH="1">
              <a:off x="926" y="29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23" name=""/>
            <p:cNvSpPr/>
            <p:nvPr/>
          </p:nvSpPr>
          <p:spPr>
            <a:xfrm rot="0">
              <a:off x="909" y="2957"/>
              <a:ext cx="33" cy="44"/>
            </a:xfrm>
            <a:custGeom>
              <a:avLst/>
              <a:ahLst/>
              <a:rect l="0" t="0" r="r" b="b"/>
              <a:pathLst>
                <a:path w="98" h="132">
                  <a:moveTo>
                    <a:pt x="98" y="22"/>
                  </a:moveTo>
                  <a:lnTo>
                    <a:pt x="74" y="11"/>
                  </a:lnTo>
                  <a:lnTo>
                    <a:pt x="51" y="0"/>
                  </a:lnTo>
                  <a:lnTo>
                    <a:pt x="0" y="109"/>
                  </a:lnTo>
                  <a:lnTo>
                    <a:pt x="23" y="120"/>
                  </a:lnTo>
                  <a:lnTo>
                    <a:pt x="47" y="132"/>
                  </a:lnTo>
                  <a:lnTo>
                    <a:pt x="98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24" name=""/>
            <p:cNvSpPr/>
            <p:nvPr/>
          </p:nvSpPr>
          <p:spPr>
            <a:xfrm rot="0">
              <a:off x="909" y="2957"/>
              <a:ext cx="33" cy="44"/>
            </a:xfrm>
            <a:custGeom>
              <a:avLst/>
              <a:ahLst/>
              <a:rect l="0" t="0" r="r" b="b"/>
              <a:pathLst>
                <a:path w="98" h="132">
                  <a:moveTo>
                    <a:pt x="98" y="22"/>
                  </a:moveTo>
                  <a:lnTo>
                    <a:pt x="74" y="11"/>
                  </a:lnTo>
                  <a:lnTo>
                    <a:pt x="51" y="0"/>
                  </a:lnTo>
                  <a:lnTo>
                    <a:pt x="0" y="109"/>
                  </a:lnTo>
                  <a:lnTo>
                    <a:pt x="23" y="120"/>
                  </a:lnTo>
                  <a:lnTo>
                    <a:pt x="47" y="132"/>
                  </a:lnTo>
                  <a:lnTo>
                    <a:pt x="98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25" name=""/>
            <p:cNvSpPr/>
            <p:nvPr/>
          </p:nvSpPr>
          <p:spPr>
            <a:xfrm rot="0">
              <a:off x="909" y="2993"/>
              <a:ext cx="8" cy="4"/>
            </a:xfrm>
            <a:custGeom>
              <a:avLst/>
              <a:ahLst/>
              <a:rect l="0" t="0" r="r" b="b"/>
              <a:pathLst>
                <a:path w="24" h="11">
                  <a:moveTo>
                    <a:pt x="24" y="11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26" name=""/>
            <p:cNvSpPr/>
            <p:nvPr/>
          </p:nvSpPr>
          <p:spPr>
            <a:xfrm rot="0" flipH="1">
              <a:off x="909" y="29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27" name=""/>
            <p:cNvSpPr/>
            <p:nvPr/>
          </p:nvSpPr>
          <p:spPr>
            <a:xfrm rot="0">
              <a:off x="894" y="2993"/>
              <a:ext cx="31" cy="44"/>
            </a:xfrm>
            <a:custGeom>
              <a:avLst/>
              <a:ahLst/>
              <a:rect l="0" t="0" r="r" b="b"/>
              <a:pathLst>
                <a:path w="94" h="132">
                  <a:moveTo>
                    <a:pt x="94" y="21"/>
                  </a:moveTo>
                  <a:lnTo>
                    <a:pt x="69" y="10"/>
                  </a:lnTo>
                  <a:lnTo>
                    <a:pt x="45" y="0"/>
                  </a:lnTo>
                  <a:lnTo>
                    <a:pt x="0" y="111"/>
                  </a:lnTo>
                  <a:lnTo>
                    <a:pt x="24" y="122"/>
                  </a:lnTo>
                  <a:lnTo>
                    <a:pt x="49" y="132"/>
                  </a:lnTo>
                  <a:lnTo>
                    <a:pt x="94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28" name=""/>
            <p:cNvSpPr/>
            <p:nvPr/>
          </p:nvSpPr>
          <p:spPr>
            <a:xfrm rot="0">
              <a:off x="894" y="2993"/>
              <a:ext cx="31" cy="44"/>
            </a:xfrm>
            <a:custGeom>
              <a:avLst/>
              <a:ahLst/>
              <a:rect l="0" t="0" r="r" b="b"/>
              <a:pathLst>
                <a:path w="94" h="132">
                  <a:moveTo>
                    <a:pt x="94" y="21"/>
                  </a:moveTo>
                  <a:lnTo>
                    <a:pt x="69" y="10"/>
                  </a:lnTo>
                  <a:lnTo>
                    <a:pt x="45" y="0"/>
                  </a:lnTo>
                  <a:lnTo>
                    <a:pt x="0" y="111"/>
                  </a:lnTo>
                  <a:lnTo>
                    <a:pt x="24" y="122"/>
                  </a:lnTo>
                  <a:lnTo>
                    <a:pt x="49" y="132"/>
                  </a:lnTo>
                  <a:lnTo>
                    <a:pt x="94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29" name=""/>
            <p:cNvSpPr/>
            <p:nvPr/>
          </p:nvSpPr>
          <p:spPr>
            <a:xfrm rot="0">
              <a:off x="894" y="3030"/>
              <a:ext cx="8" cy="4"/>
            </a:xfrm>
            <a:custGeom>
              <a:avLst/>
              <a:ahLst/>
              <a:rect l="0" t="0" r="r" b="b"/>
              <a:pathLst>
                <a:path w="24" h="11">
                  <a:moveTo>
                    <a:pt x="24" y="11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30" name=""/>
            <p:cNvSpPr/>
            <p:nvPr/>
          </p:nvSpPr>
          <p:spPr>
            <a:xfrm rot="0">
              <a:off x="894" y="30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31" name=""/>
            <p:cNvSpPr/>
            <p:nvPr/>
          </p:nvSpPr>
          <p:spPr>
            <a:xfrm rot="0">
              <a:off x="882" y="3031"/>
              <a:ext cx="28" cy="44"/>
            </a:xfrm>
            <a:custGeom>
              <a:avLst/>
              <a:ahLst/>
              <a:rect l="0" t="0" r="r" b="b"/>
              <a:pathLst>
                <a:path w="85" h="131">
                  <a:moveTo>
                    <a:pt x="85" y="16"/>
                  </a:moveTo>
                  <a:lnTo>
                    <a:pt x="60" y="8"/>
                  </a:lnTo>
                  <a:lnTo>
                    <a:pt x="36" y="0"/>
                  </a:lnTo>
                  <a:lnTo>
                    <a:pt x="0" y="115"/>
                  </a:lnTo>
                  <a:lnTo>
                    <a:pt x="25" y="123"/>
                  </a:lnTo>
                  <a:lnTo>
                    <a:pt x="49" y="131"/>
                  </a:lnTo>
                  <a:lnTo>
                    <a:pt x="85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32" name=""/>
            <p:cNvSpPr/>
            <p:nvPr/>
          </p:nvSpPr>
          <p:spPr>
            <a:xfrm rot="0">
              <a:off x="882" y="3031"/>
              <a:ext cx="28" cy="44"/>
            </a:xfrm>
            <a:custGeom>
              <a:avLst/>
              <a:ahLst/>
              <a:rect l="0" t="0" r="r" b="b"/>
              <a:pathLst>
                <a:path w="85" h="131">
                  <a:moveTo>
                    <a:pt x="85" y="16"/>
                  </a:moveTo>
                  <a:lnTo>
                    <a:pt x="60" y="8"/>
                  </a:lnTo>
                  <a:lnTo>
                    <a:pt x="36" y="0"/>
                  </a:lnTo>
                  <a:lnTo>
                    <a:pt x="0" y="115"/>
                  </a:lnTo>
                  <a:lnTo>
                    <a:pt x="25" y="123"/>
                  </a:lnTo>
                  <a:lnTo>
                    <a:pt x="49" y="131"/>
                  </a:lnTo>
                  <a:lnTo>
                    <a:pt x="85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33" name=""/>
            <p:cNvSpPr/>
            <p:nvPr/>
          </p:nvSpPr>
          <p:spPr>
            <a:xfrm rot="0">
              <a:off x="881" y="3070"/>
              <a:ext cx="9" cy="2"/>
            </a:xfrm>
            <a:custGeom>
              <a:avLst/>
              <a:ahLst/>
              <a:rect l="0" t="0" r="r" b="b"/>
              <a:pathLst>
                <a:path w="26" h="8">
                  <a:moveTo>
                    <a:pt x="26" y="8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2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34" name=""/>
            <p:cNvSpPr/>
            <p:nvPr/>
          </p:nvSpPr>
          <p:spPr>
            <a:xfrm rot="0" flipH="1">
              <a:off x="881" y="30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35" name=""/>
            <p:cNvSpPr/>
            <p:nvPr/>
          </p:nvSpPr>
          <p:spPr>
            <a:xfrm rot="0">
              <a:off x="872" y="3070"/>
              <a:ext cx="26" cy="43"/>
            </a:xfrm>
            <a:custGeom>
              <a:avLst/>
              <a:ahLst/>
              <a:rect l="0" t="0" r="r" b="b"/>
              <a:pathLst>
                <a:path w="79" h="129">
                  <a:moveTo>
                    <a:pt x="79" y="12"/>
                  </a:moveTo>
                  <a:lnTo>
                    <a:pt x="54" y="6"/>
                  </a:lnTo>
                  <a:lnTo>
                    <a:pt x="28" y="0"/>
                  </a:lnTo>
                  <a:lnTo>
                    <a:pt x="0" y="116"/>
                  </a:lnTo>
                  <a:lnTo>
                    <a:pt x="25" y="123"/>
                  </a:lnTo>
                  <a:lnTo>
                    <a:pt x="51" y="129"/>
                  </a:lnTo>
                  <a:lnTo>
                    <a:pt x="7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36" name=""/>
            <p:cNvSpPr/>
            <p:nvPr/>
          </p:nvSpPr>
          <p:spPr>
            <a:xfrm rot="0">
              <a:off x="872" y="3070"/>
              <a:ext cx="26" cy="43"/>
            </a:xfrm>
            <a:custGeom>
              <a:avLst/>
              <a:ahLst/>
              <a:rect l="0" t="0" r="r" b="b"/>
              <a:pathLst>
                <a:path w="79" h="129">
                  <a:moveTo>
                    <a:pt x="79" y="12"/>
                  </a:moveTo>
                  <a:lnTo>
                    <a:pt x="54" y="6"/>
                  </a:lnTo>
                  <a:lnTo>
                    <a:pt x="28" y="0"/>
                  </a:lnTo>
                  <a:lnTo>
                    <a:pt x="0" y="116"/>
                  </a:lnTo>
                  <a:lnTo>
                    <a:pt x="25" y="123"/>
                  </a:lnTo>
                  <a:lnTo>
                    <a:pt x="51" y="129"/>
                  </a:lnTo>
                  <a:lnTo>
                    <a:pt x="79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37" name=""/>
            <p:cNvSpPr/>
            <p:nvPr/>
          </p:nvSpPr>
          <p:spPr>
            <a:xfrm rot="0">
              <a:off x="872" y="3109"/>
              <a:ext cx="8" cy="2"/>
            </a:xfrm>
            <a:custGeom>
              <a:avLst/>
              <a:ahLst/>
              <a:rect l="0" t="0" r="r" b="b"/>
              <a:pathLst>
                <a:path w="25" h="7">
                  <a:moveTo>
                    <a:pt x="25" y="7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38" name=""/>
            <p:cNvSpPr/>
            <p:nvPr/>
          </p:nvSpPr>
          <p:spPr>
            <a:xfrm rot="0">
              <a:off x="872" y="31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39" name=""/>
            <p:cNvSpPr/>
            <p:nvPr/>
          </p:nvSpPr>
          <p:spPr>
            <a:xfrm rot="0">
              <a:off x="865" y="3110"/>
              <a:ext cx="24" cy="42"/>
            </a:xfrm>
            <a:custGeom>
              <a:avLst/>
              <a:ahLst/>
              <a:rect l="0" t="0" r="r" b="b"/>
              <a:pathLst>
                <a:path w="72" h="127">
                  <a:moveTo>
                    <a:pt x="72" y="9"/>
                  </a:moveTo>
                  <a:lnTo>
                    <a:pt x="46" y="5"/>
                  </a:lnTo>
                  <a:lnTo>
                    <a:pt x="21" y="0"/>
                  </a:lnTo>
                  <a:lnTo>
                    <a:pt x="0" y="119"/>
                  </a:lnTo>
                  <a:lnTo>
                    <a:pt x="26" y="123"/>
                  </a:lnTo>
                  <a:lnTo>
                    <a:pt x="51" y="127"/>
                  </a:lnTo>
                  <a:lnTo>
                    <a:pt x="7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40" name=""/>
            <p:cNvSpPr/>
            <p:nvPr/>
          </p:nvSpPr>
          <p:spPr>
            <a:xfrm rot="0">
              <a:off x="865" y="3110"/>
              <a:ext cx="24" cy="42"/>
            </a:xfrm>
            <a:custGeom>
              <a:avLst/>
              <a:ahLst/>
              <a:rect l="0" t="0" r="r" b="b"/>
              <a:pathLst>
                <a:path w="72" h="127">
                  <a:moveTo>
                    <a:pt x="72" y="9"/>
                  </a:moveTo>
                  <a:lnTo>
                    <a:pt x="46" y="5"/>
                  </a:lnTo>
                  <a:lnTo>
                    <a:pt x="21" y="0"/>
                  </a:lnTo>
                  <a:lnTo>
                    <a:pt x="0" y="119"/>
                  </a:lnTo>
                  <a:lnTo>
                    <a:pt x="26" y="123"/>
                  </a:lnTo>
                  <a:lnTo>
                    <a:pt x="51" y="127"/>
                  </a:lnTo>
                  <a:lnTo>
                    <a:pt x="72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41" name=""/>
            <p:cNvSpPr/>
            <p:nvPr/>
          </p:nvSpPr>
          <p:spPr>
            <a:xfrm rot="0">
              <a:off x="865" y="3149"/>
              <a:ext cx="9" cy="2"/>
            </a:xfrm>
            <a:custGeom>
              <a:avLst/>
              <a:ahLst/>
              <a:rect l="0" t="0" r="r" b="b"/>
              <a:pathLst>
                <a:path w="26" h="4">
                  <a:moveTo>
                    <a:pt x="26" y="4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42" name=""/>
            <p:cNvSpPr/>
            <p:nvPr/>
          </p:nvSpPr>
          <p:spPr>
            <a:xfrm rot="0">
              <a:off x="865" y="31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43" name=""/>
            <p:cNvSpPr/>
            <p:nvPr/>
          </p:nvSpPr>
          <p:spPr>
            <a:xfrm rot="0">
              <a:off x="861" y="3150"/>
              <a:ext cx="21" cy="42"/>
            </a:xfrm>
            <a:custGeom>
              <a:avLst/>
              <a:ahLst/>
              <a:rect l="0" t="0" r="r" b="b"/>
              <a:pathLst>
                <a:path w="63" h="126">
                  <a:moveTo>
                    <a:pt x="63" y="6"/>
                  </a:moveTo>
                  <a:lnTo>
                    <a:pt x="38" y="3"/>
                  </a:lnTo>
                  <a:lnTo>
                    <a:pt x="12" y="0"/>
                  </a:lnTo>
                  <a:lnTo>
                    <a:pt x="0" y="120"/>
                  </a:lnTo>
                  <a:lnTo>
                    <a:pt x="25" y="123"/>
                  </a:lnTo>
                  <a:lnTo>
                    <a:pt x="51" y="126"/>
                  </a:lnTo>
                  <a:lnTo>
                    <a:pt x="6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44" name=""/>
            <p:cNvSpPr/>
            <p:nvPr/>
          </p:nvSpPr>
          <p:spPr>
            <a:xfrm rot="0">
              <a:off x="861" y="3150"/>
              <a:ext cx="21" cy="42"/>
            </a:xfrm>
            <a:custGeom>
              <a:avLst/>
              <a:ahLst/>
              <a:rect l="0" t="0" r="r" b="b"/>
              <a:pathLst>
                <a:path w="63" h="126">
                  <a:moveTo>
                    <a:pt x="63" y="6"/>
                  </a:moveTo>
                  <a:lnTo>
                    <a:pt x="38" y="3"/>
                  </a:lnTo>
                  <a:lnTo>
                    <a:pt x="12" y="0"/>
                  </a:lnTo>
                  <a:lnTo>
                    <a:pt x="0" y="120"/>
                  </a:lnTo>
                  <a:lnTo>
                    <a:pt x="25" y="123"/>
                  </a:lnTo>
                  <a:lnTo>
                    <a:pt x="51" y="126"/>
                  </a:lnTo>
                  <a:lnTo>
                    <a:pt x="63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45" name=""/>
            <p:cNvSpPr/>
            <p:nvPr/>
          </p:nvSpPr>
          <p:spPr>
            <a:xfrm rot="0">
              <a:off x="861" y="3190"/>
              <a:ext cx="8" cy="1"/>
            </a:xfrm>
            <a:custGeom>
              <a:avLst/>
              <a:ahLst/>
              <a:rect l="0" t="0" r="r" b="b"/>
              <a:pathLst>
                <a:path w="25" h="3">
                  <a:moveTo>
                    <a:pt x="25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46" name=""/>
            <p:cNvSpPr/>
            <p:nvPr/>
          </p:nvSpPr>
          <p:spPr>
            <a:xfrm rot="0">
              <a:off x="861" y="31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47" name=""/>
            <p:cNvSpPr/>
            <p:nvPr/>
          </p:nvSpPr>
          <p:spPr>
            <a:xfrm rot="0">
              <a:off x="860" y="3190"/>
              <a:ext cx="18" cy="41"/>
            </a:xfrm>
            <a:custGeom>
              <a:avLst/>
              <a:ahLst/>
              <a:rect l="0" t="0" r="r" b="b"/>
              <a:pathLst>
                <a:path w="55" h="122">
                  <a:moveTo>
                    <a:pt x="55" y="2"/>
                  </a:moveTo>
                  <a:lnTo>
                    <a:pt x="29" y="1"/>
                  </a:lnTo>
                  <a:lnTo>
                    <a:pt x="4" y="0"/>
                  </a:lnTo>
                  <a:lnTo>
                    <a:pt x="0" y="120"/>
                  </a:lnTo>
                  <a:lnTo>
                    <a:pt x="25" y="121"/>
                  </a:lnTo>
                  <a:lnTo>
                    <a:pt x="51" y="122"/>
                  </a:lnTo>
                  <a:lnTo>
                    <a:pt x="5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48" name=""/>
            <p:cNvSpPr/>
            <p:nvPr/>
          </p:nvSpPr>
          <p:spPr>
            <a:xfrm rot="0">
              <a:off x="860" y="3190"/>
              <a:ext cx="18" cy="41"/>
            </a:xfrm>
            <a:custGeom>
              <a:avLst/>
              <a:ahLst/>
              <a:rect l="0" t="0" r="r" b="b"/>
              <a:pathLst>
                <a:path w="55" h="122">
                  <a:moveTo>
                    <a:pt x="55" y="2"/>
                  </a:moveTo>
                  <a:lnTo>
                    <a:pt x="29" y="1"/>
                  </a:lnTo>
                  <a:lnTo>
                    <a:pt x="4" y="0"/>
                  </a:lnTo>
                  <a:lnTo>
                    <a:pt x="0" y="120"/>
                  </a:lnTo>
                  <a:lnTo>
                    <a:pt x="25" y="121"/>
                  </a:lnTo>
                  <a:lnTo>
                    <a:pt x="51" y="122"/>
                  </a:lnTo>
                  <a:lnTo>
                    <a:pt x="55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49" name=""/>
            <p:cNvSpPr/>
            <p:nvPr/>
          </p:nvSpPr>
          <p:spPr>
            <a:xfrm rot="0">
              <a:off x="860" y="3230"/>
              <a:ext cx="8" cy="1"/>
            </a:xfrm>
            <a:custGeom>
              <a:avLst/>
              <a:ahLst/>
              <a:rect l="0" t="0" r="r" b="b"/>
              <a:pathLst>
                <a:path w="25" h="2">
                  <a:moveTo>
                    <a:pt x="25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50" name=""/>
            <p:cNvSpPr/>
            <p:nvPr/>
          </p:nvSpPr>
          <p:spPr>
            <a:xfrm rot="0">
              <a:off x="860" y="32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51" name=""/>
            <p:cNvSpPr/>
            <p:nvPr/>
          </p:nvSpPr>
          <p:spPr>
            <a:xfrm rot="0">
              <a:off x="860" y="3230"/>
              <a:ext cx="18" cy="41"/>
            </a:xfrm>
            <a:custGeom>
              <a:avLst/>
              <a:ahLst/>
              <a:rect l="0" t="0" r="r" b="b"/>
              <a:pathLst>
                <a:path w="55" h="123">
                  <a:moveTo>
                    <a:pt x="51" y="0"/>
                  </a:moveTo>
                  <a:lnTo>
                    <a:pt x="25" y="1"/>
                  </a:lnTo>
                  <a:lnTo>
                    <a:pt x="0" y="2"/>
                  </a:lnTo>
                  <a:lnTo>
                    <a:pt x="4" y="123"/>
                  </a:lnTo>
                  <a:lnTo>
                    <a:pt x="29" y="122"/>
                  </a:lnTo>
                  <a:lnTo>
                    <a:pt x="55" y="121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52" name=""/>
            <p:cNvSpPr/>
            <p:nvPr/>
          </p:nvSpPr>
          <p:spPr>
            <a:xfrm rot="0">
              <a:off x="860" y="3230"/>
              <a:ext cx="18" cy="41"/>
            </a:xfrm>
            <a:custGeom>
              <a:avLst/>
              <a:ahLst/>
              <a:rect l="0" t="0" r="r" b="b"/>
              <a:pathLst>
                <a:path w="55" h="123">
                  <a:moveTo>
                    <a:pt x="51" y="0"/>
                  </a:moveTo>
                  <a:lnTo>
                    <a:pt x="25" y="1"/>
                  </a:lnTo>
                  <a:lnTo>
                    <a:pt x="0" y="2"/>
                  </a:lnTo>
                  <a:lnTo>
                    <a:pt x="4" y="123"/>
                  </a:lnTo>
                  <a:lnTo>
                    <a:pt x="29" y="122"/>
                  </a:lnTo>
                  <a:lnTo>
                    <a:pt x="55" y="121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53" name=""/>
            <p:cNvSpPr/>
            <p:nvPr/>
          </p:nvSpPr>
          <p:spPr>
            <a:xfrm rot="0">
              <a:off x="861" y="3271"/>
              <a:ext cx="8" cy="1"/>
            </a:xfrm>
            <a:custGeom>
              <a:avLst/>
              <a:ahLst/>
              <a:rect l="0" t="0" r="r" b="b"/>
              <a:pathLst>
                <a:path w="25" h="3">
                  <a:moveTo>
                    <a:pt x="25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54" name=""/>
            <p:cNvSpPr/>
            <p:nvPr/>
          </p:nvSpPr>
          <p:spPr>
            <a:xfrm rot="0">
              <a:off x="861" y="32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55" name=""/>
            <p:cNvSpPr/>
            <p:nvPr/>
          </p:nvSpPr>
          <p:spPr>
            <a:xfrm rot="0">
              <a:off x="861" y="3270"/>
              <a:ext cx="21" cy="42"/>
            </a:xfrm>
            <a:custGeom>
              <a:avLst/>
              <a:ahLst/>
              <a:rect l="0" t="0" r="r" b="b"/>
              <a:pathLst>
                <a:path w="63" h="125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12" y="125"/>
                  </a:lnTo>
                  <a:lnTo>
                    <a:pt x="38" y="122"/>
                  </a:lnTo>
                  <a:lnTo>
                    <a:pt x="63" y="119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56" name=""/>
            <p:cNvSpPr/>
            <p:nvPr/>
          </p:nvSpPr>
          <p:spPr>
            <a:xfrm rot="0">
              <a:off x="861" y="3270"/>
              <a:ext cx="21" cy="42"/>
            </a:xfrm>
            <a:custGeom>
              <a:avLst/>
              <a:ahLst/>
              <a:rect l="0" t="0" r="r" b="b"/>
              <a:pathLst>
                <a:path w="63" h="125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12" y="125"/>
                  </a:lnTo>
                  <a:lnTo>
                    <a:pt x="38" y="122"/>
                  </a:lnTo>
                  <a:lnTo>
                    <a:pt x="63" y="119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57" name=""/>
            <p:cNvSpPr/>
            <p:nvPr/>
          </p:nvSpPr>
          <p:spPr>
            <a:xfrm rot="0">
              <a:off x="865" y="3311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26" y="0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58" name=""/>
            <p:cNvSpPr/>
            <p:nvPr/>
          </p:nvSpPr>
          <p:spPr>
            <a:xfrm rot="0">
              <a:off x="865" y="33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59" name=""/>
            <p:cNvSpPr/>
            <p:nvPr/>
          </p:nvSpPr>
          <p:spPr>
            <a:xfrm rot="0">
              <a:off x="865" y="3309"/>
              <a:ext cx="24" cy="43"/>
            </a:xfrm>
            <a:custGeom>
              <a:avLst/>
              <a:ahLst/>
              <a:rect l="0" t="0" r="r" b="b"/>
              <a:pathLst>
                <a:path w="72" h="127">
                  <a:moveTo>
                    <a:pt x="51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21" y="127"/>
                  </a:lnTo>
                  <a:lnTo>
                    <a:pt x="46" y="123"/>
                  </a:lnTo>
                  <a:lnTo>
                    <a:pt x="72" y="119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60" name=""/>
            <p:cNvSpPr/>
            <p:nvPr/>
          </p:nvSpPr>
          <p:spPr>
            <a:xfrm rot="0">
              <a:off x="865" y="3309"/>
              <a:ext cx="24" cy="43"/>
            </a:xfrm>
            <a:custGeom>
              <a:avLst/>
              <a:ahLst/>
              <a:rect l="0" t="0" r="r" b="b"/>
              <a:pathLst>
                <a:path w="72" h="127">
                  <a:moveTo>
                    <a:pt x="51" y="0"/>
                  </a:moveTo>
                  <a:lnTo>
                    <a:pt x="26" y="4"/>
                  </a:lnTo>
                  <a:lnTo>
                    <a:pt x="0" y="8"/>
                  </a:lnTo>
                  <a:lnTo>
                    <a:pt x="21" y="127"/>
                  </a:lnTo>
                  <a:lnTo>
                    <a:pt x="46" y="123"/>
                  </a:lnTo>
                  <a:lnTo>
                    <a:pt x="72" y="119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61" name=""/>
            <p:cNvSpPr/>
            <p:nvPr/>
          </p:nvSpPr>
          <p:spPr>
            <a:xfrm rot="0">
              <a:off x="872" y="3350"/>
              <a:ext cx="8" cy="2"/>
            </a:xfrm>
            <a:custGeom>
              <a:avLst/>
              <a:ahLst/>
              <a:rect l="0" t="0" r="r" b="b"/>
              <a:pathLst>
                <a:path w="25" h="6">
                  <a:moveTo>
                    <a:pt x="25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62" name=""/>
            <p:cNvSpPr/>
            <p:nvPr/>
          </p:nvSpPr>
          <p:spPr>
            <a:xfrm rot="0">
              <a:off x="872" y="33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63" name=""/>
            <p:cNvSpPr/>
            <p:nvPr/>
          </p:nvSpPr>
          <p:spPr>
            <a:xfrm rot="0">
              <a:off x="872" y="3348"/>
              <a:ext cx="26" cy="43"/>
            </a:xfrm>
            <a:custGeom>
              <a:avLst/>
              <a:ahLst/>
              <a:rect l="0" t="0" r="r" b="b"/>
              <a:pathLst>
                <a:path w="79" h="128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28" y="128"/>
                  </a:lnTo>
                  <a:lnTo>
                    <a:pt x="54" y="122"/>
                  </a:lnTo>
                  <a:lnTo>
                    <a:pt x="79" y="116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64" name=""/>
            <p:cNvSpPr/>
            <p:nvPr/>
          </p:nvSpPr>
          <p:spPr>
            <a:xfrm rot="0">
              <a:off x="872" y="3348"/>
              <a:ext cx="26" cy="43"/>
            </a:xfrm>
            <a:custGeom>
              <a:avLst/>
              <a:ahLst/>
              <a:rect l="0" t="0" r="r" b="b"/>
              <a:pathLst>
                <a:path w="79" h="128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28" y="128"/>
                  </a:lnTo>
                  <a:lnTo>
                    <a:pt x="54" y="122"/>
                  </a:lnTo>
                  <a:lnTo>
                    <a:pt x="79" y="116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65" name=""/>
            <p:cNvSpPr/>
            <p:nvPr/>
          </p:nvSpPr>
          <p:spPr>
            <a:xfrm rot="0">
              <a:off x="881" y="3389"/>
              <a:ext cx="9" cy="3"/>
            </a:xfrm>
            <a:custGeom>
              <a:avLst/>
              <a:ahLst/>
              <a:rect l="0" t="0" r="r" b="b"/>
              <a:pathLst>
                <a:path w="26" h="8">
                  <a:moveTo>
                    <a:pt x="26" y="0"/>
                  </a:moveTo>
                  <a:lnTo>
                    <a:pt x="0" y="6"/>
                  </a:lnTo>
                  <a:lnTo>
                    <a:pt x="1" y="8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66" name=""/>
            <p:cNvSpPr/>
            <p:nvPr/>
          </p:nvSpPr>
          <p:spPr>
            <a:xfrm rot="0">
              <a:off x="881" y="33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67" name=""/>
            <p:cNvSpPr/>
            <p:nvPr/>
          </p:nvSpPr>
          <p:spPr>
            <a:xfrm rot="0">
              <a:off x="882" y="3386"/>
              <a:ext cx="28" cy="44"/>
            </a:xfrm>
            <a:custGeom>
              <a:avLst/>
              <a:ahLst/>
              <a:rect l="0" t="0" r="r" b="b"/>
              <a:pathLst>
                <a:path w="85" h="132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36" y="132"/>
                  </a:lnTo>
                  <a:lnTo>
                    <a:pt x="60" y="124"/>
                  </a:lnTo>
                  <a:lnTo>
                    <a:pt x="85" y="115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68" name=""/>
            <p:cNvSpPr/>
            <p:nvPr/>
          </p:nvSpPr>
          <p:spPr>
            <a:xfrm rot="0">
              <a:off x="882" y="3386"/>
              <a:ext cx="28" cy="44"/>
            </a:xfrm>
            <a:custGeom>
              <a:avLst/>
              <a:ahLst/>
              <a:rect l="0" t="0" r="r" b="b"/>
              <a:pathLst>
                <a:path w="85" h="132">
                  <a:moveTo>
                    <a:pt x="49" y="0"/>
                  </a:moveTo>
                  <a:lnTo>
                    <a:pt x="25" y="8"/>
                  </a:lnTo>
                  <a:lnTo>
                    <a:pt x="0" y="16"/>
                  </a:lnTo>
                  <a:lnTo>
                    <a:pt x="36" y="132"/>
                  </a:lnTo>
                  <a:lnTo>
                    <a:pt x="60" y="124"/>
                  </a:lnTo>
                  <a:lnTo>
                    <a:pt x="85" y="115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69" name=""/>
            <p:cNvSpPr/>
            <p:nvPr/>
          </p:nvSpPr>
          <p:spPr>
            <a:xfrm rot="0">
              <a:off x="894" y="3428"/>
              <a:ext cx="8" cy="3"/>
            </a:xfrm>
            <a:custGeom>
              <a:avLst/>
              <a:ahLst/>
              <a:rect l="0" t="0" r="r" b="b"/>
              <a:pathLst>
                <a:path w="24" h="10">
                  <a:moveTo>
                    <a:pt x="24" y="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70" name=""/>
            <p:cNvSpPr/>
            <p:nvPr/>
          </p:nvSpPr>
          <p:spPr>
            <a:xfrm rot="0">
              <a:off x="894" y="34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71" name=""/>
            <p:cNvSpPr/>
            <p:nvPr/>
          </p:nvSpPr>
          <p:spPr>
            <a:xfrm rot="0">
              <a:off x="894" y="3424"/>
              <a:ext cx="31" cy="44"/>
            </a:xfrm>
            <a:custGeom>
              <a:avLst/>
              <a:ahLst/>
              <a:rect l="0" t="0" r="r" b="b"/>
              <a:pathLst>
                <a:path w="94" h="132">
                  <a:moveTo>
                    <a:pt x="49" y="0"/>
                  </a:moveTo>
                  <a:lnTo>
                    <a:pt x="24" y="11"/>
                  </a:lnTo>
                  <a:lnTo>
                    <a:pt x="0" y="21"/>
                  </a:lnTo>
                  <a:lnTo>
                    <a:pt x="45" y="132"/>
                  </a:lnTo>
                  <a:lnTo>
                    <a:pt x="69" y="122"/>
                  </a:lnTo>
                  <a:lnTo>
                    <a:pt x="94" y="112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72" name=""/>
            <p:cNvSpPr/>
            <p:nvPr/>
          </p:nvSpPr>
          <p:spPr>
            <a:xfrm rot="0">
              <a:off x="894" y="3424"/>
              <a:ext cx="31" cy="44"/>
            </a:xfrm>
            <a:custGeom>
              <a:avLst/>
              <a:ahLst/>
              <a:rect l="0" t="0" r="r" b="b"/>
              <a:pathLst>
                <a:path w="94" h="132">
                  <a:moveTo>
                    <a:pt x="49" y="0"/>
                  </a:moveTo>
                  <a:lnTo>
                    <a:pt x="24" y="11"/>
                  </a:lnTo>
                  <a:lnTo>
                    <a:pt x="0" y="21"/>
                  </a:lnTo>
                  <a:lnTo>
                    <a:pt x="45" y="132"/>
                  </a:lnTo>
                  <a:lnTo>
                    <a:pt x="69" y="122"/>
                  </a:lnTo>
                  <a:lnTo>
                    <a:pt x="94" y="11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73" name=""/>
            <p:cNvSpPr/>
            <p:nvPr/>
          </p:nvSpPr>
          <p:spPr>
            <a:xfrm rot="0">
              <a:off x="909" y="3465"/>
              <a:ext cx="8" cy="3"/>
            </a:xfrm>
            <a:custGeom>
              <a:avLst/>
              <a:ahLst/>
              <a:rect l="0" t="0" r="r" b="b"/>
              <a:pathLst>
                <a:path w="24" h="11">
                  <a:moveTo>
                    <a:pt x="24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74" name=""/>
            <p:cNvSpPr/>
            <p:nvPr/>
          </p:nvSpPr>
          <p:spPr>
            <a:xfrm rot="0">
              <a:off x="909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75" name=""/>
            <p:cNvSpPr/>
            <p:nvPr/>
          </p:nvSpPr>
          <p:spPr>
            <a:xfrm rot="0">
              <a:off x="909" y="3461"/>
              <a:ext cx="33" cy="44"/>
            </a:xfrm>
            <a:custGeom>
              <a:avLst/>
              <a:ahLst/>
              <a:rect l="0" t="0" r="r" b="b"/>
              <a:pathLst>
                <a:path w="98" h="131">
                  <a:moveTo>
                    <a:pt x="47" y="0"/>
                  </a:moveTo>
                  <a:lnTo>
                    <a:pt x="23" y="11"/>
                  </a:lnTo>
                  <a:lnTo>
                    <a:pt x="0" y="22"/>
                  </a:lnTo>
                  <a:lnTo>
                    <a:pt x="51" y="131"/>
                  </a:lnTo>
                  <a:lnTo>
                    <a:pt x="74" y="120"/>
                  </a:lnTo>
                  <a:lnTo>
                    <a:pt x="98" y="109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76" name=""/>
            <p:cNvSpPr/>
            <p:nvPr/>
          </p:nvSpPr>
          <p:spPr>
            <a:xfrm rot="0">
              <a:off x="909" y="3461"/>
              <a:ext cx="33" cy="44"/>
            </a:xfrm>
            <a:custGeom>
              <a:avLst/>
              <a:ahLst/>
              <a:rect l="0" t="0" r="r" b="b"/>
              <a:pathLst>
                <a:path w="98" h="131">
                  <a:moveTo>
                    <a:pt x="47" y="0"/>
                  </a:moveTo>
                  <a:lnTo>
                    <a:pt x="23" y="11"/>
                  </a:lnTo>
                  <a:lnTo>
                    <a:pt x="0" y="22"/>
                  </a:lnTo>
                  <a:lnTo>
                    <a:pt x="51" y="131"/>
                  </a:lnTo>
                  <a:lnTo>
                    <a:pt x="74" y="120"/>
                  </a:lnTo>
                  <a:lnTo>
                    <a:pt x="98" y="109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77" name=""/>
            <p:cNvSpPr/>
            <p:nvPr/>
          </p:nvSpPr>
          <p:spPr>
            <a:xfrm rot="0">
              <a:off x="926" y="3501"/>
              <a:ext cx="8" cy="4"/>
            </a:xfrm>
            <a:custGeom>
              <a:avLst/>
              <a:ahLst/>
              <a:rect l="0" t="0" r="r" b="b"/>
              <a:pathLst>
                <a:path w="23" h="13">
                  <a:moveTo>
                    <a:pt x="23" y="0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78" name=""/>
            <p:cNvSpPr/>
            <p:nvPr/>
          </p:nvSpPr>
          <p:spPr>
            <a:xfrm rot="0">
              <a:off x="926" y="35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79" name=""/>
            <p:cNvSpPr/>
            <p:nvPr/>
          </p:nvSpPr>
          <p:spPr>
            <a:xfrm rot="0">
              <a:off x="926" y="3497"/>
              <a:ext cx="35" cy="43"/>
            </a:xfrm>
            <a:custGeom>
              <a:avLst/>
              <a:ahLst/>
              <a:rect l="0" t="0" r="r" b="b"/>
              <a:pathLst>
                <a:path w="104" h="131">
                  <a:moveTo>
                    <a:pt x="45" y="0"/>
                  </a:moveTo>
                  <a:lnTo>
                    <a:pt x="22" y="13"/>
                  </a:lnTo>
                  <a:lnTo>
                    <a:pt x="0" y="26"/>
                  </a:lnTo>
                  <a:lnTo>
                    <a:pt x="59" y="131"/>
                  </a:lnTo>
                  <a:lnTo>
                    <a:pt x="82" y="117"/>
                  </a:lnTo>
                  <a:lnTo>
                    <a:pt x="104" y="104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80" name=""/>
            <p:cNvSpPr/>
            <p:nvPr/>
          </p:nvSpPr>
          <p:spPr>
            <a:xfrm rot="0">
              <a:off x="926" y="3497"/>
              <a:ext cx="35" cy="43"/>
            </a:xfrm>
            <a:custGeom>
              <a:avLst/>
              <a:ahLst/>
              <a:rect l="0" t="0" r="r" b="b"/>
              <a:pathLst>
                <a:path w="104" h="131">
                  <a:moveTo>
                    <a:pt x="45" y="0"/>
                  </a:moveTo>
                  <a:lnTo>
                    <a:pt x="22" y="13"/>
                  </a:lnTo>
                  <a:lnTo>
                    <a:pt x="0" y="26"/>
                  </a:lnTo>
                  <a:lnTo>
                    <a:pt x="59" y="131"/>
                  </a:lnTo>
                  <a:lnTo>
                    <a:pt x="82" y="117"/>
                  </a:lnTo>
                  <a:lnTo>
                    <a:pt x="104" y="104"/>
                  </a:lnTo>
                  <a:lnTo>
                    <a:pt x="4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81" name=""/>
            <p:cNvSpPr/>
            <p:nvPr/>
          </p:nvSpPr>
          <p:spPr>
            <a:xfrm rot="0">
              <a:off x="946" y="3536"/>
              <a:ext cx="8" cy="5"/>
            </a:xfrm>
            <a:custGeom>
              <a:avLst/>
              <a:ahLst/>
              <a:rect l="0" t="0" r="r" b="b"/>
              <a:pathLst>
                <a:path w="23" h="15">
                  <a:moveTo>
                    <a:pt x="23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82" name=""/>
            <p:cNvSpPr/>
            <p:nvPr/>
          </p:nvSpPr>
          <p:spPr>
            <a:xfrm rot="0">
              <a:off x="946" y="35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83" name=""/>
            <p:cNvSpPr/>
            <p:nvPr/>
          </p:nvSpPr>
          <p:spPr>
            <a:xfrm rot="0">
              <a:off x="946" y="3531"/>
              <a:ext cx="36" cy="43"/>
            </a:xfrm>
            <a:custGeom>
              <a:avLst/>
              <a:ahLst/>
              <a:rect l="0" t="0" r="r" b="b"/>
              <a:pathLst>
                <a:path w="108" h="130">
                  <a:moveTo>
                    <a:pt x="43" y="0"/>
                  </a:moveTo>
                  <a:lnTo>
                    <a:pt x="22" y="14"/>
                  </a:lnTo>
                  <a:lnTo>
                    <a:pt x="0" y="29"/>
                  </a:lnTo>
                  <a:lnTo>
                    <a:pt x="66" y="130"/>
                  </a:lnTo>
                  <a:lnTo>
                    <a:pt x="87" y="115"/>
                  </a:lnTo>
                  <a:lnTo>
                    <a:pt x="108" y="101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84" name=""/>
            <p:cNvSpPr/>
            <p:nvPr/>
          </p:nvSpPr>
          <p:spPr>
            <a:xfrm rot="0">
              <a:off x="946" y="3531"/>
              <a:ext cx="36" cy="43"/>
            </a:xfrm>
            <a:custGeom>
              <a:avLst/>
              <a:ahLst/>
              <a:rect l="0" t="0" r="r" b="b"/>
              <a:pathLst>
                <a:path w="108" h="130">
                  <a:moveTo>
                    <a:pt x="43" y="0"/>
                  </a:moveTo>
                  <a:lnTo>
                    <a:pt x="22" y="14"/>
                  </a:lnTo>
                  <a:lnTo>
                    <a:pt x="0" y="29"/>
                  </a:lnTo>
                  <a:lnTo>
                    <a:pt x="66" y="130"/>
                  </a:lnTo>
                  <a:lnTo>
                    <a:pt x="87" y="115"/>
                  </a:lnTo>
                  <a:lnTo>
                    <a:pt x="108" y="101"/>
                  </a:lnTo>
                  <a:lnTo>
                    <a:pt x="4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85" name=""/>
            <p:cNvSpPr/>
            <p:nvPr/>
          </p:nvSpPr>
          <p:spPr>
            <a:xfrm rot="0">
              <a:off x="968" y="3569"/>
              <a:ext cx="7" cy="6"/>
            </a:xfrm>
            <a:custGeom>
              <a:avLst/>
              <a:ahLst/>
              <a:rect l="0" t="0" r="r" b="b"/>
              <a:pathLst>
                <a:path w="21" h="16">
                  <a:moveTo>
                    <a:pt x="21" y="0"/>
                  </a:moveTo>
                  <a:lnTo>
                    <a:pt x="0" y="15"/>
                  </a:lnTo>
                  <a:lnTo>
                    <a:pt x="1" y="16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86" name=""/>
            <p:cNvSpPr/>
            <p:nvPr/>
          </p:nvSpPr>
          <p:spPr>
            <a:xfrm rot="0">
              <a:off x="968" y="35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87" name=""/>
            <p:cNvSpPr/>
            <p:nvPr/>
          </p:nvSpPr>
          <p:spPr>
            <a:xfrm rot="0">
              <a:off x="969" y="3564"/>
              <a:ext cx="37" cy="43"/>
            </a:xfrm>
            <a:custGeom>
              <a:avLst/>
              <a:ahLst/>
              <a:rect l="0" t="0" r="r" b="b"/>
              <a:pathLst>
                <a:path w="113" h="127">
                  <a:moveTo>
                    <a:pt x="40" y="0"/>
                  </a:moveTo>
                  <a:lnTo>
                    <a:pt x="20" y="15"/>
                  </a:lnTo>
                  <a:lnTo>
                    <a:pt x="0" y="31"/>
                  </a:lnTo>
                  <a:lnTo>
                    <a:pt x="72" y="127"/>
                  </a:lnTo>
                  <a:lnTo>
                    <a:pt x="92" y="112"/>
                  </a:lnTo>
                  <a:lnTo>
                    <a:pt x="113" y="96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88" name=""/>
            <p:cNvSpPr/>
            <p:nvPr/>
          </p:nvSpPr>
          <p:spPr>
            <a:xfrm rot="0">
              <a:off x="969" y="3564"/>
              <a:ext cx="37" cy="43"/>
            </a:xfrm>
            <a:custGeom>
              <a:avLst/>
              <a:ahLst/>
              <a:rect l="0" t="0" r="r" b="b"/>
              <a:pathLst>
                <a:path w="113" h="127">
                  <a:moveTo>
                    <a:pt x="40" y="0"/>
                  </a:moveTo>
                  <a:lnTo>
                    <a:pt x="20" y="15"/>
                  </a:lnTo>
                  <a:lnTo>
                    <a:pt x="0" y="31"/>
                  </a:lnTo>
                  <a:lnTo>
                    <a:pt x="72" y="127"/>
                  </a:lnTo>
                  <a:lnTo>
                    <a:pt x="92" y="112"/>
                  </a:lnTo>
                  <a:lnTo>
                    <a:pt x="113" y="96"/>
                  </a:lnTo>
                  <a:lnTo>
                    <a:pt x="4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89" name=""/>
            <p:cNvSpPr/>
            <p:nvPr/>
          </p:nvSpPr>
          <p:spPr>
            <a:xfrm rot="0">
              <a:off x="993" y="3602"/>
              <a:ext cx="6" cy="5"/>
            </a:xfrm>
            <a:custGeom>
              <a:avLst/>
              <a:ahLst/>
              <a:rect l="0" t="0" r="r" b="b"/>
              <a:pathLst>
                <a:path w="20" h="17">
                  <a:moveTo>
                    <a:pt x="20" y="0"/>
                  </a:moveTo>
                  <a:lnTo>
                    <a:pt x="0" y="15"/>
                  </a:lnTo>
                  <a:lnTo>
                    <a:pt x="1" y="17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90" name=""/>
            <p:cNvSpPr/>
            <p:nvPr/>
          </p:nvSpPr>
          <p:spPr>
            <a:xfrm rot="0">
              <a:off x="993" y="3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91" name=""/>
            <p:cNvSpPr/>
            <p:nvPr/>
          </p:nvSpPr>
          <p:spPr>
            <a:xfrm rot="0">
              <a:off x="993" y="3596"/>
              <a:ext cx="40" cy="41"/>
            </a:xfrm>
            <a:custGeom>
              <a:avLst/>
              <a:ahLst/>
              <a:rect l="0" t="0" r="r" b="b"/>
              <a:pathLst>
                <a:path w="119" h="125">
                  <a:moveTo>
                    <a:pt x="39" y="0"/>
                  </a:moveTo>
                  <a:lnTo>
                    <a:pt x="19" y="18"/>
                  </a:lnTo>
                  <a:lnTo>
                    <a:pt x="0" y="35"/>
                  </a:lnTo>
                  <a:lnTo>
                    <a:pt x="80" y="125"/>
                  </a:lnTo>
                  <a:lnTo>
                    <a:pt x="99" y="107"/>
                  </a:lnTo>
                  <a:lnTo>
                    <a:pt x="119" y="90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92" name=""/>
            <p:cNvSpPr/>
            <p:nvPr/>
          </p:nvSpPr>
          <p:spPr>
            <a:xfrm rot="0">
              <a:off x="993" y="3596"/>
              <a:ext cx="40" cy="41"/>
            </a:xfrm>
            <a:custGeom>
              <a:avLst/>
              <a:ahLst/>
              <a:rect l="0" t="0" r="r" b="b"/>
              <a:pathLst>
                <a:path w="119" h="125">
                  <a:moveTo>
                    <a:pt x="39" y="0"/>
                  </a:moveTo>
                  <a:lnTo>
                    <a:pt x="19" y="18"/>
                  </a:lnTo>
                  <a:lnTo>
                    <a:pt x="0" y="35"/>
                  </a:lnTo>
                  <a:lnTo>
                    <a:pt x="80" y="125"/>
                  </a:lnTo>
                  <a:lnTo>
                    <a:pt x="99" y="107"/>
                  </a:lnTo>
                  <a:lnTo>
                    <a:pt x="119" y="90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93" name=""/>
            <p:cNvSpPr/>
            <p:nvPr/>
          </p:nvSpPr>
          <p:spPr>
            <a:xfrm rot="0">
              <a:off x="1020" y="3631"/>
              <a:ext cx="6" cy="7"/>
            </a:xfrm>
            <a:custGeom>
              <a:avLst/>
              <a:ahLst/>
              <a:rect l="0" t="0" r="r" b="b"/>
              <a:pathLst>
                <a:path w="19" h="19">
                  <a:moveTo>
                    <a:pt x="19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94" name=""/>
            <p:cNvSpPr/>
            <p:nvPr/>
          </p:nvSpPr>
          <p:spPr>
            <a:xfrm rot="0">
              <a:off x="1020" y="3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95" name=""/>
            <p:cNvSpPr/>
            <p:nvPr/>
          </p:nvSpPr>
          <p:spPr>
            <a:xfrm rot="0">
              <a:off x="1020" y="3625"/>
              <a:ext cx="40" cy="41"/>
            </a:xfrm>
            <a:custGeom>
              <a:avLst/>
              <a:ahLst/>
              <a:rect l="0" t="0" r="r" b="b"/>
              <a:pathLst>
                <a:path w="121" h="123">
                  <a:moveTo>
                    <a:pt x="37" y="0"/>
                  </a:moveTo>
                  <a:lnTo>
                    <a:pt x="18" y="18"/>
                  </a:lnTo>
                  <a:lnTo>
                    <a:pt x="0" y="37"/>
                  </a:lnTo>
                  <a:lnTo>
                    <a:pt x="85" y="123"/>
                  </a:lnTo>
                  <a:lnTo>
                    <a:pt x="103" y="104"/>
                  </a:lnTo>
                  <a:lnTo>
                    <a:pt x="121" y="86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96" name=""/>
            <p:cNvSpPr/>
            <p:nvPr/>
          </p:nvSpPr>
          <p:spPr>
            <a:xfrm rot="0">
              <a:off x="1020" y="3625"/>
              <a:ext cx="40" cy="41"/>
            </a:xfrm>
            <a:custGeom>
              <a:avLst/>
              <a:ahLst/>
              <a:rect l="0" t="0" r="r" b="b"/>
              <a:pathLst>
                <a:path w="121" h="123">
                  <a:moveTo>
                    <a:pt x="37" y="0"/>
                  </a:moveTo>
                  <a:lnTo>
                    <a:pt x="18" y="18"/>
                  </a:lnTo>
                  <a:lnTo>
                    <a:pt x="0" y="37"/>
                  </a:lnTo>
                  <a:lnTo>
                    <a:pt x="85" y="123"/>
                  </a:lnTo>
                  <a:lnTo>
                    <a:pt x="103" y="104"/>
                  </a:lnTo>
                  <a:lnTo>
                    <a:pt x="121" y="86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97" name=""/>
            <p:cNvSpPr/>
            <p:nvPr/>
          </p:nvSpPr>
          <p:spPr>
            <a:xfrm rot="0">
              <a:off x="1048" y="3660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1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598" name=""/>
            <p:cNvSpPr/>
            <p:nvPr/>
          </p:nvSpPr>
          <p:spPr>
            <a:xfrm rot="0">
              <a:off x="1048" y="3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599" name=""/>
            <p:cNvSpPr/>
            <p:nvPr/>
          </p:nvSpPr>
          <p:spPr>
            <a:xfrm rot="0">
              <a:off x="1049" y="3654"/>
              <a:ext cx="41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90" y="117"/>
                  </a:lnTo>
                  <a:lnTo>
                    <a:pt x="108" y="98"/>
                  </a:lnTo>
                  <a:lnTo>
                    <a:pt x="125" y="78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00" name=""/>
            <p:cNvSpPr/>
            <p:nvPr/>
          </p:nvSpPr>
          <p:spPr>
            <a:xfrm rot="0">
              <a:off x="1049" y="3654"/>
              <a:ext cx="41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34" y="0"/>
                  </a:moveTo>
                  <a:lnTo>
                    <a:pt x="17" y="19"/>
                  </a:lnTo>
                  <a:lnTo>
                    <a:pt x="0" y="39"/>
                  </a:lnTo>
                  <a:lnTo>
                    <a:pt x="90" y="117"/>
                  </a:lnTo>
                  <a:lnTo>
                    <a:pt x="108" y="98"/>
                  </a:lnTo>
                  <a:lnTo>
                    <a:pt x="125" y="78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01" name=""/>
            <p:cNvSpPr/>
            <p:nvPr/>
          </p:nvSpPr>
          <p:spPr>
            <a:xfrm rot="0">
              <a:off x="1079" y="3686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18" y="0"/>
                  </a:moveTo>
                  <a:lnTo>
                    <a:pt x="0" y="19"/>
                  </a:lnTo>
                  <a:lnTo>
                    <a:pt x="2" y="2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02" name=""/>
            <p:cNvSpPr/>
            <p:nvPr/>
          </p:nvSpPr>
          <p:spPr>
            <a:xfrm rot="0">
              <a:off x="1079" y="3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03" name=""/>
            <p:cNvSpPr/>
            <p:nvPr/>
          </p:nvSpPr>
          <p:spPr>
            <a:xfrm rot="0">
              <a:off x="1079" y="3679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31" y="0"/>
                  </a:moveTo>
                  <a:lnTo>
                    <a:pt x="16" y="21"/>
                  </a:lnTo>
                  <a:lnTo>
                    <a:pt x="0" y="41"/>
                  </a:lnTo>
                  <a:lnTo>
                    <a:pt x="95" y="114"/>
                  </a:lnTo>
                  <a:lnTo>
                    <a:pt x="111" y="93"/>
                  </a:lnTo>
                  <a:lnTo>
                    <a:pt x="126" y="73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04" name=""/>
            <p:cNvSpPr/>
            <p:nvPr/>
          </p:nvSpPr>
          <p:spPr>
            <a:xfrm rot="0">
              <a:off x="1079" y="3679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31" y="0"/>
                  </a:moveTo>
                  <a:lnTo>
                    <a:pt x="16" y="21"/>
                  </a:lnTo>
                  <a:lnTo>
                    <a:pt x="0" y="41"/>
                  </a:lnTo>
                  <a:lnTo>
                    <a:pt x="95" y="114"/>
                  </a:lnTo>
                  <a:lnTo>
                    <a:pt x="111" y="93"/>
                  </a:lnTo>
                  <a:lnTo>
                    <a:pt x="126" y="73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05" name=""/>
            <p:cNvSpPr/>
            <p:nvPr/>
          </p:nvSpPr>
          <p:spPr>
            <a:xfrm rot="0">
              <a:off x="1111" y="3710"/>
              <a:ext cx="5" cy="8"/>
            </a:xfrm>
            <a:custGeom>
              <a:avLst/>
              <a:ahLst/>
              <a:rect l="0" t="0" r="r" b="b"/>
              <a:pathLst>
                <a:path w="16" h="22">
                  <a:moveTo>
                    <a:pt x="16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06" name=""/>
            <p:cNvSpPr/>
            <p:nvPr/>
          </p:nvSpPr>
          <p:spPr>
            <a:xfrm rot="0">
              <a:off x="1111" y="37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07" name=""/>
            <p:cNvSpPr/>
            <p:nvPr/>
          </p:nvSpPr>
          <p:spPr>
            <a:xfrm rot="0">
              <a:off x="1111" y="3703"/>
              <a:ext cx="44" cy="37"/>
            </a:xfrm>
            <a:custGeom>
              <a:avLst/>
              <a:ahLst/>
              <a:rect l="0" t="0" r="r" b="b"/>
              <a:pathLst>
                <a:path w="130" h="109">
                  <a:moveTo>
                    <a:pt x="29" y="0"/>
                  </a:moveTo>
                  <a:lnTo>
                    <a:pt x="15" y="21"/>
                  </a:lnTo>
                  <a:lnTo>
                    <a:pt x="0" y="43"/>
                  </a:lnTo>
                  <a:lnTo>
                    <a:pt x="102" y="109"/>
                  </a:lnTo>
                  <a:lnTo>
                    <a:pt x="116" y="88"/>
                  </a:lnTo>
                  <a:lnTo>
                    <a:pt x="130" y="66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08" name=""/>
            <p:cNvSpPr/>
            <p:nvPr/>
          </p:nvSpPr>
          <p:spPr>
            <a:xfrm rot="0">
              <a:off x="1111" y="3703"/>
              <a:ext cx="44" cy="37"/>
            </a:xfrm>
            <a:custGeom>
              <a:avLst/>
              <a:ahLst/>
              <a:rect l="0" t="0" r="r" b="b"/>
              <a:pathLst>
                <a:path w="130" h="109">
                  <a:moveTo>
                    <a:pt x="29" y="0"/>
                  </a:moveTo>
                  <a:lnTo>
                    <a:pt x="15" y="21"/>
                  </a:lnTo>
                  <a:lnTo>
                    <a:pt x="0" y="43"/>
                  </a:lnTo>
                  <a:lnTo>
                    <a:pt x="102" y="109"/>
                  </a:lnTo>
                  <a:lnTo>
                    <a:pt x="116" y="88"/>
                  </a:lnTo>
                  <a:lnTo>
                    <a:pt x="130" y="66"/>
                  </a:lnTo>
                  <a:lnTo>
                    <a:pt x="2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09" name=""/>
            <p:cNvSpPr/>
            <p:nvPr/>
          </p:nvSpPr>
          <p:spPr>
            <a:xfrm rot="0">
              <a:off x="1145" y="3733"/>
              <a:ext cx="5" cy="7"/>
            </a:xfrm>
            <a:custGeom>
              <a:avLst/>
              <a:ahLst/>
              <a:rect l="0" t="0" r="r" b="b"/>
              <a:pathLst>
                <a:path w="14" h="22">
                  <a:moveTo>
                    <a:pt x="14" y="0"/>
                  </a:moveTo>
                  <a:lnTo>
                    <a:pt x="0" y="21"/>
                  </a:lnTo>
                  <a:lnTo>
                    <a:pt x="1" y="22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10" name=""/>
            <p:cNvSpPr/>
            <p:nvPr/>
          </p:nvSpPr>
          <p:spPr>
            <a:xfrm rot="0">
              <a:off x="1145" y="37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11" name=""/>
            <p:cNvSpPr/>
            <p:nvPr/>
          </p:nvSpPr>
          <p:spPr>
            <a:xfrm rot="0">
              <a:off x="1146" y="3725"/>
              <a:ext cx="43" cy="35"/>
            </a:xfrm>
            <a:custGeom>
              <a:avLst/>
              <a:ahLst/>
              <a:rect l="0" t="0" r="r" b="b"/>
              <a:pathLst>
                <a:path w="130" h="105">
                  <a:moveTo>
                    <a:pt x="26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104" y="105"/>
                  </a:lnTo>
                  <a:lnTo>
                    <a:pt x="117" y="82"/>
                  </a:lnTo>
                  <a:lnTo>
                    <a:pt x="130" y="6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12" name=""/>
            <p:cNvSpPr/>
            <p:nvPr/>
          </p:nvSpPr>
          <p:spPr>
            <a:xfrm rot="0">
              <a:off x="1146" y="3725"/>
              <a:ext cx="43" cy="35"/>
            </a:xfrm>
            <a:custGeom>
              <a:avLst/>
              <a:ahLst/>
              <a:rect l="0" t="0" r="r" b="b"/>
              <a:pathLst>
                <a:path w="130" h="105">
                  <a:moveTo>
                    <a:pt x="26" y="0"/>
                  </a:moveTo>
                  <a:lnTo>
                    <a:pt x="13" y="23"/>
                  </a:lnTo>
                  <a:lnTo>
                    <a:pt x="0" y="45"/>
                  </a:lnTo>
                  <a:lnTo>
                    <a:pt x="104" y="105"/>
                  </a:lnTo>
                  <a:lnTo>
                    <a:pt x="117" y="82"/>
                  </a:lnTo>
                  <a:lnTo>
                    <a:pt x="130" y="60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13" name=""/>
            <p:cNvSpPr/>
            <p:nvPr/>
          </p:nvSpPr>
          <p:spPr>
            <a:xfrm rot="0">
              <a:off x="1180" y="3752"/>
              <a:ext cx="5" cy="8"/>
            </a:xfrm>
            <a:custGeom>
              <a:avLst/>
              <a:ahLst/>
              <a:rect l="0" t="0" r="r" b="b"/>
              <a:pathLst>
                <a:path w="13" h="24">
                  <a:moveTo>
                    <a:pt x="13" y="0"/>
                  </a:moveTo>
                  <a:lnTo>
                    <a:pt x="0" y="23"/>
                  </a:lnTo>
                  <a:lnTo>
                    <a:pt x="2" y="24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14" name=""/>
            <p:cNvSpPr/>
            <p:nvPr/>
          </p:nvSpPr>
          <p:spPr>
            <a:xfrm rot="0">
              <a:off x="1180" y="37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15" name=""/>
            <p:cNvSpPr/>
            <p:nvPr/>
          </p:nvSpPr>
          <p:spPr>
            <a:xfrm rot="0">
              <a:off x="1181" y="3745"/>
              <a:ext cx="44" cy="32"/>
            </a:xfrm>
            <a:custGeom>
              <a:avLst/>
              <a:ahLst/>
              <a:rect l="0" t="0" r="r" b="b"/>
              <a:pathLst>
                <a:path w="132" h="98">
                  <a:moveTo>
                    <a:pt x="22" y="0"/>
                  </a:moveTo>
                  <a:lnTo>
                    <a:pt x="11" y="23"/>
                  </a:lnTo>
                  <a:lnTo>
                    <a:pt x="0" y="47"/>
                  </a:lnTo>
                  <a:lnTo>
                    <a:pt x="109" y="98"/>
                  </a:lnTo>
                  <a:lnTo>
                    <a:pt x="120" y="74"/>
                  </a:lnTo>
                  <a:lnTo>
                    <a:pt x="132" y="51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16" name=""/>
            <p:cNvSpPr/>
            <p:nvPr/>
          </p:nvSpPr>
          <p:spPr>
            <a:xfrm rot="0">
              <a:off x="1181" y="3745"/>
              <a:ext cx="44" cy="32"/>
            </a:xfrm>
            <a:custGeom>
              <a:avLst/>
              <a:ahLst/>
              <a:rect l="0" t="0" r="r" b="b"/>
              <a:pathLst>
                <a:path w="132" h="98">
                  <a:moveTo>
                    <a:pt x="22" y="0"/>
                  </a:moveTo>
                  <a:lnTo>
                    <a:pt x="11" y="23"/>
                  </a:lnTo>
                  <a:lnTo>
                    <a:pt x="0" y="47"/>
                  </a:lnTo>
                  <a:lnTo>
                    <a:pt x="109" y="98"/>
                  </a:lnTo>
                  <a:lnTo>
                    <a:pt x="120" y="74"/>
                  </a:lnTo>
                  <a:lnTo>
                    <a:pt x="132" y="51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17" name=""/>
            <p:cNvSpPr/>
            <p:nvPr/>
          </p:nvSpPr>
          <p:spPr>
            <a:xfrm rot="0">
              <a:off x="1217" y="3769"/>
              <a:ext cx="4" cy="9"/>
            </a:xfrm>
            <a:custGeom>
              <a:avLst/>
              <a:ahLst/>
              <a:rect l="0" t="0" r="r" b="b"/>
              <a:pathLst>
                <a:path w="11" h="25">
                  <a:moveTo>
                    <a:pt x="11" y="0"/>
                  </a:moveTo>
                  <a:lnTo>
                    <a:pt x="0" y="24"/>
                  </a:lnTo>
                  <a:lnTo>
                    <a:pt x="1" y="25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18" name=""/>
            <p:cNvSpPr/>
            <p:nvPr/>
          </p:nvSpPr>
          <p:spPr>
            <a:xfrm rot="0">
              <a:off x="1217" y="37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19" name=""/>
            <p:cNvSpPr/>
            <p:nvPr/>
          </p:nvSpPr>
          <p:spPr>
            <a:xfrm rot="0">
              <a:off x="1218" y="3761"/>
              <a:ext cx="44" cy="32"/>
            </a:xfrm>
            <a:custGeom>
              <a:avLst/>
              <a:ahLst/>
              <a:rect l="0" t="0" r="r" b="b"/>
              <a:pathLst>
                <a:path w="132" h="94">
                  <a:moveTo>
                    <a:pt x="21" y="0"/>
                  </a:moveTo>
                  <a:lnTo>
                    <a:pt x="10" y="24"/>
                  </a:lnTo>
                  <a:lnTo>
                    <a:pt x="0" y="49"/>
                  </a:lnTo>
                  <a:lnTo>
                    <a:pt x="111" y="94"/>
                  </a:lnTo>
                  <a:lnTo>
                    <a:pt x="122" y="69"/>
                  </a:lnTo>
                  <a:lnTo>
                    <a:pt x="132" y="45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20" name=""/>
            <p:cNvSpPr/>
            <p:nvPr/>
          </p:nvSpPr>
          <p:spPr>
            <a:xfrm rot="0">
              <a:off x="1218" y="3761"/>
              <a:ext cx="44" cy="32"/>
            </a:xfrm>
            <a:custGeom>
              <a:avLst/>
              <a:ahLst/>
              <a:rect l="0" t="0" r="r" b="b"/>
              <a:pathLst>
                <a:path w="132" h="94">
                  <a:moveTo>
                    <a:pt x="21" y="0"/>
                  </a:moveTo>
                  <a:lnTo>
                    <a:pt x="10" y="24"/>
                  </a:lnTo>
                  <a:lnTo>
                    <a:pt x="0" y="49"/>
                  </a:lnTo>
                  <a:lnTo>
                    <a:pt x="111" y="94"/>
                  </a:lnTo>
                  <a:lnTo>
                    <a:pt x="122" y="69"/>
                  </a:lnTo>
                  <a:lnTo>
                    <a:pt x="132" y="45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21" name=""/>
            <p:cNvSpPr/>
            <p:nvPr/>
          </p:nvSpPr>
          <p:spPr>
            <a:xfrm rot="0">
              <a:off x="1255" y="3784"/>
              <a:ext cx="3" cy="9"/>
            </a:xfrm>
            <a:custGeom>
              <a:avLst/>
              <a:ahLst/>
              <a:rect l="0" t="0" r="r" b="b"/>
              <a:pathLst>
                <a:path w="11" h="25">
                  <a:moveTo>
                    <a:pt x="11" y="0"/>
                  </a:moveTo>
                  <a:lnTo>
                    <a:pt x="0" y="25"/>
                  </a:lnTo>
                  <a:lnTo>
                    <a:pt x="2" y="25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22" name=""/>
            <p:cNvSpPr/>
            <p:nvPr/>
          </p:nvSpPr>
          <p:spPr>
            <a:xfrm rot="0">
              <a:off x="1255" y="3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23" name=""/>
            <p:cNvSpPr/>
            <p:nvPr/>
          </p:nvSpPr>
          <p:spPr>
            <a:xfrm rot="0">
              <a:off x="1255" y="3776"/>
              <a:ext cx="44" cy="28"/>
            </a:xfrm>
            <a:custGeom>
              <a:avLst/>
              <a:ahLst/>
              <a:rect l="0" t="0" r="r" b="b"/>
              <a:pathLst>
                <a:path w="131" h="84">
                  <a:moveTo>
                    <a:pt x="17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115" y="84"/>
                  </a:lnTo>
                  <a:lnTo>
                    <a:pt x="123" y="60"/>
                  </a:lnTo>
                  <a:lnTo>
                    <a:pt x="131" y="35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24" name=""/>
            <p:cNvSpPr/>
            <p:nvPr/>
          </p:nvSpPr>
          <p:spPr>
            <a:xfrm rot="0">
              <a:off x="1255" y="3776"/>
              <a:ext cx="44" cy="28"/>
            </a:xfrm>
            <a:custGeom>
              <a:avLst/>
              <a:ahLst/>
              <a:rect l="0" t="0" r="r" b="b"/>
              <a:pathLst>
                <a:path w="131" h="84">
                  <a:moveTo>
                    <a:pt x="17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115" y="84"/>
                  </a:lnTo>
                  <a:lnTo>
                    <a:pt x="123" y="60"/>
                  </a:lnTo>
                  <a:lnTo>
                    <a:pt x="131" y="35"/>
                  </a:lnTo>
                  <a:lnTo>
                    <a:pt x="1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25" name=""/>
            <p:cNvSpPr/>
            <p:nvPr/>
          </p:nvSpPr>
          <p:spPr>
            <a:xfrm rot="0">
              <a:off x="1294" y="3796"/>
              <a:ext cx="2" cy="9"/>
            </a:xfrm>
            <a:custGeom>
              <a:avLst/>
              <a:ahLst/>
              <a:rect l="0" t="0" r="r" b="b"/>
              <a:pathLst>
                <a:path w="8" h="25">
                  <a:moveTo>
                    <a:pt x="8" y="0"/>
                  </a:moveTo>
                  <a:lnTo>
                    <a:pt x="0" y="24"/>
                  </a:lnTo>
                  <a:lnTo>
                    <a:pt x="2" y="2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26" name=""/>
            <p:cNvSpPr/>
            <p:nvPr/>
          </p:nvSpPr>
          <p:spPr>
            <a:xfrm rot="0">
              <a:off x="1294" y="38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27" name=""/>
            <p:cNvSpPr/>
            <p:nvPr/>
          </p:nvSpPr>
          <p:spPr>
            <a:xfrm rot="0">
              <a:off x="1294" y="3788"/>
              <a:ext cx="44" cy="26"/>
            </a:xfrm>
            <a:custGeom>
              <a:avLst/>
              <a:ahLst/>
              <a:rect l="0" t="0" r="r" b="b"/>
              <a:pathLst>
                <a:path w="130" h="80">
                  <a:moveTo>
                    <a:pt x="12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117" y="80"/>
                  </a:lnTo>
                  <a:lnTo>
                    <a:pt x="123" y="54"/>
                  </a:lnTo>
                  <a:lnTo>
                    <a:pt x="130" y="29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28" name=""/>
            <p:cNvSpPr/>
            <p:nvPr/>
          </p:nvSpPr>
          <p:spPr>
            <a:xfrm rot="0">
              <a:off x="1294" y="3788"/>
              <a:ext cx="44" cy="26"/>
            </a:xfrm>
            <a:custGeom>
              <a:avLst/>
              <a:ahLst/>
              <a:rect l="0" t="0" r="r" b="b"/>
              <a:pathLst>
                <a:path w="130" h="80">
                  <a:moveTo>
                    <a:pt x="12" y="0"/>
                  </a:moveTo>
                  <a:lnTo>
                    <a:pt x="6" y="26"/>
                  </a:lnTo>
                  <a:lnTo>
                    <a:pt x="0" y="51"/>
                  </a:lnTo>
                  <a:lnTo>
                    <a:pt x="117" y="80"/>
                  </a:lnTo>
                  <a:lnTo>
                    <a:pt x="123" y="54"/>
                  </a:lnTo>
                  <a:lnTo>
                    <a:pt x="130" y="29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29" name=""/>
            <p:cNvSpPr/>
            <p:nvPr/>
          </p:nvSpPr>
          <p:spPr>
            <a:xfrm rot="0">
              <a:off x="1333" y="3806"/>
              <a:ext cx="2" cy="8"/>
            </a:xfrm>
            <a:custGeom>
              <a:avLst/>
              <a:ahLst/>
              <a:rect l="0" t="0" r="r" b="b"/>
              <a:pathLst>
                <a:path w="6" h="26">
                  <a:moveTo>
                    <a:pt x="6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30" name=""/>
            <p:cNvSpPr/>
            <p:nvPr/>
          </p:nvSpPr>
          <p:spPr>
            <a:xfrm rot="0">
              <a:off x="1333" y="3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31" name=""/>
            <p:cNvSpPr/>
            <p:nvPr/>
          </p:nvSpPr>
          <p:spPr>
            <a:xfrm rot="0">
              <a:off x="1334" y="3797"/>
              <a:ext cx="42" cy="24"/>
            </a:xfrm>
            <a:custGeom>
              <a:avLst/>
              <a:ahLst/>
              <a:rect l="0" t="0" r="r" b="b"/>
              <a:pathLst>
                <a:path w="127" h="71">
                  <a:moveTo>
                    <a:pt x="9" y="0"/>
                  </a:moveTo>
                  <a:lnTo>
                    <a:pt x="4" y="25"/>
                  </a:lnTo>
                  <a:lnTo>
                    <a:pt x="0" y="51"/>
                  </a:lnTo>
                  <a:lnTo>
                    <a:pt x="119" y="71"/>
                  </a:lnTo>
                  <a:lnTo>
                    <a:pt x="123" y="46"/>
                  </a:lnTo>
                  <a:lnTo>
                    <a:pt x="127" y="20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32" name=""/>
            <p:cNvSpPr/>
            <p:nvPr/>
          </p:nvSpPr>
          <p:spPr>
            <a:xfrm rot="0">
              <a:off x="1334" y="3797"/>
              <a:ext cx="42" cy="24"/>
            </a:xfrm>
            <a:custGeom>
              <a:avLst/>
              <a:ahLst/>
              <a:rect l="0" t="0" r="r" b="b"/>
              <a:pathLst>
                <a:path w="127" h="71">
                  <a:moveTo>
                    <a:pt x="9" y="0"/>
                  </a:moveTo>
                  <a:lnTo>
                    <a:pt x="4" y="25"/>
                  </a:lnTo>
                  <a:lnTo>
                    <a:pt x="0" y="51"/>
                  </a:lnTo>
                  <a:lnTo>
                    <a:pt x="119" y="71"/>
                  </a:lnTo>
                  <a:lnTo>
                    <a:pt x="123" y="46"/>
                  </a:lnTo>
                  <a:lnTo>
                    <a:pt x="127" y="20"/>
                  </a:lnTo>
                  <a:lnTo>
                    <a:pt x="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33" name=""/>
            <p:cNvSpPr/>
            <p:nvPr/>
          </p:nvSpPr>
          <p:spPr>
            <a:xfrm rot="0">
              <a:off x="1374" y="3813"/>
              <a:ext cx="1" cy="8"/>
            </a:xfrm>
            <a:custGeom>
              <a:avLst/>
              <a:ahLst/>
              <a:rect l="0" t="0" r="r" b="b"/>
              <a:pathLst>
                <a:path w="4" h="25">
                  <a:moveTo>
                    <a:pt x="4" y="0"/>
                  </a:moveTo>
                  <a:lnTo>
                    <a:pt x="0" y="25"/>
                  </a:lnTo>
                  <a:lnTo>
                    <a:pt x="1" y="25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34" name=""/>
            <p:cNvSpPr/>
            <p:nvPr/>
          </p:nvSpPr>
          <p:spPr>
            <a:xfrm rot="0">
              <a:off x="1374" y="38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35" name=""/>
            <p:cNvSpPr/>
            <p:nvPr/>
          </p:nvSpPr>
          <p:spPr>
            <a:xfrm rot="0">
              <a:off x="1374" y="3804"/>
              <a:ext cx="42" cy="21"/>
            </a:xfrm>
            <a:custGeom>
              <a:avLst/>
              <a:ahLst/>
              <a:rect l="0" t="0" r="r" b="b"/>
              <a:pathLst>
                <a:path w="125" h="64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119" y="64"/>
                  </a:lnTo>
                  <a:lnTo>
                    <a:pt x="122" y="38"/>
                  </a:lnTo>
                  <a:lnTo>
                    <a:pt x="125" y="13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36" name=""/>
            <p:cNvSpPr/>
            <p:nvPr/>
          </p:nvSpPr>
          <p:spPr>
            <a:xfrm rot="0">
              <a:off x="1374" y="3804"/>
              <a:ext cx="42" cy="21"/>
            </a:xfrm>
            <a:custGeom>
              <a:avLst/>
              <a:ahLst/>
              <a:rect l="0" t="0" r="r" b="b"/>
              <a:pathLst>
                <a:path w="125" h="64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119" y="64"/>
                  </a:lnTo>
                  <a:lnTo>
                    <a:pt x="122" y="38"/>
                  </a:lnTo>
                  <a:lnTo>
                    <a:pt x="125" y="13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37" name=""/>
            <p:cNvSpPr/>
            <p:nvPr/>
          </p:nvSpPr>
          <p:spPr>
            <a:xfrm rot="0">
              <a:off x="1414" y="3817"/>
              <a:ext cx="1" cy="8"/>
            </a:xfrm>
            <a:custGeom>
              <a:avLst/>
              <a:ahLst/>
              <a:rect l="0" t="0" r="r" b="b"/>
              <a:pathLst>
                <a:path w="3" h="26">
                  <a:moveTo>
                    <a:pt x="3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38" name=""/>
            <p:cNvSpPr/>
            <p:nvPr/>
          </p:nvSpPr>
          <p:spPr>
            <a:xfrm rot="0">
              <a:off x="1414" y="38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39" name=""/>
            <p:cNvSpPr/>
            <p:nvPr/>
          </p:nvSpPr>
          <p:spPr>
            <a:xfrm rot="0">
              <a:off x="1414" y="3808"/>
              <a:ext cx="41" cy="19"/>
            </a:xfrm>
            <a:custGeom>
              <a:avLst/>
              <a:ahLst/>
              <a:rect l="0" t="0" r="r" b="b"/>
              <a:pathLst>
                <a:path w="122" h="55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120" y="55"/>
                  </a:lnTo>
                  <a:lnTo>
                    <a:pt x="121" y="29"/>
                  </a:lnTo>
                  <a:lnTo>
                    <a:pt x="122" y="4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40" name=""/>
            <p:cNvSpPr/>
            <p:nvPr/>
          </p:nvSpPr>
          <p:spPr>
            <a:xfrm rot="0">
              <a:off x="1414" y="3808"/>
              <a:ext cx="41" cy="19"/>
            </a:xfrm>
            <a:custGeom>
              <a:avLst/>
              <a:ahLst/>
              <a:rect l="0" t="0" r="r" b="b"/>
              <a:pathLst>
                <a:path w="122" h="55">
                  <a:moveTo>
                    <a:pt x="2" y="0"/>
                  </a:moveTo>
                  <a:lnTo>
                    <a:pt x="1" y="25"/>
                  </a:lnTo>
                  <a:lnTo>
                    <a:pt x="0" y="51"/>
                  </a:lnTo>
                  <a:lnTo>
                    <a:pt x="120" y="55"/>
                  </a:lnTo>
                  <a:lnTo>
                    <a:pt x="121" y="29"/>
                  </a:lnTo>
                  <a:lnTo>
                    <a:pt x="122" y="4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41" name=""/>
            <p:cNvSpPr/>
            <p:nvPr/>
          </p:nvSpPr>
          <p:spPr>
            <a:xfrm rot="0">
              <a:off x="1454" y="3818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1" y="0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42" name=""/>
            <p:cNvSpPr/>
            <p:nvPr/>
          </p:nvSpPr>
          <p:spPr>
            <a:xfrm rot="0">
              <a:off x="1454" y="382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43" name=""/>
            <p:cNvSpPr/>
            <p:nvPr/>
          </p:nvSpPr>
          <p:spPr>
            <a:xfrm rot="0">
              <a:off x="1454" y="3808"/>
              <a:ext cx="41" cy="19"/>
            </a:xfrm>
            <a:custGeom>
              <a:avLst/>
              <a:ahLst/>
              <a:rect l="0" t="0" r="r" b="b"/>
              <a:pathLst>
                <a:path w="122" h="55">
                  <a:moveTo>
                    <a:pt x="0" y="4"/>
                  </a:moveTo>
                  <a:lnTo>
                    <a:pt x="1" y="29"/>
                  </a:lnTo>
                  <a:lnTo>
                    <a:pt x="2" y="55"/>
                  </a:lnTo>
                  <a:lnTo>
                    <a:pt x="122" y="51"/>
                  </a:lnTo>
                  <a:lnTo>
                    <a:pt x="121" y="25"/>
                  </a:lnTo>
                  <a:lnTo>
                    <a:pt x="120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44" name=""/>
            <p:cNvSpPr/>
            <p:nvPr/>
          </p:nvSpPr>
          <p:spPr>
            <a:xfrm rot="0">
              <a:off x="1454" y="3808"/>
              <a:ext cx="41" cy="19"/>
            </a:xfrm>
            <a:custGeom>
              <a:avLst/>
              <a:ahLst/>
              <a:rect l="0" t="0" r="r" b="b"/>
              <a:pathLst>
                <a:path w="122" h="55">
                  <a:moveTo>
                    <a:pt x="0" y="4"/>
                  </a:moveTo>
                  <a:lnTo>
                    <a:pt x="1" y="29"/>
                  </a:lnTo>
                  <a:lnTo>
                    <a:pt x="2" y="55"/>
                  </a:lnTo>
                  <a:lnTo>
                    <a:pt x="122" y="51"/>
                  </a:lnTo>
                  <a:lnTo>
                    <a:pt x="121" y="25"/>
                  </a:lnTo>
                  <a:lnTo>
                    <a:pt x="120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45" name=""/>
            <p:cNvSpPr/>
            <p:nvPr/>
          </p:nvSpPr>
          <p:spPr>
            <a:xfrm rot="0">
              <a:off x="1495" y="3817"/>
              <a:ext cx="1" cy="8"/>
            </a:xfrm>
            <a:custGeom>
              <a:avLst/>
              <a:ahLst/>
              <a:rect l="0" t="0" r="r" b="b"/>
              <a:pathLst>
                <a:path w="3" h="26">
                  <a:moveTo>
                    <a:pt x="0" y="0"/>
                  </a:moveTo>
                  <a:lnTo>
                    <a:pt x="1" y="26"/>
                  </a:lnTo>
                  <a:lnTo>
                    <a:pt x="3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46" name=""/>
            <p:cNvSpPr/>
            <p:nvPr/>
          </p:nvSpPr>
          <p:spPr>
            <a:xfrm rot="0">
              <a:off x="1495" y="38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47" name=""/>
            <p:cNvSpPr/>
            <p:nvPr/>
          </p:nvSpPr>
          <p:spPr>
            <a:xfrm rot="0">
              <a:off x="1494" y="3804"/>
              <a:ext cx="42" cy="21"/>
            </a:xfrm>
            <a:custGeom>
              <a:avLst/>
              <a:ahLst/>
              <a:rect l="0" t="0" r="r" b="b"/>
              <a:pathLst>
                <a:path w="126" h="64">
                  <a:moveTo>
                    <a:pt x="0" y="13"/>
                  </a:moveTo>
                  <a:lnTo>
                    <a:pt x="3" y="38"/>
                  </a:lnTo>
                  <a:lnTo>
                    <a:pt x="6" y="64"/>
                  </a:lnTo>
                  <a:lnTo>
                    <a:pt x="126" y="51"/>
                  </a:lnTo>
                  <a:lnTo>
                    <a:pt x="123" y="26"/>
                  </a:lnTo>
                  <a:lnTo>
                    <a:pt x="120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48" name=""/>
            <p:cNvSpPr/>
            <p:nvPr/>
          </p:nvSpPr>
          <p:spPr>
            <a:xfrm rot="0">
              <a:off x="1494" y="3804"/>
              <a:ext cx="42" cy="21"/>
            </a:xfrm>
            <a:custGeom>
              <a:avLst/>
              <a:ahLst/>
              <a:rect l="0" t="0" r="r" b="b"/>
              <a:pathLst>
                <a:path w="126" h="64">
                  <a:moveTo>
                    <a:pt x="0" y="13"/>
                  </a:moveTo>
                  <a:lnTo>
                    <a:pt x="3" y="38"/>
                  </a:lnTo>
                  <a:lnTo>
                    <a:pt x="6" y="64"/>
                  </a:lnTo>
                  <a:lnTo>
                    <a:pt x="126" y="51"/>
                  </a:lnTo>
                  <a:lnTo>
                    <a:pt x="123" y="26"/>
                  </a:lnTo>
                  <a:lnTo>
                    <a:pt x="120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49" name=""/>
            <p:cNvSpPr/>
            <p:nvPr/>
          </p:nvSpPr>
          <p:spPr>
            <a:xfrm rot="0">
              <a:off x="1535" y="3813"/>
              <a:ext cx="1" cy="8"/>
            </a:xfrm>
            <a:custGeom>
              <a:avLst/>
              <a:ahLst/>
              <a:rect l="0" t="0" r="r" b="b"/>
              <a:pathLst>
                <a:path w="4" h="25">
                  <a:moveTo>
                    <a:pt x="0" y="0"/>
                  </a:moveTo>
                  <a:lnTo>
                    <a:pt x="3" y="25"/>
                  </a:lnTo>
                  <a:lnTo>
                    <a:pt x="4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50" name=""/>
            <p:cNvSpPr/>
            <p:nvPr/>
          </p:nvSpPr>
          <p:spPr>
            <a:xfrm rot="0">
              <a:off x="1536" y="382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51" name=""/>
            <p:cNvSpPr/>
            <p:nvPr/>
          </p:nvSpPr>
          <p:spPr>
            <a:xfrm rot="0">
              <a:off x="1533" y="3797"/>
              <a:ext cx="42" cy="24"/>
            </a:xfrm>
            <a:custGeom>
              <a:avLst/>
              <a:ahLst/>
              <a:rect l="0" t="0" r="r" b="b"/>
              <a:pathLst>
                <a:path w="126" h="71">
                  <a:moveTo>
                    <a:pt x="0" y="20"/>
                  </a:moveTo>
                  <a:lnTo>
                    <a:pt x="4" y="46"/>
                  </a:lnTo>
                  <a:lnTo>
                    <a:pt x="8" y="71"/>
                  </a:lnTo>
                  <a:lnTo>
                    <a:pt x="126" y="51"/>
                  </a:lnTo>
                  <a:lnTo>
                    <a:pt x="122" y="25"/>
                  </a:lnTo>
                  <a:lnTo>
                    <a:pt x="118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52" name=""/>
            <p:cNvSpPr/>
            <p:nvPr/>
          </p:nvSpPr>
          <p:spPr>
            <a:xfrm rot="0">
              <a:off x="1533" y="3797"/>
              <a:ext cx="42" cy="24"/>
            </a:xfrm>
            <a:custGeom>
              <a:avLst/>
              <a:ahLst/>
              <a:rect l="0" t="0" r="r" b="b"/>
              <a:pathLst>
                <a:path w="126" h="71">
                  <a:moveTo>
                    <a:pt x="0" y="20"/>
                  </a:moveTo>
                  <a:lnTo>
                    <a:pt x="4" y="46"/>
                  </a:lnTo>
                  <a:lnTo>
                    <a:pt x="8" y="71"/>
                  </a:lnTo>
                  <a:lnTo>
                    <a:pt x="126" y="51"/>
                  </a:lnTo>
                  <a:lnTo>
                    <a:pt x="122" y="25"/>
                  </a:lnTo>
                  <a:lnTo>
                    <a:pt x="118" y="0"/>
                  </a:lnTo>
                  <a:lnTo>
                    <a:pt x="0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53" name=""/>
            <p:cNvSpPr/>
            <p:nvPr/>
          </p:nvSpPr>
          <p:spPr>
            <a:xfrm rot="0">
              <a:off x="1574" y="3806"/>
              <a:ext cx="2" cy="8"/>
            </a:xfrm>
            <a:custGeom>
              <a:avLst/>
              <a:ahLst/>
              <a:rect l="0" t="0" r="r" b="b"/>
              <a:pathLst>
                <a:path w="6" h="26">
                  <a:moveTo>
                    <a:pt x="0" y="0"/>
                  </a:moveTo>
                  <a:lnTo>
                    <a:pt x="4" y="26"/>
                  </a:lnTo>
                  <a:lnTo>
                    <a:pt x="6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54" name=""/>
            <p:cNvSpPr/>
            <p:nvPr/>
          </p:nvSpPr>
          <p:spPr>
            <a:xfrm rot="0">
              <a:off x="1575" y="38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55" name=""/>
            <p:cNvSpPr/>
            <p:nvPr/>
          </p:nvSpPr>
          <p:spPr>
            <a:xfrm rot="0">
              <a:off x="1572" y="3788"/>
              <a:ext cx="43" cy="26"/>
            </a:xfrm>
            <a:custGeom>
              <a:avLst/>
              <a:ahLst/>
              <a:rect l="0" t="0" r="r" b="b"/>
              <a:pathLst>
                <a:path w="129" h="80">
                  <a:moveTo>
                    <a:pt x="0" y="29"/>
                  </a:moveTo>
                  <a:lnTo>
                    <a:pt x="6" y="54"/>
                  </a:lnTo>
                  <a:lnTo>
                    <a:pt x="12" y="80"/>
                  </a:lnTo>
                  <a:lnTo>
                    <a:pt x="129" y="51"/>
                  </a:lnTo>
                  <a:lnTo>
                    <a:pt x="123" y="26"/>
                  </a:lnTo>
                  <a:lnTo>
                    <a:pt x="117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56" name=""/>
            <p:cNvSpPr/>
            <p:nvPr/>
          </p:nvSpPr>
          <p:spPr>
            <a:xfrm rot="0">
              <a:off x="1572" y="3788"/>
              <a:ext cx="43" cy="26"/>
            </a:xfrm>
            <a:custGeom>
              <a:avLst/>
              <a:ahLst/>
              <a:rect l="0" t="0" r="r" b="b"/>
              <a:pathLst>
                <a:path w="129" h="80">
                  <a:moveTo>
                    <a:pt x="0" y="29"/>
                  </a:moveTo>
                  <a:lnTo>
                    <a:pt x="6" y="54"/>
                  </a:lnTo>
                  <a:lnTo>
                    <a:pt x="12" y="80"/>
                  </a:lnTo>
                  <a:lnTo>
                    <a:pt x="129" y="51"/>
                  </a:lnTo>
                  <a:lnTo>
                    <a:pt x="123" y="26"/>
                  </a:lnTo>
                  <a:lnTo>
                    <a:pt x="117" y="0"/>
                  </a:lnTo>
                  <a:lnTo>
                    <a:pt x="0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57" name=""/>
            <p:cNvSpPr/>
            <p:nvPr/>
          </p:nvSpPr>
          <p:spPr>
            <a:xfrm rot="0">
              <a:off x="1613" y="3796"/>
              <a:ext cx="3" cy="9"/>
            </a:xfrm>
            <a:custGeom>
              <a:avLst/>
              <a:ahLst/>
              <a:rect l="0" t="0" r="r" b="b"/>
              <a:pathLst>
                <a:path w="8" h="25">
                  <a:moveTo>
                    <a:pt x="0" y="0"/>
                  </a:moveTo>
                  <a:lnTo>
                    <a:pt x="6" y="25"/>
                  </a:lnTo>
                  <a:lnTo>
                    <a:pt x="8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58" name=""/>
            <p:cNvSpPr/>
            <p:nvPr/>
          </p:nvSpPr>
          <p:spPr>
            <a:xfrm rot="0" flipV="1">
              <a:off x="1615" y="38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59" name=""/>
            <p:cNvSpPr/>
            <p:nvPr/>
          </p:nvSpPr>
          <p:spPr>
            <a:xfrm rot="0">
              <a:off x="1610" y="3776"/>
              <a:ext cx="44" cy="28"/>
            </a:xfrm>
            <a:custGeom>
              <a:avLst/>
              <a:ahLst/>
              <a:rect l="0" t="0" r="r" b="b"/>
              <a:pathLst>
                <a:path w="130" h="84">
                  <a:moveTo>
                    <a:pt x="0" y="35"/>
                  </a:moveTo>
                  <a:lnTo>
                    <a:pt x="8" y="60"/>
                  </a:lnTo>
                  <a:lnTo>
                    <a:pt x="16" y="84"/>
                  </a:lnTo>
                  <a:lnTo>
                    <a:pt x="130" y="49"/>
                  </a:lnTo>
                  <a:lnTo>
                    <a:pt x="122" y="24"/>
                  </a:lnTo>
                  <a:lnTo>
                    <a:pt x="114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60" name=""/>
            <p:cNvSpPr/>
            <p:nvPr/>
          </p:nvSpPr>
          <p:spPr>
            <a:xfrm rot="0">
              <a:off x="1610" y="3776"/>
              <a:ext cx="44" cy="28"/>
            </a:xfrm>
            <a:custGeom>
              <a:avLst/>
              <a:ahLst/>
              <a:rect l="0" t="0" r="r" b="b"/>
              <a:pathLst>
                <a:path w="130" h="84">
                  <a:moveTo>
                    <a:pt x="0" y="35"/>
                  </a:moveTo>
                  <a:lnTo>
                    <a:pt x="8" y="60"/>
                  </a:lnTo>
                  <a:lnTo>
                    <a:pt x="16" y="84"/>
                  </a:lnTo>
                  <a:lnTo>
                    <a:pt x="130" y="49"/>
                  </a:lnTo>
                  <a:lnTo>
                    <a:pt x="122" y="24"/>
                  </a:lnTo>
                  <a:lnTo>
                    <a:pt x="114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61" name=""/>
            <p:cNvSpPr/>
            <p:nvPr/>
          </p:nvSpPr>
          <p:spPr>
            <a:xfrm rot="0">
              <a:off x="1651" y="3784"/>
              <a:ext cx="3" cy="9"/>
            </a:xfrm>
            <a:custGeom>
              <a:avLst/>
              <a:ahLst/>
              <a:rect l="0" t="0" r="r" b="b"/>
              <a:pathLst>
                <a:path w="9" h="25">
                  <a:moveTo>
                    <a:pt x="0" y="0"/>
                  </a:moveTo>
                  <a:lnTo>
                    <a:pt x="8" y="25"/>
                  </a:lnTo>
                  <a:lnTo>
                    <a:pt x="9" y="2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62" name=""/>
            <p:cNvSpPr/>
            <p:nvPr/>
          </p:nvSpPr>
          <p:spPr>
            <a:xfrm rot="0">
              <a:off x="1654" y="37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63" name=""/>
            <p:cNvSpPr/>
            <p:nvPr/>
          </p:nvSpPr>
          <p:spPr>
            <a:xfrm rot="0">
              <a:off x="1648" y="3761"/>
              <a:ext cx="44" cy="32"/>
            </a:xfrm>
            <a:custGeom>
              <a:avLst/>
              <a:ahLst/>
              <a:rect l="0" t="0" r="r" b="b"/>
              <a:pathLst>
                <a:path w="131" h="94">
                  <a:moveTo>
                    <a:pt x="0" y="45"/>
                  </a:moveTo>
                  <a:lnTo>
                    <a:pt x="9" y="69"/>
                  </a:lnTo>
                  <a:lnTo>
                    <a:pt x="18" y="94"/>
                  </a:lnTo>
                  <a:lnTo>
                    <a:pt x="131" y="49"/>
                  </a:lnTo>
                  <a:lnTo>
                    <a:pt x="121" y="24"/>
                  </a:lnTo>
                  <a:lnTo>
                    <a:pt x="112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64" name=""/>
            <p:cNvSpPr/>
            <p:nvPr/>
          </p:nvSpPr>
          <p:spPr>
            <a:xfrm rot="0">
              <a:off x="1648" y="3761"/>
              <a:ext cx="44" cy="32"/>
            </a:xfrm>
            <a:custGeom>
              <a:avLst/>
              <a:ahLst/>
              <a:rect l="0" t="0" r="r" b="b"/>
              <a:pathLst>
                <a:path w="131" h="94">
                  <a:moveTo>
                    <a:pt x="0" y="45"/>
                  </a:moveTo>
                  <a:lnTo>
                    <a:pt x="9" y="69"/>
                  </a:lnTo>
                  <a:lnTo>
                    <a:pt x="18" y="94"/>
                  </a:lnTo>
                  <a:lnTo>
                    <a:pt x="131" y="49"/>
                  </a:lnTo>
                  <a:lnTo>
                    <a:pt x="121" y="24"/>
                  </a:lnTo>
                  <a:lnTo>
                    <a:pt x="112" y="0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65" name=""/>
            <p:cNvSpPr/>
            <p:nvPr/>
          </p:nvSpPr>
          <p:spPr>
            <a:xfrm rot="0">
              <a:off x="1688" y="3769"/>
              <a:ext cx="4" cy="9"/>
            </a:xfrm>
            <a:custGeom>
              <a:avLst/>
              <a:ahLst/>
              <a:rect l="0" t="0" r="r" b="b"/>
              <a:pathLst>
                <a:path w="12" h="25">
                  <a:moveTo>
                    <a:pt x="0" y="0"/>
                  </a:moveTo>
                  <a:lnTo>
                    <a:pt x="10" y="25"/>
                  </a:lnTo>
                  <a:lnTo>
                    <a:pt x="12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500" name=""/>
          <p:cNvGrpSpPr/>
          <p:nvPr/>
        </p:nvGrpSpPr>
        <p:grpSpPr>
          <a:xfrm rot="0">
            <a:off x="2309812" y="2276475"/>
            <a:ext cx="3775075" cy="3721100"/>
            <a:chOff x="1455" y="1434"/>
            <a:chExt cx="2378" cy="2344"/>
          </a:xfrm>
        </p:grpSpPr>
        <p:sp>
          <p:nvSpPr>
            <p:cNvPr id="1087666" name=""/>
            <p:cNvSpPr/>
            <p:nvPr/>
          </p:nvSpPr>
          <p:spPr>
            <a:xfrm rot="0" flipV="1">
              <a:off x="1692" y="37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67" name=""/>
            <p:cNvSpPr/>
            <p:nvPr/>
          </p:nvSpPr>
          <p:spPr>
            <a:xfrm rot="0">
              <a:off x="1685" y="3745"/>
              <a:ext cx="43" cy="32"/>
            </a:xfrm>
            <a:custGeom>
              <a:avLst/>
              <a:ahLst/>
              <a:rect l="0" t="0" r="r" b="b"/>
              <a:pathLst>
                <a:path w="131" h="98">
                  <a:moveTo>
                    <a:pt x="0" y="51"/>
                  </a:moveTo>
                  <a:lnTo>
                    <a:pt x="11" y="74"/>
                  </a:lnTo>
                  <a:lnTo>
                    <a:pt x="23" y="98"/>
                  </a:lnTo>
                  <a:lnTo>
                    <a:pt x="131" y="47"/>
                  </a:lnTo>
                  <a:lnTo>
                    <a:pt x="120" y="23"/>
                  </a:lnTo>
                  <a:lnTo>
                    <a:pt x="108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68" name=""/>
            <p:cNvSpPr/>
            <p:nvPr/>
          </p:nvSpPr>
          <p:spPr>
            <a:xfrm rot="0">
              <a:off x="1685" y="3745"/>
              <a:ext cx="43" cy="32"/>
            </a:xfrm>
            <a:custGeom>
              <a:avLst/>
              <a:ahLst/>
              <a:rect l="0" t="0" r="r" b="b"/>
              <a:pathLst>
                <a:path w="131" h="98">
                  <a:moveTo>
                    <a:pt x="0" y="51"/>
                  </a:moveTo>
                  <a:lnTo>
                    <a:pt x="11" y="74"/>
                  </a:lnTo>
                  <a:lnTo>
                    <a:pt x="23" y="98"/>
                  </a:lnTo>
                  <a:lnTo>
                    <a:pt x="131" y="47"/>
                  </a:lnTo>
                  <a:lnTo>
                    <a:pt x="120" y="23"/>
                  </a:lnTo>
                  <a:lnTo>
                    <a:pt x="108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69" name=""/>
            <p:cNvSpPr/>
            <p:nvPr/>
          </p:nvSpPr>
          <p:spPr>
            <a:xfrm rot="0">
              <a:off x="1725" y="3752"/>
              <a:ext cx="4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0"/>
                  </a:moveTo>
                  <a:lnTo>
                    <a:pt x="11" y="24"/>
                  </a:lnTo>
                  <a:lnTo>
                    <a:pt x="13" y="2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70" name=""/>
            <p:cNvSpPr/>
            <p:nvPr/>
          </p:nvSpPr>
          <p:spPr>
            <a:xfrm rot="0" flipV="1">
              <a:off x="1728" y="376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71" name=""/>
            <p:cNvSpPr/>
            <p:nvPr/>
          </p:nvSpPr>
          <p:spPr>
            <a:xfrm rot="0">
              <a:off x="1720" y="3725"/>
              <a:ext cx="44" cy="35"/>
            </a:xfrm>
            <a:custGeom>
              <a:avLst/>
              <a:ahLst/>
              <a:rect l="0" t="0" r="r" b="b"/>
              <a:pathLst>
                <a:path w="132" h="105">
                  <a:moveTo>
                    <a:pt x="0" y="60"/>
                  </a:moveTo>
                  <a:lnTo>
                    <a:pt x="14" y="82"/>
                  </a:lnTo>
                  <a:lnTo>
                    <a:pt x="27" y="105"/>
                  </a:lnTo>
                  <a:lnTo>
                    <a:pt x="132" y="45"/>
                  </a:lnTo>
                  <a:lnTo>
                    <a:pt x="119" y="23"/>
                  </a:lnTo>
                  <a:lnTo>
                    <a:pt x="106" y="0"/>
                  </a:lnTo>
                  <a:lnTo>
                    <a:pt x="0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72" name=""/>
            <p:cNvSpPr/>
            <p:nvPr/>
          </p:nvSpPr>
          <p:spPr>
            <a:xfrm rot="0">
              <a:off x="1720" y="3725"/>
              <a:ext cx="44" cy="35"/>
            </a:xfrm>
            <a:custGeom>
              <a:avLst/>
              <a:ahLst/>
              <a:rect l="0" t="0" r="r" b="b"/>
              <a:pathLst>
                <a:path w="132" h="105">
                  <a:moveTo>
                    <a:pt x="0" y="60"/>
                  </a:moveTo>
                  <a:lnTo>
                    <a:pt x="14" y="82"/>
                  </a:lnTo>
                  <a:lnTo>
                    <a:pt x="27" y="105"/>
                  </a:lnTo>
                  <a:lnTo>
                    <a:pt x="132" y="45"/>
                  </a:lnTo>
                  <a:lnTo>
                    <a:pt x="119" y="23"/>
                  </a:lnTo>
                  <a:lnTo>
                    <a:pt x="106" y="0"/>
                  </a:lnTo>
                  <a:lnTo>
                    <a:pt x="0" y="6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73" name=""/>
            <p:cNvSpPr/>
            <p:nvPr/>
          </p:nvSpPr>
          <p:spPr>
            <a:xfrm rot="0">
              <a:off x="1760" y="3733"/>
              <a:ext cx="4" cy="7"/>
            </a:xfrm>
            <a:custGeom>
              <a:avLst/>
              <a:ahLst/>
              <a:rect l="0" t="0" r="r" b="b"/>
              <a:pathLst>
                <a:path w="14" h="22">
                  <a:moveTo>
                    <a:pt x="0" y="0"/>
                  </a:moveTo>
                  <a:lnTo>
                    <a:pt x="13" y="22"/>
                  </a:lnTo>
                  <a:lnTo>
                    <a:pt x="14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74" name=""/>
            <p:cNvSpPr/>
            <p:nvPr/>
          </p:nvSpPr>
          <p:spPr>
            <a:xfrm rot="0" flipV="1">
              <a:off x="1764" y="37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75" name=""/>
            <p:cNvSpPr/>
            <p:nvPr/>
          </p:nvSpPr>
          <p:spPr>
            <a:xfrm rot="0">
              <a:off x="1755" y="3703"/>
              <a:ext cx="43" cy="37"/>
            </a:xfrm>
            <a:custGeom>
              <a:avLst/>
              <a:ahLst/>
              <a:rect l="0" t="0" r="r" b="b"/>
              <a:pathLst>
                <a:path w="128" h="109">
                  <a:moveTo>
                    <a:pt x="0" y="66"/>
                  </a:moveTo>
                  <a:lnTo>
                    <a:pt x="14" y="88"/>
                  </a:lnTo>
                  <a:lnTo>
                    <a:pt x="28" y="109"/>
                  </a:lnTo>
                  <a:lnTo>
                    <a:pt x="128" y="43"/>
                  </a:lnTo>
                  <a:lnTo>
                    <a:pt x="114" y="21"/>
                  </a:lnTo>
                  <a:lnTo>
                    <a:pt x="10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76" name=""/>
            <p:cNvSpPr/>
            <p:nvPr/>
          </p:nvSpPr>
          <p:spPr>
            <a:xfrm rot="0">
              <a:off x="1755" y="3703"/>
              <a:ext cx="43" cy="37"/>
            </a:xfrm>
            <a:custGeom>
              <a:avLst/>
              <a:ahLst/>
              <a:rect l="0" t="0" r="r" b="b"/>
              <a:pathLst>
                <a:path w="128" h="109">
                  <a:moveTo>
                    <a:pt x="0" y="66"/>
                  </a:moveTo>
                  <a:lnTo>
                    <a:pt x="14" y="88"/>
                  </a:lnTo>
                  <a:lnTo>
                    <a:pt x="28" y="109"/>
                  </a:lnTo>
                  <a:lnTo>
                    <a:pt x="128" y="43"/>
                  </a:lnTo>
                  <a:lnTo>
                    <a:pt x="114" y="21"/>
                  </a:lnTo>
                  <a:lnTo>
                    <a:pt x="100" y="0"/>
                  </a:lnTo>
                  <a:lnTo>
                    <a:pt x="0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77" name=""/>
            <p:cNvSpPr/>
            <p:nvPr/>
          </p:nvSpPr>
          <p:spPr>
            <a:xfrm rot="0">
              <a:off x="1793" y="3710"/>
              <a:ext cx="5" cy="8"/>
            </a:xfrm>
            <a:custGeom>
              <a:avLst/>
              <a:ahLst/>
              <a:rect l="0" t="0" r="r" b="b"/>
              <a:pathLst>
                <a:path w="15" h="22">
                  <a:moveTo>
                    <a:pt x="0" y="0"/>
                  </a:moveTo>
                  <a:lnTo>
                    <a:pt x="14" y="22"/>
                  </a:lnTo>
                  <a:lnTo>
                    <a:pt x="1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78" name=""/>
            <p:cNvSpPr/>
            <p:nvPr/>
          </p:nvSpPr>
          <p:spPr>
            <a:xfrm rot="0" flipV="1">
              <a:off x="1798" y="37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79" name=""/>
            <p:cNvSpPr/>
            <p:nvPr/>
          </p:nvSpPr>
          <p:spPr>
            <a:xfrm rot="0">
              <a:off x="1788" y="3679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0" y="73"/>
                  </a:moveTo>
                  <a:lnTo>
                    <a:pt x="15" y="93"/>
                  </a:lnTo>
                  <a:lnTo>
                    <a:pt x="30" y="114"/>
                  </a:lnTo>
                  <a:lnTo>
                    <a:pt x="126" y="41"/>
                  </a:lnTo>
                  <a:lnTo>
                    <a:pt x="111" y="21"/>
                  </a:lnTo>
                  <a:lnTo>
                    <a:pt x="96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80" name=""/>
            <p:cNvSpPr/>
            <p:nvPr/>
          </p:nvSpPr>
          <p:spPr>
            <a:xfrm rot="0">
              <a:off x="1788" y="3679"/>
              <a:ext cx="42" cy="38"/>
            </a:xfrm>
            <a:custGeom>
              <a:avLst/>
              <a:ahLst/>
              <a:rect l="0" t="0" r="r" b="b"/>
              <a:pathLst>
                <a:path w="126" h="114">
                  <a:moveTo>
                    <a:pt x="0" y="73"/>
                  </a:moveTo>
                  <a:lnTo>
                    <a:pt x="15" y="93"/>
                  </a:lnTo>
                  <a:lnTo>
                    <a:pt x="30" y="114"/>
                  </a:lnTo>
                  <a:lnTo>
                    <a:pt x="126" y="41"/>
                  </a:lnTo>
                  <a:lnTo>
                    <a:pt x="111" y="21"/>
                  </a:lnTo>
                  <a:lnTo>
                    <a:pt x="96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81" name=""/>
            <p:cNvSpPr/>
            <p:nvPr/>
          </p:nvSpPr>
          <p:spPr>
            <a:xfrm rot="0">
              <a:off x="1825" y="3686"/>
              <a:ext cx="6" cy="7"/>
            </a:xfrm>
            <a:custGeom>
              <a:avLst/>
              <a:ahLst/>
              <a:rect l="0" t="0" r="r" b="b"/>
              <a:pathLst>
                <a:path w="17" h="20">
                  <a:moveTo>
                    <a:pt x="0" y="0"/>
                  </a:moveTo>
                  <a:lnTo>
                    <a:pt x="15" y="20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82" name=""/>
            <p:cNvSpPr/>
            <p:nvPr/>
          </p:nvSpPr>
          <p:spPr>
            <a:xfrm rot="0" flipV="1">
              <a:off x="1830" y="369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83" name=""/>
            <p:cNvSpPr/>
            <p:nvPr/>
          </p:nvSpPr>
          <p:spPr>
            <a:xfrm rot="0">
              <a:off x="1819" y="3654"/>
              <a:ext cx="42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0" y="78"/>
                  </a:moveTo>
                  <a:lnTo>
                    <a:pt x="17" y="98"/>
                  </a:lnTo>
                  <a:lnTo>
                    <a:pt x="34" y="117"/>
                  </a:lnTo>
                  <a:lnTo>
                    <a:pt x="125" y="39"/>
                  </a:lnTo>
                  <a:lnTo>
                    <a:pt x="108" y="19"/>
                  </a:lnTo>
                  <a:lnTo>
                    <a:pt x="90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84" name=""/>
            <p:cNvSpPr/>
            <p:nvPr/>
          </p:nvSpPr>
          <p:spPr>
            <a:xfrm rot="0">
              <a:off x="1819" y="3654"/>
              <a:ext cx="42" cy="39"/>
            </a:xfrm>
            <a:custGeom>
              <a:avLst/>
              <a:ahLst/>
              <a:rect l="0" t="0" r="r" b="b"/>
              <a:pathLst>
                <a:path w="125" h="117">
                  <a:moveTo>
                    <a:pt x="0" y="78"/>
                  </a:moveTo>
                  <a:lnTo>
                    <a:pt x="17" y="98"/>
                  </a:lnTo>
                  <a:lnTo>
                    <a:pt x="34" y="117"/>
                  </a:lnTo>
                  <a:lnTo>
                    <a:pt x="125" y="39"/>
                  </a:lnTo>
                  <a:lnTo>
                    <a:pt x="108" y="19"/>
                  </a:lnTo>
                  <a:lnTo>
                    <a:pt x="90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85" name=""/>
            <p:cNvSpPr/>
            <p:nvPr/>
          </p:nvSpPr>
          <p:spPr>
            <a:xfrm rot="0">
              <a:off x="1855" y="3660"/>
              <a:ext cx="6" cy="7"/>
            </a:xfrm>
            <a:custGeom>
              <a:avLst/>
              <a:ahLst/>
              <a:rect l="0" t="0" r="r" b="b"/>
              <a:pathLst>
                <a:path w="18" h="20">
                  <a:moveTo>
                    <a:pt x="0" y="0"/>
                  </a:moveTo>
                  <a:lnTo>
                    <a:pt x="17" y="20"/>
                  </a:lnTo>
                  <a:lnTo>
                    <a:pt x="18" y="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86" name=""/>
            <p:cNvSpPr/>
            <p:nvPr/>
          </p:nvSpPr>
          <p:spPr>
            <a:xfrm rot="0" flipV="1">
              <a:off x="1861" y="36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87" name=""/>
            <p:cNvSpPr/>
            <p:nvPr/>
          </p:nvSpPr>
          <p:spPr>
            <a:xfrm rot="0">
              <a:off x="1849" y="3625"/>
              <a:ext cx="41" cy="41"/>
            </a:xfrm>
            <a:custGeom>
              <a:avLst/>
              <a:ahLst/>
              <a:rect l="0" t="0" r="r" b="b"/>
              <a:pathLst>
                <a:path w="122" h="123">
                  <a:moveTo>
                    <a:pt x="0" y="86"/>
                  </a:moveTo>
                  <a:lnTo>
                    <a:pt x="19" y="104"/>
                  </a:lnTo>
                  <a:lnTo>
                    <a:pt x="37" y="123"/>
                  </a:lnTo>
                  <a:lnTo>
                    <a:pt x="122" y="37"/>
                  </a:lnTo>
                  <a:lnTo>
                    <a:pt x="104" y="18"/>
                  </a:lnTo>
                  <a:lnTo>
                    <a:pt x="85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88" name=""/>
            <p:cNvSpPr/>
            <p:nvPr/>
          </p:nvSpPr>
          <p:spPr>
            <a:xfrm rot="0">
              <a:off x="1849" y="3625"/>
              <a:ext cx="41" cy="41"/>
            </a:xfrm>
            <a:custGeom>
              <a:avLst/>
              <a:ahLst/>
              <a:rect l="0" t="0" r="r" b="b"/>
              <a:pathLst>
                <a:path w="122" h="123">
                  <a:moveTo>
                    <a:pt x="0" y="86"/>
                  </a:moveTo>
                  <a:lnTo>
                    <a:pt x="19" y="104"/>
                  </a:lnTo>
                  <a:lnTo>
                    <a:pt x="37" y="123"/>
                  </a:lnTo>
                  <a:lnTo>
                    <a:pt x="122" y="37"/>
                  </a:lnTo>
                  <a:lnTo>
                    <a:pt x="104" y="18"/>
                  </a:lnTo>
                  <a:lnTo>
                    <a:pt x="85" y="0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89" name=""/>
            <p:cNvSpPr/>
            <p:nvPr/>
          </p:nvSpPr>
          <p:spPr>
            <a:xfrm rot="0">
              <a:off x="1884" y="3631"/>
              <a:ext cx="6" cy="7"/>
            </a:xfrm>
            <a:custGeom>
              <a:avLst/>
              <a:ahLst/>
              <a:rect l="0" t="0" r="r" b="b"/>
              <a:pathLst>
                <a:path w="19" h="19">
                  <a:moveTo>
                    <a:pt x="0" y="0"/>
                  </a:moveTo>
                  <a:lnTo>
                    <a:pt x="18" y="19"/>
                  </a:lnTo>
                  <a:lnTo>
                    <a:pt x="19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90" name=""/>
            <p:cNvSpPr/>
            <p:nvPr/>
          </p:nvSpPr>
          <p:spPr>
            <a:xfrm rot="0" flipV="1">
              <a:off x="1890" y="36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91" name=""/>
            <p:cNvSpPr/>
            <p:nvPr/>
          </p:nvSpPr>
          <p:spPr>
            <a:xfrm rot="0">
              <a:off x="1877" y="3596"/>
              <a:ext cx="39" cy="41"/>
            </a:xfrm>
            <a:custGeom>
              <a:avLst/>
              <a:ahLst/>
              <a:rect l="0" t="0" r="r" b="b"/>
              <a:pathLst>
                <a:path w="118" h="125">
                  <a:moveTo>
                    <a:pt x="0" y="90"/>
                  </a:moveTo>
                  <a:lnTo>
                    <a:pt x="20" y="107"/>
                  </a:lnTo>
                  <a:lnTo>
                    <a:pt x="39" y="125"/>
                  </a:lnTo>
                  <a:lnTo>
                    <a:pt x="118" y="35"/>
                  </a:lnTo>
                  <a:lnTo>
                    <a:pt x="98" y="18"/>
                  </a:lnTo>
                  <a:lnTo>
                    <a:pt x="79" y="0"/>
                  </a:lnTo>
                  <a:lnTo>
                    <a:pt x="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92" name=""/>
            <p:cNvSpPr/>
            <p:nvPr/>
          </p:nvSpPr>
          <p:spPr>
            <a:xfrm rot="0">
              <a:off x="1877" y="3596"/>
              <a:ext cx="39" cy="41"/>
            </a:xfrm>
            <a:custGeom>
              <a:avLst/>
              <a:ahLst/>
              <a:rect l="0" t="0" r="r" b="b"/>
              <a:pathLst>
                <a:path w="118" h="125">
                  <a:moveTo>
                    <a:pt x="0" y="90"/>
                  </a:moveTo>
                  <a:lnTo>
                    <a:pt x="20" y="107"/>
                  </a:lnTo>
                  <a:lnTo>
                    <a:pt x="39" y="125"/>
                  </a:lnTo>
                  <a:lnTo>
                    <a:pt x="118" y="35"/>
                  </a:lnTo>
                  <a:lnTo>
                    <a:pt x="98" y="18"/>
                  </a:lnTo>
                  <a:lnTo>
                    <a:pt x="79" y="0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93" name=""/>
            <p:cNvSpPr/>
            <p:nvPr/>
          </p:nvSpPr>
          <p:spPr>
            <a:xfrm rot="0">
              <a:off x="1910" y="3602"/>
              <a:ext cx="7" cy="5"/>
            </a:xfrm>
            <a:custGeom>
              <a:avLst/>
              <a:ahLst/>
              <a:rect l="0" t="0" r="r" b="b"/>
              <a:pathLst>
                <a:path w="21" h="17">
                  <a:moveTo>
                    <a:pt x="0" y="0"/>
                  </a:moveTo>
                  <a:lnTo>
                    <a:pt x="20" y="17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94" name=""/>
            <p:cNvSpPr/>
            <p:nvPr/>
          </p:nvSpPr>
          <p:spPr>
            <a:xfrm rot="0" flipV="1">
              <a:off x="1916" y="36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95" name=""/>
            <p:cNvSpPr/>
            <p:nvPr/>
          </p:nvSpPr>
          <p:spPr>
            <a:xfrm rot="0">
              <a:off x="1903" y="3564"/>
              <a:ext cx="38" cy="43"/>
            </a:xfrm>
            <a:custGeom>
              <a:avLst/>
              <a:ahLst/>
              <a:rect l="0" t="0" r="r" b="b"/>
              <a:pathLst>
                <a:path w="113" h="127">
                  <a:moveTo>
                    <a:pt x="0" y="96"/>
                  </a:moveTo>
                  <a:lnTo>
                    <a:pt x="20" y="112"/>
                  </a:lnTo>
                  <a:lnTo>
                    <a:pt x="41" y="127"/>
                  </a:lnTo>
                  <a:lnTo>
                    <a:pt x="113" y="31"/>
                  </a:lnTo>
                  <a:lnTo>
                    <a:pt x="93" y="15"/>
                  </a:lnTo>
                  <a:lnTo>
                    <a:pt x="72" y="0"/>
                  </a:lnTo>
                  <a:lnTo>
                    <a:pt x="0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96" name=""/>
            <p:cNvSpPr/>
            <p:nvPr/>
          </p:nvSpPr>
          <p:spPr>
            <a:xfrm rot="0">
              <a:off x="1903" y="3564"/>
              <a:ext cx="38" cy="43"/>
            </a:xfrm>
            <a:custGeom>
              <a:avLst/>
              <a:ahLst/>
              <a:rect l="0" t="0" r="r" b="b"/>
              <a:pathLst>
                <a:path w="113" h="127">
                  <a:moveTo>
                    <a:pt x="0" y="96"/>
                  </a:moveTo>
                  <a:lnTo>
                    <a:pt x="20" y="112"/>
                  </a:lnTo>
                  <a:lnTo>
                    <a:pt x="41" y="127"/>
                  </a:lnTo>
                  <a:lnTo>
                    <a:pt x="113" y="31"/>
                  </a:lnTo>
                  <a:lnTo>
                    <a:pt x="93" y="15"/>
                  </a:lnTo>
                  <a:lnTo>
                    <a:pt x="72" y="0"/>
                  </a:lnTo>
                  <a:lnTo>
                    <a:pt x="0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97" name=""/>
            <p:cNvSpPr/>
            <p:nvPr/>
          </p:nvSpPr>
          <p:spPr>
            <a:xfrm rot="0">
              <a:off x="1934" y="3569"/>
              <a:ext cx="7" cy="6"/>
            </a:xfrm>
            <a:custGeom>
              <a:avLst/>
              <a:ahLst/>
              <a:rect l="0" t="0" r="r" b="b"/>
              <a:pathLst>
                <a:path w="21" h="16">
                  <a:moveTo>
                    <a:pt x="0" y="0"/>
                  </a:moveTo>
                  <a:lnTo>
                    <a:pt x="20" y="16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698" name=""/>
            <p:cNvSpPr/>
            <p:nvPr/>
          </p:nvSpPr>
          <p:spPr>
            <a:xfrm rot="0" flipV="1">
              <a:off x="1941" y="35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699" name=""/>
            <p:cNvSpPr/>
            <p:nvPr/>
          </p:nvSpPr>
          <p:spPr>
            <a:xfrm rot="0">
              <a:off x="1927" y="3531"/>
              <a:ext cx="36" cy="43"/>
            </a:xfrm>
            <a:custGeom>
              <a:avLst/>
              <a:ahLst/>
              <a:rect l="0" t="0" r="r" b="b"/>
              <a:pathLst>
                <a:path w="110" h="130">
                  <a:moveTo>
                    <a:pt x="0" y="101"/>
                  </a:moveTo>
                  <a:lnTo>
                    <a:pt x="22" y="115"/>
                  </a:lnTo>
                  <a:lnTo>
                    <a:pt x="43" y="130"/>
                  </a:lnTo>
                  <a:lnTo>
                    <a:pt x="110" y="29"/>
                  </a:lnTo>
                  <a:lnTo>
                    <a:pt x="88" y="14"/>
                  </a:lnTo>
                  <a:lnTo>
                    <a:pt x="67" y="0"/>
                  </a:lnTo>
                  <a:lnTo>
                    <a:pt x="0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00" name=""/>
            <p:cNvSpPr/>
            <p:nvPr/>
          </p:nvSpPr>
          <p:spPr>
            <a:xfrm rot="0">
              <a:off x="1927" y="3531"/>
              <a:ext cx="36" cy="43"/>
            </a:xfrm>
            <a:custGeom>
              <a:avLst/>
              <a:ahLst/>
              <a:rect l="0" t="0" r="r" b="b"/>
              <a:pathLst>
                <a:path w="110" h="130">
                  <a:moveTo>
                    <a:pt x="0" y="101"/>
                  </a:moveTo>
                  <a:lnTo>
                    <a:pt x="22" y="115"/>
                  </a:lnTo>
                  <a:lnTo>
                    <a:pt x="43" y="130"/>
                  </a:lnTo>
                  <a:lnTo>
                    <a:pt x="110" y="29"/>
                  </a:lnTo>
                  <a:lnTo>
                    <a:pt x="88" y="14"/>
                  </a:lnTo>
                  <a:lnTo>
                    <a:pt x="67" y="0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01" name=""/>
            <p:cNvSpPr/>
            <p:nvPr/>
          </p:nvSpPr>
          <p:spPr>
            <a:xfrm rot="0">
              <a:off x="1956" y="3536"/>
              <a:ext cx="8" cy="5"/>
            </a:xfrm>
            <a:custGeom>
              <a:avLst/>
              <a:ahLst/>
              <a:rect l="0" t="0" r="r" b="b"/>
              <a:pathLst>
                <a:path w="23" h="15">
                  <a:moveTo>
                    <a:pt x="0" y="0"/>
                  </a:moveTo>
                  <a:lnTo>
                    <a:pt x="22" y="15"/>
                  </a:lnTo>
                  <a:lnTo>
                    <a:pt x="23" y="1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02" name=""/>
            <p:cNvSpPr/>
            <p:nvPr/>
          </p:nvSpPr>
          <p:spPr>
            <a:xfrm rot="0" flipV="1">
              <a:off x="1963" y="35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03" name=""/>
            <p:cNvSpPr/>
            <p:nvPr/>
          </p:nvSpPr>
          <p:spPr>
            <a:xfrm rot="0">
              <a:off x="1949" y="3497"/>
              <a:ext cx="34" cy="43"/>
            </a:xfrm>
            <a:custGeom>
              <a:avLst/>
              <a:ahLst/>
              <a:rect l="0" t="0" r="r" b="b"/>
              <a:pathLst>
                <a:path w="104" h="131">
                  <a:moveTo>
                    <a:pt x="0" y="104"/>
                  </a:moveTo>
                  <a:lnTo>
                    <a:pt x="22" y="117"/>
                  </a:lnTo>
                  <a:lnTo>
                    <a:pt x="45" y="131"/>
                  </a:lnTo>
                  <a:lnTo>
                    <a:pt x="104" y="26"/>
                  </a:lnTo>
                  <a:lnTo>
                    <a:pt x="81" y="13"/>
                  </a:lnTo>
                  <a:lnTo>
                    <a:pt x="59" y="0"/>
                  </a:lnTo>
                  <a:lnTo>
                    <a:pt x="0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04" name=""/>
            <p:cNvSpPr/>
            <p:nvPr/>
          </p:nvSpPr>
          <p:spPr>
            <a:xfrm rot="0">
              <a:off x="1949" y="3497"/>
              <a:ext cx="34" cy="43"/>
            </a:xfrm>
            <a:custGeom>
              <a:avLst/>
              <a:ahLst/>
              <a:rect l="0" t="0" r="r" b="b"/>
              <a:pathLst>
                <a:path w="104" h="131">
                  <a:moveTo>
                    <a:pt x="0" y="104"/>
                  </a:moveTo>
                  <a:lnTo>
                    <a:pt x="22" y="117"/>
                  </a:lnTo>
                  <a:lnTo>
                    <a:pt x="45" y="131"/>
                  </a:lnTo>
                  <a:lnTo>
                    <a:pt x="104" y="26"/>
                  </a:lnTo>
                  <a:lnTo>
                    <a:pt x="81" y="13"/>
                  </a:lnTo>
                  <a:lnTo>
                    <a:pt x="59" y="0"/>
                  </a:lnTo>
                  <a:lnTo>
                    <a:pt x="0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05" name=""/>
            <p:cNvSpPr/>
            <p:nvPr/>
          </p:nvSpPr>
          <p:spPr>
            <a:xfrm rot="0">
              <a:off x="1976" y="3501"/>
              <a:ext cx="8" cy="4"/>
            </a:xfrm>
            <a:custGeom>
              <a:avLst/>
              <a:ahLst/>
              <a:rect l="0" t="0" r="r" b="b"/>
              <a:pathLst>
                <a:path w="24" h="13">
                  <a:moveTo>
                    <a:pt x="0" y="0"/>
                  </a:moveTo>
                  <a:lnTo>
                    <a:pt x="23" y="13"/>
                  </a:lnTo>
                  <a:lnTo>
                    <a:pt x="24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06" name=""/>
            <p:cNvSpPr/>
            <p:nvPr/>
          </p:nvSpPr>
          <p:spPr>
            <a:xfrm rot="0" flipV="1">
              <a:off x="1983" y="35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07" name=""/>
            <p:cNvSpPr/>
            <p:nvPr/>
          </p:nvSpPr>
          <p:spPr>
            <a:xfrm rot="0">
              <a:off x="1968" y="3461"/>
              <a:ext cx="33" cy="44"/>
            </a:xfrm>
            <a:custGeom>
              <a:avLst/>
              <a:ahLst/>
              <a:rect l="0" t="0" r="r" b="b"/>
              <a:pathLst>
                <a:path w="98" h="131">
                  <a:moveTo>
                    <a:pt x="0" y="109"/>
                  </a:moveTo>
                  <a:lnTo>
                    <a:pt x="23" y="120"/>
                  </a:lnTo>
                  <a:lnTo>
                    <a:pt x="47" y="131"/>
                  </a:lnTo>
                  <a:lnTo>
                    <a:pt x="98" y="22"/>
                  </a:lnTo>
                  <a:lnTo>
                    <a:pt x="74" y="11"/>
                  </a:lnTo>
                  <a:lnTo>
                    <a:pt x="51" y="0"/>
                  </a:lnTo>
                  <a:lnTo>
                    <a:pt x="0" y="1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08" name=""/>
            <p:cNvSpPr/>
            <p:nvPr/>
          </p:nvSpPr>
          <p:spPr>
            <a:xfrm rot="0">
              <a:off x="1968" y="3461"/>
              <a:ext cx="33" cy="44"/>
            </a:xfrm>
            <a:custGeom>
              <a:avLst/>
              <a:ahLst/>
              <a:rect l="0" t="0" r="r" b="b"/>
              <a:pathLst>
                <a:path w="98" h="131">
                  <a:moveTo>
                    <a:pt x="0" y="109"/>
                  </a:moveTo>
                  <a:lnTo>
                    <a:pt x="23" y="120"/>
                  </a:lnTo>
                  <a:lnTo>
                    <a:pt x="47" y="131"/>
                  </a:lnTo>
                  <a:lnTo>
                    <a:pt x="98" y="22"/>
                  </a:lnTo>
                  <a:lnTo>
                    <a:pt x="74" y="11"/>
                  </a:lnTo>
                  <a:lnTo>
                    <a:pt x="51" y="0"/>
                  </a:lnTo>
                  <a:lnTo>
                    <a:pt x="0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09" name=""/>
            <p:cNvSpPr/>
            <p:nvPr/>
          </p:nvSpPr>
          <p:spPr>
            <a:xfrm rot="0">
              <a:off x="1993" y="3465"/>
              <a:ext cx="8" cy="3"/>
            </a:xfrm>
            <a:custGeom>
              <a:avLst/>
              <a:ahLst/>
              <a:rect l="0" t="0" r="r" b="b"/>
              <a:pathLst>
                <a:path w="25" h="11">
                  <a:moveTo>
                    <a:pt x="0" y="0"/>
                  </a:moveTo>
                  <a:lnTo>
                    <a:pt x="24" y="11"/>
                  </a:lnTo>
                  <a:lnTo>
                    <a:pt x="25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10" name=""/>
            <p:cNvSpPr/>
            <p:nvPr/>
          </p:nvSpPr>
          <p:spPr>
            <a:xfrm rot="0" flipV="1">
              <a:off x="2001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11" name=""/>
            <p:cNvSpPr/>
            <p:nvPr/>
          </p:nvSpPr>
          <p:spPr>
            <a:xfrm rot="0">
              <a:off x="1985" y="3424"/>
              <a:ext cx="31" cy="44"/>
            </a:xfrm>
            <a:custGeom>
              <a:avLst/>
              <a:ahLst/>
              <a:rect l="0" t="0" r="r" b="b"/>
              <a:pathLst>
                <a:path w="93" h="130">
                  <a:moveTo>
                    <a:pt x="0" y="112"/>
                  </a:moveTo>
                  <a:lnTo>
                    <a:pt x="24" y="121"/>
                  </a:lnTo>
                  <a:lnTo>
                    <a:pt x="49" y="130"/>
                  </a:lnTo>
                  <a:lnTo>
                    <a:pt x="93" y="19"/>
                  </a:lnTo>
                  <a:lnTo>
                    <a:pt x="68" y="10"/>
                  </a:lnTo>
                  <a:lnTo>
                    <a:pt x="44" y="0"/>
                  </a:lnTo>
                  <a:lnTo>
                    <a:pt x="0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12" name=""/>
            <p:cNvSpPr/>
            <p:nvPr/>
          </p:nvSpPr>
          <p:spPr>
            <a:xfrm rot="0">
              <a:off x="1985" y="3424"/>
              <a:ext cx="31" cy="44"/>
            </a:xfrm>
            <a:custGeom>
              <a:avLst/>
              <a:ahLst/>
              <a:rect l="0" t="0" r="r" b="b"/>
              <a:pathLst>
                <a:path w="93" h="130">
                  <a:moveTo>
                    <a:pt x="0" y="112"/>
                  </a:moveTo>
                  <a:lnTo>
                    <a:pt x="24" y="121"/>
                  </a:lnTo>
                  <a:lnTo>
                    <a:pt x="49" y="130"/>
                  </a:lnTo>
                  <a:lnTo>
                    <a:pt x="93" y="19"/>
                  </a:lnTo>
                  <a:lnTo>
                    <a:pt x="68" y="10"/>
                  </a:lnTo>
                  <a:lnTo>
                    <a:pt x="44" y="0"/>
                  </a:lnTo>
                  <a:lnTo>
                    <a:pt x="0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13" name=""/>
            <p:cNvSpPr/>
            <p:nvPr/>
          </p:nvSpPr>
          <p:spPr>
            <a:xfrm rot="0">
              <a:off x="2007" y="3428"/>
              <a:ext cx="9" cy="3"/>
            </a:xfrm>
            <a:custGeom>
              <a:avLst/>
              <a:ahLst/>
              <a:rect l="0" t="0" r="r" b="b"/>
              <a:pathLst>
                <a:path w="25" h="9">
                  <a:moveTo>
                    <a:pt x="0" y="0"/>
                  </a:moveTo>
                  <a:lnTo>
                    <a:pt x="25" y="9"/>
                  </a:lnTo>
                  <a:lnTo>
                    <a:pt x="25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14" name=""/>
            <p:cNvSpPr/>
            <p:nvPr/>
          </p:nvSpPr>
          <p:spPr>
            <a:xfrm rot="0" flipV="1">
              <a:off x="2016" y="34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15" name=""/>
            <p:cNvSpPr/>
            <p:nvPr/>
          </p:nvSpPr>
          <p:spPr>
            <a:xfrm rot="0">
              <a:off x="1999" y="3386"/>
              <a:ext cx="29" cy="44"/>
            </a:xfrm>
            <a:custGeom>
              <a:avLst/>
              <a:ahLst/>
              <a:rect l="0" t="0" r="r" b="b"/>
              <a:pathLst>
                <a:path w="86" h="132">
                  <a:moveTo>
                    <a:pt x="0" y="115"/>
                  </a:moveTo>
                  <a:lnTo>
                    <a:pt x="24" y="124"/>
                  </a:lnTo>
                  <a:lnTo>
                    <a:pt x="49" y="132"/>
                  </a:lnTo>
                  <a:lnTo>
                    <a:pt x="86" y="16"/>
                  </a:lnTo>
                  <a:lnTo>
                    <a:pt x="61" y="8"/>
                  </a:lnTo>
                  <a:lnTo>
                    <a:pt x="37" y="0"/>
                  </a:lnTo>
                  <a:lnTo>
                    <a:pt x="0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16" name=""/>
            <p:cNvSpPr/>
            <p:nvPr/>
          </p:nvSpPr>
          <p:spPr>
            <a:xfrm rot="0">
              <a:off x="1999" y="3386"/>
              <a:ext cx="29" cy="44"/>
            </a:xfrm>
            <a:custGeom>
              <a:avLst/>
              <a:ahLst/>
              <a:rect l="0" t="0" r="r" b="b"/>
              <a:pathLst>
                <a:path w="86" h="132">
                  <a:moveTo>
                    <a:pt x="0" y="115"/>
                  </a:moveTo>
                  <a:lnTo>
                    <a:pt x="24" y="124"/>
                  </a:lnTo>
                  <a:lnTo>
                    <a:pt x="49" y="132"/>
                  </a:lnTo>
                  <a:lnTo>
                    <a:pt x="86" y="16"/>
                  </a:lnTo>
                  <a:lnTo>
                    <a:pt x="61" y="8"/>
                  </a:lnTo>
                  <a:lnTo>
                    <a:pt x="37" y="0"/>
                  </a:lnTo>
                  <a:lnTo>
                    <a:pt x="0" y="1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17" name=""/>
            <p:cNvSpPr/>
            <p:nvPr/>
          </p:nvSpPr>
          <p:spPr>
            <a:xfrm rot="0">
              <a:off x="2020" y="3389"/>
              <a:ext cx="8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0"/>
                  </a:moveTo>
                  <a:lnTo>
                    <a:pt x="25" y="8"/>
                  </a:lnTo>
                  <a:lnTo>
                    <a:pt x="26" y="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18" name=""/>
            <p:cNvSpPr/>
            <p:nvPr/>
          </p:nvSpPr>
          <p:spPr>
            <a:xfrm rot="0" flipV="1">
              <a:off x="2028" y="33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19" name=""/>
            <p:cNvSpPr/>
            <p:nvPr/>
          </p:nvSpPr>
          <p:spPr>
            <a:xfrm rot="0">
              <a:off x="2011" y="3348"/>
              <a:ext cx="27" cy="43"/>
            </a:xfrm>
            <a:custGeom>
              <a:avLst/>
              <a:ahLst/>
              <a:rect l="0" t="0" r="r" b="b"/>
              <a:pathLst>
                <a:path w="79" h="128">
                  <a:moveTo>
                    <a:pt x="0" y="116"/>
                  </a:moveTo>
                  <a:lnTo>
                    <a:pt x="25" y="122"/>
                  </a:lnTo>
                  <a:lnTo>
                    <a:pt x="51" y="128"/>
                  </a:lnTo>
                  <a:lnTo>
                    <a:pt x="79" y="12"/>
                  </a:lnTo>
                  <a:lnTo>
                    <a:pt x="54" y="6"/>
                  </a:lnTo>
                  <a:lnTo>
                    <a:pt x="28" y="0"/>
                  </a:lnTo>
                  <a:lnTo>
                    <a:pt x="0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20" name=""/>
            <p:cNvSpPr/>
            <p:nvPr/>
          </p:nvSpPr>
          <p:spPr>
            <a:xfrm rot="0">
              <a:off x="2011" y="3348"/>
              <a:ext cx="27" cy="43"/>
            </a:xfrm>
            <a:custGeom>
              <a:avLst/>
              <a:ahLst/>
              <a:rect l="0" t="0" r="r" b="b"/>
              <a:pathLst>
                <a:path w="79" h="128">
                  <a:moveTo>
                    <a:pt x="0" y="116"/>
                  </a:moveTo>
                  <a:lnTo>
                    <a:pt x="25" y="122"/>
                  </a:lnTo>
                  <a:lnTo>
                    <a:pt x="51" y="128"/>
                  </a:lnTo>
                  <a:lnTo>
                    <a:pt x="79" y="12"/>
                  </a:lnTo>
                  <a:lnTo>
                    <a:pt x="54" y="6"/>
                  </a:lnTo>
                  <a:lnTo>
                    <a:pt x="28" y="0"/>
                  </a:lnTo>
                  <a:lnTo>
                    <a:pt x="0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21" name=""/>
            <p:cNvSpPr/>
            <p:nvPr/>
          </p:nvSpPr>
          <p:spPr>
            <a:xfrm rot="0">
              <a:off x="2029" y="3350"/>
              <a:ext cx="9" cy="2"/>
            </a:xfrm>
            <a:custGeom>
              <a:avLst/>
              <a:ahLst/>
              <a:rect l="0" t="0" r="r" b="b"/>
              <a:pathLst>
                <a:path w="25" h="6">
                  <a:moveTo>
                    <a:pt x="0" y="0"/>
                  </a:moveTo>
                  <a:lnTo>
                    <a:pt x="25" y="6"/>
                  </a:lnTo>
                  <a:lnTo>
                    <a:pt x="25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22" name=""/>
            <p:cNvSpPr/>
            <p:nvPr/>
          </p:nvSpPr>
          <p:spPr>
            <a:xfrm rot="0" flipV="1">
              <a:off x="2038" y="33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23" name=""/>
            <p:cNvSpPr/>
            <p:nvPr/>
          </p:nvSpPr>
          <p:spPr>
            <a:xfrm rot="0">
              <a:off x="2021" y="3309"/>
              <a:ext cx="24" cy="43"/>
            </a:xfrm>
            <a:custGeom>
              <a:avLst/>
              <a:ahLst/>
              <a:rect l="0" t="0" r="r" b="b"/>
              <a:pathLst>
                <a:path w="72" h="127">
                  <a:moveTo>
                    <a:pt x="0" y="119"/>
                  </a:moveTo>
                  <a:lnTo>
                    <a:pt x="26" y="123"/>
                  </a:lnTo>
                  <a:lnTo>
                    <a:pt x="51" y="127"/>
                  </a:lnTo>
                  <a:lnTo>
                    <a:pt x="72" y="8"/>
                  </a:lnTo>
                  <a:lnTo>
                    <a:pt x="46" y="4"/>
                  </a:lnTo>
                  <a:lnTo>
                    <a:pt x="21" y="0"/>
                  </a:lnTo>
                  <a:lnTo>
                    <a:pt x="0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24" name=""/>
            <p:cNvSpPr/>
            <p:nvPr/>
          </p:nvSpPr>
          <p:spPr>
            <a:xfrm rot="0">
              <a:off x="2021" y="3309"/>
              <a:ext cx="24" cy="43"/>
            </a:xfrm>
            <a:custGeom>
              <a:avLst/>
              <a:ahLst/>
              <a:rect l="0" t="0" r="r" b="b"/>
              <a:pathLst>
                <a:path w="72" h="127">
                  <a:moveTo>
                    <a:pt x="0" y="119"/>
                  </a:moveTo>
                  <a:lnTo>
                    <a:pt x="26" y="123"/>
                  </a:lnTo>
                  <a:lnTo>
                    <a:pt x="51" y="127"/>
                  </a:lnTo>
                  <a:lnTo>
                    <a:pt x="72" y="8"/>
                  </a:lnTo>
                  <a:lnTo>
                    <a:pt x="46" y="4"/>
                  </a:lnTo>
                  <a:lnTo>
                    <a:pt x="21" y="0"/>
                  </a:lnTo>
                  <a:lnTo>
                    <a:pt x="0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25" name=""/>
            <p:cNvSpPr/>
            <p:nvPr/>
          </p:nvSpPr>
          <p:spPr>
            <a:xfrm rot="0">
              <a:off x="2036" y="3311"/>
              <a:ext cx="9" cy="1"/>
            </a:xfrm>
            <a:custGeom>
              <a:avLst/>
              <a:ahLst/>
              <a:rect l="0" t="0" r="r" b="b"/>
              <a:pathLst>
                <a:path w="26" h="4">
                  <a:moveTo>
                    <a:pt x="0" y="0"/>
                  </a:moveTo>
                  <a:lnTo>
                    <a:pt x="26" y="4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26" name=""/>
            <p:cNvSpPr/>
            <p:nvPr/>
          </p:nvSpPr>
          <p:spPr>
            <a:xfrm rot="0" flipV="1">
              <a:off x="2045" y="33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27" name=""/>
            <p:cNvSpPr/>
            <p:nvPr/>
          </p:nvSpPr>
          <p:spPr>
            <a:xfrm rot="0">
              <a:off x="2028" y="3270"/>
              <a:ext cx="21" cy="42"/>
            </a:xfrm>
            <a:custGeom>
              <a:avLst/>
              <a:ahLst/>
              <a:rect l="0" t="0" r="r" b="b"/>
              <a:pathLst>
                <a:path w="63" h="125">
                  <a:moveTo>
                    <a:pt x="0" y="119"/>
                  </a:moveTo>
                  <a:lnTo>
                    <a:pt x="25" y="122"/>
                  </a:lnTo>
                  <a:lnTo>
                    <a:pt x="51" y="125"/>
                  </a:lnTo>
                  <a:lnTo>
                    <a:pt x="63" y="6"/>
                  </a:lnTo>
                  <a:lnTo>
                    <a:pt x="37" y="3"/>
                  </a:lnTo>
                  <a:lnTo>
                    <a:pt x="12" y="0"/>
                  </a:lnTo>
                  <a:lnTo>
                    <a:pt x="0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28" name=""/>
            <p:cNvSpPr/>
            <p:nvPr/>
          </p:nvSpPr>
          <p:spPr>
            <a:xfrm rot="0">
              <a:off x="2028" y="3270"/>
              <a:ext cx="21" cy="42"/>
            </a:xfrm>
            <a:custGeom>
              <a:avLst/>
              <a:ahLst/>
              <a:rect l="0" t="0" r="r" b="b"/>
              <a:pathLst>
                <a:path w="63" h="125">
                  <a:moveTo>
                    <a:pt x="0" y="119"/>
                  </a:moveTo>
                  <a:lnTo>
                    <a:pt x="25" y="122"/>
                  </a:lnTo>
                  <a:lnTo>
                    <a:pt x="51" y="125"/>
                  </a:lnTo>
                  <a:lnTo>
                    <a:pt x="63" y="6"/>
                  </a:lnTo>
                  <a:lnTo>
                    <a:pt x="37" y="3"/>
                  </a:lnTo>
                  <a:lnTo>
                    <a:pt x="12" y="0"/>
                  </a:lnTo>
                  <a:lnTo>
                    <a:pt x="0" y="1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29" name=""/>
            <p:cNvSpPr/>
            <p:nvPr/>
          </p:nvSpPr>
          <p:spPr>
            <a:xfrm rot="0">
              <a:off x="2040" y="3271"/>
              <a:ext cx="9" cy="1"/>
            </a:xfrm>
            <a:custGeom>
              <a:avLst/>
              <a:ahLst/>
              <a:rect l="0" t="0" r="r" b="b"/>
              <a:pathLst>
                <a:path w="26" h="3">
                  <a:moveTo>
                    <a:pt x="0" y="0"/>
                  </a:moveTo>
                  <a:lnTo>
                    <a:pt x="26" y="3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30" name=""/>
            <p:cNvSpPr/>
            <p:nvPr/>
          </p:nvSpPr>
          <p:spPr>
            <a:xfrm rot="0" flipV="1">
              <a:off x="2049" y="32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31" name=""/>
            <p:cNvSpPr/>
            <p:nvPr/>
          </p:nvSpPr>
          <p:spPr>
            <a:xfrm rot="0">
              <a:off x="2032" y="3230"/>
              <a:ext cx="18" cy="41"/>
            </a:xfrm>
            <a:custGeom>
              <a:avLst/>
              <a:ahLst/>
              <a:rect l="0" t="0" r="r" b="b"/>
              <a:pathLst>
                <a:path w="55" h="123">
                  <a:moveTo>
                    <a:pt x="0" y="121"/>
                  </a:moveTo>
                  <a:lnTo>
                    <a:pt x="25" y="122"/>
                  </a:lnTo>
                  <a:lnTo>
                    <a:pt x="51" y="123"/>
                  </a:lnTo>
                  <a:lnTo>
                    <a:pt x="55" y="2"/>
                  </a:lnTo>
                  <a:lnTo>
                    <a:pt x="29" y="1"/>
                  </a:lnTo>
                  <a:lnTo>
                    <a:pt x="4" y="0"/>
                  </a:lnTo>
                  <a:lnTo>
                    <a:pt x="0" y="1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32" name=""/>
            <p:cNvSpPr/>
            <p:nvPr/>
          </p:nvSpPr>
          <p:spPr>
            <a:xfrm rot="0">
              <a:off x="2032" y="3230"/>
              <a:ext cx="18" cy="41"/>
            </a:xfrm>
            <a:custGeom>
              <a:avLst/>
              <a:ahLst/>
              <a:rect l="0" t="0" r="r" b="b"/>
              <a:pathLst>
                <a:path w="55" h="123">
                  <a:moveTo>
                    <a:pt x="0" y="121"/>
                  </a:moveTo>
                  <a:lnTo>
                    <a:pt x="25" y="122"/>
                  </a:lnTo>
                  <a:lnTo>
                    <a:pt x="51" y="123"/>
                  </a:lnTo>
                  <a:lnTo>
                    <a:pt x="55" y="2"/>
                  </a:lnTo>
                  <a:lnTo>
                    <a:pt x="29" y="1"/>
                  </a:lnTo>
                  <a:lnTo>
                    <a:pt x="4" y="0"/>
                  </a:lnTo>
                  <a:lnTo>
                    <a:pt x="0" y="1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33" name=""/>
            <p:cNvSpPr/>
            <p:nvPr/>
          </p:nvSpPr>
          <p:spPr>
            <a:xfrm rot="0">
              <a:off x="2041" y="3230"/>
              <a:ext cx="9" cy="1"/>
            </a:xfrm>
            <a:custGeom>
              <a:avLst/>
              <a:ahLst/>
              <a:rect l="0" t="0" r="r" b="b"/>
              <a:pathLst>
                <a:path w="26" h="2">
                  <a:moveTo>
                    <a:pt x="0" y="1"/>
                  </a:moveTo>
                  <a:lnTo>
                    <a:pt x="26" y="2"/>
                  </a:lnTo>
                  <a:lnTo>
                    <a:pt x="26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34" name=""/>
            <p:cNvSpPr/>
            <p:nvPr/>
          </p:nvSpPr>
          <p:spPr>
            <a:xfrm rot="0" flipV="1">
              <a:off x="2050" y="32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35" name=""/>
            <p:cNvSpPr/>
            <p:nvPr/>
          </p:nvSpPr>
          <p:spPr>
            <a:xfrm rot="0">
              <a:off x="1897" y="2847"/>
              <a:ext cx="18" cy="8"/>
            </a:xfrm>
            <a:custGeom>
              <a:avLst/>
              <a:ahLst/>
              <a:rect l="0" t="0" r="r" b="b"/>
              <a:pathLst>
                <a:path w="53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3" y="26"/>
                  </a:lnTo>
                  <a:lnTo>
                    <a:pt x="2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36" name=""/>
            <p:cNvSpPr/>
            <p:nvPr/>
          </p:nvSpPr>
          <p:spPr>
            <a:xfrm rot="0">
              <a:off x="1897" y="2847"/>
              <a:ext cx="18" cy="8"/>
            </a:xfrm>
            <a:custGeom>
              <a:avLst/>
              <a:ahLst/>
              <a:rect l="0" t="0" r="r" b="b"/>
              <a:pathLst>
                <a:path w="53" h="26">
                  <a:moveTo>
                    <a:pt x="0" y="26"/>
                  </a:moveTo>
                  <a:lnTo>
                    <a:pt x="1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3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37" name=""/>
            <p:cNvSpPr/>
            <p:nvPr/>
          </p:nvSpPr>
          <p:spPr>
            <a:xfrm rot="0">
              <a:off x="1897" y="2855"/>
              <a:ext cx="18" cy="751"/>
            </a:xfrm>
            <a:custGeom>
              <a:avLst/>
              <a:ahLst/>
              <a:rect l="0" t="0" r="r" b="b"/>
              <a:pathLst>
                <a:path w="53" h="2252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252"/>
                  </a:lnTo>
                  <a:lnTo>
                    <a:pt x="26" y="2252"/>
                  </a:lnTo>
                  <a:lnTo>
                    <a:pt x="53" y="2252"/>
                  </a:lnTo>
                  <a:lnTo>
                    <a:pt x="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38" name=""/>
            <p:cNvSpPr/>
            <p:nvPr/>
          </p:nvSpPr>
          <p:spPr>
            <a:xfrm rot="0">
              <a:off x="1897" y="2855"/>
              <a:ext cx="18" cy="751"/>
            </a:xfrm>
            <a:custGeom>
              <a:avLst/>
              <a:ahLst/>
              <a:rect l="0" t="0" r="r" b="b"/>
              <a:pathLst>
                <a:path w="53" h="2252">
                  <a:moveTo>
                    <a:pt x="53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2252"/>
                  </a:lnTo>
                  <a:lnTo>
                    <a:pt x="26" y="2252"/>
                  </a:lnTo>
                  <a:lnTo>
                    <a:pt x="53" y="2252"/>
                  </a:lnTo>
                  <a:lnTo>
                    <a:pt x="5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39" name=""/>
            <p:cNvSpPr/>
            <p:nvPr/>
          </p:nvSpPr>
          <p:spPr>
            <a:xfrm rot="0">
              <a:off x="1897" y="3606"/>
              <a:ext cx="18" cy="8"/>
            </a:xfrm>
            <a:custGeom>
              <a:avLst/>
              <a:ahLst/>
              <a:rect l="0" t="0" r="r" b="b"/>
              <a:pathLst>
                <a:path w="53" h="25">
                  <a:moveTo>
                    <a:pt x="26" y="0"/>
                  </a:moveTo>
                  <a:lnTo>
                    <a:pt x="53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1" y="21"/>
                  </a:lnTo>
                  <a:lnTo>
                    <a:pt x="5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87740" name=""/>
            <p:cNvSpPr/>
            <p:nvPr/>
          </p:nvSpPr>
          <p:spPr>
            <a:xfrm rot="0">
              <a:off x="1897" y="3606"/>
              <a:ext cx="18" cy="8"/>
            </a:xfrm>
            <a:custGeom>
              <a:avLst/>
              <a:ahLst/>
              <a:rect l="0" t="0" r="r" b="b"/>
              <a:pathLst>
                <a:path w="53" h="25">
                  <a:moveTo>
                    <a:pt x="53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8" y="24"/>
                  </a:lnTo>
                  <a:lnTo>
                    <a:pt x="11" y="21"/>
                  </a:lnTo>
                  <a:lnTo>
                    <a:pt x="5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1" name=""/>
            <p:cNvSpPr/>
            <p:nvPr/>
          </p:nvSpPr>
          <p:spPr>
            <a:xfrm rot="0">
              <a:off x="3238" y="1434"/>
              <a:ext cx="1" cy="4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2" name=""/>
            <p:cNvSpPr/>
            <p:nvPr/>
          </p:nvSpPr>
          <p:spPr>
            <a:xfrm rot="0">
              <a:off x="3238" y="1908"/>
              <a:ext cx="1" cy="57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3" name=""/>
            <p:cNvSpPr/>
            <p:nvPr/>
          </p:nvSpPr>
          <p:spPr>
            <a:xfrm rot="0">
              <a:off x="3238" y="2023"/>
              <a:ext cx="1" cy="416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4" name=""/>
            <p:cNvSpPr/>
            <p:nvPr/>
          </p:nvSpPr>
          <p:spPr>
            <a:xfrm rot="0">
              <a:off x="1455" y="1490"/>
              <a:ext cx="167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5" name=""/>
            <p:cNvSpPr/>
            <p:nvPr/>
          </p:nvSpPr>
          <p:spPr>
            <a:xfrm rot="0">
              <a:off x="1665" y="1490"/>
              <a:ext cx="43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6" name=""/>
            <p:cNvSpPr/>
            <p:nvPr/>
          </p:nvSpPr>
          <p:spPr>
            <a:xfrm rot="0">
              <a:off x="1750" y="1490"/>
              <a:ext cx="168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7" name=""/>
            <p:cNvSpPr/>
            <p:nvPr/>
          </p:nvSpPr>
          <p:spPr>
            <a:xfrm rot="0">
              <a:off x="2643" y="1933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27"/>
                  </a:moveTo>
                  <a:lnTo>
                    <a:pt x="25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25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48" name=""/>
            <p:cNvSpPr/>
            <p:nvPr/>
          </p:nvSpPr>
          <p:spPr>
            <a:xfrm rot="0">
              <a:off x="2643" y="1933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49" name=""/>
            <p:cNvSpPr/>
            <p:nvPr/>
          </p:nvSpPr>
          <p:spPr>
            <a:xfrm rot="0">
              <a:off x="2651" y="1933"/>
              <a:ext cx="107" cy="17"/>
            </a:xfrm>
            <a:custGeom>
              <a:avLst/>
              <a:ahLst/>
              <a:rect l="0" t="0" r="r" b="b"/>
              <a:pathLst>
                <a:path w="320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20" y="52"/>
                  </a:lnTo>
                  <a:lnTo>
                    <a:pt x="320" y="27"/>
                  </a:lnTo>
                  <a:lnTo>
                    <a:pt x="32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50" name=""/>
            <p:cNvSpPr/>
            <p:nvPr/>
          </p:nvSpPr>
          <p:spPr>
            <a:xfrm rot="0">
              <a:off x="2651" y="1933"/>
              <a:ext cx="107" cy="17"/>
            </a:xfrm>
            <a:custGeom>
              <a:avLst/>
              <a:ahLst/>
              <a:rect l="0" t="0" r="r" b="b"/>
              <a:pathLst>
                <a:path w="320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20" y="52"/>
                  </a:lnTo>
                  <a:lnTo>
                    <a:pt x="320" y="27"/>
                  </a:lnTo>
                  <a:lnTo>
                    <a:pt x="32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51" name=""/>
            <p:cNvSpPr/>
            <p:nvPr/>
          </p:nvSpPr>
          <p:spPr>
            <a:xfrm rot="0">
              <a:off x="2758" y="1933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52" name=""/>
            <p:cNvSpPr/>
            <p:nvPr/>
          </p:nvSpPr>
          <p:spPr>
            <a:xfrm rot="0">
              <a:off x="2758" y="1933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53" name=""/>
            <p:cNvSpPr/>
            <p:nvPr/>
          </p:nvSpPr>
          <p:spPr>
            <a:xfrm rot="0">
              <a:off x="2807" y="1933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54" name=""/>
            <p:cNvSpPr/>
            <p:nvPr/>
          </p:nvSpPr>
          <p:spPr>
            <a:xfrm rot="0">
              <a:off x="2807" y="1933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55" name=""/>
            <p:cNvSpPr/>
            <p:nvPr/>
          </p:nvSpPr>
          <p:spPr>
            <a:xfrm rot="0">
              <a:off x="2815" y="1933"/>
              <a:ext cx="107" cy="17"/>
            </a:xfrm>
            <a:custGeom>
              <a:avLst/>
              <a:ahLst/>
              <a:rect l="0" t="0" r="r" b="b"/>
              <a:pathLst>
                <a:path w="319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19" y="52"/>
                  </a:lnTo>
                  <a:lnTo>
                    <a:pt x="319" y="27"/>
                  </a:lnTo>
                  <a:lnTo>
                    <a:pt x="319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56" name=""/>
            <p:cNvSpPr/>
            <p:nvPr/>
          </p:nvSpPr>
          <p:spPr>
            <a:xfrm rot="0">
              <a:off x="2815" y="1933"/>
              <a:ext cx="107" cy="17"/>
            </a:xfrm>
            <a:custGeom>
              <a:avLst/>
              <a:ahLst/>
              <a:rect l="0" t="0" r="r" b="b"/>
              <a:pathLst>
                <a:path w="319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19" y="52"/>
                  </a:lnTo>
                  <a:lnTo>
                    <a:pt x="319" y="27"/>
                  </a:lnTo>
                  <a:lnTo>
                    <a:pt x="319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57" name=""/>
            <p:cNvSpPr/>
            <p:nvPr/>
          </p:nvSpPr>
          <p:spPr>
            <a:xfrm rot="0">
              <a:off x="2922" y="1933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58" name=""/>
            <p:cNvSpPr/>
            <p:nvPr/>
          </p:nvSpPr>
          <p:spPr>
            <a:xfrm rot="0">
              <a:off x="2922" y="1933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59" name=""/>
            <p:cNvSpPr/>
            <p:nvPr/>
          </p:nvSpPr>
          <p:spPr>
            <a:xfrm rot="0">
              <a:off x="3604" y="1481"/>
              <a:ext cx="17" cy="9"/>
            </a:xfrm>
            <a:custGeom>
              <a:avLst/>
              <a:ahLst/>
              <a:rect l="0" t="0" r="r" b="b"/>
              <a:pathLst>
                <a:path w="51" h="27">
                  <a:moveTo>
                    <a:pt x="25" y="25"/>
                  </a:moveTo>
                  <a:lnTo>
                    <a:pt x="0" y="27"/>
                  </a:lnTo>
                  <a:lnTo>
                    <a:pt x="0" y="19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5" y="8"/>
                  </a:lnTo>
                  <a:lnTo>
                    <a:pt x="49" y="15"/>
                  </a:lnTo>
                  <a:lnTo>
                    <a:pt x="51" y="23"/>
                  </a:lnTo>
                  <a:lnTo>
                    <a:pt x="25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60" name=""/>
            <p:cNvSpPr/>
            <p:nvPr/>
          </p:nvSpPr>
          <p:spPr>
            <a:xfrm rot="0">
              <a:off x="3604" y="1481"/>
              <a:ext cx="17" cy="9"/>
            </a:xfrm>
            <a:custGeom>
              <a:avLst/>
              <a:ahLst/>
              <a:rect l="0" t="0" r="r" b="b"/>
              <a:pathLst>
                <a:path w="51" h="27">
                  <a:moveTo>
                    <a:pt x="0" y="27"/>
                  </a:moveTo>
                  <a:lnTo>
                    <a:pt x="0" y="19"/>
                  </a:lnTo>
                  <a:lnTo>
                    <a:pt x="3" y="12"/>
                  </a:lnTo>
                  <a:lnTo>
                    <a:pt x="8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5" y="8"/>
                  </a:lnTo>
                  <a:lnTo>
                    <a:pt x="49" y="15"/>
                  </a:lnTo>
                  <a:lnTo>
                    <a:pt x="51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61" name=""/>
            <p:cNvSpPr/>
            <p:nvPr/>
          </p:nvSpPr>
          <p:spPr>
            <a:xfrm rot="0">
              <a:off x="3604" y="1489"/>
              <a:ext cx="20" cy="33"/>
            </a:xfrm>
            <a:custGeom>
              <a:avLst/>
              <a:ahLst/>
              <a:rect l="0" t="0" r="r" b="b"/>
              <a:pathLst>
                <a:path w="59" h="99">
                  <a:moveTo>
                    <a:pt x="51" y="0"/>
                  </a:moveTo>
                  <a:lnTo>
                    <a:pt x="25" y="2"/>
                  </a:lnTo>
                  <a:lnTo>
                    <a:pt x="0" y="4"/>
                  </a:lnTo>
                  <a:lnTo>
                    <a:pt x="8" y="99"/>
                  </a:lnTo>
                  <a:lnTo>
                    <a:pt x="33" y="97"/>
                  </a:lnTo>
                  <a:lnTo>
                    <a:pt x="59" y="95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62" name=""/>
            <p:cNvSpPr/>
            <p:nvPr/>
          </p:nvSpPr>
          <p:spPr>
            <a:xfrm rot="0">
              <a:off x="3604" y="1489"/>
              <a:ext cx="20" cy="33"/>
            </a:xfrm>
            <a:custGeom>
              <a:avLst/>
              <a:ahLst/>
              <a:rect l="0" t="0" r="r" b="b"/>
              <a:pathLst>
                <a:path w="59" h="99">
                  <a:moveTo>
                    <a:pt x="51" y="0"/>
                  </a:moveTo>
                  <a:lnTo>
                    <a:pt x="25" y="2"/>
                  </a:lnTo>
                  <a:lnTo>
                    <a:pt x="0" y="4"/>
                  </a:lnTo>
                  <a:lnTo>
                    <a:pt x="8" y="99"/>
                  </a:lnTo>
                  <a:lnTo>
                    <a:pt x="33" y="97"/>
                  </a:lnTo>
                  <a:lnTo>
                    <a:pt x="59" y="95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63" name=""/>
            <p:cNvSpPr/>
            <p:nvPr/>
          </p:nvSpPr>
          <p:spPr>
            <a:xfrm rot="0">
              <a:off x="3607" y="1521"/>
              <a:ext cx="8" cy="1"/>
            </a:xfrm>
            <a:custGeom>
              <a:avLst/>
              <a:ahLst/>
              <a:rect l="0" t="0" r="r" b="b"/>
              <a:pathLst>
                <a:path w="25" h="3">
                  <a:moveTo>
                    <a:pt x="25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64" name=""/>
            <p:cNvSpPr/>
            <p:nvPr/>
          </p:nvSpPr>
          <p:spPr>
            <a:xfrm rot="0">
              <a:off x="3607" y="1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65" name=""/>
            <p:cNvSpPr/>
            <p:nvPr/>
          </p:nvSpPr>
          <p:spPr>
            <a:xfrm rot="0">
              <a:off x="3607" y="1520"/>
              <a:ext cx="21" cy="34"/>
            </a:xfrm>
            <a:custGeom>
              <a:avLst/>
              <a:ahLst/>
              <a:rect l="0" t="0" r="r" b="b"/>
              <a:pathLst>
                <a:path w="63" h="100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12" y="100"/>
                  </a:lnTo>
                  <a:lnTo>
                    <a:pt x="38" y="97"/>
                  </a:lnTo>
                  <a:lnTo>
                    <a:pt x="63" y="94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66" name=""/>
            <p:cNvSpPr/>
            <p:nvPr/>
          </p:nvSpPr>
          <p:spPr>
            <a:xfrm rot="0">
              <a:off x="3607" y="1520"/>
              <a:ext cx="21" cy="34"/>
            </a:xfrm>
            <a:custGeom>
              <a:avLst/>
              <a:ahLst/>
              <a:rect l="0" t="0" r="r" b="b"/>
              <a:pathLst>
                <a:path w="63" h="100">
                  <a:moveTo>
                    <a:pt x="51" y="0"/>
                  </a:moveTo>
                  <a:lnTo>
                    <a:pt x="25" y="3"/>
                  </a:lnTo>
                  <a:lnTo>
                    <a:pt x="0" y="6"/>
                  </a:lnTo>
                  <a:lnTo>
                    <a:pt x="12" y="100"/>
                  </a:lnTo>
                  <a:lnTo>
                    <a:pt x="38" y="97"/>
                  </a:lnTo>
                  <a:lnTo>
                    <a:pt x="63" y="9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67" name=""/>
            <p:cNvSpPr/>
            <p:nvPr/>
          </p:nvSpPr>
          <p:spPr>
            <a:xfrm rot="0">
              <a:off x="3611" y="1553"/>
              <a:ext cx="8" cy="1"/>
            </a:xfrm>
            <a:custGeom>
              <a:avLst/>
              <a:ahLst/>
              <a:rect l="0" t="0" r="r" b="b"/>
              <a:pathLst>
                <a:path w="26" h="5">
                  <a:moveTo>
                    <a:pt x="26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68" name=""/>
            <p:cNvSpPr/>
            <p:nvPr/>
          </p:nvSpPr>
          <p:spPr>
            <a:xfrm rot="0">
              <a:off x="3611" y="1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69" name=""/>
            <p:cNvSpPr/>
            <p:nvPr/>
          </p:nvSpPr>
          <p:spPr>
            <a:xfrm rot="0">
              <a:off x="3611" y="1551"/>
              <a:ext cx="23" cy="35"/>
            </a:xfrm>
            <a:custGeom>
              <a:avLst/>
              <a:ahLst/>
              <a:rect l="0" t="0" r="r" b="b"/>
              <a:pathLst>
                <a:path w="69" h="105">
                  <a:moveTo>
                    <a:pt x="51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18" y="105"/>
                  </a:lnTo>
                  <a:lnTo>
                    <a:pt x="43" y="100"/>
                  </a:lnTo>
                  <a:lnTo>
                    <a:pt x="69" y="95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70" name=""/>
            <p:cNvSpPr/>
            <p:nvPr/>
          </p:nvSpPr>
          <p:spPr>
            <a:xfrm rot="0">
              <a:off x="3611" y="1551"/>
              <a:ext cx="23" cy="35"/>
            </a:xfrm>
            <a:custGeom>
              <a:avLst/>
              <a:ahLst/>
              <a:rect l="0" t="0" r="r" b="b"/>
              <a:pathLst>
                <a:path w="69" h="105">
                  <a:moveTo>
                    <a:pt x="51" y="0"/>
                  </a:moveTo>
                  <a:lnTo>
                    <a:pt x="26" y="5"/>
                  </a:lnTo>
                  <a:lnTo>
                    <a:pt x="0" y="10"/>
                  </a:lnTo>
                  <a:lnTo>
                    <a:pt x="18" y="105"/>
                  </a:lnTo>
                  <a:lnTo>
                    <a:pt x="43" y="100"/>
                  </a:lnTo>
                  <a:lnTo>
                    <a:pt x="69" y="95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71" name=""/>
            <p:cNvSpPr/>
            <p:nvPr/>
          </p:nvSpPr>
          <p:spPr>
            <a:xfrm rot="0">
              <a:off x="3617" y="1584"/>
              <a:ext cx="8" cy="2"/>
            </a:xfrm>
            <a:custGeom>
              <a:avLst/>
              <a:ahLst/>
              <a:rect l="0" t="0" r="r" b="b"/>
              <a:pathLst>
                <a:path w="25" h="6">
                  <a:moveTo>
                    <a:pt x="25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72" name=""/>
            <p:cNvSpPr/>
            <p:nvPr/>
          </p:nvSpPr>
          <p:spPr>
            <a:xfrm rot="0">
              <a:off x="3617" y="15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73" name=""/>
            <p:cNvSpPr/>
            <p:nvPr/>
          </p:nvSpPr>
          <p:spPr>
            <a:xfrm rot="0">
              <a:off x="3617" y="1582"/>
              <a:ext cx="24" cy="36"/>
            </a:xfrm>
            <a:custGeom>
              <a:avLst/>
              <a:ahLst/>
              <a:rect l="0" t="0" r="r" b="b"/>
              <a:pathLst>
                <a:path w="72" h="106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21" y="106"/>
                  </a:lnTo>
                  <a:lnTo>
                    <a:pt x="47" y="100"/>
                  </a:lnTo>
                  <a:lnTo>
                    <a:pt x="72" y="94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74" name=""/>
            <p:cNvSpPr/>
            <p:nvPr/>
          </p:nvSpPr>
          <p:spPr>
            <a:xfrm rot="0">
              <a:off x="3617" y="1582"/>
              <a:ext cx="24" cy="36"/>
            </a:xfrm>
            <a:custGeom>
              <a:avLst/>
              <a:ahLst/>
              <a:rect l="0" t="0" r="r" b="b"/>
              <a:pathLst>
                <a:path w="72" h="106">
                  <a:moveTo>
                    <a:pt x="51" y="0"/>
                  </a:moveTo>
                  <a:lnTo>
                    <a:pt x="25" y="6"/>
                  </a:lnTo>
                  <a:lnTo>
                    <a:pt x="0" y="12"/>
                  </a:lnTo>
                  <a:lnTo>
                    <a:pt x="21" y="106"/>
                  </a:lnTo>
                  <a:lnTo>
                    <a:pt x="47" y="100"/>
                  </a:lnTo>
                  <a:lnTo>
                    <a:pt x="72" y="94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75" name=""/>
            <p:cNvSpPr/>
            <p:nvPr/>
          </p:nvSpPr>
          <p:spPr>
            <a:xfrm rot="0">
              <a:off x="3624" y="1616"/>
              <a:ext cx="8" cy="2"/>
            </a:xfrm>
            <a:custGeom>
              <a:avLst/>
              <a:ahLst/>
              <a:rect l="0" t="0" r="r" b="b"/>
              <a:pathLst>
                <a:path w="26" h="7">
                  <a:moveTo>
                    <a:pt x="26" y="0"/>
                  </a:moveTo>
                  <a:lnTo>
                    <a:pt x="0" y="6"/>
                  </a:lnTo>
                  <a:lnTo>
                    <a:pt x="0" y="7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76" name=""/>
            <p:cNvSpPr/>
            <p:nvPr/>
          </p:nvSpPr>
          <p:spPr>
            <a:xfrm rot="0">
              <a:off x="3624" y="16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77" name=""/>
            <p:cNvSpPr/>
            <p:nvPr/>
          </p:nvSpPr>
          <p:spPr>
            <a:xfrm rot="0">
              <a:off x="3624" y="1613"/>
              <a:ext cx="25" cy="36"/>
            </a:xfrm>
            <a:custGeom>
              <a:avLst/>
              <a:ahLst/>
              <a:rect l="0" t="0" r="r" b="b"/>
              <a:pathLst>
                <a:path w="77" h="107">
                  <a:moveTo>
                    <a:pt x="51" y="0"/>
                  </a:moveTo>
                  <a:lnTo>
                    <a:pt x="26" y="7"/>
                  </a:lnTo>
                  <a:lnTo>
                    <a:pt x="0" y="14"/>
                  </a:lnTo>
                  <a:lnTo>
                    <a:pt x="26" y="107"/>
                  </a:lnTo>
                  <a:lnTo>
                    <a:pt x="51" y="100"/>
                  </a:lnTo>
                  <a:lnTo>
                    <a:pt x="77" y="93"/>
                  </a:lnTo>
                  <a:lnTo>
                    <a:pt x="5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78" name=""/>
            <p:cNvSpPr/>
            <p:nvPr/>
          </p:nvSpPr>
          <p:spPr>
            <a:xfrm rot="0">
              <a:off x="3624" y="1613"/>
              <a:ext cx="25" cy="36"/>
            </a:xfrm>
            <a:custGeom>
              <a:avLst/>
              <a:ahLst/>
              <a:rect l="0" t="0" r="r" b="b"/>
              <a:pathLst>
                <a:path w="77" h="107">
                  <a:moveTo>
                    <a:pt x="51" y="0"/>
                  </a:moveTo>
                  <a:lnTo>
                    <a:pt x="26" y="7"/>
                  </a:lnTo>
                  <a:lnTo>
                    <a:pt x="0" y="14"/>
                  </a:lnTo>
                  <a:lnTo>
                    <a:pt x="26" y="107"/>
                  </a:lnTo>
                  <a:lnTo>
                    <a:pt x="51" y="100"/>
                  </a:lnTo>
                  <a:lnTo>
                    <a:pt x="77" y="93"/>
                  </a:lnTo>
                  <a:lnTo>
                    <a:pt x="5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79" name=""/>
            <p:cNvSpPr/>
            <p:nvPr/>
          </p:nvSpPr>
          <p:spPr>
            <a:xfrm rot="0">
              <a:off x="3632" y="1647"/>
              <a:ext cx="9" cy="2"/>
            </a:xfrm>
            <a:custGeom>
              <a:avLst/>
              <a:ahLst/>
              <a:rect l="0" t="0" r="r" b="b"/>
              <a:pathLst>
                <a:path w="25" h="8">
                  <a:moveTo>
                    <a:pt x="25" y="0"/>
                  </a:moveTo>
                  <a:lnTo>
                    <a:pt x="0" y="7"/>
                  </a:lnTo>
                  <a:lnTo>
                    <a:pt x="1" y="8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80" name=""/>
            <p:cNvSpPr/>
            <p:nvPr/>
          </p:nvSpPr>
          <p:spPr>
            <a:xfrm rot="0">
              <a:off x="3632" y="16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81" name=""/>
            <p:cNvSpPr/>
            <p:nvPr/>
          </p:nvSpPr>
          <p:spPr>
            <a:xfrm rot="0">
              <a:off x="3633" y="1644"/>
              <a:ext cx="26" cy="36"/>
            </a:xfrm>
            <a:custGeom>
              <a:avLst/>
              <a:ahLst/>
              <a:rect l="0" t="0" r="r" b="b"/>
              <a:pathLst>
                <a:path w="78" h="108">
                  <a:moveTo>
                    <a:pt x="49" y="0"/>
                  </a:moveTo>
                  <a:lnTo>
                    <a:pt x="24" y="8"/>
                  </a:lnTo>
                  <a:lnTo>
                    <a:pt x="0" y="16"/>
                  </a:lnTo>
                  <a:lnTo>
                    <a:pt x="29" y="108"/>
                  </a:lnTo>
                  <a:lnTo>
                    <a:pt x="54" y="100"/>
                  </a:lnTo>
                  <a:lnTo>
                    <a:pt x="78" y="92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82" name=""/>
            <p:cNvSpPr/>
            <p:nvPr/>
          </p:nvSpPr>
          <p:spPr>
            <a:xfrm rot="0">
              <a:off x="3633" y="1644"/>
              <a:ext cx="26" cy="36"/>
            </a:xfrm>
            <a:custGeom>
              <a:avLst/>
              <a:ahLst/>
              <a:rect l="0" t="0" r="r" b="b"/>
              <a:pathLst>
                <a:path w="78" h="108">
                  <a:moveTo>
                    <a:pt x="49" y="0"/>
                  </a:moveTo>
                  <a:lnTo>
                    <a:pt x="24" y="8"/>
                  </a:lnTo>
                  <a:lnTo>
                    <a:pt x="0" y="16"/>
                  </a:lnTo>
                  <a:lnTo>
                    <a:pt x="29" y="108"/>
                  </a:lnTo>
                  <a:lnTo>
                    <a:pt x="54" y="100"/>
                  </a:lnTo>
                  <a:lnTo>
                    <a:pt x="78" y="9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83" name=""/>
            <p:cNvSpPr/>
            <p:nvPr/>
          </p:nvSpPr>
          <p:spPr>
            <a:xfrm rot="0">
              <a:off x="3642" y="1677"/>
              <a:ext cx="9" cy="3"/>
            </a:xfrm>
            <a:custGeom>
              <a:avLst/>
              <a:ahLst/>
              <a:rect l="0" t="0" r="r" b="b"/>
              <a:pathLst>
                <a:path w="25" h="9">
                  <a:moveTo>
                    <a:pt x="25" y="0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84" name=""/>
            <p:cNvSpPr/>
            <p:nvPr/>
          </p:nvSpPr>
          <p:spPr>
            <a:xfrm rot="0">
              <a:off x="3642" y="16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85" name=""/>
            <p:cNvSpPr/>
            <p:nvPr/>
          </p:nvSpPr>
          <p:spPr>
            <a:xfrm rot="0">
              <a:off x="3642" y="1674"/>
              <a:ext cx="28" cy="36"/>
            </a:xfrm>
            <a:custGeom>
              <a:avLst/>
              <a:ahLst/>
              <a:rect l="0" t="0" r="r" b="b"/>
              <a:pathLst>
                <a:path w="83" h="108">
                  <a:moveTo>
                    <a:pt x="49" y="0"/>
                  </a:moveTo>
                  <a:lnTo>
                    <a:pt x="25" y="9"/>
                  </a:lnTo>
                  <a:lnTo>
                    <a:pt x="0" y="18"/>
                  </a:lnTo>
                  <a:lnTo>
                    <a:pt x="34" y="108"/>
                  </a:lnTo>
                  <a:lnTo>
                    <a:pt x="58" y="99"/>
                  </a:lnTo>
                  <a:lnTo>
                    <a:pt x="83" y="90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86" name=""/>
            <p:cNvSpPr/>
            <p:nvPr/>
          </p:nvSpPr>
          <p:spPr>
            <a:xfrm rot="0">
              <a:off x="3642" y="1674"/>
              <a:ext cx="28" cy="36"/>
            </a:xfrm>
            <a:custGeom>
              <a:avLst/>
              <a:ahLst/>
              <a:rect l="0" t="0" r="r" b="b"/>
              <a:pathLst>
                <a:path w="83" h="108">
                  <a:moveTo>
                    <a:pt x="49" y="0"/>
                  </a:moveTo>
                  <a:lnTo>
                    <a:pt x="25" y="9"/>
                  </a:lnTo>
                  <a:lnTo>
                    <a:pt x="0" y="18"/>
                  </a:lnTo>
                  <a:lnTo>
                    <a:pt x="34" y="108"/>
                  </a:lnTo>
                  <a:lnTo>
                    <a:pt x="58" y="99"/>
                  </a:lnTo>
                  <a:lnTo>
                    <a:pt x="83" y="90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87" name=""/>
            <p:cNvSpPr/>
            <p:nvPr/>
          </p:nvSpPr>
          <p:spPr>
            <a:xfrm rot="0">
              <a:off x="3654" y="1707"/>
              <a:ext cx="8" cy="4"/>
            </a:xfrm>
            <a:custGeom>
              <a:avLst/>
              <a:ahLst/>
              <a:rect l="0" t="0" r="r" b="b"/>
              <a:pathLst>
                <a:path w="24" h="10">
                  <a:moveTo>
                    <a:pt x="24" y="0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88" name=""/>
            <p:cNvSpPr/>
            <p:nvPr/>
          </p:nvSpPr>
          <p:spPr>
            <a:xfrm rot="0">
              <a:off x="3654" y="1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89" name=""/>
            <p:cNvSpPr/>
            <p:nvPr/>
          </p:nvSpPr>
          <p:spPr>
            <a:xfrm rot="0">
              <a:off x="3654" y="1704"/>
              <a:ext cx="29" cy="37"/>
            </a:xfrm>
            <a:custGeom>
              <a:avLst/>
              <a:ahLst/>
              <a:rect l="0" t="0" r="r" b="b"/>
              <a:pathLst>
                <a:path w="87" h="110">
                  <a:moveTo>
                    <a:pt x="49" y="0"/>
                  </a:moveTo>
                  <a:lnTo>
                    <a:pt x="24" y="10"/>
                  </a:lnTo>
                  <a:lnTo>
                    <a:pt x="0" y="20"/>
                  </a:lnTo>
                  <a:lnTo>
                    <a:pt x="38" y="110"/>
                  </a:lnTo>
                  <a:lnTo>
                    <a:pt x="62" y="100"/>
                  </a:lnTo>
                  <a:lnTo>
                    <a:pt x="87" y="90"/>
                  </a:lnTo>
                  <a:lnTo>
                    <a:pt x="4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90" name=""/>
            <p:cNvSpPr/>
            <p:nvPr/>
          </p:nvSpPr>
          <p:spPr>
            <a:xfrm rot="0">
              <a:off x="3654" y="1704"/>
              <a:ext cx="29" cy="37"/>
            </a:xfrm>
            <a:custGeom>
              <a:avLst/>
              <a:ahLst/>
              <a:rect l="0" t="0" r="r" b="b"/>
              <a:pathLst>
                <a:path w="87" h="110">
                  <a:moveTo>
                    <a:pt x="49" y="0"/>
                  </a:moveTo>
                  <a:lnTo>
                    <a:pt x="24" y="10"/>
                  </a:lnTo>
                  <a:lnTo>
                    <a:pt x="0" y="20"/>
                  </a:lnTo>
                  <a:lnTo>
                    <a:pt x="38" y="110"/>
                  </a:lnTo>
                  <a:lnTo>
                    <a:pt x="62" y="100"/>
                  </a:lnTo>
                  <a:lnTo>
                    <a:pt x="87" y="90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91" name=""/>
            <p:cNvSpPr/>
            <p:nvPr/>
          </p:nvSpPr>
          <p:spPr>
            <a:xfrm rot="0">
              <a:off x="3666" y="1737"/>
              <a:ext cx="8" cy="4"/>
            </a:xfrm>
            <a:custGeom>
              <a:avLst/>
              <a:ahLst/>
              <a:rect l="0" t="0" r="r" b="b"/>
              <a:pathLst>
                <a:path w="24" h="11">
                  <a:moveTo>
                    <a:pt x="24" y="0"/>
                  </a:moveTo>
                  <a:lnTo>
                    <a:pt x="0" y="10"/>
                  </a:lnTo>
                  <a:lnTo>
                    <a:pt x="1" y="11"/>
                  </a:lnTo>
                  <a:lnTo>
                    <a:pt x="2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92" name=""/>
            <p:cNvSpPr/>
            <p:nvPr/>
          </p:nvSpPr>
          <p:spPr>
            <a:xfrm rot="0">
              <a:off x="3666" y="17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93" name=""/>
            <p:cNvSpPr/>
            <p:nvPr/>
          </p:nvSpPr>
          <p:spPr>
            <a:xfrm rot="0">
              <a:off x="3667" y="1734"/>
              <a:ext cx="29" cy="36"/>
            </a:xfrm>
            <a:custGeom>
              <a:avLst/>
              <a:ahLst/>
              <a:rect l="0" t="0" r="r" b="b"/>
              <a:pathLst>
                <a:path w="89" h="109">
                  <a:moveTo>
                    <a:pt x="47" y="0"/>
                  </a:moveTo>
                  <a:lnTo>
                    <a:pt x="23" y="11"/>
                  </a:lnTo>
                  <a:lnTo>
                    <a:pt x="0" y="22"/>
                  </a:lnTo>
                  <a:lnTo>
                    <a:pt x="42" y="109"/>
                  </a:lnTo>
                  <a:lnTo>
                    <a:pt x="65" y="98"/>
                  </a:lnTo>
                  <a:lnTo>
                    <a:pt x="89" y="86"/>
                  </a:lnTo>
                  <a:lnTo>
                    <a:pt x="4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94" name=""/>
            <p:cNvSpPr/>
            <p:nvPr/>
          </p:nvSpPr>
          <p:spPr>
            <a:xfrm rot="0">
              <a:off x="3667" y="1734"/>
              <a:ext cx="29" cy="36"/>
            </a:xfrm>
            <a:custGeom>
              <a:avLst/>
              <a:ahLst/>
              <a:rect l="0" t="0" r="r" b="b"/>
              <a:pathLst>
                <a:path w="89" h="109">
                  <a:moveTo>
                    <a:pt x="47" y="0"/>
                  </a:moveTo>
                  <a:lnTo>
                    <a:pt x="23" y="11"/>
                  </a:lnTo>
                  <a:lnTo>
                    <a:pt x="0" y="22"/>
                  </a:lnTo>
                  <a:lnTo>
                    <a:pt x="42" y="109"/>
                  </a:lnTo>
                  <a:lnTo>
                    <a:pt x="65" y="98"/>
                  </a:lnTo>
                  <a:lnTo>
                    <a:pt x="89" y="86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95" name=""/>
            <p:cNvSpPr/>
            <p:nvPr/>
          </p:nvSpPr>
          <p:spPr>
            <a:xfrm rot="0">
              <a:off x="3681" y="1766"/>
              <a:ext cx="7" cy="4"/>
            </a:xfrm>
            <a:custGeom>
              <a:avLst/>
              <a:ahLst/>
              <a:rect l="0" t="0" r="r" b="b"/>
              <a:pathLst>
                <a:path w="23" h="12">
                  <a:moveTo>
                    <a:pt x="23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23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96" name=""/>
            <p:cNvSpPr/>
            <p:nvPr/>
          </p:nvSpPr>
          <p:spPr>
            <a:xfrm rot="0">
              <a:off x="3681" y="17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97" name=""/>
            <p:cNvSpPr/>
            <p:nvPr/>
          </p:nvSpPr>
          <p:spPr>
            <a:xfrm rot="0">
              <a:off x="3681" y="1762"/>
              <a:ext cx="30" cy="37"/>
            </a:xfrm>
            <a:custGeom>
              <a:avLst/>
              <a:ahLst/>
              <a:rect l="0" t="0" r="r" b="b"/>
              <a:pathLst>
                <a:path w="90" h="110">
                  <a:moveTo>
                    <a:pt x="44" y="0"/>
                  </a:moveTo>
                  <a:lnTo>
                    <a:pt x="22" y="13"/>
                  </a:lnTo>
                  <a:lnTo>
                    <a:pt x="0" y="25"/>
                  </a:lnTo>
                  <a:lnTo>
                    <a:pt x="46" y="110"/>
                  </a:lnTo>
                  <a:lnTo>
                    <a:pt x="68" y="97"/>
                  </a:lnTo>
                  <a:lnTo>
                    <a:pt x="90" y="85"/>
                  </a:lnTo>
                  <a:lnTo>
                    <a:pt x="4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798" name=""/>
            <p:cNvSpPr/>
            <p:nvPr/>
          </p:nvSpPr>
          <p:spPr>
            <a:xfrm rot="0">
              <a:off x="3681" y="1762"/>
              <a:ext cx="30" cy="37"/>
            </a:xfrm>
            <a:custGeom>
              <a:avLst/>
              <a:ahLst/>
              <a:rect l="0" t="0" r="r" b="b"/>
              <a:pathLst>
                <a:path w="90" h="110">
                  <a:moveTo>
                    <a:pt x="44" y="0"/>
                  </a:moveTo>
                  <a:lnTo>
                    <a:pt x="22" y="13"/>
                  </a:lnTo>
                  <a:lnTo>
                    <a:pt x="0" y="25"/>
                  </a:lnTo>
                  <a:lnTo>
                    <a:pt x="46" y="110"/>
                  </a:lnTo>
                  <a:lnTo>
                    <a:pt x="68" y="97"/>
                  </a:lnTo>
                  <a:lnTo>
                    <a:pt x="90" y="85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799" name=""/>
            <p:cNvSpPr/>
            <p:nvPr/>
          </p:nvSpPr>
          <p:spPr>
            <a:xfrm rot="0">
              <a:off x="3696" y="1794"/>
              <a:ext cx="8" cy="5"/>
            </a:xfrm>
            <a:custGeom>
              <a:avLst/>
              <a:ahLst/>
              <a:rect l="0" t="0" r="r" b="b"/>
              <a:pathLst>
                <a:path w="22" h="14">
                  <a:moveTo>
                    <a:pt x="22" y="0"/>
                  </a:moveTo>
                  <a:lnTo>
                    <a:pt x="0" y="13"/>
                  </a:lnTo>
                  <a:lnTo>
                    <a:pt x="0" y="14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00" name=""/>
            <p:cNvSpPr/>
            <p:nvPr/>
          </p:nvSpPr>
          <p:spPr>
            <a:xfrm rot="0">
              <a:off x="3696" y="1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01" name=""/>
            <p:cNvSpPr/>
            <p:nvPr/>
          </p:nvSpPr>
          <p:spPr>
            <a:xfrm rot="0">
              <a:off x="3696" y="1790"/>
              <a:ext cx="32" cy="36"/>
            </a:xfrm>
            <a:custGeom>
              <a:avLst/>
              <a:ahLst/>
              <a:rect l="0" t="0" r="r" b="b"/>
              <a:pathLst>
                <a:path w="94" h="109">
                  <a:moveTo>
                    <a:pt x="44" y="0"/>
                  </a:moveTo>
                  <a:lnTo>
                    <a:pt x="22" y="13"/>
                  </a:lnTo>
                  <a:lnTo>
                    <a:pt x="0" y="27"/>
                  </a:lnTo>
                  <a:lnTo>
                    <a:pt x="50" y="109"/>
                  </a:lnTo>
                  <a:lnTo>
                    <a:pt x="72" y="96"/>
                  </a:lnTo>
                  <a:lnTo>
                    <a:pt x="94" y="83"/>
                  </a:lnTo>
                  <a:lnTo>
                    <a:pt x="4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02" name=""/>
            <p:cNvSpPr/>
            <p:nvPr/>
          </p:nvSpPr>
          <p:spPr>
            <a:xfrm rot="0">
              <a:off x="3696" y="1790"/>
              <a:ext cx="32" cy="36"/>
            </a:xfrm>
            <a:custGeom>
              <a:avLst/>
              <a:ahLst/>
              <a:rect l="0" t="0" r="r" b="b"/>
              <a:pathLst>
                <a:path w="94" h="109">
                  <a:moveTo>
                    <a:pt x="44" y="0"/>
                  </a:moveTo>
                  <a:lnTo>
                    <a:pt x="22" y="13"/>
                  </a:lnTo>
                  <a:lnTo>
                    <a:pt x="0" y="27"/>
                  </a:lnTo>
                  <a:lnTo>
                    <a:pt x="50" y="109"/>
                  </a:lnTo>
                  <a:lnTo>
                    <a:pt x="72" y="96"/>
                  </a:lnTo>
                  <a:lnTo>
                    <a:pt x="94" y="8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03" name=""/>
            <p:cNvSpPr/>
            <p:nvPr/>
          </p:nvSpPr>
          <p:spPr>
            <a:xfrm rot="0">
              <a:off x="3713" y="1822"/>
              <a:ext cx="7" cy="5"/>
            </a:xfrm>
            <a:custGeom>
              <a:avLst/>
              <a:ahLst/>
              <a:rect l="0" t="0" r="r" b="b"/>
              <a:pathLst>
                <a:path w="22" h="15">
                  <a:moveTo>
                    <a:pt x="22" y="0"/>
                  </a:moveTo>
                  <a:lnTo>
                    <a:pt x="0" y="13"/>
                  </a:lnTo>
                  <a:lnTo>
                    <a:pt x="1" y="15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04" name=""/>
            <p:cNvSpPr/>
            <p:nvPr/>
          </p:nvSpPr>
          <p:spPr>
            <a:xfrm rot="0">
              <a:off x="3713" y="18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05" name=""/>
            <p:cNvSpPr/>
            <p:nvPr/>
          </p:nvSpPr>
          <p:spPr>
            <a:xfrm rot="0">
              <a:off x="3713" y="1817"/>
              <a:ext cx="33" cy="37"/>
            </a:xfrm>
            <a:custGeom>
              <a:avLst/>
              <a:ahLst/>
              <a:rect l="0" t="0" r="r" b="b"/>
              <a:pathLst>
                <a:path w="97" h="109">
                  <a:moveTo>
                    <a:pt x="42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54" y="109"/>
                  </a:lnTo>
                  <a:lnTo>
                    <a:pt x="75" y="95"/>
                  </a:lnTo>
                  <a:lnTo>
                    <a:pt x="97" y="81"/>
                  </a:lnTo>
                  <a:lnTo>
                    <a:pt x="4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06" name=""/>
            <p:cNvSpPr/>
            <p:nvPr/>
          </p:nvSpPr>
          <p:spPr>
            <a:xfrm rot="0">
              <a:off x="3713" y="1817"/>
              <a:ext cx="33" cy="37"/>
            </a:xfrm>
            <a:custGeom>
              <a:avLst/>
              <a:ahLst/>
              <a:rect l="0" t="0" r="r" b="b"/>
              <a:pathLst>
                <a:path w="97" h="109">
                  <a:moveTo>
                    <a:pt x="42" y="0"/>
                  </a:moveTo>
                  <a:lnTo>
                    <a:pt x="21" y="14"/>
                  </a:lnTo>
                  <a:lnTo>
                    <a:pt x="0" y="29"/>
                  </a:lnTo>
                  <a:lnTo>
                    <a:pt x="54" y="109"/>
                  </a:lnTo>
                  <a:lnTo>
                    <a:pt x="75" y="95"/>
                  </a:lnTo>
                  <a:lnTo>
                    <a:pt x="97" y="81"/>
                  </a:lnTo>
                  <a:lnTo>
                    <a:pt x="4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07" name=""/>
            <p:cNvSpPr/>
            <p:nvPr/>
          </p:nvSpPr>
          <p:spPr>
            <a:xfrm rot="0">
              <a:off x="3731" y="1849"/>
              <a:ext cx="7" cy="5"/>
            </a:xfrm>
            <a:custGeom>
              <a:avLst/>
              <a:ahLst/>
              <a:rect l="0" t="0" r="r" b="b"/>
              <a:pathLst>
                <a:path w="21" h="15">
                  <a:moveTo>
                    <a:pt x="21" y="0"/>
                  </a:moveTo>
                  <a:lnTo>
                    <a:pt x="0" y="14"/>
                  </a:lnTo>
                  <a:lnTo>
                    <a:pt x="1" y="15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08" name=""/>
            <p:cNvSpPr/>
            <p:nvPr/>
          </p:nvSpPr>
          <p:spPr>
            <a:xfrm rot="0">
              <a:off x="3731" y="18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09" name=""/>
            <p:cNvSpPr/>
            <p:nvPr/>
          </p:nvSpPr>
          <p:spPr>
            <a:xfrm rot="0">
              <a:off x="3732" y="1844"/>
              <a:ext cx="32" cy="36"/>
            </a:xfrm>
            <a:custGeom>
              <a:avLst/>
              <a:ahLst/>
              <a:rect l="0" t="0" r="r" b="b"/>
              <a:pathLst>
                <a:path w="98" h="107">
                  <a:moveTo>
                    <a:pt x="41" y="0"/>
                  </a:moveTo>
                  <a:lnTo>
                    <a:pt x="20" y="15"/>
                  </a:lnTo>
                  <a:lnTo>
                    <a:pt x="0" y="30"/>
                  </a:lnTo>
                  <a:lnTo>
                    <a:pt x="57" y="107"/>
                  </a:lnTo>
                  <a:lnTo>
                    <a:pt x="77" y="92"/>
                  </a:lnTo>
                  <a:lnTo>
                    <a:pt x="98" y="76"/>
                  </a:lnTo>
                  <a:lnTo>
                    <a:pt x="4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10" name=""/>
            <p:cNvSpPr/>
            <p:nvPr/>
          </p:nvSpPr>
          <p:spPr>
            <a:xfrm rot="0">
              <a:off x="3732" y="1844"/>
              <a:ext cx="32" cy="36"/>
            </a:xfrm>
            <a:custGeom>
              <a:avLst/>
              <a:ahLst/>
              <a:rect l="0" t="0" r="r" b="b"/>
              <a:pathLst>
                <a:path w="98" h="107">
                  <a:moveTo>
                    <a:pt x="41" y="0"/>
                  </a:moveTo>
                  <a:lnTo>
                    <a:pt x="20" y="15"/>
                  </a:lnTo>
                  <a:lnTo>
                    <a:pt x="0" y="30"/>
                  </a:lnTo>
                  <a:lnTo>
                    <a:pt x="57" y="107"/>
                  </a:lnTo>
                  <a:lnTo>
                    <a:pt x="77" y="92"/>
                  </a:lnTo>
                  <a:lnTo>
                    <a:pt x="98" y="76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11" name=""/>
            <p:cNvSpPr/>
            <p:nvPr/>
          </p:nvSpPr>
          <p:spPr>
            <a:xfrm rot="0">
              <a:off x="3751" y="1875"/>
              <a:ext cx="6" cy="5"/>
            </a:xfrm>
            <a:custGeom>
              <a:avLst/>
              <a:ahLst/>
              <a:rect l="0" t="0" r="r" b="b"/>
              <a:pathLst>
                <a:path w="20" h="16">
                  <a:moveTo>
                    <a:pt x="20" y="0"/>
                  </a:moveTo>
                  <a:lnTo>
                    <a:pt x="0" y="15"/>
                  </a:lnTo>
                  <a:lnTo>
                    <a:pt x="0" y="16"/>
                  </a:lnTo>
                  <a:lnTo>
                    <a:pt x="2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12" name=""/>
            <p:cNvSpPr/>
            <p:nvPr/>
          </p:nvSpPr>
          <p:spPr>
            <a:xfrm rot="0">
              <a:off x="3751" y="18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13" name=""/>
            <p:cNvSpPr/>
            <p:nvPr/>
          </p:nvSpPr>
          <p:spPr>
            <a:xfrm rot="0">
              <a:off x="3751" y="1869"/>
              <a:ext cx="34" cy="35"/>
            </a:xfrm>
            <a:custGeom>
              <a:avLst/>
              <a:ahLst/>
              <a:rect l="0" t="0" r="r" b="b"/>
              <a:pathLst>
                <a:path w="102" h="106">
                  <a:moveTo>
                    <a:pt x="41" y="0"/>
                  </a:moveTo>
                  <a:lnTo>
                    <a:pt x="20" y="17"/>
                  </a:lnTo>
                  <a:lnTo>
                    <a:pt x="0" y="33"/>
                  </a:lnTo>
                  <a:lnTo>
                    <a:pt x="61" y="106"/>
                  </a:lnTo>
                  <a:lnTo>
                    <a:pt x="82" y="90"/>
                  </a:lnTo>
                  <a:lnTo>
                    <a:pt x="102" y="74"/>
                  </a:lnTo>
                  <a:lnTo>
                    <a:pt x="4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14" name=""/>
            <p:cNvSpPr/>
            <p:nvPr/>
          </p:nvSpPr>
          <p:spPr>
            <a:xfrm rot="0">
              <a:off x="3751" y="1869"/>
              <a:ext cx="34" cy="35"/>
            </a:xfrm>
            <a:custGeom>
              <a:avLst/>
              <a:ahLst/>
              <a:rect l="0" t="0" r="r" b="b"/>
              <a:pathLst>
                <a:path w="102" h="106">
                  <a:moveTo>
                    <a:pt x="41" y="0"/>
                  </a:moveTo>
                  <a:lnTo>
                    <a:pt x="20" y="17"/>
                  </a:lnTo>
                  <a:lnTo>
                    <a:pt x="0" y="33"/>
                  </a:lnTo>
                  <a:lnTo>
                    <a:pt x="61" y="106"/>
                  </a:lnTo>
                  <a:lnTo>
                    <a:pt x="82" y="90"/>
                  </a:lnTo>
                  <a:lnTo>
                    <a:pt x="102" y="74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15" name=""/>
            <p:cNvSpPr/>
            <p:nvPr/>
          </p:nvSpPr>
          <p:spPr>
            <a:xfrm rot="0">
              <a:off x="3771" y="1899"/>
              <a:ext cx="7" cy="6"/>
            </a:xfrm>
            <a:custGeom>
              <a:avLst/>
              <a:ahLst/>
              <a:rect l="0" t="0" r="r" b="b"/>
              <a:pathLst>
                <a:path w="21" h="17">
                  <a:moveTo>
                    <a:pt x="21" y="0"/>
                  </a:moveTo>
                  <a:lnTo>
                    <a:pt x="0" y="16"/>
                  </a:lnTo>
                  <a:lnTo>
                    <a:pt x="1" y="17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16" name=""/>
            <p:cNvSpPr/>
            <p:nvPr/>
          </p:nvSpPr>
          <p:spPr>
            <a:xfrm rot="0">
              <a:off x="3771" y="19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17" name=""/>
            <p:cNvSpPr/>
            <p:nvPr/>
          </p:nvSpPr>
          <p:spPr>
            <a:xfrm rot="0">
              <a:off x="3771" y="1893"/>
              <a:ext cx="24" cy="24"/>
            </a:xfrm>
            <a:custGeom>
              <a:avLst/>
              <a:ahLst/>
              <a:rect l="0" t="0" r="r" b="b"/>
              <a:pathLst>
                <a:path w="71" h="70">
                  <a:moveTo>
                    <a:pt x="39" y="0"/>
                  </a:moveTo>
                  <a:lnTo>
                    <a:pt x="20" y="17"/>
                  </a:lnTo>
                  <a:lnTo>
                    <a:pt x="0" y="34"/>
                  </a:lnTo>
                  <a:lnTo>
                    <a:pt x="32" y="70"/>
                  </a:lnTo>
                  <a:lnTo>
                    <a:pt x="51" y="53"/>
                  </a:lnTo>
                  <a:lnTo>
                    <a:pt x="71" y="35"/>
                  </a:lnTo>
                  <a:lnTo>
                    <a:pt x="3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18" name=""/>
            <p:cNvSpPr/>
            <p:nvPr/>
          </p:nvSpPr>
          <p:spPr>
            <a:xfrm rot="0">
              <a:off x="3771" y="1893"/>
              <a:ext cx="24" cy="24"/>
            </a:xfrm>
            <a:custGeom>
              <a:avLst/>
              <a:ahLst/>
              <a:rect l="0" t="0" r="r" b="b"/>
              <a:pathLst>
                <a:path w="71" h="70">
                  <a:moveTo>
                    <a:pt x="39" y="0"/>
                  </a:moveTo>
                  <a:lnTo>
                    <a:pt x="20" y="17"/>
                  </a:lnTo>
                  <a:lnTo>
                    <a:pt x="0" y="34"/>
                  </a:lnTo>
                  <a:lnTo>
                    <a:pt x="32" y="70"/>
                  </a:lnTo>
                  <a:lnTo>
                    <a:pt x="51" y="53"/>
                  </a:lnTo>
                  <a:lnTo>
                    <a:pt x="71" y="35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19" name=""/>
            <p:cNvSpPr/>
            <p:nvPr/>
          </p:nvSpPr>
          <p:spPr>
            <a:xfrm rot="0">
              <a:off x="3782" y="1911"/>
              <a:ext cx="6" cy="6"/>
            </a:xfrm>
            <a:custGeom>
              <a:avLst/>
              <a:ahLst/>
              <a:rect l="0" t="0" r="r" b="b"/>
              <a:pathLst>
                <a:path w="19" h="18">
                  <a:moveTo>
                    <a:pt x="19" y="0"/>
                  </a:moveTo>
                  <a:lnTo>
                    <a:pt x="0" y="17"/>
                  </a:lnTo>
                  <a:lnTo>
                    <a:pt x="1" y="18"/>
                  </a:lnTo>
                  <a:lnTo>
                    <a:pt x="19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20" name=""/>
            <p:cNvSpPr/>
            <p:nvPr/>
          </p:nvSpPr>
          <p:spPr>
            <a:xfrm rot="0">
              <a:off x="3782" y="1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21" name=""/>
            <p:cNvSpPr/>
            <p:nvPr/>
          </p:nvSpPr>
          <p:spPr>
            <a:xfrm rot="0">
              <a:off x="3782" y="1905"/>
              <a:ext cx="24" cy="23"/>
            </a:xfrm>
            <a:custGeom>
              <a:avLst/>
              <a:ahLst/>
              <a:rect l="0" t="0" r="r" b="b"/>
              <a:pathLst>
                <a:path w="70" h="70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34" y="70"/>
                  </a:lnTo>
                  <a:lnTo>
                    <a:pt x="52" y="52"/>
                  </a:lnTo>
                  <a:lnTo>
                    <a:pt x="70" y="33"/>
                  </a:lnTo>
                  <a:lnTo>
                    <a:pt x="37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22" name=""/>
            <p:cNvSpPr/>
            <p:nvPr/>
          </p:nvSpPr>
          <p:spPr>
            <a:xfrm rot="0">
              <a:off x="3782" y="1905"/>
              <a:ext cx="24" cy="23"/>
            </a:xfrm>
            <a:custGeom>
              <a:avLst/>
              <a:ahLst/>
              <a:rect l="0" t="0" r="r" b="b"/>
              <a:pathLst>
                <a:path w="70" h="70">
                  <a:moveTo>
                    <a:pt x="37" y="0"/>
                  </a:moveTo>
                  <a:lnTo>
                    <a:pt x="18" y="19"/>
                  </a:lnTo>
                  <a:lnTo>
                    <a:pt x="0" y="37"/>
                  </a:lnTo>
                  <a:lnTo>
                    <a:pt x="34" y="70"/>
                  </a:lnTo>
                  <a:lnTo>
                    <a:pt x="52" y="52"/>
                  </a:lnTo>
                  <a:lnTo>
                    <a:pt x="70" y="33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23" name=""/>
            <p:cNvSpPr/>
            <p:nvPr/>
          </p:nvSpPr>
          <p:spPr>
            <a:xfrm rot="0">
              <a:off x="3794" y="1922"/>
              <a:ext cx="6" cy="6"/>
            </a:xfrm>
            <a:custGeom>
              <a:avLst/>
              <a:ahLst/>
              <a:rect l="0" t="0" r="r" b="b"/>
              <a:pathLst>
                <a:path w="18" h="19">
                  <a:moveTo>
                    <a:pt x="18" y="0"/>
                  </a:moveTo>
                  <a:lnTo>
                    <a:pt x="0" y="18"/>
                  </a:lnTo>
                  <a:lnTo>
                    <a:pt x="1" y="19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24" name=""/>
            <p:cNvSpPr/>
            <p:nvPr/>
          </p:nvSpPr>
          <p:spPr>
            <a:xfrm rot="0">
              <a:off x="3794" y="1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25" name=""/>
            <p:cNvSpPr/>
            <p:nvPr/>
          </p:nvSpPr>
          <p:spPr>
            <a:xfrm rot="0">
              <a:off x="3794" y="1915"/>
              <a:ext cx="23" cy="24"/>
            </a:xfrm>
            <a:custGeom>
              <a:avLst/>
              <a:ahLst/>
              <a:rect l="0" t="0" r="r" b="b"/>
              <a:pathLst>
                <a:path w="70" h="71">
                  <a:moveTo>
                    <a:pt x="34" y="0"/>
                  </a:moveTo>
                  <a:lnTo>
                    <a:pt x="17" y="20"/>
                  </a:lnTo>
                  <a:lnTo>
                    <a:pt x="0" y="39"/>
                  </a:lnTo>
                  <a:lnTo>
                    <a:pt x="35" y="71"/>
                  </a:lnTo>
                  <a:lnTo>
                    <a:pt x="53" y="51"/>
                  </a:lnTo>
                  <a:lnTo>
                    <a:pt x="70" y="32"/>
                  </a:lnTo>
                  <a:lnTo>
                    <a:pt x="3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26" name=""/>
            <p:cNvSpPr/>
            <p:nvPr/>
          </p:nvSpPr>
          <p:spPr>
            <a:xfrm rot="0">
              <a:off x="3794" y="1915"/>
              <a:ext cx="23" cy="24"/>
            </a:xfrm>
            <a:custGeom>
              <a:avLst/>
              <a:ahLst/>
              <a:rect l="0" t="0" r="r" b="b"/>
              <a:pathLst>
                <a:path w="70" h="71">
                  <a:moveTo>
                    <a:pt x="34" y="0"/>
                  </a:moveTo>
                  <a:lnTo>
                    <a:pt x="17" y="20"/>
                  </a:lnTo>
                  <a:lnTo>
                    <a:pt x="0" y="39"/>
                  </a:lnTo>
                  <a:lnTo>
                    <a:pt x="35" y="71"/>
                  </a:lnTo>
                  <a:lnTo>
                    <a:pt x="53" y="51"/>
                  </a:lnTo>
                  <a:lnTo>
                    <a:pt x="70" y="32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27" name=""/>
            <p:cNvSpPr/>
            <p:nvPr/>
          </p:nvSpPr>
          <p:spPr>
            <a:xfrm rot="0">
              <a:off x="3806" y="1932"/>
              <a:ext cx="6" cy="8"/>
            </a:xfrm>
            <a:custGeom>
              <a:avLst/>
              <a:ahLst/>
              <a:rect l="0" t="0" r="r" b="b"/>
              <a:pathLst>
                <a:path w="18" h="22">
                  <a:moveTo>
                    <a:pt x="18" y="0"/>
                  </a:moveTo>
                  <a:lnTo>
                    <a:pt x="0" y="20"/>
                  </a:lnTo>
                  <a:lnTo>
                    <a:pt x="2" y="22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28" name=""/>
            <p:cNvSpPr/>
            <p:nvPr/>
          </p:nvSpPr>
          <p:spPr>
            <a:xfrm rot="0">
              <a:off x="3806" y="1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29" name=""/>
            <p:cNvSpPr/>
            <p:nvPr/>
          </p:nvSpPr>
          <p:spPr>
            <a:xfrm rot="0">
              <a:off x="3806" y="1925"/>
              <a:ext cx="24" cy="24"/>
            </a:xfrm>
            <a:custGeom>
              <a:avLst/>
              <a:ahLst/>
              <a:rect l="0" t="0" r="r" b="b"/>
              <a:pathLst>
                <a:path w="70" h="70">
                  <a:moveTo>
                    <a:pt x="31" y="0"/>
                  </a:moveTo>
                  <a:lnTo>
                    <a:pt x="16" y="21"/>
                  </a:lnTo>
                  <a:lnTo>
                    <a:pt x="0" y="43"/>
                  </a:lnTo>
                  <a:lnTo>
                    <a:pt x="39" y="70"/>
                  </a:lnTo>
                  <a:lnTo>
                    <a:pt x="55" y="49"/>
                  </a:lnTo>
                  <a:lnTo>
                    <a:pt x="70" y="27"/>
                  </a:lnTo>
                  <a:lnTo>
                    <a:pt x="3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30" name=""/>
            <p:cNvSpPr/>
            <p:nvPr/>
          </p:nvSpPr>
          <p:spPr>
            <a:xfrm rot="0">
              <a:off x="3806" y="1925"/>
              <a:ext cx="24" cy="24"/>
            </a:xfrm>
            <a:custGeom>
              <a:avLst/>
              <a:ahLst/>
              <a:rect l="0" t="0" r="r" b="b"/>
              <a:pathLst>
                <a:path w="70" h="70">
                  <a:moveTo>
                    <a:pt x="31" y="0"/>
                  </a:moveTo>
                  <a:lnTo>
                    <a:pt x="16" y="21"/>
                  </a:lnTo>
                  <a:lnTo>
                    <a:pt x="0" y="43"/>
                  </a:lnTo>
                  <a:lnTo>
                    <a:pt x="39" y="70"/>
                  </a:lnTo>
                  <a:lnTo>
                    <a:pt x="55" y="49"/>
                  </a:lnTo>
                  <a:lnTo>
                    <a:pt x="70" y="27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31" name=""/>
            <p:cNvSpPr/>
            <p:nvPr/>
          </p:nvSpPr>
          <p:spPr>
            <a:xfrm rot="0">
              <a:off x="3819" y="1934"/>
              <a:ext cx="14" cy="16"/>
            </a:xfrm>
            <a:custGeom>
              <a:avLst/>
              <a:ahLst/>
              <a:rect l="0" t="0" r="r" b="b"/>
              <a:pathLst>
                <a:path w="41" h="47">
                  <a:moveTo>
                    <a:pt x="16" y="22"/>
                  </a:moveTo>
                  <a:lnTo>
                    <a:pt x="31" y="0"/>
                  </a:lnTo>
                  <a:lnTo>
                    <a:pt x="36" y="6"/>
                  </a:lnTo>
                  <a:lnTo>
                    <a:pt x="40" y="14"/>
                  </a:lnTo>
                  <a:lnTo>
                    <a:pt x="41" y="22"/>
                  </a:lnTo>
                  <a:lnTo>
                    <a:pt x="40" y="30"/>
                  </a:lnTo>
                  <a:lnTo>
                    <a:pt x="37" y="37"/>
                  </a:lnTo>
                  <a:lnTo>
                    <a:pt x="31" y="42"/>
                  </a:lnTo>
                  <a:lnTo>
                    <a:pt x="24" y="46"/>
                  </a:lnTo>
                  <a:lnTo>
                    <a:pt x="16" y="47"/>
                  </a:lnTo>
                  <a:lnTo>
                    <a:pt x="7" y="46"/>
                  </a:lnTo>
                  <a:lnTo>
                    <a:pt x="0" y="43"/>
                  </a:lnTo>
                  <a:lnTo>
                    <a:pt x="16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32" name=""/>
            <p:cNvSpPr/>
            <p:nvPr/>
          </p:nvSpPr>
          <p:spPr>
            <a:xfrm rot="0">
              <a:off x="3819" y="1934"/>
              <a:ext cx="14" cy="16"/>
            </a:xfrm>
            <a:custGeom>
              <a:avLst/>
              <a:ahLst/>
              <a:rect l="0" t="0" r="r" b="b"/>
              <a:pathLst>
                <a:path w="41" h="47">
                  <a:moveTo>
                    <a:pt x="31" y="0"/>
                  </a:moveTo>
                  <a:lnTo>
                    <a:pt x="36" y="6"/>
                  </a:lnTo>
                  <a:lnTo>
                    <a:pt x="40" y="14"/>
                  </a:lnTo>
                  <a:lnTo>
                    <a:pt x="41" y="22"/>
                  </a:lnTo>
                  <a:lnTo>
                    <a:pt x="40" y="30"/>
                  </a:lnTo>
                  <a:lnTo>
                    <a:pt x="37" y="37"/>
                  </a:lnTo>
                  <a:lnTo>
                    <a:pt x="31" y="42"/>
                  </a:lnTo>
                  <a:lnTo>
                    <a:pt x="24" y="46"/>
                  </a:lnTo>
                  <a:lnTo>
                    <a:pt x="16" y="47"/>
                  </a:lnTo>
                  <a:lnTo>
                    <a:pt x="7" y="46"/>
                  </a:lnTo>
                  <a:lnTo>
                    <a:pt x="0" y="4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33" name=""/>
            <p:cNvSpPr/>
            <p:nvPr/>
          </p:nvSpPr>
          <p:spPr>
            <a:xfrm rot="0">
              <a:off x="2862" y="1481"/>
              <a:ext cx="17" cy="9"/>
            </a:xfrm>
            <a:custGeom>
              <a:avLst/>
              <a:ahLst/>
              <a:rect l="0" t="0" r="r" b="b"/>
              <a:pathLst>
                <a:path w="51" h="27">
                  <a:moveTo>
                    <a:pt x="25" y="25"/>
                  </a:moveTo>
                  <a:lnTo>
                    <a:pt x="0" y="23"/>
                  </a:lnTo>
                  <a:lnTo>
                    <a:pt x="2" y="15"/>
                  </a:lnTo>
                  <a:lnTo>
                    <a:pt x="6" y="8"/>
                  </a:lnTo>
                  <a:lnTo>
                    <a:pt x="12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1" y="27"/>
                  </a:lnTo>
                  <a:lnTo>
                    <a:pt x="25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34" name=""/>
            <p:cNvSpPr/>
            <p:nvPr/>
          </p:nvSpPr>
          <p:spPr>
            <a:xfrm rot="0">
              <a:off x="2862" y="1481"/>
              <a:ext cx="17" cy="9"/>
            </a:xfrm>
            <a:custGeom>
              <a:avLst/>
              <a:ahLst/>
              <a:rect l="0" t="0" r="r" b="b"/>
              <a:pathLst>
                <a:path w="51" h="27">
                  <a:moveTo>
                    <a:pt x="0" y="23"/>
                  </a:moveTo>
                  <a:lnTo>
                    <a:pt x="2" y="15"/>
                  </a:lnTo>
                  <a:lnTo>
                    <a:pt x="6" y="8"/>
                  </a:lnTo>
                  <a:lnTo>
                    <a:pt x="12" y="3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2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51" y="19"/>
                  </a:lnTo>
                  <a:lnTo>
                    <a:pt x="51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35" name=""/>
            <p:cNvSpPr/>
            <p:nvPr/>
          </p:nvSpPr>
          <p:spPr>
            <a:xfrm rot="0">
              <a:off x="2858" y="1489"/>
              <a:ext cx="21" cy="33"/>
            </a:xfrm>
            <a:custGeom>
              <a:avLst/>
              <a:ahLst/>
              <a:rect l="0" t="0" r="r" b="b"/>
              <a:pathLst>
                <a:path w="61" h="99">
                  <a:moveTo>
                    <a:pt x="61" y="4"/>
                  </a:moveTo>
                  <a:lnTo>
                    <a:pt x="35" y="2"/>
                  </a:lnTo>
                  <a:lnTo>
                    <a:pt x="10" y="0"/>
                  </a:lnTo>
                  <a:lnTo>
                    <a:pt x="0" y="95"/>
                  </a:lnTo>
                  <a:lnTo>
                    <a:pt x="26" y="97"/>
                  </a:lnTo>
                  <a:lnTo>
                    <a:pt x="51" y="99"/>
                  </a:lnTo>
                  <a:lnTo>
                    <a:pt x="61" y="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36" name=""/>
            <p:cNvSpPr/>
            <p:nvPr/>
          </p:nvSpPr>
          <p:spPr>
            <a:xfrm rot="0">
              <a:off x="2858" y="1489"/>
              <a:ext cx="21" cy="33"/>
            </a:xfrm>
            <a:custGeom>
              <a:avLst/>
              <a:ahLst/>
              <a:rect l="0" t="0" r="r" b="b"/>
              <a:pathLst>
                <a:path w="61" h="99">
                  <a:moveTo>
                    <a:pt x="61" y="4"/>
                  </a:moveTo>
                  <a:lnTo>
                    <a:pt x="35" y="2"/>
                  </a:lnTo>
                  <a:lnTo>
                    <a:pt x="10" y="0"/>
                  </a:lnTo>
                  <a:lnTo>
                    <a:pt x="0" y="95"/>
                  </a:lnTo>
                  <a:lnTo>
                    <a:pt x="26" y="97"/>
                  </a:lnTo>
                  <a:lnTo>
                    <a:pt x="51" y="99"/>
                  </a:lnTo>
                  <a:lnTo>
                    <a:pt x="61" y="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37" name=""/>
            <p:cNvSpPr/>
            <p:nvPr/>
          </p:nvSpPr>
          <p:spPr>
            <a:xfrm rot="0">
              <a:off x="2867" y="1521"/>
              <a:ext cx="8" cy="2"/>
            </a:xfrm>
            <a:custGeom>
              <a:avLst/>
              <a:ahLst/>
              <a:rect l="0" t="0" r="r" b="b"/>
              <a:pathLst>
                <a:path w="25" h="4">
                  <a:moveTo>
                    <a:pt x="0" y="0"/>
                  </a:moveTo>
                  <a:lnTo>
                    <a:pt x="25" y="2"/>
                  </a:lnTo>
                  <a:lnTo>
                    <a:pt x="25" y="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38" name=""/>
            <p:cNvSpPr/>
            <p:nvPr/>
          </p:nvSpPr>
          <p:spPr>
            <a:xfrm rot="0">
              <a:off x="2875" y="152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39" name=""/>
            <p:cNvSpPr/>
            <p:nvPr/>
          </p:nvSpPr>
          <p:spPr>
            <a:xfrm rot="0">
              <a:off x="2854" y="1520"/>
              <a:ext cx="21" cy="34"/>
            </a:xfrm>
            <a:custGeom>
              <a:avLst/>
              <a:ahLst/>
              <a:rect l="0" t="0" r="r" b="b"/>
              <a:pathLst>
                <a:path w="65" h="103">
                  <a:moveTo>
                    <a:pt x="65" y="8"/>
                  </a:moveTo>
                  <a:lnTo>
                    <a:pt x="40" y="4"/>
                  </a:lnTo>
                  <a:lnTo>
                    <a:pt x="14" y="0"/>
                  </a:lnTo>
                  <a:lnTo>
                    <a:pt x="0" y="95"/>
                  </a:lnTo>
                  <a:lnTo>
                    <a:pt x="26" y="99"/>
                  </a:lnTo>
                  <a:lnTo>
                    <a:pt x="51" y="103"/>
                  </a:lnTo>
                  <a:lnTo>
                    <a:pt x="65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40" name=""/>
            <p:cNvSpPr/>
            <p:nvPr/>
          </p:nvSpPr>
          <p:spPr>
            <a:xfrm rot="0">
              <a:off x="2854" y="1520"/>
              <a:ext cx="21" cy="34"/>
            </a:xfrm>
            <a:custGeom>
              <a:avLst/>
              <a:ahLst/>
              <a:rect l="0" t="0" r="r" b="b"/>
              <a:pathLst>
                <a:path w="65" h="103">
                  <a:moveTo>
                    <a:pt x="65" y="8"/>
                  </a:moveTo>
                  <a:lnTo>
                    <a:pt x="40" y="4"/>
                  </a:lnTo>
                  <a:lnTo>
                    <a:pt x="14" y="0"/>
                  </a:lnTo>
                  <a:lnTo>
                    <a:pt x="0" y="95"/>
                  </a:lnTo>
                  <a:lnTo>
                    <a:pt x="26" y="99"/>
                  </a:lnTo>
                  <a:lnTo>
                    <a:pt x="51" y="103"/>
                  </a:lnTo>
                  <a:lnTo>
                    <a:pt x="65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41" name=""/>
            <p:cNvSpPr/>
            <p:nvPr/>
          </p:nvSpPr>
          <p:spPr>
            <a:xfrm rot="0">
              <a:off x="2862" y="1553"/>
              <a:ext cx="9" cy="2"/>
            </a:xfrm>
            <a:custGeom>
              <a:avLst/>
              <a:ahLst/>
              <a:rect l="0" t="0" r="r" b="b"/>
              <a:pathLst>
                <a:path w="25" h="5">
                  <a:moveTo>
                    <a:pt x="0" y="0"/>
                  </a:moveTo>
                  <a:lnTo>
                    <a:pt x="25" y="4"/>
                  </a:lnTo>
                  <a:lnTo>
                    <a:pt x="25" y="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42" name=""/>
            <p:cNvSpPr/>
            <p:nvPr/>
          </p:nvSpPr>
          <p:spPr>
            <a:xfrm rot="0">
              <a:off x="2871" y="15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43" name=""/>
            <p:cNvSpPr/>
            <p:nvPr/>
          </p:nvSpPr>
          <p:spPr>
            <a:xfrm rot="0">
              <a:off x="2848" y="1551"/>
              <a:ext cx="23" cy="35"/>
            </a:xfrm>
            <a:custGeom>
              <a:avLst/>
              <a:ahLst/>
              <a:rect l="0" t="0" r="r" b="b"/>
              <a:pathLst>
                <a:path w="68" h="105">
                  <a:moveTo>
                    <a:pt x="68" y="10"/>
                  </a:moveTo>
                  <a:lnTo>
                    <a:pt x="43" y="5"/>
                  </a:lnTo>
                  <a:lnTo>
                    <a:pt x="17" y="0"/>
                  </a:lnTo>
                  <a:lnTo>
                    <a:pt x="0" y="95"/>
                  </a:lnTo>
                  <a:lnTo>
                    <a:pt x="25" y="100"/>
                  </a:lnTo>
                  <a:lnTo>
                    <a:pt x="51" y="105"/>
                  </a:lnTo>
                  <a:lnTo>
                    <a:pt x="68" y="1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44" name=""/>
            <p:cNvSpPr/>
            <p:nvPr/>
          </p:nvSpPr>
          <p:spPr>
            <a:xfrm rot="0">
              <a:off x="2848" y="1551"/>
              <a:ext cx="23" cy="35"/>
            </a:xfrm>
            <a:custGeom>
              <a:avLst/>
              <a:ahLst/>
              <a:rect l="0" t="0" r="r" b="b"/>
              <a:pathLst>
                <a:path w="68" h="105">
                  <a:moveTo>
                    <a:pt x="68" y="10"/>
                  </a:moveTo>
                  <a:lnTo>
                    <a:pt x="43" y="5"/>
                  </a:lnTo>
                  <a:lnTo>
                    <a:pt x="17" y="0"/>
                  </a:lnTo>
                  <a:lnTo>
                    <a:pt x="0" y="95"/>
                  </a:lnTo>
                  <a:lnTo>
                    <a:pt x="25" y="100"/>
                  </a:lnTo>
                  <a:lnTo>
                    <a:pt x="51" y="105"/>
                  </a:lnTo>
                  <a:lnTo>
                    <a:pt x="68" y="1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45" name=""/>
            <p:cNvSpPr/>
            <p:nvPr/>
          </p:nvSpPr>
          <p:spPr>
            <a:xfrm rot="0">
              <a:off x="2856" y="1585"/>
              <a:ext cx="9" cy="2"/>
            </a:xfrm>
            <a:custGeom>
              <a:avLst/>
              <a:ahLst/>
              <a:rect l="0" t="0" r="r" b="b"/>
              <a:pathLst>
                <a:path w="26" h="6">
                  <a:moveTo>
                    <a:pt x="0" y="0"/>
                  </a:moveTo>
                  <a:lnTo>
                    <a:pt x="26" y="5"/>
                  </a:lnTo>
                  <a:lnTo>
                    <a:pt x="26" y="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46" name=""/>
            <p:cNvSpPr/>
            <p:nvPr/>
          </p:nvSpPr>
          <p:spPr>
            <a:xfrm rot="0">
              <a:off x="2865" y="15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47" name=""/>
            <p:cNvSpPr/>
            <p:nvPr/>
          </p:nvSpPr>
          <p:spPr>
            <a:xfrm rot="0">
              <a:off x="2840" y="1583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75" y="12"/>
                  </a:moveTo>
                  <a:lnTo>
                    <a:pt x="49" y="6"/>
                  </a:lnTo>
                  <a:lnTo>
                    <a:pt x="24" y="0"/>
                  </a:lnTo>
                  <a:lnTo>
                    <a:pt x="0" y="94"/>
                  </a:lnTo>
                  <a:lnTo>
                    <a:pt x="26" y="100"/>
                  </a:lnTo>
                  <a:lnTo>
                    <a:pt x="51" y="106"/>
                  </a:lnTo>
                  <a:lnTo>
                    <a:pt x="75" y="1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48" name=""/>
            <p:cNvSpPr/>
            <p:nvPr/>
          </p:nvSpPr>
          <p:spPr>
            <a:xfrm rot="0">
              <a:off x="2840" y="1583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75" y="12"/>
                  </a:moveTo>
                  <a:lnTo>
                    <a:pt x="49" y="6"/>
                  </a:lnTo>
                  <a:lnTo>
                    <a:pt x="24" y="0"/>
                  </a:lnTo>
                  <a:lnTo>
                    <a:pt x="0" y="94"/>
                  </a:lnTo>
                  <a:lnTo>
                    <a:pt x="26" y="100"/>
                  </a:lnTo>
                  <a:lnTo>
                    <a:pt x="51" y="106"/>
                  </a:lnTo>
                  <a:lnTo>
                    <a:pt x="75" y="1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49" name=""/>
            <p:cNvSpPr/>
            <p:nvPr/>
          </p:nvSpPr>
          <p:spPr>
            <a:xfrm rot="0">
              <a:off x="2849" y="1616"/>
              <a:ext cx="8" cy="2"/>
            </a:xfrm>
            <a:custGeom>
              <a:avLst/>
              <a:ahLst/>
              <a:rect l="0" t="0" r="r" b="b"/>
              <a:pathLst>
                <a:path w="25" h="7">
                  <a:moveTo>
                    <a:pt x="0" y="0"/>
                  </a:moveTo>
                  <a:lnTo>
                    <a:pt x="25" y="6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50" name=""/>
            <p:cNvSpPr/>
            <p:nvPr/>
          </p:nvSpPr>
          <p:spPr>
            <a:xfrm rot="0">
              <a:off x="2857" y="16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51" name=""/>
            <p:cNvSpPr/>
            <p:nvPr/>
          </p:nvSpPr>
          <p:spPr>
            <a:xfrm rot="0">
              <a:off x="2831" y="1614"/>
              <a:ext cx="26" cy="36"/>
            </a:xfrm>
            <a:custGeom>
              <a:avLst/>
              <a:ahLst/>
              <a:rect l="0" t="0" r="r" b="b"/>
              <a:pathLst>
                <a:path w="77" h="108">
                  <a:moveTo>
                    <a:pt x="77" y="14"/>
                  </a:moveTo>
                  <a:lnTo>
                    <a:pt x="52" y="7"/>
                  </a:lnTo>
                  <a:lnTo>
                    <a:pt x="26" y="0"/>
                  </a:lnTo>
                  <a:lnTo>
                    <a:pt x="0" y="94"/>
                  </a:lnTo>
                  <a:lnTo>
                    <a:pt x="25" y="101"/>
                  </a:lnTo>
                  <a:lnTo>
                    <a:pt x="51" y="108"/>
                  </a:lnTo>
                  <a:lnTo>
                    <a:pt x="77" y="1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52" name=""/>
            <p:cNvSpPr/>
            <p:nvPr/>
          </p:nvSpPr>
          <p:spPr>
            <a:xfrm rot="0">
              <a:off x="2831" y="1614"/>
              <a:ext cx="26" cy="36"/>
            </a:xfrm>
            <a:custGeom>
              <a:avLst/>
              <a:ahLst/>
              <a:rect l="0" t="0" r="r" b="b"/>
              <a:pathLst>
                <a:path w="77" h="108">
                  <a:moveTo>
                    <a:pt x="77" y="14"/>
                  </a:moveTo>
                  <a:lnTo>
                    <a:pt x="52" y="7"/>
                  </a:lnTo>
                  <a:lnTo>
                    <a:pt x="26" y="0"/>
                  </a:lnTo>
                  <a:lnTo>
                    <a:pt x="0" y="94"/>
                  </a:lnTo>
                  <a:lnTo>
                    <a:pt x="25" y="101"/>
                  </a:lnTo>
                  <a:lnTo>
                    <a:pt x="51" y="108"/>
                  </a:lnTo>
                  <a:lnTo>
                    <a:pt x="77" y="1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53" name=""/>
            <p:cNvSpPr/>
            <p:nvPr/>
          </p:nvSpPr>
          <p:spPr>
            <a:xfrm rot="0">
              <a:off x="2840" y="1647"/>
              <a:ext cx="8" cy="3"/>
            </a:xfrm>
            <a:custGeom>
              <a:avLst/>
              <a:ahLst/>
              <a:rect l="0" t="0" r="r" b="b"/>
              <a:pathLst>
                <a:path w="26" h="8">
                  <a:moveTo>
                    <a:pt x="0" y="0"/>
                  </a:moveTo>
                  <a:lnTo>
                    <a:pt x="26" y="7"/>
                  </a:lnTo>
                  <a:lnTo>
                    <a:pt x="25" y="8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54" name=""/>
            <p:cNvSpPr/>
            <p:nvPr/>
          </p:nvSpPr>
          <p:spPr>
            <a:xfrm rot="0" flipH="1">
              <a:off x="2848" y="16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55" name=""/>
            <p:cNvSpPr/>
            <p:nvPr/>
          </p:nvSpPr>
          <p:spPr>
            <a:xfrm rot="0">
              <a:off x="2821" y="1645"/>
              <a:ext cx="27" cy="36"/>
            </a:xfrm>
            <a:custGeom>
              <a:avLst/>
              <a:ahLst/>
              <a:rect l="0" t="0" r="r" b="b"/>
              <a:pathLst>
                <a:path w="80" h="108">
                  <a:moveTo>
                    <a:pt x="80" y="16"/>
                  </a:moveTo>
                  <a:lnTo>
                    <a:pt x="55" y="8"/>
                  </a:lnTo>
                  <a:lnTo>
                    <a:pt x="31" y="0"/>
                  </a:lnTo>
                  <a:lnTo>
                    <a:pt x="0" y="92"/>
                  </a:lnTo>
                  <a:lnTo>
                    <a:pt x="25" y="100"/>
                  </a:lnTo>
                  <a:lnTo>
                    <a:pt x="49" y="108"/>
                  </a:lnTo>
                  <a:lnTo>
                    <a:pt x="80" y="1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56" name=""/>
            <p:cNvSpPr/>
            <p:nvPr/>
          </p:nvSpPr>
          <p:spPr>
            <a:xfrm rot="0">
              <a:off x="2821" y="1645"/>
              <a:ext cx="27" cy="36"/>
            </a:xfrm>
            <a:custGeom>
              <a:avLst/>
              <a:ahLst/>
              <a:rect l="0" t="0" r="r" b="b"/>
              <a:pathLst>
                <a:path w="80" h="108">
                  <a:moveTo>
                    <a:pt x="80" y="16"/>
                  </a:moveTo>
                  <a:lnTo>
                    <a:pt x="55" y="8"/>
                  </a:lnTo>
                  <a:lnTo>
                    <a:pt x="31" y="0"/>
                  </a:lnTo>
                  <a:lnTo>
                    <a:pt x="0" y="92"/>
                  </a:lnTo>
                  <a:lnTo>
                    <a:pt x="25" y="100"/>
                  </a:lnTo>
                  <a:lnTo>
                    <a:pt x="49" y="108"/>
                  </a:lnTo>
                  <a:lnTo>
                    <a:pt x="80" y="1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57" name=""/>
            <p:cNvSpPr/>
            <p:nvPr/>
          </p:nvSpPr>
          <p:spPr>
            <a:xfrm rot="0">
              <a:off x="2830" y="1678"/>
              <a:ext cx="8" cy="3"/>
            </a:xfrm>
            <a:custGeom>
              <a:avLst/>
              <a:ahLst/>
              <a:rect l="0" t="0" r="r" b="b"/>
              <a:pathLst>
                <a:path w="24" h="9">
                  <a:moveTo>
                    <a:pt x="0" y="0"/>
                  </a:moveTo>
                  <a:lnTo>
                    <a:pt x="24" y="8"/>
                  </a:lnTo>
                  <a:lnTo>
                    <a:pt x="24" y="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58" name=""/>
            <p:cNvSpPr/>
            <p:nvPr/>
          </p:nvSpPr>
          <p:spPr>
            <a:xfrm rot="0">
              <a:off x="2838" y="16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59" name=""/>
            <p:cNvSpPr/>
            <p:nvPr/>
          </p:nvSpPr>
          <p:spPr>
            <a:xfrm rot="0">
              <a:off x="2809" y="1675"/>
              <a:ext cx="29" cy="36"/>
            </a:xfrm>
            <a:custGeom>
              <a:avLst/>
              <a:ahLst/>
              <a:rect l="0" t="0" r="r" b="b"/>
              <a:pathLst>
                <a:path w="85" h="109">
                  <a:moveTo>
                    <a:pt x="85" y="18"/>
                  </a:moveTo>
                  <a:lnTo>
                    <a:pt x="61" y="9"/>
                  </a:lnTo>
                  <a:lnTo>
                    <a:pt x="36" y="0"/>
                  </a:lnTo>
                  <a:lnTo>
                    <a:pt x="0" y="91"/>
                  </a:lnTo>
                  <a:lnTo>
                    <a:pt x="25" y="100"/>
                  </a:lnTo>
                  <a:lnTo>
                    <a:pt x="49" y="109"/>
                  </a:lnTo>
                  <a:lnTo>
                    <a:pt x="85" y="1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60" name=""/>
            <p:cNvSpPr/>
            <p:nvPr/>
          </p:nvSpPr>
          <p:spPr>
            <a:xfrm rot="0">
              <a:off x="2809" y="1675"/>
              <a:ext cx="29" cy="36"/>
            </a:xfrm>
            <a:custGeom>
              <a:avLst/>
              <a:ahLst/>
              <a:rect l="0" t="0" r="r" b="b"/>
              <a:pathLst>
                <a:path w="85" h="109">
                  <a:moveTo>
                    <a:pt x="85" y="18"/>
                  </a:moveTo>
                  <a:lnTo>
                    <a:pt x="61" y="9"/>
                  </a:lnTo>
                  <a:lnTo>
                    <a:pt x="36" y="0"/>
                  </a:lnTo>
                  <a:lnTo>
                    <a:pt x="0" y="91"/>
                  </a:lnTo>
                  <a:lnTo>
                    <a:pt x="25" y="100"/>
                  </a:lnTo>
                  <a:lnTo>
                    <a:pt x="49" y="109"/>
                  </a:lnTo>
                  <a:lnTo>
                    <a:pt x="85" y="1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61" name=""/>
            <p:cNvSpPr/>
            <p:nvPr/>
          </p:nvSpPr>
          <p:spPr>
            <a:xfrm rot="0">
              <a:off x="2818" y="1708"/>
              <a:ext cx="8" cy="4"/>
            </a:xfrm>
            <a:custGeom>
              <a:avLst/>
              <a:ahLst/>
              <a:rect l="0" t="0" r="r" b="b"/>
              <a:pathLst>
                <a:path w="24" h="10">
                  <a:moveTo>
                    <a:pt x="0" y="0"/>
                  </a:moveTo>
                  <a:lnTo>
                    <a:pt x="24" y="9"/>
                  </a:lnTo>
                  <a:lnTo>
                    <a:pt x="23" y="1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62" name=""/>
            <p:cNvSpPr/>
            <p:nvPr/>
          </p:nvSpPr>
          <p:spPr>
            <a:xfrm rot="0" flipH="1">
              <a:off x="2825" y="1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63" name=""/>
            <p:cNvSpPr/>
            <p:nvPr/>
          </p:nvSpPr>
          <p:spPr>
            <a:xfrm rot="0">
              <a:off x="2797" y="1705"/>
              <a:ext cx="28" cy="36"/>
            </a:xfrm>
            <a:custGeom>
              <a:avLst/>
              <a:ahLst/>
              <a:rect l="0" t="0" r="r" b="b"/>
              <a:pathLst>
                <a:path w="86" h="109">
                  <a:moveTo>
                    <a:pt x="86" y="20"/>
                  </a:moveTo>
                  <a:lnTo>
                    <a:pt x="63" y="10"/>
                  </a:lnTo>
                  <a:lnTo>
                    <a:pt x="39" y="0"/>
                  </a:lnTo>
                  <a:lnTo>
                    <a:pt x="0" y="89"/>
                  </a:lnTo>
                  <a:lnTo>
                    <a:pt x="24" y="99"/>
                  </a:lnTo>
                  <a:lnTo>
                    <a:pt x="47" y="109"/>
                  </a:lnTo>
                  <a:lnTo>
                    <a:pt x="86" y="2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64" name=""/>
            <p:cNvSpPr/>
            <p:nvPr/>
          </p:nvSpPr>
          <p:spPr>
            <a:xfrm rot="0">
              <a:off x="2797" y="1705"/>
              <a:ext cx="28" cy="36"/>
            </a:xfrm>
            <a:custGeom>
              <a:avLst/>
              <a:ahLst/>
              <a:rect l="0" t="0" r="r" b="b"/>
              <a:pathLst>
                <a:path w="86" h="109">
                  <a:moveTo>
                    <a:pt x="86" y="20"/>
                  </a:moveTo>
                  <a:lnTo>
                    <a:pt x="63" y="10"/>
                  </a:lnTo>
                  <a:lnTo>
                    <a:pt x="39" y="0"/>
                  </a:lnTo>
                  <a:lnTo>
                    <a:pt x="0" y="89"/>
                  </a:lnTo>
                  <a:lnTo>
                    <a:pt x="24" y="99"/>
                  </a:lnTo>
                  <a:lnTo>
                    <a:pt x="47" y="109"/>
                  </a:lnTo>
                  <a:lnTo>
                    <a:pt x="86" y="2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65" name=""/>
            <p:cNvSpPr/>
            <p:nvPr/>
          </p:nvSpPr>
          <p:spPr>
            <a:xfrm rot="0">
              <a:off x="2805" y="1738"/>
              <a:ext cx="7" cy="4"/>
            </a:xfrm>
            <a:custGeom>
              <a:avLst/>
              <a:ahLst/>
              <a:rect l="0" t="0" r="r" b="b"/>
              <a:pathLst>
                <a:path w="23" h="11">
                  <a:moveTo>
                    <a:pt x="0" y="0"/>
                  </a:moveTo>
                  <a:lnTo>
                    <a:pt x="23" y="10"/>
                  </a:lnTo>
                  <a:lnTo>
                    <a:pt x="23" y="11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</p:grpSp>
      <p:grpSp>
        <p:nvGrpSpPr>
          <p:cNvPr id="501" name=""/>
          <p:cNvGrpSpPr/>
          <p:nvPr/>
        </p:nvGrpSpPr>
        <p:grpSpPr>
          <a:xfrm rot="0">
            <a:off x="4195762" y="2351087"/>
            <a:ext cx="1889125" cy="1462087"/>
            <a:chOff x="2643" y="1481"/>
            <a:chExt cx="1190" cy="921"/>
          </a:xfrm>
        </p:grpSpPr>
        <p:sp>
          <p:nvSpPr>
            <p:cNvPr id="1087866" name=""/>
            <p:cNvSpPr/>
            <p:nvPr/>
          </p:nvSpPr>
          <p:spPr>
            <a:xfrm rot="0">
              <a:off x="2812" y="17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67" name=""/>
            <p:cNvSpPr/>
            <p:nvPr/>
          </p:nvSpPr>
          <p:spPr>
            <a:xfrm rot="0">
              <a:off x="2782" y="1734"/>
              <a:ext cx="30" cy="37"/>
            </a:xfrm>
            <a:custGeom>
              <a:avLst/>
              <a:ahLst/>
              <a:rect l="0" t="0" r="r" b="b"/>
              <a:pathLst>
                <a:path w="90" h="110">
                  <a:moveTo>
                    <a:pt x="90" y="22"/>
                  </a:moveTo>
                  <a:lnTo>
                    <a:pt x="67" y="11"/>
                  </a:lnTo>
                  <a:lnTo>
                    <a:pt x="43" y="0"/>
                  </a:lnTo>
                  <a:lnTo>
                    <a:pt x="0" y="88"/>
                  </a:lnTo>
                  <a:lnTo>
                    <a:pt x="23" y="99"/>
                  </a:lnTo>
                  <a:lnTo>
                    <a:pt x="47" y="110"/>
                  </a:lnTo>
                  <a:lnTo>
                    <a:pt x="9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68" name=""/>
            <p:cNvSpPr/>
            <p:nvPr/>
          </p:nvSpPr>
          <p:spPr>
            <a:xfrm rot="0">
              <a:off x="2782" y="1734"/>
              <a:ext cx="30" cy="37"/>
            </a:xfrm>
            <a:custGeom>
              <a:avLst/>
              <a:ahLst/>
              <a:rect l="0" t="0" r="r" b="b"/>
              <a:pathLst>
                <a:path w="90" h="110">
                  <a:moveTo>
                    <a:pt x="90" y="22"/>
                  </a:moveTo>
                  <a:lnTo>
                    <a:pt x="67" y="11"/>
                  </a:lnTo>
                  <a:lnTo>
                    <a:pt x="43" y="0"/>
                  </a:lnTo>
                  <a:lnTo>
                    <a:pt x="0" y="88"/>
                  </a:lnTo>
                  <a:lnTo>
                    <a:pt x="23" y="99"/>
                  </a:lnTo>
                  <a:lnTo>
                    <a:pt x="47" y="110"/>
                  </a:lnTo>
                  <a:lnTo>
                    <a:pt x="90" y="2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69" name=""/>
            <p:cNvSpPr/>
            <p:nvPr/>
          </p:nvSpPr>
          <p:spPr>
            <a:xfrm rot="0">
              <a:off x="2790" y="1767"/>
              <a:ext cx="8" cy="4"/>
            </a:xfrm>
            <a:custGeom>
              <a:avLst/>
              <a:ahLst/>
              <a:rect l="0" t="0" r="r" b="b"/>
              <a:pathLst>
                <a:path w="24" h="12">
                  <a:moveTo>
                    <a:pt x="0" y="0"/>
                  </a:moveTo>
                  <a:lnTo>
                    <a:pt x="24" y="11"/>
                  </a:lnTo>
                  <a:lnTo>
                    <a:pt x="23" y="1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70" name=""/>
            <p:cNvSpPr/>
            <p:nvPr/>
          </p:nvSpPr>
          <p:spPr>
            <a:xfrm rot="0" flipH="1">
              <a:off x="2798" y="17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71" name=""/>
            <p:cNvSpPr/>
            <p:nvPr/>
          </p:nvSpPr>
          <p:spPr>
            <a:xfrm rot="0">
              <a:off x="2767" y="1763"/>
              <a:ext cx="31" cy="37"/>
            </a:xfrm>
            <a:custGeom>
              <a:avLst/>
              <a:ahLst/>
              <a:rect l="0" t="0" r="r" b="b"/>
              <a:pathLst>
                <a:path w="92" h="109">
                  <a:moveTo>
                    <a:pt x="92" y="24"/>
                  </a:moveTo>
                  <a:lnTo>
                    <a:pt x="69" y="12"/>
                  </a:lnTo>
                  <a:lnTo>
                    <a:pt x="47" y="0"/>
                  </a:lnTo>
                  <a:lnTo>
                    <a:pt x="0" y="84"/>
                  </a:lnTo>
                  <a:lnTo>
                    <a:pt x="22" y="97"/>
                  </a:lnTo>
                  <a:lnTo>
                    <a:pt x="45" y="109"/>
                  </a:lnTo>
                  <a:lnTo>
                    <a:pt x="92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72" name=""/>
            <p:cNvSpPr/>
            <p:nvPr/>
          </p:nvSpPr>
          <p:spPr>
            <a:xfrm rot="0">
              <a:off x="2767" y="1763"/>
              <a:ext cx="31" cy="37"/>
            </a:xfrm>
            <a:custGeom>
              <a:avLst/>
              <a:ahLst/>
              <a:rect l="0" t="0" r="r" b="b"/>
              <a:pathLst>
                <a:path w="92" h="109">
                  <a:moveTo>
                    <a:pt x="92" y="24"/>
                  </a:moveTo>
                  <a:lnTo>
                    <a:pt x="69" y="12"/>
                  </a:lnTo>
                  <a:lnTo>
                    <a:pt x="47" y="0"/>
                  </a:lnTo>
                  <a:lnTo>
                    <a:pt x="0" y="84"/>
                  </a:lnTo>
                  <a:lnTo>
                    <a:pt x="22" y="97"/>
                  </a:lnTo>
                  <a:lnTo>
                    <a:pt x="45" y="109"/>
                  </a:lnTo>
                  <a:lnTo>
                    <a:pt x="92" y="2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73" name=""/>
            <p:cNvSpPr/>
            <p:nvPr/>
          </p:nvSpPr>
          <p:spPr>
            <a:xfrm rot="0">
              <a:off x="2774" y="1796"/>
              <a:ext cx="8" cy="4"/>
            </a:xfrm>
            <a:custGeom>
              <a:avLst/>
              <a:ahLst/>
              <a:rect l="0" t="0" r="r" b="b"/>
              <a:pathLst>
                <a:path w="23" h="13">
                  <a:moveTo>
                    <a:pt x="0" y="0"/>
                  </a:moveTo>
                  <a:lnTo>
                    <a:pt x="23" y="12"/>
                  </a:lnTo>
                  <a:lnTo>
                    <a:pt x="23" y="13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74" name=""/>
            <p:cNvSpPr/>
            <p:nvPr/>
          </p:nvSpPr>
          <p:spPr>
            <a:xfrm rot="0">
              <a:off x="2782" y="18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75" name=""/>
            <p:cNvSpPr/>
            <p:nvPr/>
          </p:nvSpPr>
          <p:spPr>
            <a:xfrm rot="0">
              <a:off x="2750" y="1791"/>
              <a:ext cx="32" cy="37"/>
            </a:xfrm>
            <a:custGeom>
              <a:avLst/>
              <a:ahLst/>
              <a:rect l="0" t="0" r="r" b="b"/>
              <a:pathLst>
                <a:path w="96" h="110">
                  <a:moveTo>
                    <a:pt x="96" y="27"/>
                  </a:moveTo>
                  <a:lnTo>
                    <a:pt x="73" y="14"/>
                  </a:lnTo>
                  <a:lnTo>
                    <a:pt x="51" y="0"/>
                  </a:lnTo>
                  <a:lnTo>
                    <a:pt x="0" y="83"/>
                  </a:lnTo>
                  <a:lnTo>
                    <a:pt x="22" y="96"/>
                  </a:lnTo>
                  <a:lnTo>
                    <a:pt x="44" y="110"/>
                  </a:lnTo>
                  <a:lnTo>
                    <a:pt x="9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76" name=""/>
            <p:cNvSpPr/>
            <p:nvPr/>
          </p:nvSpPr>
          <p:spPr>
            <a:xfrm rot="0">
              <a:off x="2750" y="1791"/>
              <a:ext cx="32" cy="37"/>
            </a:xfrm>
            <a:custGeom>
              <a:avLst/>
              <a:ahLst/>
              <a:rect l="0" t="0" r="r" b="b"/>
              <a:pathLst>
                <a:path w="96" h="110">
                  <a:moveTo>
                    <a:pt x="96" y="27"/>
                  </a:moveTo>
                  <a:lnTo>
                    <a:pt x="73" y="14"/>
                  </a:lnTo>
                  <a:lnTo>
                    <a:pt x="51" y="0"/>
                  </a:lnTo>
                  <a:lnTo>
                    <a:pt x="0" y="83"/>
                  </a:lnTo>
                  <a:lnTo>
                    <a:pt x="22" y="96"/>
                  </a:lnTo>
                  <a:lnTo>
                    <a:pt x="44" y="110"/>
                  </a:lnTo>
                  <a:lnTo>
                    <a:pt x="96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77" name=""/>
            <p:cNvSpPr/>
            <p:nvPr/>
          </p:nvSpPr>
          <p:spPr>
            <a:xfrm rot="0">
              <a:off x="2757" y="1823"/>
              <a:ext cx="8" cy="5"/>
            </a:xfrm>
            <a:custGeom>
              <a:avLst/>
              <a:ahLst/>
              <a:rect l="0" t="0" r="r" b="b"/>
              <a:pathLst>
                <a:path w="22" h="16">
                  <a:moveTo>
                    <a:pt x="0" y="0"/>
                  </a:moveTo>
                  <a:lnTo>
                    <a:pt x="22" y="14"/>
                  </a:lnTo>
                  <a:lnTo>
                    <a:pt x="21" y="16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78" name=""/>
            <p:cNvSpPr/>
            <p:nvPr/>
          </p:nvSpPr>
          <p:spPr>
            <a:xfrm rot="0" flipH="1">
              <a:off x="2764" y="1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79" name=""/>
            <p:cNvSpPr/>
            <p:nvPr/>
          </p:nvSpPr>
          <p:spPr>
            <a:xfrm rot="0">
              <a:off x="2732" y="1818"/>
              <a:ext cx="32" cy="37"/>
            </a:xfrm>
            <a:custGeom>
              <a:avLst/>
              <a:ahLst/>
              <a:rect l="0" t="0" r="r" b="b"/>
              <a:pathLst>
                <a:path w="98" h="110">
                  <a:moveTo>
                    <a:pt x="98" y="31"/>
                  </a:moveTo>
                  <a:lnTo>
                    <a:pt x="77" y="15"/>
                  </a:lnTo>
                  <a:lnTo>
                    <a:pt x="56" y="0"/>
                  </a:lnTo>
                  <a:lnTo>
                    <a:pt x="0" y="80"/>
                  </a:lnTo>
                  <a:lnTo>
                    <a:pt x="22" y="95"/>
                  </a:lnTo>
                  <a:lnTo>
                    <a:pt x="43" y="110"/>
                  </a:lnTo>
                  <a:lnTo>
                    <a:pt x="98" y="3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80" name=""/>
            <p:cNvSpPr/>
            <p:nvPr/>
          </p:nvSpPr>
          <p:spPr>
            <a:xfrm rot="0">
              <a:off x="2732" y="1818"/>
              <a:ext cx="32" cy="37"/>
            </a:xfrm>
            <a:custGeom>
              <a:avLst/>
              <a:ahLst/>
              <a:rect l="0" t="0" r="r" b="b"/>
              <a:pathLst>
                <a:path w="98" h="110">
                  <a:moveTo>
                    <a:pt x="98" y="31"/>
                  </a:moveTo>
                  <a:lnTo>
                    <a:pt x="77" y="15"/>
                  </a:lnTo>
                  <a:lnTo>
                    <a:pt x="56" y="0"/>
                  </a:lnTo>
                  <a:lnTo>
                    <a:pt x="0" y="80"/>
                  </a:lnTo>
                  <a:lnTo>
                    <a:pt x="22" y="95"/>
                  </a:lnTo>
                  <a:lnTo>
                    <a:pt x="43" y="110"/>
                  </a:lnTo>
                  <a:lnTo>
                    <a:pt x="98" y="3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81" name=""/>
            <p:cNvSpPr/>
            <p:nvPr/>
          </p:nvSpPr>
          <p:spPr>
            <a:xfrm rot="0">
              <a:off x="2739" y="1850"/>
              <a:ext cx="7" cy="5"/>
            </a:xfrm>
            <a:custGeom>
              <a:avLst/>
              <a:ahLst/>
              <a:rect l="0" t="0" r="r" b="b"/>
              <a:pathLst>
                <a:path w="21" h="15">
                  <a:moveTo>
                    <a:pt x="0" y="0"/>
                  </a:moveTo>
                  <a:lnTo>
                    <a:pt x="21" y="15"/>
                  </a:lnTo>
                  <a:lnTo>
                    <a:pt x="20" y="15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82" name=""/>
            <p:cNvSpPr/>
            <p:nvPr/>
          </p:nvSpPr>
          <p:spPr>
            <a:xfrm rot="0" flipH="1">
              <a:off x="2746" y="18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83" name=""/>
            <p:cNvSpPr/>
            <p:nvPr/>
          </p:nvSpPr>
          <p:spPr>
            <a:xfrm rot="0">
              <a:off x="2713" y="1845"/>
              <a:ext cx="33" cy="35"/>
            </a:xfrm>
            <a:custGeom>
              <a:avLst/>
              <a:ahLst/>
              <a:rect l="0" t="0" r="r" b="b"/>
              <a:pathLst>
                <a:path w="99" h="107">
                  <a:moveTo>
                    <a:pt x="99" y="30"/>
                  </a:moveTo>
                  <a:lnTo>
                    <a:pt x="79" y="15"/>
                  </a:lnTo>
                  <a:lnTo>
                    <a:pt x="58" y="0"/>
                  </a:lnTo>
                  <a:lnTo>
                    <a:pt x="0" y="76"/>
                  </a:lnTo>
                  <a:lnTo>
                    <a:pt x="21" y="92"/>
                  </a:lnTo>
                  <a:lnTo>
                    <a:pt x="41" y="107"/>
                  </a:lnTo>
                  <a:lnTo>
                    <a:pt x="99" y="3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84" name=""/>
            <p:cNvSpPr/>
            <p:nvPr/>
          </p:nvSpPr>
          <p:spPr>
            <a:xfrm rot="0">
              <a:off x="2713" y="1845"/>
              <a:ext cx="33" cy="35"/>
            </a:xfrm>
            <a:custGeom>
              <a:avLst/>
              <a:ahLst/>
              <a:rect l="0" t="0" r="r" b="b"/>
              <a:pathLst>
                <a:path w="99" h="107">
                  <a:moveTo>
                    <a:pt x="99" y="30"/>
                  </a:moveTo>
                  <a:lnTo>
                    <a:pt x="79" y="15"/>
                  </a:lnTo>
                  <a:lnTo>
                    <a:pt x="58" y="0"/>
                  </a:lnTo>
                  <a:lnTo>
                    <a:pt x="0" y="76"/>
                  </a:lnTo>
                  <a:lnTo>
                    <a:pt x="21" y="92"/>
                  </a:lnTo>
                  <a:lnTo>
                    <a:pt x="41" y="107"/>
                  </a:lnTo>
                  <a:lnTo>
                    <a:pt x="99" y="3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85" name=""/>
            <p:cNvSpPr/>
            <p:nvPr/>
          </p:nvSpPr>
          <p:spPr>
            <a:xfrm rot="0">
              <a:off x="2720" y="1875"/>
              <a:ext cx="6" cy="6"/>
            </a:xfrm>
            <a:custGeom>
              <a:avLst/>
              <a:ahLst/>
              <a:rect l="0" t="0" r="r" b="b"/>
              <a:pathLst>
                <a:path w="20" h="17">
                  <a:moveTo>
                    <a:pt x="0" y="0"/>
                  </a:moveTo>
                  <a:lnTo>
                    <a:pt x="20" y="15"/>
                  </a:lnTo>
                  <a:lnTo>
                    <a:pt x="19" y="1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86" name=""/>
            <p:cNvSpPr/>
            <p:nvPr/>
          </p:nvSpPr>
          <p:spPr>
            <a:xfrm rot="0" flipH="1">
              <a:off x="2726" y="18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87" name=""/>
            <p:cNvSpPr/>
            <p:nvPr/>
          </p:nvSpPr>
          <p:spPr>
            <a:xfrm rot="0">
              <a:off x="2692" y="1869"/>
              <a:ext cx="34" cy="36"/>
            </a:xfrm>
            <a:custGeom>
              <a:avLst/>
              <a:ahLst/>
              <a:rect l="0" t="0" r="r" b="b"/>
              <a:pathLst>
                <a:path w="102" h="108">
                  <a:moveTo>
                    <a:pt x="102" y="35"/>
                  </a:moveTo>
                  <a:lnTo>
                    <a:pt x="83" y="18"/>
                  </a:lnTo>
                  <a:lnTo>
                    <a:pt x="63" y="0"/>
                  </a:lnTo>
                  <a:lnTo>
                    <a:pt x="0" y="74"/>
                  </a:lnTo>
                  <a:lnTo>
                    <a:pt x="19" y="91"/>
                  </a:lnTo>
                  <a:lnTo>
                    <a:pt x="39" y="108"/>
                  </a:lnTo>
                  <a:lnTo>
                    <a:pt x="102" y="3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88" name=""/>
            <p:cNvSpPr/>
            <p:nvPr/>
          </p:nvSpPr>
          <p:spPr>
            <a:xfrm rot="0">
              <a:off x="2692" y="1869"/>
              <a:ext cx="34" cy="36"/>
            </a:xfrm>
            <a:custGeom>
              <a:avLst/>
              <a:ahLst/>
              <a:rect l="0" t="0" r="r" b="b"/>
              <a:pathLst>
                <a:path w="102" h="108">
                  <a:moveTo>
                    <a:pt x="102" y="35"/>
                  </a:moveTo>
                  <a:lnTo>
                    <a:pt x="83" y="18"/>
                  </a:lnTo>
                  <a:lnTo>
                    <a:pt x="63" y="0"/>
                  </a:lnTo>
                  <a:lnTo>
                    <a:pt x="0" y="74"/>
                  </a:lnTo>
                  <a:lnTo>
                    <a:pt x="19" y="91"/>
                  </a:lnTo>
                  <a:lnTo>
                    <a:pt x="39" y="108"/>
                  </a:lnTo>
                  <a:lnTo>
                    <a:pt x="102" y="3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89" name=""/>
            <p:cNvSpPr/>
            <p:nvPr/>
          </p:nvSpPr>
          <p:spPr>
            <a:xfrm rot="0">
              <a:off x="2698" y="1900"/>
              <a:ext cx="7" cy="5"/>
            </a:xfrm>
            <a:custGeom>
              <a:avLst/>
              <a:ahLst/>
              <a:rect l="0" t="0" r="r" b="b"/>
              <a:pathLst>
                <a:path w="20" h="17">
                  <a:moveTo>
                    <a:pt x="0" y="0"/>
                  </a:moveTo>
                  <a:lnTo>
                    <a:pt x="20" y="17"/>
                  </a:lnTo>
                  <a:lnTo>
                    <a:pt x="20" y="17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90" name=""/>
            <p:cNvSpPr/>
            <p:nvPr/>
          </p:nvSpPr>
          <p:spPr>
            <a:xfrm rot="0">
              <a:off x="2705" y="19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91" name=""/>
            <p:cNvSpPr/>
            <p:nvPr/>
          </p:nvSpPr>
          <p:spPr>
            <a:xfrm rot="0">
              <a:off x="2681" y="1894"/>
              <a:ext cx="24" cy="23"/>
            </a:xfrm>
            <a:custGeom>
              <a:avLst/>
              <a:ahLst/>
              <a:rect l="0" t="0" r="r" b="b"/>
              <a:pathLst>
                <a:path w="72" h="69">
                  <a:moveTo>
                    <a:pt x="72" y="34"/>
                  </a:moveTo>
                  <a:lnTo>
                    <a:pt x="52" y="17"/>
                  </a:lnTo>
                  <a:lnTo>
                    <a:pt x="33" y="0"/>
                  </a:lnTo>
                  <a:lnTo>
                    <a:pt x="0" y="34"/>
                  </a:lnTo>
                  <a:lnTo>
                    <a:pt x="20" y="52"/>
                  </a:lnTo>
                  <a:lnTo>
                    <a:pt x="39" y="69"/>
                  </a:lnTo>
                  <a:lnTo>
                    <a:pt x="72" y="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92" name=""/>
            <p:cNvSpPr/>
            <p:nvPr/>
          </p:nvSpPr>
          <p:spPr>
            <a:xfrm rot="0">
              <a:off x="2681" y="1894"/>
              <a:ext cx="24" cy="23"/>
            </a:xfrm>
            <a:custGeom>
              <a:avLst/>
              <a:ahLst/>
              <a:rect l="0" t="0" r="r" b="b"/>
              <a:pathLst>
                <a:path w="72" h="69">
                  <a:moveTo>
                    <a:pt x="72" y="34"/>
                  </a:moveTo>
                  <a:lnTo>
                    <a:pt x="52" y="17"/>
                  </a:lnTo>
                  <a:lnTo>
                    <a:pt x="33" y="0"/>
                  </a:lnTo>
                  <a:lnTo>
                    <a:pt x="0" y="34"/>
                  </a:lnTo>
                  <a:lnTo>
                    <a:pt x="20" y="52"/>
                  </a:lnTo>
                  <a:lnTo>
                    <a:pt x="39" y="69"/>
                  </a:lnTo>
                  <a:lnTo>
                    <a:pt x="72" y="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93" name=""/>
            <p:cNvSpPr/>
            <p:nvPr/>
          </p:nvSpPr>
          <p:spPr>
            <a:xfrm rot="0">
              <a:off x="2688" y="1911"/>
              <a:ext cx="6" cy="7"/>
            </a:xfrm>
            <a:custGeom>
              <a:avLst/>
              <a:ahLst/>
              <a:rect l="0" t="0" r="r" b="b"/>
              <a:pathLst>
                <a:path w="19" h="19">
                  <a:moveTo>
                    <a:pt x="0" y="0"/>
                  </a:moveTo>
                  <a:lnTo>
                    <a:pt x="19" y="17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94" name=""/>
            <p:cNvSpPr/>
            <p:nvPr/>
          </p:nvSpPr>
          <p:spPr>
            <a:xfrm rot="0" flipH="1">
              <a:off x="2693" y="1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95" name=""/>
            <p:cNvSpPr/>
            <p:nvPr/>
          </p:nvSpPr>
          <p:spPr>
            <a:xfrm rot="0">
              <a:off x="2670" y="1905"/>
              <a:ext cx="23" cy="24"/>
            </a:xfrm>
            <a:custGeom>
              <a:avLst/>
              <a:ahLst/>
              <a:rect l="0" t="0" r="r" b="b"/>
              <a:pathLst>
                <a:path w="69" h="72">
                  <a:moveTo>
                    <a:pt x="69" y="39"/>
                  </a:moveTo>
                  <a:lnTo>
                    <a:pt x="52" y="20"/>
                  </a:lnTo>
                  <a:lnTo>
                    <a:pt x="34" y="0"/>
                  </a:lnTo>
                  <a:lnTo>
                    <a:pt x="0" y="33"/>
                  </a:lnTo>
                  <a:lnTo>
                    <a:pt x="17" y="53"/>
                  </a:lnTo>
                  <a:lnTo>
                    <a:pt x="34" y="72"/>
                  </a:lnTo>
                  <a:lnTo>
                    <a:pt x="69" y="3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96" name=""/>
            <p:cNvSpPr/>
            <p:nvPr/>
          </p:nvSpPr>
          <p:spPr>
            <a:xfrm rot="0">
              <a:off x="2670" y="1905"/>
              <a:ext cx="23" cy="24"/>
            </a:xfrm>
            <a:custGeom>
              <a:avLst/>
              <a:ahLst/>
              <a:rect l="0" t="0" r="r" b="b"/>
              <a:pathLst>
                <a:path w="69" h="72">
                  <a:moveTo>
                    <a:pt x="69" y="39"/>
                  </a:moveTo>
                  <a:lnTo>
                    <a:pt x="52" y="20"/>
                  </a:lnTo>
                  <a:lnTo>
                    <a:pt x="34" y="0"/>
                  </a:lnTo>
                  <a:lnTo>
                    <a:pt x="0" y="33"/>
                  </a:lnTo>
                  <a:lnTo>
                    <a:pt x="17" y="53"/>
                  </a:lnTo>
                  <a:lnTo>
                    <a:pt x="34" y="72"/>
                  </a:lnTo>
                  <a:lnTo>
                    <a:pt x="69" y="3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97" name=""/>
            <p:cNvSpPr/>
            <p:nvPr/>
          </p:nvSpPr>
          <p:spPr>
            <a:xfrm rot="0">
              <a:off x="2676" y="1922"/>
              <a:ext cx="6" cy="7"/>
            </a:xfrm>
            <a:custGeom>
              <a:avLst/>
              <a:ahLst/>
              <a:rect l="0" t="0" r="r" b="b"/>
              <a:pathLst>
                <a:path w="17" h="19">
                  <a:moveTo>
                    <a:pt x="0" y="0"/>
                  </a:moveTo>
                  <a:lnTo>
                    <a:pt x="17" y="19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898" name=""/>
            <p:cNvSpPr/>
            <p:nvPr/>
          </p:nvSpPr>
          <p:spPr>
            <a:xfrm rot="0">
              <a:off x="2682" y="19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899" name=""/>
            <p:cNvSpPr/>
            <p:nvPr/>
          </p:nvSpPr>
          <p:spPr>
            <a:xfrm rot="0">
              <a:off x="2658" y="1916"/>
              <a:ext cx="24" cy="23"/>
            </a:xfrm>
            <a:custGeom>
              <a:avLst/>
              <a:ahLst/>
              <a:rect l="0" t="0" r="r" b="b"/>
              <a:pathLst>
                <a:path w="70" h="70">
                  <a:moveTo>
                    <a:pt x="70" y="39"/>
                  </a:moveTo>
                  <a:lnTo>
                    <a:pt x="53" y="20"/>
                  </a:lnTo>
                  <a:lnTo>
                    <a:pt x="36" y="0"/>
                  </a:lnTo>
                  <a:lnTo>
                    <a:pt x="0" y="31"/>
                  </a:lnTo>
                  <a:lnTo>
                    <a:pt x="17" y="50"/>
                  </a:lnTo>
                  <a:lnTo>
                    <a:pt x="35" y="70"/>
                  </a:lnTo>
                  <a:lnTo>
                    <a:pt x="70" y="3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00" name=""/>
            <p:cNvSpPr/>
            <p:nvPr/>
          </p:nvSpPr>
          <p:spPr>
            <a:xfrm rot="0">
              <a:off x="2658" y="1916"/>
              <a:ext cx="24" cy="23"/>
            </a:xfrm>
            <a:custGeom>
              <a:avLst/>
              <a:ahLst/>
              <a:rect l="0" t="0" r="r" b="b"/>
              <a:pathLst>
                <a:path w="70" h="70">
                  <a:moveTo>
                    <a:pt x="70" y="39"/>
                  </a:moveTo>
                  <a:lnTo>
                    <a:pt x="53" y="20"/>
                  </a:lnTo>
                  <a:lnTo>
                    <a:pt x="36" y="0"/>
                  </a:lnTo>
                  <a:lnTo>
                    <a:pt x="0" y="31"/>
                  </a:lnTo>
                  <a:lnTo>
                    <a:pt x="17" y="50"/>
                  </a:lnTo>
                  <a:lnTo>
                    <a:pt x="35" y="70"/>
                  </a:lnTo>
                  <a:lnTo>
                    <a:pt x="70" y="3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01" name=""/>
            <p:cNvSpPr/>
            <p:nvPr/>
          </p:nvSpPr>
          <p:spPr>
            <a:xfrm rot="0">
              <a:off x="2664" y="1932"/>
              <a:ext cx="6" cy="8"/>
            </a:xfrm>
            <a:custGeom>
              <a:avLst/>
              <a:ahLst/>
              <a:rect l="0" t="0" r="r" b="b"/>
              <a:pathLst>
                <a:path w="18" h="22">
                  <a:moveTo>
                    <a:pt x="0" y="0"/>
                  </a:moveTo>
                  <a:lnTo>
                    <a:pt x="18" y="20"/>
                  </a:lnTo>
                  <a:lnTo>
                    <a:pt x="16" y="2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02" name=""/>
            <p:cNvSpPr/>
            <p:nvPr/>
          </p:nvSpPr>
          <p:spPr>
            <a:xfrm rot="0" flipH="1">
              <a:off x="2669" y="193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03" name=""/>
            <p:cNvSpPr/>
            <p:nvPr/>
          </p:nvSpPr>
          <p:spPr>
            <a:xfrm rot="0">
              <a:off x="2646" y="1925"/>
              <a:ext cx="23" cy="24"/>
            </a:xfrm>
            <a:custGeom>
              <a:avLst/>
              <a:ahLst/>
              <a:rect l="0" t="0" r="r" b="b"/>
              <a:pathLst>
                <a:path w="70" h="70">
                  <a:moveTo>
                    <a:pt x="70" y="43"/>
                  </a:moveTo>
                  <a:lnTo>
                    <a:pt x="54" y="21"/>
                  </a:lnTo>
                  <a:lnTo>
                    <a:pt x="39" y="0"/>
                  </a:lnTo>
                  <a:lnTo>
                    <a:pt x="0" y="27"/>
                  </a:lnTo>
                  <a:lnTo>
                    <a:pt x="15" y="49"/>
                  </a:lnTo>
                  <a:lnTo>
                    <a:pt x="31" y="70"/>
                  </a:lnTo>
                  <a:lnTo>
                    <a:pt x="70" y="4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04" name=""/>
            <p:cNvSpPr/>
            <p:nvPr/>
          </p:nvSpPr>
          <p:spPr>
            <a:xfrm rot="0">
              <a:off x="2646" y="1925"/>
              <a:ext cx="23" cy="24"/>
            </a:xfrm>
            <a:custGeom>
              <a:avLst/>
              <a:ahLst/>
              <a:rect l="0" t="0" r="r" b="b"/>
              <a:pathLst>
                <a:path w="70" h="70">
                  <a:moveTo>
                    <a:pt x="70" y="43"/>
                  </a:moveTo>
                  <a:lnTo>
                    <a:pt x="54" y="21"/>
                  </a:lnTo>
                  <a:lnTo>
                    <a:pt x="39" y="0"/>
                  </a:lnTo>
                  <a:lnTo>
                    <a:pt x="0" y="27"/>
                  </a:lnTo>
                  <a:lnTo>
                    <a:pt x="15" y="49"/>
                  </a:lnTo>
                  <a:lnTo>
                    <a:pt x="31" y="70"/>
                  </a:lnTo>
                  <a:lnTo>
                    <a:pt x="70" y="4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05" name=""/>
            <p:cNvSpPr/>
            <p:nvPr/>
          </p:nvSpPr>
          <p:spPr>
            <a:xfrm rot="0">
              <a:off x="2643" y="1934"/>
              <a:ext cx="13" cy="16"/>
            </a:xfrm>
            <a:custGeom>
              <a:avLst/>
              <a:ahLst/>
              <a:rect l="0" t="0" r="r" b="b"/>
              <a:pathLst>
                <a:path w="41" h="47">
                  <a:moveTo>
                    <a:pt x="25" y="22"/>
                  </a:moveTo>
                  <a:lnTo>
                    <a:pt x="41" y="43"/>
                  </a:lnTo>
                  <a:lnTo>
                    <a:pt x="34" y="46"/>
                  </a:lnTo>
                  <a:lnTo>
                    <a:pt x="25" y="47"/>
                  </a:lnTo>
                  <a:lnTo>
                    <a:pt x="17" y="46"/>
                  </a:lnTo>
                  <a:lnTo>
                    <a:pt x="10" y="42"/>
                  </a:lnTo>
                  <a:lnTo>
                    <a:pt x="4" y="37"/>
                  </a:lnTo>
                  <a:lnTo>
                    <a:pt x="1" y="30"/>
                  </a:lnTo>
                  <a:lnTo>
                    <a:pt x="0" y="22"/>
                  </a:lnTo>
                  <a:lnTo>
                    <a:pt x="1" y="14"/>
                  </a:lnTo>
                  <a:lnTo>
                    <a:pt x="5" y="6"/>
                  </a:lnTo>
                  <a:lnTo>
                    <a:pt x="10" y="0"/>
                  </a:lnTo>
                  <a:lnTo>
                    <a:pt x="25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06" name=""/>
            <p:cNvSpPr/>
            <p:nvPr/>
          </p:nvSpPr>
          <p:spPr>
            <a:xfrm rot="0">
              <a:off x="2643" y="1934"/>
              <a:ext cx="13" cy="16"/>
            </a:xfrm>
            <a:custGeom>
              <a:avLst/>
              <a:ahLst/>
              <a:rect l="0" t="0" r="r" b="b"/>
              <a:pathLst>
                <a:path w="41" h="47">
                  <a:moveTo>
                    <a:pt x="41" y="43"/>
                  </a:moveTo>
                  <a:lnTo>
                    <a:pt x="34" y="46"/>
                  </a:lnTo>
                  <a:lnTo>
                    <a:pt x="25" y="47"/>
                  </a:lnTo>
                  <a:lnTo>
                    <a:pt x="17" y="46"/>
                  </a:lnTo>
                  <a:lnTo>
                    <a:pt x="10" y="42"/>
                  </a:lnTo>
                  <a:lnTo>
                    <a:pt x="4" y="37"/>
                  </a:lnTo>
                  <a:lnTo>
                    <a:pt x="1" y="30"/>
                  </a:lnTo>
                  <a:lnTo>
                    <a:pt x="0" y="22"/>
                  </a:lnTo>
                  <a:lnTo>
                    <a:pt x="1" y="14"/>
                  </a:lnTo>
                  <a:lnTo>
                    <a:pt x="5" y="6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07" name=""/>
            <p:cNvSpPr/>
            <p:nvPr/>
          </p:nvSpPr>
          <p:spPr>
            <a:xfrm rot="0">
              <a:off x="2861" y="1481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6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1" y="48"/>
                  </a:lnTo>
                  <a:lnTo>
                    <a:pt x="5" y="42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2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08" name=""/>
            <p:cNvSpPr/>
            <p:nvPr/>
          </p:nvSpPr>
          <p:spPr>
            <a:xfrm rot="0">
              <a:off x="2861" y="1481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1" y="48"/>
                  </a:lnTo>
                  <a:lnTo>
                    <a:pt x="5" y="42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2" y="18"/>
                  </a:lnTo>
                  <a:lnTo>
                    <a:pt x="5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09" name=""/>
            <p:cNvSpPr/>
            <p:nvPr/>
          </p:nvSpPr>
          <p:spPr>
            <a:xfrm rot="0">
              <a:off x="2870" y="1481"/>
              <a:ext cx="742" cy="17"/>
            </a:xfrm>
            <a:custGeom>
              <a:avLst/>
              <a:ahLst/>
              <a:rect l="0" t="0" r="r" b="b"/>
              <a:pathLst>
                <a:path w="2228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2228" y="52"/>
                  </a:lnTo>
                  <a:lnTo>
                    <a:pt x="2228" y="26"/>
                  </a:lnTo>
                  <a:lnTo>
                    <a:pt x="2228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10" name=""/>
            <p:cNvSpPr/>
            <p:nvPr/>
          </p:nvSpPr>
          <p:spPr>
            <a:xfrm rot="0">
              <a:off x="2870" y="1481"/>
              <a:ext cx="742" cy="17"/>
            </a:xfrm>
            <a:custGeom>
              <a:avLst/>
              <a:ahLst/>
              <a:rect l="0" t="0" r="r" b="b"/>
              <a:pathLst>
                <a:path w="2228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2228" y="52"/>
                  </a:lnTo>
                  <a:lnTo>
                    <a:pt x="2228" y="26"/>
                  </a:lnTo>
                  <a:lnTo>
                    <a:pt x="2228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11" name=""/>
            <p:cNvSpPr/>
            <p:nvPr/>
          </p:nvSpPr>
          <p:spPr>
            <a:xfrm rot="0">
              <a:off x="3612" y="148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12" name=""/>
            <p:cNvSpPr/>
            <p:nvPr/>
          </p:nvSpPr>
          <p:spPr>
            <a:xfrm rot="0">
              <a:off x="3612" y="1481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8"/>
                  </a:lnTo>
                  <a:lnTo>
                    <a:pt x="27" y="26"/>
                  </a:lnTo>
                  <a:lnTo>
                    <a:pt x="25" y="34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13" name=""/>
            <p:cNvSpPr/>
            <p:nvPr/>
          </p:nvSpPr>
          <p:spPr>
            <a:xfrm rot="0">
              <a:off x="2913" y="2393"/>
              <a:ext cx="18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14" name=""/>
            <p:cNvSpPr/>
            <p:nvPr/>
          </p:nvSpPr>
          <p:spPr>
            <a:xfrm rot="0">
              <a:off x="2913" y="2393"/>
              <a:ext cx="18" cy="9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3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15" name=""/>
            <p:cNvSpPr/>
            <p:nvPr/>
          </p:nvSpPr>
          <p:spPr>
            <a:xfrm rot="0">
              <a:off x="2913" y="2282"/>
              <a:ext cx="18" cy="111"/>
            </a:xfrm>
            <a:custGeom>
              <a:avLst/>
              <a:ahLst/>
              <a:rect l="0" t="0" r="r" b="b"/>
              <a:pathLst>
                <a:path w="52" h="333">
                  <a:moveTo>
                    <a:pt x="0" y="333"/>
                  </a:moveTo>
                  <a:lnTo>
                    <a:pt x="25" y="333"/>
                  </a:lnTo>
                  <a:lnTo>
                    <a:pt x="52" y="333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16" name=""/>
            <p:cNvSpPr/>
            <p:nvPr/>
          </p:nvSpPr>
          <p:spPr>
            <a:xfrm rot="0">
              <a:off x="2913" y="2282"/>
              <a:ext cx="18" cy="111"/>
            </a:xfrm>
            <a:custGeom>
              <a:avLst/>
              <a:ahLst/>
              <a:rect l="0" t="0" r="r" b="b"/>
              <a:pathLst>
                <a:path w="52" h="333">
                  <a:moveTo>
                    <a:pt x="0" y="333"/>
                  </a:moveTo>
                  <a:lnTo>
                    <a:pt x="25" y="333"/>
                  </a:lnTo>
                  <a:lnTo>
                    <a:pt x="52" y="333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17" name=""/>
            <p:cNvSpPr/>
            <p:nvPr/>
          </p:nvSpPr>
          <p:spPr>
            <a:xfrm rot="0">
              <a:off x="2913" y="2274"/>
              <a:ext cx="18" cy="8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18" name=""/>
            <p:cNvSpPr/>
            <p:nvPr/>
          </p:nvSpPr>
          <p:spPr>
            <a:xfrm rot="0">
              <a:off x="2913" y="2274"/>
              <a:ext cx="18" cy="8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19" name=""/>
            <p:cNvSpPr/>
            <p:nvPr/>
          </p:nvSpPr>
          <p:spPr>
            <a:xfrm rot="0">
              <a:off x="2913" y="2225"/>
              <a:ext cx="18" cy="8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20" name=""/>
            <p:cNvSpPr/>
            <p:nvPr/>
          </p:nvSpPr>
          <p:spPr>
            <a:xfrm rot="0">
              <a:off x="2913" y="2225"/>
              <a:ext cx="18" cy="8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21" name=""/>
            <p:cNvSpPr/>
            <p:nvPr/>
          </p:nvSpPr>
          <p:spPr>
            <a:xfrm rot="0">
              <a:off x="2913" y="2110"/>
              <a:ext cx="18" cy="115"/>
            </a:xfrm>
            <a:custGeom>
              <a:avLst/>
              <a:ahLst/>
              <a:rect l="0" t="0" r="r" b="b"/>
              <a:pathLst>
                <a:path w="52" h="345">
                  <a:moveTo>
                    <a:pt x="0" y="345"/>
                  </a:moveTo>
                  <a:lnTo>
                    <a:pt x="25" y="345"/>
                  </a:lnTo>
                  <a:lnTo>
                    <a:pt x="52" y="34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4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22" name=""/>
            <p:cNvSpPr/>
            <p:nvPr/>
          </p:nvSpPr>
          <p:spPr>
            <a:xfrm rot="0">
              <a:off x="2913" y="2110"/>
              <a:ext cx="18" cy="115"/>
            </a:xfrm>
            <a:custGeom>
              <a:avLst/>
              <a:ahLst/>
              <a:rect l="0" t="0" r="r" b="b"/>
              <a:pathLst>
                <a:path w="52" h="345">
                  <a:moveTo>
                    <a:pt x="0" y="345"/>
                  </a:moveTo>
                  <a:lnTo>
                    <a:pt x="25" y="345"/>
                  </a:lnTo>
                  <a:lnTo>
                    <a:pt x="52" y="345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4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23" name=""/>
            <p:cNvSpPr/>
            <p:nvPr/>
          </p:nvSpPr>
          <p:spPr>
            <a:xfrm rot="0">
              <a:off x="2913" y="2101"/>
              <a:ext cx="18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24" name=""/>
            <p:cNvSpPr/>
            <p:nvPr/>
          </p:nvSpPr>
          <p:spPr>
            <a:xfrm rot="0">
              <a:off x="2913" y="2101"/>
              <a:ext cx="18" cy="9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25" name=""/>
            <p:cNvSpPr/>
            <p:nvPr/>
          </p:nvSpPr>
          <p:spPr>
            <a:xfrm rot="0">
              <a:off x="2913" y="2053"/>
              <a:ext cx="18" cy="8"/>
            </a:xfrm>
            <a:custGeom>
              <a:avLst/>
              <a:ahLst/>
              <a:rect l="0" t="0" r="r" b="b"/>
              <a:pathLst>
                <a:path w="52" h="25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26" name=""/>
            <p:cNvSpPr/>
            <p:nvPr/>
          </p:nvSpPr>
          <p:spPr>
            <a:xfrm rot="0">
              <a:off x="2913" y="2053"/>
              <a:ext cx="18" cy="8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3" y="24"/>
                  </a:lnTo>
                  <a:lnTo>
                    <a:pt x="25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27" name=""/>
            <p:cNvSpPr/>
            <p:nvPr/>
          </p:nvSpPr>
          <p:spPr>
            <a:xfrm rot="0">
              <a:off x="2913" y="1942"/>
              <a:ext cx="18" cy="111"/>
            </a:xfrm>
            <a:custGeom>
              <a:avLst/>
              <a:ahLst/>
              <a:rect l="0" t="0" r="r" b="b"/>
              <a:pathLst>
                <a:path w="52" h="334">
                  <a:moveTo>
                    <a:pt x="0" y="334"/>
                  </a:moveTo>
                  <a:lnTo>
                    <a:pt x="25" y="334"/>
                  </a:lnTo>
                  <a:lnTo>
                    <a:pt x="52" y="334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28" name=""/>
            <p:cNvSpPr/>
            <p:nvPr/>
          </p:nvSpPr>
          <p:spPr>
            <a:xfrm rot="0">
              <a:off x="2913" y="1942"/>
              <a:ext cx="18" cy="111"/>
            </a:xfrm>
            <a:custGeom>
              <a:avLst/>
              <a:ahLst/>
              <a:rect l="0" t="0" r="r" b="b"/>
              <a:pathLst>
                <a:path w="52" h="334">
                  <a:moveTo>
                    <a:pt x="0" y="334"/>
                  </a:moveTo>
                  <a:lnTo>
                    <a:pt x="25" y="334"/>
                  </a:lnTo>
                  <a:lnTo>
                    <a:pt x="52" y="334"/>
                  </a:lnTo>
                  <a:lnTo>
                    <a:pt x="52" y="0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3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29" name=""/>
            <p:cNvSpPr/>
            <p:nvPr/>
          </p:nvSpPr>
          <p:spPr>
            <a:xfrm rot="0">
              <a:off x="2913" y="1933"/>
              <a:ext cx="18" cy="9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30" name=""/>
            <p:cNvSpPr/>
            <p:nvPr/>
          </p:nvSpPr>
          <p:spPr>
            <a:xfrm rot="0">
              <a:off x="2913" y="1933"/>
              <a:ext cx="18" cy="9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31" name=""/>
            <p:cNvSpPr/>
            <p:nvPr/>
          </p:nvSpPr>
          <p:spPr>
            <a:xfrm rot="0">
              <a:off x="3545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32" name=""/>
            <p:cNvSpPr/>
            <p:nvPr/>
          </p:nvSpPr>
          <p:spPr>
            <a:xfrm rot="0">
              <a:off x="3545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33" name=""/>
            <p:cNvSpPr/>
            <p:nvPr/>
          </p:nvSpPr>
          <p:spPr>
            <a:xfrm rot="0">
              <a:off x="3545" y="2282"/>
              <a:ext cx="17" cy="111"/>
            </a:xfrm>
            <a:custGeom>
              <a:avLst/>
              <a:ahLst/>
              <a:rect l="0" t="0" r="r" b="b"/>
              <a:pathLst>
                <a:path w="52" h="333">
                  <a:moveTo>
                    <a:pt x="0" y="333"/>
                  </a:moveTo>
                  <a:lnTo>
                    <a:pt x="26" y="333"/>
                  </a:lnTo>
                  <a:lnTo>
                    <a:pt x="52" y="333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3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34" name=""/>
            <p:cNvSpPr/>
            <p:nvPr/>
          </p:nvSpPr>
          <p:spPr>
            <a:xfrm rot="0">
              <a:off x="3545" y="2282"/>
              <a:ext cx="17" cy="111"/>
            </a:xfrm>
            <a:custGeom>
              <a:avLst/>
              <a:ahLst/>
              <a:rect l="0" t="0" r="r" b="b"/>
              <a:pathLst>
                <a:path w="52" h="333">
                  <a:moveTo>
                    <a:pt x="0" y="333"/>
                  </a:moveTo>
                  <a:lnTo>
                    <a:pt x="26" y="333"/>
                  </a:lnTo>
                  <a:lnTo>
                    <a:pt x="52" y="333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3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35" name=""/>
            <p:cNvSpPr/>
            <p:nvPr/>
          </p:nvSpPr>
          <p:spPr>
            <a:xfrm rot="0">
              <a:off x="3545" y="2274"/>
              <a:ext cx="17" cy="8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36" name=""/>
            <p:cNvSpPr/>
            <p:nvPr/>
          </p:nvSpPr>
          <p:spPr>
            <a:xfrm rot="0">
              <a:off x="3545" y="2274"/>
              <a:ext cx="17" cy="8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37" name=""/>
            <p:cNvSpPr/>
            <p:nvPr/>
          </p:nvSpPr>
          <p:spPr>
            <a:xfrm rot="0">
              <a:off x="3545" y="2225"/>
              <a:ext cx="17" cy="8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38" name=""/>
            <p:cNvSpPr/>
            <p:nvPr/>
          </p:nvSpPr>
          <p:spPr>
            <a:xfrm rot="0">
              <a:off x="3545" y="2225"/>
              <a:ext cx="17" cy="8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39" name=""/>
            <p:cNvSpPr/>
            <p:nvPr/>
          </p:nvSpPr>
          <p:spPr>
            <a:xfrm rot="0">
              <a:off x="3545" y="2110"/>
              <a:ext cx="17" cy="115"/>
            </a:xfrm>
            <a:custGeom>
              <a:avLst/>
              <a:ahLst/>
              <a:rect l="0" t="0" r="r" b="b"/>
              <a:pathLst>
                <a:path w="52" h="345">
                  <a:moveTo>
                    <a:pt x="0" y="345"/>
                  </a:moveTo>
                  <a:lnTo>
                    <a:pt x="26" y="345"/>
                  </a:lnTo>
                  <a:lnTo>
                    <a:pt x="52" y="345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4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40" name=""/>
            <p:cNvSpPr/>
            <p:nvPr/>
          </p:nvSpPr>
          <p:spPr>
            <a:xfrm rot="0">
              <a:off x="3545" y="2110"/>
              <a:ext cx="17" cy="115"/>
            </a:xfrm>
            <a:custGeom>
              <a:avLst/>
              <a:ahLst/>
              <a:rect l="0" t="0" r="r" b="b"/>
              <a:pathLst>
                <a:path w="52" h="345">
                  <a:moveTo>
                    <a:pt x="0" y="345"/>
                  </a:moveTo>
                  <a:lnTo>
                    <a:pt x="26" y="345"/>
                  </a:lnTo>
                  <a:lnTo>
                    <a:pt x="52" y="345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4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41" name=""/>
            <p:cNvSpPr/>
            <p:nvPr/>
          </p:nvSpPr>
          <p:spPr>
            <a:xfrm rot="0">
              <a:off x="3545" y="2101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6" y="2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  <a:lnTo>
                    <a:pt x="26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42" name=""/>
            <p:cNvSpPr/>
            <p:nvPr/>
          </p:nvSpPr>
          <p:spPr>
            <a:xfrm rot="0">
              <a:off x="3545" y="2101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0" y="26"/>
                  </a:move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8"/>
                  </a:lnTo>
                  <a:lnTo>
                    <a:pt x="52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43" name=""/>
            <p:cNvSpPr/>
            <p:nvPr/>
          </p:nvSpPr>
          <p:spPr>
            <a:xfrm rot="0">
              <a:off x="3545" y="2053"/>
              <a:ext cx="17" cy="8"/>
            </a:xfrm>
            <a:custGeom>
              <a:avLst/>
              <a:ahLst/>
              <a:rect l="0" t="0" r="r" b="b"/>
              <a:pathLst>
                <a:path w="52" h="25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44" name=""/>
            <p:cNvSpPr/>
            <p:nvPr/>
          </p:nvSpPr>
          <p:spPr>
            <a:xfrm rot="0">
              <a:off x="3545" y="2053"/>
              <a:ext cx="17" cy="8"/>
            </a:xfrm>
            <a:custGeom>
              <a:avLst/>
              <a:ahLst/>
              <a:rect l="0" t="0" r="r" b="b"/>
              <a:pathLst>
                <a:path w="52" h="25">
                  <a:moveTo>
                    <a:pt x="52" y="0"/>
                  </a:moveTo>
                  <a:lnTo>
                    <a:pt x="50" y="8"/>
                  </a:lnTo>
                  <a:lnTo>
                    <a:pt x="47" y="15"/>
                  </a:lnTo>
                  <a:lnTo>
                    <a:pt x="41" y="21"/>
                  </a:lnTo>
                  <a:lnTo>
                    <a:pt x="34" y="24"/>
                  </a:lnTo>
                  <a:lnTo>
                    <a:pt x="26" y="25"/>
                  </a:lnTo>
                  <a:lnTo>
                    <a:pt x="17" y="24"/>
                  </a:lnTo>
                  <a:lnTo>
                    <a:pt x="10" y="21"/>
                  </a:lnTo>
                  <a:lnTo>
                    <a:pt x="4" y="15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45" name=""/>
            <p:cNvSpPr/>
            <p:nvPr/>
          </p:nvSpPr>
          <p:spPr>
            <a:xfrm rot="0">
              <a:off x="3545" y="1942"/>
              <a:ext cx="17" cy="111"/>
            </a:xfrm>
            <a:custGeom>
              <a:avLst/>
              <a:ahLst/>
              <a:rect l="0" t="0" r="r" b="b"/>
              <a:pathLst>
                <a:path w="52" h="334">
                  <a:moveTo>
                    <a:pt x="0" y="334"/>
                  </a:moveTo>
                  <a:lnTo>
                    <a:pt x="26" y="334"/>
                  </a:lnTo>
                  <a:lnTo>
                    <a:pt x="52" y="334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3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46" name=""/>
            <p:cNvSpPr/>
            <p:nvPr/>
          </p:nvSpPr>
          <p:spPr>
            <a:xfrm rot="0">
              <a:off x="3545" y="1942"/>
              <a:ext cx="17" cy="111"/>
            </a:xfrm>
            <a:custGeom>
              <a:avLst/>
              <a:ahLst/>
              <a:rect l="0" t="0" r="r" b="b"/>
              <a:pathLst>
                <a:path w="52" h="334">
                  <a:moveTo>
                    <a:pt x="0" y="334"/>
                  </a:moveTo>
                  <a:lnTo>
                    <a:pt x="26" y="334"/>
                  </a:lnTo>
                  <a:lnTo>
                    <a:pt x="52" y="334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334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47" name=""/>
            <p:cNvSpPr/>
            <p:nvPr/>
          </p:nvSpPr>
          <p:spPr>
            <a:xfrm rot="0">
              <a:off x="3545" y="1933"/>
              <a:ext cx="17" cy="9"/>
            </a:xfrm>
            <a:custGeom>
              <a:avLst/>
              <a:ahLst/>
              <a:rect l="0" t="0" r="r" b="b"/>
              <a:pathLst>
                <a:path w="52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48" name=""/>
            <p:cNvSpPr/>
            <p:nvPr/>
          </p:nvSpPr>
          <p:spPr>
            <a:xfrm rot="0">
              <a:off x="3545" y="1933"/>
              <a:ext cx="17" cy="9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49" name=""/>
            <p:cNvSpPr/>
            <p:nvPr/>
          </p:nvSpPr>
          <p:spPr>
            <a:xfrm rot="0">
              <a:off x="3545" y="1933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50" name=""/>
            <p:cNvSpPr/>
            <p:nvPr/>
          </p:nvSpPr>
          <p:spPr>
            <a:xfrm rot="0">
              <a:off x="3545" y="1933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51" name=""/>
            <p:cNvSpPr/>
            <p:nvPr/>
          </p:nvSpPr>
          <p:spPr>
            <a:xfrm rot="0">
              <a:off x="3554" y="1933"/>
              <a:ext cx="106" cy="17"/>
            </a:xfrm>
            <a:custGeom>
              <a:avLst/>
              <a:ahLst/>
              <a:rect l="0" t="0" r="r" b="b"/>
              <a:pathLst>
                <a:path w="320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20" y="52"/>
                  </a:lnTo>
                  <a:lnTo>
                    <a:pt x="320" y="27"/>
                  </a:lnTo>
                  <a:lnTo>
                    <a:pt x="320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52" name=""/>
            <p:cNvSpPr/>
            <p:nvPr/>
          </p:nvSpPr>
          <p:spPr>
            <a:xfrm rot="0">
              <a:off x="3554" y="1933"/>
              <a:ext cx="106" cy="17"/>
            </a:xfrm>
            <a:custGeom>
              <a:avLst/>
              <a:ahLst/>
              <a:rect l="0" t="0" r="r" b="b"/>
              <a:pathLst>
                <a:path w="320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20" y="52"/>
                  </a:lnTo>
                  <a:lnTo>
                    <a:pt x="320" y="27"/>
                  </a:lnTo>
                  <a:lnTo>
                    <a:pt x="32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53" name=""/>
            <p:cNvSpPr/>
            <p:nvPr/>
          </p:nvSpPr>
          <p:spPr>
            <a:xfrm rot="0">
              <a:off x="3660" y="1933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54" name=""/>
            <p:cNvSpPr/>
            <p:nvPr/>
          </p:nvSpPr>
          <p:spPr>
            <a:xfrm rot="0">
              <a:off x="3660" y="1933"/>
              <a:ext cx="9" cy="17"/>
            </a:xfrm>
            <a:custGeom>
              <a:avLst/>
              <a:ahLst/>
              <a:rect l="0" t="0" r="r" b="b"/>
              <a:pathLst>
                <a:path w="27" h="52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2" y="11"/>
                  </a:lnTo>
                  <a:lnTo>
                    <a:pt x="25" y="19"/>
                  </a:lnTo>
                  <a:lnTo>
                    <a:pt x="27" y="27"/>
                  </a:lnTo>
                  <a:lnTo>
                    <a:pt x="25" y="35"/>
                  </a:lnTo>
                  <a:lnTo>
                    <a:pt x="22" y="42"/>
                  </a:lnTo>
                  <a:lnTo>
                    <a:pt x="16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55" name=""/>
            <p:cNvSpPr/>
            <p:nvPr/>
          </p:nvSpPr>
          <p:spPr>
            <a:xfrm rot="0">
              <a:off x="3709" y="1933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27"/>
                  </a:moveTo>
                  <a:lnTo>
                    <a:pt x="26" y="52"/>
                  </a:lnTo>
                  <a:lnTo>
                    <a:pt x="18" y="51"/>
                  </a:lnTo>
                  <a:lnTo>
                    <a:pt x="11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56" name=""/>
            <p:cNvSpPr/>
            <p:nvPr/>
          </p:nvSpPr>
          <p:spPr>
            <a:xfrm rot="0">
              <a:off x="3709" y="1933"/>
              <a:ext cx="9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26" y="52"/>
                  </a:moveTo>
                  <a:lnTo>
                    <a:pt x="18" y="51"/>
                  </a:lnTo>
                  <a:lnTo>
                    <a:pt x="11" y="48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2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57" name=""/>
            <p:cNvSpPr/>
            <p:nvPr/>
          </p:nvSpPr>
          <p:spPr>
            <a:xfrm rot="0">
              <a:off x="3718" y="1933"/>
              <a:ext cx="107" cy="17"/>
            </a:xfrm>
            <a:custGeom>
              <a:avLst/>
              <a:ahLst/>
              <a:rect l="0" t="0" r="r" b="b"/>
              <a:pathLst>
                <a:path w="321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21" y="52"/>
                  </a:lnTo>
                  <a:lnTo>
                    <a:pt x="321" y="27"/>
                  </a:lnTo>
                  <a:lnTo>
                    <a:pt x="32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58" name=""/>
            <p:cNvSpPr/>
            <p:nvPr/>
          </p:nvSpPr>
          <p:spPr>
            <a:xfrm rot="0">
              <a:off x="3718" y="1933"/>
              <a:ext cx="107" cy="17"/>
            </a:xfrm>
            <a:custGeom>
              <a:avLst/>
              <a:ahLst/>
              <a:rect l="0" t="0" r="r" b="b"/>
              <a:pathLst>
                <a:path w="321" h="52">
                  <a:moveTo>
                    <a:pt x="0" y="0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321" y="52"/>
                  </a:lnTo>
                  <a:lnTo>
                    <a:pt x="321" y="27"/>
                  </a:lnTo>
                  <a:lnTo>
                    <a:pt x="32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59" name=""/>
            <p:cNvSpPr/>
            <p:nvPr/>
          </p:nvSpPr>
          <p:spPr>
            <a:xfrm rot="0">
              <a:off x="3825" y="1933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0" y="27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9"/>
                  </a:lnTo>
                  <a:lnTo>
                    <a:pt x="26" y="27"/>
                  </a:lnTo>
                  <a:lnTo>
                    <a:pt x="24" y="35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60" name=""/>
            <p:cNvSpPr/>
            <p:nvPr/>
          </p:nvSpPr>
          <p:spPr>
            <a:xfrm rot="0">
              <a:off x="3825" y="1933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9"/>
                  </a:lnTo>
                  <a:lnTo>
                    <a:pt x="26" y="27"/>
                  </a:lnTo>
                  <a:lnTo>
                    <a:pt x="24" y="35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61" name=""/>
            <p:cNvSpPr/>
            <p:nvPr/>
          </p:nvSpPr>
          <p:spPr>
            <a:xfrm rot="0">
              <a:off x="2643" y="1933"/>
              <a:ext cx="17" cy="9"/>
            </a:xfrm>
            <a:custGeom>
              <a:avLst/>
              <a:ahLst/>
              <a:rect l="0" t="0" r="r" b="b"/>
              <a:pathLst>
                <a:path w="52" h="27">
                  <a:moveTo>
                    <a:pt x="25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5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62" name=""/>
            <p:cNvSpPr/>
            <p:nvPr/>
          </p:nvSpPr>
          <p:spPr>
            <a:xfrm rot="0">
              <a:off x="2643" y="1933"/>
              <a:ext cx="17" cy="9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63" name=""/>
            <p:cNvSpPr/>
            <p:nvPr/>
          </p:nvSpPr>
          <p:spPr>
            <a:xfrm rot="0">
              <a:off x="2643" y="1942"/>
              <a:ext cx="17" cy="451"/>
            </a:xfrm>
            <a:custGeom>
              <a:avLst/>
              <a:ahLst/>
              <a:rect l="0" t="0" r="r" b="b"/>
              <a:pathLst>
                <a:path w="52" h="1355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1355"/>
                  </a:lnTo>
                  <a:lnTo>
                    <a:pt x="25" y="1355"/>
                  </a:lnTo>
                  <a:lnTo>
                    <a:pt x="52" y="1355"/>
                  </a:lnTo>
                  <a:lnTo>
                    <a:pt x="5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64" name=""/>
            <p:cNvSpPr/>
            <p:nvPr/>
          </p:nvSpPr>
          <p:spPr>
            <a:xfrm rot="0">
              <a:off x="2643" y="1942"/>
              <a:ext cx="17" cy="451"/>
            </a:xfrm>
            <a:custGeom>
              <a:avLst/>
              <a:ahLst/>
              <a:rect l="0" t="0" r="r" b="b"/>
              <a:pathLst>
                <a:path w="52" h="1355">
                  <a:moveTo>
                    <a:pt x="52" y="0"/>
                  </a:moveTo>
                  <a:lnTo>
                    <a:pt x="25" y="0"/>
                  </a:lnTo>
                  <a:lnTo>
                    <a:pt x="0" y="0"/>
                  </a:lnTo>
                  <a:lnTo>
                    <a:pt x="0" y="1355"/>
                  </a:lnTo>
                  <a:lnTo>
                    <a:pt x="25" y="1355"/>
                  </a:lnTo>
                  <a:lnTo>
                    <a:pt x="52" y="1355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65" name=""/>
            <p:cNvSpPr/>
            <p:nvPr/>
          </p:nvSpPr>
          <p:spPr>
            <a:xfrm rot="0">
              <a:off x="2643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5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66" name=""/>
            <p:cNvSpPr/>
            <p:nvPr/>
          </p:nvSpPr>
          <p:spPr>
            <a:xfrm rot="0">
              <a:off x="2643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5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67" name=""/>
            <p:cNvSpPr/>
            <p:nvPr/>
          </p:nvSpPr>
          <p:spPr>
            <a:xfrm rot="0">
              <a:off x="2643" y="2385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26"/>
                  </a:moveTo>
                  <a:lnTo>
                    <a:pt x="25" y="52"/>
                  </a:ln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68" name=""/>
            <p:cNvSpPr/>
            <p:nvPr/>
          </p:nvSpPr>
          <p:spPr>
            <a:xfrm rot="0">
              <a:off x="2643" y="2385"/>
              <a:ext cx="8" cy="17"/>
            </a:xfrm>
            <a:custGeom>
              <a:avLst/>
              <a:ahLst/>
              <a:rect l="0" t="0" r="r" b="b"/>
              <a:pathLst>
                <a:path w="25" h="52">
                  <a:moveTo>
                    <a:pt x="25" y="52"/>
                  </a:moveTo>
                  <a:lnTo>
                    <a:pt x="17" y="51"/>
                  </a:lnTo>
                  <a:lnTo>
                    <a:pt x="10" y="48"/>
                  </a:lnTo>
                  <a:lnTo>
                    <a:pt x="4" y="42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69" name=""/>
            <p:cNvSpPr/>
            <p:nvPr/>
          </p:nvSpPr>
          <p:spPr>
            <a:xfrm rot="0">
              <a:off x="2651" y="2385"/>
              <a:ext cx="1174" cy="17"/>
            </a:xfrm>
            <a:custGeom>
              <a:avLst/>
              <a:ahLst/>
              <a:rect l="0" t="0" r="r" b="b"/>
              <a:pathLst>
                <a:path w="3521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521" y="52"/>
                  </a:lnTo>
                  <a:lnTo>
                    <a:pt x="3521" y="26"/>
                  </a:lnTo>
                  <a:lnTo>
                    <a:pt x="3521" y="0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70" name=""/>
            <p:cNvSpPr/>
            <p:nvPr/>
          </p:nvSpPr>
          <p:spPr>
            <a:xfrm rot="0">
              <a:off x="2651" y="2385"/>
              <a:ext cx="1174" cy="17"/>
            </a:xfrm>
            <a:custGeom>
              <a:avLst/>
              <a:ahLst/>
              <a:rect l="0" t="0" r="r" b="b"/>
              <a:pathLst>
                <a:path w="3521" h="52">
                  <a:moveTo>
                    <a:pt x="0" y="0"/>
                  </a:moveTo>
                  <a:lnTo>
                    <a:pt x="0" y="26"/>
                  </a:lnTo>
                  <a:lnTo>
                    <a:pt x="0" y="52"/>
                  </a:lnTo>
                  <a:lnTo>
                    <a:pt x="3521" y="52"/>
                  </a:lnTo>
                  <a:lnTo>
                    <a:pt x="3521" y="26"/>
                  </a:lnTo>
                  <a:lnTo>
                    <a:pt x="352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71" name=""/>
            <p:cNvSpPr/>
            <p:nvPr/>
          </p:nvSpPr>
          <p:spPr>
            <a:xfrm rot="0">
              <a:off x="3825" y="2385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0" y="26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72" name=""/>
            <p:cNvSpPr/>
            <p:nvPr/>
          </p:nvSpPr>
          <p:spPr>
            <a:xfrm rot="0">
              <a:off x="3825" y="2385"/>
              <a:ext cx="8" cy="17"/>
            </a:xfrm>
            <a:custGeom>
              <a:avLst/>
              <a:ahLst/>
              <a:rect l="0" t="0" r="r" b="b"/>
              <a:pathLst>
                <a:path w="26" h="52">
                  <a:moveTo>
                    <a:pt x="0" y="0"/>
                  </a:moveTo>
                  <a:lnTo>
                    <a:pt x="8" y="2"/>
                  </a:lnTo>
                  <a:lnTo>
                    <a:pt x="15" y="5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6" y="26"/>
                  </a:lnTo>
                  <a:lnTo>
                    <a:pt x="24" y="34"/>
                  </a:lnTo>
                  <a:lnTo>
                    <a:pt x="21" y="42"/>
                  </a:lnTo>
                  <a:lnTo>
                    <a:pt x="15" y="48"/>
                  </a:lnTo>
                  <a:lnTo>
                    <a:pt x="8" y="51"/>
                  </a:lnTo>
                  <a:lnTo>
                    <a:pt x="0" y="52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73" name=""/>
            <p:cNvSpPr/>
            <p:nvPr/>
          </p:nvSpPr>
          <p:spPr>
            <a:xfrm rot="0">
              <a:off x="3816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26" y="0"/>
                  </a:moveTo>
                  <a:lnTo>
                    <a:pt x="52" y="0"/>
                  </a:ln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74" name=""/>
            <p:cNvSpPr/>
            <p:nvPr/>
          </p:nvSpPr>
          <p:spPr>
            <a:xfrm rot="0">
              <a:off x="3816" y="2393"/>
              <a:ext cx="17" cy="9"/>
            </a:xfrm>
            <a:custGeom>
              <a:avLst/>
              <a:ahLst/>
              <a:rect l="0" t="0" r="r" b="b"/>
              <a:pathLst>
                <a:path w="52" h="26">
                  <a:moveTo>
                    <a:pt x="52" y="0"/>
                  </a:moveTo>
                  <a:lnTo>
                    <a:pt x="50" y="8"/>
                  </a:lnTo>
                  <a:lnTo>
                    <a:pt x="47" y="16"/>
                  </a:lnTo>
                  <a:lnTo>
                    <a:pt x="41" y="22"/>
                  </a:lnTo>
                  <a:lnTo>
                    <a:pt x="34" y="25"/>
                  </a:lnTo>
                  <a:lnTo>
                    <a:pt x="26" y="26"/>
                  </a:lnTo>
                  <a:lnTo>
                    <a:pt x="17" y="25"/>
                  </a:lnTo>
                  <a:lnTo>
                    <a:pt x="10" y="22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75" name=""/>
            <p:cNvSpPr/>
            <p:nvPr/>
          </p:nvSpPr>
          <p:spPr>
            <a:xfrm rot="0">
              <a:off x="3816" y="1942"/>
              <a:ext cx="17" cy="451"/>
            </a:xfrm>
            <a:custGeom>
              <a:avLst/>
              <a:ahLst/>
              <a:rect l="0" t="0" r="r" b="b"/>
              <a:pathLst>
                <a:path w="52" h="1355">
                  <a:moveTo>
                    <a:pt x="0" y="1355"/>
                  </a:moveTo>
                  <a:lnTo>
                    <a:pt x="26" y="1355"/>
                  </a:lnTo>
                  <a:lnTo>
                    <a:pt x="52" y="1355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35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76" name=""/>
            <p:cNvSpPr/>
            <p:nvPr/>
          </p:nvSpPr>
          <p:spPr>
            <a:xfrm rot="0">
              <a:off x="3816" y="1942"/>
              <a:ext cx="17" cy="451"/>
            </a:xfrm>
            <a:custGeom>
              <a:avLst/>
              <a:ahLst/>
              <a:rect l="0" t="0" r="r" b="b"/>
              <a:pathLst>
                <a:path w="52" h="1355">
                  <a:moveTo>
                    <a:pt x="0" y="1355"/>
                  </a:moveTo>
                  <a:lnTo>
                    <a:pt x="26" y="1355"/>
                  </a:lnTo>
                  <a:lnTo>
                    <a:pt x="52" y="1355"/>
                  </a:lnTo>
                  <a:lnTo>
                    <a:pt x="52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35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77" name=""/>
            <p:cNvSpPr/>
            <p:nvPr/>
          </p:nvSpPr>
          <p:spPr>
            <a:xfrm rot="0">
              <a:off x="3816" y="1933"/>
              <a:ext cx="17" cy="9"/>
            </a:xfrm>
            <a:custGeom>
              <a:avLst/>
              <a:ahLst/>
              <a:rect l="0" t="0" r="r" b="b"/>
              <a:pathLst>
                <a:path w="52" h="27">
                  <a:moveTo>
                    <a:pt x="26" y="27"/>
                  </a:moveTo>
                  <a:lnTo>
                    <a:pt x="0" y="27"/>
                  </a:ln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  <a:lnTo>
                    <a:pt x="26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78" name=""/>
            <p:cNvSpPr/>
            <p:nvPr/>
          </p:nvSpPr>
          <p:spPr>
            <a:xfrm rot="0">
              <a:off x="3816" y="1933"/>
              <a:ext cx="17" cy="9"/>
            </a:xfrm>
            <a:custGeom>
              <a:avLst/>
              <a:ahLst/>
              <a:rect l="0" t="0" r="r" b="b"/>
              <a:pathLst>
                <a:path w="52" h="27">
                  <a:moveTo>
                    <a:pt x="0" y="27"/>
                  </a:moveTo>
                  <a:lnTo>
                    <a:pt x="1" y="19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17" y="2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7" y="11"/>
                  </a:lnTo>
                  <a:lnTo>
                    <a:pt x="50" y="19"/>
                  </a:lnTo>
                  <a:lnTo>
                    <a:pt x="52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79" name=""/>
            <p:cNvSpPr/>
            <p:nvPr/>
          </p:nvSpPr>
          <p:spPr>
            <a:xfrm rot="0">
              <a:off x="2913" y="1934"/>
              <a:ext cx="14" cy="16"/>
            </a:xfrm>
            <a:custGeom>
              <a:avLst/>
              <a:ahLst/>
              <a:rect l="0" t="0" r="r" b="b"/>
              <a:pathLst>
                <a:path w="40" h="47">
                  <a:moveTo>
                    <a:pt x="25" y="22"/>
                  </a:moveTo>
                  <a:lnTo>
                    <a:pt x="40" y="43"/>
                  </a:lnTo>
                  <a:lnTo>
                    <a:pt x="32" y="47"/>
                  </a:lnTo>
                  <a:lnTo>
                    <a:pt x="24" y="47"/>
                  </a:lnTo>
                  <a:lnTo>
                    <a:pt x="16" y="46"/>
                  </a:lnTo>
                  <a:lnTo>
                    <a:pt x="9" y="42"/>
                  </a:lnTo>
                  <a:lnTo>
                    <a:pt x="4" y="36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1" y="13"/>
                  </a:lnTo>
                  <a:lnTo>
                    <a:pt x="5" y="5"/>
                  </a:lnTo>
                  <a:lnTo>
                    <a:pt x="11" y="0"/>
                  </a:lnTo>
                  <a:lnTo>
                    <a:pt x="25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80" name=""/>
            <p:cNvSpPr/>
            <p:nvPr/>
          </p:nvSpPr>
          <p:spPr>
            <a:xfrm rot="0">
              <a:off x="2913" y="1934"/>
              <a:ext cx="14" cy="16"/>
            </a:xfrm>
            <a:custGeom>
              <a:avLst/>
              <a:ahLst/>
              <a:rect l="0" t="0" r="r" b="b"/>
              <a:pathLst>
                <a:path w="40" h="47">
                  <a:moveTo>
                    <a:pt x="40" y="43"/>
                  </a:moveTo>
                  <a:lnTo>
                    <a:pt x="32" y="47"/>
                  </a:lnTo>
                  <a:lnTo>
                    <a:pt x="24" y="47"/>
                  </a:lnTo>
                  <a:lnTo>
                    <a:pt x="16" y="46"/>
                  </a:lnTo>
                  <a:lnTo>
                    <a:pt x="9" y="42"/>
                  </a:lnTo>
                  <a:lnTo>
                    <a:pt x="4" y="36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1" y="13"/>
                  </a:lnTo>
                  <a:lnTo>
                    <a:pt x="5" y="5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81" name=""/>
            <p:cNvSpPr/>
            <p:nvPr/>
          </p:nvSpPr>
          <p:spPr>
            <a:xfrm rot="0">
              <a:off x="2917" y="1911"/>
              <a:ext cx="46" cy="38"/>
            </a:xfrm>
            <a:custGeom>
              <a:avLst/>
              <a:ahLst/>
              <a:rect l="0" t="0" r="r" b="b"/>
              <a:pathLst>
                <a:path w="137" h="114">
                  <a:moveTo>
                    <a:pt x="0" y="71"/>
                  </a:moveTo>
                  <a:lnTo>
                    <a:pt x="14" y="93"/>
                  </a:lnTo>
                  <a:lnTo>
                    <a:pt x="29" y="114"/>
                  </a:lnTo>
                  <a:lnTo>
                    <a:pt x="137" y="43"/>
                  </a:lnTo>
                  <a:lnTo>
                    <a:pt x="123" y="21"/>
                  </a:lnTo>
                  <a:lnTo>
                    <a:pt x="108" y="0"/>
                  </a:lnTo>
                  <a:lnTo>
                    <a:pt x="0" y="7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82" name=""/>
            <p:cNvSpPr/>
            <p:nvPr/>
          </p:nvSpPr>
          <p:spPr>
            <a:xfrm rot="0">
              <a:off x="2917" y="1911"/>
              <a:ext cx="46" cy="38"/>
            </a:xfrm>
            <a:custGeom>
              <a:avLst/>
              <a:ahLst/>
              <a:rect l="0" t="0" r="r" b="b"/>
              <a:pathLst>
                <a:path w="137" h="114">
                  <a:moveTo>
                    <a:pt x="0" y="71"/>
                  </a:moveTo>
                  <a:lnTo>
                    <a:pt x="14" y="93"/>
                  </a:lnTo>
                  <a:lnTo>
                    <a:pt x="29" y="114"/>
                  </a:lnTo>
                  <a:lnTo>
                    <a:pt x="137" y="43"/>
                  </a:lnTo>
                  <a:lnTo>
                    <a:pt x="123" y="21"/>
                  </a:lnTo>
                  <a:lnTo>
                    <a:pt x="108" y="0"/>
                  </a:lnTo>
                  <a:lnTo>
                    <a:pt x="0" y="7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83" name=""/>
            <p:cNvSpPr/>
            <p:nvPr/>
          </p:nvSpPr>
          <p:spPr>
            <a:xfrm rot="0">
              <a:off x="2953" y="1911"/>
              <a:ext cx="5" cy="7"/>
            </a:xfrm>
            <a:custGeom>
              <a:avLst/>
              <a:ahLst/>
              <a:rect l="0" t="0" r="r" b="b"/>
              <a:pathLst>
                <a:path w="15" h="21">
                  <a:moveTo>
                    <a:pt x="15" y="2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5" y="2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84" name=""/>
            <p:cNvSpPr/>
            <p:nvPr/>
          </p:nvSpPr>
          <p:spPr>
            <a:xfrm rot="0">
              <a:off x="2953" y="19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85" name=""/>
            <p:cNvSpPr/>
            <p:nvPr/>
          </p:nvSpPr>
          <p:spPr>
            <a:xfrm rot="0">
              <a:off x="2953" y="1902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0" y="26"/>
                  </a:moveTo>
                  <a:lnTo>
                    <a:pt x="15" y="47"/>
                  </a:lnTo>
                  <a:lnTo>
                    <a:pt x="29" y="69"/>
                  </a:lnTo>
                  <a:lnTo>
                    <a:pt x="69" y="43"/>
                  </a:lnTo>
                  <a:lnTo>
                    <a:pt x="54" y="22"/>
                  </a:lnTo>
                  <a:lnTo>
                    <a:pt x="40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86" name=""/>
            <p:cNvSpPr/>
            <p:nvPr/>
          </p:nvSpPr>
          <p:spPr>
            <a:xfrm rot="0">
              <a:off x="2953" y="1902"/>
              <a:ext cx="23" cy="23"/>
            </a:xfrm>
            <a:custGeom>
              <a:avLst/>
              <a:ahLst/>
              <a:rect l="0" t="0" r="r" b="b"/>
              <a:pathLst>
                <a:path w="69" h="69">
                  <a:moveTo>
                    <a:pt x="0" y="26"/>
                  </a:moveTo>
                  <a:lnTo>
                    <a:pt x="15" y="47"/>
                  </a:lnTo>
                  <a:lnTo>
                    <a:pt x="29" y="69"/>
                  </a:lnTo>
                  <a:lnTo>
                    <a:pt x="69" y="43"/>
                  </a:lnTo>
                  <a:lnTo>
                    <a:pt x="54" y="22"/>
                  </a:lnTo>
                  <a:lnTo>
                    <a:pt x="40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87" name=""/>
            <p:cNvSpPr/>
            <p:nvPr/>
          </p:nvSpPr>
          <p:spPr>
            <a:xfrm rot="0">
              <a:off x="2966" y="1901"/>
              <a:ext cx="14" cy="15"/>
            </a:xfrm>
            <a:custGeom>
              <a:avLst/>
              <a:ahLst/>
              <a:rect l="0" t="0" r="r" b="b"/>
              <a:pathLst>
                <a:path w="40" h="47">
                  <a:moveTo>
                    <a:pt x="14" y="26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4" y="1"/>
                  </a:lnTo>
                  <a:lnTo>
                    <a:pt x="31" y="5"/>
                  </a:lnTo>
                  <a:lnTo>
                    <a:pt x="36" y="11"/>
                  </a:lnTo>
                  <a:lnTo>
                    <a:pt x="40" y="20"/>
                  </a:lnTo>
                  <a:lnTo>
                    <a:pt x="40" y="27"/>
                  </a:lnTo>
                  <a:lnTo>
                    <a:pt x="39" y="35"/>
                  </a:lnTo>
                  <a:lnTo>
                    <a:pt x="35" y="42"/>
                  </a:lnTo>
                  <a:lnTo>
                    <a:pt x="29" y="47"/>
                  </a:lnTo>
                  <a:lnTo>
                    <a:pt x="14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88" name=""/>
            <p:cNvSpPr/>
            <p:nvPr/>
          </p:nvSpPr>
          <p:spPr>
            <a:xfrm rot="0">
              <a:off x="2966" y="1901"/>
              <a:ext cx="14" cy="15"/>
            </a:xfrm>
            <a:custGeom>
              <a:avLst/>
              <a:ahLst/>
              <a:rect l="0" t="0" r="r" b="b"/>
              <a:pathLst>
                <a:path w="40" h="47">
                  <a:moveTo>
                    <a:pt x="0" y="4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4" y="1"/>
                  </a:lnTo>
                  <a:lnTo>
                    <a:pt x="31" y="5"/>
                  </a:lnTo>
                  <a:lnTo>
                    <a:pt x="36" y="11"/>
                  </a:lnTo>
                  <a:lnTo>
                    <a:pt x="40" y="20"/>
                  </a:lnTo>
                  <a:lnTo>
                    <a:pt x="40" y="27"/>
                  </a:lnTo>
                  <a:lnTo>
                    <a:pt x="39" y="35"/>
                  </a:lnTo>
                  <a:lnTo>
                    <a:pt x="35" y="42"/>
                  </a:lnTo>
                  <a:lnTo>
                    <a:pt x="29" y="4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89" name=""/>
            <p:cNvSpPr/>
            <p:nvPr/>
          </p:nvSpPr>
          <p:spPr>
            <a:xfrm rot="0">
              <a:off x="3012" y="1872"/>
              <a:ext cx="13" cy="16"/>
            </a:xfrm>
            <a:custGeom>
              <a:avLst/>
              <a:ahLst/>
              <a:rect l="0" t="0" r="r" b="b"/>
              <a:pathLst>
                <a:path w="39" h="48">
                  <a:moveTo>
                    <a:pt x="25" y="23"/>
                  </a:moveTo>
                  <a:lnTo>
                    <a:pt x="39" y="45"/>
                  </a:lnTo>
                  <a:lnTo>
                    <a:pt x="31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  <a:lnTo>
                    <a:pt x="25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90" name=""/>
            <p:cNvSpPr/>
            <p:nvPr/>
          </p:nvSpPr>
          <p:spPr>
            <a:xfrm rot="0">
              <a:off x="3012" y="1872"/>
              <a:ext cx="13" cy="16"/>
            </a:xfrm>
            <a:custGeom>
              <a:avLst/>
              <a:ahLst/>
              <a:rect l="0" t="0" r="r" b="b"/>
              <a:pathLst>
                <a:path w="39" h="48">
                  <a:moveTo>
                    <a:pt x="39" y="45"/>
                  </a:moveTo>
                  <a:lnTo>
                    <a:pt x="31" y="48"/>
                  </a:lnTo>
                  <a:lnTo>
                    <a:pt x="22" y="48"/>
                  </a:lnTo>
                  <a:lnTo>
                    <a:pt x="15" y="46"/>
                  </a:lnTo>
                  <a:lnTo>
                    <a:pt x="8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91" name=""/>
            <p:cNvSpPr/>
            <p:nvPr/>
          </p:nvSpPr>
          <p:spPr>
            <a:xfrm rot="0">
              <a:off x="3016" y="1865"/>
              <a:ext cx="23" cy="22"/>
            </a:xfrm>
            <a:custGeom>
              <a:avLst/>
              <a:ahLst/>
              <a:rect l="0" t="0" r="r" b="b"/>
              <a:pathLst>
                <a:path w="68" h="68">
                  <a:moveTo>
                    <a:pt x="0" y="23"/>
                  </a:moveTo>
                  <a:lnTo>
                    <a:pt x="13" y="46"/>
                  </a:lnTo>
                  <a:lnTo>
                    <a:pt x="27" y="68"/>
                  </a:lnTo>
                  <a:lnTo>
                    <a:pt x="68" y="45"/>
                  </a:lnTo>
                  <a:lnTo>
                    <a:pt x="54" y="22"/>
                  </a:lnTo>
                  <a:lnTo>
                    <a:pt x="41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92" name=""/>
            <p:cNvSpPr/>
            <p:nvPr/>
          </p:nvSpPr>
          <p:spPr>
            <a:xfrm rot="0">
              <a:off x="3016" y="1865"/>
              <a:ext cx="23" cy="22"/>
            </a:xfrm>
            <a:custGeom>
              <a:avLst/>
              <a:ahLst/>
              <a:rect l="0" t="0" r="r" b="b"/>
              <a:pathLst>
                <a:path w="68" h="68">
                  <a:moveTo>
                    <a:pt x="0" y="23"/>
                  </a:moveTo>
                  <a:lnTo>
                    <a:pt x="13" y="46"/>
                  </a:lnTo>
                  <a:lnTo>
                    <a:pt x="27" y="68"/>
                  </a:lnTo>
                  <a:lnTo>
                    <a:pt x="68" y="45"/>
                  </a:lnTo>
                  <a:lnTo>
                    <a:pt x="54" y="22"/>
                  </a:lnTo>
                  <a:lnTo>
                    <a:pt x="41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93" name=""/>
            <p:cNvSpPr/>
            <p:nvPr/>
          </p:nvSpPr>
          <p:spPr>
            <a:xfrm rot="0">
              <a:off x="3030" y="1864"/>
              <a:ext cx="4" cy="8"/>
            </a:xfrm>
            <a:custGeom>
              <a:avLst/>
              <a:ahLst/>
              <a:rect l="0" t="0" r="r" b="b"/>
              <a:pathLst>
                <a:path w="13" h="23">
                  <a:moveTo>
                    <a:pt x="13" y="23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13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94" name=""/>
            <p:cNvSpPr/>
            <p:nvPr/>
          </p:nvSpPr>
          <p:spPr>
            <a:xfrm rot="0" flipV="1">
              <a:off x="3030" y="1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95" name=""/>
            <p:cNvSpPr/>
            <p:nvPr/>
          </p:nvSpPr>
          <p:spPr>
            <a:xfrm rot="0">
              <a:off x="3030" y="1845"/>
              <a:ext cx="48" cy="35"/>
            </a:xfrm>
            <a:custGeom>
              <a:avLst/>
              <a:ahLst/>
              <a:rect l="0" t="0" r="r" b="b"/>
              <a:pathLst>
                <a:path w="142" h="106">
                  <a:moveTo>
                    <a:pt x="0" y="59"/>
                  </a:moveTo>
                  <a:lnTo>
                    <a:pt x="11" y="82"/>
                  </a:lnTo>
                  <a:lnTo>
                    <a:pt x="22" y="106"/>
                  </a:lnTo>
                  <a:lnTo>
                    <a:pt x="142" y="47"/>
                  </a:lnTo>
                  <a:lnTo>
                    <a:pt x="131" y="23"/>
                  </a:lnTo>
                  <a:lnTo>
                    <a:pt x="120" y="0"/>
                  </a:lnTo>
                  <a:lnTo>
                    <a:pt x="0" y="59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96" name=""/>
            <p:cNvSpPr/>
            <p:nvPr/>
          </p:nvSpPr>
          <p:spPr>
            <a:xfrm rot="0">
              <a:off x="3030" y="1845"/>
              <a:ext cx="48" cy="35"/>
            </a:xfrm>
            <a:custGeom>
              <a:avLst/>
              <a:ahLst/>
              <a:rect l="0" t="0" r="r" b="b"/>
              <a:pathLst>
                <a:path w="142" h="106">
                  <a:moveTo>
                    <a:pt x="0" y="59"/>
                  </a:moveTo>
                  <a:lnTo>
                    <a:pt x="11" y="82"/>
                  </a:lnTo>
                  <a:lnTo>
                    <a:pt x="22" y="106"/>
                  </a:lnTo>
                  <a:lnTo>
                    <a:pt x="142" y="47"/>
                  </a:lnTo>
                  <a:lnTo>
                    <a:pt x="131" y="23"/>
                  </a:lnTo>
                  <a:lnTo>
                    <a:pt x="120" y="0"/>
                  </a:lnTo>
                  <a:lnTo>
                    <a:pt x="0" y="59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97" name=""/>
            <p:cNvSpPr/>
            <p:nvPr/>
          </p:nvSpPr>
          <p:spPr>
            <a:xfrm rot="0">
              <a:off x="3070" y="1845"/>
              <a:ext cx="4" cy="7"/>
            </a:xfrm>
            <a:custGeom>
              <a:avLst/>
              <a:ahLst/>
              <a:rect l="0" t="0" r="r" b="b"/>
              <a:pathLst>
                <a:path w="11" h="23">
                  <a:moveTo>
                    <a:pt x="11" y="23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1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7998" name=""/>
            <p:cNvSpPr/>
            <p:nvPr/>
          </p:nvSpPr>
          <p:spPr>
            <a:xfrm rot="0">
              <a:off x="3070" y="1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7999" name=""/>
            <p:cNvSpPr/>
            <p:nvPr/>
          </p:nvSpPr>
          <p:spPr>
            <a:xfrm rot="0">
              <a:off x="3071" y="1836"/>
              <a:ext cx="26" cy="24"/>
            </a:xfrm>
            <a:custGeom>
              <a:avLst/>
              <a:ahLst/>
              <a:rect l="0" t="0" r="r" b="b"/>
              <a:pathLst>
                <a:path w="80" h="74">
                  <a:moveTo>
                    <a:pt x="0" y="27"/>
                  </a:moveTo>
                  <a:lnTo>
                    <a:pt x="10" y="50"/>
                  </a:lnTo>
                  <a:lnTo>
                    <a:pt x="20" y="74"/>
                  </a:lnTo>
                  <a:lnTo>
                    <a:pt x="80" y="47"/>
                  </a:lnTo>
                  <a:lnTo>
                    <a:pt x="70" y="24"/>
                  </a:lnTo>
                  <a:lnTo>
                    <a:pt x="60" y="0"/>
                  </a:lnTo>
                  <a:lnTo>
                    <a:pt x="0" y="27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00" name=""/>
            <p:cNvSpPr/>
            <p:nvPr/>
          </p:nvSpPr>
          <p:spPr>
            <a:xfrm rot="0">
              <a:off x="3071" y="1836"/>
              <a:ext cx="26" cy="24"/>
            </a:xfrm>
            <a:custGeom>
              <a:avLst/>
              <a:ahLst/>
              <a:rect l="0" t="0" r="r" b="b"/>
              <a:pathLst>
                <a:path w="80" h="74">
                  <a:moveTo>
                    <a:pt x="0" y="27"/>
                  </a:moveTo>
                  <a:lnTo>
                    <a:pt x="10" y="50"/>
                  </a:lnTo>
                  <a:lnTo>
                    <a:pt x="20" y="74"/>
                  </a:lnTo>
                  <a:lnTo>
                    <a:pt x="80" y="47"/>
                  </a:lnTo>
                  <a:lnTo>
                    <a:pt x="70" y="24"/>
                  </a:lnTo>
                  <a:lnTo>
                    <a:pt x="60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01" name=""/>
            <p:cNvSpPr/>
            <p:nvPr/>
          </p:nvSpPr>
          <p:spPr>
            <a:xfrm rot="0">
              <a:off x="3091" y="1835"/>
              <a:ext cx="3" cy="9"/>
            </a:xfrm>
            <a:custGeom>
              <a:avLst/>
              <a:ahLst/>
              <a:rect l="0" t="0" r="r" b="b"/>
              <a:pathLst>
                <a:path w="10" h="25">
                  <a:moveTo>
                    <a:pt x="10" y="25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02" name=""/>
            <p:cNvSpPr/>
            <p:nvPr/>
          </p:nvSpPr>
          <p:spPr>
            <a:xfrm rot="0" flipV="1">
              <a:off x="3091" y="18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03" name=""/>
            <p:cNvSpPr/>
            <p:nvPr/>
          </p:nvSpPr>
          <p:spPr>
            <a:xfrm rot="0">
              <a:off x="3091" y="1828"/>
              <a:ext cx="26" cy="24"/>
            </a:xfrm>
            <a:custGeom>
              <a:avLst/>
              <a:ahLst/>
              <a:rect l="0" t="0" r="r" b="b"/>
              <a:pathLst>
                <a:path w="79" h="72">
                  <a:moveTo>
                    <a:pt x="0" y="23"/>
                  </a:moveTo>
                  <a:lnTo>
                    <a:pt x="9" y="48"/>
                  </a:lnTo>
                  <a:lnTo>
                    <a:pt x="18" y="72"/>
                  </a:lnTo>
                  <a:lnTo>
                    <a:pt x="79" y="49"/>
                  </a:lnTo>
                  <a:lnTo>
                    <a:pt x="70" y="24"/>
                  </a:lnTo>
                  <a:lnTo>
                    <a:pt x="61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04" name=""/>
            <p:cNvSpPr/>
            <p:nvPr/>
          </p:nvSpPr>
          <p:spPr>
            <a:xfrm rot="0">
              <a:off x="3091" y="1828"/>
              <a:ext cx="26" cy="24"/>
            </a:xfrm>
            <a:custGeom>
              <a:avLst/>
              <a:ahLst/>
              <a:rect l="0" t="0" r="r" b="b"/>
              <a:pathLst>
                <a:path w="79" h="72">
                  <a:moveTo>
                    <a:pt x="0" y="23"/>
                  </a:moveTo>
                  <a:lnTo>
                    <a:pt x="9" y="48"/>
                  </a:lnTo>
                  <a:lnTo>
                    <a:pt x="18" y="72"/>
                  </a:lnTo>
                  <a:lnTo>
                    <a:pt x="79" y="49"/>
                  </a:lnTo>
                  <a:lnTo>
                    <a:pt x="70" y="24"/>
                  </a:lnTo>
                  <a:lnTo>
                    <a:pt x="61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05" name=""/>
            <p:cNvSpPr/>
            <p:nvPr/>
          </p:nvSpPr>
          <p:spPr>
            <a:xfrm rot="0">
              <a:off x="3111" y="1828"/>
              <a:ext cx="3" cy="8"/>
            </a:xfrm>
            <a:custGeom>
              <a:avLst/>
              <a:ahLst/>
              <a:rect l="0" t="0" r="r" b="b"/>
              <a:pathLst>
                <a:path w="9" h="24">
                  <a:moveTo>
                    <a:pt x="9" y="24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9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06" name=""/>
            <p:cNvSpPr/>
            <p:nvPr/>
          </p:nvSpPr>
          <p:spPr>
            <a:xfrm rot="0">
              <a:off x="3111" y="18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07" name=""/>
            <p:cNvSpPr/>
            <p:nvPr/>
          </p:nvSpPr>
          <p:spPr>
            <a:xfrm rot="0">
              <a:off x="3112" y="1824"/>
              <a:ext cx="15" cy="20"/>
            </a:xfrm>
            <a:custGeom>
              <a:avLst/>
              <a:ahLst/>
              <a:rect l="0" t="0" r="r" b="b"/>
              <a:pathLst>
                <a:path w="46" h="60">
                  <a:moveTo>
                    <a:pt x="0" y="11"/>
                  </a:moveTo>
                  <a:lnTo>
                    <a:pt x="8" y="35"/>
                  </a:lnTo>
                  <a:lnTo>
                    <a:pt x="16" y="60"/>
                  </a:lnTo>
                  <a:lnTo>
                    <a:pt x="46" y="49"/>
                  </a:lnTo>
                  <a:lnTo>
                    <a:pt x="38" y="25"/>
                  </a:lnTo>
                  <a:lnTo>
                    <a:pt x="30" y="0"/>
                  </a:lnTo>
                  <a:lnTo>
                    <a:pt x="0" y="1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08" name=""/>
            <p:cNvSpPr/>
            <p:nvPr/>
          </p:nvSpPr>
          <p:spPr>
            <a:xfrm rot="0">
              <a:off x="3112" y="1824"/>
              <a:ext cx="15" cy="20"/>
            </a:xfrm>
            <a:custGeom>
              <a:avLst/>
              <a:ahLst/>
              <a:rect l="0" t="0" r="r" b="b"/>
              <a:pathLst>
                <a:path w="46" h="60">
                  <a:moveTo>
                    <a:pt x="0" y="11"/>
                  </a:moveTo>
                  <a:lnTo>
                    <a:pt x="8" y="35"/>
                  </a:lnTo>
                  <a:lnTo>
                    <a:pt x="16" y="60"/>
                  </a:lnTo>
                  <a:lnTo>
                    <a:pt x="46" y="49"/>
                  </a:lnTo>
                  <a:lnTo>
                    <a:pt x="38" y="25"/>
                  </a:lnTo>
                  <a:lnTo>
                    <a:pt x="30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09" name=""/>
            <p:cNvSpPr/>
            <p:nvPr/>
          </p:nvSpPr>
          <p:spPr>
            <a:xfrm rot="0">
              <a:off x="3122" y="1824"/>
              <a:ext cx="11" cy="16"/>
            </a:xfrm>
            <a:custGeom>
              <a:avLst/>
              <a:ahLst/>
              <a:rect l="0" t="0" r="r" b="b"/>
              <a:pathLst>
                <a:path w="33" h="50">
                  <a:moveTo>
                    <a:pt x="8" y="26"/>
                  </a:moveTo>
                  <a:lnTo>
                    <a:pt x="0" y="1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3" y="4"/>
                  </a:lnTo>
                  <a:lnTo>
                    <a:pt x="28" y="11"/>
                  </a:lnTo>
                  <a:lnTo>
                    <a:pt x="32" y="18"/>
                  </a:lnTo>
                  <a:lnTo>
                    <a:pt x="33" y="26"/>
                  </a:lnTo>
                  <a:lnTo>
                    <a:pt x="32" y="33"/>
                  </a:lnTo>
                  <a:lnTo>
                    <a:pt x="29" y="41"/>
                  </a:lnTo>
                  <a:lnTo>
                    <a:pt x="23" y="46"/>
                  </a:lnTo>
                  <a:lnTo>
                    <a:pt x="16" y="50"/>
                  </a:lnTo>
                  <a:lnTo>
                    <a:pt x="8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10" name=""/>
            <p:cNvSpPr/>
            <p:nvPr/>
          </p:nvSpPr>
          <p:spPr>
            <a:xfrm rot="0">
              <a:off x="3122" y="1824"/>
              <a:ext cx="11" cy="16"/>
            </a:xfrm>
            <a:custGeom>
              <a:avLst/>
              <a:ahLst/>
              <a:rect l="0" t="0" r="r" b="b"/>
              <a:pathLst>
                <a:path w="33" h="50">
                  <a:moveTo>
                    <a:pt x="0" y="1"/>
                  </a:moveTo>
                  <a:lnTo>
                    <a:pt x="8" y="0"/>
                  </a:lnTo>
                  <a:lnTo>
                    <a:pt x="15" y="1"/>
                  </a:lnTo>
                  <a:lnTo>
                    <a:pt x="23" y="4"/>
                  </a:lnTo>
                  <a:lnTo>
                    <a:pt x="28" y="11"/>
                  </a:lnTo>
                  <a:lnTo>
                    <a:pt x="32" y="18"/>
                  </a:lnTo>
                  <a:lnTo>
                    <a:pt x="33" y="26"/>
                  </a:lnTo>
                  <a:lnTo>
                    <a:pt x="32" y="33"/>
                  </a:lnTo>
                  <a:lnTo>
                    <a:pt x="29" y="41"/>
                  </a:lnTo>
                  <a:lnTo>
                    <a:pt x="23" y="46"/>
                  </a:lnTo>
                  <a:lnTo>
                    <a:pt x="16" y="5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11" name=""/>
            <p:cNvSpPr/>
            <p:nvPr/>
          </p:nvSpPr>
          <p:spPr>
            <a:xfrm rot="0">
              <a:off x="3171" y="1809"/>
              <a:ext cx="10" cy="17"/>
            </a:xfrm>
            <a:custGeom>
              <a:avLst/>
              <a:ahLst/>
              <a:rect l="0" t="0" r="r" b="b"/>
              <a:pathLst>
                <a:path w="29" h="51">
                  <a:moveTo>
                    <a:pt x="25" y="26"/>
                  </a:moveTo>
                  <a:lnTo>
                    <a:pt x="29" y="51"/>
                  </a:lnTo>
                  <a:lnTo>
                    <a:pt x="21" y="51"/>
                  </a:lnTo>
                  <a:lnTo>
                    <a:pt x="14" y="49"/>
                  </a:lnTo>
                  <a:lnTo>
                    <a:pt x="7" y="44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8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12" name=""/>
            <p:cNvSpPr/>
            <p:nvPr/>
          </p:nvSpPr>
          <p:spPr>
            <a:xfrm rot="0">
              <a:off x="3171" y="1809"/>
              <a:ext cx="10" cy="17"/>
            </a:xfrm>
            <a:custGeom>
              <a:avLst/>
              <a:ahLst/>
              <a:rect l="0" t="0" r="r" b="b"/>
              <a:pathLst>
                <a:path w="29" h="51">
                  <a:moveTo>
                    <a:pt x="29" y="51"/>
                  </a:moveTo>
                  <a:lnTo>
                    <a:pt x="21" y="51"/>
                  </a:lnTo>
                  <a:lnTo>
                    <a:pt x="14" y="49"/>
                  </a:lnTo>
                  <a:lnTo>
                    <a:pt x="7" y="44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8"/>
                  </a:lnTo>
                  <a:lnTo>
                    <a:pt x="13" y="2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13" name=""/>
            <p:cNvSpPr/>
            <p:nvPr/>
          </p:nvSpPr>
          <p:spPr>
            <a:xfrm rot="0">
              <a:off x="3178" y="1806"/>
              <a:ext cx="20" cy="20"/>
            </a:xfrm>
            <a:custGeom>
              <a:avLst/>
              <a:ahLst/>
              <a:rect l="0" t="0" r="r" b="b"/>
              <a:pathLst>
                <a:path w="58" h="59">
                  <a:moveTo>
                    <a:pt x="0" y="8"/>
                  </a:moveTo>
                  <a:lnTo>
                    <a:pt x="4" y="34"/>
                  </a:lnTo>
                  <a:lnTo>
                    <a:pt x="8" y="59"/>
                  </a:lnTo>
                  <a:lnTo>
                    <a:pt x="58" y="51"/>
                  </a:lnTo>
                  <a:lnTo>
                    <a:pt x="54" y="26"/>
                  </a:lnTo>
                  <a:lnTo>
                    <a:pt x="50" y="0"/>
                  </a:lnTo>
                  <a:lnTo>
                    <a:pt x="0" y="8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14" name=""/>
            <p:cNvSpPr/>
            <p:nvPr/>
          </p:nvSpPr>
          <p:spPr>
            <a:xfrm rot="0">
              <a:off x="3178" y="1806"/>
              <a:ext cx="20" cy="20"/>
            </a:xfrm>
            <a:custGeom>
              <a:avLst/>
              <a:ahLst/>
              <a:rect l="0" t="0" r="r" b="b"/>
              <a:pathLst>
                <a:path w="58" h="59">
                  <a:moveTo>
                    <a:pt x="0" y="8"/>
                  </a:moveTo>
                  <a:lnTo>
                    <a:pt x="4" y="34"/>
                  </a:lnTo>
                  <a:lnTo>
                    <a:pt x="8" y="59"/>
                  </a:lnTo>
                  <a:lnTo>
                    <a:pt x="58" y="51"/>
                  </a:lnTo>
                  <a:lnTo>
                    <a:pt x="54" y="26"/>
                  </a:lnTo>
                  <a:lnTo>
                    <a:pt x="50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15" name=""/>
            <p:cNvSpPr/>
            <p:nvPr/>
          </p:nvSpPr>
          <p:spPr>
            <a:xfrm rot="0">
              <a:off x="3195" y="1806"/>
              <a:ext cx="1" cy="9"/>
            </a:xfrm>
            <a:custGeom>
              <a:avLst/>
              <a:ahLst/>
              <a:rect l="0" t="0" r="r" b="b"/>
              <a:pathLst>
                <a:path w="4" h="26">
                  <a:moveTo>
                    <a:pt x="4" y="26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4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16" name=""/>
            <p:cNvSpPr/>
            <p:nvPr/>
          </p:nvSpPr>
          <p:spPr>
            <a:xfrm rot="0">
              <a:off x="3195" y="1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17" name=""/>
            <p:cNvSpPr/>
            <p:nvPr/>
          </p:nvSpPr>
          <p:spPr>
            <a:xfrm rot="0">
              <a:off x="3196" y="1805"/>
              <a:ext cx="22" cy="18"/>
            </a:xfrm>
            <a:custGeom>
              <a:avLst/>
              <a:ahLst/>
              <a:rect l="0" t="0" r="r" b="b"/>
              <a:pathLst>
                <a:path w="67" h="56">
                  <a:moveTo>
                    <a:pt x="0" y="5"/>
                  </a:moveTo>
                  <a:lnTo>
                    <a:pt x="2" y="31"/>
                  </a:lnTo>
                  <a:lnTo>
                    <a:pt x="4" y="56"/>
                  </a:lnTo>
                  <a:lnTo>
                    <a:pt x="67" y="51"/>
                  </a:lnTo>
                  <a:lnTo>
                    <a:pt x="65" y="26"/>
                  </a:lnTo>
                  <a:lnTo>
                    <a:pt x="63" y="0"/>
                  </a:lnTo>
                  <a:lnTo>
                    <a:pt x="0" y="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18" name=""/>
            <p:cNvSpPr/>
            <p:nvPr/>
          </p:nvSpPr>
          <p:spPr>
            <a:xfrm rot="0">
              <a:off x="3196" y="1805"/>
              <a:ext cx="22" cy="18"/>
            </a:xfrm>
            <a:custGeom>
              <a:avLst/>
              <a:ahLst/>
              <a:rect l="0" t="0" r="r" b="b"/>
              <a:pathLst>
                <a:path w="67" h="56">
                  <a:moveTo>
                    <a:pt x="0" y="5"/>
                  </a:moveTo>
                  <a:lnTo>
                    <a:pt x="2" y="31"/>
                  </a:lnTo>
                  <a:lnTo>
                    <a:pt x="4" y="56"/>
                  </a:lnTo>
                  <a:lnTo>
                    <a:pt x="67" y="51"/>
                  </a:lnTo>
                  <a:lnTo>
                    <a:pt x="65" y="26"/>
                  </a:lnTo>
                  <a:lnTo>
                    <a:pt x="63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19" name=""/>
            <p:cNvSpPr/>
            <p:nvPr/>
          </p:nvSpPr>
          <p:spPr>
            <a:xfrm rot="0">
              <a:off x="3217" y="1805"/>
              <a:ext cx="1" cy="8"/>
            </a:xfrm>
            <a:custGeom>
              <a:avLst/>
              <a:ahLst/>
              <a:rect l="0" t="0" r="r" b="b"/>
              <a:pathLst>
                <a:path w="2" h="26">
                  <a:moveTo>
                    <a:pt x="2" y="26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20" name=""/>
            <p:cNvSpPr/>
            <p:nvPr/>
          </p:nvSpPr>
          <p:spPr>
            <a:xfrm rot="0">
              <a:off x="3217" y="18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21" name=""/>
            <p:cNvSpPr/>
            <p:nvPr/>
          </p:nvSpPr>
          <p:spPr>
            <a:xfrm rot="0">
              <a:off x="3217" y="1804"/>
              <a:ext cx="21" cy="18"/>
            </a:xfrm>
            <a:custGeom>
              <a:avLst/>
              <a:ahLst/>
              <a:rect l="0" t="0" r="r" b="b"/>
              <a:pathLst>
                <a:path w="61" h="52">
                  <a:moveTo>
                    <a:pt x="0" y="1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61" y="51"/>
                  </a:lnTo>
                  <a:lnTo>
                    <a:pt x="61" y="26"/>
                  </a:lnTo>
                  <a:lnTo>
                    <a:pt x="61" y="0"/>
                  </a:lnTo>
                  <a:lnTo>
                    <a:pt x="0" y="1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22" name=""/>
            <p:cNvSpPr/>
            <p:nvPr/>
          </p:nvSpPr>
          <p:spPr>
            <a:xfrm rot="0">
              <a:off x="3217" y="1804"/>
              <a:ext cx="21" cy="18"/>
            </a:xfrm>
            <a:custGeom>
              <a:avLst/>
              <a:ahLst/>
              <a:rect l="0" t="0" r="r" b="b"/>
              <a:pathLst>
                <a:path w="61" h="52">
                  <a:moveTo>
                    <a:pt x="0" y="1"/>
                  </a:moveTo>
                  <a:lnTo>
                    <a:pt x="0" y="27"/>
                  </a:lnTo>
                  <a:lnTo>
                    <a:pt x="0" y="52"/>
                  </a:lnTo>
                  <a:lnTo>
                    <a:pt x="61" y="51"/>
                  </a:lnTo>
                  <a:lnTo>
                    <a:pt x="61" y="26"/>
                  </a:lnTo>
                  <a:lnTo>
                    <a:pt x="61" y="0"/>
                  </a:lnTo>
                  <a:lnTo>
                    <a:pt x="0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23" name=""/>
            <p:cNvSpPr/>
            <p:nvPr/>
          </p:nvSpPr>
          <p:spPr>
            <a:xfrm rot="0">
              <a:off x="3238" y="1804"/>
              <a:ext cx="1" cy="9"/>
            </a:xfrm>
            <a:custGeom>
              <a:avLst/>
              <a:ahLst/>
              <a:rect l="0" t="0" r="r" b="b"/>
              <a:pathLst>
                <a:path w="2" h="26">
                  <a:moveTo>
                    <a:pt x="0" y="26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24" name=""/>
            <p:cNvSpPr/>
            <p:nvPr/>
          </p:nvSpPr>
          <p:spPr>
            <a:xfrm rot="0">
              <a:off x="3238" y="18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25" name=""/>
            <p:cNvSpPr/>
            <p:nvPr/>
          </p:nvSpPr>
          <p:spPr>
            <a:xfrm rot="0">
              <a:off x="3237" y="1804"/>
              <a:ext cx="22" cy="19"/>
            </a:xfrm>
            <a:custGeom>
              <a:avLst/>
              <a:ahLst/>
              <a:rect l="0" t="0" r="r" b="b"/>
              <a:pathLst>
                <a:path w="65" h="55">
                  <a:moveTo>
                    <a:pt x="4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61" y="55"/>
                  </a:lnTo>
                  <a:lnTo>
                    <a:pt x="63" y="30"/>
                  </a:lnTo>
                  <a:lnTo>
                    <a:pt x="65" y="4"/>
                  </a:lnTo>
                  <a:lnTo>
                    <a:pt x="4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26" name=""/>
            <p:cNvSpPr/>
            <p:nvPr/>
          </p:nvSpPr>
          <p:spPr>
            <a:xfrm rot="0">
              <a:off x="3237" y="1804"/>
              <a:ext cx="22" cy="19"/>
            </a:xfrm>
            <a:custGeom>
              <a:avLst/>
              <a:ahLst/>
              <a:rect l="0" t="0" r="r" b="b"/>
              <a:pathLst>
                <a:path w="65" h="55">
                  <a:moveTo>
                    <a:pt x="4" y="0"/>
                  </a:moveTo>
                  <a:lnTo>
                    <a:pt x="2" y="26"/>
                  </a:lnTo>
                  <a:lnTo>
                    <a:pt x="0" y="51"/>
                  </a:lnTo>
                  <a:lnTo>
                    <a:pt x="61" y="55"/>
                  </a:lnTo>
                  <a:lnTo>
                    <a:pt x="63" y="30"/>
                  </a:lnTo>
                  <a:lnTo>
                    <a:pt x="65" y="4"/>
                  </a:lnTo>
                  <a:lnTo>
                    <a:pt x="4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27" name=""/>
            <p:cNvSpPr/>
            <p:nvPr/>
          </p:nvSpPr>
          <p:spPr>
            <a:xfrm rot="0">
              <a:off x="3258" y="1806"/>
              <a:ext cx="1" cy="8"/>
            </a:xfrm>
            <a:custGeom>
              <a:avLst/>
              <a:ahLst/>
              <a:rect l="0" t="0" r="r" b="b"/>
              <a:pathLst>
                <a:path w="3" h="26">
                  <a:moveTo>
                    <a:pt x="0" y="26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28" name=""/>
            <p:cNvSpPr/>
            <p:nvPr/>
          </p:nvSpPr>
          <p:spPr>
            <a:xfrm rot="0">
              <a:off x="3259" y="1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29" name=""/>
            <p:cNvSpPr/>
            <p:nvPr/>
          </p:nvSpPr>
          <p:spPr>
            <a:xfrm rot="0">
              <a:off x="3257" y="1806"/>
              <a:ext cx="23" cy="19"/>
            </a:xfrm>
            <a:custGeom>
              <a:avLst/>
              <a:ahLst/>
              <a:rect l="0" t="0" r="r" b="b"/>
              <a:pathLst>
                <a:path w="68" h="59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61" y="59"/>
                  </a:lnTo>
                  <a:lnTo>
                    <a:pt x="64" y="34"/>
                  </a:lnTo>
                  <a:lnTo>
                    <a:pt x="68" y="8"/>
                  </a:lnTo>
                  <a:lnTo>
                    <a:pt x="6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30" name=""/>
            <p:cNvSpPr/>
            <p:nvPr/>
          </p:nvSpPr>
          <p:spPr>
            <a:xfrm rot="0">
              <a:off x="3257" y="1806"/>
              <a:ext cx="23" cy="19"/>
            </a:xfrm>
            <a:custGeom>
              <a:avLst/>
              <a:ahLst/>
              <a:rect l="0" t="0" r="r" b="b"/>
              <a:pathLst>
                <a:path w="68" h="59">
                  <a:moveTo>
                    <a:pt x="6" y="0"/>
                  </a:moveTo>
                  <a:lnTo>
                    <a:pt x="3" y="26"/>
                  </a:lnTo>
                  <a:lnTo>
                    <a:pt x="0" y="51"/>
                  </a:lnTo>
                  <a:lnTo>
                    <a:pt x="61" y="59"/>
                  </a:lnTo>
                  <a:lnTo>
                    <a:pt x="64" y="34"/>
                  </a:lnTo>
                  <a:lnTo>
                    <a:pt x="68" y="8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31" name=""/>
            <p:cNvSpPr/>
            <p:nvPr/>
          </p:nvSpPr>
          <p:spPr>
            <a:xfrm rot="0">
              <a:off x="3278" y="1808"/>
              <a:ext cx="2" cy="9"/>
            </a:xfrm>
            <a:custGeom>
              <a:avLst/>
              <a:ahLst/>
              <a:rect l="0" t="0" r="r" b="b"/>
              <a:pathLst>
                <a:path w="6" h="26">
                  <a:moveTo>
                    <a:pt x="0" y="26"/>
                  </a:moveTo>
                  <a:lnTo>
                    <a:pt x="4" y="0"/>
                  </a:lnTo>
                  <a:lnTo>
                    <a:pt x="6" y="0"/>
                  </a:lnTo>
                  <a:lnTo>
                    <a:pt x="0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32" name=""/>
            <p:cNvSpPr/>
            <p:nvPr/>
          </p:nvSpPr>
          <p:spPr>
            <a:xfrm rot="0">
              <a:off x="3280" y="18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33" name=""/>
            <p:cNvSpPr/>
            <p:nvPr/>
          </p:nvSpPr>
          <p:spPr>
            <a:xfrm rot="0">
              <a:off x="3277" y="1808"/>
              <a:ext cx="18" cy="21"/>
            </a:xfrm>
            <a:custGeom>
              <a:avLst/>
              <a:ahLst/>
              <a:rect l="0" t="0" r="r" b="b"/>
              <a:pathLst>
                <a:path w="56" h="61">
                  <a:moveTo>
                    <a:pt x="11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45" y="61"/>
                  </a:lnTo>
                  <a:lnTo>
                    <a:pt x="50" y="35"/>
                  </a:lnTo>
                  <a:lnTo>
                    <a:pt x="56" y="10"/>
                  </a:lnTo>
                  <a:lnTo>
                    <a:pt x="1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34" name=""/>
            <p:cNvSpPr/>
            <p:nvPr/>
          </p:nvSpPr>
          <p:spPr>
            <a:xfrm rot="0">
              <a:off x="3277" y="1808"/>
              <a:ext cx="18" cy="21"/>
            </a:xfrm>
            <a:custGeom>
              <a:avLst/>
              <a:ahLst/>
              <a:rect l="0" t="0" r="r" b="b"/>
              <a:pathLst>
                <a:path w="56" h="61">
                  <a:moveTo>
                    <a:pt x="11" y="0"/>
                  </a:moveTo>
                  <a:lnTo>
                    <a:pt x="5" y="26"/>
                  </a:lnTo>
                  <a:lnTo>
                    <a:pt x="0" y="51"/>
                  </a:lnTo>
                  <a:lnTo>
                    <a:pt x="45" y="61"/>
                  </a:lnTo>
                  <a:lnTo>
                    <a:pt x="50" y="35"/>
                  </a:lnTo>
                  <a:lnTo>
                    <a:pt x="56" y="10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35" name=""/>
            <p:cNvSpPr/>
            <p:nvPr/>
          </p:nvSpPr>
          <p:spPr>
            <a:xfrm rot="0">
              <a:off x="3292" y="1812"/>
              <a:ext cx="10" cy="17"/>
            </a:xfrm>
            <a:custGeom>
              <a:avLst/>
              <a:ahLst/>
              <a:rect l="0" t="0" r="r" b="b"/>
              <a:pathLst>
                <a:path w="31" h="51">
                  <a:moveTo>
                    <a:pt x="5" y="25"/>
                  </a:moveTo>
                  <a:lnTo>
                    <a:pt x="11" y="0"/>
                  </a:lnTo>
                  <a:lnTo>
                    <a:pt x="19" y="3"/>
                  </a:lnTo>
                  <a:lnTo>
                    <a:pt x="25" y="8"/>
                  </a:lnTo>
                  <a:lnTo>
                    <a:pt x="29" y="14"/>
                  </a:lnTo>
                  <a:lnTo>
                    <a:pt x="31" y="22"/>
                  </a:lnTo>
                  <a:lnTo>
                    <a:pt x="31" y="30"/>
                  </a:lnTo>
                  <a:lnTo>
                    <a:pt x="28" y="38"/>
                  </a:lnTo>
                  <a:lnTo>
                    <a:pt x="23" y="44"/>
                  </a:lnTo>
                  <a:lnTo>
                    <a:pt x="17" y="49"/>
                  </a:lnTo>
                  <a:lnTo>
                    <a:pt x="8" y="51"/>
                  </a:lnTo>
                  <a:lnTo>
                    <a:pt x="0" y="51"/>
                  </a:lnTo>
                  <a:lnTo>
                    <a:pt x="5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36" name=""/>
            <p:cNvSpPr/>
            <p:nvPr/>
          </p:nvSpPr>
          <p:spPr>
            <a:xfrm rot="0">
              <a:off x="3292" y="1812"/>
              <a:ext cx="10" cy="17"/>
            </a:xfrm>
            <a:custGeom>
              <a:avLst/>
              <a:ahLst/>
              <a:rect l="0" t="0" r="r" b="b"/>
              <a:pathLst>
                <a:path w="31" h="51">
                  <a:moveTo>
                    <a:pt x="11" y="0"/>
                  </a:moveTo>
                  <a:lnTo>
                    <a:pt x="19" y="3"/>
                  </a:lnTo>
                  <a:lnTo>
                    <a:pt x="25" y="8"/>
                  </a:lnTo>
                  <a:lnTo>
                    <a:pt x="29" y="14"/>
                  </a:lnTo>
                  <a:lnTo>
                    <a:pt x="31" y="22"/>
                  </a:lnTo>
                  <a:lnTo>
                    <a:pt x="31" y="30"/>
                  </a:lnTo>
                  <a:lnTo>
                    <a:pt x="28" y="38"/>
                  </a:lnTo>
                  <a:lnTo>
                    <a:pt x="23" y="44"/>
                  </a:lnTo>
                  <a:lnTo>
                    <a:pt x="17" y="49"/>
                  </a:lnTo>
                  <a:lnTo>
                    <a:pt x="8" y="51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37" name=""/>
            <p:cNvSpPr/>
            <p:nvPr/>
          </p:nvSpPr>
          <p:spPr>
            <a:xfrm rot="0">
              <a:off x="3340" y="1828"/>
              <a:ext cx="11" cy="17"/>
            </a:xfrm>
            <a:custGeom>
              <a:avLst/>
              <a:ahLst/>
              <a:rect l="0" t="0" r="r" b="b"/>
              <a:pathLst>
                <a:path w="35" h="50">
                  <a:moveTo>
                    <a:pt x="26" y="25"/>
                  </a:moveTo>
                  <a:lnTo>
                    <a:pt x="17" y="50"/>
                  </a:lnTo>
                  <a:lnTo>
                    <a:pt x="10" y="46"/>
                  </a:lnTo>
                  <a:lnTo>
                    <a:pt x="4" y="39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5" y="9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26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38" name=""/>
            <p:cNvSpPr/>
            <p:nvPr/>
          </p:nvSpPr>
          <p:spPr>
            <a:xfrm rot="0">
              <a:off x="3340" y="1828"/>
              <a:ext cx="11" cy="17"/>
            </a:xfrm>
            <a:custGeom>
              <a:avLst/>
              <a:ahLst/>
              <a:rect l="0" t="0" r="r" b="b"/>
              <a:pathLst>
                <a:path w="35" h="50">
                  <a:moveTo>
                    <a:pt x="17" y="50"/>
                  </a:moveTo>
                  <a:lnTo>
                    <a:pt x="10" y="46"/>
                  </a:lnTo>
                  <a:lnTo>
                    <a:pt x="4" y="39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5" y="9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1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39" name=""/>
            <p:cNvSpPr/>
            <p:nvPr/>
          </p:nvSpPr>
          <p:spPr>
            <a:xfrm rot="0">
              <a:off x="3345" y="1828"/>
              <a:ext cx="18" cy="21"/>
            </a:xfrm>
            <a:custGeom>
              <a:avLst/>
              <a:ahLst/>
              <a:rect l="0" t="0" r="r" b="b"/>
              <a:pathLst>
                <a:path w="52" h="61">
                  <a:moveTo>
                    <a:pt x="18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3" y="61"/>
                  </a:lnTo>
                  <a:lnTo>
                    <a:pt x="43" y="36"/>
                  </a:lnTo>
                  <a:lnTo>
                    <a:pt x="52" y="12"/>
                  </a:lnTo>
                  <a:lnTo>
                    <a:pt x="18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40" name=""/>
            <p:cNvSpPr/>
            <p:nvPr/>
          </p:nvSpPr>
          <p:spPr>
            <a:xfrm rot="0">
              <a:off x="3345" y="1828"/>
              <a:ext cx="18" cy="21"/>
            </a:xfrm>
            <a:custGeom>
              <a:avLst/>
              <a:ahLst/>
              <a:rect l="0" t="0" r="r" b="b"/>
              <a:pathLst>
                <a:path w="52" h="61">
                  <a:moveTo>
                    <a:pt x="18" y="0"/>
                  </a:moveTo>
                  <a:lnTo>
                    <a:pt x="9" y="24"/>
                  </a:lnTo>
                  <a:lnTo>
                    <a:pt x="0" y="49"/>
                  </a:lnTo>
                  <a:lnTo>
                    <a:pt x="33" y="61"/>
                  </a:lnTo>
                  <a:lnTo>
                    <a:pt x="43" y="36"/>
                  </a:lnTo>
                  <a:lnTo>
                    <a:pt x="52" y="12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41" name=""/>
            <p:cNvSpPr/>
            <p:nvPr/>
          </p:nvSpPr>
          <p:spPr>
            <a:xfrm rot="0">
              <a:off x="3360" y="1832"/>
              <a:ext cx="3" cy="8"/>
            </a:xfrm>
            <a:custGeom>
              <a:avLst/>
              <a:ahLst/>
              <a:rect l="0" t="0" r="r" b="b"/>
              <a:pathLst>
                <a:path w="10" h="24">
                  <a:moveTo>
                    <a:pt x="0" y="24"/>
                  </a:moveTo>
                  <a:lnTo>
                    <a:pt x="9" y="0"/>
                  </a:lnTo>
                  <a:lnTo>
                    <a:pt x="10" y="0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42" name=""/>
            <p:cNvSpPr/>
            <p:nvPr/>
          </p:nvSpPr>
          <p:spPr>
            <a:xfrm rot="0">
              <a:off x="3363" y="18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43" name=""/>
            <p:cNvSpPr/>
            <p:nvPr/>
          </p:nvSpPr>
          <p:spPr>
            <a:xfrm rot="0">
              <a:off x="3356" y="1832"/>
              <a:ext cx="27" cy="25"/>
            </a:xfrm>
            <a:custGeom>
              <a:avLst/>
              <a:ahLst/>
              <a:rect l="0" t="0" r="r" b="b"/>
              <a:pathLst>
                <a:path w="80" h="73">
                  <a:moveTo>
                    <a:pt x="21" y="0"/>
                  </a:moveTo>
                  <a:lnTo>
                    <a:pt x="11" y="24"/>
                  </a:lnTo>
                  <a:lnTo>
                    <a:pt x="0" y="49"/>
                  </a:lnTo>
                  <a:lnTo>
                    <a:pt x="60" y="73"/>
                  </a:lnTo>
                  <a:lnTo>
                    <a:pt x="70" y="49"/>
                  </a:lnTo>
                  <a:lnTo>
                    <a:pt x="80" y="24"/>
                  </a:lnTo>
                  <a:lnTo>
                    <a:pt x="21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44" name=""/>
            <p:cNvSpPr/>
            <p:nvPr/>
          </p:nvSpPr>
          <p:spPr>
            <a:xfrm rot="0">
              <a:off x="3356" y="1832"/>
              <a:ext cx="27" cy="25"/>
            </a:xfrm>
            <a:custGeom>
              <a:avLst/>
              <a:ahLst/>
              <a:rect l="0" t="0" r="r" b="b"/>
              <a:pathLst>
                <a:path w="80" h="73">
                  <a:moveTo>
                    <a:pt x="21" y="0"/>
                  </a:moveTo>
                  <a:lnTo>
                    <a:pt x="11" y="24"/>
                  </a:lnTo>
                  <a:lnTo>
                    <a:pt x="0" y="49"/>
                  </a:lnTo>
                  <a:lnTo>
                    <a:pt x="60" y="73"/>
                  </a:lnTo>
                  <a:lnTo>
                    <a:pt x="70" y="49"/>
                  </a:lnTo>
                  <a:lnTo>
                    <a:pt x="80" y="24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45" name=""/>
            <p:cNvSpPr/>
            <p:nvPr/>
          </p:nvSpPr>
          <p:spPr>
            <a:xfrm rot="0">
              <a:off x="3379" y="1840"/>
              <a:ext cx="4" cy="9"/>
            </a:xfrm>
            <a:custGeom>
              <a:avLst/>
              <a:ahLst/>
              <a:rect l="0" t="0" r="r" b="b"/>
              <a:pathLst>
                <a:path w="11" h="25">
                  <a:moveTo>
                    <a:pt x="0" y="25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0" y="25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46" name=""/>
            <p:cNvSpPr/>
            <p:nvPr/>
          </p:nvSpPr>
          <p:spPr>
            <a:xfrm rot="0">
              <a:off x="3383" y="1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47" name=""/>
            <p:cNvSpPr/>
            <p:nvPr/>
          </p:nvSpPr>
          <p:spPr>
            <a:xfrm rot="0">
              <a:off x="3376" y="1841"/>
              <a:ext cx="27" cy="25"/>
            </a:xfrm>
            <a:custGeom>
              <a:avLst/>
              <a:ahLst/>
              <a:rect l="0" t="0" r="r" b="b"/>
              <a:pathLst>
                <a:path w="82" h="75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60" y="75"/>
                  </a:lnTo>
                  <a:lnTo>
                    <a:pt x="71" y="51"/>
                  </a:lnTo>
                  <a:lnTo>
                    <a:pt x="82" y="28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48" name=""/>
            <p:cNvSpPr/>
            <p:nvPr/>
          </p:nvSpPr>
          <p:spPr>
            <a:xfrm rot="0">
              <a:off x="3376" y="1841"/>
              <a:ext cx="27" cy="25"/>
            </a:xfrm>
            <a:custGeom>
              <a:avLst/>
              <a:ahLst/>
              <a:rect l="0" t="0" r="r" b="b"/>
              <a:pathLst>
                <a:path w="82" h="75">
                  <a:moveTo>
                    <a:pt x="22" y="0"/>
                  </a:moveTo>
                  <a:lnTo>
                    <a:pt x="11" y="24"/>
                  </a:lnTo>
                  <a:lnTo>
                    <a:pt x="0" y="47"/>
                  </a:lnTo>
                  <a:lnTo>
                    <a:pt x="60" y="75"/>
                  </a:lnTo>
                  <a:lnTo>
                    <a:pt x="71" y="51"/>
                  </a:lnTo>
                  <a:lnTo>
                    <a:pt x="82" y="28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49" name=""/>
            <p:cNvSpPr/>
            <p:nvPr/>
          </p:nvSpPr>
          <p:spPr>
            <a:xfrm rot="0">
              <a:off x="3399" y="1850"/>
              <a:ext cx="4" cy="8"/>
            </a:xfrm>
            <a:custGeom>
              <a:avLst/>
              <a:ahLst/>
              <a:rect l="0" t="0" r="r" b="b"/>
              <a:pathLst>
                <a:path w="11" h="23">
                  <a:moveTo>
                    <a:pt x="0" y="23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0" y="23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50" name=""/>
            <p:cNvSpPr/>
            <p:nvPr/>
          </p:nvSpPr>
          <p:spPr>
            <a:xfrm rot="0">
              <a:off x="3403" y="18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51" name=""/>
            <p:cNvSpPr/>
            <p:nvPr/>
          </p:nvSpPr>
          <p:spPr>
            <a:xfrm rot="0">
              <a:off x="3396" y="1850"/>
              <a:ext cx="46" cy="35"/>
            </a:xfrm>
            <a:custGeom>
              <a:avLst/>
              <a:ahLst/>
              <a:rect l="0" t="0" r="r" b="b"/>
              <a:pathLst>
                <a:path w="140" h="106">
                  <a:moveTo>
                    <a:pt x="22" y="0"/>
                  </a:moveTo>
                  <a:lnTo>
                    <a:pt x="11" y="23"/>
                  </a:lnTo>
                  <a:lnTo>
                    <a:pt x="0" y="47"/>
                  </a:lnTo>
                  <a:lnTo>
                    <a:pt x="117" y="106"/>
                  </a:lnTo>
                  <a:lnTo>
                    <a:pt x="128" y="83"/>
                  </a:lnTo>
                  <a:lnTo>
                    <a:pt x="140" y="59"/>
                  </a:lnTo>
                  <a:lnTo>
                    <a:pt x="22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52" name=""/>
            <p:cNvSpPr/>
            <p:nvPr/>
          </p:nvSpPr>
          <p:spPr>
            <a:xfrm rot="0">
              <a:off x="3396" y="1850"/>
              <a:ext cx="46" cy="35"/>
            </a:xfrm>
            <a:custGeom>
              <a:avLst/>
              <a:ahLst/>
              <a:rect l="0" t="0" r="r" b="b"/>
              <a:pathLst>
                <a:path w="140" h="106">
                  <a:moveTo>
                    <a:pt x="22" y="0"/>
                  </a:moveTo>
                  <a:lnTo>
                    <a:pt x="11" y="23"/>
                  </a:lnTo>
                  <a:lnTo>
                    <a:pt x="0" y="47"/>
                  </a:lnTo>
                  <a:lnTo>
                    <a:pt x="117" y="106"/>
                  </a:lnTo>
                  <a:lnTo>
                    <a:pt x="128" y="83"/>
                  </a:lnTo>
                  <a:lnTo>
                    <a:pt x="140" y="59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53" name=""/>
            <p:cNvSpPr/>
            <p:nvPr/>
          </p:nvSpPr>
          <p:spPr>
            <a:xfrm rot="0">
              <a:off x="3438" y="1870"/>
              <a:ext cx="5" cy="8"/>
            </a:xfrm>
            <a:custGeom>
              <a:avLst/>
              <a:ahLst/>
              <a:rect l="0" t="0" r="r" b="b"/>
              <a:pathLst>
                <a:path w="13" h="24">
                  <a:moveTo>
                    <a:pt x="0" y="24"/>
                  </a:moveTo>
                  <a:lnTo>
                    <a:pt x="12" y="0"/>
                  </a:lnTo>
                  <a:lnTo>
                    <a:pt x="13" y="1"/>
                  </a:lnTo>
                  <a:lnTo>
                    <a:pt x="0" y="24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54" name=""/>
            <p:cNvSpPr/>
            <p:nvPr/>
          </p:nvSpPr>
          <p:spPr>
            <a:xfrm rot="0">
              <a:off x="3442" y="18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55" name=""/>
            <p:cNvSpPr/>
            <p:nvPr/>
          </p:nvSpPr>
          <p:spPr>
            <a:xfrm rot="0">
              <a:off x="3434" y="1870"/>
              <a:ext cx="22" cy="23"/>
            </a:xfrm>
            <a:custGeom>
              <a:avLst/>
              <a:ahLst/>
              <a:rect l="0" t="0" r="r" b="b"/>
              <a:pathLst>
                <a:path w="66" h="68">
                  <a:moveTo>
                    <a:pt x="25" y="0"/>
                  </a:moveTo>
                  <a:lnTo>
                    <a:pt x="12" y="23"/>
                  </a:lnTo>
                  <a:lnTo>
                    <a:pt x="0" y="45"/>
                  </a:lnTo>
                  <a:lnTo>
                    <a:pt x="41" y="68"/>
                  </a:lnTo>
                  <a:lnTo>
                    <a:pt x="53" y="45"/>
                  </a:lnTo>
                  <a:lnTo>
                    <a:pt x="66" y="23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56" name=""/>
            <p:cNvSpPr/>
            <p:nvPr/>
          </p:nvSpPr>
          <p:spPr>
            <a:xfrm rot="0">
              <a:off x="3434" y="1870"/>
              <a:ext cx="22" cy="23"/>
            </a:xfrm>
            <a:custGeom>
              <a:avLst/>
              <a:ahLst/>
              <a:rect l="0" t="0" r="r" b="b"/>
              <a:pathLst>
                <a:path w="66" h="68">
                  <a:moveTo>
                    <a:pt x="25" y="0"/>
                  </a:moveTo>
                  <a:lnTo>
                    <a:pt x="12" y="23"/>
                  </a:lnTo>
                  <a:lnTo>
                    <a:pt x="0" y="45"/>
                  </a:lnTo>
                  <a:lnTo>
                    <a:pt x="41" y="68"/>
                  </a:lnTo>
                  <a:lnTo>
                    <a:pt x="53" y="45"/>
                  </a:lnTo>
                  <a:lnTo>
                    <a:pt x="66" y="23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57" name=""/>
            <p:cNvSpPr/>
            <p:nvPr/>
          </p:nvSpPr>
          <p:spPr>
            <a:xfrm rot="0">
              <a:off x="3448" y="1878"/>
              <a:ext cx="13" cy="16"/>
            </a:xfrm>
            <a:custGeom>
              <a:avLst/>
              <a:ahLst/>
              <a:rect l="0" t="0" r="r" b="b"/>
              <a:pathLst>
                <a:path w="38" h="48">
                  <a:moveTo>
                    <a:pt x="12" y="22"/>
                  </a:moveTo>
                  <a:lnTo>
                    <a:pt x="25" y="0"/>
                  </a:lnTo>
                  <a:lnTo>
                    <a:pt x="32" y="5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7"/>
                  </a:lnTo>
                  <a:lnTo>
                    <a:pt x="35" y="34"/>
                  </a:lnTo>
                  <a:lnTo>
                    <a:pt x="30" y="42"/>
                  </a:lnTo>
                  <a:lnTo>
                    <a:pt x="24" y="46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0" y="45"/>
                  </a:lnTo>
                  <a:lnTo>
                    <a:pt x="12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58" name=""/>
            <p:cNvSpPr/>
            <p:nvPr/>
          </p:nvSpPr>
          <p:spPr>
            <a:xfrm rot="0">
              <a:off x="3448" y="1878"/>
              <a:ext cx="13" cy="16"/>
            </a:xfrm>
            <a:custGeom>
              <a:avLst/>
              <a:ahLst/>
              <a:rect l="0" t="0" r="r" b="b"/>
              <a:pathLst>
                <a:path w="38" h="48">
                  <a:moveTo>
                    <a:pt x="25" y="0"/>
                  </a:moveTo>
                  <a:lnTo>
                    <a:pt x="32" y="5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7"/>
                  </a:lnTo>
                  <a:lnTo>
                    <a:pt x="35" y="34"/>
                  </a:lnTo>
                  <a:lnTo>
                    <a:pt x="30" y="42"/>
                  </a:lnTo>
                  <a:lnTo>
                    <a:pt x="24" y="46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0" y="45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59" name=""/>
            <p:cNvSpPr/>
            <p:nvPr/>
          </p:nvSpPr>
          <p:spPr>
            <a:xfrm rot="0">
              <a:off x="3494" y="1904"/>
              <a:ext cx="12" cy="16"/>
            </a:xfrm>
            <a:custGeom>
              <a:avLst/>
              <a:ahLst/>
              <a:rect l="0" t="0" r="r" b="b"/>
              <a:pathLst>
                <a:path w="38" h="48">
                  <a:moveTo>
                    <a:pt x="25" y="26"/>
                  </a:moveTo>
                  <a:lnTo>
                    <a:pt x="13" y="48"/>
                  </a:lnTo>
                  <a:lnTo>
                    <a:pt x="6" y="43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4"/>
                  </a:lnTo>
                  <a:lnTo>
                    <a:pt x="8" y="7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25" y="26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60" name=""/>
            <p:cNvSpPr/>
            <p:nvPr/>
          </p:nvSpPr>
          <p:spPr>
            <a:xfrm rot="0">
              <a:off x="3494" y="1904"/>
              <a:ext cx="12" cy="16"/>
            </a:xfrm>
            <a:custGeom>
              <a:avLst/>
              <a:ahLst/>
              <a:rect l="0" t="0" r="r" b="b"/>
              <a:pathLst>
                <a:path w="38" h="48">
                  <a:moveTo>
                    <a:pt x="13" y="48"/>
                  </a:moveTo>
                  <a:lnTo>
                    <a:pt x="6" y="43"/>
                  </a:lnTo>
                  <a:lnTo>
                    <a:pt x="2" y="37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4"/>
                  </a:lnTo>
                  <a:lnTo>
                    <a:pt x="8" y="7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8" y="3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61" name=""/>
            <p:cNvSpPr/>
            <p:nvPr/>
          </p:nvSpPr>
          <p:spPr>
            <a:xfrm rot="0">
              <a:off x="3498" y="1905"/>
              <a:ext cx="22" cy="23"/>
            </a:xfrm>
            <a:custGeom>
              <a:avLst/>
              <a:ahLst/>
              <a:rect l="0" t="0" r="r" b="b"/>
              <a:pathLst>
                <a:path w="66" h="68">
                  <a:moveTo>
                    <a:pt x="25" y="0"/>
                  </a:moveTo>
                  <a:lnTo>
                    <a:pt x="12" y="23"/>
                  </a:lnTo>
                  <a:lnTo>
                    <a:pt x="0" y="45"/>
                  </a:lnTo>
                  <a:lnTo>
                    <a:pt x="41" y="68"/>
                  </a:lnTo>
                  <a:lnTo>
                    <a:pt x="53" y="45"/>
                  </a:lnTo>
                  <a:lnTo>
                    <a:pt x="66" y="23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62" name=""/>
            <p:cNvSpPr/>
            <p:nvPr/>
          </p:nvSpPr>
          <p:spPr>
            <a:xfrm rot="0">
              <a:off x="3498" y="1905"/>
              <a:ext cx="22" cy="23"/>
            </a:xfrm>
            <a:custGeom>
              <a:avLst/>
              <a:ahLst/>
              <a:rect l="0" t="0" r="r" b="b"/>
              <a:pathLst>
                <a:path w="66" h="68">
                  <a:moveTo>
                    <a:pt x="25" y="0"/>
                  </a:moveTo>
                  <a:lnTo>
                    <a:pt x="12" y="23"/>
                  </a:lnTo>
                  <a:lnTo>
                    <a:pt x="0" y="45"/>
                  </a:lnTo>
                  <a:lnTo>
                    <a:pt x="41" y="68"/>
                  </a:lnTo>
                  <a:lnTo>
                    <a:pt x="53" y="45"/>
                  </a:lnTo>
                  <a:lnTo>
                    <a:pt x="66" y="23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63" name=""/>
            <p:cNvSpPr/>
            <p:nvPr/>
          </p:nvSpPr>
          <p:spPr>
            <a:xfrm rot="0">
              <a:off x="3516" y="1913"/>
              <a:ext cx="4" cy="7"/>
            </a:xfrm>
            <a:custGeom>
              <a:avLst/>
              <a:ahLst/>
              <a:rect l="0" t="0" r="r" b="b"/>
              <a:pathLst>
                <a:path w="13" h="22">
                  <a:moveTo>
                    <a:pt x="0" y="22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22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  <p:sp>
          <p:nvSpPr>
            <p:cNvPr id="1088064" name=""/>
            <p:cNvSpPr/>
            <p:nvPr/>
          </p:nvSpPr>
          <p:spPr>
            <a:xfrm rot="0">
              <a:off x="3520" y="191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065" name=""/>
            <p:cNvSpPr/>
            <p:nvPr/>
          </p:nvSpPr>
          <p:spPr>
            <a:xfrm rot="0">
              <a:off x="3512" y="1913"/>
              <a:ext cx="46" cy="36"/>
            </a:xfrm>
            <a:custGeom>
              <a:avLst/>
              <a:ahLst/>
              <a:rect l="0" t="0" r="r" b="b"/>
              <a:pathLst>
                <a:path w="138" h="108">
                  <a:moveTo>
                    <a:pt x="25" y="0"/>
                  </a:moveTo>
                  <a:lnTo>
                    <a:pt x="12" y="22"/>
                  </a:lnTo>
                  <a:lnTo>
                    <a:pt x="0" y="45"/>
                  </a:lnTo>
                  <a:lnTo>
                    <a:pt x="113" y="108"/>
                  </a:lnTo>
                  <a:lnTo>
                    <a:pt x="126" y="86"/>
                  </a:lnTo>
                  <a:lnTo>
                    <a:pt x="138" y="63"/>
                  </a:lnTo>
                  <a:lnTo>
                    <a:pt x="25" y="0"/>
                  </a:lnTo>
                </a:path>
              </a:pathLst>
            </a:custGeom>
            <a:solidFill>
              <a:srgbClr val="FF0000"/>
            </a:solidFill>
            <a:ln>
              <a:noFill/>
            </a:ln>
          </p:spPr>
        </p:sp>
      </p:grpSp>
      <p:sp>
        <p:nvSpPr>
          <p:cNvPr id="1088066" name=""/>
          <p:cNvSpPr/>
          <p:nvPr/>
        </p:nvSpPr>
        <p:spPr>
          <a:xfrm rot="0">
            <a:off x="5575300" y="3036887"/>
            <a:ext cx="73025" cy="57150"/>
          </a:xfrm>
          <a:custGeom>
            <a:avLst/>
            <a:ahLst/>
            <a:rect l="0" t="0" r="r" b="b"/>
            <a:pathLst>
              <a:path w="138" h="108">
                <a:moveTo>
                  <a:pt x="25" y="0"/>
                </a:moveTo>
                <a:lnTo>
                  <a:pt x="12" y="22"/>
                </a:lnTo>
                <a:lnTo>
                  <a:pt x="0" y="45"/>
                </a:lnTo>
                <a:lnTo>
                  <a:pt x="113" y="108"/>
                </a:lnTo>
                <a:lnTo>
                  <a:pt x="126" y="86"/>
                </a:lnTo>
                <a:lnTo>
                  <a:pt x="138" y="63"/>
                </a:lnTo>
                <a:lnTo>
                  <a:pt x="2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67" name=""/>
          <p:cNvSpPr/>
          <p:nvPr/>
        </p:nvSpPr>
        <p:spPr>
          <a:xfrm rot="0">
            <a:off x="5634037" y="3070225"/>
            <a:ext cx="20637" cy="25400"/>
          </a:xfrm>
          <a:custGeom>
            <a:avLst/>
            <a:ahLst/>
            <a:rect l="0" t="0" r="r" b="b"/>
            <a:pathLst>
              <a:path w="38" h="48">
                <a:moveTo>
                  <a:pt x="13" y="23"/>
                </a:moveTo>
                <a:lnTo>
                  <a:pt x="25" y="0"/>
                </a:lnTo>
                <a:lnTo>
                  <a:pt x="32" y="5"/>
                </a:lnTo>
                <a:lnTo>
                  <a:pt x="36" y="12"/>
                </a:lnTo>
                <a:lnTo>
                  <a:pt x="38" y="20"/>
                </a:lnTo>
                <a:lnTo>
                  <a:pt x="38" y="28"/>
                </a:lnTo>
                <a:lnTo>
                  <a:pt x="35" y="35"/>
                </a:lnTo>
                <a:lnTo>
                  <a:pt x="30" y="42"/>
                </a:lnTo>
                <a:lnTo>
                  <a:pt x="24" y="46"/>
                </a:lnTo>
                <a:lnTo>
                  <a:pt x="16" y="48"/>
                </a:lnTo>
                <a:lnTo>
                  <a:pt x="8" y="48"/>
                </a:lnTo>
                <a:lnTo>
                  <a:pt x="0" y="45"/>
                </a:lnTo>
                <a:lnTo>
                  <a:pt x="13" y="23"/>
                </a:lnTo>
              </a:path>
            </a:pathLst>
          </a:custGeom>
          <a:solidFill>
            <a:srgbClr val="FF0000"/>
          </a:solidFill>
          <a:ln>
            <a:noFill/>
          </a:ln>
        </p:spPr>
      </p:sp>
      <p:sp>
        <p:nvSpPr>
          <p:cNvPr id="1088068" name=""/>
          <p:cNvSpPr/>
          <p:nvPr/>
        </p:nvSpPr>
        <p:spPr>
          <a:xfrm rot="0">
            <a:off x="5634037" y="3070225"/>
            <a:ext cx="20637" cy="25400"/>
          </a:xfrm>
          <a:custGeom>
            <a:avLst/>
            <a:ahLst/>
            <a:rect l="0" t="0" r="r" b="b"/>
            <a:pathLst>
              <a:path w="38" h="48">
                <a:moveTo>
                  <a:pt x="25" y="0"/>
                </a:moveTo>
                <a:lnTo>
                  <a:pt x="32" y="5"/>
                </a:lnTo>
                <a:lnTo>
                  <a:pt x="36" y="12"/>
                </a:lnTo>
                <a:lnTo>
                  <a:pt x="38" y="20"/>
                </a:lnTo>
                <a:lnTo>
                  <a:pt x="38" y="28"/>
                </a:lnTo>
                <a:lnTo>
                  <a:pt x="35" y="35"/>
                </a:lnTo>
                <a:lnTo>
                  <a:pt x="30" y="42"/>
                </a:lnTo>
                <a:lnTo>
                  <a:pt x="24" y="46"/>
                </a:lnTo>
                <a:lnTo>
                  <a:pt x="16" y="48"/>
                </a:lnTo>
                <a:lnTo>
                  <a:pt x="8" y="48"/>
                </a:lnTo>
                <a:lnTo>
                  <a:pt x="0" y="45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69" name=""/>
          <p:cNvSpPr/>
          <p:nvPr/>
        </p:nvSpPr>
        <p:spPr>
          <a:xfrm rot="0">
            <a:off x="1482725" y="2071687"/>
            <a:ext cx="44450" cy="161925"/>
          </a:xfrm>
          <a:custGeom>
            <a:avLst/>
            <a:ahLst/>
            <a:rect l="0" t="0" r="r" b="b"/>
            <a:pathLst>
              <a:path w="85" h="304">
                <a:moveTo>
                  <a:pt x="0" y="304"/>
                </a:moveTo>
                <a:lnTo>
                  <a:pt x="85" y="0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0" name=""/>
          <p:cNvSpPr/>
          <p:nvPr/>
        </p:nvSpPr>
        <p:spPr>
          <a:xfrm rot="0" flipV="1">
            <a:off x="1568450" y="2071687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1" name=""/>
          <p:cNvSpPr/>
          <p:nvPr/>
        </p:nvSpPr>
        <p:spPr>
          <a:xfrm rot="0">
            <a:off x="2355850" y="3157537"/>
            <a:ext cx="107950" cy="160337"/>
          </a:xfrm>
          <a:custGeom>
            <a:avLst/>
            <a:ahLst/>
            <a:rect l="0" t="0" r="r" b="b"/>
            <a:pathLst>
              <a:path w="203" h="304">
                <a:moveTo>
                  <a:pt x="134" y="304"/>
                </a:moveTo>
                <a:lnTo>
                  <a:pt x="0" y="304"/>
                </a:lnTo>
                <a:lnTo>
                  <a:pt x="177" y="101"/>
                </a:lnTo>
                <a:lnTo>
                  <a:pt x="194" y="75"/>
                </a:lnTo>
                <a:lnTo>
                  <a:pt x="203" y="51"/>
                </a:lnTo>
                <a:lnTo>
                  <a:pt x="203" y="33"/>
                </a:lnTo>
                <a:lnTo>
                  <a:pt x="194" y="16"/>
                </a:lnTo>
                <a:lnTo>
                  <a:pt x="168" y="0"/>
                </a:lnTo>
                <a:lnTo>
                  <a:pt x="134" y="0"/>
                </a:lnTo>
                <a:lnTo>
                  <a:pt x="101" y="8"/>
                </a:lnTo>
                <a:lnTo>
                  <a:pt x="75" y="25"/>
                </a:lnTo>
                <a:lnTo>
                  <a:pt x="67" y="4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2" name=""/>
          <p:cNvSpPr/>
          <p:nvPr/>
        </p:nvSpPr>
        <p:spPr>
          <a:xfrm rot="0" flipV="1">
            <a:off x="2513012" y="3157537"/>
            <a:ext cx="17462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3" name=""/>
          <p:cNvSpPr/>
          <p:nvPr/>
        </p:nvSpPr>
        <p:spPr>
          <a:xfrm rot="0">
            <a:off x="3001962" y="2174875"/>
            <a:ext cx="90487" cy="88900"/>
          </a:xfrm>
          <a:custGeom>
            <a:avLst/>
            <a:ahLst/>
            <a:rect l="0" t="0" r="r" b="b"/>
            <a:pathLst>
              <a:path w="170" h="169">
                <a:moveTo>
                  <a:pt x="0" y="169"/>
                </a:moveTo>
                <a:lnTo>
                  <a:pt x="67" y="169"/>
                </a:lnTo>
                <a:lnTo>
                  <a:pt x="110" y="160"/>
                </a:lnTo>
                <a:lnTo>
                  <a:pt x="136" y="144"/>
                </a:lnTo>
                <a:lnTo>
                  <a:pt x="152" y="118"/>
                </a:lnTo>
                <a:lnTo>
                  <a:pt x="170" y="59"/>
                </a:lnTo>
                <a:lnTo>
                  <a:pt x="170" y="33"/>
                </a:lnTo>
                <a:lnTo>
                  <a:pt x="160" y="16"/>
                </a:lnTo>
                <a:lnTo>
                  <a:pt x="144" y="8"/>
                </a:lnTo>
                <a:lnTo>
                  <a:pt x="119" y="0"/>
                </a:lnTo>
                <a:lnTo>
                  <a:pt x="85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4" name=""/>
          <p:cNvSpPr/>
          <p:nvPr/>
        </p:nvSpPr>
        <p:spPr>
          <a:xfrm rot="0">
            <a:off x="3048000" y="2103437"/>
            <a:ext cx="66675" cy="71437"/>
          </a:xfrm>
          <a:custGeom>
            <a:avLst/>
            <a:ahLst/>
            <a:rect l="0" t="0" r="r" b="b"/>
            <a:pathLst>
              <a:path w="126" h="136">
                <a:moveTo>
                  <a:pt x="42" y="136"/>
                </a:moveTo>
                <a:lnTo>
                  <a:pt x="75" y="128"/>
                </a:lnTo>
                <a:lnTo>
                  <a:pt x="101" y="110"/>
                </a:lnTo>
                <a:lnTo>
                  <a:pt x="118" y="85"/>
                </a:lnTo>
                <a:lnTo>
                  <a:pt x="126" y="59"/>
                </a:lnTo>
                <a:lnTo>
                  <a:pt x="126" y="34"/>
                </a:lnTo>
                <a:lnTo>
                  <a:pt x="118" y="17"/>
                </a:lnTo>
                <a:lnTo>
                  <a:pt x="110" y="8"/>
                </a:lnTo>
                <a:lnTo>
                  <a:pt x="93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5" name=""/>
          <p:cNvSpPr/>
          <p:nvPr/>
        </p:nvSpPr>
        <p:spPr>
          <a:xfrm rot="0" flipV="1">
            <a:off x="3163887" y="2103437"/>
            <a:ext cx="17462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6" name=""/>
          <p:cNvSpPr/>
          <p:nvPr/>
        </p:nvSpPr>
        <p:spPr>
          <a:xfrm rot="0">
            <a:off x="1327150" y="5721350"/>
            <a:ext cx="44450" cy="160337"/>
          </a:xfrm>
          <a:custGeom>
            <a:avLst/>
            <a:ahLst/>
            <a:rect l="0" t="0" r="r" b="b"/>
            <a:pathLst>
              <a:path w="84" h="304">
                <a:moveTo>
                  <a:pt x="0" y="304"/>
                </a:moveTo>
                <a:lnTo>
                  <a:pt x="84" y="0"/>
                </a:lnTo>
                <a:lnTo>
                  <a:pt x="0" y="67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7" name=""/>
          <p:cNvSpPr/>
          <p:nvPr/>
        </p:nvSpPr>
        <p:spPr>
          <a:xfrm rot="0">
            <a:off x="2346325" y="6178550"/>
            <a:ext cx="106362" cy="160337"/>
          </a:xfrm>
          <a:custGeom>
            <a:avLst/>
            <a:ahLst/>
            <a:rect l="0" t="0" r="r" b="b"/>
            <a:pathLst>
              <a:path w="202" h="305">
                <a:moveTo>
                  <a:pt x="135" y="305"/>
                </a:moveTo>
                <a:lnTo>
                  <a:pt x="0" y="305"/>
                </a:lnTo>
                <a:lnTo>
                  <a:pt x="178" y="102"/>
                </a:lnTo>
                <a:lnTo>
                  <a:pt x="194" y="76"/>
                </a:lnTo>
                <a:lnTo>
                  <a:pt x="202" y="51"/>
                </a:lnTo>
                <a:lnTo>
                  <a:pt x="202" y="34"/>
                </a:lnTo>
                <a:lnTo>
                  <a:pt x="194" y="17"/>
                </a:lnTo>
                <a:lnTo>
                  <a:pt x="169" y="0"/>
                </a:lnTo>
                <a:lnTo>
                  <a:pt x="135" y="0"/>
                </a:lnTo>
                <a:lnTo>
                  <a:pt x="101" y="8"/>
                </a:lnTo>
                <a:lnTo>
                  <a:pt x="76" y="25"/>
                </a:lnTo>
                <a:lnTo>
                  <a:pt x="68" y="4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8" name=""/>
          <p:cNvSpPr/>
          <p:nvPr/>
        </p:nvSpPr>
        <p:spPr>
          <a:xfrm rot="0">
            <a:off x="3095625" y="5888037"/>
            <a:ext cx="88900" cy="88900"/>
          </a:xfrm>
          <a:custGeom>
            <a:avLst/>
            <a:ahLst/>
            <a:rect l="0" t="0" r="r" b="b"/>
            <a:pathLst>
              <a:path w="169" h="170">
                <a:moveTo>
                  <a:pt x="0" y="170"/>
                </a:moveTo>
                <a:lnTo>
                  <a:pt x="67" y="170"/>
                </a:lnTo>
                <a:lnTo>
                  <a:pt x="110" y="162"/>
                </a:lnTo>
                <a:lnTo>
                  <a:pt x="136" y="144"/>
                </a:lnTo>
                <a:lnTo>
                  <a:pt x="152" y="120"/>
                </a:lnTo>
                <a:lnTo>
                  <a:pt x="169" y="60"/>
                </a:lnTo>
                <a:lnTo>
                  <a:pt x="169" y="35"/>
                </a:lnTo>
                <a:lnTo>
                  <a:pt x="161" y="18"/>
                </a:lnTo>
                <a:lnTo>
                  <a:pt x="144" y="9"/>
                </a:lnTo>
                <a:lnTo>
                  <a:pt x="118" y="0"/>
                </a:lnTo>
                <a:lnTo>
                  <a:pt x="84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79" name=""/>
          <p:cNvSpPr/>
          <p:nvPr/>
        </p:nvSpPr>
        <p:spPr>
          <a:xfrm rot="0">
            <a:off x="3140075" y="5816600"/>
            <a:ext cx="66675" cy="71437"/>
          </a:xfrm>
          <a:custGeom>
            <a:avLst/>
            <a:ahLst/>
            <a:rect l="0" t="0" r="r" b="b"/>
            <a:pathLst>
              <a:path w="127" h="135">
                <a:moveTo>
                  <a:pt x="42" y="135"/>
                </a:moveTo>
                <a:lnTo>
                  <a:pt x="77" y="127"/>
                </a:lnTo>
                <a:lnTo>
                  <a:pt x="102" y="111"/>
                </a:lnTo>
                <a:lnTo>
                  <a:pt x="119" y="85"/>
                </a:lnTo>
                <a:lnTo>
                  <a:pt x="127" y="60"/>
                </a:lnTo>
                <a:lnTo>
                  <a:pt x="127" y="34"/>
                </a:lnTo>
                <a:lnTo>
                  <a:pt x="119" y="17"/>
                </a:lnTo>
                <a:lnTo>
                  <a:pt x="111" y="9"/>
                </a:lnTo>
                <a:lnTo>
                  <a:pt x="93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0" name=""/>
          <p:cNvSpPr/>
          <p:nvPr/>
        </p:nvSpPr>
        <p:spPr>
          <a:xfrm rot="0">
            <a:off x="5719762" y="2022475"/>
            <a:ext cx="44450" cy="161925"/>
          </a:xfrm>
          <a:custGeom>
            <a:avLst/>
            <a:ahLst/>
            <a:rect l="0" t="0" r="r" b="b"/>
            <a:pathLst>
              <a:path w="84" h="305">
                <a:moveTo>
                  <a:pt x="0" y="305"/>
                </a:moveTo>
                <a:lnTo>
                  <a:pt x="84" y="0"/>
                </a:lnTo>
                <a:lnTo>
                  <a:pt x="0" y="68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1" name=""/>
          <p:cNvSpPr/>
          <p:nvPr/>
        </p:nvSpPr>
        <p:spPr>
          <a:xfrm rot="0" flipV="1">
            <a:off x="5803900" y="2022475"/>
            <a:ext cx="19050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2" name=""/>
          <p:cNvSpPr/>
          <p:nvPr/>
        </p:nvSpPr>
        <p:spPr>
          <a:xfrm rot="0" flipH="1">
            <a:off x="5848350" y="202247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3" name=""/>
          <p:cNvSpPr/>
          <p:nvPr/>
        </p:nvSpPr>
        <p:spPr>
          <a:xfrm rot="0">
            <a:off x="5902325" y="2012950"/>
            <a:ext cx="49212" cy="188912"/>
          </a:xfrm>
          <a:custGeom>
            <a:avLst/>
            <a:ahLst/>
            <a:rect l="0" t="0" r="r" b="b"/>
            <a:pathLst>
              <a:path w="93" h="356">
                <a:moveTo>
                  <a:pt x="8" y="356"/>
                </a:moveTo>
                <a:lnTo>
                  <a:pt x="0" y="322"/>
                </a:lnTo>
                <a:lnTo>
                  <a:pt x="0" y="279"/>
                </a:lnTo>
                <a:lnTo>
                  <a:pt x="8" y="204"/>
                </a:lnTo>
                <a:lnTo>
                  <a:pt x="34" y="119"/>
                </a:lnTo>
                <a:lnTo>
                  <a:pt x="67" y="42"/>
                </a:lnTo>
                <a:lnTo>
                  <a:pt x="9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4" name=""/>
          <p:cNvSpPr/>
          <p:nvPr/>
        </p:nvSpPr>
        <p:spPr>
          <a:xfrm rot="0">
            <a:off x="5978525" y="2093912"/>
            <a:ext cx="88900" cy="90487"/>
          </a:xfrm>
          <a:custGeom>
            <a:avLst/>
            <a:ahLst/>
            <a:rect l="0" t="0" r="r" b="b"/>
            <a:pathLst>
              <a:path w="168" h="170">
                <a:moveTo>
                  <a:pt x="0" y="170"/>
                </a:moveTo>
                <a:lnTo>
                  <a:pt x="67" y="170"/>
                </a:lnTo>
                <a:lnTo>
                  <a:pt x="109" y="161"/>
                </a:lnTo>
                <a:lnTo>
                  <a:pt x="135" y="145"/>
                </a:lnTo>
                <a:lnTo>
                  <a:pt x="152" y="119"/>
                </a:lnTo>
                <a:lnTo>
                  <a:pt x="168" y="60"/>
                </a:lnTo>
                <a:lnTo>
                  <a:pt x="168" y="34"/>
                </a:lnTo>
                <a:lnTo>
                  <a:pt x="160" y="17"/>
                </a:lnTo>
                <a:lnTo>
                  <a:pt x="143" y="9"/>
                </a:lnTo>
                <a:lnTo>
                  <a:pt x="118" y="0"/>
                </a:lnTo>
                <a:lnTo>
                  <a:pt x="84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5" name=""/>
          <p:cNvSpPr/>
          <p:nvPr/>
        </p:nvSpPr>
        <p:spPr>
          <a:xfrm rot="0">
            <a:off x="6022975" y="2022475"/>
            <a:ext cx="68262" cy="71437"/>
          </a:xfrm>
          <a:custGeom>
            <a:avLst/>
            <a:ahLst/>
            <a:rect l="0" t="0" r="r" b="b"/>
            <a:pathLst>
              <a:path w="127" h="135">
                <a:moveTo>
                  <a:pt x="43" y="135"/>
                </a:moveTo>
                <a:lnTo>
                  <a:pt x="76" y="127"/>
                </a:lnTo>
                <a:lnTo>
                  <a:pt x="102" y="110"/>
                </a:lnTo>
                <a:lnTo>
                  <a:pt x="118" y="84"/>
                </a:lnTo>
                <a:lnTo>
                  <a:pt x="127" y="59"/>
                </a:lnTo>
                <a:lnTo>
                  <a:pt x="127" y="33"/>
                </a:lnTo>
                <a:lnTo>
                  <a:pt x="118" y="17"/>
                </a:lnTo>
                <a:lnTo>
                  <a:pt x="110" y="9"/>
                </a:lnTo>
                <a:lnTo>
                  <a:pt x="94" y="0"/>
                </a:lnTo>
                <a:lnTo>
                  <a:pt x="0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6" name=""/>
          <p:cNvSpPr/>
          <p:nvPr/>
        </p:nvSpPr>
        <p:spPr>
          <a:xfrm rot="0" flipV="1">
            <a:off x="6140450" y="202247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7" name=""/>
          <p:cNvSpPr/>
          <p:nvPr/>
        </p:nvSpPr>
        <p:spPr>
          <a:xfrm rot="0" flipH="1">
            <a:off x="6184900" y="202247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8" name=""/>
          <p:cNvSpPr/>
          <p:nvPr/>
        </p:nvSpPr>
        <p:spPr>
          <a:xfrm rot="0">
            <a:off x="6219825" y="2012950"/>
            <a:ext cx="58737" cy="188912"/>
          </a:xfrm>
          <a:custGeom>
            <a:avLst/>
            <a:ahLst/>
            <a:rect l="0" t="0" r="r" b="b"/>
            <a:pathLst>
              <a:path w="111" h="356">
                <a:moveTo>
                  <a:pt x="0" y="356"/>
                </a:moveTo>
                <a:lnTo>
                  <a:pt x="26" y="322"/>
                </a:lnTo>
                <a:lnTo>
                  <a:pt x="68" y="237"/>
                </a:lnTo>
                <a:lnTo>
                  <a:pt x="93" y="161"/>
                </a:lnTo>
                <a:lnTo>
                  <a:pt x="111" y="76"/>
                </a:lnTo>
                <a:lnTo>
                  <a:pt x="111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89" name=""/>
          <p:cNvSpPr/>
          <p:nvPr/>
        </p:nvSpPr>
        <p:spPr>
          <a:xfrm rot="0">
            <a:off x="6272212" y="3097212"/>
            <a:ext cx="107950" cy="161925"/>
          </a:xfrm>
          <a:custGeom>
            <a:avLst/>
            <a:ahLst/>
            <a:rect l="0" t="0" r="r" b="b"/>
            <a:pathLst>
              <a:path w="203" h="306">
                <a:moveTo>
                  <a:pt x="135" y="306"/>
                </a:moveTo>
                <a:lnTo>
                  <a:pt x="0" y="306"/>
                </a:lnTo>
                <a:lnTo>
                  <a:pt x="178" y="103"/>
                </a:lnTo>
                <a:lnTo>
                  <a:pt x="194" y="77"/>
                </a:lnTo>
                <a:lnTo>
                  <a:pt x="203" y="51"/>
                </a:lnTo>
                <a:lnTo>
                  <a:pt x="203" y="34"/>
                </a:lnTo>
                <a:lnTo>
                  <a:pt x="194" y="18"/>
                </a:lnTo>
                <a:lnTo>
                  <a:pt x="169" y="0"/>
                </a:lnTo>
                <a:lnTo>
                  <a:pt x="135" y="0"/>
                </a:lnTo>
                <a:lnTo>
                  <a:pt x="102" y="9"/>
                </a:lnTo>
                <a:lnTo>
                  <a:pt x="76" y="26"/>
                </a:lnTo>
                <a:lnTo>
                  <a:pt x="68" y="4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90" name=""/>
          <p:cNvSpPr/>
          <p:nvPr/>
        </p:nvSpPr>
        <p:spPr>
          <a:xfrm rot="0" flipV="1">
            <a:off x="6429375" y="3097212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91" name=""/>
          <p:cNvSpPr/>
          <p:nvPr/>
        </p:nvSpPr>
        <p:spPr>
          <a:xfrm rot="0" flipH="1">
            <a:off x="6473825" y="3097212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092" name=""/>
          <p:cNvSpPr/>
          <p:nvPr/>
        </p:nvSpPr>
        <p:spPr>
          <a:xfrm rot="0">
            <a:off x="3455987" y="5129212"/>
            <a:ext cx="1684337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3" name=""/>
          <p:cNvSpPr/>
          <p:nvPr/>
        </p:nvSpPr>
        <p:spPr>
          <a:xfrm rot="0" flipV="1">
            <a:off x="5140325" y="3871912"/>
            <a:ext cx="1587" cy="125730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4" name=""/>
          <p:cNvSpPr/>
          <p:nvPr/>
        </p:nvSpPr>
        <p:spPr>
          <a:xfrm rot="0" flipH="1" flipV="1">
            <a:off x="4105275" y="4092575"/>
            <a:ext cx="2235200" cy="2238375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5" name=""/>
          <p:cNvSpPr/>
          <p:nvPr/>
        </p:nvSpPr>
        <p:spPr>
          <a:xfrm rot="0">
            <a:off x="1593850" y="5724525"/>
            <a:ext cx="4140200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6" name=""/>
          <p:cNvSpPr/>
          <p:nvPr/>
        </p:nvSpPr>
        <p:spPr>
          <a:xfrm rot="0" flipV="1">
            <a:off x="5734050" y="2365375"/>
            <a:ext cx="1587" cy="33591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7" name=""/>
          <p:cNvSpPr/>
          <p:nvPr/>
        </p:nvSpPr>
        <p:spPr>
          <a:xfrm rot="0">
            <a:off x="2309812" y="6061075"/>
            <a:ext cx="376237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8" name=""/>
          <p:cNvSpPr/>
          <p:nvPr/>
        </p:nvSpPr>
        <p:spPr>
          <a:xfrm rot="0" flipV="1">
            <a:off x="6072187" y="3082925"/>
            <a:ext cx="1587" cy="2978150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099" name=""/>
          <p:cNvSpPr/>
          <p:nvPr/>
        </p:nvSpPr>
        <p:spPr>
          <a:xfrm rot="0">
            <a:off x="1822450" y="2603500"/>
            <a:ext cx="80962" cy="107950"/>
          </a:xfrm>
          <a:custGeom>
            <a:avLst/>
            <a:ahLst/>
            <a:rect l="0" t="0" r="r" b="b"/>
            <a:pathLst>
              <a:path w="153" h="203">
                <a:moveTo>
                  <a:pt x="136" y="203"/>
                </a:moveTo>
                <a:lnTo>
                  <a:pt x="110" y="161"/>
                </a:lnTo>
                <a:lnTo>
                  <a:pt x="153" y="0"/>
                </a:lnTo>
                <a:lnTo>
                  <a:pt x="84" y="0"/>
                </a:lnTo>
                <a:lnTo>
                  <a:pt x="51" y="9"/>
                </a:lnTo>
                <a:lnTo>
                  <a:pt x="34" y="25"/>
                </a:lnTo>
                <a:lnTo>
                  <a:pt x="25" y="43"/>
                </a:lnTo>
                <a:lnTo>
                  <a:pt x="0" y="153"/>
                </a:lnTo>
                <a:lnTo>
                  <a:pt x="0" y="169"/>
                </a:lnTo>
                <a:lnTo>
                  <a:pt x="9" y="195"/>
                </a:lnTo>
                <a:lnTo>
                  <a:pt x="25" y="203"/>
                </a:lnTo>
                <a:lnTo>
                  <a:pt x="51" y="203"/>
                </a:lnTo>
                <a:lnTo>
                  <a:pt x="76" y="195"/>
                </a:lnTo>
                <a:lnTo>
                  <a:pt x="94" y="187"/>
                </a:lnTo>
                <a:lnTo>
                  <a:pt x="110" y="16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0" name=""/>
          <p:cNvSpPr/>
          <p:nvPr/>
        </p:nvSpPr>
        <p:spPr>
          <a:xfrm rot="0" flipV="1">
            <a:off x="1974850" y="254952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1" name=""/>
          <p:cNvSpPr/>
          <p:nvPr/>
        </p:nvSpPr>
        <p:spPr>
          <a:xfrm rot="0">
            <a:off x="2370137" y="2832100"/>
            <a:ext cx="93662" cy="161925"/>
          </a:xfrm>
          <a:custGeom>
            <a:avLst/>
            <a:ahLst/>
            <a:rect l="0" t="0" r="r" b="b"/>
            <a:pathLst>
              <a:path w="178" h="305">
                <a:moveTo>
                  <a:pt x="84" y="0"/>
                </a:moveTo>
                <a:lnTo>
                  <a:pt x="0" y="305"/>
                </a:lnTo>
                <a:lnTo>
                  <a:pt x="76" y="305"/>
                </a:lnTo>
                <a:lnTo>
                  <a:pt x="110" y="297"/>
                </a:lnTo>
                <a:lnTo>
                  <a:pt x="135" y="280"/>
                </a:lnTo>
                <a:lnTo>
                  <a:pt x="152" y="254"/>
                </a:lnTo>
                <a:lnTo>
                  <a:pt x="178" y="161"/>
                </a:lnTo>
                <a:lnTo>
                  <a:pt x="178" y="136"/>
                </a:lnTo>
                <a:lnTo>
                  <a:pt x="169" y="110"/>
                </a:lnTo>
                <a:lnTo>
                  <a:pt x="143" y="102"/>
                </a:lnTo>
                <a:lnTo>
                  <a:pt x="59" y="10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2" name=""/>
          <p:cNvSpPr/>
          <p:nvPr/>
        </p:nvSpPr>
        <p:spPr>
          <a:xfrm rot="0" flipV="1">
            <a:off x="2532062" y="2832100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3" name=""/>
          <p:cNvSpPr/>
          <p:nvPr/>
        </p:nvSpPr>
        <p:spPr>
          <a:xfrm rot="0">
            <a:off x="2789237" y="2686050"/>
            <a:ext cx="76200" cy="106362"/>
          </a:xfrm>
          <a:custGeom>
            <a:avLst/>
            <a:ahLst/>
            <a:rect l="0" t="0" r="r" b="b"/>
            <a:pathLst>
              <a:path w="144" h="203">
                <a:moveTo>
                  <a:pt x="144" y="0"/>
                </a:moveTo>
                <a:lnTo>
                  <a:pt x="93" y="0"/>
                </a:lnTo>
                <a:lnTo>
                  <a:pt x="67" y="9"/>
                </a:lnTo>
                <a:lnTo>
                  <a:pt x="42" y="26"/>
                </a:lnTo>
                <a:lnTo>
                  <a:pt x="25" y="51"/>
                </a:lnTo>
                <a:lnTo>
                  <a:pt x="0" y="153"/>
                </a:lnTo>
                <a:lnTo>
                  <a:pt x="0" y="170"/>
                </a:lnTo>
                <a:lnTo>
                  <a:pt x="8" y="187"/>
                </a:lnTo>
                <a:lnTo>
                  <a:pt x="25" y="203"/>
                </a:lnTo>
                <a:lnTo>
                  <a:pt x="84" y="20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4" name=""/>
          <p:cNvSpPr/>
          <p:nvPr/>
        </p:nvSpPr>
        <p:spPr>
          <a:xfrm rot="0" flipV="1">
            <a:off x="2924175" y="2632075"/>
            <a:ext cx="17462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5" name=""/>
          <p:cNvSpPr/>
          <p:nvPr/>
        </p:nvSpPr>
        <p:spPr>
          <a:xfrm rot="0">
            <a:off x="1712912" y="4976812"/>
            <a:ext cx="80962" cy="106362"/>
          </a:xfrm>
          <a:custGeom>
            <a:avLst/>
            <a:ahLst/>
            <a:rect l="0" t="0" r="r" b="b"/>
            <a:pathLst>
              <a:path w="153" h="203">
                <a:moveTo>
                  <a:pt x="135" y="203"/>
                </a:moveTo>
                <a:lnTo>
                  <a:pt x="111" y="160"/>
                </a:lnTo>
                <a:lnTo>
                  <a:pt x="153" y="0"/>
                </a:lnTo>
                <a:lnTo>
                  <a:pt x="85" y="0"/>
                </a:lnTo>
                <a:lnTo>
                  <a:pt x="52" y="8"/>
                </a:lnTo>
                <a:lnTo>
                  <a:pt x="34" y="26"/>
                </a:lnTo>
                <a:lnTo>
                  <a:pt x="26" y="42"/>
                </a:lnTo>
                <a:lnTo>
                  <a:pt x="0" y="152"/>
                </a:lnTo>
                <a:lnTo>
                  <a:pt x="0" y="170"/>
                </a:lnTo>
                <a:lnTo>
                  <a:pt x="9" y="194"/>
                </a:lnTo>
                <a:lnTo>
                  <a:pt x="26" y="203"/>
                </a:lnTo>
                <a:lnTo>
                  <a:pt x="52" y="203"/>
                </a:lnTo>
                <a:lnTo>
                  <a:pt x="76" y="194"/>
                </a:lnTo>
                <a:lnTo>
                  <a:pt x="93" y="186"/>
                </a:lnTo>
                <a:lnTo>
                  <a:pt x="111" y="16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6" name=""/>
          <p:cNvSpPr/>
          <p:nvPr/>
        </p:nvSpPr>
        <p:spPr>
          <a:xfrm rot="0">
            <a:off x="2333625" y="5378450"/>
            <a:ext cx="93662" cy="161925"/>
          </a:xfrm>
          <a:custGeom>
            <a:avLst/>
            <a:ahLst/>
            <a:rect l="0" t="0" r="r" b="b"/>
            <a:pathLst>
              <a:path w="177" h="305">
                <a:moveTo>
                  <a:pt x="85" y="0"/>
                </a:moveTo>
                <a:lnTo>
                  <a:pt x="0" y="305"/>
                </a:lnTo>
                <a:lnTo>
                  <a:pt x="76" y="305"/>
                </a:lnTo>
                <a:lnTo>
                  <a:pt x="110" y="297"/>
                </a:lnTo>
                <a:lnTo>
                  <a:pt x="136" y="280"/>
                </a:lnTo>
                <a:lnTo>
                  <a:pt x="152" y="254"/>
                </a:lnTo>
                <a:lnTo>
                  <a:pt x="177" y="161"/>
                </a:lnTo>
                <a:lnTo>
                  <a:pt x="177" y="136"/>
                </a:lnTo>
                <a:lnTo>
                  <a:pt x="169" y="110"/>
                </a:lnTo>
                <a:lnTo>
                  <a:pt x="144" y="102"/>
                </a:lnTo>
                <a:lnTo>
                  <a:pt x="59" y="102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7" name=""/>
          <p:cNvSpPr/>
          <p:nvPr/>
        </p:nvSpPr>
        <p:spPr>
          <a:xfrm rot="0">
            <a:off x="2862262" y="4948237"/>
            <a:ext cx="76200" cy="107950"/>
          </a:xfrm>
          <a:custGeom>
            <a:avLst/>
            <a:ahLst/>
            <a:rect l="0" t="0" r="r" b="b"/>
            <a:pathLst>
              <a:path w="144" h="203">
                <a:moveTo>
                  <a:pt x="144" y="0"/>
                </a:moveTo>
                <a:lnTo>
                  <a:pt x="92" y="0"/>
                </a:lnTo>
                <a:lnTo>
                  <a:pt x="67" y="8"/>
                </a:lnTo>
                <a:lnTo>
                  <a:pt x="41" y="25"/>
                </a:lnTo>
                <a:lnTo>
                  <a:pt x="25" y="51"/>
                </a:lnTo>
                <a:lnTo>
                  <a:pt x="0" y="152"/>
                </a:lnTo>
                <a:lnTo>
                  <a:pt x="0" y="170"/>
                </a:lnTo>
                <a:lnTo>
                  <a:pt x="8" y="187"/>
                </a:lnTo>
                <a:lnTo>
                  <a:pt x="25" y="203"/>
                </a:lnTo>
                <a:lnTo>
                  <a:pt x="84" y="203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8" name=""/>
          <p:cNvSpPr/>
          <p:nvPr/>
        </p:nvSpPr>
        <p:spPr>
          <a:xfrm rot="0">
            <a:off x="4987925" y="2667000"/>
            <a:ext cx="80962" cy="107950"/>
          </a:xfrm>
          <a:custGeom>
            <a:avLst/>
            <a:ahLst/>
            <a:rect l="0" t="0" r="r" b="b"/>
            <a:pathLst>
              <a:path w="152" h="204">
                <a:moveTo>
                  <a:pt x="135" y="204"/>
                </a:moveTo>
                <a:lnTo>
                  <a:pt x="109" y="161"/>
                </a:lnTo>
                <a:lnTo>
                  <a:pt x="152" y="0"/>
                </a:lnTo>
                <a:lnTo>
                  <a:pt x="84" y="0"/>
                </a:lnTo>
                <a:lnTo>
                  <a:pt x="50" y="8"/>
                </a:lnTo>
                <a:lnTo>
                  <a:pt x="34" y="25"/>
                </a:lnTo>
                <a:lnTo>
                  <a:pt x="24" y="42"/>
                </a:lnTo>
                <a:lnTo>
                  <a:pt x="0" y="152"/>
                </a:lnTo>
                <a:lnTo>
                  <a:pt x="0" y="169"/>
                </a:lnTo>
                <a:lnTo>
                  <a:pt x="8" y="194"/>
                </a:lnTo>
                <a:lnTo>
                  <a:pt x="24" y="204"/>
                </a:lnTo>
                <a:lnTo>
                  <a:pt x="50" y="204"/>
                </a:lnTo>
                <a:lnTo>
                  <a:pt x="76" y="194"/>
                </a:lnTo>
                <a:lnTo>
                  <a:pt x="93" y="186"/>
                </a:lnTo>
                <a:lnTo>
                  <a:pt x="109" y="16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09" name=""/>
          <p:cNvSpPr/>
          <p:nvPr/>
        </p:nvSpPr>
        <p:spPr>
          <a:xfrm rot="0" flipV="1">
            <a:off x="5140325" y="261302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0" name=""/>
          <p:cNvSpPr/>
          <p:nvPr/>
        </p:nvSpPr>
        <p:spPr>
          <a:xfrm rot="0" flipH="1">
            <a:off x="5184775" y="261302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1" name=""/>
          <p:cNvSpPr/>
          <p:nvPr/>
        </p:nvSpPr>
        <p:spPr>
          <a:xfrm rot="0">
            <a:off x="5238750" y="2605087"/>
            <a:ext cx="49212" cy="187325"/>
          </a:xfrm>
          <a:custGeom>
            <a:avLst/>
            <a:ahLst/>
            <a:rect l="0" t="0" r="r" b="b"/>
            <a:pathLst>
              <a:path w="93" h="356">
                <a:moveTo>
                  <a:pt x="8" y="356"/>
                </a:moveTo>
                <a:lnTo>
                  <a:pt x="0" y="323"/>
                </a:lnTo>
                <a:lnTo>
                  <a:pt x="0" y="280"/>
                </a:lnTo>
                <a:lnTo>
                  <a:pt x="8" y="204"/>
                </a:lnTo>
                <a:lnTo>
                  <a:pt x="34" y="119"/>
                </a:lnTo>
                <a:lnTo>
                  <a:pt x="67" y="43"/>
                </a:lnTo>
                <a:lnTo>
                  <a:pt x="93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2" name=""/>
          <p:cNvSpPr/>
          <p:nvPr/>
        </p:nvSpPr>
        <p:spPr>
          <a:xfrm rot="0">
            <a:off x="5322887" y="2667000"/>
            <a:ext cx="76200" cy="107950"/>
          </a:xfrm>
          <a:custGeom>
            <a:avLst/>
            <a:ahLst/>
            <a:rect l="0" t="0" r="r" b="b"/>
            <a:pathLst>
              <a:path w="144" h="204">
                <a:moveTo>
                  <a:pt x="144" y="0"/>
                </a:moveTo>
                <a:lnTo>
                  <a:pt x="93" y="0"/>
                </a:lnTo>
                <a:lnTo>
                  <a:pt x="68" y="8"/>
                </a:lnTo>
                <a:lnTo>
                  <a:pt x="42" y="25"/>
                </a:lnTo>
                <a:lnTo>
                  <a:pt x="26" y="50"/>
                </a:lnTo>
                <a:lnTo>
                  <a:pt x="0" y="152"/>
                </a:lnTo>
                <a:lnTo>
                  <a:pt x="0" y="169"/>
                </a:lnTo>
                <a:lnTo>
                  <a:pt x="8" y="186"/>
                </a:lnTo>
                <a:lnTo>
                  <a:pt x="26" y="204"/>
                </a:lnTo>
                <a:lnTo>
                  <a:pt x="85" y="204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3" name=""/>
          <p:cNvSpPr/>
          <p:nvPr/>
        </p:nvSpPr>
        <p:spPr>
          <a:xfrm rot="0" flipV="1">
            <a:off x="5457825" y="2613025"/>
            <a:ext cx="17462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4" name=""/>
          <p:cNvSpPr/>
          <p:nvPr/>
        </p:nvSpPr>
        <p:spPr>
          <a:xfrm rot="0" flipH="1">
            <a:off x="5502275" y="2613025"/>
            <a:ext cx="19050" cy="36512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5" name=""/>
          <p:cNvSpPr/>
          <p:nvPr/>
        </p:nvSpPr>
        <p:spPr>
          <a:xfrm rot="0">
            <a:off x="5538787" y="2605087"/>
            <a:ext cx="57150" cy="187325"/>
          </a:xfrm>
          <a:custGeom>
            <a:avLst/>
            <a:ahLst/>
            <a:rect l="0" t="0" r="r" b="b"/>
            <a:pathLst>
              <a:path w="109" h="356">
                <a:moveTo>
                  <a:pt x="0" y="356"/>
                </a:moveTo>
                <a:lnTo>
                  <a:pt x="25" y="323"/>
                </a:lnTo>
                <a:lnTo>
                  <a:pt x="67" y="238"/>
                </a:lnTo>
                <a:lnTo>
                  <a:pt x="93" y="161"/>
                </a:lnTo>
                <a:lnTo>
                  <a:pt x="109" y="76"/>
                </a:lnTo>
                <a:lnTo>
                  <a:pt x="109" y="0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6" name=""/>
          <p:cNvSpPr/>
          <p:nvPr/>
        </p:nvSpPr>
        <p:spPr>
          <a:xfrm rot="0">
            <a:off x="5370512" y="3133725"/>
            <a:ext cx="95250" cy="160337"/>
          </a:xfrm>
          <a:custGeom>
            <a:avLst/>
            <a:ahLst/>
            <a:rect l="0" t="0" r="r" b="b"/>
            <a:pathLst>
              <a:path w="178" h="304">
                <a:moveTo>
                  <a:pt x="84" y="0"/>
                </a:moveTo>
                <a:lnTo>
                  <a:pt x="0" y="304"/>
                </a:lnTo>
                <a:lnTo>
                  <a:pt x="76" y="304"/>
                </a:lnTo>
                <a:lnTo>
                  <a:pt x="109" y="296"/>
                </a:lnTo>
                <a:lnTo>
                  <a:pt x="135" y="279"/>
                </a:lnTo>
                <a:lnTo>
                  <a:pt x="152" y="254"/>
                </a:lnTo>
                <a:lnTo>
                  <a:pt x="178" y="160"/>
                </a:lnTo>
                <a:lnTo>
                  <a:pt x="178" y="135"/>
                </a:lnTo>
                <a:lnTo>
                  <a:pt x="169" y="110"/>
                </a:lnTo>
                <a:lnTo>
                  <a:pt x="143" y="101"/>
                </a:lnTo>
                <a:lnTo>
                  <a:pt x="59" y="101"/>
                </a:lnTo>
              </a:path>
            </a:pathLst>
          </a:custGeom>
          <a:noFill/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7" name=""/>
          <p:cNvSpPr/>
          <p:nvPr/>
        </p:nvSpPr>
        <p:spPr>
          <a:xfrm rot="0" flipV="1">
            <a:off x="5532437" y="3133725"/>
            <a:ext cx="17462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8" name=""/>
          <p:cNvSpPr/>
          <p:nvPr/>
        </p:nvSpPr>
        <p:spPr>
          <a:xfrm rot="0" flipH="1">
            <a:off x="5576887" y="3133725"/>
            <a:ext cx="17462" cy="34925"/>
          </a:xfrm>
          <a:prstGeom prst="line"/>
          <a:solidFill>
            <a:srgbClr val="FFFFFF"/>
          </a:solidFill>
          <a:ln w="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119" name=""/>
          <p:cNvSpPr/>
          <p:nvPr/>
        </p:nvSpPr>
        <p:spPr>
          <a:xfrm rot="0">
            <a:off x="2309812" y="3082925"/>
            <a:ext cx="3332162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120" name=""/>
          <p:cNvSpPr/>
          <p:nvPr/>
        </p:nvSpPr>
        <p:spPr>
          <a:xfrm rot="0">
            <a:off x="1808162" y="2878137"/>
            <a:ext cx="3330575" cy="1587"/>
          </a:xfrm>
          <a:prstGeom prst="line"/>
          <a:solidFill>
            <a:srgbClr val="FFFFFF"/>
          </a:solidFill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iming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02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503" name=""/>
          <p:cNvGrpSpPr/>
          <p:nvPr/>
        </p:nvGrpSpPr>
        <p:grpSpPr>
          <a:xfrm rot="0">
            <a:off x="228600" y="0"/>
            <a:ext cx="2500312" cy="2840037"/>
            <a:chOff x="144" y="0"/>
            <a:chExt cx="1528" cy="1789"/>
          </a:xfrm>
        </p:grpSpPr>
        <p:sp>
          <p:nvSpPr>
            <p:cNvPr id="1088121" name=""/>
            <p:cNvSpPr/>
            <p:nvPr/>
          </p:nvSpPr>
          <p:spPr>
            <a:xfrm rot="0" flipH="1">
              <a:off x="192" y="1296"/>
              <a:ext cx="772" cy="1"/>
            </a:xfrm>
            <a:prstGeom prst="line"/>
            <a:solidFill>
              <a:srgbClr val="FFFFFF"/>
            </a:solidFill>
            <a:ln w="28575" cap="flat" cmpd="sng">
              <a:solidFill>
                <a:srgbClr val="3333C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122" name=""/>
            <p:cNvSpPr/>
            <p:nvPr/>
          </p:nvSpPr>
          <p:spPr>
            <a:xfrm rot="0" flipH="1" flipV="1">
              <a:off x="928" y="421"/>
              <a:ext cx="713" cy="218"/>
            </a:xfrm>
            <a:prstGeom prst="line"/>
            <a:solidFill>
              <a:srgbClr val="FFFFFF"/>
            </a:solidFill>
            <a:ln w="28575" cap="flat" cmpd="sng">
              <a:solidFill>
                <a:srgbClr val="3333CC">
                  <a:alpha val="100000"/>
                </a:srgbClr>
              </a:solidFill>
              <a:prstDash val="solid"/>
              <a:round/>
              <a:headEnd type="triangle" w="med" len="med"/>
            </a:ln>
          </p:spPr>
        </p:sp>
        <p:sp>
          <p:nvSpPr>
            <p:cNvPr id="1088123" name=""/>
            <p:cNvSpPr/>
            <p:nvPr/>
          </p:nvSpPr>
          <p:spPr>
            <a:xfrm rot="0" flipH="1" flipV="1">
              <a:off x="933" y="866"/>
              <a:ext cx="739" cy="123"/>
            </a:xfrm>
            <a:prstGeom prst="line"/>
            <a:solidFill>
              <a:srgbClr val="FFFFFF"/>
            </a:solidFill>
            <a:ln w="28575" cap="flat" cmpd="sng">
              <a:solidFill>
                <a:srgbClr val="FF3300">
                  <a:alpha val="100000"/>
                </a:srgbClr>
              </a:solidFill>
              <a:prstDash val="solid"/>
              <a:round/>
              <a:headEnd type="triangle" w="med" len="med"/>
            </a:ln>
          </p:spPr>
        </p:sp>
        <p:sp>
          <p:nvSpPr>
            <p:cNvPr id="1088124" name=""/>
            <p:cNvSpPr/>
            <p:nvPr/>
          </p:nvSpPr>
          <p:spPr>
            <a:xfrm rot="0" flipH="1">
              <a:off x="938" y="1097"/>
              <a:ext cx="604" cy="207"/>
            </a:xfrm>
            <a:prstGeom prst="line"/>
            <a:solidFill>
              <a:srgbClr val="FFFFFF"/>
            </a:solidFill>
            <a:ln w="28575" cap="flat" cmpd="sng">
              <a:solidFill>
                <a:srgbClr val="3333CC">
                  <a:alpha val="100000"/>
                </a:srgbClr>
              </a:solidFill>
              <a:prstDash val="solid"/>
              <a:round/>
              <a:headEnd type="triangle" w="med" len="med"/>
            </a:ln>
          </p:spPr>
        </p:sp>
        <p:sp>
          <p:nvSpPr>
            <p:cNvPr id="1088125" name=""/>
            <p:cNvSpPr/>
            <p:nvPr/>
          </p:nvSpPr>
          <p:spPr>
            <a:xfrm rot="0" flipH="1">
              <a:off x="912" y="1296"/>
              <a:ext cx="487" cy="329"/>
            </a:xfrm>
            <a:prstGeom prst="line"/>
            <a:solidFill>
              <a:srgbClr val="FFFFFF"/>
            </a:solidFill>
            <a:ln w="28575" cap="flat" cmpd="sng">
              <a:solidFill>
                <a:srgbClr val="FF3300">
                  <a:alpha val="100000"/>
                </a:srgbClr>
              </a:solidFill>
              <a:prstDash val="solid"/>
              <a:round/>
              <a:headEnd type="triangle" w="med" len="med"/>
            </a:ln>
          </p:spPr>
        </p:sp>
        <p:sp>
          <p:nvSpPr>
            <p:cNvPr id="1088126" name=""/>
            <p:cNvSpPr/>
            <p:nvPr/>
          </p:nvSpPr>
          <p:spPr>
            <a:xfrm rot="0" flipH="1">
              <a:off x="144" y="432"/>
              <a:ext cx="816" cy="0"/>
            </a:xfrm>
            <a:prstGeom prst="line"/>
            <a:noFill/>
            <a:ln w="28575" cap="flat" cmpd="sng">
              <a:solidFill>
                <a:srgbClr val="3333C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127" name=""/>
            <p:cNvSpPr txBox="1"/>
            <p:nvPr/>
          </p:nvSpPr>
          <p:spPr>
            <a:xfrm rot="0">
              <a:off x="144" y="0"/>
              <a:ext cx="879" cy="442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2000" lang="zh-CN">
                  <a:solidFill>
                    <a:srgbClr val="0000FF"/>
                  </a:solidFill>
                  <a:ea typeface="黑体" pitchFamily="2" charset="-122"/>
                </a:rPr>
                <a:t>圆柱与圆柱相贯线</a:t>
              </a:r>
            </a:p>
          </p:txBody>
        </p:sp>
        <p:sp>
          <p:nvSpPr>
            <p:cNvPr id="1088128" name=""/>
            <p:cNvSpPr/>
            <p:nvPr/>
          </p:nvSpPr>
          <p:spPr>
            <a:xfrm rot="0" flipH="1">
              <a:off x="240" y="864"/>
              <a:ext cx="720" cy="0"/>
            </a:xfrm>
            <a:prstGeom prst="line"/>
            <a:noFill/>
            <a:ln w="28575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129" name=""/>
            <p:cNvSpPr txBox="1"/>
            <p:nvPr/>
          </p:nvSpPr>
          <p:spPr>
            <a:xfrm rot="0">
              <a:off x="144" y="595"/>
              <a:ext cx="811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1800" lang="zh-CN">
                  <a:solidFill>
                    <a:srgbClr val="FF3300"/>
                  </a:solidFill>
                  <a:ea typeface="黑体" pitchFamily="2" charset="-122"/>
                </a:rPr>
                <a:t>平面与圆柱</a:t>
              </a:r>
            </a:p>
            <a:p>
              <a:pPr lvl="0"/>
              <a:r>
                <a:rPr altLang="en-US" b="1" sz="1800" lang="zh-CN">
                  <a:solidFill>
                    <a:srgbClr val="FF3300"/>
                  </a:solidFill>
                  <a:ea typeface="黑体" pitchFamily="2" charset="-122"/>
                </a:rPr>
                <a:t>截交线</a:t>
              </a:r>
            </a:p>
          </p:txBody>
        </p:sp>
        <p:sp>
          <p:nvSpPr>
            <p:cNvPr id="1088130" name=""/>
            <p:cNvSpPr txBox="1"/>
            <p:nvPr/>
          </p:nvSpPr>
          <p:spPr>
            <a:xfrm rot="0">
              <a:off x="144" y="1347"/>
              <a:ext cx="889" cy="44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2000" lang="zh-CN">
                  <a:solidFill>
                    <a:srgbClr val="0000FF"/>
                  </a:solidFill>
                  <a:ea typeface="黑体" pitchFamily="2" charset="-122"/>
                </a:rPr>
                <a:t>圆柱与圆柱</a:t>
              </a:r>
            </a:p>
            <a:p>
              <a:pPr lvl="0"/>
              <a:r>
                <a:rPr altLang="en-US" b="1" sz="2000" lang="zh-CN">
                  <a:solidFill>
                    <a:srgbClr val="0000FF"/>
                  </a:solidFill>
                  <a:ea typeface="黑体" pitchFamily="2" charset="-122"/>
                </a:rPr>
                <a:t>相贯线</a:t>
              </a:r>
            </a:p>
          </p:txBody>
        </p:sp>
        <p:sp>
          <p:nvSpPr>
            <p:cNvPr id="1088131" name=""/>
            <p:cNvSpPr txBox="1"/>
            <p:nvPr/>
          </p:nvSpPr>
          <p:spPr>
            <a:xfrm rot="0">
              <a:off x="144" y="930"/>
              <a:ext cx="1044" cy="51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lang="zh-CN">
                  <a:solidFill>
                    <a:srgbClr val="3333FF"/>
                  </a:solidFill>
                  <a:ea typeface="黑体" pitchFamily="2" charset="-122"/>
                </a:rPr>
                <a:t>平面与平面</a:t>
              </a:r>
            </a:p>
            <a:p>
              <a:pPr lvl="0"/>
              <a:r>
                <a:rPr altLang="en-US" b="1" lang="zh-CN">
                  <a:solidFill>
                    <a:srgbClr val="3333FF"/>
                  </a:solidFill>
                  <a:ea typeface="黑体" pitchFamily="2" charset="-122"/>
                </a:rPr>
                <a:t>交线</a:t>
              </a:r>
            </a:p>
          </p:txBody>
        </p:sp>
        <p:sp>
          <p:nvSpPr>
            <p:cNvPr id="1088132" name=""/>
            <p:cNvSpPr/>
            <p:nvPr/>
          </p:nvSpPr>
          <p:spPr>
            <a:xfrm rot="0" flipH="1">
              <a:off x="144" y="1632"/>
              <a:ext cx="768" cy="0"/>
            </a:xfrm>
            <a:prstGeom prst="line"/>
            <a:noFill/>
            <a:ln w="28575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04" name=""/>
          <p:cNvGrpSpPr/>
          <p:nvPr/>
        </p:nvGrpSpPr>
        <p:grpSpPr>
          <a:xfrm rot="0">
            <a:off x="5041900" y="2590800"/>
            <a:ext cx="3873500" cy="4267200"/>
            <a:chOff x="2994" y="1632"/>
            <a:chExt cx="2440" cy="2688"/>
          </a:xfrm>
        </p:grpSpPr>
        <p:graphicFrame>
          <p:nvGraphicFramePr>
            <p:cNvPr id="4194310" name=""/>
            <p:cNvGraphicFramePr>
              <a:graphicFrameLocks/>
            </p:cNvGraphicFramePr>
            <p:nvPr/>
          </p:nvGraphicFramePr>
          <p:xfrm rot="0">
            <a:off x="2994" y="1632"/>
            <a:ext cx="2440" cy="26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BMP 图象" r:id="rId1" spid="" imgH="2688" imgW="2440" showAsIcon="0" progId="Paint.Picture">
                    <p:embed followColorScheme="full"/>
                    <p:pic>
                      <p:nvPicPr>
                        <p:cNvPr id="2097214" name=""/>
                        <p:cNvPicPr>
                          <a:picLocks/>
                        </p:cNvPicPr>
                        <p:nvPr/>
                      </p:nvPicPr>
                      <p:blipFill>
                        <a:blip xmlns:r="http://schemas.openxmlformats.org/officeDocument/2006/relationships" r:embed="rId2"/>
                        <a:srcRect l="0" t="0" r="0" b="0"/>
                        <a:stretch>
                          <a:fillRect/>
                        </a:stretch>
                      </p:blipFill>
                      <p:spPr>
                        <a:xfrm rot="0">
                          <a:off x="2994" y="1632"/>
                          <a:ext cx="2440" cy="2688"/>
                        </a:xfrm>
                        <a:prstGeom prst="rect"/>
                        <a:noFill/>
                        <a:ln>
                          <a:noFill/>
                        </a:ln>
                      </p:spPr>
                    </p:pic>
                  </p:oleObj>
                </mc:Choice>
                <mc:Fallback>
                  <p:oleObj name="BMP 图象" r:id="rId1" spid="" imgH="2688" imgW="2440" showAsIcon="0" progId="Paint.Picture">
                    <p:embed followColorScheme="full"/>
                    <p:pic>
                      <p:nvPicPr>
                        <p:cNvPr id="2097214" name=""/>
                        <p:cNvPicPr>
                          <a:picLocks/>
                        </p:cNvPicPr>
                        <p:nvPr/>
                      </p:nvPicPr>
                      <p:blipFill>
                        <a:blip xmlns:r="http://schemas.openxmlformats.org/officeDocument/2006/relationships" r:embed="rId2"/>
                        <a:srcRect l="0" t="0" r="0" b="0"/>
                        <a:stretch>
                          <a:fillRect/>
                        </a:stretch>
                      </p:blipFill>
                      <p:spPr>
                        <a:xfrm rot="0">
                          <a:off x="2994" y="1632"/>
                          <a:ext cx="2440" cy="2688"/>
                        </a:xfrm>
                        <a:prstGeom prst="rect"/>
                        <a:noFill/>
                        <a:ln>
                          <a:noFill/>
                        </a:ln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88133" name=""/>
            <p:cNvSpPr txBox="1"/>
            <p:nvPr/>
          </p:nvSpPr>
          <p:spPr>
            <a:xfrm rot="0">
              <a:off x="4080" y="3024"/>
              <a:ext cx="52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 </a:t>
              </a:r>
              <a:r>
                <a:rPr altLang="zh-CN" b="1" sz="3600" lang="en-US">
                  <a:solidFill>
                    <a:srgbClr val="FF3300"/>
                  </a:solidFill>
                  <a:sym typeface="Symbol" pitchFamily="18" charset="2"/>
                </a:rPr>
                <a:t>A</a:t>
              </a:r>
            </a:p>
          </p:txBody>
        </p:sp>
        <p:sp>
          <p:nvSpPr>
            <p:cNvPr id="1088134" name=""/>
            <p:cNvSpPr txBox="1"/>
            <p:nvPr/>
          </p:nvSpPr>
          <p:spPr>
            <a:xfrm rot="0">
              <a:off x="3888" y="3504"/>
              <a:ext cx="720" cy="404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  </a:t>
              </a:r>
              <a:r>
                <a:rPr altLang="zh-CN" b="1" sz="3600" lang="en-US">
                  <a:solidFill>
                    <a:srgbClr val="FF3300"/>
                  </a:solidFill>
                  <a:sym typeface="Symbol" pitchFamily="18" charset="2"/>
                </a:rPr>
                <a:t>B</a:t>
              </a:r>
            </a:p>
          </p:txBody>
        </p:sp>
      </p:grpSp>
      <p:sp>
        <p:nvSpPr>
          <p:cNvPr id="1088135" name=""/>
          <p:cNvSpPr/>
          <p:nvPr/>
        </p:nvSpPr>
        <p:spPr>
          <a:xfrm rot="0">
            <a:off x="-111125" y="5791200"/>
            <a:ext cx="4932362" cy="1066800"/>
          </a:xfrm>
          <a:prstGeom prst="rect"/>
          <a:noFill/>
          <a:ln>
            <a:noFill/>
          </a:ln>
        </p:spPr>
        <p:txBody>
          <a:bodyPr anchor="ctr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试分析物体的表面交线，并画全三视图</a:t>
            </a:r>
            <a:r>
              <a:rPr altLang="en-US" lang="zh-CN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1088136" name=""/>
          <p:cNvSpPr/>
          <p:nvPr/>
        </p:nvSpPr>
        <p:spPr>
          <a:xfrm rot="0">
            <a:off x="6172200" y="3962400"/>
            <a:ext cx="839787" cy="6413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3600" lang="zh-CN">
                <a:solidFill>
                  <a:srgbClr val="FF0000"/>
                </a:solidFill>
                <a:sym typeface="Symbol" pitchFamily="18" charset="2"/>
              </a:rPr>
              <a:t> </a:t>
            </a:r>
            <a:r>
              <a:rPr altLang="zh-CN" b="1" sz="3600" lang="en-US">
                <a:solidFill>
                  <a:srgbClr val="FF0000"/>
                </a:solidFill>
                <a:sym typeface="Symbol" pitchFamily="18" charset="2"/>
              </a:rPr>
              <a:t>C</a:t>
            </a:r>
          </a:p>
        </p:txBody>
      </p:sp>
      <p:sp>
        <p:nvSpPr>
          <p:cNvPr id="1088137" name=""/>
          <p:cNvSpPr/>
          <p:nvPr/>
        </p:nvSpPr>
        <p:spPr>
          <a:xfrm rot="0">
            <a:off x="2262187" y="304800"/>
            <a:ext cx="785812" cy="70167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4000" lang="zh-CN">
                <a:solidFill>
                  <a:srgbClr val="0000FF"/>
                </a:solidFill>
                <a:sym typeface="Symbol" pitchFamily="18" charset="2"/>
              </a:rPr>
              <a:t></a:t>
            </a:r>
            <a:r>
              <a:rPr altLang="zh-CN" b="1" sz="4000" lang="en-US">
                <a:solidFill>
                  <a:srgbClr val="0000FF"/>
                </a:solidFill>
                <a:sym typeface="Symbol" pitchFamily="18" charset="2"/>
              </a:rPr>
              <a:t>c'</a:t>
            </a:r>
          </a:p>
        </p:txBody>
      </p:sp>
      <p:sp>
        <p:nvSpPr>
          <p:cNvPr id="1088138" name=""/>
          <p:cNvSpPr/>
          <p:nvPr/>
        </p:nvSpPr>
        <p:spPr>
          <a:xfrm rot="0">
            <a:off x="6083300" y="365125"/>
            <a:ext cx="927100" cy="70167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4000" lang="zh-CN">
                <a:solidFill>
                  <a:srgbClr val="0000FF"/>
                </a:solidFill>
                <a:sym typeface="Symbol" pitchFamily="18" charset="2"/>
              </a:rPr>
              <a:t></a:t>
            </a:r>
            <a:r>
              <a:rPr altLang="zh-CN" b="1" sz="4000" lang="en-US">
                <a:solidFill>
                  <a:srgbClr val="0000FF"/>
                </a:solidFill>
                <a:sym typeface="Symbol" pitchFamily="18" charset="2"/>
              </a:rPr>
              <a:t>c"</a:t>
            </a:r>
          </a:p>
        </p:txBody>
      </p:sp>
      <p:grpSp>
        <p:nvGrpSpPr>
          <p:cNvPr id="505" name=""/>
          <p:cNvGrpSpPr/>
          <p:nvPr/>
        </p:nvGrpSpPr>
        <p:grpSpPr>
          <a:xfrm rot="0">
            <a:off x="1692275" y="304800"/>
            <a:ext cx="5768975" cy="5257800"/>
            <a:chOff x="1066" y="192"/>
            <a:chExt cx="3634" cy="3312"/>
          </a:xfrm>
        </p:grpSpPr>
        <p:grpSp>
          <p:nvGrpSpPr>
            <p:cNvPr id="506" name=""/>
            <p:cNvGrpSpPr/>
            <p:nvPr/>
          </p:nvGrpSpPr>
          <p:grpSpPr>
            <a:xfrm rot="0">
              <a:off x="1066" y="192"/>
              <a:ext cx="3634" cy="3312"/>
              <a:chOff x="1066" y="192"/>
              <a:chExt cx="3634" cy="3312"/>
            </a:xfrm>
          </p:grpSpPr>
          <p:sp>
            <p:nvSpPr>
              <p:cNvPr id="1088139" name=""/>
              <p:cNvSpPr/>
              <p:nvPr/>
            </p:nvSpPr>
            <p:spPr>
              <a:xfrm rot="0">
                <a:off x="2116" y="192"/>
                <a:ext cx="3" cy="23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0" name=""/>
              <p:cNvSpPr/>
              <p:nvPr/>
            </p:nvSpPr>
            <p:spPr>
              <a:xfrm rot="0">
                <a:off x="2116" y="520"/>
                <a:ext cx="3" cy="9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1" name=""/>
              <p:cNvSpPr/>
              <p:nvPr/>
            </p:nvSpPr>
            <p:spPr>
              <a:xfrm rot="0">
                <a:off x="2116" y="699"/>
                <a:ext cx="3" cy="45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2" name=""/>
              <p:cNvSpPr/>
              <p:nvPr/>
            </p:nvSpPr>
            <p:spPr>
              <a:xfrm rot="0">
                <a:off x="2116" y="1242"/>
                <a:ext cx="3" cy="88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3" name=""/>
              <p:cNvSpPr/>
              <p:nvPr/>
            </p:nvSpPr>
            <p:spPr>
              <a:xfrm rot="0">
                <a:off x="2116" y="1421"/>
                <a:ext cx="3" cy="23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4" name=""/>
              <p:cNvSpPr/>
              <p:nvPr/>
            </p:nvSpPr>
            <p:spPr>
              <a:xfrm rot="0">
                <a:off x="1066" y="2653"/>
                <a:ext cx="49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5" name=""/>
              <p:cNvSpPr/>
              <p:nvPr/>
            </p:nvSpPr>
            <p:spPr>
              <a:xfrm rot="0">
                <a:off x="1648" y="2653"/>
                <a:ext cx="8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6" name=""/>
              <p:cNvSpPr/>
              <p:nvPr/>
            </p:nvSpPr>
            <p:spPr>
              <a:xfrm rot="0">
                <a:off x="1824" y="2653"/>
                <a:ext cx="439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7" name=""/>
              <p:cNvSpPr/>
              <p:nvPr/>
            </p:nvSpPr>
            <p:spPr>
              <a:xfrm rot="0">
                <a:off x="2352" y="2653"/>
                <a:ext cx="8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8" name=""/>
              <p:cNvSpPr/>
              <p:nvPr/>
            </p:nvSpPr>
            <p:spPr>
              <a:xfrm rot="0">
                <a:off x="2525" y="2653"/>
                <a:ext cx="49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49" name=""/>
              <p:cNvSpPr/>
              <p:nvPr/>
            </p:nvSpPr>
            <p:spPr>
              <a:xfrm rot="0">
                <a:off x="3938" y="220"/>
                <a:ext cx="2" cy="58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0" name=""/>
              <p:cNvSpPr/>
              <p:nvPr/>
            </p:nvSpPr>
            <p:spPr>
              <a:xfrm rot="0">
                <a:off x="3938" y="894"/>
                <a:ext cx="2" cy="9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1" name=""/>
              <p:cNvSpPr/>
              <p:nvPr/>
            </p:nvSpPr>
            <p:spPr>
              <a:xfrm rot="0">
                <a:off x="3938" y="1074"/>
                <a:ext cx="2" cy="584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2" name=""/>
              <p:cNvSpPr/>
              <p:nvPr/>
            </p:nvSpPr>
            <p:spPr>
              <a:xfrm rot="0">
                <a:off x="1149" y="807"/>
                <a:ext cx="24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3" name=""/>
              <p:cNvSpPr/>
              <p:nvPr/>
            </p:nvSpPr>
            <p:spPr>
              <a:xfrm rot="0">
                <a:off x="1484" y="807"/>
                <a:ext cx="8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4" name=""/>
              <p:cNvSpPr/>
              <p:nvPr/>
            </p:nvSpPr>
            <p:spPr>
              <a:xfrm rot="0">
                <a:off x="1660" y="807"/>
                <a:ext cx="24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5" name=""/>
              <p:cNvSpPr/>
              <p:nvPr/>
            </p:nvSpPr>
            <p:spPr>
              <a:xfrm rot="0">
                <a:off x="1149" y="1091"/>
                <a:ext cx="28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6" name=""/>
              <p:cNvSpPr/>
              <p:nvPr/>
            </p:nvSpPr>
            <p:spPr>
              <a:xfrm rot="0">
                <a:off x="1564" y="2084"/>
                <a:ext cx="1105" cy="1137"/>
              </a:xfrm>
              <a:custGeom>
                <a:avLst/>
                <a:ahLst/>
                <a:rect l="0" t="0" r="r" b="b"/>
                <a:pathLst>
                  <a:path w="5643" h="5650">
                    <a:moveTo>
                      <a:pt x="5643" y="2825"/>
                    </a:moveTo>
                    <a:lnTo>
                      <a:pt x="5546" y="2094"/>
                    </a:lnTo>
                    <a:lnTo>
                      <a:pt x="5265" y="1412"/>
                    </a:lnTo>
                    <a:lnTo>
                      <a:pt x="4816" y="828"/>
                    </a:lnTo>
                    <a:lnTo>
                      <a:pt x="4232" y="378"/>
                    </a:lnTo>
                    <a:lnTo>
                      <a:pt x="3551" y="97"/>
                    </a:lnTo>
                    <a:lnTo>
                      <a:pt x="2821" y="0"/>
                    </a:lnTo>
                    <a:lnTo>
                      <a:pt x="2091" y="97"/>
                    </a:lnTo>
                    <a:lnTo>
                      <a:pt x="1411" y="378"/>
                    </a:lnTo>
                    <a:lnTo>
                      <a:pt x="826" y="828"/>
                    </a:lnTo>
                    <a:lnTo>
                      <a:pt x="378" y="1412"/>
                    </a:lnTo>
                    <a:lnTo>
                      <a:pt x="96" y="2094"/>
                    </a:lnTo>
                    <a:lnTo>
                      <a:pt x="0" y="2825"/>
                    </a:lnTo>
                    <a:lnTo>
                      <a:pt x="96" y="3556"/>
                    </a:lnTo>
                    <a:lnTo>
                      <a:pt x="378" y="4238"/>
                    </a:lnTo>
                    <a:lnTo>
                      <a:pt x="826" y="4823"/>
                    </a:lnTo>
                    <a:lnTo>
                      <a:pt x="1411" y="5271"/>
                    </a:lnTo>
                    <a:lnTo>
                      <a:pt x="2091" y="5554"/>
                    </a:lnTo>
                    <a:lnTo>
                      <a:pt x="2821" y="5650"/>
                    </a:lnTo>
                    <a:lnTo>
                      <a:pt x="3551" y="5554"/>
                    </a:lnTo>
                    <a:lnTo>
                      <a:pt x="4232" y="5271"/>
                    </a:lnTo>
                    <a:lnTo>
                      <a:pt x="4816" y="4823"/>
                    </a:lnTo>
                    <a:lnTo>
                      <a:pt x="5265" y="4238"/>
                    </a:lnTo>
                    <a:lnTo>
                      <a:pt x="5546" y="3556"/>
                    </a:lnTo>
                    <a:lnTo>
                      <a:pt x="5643" y="2825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7" name=""/>
              <p:cNvSpPr/>
              <p:nvPr/>
            </p:nvSpPr>
            <p:spPr>
              <a:xfrm rot="0">
                <a:off x="1408" y="1875"/>
                <a:ext cx="1462" cy="1555"/>
              </a:xfrm>
              <a:custGeom>
                <a:avLst/>
                <a:ahLst/>
                <a:rect l="0" t="0" r="r" b="b"/>
                <a:pathLst>
                  <a:path w="7471" h="7737">
                    <a:moveTo>
                      <a:pt x="0" y="5281"/>
                    </a:moveTo>
                    <a:lnTo>
                      <a:pt x="398" y="6041"/>
                    </a:lnTo>
                    <a:lnTo>
                      <a:pt x="953" y="6695"/>
                    </a:lnTo>
                    <a:lnTo>
                      <a:pt x="1640" y="7212"/>
                    </a:lnTo>
                    <a:lnTo>
                      <a:pt x="2422" y="7564"/>
                    </a:lnTo>
                    <a:lnTo>
                      <a:pt x="3262" y="7737"/>
                    </a:lnTo>
                    <a:lnTo>
                      <a:pt x="4120" y="7719"/>
                    </a:lnTo>
                    <a:lnTo>
                      <a:pt x="4953" y="7514"/>
                    </a:lnTo>
                    <a:lnTo>
                      <a:pt x="5721" y="7130"/>
                    </a:lnTo>
                    <a:lnTo>
                      <a:pt x="6385" y="6587"/>
                    </a:lnTo>
                    <a:lnTo>
                      <a:pt x="6914" y="5911"/>
                    </a:lnTo>
                    <a:lnTo>
                      <a:pt x="7282" y="5135"/>
                    </a:lnTo>
                    <a:lnTo>
                      <a:pt x="7471" y="4297"/>
                    </a:lnTo>
                    <a:lnTo>
                      <a:pt x="7471" y="3438"/>
                    </a:lnTo>
                    <a:lnTo>
                      <a:pt x="7282" y="2601"/>
                    </a:lnTo>
                    <a:lnTo>
                      <a:pt x="6914" y="1825"/>
                    </a:lnTo>
                    <a:lnTo>
                      <a:pt x="6385" y="1149"/>
                    </a:lnTo>
                    <a:lnTo>
                      <a:pt x="5721" y="606"/>
                    </a:lnTo>
                    <a:lnTo>
                      <a:pt x="4953" y="222"/>
                    </a:lnTo>
                    <a:lnTo>
                      <a:pt x="4120" y="17"/>
                    </a:lnTo>
                    <a:lnTo>
                      <a:pt x="3262" y="0"/>
                    </a:lnTo>
                    <a:lnTo>
                      <a:pt x="2422" y="172"/>
                    </a:lnTo>
                    <a:lnTo>
                      <a:pt x="1640" y="525"/>
                    </a:lnTo>
                    <a:lnTo>
                      <a:pt x="953" y="1041"/>
                    </a:lnTo>
                    <a:lnTo>
                      <a:pt x="398" y="1695"/>
                    </a:lnTo>
                    <a:lnTo>
                      <a:pt x="0" y="2455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8" name=""/>
              <p:cNvSpPr/>
              <p:nvPr/>
            </p:nvSpPr>
            <p:spPr>
              <a:xfrm rot="0">
                <a:off x="1217" y="2297"/>
                <a:ext cx="2" cy="711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59" name=""/>
              <p:cNvSpPr/>
              <p:nvPr/>
            </p:nvSpPr>
            <p:spPr>
              <a:xfrm rot="0" flipH="1">
                <a:off x="1382" y="2367"/>
                <a:ext cx="26" cy="10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0" name=""/>
              <p:cNvSpPr/>
              <p:nvPr/>
            </p:nvSpPr>
            <p:spPr>
              <a:xfrm rot="0">
                <a:off x="1361" y="2563"/>
                <a:ext cx="4" cy="178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1" name=""/>
              <p:cNvSpPr/>
              <p:nvPr/>
            </p:nvSpPr>
            <p:spPr>
              <a:xfrm rot="0">
                <a:off x="1382" y="2830"/>
                <a:ext cx="26" cy="10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2" name=""/>
              <p:cNvSpPr/>
              <p:nvPr/>
            </p:nvSpPr>
            <p:spPr>
              <a:xfrm rot="0">
                <a:off x="3386" y="308"/>
                <a:ext cx="1105" cy="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3" name=""/>
              <p:cNvSpPr/>
              <p:nvPr/>
            </p:nvSpPr>
            <p:spPr>
              <a:xfrm rot="0">
                <a:off x="4491" y="308"/>
                <a:ext cx="2" cy="78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4" name=""/>
              <p:cNvSpPr/>
              <p:nvPr/>
            </p:nvSpPr>
            <p:spPr>
              <a:xfrm rot="0">
                <a:off x="1217" y="2297"/>
                <a:ext cx="467" cy="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5" name=""/>
              <p:cNvSpPr/>
              <p:nvPr/>
            </p:nvSpPr>
            <p:spPr>
              <a:xfrm rot="0">
                <a:off x="1217" y="3008"/>
                <a:ext cx="467" cy="1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6" name=""/>
              <p:cNvSpPr/>
              <p:nvPr/>
            </p:nvSpPr>
            <p:spPr>
              <a:xfrm rot="0">
                <a:off x="3593" y="451"/>
                <a:ext cx="689" cy="356"/>
              </a:xfrm>
              <a:custGeom>
                <a:avLst/>
                <a:ahLst/>
                <a:rect l="0" t="0" r="r" b="b"/>
                <a:pathLst>
                  <a:path w="3527" h="1765">
                    <a:moveTo>
                      <a:pt x="3527" y="1765"/>
                    </a:moveTo>
                    <a:lnTo>
                      <a:pt x="3440" y="1220"/>
                    </a:lnTo>
                    <a:lnTo>
                      <a:pt x="3191" y="728"/>
                    </a:lnTo>
                    <a:lnTo>
                      <a:pt x="2800" y="337"/>
                    </a:lnTo>
                    <a:lnTo>
                      <a:pt x="2308" y="86"/>
                    </a:lnTo>
                    <a:lnTo>
                      <a:pt x="1764" y="0"/>
                    </a:lnTo>
                    <a:lnTo>
                      <a:pt x="1218" y="86"/>
                    </a:lnTo>
                    <a:lnTo>
                      <a:pt x="726" y="337"/>
                    </a:lnTo>
                    <a:lnTo>
                      <a:pt x="337" y="728"/>
                    </a:lnTo>
                    <a:lnTo>
                      <a:pt x="86" y="1220"/>
                    </a:lnTo>
                    <a:lnTo>
                      <a:pt x="0" y="1765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7" name=""/>
              <p:cNvSpPr/>
              <p:nvPr/>
            </p:nvSpPr>
            <p:spPr>
              <a:xfrm rot="0">
                <a:off x="3593" y="1091"/>
                <a:ext cx="689" cy="354"/>
              </a:xfrm>
              <a:custGeom>
                <a:avLst/>
                <a:ahLst/>
                <a:rect l="0" t="0" r="r" b="b"/>
                <a:pathLst>
                  <a:path w="3527" h="1765">
                    <a:moveTo>
                      <a:pt x="0" y="0"/>
                    </a:moveTo>
                    <a:lnTo>
                      <a:pt x="86" y="545"/>
                    </a:lnTo>
                    <a:lnTo>
                      <a:pt x="337" y="1037"/>
                    </a:lnTo>
                    <a:lnTo>
                      <a:pt x="726" y="1428"/>
                    </a:lnTo>
                    <a:lnTo>
                      <a:pt x="1218" y="1679"/>
                    </a:lnTo>
                    <a:lnTo>
                      <a:pt x="1764" y="1765"/>
                    </a:lnTo>
                    <a:lnTo>
                      <a:pt x="2308" y="1679"/>
                    </a:lnTo>
                    <a:lnTo>
                      <a:pt x="2800" y="1428"/>
                    </a:lnTo>
                    <a:lnTo>
                      <a:pt x="3191" y="1037"/>
                    </a:lnTo>
                    <a:lnTo>
                      <a:pt x="3440" y="545"/>
                    </a:lnTo>
                    <a:lnTo>
                      <a:pt x="3527" y="0"/>
                    </a:lnTo>
                  </a:path>
                </a:pathLst>
              </a:custGeom>
              <a:noFill/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8" name=""/>
              <p:cNvSpPr/>
              <p:nvPr/>
            </p:nvSpPr>
            <p:spPr>
              <a:xfrm rot="0">
                <a:off x="3593" y="807"/>
                <a:ext cx="2" cy="284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69" name=""/>
              <p:cNvSpPr/>
              <p:nvPr/>
            </p:nvSpPr>
            <p:spPr>
              <a:xfrm rot="0">
                <a:off x="4282" y="807"/>
                <a:ext cx="2" cy="284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0" name=""/>
              <p:cNvSpPr/>
              <p:nvPr/>
            </p:nvSpPr>
            <p:spPr>
              <a:xfrm rot="0">
                <a:off x="3386" y="308"/>
                <a:ext cx="1" cy="78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1" name=""/>
              <p:cNvSpPr/>
              <p:nvPr/>
            </p:nvSpPr>
            <p:spPr>
              <a:xfrm rot="0" flipH="1">
                <a:off x="3177" y="1091"/>
                <a:ext cx="41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2" name=""/>
              <p:cNvSpPr/>
              <p:nvPr/>
            </p:nvSpPr>
            <p:spPr>
              <a:xfrm rot="0">
                <a:off x="3177" y="1091"/>
                <a:ext cx="3" cy="427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3" name=""/>
              <p:cNvSpPr/>
              <p:nvPr/>
            </p:nvSpPr>
            <p:spPr>
              <a:xfrm rot="0">
                <a:off x="3177" y="1518"/>
                <a:ext cx="1521" cy="1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4" name=""/>
              <p:cNvSpPr/>
              <p:nvPr/>
            </p:nvSpPr>
            <p:spPr>
              <a:xfrm rot="0" flipV="1">
                <a:off x="4698" y="1091"/>
                <a:ext cx="2" cy="427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5" name=""/>
              <p:cNvSpPr/>
              <p:nvPr/>
            </p:nvSpPr>
            <p:spPr>
              <a:xfrm rot="0" flipH="1">
                <a:off x="4282" y="1091"/>
                <a:ext cx="41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6" name=""/>
              <p:cNvSpPr/>
              <p:nvPr/>
            </p:nvSpPr>
            <p:spPr>
              <a:xfrm rot="0">
                <a:off x="1564" y="308"/>
                <a:ext cx="1105" cy="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7" name=""/>
              <p:cNvSpPr/>
              <p:nvPr/>
            </p:nvSpPr>
            <p:spPr>
              <a:xfrm rot="0">
                <a:off x="2669" y="308"/>
                <a:ext cx="1" cy="78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8" name=""/>
              <p:cNvSpPr/>
              <p:nvPr/>
            </p:nvSpPr>
            <p:spPr>
              <a:xfrm rot="0">
                <a:off x="1564" y="308"/>
                <a:ext cx="2" cy="143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79" name=""/>
              <p:cNvSpPr/>
              <p:nvPr/>
            </p:nvSpPr>
            <p:spPr>
              <a:xfrm rot="0" flipH="1">
                <a:off x="1217" y="451"/>
                <a:ext cx="347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0" name=""/>
              <p:cNvSpPr/>
              <p:nvPr/>
            </p:nvSpPr>
            <p:spPr>
              <a:xfrm rot="0">
                <a:off x="1217" y="451"/>
                <a:ext cx="2" cy="994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1" name=""/>
              <p:cNvSpPr/>
              <p:nvPr/>
            </p:nvSpPr>
            <p:spPr>
              <a:xfrm rot="0">
                <a:off x="1217" y="1445"/>
                <a:ext cx="138" cy="2"/>
              </a:xfrm>
              <a:prstGeom prst="line"/>
              <a:solidFill>
                <a:srgbClr val="FFFFFF"/>
              </a:solidFill>
              <a:ln w="57150" cap="flat" cmpd="sng">
                <a:solidFill>
                  <a:schemeClr val="lt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182" name=""/>
              <p:cNvSpPr/>
              <p:nvPr/>
            </p:nvSpPr>
            <p:spPr>
              <a:xfrm rot="0">
                <a:off x="1355" y="1445"/>
                <a:ext cx="3" cy="73"/>
              </a:xfrm>
              <a:prstGeom prst="line"/>
              <a:solidFill>
                <a:srgbClr val="FFFFFF"/>
              </a:solidFill>
              <a:ln w="57150" cap="flat" cmpd="sng">
                <a:solidFill>
                  <a:schemeClr val="lt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183" name=""/>
              <p:cNvSpPr/>
              <p:nvPr/>
            </p:nvSpPr>
            <p:spPr>
              <a:xfrm rot="0">
                <a:off x="1355" y="1518"/>
                <a:ext cx="1521" cy="1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4" name=""/>
              <p:cNvSpPr/>
              <p:nvPr/>
            </p:nvSpPr>
            <p:spPr>
              <a:xfrm rot="0" flipV="1">
                <a:off x="2876" y="1091"/>
                <a:ext cx="2" cy="427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5" name=""/>
              <p:cNvSpPr/>
              <p:nvPr/>
            </p:nvSpPr>
            <p:spPr>
              <a:xfrm rot="0" flipH="1">
                <a:off x="1841" y="1091"/>
                <a:ext cx="1035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6" name=""/>
              <p:cNvSpPr/>
              <p:nvPr/>
            </p:nvSpPr>
            <p:spPr>
              <a:xfrm rot="0">
                <a:off x="3454" y="807"/>
                <a:ext cx="31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7" name=""/>
              <p:cNvSpPr/>
              <p:nvPr/>
            </p:nvSpPr>
            <p:spPr>
              <a:xfrm rot="0">
                <a:off x="3860" y="807"/>
                <a:ext cx="8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8" name=""/>
              <p:cNvSpPr/>
              <p:nvPr/>
            </p:nvSpPr>
            <p:spPr>
              <a:xfrm rot="0">
                <a:off x="4036" y="807"/>
                <a:ext cx="31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89" name=""/>
              <p:cNvSpPr/>
              <p:nvPr/>
            </p:nvSpPr>
            <p:spPr>
              <a:xfrm rot="0">
                <a:off x="3454" y="1091"/>
                <a:ext cx="31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0" name=""/>
              <p:cNvSpPr/>
              <p:nvPr/>
            </p:nvSpPr>
            <p:spPr>
              <a:xfrm rot="0">
                <a:off x="3860" y="1091"/>
                <a:ext cx="8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1" name=""/>
              <p:cNvSpPr/>
              <p:nvPr/>
            </p:nvSpPr>
            <p:spPr>
              <a:xfrm rot="0">
                <a:off x="4036" y="1091"/>
                <a:ext cx="31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2" name=""/>
              <p:cNvSpPr/>
              <p:nvPr/>
            </p:nvSpPr>
            <p:spPr>
              <a:xfrm rot="0">
                <a:off x="2116" y="1801"/>
                <a:ext cx="3" cy="356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3" name=""/>
              <p:cNvSpPr/>
              <p:nvPr/>
            </p:nvSpPr>
            <p:spPr>
              <a:xfrm rot="0">
                <a:off x="2116" y="2247"/>
                <a:ext cx="3" cy="9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4" name=""/>
              <p:cNvSpPr/>
              <p:nvPr/>
            </p:nvSpPr>
            <p:spPr>
              <a:xfrm rot="0">
                <a:off x="2116" y="2427"/>
                <a:ext cx="3" cy="45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5" name=""/>
              <p:cNvSpPr/>
              <p:nvPr/>
            </p:nvSpPr>
            <p:spPr>
              <a:xfrm rot="0">
                <a:off x="2116" y="2969"/>
                <a:ext cx="3" cy="88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6" name=""/>
              <p:cNvSpPr/>
              <p:nvPr/>
            </p:nvSpPr>
            <p:spPr>
              <a:xfrm rot="0">
                <a:off x="2116" y="3148"/>
                <a:ext cx="3" cy="356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7" name=""/>
              <p:cNvSpPr/>
              <p:nvPr/>
            </p:nvSpPr>
            <p:spPr>
              <a:xfrm rot="0" flipV="1">
                <a:off x="1684" y="807"/>
                <a:ext cx="1" cy="149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3333C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8" name=""/>
              <p:cNvSpPr/>
              <p:nvPr/>
            </p:nvSpPr>
            <p:spPr>
              <a:xfrm rot="0">
                <a:off x="1564" y="451"/>
                <a:ext cx="120" cy="356"/>
              </a:xfrm>
              <a:custGeom>
                <a:avLst/>
                <a:ahLst/>
                <a:rect l="0" t="0" r="r" b="b"/>
                <a:pathLst>
                  <a:path w="619" h="1765">
                    <a:moveTo>
                      <a:pt x="619" y="1765"/>
                    </a:moveTo>
                    <a:lnTo>
                      <a:pt x="548" y="1136"/>
                    </a:lnTo>
                    <a:lnTo>
                      <a:pt x="337" y="537"/>
                    </a:ln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199" name=""/>
              <p:cNvSpPr/>
              <p:nvPr/>
            </p:nvSpPr>
            <p:spPr>
              <a:xfrm rot="0" flipV="1">
                <a:off x="1438" y="1091"/>
                <a:ext cx="2" cy="191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3333C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200" name=""/>
              <p:cNvSpPr/>
              <p:nvPr/>
            </p:nvSpPr>
            <p:spPr>
              <a:xfrm rot="0">
                <a:off x="1355" y="1091"/>
                <a:ext cx="83" cy="354"/>
              </a:xfrm>
              <a:custGeom>
                <a:avLst/>
                <a:ahLst/>
                <a:rect l="0" t="0" r="r" b="b"/>
                <a:pathLst>
                  <a:path w="423" h="1765">
                    <a:moveTo>
                      <a:pt x="0" y="1765"/>
                    </a:moveTo>
                    <a:lnTo>
                      <a:pt x="316" y="907"/>
                    </a:lnTo>
                    <a:lnTo>
                      <a:pt x="423" y="0"/>
                    </a:lnTo>
                  </a:path>
                </a:pathLst>
              </a:custGeom>
              <a:noFill/>
              <a:ln w="57150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201" name=""/>
              <p:cNvSpPr/>
              <p:nvPr/>
            </p:nvSpPr>
            <p:spPr>
              <a:xfrm rot="0">
                <a:off x="1438" y="1091"/>
                <a:ext cx="246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FF33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202" name=""/>
              <p:cNvSpPr/>
              <p:nvPr/>
            </p:nvSpPr>
            <p:spPr>
              <a:xfrm rot="0" flipV="1">
                <a:off x="1684" y="807"/>
                <a:ext cx="1" cy="284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3333C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203" name=""/>
              <p:cNvSpPr/>
              <p:nvPr/>
            </p:nvSpPr>
            <p:spPr>
              <a:xfrm rot="0">
                <a:off x="1684" y="1091"/>
                <a:ext cx="157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204" name=""/>
              <p:cNvSpPr/>
              <p:nvPr/>
            </p:nvSpPr>
            <p:spPr>
              <a:xfrm rot="0">
                <a:off x="3386" y="1091"/>
                <a:ext cx="20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205" name=""/>
              <p:cNvSpPr/>
              <p:nvPr/>
            </p:nvSpPr>
            <p:spPr>
              <a:xfrm rot="0">
                <a:off x="4282" y="1091"/>
                <a:ext cx="209" cy="2"/>
              </a:xfrm>
              <a:prstGeom prst="line"/>
              <a:solidFill>
                <a:srgbClr val="FFFFFF"/>
              </a:solidFill>
              <a:ln w="5715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88206" name=""/>
            <p:cNvSpPr txBox="1"/>
            <p:nvPr/>
          </p:nvSpPr>
          <p:spPr>
            <a:xfrm rot="0">
              <a:off x="1548" y="2784"/>
              <a:ext cx="2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8207" name=""/>
            <p:cNvSpPr txBox="1"/>
            <p:nvPr/>
          </p:nvSpPr>
          <p:spPr>
            <a:xfrm rot="0">
              <a:off x="4158" y="576"/>
              <a:ext cx="2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8208" name=""/>
            <p:cNvSpPr txBox="1"/>
            <p:nvPr/>
          </p:nvSpPr>
          <p:spPr>
            <a:xfrm rot="0">
              <a:off x="4158" y="384"/>
              <a:ext cx="420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3600" lang="en-US">
                  <a:solidFill>
                    <a:srgbClr val="FF3300"/>
                  </a:solidFill>
                </a:rPr>
                <a:t>a"</a:t>
              </a:r>
            </a:p>
          </p:txBody>
        </p:sp>
        <p:sp>
          <p:nvSpPr>
            <p:cNvPr id="1088209" name=""/>
            <p:cNvSpPr txBox="1"/>
            <p:nvPr/>
          </p:nvSpPr>
          <p:spPr>
            <a:xfrm rot="0">
              <a:off x="1302" y="2784"/>
              <a:ext cx="295" cy="404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8210" name=""/>
            <p:cNvSpPr txBox="1"/>
            <p:nvPr/>
          </p:nvSpPr>
          <p:spPr>
            <a:xfrm rot="0">
              <a:off x="1548" y="576"/>
              <a:ext cx="24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00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8211" name=""/>
            <p:cNvSpPr txBox="1"/>
            <p:nvPr/>
          </p:nvSpPr>
          <p:spPr>
            <a:xfrm rot="0">
              <a:off x="1735" y="2686"/>
              <a:ext cx="276" cy="44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4000" lang="en-US">
                  <a:solidFill>
                    <a:srgbClr val="FF3300"/>
                  </a:solidFill>
                </a:rPr>
                <a:t>a</a:t>
              </a:r>
            </a:p>
          </p:txBody>
        </p:sp>
        <p:sp>
          <p:nvSpPr>
            <p:cNvPr id="1088212" name=""/>
            <p:cNvSpPr txBox="1"/>
            <p:nvPr/>
          </p:nvSpPr>
          <p:spPr>
            <a:xfrm rot="0">
              <a:off x="4158" y="864"/>
              <a:ext cx="296" cy="404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8213" name=""/>
            <p:cNvSpPr txBox="1"/>
            <p:nvPr/>
          </p:nvSpPr>
          <p:spPr>
            <a:xfrm rot="0">
              <a:off x="1302" y="864"/>
              <a:ext cx="295" cy="404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600" lang="zh-CN">
                  <a:solidFill>
                    <a:srgbClr val="3366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8214" name=""/>
            <p:cNvSpPr txBox="1"/>
            <p:nvPr/>
          </p:nvSpPr>
          <p:spPr>
            <a:xfrm rot="0">
              <a:off x="1154" y="2928"/>
              <a:ext cx="294" cy="44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4000" lang="en-US">
                  <a:solidFill>
                    <a:srgbClr val="FF3300"/>
                  </a:solidFill>
                </a:rPr>
                <a:t>b</a:t>
              </a:r>
            </a:p>
          </p:txBody>
        </p:sp>
        <p:sp>
          <p:nvSpPr>
            <p:cNvPr id="1088215" name=""/>
            <p:cNvSpPr txBox="1"/>
            <p:nvPr/>
          </p:nvSpPr>
          <p:spPr>
            <a:xfrm rot="0">
              <a:off x="4257" y="1008"/>
              <a:ext cx="436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3600" lang="en-US">
                  <a:solidFill>
                    <a:srgbClr val="FF3300"/>
                  </a:solidFill>
                </a:rPr>
                <a:t>b"</a:t>
              </a:r>
            </a:p>
          </p:txBody>
        </p:sp>
        <p:sp>
          <p:nvSpPr>
            <p:cNvPr id="1088216" name=""/>
            <p:cNvSpPr txBox="1"/>
            <p:nvPr/>
          </p:nvSpPr>
          <p:spPr>
            <a:xfrm rot="0">
              <a:off x="1400" y="1056"/>
              <a:ext cx="356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3600" lang="en-US">
                  <a:solidFill>
                    <a:srgbClr val="FF3300"/>
                  </a:solidFill>
                </a:rPr>
                <a:t>b'</a:t>
              </a:r>
            </a:p>
          </p:txBody>
        </p:sp>
        <p:sp>
          <p:nvSpPr>
            <p:cNvPr id="1088217" name=""/>
            <p:cNvSpPr txBox="1"/>
            <p:nvPr/>
          </p:nvSpPr>
          <p:spPr>
            <a:xfrm rot="0">
              <a:off x="1696" y="354"/>
              <a:ext cx="365" cy="44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4000" lang="en-US">
                  <a:solidFill>
                    <a:srgbClr val="FF3300"/>
                  </a:solidFill>
                </a:rPr>
                <a:t>a</a:t>
              </a:r>
              <a:r>
                <a:rPr altLang="zh-CN" b="1" sz="4000" lang="en-US">
                  <a:solidFill>
                    <a:srgbClr val="FF0000"/>
                  </a:solidFill>
                  <a:sym typeface="Symbol" pitchFamily="18" charset="2"/>
                </a:rPr>
                <a:t>'</a:t>
              </a:r>
            </a:p>
          </p:txBody>
        </p:sp>
      </p:grpSp>
      <p:sp>
        <p:nvSpPr>
          <p:cNvPr id="1088218" name=""/>
          <p:cNvSpPr txBox="1"/>
          <p:nvPr/>
        </p:nvSpPr>
        <p:spPr>
          <a:xfrm rot="0">
            <a:off x="8132762" y="6381750"/>
            <a:ext cx="976312" cy="466725"/>
          </a:xfrm>
          <a:prstGeom prst="rect"/>
          <a:solidFill>
            <a:srgbClr val="000066"/>
          </a:solidFill>
          <a:ln w="9525" cap="flat" cmpd="sng">
            <a:solidFill>
              <a:srgbClr val="FFFF00">
                <a:alpha val="100000"/>
              </a:srgbClr>
            </a:solidFill>
            <a:prstDash val="solid"/>
            <a:round/>
          </a:ln>
          <a:effectLst>
            <a:prstShdw prst="shdw17" dir="2699999" dist="17960">
              <a:srgbClr val="000066">
                <a:alpha val="100000"/>
                <a:shade val="60000"/>
              </a:srgbClr>
            </a:prstShdw>
          </a:effectLst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lang="zh-CN">
                <a:solidFill>
                  <a:schemeClr val="lt1"/>
                </a:solidFill>
              </a:rPr>
              <a:t>题</a:t>
            </a:r>
            <a:r>
              <a:rPr altLang="zh-CN" lang="en-US">
                <a:solidFill>
                  <a:schemeClr val="lt1"/>
                </a:solidFill>
              </a:rPr>
              <a:t>58</a:t>
            </a:r>
          </a:p>
        </p:txBody>
      </p:sp>
    </p:spTree>
  </p:cSld>
  <p:clrMapOvr>
    <a:masterClrMapping/>
  </p:clrMapOvr>
  <p:transition spd="fast" advClick="1">
    <p:random/>
  </p:transition>
  <p:timing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50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8219" name=""/>
          <p:cNvSpPr/>
          <p:nvPr>
            <p:ph type="title" sz="full" idx="0"/>
          </p:nvPr>
        </p:nvSpPr>
        <p:spPr>
          <a:xfrm rot="0">
            <a:off x="685800" y="609600"/>
            <a:ext cx="7772400" cy="11430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ctr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4400" i="0" u="none">
                <a:solidFill>
                  <a:schemeClr val="lt2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</a:lstStyle>
          <a:p>
            <a:endParaRPr altLang="en-US" lang="zh-CN"/>
          </a:p>
        </p:txBody>
      </p:sp>
      <p:sp>
        <p:nvSpPr>
          <p:cNvPr id="1088220" name=""/>
          <p:cNvSpPr/>
          <p:nvPr>
            <p:ph type="body" sz="full" idx="1"/>
          </p:nvPr>
        </p:nvSpPr>
        <p:spPr>
          <a:xfrm rot="0">
            <a:off x="685800" y="1981200"/>
            <a:ext cx="7772400" cy="41148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-342900" latinLnBrk="1" marL="342900" rtl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SzPct val="100000"/>
              <a:buFontTx/>
              <a:buChar char="•"/>
              <a:defRPr baseline="0" b="0" sz="32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-285750" latinLnBrk="1" marL="742950" rtl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SzPct val="100000"/>
              <a:buFontTx/>
              <a:buChar char="–"/>
              <a:defRPr baseline="0" b="0" sz="28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-228600" latinLnBrk="1" marL="1143000" rtl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SzPct val="100000"/>
              <a:buFontTx/>
              <a:buChar char="•"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-228600" latinLnBrk="1" marL="1600200" rtl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SzPct val="100000"/>
              <a:buFontTx/>
              <a:buChar char="–"/>
              <a:defRPr baseline="0" b="0" sz="20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-228600" latinLnBrk="1" marL="2057400" rtl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SzPct val="100000"/>
              <a:buFontTx/>
              <a:buChar char="»"/>
              <a:defRPr baseline="0" b="0" sz="20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endParaRPr altLang="en-US" lang="zh-CN"/>
          </a:p>
        </p:txBody>
      </p:sp>
    </p:spTree>
  </p:cSld>
  <p:clrMapOvr>
    <a:masterClrMapping/>
  </p:clrMapOvr>
  <p:timing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0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8223" name=""/>
          <p:cNvSpPr/>
          <p:nvPr/>
        </p:nvSpPr>
        <p:spPr>
          <a:xfrm rot="0">
            <a:off x="152400" y="3048000"/>
            <a:ext cx="8915400" cy="152400"/>
          </a:xfrm>
          <a:prstGeom prst="rect"/>
          <a:gradFill rotWithShape="0">
            <a:gsLst>
              <a:gs pos="0">
                <a:schemeClr val="hlink">
                  <a:alpha val="100000"/>
                </a:schemeClr>
              </a:gs>
              <a:gs pos="100000">
                <a:schemeClr val="hlink">
                  <a:shade val="46275"/>
                  <a:alpha val="100000"/>
                </a:schemeClr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anchor="t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endParaRPr altLang="en-US" lang="zh-CN">
              <a:ea typeface="幼圆" pitchFamily="49" charset="-122"/>
            </a:endParaRPr>
          </a:p>
        </p:txBody>
      </p:sp>
      <p:sp>
        <p:nvSpPr>
          <p:cNvPr id="1088224" name=""/>
          <p:cNvSpPr/>
          <p:nvPr/>
        </p:nvSpPr>
        <p:spPr bwMode="ltGray">
          <a:xfrm rot="0">
            <a:off x="290512" y="2255837"/>
            <a:ext cx="438150" cy="474662"/>
          </a:xfrm>
          <a:prstGeom prst="rect"/>
          <a:solidFill>
            <a:schemeClr val="accent2"/>
          </a:solidFill>
          <a:ln>
            <a:noFill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endParaRPr altLang="en-US" lang="zh-CN">
              <a:latin typeface="Tahoma" pitchFamily="34" charset="0"/>
              <a:ea typeface="幼圆" pitchFamily="49" charset="-122"/>
            </a:endParaRPr>
          </a:p>
        </p:txBody>
      </p:sp>
      <p:sp>
        <p:nvSpPr>
          <p:cNvPr id="1088225" name=""/>
          <p:cNvSpPr/>
          <p:nvPr/>
        </p:nvSpPr>
        <p:spPr bwMode="ltGray">
          <a:xfrm rot="0">
            <a:off x="414337" y="2678112"/>
            <a:ext cx="422275" cy="474662"/>
          </a:xfrm>
          <a:prstGeom prst="rect"/>
          <a:solidFill>
            <a:schemeClr val="folHlink"/>
          </a:solidFill>
          <a:ln>
            <a:noFill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endParaRPr altLang="en-US" lang="zh-CN">
              <a:latin typeface="Tahoma" pitchFamily="34" charset="0"/>
              <a:ea typeface="幼圆" pitchFamily="49" charset="-122"/>
            </a:endParaRPr>
          </a:p>
        </p:txBody>
      </p:sp>
      <p:sp>
        <p:nvSpPr>
          <p:cNvPr id="1088226" name=""/>
          <p:cNvSpPr/>
          <p:nvPr/>
        </p:nvSpPr>
        <p:spPr bwMode="ltGray">
          <a:xfrm rot="0">
            <a:off x="784225" y="2224087"/>
            <a:ext cx="368300" cy="474662"/>
          </a:xfrm>
          <a:prstGeom prst="rect"/>
          <a:gradFill rotWithShape="0">
            <a:gsLst>
              <a:gs pos="0">
                <a:srgbClr val="9999FF">
                  <a:alpha val="100000"/>
                </a:srgbClr>
              </a:gs>
              <a:gs pos="100000">
                <a:schemeClr val="lt1">
                  <a:alpha val="100000"/>
                </a:schemeClr>
              </a:gs>
            </a:gsLst>
            <a:lin ang="0" scaled="1"/>
          </a:gradFill>
          <a:ln>
            <a:noFill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endParaRPr altLang="en-US" lang="zh-CN">
              <a:latin typeface="Tahoma" pitchFamily="34" charset="0"/>
              <a:ea typeface="幼圆" pitchFamily="49" charset="-122"/>
            </a:endParaRPr>
          </a:p>
        </p:txBody>
      </p:sp>
      <p:sp>
        <p:nvSpPr>
          <p:cNvPr id="1088227" name=""/>
          <p:cNvSpPr/>
          <p:nvPr/>
        </p:nvSpPr>
        <p:spPr bwMode="ltGray">
          <a:xfrm rot="0">
            <a:off x="0" y="2605087"/>
            <a:ext cx="560387" cy="422275"/>
          </a:xfrm>
          <a:prstGeom prst="rect"/>
          <a:gradFill rotWithShape="0">
            <a:gsLst>
              <a:gs pos="0">
                <a:schemeClr val="lt1">
                  <a:alpha val="100000"/>
                </a:schemeClr>
              </a:gs>
              <a:gs pos="100000">
                <a:schemeClr val="hlink">
                  <a:alpha val="100000"/>
                </a:schemeClr>
              </a:gs>
            </a:gsLst>
            <a:lin ang="18900000" scaled="1"/>
          </a:gradFill>
          <a:ln>
            <a:noFill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endParaRPr altLang="en-US" lang="zh-CN">
              <a:latin typeface="Tahoma" pitchFamily="34" charset="0"/>
              <a:ea typeface="幼圆" pitchFamily="49" charset="-122"/>
            </a:endParaRPr>
          </a:p>
        </p:txBody>
      </p:sp>
      <p:sp>
        <p:nvSpPr>
          <p:cNvPr id="1088228" name=""/>
          <p:cNvSpPr/>
          <p:nvPr/>
        </p:nvSpPr>
        <p:spPr bwMode="gray">
          <a:xfrm rot="0">
            <a:off x="635000" y="2147887"/>
            <a:ext cx="31750" cy="1052512"/>
          </a:xfrm>
          <a:prstGeom prst="rect"/>
          <a:solidFill>
            <a:schemeClr val="dk2"/>
          </a:solidFill>
          <a:ln>
            <a:noFill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endParaRPr altLang="en-US" lang="zh-CN">
              <a:latin typeface="Tahoma" pitchFamily="34" charset="0"/>
              <a:ea typeface="幼圆" pitchFamily="49" charset="-122"/>
            </a:endParaRPr>
          </a:p>
        </p:txBody>
      </p:sp>
      <p:sp>
        <p:nvSpPr>
          <p:cNvPr id="1088229" name=""/>
          <p:cNvSpPr/>
          <p:nvPr/>
        </p:nvSpPr>
        <p:spPr bwMode="gray">
          <a:xfrm rot="0">
            <a:off x="315912" y="2879725"/>
            <a:ext cx="8226425" cy="90487"/>
          </a:xfrm>
          <a:prstGeom prst="rect"/>
          <a:gradFill rotWithShape="0">
            <a:gsLst>
              <a:gs pos="0">
                <a:srgbClr val="9933FF">
                  <a:alpha val="100000"/>
                </a:srgbClr>
              </a:gs>
              <a:gs pos="100000">
                <a:schemeClr val="lt1">
                  <a:alpha val="100000"/>
                </a:schemeClr>
              </a:gs>
            </a:gsLst>
            <a:lin ang="0" scaled="1"/>
          </a:gradFill>
          <a:ln>
            <a:noFill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endParaRPr altLang="en-US" lang="zh-CN">
              <a:latin typeface="Tahoma" pitchFamily="34" charset="0"/>
              <a:ea typeface="幼圆" pitchFamily="49" charset="-122"/>
            </a:endParaRPr>
          </a:p>
        </p:txBody>
      </p:sp>
      <p:sp>
        <p:nvSpPr>
          <p:cNvPr id="1088230" name=""/>
          <p:cNvSpPr/>
          <p:nvPr/>
        </p:nvSpPr>
        <p:spPr>
          <a:xfrm rot="0">
            <a:off x="774700" y="1628775"/>
            <a:ext cx="8369300" cy="1143000"/>
          </a:xfrm>
          <a:prstGeom prst="rect"/>
          <a:noFill/>
          <a:ln>
            <a:noFill/>
          </a:ln>
        </p:spPr>
        <p:txBody>
          <a:bodyPr anchor="ctr" bIns="45720" lIns="91440" rIns="91440" tIns="45720" vert="horz"/>
          <a:lstStyle>
            <a:lvl1pPr algn="ctr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4400" i="0" u="none">
                <a:solidFill>
                  <a:schemeClr val="lt2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</a:lstStyle>
          <a:p>
            <a:pPr algn="l" lvl="0"/>
            <a:r>
              <a:rPr altLang="en-US" b="1" sz="5400" lang="zh-CN">
                <a:solidFill>
                  <a:schemeClr val="accent2"/>
                </a:solidFill>
                <a:effectLst>
                  <a:outerShdw algn="tl" blurRad="38100" dir="2700000" dist="38100">
                    <a:srgbClr val="C0C0C0"/>
                  </a:outerShdw>
                </a:effectLst>
              </a:rPr>
              <a:t>三、截交线、相贯线习题</a:t>
            </a:r>
          </a:p>
        </p:txBody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afterEffect" presetClass="entr" presetID="1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dur="500" id="7"/>
                                        <p:tgtEl>
                                          <p:spTgt spid="1088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8229" grpId="0" uiExpand="0" build="whole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1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aphicFrame>
        <p:nvGraphicFramePr>
          <p:cNvPr id="4194311" name=""/>
          <p:cNvGraphicFramePr>
            <a:graphicFrameLocks/>
          </p:cNvGraphicFramePr>
          <p:nvPr/>
        </p:nvGraphicFramePr>
        <p:xfrm rot="0">
          <a:off x="6443662" y="2781300"/>
          <a:ext cx="2330450" cy="38306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位图图像" r:id="rId1" spid="" imgH="3830637" imgW="2330450" showAsIcon="0" progId="Paint.Picture">
                  <p:embed followColorScheme="full"/>
                  <p:pic>
                    <p:nvPicPr>
                      <p:cNvPr id="2097215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443662" y="2781300"/>
                        <a:ext cx="2330450" cy="3830637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位图图像" r:id="rId1" spid="" imgH="3830637" imgW="2330450" showAsIcon="0" progId="Paint.Picture">
                  <p:embed followColorScheme="full"/>
                  <p:pic>
                    <p:nvPicPr>
                      <p:cNvPr id="2097215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443662" y="2781300"/>
                        <a:ext cx="2330450" cy="3830637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88231" name=""/>
          <p:cNvSpPr/>
          <p:nvPr/>
        </p:nvSpPr>
        <p:spPr>
          <a:xfrm rot="0">
            <a:off x="2724150" y="2978150"/>
            <a:ext cx="3175" cy="5365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2" name=""/>
          <p:cNvSpPr/>
          <p:nvPr/>
        </p:nvSpPr>
        <p:spPr>
          <a:xfrm rot="0">
            <a:off x="1952625" y="3514725"/>
            <a:ext cx="7715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3" name=""/>
          <p:cNvSpPr/>
          <p:nvPr/>
        </p:nvSpPr>
        <p:spPr>
          <a:xfrm rot="0">
            <a:off x="1952625" y="2978150"/>
            <a:ext cx="3175" cy="5365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4" name=""/>
          <p:cNvSpPr/>
          <p:nvPr/>
        </p:nvSpPr>
        <p:spPr>
          <a:xfrm rot="0">
            <a:off x="1952625" y="2978150"/>
            <a:ext cx="7715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5" name=""/>
          <p:cNvSpPr/>
          <p:nvPr/>
        </p:nvSpPr>
        <p:spPr>
          <a:xfrm rot="0">
            <a:off x="2724150" y="952500"/>
            <a:ext cx="3175" cy="16732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6" name=""/>
          <p:cNvSpPr/>
          <p:nvPr/>
        </p:nvSpPr>
        <p:spPr>
          <a:xfrm rot="0">
            <a:off x="2181225" y="952500"/>
            <a:ext cx="3175" cy="102870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7" name=""/>
          <p:cNvSpPr/>
          <p:nvPr/>
        </p:nvSpPr>
        <p:spPr>
          <a:xfrm rot="0">
            <a:off x="2181225" y="952500"/>
            <a:ext cx="5429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8" name=""/>
          <p:cNvSpPr/>
          <p:nvPr/>
        </p:nvSpPr>
        <p:spPr>
          <a:xfrm rot="0" flipH="1" flipV="1">
            <a:off x="2181225" y="1981200"/>
            <a:ext cx="542925" cy="6445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39" name=""/>
          <p:cNvSpPr/>
          <p:nvPr/>
        </p:nvSpPr>
        <p:spPr>
          <a:xfrm rot="0">
            <a:off x="3492500" y="952500"/>
            <a:ext cx="3175" cy="25622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0" name=""/>
          <p:cNvSpPr/>
          <p:nvPr/>
        </p:nvSpPr>
        <p:spPr>
          <a:xfrm rot="0">
            <a:off x="2724150" y="3514725"/>
            <a:ext cx="768350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1" name=""/>
          <p:cNvSpPr/>
          <p:nvPr/>
        </p:nvSpPr>
        <p:spPr>
          <a:xfrm rot="0">
            <a:off x="2724150" y="2978150"/>
            <a:ext cx="29527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2" name=""/>
          <p:cNvSpPr/>
          <p:nvPr/>
        </p:nvSpPr>
        <p:spPr>
          <a:xfrm rot="0">
            <a:off x="2724150" y="952500"/>
            <a:ext cx="768350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3" name=""/>
          <p:cNvSpPr/>
          <p:nvPr/>
        </p:nvSpPr>
        <p:spPr>
          <a:xfrm rot="0" flipH="1" flipV="1">
            <a:off x="2724150" y="2625725"/>
            <a:ext cx="295275" cy="3524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4" name=""/>
          <p:cNvSpPr/>
          <p:nvPr/>
        </p:nvSpPr>
        <p:spPr>
          <a:xfrm rot="0" flipV="1">
            <a:off x="2724150" y="5411787"/>
            <a:ext cx="768350" cy="76835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5" name=""/>
          <p:cNvSpPr/>
          <p:nvPr/>
        </p:nvSpPr>
        <p:spPr>
          <a:xfrm rot="0">
            <a:off x="2181225" y="5637212"/>
            <a:ext cx="542925" cy="5429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6" name=""/>
          <p:cNvSpPr/>
          <p:nvPr/>
        </p:nvSpPr>
        <p:spPr>
          <a:xfrm rot="0">
            <a:off x="2181225" y="5186362"/>
            <a:ext cx="3175" cy="45085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7" name=""/>
          <p:cNvSpPr/>
          <p:nvPr/>
        </p:nvSpPr>
        <p:spPr>
          <a:xfrm rot="0" flipH="1">
            <a:off x="2181225" y="4640262"/>
            <a:ext cx="542925" cy="54610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8" name=""/>
          <p:cNvSpPr/>
          <p:nvPr/>
        </p:nvSpPr>
        <p:spPr>
          <a:xfrm rot="0" flipH="1" flipV="1">
            <a:off x="2724150" y="4640262"/>
            <a:ext cx="768350" cy="7715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49" name=""/>
          <p:cNvSpPr/>
          <p:nvPr/>
        </p:nvSpPr>
        <p:spPr>
          <a:xfrm rot="0" flipH="1">
            <a:off x="1952625" y="5186362"/>
            <a:ext cx="228600" cy="2254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0" name=""/>
          <p:cNvSpPr/>
          <p:nvPr/>
        </p:nvSpPr>
        <p:spPr>
          <a:xfrm rot="0">
            <a:off x="1952625" y="5411787"/>
            <a:ext cx="228600" cy="2254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1" name=""/>
          <p:cNvSpPr/>
          <p:nvPr/>
        </p:nvSpPr>
        <p:spPr>
          <a:xfrm rot="0" flipV="1">
            <a:off x="3019425" y="4938712"/>
            <a:ext cx="3175" cy="946150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lgDash"/>
            <a:round/>
          </a:ln>
        </p:spPr>
      </p:sp>
      <p:sp>
        <p:nvSpPr>
          <p:cNvPr id="1088252" name=""/>
          <p:cNvSpPr/>
          <p:nvPr/>
        </p:nvSpPr>
        <p:spPr>
          <a:xfrm rot="0">
            <a:off x="4513262" y="3514725"/>
            <a:ext cx="768350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3" name=""/>
          <p:cNvSpPr/>
          <p:nvPr/>
        </p:nvSpPr>
        <p:spPr>
          <a:xfrm rot="0">
            <a:off x="4513262" y="2978150"/>
            <a:ext cx="3175" cy="5365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4" name=""/>
          <p:cNvSpPr/>
          <p:nvPr/>
        </p:nvSpPr>
        <p:spPr>
          <a:xfrm rot="0">
            <a:off x="6049962" y="2978150"/>
            <a:ext cx="3175" cy="5365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5" name=""/>
          <p:cNvSpPr/>
          <p:nvPr/>
        </p:nvSpPr>
        <p:spPr>
          <a:xfrm rot="0">
            <a:off x="5281612" y="3514725"/>
            <a:ext cx="768350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6" name=""/>
          <p:cNvSpPr/>
          <p:nvPr/>
        </p:nvSpPr>
        <p:spPr>
          <a:xfrm rot="0">
            <a:off x="4513262" y="952500"/>
            <a:ext cx="3175" cy="16732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7" name=""/>
          <p:cNvSpPr/>
          <p:nvPr/>
        </p:nvSpPr>
        <p:spPr>
          <a:xfrm rot="0">
            <a:off x="4513262" y="952500"/>
            <a:ext cx="5429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8" name=""/>
          <p:cNvSpPr/>
          <p:nvPr/>
        </p:nvSpPr>
        <p:spPr>
          <a:xfrm rot="0">
            <a:off x="5056187" y="952500"/>
            <a:ext cx="454025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59" name=""/>
          <p:cNvSpPr/>
          <p:nvPr/>
        </p:nvSpPr>
        <p:spPr>
          <a:xfrm rot="0">
            <a:off x="6049962" y="952500"/>
            <a:ext cx="3175" cy="167322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60" name=""/>
          <p:cNvSpPr/>
          <p:nvPr/>
        </p:nvSpPr>
        <p:spPr>
          <a:xfrm rot="0">
            <a:off x="5510212" y="952500"/>
            <a:ext cx="539750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261" name=""/>
          <p:cNvSpPr/>
          <p:nvPr/>
        </p:nvSpPr>
        <p:spPr>
          <a:xfrm rot="0">
            <a:off x="5281612" y="765175"/>
            <a:ext cx="3175" cy="3397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2" name=""/>
          <p:cNvSpPr/>
          <p:nvPr/>
        </p:nvSpPr>
        <p:spPr>
          <a:xfrm rot="0">
            <a:off x="5281612" y="1168400"/>
            <a:ext cx="3175" cy="66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3" name=""/>
          <p:cNvSpPr/>
          <p:nvPr/>
        </p:nvSpPr>
        <p:spPr>
          <a:xfrm rot="0">
            <a:off x="5281612" y="1298575"/>
            <a:ext cx="3175" cy="3270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4" name=""/>
          <p:cNvSpPr/>
          <p:nvPr/>
        </p:nvSpPr>
        <p:spPr>
          <a:xfrm rot="0">
            <a:off x="5281612" y="1689100"/>
            <a:ext cx="3175" cy="66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5" name=""/>
          <p:cNvSpPr/>
          <p:nvPr/>
        </p:nvSpPr>
        <p:spPr>
          <a:xfrm rot="0">
            <a:off x="5281612" y="1822450"/>
            <a:ext cx="3175" cy="32385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6" name=""/>
          <p:cNvSpPr/>
          <p:nvPr/>
        </p:nvSpPr>
        <p:spPr>
          <a:xfrm rot="0">
            <a:off x="5281612" y="2212975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7" name=""/>
          <p:cNvSpPr/>
          <p:nvPr/>
        </p:nvSpPr>
        <p:spPr>
          <a:xfrm rot="0">
            <a:off x="5281612" y="2343150"/>
            <a:ext cx="3175" cy="32385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8" name=""/>
          <p:cNvSpPr/>
          <p:nvPr/>
        </p:nvSpPr>
        <p:spPr>
          <a:xfrm rot="0">
            <a:off x="5281612" y="2733675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69" name=""/>
          <p:cNvSpPr/>
          <p:nvPr/>
        </p:nvSpPr>
        <p:spPr>
          <a:xfrm rot="0">
            <a:off x="5281612" y="2863850"/>
            <a:ext cx="3175" cy="32385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0" name=""/>
          <p:cNvSpPr/>
          <p:nvPr/>
        </p:nvSpPr>
        <p:spPr>
          <a:xfrm rot="0">
            <a:off x="5281612" y="3254375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1" name=""/>
          <p:cNvSpPr/>
          <p:nvPr/>
        </p:nvSpPr>
        <p:spPr>
          <a:xfrm rot="0">
            <a:off x="5281612" y="3384550"/>
            <a:ext cx="3175" cy="341312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2" name=""/>
          <p:cNvSpPr/>
          <p:nvPr/>
        </p:nvSpPr>
        <p:spPr>
          <a:xfrm rot="0">
            <a:off x="1835150" y="5411787"/>
            <a:ext cx="276225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3" name=""/>
          <p:cNvSpPr/>
          <p:nvPr/>
        </p:nvSpPr>
        <p:spPr>
          <a:xfrm rot="0">
            <a:off x="2178050" y="5411787"/>
            <a:ext cx="6350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4" name=""/>
          <p:cNvSpPr/>
          <p:nvPr/>
        </p:nvSpPr>
        <p:spPr>
          <a:xfrm rot="0">
            <a:off x="2308225" y="5411787"/>
            <a:ext cx="32385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5" name=""/>
          <p:cNvSpPr/>
          <p:nvPr/>
        </p:nvSpPr>
        <p:spPr>
          <a:xfrm rot="0">
            <a:off x="2698750" y="5411787"/>
            <a:ext cx="63500" cy="3175"/>
          </a:xfrm>
          <a:prstGeom prst="line"/>
          <a:solidFill>
            <a:srgbClr val="FFFFFF"/>
          </a:solidFill>
          <a:ln w="5715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6" name=""/>
          <p:cNvSpPr/>
          <p:nvPr/>
        </p:nvSpPr>
        <p:spPr>
          <a:xfrm rot="0">
            <a:off x="2828925" y="5411787"/>
            <a:ext cx="32385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7" name=""/>
          <p:cNvSpPr/>
          <p:nvPr/>
        </p:nvSpPr>
        <p:spPr>
          <a:xfrm rot="0">
            <a:off x="3219450" y="5411787"/>
            <a:ext cx="6350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8" name=""/>
          <p:cNvSpPr/>
          <p:nvPr/>
        </p:nvSpPr>
        <p:spPr>
          <a:xfrm rot="0">
            <a:off x="3349625" y="5411787"/>
            <a:ext cx="273050" cy="31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79" name=""/>
          <p:cNvSpPr/>
          <p:nvPr/>
        </p:nvSpPr>
        <p:spPr>
          <a:xfrm rot="0">
            <a:off x="2724150" y="4576762"/>
            <a:ext cx="3175" cy="2317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0" name=""/>
          <p:cNvSpPr/>
          <p:nvPr/>
        </p:nvSpPr>
        <p:spPr>
          <a:xfrm rot="0">
            <a:off x="2724150" y="4872037"/>
            <a:ext cx="3175" cy="66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1" name=""/>
          <p:cNvSpPr/>
          <p:nvPr/>
        </p:nvSpPr>
        <p:spPr>
          <a:xfrm rot="0">
            <a:off x="2724150" y="5002212"/>
            <a:ext cx="3175" cy="32702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2" name=""/>
          <p:cNvSpPr/>
          <p:nvPr/>
        </p:nvSpPr>
        <p:spPr>
          <a:xfrm rot="0">
            <a:off x="2724150" y="539591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3" name=""/>
          <p:cNvSpPr/>
          <p:nvPr/>
        </p:nvSpPr>
        <p:spPr>
          <a:xfrm rot="0">
            <a:off x="2724150" y="5526087"/>
            <a:ext cx="3175" cy="32385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4" name=""/>
          <p:cNvSpPr/>
          <p:nvPr/>
        </p:nvSpPr>
        <p:spPr>
          <a:xfrm rot="0">
            <a:off x="2724150" y="591661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5" name=""/>
          <p:cNvSpPr/>
          <p:nvPr/>
        </p:nvSpPr>
        <p:spPr>
          <a:xfrm rot="0">
            <a:off x="2724150" y="6046787"/>
            <a:ext cx="3175" cy="2317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286" name=""/>
          <p:cNvSpPr/>
          <p:nvPr/>
        </p:nvSpPr>
        <p:spPr>
          <a:xfrm rot="0">
            <a:off x="0" y="0"/>
            <a:ext cx="7380287" cy="487362"/>
          </a:xfrm>
          <a:prstGeom prst="rect"/>
          <a:noFill/>
          <a:ln>
            <a:noFill/>
          </a:ln>
        </p:spPr>
        <p:txBody>
          <a:bodyPr anchor="t" bIns="0" lIns="0" rIns="0" tIns="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0000FF"/>
                </a:solidFill>
                <a:latin typeface="黑体" pitchFamily="2" charset="-122"/>
                <a:ea typeface="黑体" pitchFamily="2" charset="-122"/>
              </a:rPr>
              <a:t>56 </a:t>
            </a:r>
            <a:r>
              <a:rPr altLang="en-US" b="1" sz="3200" lang="zh-CN">
                <a:solidFill>
                  <a:srgbClr val="0000FF"/>
                </a:solidFill>
                <a:latin typeface="黑体" pitchFamily="2" charset="-122"/>
                <a:ea typeface="黑体" pitchFamily="2" charset="-122"/>
              </a:rPr>
              <a:t>试画全被切割四棱柱的第三个投影。</a:t>
            </a:r>
          </a:p>
        </p:txBody>
      </p:sp>
      <p:sp>
        <p:nvSpPr>
          <p:cNvPr id="1088287" name=""/>
          <p:cNvSpPr txBox="1"/>
          <p:nvPr/>
        </p:nvSpPr>
        <p:spPr>
          <a:xfrm rot="0">
            <a:off x="1547812" y="5516562"/>
            <a:ext cx="860425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1(2)</a:t>
            </a:r>
          </a:p>
        </p:txBody>
      </p:sp>
      <p:sp>
        <p:nvSpPr>
          <p:cNvPr id="1088288" name=""/>
          <p:cNvSpPr txBox="1"/>
          <p:nvPr/>
        </p:nvSpPr>
        <p:spPr>
          <a:xfrm rot="0">
            <a:off x="8532812" y="5297487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5</a:t>
            </a:r>
          </a:p>
        </p:txBody>
      </p:sp>
      <p:sp>
        <p:nvSpPr>
          <p:cNvPr id="1088289" name=""/>
          <p:cNvSpPr txBox="1"/>
          <p:nvPr/>
        </p:nvSpPr>
        <p:spPr>
          <a:xfrm rot="0">
            <a:off x="1476375" y="4941887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6</a:t>
            </a:r>
          </a:p>
        </p:txBody>
      </p:sp>
      <p:sp>
        <p:nvSpPr>
          <p:cNvPr id="1088290" name=""/>
          <p:cNvSpPr txBox="1"/>
          <p:nvPr/>
        </p:nvSpPr>
        <p:spPr>
          <a:xfrm rot="0">
            <a:off x="1779587" y="620712"/>
            <a:ext cx="5000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1</a:t>
            </a:r>
            <a:r>
              <a:rPr altLang="zh-CN" b="1" sz="3200" lang="en-US">
                <a:solidFill>
                  <a:srgbClr val="FF3300"/>
                </a:solidFill>
                <a:ea typeface="Times New Roman" pitchFamily="18" charset="0"/>
              </a:rPr>
              <a:t>'</a:t>
            </a:r>
          </a:p>
        </p:txBody>
      </p:sp>
      <p:sp>
        <p:nvSpPr>
          <p:cNvPr id="1088291" name=""/>
          <p:cNvSpPr txBox="1"/>
          <p:nvPr/>
        </p:nvSpPr>
        <p:spPr>
          <a:xfrm rot="0">
            <a:off x="2960687" y="5589587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4</a:t>
            </a:r>
          </a:p>
        </p:txBody>
      </p:sp>
      <p:sp>
        <p:nvSpPr>
          <p:cNvPr id="1088292" name=""/>
          <p:cNvSpPr txBox="1"/>
          <p:nvPr/>
        </p:nvSpPr>
        <p:spPr>
          <a:xfrm rot="0">
            <a:off x="2328862" y="6092825"/>
            <a:ext cx="860425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3(5)</a:t>
            </a:r>
          </a:p>
        </p:txBody>
      </p:sp>
      <p:sp>
        <p:nvSpPr>
          <p:cNvPr id="1088293" name=""/>
          <p:cNvSpPr txBox="1"/>
          <p:nvPr/>
        </p:nvSpPr>
        <p:spPr>
          <a:xfrm rot="0">
            <a:off x="7524750" y="5805487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chemeClr val="lt1"/>
                </a:solidFill>
              </a:rPr>
              <a:t>6</a:t>
            </a:r>
          </a:p>
        </p:txBody>
      </p:sp>
      <p:sp>
        <p:nvSpPr>
          <p:cNvPr id="1088294" name=""/>
          <p:cNvSpPr txBox="1"/>
          <p:nvPr/>
        </p:nvSpPr>
        <p:spPr>
          <a:xfrm rot="0">
            <a:off x="7956550" y="5084762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4</a:t>
            </a:r>
          </a:p>
        </p:txBody>
      </p:sp>
      <p:sp>
        <p:nvSpPr>
          <p:cNvPr id="1088295" name=""/>
          <p:cNvSpPr txBox="1"/>
          <p:nvPr/>
        </p:nvSpPr>
        <p:spPr>
          <a:xfrm rot="0">
            <a:off x="8604250" y="4797425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0000FF"/>
                </a:solidFill>
              </a:rPr>
              <a:t>3</a:t>
            </a:r>
          </a:p>
        </p:txBody>
      </p:sp>
      <p:sp>
        <p:nvSpPr>
          <p:cNvPr id="1088296" name=""/>
          <p:cNvSpPr txBox="1"/>
          <p:nvPr/>
        </p:nvSpPr>
        <p:spPr>
          <a:xfrm rot="0">
            <a:off x="7812087" y="4292600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chemeClr val="lt1"/>
                </a:solidFill>
              </a:rPr>
              <a:t>2</a:t>
            </a:r>
          </a:p>
        </p:txBody>
      </p:sp>
      <p:sp>
        <p:nvSpPr>
          <p:cNvPr id="1088297" name=""/>
          <p:cNvSpPr txBox="1"/>
          <p:nvPr/>
        </p:nvSpPr>
        <p:spPr>
          <a:xfrm rot="0">
            <a:off x="7812087" y="3425825"/>
            <a:ext cx="387350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chemeClr val="lt1"/>
                </a:solidFill>
              </a:rPr>
              <a:t>1</a:t>
            </a:r>
          </a:p>
        </p:txBody>
      </p:sp>
      <p:sp>
        <p:nvSpPr>
          <p:cNvPr id="1088298" name=""/>
          <p:cNvSpPr txBox="1"/>
          <p:nvPr/>
        </p:nvSpPr>
        <p:spPr>
          <a:xfrm rot="0">
            <a:off x="1476375" y="2562225"/>
            <a:ext cx="5000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6</a:t>
            </a:r>
            <a:r>
              <a:rPr altLang="zh-CN" b="1" sz="3200" lang="en-US">
                <a:solidFill>
                  <a:srgbClr val="FF3300"/>
                </a:solidFill>
                <a:ea typeface="Times New Roman" pitchFamily="18" charset="0"/>
              </a:rPr>
              <a:t>'</a:t>
            </a:r>
          </a:p>
        </p:txBody>
      </p:sp>
      <p:sp>
        <p:nvSpPr>
          <p:cNvPr id="1088299" name=""/>
          <p:cNvSpPr txBox="1"/>
          <p:nvPr/>
        </p:nvSpPr>
        <p:spPr>
          <a:xfrm rot="0">
            <a:off x="1692275" y="1773237"/>
            <a:ext cx="5000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2</a:t>
            </a:r>
            <a:r>
              <a:rPr altLang="zh-CN" b="1" sz="3200" lang="en-US">
                <a:solidFill>
                  <a:srgbClr val="FF3300"/>
                </a:solidFill>
                <a:ea typeface="Times New Roman" pitchFamily="18" charset="0"/>
              </a:rPr>
              <a:t>'</a:t>
            </a:r>
          </a:p>
        </p:txBody>
      </p:sp>
      <p:sp>
        <p:nvSpPr>
          <p:cNvPr id="1088300" name=""/>
          <p:cNvSpPr txBox="1"/>
          <p:nvPr/>
        </p:nvSpPr>
        <p:spPr>
          <a:xfrm rot="0">
            <a:off x="2703512" y="2276475"/>
            <a:ext cx="5000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3</a:t>
            </a:r>
            <a:r>
              <a:rPr altLang="zh-CN" b="1" sz="3200" lang="en-US">
                <a:solidFill>
                  <a:srgbClr val="FF3300"/>
                </a:solidFill>
                <a:ea typeface="Times New Roman" pitchFamily="18" charset="0"/>
              </a:rPr>
              <a:t>'</a:t>
            </a:r>
          </a:p>
        </p:txBody>
      </p:sp>
      <p:sp>
        <p:nvSpPr>
          <p:cNvPr id="1088301" name=""/>
          <p:cNvSpPr txBox="1"/>
          <p:nvPr/>
        </p:nvSpPr>
        <p:spPr>
          <a:xfrm rot="0">
            <a:off x="2987675" y="2708275"/>
            <a:ext cx="5000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4</a:t>
            </a:r>
            <a:r>
              <a:rPr altLang="zh-CN" b="1" sz="3200" lang="en-US">
                <a:solidFill>
                  <a:srgbClr val="FF3300"/>
                </a:solidFill>
                <a:ea typeface="Times New Roman" pitchFamily="18" charset="0"/>
              </a:rPr>
              <a:t>'</a:t>
            </a:r>
          </a:p>
        </p:txBody>
      </p:sp>
      <p:sp>
        <p:nvSpPr>
          <p:cNvPr id="1088302" name=""/>
          <p:cNvSpPr txBox="1"/>
          <p:nvPr/>
        </p:nvSpPr>
        <p:spPr>
          <a:xfrm rot="0">
            <a:off x="2268537" y="2852737"/>
            <a:ext cx="5000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</a:rPr>
              <a:t>5</a:t>
            </a:r>
            <a:r>
              <a:rPr altLang="zh-CN" b="1" sz="3200" lang="en-US">
                <a:solidFill>
                  <a:srgbClr val="FF3300"/>
                </a:solidFill>
                <a:ea typeface="Times New Roman" pitchFamily="18" charset="0"/>
              </a:rPr>
              <a:t>'</a:t>
            </a:r>
          </a:p>
        </p:txBody>
      </p:sp>
      <p:sp>
        <p:nvSpPr>
          <p:cNvPr id="1088303" name=""/>
          <p:cNvSpPr/>
          <p:nvPr/>
        </p:nvSpPr>
        <p:spPr>
          <a:xfrm rot="0">
            <a:off x="5281612" y="2978150"/>
            <a:ext cx="3175" cy="5365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511" name=""/>
          <p:cNvGrpSpPr/>
          <p:nvPr/>
        </p:nvGrpSpPr>
        <p:grpSpPr>
          <a:xfrm rot="0">
            <a:off x="5056187" y="404812"/>
            <a:ext cx="1065212" cy="1731962"/>
            <a:chOff x="3185" y="255"/>
            <a:chExt cx="671" cy="1091"/>
          </a:xfrm>
        </p:grpSpPr>
        <p:sp>
          <p:nvSpPr>
            <p:cNvPr id="1088304" name=""/>
            <p:cNvSpPr/>
            <p:nvPr/>
          </p:nvSpPr>
          <p:spPr>
            <a:xfrm rot="0">
              <a:off x="3185" y="1248"/>
              <a:ext cx="286" cy="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05" name=""/>
            <p:cNvSpPr/>
            <p:nvPr/>
          </p:nvSpPr>
          <p:spPr>
            <a:xfrm rot="0" flipV="1">
              <a:off x="3185" y="600"/>
              <a:ext cx="2" cy="648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06" name=""/>
            <p:cNvSpPr/>
            <p:nvPr/>
          </p:nvSpPr>
          <p:spPr>
            <a:xfrm rot="0">
              <a:off x="3471" y="600"/>
              <a:ext cx="2" cy="648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07" name=""/>
            <p:cNvSpPr txBox="1"/>
            <p:nvPr/>
          </p:nvSpPr>
          <p:spPr>
            <a:xfrm rot="0">
              <a:off x="3379" y="255"/>
              <a:ext cx="38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1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"</a:t>
              </a:r>
            </a:p>
          </p:txBody>
        </p:sp>
        <p:sp>
          <p:nvSpPr>
            <p:cNvPr id="1088308" name=""/>
            <p:cNvSpPr txBox="1"/>
            <p:nvPr/>
          </p:nvSpPr>
          <p:spPr>
            <a:xfrm rot="0">
              <a:off x="3470" y="981"/>
              <a:ext cx="38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2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"</a:t>
              </a:r>
            </a:p>
          </p:txBody>
        </p:sp>
      </p:grpSp>
      <p:grpSp>
        <p:nvGrpSpPr>
          <p:cNvPr id="512" name=""/>
          <p:cNvGrpSpPr/>
          <p:nvPr/>
        </p:nvGrpSpPr>
        <p:grpSpPr>
          <a:xfrm rot="0">
            <a:off x="4513262" y="1981200"/>
            <a:ext cx="2146300" cy="996950"/>
            <a:chOff x="2843" y="1248"/>
            <a:chExt cx="1352" cy="628"/>
          </a:xfrm>
        </p:grpSpPr>
        <p:sp>
          <p:nvSpPr>
            <p:cNvPr id="1088309" name=""/>
            <p:cNvSpPr/>
            <p:nvPr/>
          </p:nvSpPr>
          <p:spPr>
            <a:xfrm rot="0" flipH="1" flipV="1">
              <a:off x="3471" y="1248"/>
              <a:ext cx="340" cy="406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10" name=""/>
            <p:cNvSpPr/>
            <p:nvPr/>
          </p:nvSpPr>
          <p:spPr>
            <a:xfrm rot="0" flipV="1">
              <a:off x="3625" y="1654"/>
              <a:ext cx="186" cy="22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11" name=""/>
            <p:cNvSpPr/>
            <p:nvPr/>
          </p:nvSpPr>
          <p:spPr>
            <a:xfrm rot="0">
              <a:off x="2843" y="1654"/>
              <a:ext cx="188" cy="22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12" name=""/>
            <p:cNvSpPr/>
            <p:nvPr/>
          </p:nvSpPr>
          <p:spPr>
            <a:xfrm rot="0" flipH="1">
              <a:off x="2843" y="1248"/>
              <a:ext cx="342" cy="406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13" name=""/>
            <p:cNvSpPr txBox="1"/>
            <p:nvPr/>
          </p:nvSpPr>
          <p:spPr>
            <a:xfrm rot="0">
              <a:off x="3809" y="1432"/>
              <a:ext cx="38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3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"</a:t>
              </a:r>
            </a:p>
          </p:txBody>
        </p:sp>
      </p:grpSp>
      <p:grpSp>
        <p:nvGrpSpPr>
          <p:cNvPr id="513" name=""/>
          <p:cNvGrpSpPr/>
          <p:nvPr/>
        </p:nvGrpSpPr>
        <p:grpSpPr>
          <a:xfrm rot="0">
            <a:off x="4513262" y="2781300"/>
            <a:ext cx="2074862" cy="650875"/>
            <a:chOff x="2843" y="1752"/>
            <a:chExt cx="1307" cy="410"/>
          </a:xfrm>
        </p:grpSpPr>
        <p:sp>
          <p:nvSpPr>
            <p:cNvPr id="1088314" name=""/>
            <p:cNvSpPr/>
            <p:nvPr/>
          </p:nvSpPr>
          <p:spPr>
            <a:xfrm rot="0">
              <a:off x="3327" y="1876"/>
              <a:ext cx="48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15" name=""/>
            <p:cNvSpPr/>
            <p:nvPr/>
          </p:nvSpPr>
          <p:spPr>
            <a:xfrm rot="0">
              <a:off x="2843" y="1876"/>
              <a:ext cx="484" cy="2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16" name=""/>
            <p:cNvSpPr txBox="1"/>
            <p:nvPr/>
          </p:nvSpPr>
          <p:spPr>
            <a:xfrm rot="0">
              <a:off x="2971" y="1797"/>
              <a:ext cx="38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6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"</a:t>
              </a:r>
            </a:p>
          </p:txBody>
        </p:sp>
        <p:sp>
          <p:nvSpPr>
            <p:cNvPr id="1088317" name=""/>
            <p:cNvSpPr txBox="1"/>
            <p:nvPr/>
          </p:nvSpPr>
          <p:spPr>
            <a:xfrm rot="0">
              <a:off x="3424" y="1797"/>
              <a:ext cx="38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4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"</a:t>
              </a:r>
            </a:p>
          </p:txBody>
        </p:sp>
        <p:sp>
          <p:nvSpPr>
            <p:cNvPr id="1088318" name=""/>
            <p:cNvSpPr txBox="1"/>
            <p:nvPr/>
          </p:nvSpPr>
          <p:spPr>
            <a:xfrm rot="0">
              <a:off x="3764" y="1752"/>
              <a:ext cx="386" cy="365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5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"</a:t>
              </a:r>
            </a:p>
          </p:txBody>
        </p:sp>
      </p:grpSp>
      <p:sp>
        <p:nvSpPr>
          <p:cNvPr id="1088319" name=""/>
          <p:cNvSpPr/>
          <p:nvPr/>
        </p:nvSpPr>
        <p:spPr>
          <a:xfrm rot="0" flipV="1">
            <a:off x="5292725" y="954087"/>
            <a:ext cx="0" cy="1979612"/>
          </a:xfrm>
          <a:prstGeom prst="line"/>
          <a:noFill/>
          <a:ln w="38100" cap="flat" cmpd="sng">
            <a:solidFill>
              <a:srgbClr val="0000FF">
                <a:alpha val="100000"/>
              </a:srgbClr>
            </a:solidFill>
            <a:prstDash val="lgDash"/>
            <a:round/>
          </a:ln>
        </p:spPr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id="9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1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7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8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3"/>
                                        <p:tgtEl>
                                          <p:spTgt spid="1088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4"/>
                                        <p:tgtEl>
                                          <p:spTgt spid="1088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5">
                      <p:stCondLst>
                        <p:cond delay="indefinite"/>
                      </p:stCondLst>
                      <p:childTnLst>
                        <p:par>
                          <p:cTn fill="hold" id="26">
                            <p:stCondLst>
                              <p:cond delay="0"/>
                            </p:stCondLst>
                            <p:childTnLst>
                              <p:par>
                                <p:cTn fill="hold" id="27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9"/>
                                        <p:tgtEl>
                                          <p:spTgt spid="1088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0"/>
                                        <p:tgtEl>
                                          <p:spTgt spid="1088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14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8320" name=""/>
          <p:cNvSpPr/>
          <p:nvPr/>
        </p:nvSpPr>
        <p:spPr>
          <a:xfrm rot="0">
            <a:off x="4341812" y="2925762"/>
            <a:ext cx="50800" cy="1587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321" name=""/>
          <p:cNvSpPr/>
          <p:nvPr/>
        </p:nvSpPr>
        <p:spPr>
          <a:xfrm rot="0">
            <a:off x="6237287" y="2925762"/>
            <a:ext cx="47625" cy="1587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322" name=""/>
          <p:cNvSpPr/>
          <p:nvPr/>
        </p:nvSpPr>
        <p:spPr>
          <a:xfrm rot="0">
            <a:off x="4392612" y="981075"/>
            <a:ext cx="1844675" cy="3175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323" name=""/>
          <p:cNvSpPr/>
          <p:nvPr/>
        </p:nvSpPr>
        <p:spPr>
          <a:xfrm rot="0" flipV="1">
            <a:off x="6237287" y="981075"/>
            <a:ext cx="1587" cy="514350"/>
          </a:xfrm>
          <a:prstGeom prst="line"/>
          <a:solidFill>
            <a:srgbClr val="FFFFFF"/>
          </a:solidFill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15" name=""/>
          <p:cNvGrpSpPr/>
          <p:nvPr/>
        </p:nvGrpSpPr>
        <p:grpSpPr>
          <a:xfrm rot="0">
            <a:off x="4375150" y="2484437"/>
            <a:ext cx="1846262" cy="455612"/>
            <a:chOff x="2778" y="1556"/>
            <a:chExt cx="1163" cy="287"/>
          </a:xfrm>
        </p:grpSpPr>
        <p:sp>
          <p:nvSpPr>
            <p:cNvPr id="1088324" name=""/>
            <p:cNvSpPr/>
            <p:nvPr/>
          </p:nvSpPr>
          <p:spPr>
            <a:xfrm rot="0" flipH="1">
              <a:off x="2778" y="1556"/>
              <a:ext cx="1162" cy="2"/>
            </a:xfrm>
            <a:prstGeom prst="line"/>
            <a:solidFill>
              <a:srgbClr val="FFFFFF"/>
            </a:solidFill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325" name=""/>
            <p:cNvSpPr/>
            <p:nvPr/>
          </p:nvSpPr>
          <p:spPr>
            <a:xfrm rot="0" flipV="1">
              <a:off x="3742" y="1556"/>
              <a:ext cx="1" cy="287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26" name=""/>
            <p:cNvSpPr/>
            <p:nvPr/>
          </p:nvSpPr>
          <p:spPr>
            <a:xfrm rot="0">
              <a:off x="2976" y="1556"/>
              <a:ext cx="2" cy="287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27" name=""/>
            <p:cNvSpPr/>
            <p:nvPr/>
          </p:nvSpPr>
          <p:spPr>
            <a:xfrm rot="0" flipV="1">
              <a:off x="2778" y="1556"/>
              <a:ext cx="2" cy="287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28" name=""/>
            <p:cNvSpPr/>
            <p:nvPr/>
          </p:nvSpPr>
          <p:spPr>
            <a:xfrm rot="0">
              <a:off x="3940" y="1556"/>
              <a:ext cx="1" cy="287"/>
            </a:xfrm>
            <a:prstGeom prst="line"/>
            <a:solidFill>
              <a:srgbClr val="FFFFFF"/>
            </a:solidFill>
            <a:ln w="3810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16" name=""/>
          <p:cNvGrpSpPr/>
          <p:nvPr/>
        </p:nvGrpSpPr>
        <p:grpSpPr>
          <a:xfrm rot="0">
            <a:off x="4375150" y="979487"/>
            <a:ext cx="317500" cy="514350"/>
            <a:chOff x="2778" y="618"/>
            <a:chExt cx="200" cy="324"/>
          </a:xfrm>
        </p:grpSpPr>
        <p:sp>
          <p:nvSpPr>
            <p:cNvPr id="1088329" name=""/>
            <p:cNvSpPr/>
            <p:nvPr/>
          </p:nvSpPr>
          <p:spPr>
            <a:xfrm rot="0">
              <a:off x="2778" y="618"/>
              <a:ext cx="2" cy="324"/>
            </a:xfrm>
            <a:prstGeom prst="line"/>
            <a:solidFill>
              <a:srgbClr val="FFFFFF"/>
            </a:solidFill>
            <a:ln w="571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0" name=""/>
            <p:cNvSpPr/>
            <p:nvPr/>
          </p:nvSpPr>
          <p:spPr>
            <a:xfrm rot="0" flipV="1">
              <a:off x="2976" y="618"/>
              <a:ext cx="2" cy="324"/>
            </a:xfrm>
            <a:prstGeom prst="line"/>
            <a:solidFill>
              <a:srgbClr val="FFFFFF"/>
            </a:solidFill>
            <a:ln w="28575" cap="flat" cmpd="sng">
              <a:solidFill>
                <a:srgbClr val="FF3300">
                  <a:alpha val="100000"/>
                </a:srgbClr>
              </a:solidFill>
              <a:prstDash val="lgDash"/>
              <a:round/>
            </a:ln>
          </p:spPr>
        </p:sp>
      </p:grpSp>
      <p:grpSp>
        <p:nvGrpSpPr>
          <p:cNvPr id="517" name=""/>
          <p:cNvGrpSpPr/>
          <p:nvPr/>
        </p:nvGrpSpPr>
        <p:grpSpPr>
          <a:xfrm rot="0">
            <a:off x="4632325" y="1495425"/>
            <a:ext cx="1363662" cy="1430337"/>
            <a:chOff x="2929" y="942"/>
            <a:chExt cx="859" cy="901"/>
          </a:xfrm>
        </p:grpSpPr>
        <p:sp>
          <p:nvSpPr>
            <p:cNvPr id="1088331" name=""/>
            <p:cNvSpPr/>
            <p:nvPr/>
          </p:nvSpPr>
          <p:spPr>
            <a:xfrm rot="0" flipV="1">
              <a:off x="3787" y="1765"/>
              <a:ext cx="1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2" name=""/>
            <p:cNvSpPr/>
            <p:nvPr/>
          </p:nvSpPr>
          <p:spPr>
            <a:xfrm rot="0" flipV="1">
              <a:off x="3787" y="1594"/>
              <a:ext cx="1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3" name=""/>
            <p:cNvSpPr/>
            <p:nvPr/>
          </p:nvSpPr>
          <p:spPr>
            <a:xfrm rot="0" flipV="1">
              <a:off x="3787" y="1421"/>
              <a:ext cx="1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4" name=""/>
            <p:cNvSpPr/>
            <p:nvPr/>
          </p:nvSpPr>
          <p:spPr>
            <a:xfrm rot="0" flipV="1">
              <a:off x="3787" y="1248"/>
              <a:ext cx="1" cy="11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5" name=""/>
            <p:cNvSpPr/>
            <p:nvPr/>
          </p:nvSpPr>
          <p:spPr>
            <a:xfrm rot="0" flipV="1">
              <a:off x="3787" y="1077"/>
              <a:ext cx="1" cy="11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6" name=""/>
            <p:cNvSpPr/>
            <p:nvPr/>
          </p:nvSpPr>
          <p:spPr>
            <a:xfrm rot="0" flipV="1">
              <a:off x="3787" y="942"/>
              <a:ext cx="1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7" name=""/>
            <p:cNvSpPr/>
            <p:nvPr/>
          </p:nvSpPr>
          <p:spPr>
            <a:xfrm rot="0">
              <a:off x="2929" y="942"/>
              <a:ext cx="2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8" name=""/>
            <p:cNvSpPr/>
            <p:nvPr/>
          </p:nvSpPr>
          <p:spPr>
            <a:xfrm rot="0">
              <a:off x="2929" y="1077"/>
              <a:ext cx="2" cy="114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39" name=""/>
            <p:cNvSpPr/>
            <p:nvPr/>
          </p:nvSpPr>
          <p:spPr>
            <a:xfrm rot="0">
              <a:off x="2929" y="1248"/>
              <a:ext cx="2" cy="116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0" name=""/>
            <p:cNvSpPr/>
            <p:nvPr/>
          </p:nvSpPr>
          <p:spPr>
            <a:xfrm rot="0">
              <a:off x="2929" y="1421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1" name=""/>
            <p:cNvSpPr/>
            <p:nvPr/>
          </p:nvSpPr>
          <p:spPr>
            <a:xfrm rot="0">
              <a:off x="2929" y="1594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2" name=""/>
            <p:cNvSpPr/>
            <p:nvPr/>
          </p:nvSpPr>
          <p:spPr>
            <a:xfrm rot="0">
              <a:off x="2929" y="1765"/>
              <a:ext cx="2" cy="78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18" name=""/>
          <p:cNvGrpSpPr/>
          <p:nvPr/>
        </p:nvGrpSpPr>
        <p:grpSpPr>
          <a:xfrm rot="0">
            <a:off x="4341812" y="831850"/>
            <a:ext cx="1946275" cy="2181225"/>
            <a:chOff x="2746" y="524"/>
            <a:chExt cx="1226" cy="1374"/>
          </a:xfrm>
        </p:grpSpPr>
        <p:sp>
          <p:nvSpPr>
            <p:cNvPr id="1088343" name=""/>
            <p:cNvSpPr/>
            <p:nvPr/>
          </p:nvSpPr>
          <p:spPr>
            <a:xfrm rot="0" flipV="1">
              <a:off x="3970" y="942"/>
              <a:ext cx="2" cy="901"/>
            </a:xfrm>
            <a:prstGeom prst="line"/>
            <a:solidFill>
              <a:srgbClr val="FFFFFF"/>
            </a:solidFill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4" name=""/>
            <p:cNvSpPr/>
            <p:nvPr/>
          </p:nvSpPr>
          <p:spPr>
            <a:xfrm rot="0">
              <a:off x="2746" y="942"/>
              <a:ext cx="2" cy="901"/>
            </a:xfrm>
            <a:prstGeom prst="line"/>
            <a:solidFill>
              <a:srgbClr val="FFFFFF"/>
            </a:solidFill>
            <a:ln w="3810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5" name=""/>
            <p:cNvSpPr/>
            <p:nvPr/>
          </p:nvSpPr>
          <p:spPr>
            <a:xfrm rot="0">
              <a:off x="2778" y="1843"/>
              <a:ext cx="198" cy="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6" name=""/>
            <p:cNvSpPr/>
            <p:nvPr/>
          </p:nvSpPr>
          <p:spPr>
            <a:xfrm rot="0">
              <a:off x="3742" y="1843"/>
              <a:ext cx="198" cy="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7" name=""/>
            <p:cNvSpPr/>
            <p:nvPr/>
          </p:nvSpPr>
          <p:spPr>
            <a:xfrm rot="0">
              <a:off x="3358" y="524"/>
              <a:ext cx="2" cy="16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8" name=""/>
            <p:cNvSpPr/>
            <p:nvPr/>
          </p:nvSpPr>
          <p:spPr>
            <a:xfrm rot="0">
              <a:off x="3358" y="726"/>
              <a:ext cx="2" cy="3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49" name=""/>
            <p:cNvSpPr/>
            <p:nvPr/>
          </p:nvSpPr>
          <p:spPr>
            <a:xfrm rot="0">
              <a:off x="3358" y="803"/>
              <a:ext cx="2" cy="19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0" name=""/>
            <p:cNvSpPr/>
            <p:nvPr/>
          </p:nvSpPr>
          <p:spPr>
            <a:xfrm rot="0">
              <a:off x="3358" y="1036"/>
              <a:ext cx="2" cy="3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1" name=""/>
            <p:cNvSpPr/>
            <p:nvPr/>
          </p:nvSpPr>
          <p:spPr>
            <a:xfrm rot="0">
              <a:off x="3358" y="1115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2" name=""/>
            <p:cNvSpPr/>
            <p:nvPr/>
          </p:nvSpPr>
          <p:spPr>
            <a:xfrm rot="0">
              <a:off x="3358" y="1347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3" name=""/>
            <p:cNvSpPr/>
            <p:nvPr/>
          </p:nvSpPr>
          <p:spPr>
            <a:xfrm rot="0">
              <a:off x="3358" y="1427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4" name=""/>
            <p:cNvSpPr/>
            <p:nvPr/>
          </p:nvSpPr>
          <p:spPr>
            <a:xfrm rot="0">
              <a:off x="3358" y="1659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5" name=""/>
            <p:cNvSpPr/>
            <p:nvPr/>
          </p:nvSpPr>
          <p:spPr>
            <a:xfrm rot="0">
              <a:off x="3358" y="1736"/>
              <a:ext cx="2" cy="16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19" name=""/>
          <p:cNvGrpSpPr/>
          <p:nvPr/>
        </p:nvGrpSpPr>
        <p:grpSpPr>
          <a:xfrm rot="0">
            <a:off x="1200150" y="846137"/>
            <a:ext cx="2132012" cy="5349875"/>
            <a:chOff x="767" y="533"/>
            <a:chExt cx="1343" cy="3370"/>
          </a:xfrm>
        </p:grpSpPr>
        <p:sp>
          <p:nvSpPr>
            <p:cNvPr id="1088356" name=""/>
            <p:cNvSpPr/>
            <p:nvPr/>
          </p:nvSpPr>
          <p:spPr>
            <a:xfrm rot="0" flipV="1">
              <a:off x="2060" y="618"/>
              <a:ext cx="1" cy="93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7" name=""/>
            <p:cNvSpPr/>
            <p:nvPr/>
          </p:nvSpPr>
          <p:spPr>
            <a:xfrm rot="0">
              <a:off x="835" y="618"/>
              <a:ext cx="2" cy="93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8" name=""/>
            <p:cNvSpPr/>
            <p:nvPr/>
          </p:nvSpPr>
          <p:spPr>
            <a:xfrm rot="0" flipH="1">
              <a:off x="1642" y="1556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59" name=""/>
            <p:cNvSpPr/>
            <p:nvPr/>
          </p:nvSpPr>
          <p:spPr>
            <a:xfrm rot="0">
              <a:off x="1642" y="1556"/>
              <a:ext cx="2" cy="287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0" name=""/>
            <p:cNvSpPr/>
            <p:nvPr/>
          </p:nvSpPr>
          <p:spPr>
            <a:xfrm rot="0">
              <a:off x="1253" y="1843"/>
              <a:ext cx="389" cy="1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1" name=""/>
            <p:cNvSpPr/>
            <p:nvPr/>
          </p:nvSpPr>
          <p:spPr>
            <a:xfrm rot="0" flipV="1">
              <a:off x="1253" y="1556"/>
              <a:ext cx="2" cy="287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2" name=""/>
            <p:cNvSpPr/>
            <p:nvPr/>
          </p:nvSpPr>
          <p:spPr>
            <a:xfrm rot="0" flipH="1">
              <a:off x="835" y="1556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3" name=""/>
            <p:cNvSpPr/>
            <p:nvPr/>
          </p:nvSpPr>
          <p:spPr>
            <a:xfrm rot="0">
              <a:off x="835" y="618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4" name=""/>
            <p:cNvSpPr/>
            <p:nvPr/>
          </p:nvSpPr>
          <p:spPr>
            <a:xfrm rot="0" flipV="1">
              <a:off x="1253" y="618"/>
              <a:ext cx="2" cy="32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5" name=""/>
            <p:cNvSpPr/>
            <p:nvPr/>
          </p:nvSpPr>
          <p:spPr>
            <a:xfrm rot="0" flipH="1">
              <a:off x="1253" y="942"/>
              <a:ext cx="389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6" name=""/>
            <p:cNvSpPr/>
            <p:nvPr/>
          </p:nvSpPr>
          <p:spPr>
            <a:xfrm rot="0">
              <a:off x="1642" y="618"/>
              <a:ext cx="2" cy="324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7" name=""/>
            <p:cNvSpPr/>
            <p:nvPr/>
          </p:nvSpPr>
          <p:spPr>
            <a:xfrm rot="0">
              <a:off x="1642" y="618"/>
              <a:ext cx="41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8" name=""/>
            <p:cNvSpPr/>
            <p:nvPr/>
          </p:nvSpPr>
          <p:spPr>
            <a:xfrm rot="0" flipV="1">
              <a:off x="1876" y="1461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69" name=""/>
            <p:cNvSpPr/>
            <p:nvPr/>
          </p:nvSpPr>
          <p:spPr>
            <a:xfrm rot="0" flipV="1">
              <a:off x="1876" y="1288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0" name=""/>
            <p:cNvSpPr/>
            <p:nvPr/>
          </p:nvSpPr>
          <p:spPr>
            <a:xfrm rot="0" flipV="1">
              <a:off x="1876" y="1115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1" name=""/>
            <p:cNvSpPr/>
            <p:nvPr/>
          </p:nvSpPr>
          <p:spPr>
            <a:xfrm rot="0" flipV="1">
              <a:off x="1876" y="942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2" name=""/>
            <p:cNvSpPr/>
            <p:nvPr/>
          </p:nvSpPr>
          <p:spPr>
            <a:xfrm rot="0" flipV="1">
              <a:off x="1876" y="771"/>
              <a:ext cx="2" cy="11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3" name=""/>
            <p:cNvSpPr/>
            <p:nvPr/>
          </p:nvSpPr>
          <p:spPr>
            <a:xfrm rot="0" flipV="1">
              <a:off x="1876" y="618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4" name=""/>
            <p:cNvSpPr/>
            <p:nvPr/>
          </p:nvSpPr>
          <p:spPr>
            <a:xfrm rot="0">
              <a:off x="1019" y="618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5" name=""/>
            <p:cNvSpPr/>
            <p:nvPr/>
          </p:nvSpPr>
          <p:spPr>
            <a:xfrm rot="0">
              <a:off x="1019" y="771"/>
              <a:ext cx="2" cy="113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6" name=""/>
            <p:cNvSpPr/>
            <p:nvPr/>
          </p:nvSpPr>
          <p:spPr>
            <a:xfrm rot="0">
              <a:off x="1019" y="942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7" name=""/>
            <p:cNvSpPr/>
            <p:nvPr/>
          </p:nvSpPr>
          <p:spPr>
            <a:xfrm rot="0">
              <a:off x="1019" y="1115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8" name=""/>
            <p:cNvSpPr/>
            <p:nvPr/>
          </p:nvSpPr>
          <p:spPr>
            <a:xfrm rot="0">
              <a:off x="1019" y="1288"/>
              <a:ext cx="2" cy="11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79" name=""/>
            <p:cNvSpPr/>
            <p:nvPr/>
          </p:nvSpPr>
          <p:spPr>
            <a:xfrm rot="0">
              <a:off x="1019" y="1461"/>
              <a:ext cx="2" cy="95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0" name=""/>
            <p:cNvSpPr/>
            <p:nvPr/>
          </p:nvSpPr>
          <p:spPr>
            <a:xfrm rot="0">
              <a:off x="1019" y="2759"/>
              <a:ext cx="234" cy="766"/>
            </a:xfrm>
            <a:custGeom>
              <a:avLst/>
              <a:ahLst/>
              <a:rect l="0" t="0" r="r" b="b"/>
              <a:pathLst>
                <a:path w="912" h="2974">
                  <a:moveTo>
                    <a:pt x="912" y="0"/>
                  </a:moveTo>
                  <a:lnTo>
                    <a:pt x="818" y="52"/>
                  </a:lnTo>
                  <a:lnTo>
                    <a:pt x="726" y="109"/>
                  </a:lnTo>
                  <a:lnTo>
                    <a:pt x="640" y="173"/>
                  </a:lnTo>
                  <a:lnTo>
                    <a:pt x="557" y="243"/>
                  </a:lnTo>
                  <a:lnTo>
                    <a:pt x="478" y="317"/>
                  </a:lnTo>
                  <a:lnTo>
                    <a:pt x="405" y="397"/>
                  </a:lnTo>
                  <a:lnTo>
                    <a:pt x="337" y="481"/>
                  </a:lnTo>
                  <a:lnTo>
                    <a:pt x="275" y="569"/>
                  </a:lnTo>
                  <a:lnTo>
                    <a:pt x="219" y="661"/>
                  </a:lnTo>
                  <a:lnTo>
                    <a:pt x="168" y="756"/>
                  </a:lnTo>
                  <a:lnTo>
                    <a:pt x="124" y="854"/>
                  </a:lnTo>
                  <a:lnTo>
                    <a:pt x="86" y="956"/>
                  </a:lnTo>
                  <a:lnTo>
                    <a:pt x="55" y="1060"/>
                  </a:lnTo>
                  <a:lnTo>
                    <a:pt x="31" y="1165"/>
                  </a:lnTo>
                  <a:lnTo>
                    <a:pt x="13" y="1271"/>
                  </a:lnTo>
                  <a:lnTo>
                    <a:pt x="3" y="1379"/>
                  </a:lnTo>
                  <a:lnTo>
                    <a:pt x="0" y="1487"/>
                  </a:lnTo>
                  <a:lnTo>
                    <a:pt x="3" y="1595"/>
                  </a:lnTo>
                  <a:lnTo>
                    <a:pt x="13" y="1702"/>
                  </a:lnTo>
                  <a:lnTo>
                    <a:pt x="31" y="1809"/>
                  </a:lnTo>
                  <a:lnTo>
                    <a:pt x="55" y="1914"/>
                  </a:lnTo>
                  <a:lnTo>
                    <a:pt x="86" y="2018"/>
                  </a:lnTo>
                  <a:lnTo>
                    <a:pt x="124" y="2119"/>
                  </a:lnTo>
                  <a:lnTo>
                    <a:pt x="168" y="2217"/>
                  </a:lnTo>
                  <a:lnTo>
                    <a:pt x="219" y="2313"/>
                  </a:lnTo>
                  <a:lnTo>
                    <a:pt x="275" y="2405"/>
                  </a:lnTo>
                  <a:lnTo>
                    <a:pt x="337" y="2493"/>
                  </a:lnTo>
                  <a:lnTo>
                    <a:pt x="405" y="2577"/>
                  </a:lnTo>
                  <a:lnTo>
                    <a:pt x="478" y="2657"/>
                  </a:lnTo>
                  <a:lnTo>
                    <a:pt x="557" y="2731"/>
                  </a:lnTo>
                  <a:lnTo>
                    <a:pt x="640" y="2801"/>
                  </a:lnTo>
                  <a:lnTo>
                    <a:pt x="726" y="2864"/>
                  </a:lnTo>
                  <a:lnTo>
                    <a:pt x="818" y="2922"/>
                  </a:lnTo>
                  <a:lnTo>
                    <a:pt x="912" y="2974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1" name=""/>
            <p:cNvSpPr/>
            <p:nvPr/>
          </p:nvSpPr>
          <p:spPr>
            <a:xfrm rot="0">
              <a:off x="1253" y="3525"/>
              <a:ext cx="2" cy="200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2" name=""/>
            <p:cNvSpPr/>
            <p:nvPr/>
          </p:nvSpPr>
          <p:spPr>
            <a:xfrm rot="0">
              <a:off x="835" y="2561"/>
              <a:ext cx="418" cy="1164"/>
            </a:xfrm>
            <a:custGeom>
              <a:avLst/>
              <a:ahLst/>
              <a:rect l="0" t="0" r="r" b="b"/>
              <a:pathLst>
                <a:path w="1626" h="4520">
                  <a:moveTo>
                    <a:pt x="1626" y="0"/>
                  </a:moveTo>
                  <a:lnTo>
                    <a:pt x="1505" y="45"/>
                  </a:lnTo>
                  <a:lnTo>
                    <a:pt x="1386" y="95"/>
                  </a:lnTo>
                  <a:lnTo>
                    <a:pt x="1270" y="153"/>
                  </a:lnTo>
                  <a:lnTo>
                    <a:pt x="1157" y="216"/>
                  </a:lnTo>
                  <a:lnTo>
                    <a:pt x="1049" y="286"/>
                  </a:lnTo>
                  <a:lnTo>
                    <a:pt x="944" y="361"/>
                  </a:lnTo>
                  <a:lnTo>
                    <a:pt x="842" y="441"/>
                  </a:lnTo>
                  <a:lnTo>
                    <a:pt x="746" y="528"/>
                  </a:lnTo>
                  <a:lnTo>
                    <a:pt x="654" y="618"/>
                  </a:lnTo>
                  <a:lnTo>
                    <a:pt x="568" y="714"/>
                  </a:lnTo>
                  <a:lnTo>
                    <a:pt x="487" y="815"/>
                  </a:lnTo>
                  <a:lnTo>
                    <a:pt x="411" y="920"/>
                  </a:lnTo>
                  <a:lnTo>
                    <a:pt x="341" y="1029"/>
                  </a:lnTo>
                  <a:lnTo>
                    <a:pt x="278" y="1142"/>
                  </a:lnTo>
                  <a:lnTo>
                    <a:pt x="221" y="1257"/>
                  </a:lnTo>
                  <a:lnTo>
                    <a:pt x="169" y="1376"/>
                  </a:lnTo>
                  <a:lnTo>
                    <a:pt x="125" y="1498"/>
                  </a:lnTo>
                  <a:lnTo>
                    <a:pt x="86" y="1621"/>
                  </a:lnTo>
                  <a:lnTo>
                    <a:pt x="55" y="1747"/>
                  </a:lnTo>
                  <a:lnTo>
                    <a:pt x="31" y="1874"/>
                  </a:lnTo>
                  <a:lnTo>
                    <a:pt x="13" y="2002"/>
                  </a:lnTo>
                  <a:lnTo>
                    <a:pt x="3" y="2130"/>
                  </a:lnTo>
                  <a:lnTo>
                    <a:pt x="0" y="2260"/>
                  </a:lnTo>
                  <a:lnTo>
                    <a:pt x="3" y="2389"/>
                  </a:lnTo>
                  <a:lnTo>
                    <a:pt x="13" y="2518"/>
                  </a:lnTo>
                  <a:lnTo>
                    <a:pt x="31" y="2646"/>
                  </a:lnTo>
                  <a:lnTo>
                    <a:pt x="55" y="2773"/>
                  </a:lnTo>
                  <a:lnTo>
                    <a:pt x="86" y="2898"/>
                  </a:lnTo>
                  <a:lnTo>
                    <a:pt x="125" y="3022"/>
                  </a:lnTo>
                  <a:lnTo>
                    <a:pt x="169" y="3144"/>
                  </a:lnTo>
                  <a:lnTo>
                    <a:pt x="221" y="3262"/>
                  </a:lnTo>
                  <a:lnTo>
                    <a:pt x="278" y="3378"/>
                  </a:lnTo>
                  <a:lnTo>
                    <a:pt x="341" y="3491"/>
                  </a:lnTo>
                  <a:lnTo>
                    <a:pt x="411" y="3599"/>
                  </a:lnTo>
                  <a:lnTo>
                    <a:pt x="487" y="3704"/>
                  </a:lnTo>
                  <a:lnTo>
                    <a:pt x="568" y="3805"/>
                  </a:lnTo>
                  <a:lnTo>
                    <a:pt x="654" y="3901"/>
                  </a:lnTo>
                  <a:lnTo>
                    <a:pt x="746" y="3993"/>
                  </a:lnTo>
                  <a:lnTo>
                    <a:pt x="842" y="4079"/>
                  </a:lnTo>
                  <a:lnTo>
                    <a:pt x="944" y="4159"/>
                  </a:lnTo>
                  <a:lnTo>
                    <a:pt x="1049" y="4235"/>
                  </a:lnTo>
                  <a:lnTo>
                    <a:pt x="1157" y="4304"/>
                  </a:lnTo>
                  <a:lnTo>
                    <a:pt x="1270" y="4367"/>
                  </a:lnTo>
                  <a:lnTo>
                    <a:pt x="1386" y="4425"/>
                  </a:lnTo>
                  <a:lnTo>
                    <a:pt x="1505" y="4476"/>
                  </a:lnTo>
                  <a:lnTo>
                    <a:pt x="1626" y="452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3" name=""/>
            <p:cNvSpPr/>
            <p:nvPr/>
          </p:nvSpPr>
          <p:spPr>
            <a:xfrm rot="0">
              <a:off x="1253" y="2561"/>
              <a:ext cx="2" cy="19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4" name=""/>
            <p:cNvSpPr/>
            <p:nvPr/>
          </p:nvSpPr>
          <p:spPr>
            <a:xfrm rot="0">
              <a:off x="1642" y="2759"/>
              <a:ext cx="234" cy="766"/>
            </a:xfrm>
            <a:custGeom>
              <a:avLst/>
              <a:ahLst/>
              <a:rect l="0" t="0" r="r" b="b"/>
              <a:pathLst>
                <a:path w="912" h="2974">
                  <a:moveTo>
                    <a:pt x="0" y="2974"/>
                  </a:moveTo>
                  <a:lnTo>
                    <a:pt x="94" y="2922"/>
                  </a:lnTo>
                  <a:lnTo>
                    <a:pt x="186" y="2864"/>
                  </a:lnTo>
                  <a:lnTo>
                    <a:pt x="273" y="2801"/>
                  </a:lnTo>
                  <a:lnTo>
                    <a:pt x="355" y="2731"/>
                  </a:lnTo>
                  <a:lnTo>
                    <a:pt x="434" y="2657"/>
                  </a:lnTo>
                  <a:lnTo>
                    <a:pt x="506" y="2577"/>
                  </a:lnTo>
                  <a:lnTo>
                    <a:pt x="575" y="2493"/>
                  </a:lnTo>
                  <a:lnTo>
                    <a:pt x="637" y="2405"/>
                  </a:lnTo>
                  <a:lnTo>
                    <a:pt x="693" y="2313"/>
                  </a:lnTo>
                  <a:lnTo>
                    <a:pt x="744" y="2217"/>
                  </a:lnTo>
                  <a:lnTo>
                    <a:pt x="788" y="2119"/>
                  </a:lnTo>
                  <a:lnTo>
                    <a:pt x="826" y="2018"/>
                  </a:lnTo>
                  <a:lnTo>
                    <a:pt x="857" y="1914"/>
                  </a:lnTo>
                  <a:lnTo>
                    <a:pt x="881" y="1809"/>
                  </a:lnTo>
                  <a:lnTo>
                    <a:pt x="899" y="1702"/>
                  </a:lnTo>
                  <a:lnTo>
                    <a:pt x="909" y="1595"/>
                  </a:lnTo>
                  <a:lnTo>
                    <a:pt x="912" y="1487"/>
                  </a:lnTo>
                  <a:lnTo>
                    <a:pt x="909" y="1379"/>
                  </a:lnTo>
                  <a:lnTo>
                    <a:pt x="899" y="1271"/>
                  </a:lnTo>
                  <a:lnTo>
                    <a:pt x="881" y="1165"/>
                  </a:lnTo>
                  <a:lnTo>
                    <a:pt x="857" y="1060"/>
                  </a:lnTo>
                  <a:lnTo>
                    <a:pt x="826" y="956"/>
                  </a:lnTo>
                  <a:lnTo>
                    <a:pt x="788" y="854"/>
                  </a:lnTo>
                  <a:lnTo>
                    <a:pt x="744" y="756"/>
                  </a:lnTo>
                  <a:lnTo>
                    <a:pt x="693" y="661"/>
                  </a:lnTo>
                  <a:lnTo>
                    <a:pt x="637" y="569"/>
                  </a:lnTo>
                  <a:lnTo>
                    <a:pt x="575" y="481"/>
                  </a:lnTo>
                  <a:lnTo>
                    <a:pt x="506" y="397"/>
                  </a:lnTo>
                  <a:lnTo>
                    <a:pt x="434" y="317"/>
                  </a:lnTo>
                  <a:lnTo>
                    <a:pt x="355" y="243"/>
                  </a:lnTo>
                  <a:lnTo>
                    <a:pt x="273" y="173"/>
                  </a:lnTo>
                  <a:lnTo>
                    <a:pt x="186" y="109"/>
                  </a:lnTo>
                  <a:lnTo>
                    <a:pt x="94" y="52"/>
                  </a:lnTo>
                  <a:lnTo>
                    <a:pt x="0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5" name=""/>
            <p:cNvSpPr/>
            <p:nvPr/>
          </p:nvSpPr>
          <p:spPr>
            <a:xfrm rot="0" flipV="1">
              <a:off x="1642" y="2561"/>
              <a:ext cx="2" cy="198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6" name=""/>
            <p:cNvSpPr/>
            <p:nvPr/>
          </p:nvSpPr>
          <p:spPr>
            <a:xfrm rot="0">
              <a:off x="1642" y="2561"/>
              <a:ext cx="418" cy="1164"/>
            </a:xfrm>
            <a:custGeom>
              <a:avLst/>
              <a:ahLst/>
              <a:rect l="0" t="0" r="r" b="b"/>
              <a:pathLst>
                <a:path w="1627" h="4520">
                  <a:moveTo>
                    <a:pt x="0" y="4520"/>
                  </a:moveTo>
                  <a:lnTo>
                    <a:pt x="122" y="4476"/>
                  </a:lnTo>
                  <a:lnTo>
                    <a:pt x="240" y="4425"/>
                  </a:lnTo>
                  <a:lnTo>
                    <a:pt x="356" y="4367"/>
                  </a:lnTo>
                  <a:lnTo>
                    <a:pt x="469" y="4304"/>
                  </a:lnTo>
                  <a:lnTo>
                    <a:pt x="577" y="4235"/>
                  </a:lnTo>
                  <a:lnTo>
                    <a:pt x="683" y="4159"/>
                  </a:lnTo>
                  <a:lnTo>
                    <a:pt x="784" y="4079"/>
                  </a:lnTo>
                  <a:lnTo>
                    <a:pt x="880" y="3993"/>
                  </a:lnTo>
                  <a:lnTo>
                    <a:pt x="972" y="3901"/>
                  </a:lnTo>
                  <a:lnTo>
                    <a:pt x="1058" y="3805"/>
                  </a:lnTo>
                  <a:lnTo>
                    <a:pt x="1139" y="3704"/>
                  </a:lnTo>
                  <a:lnTo>
                    <a:pt x="1215" y="3599"/>
                  </a:lnTo>
                  <a:lnTo>
                    <a:pt x="1285" y="3491"/>
                  </a:lnTo>
                  <a:lnTo>
                    <a:pt x="1349" y="3378"/>
                  </a:lnTo>
                  <a:lnTo>
                    <a:pt x="1406" y="3262"/>
                  </a:lnTo>
                  <a:lnTo>
                    <a:pt x="1457" y="3144"/>
                  </a:lnTo>
                  <a:lnTo>
                    <a:pt x="1501" y="3022"/>
                  </a:lnTo>
                  <a:lnTo>
                    <a:pt x="1540" y="2898"/>
                  </a:lnTo>
                  <a:lnTo>
                    <a:pt x="1571" y="2773"/>
                  </a:lnTo>
                  <a:lnTo>
                    <a:pt x="1595" y="2646"/>
                  </a:lnTo>
                  <a:lnTo>
                    <a:pt x="1613" y="2518"/>
                  </a:lnTo>
                  <a:lnTo>
                    <a:pt x="1623" y="2389"/>
                  </a:lnTo>
                  <a:lnTo>
                    <a:pt x="1627" y="2260"/>
                  </a:lnTo>
                  <a:lnTo>
                    <a:pt x="1623" y="2130"/>
                  </a:lnTo>
                  <a:lnTo>
                    <a:pt x="1613" y="2002"/>
                  </a:lnTo>
                  <a:lnTo>
                    <a:pt x="1595" y="1874"/>
                  </a:lnTo>
                  <a:lnTo>
                    <a:pt x="1571" y="1747"/>
                  </a:lnTo>
                  <a:lnTo>
                    <a:pt x="1540" y="1621"/>
                  </a:lnTo>
                  <a:lnTo>
                    <a:pt x="1501" y="1498"/>
                  </a:lnTo>
                  <a:lnTo>
                    <a:pt x="1457" y="1376"/>
                  </a:lnTo>
                  <a:lnTo>
                    <a:pt x="1406" y="1257"/>
                  </a:lnTo>
                  <a:lnTo>
                    <a:pt x="1349" y="1142"/>
                  </a:lnTo>
                  <a:lnTo>
                    <a:pt x="1285" y="1029"/>
                  </a:lnTo>
                  <a:lnTo>
                    <a:pt x="1215" y="920"/>
                  </a:lnTo>
                  <a:lnTo>
                    <a:pt x="1139" y="815"/>
                  </a:lnTo>
                  <a:lnTo>
                    <a:pt x="1058" y="714"/>
                  </a:lnTo>
                  <a:lnTo>
                    <a:pt x="972" y="618"/>
                  </a:lnTo>
                  <a:lnTo>
                    <a:pt x="880" y="528"/>
                  </a:lnTo>
                  <a:lnTo>
                    <a:pt x="784" y="441"/>
                  </a:lnTo>
                  <a:lnTo>
                    <a:pt x="683" y="361"/>
                  </a:lnTo>
                  <a:lnTo>
                    <a:pt x="577" y="286"/>
                  </a:lnTo>
                  <a:lnTo>
                    <a:pt x="469" y="216"/>
                  </a:lnTo>
                  <a:lnTo>
                    <a:pt x="356" y="153"/>
                  </a:lnTo>
                  <a:lnTo>
                    <a:pt x="240" y="95"/>
                  </a:lnTo>
                  <a:lnTo>
                    <a:pt x="122" y="45"/>
                  </a:lnTo>
                  <a:lnTo>
                    <a:pt x="0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7" name=""/>
            <p:cNvSpPr/>
            <p:nvPr/>
          </p:nvSpPr>
          <p:spPr>
            <a:xfrm rot="0" flipV="1">
              <a:off x="1642" y="3525"/>
              <a:ext cx="2" cy="200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8" name=""/>
            <p:cNvSpPr/>
            <p:nvPr/>
          </p:nvSpPr>
          <p:spPr>
            <a:xfrm rot="0">
              <a:off x="1253" y="2714"/>
              <a:ext cx="389" cy="45"/>
            </a:xfrm>
            <a:custGeom>
              <a:avLst/>
              <a:ahLst/>
              <a:rect l="0" t="0" r="r" b="b"/>
              <a:pathLst>
                <a:path w="1508" h="181">
                  <a:moveTo>
                    <a:pt x="1508" y="181"/>
                  </a:moveTo>
                  <a:lnTo>
                    <a:pt x="1407" y="133"/>
                  </a:lnTo>
                  <a:lnTo>
                    <a:pt x="1303" y="94"/>
                  </a:lnTo>
                  <a:lnTo>
                    <a:pt x="1195" y="59"/>
                  </a:lnTo>
                  <a:lnTo>
                    <a:pt x="1087" y="34"/>
                  </a:lnTo>
                  <a:lnTo>
                    <a:pt x="977" y="15"/>
                  </a:lnTo>
                  <a:lnTo>
                    <a:pt x="866" y="4"/>
                  </a:lnTo>
                  <a:lnTo>
                    <a:pt x="754" y="0"/>
                  </a:lnTo>
                  <a:lnTo>
                    <a:pt x="643" y="4"/>
                  </a:lnTo>
                  <a:lnTo>
                    <a:pt x="531" y="15"/>
                  </a:lnTo>
                  <a:lnTo>
                    <a:pt x="421" y="34"/>
                  </a:lnTo>
                  <a:lnTo>
                    <a:pt x="312" y="59"/>
                  </a:lnTo>
                  <a:lnTo>
                    <a:pt x="205" y="94"/>
                  </a:lnTo>
                  <a:lnTo>
                    <a:pt x="101" y="133"/>
                  </a:lnTo>
                  <a:lnTo>
                    <a:pt x="0" y="181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89" name=""/>
            <p:cNvSpPr/>
            <p:nvPr/>
          </p:nvSpPr>
          <p:spPr>
            <a:xfrm rot="0">
              <a:off x="1253" y="2531"/>
              <a:ext cx="389" cy="30"/>
            </a:xfrm>
            <a:custGeom>
              <a:avLst/>
              <a:ahLst/>
              <a:rect l="0" t="0" r="r" b="b"/>
              <a:pathLst>
                <a:path w="1508" h="122">
                  <a:moveTo>
                    <a:pt x="1508" y="122"/>
                  </a:moveTo>
                  <a:lnTo>
                    <a:pt x="1386" y="85"/>
                  </a:lnTo>
                  <a:lnTo>
                    <a:pt x="1262" y="54"/>
                  </a:lnTo>
                  <a:lnTo>
                    <a:pt x="1136" y="31"/>
                  </a:lnTo>
                  <a:lnTo>
                    <a:pt x="1009" y="13"/>
                  </a:lnTo>
                  <a:lnTo>
                    <a:pt x="882" y="3"/>
                  </a:lnTo>
                  <a:lnTo>
                    <a:pt x="754" y="0"/>
                  </a:lnTo>
                  <a:lnTo>
                    <a:pt x="626" y="3"/>
                  </a:lnTo>
                  <a:lnTo>
                    <a:pt x="499" y="13"/>
                  </a:lnTo>
                  <a:lnTo>
                    <a:pt x="372" y="31"/>
                  </a:lnTo>
                  <a:lnTo>
                    <a:pt x="246" y="54"/>
                  </a:lnTo>
                  <a:lnTo>
                    <a:pt x="122" y="85"/>
                  </a:lnTo>
                  <a:lnTo>
                    <a:pt x="0" y="122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0" name=""/>
            <p:cNvSpPr/>
            <p:nvPr/>
          </p:nvSpPr>
          <p:spPr>
            <a:xfrm rot="0">
              <a:off x="1253" y="3525"/>
              <a:ext cx="389" cy="47"/>
            </a:xfrm>
            <a:custGeom>
              <a:avLst/>
              <a:ahLst/>
              <a:rect l="0" t="0" r="r" b="b"/>
              <a:pathLst>
                <a:path w="1508" h="180">
                  <a:moveTo>
                    <a:pt x="0" y="0"/>
                  </a:moveTo>
                  <a:lnTo>
                    <a:pt x="101" y="48"/>
                  </a:lnTo>
                  <a:lnTo>
                    <a:pt x="205" y="88"/>
                  </a:lnTo>
                  <a:lnTo>
                    <a:pt x="312" y="121"/>
                  </a:lnTo>
                  <a:lnTo>
                    <a:pt x="421" y="147"/>
                  </a:lnTo>
                  <a:lnTo>
                    <a:pt x="531" y="166"/>
                  </a:lnTo>
                  <a:lnTo>
                    <a:pt x="643" y="177"/>
                  </a:lnTo>
                  <a:lnTo>
                    <a:pt x="754" y="180"/>
                  </a:lnTo>
                  <a:lnTo>
                    <a:pt x="866" y="177"/>
                  </a:lnTo>
                  <a:lnTo>
                    <a:pt x="977" y="166"/>
                  </a:lnTo>
                  <a:lnTo>
                    <a:pt x="1087" y="147"/>
                  </a:lnTo>
                  <a:lnTo>
                    <a:pt x="1195" y="121"/>
                  </a:lnTo>
                  <a:lnTo>
                    <a:pt x="1303" y="88"/>
                  </a:lnTo>
                  <a:lnTo>
                    <a:pt x="1407" y="48"/>
                  </a:lnTo>
                  <a:lnTo>
                    <a:pt x="1508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1" name=""/>
            <p:cNvSpPr/>
            <p:nvPr/>
          </p:nvSpPr>
          <p:spPr>
            <a:xfrm rot="0">
              <a:off x="1253" y="3725"/>
              <a:ext cx="389" cy="30"/>
            </a:xfrm>
            <a:custGeom>
              <a:avLst/>
              <a:ahLst/>
              <a:rect l="0" t="0" r="r" b="b"/>
              <a:pathLst>
                <a:path w="1508" h="122">
                  <a:moveTo>
                    <a:pt x="0" y="0"/>
                  </a:moveTo>
                  <a:lnTo>
                    <a:pt x="122" y="37"/>
                  </a:lnTo>
                  <a:lnTo>
                    <a:pt x="246" y="67"/>
                  </a:lnTo>
                  <a:lnTo>
                    <a:pt x="372" y="92"/>
                  </a:lnTo>
                  <a:lnTo>
                    <a:pt x="499" y="108"/>
                  </a:lnTo>
                  <a:lnTo>
                    <a:pt x="626" y="119"/>
                  </a:lnTo>
                  <a:lnTo>
                    <a:pt x="754" y="122"/>
                  </a:lnTo>
                  <a:lnTo>
                    <a:pt x="882" y="119"/>
                  </a:lnTo>
                  <a:lnTo>
                    <a:pt x="1009" y="108"/>
                  </a:lnTo>
                  <a:lnTo>
                    <a:pt x="1136" y="92"/>
                  </a:lnTo>
                  <a:lnTo>
                    <a:pt x="1262" y="67"/>
                  </a:lnTo>
                  <a:lnTo>
                    <a:pt x="1386" y="37"/>
                  </a:lnTo>
                  <a:lnTo>
                    <a:pt x="1508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2" name=""/>
            <p:cNvSpPr/>
            <p:nvPr/>
          </p:nvSpPr>
          <p:spPr>
            <a:xfrm rot="0" flipV="1">
              <a:off x="1447" y="3674"/>
              <a:ext cx="2" cy="22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3" name=""/>
            <p:cNvSpPr/>
            <p:nvPr/>
          </p:nvSpPr>
          <p:spPr>
            <a:xfrm rot="0" flipV="1">
              <a:off x="1447" y="3595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4" name=""/>
            <p:cNvSpPr/>
            <p:nvPr/>
          </p:nvSpPr>
          <p:spPr>
            <a:xfrm rot="0" flipV="1">
              <a:off x="1447" y="3363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5" name=""/>
            <p:cNvSpPr/>
            <p:nvPr/>
          </p:nvSpPr>
          <p:spPr>
            <a:xfrm rot="0" flipV="1">
              <a:off x="1447" y="3285"/>
              <a:ext cx="2" cy="3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6" name=""/>
            <p:cNvSpPr/>
            <p:nvPr/>
          </p:nvSpPr>
          <p:spPr>
            <a:xfrm rot="0" flipV="1">
              <a:off x="1447" y="3051"/>
              <a:ext cx="2" cy="19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7" name=""/>
            <p:cNvSpPr/>
            <p:nvPr/>
          </p:nvSpPr>
          <p:spPr>
            <a:xfrm rot="0" flipV="1">
              <a:off x="1447" y="2974"/>
              <a:ext cx="2" cy="3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8" name=""/>
            <p:cNvSpPr/>
            <p:nvPr/>
          </p:nvSpPr>
          <p:spPr>
            <a:xfrm rot="0" flipV="1">
              <a:off x="1447" y="2740"/>
              <a:ext cx="2" cy="194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399" name=""/>
            <p:cNvSpPr/>
            <p:nvPr/>
          </p:nvSpPr>
          <p:spPr>
            <a:xfrm rot="0" flipV="1">
              <a:off x="1447" y="2662"/>
              <a:ext cx="2" cy="3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0" name=""/>
            <p:cNvSpPr/>
            <p:nvPr/>
          </p:nvSpPr>
          <p:spPr>
            <a:xfrm rot="0" flipV="1">
              <a:off x="1447" y="2394"/>
              <a:ext cx="2" cy="22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1" name=""/>
            <p:cNvSpPr/>
            <p:nvPr/>
          </p:nvSpPr>
          <p:spPr>
            <a:xfrm rot="0">
              <a:off x="767" y="3143"/>
              <a:ext cx="14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2" name=""/>
            <p:cNvSpPr/>
            <p:nvPr/>
          </p:nvSpPr>
          <p:spPr>
            <a:xfrm rot="0">
              <a:off x="952" y="3143"/>
              <a:ext cx="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3" name=""/>
            <p:cNvSpPr/>
            <p:nvPr/>
          </p:nvSpPr>
          <p:spPr>
            <a:xfrm rot="0">
              <a:off x="1030" y="3143"/>
              <a:ext cx="19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4" name=""/>
            <p:cNvSpPr/>
            <p:nvPr/>
          </p:nvSpPr>
          <p:spPr>
            <a:xfrm rot="0">
              <a:off x="1264" y="3143"/>
              <a:ext cx="3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5" name=""/>
            <p:cNvSpPr/>
            <p:nvPr/>
          </p:nvSpPr>
          <p:spPr>
            <a:xfrm rot="0">
              <a:off x="1341" y="3143"/>
              <a:ext cx="195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6" name=""/>
            <p:cNvSpPr/>
            <p:nvPr/>
          </p:nvSpPr>
          <p:spPr>
            <a:xfrm rot="0">
              <a:off x="1573" y="3143"/>
              <a:ext cx="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7" name=""/>
            <p:cNvSpPr/>
            <p:nvPr/>
          </p:nvSpPr>
          <p:spPr>
            <a:xfrm rot="0">
              <a:off x="1653" y="3143"/>
              <a:ext cx="19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8" name=""/>
            <p:cNvSpPr/>
            <p:nvPr/>
          </p:nvSpPr>
          <p:spPr>
            <a:xfrm rot="0">
              <a:off x="1885" y="3143"/>
              <a:ext cx="40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09" name=""/>
            <p:cNvSpPr/>
            <p:nvPr/>
          </p:nvSpPr>
          <p:spPr>
            <a:xfrm rot="0">
              <a:off x="1962" y="3143"/>
              <a:ext cx="14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0" name=""/>
            <p:cNvSpPr/>
            <p:nvPr/>
          </p:nvSpPr>
          <p:spPr>
            <a:xfrm rot="0" flipV="1">
              <a:off x="1447" y="1769"/>
              <a:ext cx="2" cy="18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1" name=""/>
            <p:cNvSpPr/>
            <p:nvPr/>
          </p:nvSpPr>
          <p:spPr>
            <a:xfrm rot="0" flipV="1">
              <a:off x="1447" y="1691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2" name=""/>
            <p:cNvSpPr/>
            <p:nvPr/>
          </p:nvSpPr>
          <p:spPr>
            <a:xfrm rot="0" flipV="1">
              <a:off x="1447" y="1457"/>
              <a:ext cx="2" cy="19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3" name=""/>
            <p:cNvSpPr/>
            <p:nvPr/>
          </p:nvSpPr>
          <p:spPr>
            <a:xfrm rot="0" flipV="1">
              <a:off x="1447" y="1380"/>
              <a:ext cx="2" cy="3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4" name=""/>
            <p:cNvSpPr/>
            <p:nvPr/>
          </p:nvSpPr>
          <p:spPr>
            <a:xfrm rot="0" flipV="1">
              <a:off x="1447" y="1146"/>
              <a:ext cx="2" cy="19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5" name=""/>
            <p:cNvSpPr/>
            <p:nvPr/>
          </p:nvSpPr>
          <p:spPr>
            <a:xfrm rot="0" flipV="1">
              <a:off x="1447" y="1068"/>
              <a:ext cx="2" cy="4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6" name=""/>
            <p:cNvSpPr/>
            <p:nvPr/>
          </p:nvSpPr>
          <p:spPr>
            <a:xfrm rot="0" flipV="1">
              <a:off x="1447" y="834"/>
              <a:ext cx="2" cy="19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7" name=""/>
            <p:cNvSpPr/>
            <p:nvPr/>
          </p:nvSpPr>
          <p:spPr>
            <a:xfrm rot="0" flipV="1">
              <a:off x="1447" y="757"/>
              <a:ext cx="2" cy="39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8" name=""/>
            <p:cNvSpPr/>
            <p:nvPr/>
          </p:nvSpPr>
          <p:spPr>
            <a:xfrm rot="0" flipV="1">
              <a:off x="1447" y="533"/>
              <a:ext cx="2" cy="18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19" name=""/>
            <p:cNvSpPr/>
            <p:nvPr/>
          </p:nvSpPr>
          <p:spPr>
            <a:xfrm rot="0">
              <a:off x="1253" y="2561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20" name=""/>
            <p:cNvSpPr/>
            <p:nvPr/>
          </p:nvSpPr>
          <p:spPr>
            <a:xfrm rot="0">
              <a:off x="1253" y="3725"/>
              <a:ext cx="2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21" name=""/>
            <p:cNvSpPr/>
            <p:nvPr/>
          </p:nvSpPr>
          <p:spPr>
            <a:xfrm rot="0">
              <a:off x="1253" y="2759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22" name=""/>
            <p:cNvSpPr/>
            <p:nvPr/>
          </p:nvSpPr>
          <p:spPr>
            <a:xfrm rot="0">
              <a:off x="1253" y="3525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8423" name=""/>
          <p:cNvSpPr/>
          <p:nvPr/>
        </p:nvSpPr>
        <p:spPr>
          <a:xfrm rot="0">
            <a:off x="4706937" y="981075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424" name=""/>
          <p:cNvSpPr/>
          <p:nvPr/>
        </p:nvSpPr>
        <p:spPr>
          <a:xfrm rot="0">
            <a:off x="4392612" y="981075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425" name=""/>
          <p:cNvSpPr/>
          <p:nvPr/>
        </p:nvSpPr>
        <p:spPr>
          <a:xfrm rot="0">
            <a:off x="6237287" y="981075"/>
            <a:ext cx="1587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426" name=""/>
          <p:cNvSpPr/>
          <p:nvPr/>
        </p:nvSpPr>
        <p:spPr>
          <a:xfrm rot="0">
            <a:off x="4706937" y="2925762"/>
            <a:ext cx="3175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427" name=""/>
          <p:cNvSpPr/>
          <p:nvPr/>
        </p:nvSpPr>
        <p:spPr>
          <a:xfrm rot="0">
            <a:off x="5922962" y="2925762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428" name=""/>
          <p:cNvSpPr/>
          <p:nvPr/>
        </p:nvSpPr>
        <p:spPr>
          <a:xfrm rot="0">
            <a:off x="4392612" y="2925762"/>
            <a:ext cx="3175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429" name=""/>
          <p:cNvSpPr/>
          <p:nvPr/>
        </p:nvSpPr>
        <p:spPr>
          <a:xfrm rot="0">
            <a:off x="6237287" y="2925762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20" name=""/>
          <p:cNvGrpSpPr/>
          <p:nvPr/>
        </p:nvGrpSpPr>
        <p:grpSpPr>
          <a:xfrm rot="0">
            <a:off x="161925" y="2852737"/>
            <a:ext cx="6076950" cy="3062287"/>
            <a:chOff x="102" y="1797"/>
            <a:chExt cx="3828" cy="1929"/>
          </a:xfrm>
        </p:grpSpPr>
        <p:grpSp>
          <p:nvGrpSpPr>
            <p:cNvPr id="521" name=""/>
            <p:cNvGrpSpPr/>
            <p:nvPr/>
          </p:nvGrpSpPr>
          <p:grpSpPr>
            <a:xfrm rot="0">
              <a:off x="102" y="2561"/>
              <a:ext cx="1140" cy="1165"/>
              <a:chOff x="113" y="2561"/>
              <a:chExt cx="1140" cy="1165"/>
            </a:xfrm>
          </p:grpSpPr>
          <p:sp>
            <p:nvSpPr>
              <p:cNvPr id="1088430" name=""/>
              <p:cNvSpPr/>
              <p:nvPr/>
            </p:nvSpPr>
            <p:spPr>
              <a:xfrm rot="0" flipH="1">
                <a:off x="376" y="2561"/>
                <a:ext cx="87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1" name=""/>
              <p:cNvSpPr/>
              <p:nvPr/>
            </p:nvSpPr>
            <p:spPr>
              <a:xfrm rot="0" flipH="1">
                <a:off x="376" y="3725"/>
                <a:ext cx="877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2" name=""/>
              <p:cNvSpPr/>
              <p:nvPr/>
            </p:nvSpPr>
            <p:spPr>
              <a:xfrm rot="0">
                <a:off x="421" y="2622"/>
                <a:ext cx="2" cy="104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3" name=""/>
              <p:cNvSpPr/>
              <p:nvPr/>
            </p:nvSpPr>
            <p:spPr>
              <a:xfrm rot="0">
                <a:off x="412" y="2561"/>
                <a:ext cx="20" cy="61"/>
              </a:xfrm>
              <a:custGeom>
                <a:avLst/>
                <a:ahLst/>
                <a:rect l="0" t="0" r="r" b="b"/>
                <a:pathLst>
                  <a:path w="78" h="238">
                    <a:moveTo>
                      <a:pt x="0" y="238"/>
                    </a:moveTo>
                    <a:lnTo>
                      <a:pt x="78" y="238"/>
                    </a:lnTo>
                    <a:lnTo>
                      <a:pt x="39" y="0"/>
                    </a:lnTo>
                    <a:lnTo>
                      <a:pt x="0" y="238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4" name=""/>
              <p:cNvSpPr/>
              <p:nvPr/>
            </p:nvSpPr>
            <p:spPr>
              <a:xfrm rot="0">
                <a:off x="412" y="2561"/>
                <a:ext cx="20" cy="61"/>
              </a:xfrm>
              <a:custGeom>
                <a:avLst/>
                <a:ahLst/>
                <a:rect l="0" t="0" r="r" b="b"/>
                <a:pathLst>
                  <a:path w="78" h="238">
                    <a:moveTo>
                      <a:pt x="0" y="238"/>
                    </a:moveTo>
                    <a:lnTo>
                      <a:pt x="78" y="238"/>
                    </a:lnTo>
                    <a:lnTo>
                      <a:pt x="39" y="0"/>
                    </a:lnTo>
                    <a:lnTo>
                      <a:pt x="0" y="238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5" name=""/>
              <p:cNvSpPr/>
              <p:nvPr/>
            </p:nvSpPr>
            <p:spPr>
              <a:xfrm rot="0">
                <a:off x="412" y="3663"/>
                <a:ext cx="20" cy="62"/>
              </a:xfrm>
              <a:custGeom>
                <a:avLst/>
                <a:ahLst/>
                <a:rect l="0" t="0" r="r" b="b"/>
                <a:pathLst>
                  <a:path w="78" h="239">
                    <a:moveTo>
                      <a:pt x="0" y="0"/>
                    </a:moveTo>
                    <a:lnTo>
                      <a:pt x="78" y="0"/>
                    </a:lnTo>
                    <a:lnTo>
                      <a:pt x="39" y="23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6" name=""/>
              <p:cNvSpPr/>
              <p:nvPr/>
            </p:nvSpPr>
            <p:spPr>
              <a:xfrm rot="16200000">
                <a:off x="131" y="2990"/>
                <a:ext cx="194" cy="230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lang="en-US">
                    <a:solidFill>
                      <a:srgbClr val="FF3300"/>
                    </a:solidFill>
                    <a:latin typeface="宋体" pitchFamily="2" charset="-122"/>
                  </a:rPr>
                  <a:t>y1</a:t>
                </a:r>
              </a:p>
            </p:txBody>
          </p:sp>
          <p:sp>
            <p:nvSpPr>
              <p:cNvPr id="1088437" name=""/>
              <p:cNvSpPr/>
              <p:nvPr/>
            </p:nvSpPr>
            <p:spPr>
              <a:xfrm rot="0">
                <a:off x="412" y="3663"/>
                <a:ext cx="20" cy="62"/>
              </a:xfrm>
              <a:custGeom>
                <a:avLst/>
                <a:ahLst/>
                <a:rect l="0" t="0" r="r" b="b"/>
                <a:pathLst>
                  <a:path w="78" h="239">
                    <a:moveTo>
                      <a:pt x="0" y="0"/>
                    </a:moveTo>
                    <a:lnTo>
                      <a:pt x="78" y="0"/>
                    </a:lnTo>
                    <a:lnTo>
                      <a:pt x="39" y="239"/>
                    </a:lnTo>
                    <a:lnTo>
                      <a:pt x="0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38" name=""/>
              <p:cNvSpPr/>
              <p:nvPr/>
            </p:nvSpPr>
            <p:spPr>
              <a:xfrm rot="0">
                <a:off x="421" y="3725"/>
                <a:ext cx="2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22" name=""/>
            <p:cNvGrpSpPr/>
            <p:nvPr/>
          </p:nvGrpSpPr>
          <p:grpSpPr>
            <a:xfrm rot="0">
              <a:off x="374" y="2759"/>
              <a:ext cx="868" cy="768"/>
              <a:chOff x="385" y="2759"/>
              <a:chExt cx="868" cy="768"/>
            </a:xfrm>
          </p:grpSpPr>
          <p:sp>
            <p:nvSpPr>
              <p:cNvPr id="1088439" name=""/>
              <p:cNvSpPr/>
              <p:nvPr/>
            </p:nvSpPr>
            <p:spPr>
              <a:xfrm rot="0" flipH="1">
                <a:off x="587" y="2759"/>
                <a:ext cx="66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0" name=""/>
              <p:cNvSpPr/>
              <p:nvPr/>
            </p:nvSpPr>
            <p:spPr>
              <a:xfrm rot="0" flipH="1">
                <a:off x="587" y="3525"/>
                <a:ext cx="66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1" name=""/>
              <p:cNvSpPr/>
              <p:nvPr/>
            </p:nvSpPr>
            <p:spPr>
              <a:xfrm rot="0">
                <a:off x="632" y="2821"/>
                <a:ext cx="2" cy="64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2" name=""/>
              <p:cNvSpPr/>
              <p:nvPr/>
            </p:nvSpPr>
            <p:spPr>
              <a:xfrm rot="0">
                <a:off x="621" y="2759"/>
                <a:ext cx="22" cy="62"/>
              </a:xfrm>
              <a:custGeom>
                <a:avLst/>
                <a:ahLst/>
                <a:rect l="0" t="0" r="r" b="b"/>
                <a:pathLst>
                  <a:path w="79" h="238">
                    <a:moveTo>
                      <a:pt x="0" y="238"/>
                    </a:moveTo>
                    <a:lnTo>
                      <a:pt x="79" y="238"/>
                    </a:lnTo>
                    <a:lnTo>
                      <a:pt x="39" y="0"/>
                    </a:lnTo>
                    <a:lnTo>
                      <a:pt x="0" y="238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3" name=""/>
              <p:cNvSpPr/>
              <p:nvPr/>
            </p:nvSpPr>
            <p:spPr>
              <a:xfrm rot="0">
                <a:off x="621" y="2759"/>
                <a:ext cx="22" cy="62"/>
              </a:xfrm>
              <a:custGeom>
                <a:avLst/>
                <a:ahLst/>
                <a:rect l="0" t="0" r="r" b="b"/>
                <a:pathLst>
                  <a:path w="79" h="238">
                    <a:moveTo>
                      <a:pt x="0" y="238"/>
                    </a:moveTo>
                    <a:lnTo>
                      <a:pt x="79" y="238"/>
                    </a:lnTo>
                    <a:lnTo>
                      <a:pt x="39" y="0"/>
                    </a:lnTo>
                    <a:lnTo>
                      <a:pt x="0" y="238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4" name=""/>
              <p:cNvSpPr/>
              <p:nvPr/>
            </p:nvSpPr>
            <p:spPr>
              <a:xfrm rot="0">
                <a:off x="621" y="3464"/>
                <a:ext cx="22" cy="61"/>
              </a:xfrm>
              <a:custGeom>
                <a:avLst/>
                <a:ahLst/>
                <a:rect l="0" t="0" r="r" b="b"/>
                <a:pathLst>
                  <a:path w="79" h="239">
                    <a:moveTo>
                      <a:pt x="0" y="0"/>
                    </a:moveTo>
                    <a:lnTo>
                      <a:pt x="79" y="0"/>
                    </a:lnTo>
                    <a:lnTo>
                      <a:pt x="39" y="23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5" name=""/>
              <p:cNvSpPr/>
              <p:nvPr/>
            </p:nvSpPr>
            <p:spPr>
              <a:xfrm rot="16200000">
                <a:off x="403" y="2992"/>
                <a:ext cx="194" cy="230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lang="en-US">
                    <a:solidFill>
                      <a:srgbClr val="FF3300"/>
                    </a:solidFill>
                    <a:latin typeface="宋体" pitchFamily="2" charset="-122"/>
                  </a:rPr>
                  <a:t>y2</a:t>
                </a:r>
              </a:p>
            </p:txBody>
          </p:sp>
          <p:sp>
            <p:nvSpPr>
              <p:cNvPr id="1088446" name=""/>
              <p:cNvSpPr/>
              <p:nvPr/>
            </p:nvSpPr>
            <p:spPr>
              <a:xfrm rot="0">
                <a:off x="621" y="3464"/>
                <a:ext cx="22" cy="61"/>
              </a:xfrm>
              <a:custGeom>
                <a:avLst/>
                <a:ahLst/>
                <a:rect l="0" t="0" r="r" b="b"/>
                <a:pathLst>
                  <a:path w="79" h="239">
                    <a:moveTo>
                      <a:pt x="0" y="0"/>
                    </a:moveTo>
                    <a:lnTo>
                      <a:pt x="79" y="0"/>
                    </a:lnTo>
                    <a:lnTo>
                      <a:pt x="39" y="239"/>
                    </a:lnTo>
                    <a:lnTo>
                      <a:pt x="0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7" name=""/>
              <p:cNvSpPr/>
              <p:nvPr/>
            </p:nvSpPr>
            <p:spPr>
              <a:xfrm rot="0">
                <a:off x="632" y="3525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23" name=""/>
            <p:cNvGrpSpPr/>
            <p:nvPr/>
          </p:nvGrpSpPr>
          <p:grpSpPr>
            <a:xfrm rot="0">
              <a:off x="2965" y="1797"/>
              <a:ext cx="767" cy="303"/>
              <a:chOff x="2976" y="1797"/>
              <a:chExt cx="767" cy="303"/>
            </a:xfrm>
          </p:grpSpPr>
          <p:sp>
            <p:nvSpPr>
              <p:cNvPr id="1088448" name=""/>
              <p:cNvSpPr/>
              <p:nvPr/>
            </p:nvSpPr>
            <p:spPr>
              <a:xfrm rot="0">
                <a:off x="2976" y="1843"/>
                <a:ext cx="2" cy="25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49" name=""/>
              <p:cNvSpPr/>
              <p:nvPr/>
            </p:nvSpPr>
            <p:spPr>
              <a:xfrm rot="0">
                <a:off x="3742" y="1843"/>
                <a:ext cx="1" cy="25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0" name=""/>
              <p:cNvSpPr/>
              <p:nvPr/>
            </p:nvSpPr>
            <p:spPr>
              <a:xfrm rot="0">
                <a:off x="3037" y="2053"/>
                <a:ext cx="643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1" name=""/>
              <p:cNvSpPr/>
              <p:nvPr/>
            </p:nvSpPr>
            <p:spPr>
              <a:xfrm rot="0">
                <a:off x="2976" y="2044"/>
                <a:ext cx="61" cy="20"/>
              </a:xfrm>
              <a:custGeom>
                <a:avLst/>
                <a:ahLst/>
                <a:rect l="0" t="0" r="r" b="b"/>
                <a:pathLst>
                  <a:path w="239" h="79">
                    <a:moveTo>
                      <a:pt x="239" y="0"/>
                    </a:moveTo>
                    <a:lnTo>
                      <a:pt x="239" y="79"/>
                    </a:lnTo>
                    <a:lnTo>
                      <a:pt x="0" y="40"/>
                    </a:lnTo>
                    <a:lnTo>
                      <a:pt x="239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2" name=""/>
              <p:cNvSpPr/>
              <p:nvPr/>
            </p:nvSpPr>
            <p:spPr>
              <a:xfrm rot="0">
                <a:off x="2976" y="2044"/>
                <a:ext cx="61" cy="20"/>
              </a:xfrm>
              <a:custGeom>
                <a:avLst/>
                <a:ahLst/>
                <a:rect l="0" t="0" r="r" b="b"/>
                <a:pathLst>
                  <a:path w="239" h="79">
                    <a:moveTo>
                      <a:pt x="239" y="0"/>
                    </a:moveTo>
                    <a:lnTo>
                      <a:pt x="239" y="79"/>
                    </a:lnTo>
                    <a:lnTo>
                      <a:pt x="0" y="40"/>
                    </a:lnTo>
                    <a:lnTo>
                      <a:pt x="239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3" name=""/>
              <p:cNvSpPr/>
              <p:nvPr/>
            </p:nvSpPr>
            <p:spPr>
              <a:xfrm rot="0">
                <a:off x="3680" y="2044"/>
                <a:ext cx="62" cy="20"/>
              </a:xfrm>
              <a:custGeom>
                <a:avLst/>
                <a:ahLst/>
                <a:rect l="0" t="0" r="r" b="b"/>
                <a:pathLst>
                  <a:path w="238" h="79">
                    <a:moveTo>
                      <a:pt x="0" y="0"/>
                    </a:moveTo>
                    <a:lnTo>
                      <a:pt x="0" y="79"/>
                    </a:lnTo>
                    <a:lnTo>
                      <a:pt x="238" y="4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4" name=""/>
              <p:cNvSpPr/>
              <p:nvPr/>
            </p:nvSpPr>
            <p:spPr>
              <a:xfrm rot="0">
                <a:off x="3296" y="1797"/>
                <a:ext cx="194" cy="230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lang="en-US">
                    <a:solidFill>
                      <a:srgbClr val="FF3300"/>
                    </a:solidFill>
                    <a:latin typeface="宋体" pitchFamily="2" charset="-122"/>
                  </a:rPr>
                  <a:t>y1</a:t>
                </a:r>
              </a:p>
            </p:txBody>
          </p:sp>
          <p:sp>
            <p:nvSpPr>
              <p:cNvPr id="1088455" name=""/>
              <p:cNvSpPr/>
              <p:nvPr/>
            </p:nvSpPr>
            <p:spPr>
              <a:xfrm rot="0">
                <a:off x="3680" y="2044"/>
                <a:ext cx="62" cy="20"/>
              </a:xfrm>
              <a:custGeom>
                <a:avLst/>
                <a:ahLst/>
                <a:rect l="0" t="0" r="r" b="b"/>
                <a:pathLst>
                  <a:path w="238" h="79">
                    <a:moveTo>
                      <a:pt x="0" y="0"/>
                    </a:moveTo>
                    <a:lnTo>
                      <a:pt x="0" y="79"/>
                    </a:lnTo>
                    <a:lnTo>
                      <a:pt x="238" y="40"/>
                    </a:lnTo>
                    <a:lnTo>
                      <a:pt x="0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6" name=""/>
              <p:cNvSpPr/>
              <p:nvPr/>
            </p:nvSpPr>
            <p:spPr>
              <a:xfrm rot="0">
                <a:off x="3742" y="2053"/>
                <a:ext cx="1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24" name=""/>
            <p:cNvGrpSpPr/>
            <p:nvPr/>
          </p:nvGrpSpPr>
          <p:grpSpPr>
            <a:xfrm rot="0">
              <a:off x="2767" y="1843"/>
              <a:ext cx="1163" cy="450"/>
              <a:chOff x="2778" y="1843"/>
              <a:chExt cx="1163" cy="450"/>
            </a:xfrm>
          </p:grpSpPr>
          <p:sp>
            <p:nvSpPr>
              <p:cNvPr id="1088457" name=""/>
              <p:cNvSpPr/>
              <p:nvPr/>
            </p:nvSpPr>
            <p:spPr>
              <a:xfrm rot="0">
                <a:off x="2778" y="1843"/>
                <a:ext cx="2" cy="45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8" name=""/>
              <p:cNvSpPr/>
              <p:nvPr/>
            </p:nvSpPr>
            <p:spPr>
              <a:xfrm rot="0">
                <a:off x="3940" y="1843"/>
                <a:ext cx="1" cy="45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59" name=""/>
              <p:cNvSpPr/>
              <p:nvPr/>
            </p:nvSpPr>
            <p:spPr>
              <a:xfrm rot="0">
                <a:off x="2839" y="2246"/>
                <a:ext cx="1039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60" name=""/>
              <p:cNvSpPr/>
              <p:nvPr/>
            </p:nvSpPr>
            <p:spPr>
              <a:xfrm rot="0">
                <a:off x="2778" y="2237"/>
                <a:ext cx="61" cy="20"/>
              </a:xfrm>
              <a:custGeom>
                <a:avLst/>
                <a:ahLst/>
                <a:rect l="0" t="0" r="r" b="b"/>
                <a:pathLst>
                  <a:path w="237" h="79">
                    <a:moveTo>
                      <a:pt x="237" y="0"/>
                    </a:moveTo>
                    <a:lnTo>
                      <a:pt x="237" y="79"/>
                    </a:lnTo>
                    <a:lnTo>
                      <a:pt x="0" y="40"/>
                    </a:lnTo>
                    <a:lnTo>
                      <a:pt x="237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61" name=""/>
              <p:cNvSpPr/>
              <p:nvPr/>
            </p:nvSpPr>
            <p:spPr>
              <a:xfrm rot="0">
                <a:off x="2778" y="2237"/>
                <a:ext cx="61" cy="20"/>
              </a:xfrm>
              <a:custGeom>
                <a:avLst/>
                <a:ahLst/>
                <a:rect l="0" t="0" r="r" b="b"/>
                <a:pathLst>
                  <a:path w="237" h="79">
                    <a:moveTo>
                      <a:pt x="237" y="0"/>
                    </a:moveTo>
                    <a:lnTo>
                      <a:pt x="237" y="79"/>
                    </a:lnTo>
                    <a:lnTo>
                      <a:pt x="0" y="40"/>
                    </a:lnTo>
                    <a:lnTo>
                      <a:pt x="237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62" name=""/>
              <p:cNvSpPr/>
              <p:nvPr/>
            </p:nvSpPr>
            <p:spPr>
              <a:xfrm rot="0">
                <a:off x="3878" y="2237"/>
                <a:ext cx="62" cy="20"/>
              </a:xfrm>
              <a:custGeom>
                <a:avLst/>
                <a:ahLst/>
                <a:rect l="0" t="0" r="r" b="b"/>
                <a:pathLst>
                  <a:path w="238" h="79">
                    <a:moveTo>
                      <a:pt x="0" y="0"/>
                    </a:moveTo>
                    <a:lnTo>
                      <a:pt x="0" y="79"/>
                    </a:lnTo>
                    <a:lnTo>
                      <a:pt x="238" y="4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63" name=""/>
              <p:cNvSpPr/>
              <p:nvPr/>
            </p:nvSpPr>
            <p:spPr>
              <a:xfrm rot="0">
                <a:off x="3294" y="2024"/>
                <a:ext cx="194" cy="230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lang="en-US">
                    <a:solidFill>
                      <a:srgbClr val="FF3300"/>
                    </a:solidFill>
                    <a:latin typeface="宋体" pitchFamily="2" charset="-122"/>
                  </a:rPr>
                  <a:t>y2</a:t>
                </a:r>
              </a:p>
            </p:txBody>
          </p:sp>
          <p:sp>
            <p:nvSpPr>
              <p:cNvPr id="1088464" name=""/>
              <p:cNvSpPr/>
              <p:nvPr/>
            </p:nvSpPr>
            <p:spPr>
              <a:xfrm rot="0">
                <a:off x="3878" y="2237"/>
                <a:ext cx="62" cy="20"/>
              </a:xfrm>
              <a:custGeom>
                <a:avLst/>
                <a:ahLst/>
                <a:rect l="0" t="0" r="r" b="b"/>
                <a:pathLst>
                  <a:path w="238" h="79">
                    <a:moveTo>
                      <a:pt x="0" y="0"/>
                    </a:moveTo>
                    <a:lnTo>
                      <a:pt x="0" y="79"/>
                    </a:lnTo>
                    <a:lnTo>
                      <a:pt x="238" y="40"/>
                    </a:lnTo>
                    <a:lnTo>
                      <a:pt x="0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65" name=""/>
              <p:cNvSpPr/>
              <p:nvPr/>
            </p:nvSpPr>
            <p:spPr>
              <a:xfrm rot="0">
                <a:off x="3940" y="2246"/>
                <a:ext cx="1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pic>
        <p:nvPicPr>
          <p:cNvPr id="2097216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922962" y="3789362"/>
            <a:ext cx="2535237" cy="2924175"/>
          </a:xfrm>
          <a:prstGeom prst="rect"/>
          <a:noFill/>
          <a:ln>
            <a:noFill/>
          </a:ln>
        </p:spPr>
      </p:pic>
      <p:sp>
        <p:nvSpPr>
          <p:cNvPr id="1088466" name=""/>
          <p:cNvSpPr/>
          <p:nvPr/>
        </p:nvSpPr>
        <p:spPr>
          <a:xfrm rot="0">
            <a:off x="6745287" y="0"/>
            <a:ext cx="2381250" cy="2528887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79</a:t>
            </a:r>
            <a:r>
              <a:rPr altLang="en-US" b="1" sz="3200" lang="zh-CN">
                <a:latin typeface="黑体" pitchFamily="2" charset="-122"/>
                <a:ea typeface="黑体" pitchFamily="2" charset="-122"/>
              </a:rPr>
              <a:t> 试分析如图所示物体的表面交线，并画全三视图。</a:t>
            </a:r>
          </a:p>
        </p:txBody>
      </p:sp>
      <p:grpSp>
        <p:nvGrpSpPr>
          <p:cNvPr id="525" name=""/>
          <p:cNvGrpSpPr/>
          <p:nvPr/>
        </p:nvGrpSpPr>
        <p:grpSpPr>
          <a:xfrm rot="0">
            <a:off x="7362825" y="4338637"/>
            <a:ext cx="1482725" cy="1311275"/>
            <a:chOff x="4649" y="2733"/>
            <a:chExt cx="934" cy="826"/>
          </a:xfrm>
        </p:grpSpPr>
        <p:sp>
          <p:nvSpPr>
            <p:cNvPr id="1088467" name=""/>
            <p:cNvSpPr txBox="1"/>
            <p:nvPr/>
          </p:nvSpPr>
          <p:spPr>
            <a:xfrm rot="0">
              <a:off x="5088" y="2733"/>
              <a:ext cx="495" cy="826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4800" lang="en-US">
                  <a:latin typeface="宋体" pitchFamily="2" charset="-122"/>
                  <a:ea typeface="Times New Roman" pitchFamily="18" charset="0"/>
                </a:rPr>
                <a:t>•</a:t>
              </a:r>
              <a:r>
                <a:rPr altLang="en-US" b="1" sz="3200" lang="zh-CN">
                  <a:solidFill>
                    <a:srgbClr val="FF3300"/>
                  </a:solidFill>
                  <a:ea typeface="Times New Roman" pitchFamily="18" charset="0"/>
                </a:rPr>
                <a:t>A</a:t>
              </a:r>
            </a:p>
            <a:p>
              <a:pPr algn="ctr" lvl="0"/>
              <a:endParaRPr altLang="en-US" b="1" sz="3200" lang="zh-CN">
                <a:solidFill>
                  <a:srgbClr val="FF3300"/>
                </a:solidFill>
                <a:ea typeface="Times New Roman" pitchFamily="18" charset="0"/>
              </a:endParaRPr>
            </a:p>
          </p:txBody>
        </p:sp>
        <p:sp>
          <p:nvSpPr>
            <p:cNvPr id="1088468" name=""/>
            <p:cNvSpPr txBox="1"/>
            <p:nvPr/>
          </p:nvSpPr>
          <p:spPr>
            <a:xfrm rot="0">
              <a:off x="4649" y="2750"/>
              <a:ext cx="544" cy="749"/>
            </a:xfrm>
            <a:prstGeom prst="rect"/>
            <a:noFill/>
            <a:ln>
              <a:noFill/>
            </a:ln>
          </p:spPr>
          <p:txBody>
            <a:bodyPr anchor="t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200" lang="en-US">
                  <a:solidFill>
                    <a:srgbClr val="FF3300"/>
                  </a:solidFill>
                </a:rPr>
                <a:t>B</a:t>
              </a:r>
              <a:r>
                <a:rPr altLang="zh-CN" b="1" sz="3200" lang="en-US">
                  <a:solidFill>
                    <a:srgbClr val="FF3300"/>
                  </a:solidFill>
                  <a:ea typeface="Times New Roman" pitchFamily="18" charset="0"/>
                </a:rPr>
                <a:t> </a:t>
              </a:r>
              <a:r>
                <a:rPr altLang="zh-CN" b="1" sz="4000" lang="en-US">
                  <a:solidFill>
                    <a:schemeClr val="lt1"/>
                  </a:solidFill>
                  <a:ea typeface="Times New Roman" pitchFamily="18" charset="0"/>
                </a:rPr>
                <a:t>•</a:t>
              </a:r>
            </a:p>
            <a:p>
              <a:pPr algn="ctr" lvl="0"/>
              <a:endParaRPr altLang="en-US" b="1" sz="3200" lang="zh-CN">
                <a:solidFill>
                  <a:srgbClr val="FF3300"/>
                </a:solidFill>
              </a:endParaRPr>
            </a:p>
          </p:txBody>
        </p:sp>
      </p:grpSp>
      <p:sp>
        <p:nvSpPr>
          <p:cNvPr id="1088469" name=""/>
          <p:cNvSpPr txBox="1"/>
          <p:nvPr/>
        </p:nvSpPr>
        <p:spPr>
          <a:xfrm rot="0">
            <a:off x="5057775" y="1160462"/>
            <a:ext cx="1152525" cy="1189037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0000FF"/>
                </a:solidFill>
              </a:rPr>
              <a:t>b</a:t>
            </a:r>
            <a:r>
              <a:rPr altLang="zh-CN" b="1" sz="3200" lang="en-US">
                <a:solidFill>
                  <a:srgbClr val="0000FF"/>
                </a:solidFill>
                <a:ea typeface="Times New Roman" pitchFamily="18" charset="0"/>
              </a:rPr>
              <a:t>"</a:t>
            </a:r>
            <a:r>
              <a:rPr altLang="zh-CN" b="1" sz="3200" lang="en-US">
                <a:ea typeface="Times New Roman" pitchFamily="18" charset="0"/>
              </a:rPr>
              <a:t> </a:t>
            </a:r>
            <a:r>
              <a:rPr altLang="zh-CN" b="1" sz="4000" lang="en-US">
                <a:solidFill>
                  <a:srgbClr val="FF3300"/>
                </a:solidFill>
                <a:ea typeface="Times New Roman" pitchFamily="18" charset="0"/>
              </a:rPr>
              <a:t>•</a:t>
            </a:r>
          </a:p>
          <a:p>
            <a:pPr algn="ctr" lvl="0"/>
            <a:endParaRPr altLang="en-US" b="1" sz="3200" lang="zh-CN">
              <a:solidFill>
                <a:srgbClr val="FF3300"/>
              </a:solidFill>
            </a:endParaRPr>
          </a:p>
        </p:txBody>
      </p:sp>
      <p:grpSp>
        <p:nvGrpSpPr>
          <p:cNvPr id="526" name=""/>
          <p:cNvGrpSpPr/>
          <p:nvPr/>
        </p:nvGrpSpPr>
        <p:grpSpPr>
          <a:xfrm rot="0">
            <a:off x="2393950" y="5249862"/>
            <a:ext cx="585787" cy="987425"/>
            <a:chOff x="1519" y="3307"/>
            <a:chExt cx="369" cy="622"/>
          </a:xfrm>
        </p:grpSpPr>
        <p:sp>
          <p:nvSpPr>
            <p:cNvPr id="1088470" name=""/>
            <p:cNvSpPr/>
            <p:nvPr/>
          </p:nvSpPr>
          <p:spPr>
            <a:xfrm rot="0">
              <a:off x="1519" y="3525"/>
              <a:ext cx="361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</a:rPr>
                <a:t>•a</a:t>
              </a:r>
            </a:p>
          </p:txBody>
        </p:sp>
        <p:sp>
          <p:nvSpPr>
            <p:cNvPr id="1088471" name=""/>
            <p:cNvSpPr/>
            <p:nvPr/>
          </p:nvSpPr>
          <p:spPr>
            <a:xfrm rot="0">
              <a:off x="1529" y="3307"/>
              <a:ext cx="359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</a:rPr>
                <a:t>•</a:t>
              </a:r>
              <a:r>
                <a:rPr altLang="zh-CN" b="1" sz="3200" lang="en-US">
                  <a:solidFill>
                    <a:srgbClr val="FF3300"/>
                  </a:solidFill>
                </a:rPr>
                <a:t>b</a:t>
              </a:r>
            </a:p>
          </p:txBody>
        </p:sp>
      </p:grpSp>
      <p:grpSp>
        <p:nvGrpSpPr>
          <p:cNvPr id="527" name=""/>
          <p:cNvGrpSpPr/>
          <p:nvPr/>
        </p:nvGrpSpPr>
        <p:grpSpPr>
          <a:xfrm rot="0">
            <a:off x="2528887" y="0"/>
            <a:ext cx="3735387" cy="5994400"/>
            <a:chOff x="1593" y="0"/>
            <a:chExt cx="2353" cy="3776"/>
          </a:xfrm>
        </p:grpSpPr>
        <p:grpSp>
          <p:nvGrpSpPr>
            <p:cNvPr id="528" name=""/>
            <p:cNvGrpSpPr/>
            <p:nvPr/>
          </p:nvGrpSpPr>
          <p:grpSpPr>
            <a:xfrm rot="0">
              <a:off x="1593" y="3152"/>
              <a:ext cx="1248" cy="624"/>
              <a:chOff x="1604" y="3152"/>
              <a:chExt cx="1248" cy="624"/>
            </a:xfrm>
          </p:grpSpPr>
          <p:sp>
            <p:nvSpPr>
              <p:cNvPr id="1088472" name=""/>
              <p:cNvSpPr/>
              <p:nvPr/>
            </p:nvSpPr>
            <p:spPr>
              <a:xfrm rot="0">
                <a:off x="1604" y="3748"/>
                <a:ext cx="1248" cy="0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73" name=""/>
              <p:cNvSpPr/>
              <p:nvPr/>
            </p:nvSpPr>
            <p:spPr>
              <a:xfrm rot="0">
                <a:off x="2710" y="3152"/>
                <a:ext cx="0" cy="624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474" name=""/>
              <p:cNvSpPr txBox="1"/>
              <p:nvPr/>
            </p:nvSpPr>
            <p:spPr>
              <a:xfrm rot="16200000">
                <a:off x="2326" y="3253"/>
                <a:ext cx="453" cy="365"/>
              </a:xfrm>
              <a:prstGeom prst="rect"/>
              <a:noFill/>
              <a:ln>
                <a:noFill/>
              </a:ln>
            </p:spPr>
            <p:txBody>
              <a:bodyPr anchor="t" bIns="45720" lIns="91440" rIns="91440" tIns="4572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>
                  <a:spcBef>
                    <a:spcPct val="50000"/>
                  </a:spcBef>
                </a:pPr>
                <a:r>
                  <a:rPr altLang="zh-CN" b="1" sz="3200" lang="en-US">
                    <a:solidFill>
                      <a:srgbClr val="FF3300"/>
                    </a:solidFill>
                  </a:rPr>
                  <a:t>y4</a:t>
                </a:r>
              </a:p>
            </p:txBody>
          </p:sp>
        </p:grpSp>
        <p:grpSp>
          <p:nvGrpSpPr>
            <p:cNvPr id="529" name=""/>
            <p:cNvGrpSpPr/>
            <p:nvPr/>
          </p:nvGrpSpPr>
          <p:grpSpPr>
            <a:xfrm rot="0">
              <a:off x="3351" y="0"/>
              <a:ext cx="595" cy="601"/>
              <a:chOff x="3362" y="0"/>
              <a:chExt cx="595" cy="601"/>
            </a:xfrm>
          </p:grpSpPr>
          <p:sp>
            <p:nvSpPr>
              <p:cNvPr id="1088475" name=""/>
              <p:cNvSpPr/>
              <p:nvPr/>
            </p:nvSpPr>
            <p:spPr>
              <a:xfrm rot="0" flipV="1">
                <a:off x="3957" y="176"/>
                <a:ext cx="0" cy="425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76" name=""/>
              <p:cNvSpPr/>
              <p:nvPr/>
            </p:nvSpPr>
            <p:spPr>
              <a:xfrm rot="0">
                <a:off x="3362" y="261"/>
                <a:ext cx="595" cy="0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477" name=""/>
              <p:cNvSpPr/>
              <p:nvPr/>
            </p:nvSpPr>
            <p:spPr>
              <a:xfrm rot="0">
                <a:off x="3512" y="0"/>
                <a:ext cx="356" cy="365"/>
              </a:xfrm>
              <a:prstGeom prst="rect"/>
              <a:noFill/>
              <a:ln>
                <a:noFill/>
              </a:ln>
            </p:spPr>
            <p:txBody>
              <a:bodyPr bIns="45720" lIns="91440" rIns="91440" tIns="4572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3200" lang="en-US">
                    <a:solidFill>
                      <a:srgbClr val="FF3300"/>
                    </a:solidFill>
                  </a:rPr>
                  <a:t>y</a:t>
                </a:r>
                <a:r>
                  <a:rPr altLang="zh-CN" b="1" sz="2800" lang="en-US">
                    <a:solidFill>
                      <a:srgbClr val="FF33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530" name=""/>
          <p:cNvGrpSpPr/>
          <p:nvPr/>
        </p:nvGrpSpPr>
        <p:grpSpPr>
          <a:xfrm rot="0">
            <a:off x="2574925" y="323850"/>
            <a:ext cx="3454400" cy="5354637"/>
            <a:chOff x="1622" y="204"/>
            <a:chExt cx="2176" cy="3373"/>
          </a:xfrm>
        </p:grpSpPr>
        <p:grpSp>
          <p:nvGrpSpPr>
            <p:cNvPr id="531" name=""/>
            <p:cNvGrpSpPr/>
            <p:nvPr/>
          </p:nvGrpSpPr>
          <p:grpSpPr>
            <a:xfrm rot="0">
              <a:off x="1622" y="3124"/>
              <a:ext cx="1219" cy="453"/>
              <a:chOff x="1633" y="3124"/>
              <a:chExt cx="1219" cy="453"/>
            </a:xfrm>
          </p:grpSpPr>
          <p:sp>
            <p:nvSpPr>
              <p:cNvPr id="1088478" name=""/>
              <p:cNvSpPr/>
              <p:nvPr/>
            </p:nvSpPr>
            <p:spPr>
              <a:xfrm rot="0">
                <a:off x="2058" y="3152"/>
                <a:ext cx="794" cy="0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79" name=""/>
              <p:cNvSpPr/>
              <p:nvPr/>
            </p:nvSpPr>
            <p:spPr>
              <a:xfrm rot="0">
                <a:off x="1633" y="3521"/>
                <a:ext cx="765" cy="0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80" name=""/>
              <p:cNvSpPr/>
              <p:nvPr/>
            </p:nvSpPr>
            <p:spPr>
              <a:xfrm rot="0">
                <a:off x="2285" y="3152"/>
                <a:ext cx="0" cy="369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481" name=""/>
              <p:cNvSpPr txBox="1"/>
              <p:nvPr/>
            </p:nvSpPr>
            <p:spPr>
              <a:xfrm rot="16200000">
                <a:off x="1900" y="3168"/>
                <a:ext cx="453" cy="365"/>
              </a:xfrm>
              <a:prstGeom prst="rect"/>
              <a:noFill/>
              <a:ln>
                <a:noFill/>
              </a:ln>
            </p:spPr>
            <p:txBody>
              <a:bodyPr anchor="t" bIns="45720" lIns="91440" rIns="91440" tIns="4572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>
                  <a:spcBef>
                    <a:spcPct val="50000"/>
                  </a:spcBef>
                </a:pPr>
                <a:r>
                  <a:rPr altLang="zh-CN" b="1" sz="3200" lang="en-US">
                    <a:solidFill>
                      <a:srgbClr val="FF3300"/>
                    </a:solidFill>
                  </a:rPr>
                  <a:t>y3</a:t>
                </a:r>
              </a:p>
            </p:txBody>
          </p:sp>
        </p:grpSp>
        <p:grpSp>
          <p:nvGrpSpPr>
            <p:cNvPr id="532" name=""/>
            <p:cNvGrpSpPr/>
            <p:nvPr/>
          </p:nvGrpSpPr>
          <p:grpSpPr>
            <a:xfrm rot="0">
              <a:off x="3333" y="204"/>
              <a:ext cx="465" cy="731"/>
              <a:chOff x="3344" y="204"/>
              <a:chExt cx="465" cy="731"/>
            </a:xfrm>
          </p:grpSpPr>
          <p:sp>
            <p:nvSpPr>
              <p:cNvPr id="1088482" name=""/>
              <p:cNvSpPr/>
              <p:nvPr/>
            </p:nvSpPr>
            <p:spPr>
              <a:xfrm rot="0">
                <a:off x="3742" y="618"/>
                <a:ext cx="1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83" name=""/>
              <p:cNvSpPr/>
              <p:nvPr/>
            </p:nvSpPr>
            <p:spPr>
              <a:xfrm rot="0" flipV="1">
                <a:off x="3742" y="346"/>
                <a:ext cx="0" cy="589"/>
              </a:xfrm>
              <a:prstGeom prst="line"/>
              <a:noFill/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484" name=""/>
              <p:cNvSpPr/>
              <p:nvPr/>
            </p:nvSpPr>
            <p:spPr>
              <a:xfrm rot="0" flipV="1">
                <a:off x="3362" y="204"/>
                <a:ext cx="0" cy="414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485" name=""/>
              <p:cNvSpPr/>
              <p:nvPr/>
            </p:nvSpPr>
            <p:spPr>
              <a:xfrm rot="0">
                <a:off x="3362" y="487"/>
                <a:ext cx="368" cy="0"/>
              </a:xfrm>
              <a:prstGeom prst="line"/>
              <a:noFill/>
              <a:ln w="31750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486" name=""/>
              <p:cNvSpPr txBox="1"/>
              <p:nvPr/>
            </p:nvSpPr>
            <p:spPr>
              <a:xfrm rot="0">
                <a:off x="3344" y="234"/>
                <a:ext cx="465" cy="327"/>
              </a:xfrm>
              <a:prstGeom prst="rect"/>
              <a:noFill/>
              <a:ln>
                <a:noFill/>
              </a:ln>
            </p:spPr>
            <p:txBody>
              <a:bodyPr bIns="45720" lIns="91440" rIns="91440" tIns="4572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3300"/>
                    </a:solidFill>
                  </a:rPr>
                  <a:t>Y3`</a:t>
                </a:r>
              </a:p>
            </p:txBody>
          </p:sp>
        </p:grpSp>
      </p:grpSp>
      <p:sp>
        <p:nvSpPr>
          <p:cNvPr id="1088487" name=""/>
          <p:cNvSpPr/>
          <p:nvPr/>
        </p:nvSpPr>
        <p:spPr>
          <a:xfrm rot="0" flipV="1">
            <a:off x="5903912" y="954087"/>
            <a:ext cx="1587" cy="514350"/>
          </a:xfrm>
          <a:prstGeom prst="line"/>
          <a:solidFill>
            <a:srgbClr val="FFFFFF"/>
          </a:solidFill>
          <a:ln w="28575" cap="flat" cmpd="sng">
            <a:solidFill>
              <a:srgbClr val="FF3300">
                <a:alpha val="100000"/>
              </a:srgbClr>
            </a:solidFill>
            <a:prstDash val="lgDash"/>
            <a:round/>
          </a:ln>
        </p:spPr>
      </p:sp>
      <p:sp>
        <p:nvSpPr>
          <p:cNvPr id="1088488" name=""/>
          <p:cNvSpPr/>
          <p:nvPr/>
        </p:nvSpPr>
        <p:spPr>
          <a:xfrm rot="0">
            <a:off x="8483600" y="6473825"/>
            <a:ext cx="490537" cy="3365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1600" lang="zh-CN">
                <a:solidFill>
                  <a:schemeClr val="folHlink"/>
                </a:solidFill>
              </a:rPr>
              <a:t>例</a:t>
            </a:r>
            <a:r>
              <a:rPr altLang="zh-CN" b="1" sz="1600" lang="en-US">
                <a:solidFill>
                  <a:schemeClr val="folHlink"/>
                </a:solidFill>
              </a:rPr>
              <a:t>5</a:t>
            </a:r>
          </a:p>
        </p:txBody>
      </p:sp>
      <p:grpSp>
        <p:nvGrpSpPr>
          <p:cNvPr id="533" name=""/>
          <p:cNvGrpSpPr/>
          <p:nvPr/>
        </p:nvGrpSpPr>
        <p:grpSpPr>
          <a:xfrm rot="0">
            <a:off x="4341812" y="1495425"/>
            <a:ext cx="1943100" cy="3175"/>
            <a:chOff x="2746" y="942"/>
            <a:chExt cx="1224" cy="2"/>
          </a:xfrm>
        </p:grpSpPr>
        <p:sp>
          <p:nvSpPr>
            <p:cNvPr id="1088489" name=""/>
            <p:cNvSpPr/>
            <p:nvPr/>
          </p:nvSpPr>
          <p:spPr>
            <a:xfrm rot="0" flipH="1">
              <a:off x="3940" y="942"/>
              <a:ext cx="30" cy="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90" name=""/>
            <p:cNvSpPr/>
            <p:nvPr/>
          </p:nvSpPr>
          <p:spPr>
            <a:xfrm rot="0" flipH="1">
              <a:off x="2746" y="942"/>
              <a:ext cx="32" cy="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34" name=""/>
          <p:cNvGrpSpPr/>
          <p:nvPr/>
        </p:nvGrpSpPr>
        <p:grpSpPr>
          <a:xfrm rot="0">
            <a:off x="4392612" y="1495425"/>
            <a:ext cx="1844675" cy="3175"/>
            <a:chOff x="2778" y="942"/>
            <a:chExt cx="1162" cy="2"/>
          </a:xfrm>
        </p:grpSpPr>
        <p:sp>
          <p:nvSpPr>
            <p:cNvPr id="1088491" name=""/>
            <p:cNvSpPr/>
            <p:nvPr/>
          </p:nvSpPr>
          <p:spPr>
            <a:xfrm rot="0">
              <a:off x="2778" y="942"/>
              <a:ext cx="19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8492" name=""/>
            <p:cNvSpPr/>
            <p:nvPr/>
          </p:nvSpPr>
          <p:spPr>
            <a:xfrm rot="0">
              <a:off x="3742" y="942"/>
              <a:ext cx="198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dash"/>
              <a:round/>
            </a:ln>
          </p:spPr>
        </p:sp>
      </p:grp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7"/>
                                        <p:tgtEl>
                                          <p:spTgt spid="2097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12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7"/>
                                        <p:tgtEl>
                                          <p:spTgt spid="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8"/>
                                        <p:tgtEl>
                                          <p:spTgt spid="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4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dur="500" id="23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6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8"/>
                                        <p:tgtEl>
                                          <p:spTgt spid="1088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9"/>
                                        <p:tgtEl>
                                          <p:spTgt spid="1088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id="32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4"/>
                                        <p:tgtEl>
                                          <p:spTgt spid="1088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5"/>
                                        <p:tgtEl>
                                          <p:spTgt spid="1088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6">
                      <p:stCondLst>
                        <p:cond delay="indefinite"/>
                      </p:stCondLst>
                      <p:childTnLst>
                        <p:par>
                          <p:cTn fill="hold" id="37">
                            <p:stCondLst>
                              <p:cond delay="0"/>
                            </p:stCondLst>
                            <p:childTnLst>
                              <p:par>
                                <p:cTn fill="hold" id="38" nodeType="clickEffect" presetClass="entr" presetID="5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dur="500" id="4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1">
                      <p:stCondLst>
                        <p:cond delay="indefinite"/>
                      </p:stCondLst>
                      <p:childTnLst>
                        <p:par>
                          <p:cTn fill="hold" id="42">
                            <p:stCondLst>
                              <p:cond delay="0"/>
                            </p:stCondLst>
                            <p:childTnLst>
                              <p:par>
                                <p:cTn fill="hold" id="43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5"/>
                                        <p:tgtEl>
                                          <p:spTgt spid="1088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6"/>
                                        <p:tgtEl>
                                          <p:spTgt spid="1088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7">
                      <p:stCondLst>
                        <p:cond delay="indefinite"/>
                      </p:stCondLst>
                      <p:childTnLst>
                        <p:par>
                          <p:cTn fill="hold" id="48">
                            <p:stCondLst>
                              <p:cond delay="0"/>
                            </p:stCondLst>
                            <p:childTnLst>
                              <p:par>
                                <p:cTn fill="hold" id="49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1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2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3">
                      <p:stCondLst>
                        <p:cond delay="indefinite"/>
                      </p:stCondLst>
                      <p:childTnLst>
                        <p:par>
                          <p:cTn fill="hold" id="54">
                            <p:stCondLst>
                              <p:cond delay="0"/>
                            </p:stCondLst>
                            <p:childTnLst>
                              <p:par>
                                <p:cTn fill="hold" id="55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7"/>
                                        <p:tgtEl>
                                          <p:spTgt spid="5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8"/>
                                        <p:tgtEl>
                                          <p:spTgt spid="5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9">
                      <p:stCondLst>
                        <p:cond delay="indefinite"/>
                      </p:stCondLst>
                      <p:childTnLst>
                        <p:par>
                          <p:cTn fill="hold" id="60">
                            <p:stCondLst>
                              <p:cond delay="0"/>
                            </p:stCondLst>
                            <p:childTnLst>
                              <p:par>
                                <p:cTn fill="hold" id="61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3"/>
                                        <p:tgtEl>
                                          <p:spTgt spid="5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4"/>
                                        <p:tgtEl>
                                          <p:spTgt spid="5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5">
                      <p:stCondLst>
                        <p:cond delay="indefinite"/>
                      </p:stCondLst>
                      <p:childTnLst>
                        <p:par>
                          <p:cTn fill="hold" id="66">
                            <p:stCondLst>
                              <p:cond delay="0"/>
                            </p:stCondLst>
                            <p:childTnLst>
                              <p:par>
                                <p:cTn fill="hold" id="67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9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0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1">
                      <p:stCondLst>
                        <p:cond delay="indefinite"/>
                      </p:stCondLst>
                      <p:childTnLst>
                        <p:par>
                          <p:cTn fill="hold" id="72">
                            <p:stCondLst>
                              <p:cond delay="0"/>
                            </p:stCondLst>
                            <p:childTnLst>
                              <p:par>
                                <p:cTn fill="hold" id="73" nodeType="clickEffect" presetClass="entr" presetID="8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dur="500" id="75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6">
                      <p:stCondLst>
                        <p:cond delay="indefinite"/>
                      </p:stCondLst>
                      <p:childTnLst>
                        <p:par>
                          <p:cTn fill="hold" id="77">
                            <p:stCondLst>
                              <p:cond delay="0"/>
                            </p:stCondLst>
                            <p:childTnLst>
                              <p:par>
                                <p:cTn fill="hold" id="78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0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1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8469" grpId="0" uiExpand="0" build="whole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35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aphicFrame>
        <p:nvGraphicFramePr>
          <p:cNvPr id="4194312" name=""/>
          <p:cNvGraphicFramePr>
            <a:graphicFrameLocks/>
          </p:cNvGraphicFramePr>
          <p:nvPr/>
        </p:nvGraphicFramePr>
        <p:xfrm rot="0">
          <a:off x="6372225" y="3494087"/>
          <a:ext cx="2441575" cy="33639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位图图像" r:id="rId1" spid="" imgH="3363912" imgW="2441575" showAsIcon="0" progId="Paint.Picture">
                  <p:embed followColorScheme="full"/>
                  <p:pic>
                    <p:nvPicPr>
                      <p:cNvPr id="2097217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372225" y="3494087"/>
                        <a:ext cx="2441575" cy="3363912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位图图像" r:id="rId1" spid="" imgH="3363912" imgW="2441575" showAsIcon="0" progId="Paint.Picture">
                  <p:embed followColorScheme="full"/>
                  <p:pic>
                    <p:nvPicPr>
                      <p:cNvPr id="2097217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372225" y="3494087"/>
                        <a:ext cx="2441575" cy="3363912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88493" name=""/>
          <p:cNvSpPr/>
          <p:nvPr/>
        </p:nvSpPr>
        <p:spPr>
          <a:xfrm rot="0" flipV="1">
            <a:off x="2466975" y="6172200"/>
            <a:ext cx="3175" cy="18573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494" name=""/>
          <p:cNvSpPr/>
          <p:nvPr/>
        </p:nvSpPr>
        <p:spPr>
          <a:xfrm rot="0">
            <a:off x="1828800" y="5951537"/>
            <a:ext cx="1096962" cy="261937"/>
          </a:xfrm>
          <a:custGeom>
            <a:avLst/>
            <a:ahLst/>
            <a:rect l="0" t="0" r="r" b="b"/>
            <a:pathLst>
              <a:path w="3134" h="750">
                <a:moveTo>
                  <a:pt x="0" y="0"/>
                </a:moveTo>
                <a:lnTo>
                  <a:pt x="107" y="101"/>
                </a:lnTo>
                <a:lnTo>
                  <a:pt x="221" y="196"/>
                </a:lnTo>
                <a:lnTo>
                  <a:pt x="340" y="283"/>
                </a:lnTo>
                <a:lnTo>
                  <a:pt x="463" y="365"/>
                </a:lnTo>
                <a:lnTo>
                  <a:pt x="591" y="439"/>
                </a:lnTo>
                <a:lnTo>
                  <a:pt x="723" y="505"/>
                </a:lnTo>
                <a:lnTo>
                  <a:pt x="859" y="564"/>
                </a:lnTo>
                <a:lnTo>
                  <a:pt x="997" y="615"/>
                </a:lnTo>
                <a:lnTo>
                  <a:pt x="1138" y="658"/>
                </a:lnTo>
                <a:lnTo>
                  <a:pt x="1282" y="693"/>
                </a:lnTo>
                <a:lnTo>
                  <a:pt x="1427" y="720"/>
                </a:lnTo>
                <a:lnTo>
                  <a:pt x="1574" y="739"/>
                </a:lnTo>
                <a:lnTo>
                  <a:pt x="1721" y="748"/>
                </a:lnTo>
                <a:lnTo>
                  <a:pt x="1869" y="750"/>
                </a:lnTo>
                <a:lnTo>
                  <a:pt x="2016" y="743"/>
                </a:lnTo>
                <a:lnTo>
                  <a:pt x="2163" y="727"/>
                </a:lnTo>
                <a:lnTo>
                  <a:pt x="2309" y="704"/>
                </a:lnTo>
                <a:lnTo>
                  <a:pt x="2452" y="672"/>
                </a:lnTo>
                <a:lnTo>
                  <a:pt x="2595" y="632"/>
                </a:lnTo>
                <a:lnTo>
                  <a:pt x="2734" y="585"/>
                </a:lnTo>
                <a:lnTo>
                  <a:pt x="2871" y="529"/>
                </a:lnTo>
                <a:lnTo>
                  <a:pt x="3005" y="466"/>
                </a:lnTo>
                <a:lnTo>
                  <a:pt x="3134" y="394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536" name=""/>
          <p:cNvGrpSpPr/>
          <p:nvPr/>
        </p:nvGrpSpPr>
        <p:grpSpPr>
          <a:xfrm rot="0">
            <a:off x="4738687" y="1966912"/>
            <a:ext cx="1290637" cy="687387"/>
            <a:chOff x="2985" y="1239"/>
            <a:chExt cx="813" cy="433"/>
          </a:xfrm>
        </p:grpSpPr>
        <p:sp>
          <p:nvSpPr>
            <p:cNvPr id="1088495" name=""/>
            <p:cNvSpPr/>
            <p:nvPr/>
          </p:nvSpPr>
          <p:spPr>
            <a:xfrm rot="0" flipV="1">
              <a:off x="2985" y="1239"/>
              <a:ext cx="1" cy="433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96" name=""/>
            <p:cNvSpPr/>
            <p:nvPr/>
          </p:nvSpPr>
          <p:spPr>
            <a:xfrm rot="0">
              <a:off x="3797" y="1239"/>
              <a:ext cx="1" cy="433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8497" name=""/>
          <p:cNvSpPr/>
          <p:nvPr/>
        </p:nvSpPr>
        <p:spPr>
          <a:xfrm rot="0" flipH="1">
            <a:off x="5373687" y="1966912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grpSp>
        <p:nvGrpSpPr>
          <p:cNvPr id="537" name=""/>
          <p:cNvGrpSpPr/>
          <p:nvPr/>
        </p:nvGrpSpPr>
        <p:grpSpPr>
          <a:xfrm rot="0">
            <a:off x="4738687" y="2654300"/>
            <a:ext cx="1289050" cy="1587"/>
            <a:chOff x="2985" y="1672"/>
            <a:chExt cx="812" cy="1"/>
          </a:xfrm>
        </p:grpSpPr>
        <p:sp>
          <p:nvSpPr>
            <p:cNvPr id="1088498" name=""/>
            <p:cNvSpPr/>
            <p:nvPr/>
          </p:nvSpPr>
          <p:spPr>
            <a:xfrm rot="0" flipH="1">
              <a:off x="3715" y="1672"/>
              <a:ext cx="82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499" name=""/>
            <p:cNvSpPr/>
            <p:nvPr/>
          </p:nvSpPr>
          <p:spPr>
            <a:xfrm rot="0" flipH="1">
              <a:off x="3593" y="1672"/>
              <a:ext cx="80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00" name=""/>
            <p:cNvSpPr/>
            <p:nvPr/>
          </p:nvSpPr>
          <p:spPr>
            <a:xfrm rot="0" flipH="1">
              <a:off x="3472" y="1672"/>
              <a:ext cx="81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01" name=""/>
            <p:cNvSpPr/>
            <p:nvPr/>
          </p:nvSpPr>
          <p:spPr>
            <a:xfrm rot="0" flipH="1">
              <a:off x="3351" y="1672"/>
              <a:ext cx="80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02" name=""/>
            <p:cNvSpPr/>
            <p:nvPr/>
          </p:nvSpPr>
          <p:spPr>
            <a:xfrm rot="0" flipH="1">
              <a:off x="3230" y="1672"/>
              <a:ext cx="80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03" name=""/>
            <p:cNvSpPr/>
            <p:nvPr/>
          </p:nvSpPr>
          <p:spPr>
            <a:xfrm rot="0" flipH="1">
              <a:off x="3108" y="1672"/>
              <a:ext cx="82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04" name=""/>
            <p:cNvSpPr/>
            <p:nvPr/>
          </p:nvSpPr>
          <p:spPr>
            <a:xfrm rot="0" flipH="1">
              <a:off x="2985" y="1672"/>
              <a:ext cx="83" cy="1"/>
            </a:xfrm>
            <a:prstGeom prst="line"/>
            <a:solidFill>
              <a:srgbClr val="FFFFFF"/>
            </a:solidFill>
            <a:ln w="28575" cap="flat" cmpd="sng">
              <a:solidFill>
                <a:srgbClr val="FF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8505" name=""/>
          <p:cNvSpPr/>
          <p:nvPr/>
        </p:nvSpPr>
        <p:spPr>
          <a:xfrm rot="0" flipH="1">
            <a:off x="3336925" y="5308600"/>
            <a:ext cx="263525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06" name=""/>
          <p:cNvSpPr/>
          <p:nvPr/>
        </p:nvSpPr>
        <p:spPr>
          <a:xfrm rot="0" flipH="1">
            <a:off x="3206750" y="5308600"/>
            <a:ext cx="65087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07" name=""/>
          <p:cNvSpPr/>
          <p:nvPr/>
        </p:nvSpPr>
        <p:spPr>
          <a:xfrm rot="0" flipH="1">
            <a:off x="2822575" y="5308600"/>
            <a:ext cx="320675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08" name=""/>
          <p:cNvSpPr/>
          <p:nvPr/>
        </p:nvSpPr>
        <p:spPr>
          <a:xfrm rot="0" flipH="1">
            <a:off x="2695575" y="5308600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09" name=""/>
          <p:cNvSpPr/>
          <p:nvPr/>
        </p:nvSpPr>
        <p:spPr>
          <a:xfrm rot="0" flipH="1">
            <a:off x="2308225" y="5308600"/>
            <a:ext cx="320675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0" name=""/>
          <p:cNvSpPr/>
          <p:nvPr/>
        </p:nvSpPr>
        <p:spPr>
          <a:xfrm rot="0" flipH="1">
            <a:off x="2181225" y="5308600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1" name=""/>
          <p:cNvSpPr/>
          <p:nvPr/>
        </p:nvSpPr>
        <p:spPr>
          <a:xfrm rot="0" flipH="1">
            <a:off x="1795462" y="5308600"/>
            <a:ext cx="322262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2" name=""/>
          <p:cNvSpPr/>
          <p:nvPr/>
        </p:nvSpPr>
        <p:spPr>
          <a:xfrm rot="0" flipH="1">
            <a:off x="1668462" y="5308600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3" name=""/>
          <p:cNvSpPr/>
          <p:nvPr/>
        </p:nvSpPr>
        <p:spPr>
          <a:xfrm rot="0" flipH="1">
            <a:off x="1339850" y="5308600"/>
            <a:ext cx="265112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4" name=""/>
          <p:cNvSpPr/>
          <p:nvPr/>
        </p:nvSpPr>
        <p:spPr>
          <a:xfrm rot="0" flipV="1">
            <a:off x="2466975" y="6042025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5" name=""/>
          <p:cNvSpPr/>
          <p:nvPr/>
        </p:nvSpPr>
        <p:spPr>
          <a:xfrm rot="0" flipV="1">
            <a:off x="2466975" y="5657850"/>
            <a:ext cx="3175" cy="320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6" name=""/>
          <p:cNvSpPr/>
          <p:nvPr/>
        </p:nvSpPr>
        <p:spPr>
          <a:xfrm rot="0" flipV="1">
            <a:off x="2466975" y="552926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7" name=""/>
          <p:cNvSpPr/>
          <p:nvPr/>
        </p:nvSpPr>
        <p:spPr>
          <a:xfrm rot="0" flipV="1">
            <a:off x="2466975" y="5145087"/>
            <a:ext cx="3175" cy="320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8" name=""/>
          <p:cNvSpPr/>
          <p:nvPr/>
        </p:nvSpPr>
        <p:spPr>
          <a:xfrm rot="0" flipV="1">
            <a:off x="2466975" y="501491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19" name=""/>
          <p:cNvSpPr/>
          <p:nvPr/>
        </p:nvSpPr>
        <p:spPr>
          <a:xfrm rot="0" flipV="1">
            <a:off x="2466975" y="4630737"/>
            <a:ext cx="3175" cy="320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0" name=""/>
          <p:cNvSpPr/>
          <p:nvPr/>
        </p:nvSpPr>
        <p:spPr>
          <a:xfrm rot="0" flipV="1">
            <a:off x="2466975" y="450056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1" name=""/>
          <p:cNvSpPr/>
          <p:nvPr/>
        </p:nvSpPr>
        <p:spPr>
          <a:xfrm rot="0" flipV="1">
            <a:off x="2466975" y="4251325"/>
            <a:ext cx="3175" cy="18573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2" name=""/>
          <p:cNvSpPr/>
          <p:nvPr/>
        </p:nvSpPr>
        <p:spPr>
          <a:xfrm rot="0" flipV="1">
            <a:off x="2466975" y="3386137"/>
            <a:ext cx="3175" cy="3952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3" name=""/>
          <p:cNvSpPr/>
          <p:nvPr/>
        </p:nvSpPr>
        <p:spPr>
          <a:xfrm rot="0" flipV="1">
            <a:off x="2466975" y="325596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4" name=""/>
          <p:cNvSpPr/>
          <p:nvPr/>
        </p:nvSpPr>
        <p:spPr>
          <a:xfrm rot="0" flipV="1">
            <a:off x="2466975" y="2871787"/>
            <a:ext cx="3175" cy="320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5" name=""/>
          <p:cNvSpPr/>
          <p:nvPr/>
        </p:nvSpPr>
        <p:spPr>
          <a:xfrm rot="0" flipV="1">
            <a:off x="2466975" y="2741612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6" name=""/>
          <p:cNvSpPr/>
          <p:nvPr/>
        </p:nvSpPr>
        <p:spPr>
          <a:xfrm rot="0" flipV="1">
            <a:off x="2466975" y="2357437"/>
            <a:ext cx="3175" cy="320675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7" name=""/>
          <p:cNvSpPr/>
          <p:nvPr/>
        </p:nvSpPr>
        <p:spPr>
          <a:xfrm rot="0" flipV="1">
            <a:off x="2466975" y="2228850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8" name=""/>
          <p:cNvSpPr/>
          <p:nvPr/>
        </p:nvSpPr>
        <p:spPr>
          <a:xfrm rot="0" flipV="1">
            <a:off x="2466975" y="1841500"/>
            <a:ext cx="3175" cy="32385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29" name=""/>
          <p:cNvSpPr/>
          <p:nvPr/>
        </p:nvSpPr>
        <p:spPr>
          <a:xfrm rot="0" flipV="1">
            <a:off x="2466975" y="1714500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30" name=""/>
          <p:cNvSpPr/>
          <p:nvPr/>
        </p:nvSpPr>
        <p:spPr>
          <a:xfrm rot="0" flipV="1">
            <a:off x="2466975" y="1252537"/>
            <a:ext cx="3175" cy="398462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31" name=""/>
          <p:cNvSpPr/>
          <p:nvPr/>
        </p:nvSpPr>
        <p:spPr>
          <a:xfrm rot="0" flipV="1">
            <a:off x="5383212" y="1830387"/>
            <a:ext cx="3175" cy="63500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532" name=""/>
          <p:cNvSpPr/>
          <p:nvPr/>
        </p:nvSpPr>
        <p:spPr>
          <a:xfrm rot="0">
            <a:off x="1560512" y="1966912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533" name=""/>
          <p:cNvSpPr/>
          <p:nvPr/>
        </p:nvSpPr>
        <p:spPr>
          <a:xfrm rot="0">
            <a:off x="1828800" y="1320800"/>
            <a:ext cx="3175" cy="3175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38" name=""/>
          <p:cNvGrpSpPr/>
          <p:nvPr/>
        </p:nvGrpSpPr>
        <p:grpSpPr>
          <a:xfrm rot="0">
            <a:off x="541337" y="1320800"/>
            <a:ext cx="1263650" cy="647700"/>
            <a:chOff x="341" y="832"/>
            <a:chExt cx="796" cy="408"/>
          </a:xfrm>
        </p:grpSpPr>
        <p:sp>
          <p:nvSpPr>
            <p:cNvPr id="1088534" name=""/>
            <p:cNvSpPr/>
            <p:nvPr/>
          </p:nvSpPr>
          <p:spPr>
            <a:xfrm rot="0" flipH="1">
              <a:off x="567" y="1239"/>
              <a:ext cx="400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35" name=""/>
            <p:cNvSpPr/>
            <p:nvPr/>
          </p:nvSpPr>
          <p:spPr>
            <a:xfrm rot="0" flipH="1">
              <a:off x="567" y="832"/>
              <a:ext cx="570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36" name=""/>
            <p:cNvSpPr/>
            <p:nvPr/>
          </p:nvSpPr>
          <p:spPr>
            <a:xfrm rot="0" flipV="1">
              <a:off x="614" y="897"/>
              <a:ext cx="2" cy="279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37" name=""/>
            <p:cNvSpPr/>
            <p:nvPr/>
          </p:nvSpPr>
          <p:spPr>
            <a:xfrm rot="0">
              <a:off x="604" y="1176"/>
              <a:ext cx="21" cy="63"/>
            </a:xfrm>
            <a:custGeom>
              <a:avLst/>
              <a:ahLst/>
              <a:rect l="0" t="0" r="r" b="b"/>
              <a:pathLst>
                <a:path w="96" h="290">
                  <a:moveTo>
                    <a:pt x="0" y="0"/>
                  </a:moveTo>
                  <a:lnTo>
                    <a:pt x="96" y="0"/>
                  </a:lnTo>
                  <a:lnTo>
                    <a:pt x="47" y="290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38" name=""/>
            <p:cNvSpPr/>
            <p:nvPr/>
          </p:nvSpPr>
          <p:spPr>
            <a:xfrm rot="0">
              <a:off x="604" y="1176"/>
              <a:ext cx="21" cy="63"/>
            </a:xfrm>
            <a:custGeom>
              <a:avLst/>
              <a:ahLst/>
              <a:rect l="0" t="0" r="r" b="b"/>
              <a:pathLst>
                <a:path w="96" h="290">
                  <a:moveTo>
                    <a:pt x="0" y="0"/>
                  </a:moveTo>
                  <a:lnTo>
                    <a:pt x="96" y="0"/>
                  </a:lnTo>
                  <a:lnTo>
                    <a:pt x="47" y="29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39" name=""/>
            <p:cNvSpPr/>
            <p:nvPr/>
          </p:nvSpPr>
          <p:spPr>
            <a:xfrm rot="0">
              <a:off x="604" y="832"/>
              <a:ext cx="21" cy="65"/>
            </a:xfrm>
            <a:custGeom>
              <a:avLst/>
              <a:ahLst/>
              <a:rect l="0" t="0" r="r" b="b"/>
              <a:pathLst>
                <a:path w="96" h="290">
                  <a:moveTo>
                    <a:pt x="0" y="290"/>
                  </a:moveTo>
                  <a:lnTo>
                    <a:pt x="96" y="290"/>
                  </a:lnTo>
                  <a:lnTo>
                    <a:pt x="47" y="0"/>
                  </a:lnTo>
                  <a:lnTo>
                    <a:pt x="0" y="29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40" name=""/>
            <p:cNvSpPr/>
            <p:nvPr/>
          </p:nvSpPr>
          <p:spPr>
            <a:xfrm rot="16200000">
              <a:off x="362" y="866"/>
              <a:ext cx="226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0000"/>
                  </a:solidFill>
                  <a:latin typeface="宋体" pitchFamily="2" charset="-122"/>
                </a:rPr>
                <a:t>R1</a:t>
              </a:r>
            </a:p>
          </p:txBody>
        </p:sp>
        <p:sp>
          <p:nvSpPr>
            <p:cNvPr id="1088541" name=""/>
            <p:cNvSpPr/>
            <p:nvPr/>
          </p:nvSpPr>
          <p:spPr>
            <a:xfrm rot="0">
              <a:off x="604" y="832"/>
              <a:ext cx="21" cy="65"/>
            </a:xfrm>
            <a:custGeom>
              <a:avLst/>
              <a:ahLst/>
              <a:rect l="0" t="0" r="r" b="b"/>
              <a:pathLst>
                <a:path w="96" h="290">
                  <a:moveTo>
                    <a:pt x="0" y="290"/>
                  </a:moveTo>
                  <a:lnTo>
                    <a:pt x="96" y="290"/>
                  </a:lnTo>
                  <a:lnTo>
                    <a:pt x="47" y="0"/>
                  </a:lnTo>
                  <a:lnTo>
                    <a:pt x="0" y="29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42" name=""/>
            <p:cNvSpPr/>
            <p:nvPr/>
          </p:nvSpPr>
          <p:spPr>
            <a:xfrm rot="0">
              <a:off x="614" y="832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8543" name=""/>
          <p:cNvSpPr/>
          <p:nvPr/>
        </p:nvSpPr>
        <p:spPr>
          <a:xfrm rot="0">
            <a:off x="2925762" y="1184275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544" name=""/>
          <p:cNvSpPr/>
          <p:nvPr/>
        </p:nvSpPr>
        <p:spPr>
          <a:xfrm rot="0">
            <a:off x="2925762" y="1966912"/>
            <a:ext cx="1587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39" name=""/>
          <p:cNvGrpSpPr/>
          <p:nvPr/>
        </p:nvGrpSpPr>
        <p:grpSpPr>
          <a:xfrm rot="0">
            <a:off x="2951162" y="1184275"/>
            <a:ext cx="917575" cy="784225"/>
            <a:chOff x="1858" y="746"/>
            <a:chExt cx="578" cy="494"/>
          </a:xfrm>
        </p:grpSpPr>
        <p:sp>
          <p:nvSpPr>
            <p:cNvPr id="1088545" name=""/>
            <p:cNvSpPr/>
            <p:nvPr/>
          </p:nvSpPr>
          <p:spPr>
            <a:xfrm rot="0">
              <a:off x="1858" y="746"/>
              <a:ext cx="578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46" name=""/>
            <p:cNvSpPr/>
            <p:nvPr/>
          </p:nvSpPr>
          <p:spPr>
            <a:xfrm rot="0">
              <a:off x="1858" y="1239"/>
              <a:ext cx="578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47" name=""/>
            <p:cNvSpPr/>
            <p:nvPr/>
          </p:nvSpPr>
          <p:spPr>
            <a:xfrm rot="0">
              <a:off x="2388" y="809"/>
              <a:ext cx="2" cy="367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48" name=""/>
            <p:cNvSpPr/>
            <p:nvPr/>
          </p:nvSpPr>
          <p:spPr>
            <a:xfrm rot="0">
              <a:off x="2377" y="746"/>
              <a:ext cx="22" cy="63"/>
            </a:xfrm>
            <a:custGeom>
              <a:avLst/>
              <a:ahLst/>
              <a:rect l="0" t="0" r="r" b="b"/>
              <a:pathLst>
                <a:path w="96" h="289">
                  <a:moveTo>
                    <a:pt x="0" y="289"/>
                  </a:moveTo>
                  <a:lnTo>
                    <a:pt x="96" y="289"/>
                  </a:lnTo>
                  <a:lnTo>
                    <a:pt x="48" y="0"/>
                  </a:lnTo>
                  <a:lnTo>
                    <a:pt x="0" y="289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49" name=""/>
            <p:cNvSpPr/>
            <p:nvPr/>
          </p:nvSpPr>
          <p:spPr>
            <a:xfrm rot="0">
              <a:off x="2377" y="746"/>
              <a:ext cx="22" cy="63"/>
            </a:xfrm>
            <a:custGeom>
              <a:avLst/>
              <a:ahLst/>
              <a:rect l="0" t="0" r="r" b="b"/>
              <a:pathLst>
                <a:path w="96" h="289">
                  <a:moveTo>
                    <a:pt x="0" y="289"/>
                  </a:moveTo>
                  <a:lnTo>
                    <a:pt x="96" y="289"/>
                  </a:lnTo>
                  <a:lnTo>
                    <a:pt x="48" y="0"/>
                  </a:lnTo>
                  <a:lnTo>
                    <a:pt x="0" y="289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50" name=""/>
            <p:cNvSpPr/>
            <p:nvPr/>
          </p:nvSpPr>
          <p:spPr>
            <a:xfrm rot="0">
              <a:off x="2377" y="1176"/>
              <a:ext cx="22" cy="63"/>
            </a:xfrm>
            <a:custGeom>
              <a:avLst/>
              <a:ahLst/>
              <a:rect l="0" t="0" r="r" b="b"/>
              <a:pathLst>
                <a:path w="96" h="290">
                  <a:moveTo>
                    <a:pt x="0" y="0"/>
                  </a:moveTo>
                  <a:lnTo>
                    <a:pt x="96" y="0"/>
                  </a:lnTo>
                  <a:lnTo>
                    <a:pt x="48" y="290"/>
                  </a:lnTo>
                  <a:lnTo>
                    <a:pt x="0" y="0"/>
                  </a:lnTo>
                </a:path>
              </a:pathLst>
            </a:custGeom>
            <a:solidFill>
              <a:srgbClr val="0000FF">
                <a:alpha val="100000"/>
              </a:srgbClr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51" name=""/>
            <p:cNvSpPr/>
            <p:nvPr/>
          </p:nvSpPr>
          <p:spPr>
            <a:xfrm rot="16200000">
              <a:off x="2130" y="828"/>
              <a:ext cx="226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0000"/>
                  </a:solidFill>
                  <a:latin typeface="宋体" pitchFamily="2" charset="-122"/>
                </a:rPr>
                <a:t>R2</a:t>
              </a:r>
            </a:p>
          </p:txBody>
        </p:sp>
        <p:sp>
          <p:nvSpPr>
            <p:cNvPr id="1088552" name=""/>
            <p:cNvSpPr/>
            <p:nvPr/>
          </p:nvSpPr>
          <p:spPr>
            <a:xfrm rot="0">
              <a:off x="2377" y="1176"/>
              <a:ext cx="22" cy="63"/>
            </a:xfrm>
            <a:custGeom>
              <a:avLst/>
              <a:ahLst/>
              <a:rect l="0" t="0" r="r" b="b"/>
              <a:pathLst>
                <a:path w="96" h="290">
                  <a:moveTo>
                    <a:pt x="0" y="0"/>
                  </a:moveTo>
                  <a:lnTo>
                    <a:pt x="96" y="0"/>
                  </a:lnTo>
                  <a:lnTo>
                    <a:pt x="48" y="29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553" name=""/>
            <p:cNvSpPr/>
            <p:nvPr/>
          </p:nvSpPr>
          <p:spPr>
            <a:xfrm rot="0">
              <a:off x="2388" y="1239"/>
              <a:ext cx="2" cy="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40" name=""/>
          <p:cNvGrpSpPr/>
          <p:nvPr/>
        </p:nvGrpSpPr>
        <p:grpSpPr>
          <a:xfrm rot="0">
            <a:off x="4738687" y="981075"/>
            <a:ext cx="1898650" cy="985837"/>
            <a:chOff x="2985" y="618"/>
            <a:chExt cx="1196" cy="621"/>
          </a:xfrm>
        </p:grpSpPr>
        <p:sp>
          <p:nvSpPr>
            <p:cNvPr id="1088554" name=""/>
            <p:cNvSpPr/>
            <p:nvPr/>
          </p:nvSpPr>
          <p:spPr>
            <a:xfrm rot="0">
              <a:off x="2985" y="832"/>
              <a:ext cx="812" cy="407"/>
            </a:xfrm>
            <a:custGeom>
              <a:avLst/>
              <a:ahLst/>
              <a:rect l="0" t="0" r="r" b="b"/>
              <a:pathLst>
                <a:path w="3690" h="1846">
                  <a:moveTo>
                    <a:pt x="3690" y="1846"/>
                  </a:moveTo>
                  <a:lnTo>
                    <a:pt x="3685" y="1726"/>
                  </a:lnTo>
                  <a:lnTo>
                    <a:pt x="3673" y="1605"/>
                  </a:lnTo>
                  <a:lnTo>
                    <a:pt x="3654" y="1486"/>
                  </a:lnTo>
                  <a:lnTo>
                    <a:pt x="3627" y="1369"/>
                  </a:lnTo>
                  <a:lnTo>
                    <a:pt x="3591" y="1252"/>
                  </a:lnTo>
                  <a:lnTo>
                    <a:pt x="3549" y="1140"/>
                  </a:lnTo>
                  <a:lnTo>
                    <a:pt x="3499" y="1029"/>
                  </a:lnTo>
                  <a:lnTo>
                    <a:pt x="3442" y="923"/>
                  </a:lnTo>
                  <a:lnTo>
                    <a:pt x="3378" y="820"/>
                  </a:lnTo>
                  <a:lnTo>
                    <a:pt x="3309" y="722"/>
                  </a:lnTo>
                  <a:lnTo>
                    <a:pt x="3231" y="629"/>
                  </a:lnTo>
                  <a:lnTo>
                    <a:pt x="3149" y="541"/>
                  </a:lnTo>
                  <a:lnTo>
                    <a:pt x="3061" y="458"/>
                  </a:lnTo>
                  <a:lnTo>
                    <a:pt x="2968" y="382"/>
                  </a:lnTo>
                  <a:lnTo>
                    <a:pt x="2870" y="311"/>
                  </a:lnTo>
                  <a:lnTo>
                    <a:pt x="2767" y="248"/>
                  </a:lnTo>
                  <a:lnTo>
                    <a:pt x="2661" y="190"/>
                  </a:lnTo>
                  <a:lnTo>
                    <a:pt x="2550" y="141"/>
                  </a:lnTo>
                  <a:lnTo>
                    <a:pt x="2438" y="99"/>
                  </a:lnTo>
                  <a:lnTo>
                    <a:pt x="2323" y="63"/>
                  </a:lnTo>
                  <a:lnTo>
                    <a:pt x="2204" y="36"/>
                  </a:lnTo>
                  <a:lnTo>
                    <a:pt x="2086" y="16"/>
                  </a:lnTo>
                  <a:lnTo>
                    <a:pt x="1966" y="5"/>
                  </a:lnTo>
                  <a:lnTo>
                    <a:pt x="1845" y="0"/>
                  </a:lnTo>
                  <a:lnTo>
                    <a:pt x="1725" y="5"/>
                  </a:lnTo>
                  <a:lnTo>
                    <a:pt x="1604" y="16"/>
                  </a:lnTo>
                  <a:lnTo>
                    <a:pt x="1485" y="36"/>
                  </a:lnTo>
                  <a:lnTo>
                    <a:pt x="1368" y="63"/>
                  </a:lnTo>
                  <a:lnTo>
                    <a:pt x="1252" y="99"/>
                  </a:lnTo>
                  <a:lnTo>
                    <a:pt x="1139" y="141"/>
                  </a:lnTo>
                  <a:lnTo>
                    <a:pt x="1029" y="190"/>
                  </a:lnTo>
                  <a:lnTo>
                    <a:pt x="922" y="248"/>
                  </a:lnTo>
                  <a:lnTo>
                    <a:pt x="821" y="311"/>
                  </a:lnTo>
                  <a:lnTo>
                    <a:pt x="722" y="382"/>
                  </a:lnTo>
                  <a:lnTo>
                    <a:pt x="628" y="458"/>
                  </a:lnTo>
                  <a:lnTo>
                    <a:pt x="541" y="541"/>
                  </a:lnTo>
                  <a:lnTo>
                    <a:pt x="458" y="629"/>
                  </a:lnTo>
                  <a:lnTo>
                    <a:pt x="382" y="722"/>
                  </a:lnTo>
                  <a:lnTo>
                    <a:pt x="311" y="820"/>
                  </a:lnTo>
                  <a:lnTo>
                    <a:pt x="248" y="923"/>
                  </a:lnTo>
                  <a:lnTo>
                    <a:pt x="191" y="1029"/>
                  </a:lnTo>
                  <a:lnTo>
                    <a:pt x="141" y="1140"/>
                  </a:lnTo>
                  <a:lnTo>
                    <a:pt x="99" y="1252"/>
                  </a:lnTo>
                  <a:lnTo>
                    <a:pt x="63" y="1369"/>
                  </a:lnTo>
                  <a:lnTo>
                    <a:pt x="36" y="1486"/>
                  </a:lnTo>
                  <a:lnTo>
                    <a:pt x="16" y="1605"/>
                  </a:lnTo>
                  <a:lnTo>
                    <a:pt x="5" y="1726"/>
                  </a:lnTo>
                  <a:lnTo>
                    <a:pt x="0" y="1846"/>
                  </a:lnTo>
                </a:path>
              </a:pathLst>
            </a:custGeom>
            <a:noFill/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541" name=""/>
            <p:cNvGrpSpPr/>
            <p:nvPr/>
          </p:nvGrpSpPr>
          <p:grpSpPr>
            <a:xfrm rot="0">
              <a:off x="3391" y="618"/>
              <a:ext cx="790" cy="621"/>
              <a:chOff x="3391" y="618"/>
              <a:chExt cx="790" cy="621"/>
            </a:xfrm>
          </p:grpSpPr>
          <p:sp>
            <p:nvSpPr>
              <p:cNvPr id="1088555" name=""/>
              <p:cNvSpPr/>
              <p:nvPr/>
            </p:nvSpPr>
            <p:spPr>
              <a:xfrm rot="0" flipH="1">
                <a:off x="3965" y="871"/>
                <a:ext cx="111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56" name=""/>
              <p:cNvSpPr/>
              <p:nvPr/>
            </p:nvSpPr>
            <p:spPr>
              <a:xfrm rot="0">
                <a:off x="3955" y="618"/>
                <a:ext cx="226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R1</a:t>
                </a:r>
              </a:p>
            </p:txBody>
          </p:sp>
          <p:sp>
            <p:nvSpPr>
              <p:cNvPr id="1088557" name=""/>
              <p:cNvSpPr/>
              <p:nvPr/>
            </p:nvSpPr>
            <p:spPr>
              <a:xfrm rot="0" flipH="1">
                <a:off x="3786" y="871"/>
                <a:ext cx="179" cy="114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58" name=""/>
              <p:cNvSpPr/>
              <p:nvPr/>
            </p:nvSpPr>
            <p:spPr>
              <a:xfrm rot="0" flipV="1">
                <a:off x="3391" y="1020"/>
                <a:ext cx="341" cy="21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59" name=""/>
              <p:cNvSpPr/>
              <p:nvPr/>
            </p:nvSpPr>
            <p:spPr>
              <a:xfrm rot="0">
                <a:off x="3732" y="975"/>
                <a:ext cx="60" cy="45"/>
              </a:xfrm>
              <a:custGeom>
                <a:avLst/>
                <a:ahLst/>
                <a:rect l="0" t="0" r="r" b="b"/>
                <a:pathLst>
                  <a:path w="270" h="198">
                    <a:moveTo>
                      <a:pt x="218" y="0"/>
                    </a:moveTo>
                    <a:lnTo>
                      <a:pt x="270" y="82"/>
                    </a:lnTo>
                    <a:lnTo>
                      <a:pt x="0" y="198"/>
                    </a:lnTo>
                    <a:lnTo>
                      <a:pt x="218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60" name=""/>
              <p:cNvSpPr/>
              <p:nvPr/>
            </p:nvSpPr>
            <p:spPr>
              <a:xfrm rot="0">
                <a:off x="3732" y="975"/>
                <a:ext cx="60" cy="45"/>
              </a:xfrm>
              <a:custGeom>
                <a:avLst/>
                <a:ahLst/>
                <a:rect l="0" t="0" r="r" b="b"/>
                <a:pathLst>
                  <a:path w="270" h="198">
                    <a:moveTo>
                      <a:pt x="218" y="0"/>
                    </a:moveTo>
                    <a:lnTo>
                      <a:pt x="270" y="82"/>
                    </a:lnTo>
                    <a:lnTo>
                      <a:pt x="0" y="198"/>
                    </a:lnTo>
                    <a:lnTo>
                      <a:pt x="218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61" name=""/>
              <p:cNvSpPr/>
              <p:nvPr/>
            </p:nvSpPr>
            <p:spPr>
              <a:xfrm rot="0">
                <a:off x="3732" y="1020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8562" name=""/>
          <p:cNvSpPr/>
          <p:nvPr/>
        </p:nvSpPr>
        <p:spPr>
          <a:xfrm rot="0">
            <a:off x="5383212" y="1966912"/>
            <a:ext cx="3175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563" name=""/>
          <p:cNvSpPr/>
          <p:nvPr/>
        </p:nvSpPr>
        <p:spPr>
          <a:xfrm rot="0">
            <a:off x="4981575" y="1557337"/>
            <a:ext cx="536575" cy="427037"/>
          </a:xfrm>
          <a:prstGeom prst="rect"/>
          <a:noFill/>
          <a:ln>
            <a:noFill/>
          </a:ln>
        </p:spPr>
        <p:txBody>
          <a:bodyPr anchor="t" bIns="0" lIns="0" rIns="0" tIns="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2800" lang="en-US">
                <a:solidFill>
                  <a:srgbClr val="FF0000"/>
                </a:solidFill>
                <a:latin typeface="宋体" pitchFamily="2" charset="-122"/>
              </a:rPr>
              <a:t>P″</a:t>
            </a:r>
          </a:p>
        </p:txBody>
      </p:sp>
      <p:grpSp>
        <p:nvGrpSpPr>
          <p:cNvPr id="542" name=""/>
          <p:cNvGrpSpPr/>
          <p:nvPr/>
        </p:nvGrpSpPr>
        <p:grpSpPr>
          <a:xfrm rot="0">
            <a:off x="4600575" y="692150"/>
            <a:ext cx="1635125" cy="1274762"/>
            <a:chOff x="2898" y="436"/>
            <a:chExt cx="1030" cy="803"/>
          </a:xfrm>
        </p:grpSpPr>
        <p:sp>
          <p:nvSpPr>
            <p:cNvPr id="1088564" name=""/>
            <p:cNvSpPr/>
            <p:nvPr/>
          </p:nvSpPr>
          <p:spPr>
            <a:xfrm rot="0">
              <a:off x="2898" y="746"/>
              <a:ext cx="985" cy="493"/>
            </a:xfrm>
            <a:custGeom>
              <a:avLst/>
              <a:ahLst/>
              <a:rect l="0" t="0" r="r" b="b"/>
              <a:pathLst>
                <a:path w="4476" h="2239">
                  <a:moveTo>
                    <a:pt x="4476" y="2239"/>
                  </a:moveTo>
                  <a:lnTo>
                    <a:pt x="4472" y="2104"/>
                  </a:lnTo>
                  <a:lnTo>
                    <a:pt x="4460" y="1969"/>
                  </a:lnTo>
                  <a:lnTo>
                    <a:pt x="4439" y="1836"/>
                  </a:lnTo>
                  <a:lnTo>
                    <a:pt x="4411" y="1703"/>
                  </a:lnTo>
                  <a:lnTo>
                    <a:pt x="4375" y="1573"/>
                  </a:lnTo>
                  <a:lnTo>
                    <a:pt x="4330" y="1444"/>
                  </a:lnTo>
                  <a:lnTo>
                    <a:pt x="4278" y="1319"/>
                  </a:lnTo>
                  <a:lnTo>
                    <a:pt x="4220" y="1198"/>
                  </a:lnTo>
                  <a:lnTo>
                    <a:pt x="4154" y="1081"/>
                  </a:lnTo>
                  <a:lnTo>
                    <a:pt x="4080" y="967"/>
                  </a:lnTo>
                  <a:lnTo>
                    <a:pt x="4000" y="857"/>
                  </a:lnTo>
                  <a:lnTo>
                    <a:pt x="3913" y="754"/>
                  </a:lnTo>
                  <a:lnTo>
                    <a:pt x="3820" y="655"/>
                  </a:lnTo>
                  <a:lnTo>
                    <a:pt x="3721" y="562"/>
                  </a:lnTo>
                  <a:lnTo>
                    <a:pt x="3618" y="476"/>
                  </a:lnTo>
                  <a:lnTo>
                    <a:pt x="3509" y="395"/>
                  </a:lnTo>
                  <a:lnTo>
                    <a:pt x="3395" y="322"/>
                  </a:lnTo>
                  <a:lnTo>
                    <a:pt x="3278" y="256"/>
                  </a:lnTo>
                  <a:lnTo>
                    <a:pt x="3157" y="196"/>
                  </a:lnTo>
                  <a:lnTo>
                    <a:pt x="3032" y="145"/>
                  </a:lnTo>
                  <a:lnTo>
                    <a:pt x="2904" y="101"/>
                  </a:lnTo>
                  <a:lnTo>
                    <a:pt x="2773" y="65"/>
                  </a:lnTo>
                  <a:lnTo>
                    <a:pt x="2642" y="36"/>
                  </a:lnTo>
                  <a:lnTo>
                    <a:pt x="2508" y="16"/>
                  </a:lnTo>
                  <a:lnTo>
                    <a:pt x="2373" y="4"/>
                  </a:lnTo>
                  <a:lnTo>
                    <a:pt x="2238" y="0"/>
                  </a:lnTo>
                  <a:lnTo>
                    <a:pt x="2103" y="4"/>
                  </a:lnTo>
                  <a:lnTo>
                    <a:pt x="1968" y="16"/>
                  </a:lnTo>
                  <a:lnTo>
                    <a:pt x="1835" y="36"/>
                  </a:lnTo>
                  <a:lnTo>
                    <a:pt x="1702" y="65"/>
                  </a:lnTo>
                  <a:lnTo>
                    <a:pt x="1572" y="101"/>
                  </a:lnTo>
                  <a:lnTo>
                    <a:pt x="1445" y="145"/>
                  </a:lnTo>
                  <a:lnTo>
                    <a:pt x="1320" y="196"/>
                  </a:lnTo>
                  <a:lnTo>
                    <a:pt x="1198" y="256"/>
                  </a:lnTo>
                  <a:lnTo>
                    <a:pt x="1080" y="322"/>
                  </a:lnTo>
                  <a:lnTo>
                    <a:pt x="967" y="395"/>
                  </a:lnTo>
                  <a:lnTo>
                    <a:pt x="858" y="476"/>
                  </a:lnTo>
                  <a:lnTo>
                    <a:pt x="754" y="562"/>
                  </a:lnTo>
                  <a:lnTo>
                    <a:pt x="655" y="655"/>
                  </a:lnTo>
                  <a:lnTo>
                    <a:pt x="563" y="754"/>
                  </a:lnTo>
                  <a:lnTo>
                    <a:pt x="476" y="857"/>
                  </a:lnTo>
                  <a:lnTo>
                    <a:pt x="396" y="967"/>
                  </a:lnTo>
                  <a:lnTo>
                    <a:pt x="323" y="1081"/>
                  </a:lnTo>
                  <a:lnTo>
                    <a:pt x="256" y="1198"/>
                  </a:lnTo>
                  <a:lnTo>
                    <a:pt x="197" y="1319"/>
                  </a:lnTo>
                  <a:lnTo>
                    <a:pt x="146" y="1444"/>
                  </a:lnTo>
                  <a:lnTo>
                    <a:pt x="102" y="1573"/>
                  </a:lnTo>
                  <a:lnTo>
                    <a:pt x="65" y="1703"/>
                  </a:lnTo>
                  <a:lnTo>
                    <a:pt x="36" y="1836"/>
                  </a:lnTo>
                  <a:lnTo>
                    <a:pt x="17" y="1969"/>
                  </a:lnTo>
                  <a:lnTo>
                    <a:pt x="4" y="2104"/>
                  </a:lnTo>
                  <a:lnTo>
                    <a:pt x="0" y="2239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543" name=""/>
            <p:cNvGrpSpPr/>
            <p:nvPr/>
          </p:nvGrpSpPr>
          <p:grpSpPr>
            <a:xfrm rot="0">
              <a:off x="3391" y="436"/>
              <a:ext cx="537" cy="803"/>
              <a:chOff x="3391" y="436"/>
              <a:chExt cx="537" cy="803"/>
            </a:xfrm>
          </p:grpSpPr>
          <p:sp>
            <p:nvSpPr>
              <p:cNvPr id="1088565" name=""/>
              <p:cNvSpPr/>
              <p:nvPr/>
            </p:nvSpPr>
            <p:spPr>
              <a:xfrm rot="0" flipH="1">
                <a:off x="3712" y="709"/>
                <a:ext cx="114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66" name=""/>
              <p:cNvSpPr/>
              <p:nvPr/>
            </p:nvSpPr>
            <p:spPr>
              <a:xfrm rot="0">
                <a:off x="3702" y="436"/>
                <a:ext cx="226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R2</a:t>
                </a:r>
              </a:p>
            </p:txBody>
          </p:sp>
          <p:sp>
            <p:nvSpPr>
              <p:cNvPr id="1088567" name=""/>
              <p:cNvSpPr/>
              <p:nvPr/>
            </p:nvSpPr>
            <p:spPr>
              <a:xfrm rot="0" flipH="1">
                <a:off x="3680" y="709"/>
                <a:ext cx="32" cy="54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68" name=""/>
              <p:cNvSpPr/>
              <p:nvPr/>
            </p:nvSpPr>
            <p:spPr>
              <a:xfrm rot="0" flipV="1">
                <a:off x="3391" y="818"/>
                <a:ext cx="256" cy="42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69" name=""/>
              <p:cNvSpPr/>
              <p:nvPr/>
            </p:nvSpPr>
            <p:spPr>
              <a:xfrm rot="0">
                <a:off x="3647" y="758"/>
                <a:ext cx="42" cy="60"/>
              </a:xfrm>
              <a:custGeom>
                <a:avLst/>
                <a:ahLst/>
                <a:rect l="0" t="0" r="r" b="b"/>
                <a:pathLst>
                  <a:path w="191" h="273">
                    <a:moveTo>
                      <a:pt x="109" y="0"/>
                    </a:moveTo>
                    <a:lnTo>
                      <a:pt x="191" y="51"/>
                    </a:lnTo>
                    <a:lnTo>
                      <a:pt x="0" y="273"/>
                    </a:lnTo>
                    <a:lnTo>
                      <a:pt x="109" y="0"/>
                    </a:lnTo>
                  </a:path>
                </a:pathLst>
              </a:custGeom>
              <a:solidFill>
                <a:srgbClr val="0000FF">
                  <a:alpha val="100000"/>
                </a:srgbClr>
              </a:solidFill>
              <a:ln w="28575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70" name=""/>
              <p:cNvSpPr/>
              <p:nvPr/>
            </p:nvSpPr>
            <p:spPr>
              <a:xfrm rot="0">
                <a:off x="3647" y="758"/>
                <a:ext cx="42" cy="60"/>
              </a:xfrm>
              <a:custGeom>
                <a:avLst/>
                <a:ahLst/>
                <a:rect l="0" t="0" r="r" b="b"/>
                <a:pathLst>
                  <a:path w="191" h="273">
                    <a:moveTo>
                      <a:pt x="109" y="0"/>
                    </a:moveTo>
                    <a:lnTo>
                      <a:pt x="191" y="51"/>
                    </a:lnTo>
                    <a:lnTo>
                      <a:pt x="0" y="273"/>
                    </a:lnTo>
                    <a:lnTo>
                      <a:pt x="109" y="0"/>
                    </a:lnTo>
                  </a:path>
                </a:pathLst>
              </a:custGeom>
              <a:noFill/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71" name=""/>
              <p:cNvSpPr/>
              <p:nvPr/>
            </p:nvSpPr>
            <p:spPr>
              <a:xfrm rot="0">
                <a:off x="3647" y="818"/>
                <a:ext cx="2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8572" name=""/>
          <p:cNvSpPr/>
          <p:nvPr/>
        </p:nvSpPr>
        <p:spPr>
          <a:xfrm rot="0">
            <a:off x="5383212" y="1966912"/>
            <a:ext cx="3175" cy="1587"/>
          </a:xfrm>
          <a:prstGeom prst="line"/>
          <a:solidFill>
            <a:srgbClr val="FFFFFF"/>
          </a:solidFill>
          <a:ln w="28575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44" name=""/>
          <p:cNvGrpSpPr/>
          <p:nvPr/>
        </p:nvGrpSpPr>
        <p:grpSpPr>
          <a:xfrm rot="0">
            <a:off x="4914900" y="1966912"/>
            <a:ext cx="1143000" cy="687387"/>
            <a:chOff x="3096" y="1239"/>
            <a:chExt cx="720" cy="433"/>
          </a:xfrm>
        </p:grpSpPr>
        <p:sp>
          <p:nvSpPr>
            <p:cNvPr id="1088573" name=""/>
            <p:cNvSpPr/>
            <p:nvPr/>
          </p:nvSpPr>
          <p:spPr>
            <a:xfrm rot="0">
              <a:off x="3478" y="1239"/>
              <a:ext cx="338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latin typeface="宋体" pitchFamily="2" charset="-122"/>
                </a:rPr>
                <a:t>Q″</a:t>
              </a:r>
            </a:p>
          </p:txBody>
        </p:sp>
        <p:grpSp>
          <p:nvGrpSpPr>
            <p:cNvPr id="545" name=""/>
            <p:cNvGrpSpPr/>
            <p:nvPr/>
          </p:nvGrpSpPr>
          <p:grpSpPr>
            <a:xfrm rot="0">
              <a:off x="3096" y="1298"/>
              <a:ext cx="371" cy="374"/>
              <a:chOff x="3096" y="1298"/>
              <a:chExt cx="371" cy="374"/>
            </a:xfrm>
          </p:grpSpPr>
          <p:sp>
            <p:nvSpPr>
              <p:cNvPr id="1088574" name=""/>
              <p:cNvSpPr/>
              <p:nvPr/>
            </p:nvSpPr>
            <p:spPr>
              <a:xfrm rot="0">
                <a:off x="3129" y="1298"/>
                <a:ext cx="338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R″</a:t>
                </a:r>
              </a:p>
            </p:txBody>
          </p:sp>
          <p:sp>
            <p:nvSpPr>
              <p:cNvPr id="1088575" name=""/>
              <p:cNvSpPr/>
              <p:nvPr/>
            </p:nvSpPr>
            <p:spPr>
              <a:xfrm rot="0" flipV="1">
                <a:off x="3096" y="1564"/>
                <a:ext cx="107" cy="108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76" name=""/>
              <p:cNvSpPr/>
              <p:nvPr/>
            </p:nvSpPr>
            <p:spPr>
              <a:xfrm rot="0">
                <a:off x="3203" y="1564"/>
                <a:ext cx="14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grpSp>
        <p:nvGrpSpPr>
          <p:cNvPr id="546" name=""/>
          <p:cNvGrpSpPr/>
          <p:nvPr/>
        </p:nvGrpSpPr>
        <p:grpSpPr>
          <a:xfrm rot="0">
            <a:off x="1828800" y="620712"/>
            <a:ext cx="1096962" cy="5403850"/>
            <a:chOff x="1152" y="391"/>
            <a:chExt cx="691" cy="3404"/>
          </a:xfrm>
        </p:grpSpPr>
        <p:sp>
          <p:nvSpPr>
            <p:cNvPr id="1088577" name=""/>
            <p:cNvSpPr/>
            <p:nvPr/>
          </p:nvSpPr>
          <p:spPr>
            <a:xfrm rot="0">
              <a:off x="1271" y="3526"/>
              <a:ext cx="113" cy="269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2800" lang="en-US">
                  <a:solidFill>
                    <a:srgbClr val="FF0000"/>
                  </a:solidFill>
                  <a:latin typeface="宋体" pitchFamily="2" charset="-122"/>
                </a:rPr>
                <a:t>R</a:t>
              </a:r>
            </a:p>
          </p:txBody>
        </p:sp>
        <p:grpSp>
          <p:nvGrpSpPr>
            <p:cNvPr id="547" name=""/>
            <p:cNvGrpSpPr/>
            <p:nvPr/>
          </p:nvGrpSpPr>
          <p:grpSpPr>
            <a:xfrm rot="0">
              <a:off x="1152" y="754"/>
              <a:ext cx="481" cy="396"/>
              <a:chOff x="1152" y="754"/>
              <a:chExt cx="481" cy="396"/>
            </a:xfrm>
          </p:grpSpPr>
          <p:sp>
            <p:nvSpPr>
              <p:cNvPr id="1088578" name=""/>
              <p:cNvSpPr/>
              <p:nvPr/>
            </p:nvSpPr>
            <p:spPr>
              <a:xfrm rot="0">
                <a:off x="1295" y="754"/>
                <a:ext cx="338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P′</a:t>
                </a:r>
              </a:p>
            </p:txBody>
          </p:sp>
          <p:sp>
            <p:nvSpPr>
              <p:cNvPr id="1088579" name=""/>
              <p:cNvSpPr/>
              <p:nvPr/>
            </p:nvSpPr>
            <p:spPr>
              <a:xfrm rot="0" flipV="1">
                <a:off x="1152" y="994"/>
                <a:ext cx="156" cy="156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80" name=""/>
              <p:cNvSpPr/>
              <p:nvPr/>
            </p:nvSpPr>
            <p:spPr>
              <a:xfrm rot="0">
                <a:off x="1308" y="994"/>
                <a:ext cx="166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48" name=""/>
            <p:cNvGrpSpPr/>
            <p:nvPr/>
          </p:nvGrpSpPr>
          <p:grpSpPr>
            <a:xfrm rot="0">
              <a:off x="1365" y="391"/>
              <a:ext cx="478" cy="515"/>
              <a:chOff x="1365" y="391"/>
              <a:chExt cx="478" cy="515"/>
            </a:xfrm>
          </p:grpSpPr>
          <p:sp>
            <p:nvSpPr>
              <p:cNvPr id="1088581" name=""/>
              <p:cNvSpPr/>
              <p:nvPr/>
            </p:nvSpPr>
            <p:spPr>
              <a:xfrm rot="0">
                <a:off x="1409" y="391"/>
                <a:ext cx="338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Q′</a:t>
                </a:r>
              </a:p>
            </p:txBody>
          </p:sp>
          <p:sp>
            <p:nvSpPr>
              <p:cNvPr id="1088582" name=""/>
              <p:cNvSpPr/>
              <p:nvPr/>
            </p:nvSpPr>
            <p:spPr>
              <a:xfrm rot="0" flipH="1" flipV="1">
                <a:off x="1613" y="676"/>
                <a:ext cx="230" cy="23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83" name=""/>
              <p:cNvSpPr/>
              <p:nvPr/>
            </p:nvSpPr>
            <p:spPr>
              <a:xfrm rot="0" flipH="1">
                <a:off x="1365" y="676"/>
                <a:ext cx="24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49" name=""/>
            <p:cNvGrpSpPr/>
            <p:nvPr/>
          </p:nvGrpSpPr>
          <p:grpSpPr>
            <a:xfrm rot="0">
              <a:off x="1152" y="2840"/>
              <a:ext cx="367" cy="387"/>
              <a:chOff x="1152" y="2840"/>
              <a:chExt cx="367" cy="387"/>
            </a:xfrm>
          </p:grpSpPr>
          <p:sp>
            <p:nvSpPr>
              <p:cNvPr id="1088584" name=""/>
              <p:cNvSpPr/>
              <p:nvPr/>
            </p:nvSpPr>
            <p:spPr>
              <a:xfrm rot="0">
                <a:off x="1389" y="2840"/>
                <a:ext cx="113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P</a:t>
                </a:r>
              </a:p>
            </p:txBody>
          </p:sp>
          <p:sp>
            <p:nvSpPr>
              <p:cNvPr id="1088585" name=""/>
              <p:cNvSpPr/>
              <p:nvPr/>
            </p:nvSpPr>
            <p:spPr>
              <a:xfrm rot="0" flipV="1">
                <a:off x="1152" y="3065"/>
                <a:ext cx="161" cy="16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86" name=""/>
              <p:cNvSpPr/>
              <p:nvPr/>
            </p:nvSpPr>
            <p:spPr>
              <a:xfrm rot="0">
                <a:off x="1313" y="3065"/>
                <a:ext cx="206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50" name=""/>
            <p:cNvGrpSpPr/>
            <p:nvPr/>
          </p:nvGrpSpPr>
          <p:grpSpPr>
            <a:xfrm rot="0">
              <a:off x="1573" y="3249"/>
              <a:ext cx="270" cy="374"/>
              <a:chOff x="1573" y="3249"/>
              <a:chExt cx="270" cy="374"/>
            </a:xfrm>
          </p:grpSpPr>
          <p:sp>
            <p:nvSpPr>
              <p:cNvPr id="1088587" name=""/>
              <p:cNvSpPr/>
              <p:nvPr/>
            </p:nvSpPr>
            <p:spPr>
              <a:xfrm rot="0">
                <a:off x="1640" y="3249"/>
                <a:ext cx="113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chemeClr val="accent2"/>
                    </a:solidFill>
                    <a:latin typeface="宋体" pitchFamily="2" charset="-122"/>
                  </a:rPr>
                  <a:t>Q</a:t>
                </a:r>
              </a:p>
            </p:txBody>
          </p:sp>
          <p:sp>
            <p:nvSpPr>
              <p:cNvPr id="1088588" name=""/>
              <p:cNvSpPr/>
              <p:nvPr/>
            </p:nvSpPr>
            <p:spPr>
              <a:xfrm rot="0" flipH="1" flipV="1">
                <a:off x="1739" y="3520"/>
                <a:ext cx="104" cy="1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89" name=""/>
              <p:cNvSpPr/>
              <p:nvPr/>
            </p:nvSpPr>
            <p:spPr>
              <a:xfrm rot="0" flipH="1">
                <a:off x="1573" y="3520"/>
                <a:ext cx="166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551" name=""/>
            <p:cNvGrpSpPr/>
            <p:nvPr/>
          </p:nvGrpSpPr>
          <p:grpSpPr>
            <a:xfrm rot="0">
              <a:off x="1194" y="1344"/>
              <a:ext cx="362" cy="328"/>
              <a:chOff x="1194" y="1344"/>
              <a:chExt cx="362" cy="328"/>
            </a:xfrm>
          </p:grpSpPr>
          <p:sp>
            <p:nvSpPr>
              <p:cNvPr id="1088590" name=""/>
              <p:cNvSpPr/>
              <p:nvPr/>
            </p:nvSpPr>
            <p:spPr>
              <a:xfrm rot="0">
                <a:off x="1218" y="1344"/>
                <a:ext cx="338" cy="269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2800" lang="en-US">
                    <a:solidFill>
                      <a:srgbClr val="FF0000"/>
                    </a:solidFill>
                    <a:latin typeface="宋体" pitchFamily="2" charset="-122"/>
                  </a:rPr>
                  <a:t>R′</a:t>
                </a:r>
              </a:p>
            </p:txBody>
          </p:sp>
          <p:sp>
            <p:nvSpPr>
              <p:cNvPr id="1088591" name=""/>
              <p:cNvSpPr/>
              <p:nvPr/>
            </p:nvSpPr>
            <p:spPr>
              <a:xfrm rot="0" flipH="1" flipV="1">
                <a:off x="1402" y="1593"/>
                <a:ext cx="80" cy="79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592" name=""/>
              <p:cNvSpPr/>
              <p:nvPr/>
            </p:nvSpPr>
            <p:spPr>
              <a:xfrm rot="0" flipH="1">
                <a:off x="1194" y="1593"/>
                <a:ext cx="208" cy="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0000FF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8593" name=""/>
          <p:cNvSpPr/>
          <p:nvPr/>
        </p:nvSpPr>
        <p:spPr>
          <a:xfrm rot="0">
            <a:off x="1560512" y="1966912"/>
            <a:ext cx="1587" cy="155575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594" name=""/>
          <p:cNvSpPr/>
          <p:nvPr/>
        </p:nvSpPr>
        <p:spPr>
          <a:xfrm rot="0" flipV="1">
            <a:off x="3373437" y="1966912"/>
            <a:ext cx="1587" cy="1555750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595" name=""/>
          <p:cNvSpPr/>
          <p:nvPr/>
        </p:nvSpPr>
        <p:spPr>
          <a:xfrm rot="0">
            <a:off x="2925762" y="1184275"/>
            <a:ext cx="447675" cy="782637"/>
          </a:xfrm>
          <a:custGeom>
            <a:avLst/>
            <a:ahLst/>
            <a:rect l="0" t="0" r="r" b="b"/>
            <a:pathLst>
              <a:path w="1282" h="2239">
                <a:moveTo>
                  <a:pt x="1282" y="2239"/>
                </a:moveTo>
                <a:lnTo>
                  <a:pt x="1279" y="2096"/>
                </a:lnTo>
                <a:lnTo>
                  <a:pt x="1267" y="1955"/>
                </a:lnTo>
                <a:lnTo>
                  <a:pt x="1248" y="1815"/>
                </a:lnTo>
                <a:lnTo>
                  <a:pt x="1220" y="1675"/>
                </a:lnTo>
                <a:lnTo>
                  <a:pt x="1186" y="1537"/>
                </a:lnTo>
                <a:lnTo>
                  <a:pt x="1144" y="1401"/>
                </a:lnTo>
                <a:lnTo>
                  <a:pt x="1094" y="1267"/>
                </a:lnTo>
                <a:lnTo>
                  <a:pt x="1037" y="1137"/>
                </a:lnTo>
                <a:lnTo>
                  <a:pt x="974" y="1011"/>
                </a:lnTo>
                <a:lnTo>
                  <a:pt x="903" y="887"/>
                </a:lnTo>
                <a:lnTo>
                  <a:pt x="826" y="768"/>
                </a:lnTo>
                <a:lnTo>
                  <a:pt x="742" y="653"/>
                </a:lnTo>
                <a:lnTo>
                  <a:pt x="652" y="542"/>
                </a:lnTo>
                <a:lnTo>
                  <a:pt x="556" y="437"/>
                </a:lnTo>
                <a:lnTo>
                  <a:pt x="456" y="338"/>
                </a:lnTo>
                <a:lnTo>
                  <a:pt x="348" y="244"/>
                </a:lnTo>
                <a:lnTo>
                  <a:pt x="237" y="157"/>
                </a:lnTo>
                <a:lnTo>
                  <a:pt x="121" y="75"/>
                </a:lnTo>
                <a:lnTo>
                  <a:pt x="0" y="0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596" name=""/>
          <p:cNvSpPr/>
          <p:nvPr/>
        </p:nvSpPr>
        <p:spPr>
          <a:xfrm rot="0">
            <a:off x="1560512" y="1320800"/>
            <a:ext cx="268287" cy="646112"/>
          </a:xfrm>
          <a:custGeom>
            <a:avLst/>
            <a:ahLst/>
            <a:rect l="0" t="0" r="r" b="b"/>
            <a:pathLst>
              <a:path w="771" h="1846">
                <a:moveTo>
                  <a:pt x="771" y="0"/>
                </a:moveTo>
                <a:lnTo>
                  <a:pt x="669" y="106"/>
                </a:lnTo>
                <a:lnTo>
                  <a:pt x="574" y="218"/>
                </a:lnTo>
                <a:lnTo>
                  <a:pt x="486" y="334"/>
                </a:lnTo>
                <a:lnTo>
                  <a:pt x="404" y="456"/>
                </a:lnTo>
                <a:lnTo>
                  <a:pt x="329" y="582"/>
                </a:lnTo>
                <a:lnTo>
                  <a:pt x="261" y="712"/>
                </a:lnTo>
                <a:lnTo>
                  <a:pt x="200" y="846"/>
                </a:lnTo>
                <a:lnTo>
                  <a:pt x="148" y="983"/>
                </a:lnTo>
                <a:lnTo>
                  <a:pt x="103" y="1122"/>
                </a:lnTo>
                <a:lnTo>
                  <a:pt x="67" y="1265"/>
                </a:lnTo>
                <a:lnTo>
                  <a:pt x="38" y="1408"/>
                </a:lnTo>
                <a:lnTo>
                  <a:pt x="17" y="1553"/>
                </a:lnTo>
                <a:lnTo>
                  <a:pt x="5" y="1699"/>
                </a:lnTo>
                <a:lnTo>
                  <a:pt x="0" y="1846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597" name=""/>
          <p:cNvSpPr/>
          <p:nvPr/>
        </p:nvSpPr>
        <p:spPr>
          <a:xfrm rot="0">
            <a:off x="2466975" y="3522662"/>
            <a:ext cx="906462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598" name=""/>
          <p:cNvSpPr/>
          <p:nvPr/>
        </p:nvSpPr>
        <p:spPr>
          <a:xfrm rot="0">
            <a:off x="1560512" y="3522662"/>
            <a:ext cx="906462" cy="3175"/>
          </a:xfrm>
          <a:prstGeom prst="line"/>
          <a:solidFill>
            <a:srgbClr val="FFFFFF"/>
          </a:solidFill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599" name=""/>
          <p:cNvSpPr/>
          <p:nvPr/>
        </p:nvSpPr>
        <p:spPr>
          <a:xfrm rot="0">
            <a:off x="1300162" y="1966912"/>
            <a:ext cx="284162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0" name=""/>
          <p:cNvSpPr/>
          <p:nvPr/>
        </p:nvSpPr>
        <p:spPr>
          <a:xfrm rot="0">
            <a:off x="1647825" y="1966912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1" name=""/>
          <p:cNvSpPr/>
          <p:nvPr/>
        </p:nvSpPr>
        <p:spPr>
          <a:xfrm rot="0">
            <a:off x="1774825" y="1966912"/>
            <a:ext cx="32385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2" name=""/>
          <p:cNvSpPr/>
          <p:nvPr/>
        </p:nvSpPr>
        <p:spPr>
          <a:xfrm rot="0">
            <a:off x="2162175" y="1966912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3" name=""/>
          <p:cNvSpPr/>
          <p:nvPr/>
        </p:nvSpPr>
        <p:spPr>
          <a:xfrm rot="0">
            <a:off x="2289175" y="1966912"/>
            <a:ext cx="322262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4" name=""/>
          <p:cNvSpPr/>
          <p:nvPr/>
        </p:nvSpPr>
        <p:spPr>
          <a:xfrm rot="0">
            <a:off x="2674937" y="1966912"/>
            <a:ext cx="65087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5" name=""/>
          <p:cNvSpPr/>
          <p:nvPr/>
        </p:nvSpPr>
        <p:spPr>
          <a:xfrm rot="0">
            <a:off x="2803525" y="1966912"/>
            <a:ext cx="322262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6" name=""/>
          <p:cNvSpPr/>
          <p:nvPr/>
        </p:nvSpPr>
        <p:spPr>
          <a:xfrm rot="0">
            <a:off x="3189287" y="1966912"/>
            <a:ext cx="63500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7" name=""/>
          <p:cNvSpPr/>
          <p:nvPr/>
        </p:nvSpPr>
        <p:spPr>
          <a:xfrm rot="0">
            <a:off x="3316287" y="1966912"/>
            <a:ext cx="284162" cy="1587"/>
          </a:xfrm>
          <a:prstGeom prst="line"/>
          <a:solidFill>
            <a:srgbClr val="FFFFFF"/>
          </a:solidFill>
          <a:ln w="28575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608" name=""/>
          <p:cNvSpPr/>
          <p:nvPr/>
        </p:nvSpPr>
        <p:spPr>
          <a:xfrm rot="0">
            <a:off x="1828800" y="1966912"/>
            <a:ext cx="3175" cy="687387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8609" name=""/>
          <p:cNvSpPr/>
          <p:nvPr/>
        </p:nvSpPr>
        <p:spPr>
          <a:xfrm rot="0">
            <a:off x="1828800" y="2654300"/>
            <a:ext cx="1096962" cy="1587"/>
          </a:xfrm>
          <a:prstGeom prst="line"/>
          <a:solidFill>
            <a:srgbClr val="FFFFFF"/>
          </a:solidFill>
          <a:ln w="571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8610" name=""/>
          <p:cNvSpPr/>
          <p:nvPr/>
        </p:nvSpPr>
        <p:spPr>
          <a:xfrm rot="0" flipV="1">
            <a:off x="2925762" y="1966912"/>
            <a:ext cx="1587" cy="687387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8611" name=""/>
          <p:cNvSpPr/>
          <p:nvPr/>
        </p:nvSpPr>
        <p:spPr>
          <a:xfrm rot="0" flipV="1">
            <a:off x="2925762" y="1184275"/>
            <a:ext cx="1587" cy="782637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8612" name=""/>
          <p:cNvSpPr/>
          <p:nvPr/>
        </p:nvSpPr>
        <p:spPr>
          <a:xfrm rot="0">
            <a:off x="1828800" y="1320800"/>
            <a:ext cx="3175" cy="646112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8613" name=""/>
          <p:cNvSpPr/>
          <p:nvPr/>
        </p:nvSpPr>
        <p:spPr>
          <a:xfrm rot="0">
            <a:off x="2925762" y="4525962"/>
            <a:ext cx="447675" cy="1565275"/>
          </a:xfrm>
          <a:custGeom>
            <a:avLst/>
            <a:ahLst/>
            <a:rect l="0" t="0" r="r" b="b"/>
            <a:pathLst>
              <a:path w="1281" h="4479">
                <a:moveTo>
                  <a:pt x="0" y="4479"/>
                </a:moveTo>
                <a:lnTo>
                  <a:pt x="124" y="4401"/>
                </a:lnTo>
                <a:lnTo>
                  <a:pt x="243" y="4317"/>
                </a:lnTo>
                <a:lnTo>
                  <a:pt x="357" y="4227"/>
                </a:lnTo>
                <a:lnTo>
                  <a:pt x="467" y="4129"/>
                </a:lnTo>
                <a:lnTo>
                  <a:pt x="569" y="4027"/>
                </a:lnTo>
                <a:lnTo>
                  <a:pt x="667" y="3918"/>
                </a:lnTo>
                <a:lnTo>
                  <a:pt x="758" y="3804"/>
                </a:lnTo>
                <a:lnTo>
                  <a:pt x="844" y="3685"/>
                </a:lnTo>
                <a:lnTo>
                  <a:pt x="921" y="3561"/>
                </a:lnTo>
                <a:lnTo>
                  <a:pt x="992" y="3434"/>
                </a:lnTo>
                <a:lnTo>
                  <a:pt x="1055" y="3303"/>
                </a:lnTo>
                <a:lnTo>
                  <a:pt x="1111" y="3168"/>
                </a:lnTo>
                <a:lnTo>
                  <a:pt x="1160" y="3030"/>
                </a:lnTo>
                <a:lnTo>
                  <a:pt x="1199" y="2889"/>
                </a:lnTo>
                <a:lnTo>
                  <a:pt x="1233" y="2748"/>
                </a:lnTo>
                <a:lnTo>
                  <a:pt x="1257" y="2603"/>
                </a:lnTo>
                <a:lnTo>
                  <a:pt x="1274" y="2458"/>
                </a:lnTo>
                <a:lnTo>
                  <a:pt x="1281" y="2312"/>
                </a:lnTo>
                <a:lnTo>
                  <a:pt x="1281" y="2166"/>
                </a:lnTo>
                <a:lnTo>
                  <a:pt x="1274" y="2021"/>
                </a:lnTo>
                <a:lnTo>
                  <a:pt x="1257" y="1876"/>
                </a:lnTo>
                <a:lnTo>
                  <a:pt x="1233" y="1732"/>
                </a:lnTo>
                <a:lnTo>
                  <a:pt x="1199" y="1590"/>
                </a:lnTo>
                <a:lnTo>
                  <a:pt x="1160" y="1449"/>
                </a:lnTo>
                <a:lnTo>
                  <a:pt x="1111" y="1311"/>
                </a:lnTo>
                <a:lnTo>
                  <a:pt x="1055" y="1176"/>
                </a:lnTo>
                <a:lnTo>
                  <a:pt x="992" y="1045"/>
                </a:lnTo>
                <a:lnTo>
                  <a:pt x="921" y="918"/>
                </a:lnTo>
                <a:lnTo>
                  <a:pt x="844" y="794"/>
                </a:lnTo>
                <a:lnTo>
                  <a:pt x="758" y="675"/>
                </a:lnTo>
                <a:lnTo>
                  <a:pt x="667" y="561"/>
                </a:lnTo>
                <a:lnTo>
                  <a:pt x="569" y="452"/>
                </a:lnTo>
                <a:lnTo>
                  <a:pt x="467" y="349"/>
                </a:lnTo>
                <a:lnTo>
                  <a:pt x="357" y="252"/>
                </a:lnTo>
                <a:lnTo>
                  <a:pt x="243" y="162"/>
                </a:lnTo>
                <a:lnTo>
                  <a:pt x="124" y="78"/>
                </a:lnTo>
                <a:lnTo>
                  <a:pt x="0" y="0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614" name=""/>
          <p:cNvSpPr/>
          <p:nvPr/>
        </p:nvSpPr>
        <p:spPr>
          <a:xfrm rot="0" flipV="1">
            <a:off x="2925762" y="4525962"/>
            <a:ext cx="1587" cy="1565275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8615" name=""/>
          <p:cNvSpPr/>
          <p:nvPr/>
        </p:nvSpPr>
        <p:spPr>
          <a:xfrm rot="0">
            <a:off x="1560512" y="4662487"/>
            <a:ext cx="268287" cy="1289050"/>
          </a:xfrm>
          <a:custGeom>
            <a:avLst/>
            <a:ahLst/>
            <a:rect l="0" t="0" r="r" b="b"/>
            <a:pathLst>
              <a:path w="771" h="3691">
                <a:moveTo>
                  <a:pt x="771" y="0"/>
                </a:moveTo>
                <a:lnTo>
                  <a:pt x="669" y="106"/>
                </a:lnTo>
                <a:lnTo>
                  <a:pt x="574" y="217"/>
                </a:lnTo>
                <a:lnTo>
                  <a:pt x="486" y="335"/>
                </a:lnTo>
                <a:lnTo>
                  <a:pt x="404" y="456"/>
                </a:lnTo>
                <a:lnTo>
                  <a:pt x="329" y="582"/>
                </a:lnTo>
                <a:lnTo>
                  <a:pt x="261" y="711"/>
                </a:lnTo>
                <a:lnTo>
                  <a:pt x="200" y="845"/>
                </a:lnTo>
                <a:lnTo>
                  <a:pt x="148" y="982"/>
                </a:lnTo>
                <a:lnTo>
                  <a:pt x="103" y="1121"/>
                </a:lnTo>
                <a:lnTo>
                  <a:pt x="67" y="1264"/>
                </a:lnTo>
                <a:lnTo>
                  <a:pt x="38" y="1408"/>
                </a:lnTo>
                <a:lnTo>
                  <a:pt x="17" y="1553"/>
                </a:lnTo>
                <a:lnTo>
                  <a:pt x="5" y="1700"/>
                </a:lnTo>
                <a:lnTo>
                  <a:pt x="0" y="1845"/>
                </a:lnTo>
                <a:lnTo>
                  <a:pt x="5" y="1992"/>
                </a:lnTo>
                <a:lnTo>
                  <a:pt x="17" y="2138"/>
                </a:lnTo>
                <a:lnTo>
                  <a:pt x="38" y="2283"/>
                </a:lnTo>
                <a:lnTo>
                  <a:pt x="67" y="2427"/>
                </a:lnTo>
                <a:lnTo>
                  <a:pt x="103" y="2569"/>
                </a:lnTo>
                <a:lnTo>
                  <a:pt x="148" y="2709"/>
                </a:lnTo>
                <a:lnTo>
                  <a:pt x="200" y="2846"/>
                </a:lnTo>
                <a:lnTo>
                  <a:pt x="261" y="2979"/>
                </a:lnTo>
                <a:lnTo>
                  <a:pt x="329" y="3110"/>
                </a:lnTo>
                <a:lnTo>
                  <a:pt x="404" y="3236"/>
                </a:lnTo>
                <a:lnTo>
                  <a:pt x="486" y="3357"/>
                </a:lnTo>
                <a:lnTo>
                  <a:pt x="574" y="3473"/>
                </a:lnTo>
                <a:lnTo>
                  <a:pt x="669" y="3585"/>
                </a:lnTo>
                <a:lnTo>
                  <a:pt x="771" y="3691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8616" name=""/>
          <p:cNvSpPr/>
          <p:nvPr/>
        </p:nvSpPr>
        <p:spPr>
          <a:xfrm rot="0">
            <a:off x="1828800" y="4662487"/>
            <a:ext cx="3175" cy="1289050"/>
          </a:xfrm>
          <a:prstGeom prst="line"/>
          <a:solidFill>
            <a:srgbClr val="FFFFFF"/>
          </a:solidFill>
          <a:ln w="57150" cap="flat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8617" name=""/>
          <p:cNvSpPr/>
          <p:nvPr/>
        </p:nvSpPr>
        <p:spPr>
          <a:xfrm rot="0">
            <a:off x="1828800" y="4400550"/>
            <a:ext cx="1096962" cy="261937"/>
          </a:xfrm>
          <a:custGeom>
            <a:avLst/>
            <a:ahLst/>
            <a:rect l="0" t="0" r="r" b="b"/>
            <a:pathLst>
              <a:path w="3134" h="750">
                <a:moveTo>
                  <a:pt x="3134" y="356"/>
                </a:moveTo>
                <a:lnTo>
                  <a:pt x="3005" y="285"/>
                </a:lnTo>
                <a:lnTo>
                  <a:pt x="2871" y="221"/>
                </a:lnTo>
                <a:lnTo>
                  <a:pt x="2734" y="166"/>
                </a:lnTo>
                <a:lnTo>
                  <a:pt x="2595" y="117"/>
                </a:lnTo>
                <a:lnTo>
                  <a:pt x="2452" y="78"/>
                </a:lnTo>
                <a:lnTo>
                  <a:pt x="2309" y="46"/>
                </a:lnTo>
                <a:lnTo>
                  <a:pt x="2163" y="22"/>
                </a:lnTo>
                <a:lnTo>
                  <a:pt x="2016" y="7"/>
                </a:lnTo>
                <a:lnTo>
                  <a:pt x="1869" y="0"/>
                </a:lnTo>
                <a:lnTo>
                  <a:pt x="1721" y="2"/>
                </a:lnTo>
                <a:lnTo>
                  <a:pt x="1574" y="12"/>
                </a:lnTo>
                <a:lnTo>
                  <a:pt x="1427" y="30"/>
                </a:lnTo>
                <a:lnTo>
                  <a:pt x="1282" y="58"/>
                </a:lnTo>
                <a:lnTo>
                  <a:pt x="1138" y="92"/>
                </a:lnTo>
                <a:lnTo>
                  <a:pt x="997" y="135"/>
                </a:lnTo>
                <a:lnTo>
                  <a:pt x="859" y="186"/>
                </a:lnTo>
                <a:lnTo>
                  <a:pt x="723" y="246"/>
                </a:lnTo>
                <a:lnTo>
                  <a:pt x="591" y="312"/>
                </a:lnTo>
                <a:lnTo>
                  <a:pt x="463" y="386"/>
                </a:lnTo>
                <a:lnTo>
                  <a:pt x="340" y="467"/>
                </a:lnTo>
                <a:lnTo>
                  <a:pt x="221" y="554"/>
                </a:lnTo>
                <a:lnTo>
                  <a:pt x="107" y="649"/>
                </a:lnTo>
                <a:lnTo>
                  <a:pt x="0" y="750"/>
                </a:lnTo>
              </a:path>
            </a:pathLst>
          </a:custGeom>
          <a:noFill/>
          <a:ln w="571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552" name=""/>
          <p:cNvGrpSpPr/>
          <p:nvPr/>
        </p:nvGrpSpPr>
        <p:grpSpPr>
          <a:xfrm rot="0">
            <a:off x="4600575" y="1966912"/>
            <a:ext cx="1566862" cy="687387"/>
            <a:chOff x="2898" y="1239"/>
            <a:chExt cx="987" cy="433"/>
          </a:xfrm>
        </p:grpSpPr>
        <p:sp>
          <p:nvSpPr>
            <p:cNvPr id="1088618" name=""/>
            <p:cNvSpPr/>
            <p:nvPr/>
          </p:nvSpPr>
          <p:spPr>
            <a:xfrm rot="0" flipV="1">
              <a:off x="3883" y="1239"/>
              <a:ext cx="2" cy="43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19" name=""/>
            <p:cNvSpPr/>
            <p:nvPr/>
          </p:nvSpPr>
          <p:spPr>
            <a:xfrm rot="0">
              <a:off x="2898" y="1239"/>
              <a:ext cx="2" cy="43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53" name=""/>
          <p:cNvGrpSpPr/>
          <p:nvPr/>
        </p:nvGrpSpPr>
        <p:grpSpPr>
          <a:xfrm rot="0">
            <a:off x="4476750" y="2654300"/>
            <a:ext cx="1812925" cy="1587"/>
            <a:chOff x="2820" y="1672"/>
            <a:chExt cx="1142" cy="1"/>
          </a:xfrm>
        </p:grpSpPr>
        <p:sp>
          <p:nvSpPr>
            <p:cNvPr id="1088620" name=""/>
            <p:cNvSpPr/>
            <p:nvPr/>
          </p:nvSpPr>
          <p:spPr>
            <a:xfrm rot="0">
              <a:off x="3797" y="1672"/>
              <a:ext cx="165" cy="1"/>
            </a:xfrm>
            <a:prstGeom prst="line"/>
            <a:solidFill>
              <a:srgbClr val="FFFFFF"/>
            </a:solidFill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21" name=""/>
            <p:cNvSpPr/>
            <p:nvPr/>
          </p:nvSpPr>
          <p:spPr>
            <a:xfrm rot="0">
              <a:off x="2820" y="1672"/>
              <a:ext cx="165" cy="1"/>
            </a:xfrm>
            <a:prstGeom prst="line"/>
            <a:solidFill>
              <a:srgbClr val="FFFFFF"/>
            </a:solidFill>
            <a:ln w="57150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54" name=""/>
          <p:cNvGrpSpPr/>
          <p:nvPr/>
        </p:nvGrpSpPr>
        <p:grpSpPr>
          <a:xfrm rot="0">
            <a:off x="7062787" y="2603500"/>
            <a:ext cx="1154112" cy="3121025"/>
            <a:chOff x="4513" y="1621"/>
            <a:chExt cx="727" cy="1966"/>
          </a:xfrm>
        </p:grpSpPr>
        <p:sp>
          <p:nvSpPr>
            <p:cNvPr id="1088622" name=""/>
            <p:cNvSpPr/>
            <p:nvPr/>
          </p:nvSpPr>
          <p:spPr>
            <a:xfrm rot="0">
              <a:off x="5095" y="2606"/>
              <a:ext cx="145" cy="346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chemeClr val="lt1"/>
                  </a:solidFill>
                  <a:latin typeface="宋体" pitchFamily="2" charset="-122"/>
                </a:rPr>
                <a:t>Q</a:t>
              </a:r>
            </a:p>
          </p:txBody>
        </p:sp>
        <p:sp>
          <p:nvSpPr>
            <p:cNvPr id="1088623" name=""/>
            <p:cNvSpPr/>
            <p:nvPr/>
          </p:nvSpPr>
          <p:spPr>
            <a:xfrm rot="0">
              <a:off x="4868" y="3241"/>
              <a:ext cx="145" cy="346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chemeClr val="lt1"/>
                  </a:solidFill>
                  <a:latin typeface="宋体" pitchFamily="2" charset="-122"/>
                </a:rPr>
                <a:t>R</a:t>
              </a:r>
            </a:p>
          </p:txBody>
        </p:sp>
        <p:sp>
          <p:nvSpPr>
            <p:cNvPr id="1088624" name=""/>
            <p:cNvSpPr/>
            <p:nvPr/>
          </p:nvSpPr>
          <p:spPr>
            <a:xfrm rot="0" flipV="1">
              <a:off x="4513" y="2016"/>
              <a:ext cx="363" cy="545"/>
            </a:xfrm>
            <a:prstGeom prst="line"/>
            <a:noFill/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  <a:headEnd type="triangle" w="med" len="med"/>
            </a:ln>
          </p:spPr>
        </p:sp>
        <p:sp>
          <p:nvSpPr>
            <p:cNvPr id="1088625" name=""/>
            <p:cNvSpPr/>
            <p:nvPr/>
          </p:nvSpPr>
          <p:spPr>
            <a:xfrm rot="0">
              <a:off x="4876" y="2016"/>
              <a:ext cx="317" cy="0"/>
            </a:xfrm>
            <a:prstGeom prst="line"/>
            <a:noFill/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26" name=""/>
            <p:cNvSpPr/>
            <p:nvPr/>
          </p:nvSpPr>
          <p:spPr>
            <a:xfrm rot="0">
              <a:off x="4866" y="1621"/>
              <a:ext cx="292" cy="404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b="1" sz="3600" lang="en-US">
                  <a:solidFill>
                    <a:srgbClr val="FF3300"/>
                  </a:solidFill>
                </a:rPr>
                <a:t>P</a:t>
              </a:r>
            </a:p>
          </p:txBody>
        </p:sp>
      </p:grpSp>
      <p:grpSp>
        <p:nvGrpSpPr>
          <p:cNvPr id="555" name=""/>
          <p:cNvGrpSpPr/>
          <p:nvPr/>
        </p:nvGrpSpPr>
        <p:grpSpPr>
          <a:xfrm rot="0">
            <a:off x="4476750" y="1042987"/>
            <a:ext cx="1841500" cy="2625725"/>
            <a:chOff x="2820" y="657"/>
            <a:chExt cx="1160" cy="1654"/>
          </a:xfrm>
        </p:grpSpPr>
        <p:grpSp>
          <p:nvGrpSpPr>
            <p:cNvPr id="556" name=""/>
            <p:cNvGrpSpPr/>
            <p:nvPr/>
          </p:nvGrpSpPr>
          <p:grpSpPr>
            <a:xfrm rot="0">
              <a:off x="2829" y="681"/>
              <a:ext cx="1151" cy="1630"/>
              <a:chOff x="2829" y="681"/>
              <a:chExt cx="1151" cy="1630"/>
            </a:xfrm>
          </p:grpSpPr>
          <p:sp>
            <p:nvSpPr>
              <p:cNvPr id="1088627" name=""/>
              <p:cNvSpPr/>
              <p:nvPr/>
            </p:nvSpPr>
            <p:spPr>
              <a:xfrm rot="0" flipH="1">
                <a:off x="3789" y="1239"/>
                <a:ext cx="191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28" name=""/>
              <p:cNvSpPr/>
              <p:nvPr/>
            </p:nvSpPr>
            <p:spPr>
              <a:xfrm rot="0" flipH="1">
                <a:off x="3709" y="1239"/>
                <a:ext cx="40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29" name=""/>
              <p:cNvSpPr/>
              <p:nvPr/>
            </p:nvSpPr>
            <p:spPr>
              <a:xfrm rot="0" flipH="1">
                <a:off x="3465" y="1239"/>
                <a:ext cx="202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0" name=""/>
              <p:cNvSpPr/>
              <p:nvPr/>
            </p:nvSpPr>
            <p:spPr>
              <a:xfrm rot="0" flipH="1">
                <a:off x="3142" y="1239"/>
                <a:ext cx="203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1" name=""/>
              <p:cNvSpPr/>
              <p:nvPr/>
            </p:nvSpPr>
            <p:spPr>
              <a:xfrm rot="0" flipH="1">
                <a:off x="3062" y="1239"/>
                <a:ext cx="40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2" name=""/>
              <p:cNvSpPr/>
              <p:nvPr/>
            </p:nvSpPr>
            <p:spPr>
              <a:xfrm rot="0" flipH="1">
                <a:off x="2829" y="1239"/>
                <a:ext cx="193" cy="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3" name=""/>
              <p:cNvSpPr/>
              <p:nvPr/>
            </p:nvSpPr>
            <p:spPr>
              <a:xfrm rot="0" flipV="1">
                <a:off x="3391" y="2204"/>
                <a:ext cx="2" cy="10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4" name=""/>
              <p:cNvSpPr/>
              <p:nvPr/>
            </p:nvSpPr>
            <p:spPr>
              <a:xfrm rot="0" flipV="1">
                <a:off x="3391" y="2123"/>
                <a:ext cx="2" cy="41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5" name=""/>
              <p:cNvSpPr/>
              <p:nvPr/>
            </p:nvSpPr>
            <p:spPr>
              <a:xfrm rot="0" flipV="1">
                <a:off x="3391" y="1880"/>
                <a:ext cx="2" cy="2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6" name=""/>
              <p:cNvSpPr/>
              <p:nvPr/>
            </p:nvSpPr>
            <p:spPr>
              <a:xfrm rot="0" flipV="1">
                <a:off x="3391" y="1800"/>
                <a:ext cx="2" cy="4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7" name=""/>
              <p:cNvSpPr/>
              <p:nvPr/>
            </p:nvSpPr>
            <p:spPr>
              <a:xfrm rot="0" flipV="1">
                <a:off x="3391" y="1556"/>
                <a:ext cx="2" cy="204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8" name=""/>
              <p:cNvSpPr/>
              <p:nvPr/>
            </p:nvSpPr>
            <p:spPr>
              <a:xfrm rot="0" flipV="1">
                <a:off x="3391" y="1476"/>
                <a:ext cx="2" cy="4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39" name=""/>
              <p:cNvSpPr/>
              <p:nvPr/>
            </p:nvSpPr>
            <p:spPr>
              <a:xfrm rot="0" flipV="1">
                <a:off x="3391" y="1233"/>
                <a:ext cx="2" cy="203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40" name=""/>
              <p:cNvSpPr/>
              <p:nvPr/>
            </p:nvSpPr>
            <p:spPr>
              <a:xfrm rot="0" flipV="1">
                <a:off x="3391" y="909"/>
                <a:ext cx="2" cy="204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41" name=""/>
              <p:cNvSpPr/>
              <p:nvPr/>
            </p:nvSpPr>
            <p:spPr>
              <a:xfrm rot="0" flipV="1">
                <a:off x="3391" y="829"/>
                <a:ext cx="2" cy="4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42" name=""/>
              <p:cNvSpPr/>
              <p:nvPr/>
            </p:nvSpPr>
            <p:spPr>
              <a:xfrm rot="0" flipV="1">
                <a:off x="3391" y="681"/>
                <a:ext cx="2" cy="108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88643" name=""/>
            <p:cNvSpPr/>
            <p:nvPr/>
          </p:nvSpPr>
          <p:spPr>
            <a:xfrm rot="0">
              <a:off x="2820" y="1672"/>
              <a:ext cx="1" cy="547"/>
            </a:xfrm>
            <a:prstGeom prst="line"/>
            <a:solidFill>
              <a:srgbClr val="FFFF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44" name=""/>
            <p:cNvSpPr/>
            <p:nvPr/>
          </p:nvSpPr>
          <p:spPr>
            <a:xfrm rot="0">
              <a:off x="2820" y="2219"/>
              <a:ext cx="114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45" name=""/>
            <p:cNvSpPr/>
            <p:nvPr/>
          </p:nvSpPr>
          <p:spPr>
            <a:xfrm rot="0" flipV="1">
              <a:off x="3962" y="1672"/>
              <a:ext cx="1" cy="547"/>
            </a:xfrm>
            <a:prstGeom prst="line"/>
            <a:solidFill>
              <a:srgbClr val="FFFF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46" name=""/>
            <p:cNvSpPr/>
            <p:nvPr/>
          </p:nvSpPr>
          <p:spPr>
            <a:xfrm rot="0">
              <a:off x="2823" y="657"/>
              <a:ext cx="1134" cy="567"/>
            </a:xfrm>
            <a:custGeom>
              <a:avLst/>
              <a:ahLst/>
              <a:rect l="0" t="0" r="r" b="b"/>
              <a:pathLst>
                <a:path w="4476" h="2239">
                  <a:moveTo>
                    <a:pt x="4476" y="2239"/>
                  </a:moveTo>
                  <a:lnTo>
                    <a:pt x="4472" y="2104"/>
                  </a:lnTo>
                  <a:lnTo>
                    <a:pt x="4460" y="1969"/>
                  </a:lnTo>
                  <a:lnTo>
                    <a:pt x="4439" y="1836"/>
                  </a:lnTo>
                  <a:lnTo>
                    <a:pt x="4411" y="1703"/>
                  </a:lnTo>
                  <a:lnTo>
                    <a:pt x="4375" y="1573"/>
                  </a:lnTo>
                  <a:lnTo>
                    <a:pt x="4330" y="1444"/>
                  </a:lnTo>
                  <a:lnTo>
                    <a:pt x="4278" y="1319"/>
                  </a:lnTo>
                  <a:lnTo>
                    <a:pt x="4220" y="1198"/>
                  </a:lnTo>
                  <a:lnTo>
                    <a:pt x="4154" y="1081"/>
                  </a:lnTo>
                  <a:lnTo>
                    <a:pt x="4080" y="967"/>
                  </a:lnTo>
                  <a:lnTo>
                    <a:pt x="4000" y="857"/>
                  </a:lnTo>
                  <a:lnTo>
                    <a:pt x="3913" y="754"/>
                  </a:lnTo>
                  <a:lnTo>
                    <a:pt x="3820" y="655"/>
                  </a:lnTo>
                  <a:lnTo>
                    <a:pt x="3721" y="562"/>
                  </a:lnTo>
                  <a:lnTo>
                    <a:pt x="3618" y="476"/>
                  </a:lnTo>
                  <a:lnTo>
                    <a:pt x="3509" y="395"/>
                  </a:lnTo>
                  <a:lnTo>
                    <a:pt x="3395" y="322"/>
                  </a:lnTo>
                  <a:lnTo>
                    <a:pt x="3278" y="256"/>
                  </a:lnTo>
                  <a:lnTo>
                    <a:pt x="3157" y="196"/>
                  </a:lnTo>
                  <a:lnTo>
                    <a:pt x="3032" y="145"/>
                  </a:lnTo>
                  <a:lnTo>
                    <a:pt x="2904" y="101"/>
                  </a:lnTo>
                  <a:lnTo>
                    <a:pt x="2773" y="65"/>
                  </a:lnTo>
                  <a:lnTo>
                    <a:pt x="2642" y="36"/>
                  </a:lnTo>
                  <a:lnTo>
                    <a:pt x="2508" y="16"/>
                  </a:lnTo>
                  <a:lnTo>
                    <a:pt x="2373" y="4"/>
                  </a:lnTo>
                  <a:lnTo>
                    <a:pt x="2238" y="0"/>
                  </a:lnTo>
                  <a:lnTo>
                    <a:pt x="2103" y="4"/>
                  </a:lnTo>
                  <a:lnTo>
                    <a:pt x="1968" y="16"/>
                  </a:lnTo>
                  <a:lnTo>
                    <a:pt x="1835" y="36"/>
                  </a:lnTo>
                  <a:lnTo>
                    <a:pt x="1702" y="65"/>
                  </a:lnTo>
                  <a:lnTo>
                    <a:pt x="1572" y="101"/>
                  </a:lnTo>
                  <a:lnTo>
                    <a:pt x="1445" y="145"/>
                  </a:lnTo>
                  <a:lnTo>
                    <a:pt x="1320" y="196"/>
                  </a:lnTo>
                  <a:lnTo>
                    <a:pt x="1198" y="256"/>
                  </a:lnTo>
                  <a:lnTo>
                    <a:pt x="1080" y="322"/>
                  </a:lnTo>
                  <a:lnTo>
                    <a:pt x="967" y="395"/>
                  </a:lnTo>
                  <a:lnTo>
                    <a:pt x="858" y="476"/>
                  </a:lnTo>
                  <a:lnTo>
                    <a:pt x="754" y="562"/>
                  </a:lnTo>
                  <a:lnTo>
                    <a:pt x="655" y="655"/>
                  </a:lnTo>
                  <a:lnTo>
                    <a:pt x="563" y="754"/>
                  </a:lnTo>
                  <a:lnTo>
                    <a:pt x="476" y="857"/>
                  </a:lnTo>
                  <a:lnTo>
                    <a:pt x="396" y="967"/>
                  </a:lnTo>
                  <a:lnTo>
                    <a:pt x="323" y="1081"/>
                  </a:lnTo>
                  <a:lnTo>
                    <a:pt x="256" y="1198"/>
                  </a:lnTo>
                  <a:lnTo>
                    <a:pt x="197" y="1319"/>
                  </a:lnTo>
                  <a:lnTo>
                    <a:pt x="146" y="1444"/>
                  </a:lnTo>
                  <a:lnTo>
                    <a:pt x="102" y="1573"/>
                  </a:lnTo>
                  <a:lnTo>
                    <a:pt x="65" y="1703"/>
                  </a:lnTo>
                  <a:lnTo>
                    <a:pt x="36" y="1836"/>
                  </a:lnTo>
                  <a:lnTo>
                    <a:pt x="17" y="1969"/>
                  </a:lnTo>
                  <a:lnTo>
                    <a:pt x="4" y="2104"/>
                  </a:lnTo>
                  <a:lnTo>
                    <a:pt x="0" y="2239"/>
                  </a:lnTo>
                </a:path>
              </a:pathLst>
            </a:custGeom>
            <a:noFill/>
            <a:ln w="28575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647" name=""/>
            <p:cNvSpPr/>
            <p:nvPr/>
          </p:nvSpPr>
          <p:spPr>
            <a:xfrm rot="0" flipV="1">
              <a:off x="2823" y="1196"/>
              <a:ext cx="0" cy="482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48" name=""/>
            <p:cNvSpPr/>
            <p:nvPr/>
          </p:nvSpPr>
          <p:spPr>
            <a:xfrm rot="0">
              <a:off x="3957" y="1196"/>
              <a:ext cx="0" cy="510"/>
            </a:xfrm>
            <a:prstGeom prst="line"/>
            <a:noFill/>
            <a:ln w="31750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8649" name=""/>
          <p:cNvSpPr/>
          <p:nvPr/>
        </p:nvSpPr>
        <p:spPr>
          <a:xfrm rot="0">
            <a:off x="38100" y="-26987"/>
            <a:ext cx="8347075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sz="3200" lang="en-US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84</a:t>
            </a:r>
            <a:r>
              <a:rPr altLang="en-US" b="1" sz="3200" lang="zh-CN">
                <a:latin typeface="黑体" pitchFamily="2" charset="-122"/>
                <a:ea typeface="黑体" pitchFamily="2" charset="-122"/>
              </a:rPr>
              <a:t>  试分析物体的表面交线，并画全三视图。</a:t>
            </a:r>
          </a:p>
        </p:txBody>
      </p:sp>
      <p:grpSp>
        <p:nvGrpSpPr>
          <p:cNvPr id="557" name=""/>
          <p:cNvGrpSpPr/>
          <p:nvPr/>
        </p:nvGrpSpPr>
        <p:grpSpPr>
          <a:xfrm rot="0">
            <a:off x="4481512" y="2663825"/>
            <a:ext cx="1814512" cy="871537"/>
            <a:chOff x="2597" y="3458"/>
            <a:chExt cx="1143" cy="549"/>
          </a:xfrm>
        </p:grpSpPr>
        <p:sp>
          <p:nvSpPr>
            <p:cNvPr id="1088650" name=""/>
            <p:cNvSpPr/>
            <p:nvPr/>
          </p:nvSpPr>
          <p:spPr>
            <a:xfrm rot="0">
              <a:off x="2597" y="3458"/>
              <a:ext cx="1" cy="547"/>
            </a:xfrm>
            <a:prstGeom prst="line"/>
            <a:solidFill>
              <a:srgbClr val="FFFFFF"/>
            </a:solidFill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651" name=""/>
            <p:cNvSpPr/>
            <p:nvPr/>
          </p:nvSpPr>
          <p:spPr>
            <a:xfrm rot="0">
              <a:off x="2597" y="4005"/>
              <a:ext cx="1142" cy="2"/>
            </a:xfrm>
            <a:prstGeom prst="line"/>
            <a:solidFill>
              <a:srgbClr val="FFFFFF"/>
            </a:solidFill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652" name=""/>
            <p:cNvSpPr/>
            <p:nvPr/>
          </p:nvSpPr>
          <p:spPr>
            <a:xfrm rot="0" flipV="1">
              <a:off x="3739" y="3458"/>
              <a:ext cx="1" cy="547"/>
            </a:xfrm>
            <a:prstGeom prst="line"/>
            <a:solidFill>
              <a:srgbClr val="FFFFFF"/>
            </a:solidFill>
            <a:ln w="57150" cap="flat" cmpd="sng">
              <a:solidFill>
                <a:schemeClr val="accent2">
                  <a:alpha val="100000"/>
                </a:schemeClr>
              </a:solidFill>
              <a:prstDash val="solid"/>
              <a:round/>
            </a:ln>
          </p:spPr>
        </p:sp>
      </p:grpSp>
      <p:sp>
        <p:nvSpPr>
          <p:cNvPr id="1088653" name=""/>
          <p:cNvSpPr txBox="1"/>
          <p:nvPr/>
        </p:nvSpPr>
        <p:spPr>
          <a:xfrm rot="0">
            <a:off x="8704262" y="6526212"/>
            <a:ext cx="490537" cy="3365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1600" lang="zh-CN">
                <a:solidFill>
                  <a:schemeClr val="folHlink"/>
                </a:solidFill>
              </a:rPr>
              <a:t>例</a:t>
            </a:r>
            <a:r>
              <a:rPr altLang="zh-CN" b="1" sz="1600" lang="en-US">
                <a:solidFill>
                  <a:schemeClr val="folHlink"/>
                </a:solidFill>
              </a:rPr>
              <a:t>2</a:t>
            </a:r>
          </a:p>
        </p:txBody>
      </p:sp>
      <p:grpSp>
        <p:nvGrpSpPr>
          <p:cNvPr id="558" name=""/>
          <p:cNvGrpSpPr/>
          <p:nvPr/>
        </p:nvGrpSpPr>
        <p:grpSpPr>
          <a:xfrm rot="0">
            <a:off x="4346575" y="1358900"/>
            <a:ext cx="4797425" cy="5180012"/>
            <a:chOff x="2738" y="856"/>
            <a:chExt cx="3022" cy="3263"/>
          </a:xfrm>
        </p:grpSpPr>
        <p:sp>
          <p:nvSpPr>
            <p:cNvPr id="1088654" name=""/>
            <p:cNvSpPr/>
            <p:nvPr/>
          </p:nvSpPr>
          <p:spPr>
            <a:xfrm rot="0">
              <a:off x="2738" y="2614"/>
              <a:ext cx="960" cy="576"/>
            </a:xfrm>
            <a:prstGeom prst="wedgeRoundRectCallout">
              <a:avLst>
                <a:gd name="adj1" fmla="val 126458"/>
                <a:gd name="adj2" fmla="val -56079"/>
                <a:gd name="adj3" fmla="val 16667"/>
              </a:avLst>
            </a:prstGeom>
            <a:solidFill>
              <a:schemeClr val="accent1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  <p:txBody>
            <a:bodyPr anchor="ctr" bIns="45720" lIns="91440" rIns="91440" tIns="45720" vert="horz" wrap="none"/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en-US" b="1" sz="3200" lang="zh-CN"/>
                <a:t>侧截</a:t>
              </a:r>
            </a:p>
            <a:p>
              <a:pPr algn="ctr" lvl="0"/>
              <a:r>
                <a:rPr altLang="en-US" b="1" sz="3200" lang="zh-CN"/>
                <a:t>平面</a:t>
              </a:r>
            </a:p>
          </p:txBody>
        </p:sp>
        <p:sp>
          <p:nvSpPr>
            <p:cNvPr id="1088655" name=""/>
            <p:cNvSpPr/>
            <p:nvPr/>
          </p:nvSpPr>
          <p:spPr>
            <a:xfrm rot="0">
              <a:off x="4992" y="856"/>
              <a:ext cx="768" cy="740"/>
            </a:xfrm>
            <a:prstGeom prst="wedgeRoundRectCallout">
              <a:avLst>
                <a:gd name="adj1" fmla="val -35417"/>
                <a:gd name="adj2" fmla="val 143106"/>
                <a:gd name="adj3" fmla="val 16667"/>
              </a:avLst>
            </a:prstGeom>
            <a:solidFill>
              <a:schemeClr val="hlink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  <p:txBody>
            <a:bodyPr anchor="ctr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200" lang="zh-CN"/>
                <a:t>侧截</a:t>
              </a:r>
            </a:p>
            <a:p>
              <a:pPr lvl="0"/>
              <a:r>
                <a:rPr altLang="en-US" b="1" sz="3200" lang="zh-CN"/>
                <a:t>平面</a:t>
              </a:r>
            </a:p>
          </p:txBody>
        </p:sp>
        <p:sp>
          <p:nvSpPr>
            <p:cNvPr id="1088656" name=""/>
            <p:cNvSpPr/>
            <p:nvPr/>
          </p:nvSpPr>
          <p:spPr>
            <a:xfrm rot="0">
              <a:off x="2767" y="3379"/>
              <a:ext cx="1056" cy="740"/>
            </a:xfrm>
            <a:prstGeom prst="wedgeRoundRectCallout">
              <a:avLst>
                <a:gd name="adj1" fmla="val 144884"/>
                <a:gd name="adj2" fmla="val -25810"/>
                <a:gd name="adj3" fmla="val 16667"/>
              </a:avLst>
            </a:prstGeom>
            <a:solidFill>
              <a:srgbClr val="FFFF00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  <p:txBody>
            <a:bodyPr anchor="ctr" bIns="45720" lIns="91440" rIns="91440" tIns="4572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sz="3200" lang="zh-CN"/>
                <a:t>水平截</a:t>
              </a:r>
            </a:p>
            <a:p>
              <a:pPr lvl="0"/>
              <a:r>
                <a:rPr altLang="en-US" b="1" sz="3200" lang="zh-CN"/>
                <a:t>平面</a:t>
              </a:r>
            </a:p>
          </p:txBody>
        </p:sp>
      </p:grp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4194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4194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id="11" nodeType="clickEffect" presetClass="entr" presetID="4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dur="500" id="13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">
                      <p:stCondLst>
                        <p:cond delay="indefinite"/>
                      </p:stCondLst>
                      <p:childTnLst>
                        <p:par>
                          <p:cTn fill="hold" id="15">
                            <p:stCondLst>
                              <p:cond delay="0"/>
                            </p:stCondLst>
                            <p:childTnLst>
                              <p:par>
                                <p:cTn fill="hold" id="16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18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4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dur="500" id="23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8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9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id="32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34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5">
                      <p:stCondLst>
                        <p:cond delay="indefinite"/>
                      </p:stCondLst>
                      <p:childTnLst>
                        <p:par>
                          <p:cTn fill="hold" id="36">
                            <p:stCondLst>
                              <p:cond delay="0"/>
                            </p:stCondLst>
                            <p:childTnLst>
                              <p:par>
                                <p:cTn fill="hold" id="37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9"/>
                                        <p:tgtEl>
                                          <p:spTgt spid="5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0"/>
                                        <p:tgtEl>
                                          <p:spTgt spid="5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1">
                      <p:stCondLst>
                        <p:cond delay="indefinite"/>
                      </p:stCondLst>
                      <p:childTnLst>
                        <p:par>
                          <p:cTn fill="hold" id="42">
                            <p:stCondLst>
                              <p:cond delay="0"/>
                            </p:stCondLst>
                            <p:childTnLst>
                              <p:par>
                                <p:cTn fill="hold" id="43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5"/>
                                        <p:tgtEl>
                                          <p:spTgt spid="5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6"/>
                                        <p:tgtEl>
                                          <p:spTgt spid="5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7">
                      <p:stCondLst>
                        <p:cond delay="indefinite"/>
                      </p:stCondLst>
                      <p:childTnLst>
                        <p:par>
                          <p:cTn fill="hold" id="4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9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1"/>
                                        <p:tgtEl>
                                          <p:spTgt spid="1088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2"/>
                                        <p:tgtEl>
                                          <p:spTgt spid="1088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3">
                      <p:stCondLst>
                        <p:cond delay="indefinite"/>
                      </p:stCondLst>
                      <p:childTnLst>
                        <p:par>
                          <p:cTn fill="hold" id="54">
                            <p:stCondLst>
                              <p:cond delay="0"/>
                            </p:stCondLst>
                            <p:childTnLst>
                              <p:par>
                                <p:cTn fill="hold" id="55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7"/>
                                        <p:tgtEl>
                                          <p:spTgt spid="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8"/>
                                        <p:tgtEl>
                                          <p:spTgt spid="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9">
                      <p:stCondLst>
                        <p:cond delay="indefinite"/>
                      </p:stCondLst>
                      <p:childTnLst>
                        <p:par>
                          <p:cTn fill="hold" id="60">
                            <p:stCondLst>
                              <p:cond delay="0"/>
                            </p:stCondLst>
                            <p:childTnLst>
                              <p:par>
                                <p:cTn fill="hold" id="61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63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4">
                      <p:stCondLst>
                        <p:cond delay="indefinite"/>
                      </p:stCondLst>
                      <p:childTnLst>
                        <p:par>
                          <p:cTn fill="hold" id="65">
                            <p:stCondLst>
                              <p:cond delay="0"/>
                            </p:stCondLst>
                            <p:childTnLst>
                              <p:par>
                                <p:cTn fill="hold" id="66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8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9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0">
                      <p:stCondLst>
                        <p:cond delay="indefinite"/>
                      </p:stCondLst>
                      <p:childTnLst>
                        <p:par>
                          <p:cTn fill="hold" id="71">
                            <p:stCondLst>
                              <p:cond delay="0"/>
                            </p:stCondLst>
                            <p:childTnLst>
                              <p:par>
                                <p:cTn fill="hold" id="72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4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5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6">
                      <p:stCondLst>
                        <p:cond delay="indefinite"/>
                      </p:stCondLst>
                      <p:childTnLst>
                        <p:par>
                          <p:cTn fill="hold" id="77">
                            <p:stCondLst>
                              <p:cond delay="0"/>
                            </p:stCondLst>
                            <p:childTnLst>
                              <p:par>
                                <p:cTn fill="hold" id="78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0">
                      <p:stCondLst>
                        <p:cond delay="indefinite"/>
                      </p:stCondLst>
                      <p:childTnLst>
                        <p:par>
                          <p:cTn fill="hold" id="81">
                            <p:stCondLst>
                              <p:cond delay="0"/>
                            </p:stCondLst>
                            <p:childTnLst>
                              <p:par>
                                <p:cTn fill="hold" id="82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84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8563" grpId="0" uiExpand="0" build="whole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5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aphicFrame>
        <p:nvGraphicFramePr>
          <p:cNvPr id="4194313" name=""/>
          <p:cNvGraphicFramePr>
            <a:graphicFrameLocks/>
          </p:cNvGraphicFramePr>
          <p:nvPr/>
        </p:nvGraphicFramePr>
        <p:xfrm rot="0">
          <a:off x="5867400" y="2362200"/>
          <a:ext cx="2900362" cy="411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MP 图象" r:id="rId1" spid="" imgH="4114800" imgW="2900362" showAsIcon="0" progId="Paint.Picture">
                  <p:embed followColorScheme="full"/>
                  <p:pic>
                    <p:nvPicPr>
                      <p:cNvPr id="2097218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867400" y="2362200"/>
                        <a:ext cx="2900362" cy="4114800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BMP 图象" r:id="rId1" spid="" imgH="4114800" imgW="2900362" showAsIcon="0" progId="Paint.Picture">
                  <p:embed followColorScheme="full"/>
                  <p:pic>
                    <p:nvPicPr>
                      <p:cNvPr id="2097218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5867400" y="2362200"/>
                        <a:ext cx="2900362" cy="4114800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60" name=""/>
          <p:cNvGrpSpPr/>
          <p:nvPr/>
        </p:nvGrpSpPr>
        <p:grpSpPr>
          <a:xfrm rot="0">
            <a:off x="1317625" y="4424362"/>
            <a:ext cx="1293812" cy="1549400"/>
            <a:chOff x="843" y="2787"/>
            <a:chExt cx="815" cy="976"/>
          </a:xfrm>
        </p:grpSpPr>
        <p:sp>
          <p:nvSpPr>
            <p:cNvPr id="1088657" name=""/>
            <p:cNvSpPr/>
            <p:nvPr/>
          </p:nvSpPr>
          <p:spPr>
            <a:xfrm rot="0">
              <a:off x="843" y="2787"/>
              <a:ext cx="2" cy="976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58" name=""/>
            <p:cNvSpPr/>
            <p:nvPr/>
          </p:nvSpPr>
          <p:spPr>
            <a:xfrm rot="0">
              <a:off x="1655" y="2787"/>
              <a:ext cx="3" cy="976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61" name=""/>
          <p:cNvGrpSpPr/>
          <p:nvPr/>
        </p:nvGrpSpPr>
        <p:grpSpPr>
          <a:xfrm rot="0">
            <a:off x="533400" y="749300"/>
            <a:ext cx="2857500" cy="5880100"/>
            <a:chOff x="349" y="472"/>
            <a:chExt cx="1800" cy="3704"/>
          </a:xfrm>
        </p:grpSpPr>
        <p:sp>
          <p:nvSpPr>
            <p:cNvPr id="1088659" name=""/>
            <p:cNvSpPr/>
            <p:nvPr/>
          </p:nvSpPr>
          <p:spPr>
            <a:xfrm rot="0">
              <a:off x="1471" y="2083"/>
              <a:ext cx="421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0" name=""/>
            <p:cNvSpPr/>
            <p:nvPr/>
          </p:nvSpPr>
          <p:spPr>
            <a:xfrm rot="0" flipV="1">
              <a:off x="843" y="987"/>
              <a:ext cx="812" cy="61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1" name=""/>
            <p:cNvSpPr/>
            <p:nvPr/>
          </p:nvSpPr>
          <p:spPr>
            <a:xfrm rot="0">
              <a:off x="607" y="2645"/>
              <a:ext cx="1285" cy="1258"/>
            </a:xfrm>
            <a:custGeom>
              <a:avLst/>
              <a:ahLst/>
              <a:rect l="0" t="0" r="r" b="b"/>
              <a:pathLst>
                <a:path w="4524" h="4528">
                  <a:moveTo>
                    <a:pt x="4524" y="2264"/>
                  </a:moveTo>
                  <a:lnTo>
                    <a:pt x="4446" y="1678"/>
                  </a:lnTo>
                  <a:lnTo>
                    <a:pt x="4221" y="1132"/>
                  </a:lnTo>
                  <a:lnTo>
                    <a:pt x="3861" y="664"/>
                  </a:lnTo>
                  <a:lnTo>
                    <a:pt x="3393" y="303"/>
                  </a:lnTo>
                  <a:lnTo>
                    <a:pt x="2848" y="77"/>
                  </a:lnTo>
                  <a:lnTo>
                    <a:pt x="2261" y="0"/>
                  </a:lnTo>
                  <a:lnTo>
                    <a:pt x="1676" y="77"/>
                  </a:lnTo>
                  <a:lnTo>
                    <a:pt x="1131" y="303"/>
                  </a:lnTo>
                  <a:lnTo>
                    <a:pt x="663" y="664"/>
                  </a:lnTo>
                  <a:lnTo>
                    <a:pt x="303" y="1132"/>
                  </a:lnTo>
                  <a:lnTo>
                    <a:pt x="77" y="1678"/>
                  </a:lnTo>
                  <a:lnTo>
                    <a:pt x="0" y="2264"/>
                  </a:lnTo>
                  <a:lnTo>
                    <a:pt x="77" y="2850"/>
                  </a:lnTo>
                  <a:lnTo>
                    <a:pt x="303" y="3396"/>
                  </a:lnTo>
                  <a:lnTo>
                    <a:pt x="663" y="3865"/>
                  </a:lnTo>
                  <a:lnTo>
                    <a:pt x="1131" y="4225"/>
                  </a:lnTo>
                  <a:lnTo>
                    <a:pt x="1676" y="4450"/>
                  </a:lnTo>
                  <a:lnTo>
                    <a:pt x="2261" y="4528"/>
                  </a:lnTo>
                  <a:lnTo>
                    <a:pt x="2848" y="4450"/>
                  </a:lnTo>
                  <a:lnTo>
                    <a:pt x="3393" y="4225"/>
                  </a:lnTo>
                  <a:lnTo>
                    <a:pt x="3861" y="3865"/>
                  </a:lnTo>
                  <a:lnTo>
                    <a:pt x="4221" y="3396"/>
                  </a:lnTo>
                  <a:lnTo>
                    <a:pt x="4446" y="2850"/>
                  </a:lnTo>
                  <a:lnTo>
                    <a:pt x="4524" y="2264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2" name=""/>
            <p:cNvSpPr/>
            <p:nvPr/>
          </p:nvSpPr>
          <p:spPr>
            <a:xfrm rot="0">
              <a:off x="349" y="3274"/>
              <a:ext cx="18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3" name=""/>
            <p:cNvSpPr/>
            <p:nvPr/>
          </p:nvSpPr>
          <p:spPr>
            <a:xfrm rot="0">
              <a:off x="584" y="3274"/>
              <a:ext cx="4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4" name=""/>
            <p:cNvSpPr/>
            <p:nvPr/>
          </p:nvSpPr>
          <p:spPr>
            <a:xfrm rot="0">
              <a:off x="679" y="3274"/>
              <a:ext cx="285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5" name=""/>
            <p:cNvSpPr/>
            <p:nvPr/>
          </p:nvSpPr>
          <p:spPr>
            <a:xfrm rot="0">
              <a:off x="1012" y="3274"/>
              <a:ext cx="47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6" name=""/>
            <p:cNvSpPr/>
            <p:nvPr/>
          </p:nvSpPr>
          <p:spPr>
            <a:xfrm rot="0">
              <a:off x="1107" y="3274"/>
              <a:ext cx="285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7" name=""/>
            <p:cNvSpPr/>
            <p:nvPr/>
          </p:nvSpPr>
          <p:spPr>
            <a:xfrm rot="0">
              <a:off x="1439" y="3274"/>
              <a:ext cx="4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8" name=""/>
            <p:cNvSpPr/>
            <p:nvPr/>
          </p:nvSpPr>
          <p:spPr>
            <a:xfrm rot="0">
              <a:off x="1535" y="3274"/>
              <a:ext cx="284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69" name=""/>
            <p:cNvSpPr/>
            <p:nvPr/>
          </p:nvSpPr>
          <p:spPr>
            <a:xfrm rot="0">
              <a:off x="1867" y="3274"/>
              <a:ext cx="48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0" name=""/>
            <p:cNvSpPr/>
            <p:nvPr/>
          </p:nvSpPr>
          <p:spPr>
            <a:xfrm rot="0">
              <a:off x="1963" y="3274"/>
              <a:ext cx="186" cy="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1" name=""/>
            <p:cNvSpPr/>
            <p:nvPr/>
          </p:nvSpPr>
          <p:spPr>
            <a:xfrm rot="0">
              <a:off x="1471" y="2685"/>
              <a:ext cx="2" cy="78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2" name=""/>
            <p:cNvSpPr/>
            <p:nvPr/>
          </p:nvSpPr>
          <p:spPr>
            <a:xfrm rot="0">
              <a:off x="1471" y="2809"/>
              <a:ext cx="2" cy="9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3" name=""/>
            <p:cNvSpPr/>
            <p:nvPr/>
          </p:nvSpPr>
          <p:spPr>
            <a:xfrm rot="0">
              <a:off x="1471" y="2949"/>
              <a:ext cx="2" cy="9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4" name=""/>
            <p:cNvSpPr/>
            <p:nvPr/>
          </p:nvSpPr>
          <p:spPr>
            <a:xfrm rot="0">
              <a:off x="1471" y="3089"/>
              <a:ext cx="2" cy="9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5" name=""/>
            <p:cNvSpPr/>
            <p:nvPr/>
          </p:nvSpPr>
          <p:spPr>
            <a:xfrm rot="0">
              <a:off x="1471" y="3227"/>
              <a:ext cx="2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6" name=""/>
            <p:cNvSpPr/>
            <p:nvPr/>
          </p:nvSpPr>
          <p:spPr>
            <a:xfrm rot="0">
              <a:off x="1471" y="3367"/>
              <a:ext cx="2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7" name=""/>
            <p:cNvSpPr/>
            <p:nvPr/>
          </p:nvSpPr>
          <p:spPr>
            <a:xfrm rot="0">
              <a:off x="1471" y="3507"/>
              <a:ext cx="2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8" name=""/>
            <p:cNvSpPr/>
            <p:nvPr/>
          </p:nvSpPr>
          <p:spPr>
            <a:xfrm rot="0">
              <a:off x="1471" y="3645"/>
              <a:ext cx="2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79" name=""/>
            <p:cNvSpPr/>
            <p:nvPr/>
          </p:nvSpPr>
          <p:spPr>
            <a:xfrm rot="0">
              <a:off x="1471" y="3785"/>
              <a:ext cx="2" cy="8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0" name=""/>
            <p:cNvSpPr/>
            <p:nvPr/>
          </p:nvSpPr>
          <p:spPr>
            <a:xfrm rot="0">
              <a:off x="1027" y="2685"/>
              <a:ext cx="3" cy="78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1" name=""/>
            <p:cNvSpPr/>
            <p:nvPr/>
          </p:nvSpPr>
          <p:spPr>
            <a:xfrm rot="0">
              <a:off x="1027" y="2809"/>
              <a:ext cx="3" cy="9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2" name=""/>
            <p:cNvSpPr/>
            <p:nvPr/>
          </p:nvSpPr>
          <p:spPr>
            <a:xfrm rot="0">
              <a:off x="1027" y="2949"/>
              <a:ext cx="3" cy="94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3" name=""/>
            <p:cNvSpPr/>
            <p:nvPr/>
          </p:nvSpPr>
          <p:spPr>
            <a:xfrm rot="0">
              <a:off x="1027" y="3089"/>
              <a:ext cx="3" cy="91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4" name=""/>
            <p:cNvSpPr/>
            <p:nvPr/>
          </p:nvSpPr>
          <p:spPr>
            <a:xfrm rot="0">
              <a:off x="1027" y="3227"/>
              <a:ext cx="3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5" name=""/>
            <p:cNvSpPr/>
            <p:nvPr/>
          </p:nvSpPr>
          <p:spPr>
            <a:xfrm rot="0">
              <a:off x="1027" y="3367"/>
              <a:ext cx="3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6" name=""/>
            <p:cNvSpPr/>
            <p:nvPr/>
          </p:nvSpPr>
          <p:spPr>
            <a:xfrm rot="0">
              <a:off x="1027" y="3507"/>
              <a:ext cx="3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7" name=""/>
            <p:cNvSpPr/>
            <p:nvPr/>
          </p:nvSpPr>
          <p:spPr>
            <a:xfrm rot="0">
              <a:off x="1027" y="3645"/>
              <a:ext cx="3" cy="93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8" name=""/>
            <p:cNvSpPr/>
            <p:nvPr/>
          </p:nvSpPr>
          <p:spPr>
            <a:xfrm rot="0">
              <a:off x="1027" y="3785"/>
              <a:ext cx="3" cy="80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89" name=""/>
            <p:cNvSpPr/>
            <p:nvPr/>
          </p:nvSpPr>
          <p:spPr>
            <a:xfrm rot="0">
              <a:off x="1248" y="2432"/>
              <a:ext cx="2" cy="17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0" name=""/>
            <p:cNvSpPr/>
            <p:nvPr/>
          </p:nvSpPr>
          <p:spPr>
            <a:xfrm rot="0">
              <a:off x="1248" y="2654"/>
              <a:ext cx="2" cy="4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1" name=""/>
            <p:cNvSpPr/>
            <p:nvPr/>
          </p:nvSpPr>
          <p:spPr>
            <a:xfrm rot="0">
              <a:off x="1248" y="2747"/>
              <a:ext cx="2" cy="27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2" name=""/>
            <p:cNvSpPr/>
            <p:nvPr/>
          </p:nvSpPr>
          <p:spPr>
            <a:xfrm rot="0">
              <a:off x="1248" y="3072"/>
              <a:ext cx="2" cy="4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3" name=""/>
            <p:cNvSpPr/>
            <p:nvPr/>
          </p:nvSpPr>
          <p:spPr>
            <a:xfrm rot="0">
              <a:off x="1248" y="3165"/>
              <a:ext cx="2" cy="278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4" name=""/>
            <p:cNvSpPr/>
            <p:nvPr/>
          </p:nvSpPr>
          <p:spPr>
            <a:xfrm rot="0">
              <a:off x="1248" y="3489"/>
              <a:ext cx="2" cy="4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5" name=""/>
            <p:cNvSpPr/>
            <p:nvPr/>
          </p:nvSpPr>
          <p:spPr>
            <a:xfrm rot="0">
              <a:off x="1248" y="3583"/>
              <a:ext cx="2" cy="28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6" name=""/>
            <p:cNvSpPr/>
            <p:nvPr/>
          </p:nvSpPr>
          <p:spPr>
            <a:xfrm rot="0">
              <a:off x="1248" y="3909"/>
              <a:ext cx="2" cy="45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697" name=""/>
            <p:cNvSpPr/>
            <p:nvPr/>
          </p:nvSpPr>
          <p:spPr>
            <a:xfrm rot="0">
              <a:off x="1248" y="4000"/>
              <a:ext cx="2" cy="17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562" name=""/>
            <p:cNvGrpSpPr/>
            <p:nvPr/>
          </p:nvGrpSpPr>
          <p:grpSpPr>
            <a:xfrm rot="0">
              <a:off x="1248" y="472"/>
              <a:ext cx="2" cy="1840"/>
              <a:chOff x="1248" y="472"/>
              <a:chExt cx="2" cy="1840"/>
            </a:xfrm>
          </p:grpSpPr>
          <p:sp>
            <p:nvSpPr>
              <p:cNvPr id="1088698" name=""/>
              <p:cNvSpPr/>
              <p:nvPr/>
            </p:nvSpPr>
            <p:spPr>
              <a:xfrm rot="0">
                <a:off x="1248" y="472"/>
                <a:ext cx="2" cy="222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699" name=""/>
              <p:cNvSpPr/>
              <p:nvPr/>
            </p:nvSpPr>
            <p:spPr>
              <a:xfrm rot="0">
                <a:off x="1248" y="740"/>
                <a:ext cx="2" cy="4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0" name=""/>
              <p:cNvSpPr/>
              <p:nvPr/>
            </p:nvSpPr>
            <p:spPr>
              <a:xfrm rot="0">
                <a:off x="1248" y="834"/>
                <a:ext cx="2" cy="278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1" name=""/>
              <p:cNvSpPr/>
              <p:nvPr/>
            </p:nvSpPr>
            <p:spPr>
              <a:xfrm rot="0">
                <a:off x="1248" y="1158"/>
                <a:ext cx="2" cy="4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2" name=""/>
              <p:cNvSpPr/>
              <p:nvPr/>
            </p:nvSpPr>
            <p:spPr>
              <a:xfrm rot="0">
                <a:off x="1248" y="1252"/>
                <a:ext cx="2" cy="28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3" name=""/>
              <p:cNvSpPr/>
              <p:nvPr/>
            </p:nvSpPr>
            <p:spPr>
              <a:xfrm rot="0">
                <a:off x="1248" y="1576"/>
                <a:ext cx="2" cy="47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4" name=""/>
              <p:cNvSpPr/>
              <p:nvPr/>
            </p:nvSpPr>
            <p:spPr>
              <a:xfrm rot="0">
                <a:off x="1248" y="1669"/>
                <a:ext cx="2" cy="280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5" name=""/>
              <p:cNvSpPr/>
              <p:nvPr/>
            </p:nvSpPr>
            <p:spPr>
              <a:xfrm rot="0">
                <a:off x="1248" y="1994"/>
                <a:ext cx="2" cy="46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706" name=""/>
              <p:cNvSpPr/>
              <p:nvPr/>
            </p:nvSpPr>
            <p:spPr>
              <a:xfrm rot="0">
                <a:off x="1248" y="2087"/>
                <a:ext cx="2" cy="225"/>
              </a:xfrm>
              <a:prstGeom prst="line"/>
              <a:solidFill>
                <a:srgbClr val="FFFFFF"/>
              </a:solidFill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88707" name=""/>
            <p:cNvSpPr/>
            <p:nvPr/>
          </p:nvSpPr>
          <p:spPr>
            <a:xfrm rot="0">
              <a:off x="607" y="1603"/>
              <a:ext cx="236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08" name=""/>
            <p:cNvSpPr/>
            <p:nvPr/>
          </p:nvSpPr>
          <p:spPr>
            <a:xfrm rot="0">
              <a:off x="607" y="2083"/>
              <a:ext cx="420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09" name=""/>
            <p:cNvSpPr/>
            <p:nvPr/>
          </p:nvSpPr>
          <p:spPr>
            <a:xfrm rot="0">
              <a:off x="607" y="1603"/>
              <a:ext cx="2" cy="480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10" name=""/>
            <p:cNvSpPr/>
            <p:nvPr/>
          </p:nvSpPr>
          <p:spPr>
            <a:xfrm rot="0">
              <a:off x="1027" y="1807"/>
              <a:ext cx="221" cy="2"/>
            </a:xfrm>
            <a:prstGeom prst="line"/>
            <a:solidFill>
              <a:srgbClr val="FFFFFF"/>
            </a:solidFill>
            <a:ln w="571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11" name=""/>
            <p:cNvSpPr/>
            <p:nvPr/>
          </p:nvSpPr>
          <p:spPr>
            <a:xfrm rot="0" flipV="1">
              <a:off x="1027" y="1807"/>
              <a:ext cx="3" cy="276"/>
            </a:xfrm>
            <a:prstGeom prst="line"/>
            <a:solidFill>
              <a:srgbClr val="FFFFFF"/>
            </a:solidFill>
            <a:ln w="571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12" name=""/>
            <p:cNvSpPr/>
            <p:nvPr/>
          </p:nvSpPr>
          <p:spPr>
            <a:xfrm rot="0" flipV="1">
              <a:off x="1471" y="1807"/>
              <a:ext cx="2" cy="276"/>
            </a:xfrm>
            <a:prstGeom prst="line"/>
            <a:solidFill>
              <a:srgbClr val="FFFFFF"/>
            </a:solidFill>
            <a:ln w="571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13" name=""/>
            <p:cNvSpPr/>
            <p:nvPr/>
          </p:nvSpPr>
          <p:spPr>
            <a:xfrm rot="0" flipH="1">
              <a:off x="1248" y="1807"/>
              <a:ext cx="223" cy="2"/>
            </a:xfrm>
            <a:prstGeom prst="line"/>
            <a:solidFill>
              <a:srgbClr val="FFFFFF"/>
            </a:solidFill>
            <a:ln w="571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14" name=""/>
            <p:cNvSpPr/>
            <p:nvPr/>
          </p:nvSpPr>
          <p:spPr>
            <a:xfrm rot="0" flipV="1">
              <a:off x="1892" y="578"/>
              <a:ext cx="2" cy="1505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15" name=""/>
            <p:cNvSpPr/>
            <p:nvPr/>
          </p:nvSpPr>
          <p:spPr>
            <a:xfrm rot="0" flipV="1">
              <a:off x="1655" y="578"/>
              <a:ext cx="3" cy="409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16" name=""/>
            <p:cNvSpPr/>
            <p:nvPr/>
          </p:nvSpPr>
          <p:spPr>
            <a:xfrm rot="0" flipH="1">
              <a:off x="1655" y="578"/>
              <a:ext cx="237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63" name=""/>
          <p:cNvGrpSpPr/>
          <p:nvPr/>
        </p:nvGrpSpPr>
        <p:grpSpPr>
          <a:xfrm rot="0">
            <a:off x="4311650" y="766762"/>
            <a:ext cx="2047875" cy="2730500"/>
            <a:chOff x="2716" y="483"/>
            <a:chExt cx="1290" cy="1720"/>
          </a:xfrm>
        </p:grpSpPr>
        <p:sp>
          <p:nvSpPr>
            <p:cNvPr id="1088717" name=""/>
            <p:cNvSpPr/>
            <p:nvPr/>
          </p:nvSpPr>
          <p:spPr>
            <a:xfrm rot="0">
              <a:off x="2861" y="987"/>
              <a:ext cx="997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18" name=""/>
            <p:cNvSpPr/>
            <p:nvPr/>
          </p:nvSpPr>
          <p:spPr>
            <a:xfrm rot="0" flipH="1">
              <a:off x="2757" y="2083"/>
              <a:ext cx="1208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19" name=""/>
            <p:cNvSpPr/>
            <p:nvPr/>
          </p:nvSpPr>
          <p:spPr>
            <a:xfrm rot="0">
              <a:off x="2861" y="1603"/>
              <a:ext cx="997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0" name=""/>
            <p:cNvSpPr/>
            <p:nvPr/>
          </p:nvSpPr>
          <p:spPr>
            <a:xfrm rot="0">
              <a:off x="2861" y="578"/>
              <a:ext cx="997" cy="2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1" name=""/>
            <p:cNvSpPr/>
            <p:nvPr/>
          </p:nvSpPr>
          <p:spPr>
            <a:xfrm rot="0">
              <a:off x="2757" y="1807"/>
              <a:ext cx="8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2" name=""/>
            <p:cNvSpPr/>
            <p:nvPr/>
          </p:nvSpPr>
          <p:spPr>
            <a:xfrm rot="0">
              <a:off x="2884" y="1807"/>
              <a:ext cx="96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3" name=""/>
            <p:cNvSpPr/>
            <p:nvPr/>
          </p:nvSpPr>
          <p:spPr>
            <a:xfrm rot="0">
              <a:off x="3027" y="1807"/>
              <a:ext cx="96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4" name=""/>
            <p:cNvSpPr/>
            <p:nvPr/>
          </p:nvSpPr>
          <p:spPr>
            <a:xfrm rot="0">
              <a:off x="3171" y="1807"/>
              <a:ext cx="9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5" name=""/>
            <p:cNvSpPr/>
            <p:nvPr/>
          </p:nvSpPr>
          <p:spPr>
            <a:xfrm rot="0">
              <a:off x="3312" y="1807"/>
              <a:ext cx="9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6" name=""/>
            <p:cNvSpPr/>
            <p:nvPr/>
          </p:nvSpPr>
          <p:spPr>
            <a:xfrm rot="0">
              <a:off x="3455" y="1807"/>
              <a:ext cx="96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7" name=""/>
            <p:cNvSpPr/>
            <p:nvPr/>
          </p:nvSpPr>
          <p:spPr>
            <a:xfrm rot="0">
              <a:off x="3599" y="1807"/>
              <a:ext cx="9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8" name=""/>
            <p:cNvSpPr/>
            <p:nvPr/>
          </p:nvSpPr>
          <p:spPr>
            <a:xfrm rot="0">
              <a:off x="3740" y="1807"/>
              <a:ext cx="95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29" name=""/>
            <p:cNvSpPr/>
            <p:nvPr/>
          </p:nvSpPr>
          <p:spPr>
            <a:xfrm rot="0">
              <a:off x="3883" y="1807"/>
              <a:ext cx="8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0" name=""/>
            <p:cNvSpPr/>
            <p:nvPr/>
          </p:nvSpPr>
          <p:spPr>
            <a:xfrm rot="0">
              <a:off x="3360" y="483"/>
              <a:ext cx="2" cy="162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1" name=""/>
            <p:cNvSpPr/>
            <p:nvPr/>
          </p:nvSpPr>
          <p:spPr>
            <a:xfrm rot="0">
              <a:off x="3360" y="692"/>
              <a:ext cx="2" cy="46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2" name=""/>
            <p:cNvSpPr/>
            <p:nvPr/>
          </p:nvSpPr>
          <p:spPr>
            <a:xfrm rot="0">
              <a:off x="3360" y="785"/>
              <a:ext cx="2" cy="28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3" name=""/>
            <p:cNvSpPr/>
            <p:nvPr/>
          </p:nvSpPr>
          <p:spPr>
            <a:xfrm rot="0">
              <a:off x="3360" y="1109"/>
              <a:ext cx="2" cy="4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4" name=""/>
            <p:cNvSpPr/>
            <p:nvPr/>
          </p:nvSpPr>
          <p:spPr>
            <a:xfrm rot="0">
              <a:off x="3360" y="1203"/>
              <a:ext cx="2" cy="28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5" name=""/>
            <p:cNvSpPr/>
            <p:nvPr/>
          </p:nvSpPr>
          <p:spPr>
            <a:xfrm rot="0">
              <a:off x="3360" y="1527"/>
              <a:ext cx="2" cy="4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6" name=""/>
            <p:cNvSpPr/>
            <p:nvPr/>
          </p:nvSpPr>
          <p:spPr>
            <a:xfrm rot="0">
              <a:off x="3360" y="1620"/>
              <a:ext cx="2" cy="280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7" name=""/>
            <p:cNvSpPr/>
            <p:nvPr/>
          </p:nvSpPr>
          <p:spPr>
            <a:xfrm rot="0">
              <a:off x="3360" y="1947"/>
              <a:ext cx="2" cy="47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8" name=""/>
            <p:cNvSpPr/>
            <p:nvPr/>
          </p:nvSpPr>
          <p:spPr>
            <a:xfrm rot="0">
              <a:off x="3360" y="2040"/>
              <a:ext cx="2" cy="163"/>
            </a:xfrm>
            <a:prstGeom prst="line"/>
            <a:solidFill>
              <a:srgbClr val="FFFFFF"/>
            </a:solidFill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39" name=""/>
            <p:cNvSpPr/>
            <p:nvPr/>
          </p:nvSpPr>
          <p:spPr>
            <a:xfrm rot="0">
              <a:off x="2716" y="987"/>
              <a:ext cx="145" cy="616"/>
            </a:xfrm>
            <a:custGeom>
              <a:avLst/>
              <a:ahLst/>
              <a:rect l="0" t="0" r="r" b="b"/>
              <a:pathLst>
                <a:path w="513" h="2209">
                  <a:moveTo>
                    <a:pt x="513" y="0"/>
                  </a:moveTo>
                  <a:lnTo>
                    <a:pt x="237" y="313"/>
                  </a:lnTo>
                  <a:lnTo>
                    <a:pt x="60" y="692"/>
                  </a:lnTo>
                  <a:lnTo>
                    <a:pt x="0" y="1104"/>
                  </a:lnTo>
                  <a:lnTo>
                    <a:pt x="60" y="1518"/>
                  </a:lnTo>
                  <a:lnTo>
                    <a:pt x="237" y="1897"/>
                  </a:lnTo>
                  <a:lnTo>
                    <a:pt x="513" y="2209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0" name=""/>
            <p:cNvSpPr/>
            <p:nvPr/>
          </p:nvSpPr>
          <p:spPr>
            <a:xfrm rot="0" flipV="1">
              <a:off x="2716" y="1294"/>
              <a:ext cx="2" cy="51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1" name=""/>
            <p:cNvSpPr/>
            <p:nvPr/>
          </p:nvSpPr>
          <p:spPr>
            <a:xfrm rot="0" flipV="1">
              <a:off x="2757" y="1807"/>
              <a:ext cx="2" cy="27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2" name=""/>
            <p:cNvSpPr/>
            <p:nvPr/>
          </p:nvSpPr>
          <p:spPr>
            <a:xfrm rot="0" flipH="1">
              <a:off x="2716" y="1807"/>
              <a:ext cx="41" cy="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3" name=""/>
            <p:cNvSpPr/>
            <p:nvPr/>
          </p:nvSpPr>
          <p:spPr>
            <a:xfrm rot="0">
              <a:off x="2861" y="578"/>
              <a:ext cx="3" cy="409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4" name=""/>
            <p:cNvSpPr/>
            <p:nvPr/>
          </p:nvSpPr>
          <p:spPr>
            <a:xfrm rot="0">
              <a:off x="3858" y="987"/>
              <a:ext cx="139" cy="616"/>
            </a:xfrm>
            <a:custGeom>
              <a:avLst/>
              <a:ahLst/>
              <a:rect l="0" t="0" r="r" b="b"/>
              <a:pathLst>
                <a:path w="484" h="2209">
                  <a:moveTo>
                    <a:pt x="0" y="2209"/>
                  </a:moveTo>
                  <a:lnTo>
                    <a:pt x="316" y="1823"/>
                  </a:lnTo>
                  <a:lnTo>
                    <a:pt x="484" y="1355"/>
                  </a:lnTo>
                  <a:lnTo>
                    <a:pt x="484" y="855"/>
                  </a:lnTo>
                  <a:lnTo>
                    <a:pt x="316" y="385"/>
                  </a:lnTo>
                  <a:lnTo>
                    <a:pt x="0" y="0"/>
                  </a:lnTo>
                </a:path>
              </a:pathLst>
            </a:custGeom>
            <a:noFill/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5" name=""/>
            <p:cNvSpPr/>
            <p:nvPr/>
          </p:nvSpPr>
          <p:spPr>
            <a:xfrm rot="0">
              <a:off x="4004" y="1294"/>
              <a:ext cx="2" cy="513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6" name=""/>
            <p:cNvSpPr/>
            <p:nvPr/>
          </p:nvSpPr>
          <p:spPr>
            <a:xfrm rot="0" flipV="1">
              <a:off x="3965" y="1807"/>
              <a:ext cx="2" cy="276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7" name=""/>
            <p:cNvSpPr/>
            <p:nvPr/>
          </p:nvSpPr>
          <p:spPr>
            <a:xfrm rot="0">
              <a:off x="3965" y="1807"/>
              <a:ext cx="39" cy="2"/>
            </a:xfrm>
            <a:prstGeom prst="line"/>
            <a:solidFill>
              <a:srgbClr val="FFFFFF"/>
            </a:solidFill>
            <a:ln w="57150" cap="flat" cmpd="sng">
              <a:solidFill>
                <a:srgbClr val="FF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8" name=""/>
            <p:cNvSpPr/>
            <p:nvPr/>
          </p:nvSpPr>
          <p:spPr>
            <a:xfrm rot="0">
              <a:off x="3965" y="1807"/>
              <a:ext cx="2" cy="2"/>
            </a:xfrm>
            <a:prstGeom prst="line"/>
            <a:solidFill>
              <a:srgbClr val="FFFFFF"/>
            </a:solidFill>
            <a:ln w="28575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49" name=""/>
            <p:cNvSpPr/>
            <p:nvPr/>
          </p:nvSpPr>
          <p:spPr>
            <a:xfrm rot="0">
              <a:off x="3858" y="578"/>
              <a:ext cx="2" cy="409"/>
            </a:xfrm>
            <a:prstGeom prst="line"/>
            <a:solidFill>
              <a:srgbClr val="FFFFFF"/>
            </a:solidFill>
            <a:ln w="5715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64" name=""/>
          <p:cNvGrpSpPr/>
          <p:nvPr/>
        </p:nvGrpSpPr>
        <p:grpSpPr>
          <a:xfrm rot="0">
            <a:off x="-15875" y="0"/>
            <a:ext cx="6143625" cy="5976937"/>
            <a:chOff x="-10" y="0"/>
            <a:chExt cx="3870" cy="3765"/>
          </a:xfrm>
        </p:grpSpPr>
        <p:grpSp>
          <p:nvGrpSpPr>
            <p:cNvPr id="565" name=""/>
            <p:cNvGrpSpPr/>
            <p:nvPr/>
          </p:nvGrpSpPr>
          <p:grpSpPr>
            <a:xfrm rot="0">
              <a:off x="-10" y="2787"/>
              <a:ext cx="853" cy="978"/>
              <a:chOff x="-10" y="2787"/>
              <a:chExt cx="853" cy="978"/>
            </a:xfrm>
          </p:grpSpPr>
          <p:sp>
            <p:nvSpPr>
              <p:cNvPr id="1088750" name=""/>
              <p:cNvSpPr/>
              <p:nvPr/>
            </p:nvSpPr>
            <p:spPr>
              <a:xfrm rot="0">
                <a:off x="425" y="2787"/>
                <a:ext cx="2" cy="976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751" name=""/>
              <p:cNvSpPr/>
              <p:nvPr/>
            </p:nvSpPr>
            <p:spPr>
              <a:xfrm rot="0" flipH="1">
                <a:off x="302" y="3763"/>
                <a:ext cx="541" cy="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52" name=""/>
              <p:cNvSpPr/>
              <p:nvPr/>
            </p:nvSpPr>
            <p:spPr>
              <a:xfrm rot="0" flipH="1">
                <a:off x="288" y="2787"/>
                <a:ext cx="555" cy="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53" name=""/>
              <p:cNvSpPr txBox="1"/>
              <p:nvPr/>
            </p:nvSpPr>
            <p:spPr>
              <a:xfrm rot="16507011">
                <a:off x="15" y="3062"/>
                <a:ext cx="354" cy="404"/>
              </a:xfrm>
              <a:prstGeom prst="rect"/>
              <a:noFill/>
              <a:ln>
                <a:noFill/>
              </a:ln>
            </p:spPr>
            <p:txBody>
              <a:bodyPr anchor="ctr" bIns="46800" lIns="90000" rIns="90000" tIns="4680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3600" lang="en-US">
                    <a:solidFill>
                      <a:srgbClr val="FF3300"/>
                    </a:solidFill>
                  </a:rPr>
                  <a:t>y</a:t>
                </a:r>
                <a:r>
                  <a:rPr altLang="zh-CN" baseline="-25000" b="1" sz="3600" lang="en-US">
                    <a:solidFill>
                      <a:srgbClr val="FF3300"/>
                    </a:solidFill>
                  </a:rPr>
                  <a:t>1</a:t>
                </a:r>
              </a:p>
            </p:txBody>
          </p:sp>
        </p:grpSp>
        <p:grpSp>
          <p:nvGrpSpPr>
            <p:cNvPr id="566" name=""/>
            <p:cNvGrpSpPr/>
            <p:nvPr/>
          </p:nvGrpSpPr>
          <p:grpSpPr>
            <a:xfrm rot="0">
              <a:off x="2861" y="0"/>
              <a:ext cx="999" cy="578"/>
              <a:chOff x="2861" y="0"/>
              <a:chExt cx="999" cy="578"/>
            </a:xfrm>
          </p:grpSpPr>
          <p:sp>
            <p:nvSpPr>
              <p:cNvPr id="1088754" name=""/>
              <p:cNvSpPr/>
              <p:nvPr/>
            </p:nvSpPr>
            <p:spPr>
              <a:xfrm rot="0" flipH="1">
                <a:off x="2861" y="443"/>
                <a:ext cx="997" cy="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755" name=""/>
              <p:cNvSpPr/>
              <p:nvPr/>
            </p:nvSpPr>
            <p:spPr>
              <a:xfrm rot="0" flipV="1">
                <a:off x="2861" y="349"/>
                <a:ext cx="7" cy="229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56" name=""/>
              <p:cNvSpPr/>
              <p:nvPr/>
            </p:nvSpPr>
            <p:spPr>
              <a:xfrm rot="0" flipV="1">
                <a:off x="3858" y="336"/>
                <a:ext cx="2" cy="24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57" name=""/>
              <p:cNvSpPr txBox="1"/>
              <p:nvPr/>
            </p:nvSpPr>
            <p:spPr>
              <a:xfrm rot="0">
                <a:off x="3168" y="0"/>
                <a:ext cx="354" cy="404"/>
              </a:xfrm>
              <a:prstGeom prst="rect"/>
              <a:noFill/>
              <a:ln>
                <a:noFill/>
              </a:ln>
            </p:spPr>
            <p:txBody>
              <a:bodyPr anchor="ctr" bIns="46800" lIns="90000" rIns="90000" tIns="4680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3600" lang="en-US">
                    <a:solidFill>
                      <a:srgbClr val="FF3300"/>
                    </a:solidFill>
                  </a:rPr>
                  <a:t>y</a:t>
                </a:r>
                <a:r>
                  <a:rPr altLang="zh-CN" baseline="-25000" b="1" sz="3600" lang="en-US">
                    <a:solidFill>
                      <a:srgbClr val="FF33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567" name=""/>
          <p:cNvGrpSpPr/>
          <p:nvPr/>
        </p:nvGrpSpPr>
        <p:grpSpPr>
          <a:xfrm rot="0">
            <a:off x="2335212" y="3262312"/>
            <a:ext cx="3962400" cy="2876550"/>
            <a:chOff x="1471" y="2055"/>
            <a:chExt cx="2496" cy="1812"/>
          </a:xfrm>
        </p:grpSpPr>
        <p:grpSp>
          <p:nvGrpSpPr>
            <p:cNvPr id="568" name=""/>
            <p:cNvGrpSpPr/>
            <p:nvPr/>
          </p:nvGrpSpPr>
          <p:grpSpPr>
            <a:xfrm rot="0">
              <a:off x="2754" y="2055"/>
              <a:ext cx="1213" cy="404"/>
              <a:chOff x="2754" y="2055"/>
              <a:chExt cx="1213" cy="404"/>
            </a:xfrm>
          </p:grpSpPr>
          <p:sp>
            <p:nvSpPr>
              <p:cNvPr id="1088758" name=""/>
              <p:cNvSpPr/>
              <p:nvPr/>
            </p:nvSpPr>
            <p:spPr>
              <a:xfrm rot="0">
                <a:off x="3965" y="2083"/>
                <a:ext cx="2" cy="320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59" name=""/>
              <p:cNvSpPr/>
              <p:nvPr/>
            </p:nvSpPr>
            <p:spPr>
              <a:xfrm rot="0">
                <a:off x="2754" y="2283"/>
                <a:ext cx="1209" cy="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760" name=""/>
              <p:cNvSpPr/>
              <p:nvPr/>
            </p:nvSpPr>
            <p:spPr>
              <a:xfrm rot="0">
                <a:off x="2757" y="2083"/>
                <a:ext cx="2" cy="293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61" name=""/>
              <p:cNvSpPr txBox="1"/>
              <p:nvPr/>
            </p:nvSpPr>
            <p:spPr>
              <a:xfrm rot="0">
                <a:off x="3087" y="2055"/>
                <a:ext cx="354" cy="404"/>
              </a:xfrm>
              <a:prstGeom prst="rect"/>
              <a:noFill/>
              <a:ln>
                <a:noFill/>
              </a:ln>
            </p:spPr>
            <p:txBody>
              <a:bodyPr anchor="ctr" bIns="46800" lIns="90000" rIns="90000" tIns="4680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3600" lang="en-US">
                    <a:solidFill>
                      <a:srgbClr val="FF3300"/>
                    </a:solidFill>
                  </a:rPr>
                  <a:t>y</a:t>
                </a:r>
                <a:r>
                  <a:rPr altLang="zh-CN" baseline="-25000" b="1" sz="3600" lang="en-US">
                    <a:solidFill>
                      <a:srgbClr val="FF3300"/>
                    </a:solidFill>
                  </a:rPr>
                  <a:t>2</a:t>
                </a:r>
              </a:p>
            </p:txBody>
          </p:sp>
        </p:grpSp>
        <p:grpSp>
          <p:nvGrpSpPr>
            <p:cNvPr id="569" name=""/>
            <p:cNvGrpSpPr/>
            <p:nvPr/>
          </p:nvGrpSpPr>
          <p:grpSpPr>
            <a:xfrm rot="0">
              <a:off x="1471" y="2685"/>
              <a:ext cx="753" cy="1182"/>
              <a:chOff x="1471" y="2685"/>
              <a:chExt cx="753" cy="1182"/>
            </a:xfrm>
          </p:grpSpPr>
          <p:sp>
            <p:nvSpPr>
              <p:cNvPr id="1088762" name=""/>
              <p:cNvSpPr/>
              <p:nvPr/>
            </p:nvSpPr>
            <p:spPr>
              <a:xfrm rot="0">
                <a:off x="1471" y="3865"/>
                <a:ext cx="753" cy="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63" name=""/>
              <p:cNvSpPr/>
              <p:nvPr/>
            </p:nvSpPr>
            <p:spPr>
              <a:xfrm rot="0">
                <a:off x="1471" y="2685"/>
                <a:ext cx="753" cy="2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764" name=""/>
              <p:cNvSpPr/>
              <p:nvPr/>
            </p:nvSpPr>
            <p:spPr>
              <a:xfrm rot="0">
                <a:off x="2088" y="2685"/>
                <a:ext cx="2" cy="1180"/>
              </a:xfrm>
              <a:prstGeom prst="line"/>
              <a:solidFill>
                <a:srgbClr val="FFFFFF"/>
              </a:solidFill>
              <a:ln w="28575" cap="flat" cmpd="sng">
                <a:solidFill>
                  <a:schemeClr val="accent2">
                    <a:alpha val="100000"/>
                  </a:schemeClr>
                </a:solidFill>
                <a:prstDash val="solid"/>
                <a:round/>
                <a:headEnd type="triangle" w="med" len="med"/>
                <a:tailEnd type="triangle" w="med" len="med"/>
              </a:ln>
            </p:spPr>
          </p:sp>
          <p:sp>
            <p:nvSpPr>
              <p:cNvPr id="1088765" name=""/>
              <p:cNvSpPr txBox="1"/>
              <p:nvPr/>
            </p:nvSpPr>
            <p:spPr>
              <a:xfrm rot="16281949">
                <a:off x="1801" y="3383"/>
                <a:ext cx="354" cy="404"/>
              </a:xfrm>
              <a:prstGeom prst="rect"/>
              <a:noFill/>
              <a:ln>
                <a:noFill/>
              </a:ln>
            </p:spPr>
            <p:txBody>
              <a:bodyPr anchor="ctr" bIns="46800" lIns="90000" rIns="90000" tIns="4680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algn="ctr" lvl="0"/>
                <a:r>
                  <a:rPr altLang="zh-CN" b="1" sz="3600" lang="en-US">
                    <a:solidFill>
                      <a:srgbClr val="FF3300"/>
                    </a:solidFill>
                  </a:rPr>
                  <a:t>y</a:t>
                </a:r>
                <a:r>
                  <a:rPr altLang="zh-CN" baseline="-25000" b="1" sz="3600" lang="en-US">
                    <a:solidFill>
                      <a:srgbClr val="FF3300"/>
                    </a:solidFill>
                  </a:rPr>
                  <a:t>2</a:t>
                </a:r>
              </a:p>
            </p:txBody>
          </p:sp>
        </p:grpSp>
      </p:grpSp>
      <p:sp>
        <p:nvSpPr>
          <p:cNvPr id="1088766" name=""/>
          <p:cNvSpPr txBox="1"/>
          <p:nvPr/>
        </p:nvSpPr>
        <p:spPr>
          <a:xfrm rot="0">
            <a:off x="-9525" y="0"/>
            <a:ext cx="2833687" cy="579437"/>
          </a:xfrm>
          <a:prstGeom prst="rect"/>
          <a:noFill/>
          <a:ln>
            <a:noFill/>
          </a:ln>
        </p:spPr>
        <p:txBody>
          <a:bodyPr anchor="ctr" bIns="46800" lIns="90000" rIns="90000" tIns="4680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3200" 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altLang="en-US" b="1" sz="3200" 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 </a:t>
            </a:r>
            <a:r>
              <a:rPr altLang="en-US" b="1" sz="3200" lang="zh-CN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补画左视图</a:t>
            </a:r>
          </a:p>
        </p:txBody>
      </p:sp>
      <p:sp>
        <p:nvSpPr>
          <p:cNvPr id="1088767" name=""/>
          <p:cNvSpPr/>
          <p:nvPr/>
        </p:nvSpPr>
        <p:spPr>
          <a:xfrm rot="0">
            <a:off x="7526337" y="6521450"/>
            <a:ext cx="1617662" cy="3365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sz="1600" lang="zh-CN">
                <a:solidFill>
                  <a:schemeClr val="folHlink"/>
                </a:solidFill>
              </a:rPr>
              <a:t>立体与立体相交</a:t>
            </a:r>
          </a:p>
        </p:txBody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4194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4194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id="11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3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4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id="17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9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0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1">
                      <p:stCondLst>
                        <p:cond delay="indefinite"/>
                      </p:stCondLst>
                      <p:childTnLst>
                        <p:par>
                          <p:cTn fill="hold" id="22">
                            <p:stCondLst>
                              <p:cond delay="0"/>
                            </p:stCondLst>
                            <p:childTnLst>
                              <p:par>
                                <p:cTn fill="hold" id="23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5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6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7">
                      <p:stCondLst>
                        <p:cond delay="indefinite"/>
                      </p:stCondLst>
                      <p:childTnLst>
                        <p:par>
                          <p:cTn fill="hold" id="28">
                            <p:stCondLst>
                              <p:cond delay="0"/>
                            </p:stCondLst>
                            <p:childTnLst>
                              <p:par>
                                <p:cTn fill="hold" id="29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1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2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7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8768" name=""/>
          <p:cNvSpPr/>
          <p:nvPr>
            <p:ph type="ctrTitle" sz="full" idx="0"/>
          </p:nvPr>
        </p:nvSpPr>
        <p:spPr>
          <a:xfrm rot="0">
            <a:off x="685800" y="2130425"/>
            <a:ext cx="7772400" cy="1470025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ctr">
              <a:defRPr sz="4400"/>
            </a:lvl1pPr>
          </a:lstStyle>
          <a:p>
            <a:r>
              <a:rPr altLang="en-US" lang="zh-CN"/>
              <a:t>相贯线</a:t>
            </a:r>
          </a:p>
        </p:txBody>
      </p:sp>
      <p:sp>
        <p:nvSpPr>
          <p:cNvPr id="1088769" name=""/>
          <p:cNvSpPr/>
          <p:nvPr>
            <p:ph type="subTitle" sz="full" idx="1"/>
          </p:nvPr>
        </p:nvSpPr>
        <p:spPr>
          <a:xfrm rot="0">
            <a:off x="1371600" y="3886200"/>
            <a:ext cx="6400800" cy="1752600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ctr" marL="0">
              <a:buFontTx/>
              <a:buNone/>
              <a:defRPr sz="3200">
                <a:solidFill>
                  <a:schemeClr val="dk1"/>
                </a:solidFill>
              </a:defRPr>
            </a:lvl1pPr>
            <a:lvl2pPr algn="ctr" marL="457200">
              <a:buFontTx/>
              <a:buNone/>
            </a:lvl2pPr>
            <a:lvl3pPr algn="ctr" marL="914400">
              <a:buFontTx/>
              <a:buNone/>
            </a:lvl3pPr>
            <a:lvl4pPr algn="ctr" marL="1371600">
              <a:buFontTx/>
              <a:buNone/>
            </a:lvl4pPr>
            <a:lvl5pPr algn="ctr" marL="1828800">
              <a:buFontTx/>
              <a:buNone/>
            </a:lvl5pPr>
          </a:lstStyle>
          <a:p>
            <a:endParaRPr altLang="en-US" lang="zh-CN"/>
          </a:p>
        </p:txBody>
      </p:sp>
    </p:spTree>
  </p:cSld>
  <p:clrMapOvr>
    <a:masterClrMapping/>
  </p:clrMapOvr>
  <p:transition spd="fast" advClick="1"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7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8770" name=""/>
          <p:cNvSpPr/>
          <p:nvPr>
            <p:ph type="title" sz="full" idx="0"/>
          </p:nvPr>
        </p:nvSpPr>
        <p:spPr>
          <a:xfrm rot="0">
            <a:off x="866775" y="722312"/>
            <a:ext cx="6224587" cy="619125"/>
          </a:xfrm>
          <a:prstGeom prst="rect"/>
          <a:noFill/>
          <a:ln>
            <a:noFill/>
          </a:ln>
        </p:spPr>
        <p:txBody>
          <a:bodyPr anchor="t" bIns="45720" lIns="91440" rIns="91440" tIns="45720" vert="horz"/>
          <a:lstStyle>
            <a:lvl1pPr algn="ctr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4400" i="0" u="none">
                <a:solidFill>
                  <a:schemeClr val="lt2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</a:lstStyle>
          <a:p>
            <a:pPr algn="l" lvl="0"/>
            <a:r>
              <a:rPr altLang="en-US" b="1" sz="2400" lang="zh-CN">
                <a:solidFill>
                  <a:srgbClr val="003300"/>
                </a:solidFill>
                <a:latin typeface="楷体_GB2312" pitchFamily="49" charset="-122"/>
                <a:ea typeface="楷体_GB2312" pitchFamily="49" charset="-122"/>
              </a:rPr>
              <a:t>例</a:t>
            </a:r>
            <a:r>
              <a:rPr altLang="zh-CN" b="1" sz="2400" lang="en-US">
                <a:solidFill>
                  <a:srgbClr val="003300"/>
                </a:solidFill>
                <a:latin typeface="楷体_GB2312" pitchFamily="49" charset="-122"/>
                <a:ea typeface="楷体_GB2312" pitchFamily="49" charset="-122"/>
              </a:rPr>
              <a:t>2  </a:t>
            </a:r>
            <a:r>
              <a:rPr altLang="en-US" b="1" sz="2400" lang="zh-CN">
                <a:solidFill>
                  <a:srgbClr val="003300"/>
                </a:solidFill>
                <a:latin typeface="楷体_GB2312" pitchFamily="49" charset="-122"/>
                <a:ea typeface="楷体_GB2312" pitchFamily="49" charset="-122"/>
              </a:rPr>
              <a:t>求铅垂圆台与半球的相贯线的投影。</a:t>
            </a:r>
          </a:p>
        </p:txBody>
      </p:sp>
      <p:sp>
        <p:nvSpPr>
          <p:cNvPr id="1088771" name=""/>
          <p:cNvSpPr/>
          <p:nvPr/>
        </p:nvSpPr>
        <p:spPr>
          <a:xfrm rot="0">
            <a:off x="1471612" y="1795462"/>
            <a:ext cx="4013200" cy="1587"/>
          </a:xfrm>
          <a:custGeom>
            <a:avLst/>
            <a:ahLst/>
            <a:rect l="0" t="0" r="r" b="b"/>
            <a:pathLst>
              <a:path w="12618" h="0">
                <a:moveTo>
                  <a:pt x="0" y="0"/>
                </a:moveTo>
                <a:lnTo>
                  <a:pt x="12617" y="0"/>
                </a:lnTo>
                <a:lnTo>
                  <a:pt x="12618" y="0"/>
                </a:lnTo>
              </a:path>
            </a:pathLst>
          </a:custGeom>
          <a:noFill/>
          <a:ln w="190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772" name=""/>
          <p:cNvSpPr/>
          <p:nvPr/>
        </p:nvSpPr>
        <p:spPr>
          <a:xfrm rot="0">
            <a:off x="4049712" y="1795462"/>
            <a:ext cx="2868612" cy="1435100"/>
          </a:xfrm>
          <a:custGeom>
            <a:avLst/>
            <a:ahLst/>
            <a:rect l="0" t="0" r="r" b="b"/>
            <a:pathLst>
              <a:path w="9019" h="4514">
                <a:moveTo>
                  <a:pt x="9019" y="4514"/>
                </a:moveTo>
                <a:lnTo>
                  <a:pt x="8932" y="3634"/>
                </a:lnTo>
                <a:lnTo>
                  <a:pt x="8675" y="2787"/>
                </a:lnTo>
                <a:lnTo>
                  <a:pt x="8258" y="2007"/>
                </a:lnTo>
                <a:lnTo>
                  <a:pt x="7697" y="1323"/>
                </a:lnTo>
                <a:lnTo>
                  <a:pt x="7014" y="761"/>
                </a:lnTo>
                <a:lnTo>
                  <a:pt x="6235" y="344"/>
                </a:lnTo>
                <a:lnTo>
                  <a:pt x="5389" y="87"/>
                </a:lnTo>
                <a:lnTo>
                  <a:pt x="4509" y="0"/>
                </a:lnTo>
                <a:lnTo>
                  <a:pt x="3630" y="87"/>
                </a:lnTo>
                <a:lnTo>
                  <a:pt x="2784" y="344"/>
                </a:lnTo>
                <a:lnTo>
                  <a:pt x="2004" y="761"/>
                </a:lnTo>
                <a:lnTo>
                  <a:pt x="1321" y="1323"/>
                </a:lnTo>
                <a:lnTo>
                  <a:pt x="760" y="2007"/>
                </a:lnTo>
                <a:lnTo>
                  <a:pt x="343" y="2787"/>
                </a:lnTo>
                <a:lnTo>
                  <a:pt x="87" y="3634"/>
                </a:lnTo>
                <a:lnTo>
                  <a:pt x="0" y="4514"/>
                </a:lnTo>
                <a:lnTo>
                  <a:pt x="1" y="4514"/>
                </a:lnTo>
              </a:path>
            </a:pathLst>
          </a:custGeom>
          <a:noFill/>
          <a:ln w="190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773" name=""/>
          <p:cNvSpPr/>
          <p:nvPr/>
        </p:nvSpPr>
        <p:spPr>
          <a:xfrm rot="0">
            <a:off x="638175" y="1665287"/>
            <a:ext cx="1377950" cy="1001712"/>
          </a:xfrm>
          <a:custGeom>
            <a:avLst/>
            <a:ahLst/>
            <a:rect l="0" t="0" r="r" b="b"/>
            <a:pathLst>
              <a:path w="4334" h="3146">
                <a:moveTo>
                  <a:pt x="4334" y="0"/>
                </a:moveTo>
                <a:lnTo>
                  <a:pt x="4306" y="12"/>
                </a:lnTo>
                <a:lnTo>
                  <a:pt x="4220" y="51"/>
                </a:lnTo>
                <a:lnTo>
                  <a:pt x="4083" y="113"/>
                </a:lnTo>
                <a:lnTo>
                  <a:pt x="3905" y="196"/>
                </a:lnTo>
                <a:lnTo>
                  <a:pt x="3636" y="323"/>
                </a:lnTo>
                <a:lnTo>
                  <a:pt x="3318" y="481"/>
                </a:lnTo>
                <a:lnTo>
                  <a:pt x="2971" y="661"/>
                </a:lnTo>
                <a:lnTo>
                  <a:pt x="2622" y="852"/>
                </a:lnTo>
                <a:lnTo>
                  <a:pt x="2158" y="1125"/>
                </a:lnTo>
                <a:lnTo>
                  <a:pt x="1696" y="1425"/>
                </a:lnTo>
                <a:lnTo>
                  <a:pt x="1263" y="1741"/>
                </a:lnTo>
                <a:lnTo>
                  <a:pt x="887" y="2054"/>
                </a:lnTo>
                <a:lnTo>
                  <a:pt x="691" y="2238"/>
                </a:lnTo>
                <a:lnTo>
                  <a:pt x="506" y="2431"/>
                </a:lnTo>
                <a:lnTo>
                  <a:pt x="343" y="2623"/>
                </a:lnTo>
                <a:lnTo>
                  <a:pt x="209" y="2802"/>
                </a:lnTo>
                <a:lnTo>
                  <a:pt x="130" y="2919"/>
                </a:lnTo>
                <a:lnTo>
                  <a:pt x="64" y="3029"/>
                </a:lnTo>
                <a:lnTo>
                  <a:pt x="17" y="3112"/>
                </a:lnTo>
                <a:lnTo>
                  <a:pt x="0" y="3146"/>
                </a:lnTo>
                <a:lnTo>
                  <a:pt x="1" y="3146"/>
                </a:lnTo>
              </a:path>
            </a:pathLst>
          </a:custGeom>
          <a:noFill/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8774" name=""/>
          <p:cNvSpPr/>
          <p:nvPr/>
        </p:nvSpPr>
        <p:spPr>
          <a:xfrm rot="0">
            <a:off x="638175" y="4441825"/>
            <a:ext cx="1377950" cy="1265237"/>
          </a:xfrm>
          <a:custGeom>
            <a:avLst/>
            <a:ahLst/>
            <a:rect l="0" t="0" r="r" b="b"/>
            <a:pathLst>
              <a:path w="4334" h="3973">
                <a:moveTo>
                  <a:pt x="0" y="1987"/>
                </a:moveTo>
                <a:lnTo>
                  <a:pt x="17" y="1783"/>
                </a:lnTo>
                <a:lnTo>
                  <a:pt x="64" y="1592"/>
                </a:lnTo>
                <a:lnTo>
                  <a:pt x="130" y="1414"/>
                </a:lnTo>
                <a:lnTo>
                  <a:pt x="209" y="1250"/>
                </a:lnTo>
                <a:lnTo>
                  <a:pt x="343" y="1030"/>
                </a:lnTo>
                <a:lnTo>
                  <a:pt x="506" y="818"/>
                </a:lnTo>
                <a:lnTo>
                  <a:pt x="691" y="627"/>
                </a:lnTo>
                <a:lnTo>
                  <a:pt x="887" y="465"/>
                </a:lnTo>
                <a:lnTo>
                  <a:pt x="1263" y="234"/>
                </a:lnTo>
                <a:lnTo>
                  <a:pt x="1696" y="73"/>
                </a:lnTo>
                <a:lnTo>
                  <a:pt x="2158" y="0"/>
                </a:lnTo>
                <a:lnTo>
                  <a:pt x="2622" y="26"/>
                </a:lnTo>
                <a:lnTo>
                  <a:pt x="2971" y="114"/>
                </a:lnTo>
                <a:lnTo>
                  <a:pt x="3318" y="269"/>
                </a:lnTo>
                <a:lnTo>
                  <a:pt x="3636" y="492"/>
                </a:lnTo>
                <a:lnTo>
                  <a:pt x="3905" y="767"/>
                </a:lnTo>
                <a:lnTo>
                  <a:pt x="4083" y="1032"/>
                </a:lnTo>
                <a:lnTo>
                  <a:pt x="4220" y="1334"/>
                </a:lnTo>
                <a:lnTo>
                  <a:pt x="4306" y="1660"/>
                </a:lnTo>
                <a:lnTo>
                  <a:pt x="4334" y="1987"/>
                </a:lnTo>
                <a:lnTo>
                  <a:pt x="4306" y="2314"/>
                </a:lnTo>
                <a:lnTo>
                  <a:pt x="4220" y="2638"/>
                </a:lnTo>
                <a:lnTo>
                  <a:pt x="4083" y="2942"/>
                </a:lnTo>
                <a:lnTo>
                  <a:pt x="3905" y="3205"/>
                </a:lnTo>
                <a:lnTo>
                  <a:pt x="3636" y="3482"/>
                </a:lnTo>
                <a:lnTo>
                  <a:pt x="3318" y="3703"/>
                </a:lnTo>
                <a:lnTo>
                  <a:pt x="2971" y="3860"/>
                </a:lnTo>
                <a:lnTo>
                  <a:pt x="2622" y="3948"/>
                </a:lnTo>
                <a:lnTo>
                  <a:pt x="2158" y="3973"/>
                </a:lnTo>
                <a:lnTo>
                  <a:pt x="1696" y="3901"/>
                </a:lnTo>
                <a:lnTo>
                  <a:pt x="1263" y="3739"/>
                </a:lnTo>
                <a:lnTo>
                  <a:pt x="887" y="3508"/>
                </a:lnTo>
                <a:lnTo>
                  <a:pt x="691" y="3345"/>
                </a:lnTo>
                <a:lnTo>
                  <a:pt x="506" y="3154"/>
                </a:lnTo>
                <a:lnTo>
                  <a:pt x="343" y="2944"/>
                </a:lnTo>
                <a:lnTo>
                  <a:pt x="209" y="2723"/>
                </a:lnTo>
                <a:lnTo>
                  <a:pt x="130" y="2560"/>
                </a:lnTo>
                <a:lnTo>
                  <a:pt x="64" y="2381"/>
                </a:lnTo>
                <a:lnTo>
                  <a:pt x="17" y="2189"/>
                </a:lnTo>
                <a:lnTo>
                  <a:pt x="0" y="1987"/>
                </a:lnTo>
                <a:lnTo>
                  <a:pt x="1" y="1987"/>
                </a:lnTo>
              </a:path>
            </a:pathLst>
          </a:custGeom>
          <a:noFill/>
          <a:ln w="5715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grpSp>
        <p:nvGrpSpPr>
          <p:cNvPr id="572" name=""/>
          <p:cNvGrpSpPr/>
          <p:nvPr/>
        </p:nvGrpSpPr>
        <p:grpSpPr>
          <a:xfrm rot="0">
            <a:off x="1239837" y="714375"/>
            <a:ext cx="609600" cy="2762250"/>
            <a:chOff x="624" y="528"/>
            <a:chExt cx="384" cy="1740"/>
          </a:xfrm>
        </p:grpSpPr>
        <p:sp>
          <p:nvSpPr>
            <p:cNvPr id="1088775" name=""/>
            <p:cNvSpPr/>
            <p:nvPr/>
          </p:nvSpPr>
          <p:spPr>
            <a:xfrm rot="0">
              <a:off x="762" y="732"/>
              <a:ext cx="1" cy="1536"/>
            </a:xfrm>
            <a:prstGeom prst="line"/>
            <a:noFill/>
            <a:ln w="28575" cap="flat" cmpd="sng">
              <a:solidFill>
                <a:srgbClr val="FFFF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776" name=""/>
            <p:cNvSpPr/>
            <p:nvPr/>
          </p:nvSpPr>
          <p:spPr>
            <a:xfrm rot="0">
              <a:off x="624" y="528"/>
              <a:ext cx="384" cy="192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sz="2000" i="1" lang="en-US"/>
                <a:t>P</a:t>
              </a:r>
              <a:r>
                <a:rPr altLang="zh-CN" baseline="-25000" sz="2000" i="1" lang="en-US"/>
                <a:t>V2</a:t>
              </a:r>
            </a:p>
          </p:txBody>
        </p:sp>
      </p:grpSp>
      <p:grpSp>
        <p:nvGrpSpPr>
          <p:cNvPr id="573" name=""/>
          <p:cNvGrpSpPr/>
          <p:nvPr/>
        </p:nvGrpSpPr>
        <p:grpSpPr>
          <a:xfrm rot="0">
            <a:off x="638175" y="1663700"/>
            <a:ext cx="5843587" cy="1565275"/>
            <a:chOff x="1575" y="1260"/>
            <a:chExt cx="2297" cy="615"/>
          </a:xfrm>
        </p:grpSpPr>
        <p:sp>
          <p:nvSpPr>
            <p:cNvPr id="1088777" name=""/>
            <p:cNvSpPr/>
            <p:nvPr/>
          </p:nvSpPr>
          <p:spPr>
            <a:xfrm rot="0">
              <a:off x="3862" y="1840"/>
              <a:ext cx="10" cy="35"/>
            </a:xfrm>
            <a:custGeom>
              <a:avLst/>
              <a:ahLst/>
              <a:rect l="0" t="0" r="r" b="b"/>
              <a:pathLst>
                <a:path w="80" h="280">
                  <a:moveTo>
                    <a:pt x="80" y="28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78" name=""/>
            <p:cNvSpPr/>
            <p:nvPr/>
          </p:nvSpPr>
          <p:spPr>
            <a:xfrm rot="0">
              <a:off x="3855" y="1815"/>
              <a:ext cx="3" cy="13"/>
            </a:xfrm>
            <a:custGeom>
              <a:avLst/>
              <a:ahLst/>
              <a:rect l="0" t="0" r="r" b="b"/>
              <a:pathLst>
                <a:path w="29" h="101">
                  <a:moveTo>
                    <a:pt x="29" y="1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79" name=""/>
            <p:cNvSpPr/>
            <p:nvPr/>
          </p:nvSpPr>
          <p:spPr>
            <a:xfrm rot="0">
              <a:off x="3847" y="1790"/>
              <a:ext cx="4" cy="12"/>
            </a:xfrm>
            <a:custGeom>
              <a:avLst/>
              <a:ahLst/>
              <a:rect l="0" t="0" r="r" b="b"/>
              <a:pathLst>
                <a:path w="30" h="100">
                  <a:moveTo>
                    <a:pt x="30" y="1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0" name=""/>
            <p:cNvSpPr/>
            <p:nvPr/>
          </p:nvSpPr>
          <p:spPr>
            <a:xfrm rot="0">
              <a:off x="3826" y="1715"/>
              <a:ext cx="18" cy="62"/>
            </a:xfrm>
            <a:custGeom>
              <a:avLst/>
              <a:ahLst/>
              <a:rect l="0" t="0" r="r" b="b"/>
              <a:pathLst>
                <a:path w="145" h="501">
                  <a:moveTo>
                    <a:pt x="145" y="5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1" name=""/>
            <p:cNvSpPr/>
            <p:nvPr/>
          </p:nvSpPr>
          <p:spPr>
            <a:xfrm rot="0">
              <a:off x="3818" y="1690"/>
              <a:ext cx="4" cy="12"/>
            </a:xfrm>
            <a:custGeom>
              <a:avLst/>
              <a:ahLst/>
              <a:rect l="0" t="0" r="r" b="b"/>
              <a:pathLst>
                <a:path w="30" h="100">
                  <a:moveTo>
                    <a:pt x="30" y="1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2" name=""/>
            <p:cNvSpPr/>
            <p:nvPr/>
          </p:nvSpPr>
          <p:spPr>
            <a:xfrm rot="0">
              <a:off x="3811" y="1665"/>
              <a:ext cx="4" cy="12"/>
            </a:xfrm>
            <a:custGeom>
              <a:avLst/>
              <a:ahLst/>
              <a:rect l="0" t="0" r="r" b="b"/>
              <a:pathLst>
                <a:path w="30" h="100">
                  <a:moveTo>
                    <a:pt x="30" y="1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3" name=""/>
            <p:cNvSpPr/>
            <p:nvPr/>
          </p:nvSpPr>
          <p:spPr>
            <a:xfrm rot="0">
              <a:off x="3789" y="1590"/>
              <a:ext cx="18" cy="62"/>
            </a:xfrm>
            <a:custGeom>
              <a:avLst/>
              <a:ahLst/>
              <a:rect l="0" t="0" r="r" b="b"/>
              <a:pathLst>
                <a:path w="145" h="501">
                  <a:moveTo>
                    <a:pt x="145" y="5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4" name=""/>
            <p:cNvSpPr/>
            <p:nvPr/>
          </p:nvSpPr>
          <p:spPr>
            <a:xfrm rot="0">
              <a:off x="3782" y="1565"/>
              <a:ext cx="4" cy="12"/>
            </a:xfrm>
            <a:custGeom>
              <a:avLst/>
              <a:ahLst/>
              <a:rect l="0" t="0" r="r" b="b"/>
              <a:pathLst>
                <a:path w="29" h="101">
                  <a:moveTo>
                    <a:pt x="29" y="1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5" name=""/>
            <p:cNvSpPr/>
            <p:nvPr/>
          </p:nvSpPr>
          <p:spPr>
            <a:xfrm rot="0">
              <a:off x="3775" y="1540"/>
              <a:ext cx="3" cy="12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1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6" name=""/>
            <p:cNvSpPr/>
            <p:nvPr/>
          </p:nvSpPr>
          <p:spPr>
            <a:xfrm rot="0">
              <a:off x="3753" y="1464"/>
              <a:ext cx="18" cy="63"/>
            </a:xfrm>
            <a:custGeom>
              <a:avLst/>
              <a:ahLst/>
              <a:rect l="0" t="0" r="r" b="b"/>
              <a:pathLst>
                <a:path w="144" h="500">
                  <a:moveTo>
                    <a:pt x="144" y="5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7" name=""/>
            <p:cNvSpPr/>
            <p:nvPr/>
          </p:nvSpPr>
          <p:spPr>
            <a:xfrm rot="0">
              <a:off x="3746" y="1439"/>
              <a:ext cx="3" cy="13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1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8" name=""/>
            <p:cNvSpPr/>
            <p:nvPr/>
          </p:nvSpPr>
          <p:spPr>
            <a:xfrm rot="0">
              <a:off x="3739" y="1414"/>
              <a:ext cx="3" cy="13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10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89" name=""/>
            <p:cNvSpPr/>
            <p:nvPr/>
          </p:nvSpPr>
          <p:spPr>
            <a:xfrm rot="0">
              <a:off x="3725" y="1367"/>
              <a:ext cx="10" cy="35"/>
            </a:xfrm>
            <a:custGeom>
              <a:avLst/>
              <a:ahLst/>
              <a:rect l="0" t="0" r="r" b="b"/>
              <a:pathLst>
                <a:path w="82" h="281">
                  <a:moveTo>
                    <a:pt x="82" y="28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0" name=""/>
            <p:cNvSpPr/>
            <p:nvPr/>
          </p:nvSpPr>
          <p:spPr>
            <a:xfrm rot="0">
              <a:off x="2055" y="1260"/>
              <a:ext cx="58" cy="9"/>
            </a:xfrm>
            <a:custGeom>
              <a:avLst/>
              <a:ahLst/>
              <a:rect l="0" t="0" r="r" b="b"/>
              <a:pathLst>
                <a:path w="463" h="71">
                  <a:moveTo>
                    <a:pt x="463" y="0"/>
                  </a:moveTo>
                  <a:lnTo>
                    <a:pt x="0" y="71"/>
                  </a:lnTo>
                  <a:lnTo>
                    <a:pt x="1" y="71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1" name=""/>
            <p:cNvSpPr/>
            <p:nvPr/>
          </p:nvSpPr>
          <p:spPr>
            <a:xfrm rot="0">
              <a:off x="2030" y="1271"/>
              <a:ext cx="13" cy="2"/>
            </a:xfrm>
            <a:custGeom>
              <a:avLst/>
              <a:ahLst/>
              <a:rect l="0" t="0" r="r" b="b"/>
              <a:pathLst>
                <a:path w="103" h="17">
                  <a:moveTo>
                    <a:pt x="103" y="0"/>
                  </a:moveTo>
                  <a:lnTo>
                    <a:pt x="0" y="17"/>
                  </a:lnTo>
                  <a:lnTo>
                    <a:pt x="1" y="17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2" name=""/>
            <p:cNvSpPr/>
            <p:nvPr/>
          </p:nvSpPr>
          <p:spPr>
            <a:xfrm rot="0">
              <a:off x="2004" y="1275"/>
              <a:ext cx="13" cy="2"/>
            </a:xfrm>
            <a:custGeom>
              <a:avLst/>
              <a:ahLst/>
              <a:rect l="0" t="0" r="r" b="b"/>
              <a:pathLst>
                <a:path w="103" h="15">
                  <a:moveTo>
                    <a:pt x="103" y="0"/>
                  </a:moveTo>
                  <a:lnTo>
                    <a:pt x="0" y="15"/>
                  </a:lnTo>
                  <a:lnTo>
                    <a:pt x="1" y="15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3" name=""/>
            <p:cNvSpPr/>
            <p:nvPr/>
          </p:nvSpPr>
          <p:spPr>
            <a:xfrm rot="0">
              <a:off x="1930" y="1280"/>
              <a:ext cx="61" cy="22"/>
            </a:xfrm>
            <a:custGeom>
              <a:avLst/>
              <a:ahLst/>
              <a:rect l="0" t="0" r="r" b="b"/>
              <a:pathLst>
                <a:path w="490" h="176">
                  <a:moveTo>
                    <a:pt x="490" y="0"/>
                  </a:moveTo>
                  <a:lnTo>
                    <a:pt x="0" y="176"/>
                  </a:lnTo>
                  <a:lnTo>
                    <a:pt x="1" y="176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4" name=""/>
            <p:cNvSpPr/>
            <p:nvPr/>
          </p:nvSpPr>
          <p:spPr>
            <a:xfrm rot="0">
              <a:off x="1906" y="1307"/>
              <a:ext cx="12" cy="4"/>
            </a:xfrm>
            <a:custGeom>
              <a:avLst/>
              <a:ahLst/>
              <a:rect l="0" t="0" r="r" b="b"/>
              <a:pathLst>
                <a:path w="98" h="35">
                  <a:moveTo>
                    <a:pt x="98" y="0"/>
                  </a:moveTo>
                  <a:lnTo>
                    <a:pt x="0" y="35"/>
                  </a:lnTo>
                  <a:lnTo>
                    <a:pt x="1" y="35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5" name=""/>
            <p:cNvSpPr/>
            <p:nvPr/>
          </p:nvSpPr>
          <p:spPr>
            <a:xfrm rot="0">
              <a:off x="1882" y="1316"/>
              <a:ext cx="11" cy="5"/>
            </a:xfrm>
            <a:custGeom>
              <a:avLst/>
              <a:ahLst/>
              <a:rect l="0" t="0" r="r" b="b"/>
              <a:pathLst>
                <a:path w="94" h="44">
                  <a:moveTo>
                    <a:pt x="94" y="0"/>
                  </a:moveTo>
                  <a:lnTo>
                    <a:pt x="45" y="17"/>
                  </a:lnTo>
                  <a:lnTo>
                    <a:pt x="0" y="44"/>
                  </a:lnTo>
                  <a:lnTo>
                    <a:pt x="1" y="44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6" name=""/>
            <p:cNvSpPr/>
            <p:nvPr/>
          </p:nvSpPr>
          <p:spPr>
            <a:xfrm rot="0">
              <a:off x="1814" y="1328"/>
              <a:ext cx="56" cy="33"/>
            </a:xfrm>
            <a:custGeom>
              <a:avLst/>
              <a:ahLst/>
              <a:rect l="0" t="0" r="r" b="b"/>
              <a:pathLst>
                <a:path w="448" h="265">
                  <a:moveTo>
                    <a:pt x="448" y="0"/>
                  </a:moveTo>
                  <a:lnTo>
                    <a:pt x="0" y="265"/>
                  </a:lnTo>
                  <a:lnTo>
                    <a:pt x="1" y="265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7" name=""/>
            <p:cNvSpPr/>
            <p:nvPr/>
          </p:nvSpPr>
          <p:spPr>
            <a:xfrm rot="0">
              <a:off x="1792" y="1368"/>
              <a:ext cx="11" cy="6"/>
            </a:xfrm>
            <a:custGeom>
              <a:avLst/>
              <a:ahLst/>
              <a:rect l="0" t="0" r="r" b="b"/>
              <a:pathLst>
                <a:path w="90" h="54">
                  <a:moveTo>
                    <a:pt x="90" y="0"/>
                  </a:moveTo>
                  <a:lnTo>
                    <a:pt x="0" y="54"/>
                  </a:lnTo>
                  <a:lnTo>
                    <a:pt x="1" y="54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8" name=""/>
            <p:cNvSpPr/>
            <p:nvPr/>
          </p:nvSpPr>
          <p:spPr>
            <a:xfrm rot="0">
              <a:off x="1772" y="1382"/>
              <a:ext cx="9" cy="9"/>
            </a:xfrm>
            <a:custGeom>
              <a:avLst/>
              <a:ahLst/>
              <a:rect l="0" t="0" r="r" b="b"/>
              <a:pathLst>
                <a:path w="78" h="69">
                  <a:moveTo>
                    <a:pt x="78" y="0"/>
                  </a:move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799" name=""/>
            <p:cNvSpPr/>
            <p:nvPr/>
          </p:nvSpPr>
          <p:spPr>
            <a:xfrm rot="0">
              <a:off x="1713" y="1399"/>
              <a:ext cx="49" cy="43"/>
            </a:xfrm>
            <a:custGeom>
              <a:avLst/>
              <a:ahLst/>
              <a:rect l="0" t="0" r="r" b="b"/>
              <a:pathLst>
                <a:path w="390" h="346">
                  <a:moveTo>
                    <a:pt x="390" y="0"/>
                  </a:moveTo>
                  <a:lnTo>
                    <a:pt x="0" y="346"/>
                  </a:lnTo>
                  <a:lnTo>
                    <a:pt x="1" y="346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0" name=""/>
            <p:cNvSpPr/>
            <p:nvPr/>
          </p:nvSpPr>
          <p:spPr>
            <a:xfrm rot="0">
              <a:off x="1695" y="1451"/>
              <a:ext cx="9" cy="10"/>
            </a:xfrm>
            <a:custGeom>
              <a:avLst/>
              <a:ahLst/>
              <a:rect l="0" t="0" r="r" b="b"/>
              <a:pathLst>
                <a:path w="71" h="76">
                  <a:moveTo>
                    <a:pt x="71" y="0"/>
                  </a:moveTo>
                  <a:lnTo>
                    <a:pt x="32" y="35"/>
                  </a:lnTo>
                  <a:lnTo>
                    <a:pt x="0" y="76"/>
                  </a:lnTo>
                  <a:lnTo>
                    <a:pt x="1" y="76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1" name=""/>
            <p:cNvSpPr/>
            <p:nvPr/>
          </p:nvSpPr>
          <p:spPr>
            <a:xfrm rot="0">
              <a:off x="1679" y="1471"/>
              <a:ext cx="8" cy="10"/>
            </a:xfrm>
            <a:custGeom>
              <a:avLst/>
              <a:ahLst/>
              <a:rect l="0" t="0" r="r" b="b"/>
              <a:pathLst>
                <a:path w="63" h="82">
                  <a:moveTo>
                    <a:pt x="63" y="0"/>
                  </a:moveTo>
                  <a:lnTo>
                    <a:pt x="0" y="82"/>
                  </a:lnTo>
                  <a:lnTo>
                    <a:pt x="1" y="82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2" name=""/>
            <p:cNvSpPr/>
            <p:nvPr/>
          </p:nvSpPr>
          <p:spPr>
            <a:xfrm rot="0">
              <a:off x="1631" y="1492"/>
              <a:ext cx="40" cy="51"/>
            </a:xfrm>
            <a:custGeom>
              <a:avLst/>
              <a:ahLst/>
              <a:rect l="0" t="0" r="r" b="b"/>
              <a:pathLst>
                <a:path w="318" h="414">
                  <a:moveTo>
                    <a:pt x="318" y="0"/>
                  </a:moveTo>
                  <a:lnTo>
                    <a:pt x="0" y="414"/>
                  </a:lnTo>
                  <a:lnTo>
                    <a:pt x="1" y="414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3" name=""/>
            <p:cNvSpPr/>
            <p:nvPr/>
          </p:nvSpPr>
          <p:spPr>
            <a:xfrm rot="0">
              <a:off x="1619" y="1554"/>
              <a:ext cx="6" cy="12"/>
            </a:xfrm>
            <a:custGeom>
              <a:avLst/>
              <a:ahLst/>
              <a:rect l="0" t="0" r="r" b="b"/>
              <a:pathLst>
                <a:path w="47" h="94">
                  <a:moveTo>
                    <a:pt x="47" y="0"/>
                  </a:moveTo>
                  <a:lnTo>
                    <a:pt x="0" y="94"/>
                  </a:lnTo>
                  <a:lnTo>
                    <a:pt x="1" y="94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4" name=""/>
            <p:cNvSpPr/>
            <p:nvPr/>
          </p:nvSpPr>
          <p:spPr>
            <a:xfrm rot="0">
              <a:off x="1607" y="1578"/>
              <a:ext cx="6" cy="11"/>
            </a:xfrm>
            <a:custGeom>
              <a:avLst/>
              <a:ahLst/>
              <a:rect l="0" t="0" r="r" b="b"/>
              <a:pathLst>
                <a:path w="46" h="93">
                  <a:moveTo>
                    <a:pt x="46" y="0"/>
                  </a:moveTo>
                  <a:lnTo>
                    <a:pt x="0" y="93"/>
                  </a:lnTo>
                  <a:lnTo>
                    <a:pt x="1" y="93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5" name=""/>
            <p:cNvSpPr/>
            <p:nvPr/>
          </p:nvSpPr>
          <p:spPr>
            <a:xfrm rot="0">
              <a:off x="1575" y="1601"/>
              <a:ext cx="26" cy="53"/>
            </a:xfrm>
            <a:custGeom>
              <a:avLst/>
              <a:ahLst/>
              <a:rect l="0" t="0" r="r" b="b"/>
              <a:pathLst>
                <a:path w="209" h="420">
                  <a:moveTo>
                    <a:pt x="209" y="0"/>
                  </a:moveTo>
                  <a:lnTo>
                    <a:pt x="0" y="420"/>
                  </a:lnTo>
                  <a:lnTo>
                    <a:pt x="1" y="42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6" name=""/>
            <p:cNvSpPr/>
            <p:nvPr/>
          </p:nvSpPr>
          <p:spPr>
            <a:xfrm rot="0">
              <a:off x="3225" y="1367"/>
              <a:ext cx="10" cy="35"/>
            </a:xfrm>
            <a:custGeom>
              <a:avLst/>
              <a:ahLst/>
              <a:rect l="0" t="0" r="r" b="b"/>
              <a:pathLst>
                <a:path w="80" h="281">
                  <a:moveTo>
                    <a:pt x="80" y="0"/>
                  </a:moveTo>
                  <a:lnTo>
                    <a:pt x="0" y="281"/>
                  </a:lnTo>
                  <a:lnTo>
                    <a:pt x="1" y="281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7" name=""/>
            <p:cNvSpPr/>
            <p:nvPr/>
          </p:nvSpPr>
          <p:spPr>
            <a:xfrm rot="0">
              <a:off x="3218" y="1414"/>
              <a:ext cx="3" cy="13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0"/>
                  </a:moveTo>
                  <a:lnTo>
                    <a:pt x="0" y="100"/>
                  </a:lnTo>
                  <a:lnTo>
                    <a:pt x="1" y="1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8" name=""/>
            <p:cNvSpPr/>
            <p:nvPr/>
          </p:nvSpPr>
          <p:spPr>
            <a:xfrm rot="0">
              <a:off x="3211" y="1439"/>
              <a:ext cx="3" cy="13"/>
            </a:xfrm>
            <a:custGeom>
              <a:avLst/>
              <a:ahLst/>
              <a:rect l="0" t="0" r="r" b="b"/>
              <a:pathLst>
                <a:path w="30" h="100">
                  <a:moveTo>
                    <a:pt x="30" y="0"/>
                  </a:moveTo>
                  <a:lnTo>
                    <a:pt x="0" y="100"/>
                  </a:lnTo>
                  <a:lnTo>
                    <a:pt x="1" y="1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09" name=""/>
            <p:cNvSpPr/>
            <p:nvPr/>
          </p:nvSpPr>
          <p:spPr>
            <a:xfrm rot="0">
              <a:off x="3189" y="1464"/>
              <a:ext cx="18" cy="63"/>
            </a:xfrm>
            <a:custGeom>
              <a:avLst/>
              <a:ahLst/>
              <a:rect l="0" t="0" r="r" b="b"/>
              <a:pathLst>
                <a:path w="145" h="500">
                  <a:moveTo>
                    <a:pt x="145" y="0"/>
                  </a:moveTo>
                  <a:lnTo>
                    <a:pt x="0" y="500"/>
                  </a:lnTo>
                  <a:lnTo>
                    <a:pt x="1" y="5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0" name=""/>
            <p:cNvSpPr/>
            <p:nvPr/>
          </p:nvSpPr>
          <p:spPr>
            <a:xfrm rot="0">
              <a:off x="3182" y="1540"/>
              <a:ext cx="3" cy="12"/>
            </a:xfrm>
            <a:custGeom>
              <a:avLst/>
              <a:ahLst/>
              <a:rect l="0" t="0" r="r" b="b"/>
              <a:pathLst>
                <a:path w="30" h="100">
                  <a:moveTo>
                    <a:pt x="30" y="0"/>
                  </a:moveTo>
                  <a:lnTo>
                    <a:pt x="0" y="100"/>
                  </a:lnTo>
                  <a:lnTo>
                    <a:pt x="1" y="1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1" name=""/>
            <p:cNvSpPr/>
            <p:nvPr/>
          </p:nvSpPr>
          <p:spPr>
            <a:xfrm rot="0">
              <a:off x="3174" y="1565"/>
              <a:ext cx="4" cy="12"/>
            </a:xfrm>
            <a:custGeom>
              <a:avLst/>
              <a:ahLst/>
              <a:rect l="0" t="0" r="r" b="b"/>
              <a:pathLst>
                <a:path w="29" h="101">
                  <a:moveTo>
                    <a:pt x="29" y="0"/>
                  </a:moveTo>
                  <a:lnTo>
                    <a:pt x="0" y="101"/>
                  </a:lnTo>
                  <a:lnTo>
                    <a:pt x="1" y="101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2" name=""/>
            <p:cNvSpPr/>
            <p:nvPr/>
          </p:nvSpPr>
          <p:spPr>
            <a:xfrm rot="0">
              <a:off x="3153" y="1590"/>
              <a:ext cx="18" cy="62"/>
            </a:xfrm>
            <a:custGeom>
              <a:avLst/>
              <a:ahLst/>
              <a:rect l="0" t="0" r="r" b="b"/>
              <a:pathLst>
                <a:path w="145" h="501">
                  <a:moveTo>
                    <a:pt x="145" y="0"/>
                  </a:moveTo>
                  <a:lnTo>
                    <a:pt x="0" y="501"/>
                  </a:lnTo>
                  <a:lnTo>
                    <a:pt x="1" y="501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3" name=""/>
            <p:cNvSpPr/>
            <p:nvPr/>
          </p:nvSpPr>
          <p:spPr>
            <a:xfrm rot="0">
              <a:off x="3145" y="1665"/>
              <a:ext cx="4" cy="12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0"/>
                  </a:moveTo>
                  <a:lnTo>
                    <a:pt x="0" y="100"/>
                  </a:lnTo>
                  <a:lnTo>
                    <a:pt x="1" y="1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4" name=""/>
            <p:cNvSpPr/>
            <p:nvPr/>
          </p:nvSpPr>
          <p:spPr>
            <a:xfrm rot="0">
              <a:off x="3138" y="1690"/>
              <a:ext cx="4" cy="12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0"/>
                  </a:moveTo>
                  <a:lnTo>
                    <a:pt x="0" y="100"/>
                  </a:lnTo>
                  <a:lnTo>
                    <a:pt x="1" y="1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5" name=""/>
            <p:cNvSpPr/>
            <p:nvPr/>
          </p:nvSpPr>
          <p:spPr>
            <a:xfrm rot="0">
              <a:off x="3116" y="1715"/>
              <a:ext cx="19" cy="62"/>
            </a:xfrm>
            <a:custGeom>
              <a:avLst/>
              <a:ahLst/>
              <a:rect l="0" t="0" r="r" b="b"/>
              <a:pathLst>
                <a:path w="145" h="501">
                  <a:moveTo>
                    <a:pt x="145" y="0"/>
                  </a:moveTo>
                  <a:lnTo>
                    <a:pt x="0" y="501"/>
                  </a:lnTo>
                  <a:lnTo>
                    <a:pt x="1" y="501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6" name=""/>
            <p:cNvSpPr/>
            <p:nvPr/>
          </p:nvSpPr>
          <p:spPr>
            <a:xfrm rot="0">
              <a:off x="3109" y="1790"/>
              <a:ext cx="4" cy="12"/>
            </a:xfrm>
            <a:custGeom>
              <a:avLst/>
              <a:ahLst/>
              <a:rect l="0" t="0" r="r" b="b"/>
              <a:pathLst>
                <a:path w="29" h="100">
                  <a:moveTo>
                    <a:pt x="29" y="0"/>
                  </a:moveTo>
                  <a:lnTo>
                    <a:pt x="0" y="100"/>
                  </a:lnTo>
                  <a:lnTo>
                    <a:pt x="1" y="10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7" name=""/>
            <p:cNvSpPr/>
            <p:nvPr/>
          </p:nvSpPr>
          <p:spPr>
            <a:xfrm rot="0">
              <a:off x="3102" y="1815"/>
              <a:ext cx="4" cy="13"/>
            </a:xfrm>
            <a:custGeom>
              <a:avLst/>
              <a:ahLst/>
              <a:rect l="0" t="0" r="r" b="b"/>
              <a:pathLst>
                <a:path w="30" h="101">
                  <a:moveTo>
                    <a:pt x="30" y="0"/>
                  </a:moveTo>
                  <a:lnTo>
                    <a:pt x="0" y="101"/>
                  </a:lnTo>
                  <a:lnTo>
                    <a:pt x="1" y="101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18" name=""/>
            <p:cNvSpPr/>
            <p:nvPr/>
          </p:nvSpPr>
          <p:spPr>
            <a:xfrm rot="0">
              <a:off x="3088" y="1840"/>
              <a:ext cx="10" cy="35"/>
            </a:xfrm>
            <a:custGeom>
              <a:avLst/>
              <a:ahLst/>
              <a:rect l="0" t="0" r="r" b="b"/>
              <a:pathLst>
                <a:path w="81" h="280">
                  <a:moveTo>
                    <a:pt x="81" y="0"/>
                  </a:moveTo>
                  <a:lnTo>
                    <a:pt x="0" y="280"/>
                  </a:lnTo>
                  <a:lnTo>
                    <a:pt x="1" y="28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</p:grpSp>
      <p:grpSp>
        <p:nvGrpSpPr>
          <p:cNvPr id="574" name=""/>
          <p:cNvGrpSpPr/>
          <p:nvPr/>
        </p:nvGrpSpPr>
        <p:grpSpPr>
          <a:xfrm rot="0">
            <a:off x="355600" y="1076325"/>
            <a:ext cx="5130800" cy="5657850"/>
            <a:chOff x="1464" y="1029"/>
            <a:chExt cx="2017" cy="2223"/>
          </a:xfrm>
        </p:grpSpPr>
        <p:sp>
          <p:nvSpPr>
            <p:cNvPr id="1088819" name=""/>
            <p:cNvSpPr/>
            <p:nvPr/>
          </p:nvSpPr>
          <p:spPr>
            <a:xfrm rot="0">
              <a:off x="1903" y="1042"/>
              <a:ext cx="1" cy="77"/>
            </a:xfrm>
            <a:custGeom>
              <a:avLst/>
              <a:ahLst/>
              <a:rect l="0" t="0" r="r" b="b"/>
              <a:pathLst>
                <a:path w="1" h="617">
                  <a:moveTo>
                    <a:pt x="0" y="0"/>
                  </a:moveTo>
                  <a:lnTo>
                    <a:pt x="0" y="617"/>
                  </a:lnTo>
                  <a:lnTo>
                    <a:pt x="1" y="617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0" name=""/>
            <p:cNvSpPr/>
            <p:nvPr/>
          </p:nvSpPr>
          <p:spPr>
            <a:xfrm rot="0">
              <a:off x="1903" y="1145"/>
              <a:ext cx="1" cy="26"/>
            </a:xfrm>
            <a:custGeom>
              <a:avLst/>
              <a:ahLst/>
              <a:rect l="0" t="0" r="r" b="b"/>
              <a:pathLst>
                <a:path w="1" h="210">
                  <a:moveTo>
                    <a:pt x="0" y="0"/>
                  </a:moveTo>
                  <a:lnTo>
                    <a:pt x="0" y="210"/>
                  </a:lnTo>
                  <a:lnTo>
                    <a:pt x="1" y="21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1" name=""/>
            <p:cNvSpPr/>
            <p:nvPr/>
          </p:nvSpPr>
          <p:spPr>
            <a:xfrm rot="0">
              <a:off x="1903" y="1197"/>
              <a:ext cx="1" cy="131"/>
            </a:xfrm>
            <a:custGeom>
              <a:avLst/>
              <a:ahLst/>
              <a:rect l="0" t="0" r="r" b="b"/>
              <a:pathLst>
                <a:path w="1" h="1043">
                  <a:moveTo>
                    <a:pt x="0" y="0"/>
                  </a:moveTo>
                  <a:lnTo>
                    <a:pt x="0" y="1043"/>
                  </a:lnTo>
                  <a:lnTo>
                    <a:pt x="1" y="1043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2" name=""/>
            <p:cNvSpPr/>
            <p:nvPr/>
          </p:nvSpPr>
          <p:spPr>
            <a:xfrm rot="0">
              <a:off x="1903" y="1354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  <a:lnTo>
                    <a:pt x="1" y="208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3" name=""/>
            <p:cNvSpPr/>
            <p:nvPr/>
          </p:nvSpPr>
          <p:spPr>
            <a:xfrm rot="0">
              <a:off x="1903" y="1406"/>
              <a:ext cx="1" cy="130"/>
            </a:xfrm>
            <a:custGeom>
              <a:avLst/>
              <a:ahLst/>
              <a:rect l="0" t="0" r="r" b="b"/>
              <a:pathLst>
                <a:path w="1" h="1043">
                  <a:moveTo>
                    <a:pt x="0" y="0"/>
                  </a:moveTo>
                  <a:lnTo>
                    <a:pt x="0" y="1043"/>
                  </a:lnTo>
                  <a:lnTo>
                    <a:pt x="1" y="1043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4" name=""/>
            <p:cNvSpPr/>
            <p:nvPr/>
          </p:nvSpPr>
          <p:spPr>
            <a:xfrm rot="0">
              <a:off x="1903" y="1562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  <a:lnTo>
                    <a:pt x="1" y="208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5" name=""/>
            <p:cNvSpPr/>
            <p:nvPr/>
          </p:nvSpPr>
          <p:spPr>
            <a:xfrm rot="0">
              <a:off x="1903" y="1614"/>
              <a:ext cx="1" cy="77"/>
            </a:xfrm>
            <a:custGeom>
              <a:avLst/>
              <a:ahLst/>
              <a:rect l="0" t="0" r="r" b="b"/>
              <a:pathLst>
                <a:path w="1" h="617">
                  <a:moveTo>
                    <a:pt x="0" y="0"/>
                  </a:moveTo>
                  <a:lnTo>
                    <a:pt x="0" y="617"/>
                  </a:lnTo>
                  <a:lnTo>
                    <a:pt x="1" y="617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6" name=""/>
            <p:cNvSpPr/>
            <p:nvPr/>
          </p:nvSpPr>
          <p:spPr>
            <a:xfrm rot="0">
              <a:off x="1903" y="2747"/>
              <a:ext cx="1" cy="158"/>
            </a:xfrm>
            <a:custGeom>
              <a:avLst/>
              <a:ahLst/>
              <a:rect l="0" t="0" r="r" b="b"/>
              <a:pathLst>
                <a:path w="1" h="1261">
                  <a:moveTo>
                    <a:pt x="0" y="126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7" name=""/>
            <p:cNvSpPr/>
            <p:nvPr/>
          </p:nvSpPr>
          <p:spPr>
            <a:xfrm rot="0">
              <a:off x="1903" y="2695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2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8" name=""/>
            <p:cNvSpPr/>
            <p:nvPr/>
          </p:nvSpPr>
          <p:spPr>
            <a:xfrm rot="0">
              <a:off x="1903" y="2539"/>
              <a:ext cx="1" cy="130"/>
            </a:xfrm>
            <a:custGeom>
              <a:avLst/>
              <a:ahLst/>
              <a:rect l="0" t="0" r="r" b="b"/>
              <a:pathLst>
                <a:path w="1" h="1042">
                  <a:moveTo>
                    <a:pt x="0" y="104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29" name=""/>
            <p:cNvSpPr/>
            <p:nvPr/>
          </p:nvSpPr>
          <p:spPr>
            <a:xfrm rot="0">
              <a:off x="1903" y="2486"/>
              <a:ext cx="1" cy="27"/>
            </a:xfrm>
            <a:custGeom>
              <a:avLst/>
              <a:ahLst/>
              <a:rect l="0" t="0" r="r" b="b"/>
              <a:pathLst>
                <a:path w="1" h="208">
                  <a:moveTo>
                    <a:pt x="0" y="2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0" name=""/>
            <p:cNvSpPr/>
            <p:nvPr/>
          </p:nvSpPr>
          <p:spPr>
            <a:xfrm rot="0">
              <a:off x="1903" y="2303"/>
              <a:ext cx="1" cy="157"/>
            </a:xfrm>
            <a:custGeom>
              <a:avLst/>
              <a:ahLst/>
              <a:rect l="0" t="0" r="r" b="b"/>
              <a:pathLst>
                <a:path w="1" h="1261">
                  <a:moveTo>
                    <a:pt x="0" y="126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1" name=""/>
            <p:cNvSpPr/>
            <p:nvPr/>
          </p:nvSpPr>
          <p:spPr>
            <a:xfrm rot="0">
              <a:off x="3480" y="1029"/>
              <a:ext cx="1" cy="94"/>
            </a:xfrm>
            <a:custGeom>
              <a:avLst/>
              <a:ahLst/>
              <a:rect l="0" t="0" r="r" b="b"/>
              <a:pathLst>
                <a:path w="1" h="755">
                  <a:moveTo>
                    <a:pt x="0" y="0"/>
                  </a:moveTo>
                  <a:lnTo>
                    <a:pt x="0" y="755"/>
                  </a:lnTo>
                  <a:lnTo>
                    <a:pt x="1" y="755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2" name=""/>
            <p:cNvSpPr/>
            <p:nvPr/>
          </p:nvSpPr>
          <p:spPr>
            <a:xfrm rot="0">
              <a:off x="3480" y="1149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  <a:lnTo>
                    <a:pt x="1" y="208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3" name=""/>
            <p:cNvSpPr/>
            <p:nvPr/>
          </p:nvSpPr>
          <p:spPr>
            <a:xfrm rot="0">
              <a:off x="3480" y="1201"/>
              <a:ext cx="1" cy="131"/>
            </a:xfrm>
            <a:custGeom>
              <a:avLst/>
              <a:ahLst/>
              <a:rect l="0" t="0" r="r" b="b"/>
              <a:pathLst>
                <a:path w="1" h="1042">
                  <a:moveTo>
                    <a:pt x="0" y="0"/>
                  </a:moveTo>
                  <a:lnTo>
                    <a:pt x="0" y="1042"/>
                  </a:lnTo>
                  <a:lnTo>
                    <a:pt x="1" y="1042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4" name=""/>
            <p:cNvSpPr/>
            <p:nvPr/>
          </p:nvSpPr>
          <p:spPr>
            <a:xfrm rot="0">
              <a:off x="3480" y="1358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  <a:lnTo>
                    <a:pt x="1" y="208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5" name=""/>
            <p:cNvSpPr/>
            <p:nvPr/>
          </p:nvSpPr>
          <p:spPr>
            <a:xfrm rot="0">
              <a:off x="3480" y="1410"/>
              <a:ext cx="1" cy="130"/>
            </a:xfrm>
            <a:custGeom>
              <a:avLst/>
              <a:ahLst/>
              <a:rect l="0" t="0" r="r" b="b"/>
              <a:pathLst>
                <a:path w="1" h="1043">
                  <a:moveTo>
                    <a:pt x="0" y="0"/>
                  </a:moveTo>
                  <a:lnTo>
                    <a:pt x="0" y="1043"/>
                  </a:lnTo>
                  <a:lnTo>
                    <a:pt x="1" y="1043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6" name=""/>
            <p:cNvSpPr/>
            <p:nvPr/>
          </p:nvSpPr>
          <p:spPr>
            <a:xfrm rot="0">
              <a:off x="3480" y="1566"/>
              <a:ext cx="1" cy="26"/>
            </a:xfrm>
            <a:custGeom>
              <a:avLst/>
              <a:ahLst/>
              <a:rect l="0" t="0" r="r" b="b"/>
              <a:pathLst>
                <a:path w="1" h="209">
                  <a:moveTo>
                    <a:pt x="0" y="0"/>
                  </a:moveTo>
                  <a:lnTo>
                    <a:pt x="0" y="209"/>
                  </a:lnTo>
                  <a:lnTo>
                    <a:pt x="1" y="209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7" name=""/>
            <p:cNvSpPr/>
            <p:nvPr/>
          </p:nvSpPr>
          <p:spPr>
            <a:xfrm rot="0">
              <a:off x="3480" y="1618"/>
              <a:ext cx="1" cy="131"/>
            </a:xfrm>
            <a:custGeom>
              <a:avLst/>
              <a:ahLst/>
              <a:rect l="0" t="0" r="r" b="b"/>
              <a:pathLst>
                <a:path w="1" h="1043">
                  <a:moveTo>
                    <a:pt x="0" y="0"/>
                  </a:moveTo>
                  <a:lnTo>
                    <a:pt x="0" y="1043"/>
                  </a:lnTo>
                  <a:lnTo>
                    <a:pt x="1" y="1043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8" name=""/>
            <p:cNvSpPr/>
            <p:nvPr/>
          </p:nvSpPr>
          <p:spPr>
            <a:xfrm rot="0">
              <a:off x="3480" y="1775"/>
              <a:ext cx="1" cy="26"/>
            </a:xfrm>
            <a:custGeom>
              <a:avLst/>
              <a:ahLst/>
              <a:rect l="0" t="0" r="r" b="b"/>
              <a:pathLst>
                <a:path w="1" h="209">
                  <a:moveTo>
                    <a:pt x="0" y="0"/>
                  </a:moveTo>
                  <a:lnTo>
                    <a:pt x="0" y="209"/>
                  </a:lnTo>
                  <a:lnTo>
                    <a:pt x="1" y="209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39" name=""/>
            <p:cNvSpPr/>
            <p:nvPr/>
          </p:nvSpPr>
          <p:spPr>
            <a:xfrm rot="0">
              <a:off x="3480" y="1827"/>
              <a:ext cx="1" cy="94"/>
            </a:xfrm>
            <a:custGeom>
              <a:avLst/>
              <a:ahLst/>
              <a:rect l="0" t="0" r="r" b="b"/>
              <a:pathLst>
                <a:path w="1" h="755">
                  <a:moveTo>
                    <a:pt x="0" y="0"/>
                  </a:moveTo>
                  <a:lnTo>
                    <a:pt x="0" y="755"/>
                  </a:lnTo>
                  <a:lnTo>
                    <a:pt x="1" y="755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0" name=""/>
            <p:cNvSpPr/>
            <p:nvPr/>
          </p:nvSpPr>
          <p:spPr>
            <a:xfrm rot="0">
              <a:off x="1464" y="2599"/>
              <a:ext cx="129" cy="1"/>
            </a:xfrm>
            <a:custGeom>
              <a:avLst/>
              <a:ahLst/>
              <a:rect l="0" t="0" r="r" b="b"/>
              <a:pathLst>
                <a:path w="1035" h="0">
                  <a:moveTo>
                    <a:pt x="0" y="0"/>
                  </a:moveTo>
                  <a:lnTo>
                    <a:pt x="1033" y="0"/>
                  </a:lnTo>
                  <a:lnTo>
                    <a:pt x="1035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1" name=""/>
            <p:cNvSpPr/>
            <p:nvPr/>
          </p:nvSpPr>
          <p:spPr>
            <a:xfrm rot="0">
              <a:off x="1619" y="2599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2" name=""/>
            <p:cNvSpPr/>
            <p:nvPr/>
          </p:nvSpPr>
          <p:spPr>
            <a:xfrm rot="0">
              <a:off x="1671" y="2599"/>
              <a:ext cx="130" cy="1"/>
            </a:xfrm>
            <a:custGeom>
              <a:avLst/>
              <a:ahLst/>
              <a:rect l="0" t="0" r="r" b="b"/>
              <a:pathLst>
                <a:path w="1042" h="0">
                  <a:moveTo>
                    <a:pt x="0" y="0"/>
                  </a:moveTo>
                  <a:lnTo>
                    <a:pt x="1041" y="0"/>
                  </a:lnTo>
                  <a:lnTo>
                    <a:pt x="1042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3" name=""/>
            <p:cNvSpPr/>
            <p:nvPr/>
          </p:nvSpPr>
          <p:spPr>
            <a:xfrm rot="0">
              <a:off x="1827" y="2599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4" name=""/>
            <p:cNvSpPr/>
            <p:nvPr/>
          </p:nvSpPr>
          <p:spPr>
            <a:xfrm rot="0">
              <a:off x="1879" y="2599"/>
              <a:ext cx="131" cy="1"/>
            </a:xfrm>
            <a:custGeom>
              <a:avLst/>
              <a:ahLst/>
              <a:rect l="0" t="0" r="r" b="b"/>
              <a:pathLst>
                <a:path w="1042" h="0">
                  <a:moveTo>
                    <a:pt x="0" y="0"/>
                  </a:moveTo>
                  <a:lnTo>
                    <a:pt x="1041" y="0"/>
                  </a:lnTo>
                  <a:lnTo>
                    <a:pt x="1042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5" name=""/>
            <p:cNvSpPr/>
            <p:nvPr/>
          </p:nvSpPr>
          <p:spPr>
            <a:xfrm rot="0">
              <a:off x="2036" y="2599"/>
              <a:ext cx="26" cy="1"/>
            </a:xfrm>
            <a:custGeom>
              <a:avLst/>
              <a:ahLst/>
              <a:rect l="0" t="0" r="r" b="b"/>
              <a:pathLst>
                <a:path w="210" h="0">
                  <a:moveTo>
                    <a:pt x="0" y="0"/>
                  </a:moveTo>
                  <a:lnTo>
                    <a:pt x="209" y="0"/>
                  </a:lnTo>
                  <a:lnTo>
                    <a:pt x="210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6" name=""/>
            <p:cNvSpPr/>
            <p:nvPr/>
          </p:nvSpPr>
          <p:spPr>
            <a:xfrm rot="0">
              <a:off x="2088" y="2599"/>
              <a:ext cx="130" cy="1"/>
            </a:xfrm>
            <a:custGeom>
              <a:avLst/>
              <a:ahLst/>
              <a:rect l="0" t="0" r="r" b="b"/>
              <a:pathLst>
                <a:path w="1043" h="0">
                  <a:moveTo>
                    <a:pt x="0" y="0"/>
                  </a:moveTo>
                  <a:lnTo>
                    <a:pt x="1042" y="0"/>
                  </a:lnTo>
                  <a:lnTo>
                    <a:pt x="1043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7" name=""/>
            <p:cNvSpPr/>
            <p:nvPr/>
          </p:nvSpPr>
          <p:spPr>
            <a:xfrm rot="0">
              <a:off x="2244" y="2599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8" name=""/>
            <p:cNvSpPr/>
            <p:nvPr/>
          </p:nvSpPr>
          <p:spPr>
            <a:xfrm rot="0">
              <a:off x="2296" y="2599"/>
              <a:ext cx="130" cy="1"/>
            </a:xfrm>
            <a:custGeom>
              <a:avLst/>
              <a:ahLst/>
              <a:rect l="0" t="0" r="r" b="b"/>
              <a:pathLst>
                <a:path w="1041" h="0">
                  <a:moveTo>
                    <a:pt x="0" y="0"/>
                  </a:moveTo>
                  <a:lnTo>
                    <a:pt x="1040" y="0"/>
                  </a:lnTo>
                  <a:lnTo>
                    <a:pt x="104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49" name=""/>
            <p:cNvSpPr/>
            <p:nvPr/>
          </p:nvSpPr>
          <p:spPr>
            <a:xfrm rot="0">
              <a:off x="2452" y="2599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0" name=""/>
            <p:cNvSpPr/>
            <p:nvPr/>
          </p:nvSpPr>
          <p:spPr>
            <a:xfrm rot="0">
              <a:off x="2504" y="2599"/>
              <a:ext cx="131" cy="1"/>
            </a:xfrm>
            <a:custGeom>
              <a:avLst/>
              <a:ahLst/>
              <a:rect l="0" t="0" r="r" b="b"/>
              <a:pathLst>
                <a:path w="1043" h="0">
                  <a:moveTo>
                    <a:pt x="0" y="0"/>
                  </a:moveTo>
                  <a:lnTo>
                    <a:pt x="1042" y="0"/>
                  </a:lnTo>
                  <a:lnTo>
                    <a:pt x="1043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1" name=""/>
            <p:cNvSpPr/>
            <p:nvPr/>
          </p:nvSpPr>
          <p:spPr>
            <a:xfrm rot="0">
              <a:off x="2660" y="2599"/>
              <a:ext cx="27" cy="1"/>
            </a:xfrm>
            <a:custGeom>
              <a:avLst/>
              <a:ahLst/>
              <a:rect l="0" t="0" r="r" b="b"/>
              <a:pathLst>
                <a:path w="210" h="0">
                  <a:moveTo>
                    <a:pt x="0" y="0"/>
                  </a:moveTo>
                  <a:lnTo>
                    <a:pt x="209" y="0"/>
                  </a:lnTo>
                  <a:lnTo>
                    <a:pt x="210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2" name=""/>
            <p:cNvSpPr/>
            <p:nvPr/>
          </p:nvSpPr>
          <p:spPr>
            <a:xfrm rot="0">
              <a:off x="2713" y="2599"/>
              <a:ext cx="129" cy="1"/>
            </a:xfrm>
            <a:custGeom>
              <a:avLst/>
              <a:ahLst/>
              <a:rect l="0" t="0" r="r" b="b"/>
              <a:pathLst>
                <a:path w="1035" h="0">
                  <a:moveTo>
                    <a:pt x="0" y="0"/>
                  </a:moveTo>
                  <a:lnTo>
                    <a:pt x="1034" y="0"/>
                  </a:lnTo>
                  <a:lnTo>
                    <a:pt x="1035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3" name=""/>
            <p:cNvSpPr/>
            <p:nvPr/>
          </p:nvSpPr>
          <p:spPr>
            <a:xfrm rot="0">
              <a:off x="2149" y="3164"/>
              <a:ext cx="1" cy="88"/>
            </a:xfrm>
            <a:custGeom>
              <a:avLst/>
              <a:ahLst/>
              <a:rect l="0" t="0" r="r" b="b"/>
              <a:pathLst>
                <a:path w="1" h="701">
                  <a:moveTo>
                    <a:pt x="0" y="7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4" name=""/>
            <p:cNvSpPr/>
            <p:nvPr/>
          </p:nvSpPr>
          <p:spPr>
            <a:xfrm rot="0">
              <a:off x="2149" y="3112"/>
              <a:ext cx="1" cy="26"/>
            </a:xfrm>
            <a:custGeom>
              <a:avLst/>
              <a:ahLst/>
              <a:rect l="0" t="0" r="r" b="b"/>
              <a:pathLst>
                <a:path w="1" h="209">
                  <a:moveTo>
                    <a:pt x="0" y="2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5" name=""/>
            <p:cNvSpPr/>
            <p:nvPr/>
          </p:nvSpPr>
          <p:spPr>
            <a:xfrm rot="0">
              <a:off x="2149" y="2956"/>
              <a:ext cx="1" cy="130"/>
            </a:xfrm>
            <a:custGeom>
              <a:avLst/>
              <a:ahLst/>
              <a:rect l="0" t="0" r="r" b="b"/>
              <a:pathLst>
                <a:path w="1" h="1043">
                  <a:moveTo>
                    <a:pt x="0" y="104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6" name=""/>
            <p:cNvSpPr/>
            <p:nvPr/>
          </p:nvSpPr>
          <p:spPr>
            <a:xfrm rot="0">
              <a:off x="2149" y="2904"/>
              <a:ext cx="1" cy="26"/>
            </a:xfrm>
            <a:custGeom>
              <a:avLst/>
              <a:ahLst/>
              <a:rect l="0" t="0" r="r" b="b"/>
              <a:pathLst>
                <a:path w="1" h="209">
                  <a:moveTo>
                    <a:pt x="0" y="2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7" name=""/>
            <p:cNvSpPr/>
            <p:nvPr/>
          </p:nvSpPr>
          <p:spPr>
            <a:xfrm rot="0">
              <a:off x="2149" y="2747"/>
              <a:ext cx="1" cy="131"/>
            </a:xfrm>
            <a:custGeom>
              <a:avLst/>
              <a:ahLst/>
              <a:rect l="0" t="0" r="r" b="b"/>
              <a:pathLst>
                <a:path w="1" h="1043">
                  <a:moveTo>
                    <a:pt x="0" y="104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8" name=""/>
            <p:cNvSpPr/>
            <p:nvPr/>
          </p:nvSpPr>
          <p:spPr>
            <a:xfrm rot="0">
              <a:off x="2149" y="2695"/>
              <a:ext cx="1" cy="26"/>
            </a:xfrm>
            <a:custGeom>
              <a:avLst/>
              <a:ahLst/>
              <a:rect l="0" t="0" r="r" b="b"/>
              <a:pathLst>
                <a:path w="1" h="209">
                  <a:moveTo>
                    <a:pt x="0" y="2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59" name=""/>
            <p:cNvSpPr/>
            <p:nvPr/>
          </p:nvSpPr>
          <p:spPr>
            <a:xfrm rot="0">
              <a:off x="2149" y="2539"/>
              <a:ext cx="1" cy="130"/>
            </a:xfrm>
            <a:custGeom>
              <a:avLst/>
              <a:ahLst/>
              <a:rect l="0" t="0" r="r" b="b"/>
              <a:pathLst>
                <a:path w="1" h="1042">
                  <a:moveTo>
                    <a:pt x="0" y="104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0" name=""/>
            <p:cNvSpPr/>
            <p:nvPr/>
          </p:nvSpPr>
          <p:spPr>
            <a:xfrm rot="0">
              <a:off x="2149" y="2487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2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1" name=""/>
            <p:cNvSpPr/>
            <p:nvPr/>
          </p:nvSpPr>
          <p:spPr>
            <a:xfrm rot="0">
              <a:off x="2149" y="2330"/>
              <a:ext cx="1" cy="131"/>
            </a:xfrm>
            <a:custGeom>
              <a:avLst/>
              <a:ahLst/>
              <a:rect l="0" t="0" r="r" b="b"/>
              <a:pathLst>
                <a:path w="1" h="1043">
                  <a:moveTo>
                    <a:pt x="0" y="104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2" name=""/>
            <p:cNvSpPr/>
            <p:nvPr/>
          </p:nvSpPr>
          <p:spPr>
            <a:xfrm rot="0">
              <a:off x="2149" y="2278"/>
              <a:ext cx="1" cy="26"/>
            </a:xfrm>
            <a:custGeom>
              <a:avLst/>
              <a:ahLst/>
              <a:rect l="0" t="0" r="r" b="b"/>
              <a:pathLst>
                <a:path w="1" h="209">
                  <a:moveTo>
                    <a:pt x="0" y="2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3" name=""/>
            <p:cNvSpPr/>
            <p:nvPr/>
          </p:nvSpPr>
          <p:spPr>
            <a:xfrm rot="0">
              <a:off x="2149" y="2122"/>
              <a:ext cx="1" cy="130"/>
            </a:xfrm>
            <a:custGeom>
              <a:avLst/>
              <a:ahLst/>
              <a:rect l="0" t="0" r="r" b="b"/>
              <a:pathLst>
                <a:path w="1" h="1043">
                  <a:moveTo>
                    <a:pt x="0" y="104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4" name=""/>
            <p:cNvSpPr/>
            <p:nvPr/>
          </p:nvSpPr>
          <p:spPr>
            <a:xfrm rot="0">
              <a:off x="2149" y="2070"/>
              <a:ext cx="1" cy="26"/>
            </a:xfrm>
            <a:custGeom>
              <a:avLst/>
              <a:ahLst/>
              <a:rect l="0" t="0" r="r" b="b"/>
              <a:pathLst>
                <a:path w="1" h="210">
                  <a:moveTo>
                    <a:pt x="0" y="21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5" name=""/>
            <p:cNvSpPr/>
            <p:nvPr/>
          </p:nvSpPr>
          <p:spPr>
            <a:xfrm rot="0">
              <a:off x="2149" y="1956"/>
              <a:ext cx="1" cy="88"/>
            </a:xfrm>
            <a:custGeom>
              <a:avLst/>
              <a:ahLst/>
              <a:rect l="0" t="0" r="r" b="b"/>
              <a:pathLst>
                <a:path w="1" h="701">
                  <a:moveTo>
                    <a:pt x="0" y="7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6" name=""/>
            <p:cNvSpPr/>
            <p:nvPr/>
          </p:nvSpPr>
          <p:spPr>
            <a:xfrm rot="0">
              <a:off x="1529" y="1875"/>
              <a:ext cx="163" cy="1"/>
            </a:xfrm>
            <a:custGeom>
              <a:avLst/>
              <a:ahLst/>
              <a:rect l="0" t="0" r="r" b="b"/>
              <a:pathLst>
                <a:path w="1299" h="0">
                  <a:moveTo>
                    <a:pt x="0" y="0"/>
                  </a:moveTo>
                  <a:lnTo>
                    <a:pt x="1298" y="0"/>
                  </a:lnTo>
                  <a:lnTo>
                    <a:pt x="129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7" name=""/>
            <p:cNvSpPr/>
            <p:nvPr/>
          </p:nvSpPr>
          <p:spPr>
            <a:xfrm rot="0">
              <a:off x="1718" y="1875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8" name=""/>
            <p:cNvSpPr/>
            <p:nvPr/>
          </p:nvSpPr>
          <p:spPr>
            <a:xfrm rot="0">
              <a:off x="1770" y="1875"/>
              <a:ext cx="130" cy="1"/>
            </a:xfrm>
            <a:custGeom>
              <a:avLst/>
              <a:ahLst/>
              <a:rect l="0" t="0" r="r" b="b"/>
              <a:pathLst>
                <a:path w="1043" h="0">
                  <a:moveTo>
                    <a:pt x="0" y="0"/>
                  </a:moveTo>
                  <a:lnTo>
                    <a:pt x="1042" y="0"/>
                  </a:lnTo>
                  <a:lnTo>
                    <a:pt x="1043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69" name=""/>
            <p:cNvSpPr/>
            <p:nvPr/>
          </p:nvSpPr>
          <p:spPr>
            <a:xfrm rot="0">
              <a:off x="1926" y="1875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0" name=""/>
            <p:cNvSpPr/>
            <p:nvPr/>
          </p:nvSpPr>
          <p:spPr>
            <a:xfrm rot="0">
              <a:off x="1978" y="1875"/>
              <a:ext cx="162" cy="1"/>
            </a:xfrm>
            <a:custGeom>
              <a:avLst/>
              <a:ahLst/>
              <a:rect l="0" t="0" r="r" b="b"/>
              <a:pathLst>
                <a:path w="1299" h="0">
                  <a:moveTo>
                    <a:pt x="0" y="0"/>
                  </a:moveTo>
                  <a:lnTo>
                    <a:pt x="1298" y="0"/>
                  </a:lnTo>
                  <a:lnTo>
                    <a:pt x="129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1" name=""/>
            <p:cNvSpPr/>
            <p:nvPr/>
          </p:nvSpPr>
          <p:spPr>
            <a:xfrm rot="0">
              <a:off x="2157" y="1875"/>
              <a:ext cx="163" cy="1"/>
            </a:xfrm>
            <a:custGeom>
              <a:avLst/>
              <a:ahLst/>
              <a:rect l="0" t="0" r="r" b="b"/>
              <a:pathLst>
                <a:path w="1299" h="0">
                  <a:moveTo>
                    <a:pt x="0" y="0"/>
                  </a:moveTo>
                  <a:lnTo>
                    <a:pt x="1298" y="0"/>
                  </a:lnTo>
                  <a:lnTo>
                    <a:pt x="129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2" name=""/>
            <p:cNvSpPr/>
            <p:nvPr/>
          </p:nvSpPr>
          <p:spPr>
            <a:xfrm rot="0">
              <a:off x="2346" y="1875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3" name=""/>
            <p:cNvSpPr/>
            <p:nvPr/>
          </p:nvSpPr>
          <p:spPr>
            <a:xfrm rot="0">
              <a:off x="2398" y="1875"/>
              <a:ext cx="130" cy="1"/>
            </a:xfrm>
            <a:custGeom>
              <a:avLst/>
              <a:ahLst/>
              <a:rect l="0" t="0" r="r" b="b"/>
              <a:pathLst>
                <a:path w="1042" h="0">
                  <a:moveTo>
                    <a:pt x="0" y="0"/>
                  </a:moveTo>
                  <a:lnTo>
                    <a:pt x="1041" y="0"/>
                  </a:lnTo>
                  <a:lnTo>
                    <a:pt x="1042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4" name=""/>
            <p:cNvSpPr/>
            <p:nvPr/>
          </p:nvSpPr>
          <p:spPr>
            <a:xfrm rot="0">
              <a:off x="2554" y="1875"/>
              <a:ext cx="26" cy="1"/>
            </a:xfrm>
            <a:custGeom>
              <a:avLst/>
              <a:ahLst/>
              <a:rect l="0" t="0" r="r" b="b"/>
              <a:pathLst>
                <a:path w="209" h="0">
                  <a:moveTo>
                    <a:pt x="0" y="0"/>
                  </a:moveTo>
                  <a:lnTo>
                    <a:pt x="208" y="0"/>
                  </a:lnTo>
                  <a:lnTo>
                    <a:pt x="2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5" name=""/>
            <p:cNvSpPr/>
            <p:nvPr/>
          </p:nvSpPr>
          <p:spPr>
            <a:xfrm rot="0">
              <a:off x="2606" y="1875"/>
              <a:ext cx="162" cy="1"/>
            </a:xfrm>
            <a:custGeom>
              <a:avLst/>
              <a:ahLst/>
              <a:rect l="0" t="0" r="r" b="b"/>
              <a:pathLst>
                <a:path w="1298" h="0">
                  <a:moveTo>
                    <a:pt x="0" y="0"/>
                  </a:moveTo>
                  <a:lnTo>
                    <a:pt x="1297" y="0"/>
                  </a:lnTo>
                  <a:lnTo>
                    <a:pt x="1298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6" name=""/>
            <p:cNvSpPr/>
            <p:nvPr/>
          </p:nvSpPr>
          <p:spPr>
            <a:xfrm rot="0">
              <a:off x="2149" y="1884"/>
              <a:ext cx="1" cy="24"/>
            </a:xfrm>
            <a:custGeom>
              <a:avLst/>
              <a:ahLst/>
              <a:rect l="0" t="0" r="r" b="b"/>
              <a:pathLst>
                <a:path w="1" h="194">
                  <a:moveTo>
                    <a:pt x="0" y="19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7" name=""/>
            <p:cNvSpPr/>
            <p:nvPr/>
          </p:nvSpPr>
          <p:spPr>
            <a:xfrm rot="0">
              <a:off x="2149" y="1781"/>
              <a:ext cx="1" cy="85"/>
            </a:xfrm>
            <a:custGeom>
              <a:avLst/>
              <a:ahLst/>
              <a:rect l="0" t="0" r="r" b="b"/>
              <a:pathLst>
                <a:path w="1" h="684">
                  <a:moveTo>
                    <a:pt x="0" y="68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8" name=""/>
            <p:cNvSpPr/>
            <p:nvPr/>
          </p:nvSpPr>
          <p:spPr>
            <a:xfrm rot="0">
              <a:off x="2149" y="1729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2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79" name=""/>
            <p:cNvSpPr/>
            <p:nvPr/>
          </p:nvSpPr>
          <p:spPr>
            <a:xfrm rot="0">
              <a:off x="2149" y="1572"/>
              <a:ext cx="1" cy="131"/>
            </a:xfrm>
            <a:custGeom>
              <a:avLst/>
              <a:ahLst/>
              <a:rect l="0" t="0" r="r" b="b"/>
              <a:pathLst>
                <a:path w="1" h="1042">
                  <a:moveTo>
                    <a:pt x="0" y="104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80" name=""/>
            <p:cNvSpPr/>
            <p:nvPr/>
          </p:nvSpPr>
          <p:spPr>
            <a:xfrm rot="0">
              <a:off x="2149" y="1520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2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81" name=""/>
            <p:cNvSpPr/>
            <p:nvPr/>
          </p:nvSpPr>
          <p:spPr>
            <a:xfrm rot="0">
              <a:off x="2149" y="1364"/>
              <a:ext cx="1" cy="130"/>
            </a:xfrm>
            <a:custGeom>
              <a:avLst/>
              <a:ahLst/>
              <a:rect l="0" t="0" r="r" b="b"/>
              <a:pathLst>
                <a:path w="1" h="1043">
                  <a:moveTo>
                    <a:pt x="0" y="104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82" name=""/>
            <p:cNvSpPr/>
            <p:nvPr/>
          </p:nvSpPr>
          <p:spPr>
            <a:xfrm rot="0">
              <a:off x="2149" y="1312"/>
              <a:ext cx="1" cy="26"/>
            </a:xfrm>
            <a:custGeom>
              <a:avLst/>
              <a:ahLst/>
              <a:rect l="0" t="0" r="r" b="b"/>
              <a:pathLst>
                <a:path w="1" h="208">
                  <a:moveTo>
                    <a:pt x="0" y="2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883" name=""/>
            <p:cNvSpPr/>
            <p:nvPr/>
          </p:nvSpPr>
          <p:spPr>
            <a:xfrm rot="0">
              <a:off x="2149" y="1200"/>
              <a:ext cx="1" cy="86"/>
            </a:xfrm>
            <a:custGeom>
              <a:avLst/>
              <a:ahLst/>
              <a:rect l="0" t="0" r="r" b="b"/>
              <a:pathLst>
                <a:path w="1" h="682">
                  <a:moveTo>
                    <a:pt x="0" y="68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</p:grpSp>
      <p:grpSp>
        <p:nvGrpSpPr>
          <p:cNvPr id="575" name=""/>
          <p:cNvGrpSpPr/>
          <p:nvPr/>
        </p:nvGrpSpPr>
        <p:grpSpPr>
          <a:xfrm rot="0">
            <a:off x="892175" y="1792287"/>
            <a:ext cx="1828800" cy="3279775"/>
            <a:chOff x="396" y="1207"/>
            <a:chExt cx="1152" cy="2066"/>
          </a:xfrm>
        </p:grpSpPr>
        <p:sp>
          <p:nvSpPr>
            <p:cNvPr id="1088884" name=""/>
            <p:cNvSpPr/>
            <p:nvPr/>
          </p:nvSpPr>
          <p:spPr>
            <a:xfrm rot="0">
              <a:off x="1547" y="1207"/>
              <a:ext cx="1" cy="2066"/>
            </a:xfrm>
            <a:custGeom>
              <a:avLst/>
              <a:ahLst/>
              <a:rect l="0" t="0" r="r" b="b"/>
              <a:pathLst>
                <a:path w="1" h="10315">
                  <a:moveTo>
                    <a:pt x="0" y="0"/>
                  </a:moveTo>
                  <a:lnTo>
                    <a:pt x="0" y="10315"/>
                  </a:lnTo>
                  <a:lnTo>
                    <a:pt x="1" y="10315"/>
                  </a:lnTo>
                </a:path>
              </a:pathLst>
            </a:custGeom>
            <a:noFill/>
            <a:ln w="19050" cap="flat" cmpd="sng">
              <a:solidFill>
                <a:srgbClr val="00FF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885" name=""/>
            <p:cNvSpPr/>
            <p:nvPr/>
          </p:nvSpPr>
          <p:spPr>
            <a:xfrm rot="0">
              <a:off x="396" y="1207"/>
              <a:ext cx="1" cy="2066"/>
            </a:xfrm>
            <a:custGeom>
              <a:avLst/>
              <a:ahLst/>
              <a:rect l="0" t="0" r="r" b="b"/>
              <a:pathLst>
                <a:path w="1" h="10315">
                  <a:moveTo>
                    <a:pt x="0" y="0"/>
                  </a:moveTo>
                  <a:lnTo>
                    <a:pt x="0" y="10315"/>
                  </a:lnTo>
                  <a:lnTo>
                    <a:pt x="1" y="10315"/>
                  </a:lnTo>
                </a:path>
              </a:pathLst>
            </a:custGeom>
            <a:noFill/>
            <a:ln w="19050" cap="flat" cmpd="sng">
              <a:solidFill>
                <a:srgbClr val="00FF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76" name=""/>
          <p:cNvGrpSpPr/>
          <p:nvPr/>
        </p:nvGrpSpPr>
        <p:grpSpPr>
          <a:xfrm rot="0">
            <a:off x="892175" y="4451350"/>
            <a:ext cx="1827212" cy="1243012"/>
            <a:chOff x="396" y="2882"/>
            <a:chExt cx="1151" cy="783"/>
          </a:xfrm>
        </p:grpSpPr>
        <p:sp>
          <p:nvSpPr>
            <p:cNvPr id="1088886" name=""/>
            <p:cNvSpPr/>
            <p:nvPr/>
          </p:nvSpPr>
          <p:spPr>
            <a:xfrm rot="0">
              <a:off x="764" y="2882"/>
              <a:ext cx="783" cy="783"/>
            </a:xfrm>
            <a:custGeom>
              <a:avLst/>
              <a:ahLst/>
              <a:rect l="0" t="0" r="r" b="b"/>
              <a:pathLst>
                <a:path w="3904" h="3907">
                  <a:moveTo>
                    <a:pt x="3903" y="1954"/>
                  </a:moveTo>
                  <a:lnTo>
                    <a:pt x="3808" y="1350"/>
                  </a:lnTo>
                  <a:lnTo>
                    <a:pt x="3530" y="806"/>
                  </a:lnTo>
                  <a:lnTo>
                    <a:pt x="3099" y="373"/>
                  </a:lnTo>
                  <a:lnTo>
                    <a:pt x="2555" y="96"/>
                  </a:lnTo>
                  <a:lnTo>
                    <a:pt x="1952" y="0"/>
                  </a:lnTo>
                  <a:lnTo>
                    <a:pt x="1349" y="96"/>
                  </a:lnTo>
                  <a:lnTo>
                    <a:pt x="805" y="373"/>
                  </a:lnTo>
                  <a:lnTo>
                    <a:pt x="373" y="806"/>
                  </a:lnTo>
                  <a:lnTo>
                    <a:pt x="95" y="1350"/>
                  </a:lnTo>
                  <a:lnTo>
                    <a:pt x="0" y="1954"/>
                  </a:lnTo>
                  <a:lnTo>
                    <a:pt x="95" y="2557"/>
                  </a:lnTo>
                  <a:lnTo>
                    <a:pt x="373" y="3102"/>
                  </a:lnTo>
                  <a:lnTo>
                    <a:pt x="805" y="3534"/>
                  </a:lnTo>
                  <a:lnTo>
                    <a:pt x="1349" y="3811"/>
                  </a:lnTo>
                  <a:lnTo>
                    <a:pt x="1952" y="3907"/>
                  </a:lnTo>
                  <a:lnTo>
                    <a:pt x="2555" y="3811"/>
                  </a:lnTo>
                  <a:lnTo>
                    <a:pt x="3099" y="3534"/>
                  </a:lnTo>
                  <a:lnTo>
                    <a:pt x="3530" y="3102"/>
                  </a:lnTo>
                  <a:lnTo>
                    <a:pt x="3808" y="2557"/>
                  </a:lnTo>
                  <a:lnTo>
                    <a:pt x="3903" y="1954"/>
                  </a:lnTo>
                  <a:lnTo>
                    <a:pt x="3904" y="1954"/>
                  </a:lnTo>
                </a:path>
              </a:pathLst>
            </a:custGeom>
            <a:noFill/>
            <a:ln w="19050" cap="flat" cmpd="sng">
              <a:solidFill>
                <a:srgbClr val="00FF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887" name=""/>
            <p:cNvSpPr/>
            <p:nvPr/>
          </p:nvSpPr>
          <p:spPr>
            <a:xfrm rot="0">
              <a:off x="396" y="2908"/>
              <a:ext cx="731" cy="733"/>
            </a:xfrm>
            <a:custGeom>
              <a:avLst/>
              <a:ahLst/>
              <a:rect l="0" t="0" r="r" b="b"/>
              <a:pathLst>
                <a:path w="3655" h="3658">
                  <a:moveTo>
                    <a:pt x="3654" y="1829"/>
                  </a:moveTo>
                  <a:lnTo>
                    <a:pt x="3564" y="1263"/>
                  </a:lnTo>
                  <a:lnTo>
                    <a:pt x="3305" y="753"/>
                  </a:lnTo>
                  <a:lnTo>
                    <a:pt x="2901" y="349"/>
                  </a:lnTo>
                  <a:lnTo>
                    <a:pt x="2391" y="89"/>
                  </a:lnTo>
                  <a:lnTo>
                    <a:pt x="1827" y="0"/>
                  </a:lnTo>
                  <a:lnTo>
                    <a:pt x="1262" y="89"/>
                  </a:lnTo>
                  <a:lnTo>
                    <a:pt x="753" y="349"/>
                  </a:lnTo>
                  <a:lnTo>
                    <a:pt x="348" y="753"/>
                  </a:lnTo>
                  <a:lnTo>
                    <a:pt x="89" y="1263"/>
                  </a:lnTo>
                  <a:lnTo>
                    <a:pt x="0" y="1829"/>
                  </a:lnTo>
                  <a:lnTo>
                    <a:pt x="89" y="2393"/>
                  </a:lnTo>
                  <a:lnTo>
                    <a:pt x="348" y="2904"/>
                  </a:lnTo>
                  <a:lnTo>
                    <a:pt x="753" y="3309"/>
                  </a:lnTo>
                  <a:lnTo>
                    <a:pt x="1262" y="3568"/>
                  </a:lnTo>
                  <a:lnTo>
                    <a:pt x="1827" y="3658"/>
                  </a:lnTo>
                  <a:lnTo>
                    <a:pt x="2391" y="3568"/>
                  </a:lnTo>
                  <a:lnTo>
                    <a:pt x="2901" y="3309"/>
                  </a:lnTo>
                  <a:lnTo>
                    <a:pt x="3305" y="2904"/>
                  </a:lnTo>
                  <a:lnTo>
                    <a:pt x="3564" y="2393"/>
                  </a:lnTo>
                  <a:lnTo>
                    <a:pt x="3654" y="1829"/>
                  </a:lnTo>
                  <a:lnTo>
                    <a:pt x="3655" y="1829"/>
                  </a:lnTo>
                </a:path>
              </a:pathLst>
            </a:custGeom>
            <a:noFill/>
            <a:ln w="19050" cap="flat" cmpd="sng">
              <a:solidFill>
                <a:srgbClr val="00FF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77" name=""/>
          <p:cNvGrpSpPr/>
          <p:nvPr/>
        </p:nvGrpSpPr>
        <p:grpSpPr>
          <a:xfrm rot="0">
            <a:off x="4852987" y="1663700"/>
            <a:ext cx="1262062" cy="1003300"/>
            <a:chOff x="2891" y="1126"/>
            <a:chExt cx="795" cy="632"/>
          </a:xfrm>
        </p:grpSpPr>
        <p:sp>
          <p:nvSpPr>
            <p:cNvPr id="1088888" name=""/>
            <p:cNvSpPr/>
            <p:nvPr/>
          </p:nvSpPr>
          <p:spPr>
            <a:xfrm rot="0">
              <a:off x="2891" y="1298"/>
              <a:ext cx="397" cy="460"/>
            </a:xfrm>
            <a:custGeom>
              <a:avLst/>
              <a:ahLst/>
              <a:rect l="0" t="0" r="r" b="b"/>
              <a:pathLst>
                <a:path w="1984" h="2294">
                  <a:moveTo>
                    <a:pt x="1984" y="2294"/>
                  </a:moveTo>
                  <a:lnTo>
                    <a:pt x="1782" y="2260"/>
                  </a:lnTo>
                  <a:lnTo>
                    <a:pt x="1591" y="2177"/>
                  </a:lnTo>
                  <a:lnTo>
                    <a:pt x="1412" y="2067"/>
                  </a:lnTo>
                  <a:lnTo>
                    <a:pt x="1249" y="1950"/>
                  </a:lnTo>
                  <a:lnTo>
                    <a:pt x="1028" y="1771"/>
                  </a:lnTo>
                  <a:lnTo>
                    <a:pt x="818" y="1579"/>
                  </a:lnTo>
                  <a:lnTo>
                    <a:pt x="627" y="1386"/>
                  </a:lnTo>
                  <a:lnTo>
                    <a:pt x="464" y="1202"/>
                  </a:lnTo>
                  <a:lnTo>
                    <a:pt x="234" y="889"/>
                  </a:lnTo>
                  <a:lnTo>
                    <a:pt x="72" y="573"/>
                  </a:lnTo>
                  <a:lnTo>
                    <a:pt x="0" y="273"/>
                  </a:lnTo>
                  <a:lnTo>
                    <a:pt x="25" y="0"/>
                  </a:lnTo>
                  <a:lnTo>
                    <a:pt x="26" y="0"/>
                  </a:lnTo>
                </a:path>
              </a:pathLst>
            </a:custGeom>
            <a:noFill/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  <p:grpSp>
          <p:nvGrpSpPr>
            <p:cNvPr id="578" name=""/>
            <p:cNvGrpSpPr/>
            <p:nvPr/>
          </p:nvGrpSpPr>
          <p:grpSpPr>
            <a:xfrm rot="0">
              <a:off x="2896" y="1126"/>
              <a:ext cx="785" cy="172"/>
              <a:chOff x="2896" y="1126"/>
              <a:chExt cx="785" cy="172"/>
            </a:xfrm>
          </p:grpSpPr>
          <p:sp>
            <p:nvSpPr>
              <p:cNvPr id="1088889" name=""/>
              <p:cNvSpPr/>
              <p:nvPr/>
            </p:nvSpPr>
            <p:spPr>
              <a:xfrm rot="0">
                <a:off x="2896" y="1134"/>
                <a:ext cx="285" cy="164"/>
              </a:xfrm>
              <a:custGeom>
                <a:avLst/>
                <a:ahLst/>
                <a:rect l="0" t="0" r="r" b="b"/>
                <a:pathLst>
                  <a:path w="1420" h="815">
                    <a:moveTo>
                      <a:pt x="0" y="815"/>
                    </a:moveTo>
                    <a:lnTo>
                      <a:pt x="88" y="624"/>
                    </a:lnTo>
                    <a:lnTo>
                      <a:pt x="244" y="444"/>
                    </a:lnTo>
                    <a:lnTo>
                      <a:pt x="466" y="286"/>
                    </a:lnTo>
                    <a:lnTo>
                      <a:pt x="742" y="159"/>
                    </a:lnTo>
                    <a:lnTo>
                      <a:pt x="1005" y="76"/>
                    </a:lnTo>
                    <a:lnTo>
                      <a:pt x="1308" y="14"/>
                    </a:lnTo>
                    <a:lnTo>
                      <a:pt x="1419" y="0"/>
                    </a:lnTo>
                    <a:lnTo>
                      <a:pt x="1420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lgDash"/>
                <a:round/>
              </a:ln>
            </p:spPr>
          </p:sp>
          <p:sp>
            <p:nvSpPr>
              <p:cNvPr id="1088890" name=""/>
              <p:cNvSpPr/>
              <p:nvPr/>
            </p:nvSpPr>
            <p:spPr>
              <a:xfrm rot="0">
                <a:off x="3332" y="1128"/>
                <a:ext cx="45" cy="3"/>
              </a:xfrm>
              <a:custGeom>
                <a:avLst/>
                <a:ahLst/>
                <a:rect l="0" t="0" r="r" b="b"/>
                <a:pathLst>
                  <a:path w="223" h="17">
                    <a:moveTo>
                      <a:pt x="0" y="0"/>
                    </a:moveTo>
                    <a:lnTo>
                      <a:pt x="112" y="4"/>
                    </a:lnTo>
                    <a:lnTo>
                      <a:pt x="222" y="17"/>
                    </a:lnTo>
                    <a:lnTo>
                      <a:pt x="223" y="17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891" name=""/>
              <p:cNvSpPr/>
              <p:nvPr/>
            </p:nvSpPr>
            <p:spPr>
              <a:xfrm rot="0">
                <a:off x="3397" y="1134"/>
                <a:ext cx="284" cy="164"/>
              </a:xfrm>
              <a:custGeom>
                <a:avLst/>
                <a:ahLst/>
                <a:rect l="0" t="0" r="r" b="b"/>
                <a:pathLst>
                  <a:path w="1420" h="815">
                    <a:moveTo>
                      <a:pt x="0" y="0"/>
                    </a:moveTo>
                    <a:lnTo>
                      <a:pt x="112" y="14"/>
                    </a:lnTo>
                    <a:lnTo>
                      <a:pt x="414" y="76"/>
                    </a:lnTo>
                    <a:lnTo>
                      <a:pt x="677" y="159"/>
                    </a:lnTo>
                    <a:lnTo>
                      <a:pt x="954" y="286"/>
                    </a:lnTo>
                    <a:lnTo>
                      <a:pt x="1176" y="444"/>
                    </a:lnTo>
                    <a:lnTo>
                      <a:pt x="1331" y="624"/>
                    </a:lnTo>
                    <a:lnTo>
                      <a:pt x="1419" y="815"/>
                    </a:lnTo>
                    <a:lnTo>
                      <a:pt x="1420" y="815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lgDash"/>
                <a:round/>
              </a:ln>
            </p:spPr>
          </p:sp>
          <p:sp>
            <p:nvSpPr>
              <p:cNvPr id="1088892" name=""/>
              <p:cNvSpPr/>
              <p:nvPr/>
            </p:nvSpPr>
            <p:spPr>
              <a:xfrm rot="0">
                <a:off x="3200" y="1128"/>
                <a:ext cx="45" cy="3"/>
              </a:xfrm>
              <a:custGeom>
                <a:avLst/>
                <a:ahLst/>
                <a:rect l="0" t="0" r="r" b="b"/>
                <a:pathLst>
                  <a:path w="224" h="17">
                    <a:moveTo>
                      <a:pt x="0" y="17"/>
                    </a:moveTo>
                    <a:lnTo>
                      <a:pt x="111" y="4"/>
                    </a:lnTo>
                    <a:lnTo>
                      <a:pt x="223" y="0"/>
                    </a:lnTo>
                    <a:lnTo>
                      <a:pt x="224" y="0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8893" name=""/>
              <p:cNvSpPr/>
              <p:nvPr/>
            </p:nvSpPr>
            <p:spPr>
              <a:xfrm rot="0">
                <a:off x="3266" y="1126"/>
                <a:ext cx="45" cy="2"/>
              </a:xfrm>
              <a:custGeom>
                <a:avLst/>
                <a:ahLst/>
                <a:rect l="0" t="0" r="r" b="b"/>
                <a:pathLst>
                  <a:path w="222" h="4">
                    <a:moveTo>
                      <a:pt x="0" y="4"/>
                    </a:moveTo>
                    <a:lnTo>
                      <a:pt x="110" y="0"/>
                    </a:lnTo>
                    <a:lnTo>
                      <a:pt x="221" y="4"/>
                    </a:lnTo>
                    <a:lnTo>
                      <a:pt x="222" y="4"/>
                    </a:lnTo>
                  </a:path>
                </a:pathLst>
              </a:custGeom>
              <a:noFill/>
              <a:ln w="28575" cap="flat" cmpd="sng">
                <a:solidFill>
                  <a:srgbClr val="FF0000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88894" name=""/>
            <p:cNvSpPr/>
            <p:nvPr/>
          </p:nvSpPr>
          <p:spPr>
            <a:xfrm rot="0">
              <a:off x="3288" y="1298"/>
              <a:ext cx="398" cy="460"/>
            </a:xfrm>
            <a:custGeom>
              <a:avLst/>
              <a:ahLst/>
              <a:rect l="0" t="0" r="r" b="b"/>
              <a:pathLst>
                <a:path w="1984" h="2294">
                  <a:moveTo>
                    <a:pt x="1959" y="0"/>
                  </a:moveTo>
                  <a:lnTo>
                    <a:pt x="1984" y="273"/>
                  </a:lnTo>
                  <a:lnTo>
                    <a:pt x="1912" y="573"/>
                  </a:lnTo>
                  <a:lnTo>
                    <a:pt x="1750" y="889"/>
                  </a:lnTo>
                  <a:lnTo>
                    <a:pt x="1521" y="1202"/>
                  </a:lnTo>
                  <a:lnTo>
                    <a:pt x="1357" y="1386"/>
                  </a:lnTo>
                  <a:lnTo>
                    <a:pt x="1166" y="1579"/>
                  </a:lnTo>
                  <a:lnTo>
                    <a:pt x="956" y="1771"/>
                  </a:lnTo>
                  <a:lnTo>
                    <a:pt x="735" y="1950"/>
                  </a:lnTo>
                  <a:lnTo>
                    <a:pt x="573" y="2067"/>
                  </a:lnTo>
                  <a:lnTo>
                    <a:pt x="394" y="2177"/>
                  </a:lnTo>
                  <a:lnTo>
                    <a:pt x="202" y="2260"/>
                  </a:lnTo>
                  <a:lnTo>
                    <a:pt x="0" y="2294"/>
                  </a:lnTo>
                  <a:lnTo>
                    <a:pt x="1" y="2294"/>
                  </a:lnTo>
                </a:path>
              </a:pathLst>
            </a:custGeom>
            <a:noFill/>
            <a:ln w="28575" cap="flat" cmpd="sng">
              <a:solidFill>
                <a:srgbClr val="FF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8895" name=""/>
          <p:cNvSpPr/>
          <p:nvPr/>
        </p:nvSpPr>
        <p:spPr>
          <a:xfrm rot="0">
            <a:off x="542925" y="3230562"/>
            <a:ext cx="3128962" cy="1587"/>
          </a:xfrm>
          <a:custGeom>
            <a:avLst/>
            <a:ahLst/>
            <a:rect l="0" t="0" r="r" b="b"/>
            <a:pathLst>
              <a:path w="9841" h="0">
                <a:moveTo>
                  <a:pt x="0" y="0"/>
                </a:moveTo>
                <a:lnTo>
                  <a:pt x="9840" y="0"/>
                </a:lnTo>
                <a:lnTo>
                  <a:pt x="9841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896" name=""/>
          <p:cNvSpPr/>
          <p:nvPr/>
        </p:nvSpPr>
        <p:spPr>
          <a:xfrm rot="0">
            <a:off x="1066800" y="1219200"/>
            <a:ext cx="830262" cy="3175"/>
          </a:xfrm>
          <a:custGeom>
            <a:avLst/>
            <a:ahLst/>
            <a:rect l="0" t="0" r="r" b="b"/>
            <a:pathLst>
              <a:path w="2612" h="0">
                <a:moveTo>
                  <a:pt x="0" y="0"/>
                </a:moveTo>
                <a:lnTo>
                  <a:pt x="2611" y="0"/>
                </a:lnTo>
                <a:lnTo>
                  <a:pt x="2612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897" name=""/>
          <p:cNvSpPr/>
          <p:nvPr/>
        </p:nvSpPr>
        <p:spPr>
          <a:xfrm rot="0">
            <a:off x="647700" y="1219200"/>
            <a:ext cx="419100" cy="1447800"/>
          </a:xfrm>
          <a:custGeom>
            <a:avLst/>
            <a:ahLst/>
            <a:rect l="0" t="0" r="r" b="b"/>
            <a:pathLst>
              <a:path w="1316" h="4552">
                <a:moveTo>
                  <a:pt x="1316" y="0"/>
                </a:moveTo>
                <a:lnTo>
                  <a:pt x="0" y="4552"/>
                </a:lnTo>
                <a:lnTo>
                  <a:pt x="1" y="4552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898" name=""/>
          <p:cNvSpPr/>
          <p:nvPr/>
        </p:nvSpPr>
        <p:spPr>
          <a:xfrm rot="0">
            <a:off x="1897062" y="1219200"/>
            <a:ext cx="128587" cy="446087"/>
          </a:xfrm>
          <a:custGeom>
            <a:avLst/>
            <a:ahLst/>
            <a:rect l="0" t="0" r="r" b="b"/>
            <a:pathLst>
              <a:path w="407" h="1406">
                <a:moveTo>
                  <a:pt x="407" y="1406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899" name=""/>
          <p:cNvSpPr/>
          <p:nvPr/>
        </p:nvSpPr>
        <p:spPr>
          <a:xfrm rot="0">
            <a:off x="542925" y="2667000"/>
            <a:ext cx="104775" cy="563562"/>
          </a:xfrm>
          <a:custGeom>
            <a:avLst/>
            <a:ahLst/>
            <a:rect l="0" t="0" r="r" b="b"/>
            <a:pathLst>
              <a:path w="330" h="1772">
                <a:moveTo>
                  <a:pt x="330" y="0"/>
                </a:moveTo>
                <a:lnTo>
                  <a:pt x="82" y="871"/>
                </a:lnTo>
                <a:lnTo>
                  <a:pt x="0" y="1772"/>
                </a:lnTo>
                <a:lnTo>
                  <a:pt x="1" y="1772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0" name=""/>
          <p:cNvSpPr/>
          <p:nvPr/>
        </p:nvSpPr>
        <p:spPr>
          <a:xfrm rot="0">
            <a:off x="2025650" y="1665287"/>
            <a:ext cx="1646237" cy="1565275"/>
          </a:xfrm>
          <a:custGeom>
            <a:avLst/>
            <a:ahLst/>
            <a:rect l="0" t="0" r="r" b="b"/>
            <a:pathLst>
              <a:path w="5176" h="4918">
                <a:moveTo>
                  <a:pt x="5176" y="4918"/>
                </a:moveTo>
                <a:lnTo>
                  <a:pt x="5075" y="3926"/>
                </a:lnTo>
                <a:lnTo>
                  <a:pt x="4776" y="2975"/>
                </a:lnTo>
                <a:lnTo>
                  <a:pt x="4292" y="2102"/>
                </a:lnTo>
                <a:lnTo>
                  <a:pt x="3643" y="1347"/>
                </a:lnTo>
                <a:lnTo>
                  <a:pt x="2854" y="736"/>
                </a:lnTo>
                <a:lnTo>
                  <a:pt x="1960" y="298"/>
                </a:lnTo>
                <a:lnTo>
                  <a:pt x="995" y="49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1" name=""/>
          <p:cNvSpPr/>
          <p:nvPr/>
        </p:nvSpPr>
        <p:spPr>
          <a:xfrm rot="0">
            <a:off x="542925" y="3506787"/>
            <a:ext cx="3128962" cy="3133725"/>
          </a:xfrm>
          <a:custGeom>
            <a:avLst/>
            <a:ahLst/>
            <a:rect l="0" t="0" r="r" b="b"/>
            <a:pathLst>
              <a:path w="9841" h="9851">
                <a:moveTo>
                  <a:pt x="9840" y="4926"/>
                </a:moveTo>
                <a:lnTo>
                  <a:pt x="9745" y="3965"/>
                </a:lnTo>
                <a:lnTo>
                  <a:pt x="9465" y="3040"/>
                </a:lnTo>
                <a:lnTo>
                  <a:pt x="9010" y="2189"/>
                </a:lnTo>
                <a:lnTo>
                  <a:pt x="8399" y="1443"/>
                </a:lnTo>
                <a:lnTo>
                  <a:pt x="7653" y="830"/>
                </a:lnTo>
                <a:lnTo>
                  <a:pt x="6802" y="375"/>
                </a:lnTo>
                <a:lnTo>
                  <a:pt x="5879" y="95"/>
                </a:lnTo>
                <a:lnTo>
                  <a:pt x="4920" y="0"/>
                </a:lnTo>
                <a:lnTo>
                  <a:pt x="3960" y="95"/>
                </a:lnTo>
                <a:lnTo>
                  <a:pt x="3037" y="375"/>
                </a:lnTo>
                <a:lnTo>
                  <a:pt x="2186" y="830"/>
                </a:lnTo>
                <a:lnTo>
                  <a:pt x="1441" y="1443"/>
                </a:lnTo>
                <a:lnTo>
                  <a:pt x="829" y="2189"/>
                </a:lnTo>
                <a:lnTo>
                  <a:pt x="374" y="3040"/>
                </a:lnTo>
                <a:lnTo>
                  <a:pt x="95" y="3965"/>
                </a:lnTo>
                <a:lnTo>
                  <a:pt x="0" y="4926"/>
                </a:lnTo>
                <a:lnTo>
                  <a:pt x="95" y="5887"/>
                </a:lnTo>
                <a:lnTo>
                  <a:pt x="374" y="6810"/>
                </a:lnTo>
                <a:lnTo>
                  <a:pt x="829" y="7662"/>
                </a:lnTo>
                <a:lnTo>
                  <a:pt x="1441" y="8408"/>
                </a:lnTo>
                <a:lnTo>
                  <a:pt x="2186" y="9021"/>
                </a:lnTo>
                <a:lnTo>
                  <a:pt x="3037" y="9477"/>
                </a:lnTo>
                <a:lnTo>
                  <a:pt x="3960" y="9756"/>
                </a:lnTo>
                <a:lnTo>
                  <a:pt x="4920" y="9851"/>
                </a:lnTo>
                <a:lnTo>
                  <a:pt x="5879" y="9756"/>
                </a:lnTo>
                <a:lnTo>
                  <a:pt x="6802" y="9477"/>
                </a:lnTo>
                <a:lnTo>
                  <a:pt x="7653" y="9021"/>
                </a:lnTo>
                <a:lnTo>
                  <a:pt x="8399" y="8408"/>
                </a:lnTo>
                <a:lnTo>
                  <a:pt x="9010" y="7662"/>
                </a:lnTo>
                <a:lnTo>
                  <a:pt x="9465" y="6810"/>
                </a:lnTo>
                <a:lnTo>
                  <a:pt x="9745" y="5887"/>
                </a:lnTo>
                <a:lnTo>
                  <a:pt x="9840" y="4926"/>
                </a:lnTo>
                <a:lnTo>
                  <a:pt x="9841" y="4926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2" name=""/>
          <p:cNvSpPr/>
          <p:nvPr/>
        </p:nvSpPr>
        <p:spPr>
          <a:xfrm rot="0">
            <a:off x="1066800" y="4657725"/>
            <a:ext cx="830262" cy="831850"/>
          </a:xfrm>
          <a:custGeom>
            <a:avLst/>
            <a:ahLst/>
            <a:rect l="0" t="0" r="r" b="b"/>
            <a:pathLst>
              <a:path w="2612" h="2615">
                <a:moveTo>
                  <a:pt x="2611" y="1308"/>
                </a:moveTo>
                <a:lnTo>
                  <a:pt x="2512" y="807"/>
                </a:lnTo>
                <a:lnTo>
                  <a:pt x="2228" y="383"/>
                </a:lnTo>
                <a:lnTo>
                  <a:pt x="1806" y="101"/>
                </a:lnTo>
                <a:lnTo>
                  <a:pt x="1306" y="0"/>
                </a:lnTo>
                <a:lnTo>
                  <a:pt x="806" y="101"/>
                </a:lnTo>
                <a:lnTo>
                  <a:pt x="383" y="383"/>
                </a:lnTo>
                <a:lnTo>
                  <a:pt x="100" y="807"/>
                </a:lnTo>
                <a:lnTo>
                  <a:pt x="0" y="1308"/>
                </a:lnTo>
                <a:lnTo>
                  <a:pt x="100" y="1808"/>
                </a:lnTo>
                <a:lnTo>
                  <a:pt x="383" y="2232"/>
                </a:lnTo>
                <a:lnTo>
                  <a:pt x="806" y="2515"/>
                </a:lnTo>
                <a:lnTo>
                  <a:pt x="1306" y="2615"/>
                </a:lnTo>
                <a:lnTo>
                  <a:pt x="1806" y="2515"/>
                </a:lnTo>
                <a:lnTo>
                  <a:pt x="2228" y="2232"/>
                </a:lnTo>
                <a:lnTo>
                  <a:pt x="2512" y="1808"/>
                </a:lnTo>
                <a:lnTo>
                  <a:pt x="2611" y="1308"/>
                </a:lnTo>
                <a:lnTo>
                  <a:pt x="2612" y="1308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3" name=""/>
          <p:cNvSpPr/>
          <p:nvPr/>
        </p:nvSpPr>
        <p:spPr>
          <a:xfrm rot="0">
            <a:off x="3929062" y="3230562"/>
            <a:ext cx="1563687" cy="1587"/>
          </a:xfrm>
          <a:custGeom>
            <a:avLst/>
            <a:ahLst/>
            <a:rect l="0" t="0" r="r" b="b"/>
            <a:pathLst>
              <a:path w="4920" h="0">
                <a:moveTo>
                  <a:pt x="0" y="0"/>
                </a:moveTo>
                <a:lnTo>
                  <a:pt x="4919" y="0"/>
                </a:lnTo>
                <a:lnTo>
                  <a:pt x="4920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4" name=""/>
          <p:cNvSpPr/>
          <p:nvPr/>
        </p:nvSpPr>
        <p:spPr>
          <a:xfrm rot="0">
            <a:off x="5492750" y="3230562"/>
            <a:ext cx="1565275" cy="1587"/>
          </a:xfrm>
          <a:custGeom>
            <a:avLst/>
            <a:ahLst/>
            <a:rect l="0" t="0" r="r" b="b"/>
            <a:pathLst>
              <a:path w="4922" h="0">
                <a:moveTo>
                  <a:pt x="0" y="0"/>
                </a:moveTo>
                <a:lnTo>
                  <a:pt x="4921" y="0"/>
                </a:lnTo>
                <a:lnTo>
                  <a:pt x="4922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5" name=""/>
          <p:cNvSpPr/>
          <p:nvPr/>
        </p:nvSpPr>
        <p:spPr>
          <a:xfrm rot="0">
            <a:off x="5078412" y="1219200"/>
            <a:ext cx="830262" cy="3175"/>
          </a:xfrm>
          <a:custGeom>
            <a:avLst/>
            <a:ahLst/>
            <a:rect l="0" t="0" r="r" b="b"/>
            <a:pathLst>
              <a:path w="2612" h="0">
                <a:moveTo>
                  <a:pt x="0" y="0"/>
                </a:moveTo>
                <a:lnTo>
                  <a:pt x="2611" y="0"/>
                </a:lnTo>
                <a:lnTo>
                  <a:pt x="2612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6" name=""/>
          <p:cNvSpPr/>
          <p:nvPr/>
        </p:nvSpPr>
        <p:spPr>
          <a:xfrm rot="0">
            <a:off x="4870450" y="1219200"/>
            <a:ext cx="207962" cy="717550"/>
          </a:xfrm>
          <a:custGeom>
            <a:avLst/>
            <a:ahLst/>
            <a:rect l="0" t="0" r="r" b="b"/>
            <a:pathLst>
              <a:path w="654" h="2258">
                <a:moveTo>
                  <a:pt x="654" y="0"/>
                </a:moveTo>
                <a:lnTo>
                  <a:pt x="0" y="2258"/>
                </a:lnTo>
                <a:lnTo>
                  <a:pt x="1" y="2258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7" name=""/>
          <p:cNvSpPr/>
          <p:nvPr/>
        </p:nvSpPr>
        <p:spPr>
          <a:xfrm rot="0">
            <a:off x="6069012" y="1774825"/>
            <a:ext cx="989012" cy="1455737"/>
          </a:xfrm>
          <a:custGeom>
            <a:avLst/>
            <a:ahLst/>
            <a:rect l="0" t="0" r="r" b="b"/>
            <a:pathLst>
              <a:path w="3110" h="4579">
                <a:moveTo>
                  <a:pt x="3110" y="4579"/>
                </a:moveTo>
                <a:lnTo>
                  <a:pt x="3012" y="3606"/>
                </a:lnTo>
                <a:lnTo>
                  <a:pt x="2724" y="2670"/>
                </a:lnTo>
                <a:lnTo>
                  <a:pt x="2258" y="1810"/>
                </a:lnTo>
                <a:lnTo>
                  <a:pt x="1631" y="1060"/>
                </a:lnTo>
                <a:lnTo>
                  <a:pt x="868" y="448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8" name=""/>
          <p:cNvSpPr/>
          <p:nvPr/>
        </p:nvSpPr>
        <p:spPr>
          <a:xfrm rot="0">
            <a:off x="3929062" y="1774825"/>
            <a:ext cx="989012" cy="1455737"/>
          </a:xfrm>
          <a:custGeom>
            <a:avLst/>
            <a:ahLst/>
            <a:rect l="0" t="0" r="r" b="b"/>
            <a:pathLst>
              <a:path w="3109" h="4579">
                <a:moveTo>
                  <a:pt x="3109" y="0"/>
                </a:moveTo>
                <a:lnTo>
                  <a:pt x="2240" y="448"/>
                </a:lnTo>
                <a:lnTo>
                  <a:pt x="1477" y="1060"/>
                </a:lnTo>
                <a:lnTo>
                  <a:pt x="850" y="1810"/>
                </a:lnTo>
                <a:lnTo>
                  <a:pt x="384" y="2670"/>
                </a:lnTo>
                <a:lnTo>
                  <a:pt x="97" y="3606"/>
                </a:lnTo>
                <a:lnTo>
                  <a:pt x="0" y="4579"/>
                </a:lnTo>
                <a:lnTo>
                  <a:pt x="1" y="4579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09" name=""/>
          <p:cNvSpPr/>
          <p:nvPr/>
        </p:nvSpPr>
        <p:spPr>
          <a:xfrm rot="0">
            <a:off x="5908675" y="1219200"/>
            <a:ext cx="207962" cy="717550"/>
          </a:xfrm>
          <a:custGeom>
            <a:avLst/>
            <a:ahLst/>
            <a:rect l="0" t="0" r="r" b="b"/>
            <a:pathLst>
              <a:path w="653" h="2258">
                <a:moveTo>
                  <a:pt x="653" y="2258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571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10" name=""/>
          <p:cNvSpPr/>
          <p:nvPr/>
        </p:nvSpPr>
        <p:spPr>
          <a:xfrm rot="0">
            <a:off x="5411787" y="1663700"/>
            <a:ext cx="63500" cy="4762"/>
          </a:xfrm>
          <a:custGeom>
            <a:avLst/>
            <a:ahLst/>
            <a:rect l="0" t="0" r="r" b="b"/>
            <a:pathLst>
              <a:path w="207" h="21">
                <a:moveTo>
                  <a:pt x="207" y="0"/>
                </a:moveTo>
                <a:lnTo>
                  <a:pt x="0" y="21"/>
                </a:lnTo>
                <a:lnTo>
                  <a:pt x="1" y="21"/>
                </a:lnTo>
              </a:path>
            </a:pathLst>
          </a:custGeom>
          <a:noFill/>
          <a:ln w="9525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579" name=""/>
          <p:cNvGrpSpPr/>
          <p:nvPr/>
        </p:nvGrpSpPr>
        <p:grpSpPr>
          <a:xfrm rot="0">
            <a:off x="4918075" y="1663700"/>
            <a:ext cx="1150937" cy="109537"/>
            <a:chOff x="2926" y="1126"/>
            <a:chExt cx="725" cy="69"/>
          </a:xfrm>
        </p:grpSpPr>
        <p:sp>
          <p:nvSpPr>
            <p:cNvPr id="1088911" name=""/>
            <p:cNvSpPr/>
            <p:nvPr/>
          </p:nvSpPr>
          <p:spPr>
            <a:xfrm rot="0">
              <a:off x="3606" y="1181"/>
              <a:ext cx="45" cy="14"/>
            </a:xfrm>
            <a:custGeom>
              <a:avLst/>
              <a:ahLst/>
              <a:rect l="0" t="0" r="r" b="b"/>
              <a:pathLst>
                <a:path w="228" h="67">
                  <a:moveTo>
                    <a:pt x="228" y="6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2" name=""/>
            <p:cNvSpPr/>
            <p:nvPr/>
          </p:nvSpPr>
          <p:spPr>
            <a:xfrm rot="0">
              <a:off x="3545" y="1163"/>
              <a:ext cx="40" cy="13"/>
            </a:xfrm>
            <a:custGeom>
              <a:avLst/>
              <a:ahLst/>
              <a:rect l="0" t="0" r="r" b="b"/>
              <a:pathLst>
                <a:path w="200" h="59">
                  <a:moveTo>
                    <a:pt x="200" y="5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3" name=""/>
            <p:cNvSpPr/>
            <p:nvPr/>
          </p:nvSpPr>
          <p:spPr>
            <a:xfrm rot="0">
              <a:off x="3486" y="1145"/>
              <a:ext cx="40" cy="13"/>
            </a:xfrm>
            <a:custGeom>
              <a:avLst/>
              <a:ahLst/>
              <a:rect l="0" t="0" r="r" b="b"/>
              <a:pathLst>
                <a:path w="201" h="58">
                  <a:moveTo>
                    <a:pt x="201" y="5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4" name=""/>
            <p:cNvSpPr/>
            <p:nvPr/>
          </p:nvSpPr>
          <p:spPr>
            <a:xfrm rot="0">
              <a:off x="3423" y="1137"/>
              <a:ext cx="42" cy="5"/>
            </a:xfrm>
            <a:custGeom>
              <a:avLst/>
              <a:ahLst/>
              <a:rect l="0" t="0" r="r" b="b"/>
              <a:pathLst>
                <a:path w="207" h="19">
                  <a:moveTo>
                    <a:pt x="207" y="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5" name=""/>
            <p:cNvSpPr/>
            <p:nvPr/>
          </p:nvSpPr>
          <p:spPr>
            <a:xfrm rot="0">
              <a:off x="3361" y="1132"/>
              <a:ext cx="41" cy="4"/>
            </a:xfrm>
            <a:custGeom>
              <a:avLst/>
              <a:ahLst/>
              <a:rect l="0" t="0" r="r" b="b"/>
              <a:pathLst>
                <a:path w="207" h="20">
                  <a:moveTo>
                    <a:pt x="207" y="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6" name=""/>
            <p:cNvSpPr/>
            <p:nvPr/>
          </p:nvSpPr>
          <p:spPr>
            <a:xfrm rot="0">
              <a:off x="3300" y="1126"/>
              <a:ext cx="40" cy="3"/>
            </a:xfrm>
            <a:custGeom>
              <a:avLst/>
              <a:ahLst/>
              <a:rect l="0" t="0" r="r" b="b"/>
              <a:pathLst>
                <a:path w="207" h="21">
                  <a:moveTo>
                    <a:pt x="207" y="2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7" name=""/>
            <p:cNvSpPr/>
            <p:nvPr/>
          </p:nvSpPr>
          <p:spPr>
            <a:xfrm rot="0">
              <a:off x="3175" y="1132"/>
              <a:ext cx="41" cy="4"/>
            </a:xfrm>
            <a:custGeom>
              <a:avLst/>
              <a:ahLst/>
              <a:rect l="0" t="0" r="r" b="b"/>
              <a:pathLst>
                <a:path w="207" h="20">
                  <a:moveTo>
                    <a:pt x="207" y="0"/>
                  </a:moveTo>
                  <a:lnTo>
                    <a:pt x="0" y="20"/>
                  </a:lnTo>
                  <a:lnTo>
                    <a:pt x="1" y="20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8" name=""/>
            <p:cNvSpPr/>
            <p:nvPr/>
          </p:nvSpPr>
          <p:spPr>
            <a:xfrm rot="0">
              <a:off x="3112" y="1137"/>
              <a:ext cx="42" cy="5"/>
            </a:xfrm>
            <a:custGeom>
              <a:avLst/>
              <a:ahLst/>
              <a:rect l="0" t="0" r="r" b="b"/>
              <a:pathLst>
                <a:path w="207" h="19">
                  <a:moveTo>
                    <a:pt x="207" y="0"/>
                  </a:moveTo>
                  <a:lnTo>
                    <a:pt x="0" y="19"/>
                  </a:lnTo>
                  <a:lnTo>
                    <a:pt x="1" y="19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19" name=""/>
            <p:cNvSpPr/>
            <p:nvPr/>
          </p:nvSpPr>
          <p:spPr>
            <a:xfrm rot="0">
              <a:off x="3051" y="1145"/>
              <a:ext cx="40" cy="13"/>
            </a:xfrm>
            <a:custGeom>
              <a:avLst/>
              <a:ahLst/>
              <a:rect l="0" t="0" r="r" b="b"/>
              <a:pathLst>
                <a:path w="201" h="58">
                  <a:moveTo>
                    <a:pt x="201" y="0"/>
                  </a:moveTo>
                  <a:lnTo>
                    <a:pt x="0" y="58"/>
                  </a:lnTo>
                  <a:lnTo>
                    <a:pt x="1" y="58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20" name=""/>
            <p:cNvSpPr/>
            <p:nvPr/>
          </p:nvSpPr>
          <p:spPr>
            <a:xfrm rot="0">
              <a:off x="2992" y="1163"/>
              <a:ext cx="40" cy="13"/>
            </a:xfrm>
            <a:custGeom>
              <a:avLst/>
              <a:ahLst/>
              <a:rect l="0" t="0" r="r" b="b"/>
              <a:pathLst>
                <a:path w="200" h="59">
                  <a:moveTo>
                    <a:pt x="200" y="0"/>
                  </a:moveTo>
                  <a:lnTo>
                    <a:pt x="0" y="59"/>
                  </a:lnTo>
                  <a:lnTo>
                    <a:pt x="1" y="59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21" name=""/>
            <p:cNvSpPr/>
            <p:nvPr/>
          </p:nvSpPr>
          <p:spPr>
            <a:xfrm rot="0">
              <a:off x="2926" y="1181"/>
              <a:ext cx="45" cy="14"/>
            </a:xfrm>
            <a:custGeom>
              <a:avLst/>
              <a:ahLst/>
              <a:rect l="0" t="0" r="r" b="b"/>
              <a:pathLst>
                <a:path w="227" h="67">
                  <a:moveTo>
                    <a:pt x="227" y="0"/>
                  </a:moveTo>
                  <a:lnTo>
                    <a:pt x="0" y="67"/>
                  </a:lnTo>
                  <a:lnTo>
                    <a:pt x="1" y="67"/>
                  </a:lnTo>
                </a:path>
              </a:pathLst>
            </a:custGeom>
            <a:noFill/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</p:grpSp>
      <p:sp>
        <p:nvSpPr>
          <p:cNvPr id="1088922" name=""/>
          <p:cNvSpPr/>
          <p:nvPr/>
        </p:nvSpPr>
        <p:spPr>
          <a:xfrm rot="0">
            <a:off x="874712" y="3860800"/>
            <a:ext cx="2443162" cy="2443162"/>
          </a:xfrm>
          <a:custGeom>
            <a:avLst/>
            <a:ahLst/>
            <a:rect l="0" t="0" r="r" b="b"/>
            <a:pathLst>
              <a:path w="7676" h="7684">
                <a:moveTo>
                  <a:pt x="7675" y="3842"/>
                </a:moveTo>
                <a:lnTo>
                  <a:pt x="7579" y="2987"/>
                </a:lnTo>
                <a:lnTo>
                  <a:pt x="7295" y="2175"/>
                </a:lnTo>
                <a:lnTo>
                  <a:pt x="6839" y="1446"/>
                </a:lnTo>
                <a:lnTo>
                  <a:pt x="6231" y="838"/>
                </a:lnTo>
                <a:lnTo>
                  <a:pt x="5503" y="380"/>
                </a:lnTo>
                <a:lnTo>
                  <a:pt x="4692" y="96"/>
                </a:lnTo>
                <a:lnTo>
                  <a:pt x="3838" y="0"/>
                </a:lnTo>
                <a:lnTo>
                  <a:pt x="2983" y="96"/>
                </a:lnTo>
                <a:lnTo>
                  <a:pt x="2172" y="380"/>
                </a:lnTo>
                <a:lnTo>
                  <a:pt x="1445" y="838"/>
                </a:lnTo>
                <a:lnTo>
                  <a:pt x="838" y="1446"/>
                </a:lnTo>
                <a:lnTo>
                  <a:pt x="380" y="2175"/>
                </a:lnTo>
                <a:lnTo>
                  <a:pt x="96" y="2987"/>
                </a:lnTo>
                <a:lnTo>
                  <a:pt x="0" y="3842"/>
                </a:lnTo>
                <a:lnTo>
                  <a:pt x="96" y="4697"/>
                </a:lnTo>
                <a:lnTo>
                  <a:pt x="380" y="5508"/>
                </a:lnTo>
                <a:lnTo>
                  <a:pt x="838" y="6237"/>
                </a:lnTo>
                <a:lnTo>
                  <a:pt x="1445" y="6845"/>
                </a:lnTo>
                <a:lnTo>
                  <a:pt x="2172" y="7303"/>
                </a:lnTo>
                <a:lnTo>
                  <a:pt x="2983" y="7587"/>
                </a:lnTo>
                <a:lnTo>
                  <a:pt x="3838" y="7684"/>
                </a:lnTo>
                <a:lnTo>
                  <a:pt x="4692" y="7587"/>
                </a:lnTo>
                <a:lnTo>
                  <a:pt x="5503" y="7303"/>
                </a:lnTo>
                <a:lnTo>
                  <a:pt x="6231" y="6845"/>
                </a:lnTo>
                <a:lnTo>
                  <a:pt x="6839" y="6237"/>
                </a:lnTo>
                <a:lnTo>
                  <a:pt x="7295" y="5508"/>
                </a:lnTo>
                <a:lnTo>
                  <a:pt x="7579" y="4697"/>
                </a:lnTo>
                <a:lnTo>
                  <a:pt x="7675" y="3842"/>
                </a:lnTo>
                <a:lnTo>
                  <a:pt x="7676" y="3842"/>
                </a:lnTo>
              </a:path>
            </a:pathLst>
          </a:custGeom>
          <a:noFill/>
          <a:ln w="19050" cap="flat" cmpd="sng">
            <a:solidFill>
              <a:srgbClr val="FF9933">
                <a:alpha val="100000"/>
              </a:srgbClr>
            </a:solidFill>
            <a:prstDash val="solid"/>
            <a:round/>
          </a:ln>
        </p:spPr>
      </p:sp>
      <p:sp>
        <p:nvSpPr>
          <p:cNvPr id="1088923" name=""/>
          <p:cNvSpPr/>
          <p:nvPr/>
        </p:nvSpPr>
        <p:spPr>
          <a:xfrm rot="0">
            <a:off x="755650" y="4367212"/>
            <a:ext cx="1427162" cy="1430337"/>
          </a:xfrm>
          <a:custGeom>
            <a:avLst/>
            <a:ahLst/>
            <a:rect l="0" t="0" r="r" b="b"/>
            <a:pathLst>
              <a:path w="4488" h="4491">
                <a:moveTo>
                  <a:pt x="4487" y="2246"/>
                </a:moveTo>
                <a:lnTo>
                  <a:pt x="4410" y="1665"/>
                </a:lnTo>
                <a:lnTo>
                  <a:pt x="4187" y="1122"/>
                </a:lnTo>
                <a:lnTo>
                  <a:pt x="3830" y="658"/>
                </a:lnTo>
                <a:lnTo>
                  <a:pt x="3366" y="300"/>
                </a:lnTo>
                <a:lnTo>
                  <a:pt x="2824" y="77"/>
                </a:lnTo>
                <a:lnTo>
                  <a:pt x="2244" y="0"/>
                </a:lnTo>
                <a:lnTo>
                  <a:pt x="1663" y="77"/>
                </a:lnTo>
                <a:lnTo>
                  <a:pt x="1122" y="300"/>
                </a:lnTo>
                <a:lnTo>
                  <a:pt x="657" y="658"/>
                </a:lnTo>
                <a:lnTo>
                  <a:pt x="301" y="1122"/>
                </a:lnTo>
                <a:lnTo>
                  <a:pt x="77" y="1665"/>
                </a:lnTo>
                <a:lnTo>
                  <a:pt x="0" y="2246"/>
                </a:lnTo>
                <a:lnTo>
                  <a:pt x="77" y="2827"/>
                </a:lnTo>
                <a:lnTo>
                  <a:pt x="301" y="3368"/>
                </a:lnTo>
                <a:lnTo>
                  <a:pt x="657" y="3834"/>
                </a:lnTo>
                <a:lnTo>
                  <a:pt x="1122" y="4190"/>
                </a:lnTo>
                <a:lnTo>
                  <a:pt x="1663" y="4415"/>
                </a:lnTo>
                <a:lnTo>
                  <a:pt x="2244" y="4491"/>
                </a:lnTo>
                <a:lnTo>
                  <a:pt x="2824" y="4415"/>
                </a:lnTo>
                <a:lnTo>
                  <a:pt x="3366" y="4190"/>
                </a:lnTo>
                <a:lnTo>
                  <a:pt x="3830" y="3834"/>
                </a:lnTo>
                <a:lnTo>
                  <a:pt x="4187" y="3368"/>
                </a:lnTo>
                <a:lnTo>
                  <a:pt x="4410" y="2827"/>
                </a:lnTo>
                <a:lnTo>
                  <a:pt x="4487" y="2246"/>
                </a:lnTo>
                <a:lnTo>
                  <a:pt x="4488" y="2246"/>
                </a:lnTo>
              </a:path>
            </a:pathLst>
          </a:custGeom>
          <a:noFill/>
          <a:ln w="19050" cap="flat" cmpd="sng">
            <a:solidFill>
              <a:srgbClr val="FF9933">
                <a:alpha val="100000"/>
              </a:srgbClr>
            </a:solidFill>
            <a:prstDash val="solid"/>
            <a:round/>
          </a:ln>
        </p:spPr>
      </p:sp>
      <p:sp>
        <p:nvSpPr>
          <p:cNvPr id="1088924" name=""/>
          <p:cNvSpPr/>
          <p:nvPr/>
        </p:nvSpPr>
        <p:spPr>
          <a:xfrm rot="0">
            <a:off x="2981325" y="1936750"/>
            <a:ext cx="1587" cy="3135312"/>
          </a:xfrm>
          <a:custGeom>
            <a:avLst/>
            <a:ahLst/>
            <a:rect l="0" t="0" r="r" b="b"/>
            <a:pathLst>
              <a:path w="1" h="9860">
                <a:moveTo>
                  <a:pt x="0" y="0"/>
                </a:moveTo>
                <a:lnTo>
                  <a:pt x="0" y="9860"/>
                </a:lnTo>
                <a:lnTo>
                  <a:pt x="1" y="9860"/>
                </a:lnTo>
              </a:path>
            </a:pathLst>
          </a:custGeom>
          <a:noFill/>
          <a:ln w="1905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8925" name=""/>
          <p:cNvSpPr/>
          <p:nvPr/>
        </p:nvSpPr>
        <p:spPr>
          <a:xfrm rot="0">
            <a:off x="1214437" y="4189412"/>
            <a:ext cx="1766887" cy="1768475"/>
          </a:xfrm>
          <a:custGeom>
            <a:avLst/>
            <a:ahLst/>
            <a:rect l="0" t="0" r="r" b="b"/>
            <a:pathLst>
              <a:path w="5554" h="5560">
                <a:moveTo>
                  <a:pt x="5553" y="2780"/>
                </a:moveTo>
                <a:lnTo>
                  <a:pt x="5459" y="2060"/>
                </a:lnTo>
                <a:lnTo>
                  <a:pt x="5181" y="1390"/>
                </a:lnTo>
                <a:lnTo>
                  <a:pt x="4740" y="814"/>
                </a:lnTo>
                <a:lnTo>
                  <a:pt x="4165" y="373"/>
                </a:lnTo>
                <a:lnTo>
                  <a:pt x="3495" y="95"/>
                </a:lnTo>
                <a:lnTo>
                  <a:pt x="2777" y="0"/>
                </a:lnTo>
                <a:lnTo>
                  <a:pt x="2058" y="95"/>
                </a:lnTo>
                <a:lnTo>
                  <a:pt x="1388" y="373"/>
                </a:lnTo>
                <a:lnTo>
                  <a:pt x="813" y="814"/>
                </a:lnTo>
                <a:lnTo>
                  <a:pt x="372" y="1390"/>
                </a:lnTo>
                <a:lnTo>
                  <a:pt x="94" y="2060"/>
                </a:lnTo>
                <a:lnTo>
                  <a:pt x="0" y="2780"/>
                </a:lnTo>
                <a:lnTo>
                  <a:pt x="94" y="3499"/>
                </a:lnTo>
                <a:lnTo>
                  <a:pt x="372" y="4170"/>
                </a:lnTo>
                <a:lnTo>
                  <a:pt x="813" y="4745"/>
                </a:lnTo>
                <a:lnTo>
                  <a:pt x="1388" y="5187"/>
                </a:lnTo>
                <a:lnTo>
                  <a:pt x="2058" y="5465"/>
                </a:lnTo>
                <a:lnTo>
                  <a:pt x="2777" y="5560"/>
                </a:lnTo>
                <a:lnTo>
                  <a:pt x="3495" y="5465"/>
                </a:lnTo>
                <a:lnTo>
                  <a:pt x="4165" y="5187"/>
                </a:lnTo>
                <a:lnTo>
                  <a:pt x="4740" y="4745"/>
                </a:lnTo>
                <a:lnTo>
                  <a:pt x="5181" y="4170"/>
                </a:lnTo>
                <a:lnTo>
                  <a:pt x="5459" y="3499"/>
                </a:lnTo>
                <a:lnTo>
                  <a:pt x="5553" y="2780"/>
                </a:lnTo>
                <a:lnTo>
                  <a:pt x="5554" y="2780"/>
                </a:lnTo>
              </a:path>
            </a:pathLst>
          </a:custGeom>
          <a:noFill/>
          <a:ln w="1905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grpSp>
        <p:nvGrpSpPr>
          <p:cNvPr id="580" name=""/>
          <p:cNvGrpSpPr/>
          <p:nvPr/>
        </p:nvGrpSpPr>
        <p:grpSpPr>
          <a:xfrm rot="0">
            <a:off x="1744662" y="4564062"/>
            <a:ext cx="2503487" cy="1025525"/>
            <a:chOff x="933" y="2953"/>
            <a:chExt cx="1577" cy="646"/>
          </a:xfrm>
        </p:grpSpPr>
        <p:sp>
          <p:nvSpPr>
            <p:cNvPr id="1088926" name=""/>
            <p:cNvSpPr/>
            <p:nvPr/>
          </p:nvSpPr>
          <p:spPr>
            <a:xfrm rot="16200000">
              <a:off x="2265" y="3022"/>
              <a:ext cx="64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/>
                <a:t>y</a:t>
              </a:r>
            </a:p>
          </p:txBody>
        </p:sp>
        <p:sp>
          <p:nvSpPr>
            <p:cNvPr id="1088927" name=""/>
            <p:cNvSpPr/>
            <p:nvPr/>
          </p:nvSpPr>
          <p:spPr>
            <a:xfrm rot="16200000">
              <a:off x="2265" y="3346"/>
              <a:ext cx="64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/>
                <a:t>y</a:t>
              </a:r>
            </a:p>
          </p:txBody>
        </p:sp>
        <p:sp>
          <p:nvSpPr>
            <p:cNvPr id="1088928" name=""/>
            <p:cNvSpPr/>
            <p:nvPr/>
          </p:nvSpPr>
          <p:spPr>
            <a:xfrm rot="0">
              <a:off x="933" y="2953"/>
              <a:ext cx="1154" cy="1"/>
            </a:xfrm>
            <a:custGeom>
              <a:avLst/>
              <a:ahLst/>
              <a:rect l="0" t="0" r="r" b="b"/>
              <a:pathLst>
                <a:path w="5764" h="0">
                  <a:moveTo>
                    <a:pt x="0" y="0"/>
                  </a:moveTo>
                  <a:lnTo>
                    <a:pt x="5763" y="0"/>
                  </a:lnTo>
                  <a:lnTo>
                    <a:pt x="5764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29" name=""/>
            <p:cNvSpPr/>
            <p:nvPr/>
          </p:nvSpPr>
          <p:spPr>
            <a:xfrm rot="0">
              <a:off x="934" y="3597"/>
              <a:ext cx="1153" cy="2"/>
            </a:xfrm>
            <a:custGeom>
              <a:avLst/>
              <a:ahLst/>
              <a:rect l="0" t="0" r="r" b="b"/>
              <a:pathLst>
                <a:path w="5754" h="0">
                  <a:moveTo>
                    <a:pt x="0" y="0"/>
                  </a:moveTo>
                  <a:lnTo>
                    <a:pt x="5753" y="0"/>
                  </a:lnTo>
                  <a:lnTo>
                    <a:pt x="5754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0" name=""/>
            <p:cNvSpPr/>
            <p:nvPr/>
          </p:nvSpPr>
          <p:spPr>
            <a:xfrm rot="0">
              <a:off x="2128" y="2953"/>
              <a:ext cx="382" cy="1"/>
            </a:xfrm>
            <a:custGeom>
              <a:avLst/>
              <a:ahLst/>
              <a:rect l="0" t="0" r="r" b="b"/>
              <a:pathLst>
                <a:path w="1907" h="0">
                  <a:moveTo>
                    <a:pt x="0" y="0"/>
                  </a:moveTo>
                  <a:lnTo>
                    <a:pt x="1906" y="0"/>
                  </a:lnTo>
                  <a:lnTo>
                    <a:pt x="1907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1" name=""/>
            <p:cNvSpPr/>
            <p:nvPr/>
          </p:nvSpPr>
          <p:spPr>
            <a:xfrm rot="0">
              <a:off x="2306" y="3273"/>
              <a:ext cx="204" cy="2"/>
            </a:xfrm>
            <a:custGeom>
              <a:avLst/>
              <a:ahLst/>
              <a:rect l="0" t="0" r="r" b="b"/>
              <a:pathLst>
                <a:path w="1015" h="0">
                  <a:moveTo>
                    <a:pt x="0" y="0"/>
                  </a:moveTo>
                  <a:lnTo>
                    <a:pt x="1014" y="0"/>
                  </a:lnTo>
                  <a:lnTo>
                    <a:pt x="1015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2" name=""/>
            <p:cNvSpPr/>
            <p:nvPr/>
          </p:nvSpPr>
          <p:spPr>
            <a:xfrm rot="0">
              <a:off x="2428" y="3019"/>
              <a:ext cx="2" cy="189"/>
            </a:xfrm>
            <a:custGeom>
              <a:avLst/>
              <a:ahLst/>
              <a:rect l="0" t="0" r="r" b="b"/>
              <a:pathLst>
                <a:path w="2" h="949">
                  <a:moveTo>
                    <a:pt x="0" y="0"/>
                  </a:moveTo>
                  <a:lnTo>
                    <a:pt x="0" y="949"/>
                  </a:lnTo>
                  <a:lnTo>
                    <a:pt x="2" y="949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3" name=""/>
            <p:cNvSpPr/>
            <p:nvPr/>
          </p:nvSpPr>
          <p:spPr>
            <a:xfrm rot="0">
              <a:off x="2417" y="2953"/>
              <a:ext cx="22" cy="66"/>
            </a:xfrm>
            <a:custGeom>
              <a:avLst/>
              <a:ahLst/>
              <a:rect l="0" t="0" r="r" b="b"/>
              <a:pathLst>
                <a:path w="111" h="328">
                  <a:moveTo>
                    <a:pt x="0" y="328"/>
                  </a:moveTo>
                  <a:lnTo>
                    <a:pt x="111" y="328"/>
                  </a:lnTo>
                  <a:lnTo>
                    <a:pt x="55" y="0"/>
                  </a:lnTo>
                  <a:lnTo>
                    <a:pt x="0" y="328"/>
                  </a:lnTo>
                </a:path>
              </a:pathLst>
            </a:custGeom>
            <a:solidFill>
              <a:srgbClr val="0000FF"/>
            </a:solidFill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4" name=""/>
            <p:cNvSpPr/>
            <p:nvPr/>
          </p:nvSpPr>
          <p:spPr>
            <a:xfrm rot="0">
              <a:off x="2417" y="2953"/>
              <a:ext cx="22" cy="66"/>
            </a:xfrm>
            <a:custGeom>
              <a:avLst/>
              <a:ahLst/>
              <a:rect l="0" t="0" r="r" b="b"/>
              <a:pathLst>
                <a:path w="111" h="328">
                  <a:moveTo>
                    <a:pt x="0" y="328"/>
                  </a:moveTo>
                  <a:lnTo>
                    <a:pt x="111" y="328"/>
                  </a:lnTo>
                  <a:lnTo>
                    <a:pt x="55" y="0"/>
                  </a:lnTo>
                  <a:lnTo>
                    <a:pt x="0" y="328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5" name=""/>
            <p:cNvSpPr/>
            <p:nvPr/>
          </p:nvSpPr>
          <p:spPr>
            <a:xfrm rot="0">
              <a:off x="2417" y="3208"/>
              <a:ext cx="22" cy="65"/>
            </a:xfrm>
            <a:custGeom>
              <a:avLst/>
              <a:ahLst/>
              <a:rect l="0" t="0" r="r" b="b"/>
              <a:pathLst>
                <a:path w="111" h="329">
                  <a:moveTo>
                    <a:pt x="0" y="0"/>
                  </a:moveTo>
                  <a:lnTo>
                    <a:pt x="111" y="0"/>
                  </a:lnTo>
                  <a:lnTo>
                    <a:pt x="55" y="329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6" name=""/>
            <p:cNvSpPr/>
            <p:nvPr/>
          </p:nvSpPr>
          <p:spPr>
            <a:xfrm rot="0">
              <a:off x="2417" y="3208"/>
              <a:ext cx="22" cy="65"/>
            </a:xfrm>
            <a:custGeom>
              <a:avLst/>
              <a:ahLst/>
              <a:rect l="0" t="0" r="r" b="b"/>
              <a:pathLst>
                <a:path w="111" h="329">
                  <a:moveTo>
                    <a:pt x="0" y="0"/>
                  </a:moveTo>
                  <a:lnTo>
                    <a:pt x="111" y="0"/>
                  </a:lnTo>
                  <a:lnTo>
                    <a:pt x="55" y="329"/>
                  </a:ln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7" name=""/>
            <p:cNvSpPr/>
            <p:nvPr/>
          </p:nvSpPr>
          <p:spPr>
            <a:xfrm rot="0">
              <a:off x="2306" y="3273"/>
              <a:ext cx="204" cy="2"/>
            </a:xfrm>
            <a:custGeom>
              <a:avLst/>
              <a:ahLst/>
              <a:rect l="0" t="0" r="r" b="b"/>
              <a:pathLst>
                <a:path w="1015" h="0">
                  <a:moveTo>
                    <a:pt x="0" y="0"/>
                  </a:moveTo>
                  <a:lnTo>
                    <a:pt x="1014" y="0"/>
                  </a:lnTo>
                  <a:lnTo>
                    <a:pt x="1015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8" name=""/>
            <p:cNvSpPr/>
            <p:nvPr/>
          </p:nvSpPr>
          <p:spPr>
            <a:xfrm rot="0">
              <a:off x="2128" y="3597"/>
              <a:ext cx="382" cy="2"/>
            </a:xfrm>
            <a:custGeom>
              <a:avLst/>
              <a:ahLst/>
              <a:rect l="0" t="0" r="r" b="b"/>
              <a:pathLst>
                <a:path w="1909" h="0">
                  <a:moveTo>
                    <a:pt x="0" y="0"/>
                  </a:moveTo>
                  <a:lnTo>
                    <a:pt x="1908" y="0"/>
                  </a:lnTo>
                  <a:lnTo>
                    <a:pt x="1909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39" name=""/>
            <p:cNvSpPr/>
            <p:nvPr/>
          </p:nvSpPr>
          <p:spPr>
            <a:xfrm rot="0">
              <a:off x="2428" y="3339"/>
              <a:ext cx="2" cy="193"/>
            </a:xfrm>
            <a:custGeom>
              <a:avLst/>
              <a:ahLst/>
              <a:rect l="0" t="0" r="r" b="b"/>
              <a:pathLst>
                <a:path w="2" h="954">
                  <a:moveTo>
                    <a:pt x="0" y="0"/>
                  </a:moveTo>
                  <a:lnTo>
                    <a:pt x="0" y="954"/>
                  </a:lnTo>
                  <a:lnTo>
                    <a:pt x="2" y="954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0" name=""/>
            <p:cNvSpPr/>
            <p:nvPr/>
          </p:nvSpPr>
          <p:spPr>
            <a:xfrm rot="0">
              <a:off x="2417" y="3273"/>
              <a:ext cx="22" cy="66"/>
            </a:xfrm>
            <a:custGeom>
              <a:avLst/>
              <a:ahLst/>
              <a:rect l="0" t="0" r="r" b="b"/>
              <a:pathLst>
                <a:path w="111" h="328">
                  <a:moveTo>
                    <a:pt x="0" y="328"/>
                  </a:moveTo>
                  <a:lnTo>
                    <a:pt x="111" y="328"/>
                  </a:lnTo>
                  <a:lnTo>
                    <a:pt x="55" y="0"/>
                  </a:lnTo>
                  <a:lnTo>
                    <a:pt x="0" y="328"/>
                  </a:lnTo>
                </a:path>
              </a:pathLst>
            </a:custGeom>
            <a:solidFill>
              <a:srgbClr val="0000FF"/>
            </a:solidFill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1" name=""/>
            <p:cNvSpPr/>
            <p:nvPr/>
          </p:nvSpPr>
          <p:spPr>
            <a:xfrm rot="0">
              <a:off x="2417" y="3273"/>
              <a:ext cx="22" cy="66"/>
            </a:xfrm>
            <a:custGeom>
              <a:avLst/>
              <a:ahLst/>
              <a:rect l="0" t="0" r="r" b="b"/>
              <a:pathLst>
                <a:path w="111" h="328">
                  <a:moveTo>
                    <a:pt x="0" y="328"/>
                  </a:moveTo>
                  <a:lnTo>
                    <a:pt x="111" y="328"/>
                  </a:lnTo>
                  <a:lnTo>
                    <a:pt x="55" y="0"/>
                  </a:lnTo>
                  <a:lnTo>
                    <a:pt x="0" y="328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2" name=""/>
            <p:cNvSpPr/>
            <p:nvPr/>
          </p:nvSpPr>
          <p:spPr>
            <a:xfrm rot="0">
              <a:off x="2417" y="3532"/>
              <a:ext cx="22" cy="65"/>
            </a:xfrm>
            <a:custGeom>
              <a:avLst/>
              <a:ahLst/>
              <a:rect l="0" t="0" r="r" b="b"/>
              <a:pathLst>
                <a:path w="111" h="328">
                  <a:moveTo>
                    <a:pt x="0" y="0"/>
                  </a:moveTo>
                  <a:lnTo>
                    <a:pt x="111" y="0"/>
                  </a:lnTo>
                  <a:lnTo>
                    <a:pt x="55" y="328"/>
                  </a:lnTo>
                  <a:lnTo>
                    <a:pt x="0" y="0"/>
                  </a:lnTo>
                </a:path>
              </a:pathLst>
            </a:custGeom>
            <a:solidFill>
              <a:srgbClr val="0000FF"/>
            </a:solidFill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3" name=""/>
            <p:cNvSpPr/>
            <p:nvPr/>
          </p:nvSpPr>
          <p:spPr>
            <a:xfrm rot="0">
              <a:off x="2417" y="3532"/>
              <a:ext cx="22" cy="65"/>
            </a:xfrm>
            <a:custGeom>
              <a:avLst/>
              <a:ahLst/>
              <a:rect l="0" t="0" r="r" b="b"/>
              <a:pathLst>
                <a:path w="111" h="328">
                  <a:moveTo>
                    <a:pt x="0" y="0"/>
                  </a:moveTo>
                  <a:lnTo>
                    <a:pt x="111" y="0"/>
                  </a:lnTo>
                  <a:lnTo>
                    <a:pt x="55" y="328"/>
                  </a:ln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</p:grpSp>
      <p:grpSp>
        <p:nvGrpSpPr>
          <p:cNvPr id="581" name=""/>
          <p:cNvGrpSpPr/>
          <p:nvPr/>
        </p:nvGrpSpPr>
        <p:grpSpPr>
          <a:xfrm rot="0">
            <a:off x="4902200" y="2201862"/>
            <a:ext cx="1381125" cy="358775"/>
            <a:chOff x="2922" y="1465"/>
            <a:chExt cx="870" cy="226"/>
          </a:xfrm>
        </p:grpSpPr>
        <p:sp>
          <p:nvSpPr>
            <p:cNvPr id="1088944" name=""/>
            <p:cNvSpPr/>
            <p:nvPr/>
          </p:nvSpPr>
          <p:spPr>
            <a:xfrm rot="0">
              <a:off x="3595" y="1465"/>
              <a:ext cx="60" cy="60"/>
            </a:xfrm>
            <a:custGeom>
              <a:avLst/>
              <a:ahLst/>
              <a:rect l="0" t="0" r="r" b="b"/>
              <a:pathLst>
                <a:path w="416" h="416">
                  <a:moveTo>
                    <a:pt x="415" y="209"/>
                  </a:moveTo>
                  <a:lnTo>
                    <a:pt x="354" y="61"/>
                  </a:lnTo>
                  <a:lnTo>
                    <a:pt x="207" y="0"/>
                  </a:lnTo>
                  <a:lnTo>
                    <a:pt x="60" y="61"/>
                  </a:lnTo>
                  <a:lnTo>
                    <a:pt x="0" y="209"/>
                  </a:lnTo>
                  <a:lnTo>
                    <a:pt x="60" y="356"/>
                  </a:lnTo>
                  <a:lnTo>
                    <a:pt x="207" y="416"/>
                  </a:lnTo>
                  <a:lnTo>
                    <a:pt x="354" y="356"/>
                  </a:lnTo>
                  <a:lnTo>
                    <a:pt x="415" y="209"/>
                  </a:lnTo>
                  <a:lnTo>
                    <a:pt x="416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5" name=""/>
            <p:cNvSpPr/>
            <p:nvPr/>
          </p:nvSpPr>
          <p:spPr>
            <a:xfrm rot="0" flipH="1">
              <a:off x="2922" y="1465"/>
              <a:ext cx="60" cy="60"/>
            </a:xfrm>
            <a:custGeom>
              <a:avLst/>
              <a:ahLst/>
              <a:rect l="0" t="0" r="r" b="b"/>
              <a:pathLst>
                <a:path w="416" h="416">
                  <a:moveTo>
                    <a:pt x="415" y="209"/>
                  </a:moveTo>
                  <a:lnTo>
                    <a:pt x="354" y="61"/>
                  </a:lnTo>
                  <a:lnTo>
                    <a:pt x="207" y="0"/>
                  </a:lnTo>
                  <a:lnTo>
                    <a:pt x="60" y="61"/>
                  </a:lnTo>
                  <a:lnTo>
                    <a:pt x="0" y="209"/>
                  </a:lnTo>
                  <a:lnTo>
                    <a:pt x="60" y="356"/>
                  </a:lnTo>
                  <a:lnTo>
                    <a:pt x="207" y="416"/>
                  </a:lnTo>
                  <a:lnTo>
                    <a:pt x="354" y="356"/>
                  </a:lnTo>
                  <a:lnTo>
                    <a:pt x="415" y="209"/>
                  </a:lnTo>
                  <a:lnTo>
                    <a:pt x="416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6" name=""/>
            <p:cNvSpPr/>
            <p:nvPr/>
          </p:nvSpPr>
          <p:spPr>
            <a:xfrm rot="0">
              <a:off x="3612" y="1518"/>
              <a:ext cx="180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sz="1800" i="1" lang="en-US">
                  <a:solidFill>
                    <a:srgbClr val="0033CC"/>
                  </a:solidFill>
                  <a:latin typeface="ISOCP" pitchFamily="2" charset="0"/>
                </a:rPr>
                <a:t>5"</a:t>
              </a:r>
            </a:p>
          </p:txBody>
        </p:sp>
      </p:grpSp>
      <p:grpSp>
        <p:nvGrpSpPr>
          <p:cNvPr id="582" name=""/>
          <p:cNvGrpSpPr/>
          <p:nvPr/>
        </p:nvGrpSpPr>
        <p:grpSpPr>
          <a:xfrm rot="0">
            <a:off x="930275" y="1952625"/>
            <a:ext cx="304800" cy="3654425"/>
            <a:chOff x="420" y="1308"/>
            <a:chExt cx="192" cy="2302"/>
          </a:xfrm>
        </p:grpSpPr>
        <p:sp>
          <p:nvSpPr>
            <p:cNvPr id="1088947" name=""/>
            <p:cNvSpPr/>
            <p:nvPr/>
          </p:nvSpPr>
          <p:spPr>
            <a:xfrm rot="0">
              <a:off x="466" y="1496"/>
              <a:ext cx="2" cy="2114"/>
            </a:xfrm>
            <a:custGeom>
              <a:avLst/>
              <a:ahLst/>
              <a:rect l="0" t="0" r="r" b="b"/>
              <a:pathLst>
                <a:path w="1" h="10557">
                  <a:moveTo>
                    <a:pt x="0" y="0"/>
                  </a:moveTo>
                  <a:lnTo>
                    <a:pt x="0" y="10557"/>
                  </a:lnTo>
                  <a:lnTo>
                    <a:pt x="1" y="10557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8" name=""/>
            <p:cNvSpPr/>
            <p:nvPr/>
          </p:nvSpPr>
          <p:spPr>
            <a:xfrm rot="0">
              <a:off x="436" y="1465"/>
              <a:ext cx="60" cy="60"/>
            </a:xfrm>
            <a:custGeom>
              <a:avLst/>
              <a:ahLst/>
              <a:rect l="0" t="0" r="r" b="b"/>
              <a:pathLst>
                <a:path w="417" h="416">
                  <a:moveTo>
                    <a:pt x="416" y="209"/>
                  </a:moveTo>
                  <a:lnTo>
                    <a:pt x="356" y="61"/>
                  </a:lnTo>
                  <a:lnTo>
                    <a:pt x="208" y="0"/>
                  </a:lnTo>
                  <a:lnTo>
                    <a:pt x="61" y="61"/>
                  </a:lnTo>
                  <a:lnTo>
                    <a:pt x="0" y="209"/>
                  </a:lnTo>
                  <a:lnTo>
                    <a:pt x="61" y="356"/>
                  </a:lnTo>
                  <a:lnTo>
                    <a:pt x="208" y="416"/>
                  </a:lnTo>
                  <a:lnTo>
                    <a:pt x="356" y="356"/>
                  </a:lnTo>
                  <a:lnTo>
                    <a:pt x="416" y="209"/>
                  </a:lnTo>
                  <a:lnTo>
                    <a:pt x="417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49" name=""/>
            <p:cNvSpPr/>
            <p:nvPr/>
          </p:nvSpPr>
          <p:spPr>
            <a:xfrm rot="0">
              <a:off x="420" y="1308"/>
              <a:ext cx="192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>
                  <a:latin typeface="ISOCP" pitchFamily="2" charset="0"/>
                </a:rPr>
                <a:t>5'</a:t>
              </a:r>
            </a:p>
          </p:txBody>
        </p:sp>
      </p:grpSp>
      <p:grpSp>
        <p:nvGrpSpPr>
          <p:cNvPr id="583" name=""/>
          <p:cNvGrpSpPr/>
          <p:nvPr/>
        </p:nvGrpSpPr>
        <p:grpSpPr>
          <a:xfrm rot="0">
            <a:off x="1273175" y="1647825"/>
            <a:ext cx="4848225" cy="382587"/>
            <a:chOff x="636" y="1116"/>
            <a:chExt cx="3054" cy="241"/>
          </a:xfrm>
        </p:grpSpPr>
        <p:sp>
          <p:nvSpPr>
            <p:cNvPr id="1088950" name=""/>
            <p:cNvSpPr/>
            <p:nvPr/>
          </p:nvSpPr>
          <p:spPr>
            <a:xfrm rot="0">
              <a:off x="761" y="1298"/>
              <a:ext cx="2929" cy="59"/>
            </a:xfrm>
            <a:custGeom>
              <a:avLst/>
              <a:ahLst/>
              <a:rect l="0" t="0" r="r" b="b"/>
              <a:pathLst>
                <a:path w="6504" h="0">
                  <a:moveTo>
                    <a:pt x="0" y="0"/>
                  </a:moveTo>
                  <a:lnTo>
                    <a:pt x="6503" y="0"/>
                  </a:lnTo>
                  <a:lnTo>
                    <a:pt x="6504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51" name=""/>
            <p:cNvSpPr/>
            <p:nvPr/>
          </p:nvSpPr>
          <p:spPr>
            <a:xfrm rot="0">
              <a:off x="731" y="1268"/>
              <a:ext cx="60" cy="60"/>
            </a:xfrm>
            <a:custGeom>
              <a:avLst/>
              <a:ahLst/>
              <a:rect l="0" t="0" r="r" b="b"/>
              <a:pathLst>
                <a:path w="416" h="417">
                  <a:moveTo>
                    <a:pt x="415" y="208"/>
                  </a:moveTo>
                  <a:lnTo>
                    <a:pt x="355" y="61"/>
                  </a:lnTo>
                  <a:lnTo>
                    <a:pt x="208" y="0"/>
                  </a:lnTo>
                  <a:lnTo>
                    <a:pt x="61" y="61"/>
                  </a:lnTo>
                  <a:lnTo>
                    <a:pt x="0" y="208"/>
                  </a:lnTo>
                  <a:lnTo>
                    <a:pt x="61" y="355"/>
                  </a:lnTo>
                  <a:lnTo>
                    <a:pt x="208" y="417"/>
                  </a:lnTo>
                  <a:lnTo>
                    <a:pt x="355" y="355"/>
                  </a:lnTo>
                  <a:lnTo>
                    <a:pt x="415" y="208"/>
                  </a:lnTo>
                  <a:lnTo>
                    <a:pt x="416" y="208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52" name=""/>
            <p:cNvSpPr/>
            <p:nvPr/>
          </p:nvSpPr>
          <p:spPr>
            <a:xfrm rot="0">
              <a:off x="636" y="1116"/>
              <a:ext cx="192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>
                  <a:latin typeface="ISOCP" pitchFamily="2" charset="0"/>
                </a:rPr>
                <a:t>3'</a:t>
              </a:r>
            </a:p>
          </p:txBody>
        </p:sp>
      </p:grpSp>
      <p:grpSp>
        <p:nvGrpSpPr>
          <p:cNvPr id="584" name=""/>
          <p:cNvGrpSpPr/>
          <p:nvPr/>
        </p:nvGrpSpPr>
        <p:grpSpPr>
          <a:xfrm rot="0">
            <a:off x="1625600" y="1485900"/>
            <a:ext cx="304800" cy="4095750"/>
            <a:chOff x="858" y="1014"/>
            <a:chExt cx="192" cy="2580"/>
          </a:xfrm>
        </p:grpSpPr>
        <p:sp>
          <p:nvSpPr>
            <p:cNvPr id="1088953" name=""/>
            <p:cNvSpPr/>
            <p:nvPr/>
          </p:nvSpPr>
          <p:spPr>
            <a:xfrm rot="0">
              <a:off x="934" y="1207"/>
              <a:ext cx="2" cy="2387"/>
            </a:xfrm>
            <a:custGeom>
              <a:avLst/>
              <a:ahLst/>
              <a:rect l="0" t="0" r="r" b="b"/>
              <a:pathLst>
                <a:path w="1" h="11913">
                  <a:moveTo>
                    <a:pt x="0" y="119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54" name=""/>
            <p:cNvSpPr/>
            <p:nvPr/>
          </p:nvSpPr>
          <p:spPr>
            <a:xfrm rot="0">
              <a:off x="904" y="1177"/>
              <a:ext cx="60" cy="60"/>
            </a:xfrm>
            <a:custGeom>
              <a:avLst/>
              <a:ahLst/>
              <a:rect l="0" t="0" r="r" b="b"/>
              <a:pathLst>
                <a:path w="418" h="417">
                  <a:moveTo>
                    <a:pt x="417" y="209"/>
                  </a:moveTo>
                  <a:lnTo>
                    <a:pt x="355" y="62"/>
                  </a:lnTo>
                  <a:lnTo>
                    <a:pt x="208" y="0"/>
                  </a:lnTo>
                  <a:lnTo>
                    <a:pt x="61" y="62"/>
                  </a:lnTo>
                  <a:lnTo>
                    <a:pt x="0" y="209"/>
                  </a:lnTo>
                  <a:lnTo>
                    <a:pt x="61" y="356"/>
                  </a:lnTo>
                  <a:lnTo>
                    <a:pt x="208" y="417"/>
                  </a:lnTo>
                  <a:lnTo>
                    <a:pt x="355" y="356"/>
                  </a:lnTo>
                  <a:lnTo>
                    <a:pt x="417" y="209"/>
                  </a:lnTo>
                  <a:lnTo>
                    <a:pt x="418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55" name=""/>
            <p:cNvSpPr/>
            <p:nvPr/>
          </p:nvSpPr>
          <p:spPr>
            <a:xfrm rot="0">
              <a:off x="858" y="1014"/>
              <a:ext cx="192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>
                  <a:latin typeface="ISOCP" pitchFamily="2" charset="0"/>
                </a:rPr>
                <a:t>4'</a:t>
              </a:r>
            </a:p>
          </p:txBody>
        </p:sp>
      </p:grpSp>
      <p:grpSp>
        <p:nvGrpSpPr>
          <p:cNvPr id="585" name=""/>
          <p:cNvGrpSpPr/>
          <p:nvPr/>
        </p:nvGrpSpPr>
        <p:grpSpPr>
          <a:xfrm rot="0">
            <a:off x="1374775" y="4400550"/>
            <a:ext cx="144462" cy="1655762"/>
            <a:chOff x="700" y="2850"/>
            <a:chExt cx="91" cy="1043"/>
          </a:xfrm>
        </p:grpSpPr>
        <p:sp>
          <p:nvSpPr>
            <p:cNvPr id="1088956" name=""/>
            <p:cNvSpPr/>
            <p:nvPr/>
          </p:nvSpPr>
          <p:spPr>
            <a:xfrm rot="0">
              <a:off x="731" y="2850"/>
              <a:ext cx="60" cy="60"/>
            </a:xfrm>
            <a:custGeom>
              <a:avLst/>
              <a:ahLst/>
              <a:rect l="0" t="0" r="r" b="b"/>
              <a:pathLst>
                <a:path w="416" h="416">
                  <a:moveTo>
                    <a:pt x="415" y="208"/>
                  </a:moveTo>
                  <a:lnTo>
                    <a:pt x="355" y="61"/>
                  </a:lnTo>
                  <a:lnTo>
                    <a:pt x="208" y="0"/>
                  </a:lnTo>
                  <a:lnTo>
                    <a:pt x="61" y="61"/>
                  </a:lnTo>
                  <a:lnTo>
                    <a:pt x="0" y="208"/>
                  </a:lnTo>
                  <a:lnTo>
                    <a:pt x="61" y="355"/>
                  </a:lnTo>
                  <a:lnTo>
                    <a:pt x="208" y="416"/>
                  </a:lnTo>
                  <a:lnTo>
                    <a:pt x="355" y="355"/>
                  </a:lnTo>
                  <a:lnTo>
                    <a:pt x="415" y="208"/>
                  </a:lnTo>
                  <a:lnTo>
                    <a:pt x="416" y="208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57" name=""/>
            <p:cNvSpPr/>
            <p:nvPr/>
          </p:nvSpPr>
          <p:spPr>
            <a:xfrm rot="0">
              <a:off x="731" y="3636"/>
              <a:ext cx="60" cy="60"/>
            </a:xfrm>
            <a:custGeom>
              <a:avLst/>
              <a:ahLst/>
              <a:rect l="0" t="0" r="r" b="b"/>
              <a:pathLst>
                <a:path w="416" h="417">
                  <a:moveTo>
                    <a:pt x="415" y="209"/>
                  </a:moveTo>
                  <a:lnTo>
                    <a:pt x="355" y="61"/>
                  </a:lnTo>
                  <a:lnTo>
                    <a:pt x="208" y="0"/>
                  </a:lnTo>
                  <a:lnTo>
                    <a:pt x="61" y="61"/>
                  </a:lnTo>
                  <a:lnTo>
                    <a:pt x="0" y="209"/>
                  </a:lnTo>
                  <a:lnTo>
                    <a:pt x="61" y="356"/>
                  </a:lnTo>
                  <a:lnTo>
                    <a:pt x="208" y="417"/>
                  </a:lnTo>
                  <a:lnTo>
                    <a:pt x="355" y="356"/>
                  </a:lnTo>
                  <a:lnTo>
                    <a:pt x="415" y="209"/>
                  </a:lnTo>
                  <a:lnTo>
                    <a:pt x="416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58" name=""/>
            <p:cNvSpPr/>
            <p:nvPr/>
          </p:nvSpPr>
          <p:spPr>
            <a:xfrm rot="0">
              <a:off x="700" y="3720"/>
              <a:ext cx="72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>
                  <a:latin typeface="ISOCP" pitchFamily="2" charset="0"/>
                </a:rPr>
                <a:t>3</a:t>
              </a:r>
            </a:p>
          </p:txBody>
        </p:sp>
      </p:grpSp>
      <p:grpSp>
        <p:nvGrpSpPr>
          <p:cNvPr id="586" name=""/>
          <p:cNvGrpSpPr/>
          <p:nvPr/>
        </p:nvGrpSpPr>
        <p:grpSpPr>
          <a:xfrm rot="0">
            <a:off x="955675" y="4489450"/>
            <a:ext cx="146050" cy="1433512"/>
            <a:chOff x="436" y="2906"/>
            <a:chExt cx="92" cy="903"/>
          </a:xfrm>
        </p:grpSpPr>
        <p:sp>
          <p:nvSpPr>
            <p:cNvPr id="1088959" name=""/>
            <p:cNvSpPr/>
            <p:nvPr/>
          </p:nvSpPr>
          <p:spPr>
            <a:xfrm rot="0">
              <a:off x="436" y="3581"/>
              <a:ext cx="60" cy="60"/>
            </a:xfrm>
            <a:custGeom>
              <a:avLst/>
              <a:ahLst/>
              <a:rect l="0" t="0" r="r" b="b"/>
              <a:pathLst>
                <a:path w="417" h="417">
                  <a:moveTo>
                    <a:pt x="416" y="209"/>
                  </a:moveTo>
                  <a:lnTo>
                    <a:pt x="356" y="62"/>
                  </a:lnTo>
                  <a:lnTo>
                    <a:pt x="208" y="0"/>
                  </a:lnTo>
                  <a:lnTo>
                    <a:pt x="61" y="62"/>
                  </a:lnTo>
                  <a:lnTo>
                    <a:pt x="0" y="209"/>
                  </a:lnTo>
                  <a:lnTo>
                    <a:pt x="61" y="356"/>
                  </a:lnTo>
                  <a:lnTo>
                    <a:pt x="208" y="417"/>
                  </a:lnTo>
                  <a:lnTo>
                    <a:pt x="356" y="356"/>
                  </a:lnTo>
                  <a:lnTo>
                    <a:pt x="416" y="209"/>
                  </a:lnTo>
                  <a:lnTo>
                    <a:pt x="417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60" name=""/>
            <p:cNvSpPr/>
            <p:nvPr/>
          </p:nvSpPr>
          <p:spPr>
            <a:xfrm rot="0">
              <a:off x="436" y="2906"/>
              <a:ext cx="60" cy="60"/>
            </a:xfrm>
            <a:custGeom>
              <a:avLst/>
              <a:ahLst/>
              <a:rect l="0" t="0" r="r" b="b"/>
              <a:pathLst>
                <a:path w="417" h="417">
                  <a:moveTo>
                    <a:pt x="416" y="209"/>
                  </a:moveTo>
                  <a:lnTo>
                    <a:pt x="356" y="62"/>
                  </a:lnTo>
                  <a:lnTo>
                    <a:pt x="208" y="0"/>
                  </a:lnTo>
                  <a:lnTo>
                    <a:pt x="61" y="62"/>
                  </a:lnTo>
                  <a:lnTo>
                    <a:pt x="0" y="209"/>
                  </a:lnTo>
                  <a:lnTo>
                    <a:pt x="61" y="356"/>
                  </a:lnTo>
                  <a:lnTo>
                    <a:pt x="208" y="417"/>
                  </a:lnTo>
                  <a:lnTo>
                    <a:pt x="356" y="356"/>
                  </a:lnTo>
                  <a:lnTo>
                    <a:pt x="416" y="209"/>
                  </a:lnTo>
                  <a:lnTo>
                    <a:pt x="417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61" name=""/>
            <p:cNvSpPr/>
            <p:nvPr/>
          </p:nvSpPr>
          <p:spPr>
            <a:xfrm rot="0">
              <a:off x="436" y="3636"/>
              <a:ext cx="92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>
                  <a:latin typeface="ISOCP" pitchFamily="2" charset="0"/>
                </a:rPr>
                <a:t>5</a:t>
              </a:r>
            </a:p>
          </p:txBody>
        </p:sp>
      </p:grpSp>
      <p:grpSp>
        <p:nvGrpSpPr>
          <p:cNvPr id="587" name=""/>
          <p:cNvGrpSpPr/>
          <p:nvPr/>
        </p:nvGrpSpPr>
        <p:grpSpPr>
          <a:xfrm rot="0">
            <a:off x="1698625" y="4516437"/>
            <a:ext cx="165100" cy="1368425"/>
            <a:chOff x="904" y="2923"/>
            <a:chExt cx="104" cy="862"/>
          </a:xfrm>
        </p:grpSpPr>
        <p:sp>
          <p:nvSpPr>
            <p:cNvPr id="1088962" name=""/>
            <p:cNvSpPr/>
            <p:nvPr/>
          </p:nvSpPr>
          <p:spPr>
            <a:xfrm rot="0">
              <a:off x="904" y="3564"/>
              <a:ext cx="60" cy="60"/>
            </a:xfrm>
            <a:custGeom>
              <a:avLst/>
              <a:ahLst/>
              <a:rect l="0" t="0" r="r" b="b"/>
              <a:pathLst>
                <a:path w="418" h="416">
                  <a:moveTo>
                    <a:pt x="417" y="208"/>
                  </a:moveTo>
                  <a:lnTo>
                    <a:pt x="355" y="61"/>
                  </a:lnTo>
                  <a:lnTo>
                    <a:pt x="208" y="0"/>
                  </a:lnTo>
                  <a:lnTo>
                    <a:pt x="61" y="61"/>
                  </a:lnTo>
                  <a:lnTo>
                    <a:pt x="0" y="208"/>
                  </a:lnTo>
                  <a:lnTo>
                    <a:pt x="61" y="355"/>
                  </a:lnTo>
                  <a:lnTo>
                    <a:pt x="208" y="416"/>
                  </a:lnTo>
                  <a:lnTo>
                    <a:pt x="355" y="355"/>
                  </a:lnTo>
                  <a:lnTo>
                    <a:pt x="417" y="208"/>
                  </a:lnTo>
                  <a:lnTo>
                    <a:pt x="418" y="208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63" name=""/>
            <p:cNvSpPr/>
            <p:nvPr/>
          </p:nvSpPr>
          <p:spPr>
            <a:xfrm rot="0">
              <a:off x="904" y="2923"/>
              <a:ext cx="60" cy="60"/>
            </a:xfrm>
            <a:custGeom>
              <a:avLst/>
              <a:ahLst/>
              <a:rect l="0" t="0" r="r" b="b"/>
              <a:pathLst>
                <a:path w="418" h="416">
                  <a:moveTo>
                    <a:pt x="417" y="207"/>
                  </a:moveTo>
                  <a:lnTo>
                    <a:pt x="355" y="60"/>
                  </a:lnTo>
                  <a:lnTo>
                    <a:pt x="208" y="0"/>
                  </a:lnTo>
                  <a:lnTo>
                    <a:pt x="61" y="60"/>
                  </a:lnTo>
                  <a:lnTo>
                    <a:pt x="0" y="207"/>
                  </a:lnTo>
                  <a:lnTo>
                    <a:pt x="61" y="355"/>
                  </a:lnTo>
                  <a:lnTo>
                    <a:pt x="208" y="416"/>
                  </a:lnTo>
                  <a:lnTo>
                    <a:pt x="355" y="355"/>
                  </a:lnTo>
                  <a:lnTo>
                    <a:pt x="417" y="207"/>
                  </a:lnTo>
                  <a:lnTo>
                    <a:pt x="418" y="207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64" name=""/>
            <p:cNvSpPr/>
            <p:nvPr/>
          </p:nvSpPr>
          <p:spPr>
            <a:xfrm rot="0">
              <a:off x="912" y="3612"/>
              <a:ext cx="96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sz="1800" i="1" lang="en-US">
                  <a:latin typeface="ISOCP" pitchFamily="2" charset="0"/>
                </a:rPr>
                <a:t>4</a:t>
              </a:r>
            </a:p>
          </p:txBody>
        </p:sp>
      </p:grpSp>
      <p:grpSp>
        <p:nvGrpSpPr>
          <p:cNvPr id="588" name=""/>
          <p:cNvGrpSpPr/>
          <p:nvPr/>
        </p:nvGrpSpPr>
        <p:grpSpPr>
          <a:xfrm rot="0">
            <a:off x="757237" y="2251075"/>
            <a:ext cx="2563812" cy="2820987"/>
            <a:chOff x="311" y="1496"/>
            <a:chExt cx="1615" cy="1777"/>
          </a:xfrm>
        </p:grpSpPr>
        <p:sp>
          <p:nvSpPr>
            <p:cNvPr id="1088965" name=""/>
            <p:cNvSpPr/>
            <p:nvPr/>
          </p:nvSpPr>
          <p:spPr>
            <a:xfrm rot="0">
              <a:off x="1925" y="1496"/>
              <a:ext cx="1" cy="1777"/>
            </a:xfrm>
            <a:custGeom>
              <a:avLst/>
              <a:ahLst/>
              <a:rect l="0" t="0" r="r" b="b"/>
              <a:pathLst>
                <a:path w="1" h="8875">
                  <a:moveTo>
                    <a:pt x="0" y="0"/>
                  </a:moveTo>
                  <a:lnTo>
                    <a:pt x="0" y="8875"/>
                  </a:lnTo>
                  <a:lnTo>
                    <a:pt x="1" y="8875"/>
                  </a:lnTo>
                </a:path>
              </a:pathLst>
            </a:custGeom>
            <a:noFill/>
            <a:ln w="19050" cap="flat" cmpd="sng">
              <a:solidFill>
                <a:srgbClr val="FF9933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8966" name=""/>
            <p:cNvSpPr/>
            <p:nvPr/>
          </p:nvSpPr>
          <p:spPr>
            <a:xfrm rot="0">
              <a:off x="311" y="1496"/>
              <a:ext cx="2" cy="1777"/>
            </a:xfrm>
            <a:custGeom>
              <a:avLst/>
              <a:ahLst/>
              <a:rect l="0" t="0" r="r" b="b"/>
              <a:pathLst>
                <a:path w="1" h="8875">
                  <a:moveTo>
                    <a:pt x="0" y="0"/>
                  </a:moveTo>
                  <a:lnTo>
                    <a:pt x="0" y="8875"/>
                  </a:lnTo>
                  <a:lnTo>
                    <a:pt x="1" y="8875"/>
                  </a:lnTo>
                </a:path>
              </a:pathLst>
            </a:custGeom>
            <a:noFill/>
            <a:ln w="19050" cap="flat" cmpd="sng">
              <a:solidFill>
                <a:srgbClr val="FF9933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589" name=""/>
          <p:cNvGrpSpPr/>
          <p:nvPr/>
        </p:nvGrpSpPr>
        <p:grpSpPr>
          <a:xfrm rot="0">
            <a:off x="4813300" y="1889125"/>
            <a:ext cx="1622425" cy="319087"/>
            <a:chOff x="2866" y="1268"/>
            <a:chExt cx="1022" cy="201"/>
          </a:xfrm>
        </p:grpSpPr>
        <p:sp>
          <p:nvSpPr>
            <p:cNvPr id="1088967" name=""/>
            <p:cNvSpPr/>
            <p:nvPr/>
          </p:nvSpPr>
          <p:spPr>
            <a:xfrm rot="0" flipH="1">
              <a:off x="2866" y="1268"/>
              <a:ext cx="60" cy="60"/>
            </a:xfrm>
            <a:custGeom>
              <a:avLst/>
              <a:ahLst/>
              <a:rect l="0" t="0" r="r" b="b"/>
              <a:pathLst>
                <a:path w="417" h="417">
                  <a:moveTo>
                    <a:pt x="416" y="208"/>
                  </a:moveTo>
                  <a:lnTo>
                    <a:pt x="354" y="61"/>
                  </a:lnTo>
                  <a:lnTo>
                    <a:pt x="207" y="0"/>
                  </a:lnTo>
                  <a:lnTo>
                    <a:pt x="60" y="61"/>
                  </a:lnTo>
                  <a:lnTo>
                    <a:pt x="0" y="208"/>
                  </a:lnTo>
                  <a:lnTo>
                    <a:pt x="60" y="355"/>
                  </a:lnTo>
                  <a:lnTo>
                    <a:pt x="207" y="417"/>
                  </a:lnTo>
                  <a:lnTo>
                    <a:pt x="354" y="355"/>
                  </a:lnTo>
                  <a:lnTo>
                    <a:pt x="416" y="208"/>
                  </a:lnTo>
                  <a:lnTo>
                    <a:pt x="417" y="208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68" name=""/>
            <p:cNvSpPr/>
            <p:nvPr/>
          </p:nvSpPr>
          <p:spPr>
            <a:xfrm rot="0">
              <a:off x="3651" y="1268"/>
              <a:ext cx="60" cy="60"/>
            </a:xfrm>
            <a:custGeom>
              <a:avLst/>
              <a:ahLst/>
              <a:rect l="0" t="0" r="r" b="b"/>
              <a:pathLst>
                <a:path w="417" h="417">
                  <a:moveTo>
                    <a:pt x="416" y="208"/>
                  </a:moveTo>
                  <a:lnTo>
                    <a:pt x="355" y="61"/>
                  </a:lnTo>
                  <a:lnTo>
                    <a:pt x="208" y="0"/>
                  </a:lnTo>
                  <a:lnTo>
                    <a:pt x="61" y="61"/>
                  </a:lnTo>
                  <a:lnTo>
                    <a:pt x="0" y="208"/>
                  </a:lnTo>
                  <a:lnTo>
                    <a:pt x="61" y="355"/>
                  </a:lnTo>
                  <a:lnTo>
                    <a:pt x="208" y="417"/>
                  </a:lnTo>
                  <a:lnTo>
                    <a:pt x="355" y="355"/>
                  </a:lnTo>
                  <a:lnTo>
                    <a:pt x="416" y="208"/>
                  </a:lnTo>
                  <a:lnTo>
                    <a:pt x="417" y="208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8969" name=""/>
            <p:cNvSpPr/>
            <p:nvPr/>
          </p:nvSpPr>
          <p:spPr>
            <a:xfrm rot="0">
              <a:off x="3720" y="1296"/>
              <a:ext cx="168" cy="173"/>
            </a:xfrm>
            <a:prstGeom prst="rect"/>
            <a:noFill/>
            <a:ln>
              <a:noFill/>
            </a:ln>
          </p:spPr>
          <p:txBody>
            <a:bodyPr anchor="t" bIns="0" lIns="0" rIns="0" tIns="0" vert="horz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sz="1800" i="1" lang="en-US">
                  <a:solidFill>
                    <a:srgbClr val="0033CC"/>
                  </a:solidFill>
                  <a:latin typeface="ISOCP" pitchFamily="2" charset="0"/>
                </a:rPr>
                <a:t>3"</a:t>
              </a:r>
            </a:p>
          </p:txBody>
        </p:sp>
      </p:grpSp>
      <p:grpSp>
        <p:nvGrpSpPr>
          <p:cNvPr id="590" name=""/>
          <p:cNvGrpSpPr/>
          <p:nvPr/>
        </p:nvGrpSpPr>
        <p:grpSpPr>
          <a:xfrm rot="0">
            <a:off x="365125" y="1323975"/>
            <a:ext cx="5480050" cy="4002087"/>
            <a:chOff x="64" y="912"/>
            <a:chExt cx="3452" cy="2521"/>
          </a:xfrm>
        </p:grpSpPr>
        <p:grpSp>
          <p:nvGrpSpPr>
            <p:cNvPr id="591" name=""/>
            <p:cNvGrpSpPr/>
            <p:nvPr/>
          </p:nvGrpSpPr>
          <p:grpSpPr>
            <a:xfrm rot="0">
              <a:off x="234" y="1104"/>
              <a:ext cx="3054" cy="2178"/>
              <a:chOff x="234" y="1104"/>
              <a:chExt cx="3054" cy="2178"/>
            </a:xfrm>
          </p:grpSpPr>
          <p:sp>
            <p:nvSpPr>
              <p:cNvPr id="1088970" name=""/>
              <p:cNvSpPr/>
              <p:nvPr/>
            </p:nvSpPr>
            <p:spPr>
              <a:xfrm rot="0">
                <a:off x="236" y="1758"/>
                <a:ext cx="1" cy="1515"/>
              </a:xfrm>
              <a:custGeom>
                <a:avLst/>
                <a:ahLst/>
                <a:rect l="0" t="0" r="r" b="b"/>
                <a:pathLst>
                  <a:path w="1" h="7566">
                    <a:moveTo>
                      <a:pt x="0" y="0"/>
                    </a:moveTo>
                    <a:lnTo>
                      <a:pt x="0" y="7566"/>
                    </a:lnTo>
                    <a:lnTo>
                      <a:pt x="1" y="7566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1" name=""/>
              <p:cNvSpPr/>
              <p:nvPr/>
            </p:nvSpPr>
            <p:spPr>
              <a:xfrm rot="0">
                <a:off x="1104" y="1104"/>
                <a:ext cx="0" cy="2178"/>
              </a:xfrm>
              <a:prstGeom prst="line"/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2" name=""/>
              <p:cNvSpPr/>
              <p:nvPr/>
            </p:nvSpPr>
            <p:spPr>
              <a:xfrm rot="0">
                <a:off x="234" y="1764"/>
                <a:ext cx="3054" cy="0"/>
              </a:xfrm>
              <a:prstGeom prst="line"/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3" name=""/>
              <p:cNvSpPr/>
              <p:nvPr/>
            </p:nvSpPr>
            <p:spPr>
              <a:xfrm rot="0">
                <a:off x="1098" y="1122"/>
                <a:ext cx="2190" cy="0"/>
              </a:xfrm>
              <a:prstGeom prst="line"/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</p:grpSp>
        <p:grpSp>
          <p:nvGrpSpPr>
            <p:cNvPr id="592" name=""/>
            <p:cNvGrpSpPr/>
            <p:nvPr/>
          </p:nvGrpSpPr>
          <p:grpSpPr>
            <a:xfrm rot="0">
              <a:off x="64" y="912"/>
              <a:ext cx="3452" cy="2521"/>
              <a:chOff x="64" y="912"/>
              <a:chExt cx="3452" cy="2521"/>
            </a:xfrm>
          </p:grpSpPr>
          <p:sp>
            <p:nvSpPr>
              <p:cNvPr id="1088974" name=""/>
              <p:cNvSpPr/>
              <p:nvPr/>
            </p:nvSpPr>
            <p:spPr>
              <a:xfrm rot="0">
                <a:off x="3324" y="960"/>
                <a:ext cx="192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1"</a:t>
                </a:r>
              </a:p>
            </p:txBody>
          </p:sp>
          <p:sp>
            <p:nvSpPr>
              <p:cNvPr id="1088975" name=""/>
              <p:cNvSpPr/>
              <p:nvPr/>
            </p:nvSpPr>
            <p:spPr>
              <a:xfrm rot="0">
                <a:off x="205" y="1726"/>
                <a:ext cx="60" cy="62"/>
              </a:xfrm>
              <a:custGeom>
                <a:avLst/>
                <a:ahLst/>
                <a:rect l="0" t="0" r="r" b="b"/>
                <a:pathLst>
                  <a:path w="417" h="416">
                    <a:moveTo>
                      <a:pt x="416" y="208"/>
                    </a:moveTo>
                    <a:lnTo>
                      <a:pt x="356" y="61"/>
                    </a:lnTo>
                    <a:lnTo>
                      <a:pt x="209" y="0"/>
                    </a:lnTo>
                    <a:lnTo>
                      <a:pt x="61" y="61"/>
                    </a:lnTo>
                    <a:lnTo>
                      <a:pt x="0" y="208"/>
                    </a:lnTo>
                    <a:lnTo>
                      <a:pt x="61" y="355"/>
                    </a:lnTo>
                    <a:lnTo>
                      <a:pt x="209" y="416"/>
                    </a:lnTo>
                    <a:lnTo>
                      <a:pt x="356" y="355"/>
                    </a:lnTo>
                    <a:lnTo>
                      <a:pt x="416" y="208"/>
                    </a:lnTo>
                    <a:lnTo>
                      <a:pt x="417" y="208"/>
                    </a:lnTo>
                  </a:path>
                </a:pathLst>
              </a:custGeom>
              <a:solidFill>
                <a:schemeClr val="lt1"/>
              </a:solidFill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6" name=""/>
              <p:cNvSpPr/>
              <p:nvPr/>
            </p:nvSpPr>
            <p:spPr>
              <a:xfrm rot="0" flipH="1">
                <a:off x="1068" y="1100"/>
                <a:ext cx="60" cy="60"/>
              </a:xfrm>
              <a:custGeom>
                <a:avLst/>
                <a:ahLst/>
                <a:rect l="0" t="0" r="r" b="b"/>
                <a:pathLst>
                  <a:path w="417" h="417">
                    <a:moveTo>
                      <a:pt x="416" y="209"/>
                    </a:moveTo>
                    <a:lnTo>
                      <a:pt x="355" y="62"/>
                    </a:lnTo>
                    <a:lnTo>
                      <a:pt x="208" y="0"/>
                    </a:lnTo>
                    <a:lnTo>
                      <a:pt x="61" y="62"/>
                    </a:lnTo>
                    <a:lnTo>
                      <a:pt x="0" y="209"/>
                    </a:lnTo>
                    <a:lnTo>
                      <a:pt x="61" y="356"/>
                    </a:lnTo>
                    <a:lnTo>
                      <a:pt x="208" y="417"/>
                    </a:lnTo>
                    <a:lnTo>
                      <a:pt x="355" y="356"/>
                    </a:lnTo>
                    <a:lnTo>
                      <a:pt x="416" y="209"/>
                    </a:lnTo>
                    <a:lnTo>
                      <a:pt x="417" y="209"/>
                    </a:lnTo>
                  </a:path>
                </a:pathLst>
              </a:custGeom>
              <a:solidFill>
                <a:srgbClr val="FF0000"/>
              </a:solidFill>
              <a:ln w="28575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7" name=""/>
              <p:cNvSpPr/>
              <p:nvPr/>
            </p:nvSpPr>
            <p:spPr>
              <a:xfrm rot="0">
                <a:off x="3258" y="1096"/>
                <a:ext cx="60" cy="60"/>
              </a:xfrm>
              <a:custGeom>
                <a:avLst/>
                <a:ahLst/>
                <a:rect l="0" t="0" r="r" b="b"/>
                <a:pathLst>
                  <a:path w="416" h="417">
                    <a:moveTo>
                      <a:pt x="415" y="209"/>
                    </a:moveTo>
                    <a:lnTo>
                      <a:pt x="354" y="61"/>
                    </a:lnTo>
                    <a:lnTo>
                      <a:pt x="207" y="0"/>
                    </a:lnTo>
                    <a:lnTo>
                      <a:pt x="60" y="61"/>
                    </a:lnTo>
                    <a:lnTo>
                      <a:pt x="0" y="209"/>
                    </a:lnTo>
                    <a:lnTo>
                      <a:pt x="60" y="356"/>
                    </a:lnTo>
                    <a:lnTo>
                      <a:pt x="207" y="417"/>
                    </a:lnTo>
                    <a:lnTo>
                      <a:pt x="354" y="356"/>
                    </a:lnTo>
                    <a:lnTo>
                      <a:pt x="415" y="209"/>
                    </a:lnTo>
                    <a:lnTo>
                      <a:pt x="416" y="209"/>
                    </a:lnTo>
                  </a:path>
                </a:pathLst>
              </a:custGeom>
              <a:solidFill>
                <a:srgbClr val="FF0000"/>
              </a:solidFill>
              <a:ln w="28575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8" name=""/>
              <p:cNvSpPr/>
              <p:nvPr/>
            </p:nvSpPr>
            <p:spPr>
              <a:xfrm rot="0">
                <a:off x="3258" y="1726"/>
                <a:ext cx="60" cy="62"/>
              </a:xfrm>
              <a:custGeom>
                <a:avLst/>
                <a:ahLst/>
                <a:rect l="0" t="0" r="r" b="b"/>
                <a:pathLst>
                  <a:path w="416" h="416">
                    <a:moveTo>
                      <a:pt x="415" y="208"/>
                    </a:moveTo>
                    <a:lnTo>
                      <a:pt x="354" y="61"/>
                    </a:lnTo>
                    <a:lnTo>
                      <a:pt x="207" y="0"/>
                    </a:lnTo>
                    <a:lnTo>
                      <a:pt x="60" y="61"/>
                    </a:lnTo>
                    <a:lnTo>
                      <a:pt x="0" y="208"/>
                    </a:lnTo>
                    <a:lnTo>
                      <a:pt x="60" y="355"/>
                    </a:lnTo>
                    <a:lnTo>
                      <a:pt x="207" y="416"/>
                    </a:lnTo>
                    <a:lnTo>
                      <a:pt x="354" y="355"/>
                    </a:lnTo>
                    <a:lnTo>
                      <a:pt x="415" y="208"/>
                    </a:lnTo>
                    <a:lnTo>
                      <a:pt x="416" y="208"/>
                    </a:lnTo>
                  </a:path>
                </a:pathLst>
              </a:custGeom>
              <a:solidFill>
                <a:srgbClr val="FF0000"/>
              </a:solidFill>
              <a:ln w="28575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79" name=""/>
              <p:cNvSpPr/>
              <p:nvPr/>
            </p:nvSpPr>
            <p:spPr>
              <a:xfrm rot="0">
                <a:off x="1074" y="3243"/>
                <a:ext cx="60" cy="60"/>
              </a:xfrm>
              <a:custGeom>
                <a:avLst/>
                <a:ahLst/>
                <a:rect l="0" t="0" r="r" b="b"/>
                <a:pathLst>
                  <a:path w="418" h="417">
                    <a:moveTo>
                      <a:pt x="417" y="209"/>
                    </a:moveTo>
                    <a:lnTo>
                      <a:pt x="356" y="62"/>
                    </a:lnTo>
                    <a:lnTo>
                      <a:pt x="209" y="0"/>
                    </a:lnTo>
                    <a:lnTo>
                      <a:pt x="62" y="62"/>
                    </a:lnTo>
                    <a:lnTo>
                      <a:pt x="0" y="209"/>
                    </a:lnTo>
                    <a:lnTo>
                      <a:pt x="62" y="356"/>
                    </a:lnTo>
                    <a:lnTo>
                      <a:pt x="209" y="417"/>
                    </a:lnTo>
                    <a:lnTo>
                      <a:pt x="356" y="356"/>
                    </a:lnTo>
                    <a:lnTo>
                      <a:pt x="417" y="209"/>
                    </a:lnTo>
                    <a:lnTo>
                      <a:pt x="418" y="209"/>
                    </a:lnTo>
                  </a:path>
                </a:pathLst>
              </a:custGeom>
              <a:solidFill>
                <a:srgbClr val="FF0000"/>
              </a:solidFill>
              <a:ln w="28575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80" name=""/>
              <p:cNvSpPr/>
              <p:nvPr/>
            </p:nvSpPr>
            <p:spPr>
              <a:xfrm rot="0">
                <a:off x="205" y="3243"/>
                <a:ext cx="60" cy="60"/>
              </a:xfrm>
              <a:custGeom>
                <a:avLst/>
                <a:ahLst/>
                <a:rect l="0" t="0" r="r" b="b"/>
                <a:pathLst>
                  <a:path w="417" h="417">
                    <a:moveTo>
                      <a:pt x="416" y="209"/>
                    </a:moveTo>
                    <a:lnTo>
                      <a:pt x="356" y="62"/>
                    </a:lnTo>
                    <a:lnTo>
                      <a:pt x="209" y="0"/>
                    </a:lnTo>
                    <a:lnTo>
                      <a:pt x="61" y="62"/>
                    </a:lnTo>
                    <a:lnTo>
                      <a:pt x="0" y="209"/>
                    </a:lnTo>
                    <a:lnTo>
                      <a:pt x="61" y="356"/>
                    </a:lnTo>
                    <a:lnTo>
                      <a:pt x="209" y="417"/>
                    </a:lnTo>
                    <a:lnTo>
                      <a:pt x="356" y="356"/>
                    </a:lnTo>
                    <a:lnTo>
                      <a:pt x="416" y="209"/>
                    </a:lnTo>
                    <a:lnTo>
                      <a:pt x="417" y="209"/>
                    </a:lnTo>
                  </a:path>
                </a:pathLst>
              </a:custGeom>
              <a:solidFill>
                <a:srgbClr val="FF0000"/>
              </a:solidFill>
              <a:ln w="28575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81" name=""/>
              <p:cNvSpPr/>
              <p:nvPr/>
            </p:nvSpPr>
            <p:spPr>
              <a:xfrm rot="0">
                <a:off x="1224" y="3120"/>
                <a:ext cx="52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1</a:t>
                </a:r>
              </a:p>
            </p:txBody>
          </p:sp>
          <p:sp>
            <p:nvSpPr>
              <p:cNvPr id="1088982" name=""/>
              <p:cNvSpPr/>
              <p:nvPr/>
            </p:nvSpPr>
            <p:spPr>
              <a:xfrm rot="0">
                <a:off x="84" y="1644"/>
                <a:ext cx="192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2'</a:t>
                </a:r>
              </a:p>
            </p:txBody>
          </p:sp>
          <p:sp>
            <p:nvSpPr>
              <p:cNvPr id="1088983" name=""/>
              <p:cNvSpPr/>
              <p:nvPr/>
            </p:nvSpPr>
            <p:spPr>
              <a:xfrm rot="0">
                <a:off x="1104" y="912"/>
                <a:ext cx="192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1'</a:t>
                </a:r>
              </a:p>
            </p:txBody>
          </p:sp>
          <p:sp>
            <p:nvSpPr>
              <p:cNvPr id="1088984" name=""/>
              <p:cNvSpPr/>
              <p:nvPr/>
            </p:nvSpPr>
            <p:spPr>
              <a:xfrm rot="0">
                <a:off x="3306" y="1734"/>
                <a:ext cx="192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2"</a:t>
                </a:r>
              </a:p>
            </p:txBody>
          </p:sp>
          <p:sp>
            <p:nvSpPr>
              <p:cNvPr id="1088985" name=""/>
              <p:cNvSpPr/>
              <p:nvPr/>
            </p:nvSpPr>
            <p:spPr>
              <a:xfrm rot="0">
                <a:off x="64" y="3260"/>
                <a:ext cx="136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2</a:t>
                </a:r>
              </a:p>
            </p:txBody>
          </p:sp>
        </p:grpSp>
      </p:grpSp>
      <p:grpSp>
        <p:nvGrpSpPr>
          <p:cNvPr id="593" name=""/>
          <p:cNvGrpSpPr/>
          <p:nvPr/>
        </p:nvGrpSpPr>
        <p:grpSpPr>
          <a:xfrm rot="0">
            <a:off x="4926012" y="1543050"/>
            <a:ext cx="1443037" cy="2190750"/>
            <a:chOff x="3103" y="972"/>
            <a:chExt cx="909" cy="1380"/>
          </a:xfrm>
        </p:grpSpPr>
        <p:grpSp>
          <p:nvGrpSpPr>
            <p:cNvPr id="594" name=""/>
            <p:cNvGrpSpPr/>
            <p:nvPr/>
          </p:nvGrpSpPr>
          <p:grpSpPr>
            <a:xfrm rot="0">
              <a:off x="3132" y="972"/>
              <a:ext cx="880" cy="1380"/>
              <a:chOff x="2966" y="1050"/>
              <a:chExt cx="880" cy="1380"/>
            </a:xfrm>
          </p:grpSpPr>
          <p:sp>
            <p:nvSpPr>
              <p:cNvPr id="1088986" name=""/>
              <p:cNvSpPr/>
              <p:nvPr/>
            </p:nvSpPr>
            <p:spPr>
              <a:xfrm rot="0">
                <a:off x="3456" y="2160"/>
                <a:ext cx="64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/>
                  <a:t>y</a:t>
                </a:r>
              </a:p>
            </p:txBody>
          </p:sp>
          <p:sp>
            <p:nvSpPr>
              <p:cNvPr id="1088987" name=""/>
              <p:cNvSpPr/>
              <p:nvPr/>
            </p:nvSpPr>
            <p:spPr>
              <a:xfrm rot="0">
                <a:off x="3136" y="2160"/>
                <a:ext cx="64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 wrap="none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/>
                  <a:t>y</a:t>
                </a:r>
              </a:p>
            </p:txBody>
          </p:sp>
          <p:sp>
            <p:nvSpPr>
              <p:cNvPr id="1088988" name=""/>
              <p:cNvSpPr/>
              <p:nvPr/>
            </p:nvSpPr>
            <p:spPr>
              <a:xfrm rot="0">
                <a:off x="2966" y="1209"/>
                <a:ext cx="2" cy="904"/>
              </a:xfrm>
              <a:custGeom>
                <a:avLst/>
                <a:ahLst/>
                <a:rect l="0" t="0" r="r" b="b"/>
                <a:pathLst>
                  <a:path w="1" h="4514">
                    <a:moveTo>
                      <a:pt x="0" y="0"/>
                    </a:moveTo>
                    <a:lnTo>
                      <a:pt x="0" y="4514"/>
                    </a:lnTo>
                    <a:lnTo>
                      <a:pt x="1" y="4514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89" name=""/>
              <p:cNvSpPr/>
              <p:nvPr/>
            </p:nvSpPr>
            <p:spPr>
              <a:xfrm rot="0">
                <a:off x="3609" y="1207"/>
                <a:ext cx="2" cy="906"/>
              </a:xfrm>
              <a:custGeom>
                <a:avLst/>
                <a:ahLst/>
                <a:rect l="0" t="0" r="r" b="b"/>
                <a:pathLst>
                  <a:path w="1" h="4521">
                    <a:moveTo>
                      <a:pt x="0" y="0"/>
                    </a:moveTo>
                    <a:lnTo>
                      <a:pt x="0" y="4521"/>
                    </a:lnTo>
                    <a:lnTo>
                      <a:pt x="1" y="4521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0" name=""/>
              <p:cNvSpPr/>
              <p:nvPr/>
            </p:nvSpPr>
            <p:spPr>
              <a:xfrm rot="0">
                <a:off x="3609" y="2154"/>
                <a:ext cx="2" cy="276"/>
              </a:xfrm>
              <a:custGeom>
                <a:avLst/>
                <a:ahLst/>
                <a:rect l="0" t="0" r="r" b="b"/>
                <a:pathLst>
                  <a:path w="1" h="1381">
                    <a:moveTo>
                      <a:pt x="0" y="0"/>
                    </a:moveTo>
                    <a:lnTo>
                      <a:pt x="0" y="1381"/>
                    </a:lnTo>
                    <a:lnTo>
                      <a:pt x="1" y="1381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1" name=""/>
              <p:cNvSpPr/>
              <p:nvPr/>
            </p:nvSpPr>
            <p:spPr>
              <a:xfrm rot="0">
                <a:off x="3354" y="2348"/>
                <a:ext cx="189" cy="2"/>
              </a:xfrm>
              <a:custGeom>
                <a:avLst/>
                <a:ahLst/>
                <a:rect l="0" t="0" r="r" b="b"/>
                <a:pathLst>
                  <a:path w="942" h="0">
                    <a:moveTo>
                      <a:pt x="0" y="0"/>
                    </a:moveTo>
                    <a:lnTo>
                      <a:pt x="941" y="0"/>
                    </a:lnTo>
                    <a:lnTo>
                      <a:pt x="942" y="0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2" name=""/>
              <p:cNvSpPr/>
              <p:nvPr/>
            </p:nvSpPr>
            <p:spPr>
              <a:xfrm rot="0">
                <a:off x="3289" y="2337"/>
                <a:ext cx="65" cy="23"/>
              </a:xfrm>
              <a:custGeom>
                <a:avLst/>
                <a:ahLst/>
                <a:rect l="0" t="0" r="r" b="b"/>
                <a:pathLst>
                  <a:path w="328" h="111">
                    <a:moveTo>
                      <a:pt x="328" y="0"/>
                    </a:moveTo>
                    <a:lnTo>
                      <a:pt x="328" y="111"/>
                    </a:lnTo>
                    <a:lnTo>
                      <a:pt x="0" y="55"/>
                    </a:lnTo>
                    <a:lnTo>
                      <a:pt x="328" y="0"/>
                    </a:lnTo>
                  </a:path>
                </a:pathLst>
              </a:custGeom>
              <a:solidFill>
                <a:srgbClr val="0000FF"/>
              </a:solidFill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3" name=""/>
              <p:cNvSpPr/>
              <p:nvPr/>
            </p:nvSpPr>
            <p:spPr>
              <a:xfrm rot="0">
                <a:off x="3289" y="2337"/>
                <a:ext cx="65" cy="23"/>
              </a:xfrm>
              <a:custGeom>
                <a:avLst/>
                <a:ahLst/>
                <a:rect l="0" t="0" r="r" b="b"/>
                <a:pathLst>
                  <a:path w="328" h="111">
                    <a:moveTo>
                      <a:pt x="328" y="0"/>
                    </a:moveTo>
                    <a:lnTo>
                      <a:pt x="328" y="111"/>
                    </a:lnTo>
                    <a:lnTo>
                      <a:pt x="0" y="55"/>
                    </a:lnTo>
                    <a:lnTo>
                      <a:pt x="328" y="0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4" name=""/>
              <p:cNvSpPr/>
              <p:nvPr/>
            </p:nvSpPr>
            <p:spPr>
              <a:xfrm rot="0">
                <a:off x="3543" y="2337"/>
                <a:ext cx="66" cy="23"/>
              </a:xfrm>
              <a:custGeom>
                <a:avLst/>
                <a:ahLst/>
                <a:rect l="0" t="0" r="r" b="b"/>
                <a:pathLst>
                  <a:path w="328" h="111">
                    <a:moveTo>
                      <a:pt x="0" y="0"/>
                    </a:moveTo>
                    <a:lnTo>
                      <a:pt x="0" y="111"/>
                    </a:lnTo>
                    <a:lnTo>
                      <a:pt x="328" y="5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FF"/>
              </a:solidFill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5" name=""/>
              <p:cNvSpPr/>
              <p:nvPr/>
            </p:nvSpPr>
            <p:spPr>
              <a:xfrm rot="0">
                <a:off x="3543" y="2337"/>
                <a:ext cx="66" cy="23"/>
              </a:xfrm>
              <a:custGeom>
                <a:avLst/>
                <a:ahLst/>
                <a:rect l="0" t="0" r="r" b="b"/>
                <a:pathLst>
                  <a:path w="328" h="111">
                    <a:moveTo>
                      <a:pt x="0" y="0"/>
                    </a:moveTo>
                    <a:lnTo>
                      <a:pt x="0" y="111"/>
                    </a:lnTo>
                    <a:lnTo>
                      <a:pt x="328" y="55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6" name=""/>
              <p:cNvSpPr/>
              <p:nvPr/>
            </p:nvSpPr>
            <p:spPr>
              <a:xfrm rot="0">
                <a:off x="3289" y="2228"/>
                <a:ext cx="1" cy="202"/>
              </a:xfrm>
              <a:custGeom>
                <a:avLst/>
                <a:ahLst/>
                <a:rect l="0" t="0" r="r" b="b"/>
                <a:pathLst>
                  <a:path w="1" h="1012">
                    <a:moveTo>
                      <a:pt x="0" y="0"/>
                    </a:moveTo>
                    <a:lnTo>
                      <a:pt x="0" y="1012"/>
                    </a:lnTo>
                    <a:lnTo>
                      <a:pt x="1" y="1012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7" name=""/>
              <p:cNvSpPr/>
              <p:nvPr/>
            </p:nvSpPr>
            <p:spPr>
              <a:xfrm rot="0">
                <a:off x="2966" y="2154"/>
                <a:ext cx="2" cy="276"/>
              </a:xfrm>
              <a:custGeom>
                <a:avLst/>
                <a:ahLst/>
                <a:rect l="0" t="0" r="r" b="b"/>
                <a:pathLst>
                  <a:path w="1" h="1381">
                    <a:moveTo>
                      <a:pt x="0" y="0"/>
                    </a:moveTo>
                    <a:lnTo>
                      <a:pt x="0" y="1381"/>
                    </a:lnTo>
                    <a:lnTo>
                      <a:pt x="1" y="1381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8" name=""/>
              <p:cNvSpPr/>
              <p:nvPr/>
            </p:nvSpPr>
            <p:spPr>
              <a:xfrm rot="0">
                <a:off x="3032" y="2348"/>
                <a:ext cx="191" cy="2"/>
              </a:xfrm>
              <a:custGeom>
                <a:avLst/>
                <a:ahLst/>
                <a:rect l="0" t="0" r="r" b="b"/>
                <a:pathLst>
                  <a:path w="951" h="0">
                    <a:moveTo>
                      <a:pt x="95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8999" name=""/>
              <p:cNvSpPr/>
              <p:nvPr/>
            </p:nvSpPr>
            <p:spPr>
              <a:xfrm rot="0">
                <a:off x="3223" y="2337"/>
                <a:ext cx="66" cy="23"/>
              </a:xfrm>
              <a:custGeom>
                <a:avLst/>
                <a:ahLst/>
                <a:rect l="0" t="0" r="r" b="b"/>
                <a:pathLst>
                  <a:path w="328" h="111">
                    <a:moveTo>
                      <a:pt x="0" y="0"/>
                    </a:moveTo>
                    <a:lnTo>
                      <a:pt x="0" y="111"/>
                    </a:lnTo>
                    <a:lnTo>
                      <a:pt x="328" y="5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FF"/>
              </a:solidFill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9000" name=""/>
              <p:cNvSpPr/>
              <p:nvPr/>
            </p:nvSpPr>
            <p:spPr>
              <a:xfrm rot="0">
                <a:off x="3223" y="2337"/>
                <a:ext cx="66" cy="23"/>
              </a:xfrm>
              <a:custGeom>
                <a:avLst/>
                <a:ahLst/>
                <a:rect l="0" t="0" r="r" b="b"/>
                <a:pathLst>
                  <a:path w="328" h="111">
                    <a:moveTo>
                      <a:pt x="0" y="0"/>
                    </a:moveTo>
                    <a:lnTo>
                      <a:pt x="0" y="111"/>
                    </a:lnTo>
                    <a:lnTo>
                      <a:pt x="328" y="55"/>
                    </a:lnTo>
                    <a:lnTo>
                      <a:pt x="0" y="0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9001" name=""/>
              <p:cNvSpPr/>
              <p:nvPr/>
            </p:nvSpPr>
            <p:spPr>
              <a:xfrm rot="0">
                <a:off x="2966" y="2337"/>
                <a:ext cx="66" cy="23"/>
              </a:xfrm>
              <a:custGeom>
                <a:avLst/>
                <a:ahLst/>
                <a:rect l="0" t="0" r="r" b="b"/>
                <a:pathLst>
                  <a:path w="327" h="111">
                    <a:moveTo>
                      <a:pt x="327" y="0"/>
                    </a:moveTo>
                    <a:lnTo>
                      <a:pt x="327" y="111"/>
                    </a:lnTo>
                    <a:lnTo>
                      <a:pt x="0" y="55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00FF"/>
              </a:solidFill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9002" name=""/>
              <p:cNvSpPr/>
              <p:nvPr/>
            </p:nvSpPr>
            <p:spPr>
              <a:xfrm rot="0">
                <a:off x="2966" y="2337"/>
                <a:ext cx="66" cy="23"/>
              </a:xfrm>
              <a:custGeom>
                <a:avLst/>
                <a:ahLst/>
                <a:rect l="0" t="0" r="r" b="b"/>
                <a:pathLst>
                  <a:path w="327" h="111">
                    <a:moveTo>
                      <a:pt x="327" y="0"/>
                    </a:moveTo>
                    <a:lnTo>
                      <a:pt x="327" y="111"/>
                    </a:lnTo>
                    <a:lnTo>
                      <a:pt x="0" y="55"/>
                    </a:lnTo>
                    <a:lnTo>
                      <a:pt x="327" y="0"/>
                    </a:lnTo>
                  </a:path>
                </a:pathLst>
              </a:custGeom>
              <a:noFill/>
              <a:ln w="19050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9003" name=""/>
              <p:cNvSpPr/>
              <p:nvPr/>
            </p:nvSpPr>
            <p:spPr>
              <a:xfrm rot="0">
                <a:off x="3579" y="1177"/>
                <a:ext cx="60" cy="60"/>
              </a:xfrm>
              <a:custGeom>
                <a:avLst/>
                <a:ahLst/>
                <a:rect l="0" t="0" r="r" b="b"/>
                <a:pathLst>
                  <a:path w="418" h="417">
                    <a:moveTo>
                      <a:pt x="417" y="209"/>
                    </a:moveTo>
                    <a:lnTo>
                      <a:pt x="355" y="62"/>
                    </a:lnTo>
                    <a:lnTo>
                      <a:pt x="208" y="0"/>
                    </a:lnTo>
                    <a:lnTo>
                      <a:pt x="61" y="62"/>
                    </a:lnTo>
                    <a:lnTo>
                      <a:pt x="0" y="209"/>
                    </a:lnTo>
                    <a:lnTo>
                      <a:pt x="61" y="356"/>
                    </a:lnTo>
                    <a:lnTo>
                      <a:pt x="208" y="417"/>
                    </a:lnTo>
                    <a:lnTo>
                      <a:pt x="355" y="356"/>
                    </a:lnTo>
                    <a:lnTo>
                      <a:pt x="417" y="209"/>
                    </a:lnTo>
                    <a:lnTo>
                      <a:pt x="418" y="209"/>
                    </a:lnTo>
                  </a:path>
                </a:pathLst>
              </a:custGeom>
              <a:solidFill>
                <a:srgbClr val="FF0000"/>
              </a:solidFill>
              <a:ln w="28575" cap="flat" cmpd="sng">
                <a:solidFill>
                  <a:schemeClr val="dk1">
                    <a:alpha val="100000"/>
                  </a:schemeClr>
                </a:solidFill>
                <a:prstDash val="solid"/>
                <a:round/>
              </a:ln>
            </p:spPr>
          </p:sp>
          <p:sp>
            <p:nvSpPr>
              <p:cNvPr id="1089004" name=""/>
              <p:cNvSpPr/>
              <p:nvPr/>
            </p:nvSpPr>
            <p:spPr>
              <a:xfrm rot="0">
                <a:off x="3654" y="1050"/>
                <a:ext cx="192" cy="173"/>
              </a:xfrm>
              <a:prstGeom prst="rect"/>
              <a:noFill/>
              <a:ln>
                <a:noFill/>
              </a:ln>
            </p:spPr>
            <p:txBody>
              <a:bodyPr anchor="t" bIns="0" lIns="0" rIns="0" tIns="0" vert="horz">
                <a:spAutoFit/>
              </a:bodyPr>
              <a:lstStyle>
                <a:lvl1pPr algn="l" eaLnBrk="1" fontAlgn="base" hangingPunct="1" indent="0" latinLnBrk="1" marL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1pPr>
                <a:lvl2pPr algn="l" eaLnBrk="1" fontAlgn="base" hangingPunct="1" indent="0" latinLnBrk="1" marL="4572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2pPr>
                <a:lvl3pPr algn="l" eaLnBrk="1" fontAlgn="base" hangingPunct="1" indent="0" latinLnBrk="1" marL="9144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3pPr>
                <a:lvl4pPr algn="l" eaLnBrk="1" fontAlgn="base" hangingPunct="1" indent="0" latinLnBrk="1" marL="13716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4pPr>
                <a:lvl5pPr algn="l" eaLnBrk="1" fontAlgn="base" hangingPunct="1" indent="0" latinLnBrk="1" marL="182880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FontTx/>
                  <a:buNone/>
                  <a:defRPr baseline="0" b="0" sz="2400" i="0" u="none">
                    <a:solidFill>
                      <a:schemeClr val="dk1"/>
                    </a:solidFill>
                    <a:latin typeface="Times New Roman" pitchFamily="18" charset="0"/>
                    <a:ea typeface="宋体" pitchFamily="2" charset="-122"/>
                    <a:sym typeface="Times New Roman" pitchFamily="18" charset="0"/>
                  </a:defRPr>
                </a:lvl5pPr>
              </a:lstStyle>
              <a:p>
                <a:pPr lvl="0"/>
                <a:r>
                  <a:rPr altLang="zh-CN" b="1" sz="1800" i="1" lang="en-US">
                    <a:latin typeface="ISOCP" pitchFamily="2" charset="0"/>
                  </a:rPr>
                  <a:t>4" </a:t>
                </a:r>
              </a:p>
            </p:txBody>
          </p:sp>
        </p:grpSp>
        <p:sp>
          <p:nvSpPr>
            <p:cNvPr id="1089005" name=""/>
            <p:cNvSpPr/>
            <p:nvPr/>
          </p:nvSpPr>
          <p:spPr>
            <a:xfrm rot="0">
              <a:off x="3103" y="1099"/>
              <a:ext cx="62" cy="60"/>
            </a:xfrm>
            <a:custGeom>
              <a:avLst/>
              <a:ahLst/>
              <a:rect l="0" t="0" r="r" b="b"/>
              <a:pathLst>
                <a:path w="417" h="417">
                  <a:moveTo>
                    <a:pt x="416" y="209"/>
                  </a:moveTo>
                  <a:lnTo>
                    <a:pt x="356" y="62"/>
                  </a:lnTo>
                  <a:lnTo>
                    <a:pt x="209" y="0"/>
                  </a:lnTo>
                  <a:lnTo>
                    <a:pt x="62" y="62"/>
                  </a:lnTo>
                  <a:lnTo>
                    <a:pt x="0" y="209"/>
                  </a:lnTo>
                  <a:lnTo>
                    <a:pt x="62" y="356"/>
                  </a:lnTo>
                  <a:lnTo>
                    <a:pt x="209" y="417"/>
                  </a:lnTo>
                  <a:lnTo>
                    <a:pt x="356" y="356"/>
                  </a:lnTo>
                  <a:lnTo>
                    <a:pt x="416" y="209"/>
                  </a:lnTo>
                  <a:lnTo>
                    <a:pt x="417" y="209"/>
                  </a:lnTo>
                </a:path>
              </a:pathLst>
            </a:custGeom>
            <a:solidFill>
              <a:srgbClr val="FF0000"/>
            </a:solidFill>
            <a:ln w="28575" cap="flat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</p:grpSp>
      <p:pic>
        <p:nvPicPr>
          <p:cNvPr id="2097219" name=""/>
          <p:cNvPicPr>
            <a:picLocks/>
          </p:cNvPicPr>
          <p:nvPr/>
        </p:nvPicPr>
        <p:blipFill>
          <a:blip xmlns:r="http://schemas.openxmlformats.org/officeDocument/2006/relationships" r:embed="rId1">
            <a:lum contrast="12000"/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0" t="0" r="0" b="0"/>
          <a:stretch>
            <a:fillRect/>
          </a:stretch>
        </p:blipFill>
        <p:spPr>
          <a:xfrm rot="0">
            <a:off x="6786562" y="4573587"/>
            <a:ext cx="2174875" cy="1731962"/>
          </a:xfrm>
          <a:prstGeom prst="rect"/>
          <a:noFill/>
          <a:ln>
            <a:noFill/>
          </a:ln>
        </p:spPr>
      </p:pic>
      <p:grpSp>
        <p:nvGrpSpPr>
          <p:cNvPr id="595" name=""/>
          <p:cNvGrpSpPr/>
          <p:nvPr/>
        </p:nvGrpSpPr>
        <p:grpSpPr>
          <a:xfrm rot="0">
            <a:off x="5480050" y="3200400"/>
            <a:ext cx="3282950" cy="1831975"/>
            <a:chOff x="3452" y="2016"/>
            <a:chExt cx="2068" cy="1154"/>
          </a:xfrm>
        </p:grpSpPr>
        <p:sp>
          <p:nvSpPr>
            <p:cNvPr id="1089006" name=""/>
            <p:cNvSpPr/>
            <p:nvPr/>
          </p:nvSpPr>
          <p:spPr>
            <a:xfrm rot="0">
              <a:off x="3452" y="2016"/>
              <a:ext cx="2068" cy="1154"/>
            </a:xfrm>
            <a:custGeom>
              <a:avLst/>
              <a:ahLst/>
              <a:rect l="0" t="0" r="r" b="b"/>
              <a:pathLst>
                <a:path w="2364" h="1320">
                  <a:moveTo>
                    <a:pt x="0" y="600"/>
                  </a:moveTo>
                  <a:lnTo>
                    <a:pt x="1512" y="0"/>
                  </a:lnTo>
                  <a:lnTo>
                    <a:pt x="2364" y="660"/>
                  </a:lnTo>
                  <a:lnTo>
                    <a:pt x="780" y="1320"/>
                  </a:lnTo>
                  <a:lnTo>
                    <a:pt x="0" y="600"/>
                  </a:lnTo>
                </a:path>
              </a:pathLst>
            </a:custGeom>
            <a:solidFill>
              <a:srgbClr val="66FF33">
                <a:alpha val="50000"/>
              </a:srgbClr>
            </a:solidFill>
            <a:ln w="9525" cap="flat" cmpd="sng">
              <a:solidFill>
                <a:schemeClr val="accent1">
                  <a:alpha val="100000"/>
                </a:schemeClr>
              </a:solidFill>
              <a:prstDash val="solid"/>
              <a:round/>
            </a:ln>
          </p:spPr>
        </p:sp>
        <p:pic>
          <p:nvPicPr>
            <p:cNvPr id="2097220" name=""/>
            <p:cNvPicPr>
              <a:picLocks/>
            </p:cNvPicPr>
            <p:nvPr/>
          </p:nvPicPr>
          <p:blipFill>
            <a:blip xmlns:r="http://schemas.openxmlformats.org/officeDocument/2006/relationships" r:embed="rId2">
              <a:lum contrast="12000"/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 l="0" t="0" r="0" b="0"/>
            <a:stretch>
              <a:fillRect/>
            </a:stretch>
          </p:blipFill>
          <p:spPr>
            <a:xfrm rot="0">
              <a:off x="4011" y="2286"/>
              <a:ext cx="945" cy="593"/>
            </a:xfrm>
            <a:prstGeom prst="rect"/>
            <a:noFill/>
            <a:ln>
              <a:noFill/>
            </a:ln>
          </p:spPr>
        </p:pic>
      </p:grpSp>
      <p:sp>
        <p:nvSpPr>
          <p:cNvPr id="1089007" name=""/>
          <p:cNvSpPr/>
          <p:nvPr/>
        </p:nvSpPr>
        <p:spPr>
          <a:xfrm rot="0">
            <a:off x="217487" y="5065712"/>
            <a:ext cx="4573587" cy="0"/>
          </a:xfrm>
          <a:prstGeom prst="line"/>
          <a:noFill/>
          <a:ln w="28575" cap="flat" cmpd="sng">
            <a:solidFill>
              <a:srgbClr val="FF3399">
                <a:alpha val="100000"/>
              </a:srgbClr>
            </a:solidFill>
            <a:prstDash val="solid"/>
            <a:round/>
          </a:ln>
        </p:spPr>
      </p:sp>
      <p:sp>
        <p:nvSpPr>
          <p:cNvPr id="1089008" name=""/>
          <p:cNvSpPr txBox="1"/>
          <p:nvPr/>
        </p:nvSpPr>
        <p:spPr>
          <a:xfrm rot="0">
            <a:off x="4314825" y="4630737"/>
            <a:ext cx="725487" cy="396875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zh-CN" sz="2000" i="1" lang="en-US"/>
              <a:t>P</a:t>
            </a:r>
            <a:r>
              <a:rPr altLang="zh-CN" baseline="-25000" sz="2000" i="1" lang="en-US"/>
              <a:t>H1</a:t>
            </a:r>
          </a:p>
        </p:txBody>
      </p:sp>
      <p:sp>
        <p:nvSpPr>
          <p:cNvPr id="1089009" name=""/>
          <p:cNvSpPr/>
          <p:nvPr/>
        </p:nvSpPr>
        <p:spPr>
          <a:xfrm rot="0">
            <a:off x="395287" y="2276475"/>
            <a:ext cx="3381375" cy="0"/>
          </a:xfrm>
          <a:prstGeom prst="line"/>
          <a:noFill/>
          <a:ln w="28575" cap="flat" cmpd="sng">
            <a:solidFill>
              <a:srgbClr val="FF9933">
                <a:alpha val="100000"/>
              </a:srgbClr>
            </a:solidFill>
            <a:prstDash val="solid"/>
            <a:round/>
          </a:ln>
        </p:spPr>
      </p:sp>
      <p:sp>
        <p:nvSpPr>
          <p:cNvPr id="1089010" name=""/>
          <p:cNvSpPr/>
          <p:nvPr/>
        </p:nvSpPr>
        <p:spPr>
          <a:xfrm rot="0">
            <a:off x="392112" y="1798637"/>
            <a:ext cx="2946400" cy="0"/>
          </a:xfrm>
          <a:prstGeom prst="line"/>
          <a:noFill/>
          <a:ln w="19050" cap="flat" cmpd="sng">
            <a:solidFill>
              <a:srgbClr val="00FF00">
                <a:alpha val="100000"/>
              </a:srgbClr>
            </a:solidFill>
            <a:prstDash val="solid"/>
            <a:round/>
          </a:ln>
        </p:spPr>
      </p:sp>
      <p:sp>
        <p:nvSpPr>
          <p:cNvPr id="1089011" name=""/>
          <p:cNvSpPr txBox="1"/>
          <p:nvPr/>
        </p:nvSpPr>
        <p:spPr>
          <a:xfrm rot="0">
            <a:off x="200025" y="1357312"/>
            <a:ext cx="725487" cy="396875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zh-CN" b="1" sz="2000" i="1" lang="en-US"/>
              <a:t>P</a:t>
            </a:r>
            <a:r>
              <a:rPr altLang="zh-CN" baseline="-25000" b="1" sz="2000" i="1" lang="en-US"/>
              <a:t>V3</a:t>
            </a:r>
          </a:p>
        </p:txBody>
      </p:sp>
      <p:sp>
        <p:nvSpPr>
          <p:cNvPr id="1089012" name=""/>
          <p:cNvSpPr txBox="1"/>
          <p:nvPr/>
        </p:nvSpPr>
        <p:spPr>
          <a:xfrm rot="0">
            <a:off x="188912" y="1844675"/>
            <a:ext cx="725487" cy="396875"/>
          </a:xfrm>
          <a:prstGeom prst="rect"/>
          <a:noFill/>
          <a:ln>
            <a:noFill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zh-CN" sz="2000" i="1" lang="en-US">
                <a:solidFill>
                  <a:srgbClr val="FFFF00"/>
                </a:solidFill>
              </a:rPr>
              <a:t>P</a:t>
            </a:r>
            <a:r>
              <a:rPr altLang="zh-CN" baseline="-25000" sz="2000" i="1" lang="en-US">
                <a:solidFill>
                  <a:srgbClr val="FFFF00"/>
                </a:solidFill>
              </a:rPr>
              <a:t>V4</a:t>
            </a:r>
          </a:p>
        </p:txBody>
      </p:sp>
      <p:sp>
        <p:nvSpPr>
          <p:cNvPr id="1089013" name="">
            <a:hlinkClick action="ppaction://hlinkshowjump?jump=previousslide"/>
          </p:cNvPr>
          <p:cNvSpPr/>
          <p:nvPr/>
        </p:nvSpPr>
        <p:spPr>
          <a:xfrm rot="0">
            <a:off x="7581900" y="6316662"/>
            <a:ext cx="719137" cy="449262"/>
          </a:xfrm>
          <a:prstGeom prst="actionButtonReturn"/>
          <a:gradFill rotWithShape="1">
            <a:gsLst>
              <a:gs pos="0">
                <a:srgbClr val="969696">
                  <a:alpha val="100000"/>
                </a:srgbClr>
              </a:gs>
              <a:gs pos="50000">
                <a:srgbClr val="DDDDDD">
                  <a:alpha val="100000"/>
                </a:srgbClr>
              </a:gs>
              <a:gs pos="100000">
                <a:srgbClr val="969696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DDDDDD">
                <a:alpha val="100000"/>
              </a:srgbClr>
            </a:solidFill>
            <a:prstDash val="solid"/>
            <a:round/>
          </a:ln>
        </p:spPr>
      </p:sp>
      <p:sp>
        <p:nvSpPr>
          <p:cNvPr id="1089014" name="">
            <a:hlinkClick r:id="rId3" action="ppaction://hlinksldjump"/>
          </p:cNvPr>
          <p:cNvSpPr/>
          <p:nvPr/>
        </p:nvSpPr>
        <p:spPr>
          <a:xfrm rot="0">
            <a:off x="6804025" y="6316662"/>
            <a:ext cx="719137" cy="449262"/>
          </a:xfrm>
          <a:prstGeom prst="actionButtonBeginning"/>
          <a:gradFill rotWithShape="1">
            <a:gsLst>
              <a:gs pos="0">
                <a:srgbClr val="969696">
                  <a:alpha val="100000"/>
                </a:srgbClr>
              </a:gs>
              <a:gs pos="50000">
                <a:srgbClr val="DDDDDD">
                  <a:alpha val="100000"/>
                </a:srgbClr>
              </a:gs>
              <a:gs pos="100000">
                <a:srgbClr val="969696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DDDDDD">
                <a:alpha val="100000"/>
              </a:srgbClr>
            </a:solidFill>
            <a:prstDash val="solid"/>
            <a:round/>
          </a:ln>
        </p:spPr>
      </p:sp>
      <p:sp>
        <p:nvSpPr>
          <p:cNvPr id="1089015" name="">
            <a:hlinkClick r:id="rId4" action="ppaction://hlinksldjump"/>
          </p:cNvPr>
          <p:cNvSpPr/>
          <p:nvPr/>
        </p:nvSpPr>
        <p:spPr>
          <a:xfrm rot="0">
            <a:off x="8348662" y="6316662"/>
            <a:ext cx="719137" cy="449262"/>
          </a:xfrm>
          <a:prstGeom prst="actionButtonForwardNext"/>
          <a:gradFill rotWithShape="1">
            <a:gsLst>
              <a:gs pos="0">
                <a:srgbClr val="969696">
                  <a:alpha val="100000"/>
                </a:srgbClr>
              </a:gs>
              <a:gs pos="50000">
                <a:srgbClr val="DDDDDD">
                  <a:alpha val="100000"/>
                </a:srgbClr>
              </a:gs>
              <a:gs pos="100000">
                <a:srgbClr val="969696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DDDDDD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ransition spd="fast" advClick="1">
    <p:random/>
  </p:transition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2097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2097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id="11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3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4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id="17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9"/>
                                        <p:tgtEl>
                                          <p:spTgt spid="1089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0">
                      <p:stCondLst>
                        <p:cond delay="indefinite"/>
                      </p:stCondLst>
                      <p:childTnLst>
                        <p:par>
                          <p:cTn fill="hold" id="2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2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24"/>
                                        <p:tgtEl>
                                          <p:spTgt spid="1089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5">
                      <p:stCondLst>
                        <p:cond delay="indefinite"/>
                      </p:stCondLst>
                      <p:childTnLst>
                        <p:par>
                          <p:cTn fill="hold" id="26">
                            <p:stCondLst>
                              <p:cond delay="0"/>
                            </p:stCondLst>
                            <p:childTnLst>
                              <p:par>
                                <p:cTn fill="hold" id="27" nodeType="clickEffect" presetClass="entr" presetID="18" presetSubtype="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dur="500" id="29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id="32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34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5">
                      <p:stCondLst>
                        <p:cond delay="indefinite"/>
                      </p:stCondLst>
                      <p:childTnLst>
                        <p:par>
                          <p:cTn fill="hold" id="36">
                            <p:stCondLst>
                              <p:cond delay="0"/>
                            </p:stCondLst>
                            <p:childTnLst>
                              <p:par>
                                <p:cTn fill="hold" id="37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39"/>
                                        <p:tgtEl>
                                          <p:spTgt spid="1088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40">
                            <p:stCondLst>
                              <p:cond delay="500"/>
                            </p:stCondLst>
                            <p:childTnLst>
                              <p:par>
                                <p:cTn fill="hold" id="41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43"/>
                                        <p:tgtEl>
                                          <p:spTgt spid="1088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4">
                      <p:stCondLst>
                        <p:cond delay="indefinite"/>
                      </p:stCondLst>
                      <p:childTnLst>
                        <p:par>
                          <p:cTn fill="hold" id="45">
                            <p:stCondLst>
                              <p:cond delay="0"/>
                            </p:stCondLst>
                            <p:childTnLst>
                              <p:par>
                                <p:cTn fill="hold" id="46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48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9">
                      <p:stCondLst>
                        <p:cond delay="indefinite"/>
                      </p:stCondLst>
                      <p:childTnLst>
                        <p:par>
                          <p:cTn fill="hold" id="50">
                            <p:stCondLst>
                              <p:cond delay="0"/>
                            </p:stCondLst>
                            <p:childTnLst>
                              <p:par>
                                <p:cTn fill="hold" id="51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53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4">
                      <p:stCondLst>
                        <p:cond delay="indefinite"/>
                      </p:stCondLst>
                      <p:childTnLst>
                        <p:par>
                          <p:cTn fill="hold" id="55">
                            <p:stCondLst>
                              <p:cond delay="0"/>
                            </p:stCondLst>
                            <p:childTnLst>
                              <p:par>
                                <p:cTn fill="hold" id="56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58"/>
                                        <p:tgtEl>
                                          <p:spTgt spid="1088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59">
                            <p:stCondLst>
                              <p:cond delay="500"/>
                            </p:stCondLst>
                            <p:childTnLst>
                              <p:par>
                                <p:cTn fill="hold" id="60" nodeType="after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62"/>
                                        <p:tgtEl>
                                          <p:spTgt spid="1088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63">
                            <p:stCondLst>
                              <p:cond delay="1000"/>
                            </p:stCondLst>
                            <p:childTnLst>
                              <p:par>
                                <p:cTn fill="hold" id="64" nodeType="after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66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7">
                      <p:stCondLst>
                        <p:cond delay="indefinite"/>
                      </p:stCondLst>
                      <p:childTnLst>
                        <p:par>
                          <p:cTn fill="hold" id="68">
                            <p:stCondLst>
                              <p:cond delay="0"/>
                            </p:stCondLst>
                            <p:childTnLst>
                              <p:par>
                                <p:cTn fill="hold" id="69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71"/>
                                        <p:tgtEl>
                                          <p:spTgt spid="1089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2">
                      <p:stCondLst>
                        <p:cond delay="indefinite"/>
                      </p:stCondLst>
                      <p:childTnLst>
                        <p:par>
                          <p:cTn fill="hold" id="7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74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76"/>
                                        <p:tgtEl>
                                          <p:spTgt spid="1089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7">
                      <p:stCondLst>
                        <p:cond delay="indefinite"/>
                      </p:stCondLst>
                      <p:childTnLst>
                        <p:par>
                          <p:cTn fill="hold" id="78">
                            <p:stCondLst>
                              <p:cond delay="0"/>
                            </p:stCondLst>
                            <p:childTnLst>
                              <p:par>
                                <p:cTn fill="hold" id="79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81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2">
                            <p:stCondLst>
                              <p:cond delay="500"/>
                            </p:stCondLst>
                            <p:childTnLst>
                              <p:par>
                                <p:cTn fill="hold" id="83" nodeType="after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85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6">
                            <p:stCondLst>
                              <p:cond delay="1000"/>
                            </p:stCondLst>
                            <p:childTnLst>
                              <p:par>
                                <p:cTn fill="hold" id="87" nodeType="after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89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0">
                      <p:stCondLst>
                        <p:cond delay="indefinite"/>
                      </p:stCondLst>
                      <p:childTnLst>
                        <p:par>
                          <p:cTn fill="hold" id="91">
                            <p:stCondLst>
                              <p:cond delay="0"/>
                            </p:stCondLst>
                            <p:childTnLst>
                              <p:par>
                                <p:cTn fill="hold" id="92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94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5">
                      <p:stCondLst>
                        <p:cond delay="indefinite"/>
                      </p:stCondLst>
                      <p:childTnLst>
                        <p:par>
                          <p:cTn fill="hold" id="96">
                            <p:stCondLst>
                              <p:cond delay="0"/>
                            </p:stCondLst>
                            <p:childTnLst>
                              <p:par>
                                <p:cTn fill="hold" id="97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99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0">
                      <p:stCondLst>
                        <p:cond delay="indefinite"/>
                      </p:stCondLst>
                      <p:childTnLst>
                        <p:par>
                          <p:cTn fill="hold" id="101">
                            <p:stCondLst>
                              <p:cond delay="0"/>
                            </p:stCondLst>
                            <p:childTnLst>
                              <p:par>
                                <p:cTn fill="hold" id="102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04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5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6">
                      <p:stCondLst>
                        <p:cond delay="indefinite"/>
                      </p:stCondLst>
                      <p:childTnLst>
                        <p:par>
                          <p:cTn fill="hold" id="107">
                            <p:stCondLst>
                              <p:cond delay="0"/>
                            </p:stCondLst>
                            <p:childTnLst>
                              <p:par>
                                <p:cTn fill="hold" id="108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10"/>
                                        <p:tgtEl>
                                          <p:spTgt spid="10890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11"/>
                                        <p:tgtEl>
                                          <p:spTgt spid="10890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2">
                      <p:stCondLst>
                        <p:cond delay="indefinite"/>
                      </p:stCondLst>
                      <p:childTnLst>
                        <p:par>
                          <p:cTn fill="hold" id="113">
                            <p:stCondLst>
                              <p:cond delay="0"/>
                            </p:stCondLst>
                            <p:childTnLst>
                              <p:par>
                                <p:cTn fill="hold" id="114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16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7">
                      <p:stCondLst>
                        <p:cond delay="indefinite"/>
                      </p:stCondLst>
                      <p:childTnLst>
                        <p:par>
                          <p:cTn fill="hold" id="118">
                            <p:stCondLst>
                              <p:cond delay="0"/>
                            </p:stCondLst>
                            <p:childTnLst>
                              <p:par>
                                <p:cTn fill="hold" id="119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21"/>
                                        <p:tgtEl>
                                          <p:spTgt spid="10889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2"/>
                                        <p:tgtEl>
                                          <p:spTgt spid="10889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3">
                      <p:stCondLst>
                        <p:cond delay="indefinite"/>
                      </p:stCondLst>
                      <p:childTnLst>
                        <p:par>
                          <p:cTn fill="hold" id="124">
                            <p:stCondLst>
                              <p:cond delay="0"/>
                            </p:stCondLst>
                            <p:childTnLst>
                              <p:par>
                                <p:cTn fill="hold" id="12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27"/>
                                        <p:tgtEl>
                                          <p:spTgt spid="10889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8"/>
                                        <p:tgtEl>
                                          <p:spTgt spid="10889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9">
                      <p:stCondLst>
                        <p:cond delay="indefinite"/>
                      </p:stCondLst>
                      <p:childTnLst>
                        <p:par>
                          <p:cTn fill="hold" id="130">
                            <p:stCondLst>
                              <p:cond delay="0"/>
                            </p:stCondLst>
                            <p:childTnLst>
                              <p:par>
                                <p:cTn fill="hold" id="131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33"/>
                                        <p:tgtEl>
                                          <p:spTgt spid="1089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4">
                      <p:stCondLst>
                        <p:cond delay="indefinite"/>
                      </p:stCondLst>
                      <p:childTnLst>
                        <p:par>
                          <p:cTn fill="hold" id="135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36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38"/>
                                        <p:tgtEl>
                                          <p:spTgt spid="1089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39">
                            <p:stCondLst>
                              <p:cond delay="500"/>
                            </p:stCondLst>
                            <p:childTnLst>
                              <p:par>
                                <p:cTn fill="hold" id="140" nodeType="after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42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3">
                      <p:stCondLst>
                        <p:cond delay="indefinite"/>
                      </p:stCondLst>
                      <p:childTnLst>
                        <p:par>
                          <p:cTn fill="hold" id="144">
                            <p:stCondLst>
                              <p:cond delay="0"/>
                            </p:stCondLst>
                            <p:childTnLst>
                              <p:par>
                                <p:cTn fill="hold" id="145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47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8">
                      <p:stCondLst>
                        <p:cond delay="indefinite"/>
                      </p:stCondLst>
                      <p:childTnLst>
                        <p:par>
                          <p:cTn fill="hold" id="149">
                            <p:stCondLst>
                              <p:cond delay="0"/>
                            </p:stCondLst>
                            <p:childTnLst>
                              <p:par>
                                <p:cTn fill="hold" id="150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52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3">
                      <p:stCondLst>
                        <p:cond delay="indefinite"/>
                      </p:stCondLst>
                      <p:childTnLst>
                        <p:par>
                          <p:cTn fill="hold" id="154">
                            <p:stCondLst>
                              <p:cond delay="0"/>
                            </p:stCondLst>
                            <p:childTnLst>
                              <p:par>
                                <p:cTn fill="hold" id="155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57"/>
                                        <p:tgtEl>
                                          <p:spTgt spid="1088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8">
                      <p:stCondLst>
                        <p:cond delay="indefinite"/>
                      </p:stCondLst>
                      <p:childTnLst>
                        <p:par>
                          <p:cTn fill="hold" id="159">
                            <p:stCondLst>
                              <p:cond delay="0"/>
                            </p:stCondLst>
                            <p:childTnLst>
                              <p:par>
                                <p:cTn fill="hold" id="160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62"/>
                                        <p:tgtEl>
                                          <p:spTgt spid="1088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3">
                      <p:stCondLst>
                        <p:cond delay="indefinite"/>
                      </p:stCondLst>
                      <p:childTnLst>
                        <p:par>
                          <p:cTn fill="hold" id="164">
                            <p:stCondLst>
                              <p:cond delay="0"/>
                            </p:stCondLst>
                            <p:childTnLst>
                              <p:par>
                                <p:cTn fill="hold" id="165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67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9008" grpId="0" uiExpand="0" build="whole"/>
      <p:bldP spid="1089011" grpId="0" uiExpand="0" build="whole"/>
      <p:bldP spid="1089012" grpId="0" uiExpand="0" build="whole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59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9016" name=""/>
          <p:cNvSpPr/>
          <p:nvPr/>
        </p:nvSpPr>
        <p:spPr>
          <a:xfrm rot="0">
            <a:off x="4967287" y="2513012"/>
            <a:ext cx="2709862" cy="4762"/>
          </a:xfrm>
          <a:prstGeom prst="line"/>
          <a:solidFill>
            <a:srgbClr val="FFFFFF"/>
          </a:solidFill>
          <a:ln w="3810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017" name=""/>
          <p:cNvSpPr/>
          <p:nvPr/>
        </p:nvSpPr>
        <p:spPr>
          <a:xfrm rot="0">
            <a:off x="5745162" y="3957637"/>
            <a:ext cx="1812925" cy="2368550"/>
          </a:xfrm>
          <a:custGeom>
            <a:avLst/>
            <a:ahLst/>
            <a:rect l="0" t="0" r="r" b="b"/>
            <a:pathLst>
              <a:path w="3359" h="4512">
                <a:moveTo>
                  <a:pt x="0" y="4237"/>
                </a:moveTo>
                <a:lnTo>
                  <a:pt x="681" y="4488"/>
                </a:lnTo>
                <a:lnTo>
                  <a:pt x="1406" y="4512"/>
                </a:lnTo>
                <a:lnTo>
                  <a:pt x="2102" y="4305"/>
                </a:lnTo>
                <a:lnTo>
                  <a:pt x="2697" y="3890"/>
                </a:lnTo>
                <a:lnTo>
                  <a:pt x="3131" y="3308"/>
                </a:lnTo>
                <a:lnTo>
                  <a:pt x="3359" y="2619"/>
                </a:lnTo>
                <a:lnTo>
                  <a:pt x="3359" y="1893"/>
                </a:lnTo>
                <a:lnTo>
                  <a:pt x="3131" y="1204"/>
                </a:lnTo>
                <a:lnTo>
                  <a:pt x="2697" y="622"/>
                </a:lnTo>
                <a:lnTo>
                  <a:pt x="2102" y="207"/>
                </a:lnTo>
                <a:lnTo>
                  <a:pt x="1406" y="0"/>
                </a:lnTo>
                <a:lnTo>
                  <a:pt x="681" y="24"/>
                </a:lnTo>
                <a:lnTo>
                  <a:pt x="0" y="276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018" name=""/>
          <p:cNvSpPr/>
          <p:nvPr/>
        </p:nvSpPr>
        <p:spPr>
          <a:xfrm rot="0">
            <a:off x="4645025" y="952500"/>
            <a:ext cx="2425700" cy="4762"/>
          </a:xfrm>
          <a:prstGeom prst="line"/>
          <a:solidFill>
            <a:srgbClr val="FFFFFF"/>
          </a:solidFill>
          <a:ln w="3810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019" name=""/>
          <p:cNvSpPr/>
          <p:nvPr/>
        </p:nvSpPr>
        <p:spPr>
          <a:xfrm rot="0">
            <a:off x="4841875" y="2690812"/>
            <a:ext cx="3101975" cy="6350"/>
          </a:xfrm>
          <a:prstGeom prst="line"/>
          <a:solidFill>
            <a:srgbClr val="FFFFFF"/>
          </a:solidFill>
          <a:ln w="3810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020" name=""/>
          <p:cNvSpPr/>
          <p:nvPr/>
        </p:nvSpPr>
        <p:spPr>
          <a:xfrm rot="0">
            <a:off x="5067300" y="3894137"/>
            <a:ext cx="1752600" cy="2501900"/>
          </a:xfrm>
          <a:custGeom>
            <a:avLst/>
            <a:ahLst/>
            <a:rect l="0" t="0" r="r" b="b"/>
            <a:pathLst>
              <a:path w="3248" h="4755">
                <a:moveTo>
                  <a:pt x="3248" y="150"/>
                </a:moveTo>
                <a:lnTo>
                  <a:pt x="2648" y="0"/>
                </a:lnTo>
                <a:lnTo>
                  <a:pt x="2029" y="8"/>
                </a:lnTo>
                <a:lnTo>
                  <a:pt x="1433" y="175"/>
                </a:lnTo>
                <a:lnTo>
                  <a:pt x="900" y="490"/>
                </a:lnTo>
                <a:lnTo>
                  <a:pt x="466" y="931"/>
                </a:lnTo>
                <a:lnTo>
                  <a:pt x="158" y="1468"/>
                </a:lnTo>
                <a:lnTo>
                  <a:pt x="0" y="2067"/>
                </a:lnTo>
                <a:lnTo>
                  <a:pt x="0" y="2687"/>
                </a:lnTo>
                <a:lnTo>
                  <a:pt x="158" y="3286"/>
                </a:lnTo>
                <a:lnTo>
                  <a:pt x="466" y="3823"/>
                </a:lnTo>
                <a:lnTo>
                  <a:pt x="900" y="4265"/>
                </a:lnTo>
                <a:lnTo>
                  <a:pt x="1433" y="4579"/>
                </a:lnTo>
                <a:lnTo>
                  <a:pt x="2029" y="4746"/>
                </a:lnTo>
                <a:lnTo>
                  <a:pt x="2648" y="4755"/>
                </a:lnTo>
                <a:lnTo>
                  <a:pt x="3248" y="4605"/>
                </a:lnTo>
              </a:path>
            </a:pathLst>
          </a:custGeom>
          <a:noFill/>
          <a:ln w="38100" cap="flat" cmpd="sng">
            <a:solidFill>
              <a:srgbClr val="FF0000">
                <a:alpha val="100000"/>
              </a:srgbClr>
            </a:solidFill>
            <a:prstDash val="dash"/>
            <a:round/>
          </a:ln>
        </p:spPr>
      </p:sp>
      <p:sp>
        <p:nvSpPr>
          <p:cNvPr id="1089021" name=""/>
          <p:cNvSpPr/>
          <p:nvPr/>
        </p:nvSpPr>
        <p:spPr>
          <a:xfrm rot="0">
            <a:off x="5192712" y="4008437"/>
            <a:ext cx="1627187" cy="2271712"/>
          </a:xfrm>
          <a:custGeom>
            <a:avLst/>
            <a:ahLst/>
            <a:rect l="0" t="0" r="r" b="b"/>
            <a:pathLst>
              <a:path w="3009" h="4320">
                <a:moveTo>
                  <a:pt x="3009" y="3087"/>
                </a:moveTo>
                <a:lnTo>
                  <a:pt x="2922" y="3514"/>
                </a:lnTo>
                <a:lnTo>
                  <a:pt x="2651" y="3933"/>
                </a:lnTo>
                <a:lnTo>
                  <a:pt x="2445" y="4107"/>
                </a:lnTo>
                <a:lnTo>
                  <a:pt x="2196" y="4240"/>
                </a:lnTo>
                <a:lnTo>
                  <a:pt x="1889" y="4320"/>
                </a:lnTo>
                <a:lnTo>
                  <a:pt x="1548" y="4320"/>
                </a:lnTo>
                <a:lnTo>
                  <a:pt x="1209" y="4233"/>
                </a:lnTo>
                <a:lnTo>
                  <a:pt x="879" y="4055"/>
                </a:lnTo>
                <a:lnTo>
                  <a:pt x="607" y="3816"/>
                </a:lnTo>
                <a:lnTo>
                  <a:pt x="389" y="3539"/>
                </a:lnTo>
                <a:lnTo>
                  <a:pt x="217" y="3221"/>
                </a:lnTo>
                <a:lnTo>
                  <a:pt x="95" y="2876"/>
                </a:lnTo>
                <a:lnTo>
                  <a:pt x="0" y="2160"/>
                </a:lnTo>
                <a:lnTo>
                  <a:pt x="95" y="1445"/>
                </a:lnTo>
                <a:lnTo>
                  <a:pt x="217" y="1099"/>
                </a:lnTo>
                <a:lnTo>
                  <a:pt x="389" y="782"/>
                </a:lnTo>
                <a:lnTo>
                  <a:pt x="607" y="504"/>
                </a:lnTo>
                <a:lnTo>
                  <a:pt x="879" y="265"/>
                </a:lnTo>
                <a:lnTo>
                  <a:pt x="1209" y="88"/>
                </a:lnTo>
                <a:lnTo>
                  <a:pt x="1548" y="0"/>
                </a:lnTo>
                <a:lnTo>
                  <a:pt x="1889" y="0"/>
                </a:lnTo>
                <a:lnTo>
                  <a:pt x="2196" y="80"/>
                </a:lnTo>
                <a:lnTo>
                  <a:pt x="2445" y="213"/>
                </a:lnTo>
                <a:lnTo>
                  <a:pt x="2651" y="388"/>
                </a:lnTo>
                <a:lnTo>
                  <a:pt x="2922" y="806"/>
                </a:lnTo>
                <a:lnTo>
                  <a:pt x="3009" y="1233"/>
                </a:lnTo>
              </a:path>
            </a:pathLst>
          </a:custGeom>
          <a:noFill/>
          <a:ln w="38100" cap="flat" cmpd="sng">
            <a:solidFill>
              <a:srgbClr val="FF0000">
                <a:alpha val="100000"/>
              </a:srgbClr>
            </a:solidFill>
            <a:prstDash val="dash"/>
            <a:round/>
          </a:ln>
        </p:spPr>
      </p:sp>
      <p:sp>
        <p:nvSpPr>
          <p:cNvPr id="1089022" name=""/>
          <p:cNvSpPr/>
          <p:nvPr/>
        </p:nvSpPr>
        <p:spPr>
          <a:xfrm rot="0">
            <a:off x="6819900" y="4656137"/>
            <a:ext cx="214312" cy="976312"/>
          </a:xfrm>
          <a:custGeom>
            <a:avLst/>
            <a:ahLst/>
            <a:rect l="0" t="0" r="r" b="b"/>
            <a:pathLst>
              <a:path w="398" h="1854">
                <a:moveTo>
                  <a:pt x="0" y="1854"/>
                </a:moveTo>
                <a:lnTo>
                  <a:pt x="295" y="1431"/>
                </a:lnTo>
                <a:lnTo>
                  <a:pt x="398" y="927"/>
                </a:lnTo>
                <a:lnTo>
                  <a:pt x="295" y="423"/>
                </a:lnTo>
                <a:lnTo>
                  <a:pt x="0" y="0"/>
                </a:lnTo>
              </a:path>
            </a:pathLst>
          </a:custGeom>
          <a:noFill/>
          <a:ln w="190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023" name=""/>
          <p:cNvSpPr/>
          <p:nvPr/>
        </p:nvSpPr>
        <p:spPr>
          <a:xfrm rot="0">
            <a:off x="6345237" y="4038600"/>
            <a:ext cx="1135062" cy="2212975"/>
          </a:xfrm>
          <a:custGeom>
            <a:avLst/>
            <a:ahLst/>
            <a:rect l="0" t="0" r="r" b="b"/>
            <a:pathLst>
              <a:path w="2101" h="4206">
                <a:moveTo>
                  <a:pt x="0" y="4206"/>
                </a:moveTo>
                <a:lnTo>
                  <a:pt x="650" y="4104"/>
                </a:lnTo>
                <a:lnTo>
                  <a:pt x="1235" y="3805"/>
                </a:lnTo>
                <a:lnTo>
                  <a:pt x="1700" y="3339"/>
                </a:lnTo>
                <a:lnTo>
                  <a:pt x="1999" y="2753"/>
                </a:lnTo>
                <a:lnTo>
                  <a:pt x="2101" y="2103"/>
                </a:lnTo>
                <a:lnTo>
                  <a:pt x="1999" y="1453"/>
                </a:lnTo>
                <a:lnTo>
                  <a:pt x="1700" y="867"/>
                </a:lnTo>
                <a:lnTo>
                  <a:pt x="1235" y="401"/>
                </a:lnTo>
                <a:lnTo>
                  <a:pt x="650" y="103"/>
                </a:lnTo>
                <a:lnTo>
                  <a:pt x="0" y="0"/>
                </a:lnTo>
              </a:path>
            </a:pathLst>
          </a:custGeom>
          <a:noFill/>
          <a:ln w="190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024" name=""/>
          <p:cNvSpPr/>
          <p:nvPr/>
        </p:nvSpPr>
        <p:spPr>
          <a:xfrm rot="0">
            <a:off x="7575550" y="2690812"/>
            <a:ext cx="6350" cy="2451100"/>
          </a:xfrm>
          <a:prstGeom prst="line"/>
          <a:solidFill>
            <a:srgbClr val="FFFFFF"/>
          </a:solidFill>
          <a:ln w="12700" cap="flat" cmpd="sng">
            <a:solidFill>
              <a:srgbClr val="0000FF">
                <a:alpha val="100000"/>
              </a:srgbClr>
            </a:solidFill>
            <a:prstDash val="solid"/>
            <a:round/>
            <a:tailEnd type="triangle" w="med" len="med"/>
          </a:ln>
        </p:spPr>
      </p:sp>
      <p:sp>
        <p:nvSpPr>
          <p:cNvPr id="1089025" name=""/>
          <p:cNvSpPr/>
          <p:nvPr/>
        </p:nvSpPr>
        <p:spPr>
          <a:xfrm rot="0">
            <a:off x="7480300" y="2513012"/>
            <a:ext cx="6350" cy="2628900"/>
          </a:xfrm>
          <a:prstGeom prst="line"/>
          <a:solidFill>
            <a:srgbClr val="FFFFFF"/>
          </a:solidFill>
          <a:ln w="12700" cap="flat" cmpd="sng">
            <a:solidFill>
              <a:srgbClr val="0000FF">
                <a:alpha val="100000"/>
              </a:srgbClr>
            </a:solidFill>
            <a:prstDash val="solid"/>
            <a:round/>
            <a:tailEnd type="triangle" w="med" len="med"/>
          </a:ln>
        </p:spPr>
      </p:sp>
      <p:sp>
        <p:nvSpPr>
          <p:cNvPr id="1089026" name=""/>
          <p:cNvSpPr/>
          <p:nvPr/>
        </p:nvSpPr>
        <p:spPr>
          <a:xfrm rot="0">
            <a:off x="7034212" y="1646237"/>
            <a:ext cx="6350" cy="3506787"/>
          </a:xfrm>
          <a:prstGeom prst="line"/>
          <a:solidFill>
            <a:srgbClr val="FFFFFF"/>
          </a:solidFill>
          <a:ln w="12700" cap="flat" cmpd="sng">
            <a:solidFill>
              <a:srgbClr val="0000FF">
                <a:alpha val="100000"/>
              </a:srgbClr>
            </a:solidFill>
            <a:prstDash val="solid"/>
            <a:round/>
            <a:tailEnd type="triangle" w="med" len="med"/>
          </a:ln>
        </p:spPr>
      </p:sp>
      <p:sp>
        <p:nvSpPr>
          <p:cNvPr id="1089027" name=""/>
          <p:cNvSpPr/>
          <p:nvPr/>
        </p:nvSpPr>
        <p:spPr>
          <a:xfrm rot="0">
            <a:off x="6678612" y="952500"/>
            <a:ext cx="4762" cy="4189412"/>
          </a:xfrm>
          <a:prstGeom prst="line"/>
          <a:solidFill>
            <a:srgbClr val="FFFFFF"/>
          </a:solidFill>
          <a:ln w="12700" cap="flat" cmpd="sng">
            <a:solidFill>
              <a:srgbClr val="0000FF">
                <a:alpha val="100000"/>
              </a:srgbClr>
            </a:solidFill>
            <a:prstDash val="solid"/>
            <a:round/>
            <a:tailEnd type="triangle" w="med" len="med"/>
          </a:ln>
        </p:spPr>
      </p:sp>
      <p:sp>
        <p:nvSpPr>
          <p:cNvPr id="1089028" name=""/>
          <p:cNvSpPr/>
          <p:nvPr/>
        </p:nvSpPr>
        <p:spPr>
          <a:xfrm rot="0">
            <a:off x="6553200" y="952500"/>
            <a:ext cx="6350" cy="5813425"/>
          </a:xfrm>
          <a:prstGeom prst="line"/>
          <a:solidFill>
            <a:srgbClr val="FFFFFF"/>
          </a:solidFill>
          <a:ln w="1270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97" name=""/>
          <p:cNvGrpSpPr/>
          <p:nvPr/>
        </p:nvGrpSpPr>
        <p:grpSpPr>
          <a:xfrm rot="0">
            <a:off x="6154737" y="4656137"/>
            <a:ext cx="665162" cy="976312"/>
            <a:chOff x="3877" y="2933"/>
            <a:chExt cx="419" cy="615"/>
          </a:xfrm>
        </p:grpSpPr>
        <p:sp>
          <p:nvSpPr>
            <p:cNvPr id="1089029" name=""/>
            <p:cNvSpPr/>
            <p:nvPr/>
          </p:nvSpPr>
          <p:spPr>
            <a:xfrm rot="0">
              <a:off x="3877" y="2933"/>
              <a:ext cx="419" cy="306"/>
            </a:xfrm>
            <a:custGeom>
              <a:avLst/>
              <a:ahLst/>
              <a:rect l="0" t="0" r="r" b="b"/>
              <a:pathLst>
                <a:path w="1232" h="927">
                  <a:moveTo>
                    <a:pt x="1232" y="0"/>
                  </a:moveTo>
                  <a:lnTo>
                    <a:pt x="1211" y="187"/>
                  </a:lnTo>
                  <a:lnTo>
                    <a:pt x="1145" y="338"/>
                  </a:lnTo>
                  <a:lnTo>
                    <a:pt x="1030" y="429"/>
                  </a:lnTo>
                  <a:lnTo>
                    <a:pt x="858" y="448"/>
                  </a:lnTo>
                  <a:lnTo>
                    <a:pt x="636" y="437"/>
                  </a:lnTo>
                  <a:lnTo>
                    <a:pt x="382" y="468"/>
                  </a:lnTo>
                  <a:lnTo>
                    <a:pt x="121" y="626"/>
                  </a:lnTo>
                  <a:lnTo>
                    <a:pt x="33" y="763"/>
                  </a:lnTo>
                  <a:lnTo>
                    <a:pt x="0" y="927"/>
                  </a:lnTo>
                </a:path>
              </a:pathLst>
            </a:custGeom>
            <a:noFill/>
            <a:ln w="38100" cap="flat" cmpd="sng">
              <a:solidFill>
                <a:schemeClr val="hlink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030" name=""/>
            <p:cNvSpPr/>
            <p:nvPr/>
          </p:nvSpPr>
          <p:spPr>
            <a:xfrm rot="0">
              <a:off x="3877" y="3239"/>
              <a:ext cx="419" cy="309"/>
            </a:xfrm>
            <a:custGeom>
              <a:avLst/>
              <a:ahLst/>
              <a:rect l="0" t="0" r="r" b="b"/>
              <a:pathLst>
                <a:path w="1232" h="927">
                  <a:moveTo>
                    <a:pt x="0" y="0"/>
                  </a:moveTo>
                  <a:lnTo>
                    <a:pt x="33" y="164"/>
                  </a:lnTo>
                  <a:lnTo>
                    <a:pt x="121" y="302"/>
                  </a:lnTo>
                  <a:lnTo>
                    <a:pt x="382" y="459"/>
                  </a:lnTo>
                  <a:lnTo>
                    <a:pt x="636" y="491"/>
                  </a:lnTo>
                  <a:lnTo>
                    <a:pt x="858" y="479"/>
                  </a:lnTo>
                  <a:lnTo>
                    <a:pt x="1030" y="498"/>
                  </a:lnTo>
                  <a:lnTo>
                    <a:pt x="1145" y="588"/>
                  </a:lnTo>
                  <a:lnTo>
                    <a:pt x="1211" y="740"/>
                  </a:lnTo>
                  <a:lnTo>
                    <a:pt x="1232" y="927"/>
                  </a:lnTo>
                </a:path>
              </a:pathLst>
            </a:custGeom>
            <a:noFill/>
            <a:ln w="38100" cap="flat" cmpd="sng">
              <a:solidFill>
                <a:schemeClr val="hlink">
                  <a:alpha val="100000"/>
                </a:schemeClr>
              </a:solidFill>
              <a:prstDash val="solid"/>
              <a:round/>
            </a:ln>
          </p:spPr>
        </p:sp>
      </p:grpSp>
      <p:sp>
        <p:nvSpPr>
          <p:cNvPr id="1089031" name=""/>
          <p:cNvSpPr/>
          <p:nvPr/>
        </p:nvSpPr>
        <p:spPr>
          <a:xfrm rot="0">
            <a:off x="6553200" y="4887912"/>
            <a:ext cx="112712" cy="514350"/>
          </a:xfrm>
          <a:custGeom>
            <a:avLst/>
            <a:ahLst/>
            <a:rect l="0" t="0" r="r" b="b"/>
            <a:pathLst>
              <a:path w="209" h="972">
                <a:moveTo>
                  <a:pt x="0" y="972"/>
                </a:moveTo>
                <a:lnTo>
                  <a:pt x="209" y="670"/>
                </a:lnTo>
                <a:lnTo>
                  <a:pt x="209" y="302"/>
                </a:lnTo>
                <a:lnTo>
                  <a:pt x="0" y="0"/>
                </a:lnTo>
              </a:path>
            </a:pathLst>
          </a:custGeom>
          <a:noFill/>
          <a:ln w="1905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598" name=""/>
          <p:cNvGrpSpPr/>
          <p:nvPr/>
        </p:nvGrpSpPr>
        <p:grpSpPr>
          <a:xfrm rot="0">
            <a:off x="6819900" y="3975100"/>
            <a:ext cx="6350" cy="2339975"/>
            <a:chOff x="4296" y="2504"/>
            <a:chExt cx="4" cy="1474"/>
          </a:xfrm>
        </p:grpSpPr>
        <p:sp>
          <p:nvSpPr>
            <p:cNvPr id="1089032" name=""/>
            <p:cNvSpPr/>
            <p:nvPr/>
          </p:nvSpPr>
          <p:spPr>
            <a:xfrm rot="0" flipV="1">
              <a:off x="4296" y="3548"/>
              <a:ext cx="4" cy="430"/>
            </a:xfrm>
            <a:prstGeom prst="line"/>
            <a:solidFill>
              <a:srgbClr val="FFFFFF"/>
            </a:solidFill>
            <a:ln w="38100" cap="flat" cmpd="sng">
              <a:solidFill>
                <a:schemeClr val="hlink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033" name=""/>
            <p:cNvSpPr/>
            <p:nvPr/>
          </p:nvSpPr>
          <p:spPr>
            <a:xfrm rot="0" flipV="1">
              <a:off x="4296" y="2504"/>
              <a:ext cx="4" cy="429"/>
            </a:xfrm>
            <a:prstGeom prst="line"/>
            <a:solidFill>
              <a:srgbClr val="FFFFFF"/>
            </a:solidFill>
            <a:ln w="38100" cap="flat" cmpd="sng">
              <a:solidFill>
                <a:schemeClr val="hlink">
                  <a:alpha val="100000"/>
                </a:schemeClr>
              </a:solidFill>
              <a:prstDash val="solid"/>
              <a:round/>
            </a:ln>
          </p:spPr>
        </p:sp>
      </p:grpSp>
      <p:grpSp>
        <p:nvGrpSpPr>
          <p:cNvPr id="599" name=""/>
          <p:cNvGrpSpPr/>
          <p:nvPr/>
        </p:nvGrpSpPr>
        <p:grpSpPr>
          <a:xfrm rot="0">
            <a:off x="4514850" y="304800"/>
            <a:ext cx="3125787" cy="6553200"/>
            <a:chOff x="720" y="192"/>
            <a:chExt cx="1969" cy="4128"/>
          </a:xfrm>
        </p:grpSpPr>
        <p:grpSp>
          <p:nvGrpSpPr>
            <p:cNvPr id="600" name=""/>
            <p:cNvGrpSpPr/>
            <p:nvPr/>
          </p:nvGrpSpPr>
          <p:grpSpPr>
            <a:xfrm rot="0">
              <a:off x="720" y="192"/>
              <a:ext cx="1969" cy="4128"/>
              <a:chOff x="720" y="192"/>
              <a:chExt cx="1969" cy="4128"/>
            </a:xfrm>
          </p:grpSpPr>
          <p:sp>
            <p:nvSpPr>
              <p:cNvPr id="1089034" name=""/>
              <p:cNvSpPr/>
              <p:nvPr/>
            </p:nvSpPr>
            <p:spPr>
              <a:xfrm rot="0" flipH="1">
                <a:off x="720" y="3239"/>
                <a:ext cx="196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336600">
                    <a:alpha val="100000"/>
                  </a:srgbClr>
                </a:solidFill>
                <a:prstDash val="lgDashDot"/>
                <a:round/>
              </a:ln>
            </p:spPr>
          </p:sp>
          <p:sp>
            <p:nvSpPr>
              <p:cNvPr id="1089035" name=""/>
              <p:cNvSpPr/>
              <p:nvPr/>
            </p:nvSpPr>
            <p:spPr>
              <a:xfrm rot="0">
                <a:off x="814" y="1037"/>
                <a:ext cx="1699" cy="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336600">
                    <a:alpha val="100000"/>
                  </a:srgbClr>
                </a:solidFill>
                <a:prstDash val="lgDashDot"/>
                <a:round/>
              </a:ln>
            </p:spPr>
          </p:sp>
          <p:sp>
            <p:nvSpPr>
              <p:cNvPr id="1089036" name=""/>
              <p:cNvSpPr/>
              <p:nvPr/>
            </p:nvSpPr>
            <p:spPr>
              <a:xfrm rot="0">
                <a:off x="1873" y="2212"/>
                <a:ext cx="4" cy="2108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336600">
                    <a:alpha val="100000"/>
                  </a:srgbClr>
                </a:solidFill>
                <a:prstDash val="lgDashDot"/>
                <a:round/>
              </a:ln>
            </p:spPr>
          </p:sp>
          <p:sp>
            <p:nvSpPr>
              <p:cNvPr id="1089037" name=""/>
              <p:cNvSpPr/>
              <p:nvPr/>
            </p:nvSpPr>
            <p:spPr>
              <a:xfrm rot="0">
                <a:off x="1495" y="2245"/>
                <a:ext cx="4" cy="205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336600">
                    <a:alpha val="100000"/>
                  </a:srgbClr>
                </a:solidFill>
                <a:prstDash val="lgDashDot"/>
                <a:round/>
              </a:ln>
            </p:spPr>
          </p:sp>
          <p:sp>
            <p:nvSpPr>
              <p:cNvPr id="1089038" name=""/>
              <p:cNvSpPr/>
              <p:nvPr/>
            </p:nvSpPr>
            <p:spPr>
              <a:xfrm rot="0">
                <a:off x="1873" y="192"/>
                <a:ext cx="4" cy="16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336600">
                    <a:alpha val="100000"/>
                  </a:srgbClr>
                </a:solidFill>
                <a:prstDash val="lgDashDot"/>
                <a:round/>
              </a:ln>
            </p:spPr>
          </p:sp>
          <p:sp>
            <p:nvSpPr>
              <p:cNvPr id="1089039" name=""/>
              <p:cNvSpPr/>
              <p:nvPr/>
            </p:nvSpPr>
            <p:spPr>
              <a:xfrm rot="0">
                <a:off x="1495" y="374"/>
                <a:ext cx="4" cy="1489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336600">
                    <a:alpha val="100000"/>
                  </a:srgbClr>
                </a:solidFill>
                <a:prstDash val="lgDashDot"/>
                <a:round/>
              </a:ln>
            </p:spPr>
          </p:sp>
        </p:grpSp>
        <p:grpSp>
          <p:nvGrpSpPr>
            <p:cNvPr id="601" name=""/>
            <p:cNvGrpSpPr/>
            <p:nvPr/>
          </p:nvGrpSpPr>
          <p:grpSpPr>
            <a:xfrm rot="0">
              <a:off x="814" y="192"/>
              <a:ext cx="1875" cy="3990"/>
              <a:chOff x="814" y="192"/>
              <a:chExt cx="1875" cy="3990"/>
            </a:xfrm>
          </p:grpSpPr>
          <p:sp>
            <p:nvSpPr>
              <p:cNvPr id="1089040" name=""/>
              <p:cNvSpPr/>
              <p:nvPr/>
            </p:nvSpPr>
            <p:spPr>
              <a:xfrm rot="0">
                <a:off x="814" y="374"/>
                <a:ext cx="1358" cy="1321"/>
              </a:xfrm>
              <a:custGeom>
                <a:avLst/>
                <a:ahLst/>
                <a:rect l="0" t="0" r="r" b="b"/>
                <a:pathLst>
                  <a:path w="3987" h="3989">
                    <a:moveTo>
                      <a:pt x="3987" y="1994"/>
                    </a:moveTo>
                    <a:lnTo>
                      <a:pt x="3890" y="1378"/>
                    </a:lnTo>
                    <a:lnTo>
                      <a:pt x="3607" y="822"/>
                    </a:lnTo>
                    <a:lnTo>
                      <a:pt x="3165" y="381"/>
                    </a:lnTo>
                    <a:lnTo>
                      <a:pt x="2610" y="97"/>
                    </a:lnTo>
                    <a:lnTo>
                      <a:pt x="1994" y="0"/>
                    </a:lnTo>
                    <a:lnTo>
                      <a:pt x="1378" y="97"/>
                    </a:lnTo>
                    <a:lnTo>
                      <a:pt x="822" y="381"/>
                    </a:lnTo>
                    <a:lnTo>
                      <a:pt x="382" y="822"/>
                    </a:lnTo>
                    <a:lnTo>
                      <a:pt x="99" y="1378"/>
                    </a:lnTo>
                    <a:lnTo>
                      <a:pt x="0" y="1994"/>
                    </a:lnTo>
                    <a:lnTo>
                      <a:pt x="99" y="2611"/>
                    </a:lnTo>
                    <a:lnTo>
                      <a:pt x="382" y="3167"/>
                    </a:lnTo>
                    <a:lnTo>
                      <a:pt x="822" y="3608"/>
                    </a:lnTo>
                    <a:lnTo>
                      <a:pt x="1378" y="3892"/>
                    </a:lnTo>
                    <a:lnTo>
                      <a:pt x="1994" y="3989"/>
                    </a:lnTo>
                    <a:lnTo>
                      <a:pt x="2610" y="3892"/>
                    </a:lnTo>
                    <a:lnTo>
                      <a:pt x="3165" y="3608"/>
                    </a:lnTo>
                    <a:lnTo>
                      <a:pt x="3607" y="3167"/>
                    </a:lnTo>
                    <a:lnTo>
                      <a:pt x="3890" y="2611"/>
                    </a:lnTo>
                    <a:lnTo>
                      <a:pt x="3987" y="1994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1" name=""/>
              <p:cNvSpPr/>
              <p:nvPr/>
            </p:nvSpPr>
            <p:spPr>
              <a:xfrm rot="0" flipH="1">
                <a:off x="1061" y="1775"/>
                <a:ext cx="1628" cy="4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2" name=""/>
              <p:cNvSpPr/>
              <p:nvPr/>
            </p:nvSpPr>
            <p:spPr>
              <a:xfrm rot="0">
                <a:off x="814" y="2329"/>
                <a:ext cx="1358" cy="3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3" name=""/>
              <p:cNvSpPr/>
              <p:nvPr/>
            </p:nvSpPr>
            <p:spPr>
              <a:xfrm rot="0" flipH="1">
                <a:off x="814" y="4178"/>
                <a:ext cx="1358" cy="4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4" name=""/>
              <p:cNvSpPr/>
              <p:nvPr/>
            </p:nvSpPr>
            <p:spPr>
              <a:xfrm rot="0" flipV="1">
                <a:off x="814" y="2329"/>
                <a:ext cx="3" cy="1849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5" name=""/>
              <p:cNvSpPr/>
              <p:nvPr/>
            </p:nvSpPr>
            <p:spPr>
              <a:xfrm rot="0" flipH="1">
                <a:off x="1061" y="1604"/>
                <a:ext cx="86" cy="171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6" name=""/>
              <p:cNvSpPr/>
              <p:nvPr/>
            </p:nvSpPr>
            <p:spPr>
              <a:xfrm rot="0">
                <a:off x="2172" y="2504"/>
                <a:ext cx="517" cy="735"/>
              </a:xfrm>
              <a:custGeom>
                <a:avLst/>
                <a:ahLst/>
                <a:rect l="0" t="0" r="r" b="b"/>
                <a:pathLst>
                  <a:path w="1515" h="2227">
                    <a:moveTo>
                      <a:pt x="1515" y="2227"/>
                    </a:moveTo>
                    <a:lnTo>
                      <a:pt x="1447" y="1661"/>
                    </a:lnTo>
                    <a:lnTo>
                      <a:pt x="1247" y="1125"/>
                    </a:lnTo>
                    <a:lnTo>
                      <a:pt x="925" y="653"/>
                    </a:lnTo>
                    <a:lnTo>
                      <a:pt x="502" y="271"/>
                    </a:ln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7" name=""/>
              <p:cNvSpPr/>
              <p:nvPr/>
            </p:nvSpPr>
            <p:spPr>
              <a:xfrm rot="0">
                <a:off x="2172" y="3239"/>
                <a:ext cx="517" cy="739"/>
              </a:xfrm>
              <a:custGeom>
                <a:avLst/>
                <a:ahLst/>
                <a:rect l="0" t="0" r="r" b="b"/>
                <a:pathLst>
                  <a:path w="1515" h="2228">
                    <a:moveTo>
                      <a:pt x="0" y="2228"/>
                    </a:moveTo>
                    <a:lnTo>
                      <a:pt x="502" y="1956"/>
                    </a:lnTo>
                    <a:lnTo>
                      <a:pt x="925" y="1574"/>
                    </a:lnTo>
                    <a:lnTo>
                      <a:pt x="1247" y="1102"/>
                    </a:lnTo>
                    <a:lnTo>
                      <a:pt x="1447" y="567"/>
                    </a:lnTo>
                    <a:lnTo>
                      <a:pt x="1515" y="0"/>
                    </a:lnTo>
                  </a:path>
                </a:pathLst>
              </a:custGeom>
              <a:noFill/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8" name=""/>
              <p:cNvSpPr/>
              <p:nvPr/>
            </p:nvSpPr>
            <p:spPr>
              <a:xfrm rot="0" flipV="1">
                <a:off x="2172" y="3978"/>
                <a:ext cx="4" cy="200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49" name=""/>
              <p:cNvSpPr/>
              <p:nvPr/>
            </p:nvSpPr>
            <p:spPr>
              <a:xfrm rot="0">
                <a:off x="1873" y="192"/>
                <a:ext cx="816" cy="1583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50" name=""/>
              <p:cNvSpPr/>
              <p:nvPr/>
            </p:nvSpPr>
            <p:spPr>
              <a:xfrm rot="0" flipV="1">
                <a:off x="2172" y="2329"/>
                <a:ext cx="4" cy="175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051" name=""/>
              <p:cNvSpPr/>
              <p:nvPr/>
            </p:nvSpPr>
            <p:spPr>
              <a:xfrm rot="0" flipH="1">
                <a:off x="1753" y="192"/>
                <a:ext cx="120" cy="233"/>
              </a:xfrm>
              <a:prstGeom prst="line"/>
              <a:solidFill>
                <a:srgbClr val="FFFFFF"/>
              </a:solidFill>
              <a:ln w="3810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</p:grpSp>
      <p:sp>
        <p:nvSpPr>
          <p:cNvPr id="1089052" name=""/>
          <p:cNvSpPr txBox="1"/>
          <p:nvPr/>
        </p:nvSpPr>
        <p:spPr>
          <a:xfrm rot="0">
            <a:off x="5946775" y="269875"/>
            <a:ext cx="420687" cy="45720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zh-CN" b="1" lang="en-US"/>
              <a:t>1'</a:t>
            </a:r>
          </a:p>
        </p:txBody>
      </p:sp>
      <p:sp>
        <p:nvSpPr>
          <p:cNvPr id="1089053" name=""/>
          <p:cNvSpPr/>
          <p:nvPr/>
        </p:nvSpPr>
        <p:spPr>
          <a:xfrm rot="0">
            <a:off x="6159500" y="685800"/>
            <a:ext cx="0" cy="4419600"/>
          </a:xfrm>
          <a:prstGeom prst="line"/>
          <a:noFill/>
          <a:ln w="9525" cap="flat" cmpd="sng">
            <a:solidFill>
              <a:schemeClr val="accent2">
                <a:alpha val="100000"/>
              </a:schemeClr>
            </a:solidFill>
            <a:prstDash val="solid"/>
            <a:round/>
            <a:tailEnd type="triangle" w="med" len="med"/>
          </a:ln>
        </p:spPr>
      </p:sp>
      <p:sp>
        <p:nvSpPr>
          <p:cNvPr id="1089054" name=""/>
          <p:cNvSpPr txBox="1"/>
          <p:nvPr/>
        </p:nvSpPr>
        <p:spPr>
          <a:xfrm rot="0">
            <a:off x="5846762" y="4876800"/>
            <a:ext cx="477837" cy="45720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zh-CN" b="1" lang="en-US"/>
              <a:t>1</a:t>
            </a:r>
            <a:r>
              <a:rPr altLang="zh-CN" b="1" lang="en-US">
                <a:solidFill>
                  <a:srgbClr val="FF3300"/>
                </a:solidFill>
                <a:sym typeface="Symbol" pitchFamily="18" charset="2"/>
              </a:rPr>
              <a:t></a:t>
            </a:r>
          </a:p>
        </p:txBody>
      </p:sp>
      <p:sp>
        <p:nvSpPr>
          <p:cNvPr id="1089055" name=""/>
          <p:cNvSpPr txBox="1"/>
          <p:nvPr/>
        </p:nvSpPr>
        <p:spPr>
          <a:xfrm rot="0">
            <a:off x="4879975" y="2251075"/>
            <a:ext cx="420687" cy="45720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zh-CN" b="1" lang="en-US"/>
              <a:t>2'</a:t>
            </a:r>
          </a:p>
        </p:txBody>
      </p:sp>
      <p:sp>
        <p:nvSpPr>
          <p:cNvPr id="1089056" name=""/>
          <p:cNvSpPr/>
          <p:nvPr/>
        </p:nvSpPr>
        <p:spPr>
          <a:xfrm rot="0">
            <a:off x="5200650" y="2514600"/>
            <a:ext cx="0" cy="2590800"/>
          </a:xfrm>
          <a:prstGeom prst="line"/>
          <a:noFill/>
          <a:ln w="9525" cap="flat" cmpd="sng">
            <a:solidFill>
              <a:schemeClr val="accent2">
                <a:alpha val="100000"/>
              </a:schemeClr>
            </a:solidFill>
            <a:prstDash val="solid"/>
            <a:round/>
            <a:tailEnd type="triangle" w="med" len="med"/>
          </a:ln>
        </p:spPr>
      </p:sp>
      <p:sp>
        <p:nvSpPr>
          <p:cNvPr id="1089057" name=""/>
          <p:cNvSpPr txBox="1"/>
          <p:nvPr/>
        </p:nvSpPr>
        <p:spPr>
          <a:xfrm rot="0">
            <a:off x="5029200" y="4876800"/>
            <a:ext cx="477837" cy="45720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lang="zh-CN">
                <a:solidFill>
                  <a:srgbClr val="FF3300"/>
                </a:solidFill>
                <a:sym typeface="Symbol" pitchFamily="18" charset="2"/>
              </a:rPr>
              <a:t></a:t>
            </a:r>
            <a:r>
              <a:rPr altLang="zh-CN" b="1" lang="en-US"/>
              <a:t>2</a:t>
            </a:r>
          </a:p>
        </p:txBody>
      </p:sp>
      <p:sp>
        <p:nvSpPr>
          <p:cNvPr id="1089058" name=""/>
          <p:cNvSpPr txBox="1"/>
          <p:nvPr/>
        </p:nvSpPr>
        <p:spPr>
          <a:xfrm rot="0">
            <a:off x="6648450" y="1371600"/>
            <a:ext cx="1077912" cy="45720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lang="zh-CN">
                <a:solidFill>
                  <a:srgbClr val="FF3300"/>
                </a:solidFill>
                <a:sym typeface="Symbol" pitchFamily="18" charset="2"/>
              </a:rPr>
              <a:t></a:t>
            </a:r>
            <a:r>
              <a:rPr altLang="zh-CN" b="1" lang="en-US"/>
              <a:t> 3'(4')</a:t>
            </a:r>
          </a:p>
        </p:txBody>
      </p:sp>
      <p:grpSp>
        <p:nvGrpSpPr>
          <p:cNvPr id="602" name=""/>
          <p:cNvGrpSpPr/>
          <p:nvPr/>
        </p:nvGrpSpPr>
        <p:grpSpPr>
          <a:xfrm rot="0">
            <a:off x="6684962" y="4349750"/>
            <a:ext cx="477837" cy="1482725"/>
            <a:chOff x="2150" y="2784"/>
            <a:chExt cx="301" cy="934"/>
          </a:xfrm>
        </p:grpSpPr>
        <p:sp>
          <p:nvSpPr>
            <p:cNvPr id="1089059" name=""/>
            <p:cNvSpPr txBox="1"/>
            <p:nvPr/>
          </p:nvSpPr>
          <p:spPr>
            <a:xfrm rot="0">
              <a:off x="2150" y="3430"/>
              <a:ext cx="301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lang="en-US"/>
                <a:t>3</a:t>
              </a:r>
            </a:p>
          </p:txBody>
        </p:sp>
        <p:sp>
          <p:nvSpPr>
            <p:cNvPr id="1089060" name=""/>
            <p:cNvSpPr txBox="1"/>
            <p:nvPr/>
          </p:nvSpPr>
          <p:spPr>
            <a:xfrm rot="0">
              <a:off x="2150" y="2784"/>
              <a:ext cx="271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aseline="-25000" b="1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lang="en-US"/>
                <a:t>4</a:t>
              </a:r>
            </a:p>
          </p:txBody>
        </p:sp>
      </p:grpSp>
      <p:sp>
        <p:nvSpPr>
          <p:cNvPr id="1089061" name=""/>
          <p:cNvSpPr txBox="1"/>
          <p:nvPr/>
        </p:nvSpPr>
        <p:spPr>
          <a:xfrm rot="0">
            <a:off x="6194425" y="2171700"/>
            <a:ext cx="628650" cy="64135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zh-CN" b="1" sz="1800" lang="en-US"/>
              <a:t>5'</a:t>
            </a:r>
          </a:p>
          <a:p>
            <a:pPr lvl="0"/>
            <a:r>
              <a:rPr altLang="zh-CN" b="1" sz="1800" lang="en-US"/>
              <a:t>  (6')</a:t>
            </a:r>
          </a:p>
        </p:txBody>
      </p:sp>
      <p:grpSp>
        <p:nvGrpSpPr>
          <p:cNvPr id="603" name=""/>
          <p:cNvGrpSpPr/>
          <p:nvPr/>
        </p:nvGrpSpPr>
        <p:grpSpPr>
          <a:xfrm rot="0">
            <a:off x="6046787" y="3886200"/>
            <a:ext cx="476250" cy="2590800"/>
            <a:chOff x="3809" y="2448"/>
            <a:chExt cx="300" cy="1632"/>
          </a:xfrm>
        </p:grpSpPr>
        <p:sp>
          <p:nvSpPr>
            <p:cNvPr id="1089062" name=""/>
            <p:cNvSpPr txBox="1"/>
            <p:nvPr/>
          </p:nvSpPr>
          <p:spPr>
            <a:xfrm rot="0">
              <a:off x="3840" y="3792"/>
              <a:ext cx="269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aseline="30000" b="1" lang="en-US"/>
                <a:t>5</a:t>
              </a:r>
              <a:r>
                <a:rPr altLang="zh-CN" b="1" lang="en-US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  <p:sp>
          <p:nvSpPr>
            <p:cNvPr id="1089063" name=""/>
            <p:cNvSpPr txBox="1"/>
            <p:nvPr/>
          </p:nvSpPr>
          <p:spPr>
            <a:xfrm rot="0">
              <a:off x="3809" y="2448"/>
              <a:ext cx="271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zh-CN" b="1" lang="en-US">
                  <a:solidFill>
                    <a:srgbClr val="FF3300"/>
                  </a:solidFill>
                  <a:sym typeface="Symbol" pitchFamily="18" charset="2"/>
                </a:rPr>
                <a:t>6</a:t>
              </a:r>
              <a:r>
                <a:rPr altLang="zh-CN" baseline="30000" b="1" lang="en-US">
                  <a:solidFill>
                    <a:srgbClr val="FF3300"/>
                  </a:solidFill>
                  <a:sym typeface="Symbol" pitchFamily="18" charset="2"/>
                </a:rPr>
                <a:t></a:t>
              </a:r>
            </a:p>
          </p:txBody>
        </p:sp>
      </p:grpSp>
      <p:sp>
        <p:nvSpPr>
          <p:cNvPr id="1089064" name=""/>
          <p:cNvSpPr txBox="1"/>
          <p:nvPr/>
        </p:nvSpPr>
        <p:spPr>
          <a:xfrm rot="0">
            <a:off x="5581650" y="2438400"/>
            <a:ext cx="860425" cy="822325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lang="zh-CN">
                <a:solidFill>
                  <a:srgbClr val="FF3300"/>
                </a:solidFill>
                <a:sym typeface="Symbol" pitchFamily="18" charset="2"/>
              </a:rPr>
              <a:t></a:t>
            </a:r>
            <a:r>
              <a:rPr altLang="zh-CN" b="1" lang="en-US"/>
              <a:t> </a:t>
            </a:r>
          </a:p>
          <a:p>
            <a:pPr lvl="0"/>
            <a:r>
              <a:rPr altLang="zh-CN" b="1" lang="en-US"/>
              <a:t>7'(8')</a:t>
            </a:r>
          </a:p>
        </p:txBody>
      </p:sp>
      <p:grpSp>
        <p:nvGrpSpPr>
          <p:cNvPr id="604" name=""/>
          <p:cNvGrpSpPr/>
          <p:nvPr/>
        </p:nvGrpSpPr>
        <p:grpSpPr>
          <a:xfrm rot="0">
            <a:off x="5578475" y="3886200"/>
            <a:ext cx="517525" cy="2514600"/>
            <a:chOff x="3514" y="2448"/>
            <a:chExt cx="326" cy="1584"/>
          </a:xfrm>
        </p:grpSpPr>
        <p:sp>
          <p:nvSpPr>
            <p:cNvPr id="1089065" name=""/>
            <p:cNvSpPr txBox="1"/>
            <p:nvPr/>
          </p:nvSpPr>
          <p:spPr>
            <a:xfrm rot="0">
              <a:off x="3539" y="3744"/>
              <a:ext cx="301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lang="en-US"/>
                <a:t>7</a:t>
              </a:r>
            </a:p>
          </p:txBody>
        </p:sp>
        <p:sp>
          <p:nvSpPr>
            <p:cNvPr id="1089066" name=""/>
            <p:cNvSpPr txBox="1"/>
            <p:nvPr/>
          </p:nvSpPr>
          <p:spPr>
            <a:xfrm rot="0">
              <a:off x="3514" y="2448"/>
              <a:ext cx="301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="1" lang="en-US"/>
                <a:t>8</a:t>
              </a:r>
            </a:p>
          </p:txBody>
        </p:sp>
      </p:grpSp>
      <p:sp>
        <p:nvSpPr>
          <p:cNvPr id="1089067" name=""/>
          <p:cNvSpPr txBox="1"/>
          <p:nvPr/>
        </p:nvSpPr>
        <p:spPr>
          <a:xfrm rot="0">
            <a:off x="6343650" y="685800"/>
            <a:ext cx="1154112" cy="457200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lang="zh-CN">
                <a:solidFill>
                  <a:srgbClr val="FF3300"/>
                </a:solidFill>
                <a:sym typeface="Symbol" pitchFamily="18" charset="2"/>
              </a:rPr>
              <a:t></a:t>
            </a:r>
            <a:r>
              <a:rPr altLang="zh-CN" b="1" lang="en-US">
                <a:solidFill>
                  <a:srgbClr val="FF3300"/>
                </a:solidFill>
                <a:sym typeface="Symbol" pitchFamily="18" charset="2"/>
              </a:rPr>
              <a:t>9'(10')</a:t>
            </a:r>
          </a:p>
        </p:txBody>
      </p:sp>
      <p:grpSp>
        <p:nvGrpSpPr>
          <p:cNvPr id="605" name=""/>
          <p:cNvGrpSpPr/>
          <p:nvPr/>
        </p:nvGrpSpPr>
        <p:grpSpPr>
          <a:xfrm rot="0">
            <a:off x="6389687" y="4616450"/>
            <a:ext cx="428625" cy="1022350"/>
            <a:chOff x="4025" y="2908"/>
            <a:chExt cx="270" cy="644"/>
          </a:xfrm>
        </p:grpSpPr>
        <p:sp>
          <p:nvSpPr>
            <p:cNvPr id="1089068" name=""/>
            <p:cNvSpPr txBox="1"/>
            <p:nvPr/>
          </p:nvSpPr>
          <p:spPr>
            <a:xfrm rot="0">
              <a:off x="4025" y="3264"/>
              <a:ext cx="249" cy="288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="1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aseline="-25000" b="1" sz="1600" lang="en-US"/>
                <a:t>9</a:t>
              </a:r>
            </a:p>
          </p:txBody>
        </p:sp>
        <p:sp>
          <p:nvSpPr>
            <p:cNvPr id="1089069" name=""/>
            <p:cNvSpPr txBox="1"/>
            <p:nvPr/>
          </p:nvSpPr>
          <p:spPr>
            <a:xfrm rot="0">
              <a:off x="4032" y="2908"/>
              <a:ext cx="263" cy="212"/>
            </a:xfrm>
            <a:prstGeom prst="rect"/>
            <a:noFill/>
            <a:ln>
              <a:noFill/>
            </a:ln>
          </p:spPr>
          <p:txBody>
            <a:bodyPr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lvl="0"/>
              <a:r>
                <a:rPr altLang="en-US" baseline="-25000" b="1" lang="zh-CN">
                  <a:solidFill>
                    <a:srgbClr val="FF3300"/>
                  </a:solidFill>
                  <a:sym typeface="Symbol" pitchFamily="18" charset="2"/>
                </a:rPr>
                <a:t></a:t>
              </a:r>
              <a:r>
                <a:rPr altLang="zh-CN" baseline="30000" b="1" sz="1600" lang="en-US"/>
                <a:t>10</a:t>
              </a:r>
            </a:p>
          </p:txBody>
        </p:sp>
      </p:grpSp>
      <p:sp>
        <p:nvSpPr>
          <p:cNvPr id="1089070" name=""/>
          <p:cNvSpPr txBox="1"/>
          <p:nvPr/>
        </p:nvSpPr>
        <p:spPr>
          <a:xfrm rot="0">
            <a:off x="0" y="47625"/>
            <a:ext cx="4854575" cy="519112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2800" lang="zh-CN">
                <a:solidFill>
                  <a:schemeClr val="accent2"/>
                </a:solidFill>
              </a:rPr>
              <a:t>例 </a:t>
            </a:r>
            <a:r>
              <a:rPr altLang="zh-CN" b="1" sz="2800" lang="en-US">
                <a:solidFill>
                  <a:schemeClr val="accent2"/>
                </a:solidFill>
              </a:rPr>
              <a:t>3-17</a:t>
            </a:r>
            <a:r>
              <a:rPr altLang="en-US" b="1" sz="2800" lang="zh-CN">
                <a:solidFill>
                  <a:schemeClr val="accent2"/>
                </a:solidFill>
              </a:rPr>
              <a:t>求圆柱与圆锥的相贯线</a:t>
            </a:r>
          </a:p>
        </p:txBody>
      </p:sp>
      <p:sp>
        <p:nvSpPr>
          <p:cNvPr id="1089071" name=""/>
          <p:cNvSpPr/>
          <p:nvPr/>
        </p:nvSpPr>
        <p:spPr>
          <a:xfrm rot="0">
            <a:off x="6804025" y="1600200"/>
            <a:ext cx="0" cy="4800600"/>
          </a:xfrm>
          <a:prstGeom prst="line"/>
          <a:noFill/>
          <a:ln w="12700" cap="flat" cmpd="sng">
            <a:solidFill>
              <a:schemeClr val="accent2">
                <a:alpha val="100000"/>
              </a:schemeClr>
            </a:solidFill>
            <a:prstDash val="solid"/>
            <a:round/>
          </a:ln>
        </p:spPr>
      </p:sp>
      <p:pic>
        <p:nvPicPr>
          <p:cNvPr id="2097221" name="">
            <a:hlinkClick r:id="rId1" action="ppaction://hlinksldjump"/>
          </p:cNvPr>
          <p:cNvPicPr>
            <a:picLocks/>
          </p:cNvPicPr>
          <p:nvPr/>
        </p:nvPicPr>
        <p:blipFill>
          <a:blip xmlns:r="http://schemas.openxmlformats.org/officeDocument/2006/relationships" r:embed="rId2"/>
          <a:srcRect l="0" t="0" r="0" b="0"/>
          <a:stretch>
            <a:fillRect/>
          </a:stretch>
        </p:blipFill>
        <p:spPr>
          <a:xfrm rot="0">
            <a:off x="7848600" y="6305550"/>
            <a:ext cx="1295400" cy="550862"/>
          </a:xfrm>
          <a:prstGeom prst="rect"/>
          <a:noFill/>
          <a:ln>
            <a:noFill/>
          </a:ln>
        </p:spPr>
      </p:pic>
      <p:pic>
        <p:nvPicPr>
          <p:cNvPr id="2097222" name=""/>
          <p:cNvPicPr>
            <a:picLocks/>
          </p:cNvPicPr>
          <p:nvPr/>
        </p:nvPicPr>
        <p:blipFill>
          <a:blip xmlns:r="http://schemas.openxmlformats.org/officeDocument/2006/relationships" r:embed="rId3"/>
          <a:srcRect l="11719" t="17708" r="38281" b="19792"/>
          <a:stretch>
            <a:fillRect/>
          </a:stretch>
        </p:blipFill>
        <p:spPr>
          <a:xfrm rot="0">
            <a:off x="457200" y="1219200"/>
            <a:ext cx="3733800" cy="3500437"/>
          </a:xfrm>
          <a:prstGeom prst="rect"/>
          <a:noFill/>
          <a:ln>
            <a:noFill/>
          </a:ln>
        </p:spPr>
      </p:pic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7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2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2"/>
                                        <p:tgtEl>
                                          <p:spTgt spid="1089052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0" masterRel="sameClick" presetSubtype="1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8"/>
                                        <p:tgtEl>
                                          <p:spTgt spid="108905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6" masterRel="sameClick" presetSubtype="1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1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4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24"/>
                                        <p:tgtEl>
                                          <p:spTgt spid="1089054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22" masterRel="sameClick" presetSubtype="1">
                                          <p:stCondLst>
                                            <p:cond evt="begin" delay="0">
                                              <p:tn val="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5">
                      <p:stCondLst>
                        <p:cond delay="indefinite"/>
                      </p:stCondLst>
                      <p:childTnLst>
                        <p:par>
                          <p:cTn fill="hold" id="26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7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5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30"/>
                                        <p:tgtEl>
                                          <p:spTgt spid="1089055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28" masterRel="sameClick" presetSubtype="1">
                                          <p:stCondLst>
                                            <p:cond evt="begin" delay="0">
                                              <p:tn val="2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1">
                      <p:stCondLst>
                        <p:cond delay="indefinite"/>
                      </p:stCondLst>
                      <p:childTnLst>
                        <p:par>
                          <p:cTn fill="hold" id="32">
                            <p:stCondLst>
                              <p:cond delay="0"/>
                            </p:stCondLst>
                            <p:childTnLst>
                              <p:par>
                                <p:cTn fill="hold" id="33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36"/>
                                        <p:tgtEl>
                                          <p:spTgt spid="108905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34" masterRel="sameClick" presetSubtype="1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7">
                      <p:stCondLst>
                        <p:cond delay="indefinite"/>
                      </p:stCondLst>
                      <p:childTnLst>
                        <p:par>
                          <p:cTn fill="hold" id="3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7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42"/>
                                        <p:tgtEl>
                                          <p:spTgt spid="1089057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40" masterRel="sameClick" presetSubtype="1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3">
                      <p:stCondLst>
                        <p:cond delay="indefinite"/>
                      </p:stCondLst>
                      <p:childTnLst>
                        <p:par>
                          <p:cTn fill="hold" id="4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58">
                                            <p:txEl>
                                              <p:charRg st="0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48"/>
                                        <p:tgtEl>
                                          <p:spTgt spid="1089058">
                                            <p:txEl>
                                              <p:charRg st="0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46" masterRel="sameClick" presetSubtype="1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9">
                      <p:stCondLst>
                        <p:cond delay="indefinite"/>
                      </p:stCondLst>
                      <p:childTnLst>
                        <p:par>
                          <p:cTn fill="hold" id="50">
                            <p:stCondLst>
                              <p:cond delay="0"/>
                            </p:stCondLst>
                            <p:childTnLst>
                              <p:par>
                                <p:cTn fill="hold" id="51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54"/>
                                        <p:tgtEl>
                                          <p:spTgt spid="108907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52" masterRel="sameClick" presetSubtype="1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5">
                      <p:stCondLst>
                        <p:cond delay="indefinite"/>
                      </p:stCondLst>
                      <p:childTnLst>
                        <p:par>
                          <p:cTn fill="hold" id="56">
                            <p:stCondLst>
                              <p:cond delay="0"/>
                            </p:stCondLst>
                            <p:childTnLst>
                              <p:par>
                                <p:cTn fill="hold" id="57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60"/>
                                        <p:tgtEl>
                                          <p:spTgt spid="10890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58" masterRel="sameClick" presetSubtype="1">
                                          <p:stCondLst>
                                            <p:cond evt="begin" delay="0">
                                              <p:tn val="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1">
                      <p:stCondLst>
                        <p:cond delay="indefinite"/>
                      </p:stCondLst>
                      <p:childTnLst>
                        <p:par>
                          <p:cTn fill="hold" id="62">
                            <p:stCondLst>
                              <p:cond delay="0"/>
                            </p:stCondLst>
                            <p:childTnLst>
                              <p:par>
                                <p:cTn fill="hold" id="63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66"/>
                                        <p:tgtEl>
                                          <p:spTgt spid="10890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64" masterRel="sameClick" presetSubtype="1">
                                          <p:stCondLst>
                                            <p:cond evt="begin" delay="0">
                                              <p:tn val="5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7">
                      <p:stCondLst>
                        <p:cond delay="indefinite"/>
                      </p:stCondLst>
                      <p:childTnLst>
                        <p:par>
                          <p:cTn fill="hold" id="68">
                            <p:stCondLst>
                              <p:cond delay="0"/>
                            </p:stCondLst>
                            <p:childTnLst>
                              <p:par>
                                <p:cTn fill="hold" id="6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72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70" masterRel="sameClick" presetSubtype="1">
                                          <p:stCondLst>
                                            <p:cond evt="begin" delay="0">
                                              <p:tn val="5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3">
                      <p:stCondLst>
                        <p:cond delay="indefinite"/>
                      </p:stCondLst>
                      <p:childTnLst>
                        <p:par>
                          <p:cTn fill="hold" id="7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7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61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78"/>
                                        <p:tgtEl>
                                          <p:spTgt spid="1089061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76" masterRel="sameClick" presetSubtype="1">
                                          <p:stCondLst>
                                            <p:cond evt="begin" delay="0">
                                              <p:tn val="6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9">
                      <p:stCondLst>
                        <p:cond delay="indefinite"/>
                      </p:stCondLst>
                      <p:childTnLst>
                        <p:par>
                          <p:cTn fill="hold" id="8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81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61">
                                            <p:txEl>
                                              <p:charRg st="3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84"/>
                                        <p:tgtEl>
                                          <p:spTgt spid="1089061">
                                            <p:txEl>
                                              <p:charRg st="3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82" masterRel="sameClick" presetSubtype="1">
                                          <p:stCondLst>
                                            <p:cond evt="begin" delay="0">
                                              <p:tn val="6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5">
                      <p:stCondLst>
                        <p:cond delay="indefinite"/>
                      </p:stCondLst>
                      <p:childTnLst>
                        <p:par>
                          <p:cTn fill="hold" id="86">
                            <p:stCondLst>
                              <p:cond delay="0"/>
                            </p:stCondLst>
                            <p:childTnLst>
                              <p:par>
                                <p:cTn fill="hold" id="87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90"/>
                                        <p:tgtEl>
                                          <p:spTgt spid="10890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88" masterRel="sameClick" presetSubtype="1">
                                          <p:stCondLst>
                                            <p:cond evt="begin" delay="0">
                                              <p:tn val="7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1">
                      <p:stCondLst>
                        <p:cond delay="indefinite"/>
                      </p:stCondLst>
                      <p:childTnLst>
                        <p:par>
                          <p:cTn fill="hold" id="92">
                            <p:stCondLst>
                              <p:cond delay="0"/>
                            </p:stCondLst>
                            <p:childTnLst>
                              <p:par>
                                <p:cTn fill="hold" id="93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96"/>
                                        <p:tgtEl>
                                          <p:spTgt spid="108902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94" masterRel="sameClick" presetSubtype="1">
                                          <p:stCondLst>
                                            <p:cond evt="begin" delay="0">
                                              <p:tn val="7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7">
                      <p:stCondLst>
                        <p:cond delay="indefinite"/>
                      </p:stCondLst>
                      <p:childTnLst>
                        <p:par>
                          <p:cTn fill="hold" id="98">
                            <p:stCondLst>
                              <p:cond delay="0"/>
                            </p:stCondLst>
                            <p:childTnLst>
                              <p:par>
                                <p:cTn fill="hold" id="9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02"/>
                                        <p:tgtEl>
                                          <p:spTgt spid="108902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00" masterRel="sameClick" presetSubtype="1">
                                          <p:stCondLst>
                                            <p:cond evt="begin" delay="0">
                                              <p:tn val="8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3">
                      <p:stCondLst>
                        <p:cond delay="indefinite"/>
                      </p:stCondLst>
                      <p:childTnLst>
                        <p:par>
                          <p:cTn fill="hold" id="104">
                            <p:stCondLst>
                              <p:cond delay="0"/>
                            </p:stCondLst>
                            <p:childTnLst>
                              <p:par>
                                <p:cTn fill="hold" id="10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08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06" masterRel="sameClick" presetSubtype="1">
                                          <p:stCondLst>
                                            <p:cond evt="begin" delay="0">
                                              <p:tn val="8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9">
                      <p:stCondLst>
                        <p:cond delay="indefinite"/>
                      </p:stCondLst>
                      <p:childTnLst>
                        <p:par>
                          <p:cTn fill="hold" id="11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11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64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14"/>
                                        <p:tgtEl>
                                          <p:spTgt spid="1089064">
                                            <p:txEl>
                                              <p:charRg st="0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12" masterRel="sameClick" presetSubtype="1">
                                          <p:stCondLst>
                                            <p:cond evt="begin" delay="0">
                                              <p:tn val="9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5">
                      <p:stCondLst>
                        <p:cond delay="indefinite"/>
                      </p:stCondLst>
                      <p:childTnLst>
                        <p:par>
                          <p:cTn fill="hold" id="116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17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64">
                                            <p:txEl>
                                              <p:charRg st="3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20"/>
                                        <p:tgtEl>
                                          <p:spTgt spid="1089064">
                                            <p:txEl>
                                              <p:charRg st="3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18" masterRel="sameClick" presetSubtype="1">
                                          <p:stCondLst>
                                            <p:cond evt="begin" delay="0">
                                              <p:tn val="9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1">
                      <p:stCondLst>
                        <p:cond delay="indefinite"/>
                      </p:stCondLst>
                      <p:childTnLst>
                        <p:par>
                          <p:cTn fill="hold" id="122">
                            <p:stCondLst>
                              <p:cond delay="0"/>
                            </p:stCondLst>
                            <p:childTnLst>
                              <p:par>
                                <p:cTn fill="hold" id="123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26"/>
                                        <p:tgtEl>
                                          <p:spTgt spid="10890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24" masterRel="sameClick" presetSubtype="1">
                                          <p:stCondLst>
                                            <p:cond evt="begin" delay="0">
                                              <p:tn val="10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7">
                      <p:stCondLst>
                        <p:cond delay="indefinite"/>
                      </p:stCondLst>
                      <p:childTnLst>
                        <p:par>
                          <p:cTn fill="hold" id="128">
                            <p:stCondLst>
                              <p:cond delay="0"/>
                            </p:stCondLst>
                            <p:childTnLst>
                              <p:par>
                                <p:cTn fill="hold" id="12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32"/>
                                        <p:tgtEl>
                                          <p:spTgt spid="108902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30" masterRel="sameClick" presetSubtype="1">
                                          <p:stCondLst>
                                            <p:cond evt="begin" delay="0">
                                              <p:tn val="10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3">
                      <p:stCondLst>
                        <p:cond delay="indefinite"/>
                      </p:stCondLst>
                      <p:childTnLst>
                        <p:par>
                          <p:cTn fill="hold" id="134">
                            <p:stCondLst>
                              <p:cond delay="0"/>
                            </p:stCondLst>
                            <p:childTnLst>
                              <p:par>
                                <p:cTn fill="hold" id="13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38"/>
                                        <p:tgtEl>
                                          <p:spTgt spid="10890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36" masterRel="sameClick" presetSubtype="1">
                                          <p:stCondLst>
                                            <p:cond evt="begin" delay="0">
                                              <p:tn val="1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9">
                      <p:stCondLst>
                        <p:cond delay="indefinite"/>
                      </p:stCondLst>
                      <p:childTnLst>
                        <p:par>
                          <p:cTn fill="hold" id="140">
                            <p:stCondLst>
                              <p:cond delay="0"/>
                            </p:stCondLst>
                            <p:childTnLst>
                              <p:par>
                                <p:cTn fill="hold" id="141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44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42" masterRel="sameClick" presetSubtype="1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5">
                      <p:stCondLst>
                        <p:cond delay="indefinite"/>
                      </p:stCondLst>
                      <p:childTnLst>
                        <p:par>
                          <p:cTn fill="hold" id="146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47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67">
                                            <p:txEl>
                                              <p:charRg st="0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50"/>
                                        <p:tgtEl>
                                          <p:spTgt spid="1089067">
                                            <p:txEl>
                                              <p:charRg st="0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48" masterRel="sameClick" presetSubtype="1">
                                          <p:stCondLst>
                                            <p:cond evt="begin" delay="0">
                                              <p:tn val="12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1">
                      <p:stCondLst>
                        <p:cond delay="indefinite"/>
                      </p:stCondLst>
                      <p:childTnLst>
                        <p:par>
                          <p:cTn fill="hold" id="152">
                            <p:stCondLst>
                              <p:cond delay="0"/>
                            </p:stCondLst>
                            <p:childTnLst>
                              <p:par>
                                <p:cTn fill="hold" id="153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56"/>
                                        <p:tgtEl>
                                          <p:spTgt spid="10890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54" masterRel="sameClick" presetSubtype="1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7">
                      <p:stCondLst>
                        <p:cond delay="indefinite"/>
                      </p:stCondLst>
                      <p:childTnLst>
                        <p:par>
                          <p:cTn fill="hold" id="158">
                            <p:stCondLst>
                              <p:cond delay="0"/>
                            </p:stCondLst>
                            <p:childTnLst>
                              <p:par>
                                <p:cTn fill="hold" id="15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62"/>
                                        <p:tgtEl>
                                          <p:spTgt spid="10890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60" masterRel="sameClick" presetSubtype="1">
                                          <p:stCondLst>
                                            <p:cond evt="begin" delay="0">
                                              <p:tn val="1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3">
                      <p:stCondLst>
                        <p:cond delay="indefinite"/>
                      </p:stCondLst>
                      <p:childTnLst>
                        <p:par>
                          <p:cTn fill="hold" id="164">
                            <p:stCondLst>
                              <p:cond delay="0"/>
                            </p:stCondLst>
                            <p:childTnLst>
                              <p:par>
                                <p:cTn fill="hold" id="16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68"/>
                                        <p:tgtEl>
                                          <p:spTgt spid="108902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66" masterRel="sameClick" presetSubtype="1">
                                          <p:stCondLst>
                                            <p:cond evt="begin" delay="0">
                                              <p:tn val="1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9">
                      <p:stCondLst>
                        <p:cond delay="indefinite"/>
                      </p:stCondLst>
                      <p:childTnLst>
                        <p:par>
                          <p:cTn fill="hold" id="170">
                            <p:stCondLst>
                              <p:cond delay="0"/>
                            </p:stCondLst>
                            <p:childTnLst>
                              <p:par>
                                <p:cTn fill="hold" id="171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74"/>
                                        <p:tgtEl>
                                          <p:spTgt spid="108903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72" masterRel="sameClick" presetSubtype="1">
                                          <p:stCondLst>
                                            <p:cond evt="begin" delay="0">
                                              <p:tn val="1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75">
                      <p:stCondLst>
                        <p:cond delay="indefinite"/>
                      </p:stCondLst>
                      <p:childTnLst>
                        <p:par>
                          <p:cTn fill="hold" id="176">
                            <p:stCondLst>
                              <p:cond delay="0"/>
                            </p:stCondLst>
                            <p:childTnLst>
                              <p:par>
                                <p:cTn fill="hold" id="177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8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78" masterRel="sameClick" presetSubtype="1">
                                          <p:stCondLst>
                                            <p:cond evt="begin" delay="0">
                                              <p:tn val="1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1">
                      <p:stCondLst>
                        <p:cond delay="indefinite"/>
                      </p:stCondLst>
                      <p:childTnLst>
                        <p:par>
                          <p:cTn fill="hold" id="182">
                            <p:stCondLst>
                              <p:cond delay="0"/>
                            </p:stCondLst>
                            <p:childTnLst>
                              <p:par>
                                <p:cTn fill="hold" id="183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86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84" masterRel="sameClick" presetSubtype="1">
                                          <p:stCondLst>
                                            <p:cond evt="begin" delay="0">
                                              <p:tn val="15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7">
                      <p:stCondLst>
                        <p:cond delay="indefinite"/>
                      </p:stCondLst>
                      <p:childTnLst>
                        <p:par>
                          <p:cTn fill="hold" id="188">
                            <p:stCondLst>
                              <p:cond delay="0"/>
                            </p:stCondLst>
                            <p:childTnLst>
                              <p:par>
                                <p:cTn fill="hold" id="18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92"/>
                                        <p:tgtEl>
                                          <p:spTgt spid="10890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90" masterRel="sameClick" presetSubtype="1">
                                          <p:stCondLst>
                                            <p:cond evt="begin" delay="0">
                                              <p:tn val="15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3">
                      <p:stCondLst>
                        <p:cond delay="indefinite"/>
                      </p:stCondLst>
                      <p:childTnLst>
                        <p:par>
                          <p:cTn fill="hold" id="194">
                            <p:stCondLst>
                              <p:cond delay="0"/>
                            </p:stCondLst>
                            <p:childTnLst>
                              <p:par>
                                <p:cTn fill="hold" id="195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198"/>
                                        <p:tgtEl>
                                          <p:spTgt spid="10890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96" masterRel="sameClick" presetSubtype="1">
                                          <p:stCondLst>
                                            <p:cond evt="begin" delay="0">
                                              <p:tn val="16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9">
                      <p:stCondLst>
                        <p:cond delay="indefinite"/>
                      </p:stCondLst>
                      <p:childTnLst>
                        <p:par>
                          <p:cTn fill="hold" id="200">
                            <p:stCondLst>
                              <p:cond delay="0"/>
                            </p:stCondLst>
                            <p:childTnLst>
                              <p:par>
                                <p:cTn fill="hold" id="201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04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05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202" masterRel="sameClick" presetSubtype="1">
                                          <p:stCondLst>
                                            <p:cond evt="begin" delay="0">
                                              <p:tn val="16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9052" grpId="0" uiExpand="0" build="p" bldLvl="1"/>
      <p:bldP spid="1089054" grpId="0" uiExpand="0" build="p" bldLvl="1"/>
      <p:bldP spid="1089055" grpId="0" uiExpand="0" build="p" bldLvl="1"/>
      <p:bldP spid="1089057" grpId="0" uiExpand="0" build="p" bldLvl="1"/>
      <p:bldP spid="1089058" grpId="0" uiExpand="0" build="p" bldLvl="1"/>
      <p:bldP spid="1089061" grpId="0" uiExpand="0" build="p" bldLvl="1"/>
      <p:bldP spid="1089064" grpId="0" uiExpand="0" build="p" bldLvl="1"/>
      <p:bldP spid="1089067" grpId="0" uiExpand="0" build="p" bldLvl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60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23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5483225" y="3830637"/>
            <a:ext cx="3140075" cy="2570162"/>
          </a:xfrm>
          <a:prstGeom prst="rect"/>
          <a:noFill/>
          <a:ln>
            <a:noFill/>
          </a:ln>
        </p:spPr>
      </p:pic>
      <p:sp>
        <p:nvSpPr>
          <p:cNvPr id="1089072" name=""/>
          <p:cNvSpPr/>
          <p:nvPr/>
        </p:nvSpPr>
        <p:spPr>
          <a:xfrm rot="0">
            <a:off x="5688012" y="1079500"/>
            <a:ext cx="0" cy="679450"/>
          </a:xfrm>
          <a:custGeom>
            <a:avLst/>
            <a:ahLst/>
            <a:rect l="0" t="0" r="r" b="b"/>
            <a:pathLst>
              <a:path w="1" h="428">
                <a:moveTo>
                  <a:pt x="0" y="0"/>
                </a:moveTo>
                <a:lnTo>
                  <a:pt x="0" y="428"/>
                </a:lnTo>
              </a:path>
            </a:pathLst>
          </a:custGeom>
          <a:noFill/>
          <a:ln w="38100" cap="flat" cmpd="sng">
            <a:solidFill>
              <a:srgbClr val="A50021">
                <a:alpha val="100000"/>
              </a:srgbClr>
            </a:solidFill>
            <a:prstDash val="solid"/>
            <a:round/>
          </a:ln>
        </p:spPr>
      </p:sp>
      <p:sp>
        <p:nvSpPr>
          <p:cNvPr id="1089073" name=""/>
          <p:cNvSpPr/>
          <p:nvPr/>
        </p:nvSpPr>
        <p:spPr>
          <a:xfrm rot="0">
            <a:off x="2470150" y="1962150"/>
            <a:ext cx="4305300" cy="0"/>
          </a:xfrm>
          <a:custGeom>
            <a:avLst/>
            <a:ahLst/>
            <a:rect l="0" t="0" r="r" b="b"/>
            <a:pathLst>
              <a:path w="2712" h="1">
                <a:moveTo>
                  <a:pt x="2712" y="0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rgbClr val="CC00CC">
                <a:alpha val="100000"/>
              </a:srgbClr>
            </a:solidFill>
            <a:prstDash val="solid"/>
            <a:round/>
          </a:ln>
        </p:spPr>
      </p:sp>
      <p:sp>
        <p:nvSpPr>
          <p:cNvPr id="1089074" name=""/>
          <p:cNvSpPr/>
          <p:nvPr/>
        </p:nvSpPr>
        <p:spPr>
          <a:xfrm rot="0">
            <a:off x="2268537" y="1079500"/>
            <a:ext cx="1524000" cy="457200"/>
          </a:xfrm>
          <a:prstGeom prst="rect"/>
          <a:noFill/>
          <a:ln w="127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  <p:sp>
        <p:nvSpPr>
          <p:cNvPr id="1089075" name=""/>
          <p:cNvSpPr/>
          <p:nvPr/>
        </p:nvSpPr>
        <p:spPr>
          <a:xfrm rot="0">
            <a:off x="1658937" y="1536700"/>
            <a:ext cx="2743200" cy="1905000"/>
          </a:xfrm>
          <a:prstGeom prst="rect"/>
          <a:noFill/>
          <a:ln w="127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076" name=""/>
          <p:cNvSpPr/>
          <p:nvPr/>
        </p:nvSpPr>
        <p:spPr>
          <a:xfrm rot="0">
            <a:off x="1658937" y="1536700"/>
            <a:ext cx="2743200" cy="1905000"/>
          </a:xfrm>
          <a:prstGeom prst="rect"/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077" name=""/>
          <p:cNvSpPr/>
          <p:nvPr/>
        </p:nvSpPr>
        <p:spPr>
          <a:xfrm rot="0">
            <a:off x="5011737" y="2527300"/>
            <a:ext cx="2743200" cy="0"/>
          </a:xfrm>
          <a:prstGeom prst="line"/>
          <a:solidFill>
            <a:srgbClr val="FFFFFF"/>
          </a:solidFill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078" name=""/>
          <p:cNvSpPr/>
          <p:nvPr/>
        </p:nvSpPr>
        <p:spPr>
          <a:xfrm rot="0">
            <a:off x="6392862" y="900112"/>
            <a:ext cx="0" cy="2755900"/>
          </a:xfrm>
          <a:custGeom>
            <a:avLst/>
            <a:ahLst/>
            <a:rect l="0" t="0" r="r" b="b"/>
            <a:pathLst>
              <a:path w="1" h="1736">
                <a:moveTo>
                  <a:pt x="0" y="0"/>
                </a:moveTo>
                <a:lnTo>
                  <a:pt x="0" y="1736"/>
                </a:ln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079" name=""/>
          <p:cNvSpPr/>
          <p:nvPr/>
        </p:nvSpPr>
        <p:spPr>
          <a:xfrm rot="0">
            <a:off x="1417637" y="2535237"/>
            <a:ext cx="3182937" cy="0"/>
          </a:xfrm>
          <a:custGeom>
            <a:avLst/>
            <a:ahLst/>
            <a:rect l="0" t="0" r="r" b="b"/>
            <a:pathLst>
              <a:path w="2005" h="1">
                <a:moveTo>
                  <a:pt x="2005" y="0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080" name=""/>
          <p:cNvSpPr/>
          <p:nvPr/>
        </p:nvSpPr>
        <p:spPr>
          <a:xfrm rot="0">
            <a:off x="1484312" y="4889500"/>
            <a:ext cx="3182937" cy="0"/>
          </a:xfrm>
          <a:custGeom>
            <a:avLst/>
            <a:ahLst/>
            <a:rect l="0" t="0" r="r" b="b"/>
            <a:pathLst>
              <a:path w="2005" h="1">
                <a:moveTo>
                  <a:pt x="2005" y="0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081" name=""/>
          <p:cNvSpPr/>
          <p:nvPr/>
        </p:nvSpPr>
        <p:spPr>
          <a:xfrm rot="0">
            <a:off x="5337175" y="1516062"/>
            <a:ext cx="2071687" cy="1946275"/>
          </a:xfrm>
          <a:prstGeom prst="ellipse"/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082" name=""/>
          <p:cNvSpPr/>
          <p:nvPr/>
        </p:nvSpPr>
        <p:spPr>
          <a:xfrm rot="0">
            <a:off x="1658937" y="3975100"/>
            <a:ext cx="2743200" cy="1905000"/>
          </a:xfrm>
          <a:prstGeom prst="rect"/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083" name=""/>
          <p:cNvSpPr/>
          <p:nvPr/>
        </p:nvSpPr>
        <p:spPr>
          <a:xfrm rot="0">
            <a:off x="2268537" y="4279900"/>
            <a:ext cx="1524000" cy="1295400"/>
          </a:xfrm>
          <a:prstGeom prst="rect"/>
          <a:noFill/>
          <a:ln w="38100" cap="flat" cmpd="sng">
            <a:solidFill>
              <a:srgbClr val="A50021">
                <a:alpha val="100000"/>
              </a:srgbClr>
            </a:solidFill>
            <a:prstDash val="solid"/>
            <a:round/>
          </a:ln>
        </p:spPr>
      </p:sp>
      <p:sp>
        <p:nvSpPr>
          <p:cNvPr id="1089084" name=""/>
          <p:cNvSpPr/>
          <p:nvPr/>
        </p:nvSpPr>
        <p:spPr>
          <a:xfrm rot="0">
            <a:off x="5695950" y="1081087"/>
            <a:ext cx="1370012" cy="7937"/>
          </a:xfrm>
          <a:custGeom>
            <a:avLst/>
            <a:ahLst/>
            <a:rect l="0" t="0" r="r" b="b"/>
            <a:pathLst>
              <a:path w="863" h="5">
                <a:moveTo>
                  <a:pt x="0" y="0"/>
                </a:moveTo>
                <a:lnTo>
                  <a:pt x="863" y="5"/>
                </a:lnTo>
              </a:path>
            </a:pathLst>
          </a:custGeom>
          <a:noFill/>
          <a:ln w="38100" cap="flat" cmpd="sng">
            <a:solidFill>
              <a:srgbClr val="A50021">
                <a:alpha val="100000"/>
              </a:srgbClr>
            </a:solidFill>
            <a:prstDash val="solid"/>
            <a:round/>
          </a:ln>
        </p:spPr>
      </p:sp>
      <p:sp>
        <p:nvSpPr>
          <p:cNvPr id="1089085" name=""/>
          <p:cNvSpPr/>
          <p:nvPr/>
        </p:nvSpPr>
        <p:spPr>
          <a:xfrm rot="0">
            <a:off x="7065962" y="1089025"/>
            <a:ext cx="0" cy="671512"/>
          </a:xfrm>
          <a:custGeom>
            <a:avLst/>
            <a:ahLst/>
            <a:rect l="0" t="0" r="r" b="b"/>
            <a:pathLst>
              <a:path w="1" h="423">
                <a:moveTo>
                  <a:pt x="0" y="0"/>
                </a:moveTo>
                <a:lnTo>
                  <a:pt x="0" y="423"/>
                </a:lnTo>
              </a:path>
            </a:pathLst>
          </a:custGeom>
          <a:noFill/>
          <a:ln w="38100" cap="flat" cmpd="sng">
            <a:solidFill>
              <a:srgbClr val="A50021">
                <a:alpha val="100000"/>
              </a:srgbClr>
            </a:solidFill>
            <a:prstDash val="solid"/>
            <a:round/>
          </a:ln>
        </p:spPr>
      </p:sp>
      <p:grpSp>
        <p:nvGrpSpPr>
          <p:cNvPr id="607" name=""/>
          <p:cNvGrpSpPr/>
          <p:nvPr/>
        </p:nvGrpSpPr>
        <p:grpSpPr>
          <a:xfrm rot="0">
            <a:off x="2268537" y="1536700"/>
            <a:ext cx="1524000" cy="2743200"/>
            <a:chOff x="1440" y="960"/>
            <a:chExt cx="960" cy="1728"/>
          </a:xfrm>
        </p:grpSpPr>
        <p:sp>
          <p:nvSpPr>
            <p:cNvPr id="1089086" name=""/>
            <p:cNvSpPr/>
            <p:nvPr/>
          </p:nvSpPr>
          <p:spPr>
            <a:xfrm rot="0">
              <a:off x="2400" y="960"/>
              <a:ext cx="0" cy="1728"/>
            </a:xfrm>
            <a:prstGeom prst="line"/>
            <a:solidFill>
              <a:srgbClr val="FFFFFF"/>
            </a:solidFill>
            <a:ln w="12700" cap="flat" cmpd="sng">
              <a:solidFill>
                <a:srgbClr val="CC00C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087" name=""/>
            <p:cNvSpPr/>
            <p:nvPr/>
          </p:nvSpPr>
          <p:spPr>
            <a:xfrm rot="0">
              <a:off x="1440" y="960"/>
              <a:ext cx="0" cy="1728"/>
            </a:xfrm>
            <a:prstGeom prst="line"/>
            <a:solidFill>
              <a:srgbClr val="FFFFFF"/>
            </a:solidFill>
            <a:ln w="12700" cap="flat" cmpd="sng">
              <a:solidFill>
                <a:srgbClr val="CC00CC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088" name=""/>
          <p:cNvSpPr/>
          <p:nvPr/>
        </p:nvSpPr>
        <p:spPr>
          <a:xfrm rot="0" flipH="1">
            <a:off x="2116137" y="1765300"/>
            <a:ext cx="4953000" cy="0"/>
          </a:xfrm>
          <a:prstGeom prst="line"/>
          <a:solidFill>
            <a:srgbClr val="FFFFFF"/>
          </a:solidFill>
          <a:ln w="12700" cap="flat" cmpd="sng">
            <a:solidFill>
              <a:srgbClr val="CC00CC">
                <a:alpha val="100000"/>
              </a:srgbClr>
            </a:solidFill>
            <a:prstDash val="solid"/>
            <a:round/>
          </a:ln>
        </p:spPr>
      </p:sp>
      <p:sp>
        <p:nvSpPr>
          <p:cNvPr id="1089089" name=""/>
          <p:cNvSpPr/>
          <p:nvPr/>
        </p:nvSpPr>
        <p:spPr>
          <a:xfrm rot="0">
            <a:off x="2268537" y="1765300"/>
            <a:ext cx="1524000" cy="0"/>
          </a:xfrm>
          <a:prstGeom prst="line"/>
          <a:solidFill>
            <a:srgbClr val="FFFFFF"/>
          </a:solidFill>
          <a:ln w="38100" cap="flat" cmpd="sng">
            <a:solidFill>
              <a:srgbClr val="A50021">
                <a:alpha val="100000"/>
              </a:srgbClr>
            </a:solidFill>
            <a:prstDash val="solid"/>
            <a:round/>
          </a:ln>
        </p:spPr>
      </p:sp>
      <p:sp>
        <p:nvSpPr>
          <p:cNvPr id="1089090" name=""/>
          <p:cNvSpPr txBox="1"/>
          <p:nvPr/>
        </p:nvSpPr>
        <p:spPr>
          <a:xfrm rot="0">
            <a:off x="728662" y="381000"/>
            <a:ext cx="3243262" cy="579437"/>
          </a:xfrm>
          <a:prstGeom prst="rect"/>
          <a:noFill/>
          <a:ln>
            <a:noFill/>
          </a:ln>
        </p:spPr>
        <p:txBody>
          <a:bodyPr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3200" lang="zh-CN">
                <a:ea typeface="_x000B__x000C_" pitchFamily="0" charset="1"/>
              </a:rPr>
              <a:t>例</a:t>
            </a:r>
            <a:r>
              <a:rPr altLang="zh-CN" b="1" sz="3200" lang="en-US">
                <a:ea typeface="_x000B__x000C_" pitchFamily="0" charset="1"/>
              </a:rPr>
              <a:t>1</a:t>
            </a:r>
            <a:r>
              <a:rPr altLang="en-US" b="1" sz="3200" lang="zh-CN">
                <a:ea typeface="_x000B__x000C_" pitchFamily="0" charset="1"/>
              </a:rPr>
              <a:t>：补全主视图</a:t>
            </a:r>
          </a:p>
        </p:txBody>
      </p:sp>
      <p:grpSp>
        <p:nvGrpSpPr>
          <p:cNvPr id="608" name=""/>
          <p:cNvGrpSpPr/>
          <p:nvPr/>
        </p:nvGrpSpPr>
        <p:grpSpPr>
          <a:xfrm rot="0">
            <a:off x="2582862" y="1952625"/>
            <a:ext cx="898525" cy="2578100"/>
            <a:chOff x="1638" y="1030"/>
            <a:chExt cx="566" cy="1624"/>
          </a:xfrm>
        </p:grpSpPr>
        <p:sp>
          <p:nvSpPr>
            <p:cNvPr id="1089091" name=""/>
            <p:cNvSpPr/>
            <p:nvPr/>
          </p:nvSpPr>
          <p:spPr>
            <a:xfrm rot="0">
              <a:off x="1638" y="1045"/>
              <a:ext cx="0" cy="1609"/>
            </a:xfrm>
            <a:custGeom>
              <a:avLst/>
              <a:ahLst/>
              <a:rect l="0" t="0" r="r" b="b"/>
              <a:pathLst>
                <a:path w="1" h="1609">
                  <a:moveTo>
                    <a:pt x="0" y="1609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CC00C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092" name=""/>
            <p:cNvSpPr/>
            <p:nvPr/>
          </p:nvSpPr>
          <p:spPr>
            <a:xfrm rot="0">
              <a:off x="2203" y="1030"/>
              <a:ext cx="0" cy="1624"/>
            </a:xfrm>
            <a:custGeom>
              <a:avLst/>
              <a:ahLst/>
              <a:rect l="0" t="0" r="r" b="b"/>
              <a:pathLst>
                <a:path w="1" h="1624">
                  <a:moveTo>
                    <a:pt x="0" y="1624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CC00CC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609" name=""/>
          <p:cNvGrpSpPr/>
          <p:nvPr/>
        </p:nvGrpSpPr>
        <p:grpSpPr>
          <a:xfrm rot="0">
            <a:off x="1658937" y="1079500"/>
            <a:ext cx="5410200" cy="4495800"/>
            <a:chOff x="1056" y="480"/>
            <a:chExt cx="3408" cy="2832"/>
          </a:xfrm>
        </p:grpSpPr>
        <p:sp>
          <p:nvSpPr>
            <p:cNvPr id="1089093" name=""/>
            <p:cNvSpPr/>
            <p:nvPr/>
          </p:nvSpPr>
          <p:spPr>
            <a:xfrm rot="0" flipH="1">
              <a:off x="1056" y="2496"/>
              <a:ext cx="1728" cy="0"/>
            </a:xfrm>
            <a:prstGeom prst="line"/>
            <a:solidFill>
              <a:srgbClr val="FFFFFF"/>
            </a:solidFill>
            <a:ln w="12700" cap="flat" cmpd="sng">
              <a:solidFill>
                <a:srgbClr val="0033CC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094" name=""/>
            <p:cNvSpPr/>
            <p:nvPr/>
          </p:nvSpPr>
          <p:spPr>
            <a:xfrm rot="0" flipH="1">
              <a:off x="1056" y="3312"/>
              <a:ext cx="1728" cy="0"/>
            </a:xfrm>
            <a:prstGeom prst="line"/>
            <a:solidFill>
              <a:srgbClr val="FFFFFF"/>
            </a:solidFill>
            <a:ln w="12700" cap="flat" cmpd="sng">
              <a:solidFill>
                <a:srgbClr val="0033CC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095" name=""/>
            <p:cNvSpPr/>
            <p:nvPr/>
          </p:nvSpPr>
          <p:spPr>
            <a:xfrm rot="0">
              <a:off x="3600" y="960"/>
              <a:ext cx="864" cy="816"/>
            </a:xfrm>
            <a:prstGeom prst="ellipse"/>
            <a:noFill/>
            <a:ln w="38100" cap="flat" cmpd="sng">
              <a:solidFill>
                <a:srgbClr val="0033C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096" name=""/>
            <p:cNvSpPr/>
            <p:nvPr/>
          </p:nvSpPr>
          <p:spPr>
            <a:xfrm rot="0" flipH="1">
              <a:off x="1056" y="960"/>
              <a:ext cx="1728" cy="0"/>
            </a:xfrm>
            <a:prstGeom prst="line"/>
            <a:solidFill>
              <a:srgbClr val="FFFFFF"/>
            </a:solidFill>
            <a:ln w="12700" cap="flat" cmpd="sng">
              <a:solidFill>
                <a:srgbClr val="0033CC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097" name=""/>
            <p:cNvSpPr/>
            <p:nvPr/>
          </p:nvSpPr>
          <p:spPr>
            <a:xfrm rot="0" flipH="1">
              <a:off x="1056" y="1776"/>
              <a:ext cx="1728" cy="0"/>
            </a:xfrm>
            <a:prstGeom prst="line"/>
            <a:solidFill>
              <a:srgbClr val="FFFFFF"/>
            </a:solidFill>
            <a:ln w="12700" cap="flat" cmpd="sng">
              <a:solidFill>
                <a:srgbClr val="0033CC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098" name=""/>
            <p:cNvSpPr/>
            <p:nvPr/>
          </p:nvSpPr>
          <p:spPr>
            <a:xfrm rot="0">
              <a:off x="1632" y="2640"/>
              <a:ext cx="576" cy="480"/>
            </a:xfrm>
            <a:prstGeom prst="rect"/>
            <a:noFill/>
            <a:ln w="38100" cap="flat" cmpd="sng">
              <a:solidFill>
                <a:srgbClr val="A50021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099" name=""/>
            <p:cNvSpPr/>
            <p:nvPr/>
          </p:nvSpPr>
          <p:spPr>
            <a:xfrm rot="0">
              <a:off x="3792" y="480"/>
              <a:ext cx="6" cy="570"/>
            </a:xfrm>
            <a:custGeom>
              <a:avLst/>
              <a:ahLst/>
              <a:rect l="0" t="0" r="r" b="b"/>
              <a:pathLst>
                <a:path w="6" h="570">
                  <a:moveTo>
                    <a:pt x="0" y="0"/>
                  </a:moveTo>
                  <a:lnTo>
                    <a:pt x="6" y="570"/>
                  </a:lnTo>
                </a:path>
              </a:pathLst>
            </a:custGeom>
            <a:noFill/>
            <a:ln w="12700" cap="flat" cmpd="sng">
              <a:solidFill>
                <a:srgbClr val="A50021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100" name=""/>
            <p:cNvSpPr/>
            <p:nvPr/>
          </p:nvSpPr>
          <p:spPr>
            <a:xfrm rot="0">
              <a:off x="4272" y="480"/>
              <a:ext cx="6" cy="570"/>
            </a:xfrm>
            <a:custGeom>
              <a:avLst/>
              <a:ahLst/>
              <a:rect l="0" t="0" r="r" b="b"/>
              <a:pathLst>
                <a:path w="6" h="570">
                  <a:moveTo>
                    <a:pt x="0" y="0"/>
                  </a:moveTo>
                  <a:lnTo>
                    <a:pt x="6" y="570"/>
                  </a:lnTo>
                </a:path>
              </a:pathLst>
            </a:custGeom>
            <a:noFill/>
            <a:ln w="12700" cap="flat" cmpd="sng">
              <a:solidFill>
                <a:srgbClr val="A50021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101" name=""/>
            <p:cNvSpPr/>
            <p:nvPr/>
          </p:nvSpPr>
          <p:spPr>
            <a:xfrm rot="0" flipV="1">
              <a:off x="1632" y="480"/>
              <a:ext cx="0" cy="480"/>
            </a:xfrm>
            <a:prstGeom prst="line"/>
            <a:solidFill>
              <a:srgbClr val="FFFFFF"/>
            </a:solidFill>
            <a:ln w="12700" cap="flat" cmpd="sng">
              <a:solidFill>
                <a:srgbClr val="A50021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102" name=""/>
            <p:cNvSpPr/>
            <p:nvPr/>
          </p:nvSpPr>
          <p:spPr>
            <a:xfrm rot="0" flipV="1">
              <a:off x="2208" y="480"/>
              <a:ext cx="0" cy="480"/>
            </a:xfrm>
            <a:prstGeom prst="line"/>
            <a:solidFill>
              <a:srgbClr val="FFFFFF"/>
            </a:solidFill>
            <a:ln w="12700" cap="flat" cmpd="sng">
              <a:solidFill>
                <a:srgbClr val="A50021">
                  <a:alpha val="100000"/>
                </a:srgbClr>
              </a:solidFill>
              <a:prstDash val="dash"/>
              <a:round/>
            </a:ln>
          </p:spPr>
        </p:sp>
      </p:grpSp>
      <p:sp>
        <p:nvSpPr>
          <p:cNvPr id="1089103" name=""/>
          <p:cNvSpPr/>
          <p:nvPr/>
        </p:nvSpPr>
        <p:spPr>
          <a:xfrm rot="0">
            <a:off x="2605087" y="1962150"/>
            <a:ext cx="874712" cy="0"/>
          </a:xfrm>
          <a:custGeom>
            <a:avLst/>
            <a:ahLst/>
            <a:rect l="0" t="0" r="r" b="b"/>
            <a:pathLst>
              <a:path w="551" h="1">
                <a:moveTo>
                  <a:pt x="0" y="0"/>
                </a:moveTo>
                <a:lnTo>
                  <a:pt x="551" y="0"/>
                </a:lnTo>
              </a:path>
            </a:pathLst>
          </a:custGeom>
          <a:noFill/>
          <a:ln w="19050" cap="flat" cmpd="sng">
            <a:solidFill>
              <a:srgbClr val="FF0066">
                <a:alpha val="100000"/>
              </a:srgbClr>
            </a:solidFill>
            <a:prstDash val="dash"/>
            <a:round/>
          </a:ln>
        </p:spPr>
      </p:sp>
      <p:grpSp>
        <p:nvGrpSpPr>
          <p:cNvPr id="610" name=""/>
          <p:cNvGrpSpPr/>
          <p:nvPr/>
        </p:nvGrpSpPr>
        <p:grpSpPr>
          <a:xfrm rot="0">
            <a:off x="2573337" y="1841500"/>
            <a:ext cx="914400" cy="152400"/>
            <a:chOff x="1632" y="1152"/>
            <a:chExt cx="576" cy="96"/>
          </a:xfrm>
        </p:grpSpPr>
        <p:sp>
          <p:nvSpPr>
            <p:cNvPr id="1089104" name=""/>
            <p:cNvSpPr/>
            <p:nvPr/>
          </p:nvSpPr>
          <p:spPr>
            <a:xfrm rot="0">
              <a:off x="2208" y="1152"/>
              <a:ext cx="0" cy="96"/>
            </a:xfrm>
            <a:prstGeom prst="line"/>
            <a:solidFill>
              <a:srgbClr val="FFFFFF"/>
            </a:solidFill>
            <a:ln w="9525" cap="flat" cmpd="sng">
              <a:solidFill>
                <a:srgbClr val="CC0000">
                  <a:alpha val="100000"/>
                </a:srgbClr>
              </a:solidFill>
              <a:prstDash val="dash"/>
              <a:round/>
            </a:ln>
          </p:spPr>
        </p:sp>
        <p:sp>
          <p:nvSpPr>
            <p:cNvPr id="1089105" name=""/>
            <p:cNvSpPr/>
            <p:nvPr/>
          </p:nvSpPr>
          <p:spPr>
            <a:xfrm rot="0">
              <a:off x="1632" y="1152"/>
              <a:ext cx="0" cy="96"/>
            </a:xfrm>
            <a:prstGeom prst="line"/>
            <a:solidFill>
              <a:srgbClr val="FFFFFF"/>
            </a:solidFill>
            <a:ln w="9525" cap="flat" cmpd="sng">
              <a:solidFill>
                <a:srgbClr val="CC0000">
                  <a:alpha val="100000"/>
                </a:srgbClr>
              </a:solidFill>
              <a:prstDash val="dash"/>
              <a:round/>
            </a:ln>
          </p:spPr>
        </p:sp>
      </p:grpSp>
      <p:sp>
        <p:nvSpPr>
          <p:cNvPr id="1089106" name=""/>
          <p:cNvSpPr/>
          <p:nvPr/>
        </p:nvSpPr>
        <p:spPr>
          <a:xfrm rot="0">
            <a:off x="2573337" y="1841500"/>
            <a:ext cx="914400" cy="0"/>
          </a:xfrm>
          <a:prstGeom prst="line"/>
          <a:solidFill>
            <a:srgbClr val="FFFFFF"/>
          </a:solidFill>
          <a:ln w="9525" cap="flat" cmpd="sng">
            <a:solidFill>
              <a:schemeClr val="lt1">
                <a:alpha val="100000"/>
              </a:schemeClr>
            </a:solidFill>
            <a:prstDash val="solid"/>
            <a:round/>
          </a:ln>
        </p:spPr>
      </p:sp>
      <p:sp>
        <p:nvSpPr>
          <p:cNvPr id="1089107" name=""/>
          <p:cNvSpPr/>
          <p:nvPr/>
        </p:nvSpPr>
        <p:spPr>
          <a:xfrm rot="0">
            <a:off x="2279650" y="1538287"/>
            <a:ext cx="1512887" cy="3175"/>
          </a:xfrm>
          <a:custGeom>
            <a:avLst/>
            <a:ahLst/>
            <a:rect l="0" t="0" r="r" b="b"/>
            <a:pathLst>
              <a:path w="953" h="2">
                <a:moveTo>
                  <a:pt x="0" y="2"/>
                </a:moveTo>
                <a:lnTo>
                  <a:pt x="953" y="0"/>
                </a:lnTo>
              </a:path>
            </a:pathLst>
          </a:custGeom>
          <a:noFill/>
          <a:ln w="57150" cap="flat" cmpd="sng">
            <a:solidFill>
              <a:srgbClr val="FFFFFF">
                <a:alpha val="100000"/>
              </a:srgbClr>
            </a:solidFill>
            <a:prstDash val="solid"/>
            <a:round/>
          </a:ln>
        </p:spPr>
      </p:sp>
      <p:sp>
        <p:nvSpPr>
          <p:cNvPr id="1089108" name=""/>
          <p:cNvSpPr/>
          <p:nvPr/>
        </p:nvSpPr>
        <p:spPr>
          <a:xfrm rot="0">
            <a:off x="3030537" y="4203700"/>
            <a:ext cx="0" cy="1524000"/>
          </a:xfrm>
          <a:prstGeom prst="line"/>
          <a:solidFill>
            <a:srgbClr val="FFFFFF"/>
          </a:solidFill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09" name=""/>
          <p:cNvSpPr/>
          <p:nvPr/>
        </p:nvSpPr>
        <p:spPr>
          <a:xfrm rot="0">
            <a:off x="3030537" y="927100"/>
            <a:ext cx="0" cy="1219200"/>
          </a:xfrm>
          <a:prstGeom prst="line"/>
          <a:solidFill>
            <a:srgbClr val="FFFFFF"/>
          </a:solidFill>
          <a:ln w="9525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grpSp>
        <p:nvGrpSpPr>
          <p:cNvPr id="611" name=""/>
          <p:cNvGrpSpPr/>
          <p:nvPr/>
        </p:nvGrpSpPr>
        <p:grpSpPr>
          <a:xfrm rot="0">
            <a:off x="2268537" y="1100137"/>
            <a:ext cx="1524000" cy="681037"/>
            <a:chOff x="1440" y="480"/>
            <a:chExt cx="960" cy="429"/>
          </a:xfrm>
        </p:grpSpPr>
        <p:sp>
          <p:nvSpPr>
            <p:cNvPr id="1089110" name=""/>
            <p:cNvSpPr/>
            <p:nvPr/>
          </p:nvSpPr>
          <p:spPr>
            <a:xfrm rot="0">
              <a:off x="1440" y="480"/>
              <a:ext cx="0" cy="429"/>
            </a:xfrm>
            <a:prstGeom prst="line"/>
            <a:solidFill>
              <a:srgbClr val="FFFFFF"/>
            </a:solidFill>
            <a:ln w="38100" cap="flat" cmpd="sng">
              <a:solidFill>
                <a:srgbClr val="A50021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11" name=""/>
            <p:cNvSpPr/>
            <p:nvPr/>
          </p:nvSpPr>
          <p:spPr>
            <a:xfrm rot="0">
              <a:off x="1440" y="480"/>
              <a:ext cx="960" cy="0"/>
            </a:xfrm>
            <a:prstGeom prst="line"/>
            <a:solidFill>
              <a:srgbClr val="FFFFFF"/>
            </a:solidFill>
            <a:ln w="38100" cap="flat" cmpd="sng">
              <a:solidFill>
                <a:srgbClr val="A50021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12" name=""/>
            <p:cNvSpPr/>
            <p:nvPr/>
          </p:nvSpPr>
          <p:spPr>
            <a:xfrm rot="0">
              <a:off x="2400" y="480"/>
              <a:ext cx="0" cy="429"/>
            </a:xfrm>
            <a:prstGeom prst="line"/>
            <a:solidFill>
              <a:srgbClr val="FFFFFF"/>
            </a:solidFill>
            <a:ln w="38100" cap="flat" cmpd="sng">
              <a:solidFill>
                <a:srgbClr val="A50021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113" name=""/>
          <p:cNvSpPr/>
          <p:nvPr/>
        </p:nvSpPr>
        <p:spPr>
          <a:xfrm rot="0">
            <a:off x="2268537" y="5575300"/>
            <a:ext cx="1524000" cy="0"/>
          </a:xfrm>
          <a:prstGeom prst="line"/>
          <a:solidFill>
            <a:srgbClr val="FFFFFF"/>
          </a:solidFill>
          <a:ln w="38100" cap="flat" cmpd="sng">
            <a:solidFill>
              <a:srgbClr val="FF66CC">
                <a:alpha val="100000"/>
              </a:srgbClr>
            </a:solidFill>
            <a:prstDash val="solid"/>
            <a:round/>
          </a:ln>
        </p:spPr>
      </p:sp>
      <p:grpSp>
        <p:nvGrpSpPr>
          <p:cNvPr id="612" name=""/>
          <p:cNvGrpSpPr/>
          <p:nvPr/>
        </p:nvGrpSpPr>
        <p:grpSpPr>
          <a:xfrm rot="0">
            <a:off x="2268537" y="4279900"/>
            <a:ext cx="1524000" cy="1295400"/>
            <a:chOff x="1440" y="2496"/>
            <a:chExt cx="960" cy="816"/>
          </a:xfrm>
        </p:grpSpPr>
        <p:sp>
          <p:nvSpPr>
            <p:cNvPr id="1089114" name=""/>
            <p:cNvSpPr/>
            <p:nvPr/>
          </p:nvSpPr>
          <p:spPr>
            <a:xfrm rot="0">
              <a:off x="1440" y="2496"/>
              <a:ext cx="0" cy="816"/>
            </a:xfrm>
            <a:prstGeom prst="line"/>
            <a:solidFill>
              <a:srgbClr val="FFFFFF"/>
            </a:solidFill>
            <a:ln w="38100" cap="flat" cmpd="sng">
              <a:solidFill>
                <a:srgbClr val="0099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15" name=""/>
            <p:cNvSpPr/>
            <p:nvPr/>
          </p:nvSpPr>
          <p:spPr>
            <a:xfrm rot="0">
              <a:off x="2400" y="2496"/>
              <a:ext cx="0" cy="816"/>
            </a:xfrm>
            <a:prstGeom prst="line"/>
            <a:solidFill>
              <a:srgbClr val="FFFFFF"/>
            </a:solidFill>
            <a:ln w="38100" cap="flat" cmpd="sng">
              <a:solidFill>
                <a:srgbClr val="0099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116" name=""/>
          <p:cNvSpPr/>
          <p:nvPr/>
        </p:nvSpPr>
        <p:spPr>
          <a:xfrm rot="0">
            <a:off x="7070725" y="1089025"/>
            <a:ext cx="0" cy="671512"/>
          </a:xfrm>
          <a:prstGeom prst="line"/>
          <a:solidFill>
            <a:srgbClr val="FFFFFF"/>
          </a:solidFill>
          <a:ln w="38100" cap="flat" cmpd="sng">
            <a:solidFill>
              <a:srgbClr val="FF66CC">
                <a:alpha val="100000"/>
              </a:srgbClr>
            </a:solidFill>
            <a:prstDash val="solid"/>
            <a:round/>
          </a:ln>
        </p:spPr>
      </p:sp>
      <p:sp>
        <p:nvSpPr>
          <p:cNvPr id="1089117" name=""/>
          <p:cNvSpPr/>
          <p:nvPr/>
        </p:nvSpPr>
        <p:spPr>
          <a:xfrm rot="0">
            <a:off x="5681662" y="1079500"/>
            <a:ext cx="1371600" cy="669925"/>
          </a:xfrm>
          <a:custGeom>
            <a:avLst/>
            <a:ahLst/>
            <a:rect l="0" t="0" r="r" b="b"/>
            <a:pathLst>
              <a:path w="864" h="422">
                <a:moveTo>
                  <a:pt x="0" y="422"/>
                </a:moveTo>
                <a:lnTo>
                  <a:pt x="0" y="0"/>
                </a:lnTo>
                <a:lnTo>
                  <a:pt x="864" y="0"/>
                </a:lnTo>
                <a:lnTo>
                  <a:pt x="864" y="422"/>
                </a:lnTo>
                <a:lnTo>
                  <a:pt x="749" y="346"/>
                </a:lnTo>
                <a:lnTo>
                  <a:pt x="606" y="298"/>
                </a:lnTo>
                <a:lnTo>
                  <a:pt x="460" y="284"/>
                </a:lnTo>
                <a:lnTo>
                  <a:pt x="315" y="291"/>
                </a:lnTo>
                <a:lnTo>
                  <a:pt x="155" y="342"/>
                </a:lnTo>
                <a:lnTo>
                  <a:pt x="0" y="422"/>
                </a:lnTo>
              </a:path>
            </a:pathLst>
          </a:custGeom>
          <a:solidFill>
            <a:srgbClr val="0099FF">
              <a:alpha val="50000"/>
            </a:srgbClr>
          </a:solidFill>
          <a:ln>
            <a:noFill/>
          </a:ln>
        </p:spPr>
      </p:sp>
      <p:pic>
        <p:nvPicPr>
          <p:cNvPr id="2097224" name=""/>
          <p:cNvPicPr>
            <a:picLocks/>
          </p:cNvPicPr>
          <p:nvPr/>
        </p:nvPicPr>
        <p:blipFill>
          <a:blip xmlns:r="http://schemas.openxmlformats.org/officeDocument/2006/relationships" r:embed="rId2"/>
          <a:srcRect l="0" t="0" r="0" b="0"/>
          <a:stretch>
            <a:fillRect/>
          </a:stretch>
        </p:blipFill>
        <p:spPr>
          <a:xfrm rot="0">
            <a:off x="7408862" y="117475"/>
            <a:ext cx="1735137" cy="1484312"/>
          </a:xfrm>
          <a:prstGeom prst="rect"/>
          <a:noFill/>
          <a:ln>
            <a:noFill/>
          </a:ln>
        </p:spPr>
      </p:pic>
      <p:sp>
        <p:nvSpPr>
          <p:cNvPr id="1089118" name=""/>
          <p:cNvSpPr/>
          <p:nvPr/>
        </p:nvSpPr>
        <p:spPr>
          <a:xfrm rot="0">
            <a:off x="7754937" y="3462337"/>
            <a:ext cx="1284287" cy="555625"/>
          </a:xfrm>
          <a:prstGeom prst="wedgeRectCallout">
            <a:avLst>
              <a:gd name="adj1" fmla="val -84486"/>
              <a:gd name="adj2" fmla="val 195144"/>
            </a:avLst>
          </a:prstGeom>
          <a:noFill/>
          <a:ln w="9525" cap="sq" cmpd="sng">
            <a:solidFill>
              <a:schemeClr val="l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r>
              <a:rPr altLang="en-US" sz="1600" lang="zh-CN"/>
              <a:t>平面与圆柱相交</a:t>
            </a:r>
            <a:r>
              <a:rPr altLang="zh-CN" sz="1600" lang="en-US"/>
              <a:t>-</a:t>
            </a:r>
            <a:r>
              <a:rPr altLang="en-US" sz="1600" lang="zh-CN"/>
              <a:t>直线</a:t>
            </a:r>
          </a:p>
        </p:txBody>
      </p:sp>
      <p:sp>
        <p:nvSpPr>
          <p:cNvPr id="1089119" name=""/>
          <p:cNvSpPr/>
          <p:nvPr/>
        </p:nvSpPr>
        <p:spPr>
          <a:xfrm rot="0">
            <a:off x="7408862" y="5845175"/>
            <a:ext cx="1284287" cy="555625"/>
          </a:xfrm>
          <a:prstGeom prst="wedgeRectCallout">
            <a:avLst>
              <a:gd name="adj1" fmla="val -91657"/>
              <a:gd name="adj2" fmla="val -232000"/>
            </a:avLst>
          </a:prstGeom>
          <a:noFill/>
          <a:ln w="9525" cap="sq" cmpd="sng">
            <a:solidFill>
              <a:schemeClr val="l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atinLnBrk="1" lvl="0"/>
            <a:r>
              <a:rPr altLang="en-US" sz="1600" lang="zh-CN"/>
              <a:t>平面与圆柱相交</a:t>
            </a:r>
            <a:r>
              <a:rPr altLang="zh-CN" sz="1600" lang="en-US"/>
              <a:t>-</a:t>
            </a:r>
            <a:r>
              <a:rPr altLang="en-US" sz="1600" lang="zh-CN"/>
              <a:t>圆弧</a:t>
            </a:r>
          </a:p>
        </p:txBody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16" presetSubtype="37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18">
                                            <p:txEl>
                                              <p:charRg st="0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dur="500" id="7"/>
                                        <p:tgtEl>
                                          <p:spTgt spid="1089118">
                                            <p:txEl>
                                              <p:charRg st="0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16" presetSubtype="37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19">
                                            <p:txEl>
                                              <p:charRg st="0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dur="500" id="12"/>
                                        <p:tgtEl>
                                          <p:spTgt spid="1089119">
                                            <p:txEl>
                                              <p:charRg st="0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7"/>
                                        <p:tgtEl>
                                          <p:spTgt spid="1089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id="20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23"/>
                                        <p:tgtEl>
                                          <p:spTgt spid="209722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21" masterRel="sameClick" presetSubtype="1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28"/>
                                        <p:tgtEl>
                                          <p:spTgt spid="1089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9">
                      <p:stCondLst>
                        <p:cond delay="indefinite"/>
                      </p:stCondLst>
                      <p:childTnLst>
                        <p:par>
                          <p:cTn fill="hold" id="30">
                            <p:stCondLst>
                              <p:cond delay="0"/>
                            </p:stCondLst>
                            <p:childTnLst>
                              <p:par>
                                <p:cTn fill="hold" id="31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33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4">
                      <p:stCondLst>
                        <p:cond delay="indefinite"/>
                      </p:stCondLst>
                      <p:childTnLst>
                        <p:par>
                          <p:cTn fill="hold" id="35">
                            <p:stCondLst>
                              <p:cond delay="0"/>
                            </p:stCondLst>
                            <p:childTnLst>
                              <p:par>
                                <p:cTn fill="hold" id="36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38"/>
                                        <p:tgtEl>
                                          <p:spTgt spid="1089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9">
                      <p:stCondLst>
                        <p:cond delay="indefinite"/>
                      </p:stCondLst>
                      <p:childTnLst>
                        <p:par>
                          <p:cTn fill="hold" id="40">
                            <p:stCondLst>
                              <p:cond delay="0"/>
                            </p:stCondLst>
                            <p:childTnLst>
                              <p:par>
                                <p:cTn fill="hold" id="41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43"/>
                                        <p:tgtEl>
                                          <p:spTgt spid="1089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4">
                      <p:stCondLst>
                        <p:cond delay="indefinite"/>
                      </p:stCondLst>
                      <p:childTnLst>
                        <p:par>
                          <p:cTn fill="hold" id="45">
                            <p:stCondLst>
                              <p:cond delay="0"/>
                            </p:stCondLst>
                            <p:childTnLst>
                              <p:par>
                                <p:cTn fill="hold" id="46" nodeType="clickEffect" presetClass="entr" presetID="16" presetSubtype="37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dur="500" id="48"/>
                                        <p:tgtEl>
                                          <p:spTgt spid="1089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9">
                      <p:stCondLst>
                        <p:cond delay="indefinite"/>
                      </p:stCondLst>
                      <p:childTnLst>
                        <p:par>
                          <p:cTn fill="hold" id="50">
                            <p:stCondLst>
                              <p:cond delay="0"/>
                            </p:stCondLst>
                            <p:childTnLst>
                              <p:par>
                                <p:cTn fill="hold" id="51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53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4">
                      <p:stCondLst>
                        <p:cond delay="indefinite"/>
                      </p:stCondLst>
                      <p:childTnLst>
                        <p:par>
                          <p:cTn fill="hold" id="55">
                            <p:stCondLst>
                              <p:cond delay="0"/>
                            </p:stCondLst>
                            <p:childTnLst>
                              <p:par>
                                <p:cTn fill="hold" id="56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58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9">
                      <p:stCondLst>
                        <p:cond delay="indefinite"/>
                      </p:stCondLst>
                      <p:childTnLst>
                        <p:par>
                          <p:cTn fill="hold" id="60">
                            <p:stCondLst>
                              <p:cond delay="0"/>
                            </p:stCondLst>
                            <p:childTnLst>
                              <p:par>
                                <p:cTn fill="hold" id="6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63"/>
                                        <p:tgtEl>
                                          <p:spTgt spid="1089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4">
                      <p:stCondLst>
                        <p:cond delay="indefinite"/>
                      </p:stCondLst>
                      <p:childTnLst>
                        <p:par>
                          <p:cTn fill="hold" id="65">
                            <p:stCondLst>
                              <p:cond delay="0"/>
                            </p:stCondLst>
                            <p:childTnLst>
                              <p:par>
                                <p:cTn fill="hold" id="66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68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9">
                      <p:stCondLst>
                        <p:cond delay="indefinite"/>
                      </p:stCondLst>
                      <p:childTnLst>
                        <p:par>
                          <p:cTn fill="hold" id="70">
                            <p:stCondLst>
                              <p:cond delay="0"/>
                            </p:stCondLst>
                            <p:childTnLst>
                              <p:par>
                                <p:cTn fill="hold" id="71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73"/>
                                        <p:tgtEl>
                                          <p:spTgt spid="1089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4">
                      <p:stCondLst>
                        <p:cond delay="indefinite"/>
                      </p:stCondLst>
                      <p:childTnLst>
                        <p:par>
                          <p:cTn fill="hold" id="75">
                            <p:stCondLst>
                              <p:cond delay="0"/>
                            </p:stCondLst>
                            <p:childTnLst>
                              <p:par>
                                <p:cTn fill="hold" id="76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78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9">
                      <p:stCondLst>
                        <p:cond delay="indefinite"/>
                      </p:stCondLst>
                      <p:childTnLst>
                        <p:par>
                          <p:cTn fill="hold" id="80">
                            <p:stCondLst>
                              <p:cond delay="0"/>
                            </p:stCondLst>
                            <p:childTnLst>
                              <p:par>
                                <p:cTn fill="hold" id="81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83"/>
                                        <p:tgtEl>
                                          <p:spTgt spid="1089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4">
                      <p:stCondLst>
                        <p:cond delay="indefinite"/>
                      </p:stCondLst>
                      <p:childTnLst>
                        <p:par>
                          <p:cTn fill="hold" id="85">
                            <p:stCondLst>
                              <p:cond delay="0"/>
                            </p:stCondLst>
                            <p:childTnLst>
                              <p:par>
                                <p:cTn fill="hold" id="86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88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9">
                      <p:stCondLst>
                        <p:cond delay="indefinite"/>
                      </p:stCondLst>
                      <p:childTnLst>
                        <p:par>
                          <p:cTn fill="hold" id="90">
                            <p:stCondLst>
                              <p:cond delay="0"/>
                            </p:stCondLst>
                            <p:childTnLst>
                              <p:par>
                                <p:cTn fill="hold" id="91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93"/>
                                        <p:tgtEl>
                                          <p:spTgt spid="1089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9118" grpId="0" uiExpand="0" build="p" bldLvl="1"/>
      <p:bldP spid="1089119" grpId="0" uiExpand="0" build="p" bldLvl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613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25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3841750" y="4151312"/>
            <a:ext cx="2651125" cy="2120900"/>
          </a:xfrm>
          <a:prstGeom prst="rect"/>
          <a:noFill/>
          <a:ln>
            <a:noFill/>
          </a:ln>
        </p:spPr>
      </p:pic>
      <p:sp>
        <p:nvSpPr>
          <p:cNvPr id="1089120" name=""/>
          <p:cNvSpPr/>
          <p:nvPr/>
        </p:nvSpPr>
        <p:spPr>
          <a:xfrm rot="0">
            <a:off x="2359025" y="3957637"/>
            <a:ext cx="1587" cy="2230437"/>
          </a:xfrm>
          <a:prstGeom prst="line"/>
          <a:solidFill>
            <a:srgbClr val="FFFFFF"/>
          </a:solidFill>
          <a:ln w="9525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21" name=""/>
          <p:cNvSpPr/>
          <p:nvPr/>
        </p:nvSpPr>
        <p:spPr>
          <a:xfrm rot="0">
            <a:off x="1290637" y="4156075"/>
            <a:ext cx="2138362" cy="1968500"/>
          </a:xfrm>
          <a:prstGeom prst="ellipse"/>
          <a:noFill/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22" name=""/>
          <p:cNvSpPr/>
          <p:nvPr/>
        </p:nvSpPr>
        <p:spPr>
          <a:xfrm rot="0">
            <a:off x="4430712" y="2800350"/>
            <a:ext cx="2606675" cy="0"/>
          </a:xfrm>
          <a:prstGeom prst="line"/>
          <a:solidFill>
            <a:srgbClr val="FFFFFF"/>
          </a:solidFill>
          <a:ln w="9525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23" name=""/>
          <p:cNvSpPr/>
          <p:nvPr/>
        </p:nvSpPr>
        <p:spPr>
          <a:xfrm rot="0">
            <a:off x="5702300" y="1246187"/>
            <a:ext cx="7937" cy="2724150"/>
          </a:xfrm>
          <a:custGeom>
            <a:avLst/>
            <a:ahLst/>
            <a:rect l="0" t="0" r="r" b="b"/>
            <a:pathLst>
              <a:path w="6" h="1993">
                <a:moveTo>
                  <a:pt x="6" y="0"/>
                </a:moveTo>
                <a:lnTo>
                  <a:pt x="0" y="1993"/>
                </a:lnTo>
              </a:path>
            </a:pathLst>
          </a:custGeom>
          <a:noFill/>
          <a:ln w="9525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24" name=""/>
          <p:cNvSpPr/>
          <p:nvPr/>
        </p:nvSpPr>
        <p:spPr>
          <a:xfrm rot="0">
            <a:off x="4632325" y="1793875"/>
            <a:ext cx="2138362" cy="1968500"/>
          </a:xfrm>
          <a:prstGeom prst="ellipse"/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125" name=""/>
          <p:cNvSpPr/>
          <p:nvPr/>
        </p:nvSpPr>
        <p:spPr>
          <a:xfrm rot="0">
            <a:off x="781050" y="5114925"/>
            <a:ext cx="3160712" cy="1587"/>
          </a:xfrm>
          <a:custGeom>
            <a:avLst/>
            <a:ahLst/>
            <a:rect l="0" t="0" r="r" b="b"/>
            <a:pathLst>
              <a:path w="1991" h="1">
                <a:moveTo>
                  <a:pt x="0" y="1"/>
                </a:moveTo>
                <a:lnTo>
                  <a:pt x="1991" y="0"/>
                </a:ln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26" name=""/>
          <p:cNvSpPr/>
          <p:nvPr/>
        </p:nvSpPr>
        <p:spPr>
          <a:xfrm rot="0">
            <a:off x="957262" y="4156075"/>
            <a:ext cx="2805112" cy="1968500"/>
          </a:xfrm>
          <a:prstGeom prst="rect"/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127" name=""/>
          <p:cNvSpPr/>
          <p:nvPr/>
        </p:nvSpPr>
        <p:spPr>
          <a:xfrm rot="0">
            <a:off x="815975" y="2800350"/>
            <a:ext cx="3128962" cy="11112"/>
          </a:xfrm>
          <a:custGeom>
            <a:avLst/>
            <a:ahLst/>
            <a:rect l="0" t="0" r="r" b="b"/>
            <a:pathLst>
              <a:path w="1971" h="7">
                <a:moveTo>
                  <a:pt x="0" y="0"/>
                </a:moveTo>
                <a:lnTo>
                  <a:pt x="1971" y="7"/>
                </a:ln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28" name=""/>
          <p:cNvSpPr/>
          <p:nvPr/>
        </p:nvSpPr>
        <p:spPr>
          <a:xfrm rot="0">
            <a:off x="957262" y="1773237"/>
            <a:ext cx="2805112" cy="1968500"/>
          </a:xfrm>
          <a:prstGeom prst="rect"/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129" name=""/>
          <p:cNvSpPr/>
          <p:nvPr/>
        </p:nvSpPr>
        <p:spPr>
          <a:xfrm rot="0">
            <a:off x="1303337" y="1392237"/>
            <a:ext cx="2128837" cy="381000"/>
          </a:xfrm>
          <a:prstGeom prst="rect"/>
          <a:noFill/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30" name=""/>
          <p:cNvSpPr/>
          <p:nvPr/>
        </p:nvSpPr>
        <p:spPr>
          <a:xfrm rot="0">
            <a:off x="2359025" y="1203325"/>
            <a:ext cx="9525" cy="2706687"/>
          </a:xfrm>
          <a:custGeom>
            <a:avLst/>
            <a:ahLst/>
            <a:rect l="0" t="0" r="r" b="b"/>
            <a:pathLst>
              <a:path w="6" h="1979">
                <a:moveTo>
                  <a:pt x="0" y="0"/>
                </a:moveTo>
                <a:lnTo>
                  <a:pt x="6" y="1979"/>
                </a:lnTo>
              </a:path>
            </a:pathLst>
          </a:custGeom>
          <a:noFill/>
          <a:ln w="9525" cap="flat" cmpd="sng">
            <a:solidFill>
              <a:schemeClr val="dk1">
                <a:alpha val="100000"/>
              </a:schemeClr>
            </a:solidFill>
            <a:prstDash val="lgDashDot"/>
            <a:round/>
          </a:ln>
        </p:spPr>
      </p:sp>
      <p:sp>
        <p:nvSpPr>
          <p:cNvPr id="1089131" name=""/>
          <p:cNvSpPr/>
          <p:nvPr/>
        </p:nvSpPr>
        <p:spPr>
          <a:xfrm rot="16200000">
            <a:off x="3942555" y="2088357"/>
            <a:ext cx="1377950" cy="1587"/>
          </a:xfrm>
          <a:prstGeom prst="line"/>
          <a:solidFill>
            <a:srgbClr val="FFFFFF"/>
          </a:solidFill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32" name=""/>
          <p:cNvSpPr/>
          <p:nvPr/>
        </p:nvSpPr>
        <p:spPr>
          <a:xfrm rot="16200000">
            <a:off x="6082505" y="2088357"/>
            <a:ext cx="1377950" cy="1587"/>
          </a:xfrm>
          <a:prstGeom prst="line"/>
          <a:solidFill>
            <a:srgbClr val="FFFFFF"/>
          </a:solidFill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33" name=""/>
          <p:cNvSpPr/>
          <p:nvPr/>
        </p:nvSpPr>
        <p:spPr>
          <a:xfrm rot="0">
            <a:off x="4629150" y="1400175"/>
            <a:ext cx="2162175" cy="1587"/>
          </a:xfrm>
          <a:custGeom>
            <a:avLst/>
            <a:ahLst/>
            <a:rect l="0" t="0" r="r" b="b"/>
            <a:pathLst>
              <a:path w="1553" h="1">
                <a:moveTo>
                  <a:pt x="0" y="0"/>
                </a:moveTo>
                <a:lnTo>
                  <a:pt x="1553" y="0"/>
                </a:lnTo>
              </a:path>
            </a:pathLst>
          </a:custGeom>
          <a:noFill/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34" name=""/>
          <p:cNvSpPr/>
          <p:nvPr/>
        </p:nvSpPr>
        <p:spPr>
          <a:xfrm rot="0">
            <a:off x="1490662" y="4352925"/>
            <a:ext cx="1738312" cy="1574800"/>
          </a:xfrm>
          <a:prstGeom prst="ellipse"/>
          <a:noFill/>
          <a:ln w="38100" cap="flat" cmpd="sng">
            <a:solidFill>
              <a:srgbClr val="008000">
                <a:alpha val="100000"/>
              </a:srgbClr>
            </a:solidFill>
            <a:prstDash val="solid"/>
            <a:round/>
          </a:ln>
        </p:spPr>
      </p:sp>
      <p:sp>
        <p:nvSpPr>
          <p:cNvPr id="1089135" name=""/>
          <p:cNvSpPr/>
          <p:nvPr/>
        </p:nvSpPr>
        <p:spPr>
          <a:xfrm rot="0">
            <a:off x="4965700" y="2133600"/>
            <a:ext cx="1470025" cy="1312862"/>
          </a:xfrm>
          <a:prstGeom prst="ellipse"/>
          <a:noFill/>
          <a:ln w="38100" cap="flat" cmpd="sng">
            <a:solidFill>
              <a:srgbClr val="003399">
                <a:alpha val="100000"/>
              </a:srgbClr>
            </a:solidFill>
            <a:prstDash val="solid"/>
            <a:round/>
          </a:ln>
        </p:spPr>
      </p:sp>
      <p:sp>
        <p:nvSpPr>
          <p:cNvPr id="1089136" name=""/>
          <p:cNvSpPr/>
          <p:nvPr/>
        </p:nvSpPr>
        <p:spPr>
          <a:xfrm rot="0">
            <a:off x="1323975" y="1762125"/>
            <a:ext cx="2101850" cy="11112"/>
          </a:xfrm>
          <a:custGeom>
            <a:avLst/>
            <a:ahLst/>
            <a:rect l="0" t="0" r="r" b="b"/>
            <a:pathLst>
              <a:path w="1324" h="7">
                <a:moveTo>
                  <a:pt x="0" y="0"/>
                </a:moveTo>
                <a:lnTo>
                  <a:pt x="1324" y="7"/>
                </a:lnTo>
              </a:path>
            </a:pathLst>
          </a:custGeom>
          <a:noFill/>
          <a:ln w="76200" cap="flat" cmpd="sng">
            <a:solidFill>
              <a:srgbClr val="FFFFFF">
                <a:alpha val="100000"/>
              </a:srgbClr>
            </a:solidFill>
            <a:prstDash val="solid"/>
            <a:round/>
          </a:ln>
        </p:spPr>
      </p:sp>
      <p:sp>
        <p:nvSpPr>
          <p:cNvPr id="1089137" name=""/>
          <p:cNvSpPr/>
          <p:nvPr/>
        </p:nvSpPr>
        <p:spPr>
          <a:xfrm rot="0">
            <a:off x="1312862" y="1773237"/>
            <a:ext cx="1039812" cy="1038225"/>
          </a:xfrm>
          <a:custGeom>
            <a:avLst/>
            <a:ahLst/>
            <a:rect l="0" t="0" r="r" b="b"/>
            <a:pathLst>
              <a:path w="655" h="654">
                <a:moveTo>
                  <a:pt x="0" y="0"/>
                </a:moveTo>
                <a:lnTo>
                  <a:pt x="655" y="654"/>
                </a:lnTo>
              </a:path>
            </a:pathLst>
          </a:custGeom>
          <a:noFill/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38" name=""/>
          <p:cNvSpPr/>
          <p:nvPr/>
        </p:nvSpPr>
        <p:spPr>
          <a:xfrm rot="0">
            <a:off x="2374900" y="1749425"/>
            <a:ext cx="1062037" cy="1062037"/>
          </a:xfrm>
          <a:custGeom>
            <a:avLst/>
            <a:ahLst/>
            <a:rect l="0" t="0" r="r" b="b"/>
            <a:pathLst>
              <a:path w="669" h="669">
                <a:moveTo>
                  <a:pt x="669" y="0"/>
                </a:moveTo>
                <a:lnTo>
                  <a:pt x="0" y="669"/>
                </a:lnTo>
              </a:path>
            </a:pathLst>
          </a:custGeom>
          <a:noFill/>
          <a:ln w="38100" cap="flat" cmpd="sng">
            <a:solidFill>
              <a:srgbClr val="FF0000">
                <a:alpha val="100000"/>
              </a:srgbClr>
            </a:solidFill>
            <a:prstDash val="solid"/>
            <a:round/>
          </a:ln>
        </p:spPr>
      </p:sp>
      <p:sp>
        <p:nvSpPr>
          <p:cNvPr id="1089139" name=""/>
          <p:cNvSpPr txBox="1"/>
          <p:nvPr/>
        </p:nvSpPr>
        <p:spPr>
          <a:xfrm rot="0">
            <a:off x="407987" y="549275"/>
            <a:ext cx="3232150" cy="579437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3200" lang="zh-CN"/>
              <a:t>例</a:t>
            </a:r>
            <a:r>
              <a:rPr altLang="zh-CN" b="1" sz="3200" lang="en-US"/>
              <a:t>2</a:t>
            </a:r>
            <a:r>
              <a:rPr altLang="en-US" b="1" sz="3200" lang="zh-CN"/>
              <a:t>：补全主视图</a:t>
            </a:r>
          </a:p>
        </p:txBody>
      </p:sp>
      <p:sp>
        <p:nvSpPr>
          <p:cNvPr id="1089140" name=""/>
          <p:cNvSpPr/>
          <p:nvPr/>
        </p:nvSpPr>
        <p:spPr>
          <a:xfrm rot="0">
            <a:off x="1509712" y="1403350"/>
            <a:ext cx="11112" cy="715962"/>
          </a:xfrm>
          <a:custGeom>
            <a:avLst/>
            <a:ahLst/>
            <a:rect l="0" t="0" r="r" b="b"/>
            <a:pathLst>
              <a:path w="7" h="451">
                <a:moveTo>
                  <a:pt x="7" y="0"/>
                </a:moveTo>
                <a:lnTo>
                  <a:pt x="0" y="451"/>
                </a:lnTo>
              </a:path>
            </a:pathLst>
          </a:custGeom>
          <a:noFill/>
          <a:ln w="12700" cap="flat" cmpd="sng">
            <a:solidFill>
              <a:srgbClr val="008000">
                <a:alpha val="100000"/>
              </a:srgbClr>
            </a:solidFill>
            <a:prstDash val="dash"/>
            <a:round/>
          </a:ln>
        </p:spPr>
      </p:sp>
      <p:sp>
        <p:nvSpPr>
          <p:cNvPr id="1089141" name=""/>
          <p:cNvSpPr/>
          <p:nvPr/>
        </p:nvSpPr>
        <p:spPr>
          <a:xfrm rot="0">
            <a:off x="3217862" y="1403350"/>
            <a:ext cx="1587" cy="727075"/>
          </a:xfrm>
          <a:custGeom>
            <a:avLst/>
            <a:ahLst/>
            <a:rect l="0" t="0" r="r" b="b"/>
            <a:pathLst>
              <a:path w="1" h="458">
                <a:moveTo>
                  <a:pt x="0" y="0"/>
                </a:moveTo>
                <a:lnTo>
                  <a:pt x="0" y="458"/>
                </a:lnTo>
              </a:path>
            </a:pathLst>
          </a:custGeom>
          <a:noFill/>
          <a:ln w="12700" cap="flat" cmpd="sng">
            <a:solidFill>
              <a:srgbClr val="008000">
                <a:alpha val="100000"/>
              </a:srgbClr>
            </a:solidFill>
            <a:prstDash val="dash"/>
            <a:round/>
          </a:ln>
        </p:spPr>
      </p:sp>
      <p:sp>
        <p:nvSpPr>
          <p:cNvPr id="1089142" name=""/>
          <p:cNvSpPr/>
          <p:nvPr/>
        </p:nvSpPr>
        <p:spPr>
          <a:xfrm rot="0">
            <a:off x="1490662" y="3435350"/>
            <a:ext cx="1587" cy="327025"/>
          </a:xfrm>
          <a:prstGeom prst="line"/>
          <a:solidFill>
            <a:srgbClr val="FFFFFF"/>
          </a:solidFill>
          <a:ln w="9525" cap="flat" cmpd="sng">
            <a:solidFill>
              <a:srgbClr val="008000">
                <a:alpha val="100000"/>
              </a:srgbClr>
            </a:solidFill>
            <a:prstDash val="dash"/>
            <a:round/>
          </a:ln>
        </p:spPr>
      </p:sp>
      <p:sp>
        <p:nvSpPr>
          <p:cNvPr id="1089143" name=""/>
          <p:cNvSpPr/>
          <p:nvPr/>
        </p:nvSpPr>
        <p:spPr>
          <a:xfrm rot="0">
            <a:off x="3228975" y="3435350"/>
            <a:ext cx="1587" cy="327025"/>
          </a:xfrm>
          <a:prstGeom prst="line"/>
          <a:solidFill>
            <a:srgbClr val="FFFFFF"/>
          </a:solidFill>
          <a:ln w="9525" cap="flat" cmpd="sng">
            <a:solidFill>
              <a:srgbClr val="008000">
                <a:alpha val="100000"/>
              </a:srgbClr>
            </a:solidFill>
            <a:prstDash val="dash"/>
            <a:round/>
          </a:ln>
        </p:spPr>
      </p:sp>
      <p:sp>
        <p:nvSpPr>
          <p:cNvPr id="1089144" name=""/>
          <p:cNvSpPr/>
          <p:nvPr/>
        </p:nvSpPr>
        <p:spPr>
          <a:xfrm rot="0">
            <a:off x="957262" y="3435350"/>
            <a:ext cx="533400" cy="0"/>
          </a:xfrm>
          <a:prstGeom prst="line"/>
          <a:solidFill>
            <a:srgbClr val="FFFFFF"/>
          </a:solidFill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45" name=""/>
          <p:cNvSpPr/>
          <p:nvPr/>
        </p:nvSpPr>
        <p:spPr>
          <a:xfrm rot="0">
            <a:off x="3228975" y="3435350"/>
            <a:ext cx="533400" cy="0"/>
          </a:xfrm>
          <a:prstGeom prst="line"/>
          <a:solidFill>
            <a:srgbClr val="FFFFFF"/>
          </a:solidFill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46" name=""/>
          <p:cNvSpPr/>
          <p:nvPr/>
        </p:nvSpPr>
        <p:spPr>
          <a:xfrm rot="0">
            <a:off x="957262" y="2119312"/>
            <a:ext cx="539750" cy="3175"/>
          </a:xfrm>
          <a:custGeom>
            <a:avLst/>
            <a:ahLst/>
            <a:rect l="0" t="0" r="r" b="b"/>
            <a:pathLst>
              <a:path w="340" h="2">
                <a:moveTo>
                  <a:pt x="0" y="2"/>
                </a:moveTo>
                <a:lnTo>
                  <a:pt x="340" y="0"/>
                </a:lnTo>
              </a:path>
            </a:pathLst>
          </a:custGeom>
          <a:noFill/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47" name=""/>
          <p:cNvSpPr/>
          <p:nvPr/>
        </p:nvSpPr>
        <p:spPr>
          <a:xfrm rot="0">
            <a:off x="3217862" y="2124075"/>
            <a:ext cx="544512" cy="6350"/>
          </a:xfrm>
          <a:custGeom>
            <a:avLst/>
            <a:ahLst/>
            <a:rect l="0" t="0" r="r" b="b"/>
            <a:pathLst>
              <a:path w="343" h="4">
                <a:moveTo>
                  <a:pt x="0" y="4"/>
                </a:moveTo>
                <a:lnTo>
                  <a:pt x="343" y="0"/>
                </a:lnTo>
              </a:path>
            </a:pathLst>
          </a:custGeom>
          <a:noFill/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48" name=""/>
          <p:cNvSpPr/>
          <p:nvPr/>
        </p:nvSpPr>
        <p:spPr>
          <a:xfrm rot="0">
            <a:off x="4832350" y="1400175"/>
            <a:ext cx="1587" cy="1968500"/>
          </a:xfrm>
          <a:prstGeom prst="line"/>
          <a:solidFill>
            <a:srgbClr val="FFFFFF"/>
          </a:solidFill>
          <a:ln w="12700" cap="flat" cmpd="sng">
            <a:solidFill>
              <a:srgbClr val="008000">
                <a:alpha val="100000"/>
              </a:srgbClr>
            </a:solidFill>
            <a:prstDash val="dash"/>
            <a:round/>
          </a:ln>
        </p:spPr>
      </p:sp>
      <p:sp>
        <p:nvSpPr>
          <p:cNvPr id="1089149" name=""/>
          <p:cNvSpPr/>
          <p:nvPr/>
        </p:nvSpPr>
        <p:spPr>
          <a:xfrm rot="0">
            <a:off x="6569075" y="1400175"/>
            <a:ext cx="1587" cy="1968500"/>
          </a:xfrm>
          <a:prstGeom prst="line"/>
          <a:solidFill>
            <a:srgbClr val="FFFFFF"/>
          </a:solidFill>
          <a:ln w="12700" cap="flat" cmpd="sng">
            <a:solidFill>
              <a:srgbClr val="008000">
                <a:alpha val="100000"/>
              </a:srgbClr>
            </a:solidFill>
            <a:prstDash val="dash"/>
            <a:round/>
          </a:ln>
        </p:spPr>
      </p:sp>
      <p:sp>
        <p:nvSpPr>
          <p:cNvPr id="1089150" name=""/>
          <p:cNvSpPr/>
          <p:nvPr/>
        </p:nvSpPr>
        <p:spPr>
          <a:xfrm rot="0" flipH="1">
            <a:off x="2827337" y="4484687"/>
            <a:ext cx="935037" cy="0"/>
          </a:xfrm>
          <a:prstGeom prst="line"/>
          <a:solidFill>
            <a:srgbClr val="FFFFFF"/>
          </a:solidFill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51" name=""/>
          <p:cNvSpPr/>
          <p:nvPr/>
        </p:nvSpPr>
        <p:spPr>
          <a:xfrm rot="0" flipH="1">
            <a:off x="2827337" y="5797550"/>
            <a:ext cx="935037" cy="0"/>
          </a:xfrm>
          <a:prstGeom prst="line"/>
          <a:solidFill>
            <a:srgbClr val="FFFFFF"/>
          </a:solidFill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52" name=""/>
          <p:cNvSpPr/>
          <p:nvPr/>
        </p:nvSpPr>
        <p:spPr>
          <a:xfrm rot="0" flipH="1">
            <a:off x="957262" y="4484687"/>
            <a:ext cx="935037" cy="0"/>
          </a:xfrm>
          <a:prstGeom prst="line"/>
          <a:solidFill>
            <a:srgbClr val="FFFFFF"/>
          </a:solidFill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53" name=""/>
          <p:cNvSpPr/>
          <p:nvPr/>
        </p:nvSpPr>
        <p:spPr>
          <a:xfrm rot="0" flipH="1">
            <a:off x="957262" y="5797550"/>
            <a:ext cx="935037" cy="0"/>
          </a:xfrm>
          <a:prstGeom prst="line"/>
          <a:solidFill>
            <a:srgbClr val="FFFFFF"/>
          </a:solidFill>
          <a:ln w="12700" cap="flat" cmpd="sng">
            <a:solidFill>
              <a:srgbClr val="003399">
                <a:alpha val="100000"/>
              </a:srgbClr>
            </a:solidFill>
            <a:prstDash val="dash"/>
            <a:round/>
          </a:ln>
        </p:spPr>
      </p:sp>
      <p:sp>
        <p:nvSpPr>
          <p:cNvPr id="1089154" name=""/>
          <p:cNvSpPr/>
          <p:nvPr/>
        </p:nvSpPr>
        <p:spPr>
          <a:xfrm rot="0">
            <a:off x="2152650" y="3349625"/>
            <a:ext cx="2711450" cy="1587"/>
          </a:xfrm>
          <a:custGeom>
            <a:avLst/>
            <a:ahLst/>
            <a:rect l="0" t="0" r="r" b="b"/>
            <a:pathLst>
              <a:path w="1948" h="1">
                <a:moveTo>
                  <a:pt x="1948" y="0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rgbClr val="9933FF">
                <a:alpha val="100000"/>
              </a:srgbClr>
            </a:solidFill>
            <a:prstDash val="solid"/>
            <a:round/>
          </a:ln>
        </p:spPr>
      </p:sp>
      <p:sp>
        <p:nvSpPr>
          <p:cNvPr id="1089155" name=""/>
          <p:cNvSpPr/>
          <p:nvPr/>
        </p:nvSpPr>
        <p:spPr>
          <a:xfrm rot="0">
            <a:off x="1290637" y="3500437"/>
            <a:ext cx="5407025" cy="1587"/>
          </a:xfrm>
          <a:custGeom>
            <a:avLst/>
            <a:ahLst/>
            <a:rect l="0" t="0" r="r" b="b"/>
            <a:pathLst>
              <a:path w="3406" h="1">
                <a:moveTo>
                  <a:pt x="0" y="0"/>
                </a:moveTo>
                <a:lnTo>
                  <a:pt x="3406" y="0"/>
                </a:lnTo>
              </a:path>
            </a:pathLst>
          </a:custGeom>
          <a:noFill/>
          <a:ln w="12700" cap="flat" cmpd="sng">
            <a:solidFill>
              <a:srgbClr val="9933FF">
                <a:alpha val="100000"/>
              </a:srgbClr>
            </a:solidFill>
            <a:prstDash val="solid"/>
            <a:round/>
          </a:ln>
        </p:spPr>
      </p:sp>
      <p:grpSp>
        <p:nvGrpSpPr>
          <p:cNvPr id="614" name=""/>
          <p:cNvGrpSpPr/>
          <p:nvPr/>
        </p:nvGrpSpPr>
        <p:grpSpPr>
          <a:xfrm rot="0">
            <a:off x="3762375" y="3500437"/>
            <a:ext cx="2673350" cy="2362200"/>
            <a:chOff x="2641" y="1990"/>
            <a:chExt cx="1684" cy="1488"/>
          </a:xfrm>
        </p:grpSpPr>
        <p:sp>
          <p:nvSpPr>
            <p:cNvPr id="1089156" name=""/>
            <p:cNvSpPr/>
            <p:nvPr/>
          </p:nvSpPr>
          <p:spPr>
            <a:xfrm rot="0">
              <a:off x="3862" y="1990"/>
              <a:ext cx="463" cy="0"/>
            </a:xfrm>
            <a:prstGeom prst="line"/>
            <a:solidFill>
              <a:srgbClr val="FFFFFF"/>
            </a:solidFill>
            <a:ln w="38100" cap="flat" cmpd="sng">
              <a:solidFill>
                <a:srgbClr val="CC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57" name=""/>
            <p:cNvSpPr/>
            <p:nvPr/>
          </p:nvSpPr>
          <p:spPr>
            <a:xfrm rot="16200000">
              <a:off x="2414" y="3250"/>
              <a:ext cx="455" cy="0"/>
            </a:xfrm>
            <a:prstGeom prst="line"/>
            <a:solidFill>
              <a:srgbClr val="FFFFFF"/>
            </a:solidFill>
            <a:ln w="38100" cap="flat" cmpd="sng">
              <a:solidFill>
                <a:srgbClr val="CC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158" name=""/>
          <p:cNvSpPr/>
          <p:nvPr/>
        </p:nvSpPr>
        <p:spPr>
          <a:xfrm rot="0">
            <a:off x="1189037" y="5838825"/>
            <a:ext cx="2554287" cy="1587"/>
          </a:xfrm>
          <a:custGeom>
            <a:avLst/>
            <a:ahLst/>
            <a:rect l="0" t="0" r="r" b="b"/>
            <a:pathLst>
              <a:path w="1835" h="1">
                <a:moveTo>
                  <a:pt x="1835" y="0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rgbClr val="9933FF">
                <a:alpha val="100000"/>
              </a:srgbClr>
            </a:solidFill>
            <a:prstDash val="solid"/>
            <a:round/>
          </a:ln>
        </p:spPr>
      </p:sp>
      <p:sp>
        <p:nvSpPr>
          <p:cNvPr id="1089159" name=""/>
          <p:cNvSpPr/>
          <p:nvPr/>
        </p:nvSpPr>
        <p:spPr>
          <a:xfrm rot="0">
            <a:off x="1489075" y="2130425"/>
            <a:ext cx="393700" cy="1304925"/>
          </a:xfrm>
          <a:custGeom>
            <a:avLst/>
            <a:ahLst/>
            <a:rect l="0" t="0" r="r" b="b"/>
            <a:pathLst>
              <a:path w="248" h="822">
                <a:moveTo>
                  <a:pt x="13" y="0"/>
                </a:moveTo>
                <a:cubicBezTo>
                  <a:pt x="27" y="12"/>
                  <a:pt x="61" y="45"/>
                  <a:pt x="90" y="73"/>
                </a:cubicBezTo>
                <a:cubicBezTo>
                  <a:pt x="119" y="101"/>
                  <a:pt x="162" y="130"/>
                  <a:pt x="187" y="168"/>
                </a:cubicBezTo>
                <a:cubicBezTo>
                  <a:pt x="212" y="206"/>
                  <a:pt x="228" y="259"/>
                  <a:pt x="238" y="299"/>
                </a:cubicBezTo>
                <a:cubicBezTo>
                  <a:pt x="248" y="339"/>
                  <a:pt x="246" y="377"/>
                  <a:pt x="245" y="412"/>
                </a:cubicBezTo>
                <a:cubicBezTo>
                  <a:pt x="244" y="447"/>
                  <a:pt x="236" y="480"/>
                  <a:pt x="231" y="510"/>
                </a:cubicBezTo>
                <a:cubicBezTo>
                  <a:pt x="226" y="540"/>
                  <a:pt x="226" y="569"/>
                  <a:pt x="217" y="595"/>
                </a:cubicBezTo>
                <a:cubicBezTo>
                  <a:pt x="208" y="621"/>
                  <a:pt x="194" y="640"/>
                  <a:pt x="175" y="666"/>
                </a:cubicBezTo>
                <a:cubicBezTo>
                  <a:pt x="156" y="692"/>
                  <a:pt x="133" y="724"/>
                  <a:pt x="104" y="750"/>
                </a:cubicBezTo>
                <a:cubicBezTo>
                  <a:pt x="75" y="776"/>
                  <a:pt x="22" y="807"/>
                  <a:pt x="0" y="822"/>
                </a:cubicBez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dash"/>
            <a:round/>
          </a:ln>
        </p:spPr>
      </p:sp>
      <p:sp>
        <p:nvSpPr>
          <p:cNvPr id="1089160" name=""/>
          <p:cNvSpPr/>
          <p:nvPr/>
        </p:nvSpPr>
        <p:spPr>
          <a:xfrm rot="0">
            <a:off x="1474787" y="3741737"/>
            <a:ext cx="1738312" cy="0"/>
          </a:xfrm>
          <a:prstGeom prst="line"/>
          <a:solidFill>
            <a:srgbClr val="FFFFFF"/>
          </a:solidFill>
          <a:ln w="57150" cap="flat" cmpd="sng">
            <a:solidFill>
              <a:srgbClr val="CCFFFF">
                <a:alpha val="100000"/>
              </a:srgbClr>
            </a:solidFill>
            <a:prstDash val="solid"/>
            <a:round/>
          </a:ln>
        </p:spPr>
      </p:sp>
      <p:grpSp>
        <p:nvGrpSpPr>
          <p:cNvPr id="615" name=""/>
          <p:cNvGrpSpPr/>
          <p:nvPr/>
        </p:nvGrpSpPr>
        <p:grpSpPr>
          <a:xfrm rot="0">
            <a:off x="1946275" y="3344862"/>
            <a:ext cx="830262" cy="2643187"/>
            <a:chOff x="1497" y="1892"/>
            <a:chExt cx="523" cy="1665"/>
          </a:xfrm>
        </p:grpSpPr>
        <p:sp>
          <p:nvSpPr>
            <p:cNvPr id="1089161" name=""/>
            <p:cNvSpPr/>
            <p:nvPr/>
          </p:nvSpPr>
          <p:spPr>
            <a:xfrm rot="0">
              <a:off x="1497" y="1892"/>
              <a:ext cx="0" cy="1609"/>
            </a:xfrm>
            <a:custGeom>
              <a:avLst/>
              <a:ahLst/>
              <a:rect l="0" t="0" r="r" b="b"/>
              <a:pathLst>
                <a:path w="1" h="1609">
                  <a:moveTo>
                    <a:pt x="0" y="1609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9933FF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62" name=""/>
            <p:cNvSpPr/>
            <p:nvPr/>
          </p:nvSpPr>
          <p:spPr>
            <a:xfrm rot="0">
              <a:off x="2019" y="1934"/>
              <a:ext cx="0" cy="1623"/>
            </a:xfrm>
            <a:custGeom>
              <a:avLst/>
              <a:ahLst/>
              <a:rect l="0" t="0" r="r" b="b"/>
              <a:pathLst>
                <a:path w="1" h="1623">
                  <a:moveTo>
                    <a:pt x="0" y="1623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9933FF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616" name=""/>
          <p:cNvGrpSpPr/>
          <p:nvPr/>
        </p:nvGrpSpPr>
        <p:grpSpPr>
          <a:xfrm rot="0">
            <a:off x="1828800" y="5719762"/>
            <a:ext cx="1077912" cy="234950"/>
            <a:chOff x="1423" y="3388"/>
            <a:chExt cx="679" cy="148"/>
          </a:xfrm>
        </p:grpSpPr>
        <p:sp>
          <p:nvSpPr>
            <p:cNvPr id="1089163" name=""/>
            <p:cNvSpPr txBox="1"/>
            <p:nvPr/>
          </p:nvSpPr>
          <p:spPr>
            <a:xfrm rot="0">
              <a:off x="1423" y="3392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64" name=""/>
            <p:cNvSpPr txBox="1"/>
            <p:nvPr/>
          </p:nvSpPr>
          <p:spPr>
            <a:xfrm rot="0">
              <a:off x="1943" y="3388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grpSp>
        <p:nvGrpSpPr>
          <p:cNvPr id="617" name=""/>
          <p:cNvGrpSpPr/>
          <p:nvPr/>
        </p:nvGrpSpPr>
        <p:grpSpPr>
          <a:xfrm rot="0">
            <a:off x="4845050" y="3381375"/>
            <a:ext cx="1706562" cy="233362"/>
            <a:chOff x="3323" y="1915"/>
            <a:chExt cx="1075" cy="147"/>
          </a:xfrm>
        </p:grpSpPr>
        <p:sp>
          <p:nvSpPr>
            <p:cNvPr id="1089165" name=""/>
            <p:cNvSpPr txBox="1"/>
            <p:nvPr/>
          </p:nvSpPr>
          <p:spPr>
            <a:xfrm rot="0">
              <a:off x="3323" y="1918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66" name=""/>
            <p:cNvSpPr txBox="1"/>
            <p:nvPr/>
          </p:nvSpPr>
          <p:spPr>
            <a:xfrm rot="0">
              <a:off x="4239" y="1915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grpSp>
        <p:nvGrpSpPr>
          <p:cNvPr id="618" name=""/>
          <p:cNvGrpSpPr/>
          <p:nvPr/>
        </p:nvGrpSpPr>
        <p:grpSpPr>
          <a:xfrm rot="0">
            <a:off x="1817687" y="3382962"/>
            <a:ext cx="1096962" cy="244475"/>
            <a:chOff x="1416" y="1916"/>
            <a:chExt cx="691" cy="154"/>
          </a:xfrm>
        </p:grpSpPr>
        <p:sp>
          <p:nvSpPr>
            <p:cNvPr id="1089167" name=""/>
            <p:cNvSpPr txBox="1"/>
            <p:nvPr/>
          </p:nvSpPr>
          <p:spPr>
            <a:xfrm rot="0">
              <a:off x="1948" y="1926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68" name=""/>
            <p:cNvSpPr txBox="1"/>
            <p:nvPr/>
          </p:nvSpPr>
          <p:spPr>
            <a:xfrm rot="0">
              <a:off x="1416" y="1916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sp>
        <p:nvSpPr>
          <p:cNvPr id="1089169" name=""/>
          <p:cNvSpPr txBox="1"/>
          <p:nvPr/>
        </p:nvSpPr>
        <p:spPr>
          <a:xfrm rot="0">
            <a:off x="2241550" y="3227387"/>
            <a:ext cx="252412" cy="228600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sz="900" lang="en-US">
                <a:solidFill>
                  <a:srgbClr val="FF0066"/>
                </a:solidFill>
              </a:rPr>
              <a:t>●</a:t>
            </a:r>
          </a:p>
        </p:txBody>
      </p:sp>
      <p:grpSp>
        <p:nvGrpSpPr>
          <p:cNvPr id="619" name=""/>
          <p:cNvGrpSpPr/>
          <p:nvPr/>
        </p:nvGrpSpPr>
        <p:grpSpPr>
          <a:xfrm rot="0">
            <a:off x="1752600" y="2678112"/>
            <a:ext cx="252412" cy="3328987"/>
            <a:chOff x="1375" y="1451"/>
            <a:chExt cx="159" cy="2097"/>
          </a:xfrm>
        </p:grpSpPr>
        <p:sp>
          <p:nvSpPr>
            <p:cNvPr id="1089170" name=""/>
            <p:cNvSpPr/>
            <p:nvPr/>
          </p:nvSpPr>
          <p:spPr>
            <a:xfrm rot="0">
              <a:off x="1453" y="1470"/>
              <a:ext cx="1" cy="2078"/>
            </a:xfrm>
            <a:custGeom>
              <a:avLst/>
              <a:ahLst/>
              <a:rect l="0" t="0" r="r" b="b"/>
              <a:pathLst>
                <a:path w="1" h="2413">
                  <a:moveTo>
                    <a:pt x="0" y="2413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66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71" name=""/>
            <p:cNvSpPr txBox="1"/>
            <p:nvPr/>
          </p:nvSpPr>
          <p:spPr>
            <a:xfrm rot="0">
              <a:off x="1375" y="1451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grpSp>
        <p:nvGrpSpPr>
          <p:cNvPr id="620" name=""/>
          <p:cNvGrpSpPr/>
          <p:nvPr/>
        </p:nvGrpSpPr>
        <p:grpSpPr>
          <a:xfrm rot="0">
            <a:off x="2733675" y="2674937"/>
            <a:ext cx="252412" cy="3297237"/>
            <a:chOff x="1993" y="1442"/>
            <a:chExt cx="159" cy="2077"/>
          </a:xfrm>
        </p:grpSpPr>
        <p:sp>
          <p:nvSpPr>
            <p:cNvPr id="1089172" name=""/>
            <p:cNvSpPr/>
            <p:nvPr/>
          </p:nvSpPr>
          <p:spPr>
            <a:xfrm rot="0">
              <a:off x="2060" y="1442"/>
              <a:ext cx="1" cy="2077"/>
            </a:xfrm>
            <a:custGeom>
              <a:avLst/>
              <a:ahLst/>
              <a:rect l="0" t="0" r="r" b="b"/>
              <a:pathLst>
                <a:path w="1" h="2413">
                  <a:moveTo>
                    <a:pt x="0" y="2413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6633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73" name=""/>
            <p:cNvSpPr txBox="1"/>
            <p:nvPr/>
          </p:nvSpPr>
          <p:spPr>
            <a:xfrm rot="0">
              <a:off x="1993" y="1448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grpSp>
        <p:nvGrpSpPr>
          <p:cNvPr id="621" name=""/>
          <p:cNvGrpSpPr/>
          <p:nvPr/>
        </p:nvGrpSpPr>
        <p:grpSpPr>
          <a:xfrm rot="0">
            <a:off x="825500" y="3054350"/>
            <a:ext cx="5670550" cy="231775"/>
            <a:chOff x="791" y="1709"/>
            <a:chExt cx="3572" cy="146"/>
          </a:xfrm>
        </p:grpSpPr>
        <p:sp>
          <p:nvSpPr>
            <p:cNvPr id="1089174" name=""/>
            <p:cNvSpPr txBox="1"/>
            <p:nvPr/>
          </p:nvSpPr>
          <p:spPr>
            <a:xfrm rot="0">
              <a:off x="3414" y="1711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75" name=""/>
            <p:cNvSpPr txBox="1"/>
            <p:nvPr/>
          </p:nvSpPr>
          <p:spPr>
            <a:xfrm rot="0">
              <a:off x="4145" y="1709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76" name=""/>
            <p:cNvSpPr/>
            <p:nvPr/>
          </p:nvSpPr>
          <p:spPr>
            <a:xfrm rot="0">
              <a:off x="791" y="1779"/>
              <a:ext cx="3572" cy="0"/>
            </a:xfrm>
            <a:prstGeom prst="line"/>
            <a:solidFill>
              <a:srgbClr val="FFFFFF"/>
            </a:solidFill>
            <a:ln w="12700" cap="flat" cmpd="sng">
              <a:solidFill>
                <a:srgbClr val="996633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622" name=""/>
          <p:cNvGrpSpPr/>
          <p:nvPr/>
        </p:nvGrpSpPr>
        <p:grpSpPr>
          <a:xfrm rot="0">
            <a:off x="3792537" y="3165475"/>
            <a:ext cx="2479675" cy="2528887"/>
            <a:chOff x="2660" y="1779"/>
            <a:chExt cx="1562" cy="1593"/>
          </a:xfrm>
        </p:grpSpPr>
        <p:sp>
          <p:nvSpPr>
            <p:cNvPr id="1089177" name=""/>
            <p:cNvSpPr/>
            <p:nvPr/>
          </p:nvSpPr>
          <p:spPr>
            <a:xfrm rot="0">
              <a:off x="3869" y="1779"/>
              <a:ext cx="353" cy="0"/>
            </a:xfrm>
            <a:prstGeom prst="line"/>
            <a:solidFill>
              <a:srgbClr val="FFFFFF"/>
            </a:solidFill>
            <a:ln w="38100" cap="flat" cmpd="sng">
              <a:solidFill>
                <a:srgbClr val="996633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78" name=""/>
            <p:cNvSpPr/>
            <p:nvPr/>
          </p:nvSpPr>
          <p:spPr>
            <a:xfrm rot="16200000">
              <a:off x="2484" y="3195"/>
              <a:ext cx="353" cy="0"/>
            </a:xfrm>
            <a:prstGeom prst="line"/>
            <a:solidFill>
              <a:srgbClr val="FFFFFF"/>
            </a:solidFill>
            <a:ln w="38100" cap="flat" cmpd="sng">
              <a:solidFill>
                <a:srgbClr val="996633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179" name=""/>
          <p:cNvSpPr/>
          <p:nvPr/>
        </p:nvSpPr>
        <p:spPr>
          <a:xfrm rot="0" flipH="1">
            <a:off x="1162050" y="5719762"/>
            <a:ext cx="2689225" cy="0"/>
          </a:xfrm>
          <a:prstGeom prst="line"/>
          <a:solidFill>
            <a:srgbClr val="FFFFFF"/>
          </a:solidFill>
          <a:ln w="12700" cap="flat" cmpd="sng">
            <a:solidFill>
              <a:srgbClr val="996633">
                <a:alpha val="100000"/>
              </a:srgbClr>
            </a:solidFill>
            <a:prstDash val="solid"/>
            <a:round/>
          </a:ln>
        </p:spPr>
      </p:sp>
      <p:grpSp>
        <p:nvGrpSpPr>
          <p:cNvPr id="623" name=""/>
          <p:cNvGrpSpPr/>
          <p:nvPr/>
        </p:nvGrpSpPr>
        <p:grpSpPr>
          <a:xfrm rot="0">
            <a:off x="822325" y="2273300"/>
            <a:ext cx="5670550" cy="231775"/>
            <a:chOff x="791" y="1709"/>
            <a:chExt cx="3572" cy="146"/>
          </a:xfrm>
        </p:grpSpPr>
        <p:sp>
          <p:nvSpPr>
            <p:cNvPr id="1089180" name=""/>
            <p:cNvSpPr txBox="1"/>
            <p:nvPr/>
          </p:nvSpPr>
          <p:spPr>
            <a:xfrm rot="0">
              <a:off x="3414" y="1711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81" name=""/>
            <p:cNvSpPr txBox="1"/>
            <p:nvPr/>
          </p:nvSpPr>
          <p:spPr>
            <a:xfrm rot="0">
              <a:off x="4145" y="1709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82" name=""/>
            <p:cNvSpPr/>
            <p:nvPr/>
          </p:nvSpPr>
          <p:spPr>
            <a:xfrm rot="0">
              <a:off x="791" y="1779"/>
              <a:ext cx="3572" cy="0"/>
            </a:xfrm>
            <a:prstGeom prst="line"/>
            <a:solidFill>
              <a:srgbClr val="FFFFFF"/>
            </a:solidFill>
            <a:ln w="12700" cap="flat" cmpd="sng">
              <a:solidFill>
                <a:srgbClr val="996633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624" name=""/>
          <p:cNvGrpSpPr/>
          <p:nvPr/>
        </p:nvGrpSpPr>
        <p:grpSpPr>
          <a:xfrm rot="0">
            <a:off x="1658937" y="5594350"/>
            <a:ext cx="1412875" cy="233362"/>
            <a:chOff x="1316" y="3309"/>
            <a:chExt cx="890" cy="147"/>
          </a:xfrm>
        </p:grpSpPr>
        <p:sp>
          <p:nvSpPr>
            <p:cNvPr id="1089183" name=""/>
            <p:cNvSpPr txBox="1"/>
            <p:nvPr/>
          </p:nvSpPr>
          <p:spPr>
            <a:xfrm rot="0">
              <a:off x="1316" y="3312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84" name=""/>
            <p:cNvSpPr txBox="1"/>
            <p:nvPr/>
          </p:nvSpPr>
          <p:spPr>
            <a:xfrm rot="0">
              <a:off x="2047" y="3309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grpSp>
        <p:nvGrpSpPr>
          <p:cNvPr id="625" name=""/>
          <p:cNvGrpSpPr/>
          <p:nvPr/>
        </p:nvGrpSpPr>
        <p:grpSpPr>
          <a:xfrm rot="0">
            <a:off x="1641475" y="2268537"/>
            <a:ext cx="1427162" cy="3452812"/>
            <a:chOff x="1305" y="1214"/>
            <a:chExt cx="899" cy="2175"/>
          </a:xfrm>
        </p:grpSpPr>
        <p:sp>
          <p:nvSpPr>
            <p:cNvPr id="1089185" name=""/>
            <p:cNvSpPr txBox="1"/>
            <p:nvPr/>
          </p:nvSpPr>
          <p:spPr>
            <a:xfrm rot="0">
              <a:off x="2041" y="1709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86" name=""/>
            <p:cNvSpPr txBox="1"/>
            <p:nvPr/>
          </p:nvSpPr>
          <p:spPr>
            <a:xfrm rot="0">
              <a:off x="1305" y="1706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87" name=""/>
            <p:cNvSpPr/>
            <p:nvPr/>
          </p:nvSpPr>
          <p:spPr>
            <a:xfrm rot="0">
              <a:off x="1384" y="1214"/>
              <a:ext cx="0" cy="2175"/>
            </a:xfrm>
            <a:custGeom>
              <a:avLst/>
              <a:ahLst/>
              <a:rect l="0" t="0" r="r" b="b"/>
              <a:pathLst>
                <a:path w="1" h="2175">
                  <a:moveTo>
                    <a:pt x="0" y="2175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996633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88" name=""/>
            <p:cNvSpPr/>
            <p:nvPr/>
          </p:nvSpPr>
          <p:spPr>
            <a:xfrm rot="0">
              <a:off x="2118" y="1242"/>
              <a:ext cx="0" cy="2146"/>
            </a:xfrm>
            <a:custGeom>
              <a:avLst/>
              <a:ahLst/>
              <a:rect l="0" t="0" r="r" b="b"/>
              <a:pathLst>
                <a:path w="1" h="2146">
                  <a:moveTo>
                    <a:pt x="0" y="2146"/>
                  </a:moveTo>
                  <a:lnTo>
                    <a:pt x="0" y="0"/>
                  </a:lnTo>
                </a:path>
              </a:pathLst>
            </a:custGeom>
            <a:noFill/>
            <a:ln w="12700" cap="flat" cmpd="sng">
              <a:solidFill>
                <a:srgbClr val="996633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189" name=""/>
            <p:cNvSpPr txBox="1"/>
            <p:nvPr/>
          </p:nvSpPr>
          <p:spPr>
            <a:xfrm rot="0">
              <a:off x="1307" y="1224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  <p:sp>
          <p:nvSpPr>
            <p:cNvPr id="1089190" name=""/>
            <p:cNvSpPr txBox="1"/>
            <p:nvPr/>
          </p:nvSpPr>
          <p:spPr>
            <a:xfrm rot="0">
              <a:off x="2045" y="1221"/>
              <a:ext cx="159" cy="144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900" lang="en-US">
                  <a:solidFill>
                    <a:srgbClr val="FF0066"/>
                  </a:solidFill>
                </a:rPr>
                <a:t>●</a:t>
              </a:r>
            </a:p>
          </p:txBody>
        </p:sp>
      </p:grpSp>
      <p:sp>
        <p:nvSpPr>
          <p:cNvPr id="1089191" name=""/>
          <p:cNvSpPr/>
          <p:nvPr/>
        </p:nvSpPr>
        <p:spPr>
          <a:xfrm rot="0">
            <a:off x="2841625" y="2141537"/>
            <a:ext cx="390525" cy="1312862"/>
          </a:xfrm>
          <a:custGeom>
            <a:avLst/>
            <a:ahLst/>
            <a:rect l="0" t="0" r="r" b="b"/>
            <a:pathLst>
              <a:path w="246" h="827">
                <a:moveTo>
                  <a:pt x="246" y="0"/>
                </a:moveTo>
                <a:cubicBezTo>
                  <a:pt x="231" y="13"/>
                  <a:pt x="187" y="50"/>
                  <a:pt x="156" y="78"/>
                </a:cubicBezTo>
                <a:cubicBezTo>
                  <a:pt x="125" y="106"/>
                  <a:pt x="85" y="131"/>
                  <a:pt x="62" y="168"/>
                </a:cubicBezTo>
                <a:cubicBezTo>
                  <a:pt x="39" y="205"/>
                  <a:pt x="29" y="258"/>
                  <a:pt x="19" y="299"/>
                </a:cubicBezTo>
                <a:cubicBezTo>
                  <a:pt x="9" y="340"/>
                  <a:pt x="2" y="381"/>
                  <a:pt x="1" y="417"/>
                </a:cubicBezTo>
                <a:cubicBezTo>
                  <a:pt x="0" y="453"/>
                  <a:pt x="10" y="485"/>
                  <a:pt x="15" y="515"/>
                </a:cubicBezTo>
                <a:cubicBezTo>
                  <a:pt x="20" y="545"/>
                  <a:pt x="20" y="574"/>
                  <a:pt x="29" y="600"/>
                </a:cubicBezTo>
                <a:cubicBezTo>
                  <a:pt x="38" y="626"/>
                  <a:pt x="52" y="645"/>
                  <a:pt x="71" y="671"/>
                </a:cubicBezTo>
                <a:cubicBezTo>
                  <a:pt x="90" y="697"/>
                  <a:pt x="113" y="729"/>
                  <a:pt x="142" y="755"/>
                </a:cubicBezTo>
                <a:cubicBezTo>
                  <a:pt x="171" y="781"/>
                  <a:pt x="224" y="812"/>
                  <a:pt x="246" y="827"/>
                </a:cubicBezTo>
              </a:path>
            </a:pathLst>
          </a:custGeom>
          <a:noFill/>
          <a:ln w="12700" cap="flat" cmpd="sng">
            <a:solidFill>
              <a:schemeClr val="dk1">
                <a:alpha val="100000"/>
              </a:schemeClr>
            </a:solidFill>
            <a:prstDash val="dash"/>
            <a:round/>
          </a:ln>
        </p:spPr>
      </p:sp>
      <p:sp>
        <p:nvSpPr>
          <p:cNvPr id="1089192" name=""/>
          <p:cNvSpPr/>
          <p:nvPr/>
        </p:nvSpPr>
        <p:spPr>
          <a:xfrm rot="0">
            <a:off x="1497012" y="3341687"/>
            <a:ext cx="1727200" cy="406400"/>
          </a:xfrm>
          <a:custGeom>
            <a:avLst/>
            <a:ahLst/>
            <a:rect l="0" t="0" r="r" b="b"/>
            <a:pathLst>
              <a:path w="1088" h="256">
                <a:moveTo>
                  <a:pt x="0" y="241"/>
                </a:moveTo>
                <a:cubicBezTo>
                  <a:pt x="28" y="225"/>
                  <a:pt x="120" y="169"/>
                  <a:pt x="170" y="143"/>
                </a:cubicBezTo>
                <a:cubicBezTo>
                  <a:pt x="220" y="117"/>
                  <a:pt x="257" y="105"/>
                  <a:pt x="297" y="86"/>
                </a:cubicBezTo>
                <a:cubicBezTo>
                  <a:pt x="337" y="67"/>
                  <a:pt x="370" y="44"/>
                  <a:pt x="410" y="30"/>
                </a:cubicBezTo>
                <a:cubicBezTo>
                  <a:pt x="450" y="16"/>
                  <a:pt x="495" y="0"/>
                  <a:pt x="538" y="0"/>
                </a:cubicBezTo>
                <a:cubicBezTo>
                  <a:pt x="581" y="0"/>
                  <a:pt x="622" y="17"/>
                  <a:pt x="668" y="33"/>
                </a:cubicBezTo>
                <a:cubicBezTo>
                  <a:pt x="714" y="49"/>
                  <a:pt x="769" y="77"/>
                  <a:pt x="816" y="99"/>
                </a:cubicBezTo>
                <a:cubicBezTo>
                  <a:pt x="863" y="121"/>
                  <a:pt x="903" y="139"/>
                  <a:pt x="948" y="165"/>
                </a:cubicBezTo>
                <a:cubicBezTo>
                  <a:pt x="993" y="191"/>
                  <a:pt x="1059" y="237"/>
                  <a:pt x="1088" y="256"/>
                </a:cubicBezTo>
              </a:path>
            </a:pathLst>
          </a:custGeom>
          <a:noFill/>
          <a:ln w="38100" cap="flat" cmpd="sng">
            <a:solidFill>
              <a:schemeClr val="dk1">
                <a:alpha val="100000"/>
              </a:schemeClr>
            </a:solidFill>
            <a:prstDash val="solid"/>
            <a:round/>
          </a:ln>
        </p:spPr>
      </p:sp>
      <p:sp>
        <p:nvSpPr>
          <p:cNvPr id="1089193" name=""/>
          <p:cNvSpPr txBox="1"/>
          <p:nvPr/>
        </p:nvSpPr>
        <p:spPr>
          <a:xfrm rot="0">
            <a:off x="6791325" y="284162"/>
            <a:ext cx="1917700" cy="519112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zh-CN" lang="en-US"/>
              <a:t>◆</a:t>
            </a:r>
            <a:r>
              <a:rPr altLang="en-US" b="1" sz="2800" lang="zh-CN"/>
              <a:t>外形交线</a:t>
            </a:r>
          </a:p>
        </p:txBody>
      </p:sp>
      <p:sp>
        <p:nvSpPr>
          <p:cNvPr id="1089194" name=""/>
          <p:cNvSpPr txBox="1"/>
          <p:nvPr/>
        </p:nvSpPr>
        <p:spPr>
          <a:xfrm rot="0">
            <a:off x="6978650" y="758825"/>
            <a:ext cx="2022475" cy="457200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lang="zh-CN"/>
              <a:t>两外表面相贯</a:t>
            </a:r>
          </a:p>
        </p:txBody>
      </p:sp>
      <p:sp>
        <p:nvSpPr>
          <p:cNvPr id="1089195" name=""/>
          <p:cNvSpPr txBox="1"/>
          <p:nvPr/>
        </p:nvSpPr>
        <p:spPr>
          <a:xfrm rot="0">
            <a:off x="6975475" y="1296987"/>
            <a:ext cx="2168525" cy="822325"/>
          </a:xfrm>
          <a:prstGeom prst="rect"/>
          <a:noFill/>
          <a:ln>
            <a:noFill/>
          </a:ln>
        </p:spPr>
        <p:txBody>
          <a:bodyPr anchor="ctr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lang="zh-CN"/>
              <a:t>一内表面和一</a:t>
            </a:r>
          </a:p>
          <a:p>
            <a:pPr lvl="0"/>
            <a:r>
              <a:rPr altLang="en-US" b="1" lang="zh-CN"/>
              <a:t>外表面相贯</a:t>
            </a:r>
          </a:p>
        </p:txBody>
      </p:sp>
      <p:sp>
        <p:nvSpPr>
          <p:cNvPr id="1089196" name=""/>
          <p:cNvSpPr txBox="1"/>
          <p:nvPr/>
        </p:nvSpPr>
        <p:spPr>
          <a:xfrm rot="0">
            <a:off x="6975475" y="2424112"/>
            <a:ext cx="2006600" cy="519112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zh-CN" lang="en-US"/>
              <a:t>◆</a:t>
            </a:r>
            <a:r>
              <a:rPr altLang="en-US" b="1" sz="2800" lang="zh-CN"/>
              <a:t> 内形交线</a:t>
            </a:r>
          </a:p>
        </p:txBody>
      </p:sp>
      <p:sp>
        <p:nvSpPr>
          <p:cNvPr id="1089197" name=""/>
          <p:cNvSpPr txBox="1"/>
          <p:nvPr/>
        </p:nvSpPr>
        <p:spPr>
          <a:xfrm rot="0">
            <a:off x="6978650" y="3057525"/>
            <a:ext cx="2025650" cy="457200"/>
          </a:xfrm>
          <a:prstGeom prst="rect"/>
          <a:noFill/>
          <a:ln>
            <a:noFill/>
          </a:ln>
        </p:spPr>
        <p:txBody>
          <a:bodyPr anchor="ctr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lang="zh-CN"/>
              <a:t>两内表面相贯</a:t>
            </a:r>
          </a:p>
        </p:txBody>
      </p:sp>
      <p:pic>
        <p:nvPicPr>
          <p:cNvPr id="2097226" name=""/>
          <p:cNvPicPr>
            <a:picLocks/>
          </p:cNvPicPr>
          <p:nvPr/>
        </p:nvPicPr>
        <p:blipFill>
          <a:blip xmlns:r="http://schemas.openxmlformats.org/officeDocument/2006/relationships" r:embed="rId2"/>
          <a:srcRect l="0" t="0" r="0" b="0"/>
          <a:stretch>
            <a:fillRect/>
          </a:stretch>
        </p:blipFill>
        <p:spPr>
          <a:xfrm rot="0">
            <a:off x="6697662" y="4121150"/>
            <a:ext cx="2355850" cy="2036762"/>
          </a:xfrm>
          <a:prstGeom prst="rect"/>
          <a:noFill/>
          <a:ln>
            <a:noFill/>
          </a:ln>
        </p:spPr>
      </p:pic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"/>
                                        <p:tgtEl>
                                          <p:spTgt spid="1089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1089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1" nodeType="clickEffect" presetClass="entr" presetID="18" presetSubtype="3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dur="500" id="13"/>
                                        <p:tgtEl>
                                          <p:spTgt spid="1089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">
                      <p:stCondLst>
                        <p:cond delay="indefinite"/>
                      </p:stCondLst>
                      <p:childTnLst>
                        <p:par>
                          <p:cTn fill="hold" id="15">
                            <p:stCondLst>
                              <p:cond delay="0"/>
                            </p:stCondLst>
                            <p:childTnLst>
                              <p:par>
                                <p:cTn fill="hold" id="16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8"/>
                                        <p:tgtEl>
                                          <p:spTgt spid="1089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23"/>
                                        <p:tgtEl>
                                          <p:spTgt spid="1089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6" nodeType="clickEffect" presetClass="entr" presetID="1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dur="500" id="28"/>
                                        <p:tgtEl>
                                          <p:spTgt spid="1089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9">
                      <p:stCondLst>
                        <p:cond delay="indefinite"/>
                      </p:stCondLst>
                      <p:childTnLst>
                        <p:par>
                          <p:cTn fill="hold" id="30">
                            <p:stCondLst>
                              <p:cond delay="0"/>
                            </p:stCondLst>
                            <p:childTnLst>
                              <p:par>
                                <p:cTn fill="hold" id="31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33"/>
                                        <p:tgtEl>
                                          <p:spTgt spid="1089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4">
                      <p:stCondLst>
                        <p:cond delay="indefinite"/>
                      </p:stCondLst>
                      <p:childTnLst>
                        <p:par>
                          <p:cTn fill="hold" id="35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6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69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8"/>
                                        <p:tgtEl>
                                          <p:spTgt spid="1089169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9"/>
                                        <p:tgtEl>
                                          <p:spTgt spid="1089169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0">
                      <p:stCondLst>
                        <p:cond delay="indefinite"/>
                      </p:stCondLst>
                      <p:childTnLst>
                        <p:par>
                          <p:cTn fill="hold" id="41">
                            <p:stCondLst>
                              <p:cond delay="0"/>
                            </p:stCondLst>
                            <p:childTnLst>
                              <p:par>
                                <p:cTn fill="hold" id="42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44"/>
                                        <p:tgtEl>
                                          <p:spTgt spid="1089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5">
                      <p:stCondLst>
                        <p:cond delay="indefinite"/>
                      </p:stCondLst>
                      <p:childTnLst>
                        <p:par>
                          <p:cTn fill="hold" id="46">
                            <p:stCondLst>
                              <p:cond delay="0"/>
                            </p:stCondLst>
                            <p:childTnLst>
                              <p:par>
                                <p:cTn fill="hold" id="47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9"/>
                                        <p:tgtEl>
                                          <p:spTgt spid="6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0"/>
                                        <p:tgtEl>
                                          <p:spTgt spid="6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1">
                      <p:stCondLst>
                        <p:cond delay="indefinite"/>
                      </p:stCondLst>
                      <p:childTnLst>
                        <p:par>
                          <p:cTn fill="hold" id="52">
                            <p:stCondLst>
                              <p:cond delay="0"/>
                            </p:stCondLst>
                            <p:childTnLst>
                              <p:par>
                                <p:cTn fill="hold" id="53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5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id="54" masterRel="nextClick" presetSubtype="1"/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6">
                      <p:stCondLst>
                        <p:cond delay="indefinite"/>
                      </p:stCondLst>
                      <p:childTnLst>
                        <p:par>
                          <p:cTn fill="hold" id="57">
                            <p:stCondLst>
                              <p:cond delay="0"/>
                            </p:stCondLst>
                            <p:childTnLst>
                              <p:par>
                                <p:cTn fill="hold" id="58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60"/>
                                        <p:tgtEl>
                                          <p:spTgt spid="1089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1">
                      <p:stCondLst>
                        <p:cond delay="indefinite"/>
                      </p:stCondLst>
                      <p:childTnLst>
                        <p:par>
                          <p:cTn fill="hold" id="62">
                            <p:stCondLst>
                              <p:cond delay="0"/>
                            </p:stCondLst>
                            <p:childTnLst>
                              <p:par>
                                <p:cTn fill="hold" id="63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5"/>
                                        <p:tgtEl>
                                          <p:spTgt spid="6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6"/>
                                        <p:tgtEl>
                                          <p:spTgt spid="6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7">
                      <p:stCondLst>
                        <p:cond delay="indefinite"/>
                      </p:stCondLst>
                      <p:childTnLst>
                        <p:par>
                          <p:cTn fill="hold" id="68">
                            <p:stCondLst>
                              <p:cond delay="0"/>
                            </p:stCondLst>
                            <p:childTnLst>
                              <p:par>
                                <p:cTn fill="hold" id="69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71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2">
                      <p:stCondLst>
                        <p:cond delay="indefinite"/>
                      </p:stCondLst>
                      <p:childTnLst>
                        <p:par>
                          <p:cTn fill="hold" id="73">
                            <p:stCondLst>
                              <p:cond delay="0"/>
                            </p:stCondLst>
                            <p:childTnLst>
                              <p:par>
                                <p:cTn fill="hold" id="74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76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7">
                      <p:stCondLst>
                        <p:cond delay="indefinite"/>
                      </p:stCondLst>
                      <p:childTnLst>
                        <p:par>
                          <p:cTn fill="hold" id="78">
                            <p:stCondLst>
                              <p:cond delay="0"/>
                            </p:stCondLst>
                            <p:childTnLst>
                              <p:par>
                                <p:cTn fill="hold" id="79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81"/>
                                        <p:tgtEl>
                                          <p:spTgt spid="1089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2">
                      <p:stCondLst>
                        <p:cond delay="indefinite"/>
                      </p:stCondLst>
                      <p:childTnLst>
                        <p:par>
                          <p:cTn fill="hold" id="83">
                            <p:stCondLst>
                              <p:cond delay="0"/>
                            </p:stCondLst>
                            <p:childTnLst>
                              <p:par>
                                <p:cTn fill="hold" id="84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86"/>
                                        <p:tgtEl>
                                          <p:spTgt spid="1089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7">
                      <p:stCondLst>
                        <p:cond delay="indefinite"/>
                      </p:stCondLst>
                      <p:childTnLst>
                        <p:par>
                          <p:cTn fill="hold" id="8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89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1"/>
                                        <p:tgtEl>
                                          <p:spTgt spid="1089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2"/>
                                        <p:tgtEl>
                                          <p:spTgt spid="1089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3">
                      <p:stCondLst>
                        <p:cond delay="indefinite"/>
                      </p:stCondLst>
                      <p:childTnLst>
                        <p:par>
                          <p:cTn fill="hold" id="9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95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7"/>
                                        <p:tgtEl>
                                          <p:spTgt spid="1089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8"/>
                                        <p:tgtEl>
                                          <p:spTgt spid="1089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9">
                      <p:stCondLst>
                        <p:cond delay="indefinite"/>
                      </p:stCondLst>
                      <p:childTnLst>
                        <p:par>
                          <p:cTn fill="hold" id="100">
                            <p:stCondLst>
                              <p:cond delay="0"/>
                            </p:stCondLst>
                            <p:childTnLst>
                              <p:par>
                                <p:cTn fill="hold" id="101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03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4">
                      <p:stCondLst>
                        <p:cond delay="indefinite"/>
                      </p:stCondLst>
                      <p:childTnLst>
                        <p:par>
                          <p:cTn fill="hold" id="105">
                            <p:stCondLst>
                              <p:cond delay="0"/>
                            </p:stCondLst>
                            <p:childTnLst>
                              <p:par>
                                <p:cTn fill="hold" id="106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08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9">
                      <p:stCondLst>
                        <p:cond delay="indefinite"/>
                      </p:stCondLst>
                      <p:childTnLst>
                        <p:par>
                          <p:cTn fill="hold" id="110">
                            <p:stCondLst>
                              <p:cond delay="0"/>
                            </p:stCondLst>
                            <p:childTnLst>
                              <p:par>
                                <p:cTn fill="hold" id="111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13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4">
                      <p:stCondLst>
                        <p:cond delay="indefinite"/>
                      </p:stCondLst>
                      <p:childTnLst>
                        <p:par>
                          <p:cTn fill="hold" id="115">
                            <p:stCondLst>
                              <p:cond delay="0"/>
                            </p:stCondLst>
                            <p:childTnLst>
                              <p:par>
                                <p:cTn fill="hold" id="116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18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9">
                      <p:stCondLst>
                        <p:cond delay="indefinite"/>
                      </p:stCondLst>
                      <p:childTnLst>
                        <p:par>
                          <p:cTn fill="hold" id="120">
                            <p:stCondLst>
                              <p:cond delay="0"/>
                            </p:stCondLst>
                            <p:childTnLst>
                              <p:par>
                                <p:cTn fill="hold" id="121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3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id="122" masterRel="nextClick" presetSubtype="1"/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4">
                      <p:stCondLst>
                        <p:cond delay="indefinite"/>
                      </p:stCondLst>
                      <p:childTnLst>
                        <p:par>
                          <p:cTn fill="hold" id="125">
                            <p:stCondLst>
                              <p:cond delay="0"/>
                            </p:stCondLst>
                            <p:childTnLst>
                              <p:par>
                                <p:cTn fill="hold" id="126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128"/>
                                        <p:tgtEl>
                                          <p:spTgt spid="1089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9">
                      <p:stCondLst>
                        <p:cond delay="indefinite"/>
                      </p:stCondLst>
                      <p:childTnLst>
                        <p:par>
                          <p:cTn fill="hold" id="130">
                            <p:stCondLst>
                              <p:cond delay="0"/>
                            </p:stCondLst>
                            <p:childTnLst>
                              <p:par>
                                <p:cTn fill="hold" id="131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33"/>
                                        <p:tgtEl>
                                          <p:spTgt spid="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34"/>
                                        <p:tgtEl>
                                          <p:spTgt spid="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5">
                      <p:stCondLst>
                        <p:cond delay="indefinite"/>
                      </p:stCondLst>
                      <p:childTnLst>
                        <p:par>
                          <p:cTn fill="hold" id="136">
                            <p:stCondLst>
                              <p:cond delay="0"/>
                            </p:stCondLst>
                            <p:childTnLst>
                              <p:par>
                                <p:cTn fill="hold" id="137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39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0">
                      <p:stCondLst>
                        <p:cond delay="indefinite"/>
                      </p:stCondLst>
                      <p:childTnLst>
                        <p:par>
                          <p:cTn fill="hold" id="141">
                            <p:stCondLst>
                              <p:cond delay="0"/>
                            </p:stCondLst>
                            <p:childTnLst>
                              <p:par>
                                <p:cTn fill="hold" id="142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44"/>
                                        <p:tgtEl>
                                          <p:spTgt spid="1089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5">
                      <p:stCondLst>
                        <p:cond delay="indefinite"/>
                      </p:stCondLst>
                      <p:childTnLst>
                        <p:par>
                          <p:cTn fill="hold" id="146">
                            <p:stCondLst>
                              <p:cond delay="0"/>
                            </p:stCondLst>
                            <p:childTnLst>
                              <p:par>
                                <p:cTn fill="hold" id="147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49"/>
                                        <p:tgtEl>
                                          <p:spTgt spid="1089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9169" grpId="0" uiExpand="0" build="p" bldLvl="1"/>
      <p:bldP spid="1089193" grpId="0" uiExpand="0" build="whole"/>
      <p:bldP spid="1089194" grpId="0" uiExpand="0" build="whole"/>
      <p:bldP spid="1089195" grpId="0" uiExpand="0" build="whole"/>
      <p:bldP spid="1089196" grpId="0" uiExpand="0" build="whole"/>
      <p:bldP spid="1089197" grpId="0" uiExpand="0" build="whole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626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9198" name=""/>
          <p:cNvSpPr/>
          <p:nvPr/>
        </p:nvSpPr>
        <p:spPr>
          <a:xfrm rot="0">
            <a:off x="2362200" y="3232150"/>
            <a:ext cx="1773237" cy="1587"/>
          </a:xfrm>
          <a:custGeom>
            <a:avLst/>
            <a:ahLst/>
            <a:rect l="0" t="0" r="r" b="b"/>
            <a:pathLst>
              <a:path w="6702" h="0">
                <a:moveTo>
                  <a:pt x="0" y="0"/>
                </a:moveTo>
                <a:lnTo>
                  <a:pt x="6701" y="0"/>
                </a:lnTo>
                <a:lnTo>
                  <a:pt x="6702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199" name=""/>
          <p:cNvSpPr/>
          <p:nvPr/>
        </p:nvSpPr>
        <p:spPr>
          <a:xfrm rot="0">
            <a:off x="2693987" y="1901825"/>
            <a:ext cx="1587" cy="638175"/>
          </a:xfrm>
          <a:custGeom>
            <a:avLst/>
            <a:ahLst/>
            <a:rect l="0" t="0" r="r" b="b"/>
            <a:pathLst>
              <a:path w="1" h="2413">
                <a:moveTo>
                  <a:pt x="0" y="0"/>
                </a:moveTo>
                <a:lnTo>
                  <a:pt x="0" y="2413"/>
                </a:lnTo>
                <a:lnTo>
                  <a:pt x="1" y="241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0" name=""/>
          <p:cNvSpPr/>
          <p:nvPr/>
        </p:nvSpPr>
        <p:spPr>
          <a:xfrm rot="0">
            <a:off x="3802062" y="1901825"/>
            <a:ext cx="1587" cy="638175"/>
          </a:xfrm>
          <a:custGeom>
            <a:avLst/>
            <a:ahLst/>
            <a:rect l="0" t="0" r="r" b="b"/>
            <a:pathLst>
              <a:path w="1" h="2413">
                <a:moveTo>
                  <a:pt x="0" y="0"/>
                </a:moveTo>
                <a:lnTo>
                  <a:pt x="0" y="2413"/>
                </a:lnTo>
                <a:lnTo>
                  <a:pt x="1" y="241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1" name=""/>
          <p:cNvSpPr/>
          <p:nvPr/>
        </p:nvSpPr>
        <p:spPr>
          <a:xfrm rot="0">
            <a:off x="1697037" y="5367337"/>
            <a:ext cx="3184525" cy="1587"/>
          </a:xfrm>
          <a:custGeom>
            <a:avLst/>
            <a:ahLst/>
            <a:rect l="0" t="0" r="r" b="b"/>
            <a:pathLst>
              <a:path w="12040" h="0">
                <a:moveTo>
                  <a:pt x="0" y="0"/>
                </a:moveTo>
                <a:lnTo>
                  <a:pt x="12039" y="0"/>
                </a:lnTo>
                <a:lnTo>
                  <a:pt x="1204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2" name=""/>
          <p:cNvSpPr/>
          <p:nvPr/>
        </p:nvSpPr>
        <p:spPr>
          <a:xfrm rot="0">
            <a:off x="3248025" y="4424362"/>
            <a:ext cx="1587" cy="1912937"/>
          </a:xfrm>
          <a:custGeom>
            <a:avLst/>
            <a:ahLst/>
            <a:rect l="0" t="0" r="r" b="b"/>
            <a:pathLst>
              <a:path w="1" h="7232">
                <a:moveTo>
                  <a:pt x="0" y="0"/>
                </a:moveTo>
                <a:lnTo>
                  <a:pt x="0" y="7232"/>
                </a:lnTo>
                <a:lnTo>
                  <a:pt x="1" y="7232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3" name=""/>
          <p:cNvSpPr/>
          <p:nvPr/>
        </p:nvSpPr>
        <p:spPr>
          <a:xfrm rot="0">
            <a:off x="2362200" y="4591050"/>
            <a:ext cx="1587" cy="1552575"/>
          </a:xfrm>
          <a:custGeom>
            <a:avLst/>
            <a:ahLst/>
            <a:rect l="0" t="0" r="r" b="b"/>
            <a:pathLst>
              <a:path w="1" h="5868">
                <a:moveTo>
                  <a:pt x="0" y="0"/>
                </a:moveTo>
                <a:lnTo>
                  <a:pt x="0" y="5868"/>
                </a:lnTo>
                <a:lnTo>
                  <a:pt x="1" y="586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4" name=""/>
          <p:cNvSpPr/>
          <p:nvPr/>
        </p:nvSpPr>
        <p:spPr>
          <a:xfrm rot="0">
            <a:off x="4133850" y="4591050"/>
            <a:ext cx="1587" cy="1552575"/>
          </a:xfrm>
          <a:custGeom>
            <a:avLst/>
            <a:ahLst/>
            <a:rect l="0" t="0" r="r" b="b"/>
            <a:pathLst>
              <a:path w="1" h="5868">
                <a:moveTo>
                  <a:pt x="0" y="0"/>
                </a:moveTo>
                <a:lnTo>
                  <a:pt x="0" y="5868"/>
                </a:lnTo>
                <a:lnTo>
                  <a:pt x="1" y="5868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5" name=""/>
          <p:cNvSpPr/>
          <p:nvPr/>
        </p:nvSpPr>
        <p:spPr>
          <a:xfrm rot="0">
            <a:off x="3248025" y="1652587"/>
            <a:ext cx="1587" cy="1912937"/>
          </a:xfrm>
          <a:custGeom>
            <a:avLst/>
            <a:ahLst/>
            <a:rect l="0" t="0" r="r" b="b"/>
            <a:pathLst>
              <a:path w="1" h="7231">
                <a:moveTo>
                  <a:pt x="0" y="0"/>
                </a:moveTo>
                <a:lnTo>
                  <a:pt x="0" y="7231"/>
                </a:lnTo>
                <a:lnTo>
                  <a:pt x="1" y="7231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6" name=""/>
          <p:cNvSpPr/>
          <p:nvPr/>
        </p:nvSpPr>
        <p:spPr>
          <a:xfrm rot="0">
            <a:off x="5519737" y="1901825"/>
            <a:ext cx="1587" cy="442912"/>
          </a:xfrm>
          <a:custGeom>
            <a:avLst/>
            <a:ahLst/>
            <a:rect l="0" t="0" r="r" b="b"/>
            <a:pathLst>
              <a:path w="2" h="1677">
                <a:moveTo>
                  <a:pt x="0" y="0"/>
                </a:moveTo>
                <a:lnTo>
                  <a:pt x="0" y="1677"/>
                </a:lnTo>
                <a:lnTo>
                  <a:pt x="2" y="167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7" name=""/>
          <p:cNvSpPr/>
          <p:nvPr/>
        </p:nvSpPr>
        <p:spPr>
          <a:xfrm rot="0">
            <a:off x="6627812" y="1901825"/>
            <a:ext cx="1587" cy="442912"/>
          </a:xfrm>
          <a:custGeom>
            <a:avLst/>
            <a:ahLst/>
            <a:rect l="0" t="0" r="r" b="b"/>
            <a:pathLst>
              <a:path w="1" h="1677">
                <a:moveTo>
                  <a:pt x="0" y="0"/>
                </a:moveTo>
                <a:lnTo>
                  <a:pt x="0" y="1677"/>
                </a:lnTo>
                <a:lnTo>
                  <a:pt x="1" y="167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8" name=""/>
          <p:cNvSpPr/>
          <p:nvPr/>
        </p:nvSpPr>
        <p:spPr>
          <a:xfrm rot="0">
            <a:off x="5324475" y="2344737"/>
            <a:ext cx="195262" cy="1587"/>
          </a:xfrm>
          <a:custGeom>
            <a:avLst/>
            <a:ahLst/>
            <a:rect l="0" t="0" r="r" b="b"/>
            <a:pathLst>
              <a:path w="734" h="0">
                <a:moveTo>
                  <a:pt x="0" y="0"/>
                </a:moveTo>
                <a:lnTo>
                  <a:pt x="732" y="0"/>
                </a:lnTo>
                <a:lnTo>
                  <a:pt x="734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09" name=""/>
          <p:cNvSpPr/>
          <p:nvPr/>
        </p:nvSpPr>
        <p:spPr>
          <a:xfrm rot="0">
            <a:off x="6627812" y="2344737"/>
            <a:ext cx="220662" cy="1587"/>
          </a:xfrm>
          <a:custGeom>
            <a:avLst/>
            <a:ahLst/>
            <a:rect l="0" t="0" r="r" b="b"/>
            <a:pathLst>
              <a:path w="840" h="0">
                <a:moveTo>
                  <a:pt x="0" y="0"/>
                </a:moveTo>
                <a:lnTo>
                  <a:pt x="838" y="0"/>
                </a:lnTo>
                <a:lnTo>
                  <a:pt x="84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0" name=""/>
          <p:cNvSpPr/>
          <p:nvPr/>
        </p:nvSpPr>
        <p:spPr>
          <a:xfrm rot="0">
            <a:off x="5324475" y="3232150"/>
            <a:ext cx="1524000" cy="1587"/>
          </a:xfrm>
          <a:custGeom>
            <a:avLst/>
            <a:ahLst/>
            <a:rect l="0" t="0" r="r" b="b"/>
            <a:pathLst>
              <a:path w="5760" h="0">
                <a:moveTo>
                  <a:pt x="0" y="0"/>
                </a:moveTo>
                <a:lnTo>
                  <a:pt x="5758" y="0"/>
                </a:lnTo>
                <a:lnTo>
                  <a:pt x="576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1" name=""/>
          <p:cNvSpPr/>
          <p:nvPr/>
        </p:nvSpPr>
        <p:spPr>
          <a:xfrm rot="0">
            <a:off x="6848475" y="2017712"/>
            <a:ext cx="1587" cy="1214437"/>
          </a:xfrm>
          <a:custGeom>
            <a:avLst/>
            <a:ahLst/>
            <a:rect l="0" t="0" r="r" b="b"/>
            <a:pathLst>
              <a:path w="2" h="4592">
                <a:moveTo>
                  <a:pt x="0" y="4592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2" name=""/>
          <p:cNvSpPr/>
          <p:nvPr/>
        </p:nvSpPr>
        <p:spPr>
          <a:xfrm rot="0">
            <a:off x="6627812" y="1901825"/>
            <a:ext cx="220662" cy="115887"/>
          </a:xfrm>
          <a:custGeom>
            <a:avLst/>
            <a:ahLst/>
            <a:rect l="0" t="0" r="r" b="b"/>
            <a:pathLst>
              <a:path w="838" h="438">
                <a:moveTo>
                  <a:pt x="838" y="438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3" name=""/>
          <p:cNvSpPr/>
          <p:nvPr/>
        </p:nvSpPr>
        <p:spPr>
          <a:xfrm rot="0">
            <a:off x="5324475" y="1901825"/>
            <a:ext cx="195262" cy="98425"/>
          </a:xfrm>
          <a:custGeom>
            <a:avLst/>
            <a:ahLst/>
            <a:rect l="0" t="0" r="r" b="b"/>
            <a:pathLst>
              <a:path w="732" h="373">
                <a:moveTo>
                  <a:pt x="732" y="0"/>
                </a:moveTo>
                <a:lnTo>
                  <a:pt x="0" y="373"/>
                </a:lnTo>
                <a:lnTo>
                  <a:pt x="1" y="37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4" name=""/>
          <p:cNvSpPr/>
          <p:nvPr/>
        </p:nvSpPr>
        <p:spPr>
          <a:xfrm rot="0">
            <a:off x="5324475" y="2000250"/>
            <a:ext cx="1587" cy="1231900"/>
          </a:xfrm>
          <a:custGeom>
            <a:avLst/>
            <a:ahLst/>
            <a:rect l="0" t="0" r="r" b="b"/>
            <a:pathLst>
              <a:path w="1" h="4657">
                <a:moveTo>
                  <a:pt x="0" y="0"/>
                </a:moveTo>
                <a:lnTo>
                  <a:pt x="0" y="4657"/>
                </a:lnTo>
                <a:lnTo>
                  <a:pt x="1" y="465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5" name=""/>
          <p:cNvSpPr/>
          <p:nvPr/>
        </p:nvSpPr>
        <p:spPr>
          <a:xfrm rot="0">
            <a:off x="2693987" y="4813300"/>
            <a:ext cx="1108075" cy="554037"/>
          </a:xfrm>
          <a:custGeom>
            <a:avLst/>
            <a:ahLst/>
            <a:rect l="0" t="0" r="r" b="b"/>
            <a:pathLst>
              <a:path w="4187" h="2097">
                <a:moveTo>
                  <a:pt x="4187" y="2097"/>
                </a:moveTo>
                <a:lnTo>
                  <a:pt x="4085" y="1448"/>
                </a:lnTo>
                <a:lnTo>
                  <a:pt x="3787" y="864"/>
                </a:lnTo>
                <a:lnTo>
                  <a:pt x="3324" y="400"/>
                </a:lnTo>
                <a:lnTo>
                  <a:pt x="2741" y="103"/>
                </a:lnTo>
                <a:lnTo>
                  <a:pt x="2094" y="0"/>
                </a:lnTo>
                <a:lnTo>
                  <a:pt x="1447" y="103"/>
                </a:lnTo>
                <a:lnTo>
                  <a:pt x="863" y="400"/>
                </a:lnTo>
                <a:lnTo>
                  <a:pt x="400" y="864"/>
                </a:lnTo>
                <a:lnTo>
                  <a:pt x="103" y="1448"/>
                </a:lnTo>
                <a:lnTo>
                  <a:pt x="0" y="2097"/>
                </a:lnTo>
                <a:lnTo>
                  <a:pt x="1" y="2097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6" name=""/>
          <p:cNvSpPr/>
          <p:nvPr/>
        </p:nvSpPr>
        <p:spPr>
          <a:xfrm rot="0">
            <a:off x="2693987" y="5367337"/>
            <a:ext cx="1108075" cy="555625"/>
          </a:xfrm>
          <a:custGeom>
            <a:avLst/>
            <a:ahLst/>
            <a:rect l="0" t="0" r="r" b="b"/>
            <a:pathLst>
              <a:path w="4188" h="2095">
                <a:moveTo>
                  <a:pt x="0" y="0"/>
                </a:moveTo>
                <a:lnTo>
                  <a:pt x="103" y="647"/>
                </a:lnTo>
                <a:lnTo>
                  <a:pt x="400" y="1231"/>
                </a:lnTo>
                <a:lnTo>
                  <a:pt x="863" y="1695"/>
                </a:lnTo>
                <a:lnTo>
                  <a:pt x="1447" y="1993"/>
                </a:lnTo>
                <a:lnTo>
                  <a:pt x="2094" y="2095"/>
                </a:lnTo>
                <a:lnTo>
                  <a:pt x="2741" y="1993"/>
                </a:lnTo>
                <a:lnTo>
                  <a:pt x="3324" y="1695"/>
                </a:lnTo>
                <a:lnTo>
                  <a:pt x="3787" y="1231"/>
                </a:lnTo>
                <a:lnTo>
                  <a:pt x="4085" y="647"/>
                </a:lnTo>
                <a:lnTo>
                  <a:pt x="4187" y="0"/>
                </a:lnTo>
                <a:lnTo>
                  <a:pt x="4188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7" name=""/>
          <p:cNvSpPr/>
          <p:nvPr/>
        </p:nvSpPr>
        <p:spPr>
          <a:xfrm rot="0">
            <a:off x="2028825" y="4598987"/>
            <a:ext cx="2438400" cy="1587"/>
          </a:xfrm>
          <a:custGeom>
            <a:avLst/>
            <a:ahLst/>
            <a:rect l="0" t="0" r="r" b="b"/>
            <a:pathLst>
              <a:path w="9214" h="0">
                <a:moveTo>
                  <a:pt x="0" y="0"/>
                </a:moveTo>
                <a:lnTo>
                  <a:pt x="9213" y="0"/>
                </a:lnTo>
                <a:lnTo>
                  <a:pt x="9214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8" name=""/>
          <p:cNvSpPr/>
          <p:nvPr/>
        </p:nvSpPr>
        <p:spPr>
          <a:xfrm rot="0">
            <a:off x="4467225" y="4598987"/>
            <a:ext cx="220662" cy="1536700"/>
          </a:xfrm>
          <a:custGeom>
            <a:avLst/>
            <a:ahLst/>
            <a:rect l="0" t="0" r="r" b="b"/>
            <a:pathLst>
              <a:path w="838" h="5809">
                <a:moveTo>
                  <a:pt x="0" y="5809"/>
                </a:moveTo>
                <a:lnTo>
                  <a:pt x="459" y="4899"/>
                </a:lnTo>
                <a:lnTo>
                  <a:pt x="742" y="3920"/>
                </a:lnTo>
                <a:lnTo>
                  <a:pt x="838" y="2905"/>
                </a:lnTo>
                <a:lnTo>
                  <a:pt x="742" y="1889"/>
                </a:lnTo>
                <a:lnTo>
                  <a:pt x="459" y="909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19" name=""/>
          <p:cNvSpPr/>
          <p:nvPr/>
        </p:nvSpPr>
        <p:spPr>
          <a:xfrm rot="0">
            <a:off x="2028825" y="6135687"/>
            <a:ext cx="2438400" cy="1587"/>
          </a:xfrm>
          <a:custGeom>
            <a:avLst/>
            <a:ahLst/>
            <a:rect l="0" t="0" r="r" b="b"/>
            <a:pathLst>
              <a:path w="9213" h="0">
                <a:moveTo>
                  <a:pt x="9213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0" name=""/>
          <p:cNvSpPr/>
          <p:nvPr/>
        </p:nvSpPr>
        <p:spPr>
          <a:xfrm rot="0">
            <a:off x="1808162" y="4598987"/>
            <a:ext cx="220662" cy="1536700"/>
          </a:xfrm>
          <a:custGeom>
            <a:avLst/>
            <a:ahLst/>
            <a:rect l="0" t="0" r="r" b="b"/>
            <a:pathLst>
              <a:path w="838" h="5809">
                <a:moveTo>
                  <a:pt x="836" y="0"/>
                </a:moveTo>
                <a:lnTo>
                  <a:pt x="377" y="909"/>
                </a:lnTo>
                <a:lnTo>
                  <a:pt x="94" y="1889"/>
                </a:lnTo>
                <a:lnTo>
                  <a:pt x="0" y="2905"/>
                </a:lnTo>
                <a:lnTo>
                  <a:pt x="94" y="3920"/>
                </a:lnTo>
                <a:lnTo>
                  <a:pt x="377" y="4899"/>
                </a:lnTo>
                <a:lnTo>
                  <a:pt x="836" y="5809"/>
                </a:lnTo>
                <a:lnTo>
                  <a:pt x="838" y="5809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1" name=""/>
          <p:cNvSpPr/>
          <p:nvPr/>
        </p:nvSpPr>
        <p:spPr>
          <a:xfrm rot="0">
            <a:off x="4133850" y="3232150"/>
            <a:ext cx="555625" cy="1587"/>
          </a:xfrm>
          <a:custGeom>
            <a:avLst/>
            <a:ahLst/>
            <a:rect l="0" t="0" r="r" b="b"/>
            <a:pathLst>
              <a:path w="2095" h="0">
                <a:moveTo>
                  <a:pt x="0" y="0"/>
                </a:moveTo>
                <a:lnTo>
                  <a:pt x="2094" y="0"/>
                </a:lnTo>
                <a:lnTo>
                  <a:pt x="2095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2" name=""/>
          <p:cNvSpPr/>
          <p:nvPr/>
        </p:nvSpPr>
        <p:spPr>
          <a:xfrm rot="0">
            <a:off x="3802062" y="1901825"/>
            <a:ext cx="885825" cy="1330325"/>
          </a:xfrm>
          <a:custGeom>
            <a:avLst/>
            <a:ahLst/>
            <a:rect l="0" t="0" r="r" b="b"/>
            <a:pathLst>
              <a:path w="3351" h="5030">
                <a:moveTo>
                  <a:pt x="3351" y="5030"/>
                </a:moveTo>
                <a:lnTo>
                  <a:pt x="3246" y="3969"/>
                </a:lnTo>
                <a:lnTo>
                  <a:pt x="2938" y="2949"/>
                </a:lnTo>
                <a:lnTo>
                  <a:pt x="2436" y="2008"/>
                </a:lnTo>
                <a:lnTo>
                  <a:pt x="1761" y="1182"/>
                </a:lnTo>
                <a:lnTo>
                  <a:pt x="939" y="505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3" name=""/>
          <p:cNvSpPr/>
          <p:nvPr/>
        </p:nvSpPr>
        <p:spPr>
          <a:xfrm rot="0">
            <a:off x="1808162" y="1901825"/>
            <a:ext cx="885825" cy="1330325"/>
          </a:xfrm>
          <a:custGeom>
            <a:avLst/>
            <a:ahLst/>
            <a:rect l="0" t="0" r="r" b="b"/>
            <a:pathLst>
              <a:path w="3349" h="5030">
                <a:moveTo>
                  <a:pt x="3349" y="0"/>
                </a:moveTo>
                <a:lnTo>
                  <a:pt x="2411" y="505"/>
                </a:lnTo>
                <a:lnTo>
                  <a:pt x="1588" y="1182"/>
                </a:lnTo>
                <a:lnTo>
                  <a:pt x="913" y="2008"/>
                </a:lnTo>
                <a:lnTo>
                  <a:pt x="411" y="2949"/>
                </a:lnTo>
                <a:lnTo>
                  <a:pt x="103" y="3969"/>
                </a:lnTo>
                <a:lnTo>
                  <a:pt x="0" y="5030"/>
                </a:lnTo>
                <a:lnTo>
                  <a:pt x="1" y="503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4" name=""/>
          <p:cNvSpPr/>
          <p:nvPr/>
        </p:nvSpPr>
        <p:spPr>
          <a:xfrm rot="0">
            <a:off x="1808162" y="3232150"/>
            <a:ext cx="554037" cy="1587"/>
          </a:xfrm>
          <a:custGeom>
            <a:avLst/>
            <a:ahLst/>
            <a:rect l="0" t="0" r="r" b="b"/>
            <a:pathLst>
              <a:path w="2093" h="0">
                <a:moveTo>
                  <a:pt x="0" y="0"/>
                </a:moveTo>
                <a:lnTo>
                  <a:pt x="2092" y="0"/>
                </a:lnTo>
                <a:lnTo>
                  <a:pt x="2093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5" name=""/>
          <p:cNvSpPr/>
          <p:nvPr/>
        </p:nvSpPr>
        <p:spPr>
          <a:xfrm rot="0">
            <a:off x="2362200" y="2344737"/>
            <a:ext cx="1771650" cy="887412"/>
          </a:xfrm>
          <a:custGeom>
            <a:avLst/>
            <a:ahLst/>
            <a:rect l="0" t="0" r="r" b="b"/>
            <a:pathLst>
              <a:path w="6701" h="3353">
                <a:moveTo>
                  <a:pt x="6701" y="3353"/>
                </a:moveTo>
                <a:lnTo>
                  <a:pt x="6586" y="2485"/>
                </a:lnTo>
                <a:lnTo>
                  <a:pt x="6252" y="1677"/>
                </a:lnTo>
                <a:lnTo>
                  <a:pt x="5720" y="982"/>
                </a:lnTo>
                <a:lnTo>
                  <a:pt x="5026" y="449"/>
                </a:lnTo>
                <a:lnTo>
                  <a:pt x="4218" y="114"/>
                </a:lnTo>
                <a:lnTo>
                  <a:pt x="3351" y="0"/>
                </a:lnTo>
                <a:lnTo>
                  <a:pt x="2483" y="114"/>
                </a:lnTo>
                <a:lnTo>
                  <a:pt x="1675" y="449"/>
                </a:lnTo>
                <a:lnTo>
                  <a:pt x="982" y="982"/>
                </a:lnTo>
                <a:lnTo>
                  <a:pt x="449" y="1677"/>
                </a:lnTo>
                <a:lnTo>
                  <a:pt x="115" y="2485"/>
                </a:lnTo>
                <a:lnTo>
                  <a:pt x="0" y="3353"/>
                </a:lnTo>
                <a:lnTo>
                  <a:pt x="1" y="335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26" name=""/>
          <p:cNvSpPr txBox="1"/>
          <p:nvPr/>
        </p:nvSpPr>
        <p:spPr>
          <a:xfrm rot="0">
            <a:off x="1503362" y="501650"/>
            <a:ext cx="5680075" cy="466725"/>
          </a:xfrm>
          <a:prstGeom prst="rect"/>
          <a:solidFill>
            <a:srgbClr val="CCECFF"/>
          </a:solidFill>
          <a:ln w="9525" cap="sq" cmpd="sng">
            <a:solidFill>
              <a:schemeClr val="accen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lang="zh-CN"/>
              <a:t>试分析下列物体的三视图，并画全三视图</a:t>
            </a:r>
          </a:p>
        </p:txBody>
      </p:sp>
    </p:spTree>
  </p:cSld>
  <p:clrMapOvr>
    <a:masterClrMapping/>
  </p:clrMapOvr>
  <p:transition spd="fast" advClick="1"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62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9227" name=""/>
          <p:cNvSpPr/>
          <p:nvPr/>
        </p:nvSpPr>
        <p:spPr>
          <a:xfrm rot="0">
            <a:off x="1366837" y="2686050"/>
            <a:ext cx="1952625" cy="1587"/>
          </a:xfrm>
          <a:custGeom>
            <a:avLst/>
            <a:ahLst/>
            <a:rect l="0" t="0" r="r" b="b"/>
            <a:pathLst>
              <a:path w="6150" h="0">
                <a:moveTo>
                  <a:pt x="0" y="0"/>
                </a:moveTo>
                <a:lnTo>
                  <a:pt x="6148" y="0"/>
                </a:lnTo>
                <a:lnTo>
                  <a:pt x="6150" y="0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dashDot"/>
            <a:round/>
          </a:ln>
        </p:spPr>
      </p:sp>
      <p:sp>
        <p:nvSpPr>
          <p:cNvPr id="1089228" name=""/>
          <p:cNvSpPr/>
          <p:nvPr/>
        </p:nvSpPr>
        <p:spPr>
          <a:xfrm rot="0">
            <a:off x="1730375" y="1277937"/>
            <a:ext cx="52387" cy="755650"/>
          </a:xfrm>
          <a:custGeom>
            <a:avLst/>
            <a:ahLst/>
            <a:rect l="0" t="0" r="r" b="b"/>
            <a:pathLst>
              <a:path w="1" h="2213">
                <a:moveTo>
                  <a:pt x="0" y="0"/>
                </a:moveTo>
                <a:lnTo>
                  <a:pt x="0" y="2213"/>
                </a:lnTo>
                <a:lnTo>
                  <a:pt x="1" y="2213"/>
                </a:lnTo>
              </a:path>
            </a:pathLst>
          </a:custGeom>
          <a:noFill/>
          <a:ln w="28575" cap="flat" cmpd="sng">
            <a:solidFill>
              <a:srgbClr val="FF9900">
                <a:alpha val="100000"/>
              </a:srgbClr>
            </a:solidFill>
            <a:prstDash val="dash"/>
            <a:round/>
          </a:ln>
        </p:spPr>
      </p:sp>
      <p:sp>
        <p:nvSpPr>
          <p:cNvPr id="1089229" name=""/>
          <p:cNvSpPr/>
          <p:nvPr/>
        </p:nvSpPr>
        <p:spPr>
          <a:xfrm rot="0">
            <a:off x="2951162" y="1262062"/>
            <a:ext cx="74612" cy="771525"/>
          </a:xfrm>
          <a:custGeom>
            <a:avLst/>
            <a:ahLst/>
            <a:rect l="0" t="0" r="r" b="b"/>
            <a:pathLst>
              <a:path w="1" h="2213">
                <a:moveTo>
                  <a:pt x="0" y="0"/>
                </a:moveTo>
                <a:lnTo>
                  <a:pt x="0" y="2213"/>
                </a:lnTo>
                <a:lnTo>
                  <a:pt x="1" y="2213"/>
                </a:lnTo>
              </a:path>
            </a:pathLst>
          </a:custGeom>
          <a:noFill/>
          <a:ln w="28575" cap="flat" cmpd="sng">
            <a:solidFill>
              <a:srgbClr val="FF9900">
                <a:alpha val="100000"/>
              </a:srgbClr>
            </a:solidFill>
            <a:prstDash val="dash"/>
            <a:round/>
          </a:ln>
        </p:spPr>
      </p:sp>
      <p:sp>
        <p:nvSpPr>
          <p:cNvPr id="1089230" name=""/>
          <p:cNvSpPr/>
          <p:nvPr/>
        </p:nvSpPr>
        <p:spPr>
          <a:xfrm rot="0">
            <a:off x="2343150" y="946150"/>
            <a:ext cx="1587" cy="2106612"/>
          </a:xfrm>
          <a:custGeom>
            <a:avLst/>
            <a:ahLst/>
            <a:rect l="0" t="0" r="r" b="b"/>
            <a:pathLst>
              <a:path w="1" h="6633">
                <a:moveTo>
                  <a:pt x="0" y="0"/>
                </a:moveTo>
                <a:lnTo>
                  <a:pt x="0" y="6633"/>
                </a:lnTo>
                <a:lnTo>
                  <a:pt x="1" y="6633"/>
                </a:lnTo>
              </a:path>
            </a:pathLst>
          </a:custGeom>
          <a:noFill/>
          <a:ln w="0" cap="flat" cmpd="sng">
            <a:solidFill>
              <a:srgbClr val="000000">
                <a:alpha val="100000"/>
              </a:srgbClr>
            </a:solidFill>
            <a:prstDash val="dashDot"/>
            <a:round/>
          </a:ln>
        </p:spPr>
      </p:sp>
      <p:sp>
        <p:nvSpPr>
          <p:cNvPr id="1089231" name=""/>
          <p:cNvSpPr/>
          <p:nvPr/>
        </p:nvSpPr>
        <p:spPr>
          <a:xfrm rot="0">
            <a:off x="6064250" y="1709737"/>
            <a:ext cx="92075" cy="1587"/>
          </a:xfrm>
          <a:custGeom>
            <a:avLst/>
            <a:ahLst/>
            <a:rect l="0" t="0" r="r" b="b"/>
            <a:pathLst>
              <a:path w="290" h="0">
                <a:moveTo>
                  <a:pt x="0" y="0"/>
                </a:moveTo>
                <a:lnTo>
                  <a:pt x="289" y="0"/>
                </a:lnTo>
                <a:lnTo>
                  <a:pt x="290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sp>
        <p:nvSpPr>
          <p:cNvPr id="1089232" name=""/>
          <p:cNvSpPr/>
          <p:nvPr/>
        </p:nvSpPr>
        <p:spPr>
          <a:xfrm rot="0">
            <a:off x="4843462" y="1220787"/>
            <a:ext cx="1220787" cy="1587"/>
          </a:xfrm>
          <a:custGeom>
            <a:avLst/>
            <a:ahLst/>
            <a:rect l="0" t="0" r="r" b="b"/>
            <a:pathLst>
              <a:path w="3843" h="0">
                <a:moveTo>
                  <a:pt x="3843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 w="57150" cap="flat" cmpd="sng">
            <a:solidFill>
              <a:srgbClr val="FF9900">
                <a:alpha val="100000"/>
              </a:srgbClr>
            </a:solidFill>
            <a:prstDash val="solid"/>
            <a:round/>
          </a:ln>
        </p:spPr>
      </p:sp>
      <p:sp>
        <p:nvSpPr>
          <p:cNvPr id="1089233" name=""/>
          <p:cNvSpPr/>
          <p:nvPr/>
        </p:nvSpPr>
        <p:spPr>
          <a:xfrm rot="0">
            <a:off x="1000125" y="1343025"/>
            <a:ext cx="2684462" cy="1343025"/>
          </a:xfrm>
          <a:custGeom>
            <a:avLst/>
            <a:ahLst/>
            <a:rect l="0" t="0" r="r" b="b"/>
            <a:pathLst>
              <a:path w="8455" h="4231">
                <a:moveTo>
                  <a:pt x="8455" y="4231"/>
                </a:moveTo>
                <a:lnTo>
                  <a:pt x="8349" y="3289"/>
                </a:lnTo>
                <a:lnTo>
                  <a:pt x="8036" y="2395"/>
                </a:lnTo>
                <a:lnTo>
                  <a:pt x="7532" y="1593"/>
                </a:lnTo>
                <a:lnTo>
                  <a:pt x="6864" y="923"/>
                </a:lnTo>
                <a:lnTo>
                  <a:pt x="6062" y="419"/>
                </a:lnTo>
                <a:lnTo>
                  <a:pt x="5169" y="106"/>
                </a:lnTo>
                <a:lnTo>
                  <a:pt x="4228" y="0"/>
                </a:lnTo>
                <a:lnTo>
                  <a:pt x="3287" y="106"/>
                </a:lnTo>
                <a:lnTo>
                  <a:pt x="2393" y="419"/>
                </a:lnTo>
                <a:lnTo>
                  <a:pt x="1592" y="923"/>
                </a:lnTo>
                <a:lnTo>
                  <a:pt x="923" y="1593"/>
                </a:lnTo>
                <a:lnTo>
                  <a:pt x="419" y="2395"/>
                </a:lnTo>
                <a:lnTo>
                  <a:pt x="107" y="3289"/>
                </a:lnTo>
                <a:lnTo>
                  <a:pt x="0" y="4231"/>
                </a:lnTo>
                <a:lnTo>
                  <a:pt x="1" y="4231"/>
                </a:lnTo>
              </a:path>
            </a:pathLst>
          </a:custGeom>
          <a:noFill/>
          <a:ln w="57150" cap="flat" cmpd="sng">
            <a:solidFill>
              <a:schemeClr val="hlink">
                <a:alpha val="100000"/>
              </a:schemeClr>
            </a:solidFill>
            <a:prstDash val="solid"/>
            <a:round/>
          </a:ln>
        </p:spPr>
      </p:sp>
      <p:sp>
        <p:nvSpPr>
          <p:cNvPr id="1089234" name=""/>
          <p:cNvSpPr/>
          <p:nvPr/>
        </p:nvSpPr>
        <p:spPr>
          <a:xfrm rot="0">
            <a:off x="3317875" y="2695575"/>
            <a:ext cx="611187" cy="1587"/>
          </a:xfrm>
          <a:custGeom>
            <a:avLst/>
            <a:ahLst/>
            <a:rect l="0" t="0" r="r" b="b"/>
            <a:pathLst>
              <a:path w="1924" h="0">
                <a:moveTo>
                  <a:pt x="0" y="0"/>
                </a:moveTo>
                <a:lnTo>
                  <a:pt x="1923" y="0"/>
                </a:lnTo>
                <a:lnTo>
                  <a:pt x="1924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35" name=""/>
          <p:cNvSpPr/>
          <p:nvPr/>
        </p:nvSpPr>
        <p:spPr>
          <a:xfrm rot="0">
            <a:off x="1731962" y="1277937"/>
            <a:ext cx="1220787" cy="1587"/>
          </a:xfrm>
          <a:custGeom>
            <a:avLst/>
            <a:ahLst/>
            <a:rect l="0" t="0" r="r" b="b"/>
            <a:pathLst>
              <a:path w="3843" h="0">
                <a:moveTo>
                  <a:pt x="3843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 cap="flat" cmpd="sng">
            <a:solidFill>
              <a:srgbClr val="FF9900">
                <a:alpha val="100000"/>
              </a:srgbClr>
            </a:solidFill>
            <a:prstDash val="solid"/>
            <a:round/>
          </a:ln>
        </p:spPr>
      </p:sp>
      <p:sp>
        <p:nvSpPr>
          <p:cNvPr id="1089236" name=""/>
          <p:cNvSpPr/>
          <p:nvPr/>
        </p:nvSpPr>
        <p:spPr>
          <a:xfrm rot="0">
            <a:off x="755650" y="2695575"/>
            <a:ext cx="611187" cy="1587"/>
          </a:xfrm>
          <a:custGeom>
            <a:avLst/>
            <a:ahLst/>
            <a:rect l="0" t="0" r="r" b="b"/>
            <a:pathLst>
              <a:path w="1923" h="0">
                <a:moveTo>
                  <a:pt x="0" y="0"/>
                </a:moveTo>
                <a:lnTo>
                  <a:pt x="1922" y="0"/>
                </a:lnTo>
                <a:lnTo>
                  <a:pt x="1923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37" name=""/>
          <p:cNvSpPr/>
          <p:nvPr/>
        </p:nvSpPr>
        <p:spPr>
          <a:xfrm rot="0">
            <a:off x="633412" y="5062537"/>
            <a:ext cx="3506787" cy="1587"/>
          </a:xfrm>
          <a:custGeom>
            <a:avLst/>
            <a:ahLst/>
            <a:rect l="0" t="0" r="r" b="b"/>
            <a:pathLst>
              <a:path w="11049" h="0">
                <a:moveTo>
                  <a:pt x="0" y="0"/>
                </a:moveTo>
                <a:lnTo>
                  <a:pt x="11048" y="0"/>
                </a:lnTo>
                <a:lnTo>
                  <a:pt x="11049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dashDot"/>
            <a:round/>
          </a:ln>
        </p:spPr>
      </p:sp>
      <p:sp>
        <p:nvSpPr>
          <p:cNvPr id="1089238" name=""/>
          <p:cNvSpPr/>
          <p:nvPr/>
        </p:nvSpPr>
        <p:spPr>
          <a:xfrm rot="0">
            <a:off x="2341562" y="4024312"/>
            <a:ext cx="1587" cy="2106612"/>
          </a:xfrm>
          <a:custGeom>
            <a:avLst/>
            <a:ahLst/>
            <a:rect l="0" t="0" r="r" b="b"/>
            <a:pathLst>
              <a:path w="1" h="6634">
                <a:moveTo>
                  <a:pt x="0" y="0"/>
                </a:moveTo>
                <a:lnTo>
                  <a:pt x="0" y="6634"/>
                </a:lnTo>
                <a:lnTo>
                  <a:pt x="1" y="6634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dashDot"/>
            <a:round/>
          </a:ln>
        </p:spPr>
      </p:sp>
      <p:sp>
        <p:nvSpPr>
          <p:cNvPr id="1089239" name=""/>
          <p:cNvSpPr/>
          <p:nvPr/>
        </p:nvSpPr>
        <p:spPr>
          <a:xfrm rot="0">
            <a:off x="1365250" y="4206875"/>
            <a:ext cx="1587" cy="1709737"/>
          </a:xfrm>
          <a:custGeom>
            <a:avLst/>
            <a:ahLst/>
            <a:rect l="0" t="0" r="r" b="b"/>
            <a:pathLst>
              <a:path w="1" h="5384">
                <a:moveTo>
                  <a:pt x="0" y="0"/>
                </a:moveTo>
                <a:lnTo>
                  <a:pt x="0" y="5384"/>
                </a:lnTo>
                <a:lnTo>
                  <a:pt x="1" y="5384"/>
                </a:lnTo>
              </a:path>
            </a:pathLst>
          </a:custGeom>
          <a:noFill/>
          <a:ln w="28575" cap="flat" cmpd="sng">
            <a:solidFill>
              <a:schemeClr val="accent1">
                <a:alpha val="100000"/>
              </a:schemeClr>
            </a:solidFill>
            <a:prstDash val="dash"/>
            <a:round/>
          </a:ln>
        </p:spPr>
      </p:sp>
      <p:sp>
        <p:nvSpPr>
          <p:cNvPr id="1089240" name=""/>
          <p:cNvSpPr/>
          <p:nvPr/>
        </p:nvSpPr>
        <p:spPr>
          <a:xfrm rot="0">
            <a:off x="3316287" y="4206875"/>
            <a:ext cx="1587" cy="1709737"/>
          </a:xfrm>
          <a:custGeom>
            <a:avLst/>
            <a:ahLst/>
            <a:rect l="0" t="0" r="r" b="b"/>
            <a:pathLst>
              <a:path w="2" h="5384">
                <a:moveTo>
                  <a:pt x="0" y="0"/>
                </a:moveTo>
                <a:lnTo>
                  <a:pt x="0" y="5384"/>
                </a:lnTo>
                <a:lnTo>
                  <a:pt x="2" y="5384"/>
                </a:lnTo>
              </a:path>
            </a:pathLst>
          </a:custGeom>
          <a:noFill/>
          <a:ln w="28575" cap="flat" cmpd="sng">
            <a:solidFill>
              <a:schemeClr val="accent1">
                <a:alpha val="100000"/>
              </a:schemeClr>
            </a:solidFill>
            <a:prstDash val="dash"/>
            <a:round/>
          </a:ln>
        </p:spPr>
      </p:sp>
      <p:sp>
        <p:nvSpPr>
          <p:cNvPr id="1089241" name=""/>
          <p:cNvSpPr/>
          <p:nvPr/>
        </p:nvSpPr>
        <p:spPr>
          <a:xfrm rot="0">
            <a:off x="4841875" y="1233487"/>
            <a:ext cx="1587" cy="488950"/>
          </a:xfrm>
          <a:custGeom>
            <a:avLst/>
            <a:ahLst/>
            <a:rect l="0" t="0" r="r" b="b"/>
            <a:pathLst>
              <a:path w="2" h="1538">
                <a:moveTo>
                  <a:pt x="0" y="0"/>
                </a:moveTo>
                <a:lnTo>
                  <a:pt x="0" y="1538"/>
                </a:lnTo>
                <a:lnTo>
                  <a:pt x="2" y="1538"/>
                </a:lnTo>
              </a:path>
            </a:pathLst>
          </a:custGeom>
          <a:noFill/>
          <a:ln w="190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2" name=""/>
          <p:cNvSpPr/>
          <p:nvPr/>
        </p:nvSpPr>
        <p:spPr>
          <a:xfrm rot="0">
            <a:off x="6062662" y="1233487"/>
            <a:ext cx="1587" cy="488950"/>
          </a:xfrm>
          <a:custGeom>
            <a:avLst/>
            <a:ahLst/>
            <a:rect l="0" t="0" r="r" b="b"/>
            <a:pathLst>
              <a:path w="1" h="1538">
                <a:moveTo>
                  <a:pt x="0" y="0"/>
                </a:moveTo>
                <a:lnTo>
                  <a:pt x="0" y="1538"/>
                </a:lnTo>
                <a:lnTo>
                  <a:pt x="1" y="1538"/>
                </a:lnTo>
              </a:path>
            </a:pathLst>
          </a:custGeom>
          <a:noFill/>
          <a:ln w="1905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3" name=""/>
          <p:cNvSpPr/>
          <p:nvPr/>
        </p:nvSpPr>
        <p:spPr>
          <a:xfrm rot="0">
            <a:off x="4627562" y="2719387"/>
            <a:ext cx="1679575" cy="1587"/>
          </a:xfrm>
          <a:custGeom>
            <a:avLst/>
            <a:ahLst/>
            <a:rect l="0" t="0" r="r" b="b"/>
            <a:pathLst>
              <a:path w="5286" h="0">
                <a:moveTo>
                  <a:pt x="0" y="0"/>
                </a:moveTo>
                <a:lnTo>
                  <a:pt x="5285" y="0"/>
                </a:lnTo>
                <a:lnTo>
                  <a:pt x="5286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4" name=""/>
          <p:cNvSpPr/>
          <p:nvPr/>
        </p:nvSpPr>
        <p:spPr>
          <a:xfrm rot="0">
            <a:off x="6305550" y="1362075"/>
            <a:ext cx="1587" cy="1336675"/>
          </a:xfrm>
          <a:custGeom>
            <a:avLst/>
            <a:ahLst/>
            <a:rect l="0" t="0" r="r" b="b"/>
            <a:pathLst>
              <a:path w="1" h="4213">
                <a:moveTo>
                  <a:pt x="0" y="4213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5" name=""/>
          <p:cNvSpPr/>
          <p:nvPr/>
        </p:nvSpPr>
        <p:spPr>
          <a:xfrm rot="0">
            <a:off x="6062662" y="1212850"/>
            <a:ext cx="242887" cy="128587"/>
          </a:xfrm>
          <a:custGeom>
            <a:avLst/>
            <a:ahLst/>
            <a:rect l="0" t="0" r="r" b="b"/>
            <a:pathLst>
              <a:path w="769" h="402">
                <a:moveTo>
                  <a:pt x="769" y="402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6" name=""/>
          <p:cNvSpPr/>
          <p:nvPr/>
        </p:nvSpPr>
        <p:spPr>
          <a:xfrm rot="0">
            <a:off x="4627562" y="1212850"/>
            <a:ext cx="214312" cy="109537"/>
          </a:xfrm>
          <a:custGeom>
            <a:avLst/>
            <a:ahLst/>
            <a:rect l="0" t="0" r="r" b="b"/>
            <a:pathLst>
              <a:path w="673" h="342">
                <a:moveTo>
                  <a:pt x="673" y="0"/>
                </a:moveTo>
                <a:lnTo>
                  <a:pt x="0" y="342"/>
                </a:lnTo>
                <a:lnTo>
                  <a:pt x="2" y="342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7" name=""/>
          <p:cNvSpPr/>
          <p:nvPr/>
        </p:nvSpPr>
        <p:spPr>
          <a:xfrm rot="0">
            <a:off x="4627562" y="1355725"/>
            <a:ext cx="1587" cy="1355725"/>
          </a:xfrm>
          <a:custGeom>
            <a:avLst/>
            <a:ahLst/>
            <a:rect l="0" t="0" r="r" b="b"/>
            <a:pathLst>
              <a:path w="2" h="4273">
                <a:moveTo>
                  <a:pt x="0" y="0"/>
                </a:moveTo>
                <a:lnTo>
                  <a:pt x="0" y="4273"/>
                </a:lnTo>
                <a:lnTo>
                  <a:pt x="2" y="4273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8" name=""/>
          <p:cNvSpPr/>
          <p:nvPr/>
        </p:nvSpPr>
        <p:spPr>
          <a:xfrm rot="0">
            <a:off x="1730375" y="4451350"/>
            <a:ext cx="1220787" cy="611187"/>
          </a:xfrm>
          <a:custGeom>
            <a:avLst/>
            <a:ahLst/>
            <a:rect l="0" t="0" r="r" b="b"/>
            <a:pathLst>
              <a:path w="3843" h="1923">
                <a:moveTo>
                  <a:pt x="3843" y="1923"/>
                </a:moveTo>
                <a:lnTo>
                  <a:pt x="3749" y="1328"/>
                </a:lnTo>
                <a:lnTo>
                  <a:pt x="3477" y="792"/>
                </a:lnTo>
                <a:lnTo>
                  <a:pt x="3051" y="367"/>
                </a:lnTo>
                <a:lnTo>
                  <a:pt x="2515" y="93"/>
                </a:lnTo>
                <a:lnTo>
                  <a:pt x="1922" y="0"/>
                </a:lnTo>
                <a:lnTo>
                  <a:pt x="1328" y="93"/>
                </a:lnTo>
                <a:lnTo>
                  <a:pt x="792" y="367"/>
                </a:lnTo>
                <a:lnTo>
                  <a:pt x="367" y="792"/>
                </a:lnTo>
                <a:lnTo>
                  <a:pt x="94" y="1328"/>
                </a:lnTo>
                <a:lnTo>
                  <a:pt x="0" y="1923"/>
                </a:lnTo>
                <a:lnTo>
                  <a:pt x="1" y="1923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49" name=""/>
          <p:cNvSpPr/>
          <p:nvPr/>
        </p:nvSpPr>
        <p:spPr>
          <a:xfrm rot="0">
            <a:off x="1730375" y="5062537"/>
            <a:ext cx="1220787" cy="609600"/>
          </a:xfrm>
          <a:custGeom>
            <a:avLst/>
            <a:ahLst/>
            <a:rect l="0" t="0" r="r" b="b"/>
            <a:pathLst>
              <a:path w="3844" h="1922">
                <a:moveTo>
                  <a:pt x="0" y="0"/>
                </a:moveTo>
                <a:lnTo>
                  <a:pt x="94" y="594"/>
                </a:lnTo>
                <a:lnTo>
                  <a:pt x="367" y="1129"/>
                </a:lnTo>
                <a:lnTo>
                  <a:pt x="792" y="1556"/>
                </a:lnTo>
                <a:lnTo>
                  <a:pt x="1328" y="1828"/>
                </a:lnTo>
                <a:lnTo>
                  <a:pt x="1922" y="1922"/>
                </a:lnTo>
                <a:lnTo>
                  <a:pt x="2515" y="1828"/>
                </a:lnTo>
                <a:lnTo>
                  <a:pt x="3051" y="1556"/>
                </a:lnTo>
                <a:lnTo>
                  <a:pt x="3477" y="1129"/>
                </a:lnTo>
                <a:lnTo>
                  <a:pt x="3749" y="594"/>
                </a:lnTo>
                <a:lnTo>
                  <a:pt x="3843" y="0"/>
                </a:lnTo>
                <a:lnTo>
                  <a:pt x="3844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0" name=""/>
          <p:cNvSpPr/>
          <p:nvPr/>
        </p:nvSpPr>
        <p:spPr>
          <a:xfrm rot="0">
            <a:off x="998537" y="4216400"/>
            <a:ext cx="2684462" cy="1587"/>
          </a:xfrm>
          <a:custGeom>
            <a:avLst/>
            <a:ahLst/>
            <a:rect l="0" t="0" r="r" b="b"/>
            <a:pathLst>
              <a:path w="8456" h="0">
                <a:moveTo>
                  <a:pt x="0" y="0"/>
                </a:moveTo>
                <a:lnTo>
                  <a:pt x="8455" y="0"/>
                </a:lnTo>
                <a:lnTo>
                  <a:pt x="8456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1" name=""/>
          <p:cNvSpPr/>
          <p:nvPr/>
        </p:nvSpPr>
        <p:spPr>
          <a:xfrm rot="0">
            <a:off x="3683000" y="4216400"/>
            <a:ext cx="233362" cy="1692275"/>
          </a:xfrm>
          <a:custGeom>
            <a:avLst/>
            <a:ahLst/>
            <a:rect l="0" t="0" r="r" b="b"/>
            <a:pathLst>
              <a:path w="737" h="5329">
                <a:moveTo>
                  <a:pt x="0" y="5329"/>
                </a:moveTo>
                <a:lnTo>
                  <a:pt x="487" y="4319"/>
                </a:lnTo>
                <a:lnTo>
                  <a:pt x="737" y="3226"/>
                </a:lnTo>
                <a:lnTo>
                  <a:pt x="737" y="2104"/>
                </a:lnTo>
                <a:lnTo>
                  <a:pt x="487" y="101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2" name=""/>
          <p:cNvSpPr/>
          <p:nvPr/>
        </p:nvSpPr>
        <p:spPr>
          <a:xfrm rot="0">
            <a:off x="998537" y="5908675"/>
            <a:ext cx="2684462" cy="1587"/>
          </a:xfrm>
          <a:custGeom>
            <a:avLst/>
            <a:ahLst/>
            <a:rect l="0" t="0" r="r" b="b"/>
            <a:pathLst>
              <a:path w="8455" h="0">
                <a:moveTo>
                  <a:pt x="8455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3" name=""/>
          <p:cNvSpPr/>
          <p:nvPr/>
        </p:nvSpPr>
        <p:spPr>
          <a:xfrm rot="0">
            <a:off x="765175" y="4224337"/>
            <a:ext cx="233362" cy="1692275"/>
          </a:xfrm>
          <a:custGeom>
            <a:avLst/>
            <a:ahLst/>
            <a:rect l="0" t="0" r="r" b="b"/>
            <a:pathLst>
              <a:path w="738" h="5329">
                <a:moveTo>
                  <a:pt x="737" y="0"/>
                </a:moveTo>
                <a:lnTo>
                  <a:pt x="250" y="1011"/>
                </a:lnTo>
                <a:lnTo>
                  <a:pt x="0" y="2104"/>
                </a:lnTo>
                <a:lnTo>
                  <a:pt x="0" y="3226"/>
                </a:lnTo>
                <a:lnTo>
                  <a:pt x="250" y="4319"/>
                </a:lnTo>
                <a:lnTo>
                  <a:pt x="737" y="5329"/>
                </a:lnTo>
                <a:lnTo>
                  <a:pt x="738" y="5329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4" name=""/>
          <p:cNvSpPr/>
          <p:nvPr/>
        </p:nvSpPr>
        <p:spPr>
          <a:xfrm rot="0">
            <a:off x="2951162" y="1254125"/>
            <a:ext cx="976312" cy="1465262"/>
          </a:xfrm>
          <a:custGeom>
            <a:avLst/>
            <a:ahLst/>
            <a:rect l="0" t="0" r="r" b="b"/>
            <a:pathLst>
              <a:path w="3075" h="4615">
                <a:moveTo>
                  <a:pt x="3075" y="4615"/>
                </a:moveTo>
                <a:lnTo>
                  <a:pt x="2937" y="3449"/>
                </a:lnTo>
                <a:lnTo>
                  <a:pt x="2532" y="2349"/>
                </a:lnTo>
                <a:lnTo>
                  <a:pt x="1882" y="1372"/>
                </a:lnTo>
                <a:lnTo>
                  <a:pt x="1022" y="575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5" name=""/>
          <p:cNvSpPr/>
          <p:nvPr/>
        </p:nvSpPr>
        <p:spPr>
          <a:xfrm rot="0">
            <a:off x="754062" y="1254125"/>
            <a:ext cx="976312" cy="1465262"/>
          </a:xfrm>
          <a:custGeom>
            <a:avLst/>
            <a:ahLst/>
            <a:rect l="0" t="0" r="r" b="b"/>
            <a:pathLst>
              <a:path w="3075" h="4615">
                <a:moveTo>
                  <a:pt x="3075" y="0"/>
                </a:moveTo>
                <a:lnTo>
                  <a:pt x="2053" y="575"/>
                </a:lnTo>
                <a:lnTo>
                  <a:pt x="1193" y="1372"/>
                </a:lnTo>
                <a:lnTo>
                  <a:pt x="543" y="2349"/>
                </a:lnTo>
                <a:lnTo>
                  <a:pt x="138" y="3449"/>
                </a:lnTo>
                <a:lnTo>
                  <a:pt x="0" y="4615"/>
                </a:lnTo>
                <a:lnTo>
                  <a:pt x="1" y="4615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56" name=""/>
          <p:cNvSpPr/>
          <p:nvPr/>
        </p:nvSpPr>
        <p:spPr>
          <a:xfrm rot="0">
            <a:off x="1365250" y="1743075"/>
            <a:ext cx="1951037" cy="976312"/>
          </a:xfrm>
          <a:custGeom>
            <a:avLst/>
            <a:ahLst/>
            <a:rect l="0" t="0" r="r" b="b"/>
            <a:pathLst>
              <a:path w="6148" h="3077">
                <a:moveTo>
                  <a:pt x="6148" y="3077"/>
                </a:moveTo>
                <a:lnTo>
                  <a:pt x="6044" y="2280"/>
                </a:lnTo>
                <a:lnTo>
                  <a:pt x="5737" y="1538"/>
                </a:lnTo>
                <a:lnTo>
                  <a:pt x="5248" y="902"/>
                </a:lnTo>
                <a:lnTo>
                  <a:pt x="4611" y="412"/>
                </a:lnTo>
                <a:lnTo>
                  <a:pt x="3871" y="104"/>
                </a:lnTo>
                <a:lnTo>
                  <a:pt x="3075" y="0"/>
                </a:lnTo>
                <a:lnTo>
                  <a:pt x="2278" y="104"/>
                </a:lnTo>
                <a:lnTo>
                  <a:pt x="1538" y="412"/>
                </a:lnTo>
                <a:lnTo>
                  <a:pt x="901" y="902"/>
                </a:lnTo>
                <a:lnTo>
                  <a:pt x="413" y="1538"/>
                </a:lnTo>
                <a:lnTo>
                  <a:pt x="105" y="2280"/>
                </a:lnTo>
                <a:lnTo>
                  <a:pt x="0" y="3077"/>
                </a:lnTo>
                <a:lnTo>
                  <a:pt x="1" y="3077"/>
                </a:lnTo>
              </a:path>
            </a:pathLst>
          </a:custGeom>
          <a:noFill/>
          <a:ln w="38100" cap="flat" cmpd="sng">
            <a:solidFill>
              <a:schemeClr val="accent1">
                <a:alpha val="100000"/>
              </a:schemeClr>
            </a:solidFill>
            <a:prstDash val="solid"/>
            <a:round/>
          </a:ln>
        </p:spPr>
      </p:sp>
      <p:sp>
        <p:nvSpPr>
          <p:cNvPr id="1089257" name=""/>
          <p:cNvSpPr/>
          <p:nvPr/>
        </p:nvSpPr>
        <p:spPr>
          <a:xfrm rot="0">
            <a:off x="4843462" y="1709737"/>
            <a:ext cx="1220787" cy="271462"/>
          </a:xfrm>
          <a:custGeom>
            <a:avLst/>
            <a:ahLst/>
            <a:rect l="0" t="0" r="r" b="b"/>
            <a:pathLst>
              <a:path w="3844" h="578">
                <a:moveTo>
                  <a:pt x="0" y="0"/>
                </a:moveTo>
                <a:lnTo>
                  <a:pt x="919" y="430"/>
                </a:lnTo>
                <a:lnTo>
                  <a:pt x="1922" y="578"/>
                </a:lnTo>
                <a:lnTo>
                  <a:pt x="2925" y="430"/>
                </a:lnTo>
                <a:lnTo>
                  <a:pt x="3843" y="0"/>
                </a:lnTo>
                <a:lnTo>
                  <a:pt x="3844" y="0"/>
                </a:lnTo>
              </a:path>
            </a:pathLst>
          </a:custGeom>
          <a:noFill/>
          <a:ln w="38100" cap="flat" cmpd="sng">
            <a:solidFill>
              <a:schemeClr val="dk2">
                <a:alpha val="100000"/>
              </a:schemeClr>
            </a:solidFill>
            <a:prstDash val="dash"/>
            <a:round/>
          </a:ln>
        </p:spPr>
      </p:sp>
      <p:sp>
        <p:nvSpPr>
          <p:cNvPr id="1089258" name=""/>
          <p:cNvSpPr/>
          <p:nvPr/>
        </p:nvSpPr>
        <p:spPr>
          <a:xfrm rot="0">
            <a:off x="4751387" y="1709737"/>
            <a:ext cx="92075" cy="1587"/>
          </a:xfrm>
          <a:custGeom>
            <a:avLst/>
            <a:ahLst/>
            <a:rect l="0" t="0" r="r" b="b"/>
            <a:pathLst>
              <a:path w="290" h="0">
                <a:moveTo>
                  <a:pt x="0" y="0"/>
                </a:moveTo>
                <a:lnTo>
                  <a:pt x="288" y="0"/>
                </a:lnTo>
                <a:lnTo>
                  <a:pt x="290" y="0"/>
                </a:lnTo>
              </a:path>
            </a:pathLst>
          </a:custGeom>
          <a:noFill/>
          <a:ln w="0" cap="flat" cmpd="sng">
            <a:solidFill>
              <a:srgbClr val="0000FF">
                <a:alpha val="100000"/>
              </a:srgbClr>
            </a:solidFill>
            <a:prstDash val="solid"/>
            <a:round/>
          </a:ln>
        </p:spPr>
      </p:sp>
      <p:grpSp>
        <p:nvGrpSpPr>
          <p:cNvPr id="628" name=""/>
          <p:cNvGrpSpPr/>
          <p:nvPr/>
        </p:nvGrpSpPr>
        <p:grpSpPr>
          <a:xfrm rot="0">
            <a:off x="4627562" y="1701800"/>
            <a:ext cx="1681162" cy="9525"/>
            <a:chOff x="2915" y="1072"/>
            <a:chExt cx="1059" cy="6"/>
          </a:xfrm>
        </p:grpSpPr>
        <p:sp>
          <p:nvSpPr>
            <p:cNvPr id="1089259" name=""/>
            <p:cNvSpPr/>
            <p:nvPr/>
          </p:nvSpPr>
          <p:spPr>
            <a:xfrm rot="0">
              <a:off x="2915" y="1072"/>
              <a:ext cx="58" cy="1"/>
            </a:xfrm>
            <a:custGeom>
              <a:avLst/>
              <a:ahLst/>
              <a:rect l="0" t="0" r="r" b="b"/>
              <a:pathLst>
                <a:path w="290" h="0">
                  <a:moveTo>
                    <a:pt x="0" y="0"/>
                  </a:moveTo>
                  <a:lnTo>
                    <a:pt x="289" y="0"/>
                  </a:lnTo>
                  <a:lnTo>
                    <a:pt x="290" y="0"/>
                  </a:lnTo>
                </a:path>
              </a:pathLst>
            </a:custGeom>
            <a:noFill/>
            <a:ln w="28575" cap="flat" cmpd="sng">
              <a:solidFill>
                <a:schemeClr val="accent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260" name=""/>
            <p:cNvSpPr/>
            <p:nvPr/>
          </p:nvSpPr>
          <p:spPr>
            <a:xfrm rot="0">
              <a:off x="3897" y="1077"/>
              <a:ext cx="77" cy="1"/>
            </a:xfrm>
            <a:custGeom>
              <a:avLst/>
              <a:ahLst/>
              <a:rect l="0" t="0" r="r" b="b"/>
              <a:pathLst>
                <a:path w="385" h="0">
                  <a:moveTo>
                    <a:pt x="0" y="0"/>
                  </a:moveTo>
                  <a:lnTo>
                    <a:pt x="384" y="0"/>
                  </a:lnTo>
                  <a:lnTo>
                    <a:pt x="385" y="0"/>
                  </a:lnTo>
                </a:path>
              </a:pathLst>
            </a:custGeom>
            <a:noFill/>
            <a:ln w="28575" cap="flat" cmpd="sng">
              <a:solidFill>
                <a:schemeClr val="accent1">
                  <a:alpha val="100000"/>
                </a:schemeClr>
              </a:solidFill>
              <a:prstDash val="solid"/>
              <a:round/>
            </a:ln>
          </p:spPr>
        </p:sp>
      </p:grpSp>
      <p:sp>
        <p:nvSpPr>
          <p:cNvPr id="1089261" name=""/>
          <p:cNvSpPr/>
          <p:nvPr/>
        </p:nvSpPr>
        <p:spPr>
          <a:xfrm rot="0">
            <a:off x="6540500" y="1057275"/>
            <a:ext cx="2330450" cy="976312"/>
          </a:xfrm>
          <a:prstGeom prst="wedgeEllipseCallout">
            <a:avLst>
              <a:gd name="adj1" fmla="val -63009"/>
              <a:gd name="adj2" fmla="val -28861"/>
            </a:avLst>
          </a:prstGeom>
          <a:solidFill>
            <a:srgbClr val="FF99CC"/>
          </a:solidFill>
          <a:ln w="9525" cap="sq" cmpd="sng">
            <a:solidFill>
              <a:schemeClr val="hlink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lang="en-US"/>
              <a:t>1</a:t>
            </a:r>
            <a:r>
              <a:rPr altLang="en-US" lang="zh-CN"/>
              <a:t>、球体被平面</a:t>
            </a:r>
          </a:p>
          <a:p>
            <a:pPr algn="ctr" lvl="0"/>
            <a:r>
              <a:rPr altLang="en-US" lang="zh-CN"/>
              <a:t>截交产生截交圆</a:t>
            </a:r>
          </a:p>
        </p:txBody>
      </p:sp>
      <p:sp>
        <p:nvSpPr>
          <p:cNvPr id="1089262" name=""/>
          <p:cNvSpPr/>
          <p:nvPr/>
        </p:nvSpPr>
        <p:spPr>
          <a:xfrm rot="0" flipH="1">
            <a:off x="6307137" y="1349375"/>
            <a:ext cx="1587" cy="1357312"/>
          </a:xfrm>
          <a:prstGeom prst="line"/>
          <a:noFill/>
          <a:ln w="57150" cap="sq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9263" name=""/>
          <p:cNvSpPr/>
          <p:nvPr/>
        </p:nvSpPr>
        <p:spPr>
          <a:xfrm rot="0">
            <a:off x="1000125" y="5916612"/>
            <a:ext cx="2684462" cy="7937"/>
          </a:xfrm>
          <a:prstGeom prst="line"/>
          <a:noFill/>
          <a:ln w="57150" cap="sq" cmpd="sng">
            <a:solidFill>
              <a:srgbClr val="FF3300">
                <a:alpha val="100000"/>
              </a:srgbClr>
            </a:solidFill>
            <a:prstDash val="solid"/>
            <a:round/>
          </a:ln>
        </p:spPr>
      </p:sp>
      <p:sp>
        <p:nvSpPr>
          <p:cNvPr id="1089264" name=""/>
          <p:cNvSpPr/>
          <p:nvPr/>
        </p:nvSpPr>
        <p:spPr>
          <a:xfrm rot="0">
            <a:off x="4140200" y="4451350"/>
            <a:ext cx="2400300" cy="2144712"/>
          </a:xfrm>
          <a:prstGeom prst="wedgeEllipseCallout">
            <a:avLst>
              <a:gd name="adj1" fmla="val -99866"/>
              <a:gd name="adj2" fmla="val -16023"/>
            </a:avLst>
          </a:prstGeom>
          <a:solidFill>
            <a:srgbClr val="FFFF99"/>
          </a:solidFill>
          <a:ln w="9525" cap="sq" cmpd="sng">
            <a:solidFill>
              <a:srgbClr val="FF9900">
                <a:alpha val="100000"/>
              </a:srgb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lang="en-US"/>
              <a:t>2</a:t>
            </a:r>
            <a:r>
              <a:rPr altLang="en-US" lang="zh-CN"/>
              <a:t>、球体与轴经过</a:t>
            </a:r>
          </a:p>
          <a:p>
            <a:pPr algn="ctr" lvl="0"/>
            <a:r>
              <a:rPr altLang="en-US" lang="zh-CN"/>
              <a:t>球心的圆柱面</a:t>
            </a:r>
          </a:p>
          <a:p>
            <a:pPr algn="ctr" lvl="0"/>
            <a:r>
              <a:rPr altLang="en-US" lang="zh-CN"/>
              <a:t>相交产生截交圆</a:t>
            </a:r>
          </a:p>
        </p:txBody>
      </p:sp>
      <p:sp>
        <p:nvSpPr>
          <p:cNvPr id="1089265" name=""/>
          <p:cNvSpPr/>
          <p:nvPr/>
        </p:nvSpPr>
        <p:spPr>
          <a:xfrm rot="0">
            <a:off x="1731962" y="4459287"/>
            <a:ext cx="1219200" cy="1220787"/>
          </a:xfrm>
          <a:prstGeom prst="ellipse"/>
          <a:noFill/>
          <a:ln w="57150" cap="sq" cmpd="sng">
            <a:solidFill>
              <a:srgbClr val="FF9900">
                <a:alpha val="100000"/>
              </a:srgbClr>
            </a:solidFill>
            <a:prstDash val="solid"/>
            <a:round/>
          </a:ln>
        </p:spPr>
      </p:sp>
      <p:sp>
        <p:nvSpPr>
          <p:cNvPr id="1089266" name=""/>
          <p:cNvSpPr/>
          <p:nvPr/>
        </p:nvSpPr>
        <p:spPr>
          <a:xfrm rot="0">
            <a:off x="4856162" y="1220787"/>
            <a:ext cx="0" cy="509587"/>
          </a:xfrm>
          <a:prstGeom prst="line"/>
          <a:noFill/>
          <a:ln w="28575" cap="flat" cmpd="sng">
            <a:solidFill>
              <a:srgbClr val="FF9900">
                <a:alpha val="100000"/>
              </a:srgbClr>
            </a:solidFill>
            <a:prstDash val="dash"/>
            <a:round/>
          </a:ln>
        </p:spPr>
      </p:sp>
      <p:sp>
        <p:nvSpPr>
          <p:cNvPr id="1089267" name=""/>
          <p:cNvSpPr/>
          <p:nvPr/>
        </p:nvSpPr>
        <p:spPr>
          <a:xfrm rot="0">
            <a:off x="6056312" y="1177925"/>
            <a:ext cx="1587" cy="533400"/>
          </a:xfrm>
          <a:prstGeom prst="line"/>
          <a:noFill/>
          <a:ln w="28575" cap="flat" cmpd="sng">
            <a:solidFill>
              <a:srgbClr val="FF9900">
                <a:alpha val="100000"/>
              </a:srgbClr>
            </a:solidFill>
            <a:prstDash val="dash"/>
            <a:round/>
          </a:ln>
        </p:spPr>
      </p:sp>
      <p:sp>
        <p:nvSpPr>
          <p:cNvPr id="1089268" name=""/>
          <p:cNvSpPr/>
          <p:nvPr/>
        </p:nvSpPr>
        <p:spPr>
          <a:xfrm rot="0">
            <a:off x="1460500" y="3206750"/>
            <a:ext cx="1968500" cy="976312"/>
          </a:xfrm>
          <a:prstGeom prst="wedgeEllipseCallout">
            <a:avLst>
              <a:gd name="adj1" fmla="val 39194"/>
              <a:gd name="adj2" fmla="val -141708"/>
            </a:avLst>
          </a:prstGeom>
          <a:solidFill>
            <a:schemeClr val="lt1"/>
          </a:solidFill>
          <a:ln w="9525" cap="sq" cmpd="sng">
            <a:solidFill>
              <a:schemeClr val="accent1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sz="1800" lang="en-US"/>
              <a:t>3</a:t>
            </a:r>
            <a:r>
              <a:rPr altLang="en-US" sz="1800" lang="zh-CN"/>
              <a:t>、球体內腔切</a:t>
            </a:r>
          </a:p>
          <a:p>
            <a:pPr algn="ctr" lvl="0"/>
            <a:r>
              <a:rPr altLang="en-US" sz="1800" lang="zh-CN"/>
              <a:t>掉半个圆柱面</a:t>
            </a:r>
          </a:p>
        </p:txBody>
      </p:sp>
      <p:sp>
        <p:nvSpPr>
          <p:cNvPr id="1089269" name=""/>
          <p:cNvSpPr/>
          <p:nvPr/>
        </p:nvSpPr>
        <p:spPr>
          <a:xfrm rot="0">
            <a:off x="3684587" y="3206750"/>
            <a:ext cx="3109912" cy="976312"/>
          </a:xfrm>
          <a:prstGeom prst="wedgeEllipseCallout">
            <a:avLst>
              <a:gd name="adj1" fmla="val -14472"/>
              <a:gd name="adj2" fmla="val -198454"/>
            </a:avLst>
          </a:prstGeom>
          <a:solidFill>
            <a:srgbClr val="66CCFF"/>
          </a:solidFill>
          <a:ln w="9525" cap="sq" cmpd="sng">
            <a:solidFill>
              <a:schemeClr val="accen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lang="en-US"/>
              <a:t>4</a:t>
            </a:r>
            <a:r>
              <a:rPr altLang="en-US" lang="zh-CN"/>
              <a:t>、两圆柱面表面</a:t>
            </a:r>
          </a:p>
          <a:p>
            <a:pPr algn="ctr" lvl="0"/>
            <a:r>
              <a:rPr altLang="en-US" lang="zh-CN"/>
              <a:t>相交产生截交线</a:t>
            </a:r>
          </a:p>
        </p:txBody>
      </p:sp>
      <p:sp>
        <p:nvSpPr>
          <p:cNvPr id="1089270" name=""/>
          <p:cNvSpPr txBox="1"/>
          <p:nvPr/>
        </p:nvSpPr>
        <p:spPr>
          <a:xfrm rot="0">
            <a:off x="1503362" y="387350"/>
            <a:ext cx="5680075" cy="466725"/>
          </a:xfrm>
          <a:prstGeom prst="rect"/>
          <a:solidFill>
            <a:srgbClr val="CCECFF"/>
          </a:solidFill>
          <a:ln w="9525" cap="sq" cmpd="sng">
            <a:solidFill>
              <a:schemeClr val="accen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lang="zh-CN"/>
              <a:t>试分析下列物体的三视图，并画全三视图</a:t>
            </a:r>
          </a:p>
        </p:txBody>
      </p:sp>
      <p:graphicFrame>
        <p:nvGraphicFramePr>
          <p:cNvPr id="4194314" name=""/>
          <p:cNvGraphicFramePr>
            <a:graphicFrameLocks/>
          </p:cNvGraphicFramePr>
          <p:nvPr/>
        </p:nvGraphicFramePr>
        <p:xfrm rot="0">
          <a:off x="6591300" y="4651375"/>
          <a:ext cx="2552700" cy="205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MP 图象" r:id="rId1" spid="" imgH="2057400" imgW="2552700" showAsIcon="0" progId="Paint.Picture">
                  <p:embed followColorScheme="full"/>
                  <p:pic>
                    <p:nvPicPr>
                      <p:cNvPr id="2097227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591300" y="4651375"/>
                        <a:ext cx="2552700" cy="2057400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BMP 图象" r:id="rId1" spid="" imgH="2057400" imgW="2552700" showAsIcon="0" progId="Paint.Picture">
                  <p:embed followColorScheme="full"/>
                  <p:pic>
                    <p:nvPicPr>
                      <p:cNvPr id="2097227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591300" y="4651375"/>
                        <a:ext cx="2552700" cy="2057400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89271" name=""/>
          <p:cNvSpPr/>
          <p:nvPr/>
        </p:nvSpPr>
        <p:spPr bwMode="auto">
          <a:xfrm rot="0">
            <a:off x="1727200" y="1733550"/>
            <a:ext cx="1244600" cy="260350"/>
          </a:xfrm>
          <a:custGeom>
            <a:avLst/>
            <a:ahLst/>
            <a:rect l="0" t="0" r="r" b="b"/>
            <a:pathLst>
              <a:path w="784" h="164">
                <a:moveTo>
                  <a:pt x="0" y="164"/>
                </a:moveTo>
                <a:cubicBezTo>
                  <a:pt x="54" y="124"/>
                  <a:pt x="108" y="84"/>
                  <a:pt x="152" y="60"/>
                </a:cubicBezTo>
                <a:cubicBezTo>
                  <a:pt x="196" y="36"/>
                  <a:pt x="224" y="29"/>
                  <a:pt x="264" y="20"/>
                </a:cubicBezTo>
                <a:cubicBezTo>
                  <a:pt x="304" y="11"/>
                  <a:pt x="361" y="7"/>
                  <a:pt x="392" y="4"/>
                </a:cubicBezTo>
                <a:cubicBezTo>
                  <a:pt x="423" y="1"/>
                  <a:pt x="424" y="0"/>
                  <a:pt x="448" y="4"/>
                </a:cubicBezTo>
                <a:cubicBezTo>
                  <a:pt x="472" y="8"/>
                  <a:pt x="499" y="13"/>
                  <a:pt x="536" y="28"/>
                </a:cubicBezTo>
                <a:cubicBezTo>
                  <a:pt x="573" y="43"/>
                  <a:pt x="639" y="77"/>
                  <a:pt x="672" y="92"/>
                </a:cubicBezTo>
                <a:cubicBezTo>
                  <a:pt x="705" y="107"/>
                  <a:pt x="719" y="105"/>
                  <a:pt x="736" y="116"/>
                </a:cubicBezTo>
                <a:cubicBezTo>
                  <a:pt x="753" y="127"/>
                  <a:pt x="784" y="149"/>
                  <a:pt x="776" y="156"/>
                </a:cubicBezTo>
              </a:path>
            </a:pathLst>
          </a:custGeom>
          <a:noFill/>
          <a:ln w="76200" cap="sq" cmpd="sng">
            <a:solidFill>
              <a:srgbClr val="336600">
                <a:alpha val="100000"/>
              </a:srgbClr>
            </a:solidFill>
            <a:prstDash val="solid"/>
            <a:round/>
          </a:ln>
        </p:spPr>
      </p:sp>
      <p:sp>
        <p:nvSpPr>
          <p:cNvPr id="1089272" name=""/>
          <p:cNvSpPr/>
          <p:nvPr/>
        </p:nvSpPr>
        <p:spPr>
          <a:xfrm rot="0">
            <a:off x="1727200" y="1981200"/>
            <a:ext cx="3759200" cy="0"/>
          </a:xfrm>
          <a:prstGeom prst="line"/>
          <a:noFill/>
          <a:ln w="9525" cap="sq" cmpd="sng">
            <a:solidFill>
              <a:schemeClr val="lt2">
                <a:alpha val="100000"/>
              </a:schemeClr>
            </a:solidFill>
            <a:prstDash val="solid"/>
            <a:round/>
            <a:headEnd type="arrow" w="med" len="med"/>
            <a:tailEnd type="arrow" w="med" len="med"/>
          </a:ln>
        </p:spPr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1089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"/>
                                        <p:tgtEl>
                                          <p:spTgt spid="1089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" masterRel="sameClick" presetSubtype="1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">
                      <p:stCondLst>
                        <p:cond delay="indefinite"/>
                      </p:stCondLst>
                      <p:childTnLst>
                        <p:par>
                          <p:cTn fill="hold" id="11">
                            <p:stCondLst>
                              <p:cond delay="0"/>
                            </p:stCondLst>
                            <p:childTnLst>
                              <p:par>
                                <p:cTn fill="hold" id="12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5"/>
                                        <p:tgtEl>
                                          <p:spTgt spid="1089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6"/>
                                        <p:tgtEl>
                                          <p:spTgt spid="1089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13" masterRel="sameClick" presetSubtype="1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7">
                      <p:stCondLst>
                        <p:cond delay="indefinite"/>
                      </p:stCondLst>
                      <p:childTnLst>
                        <p:par>
                          <p:cTn fill="hold" id="18">
                            <p:stCondLst>
                              <p:cond delay="0"/>
                            </p:stCondLst>
                            <p:childTnLst>
                              <p:par>
                                <p:cTn fill="hold" id="19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22"/>
                                        <p:tgtEl>
                                          <p:spTgt spid="1089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23"/>
                                        <p:tgtEl>
                                          <p:spTgt spid="1089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20" masterRel="sameClick" presetSubtype="1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16" presetSubtype="4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dur="500" id="29"/>
                                        <p:tgtEl>
                                          <p:spTgt spid="108923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27" masterRel="sameClick" presetSubtype="1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2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5"/>
                                        <p:tgtEl>
                                          <p:spTgt spid="1089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6"/>
                                        <p:tgtEl>
                                          <p:spTgt spid="1089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33" masterRel="sameClick" presetSubtype="1">
                                          <p:stCondLst>
                                            <p:cond evt="begin" delay="0">
                                              <p:tn val="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7">
                      <p:stCondLst>
                        <p:cond delay="indefinite"/>
                      </p:stCondLst>
                      <p:childTnLst>
                        <p:par>
                          <p:cTn fill="hold" id="38">
                            <p:stCondLst>
                              <p:cond delay="0"/>
                            </p:stCondLst>
                            <p:childTnLst>
                              <p:par>
                                <p:cTn fill="hold" id="39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2"/>
                                        <p:tgtEl>
                                          <p:spTgt spid="1089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3"/>
                                        <p:tgtEl>
                                          <p:spTgt spid="1089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40" masterRel="sameClick" presetSubtype="1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4">
                      <p:stCondLst>
                        <p:cond delay="indefinite"/>
                      </p:stCondLst>
                      <p:childTnLst>
                        <p:par>
                          <p:cTn fill="hold" id="45">
                            <p:stCondLst>
                              <p:cond delay="0"/>
                            </p:stCondLst>
                            <p:childTnLst>
                              <p:par>
                                <p:cTn fill="hold" id="46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9"/>
                                        <p:tgtEl>
                                          <p:spTgt spid="1089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0"/>
                                        <p:tgtEl>
                                          <p:spTgt spid="1089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47" masterRel="sameClick" presetSubtype="1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1">
                      <p:stCondLst>
                        <p:cond delay="indefinite"/>
                      </p:stCondLst>
                      <p:childTnLst>
                        <p:par>
                          <p:cTn fill="hold" id="52">
                            <p:stCondLst>
                              <p:cond delay="0"/>
                            </p:stCondLst>
                            <p:childTnLst>
                              <p:par>
                                <p:cTn fill="hold" id="53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6"/>
                                        <p:tgtEl>
                                          <p:spTgt spid="1089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7"/>
                                        <p:tgtEl>
                                          <p:spTgt spid="1089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54" masterRel="sameClick" presetSubtype="1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8">
                      <p:stCondLst>
                        <p:cond delay="indefinite"/>
                      </p:stCondLst>
                      <p:childTnLst>
                        <p:par>
                          <p:cTn fill="hold" id="59">
                            <p:stCondLst>
                              <p:cond delay="0"/>
                            </p:stCondLst>
                            <p:childTnLst>
                              <p:par>
                                <p:cTn fill="hold" id="60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3"/>
                                        <p:tgtEl>
                                          <p:spTgt spid="1089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4"/>
                                        <p:tgtEl>
                                          <p:spTgt spid="1089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1" masterRel="sameClick" presetSubtype="1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5">
                      <p:stCondLst>
                        <p:cond delay="indefinite"/>
                      </p:stCondLst>
                      <p:childTnLst>
                        <p:par>
                          <p:cTn fill="hold" id="66">
                            <p:stCondLst>
                              <p:cond delay="0"/>
                            </p:stCondLst>
                            <p:childTnLst>
                              <p:par>
                                <p:cTn fill="hold" id="67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0"/>
                                        <p:tgtEl>
                                          <p:spTgt spid="1089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1"/>
                                        <p:tgtEl>
                                          <p:spTgt spid="1089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8" masterRel="sameClick" presetSubtype="1">
                                          <p:stCondLst>
                                            <p:cond evt="begin" delay="0">
                                              <p:tn val="5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2">
                      <p:stCondLst>
                        <p:cond delay="indefinite"/>
                      </p:stCondLst>
                      <p:childTnLst>
                        <p:par>
                          <p:cTn fill="hold" id="73">
                            <p:stCondLst>
                              <p:cond delay="0"/>
                            </p:stCondLst>
                            <p:childTnLst>
                              <p:par>
                                <p:cTn fill="hold" id="74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7"/>
                                        <p:tgtEl>
                                          <p:spTgt spid="1089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8"/>
                                        <p:tgtEl>
                                          <p:spTgt spid="1089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75" masterRel="sameClick" presetSubtype="1">
                                          <p:stCondLst>
                                            <p:cond evt="begin" delay="0">
                                              <p:tn val="6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9">
                      <p:stCondLst>
                        <p:cond delay="indefinite"/>
                      </p:stCondLst>
                      <p:childTnLst>
                        <p:par>
                          <p:cTn fill="hold" id="80">
                            <p:stCondLst>
                              <p:cond delay="0"/>
                            </p:stCondLst>
                            <p:childTnLst>
                              <p:par>
                                <p:cTn fill="hold" id="81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4"/>
                                        <p:tgtEl>
                                          <p:spTgt spid="1089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5"/>
                                        <p:tgtEl>
                                          <p:spTgt spid="1089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82" masterRel="sameClick" presetSubtype="1">
                                          <p:stCondLst>
                                            <p:cond evt="begin" delay="0">
                                              <p:tn val="7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6">
                      <p:stCondLst>
                        <p:cond delay="indefinite"/>
                      </p:stCondLst>
                      <p:childTnLst>
                        <p:par>
                          <p:cTn fill="hold" id="8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88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91"/>
                                        <p:tgtEl>
                                          <p:spTgt spid="1089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2"/>
                                        <p:tgtEl>
                                          <p:spTgt spid="1089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89" masterRel="sameClick" presetSubtype="1">
                                          <p:stCondLst>
                                            <p:cond evt="begin" delay="0">
                                              <p:tn val="7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3">
                      <p:stCondLst>
                        <p:cond delay="indefinite"/>
                      </p:stCondLst>
                      <p:childTnLst>
                        <p:par>
                          <p:cTn fill="hold" id="94">
                            <p:stCondLst>
                              <p:cond delay="0"/>
                            </p:stCondLst>
                            <p:childTnLst>
                              <p:par>
                                <p:cTn fill="hold" id="9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97"/>
                                        <p:tgtEl>
                                          <p:spTgt spid="1089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8">
                      <p:stCondLst>
                        <p:cond delay="indefinite"/>
                      </p:stCondLst>
                      <p:childTnLst>
                        <p:par>
                          <p:cTn fill="hold" id="99">
                            <p:stCondLst>
                              <p:cond delay="0"/>
                            </p:stCondLst>
                            <p:childTnLst>
                              <p:par>
                                <p:cTn fill="hold" id="10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2"/>
                                        <p:tgtEl>
                                          <p:spTgt spid="1089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3">
                      <p:stCondLst>
                        <p:cond delay="indefinite"/>
                      </p:stCondLst>
                      <p:childTnLst>
                        <p:par>
                          <p:cTn fill="hold" id="10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5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08"/>
                                        <p:tgtEl>
                                          <p:spTgt spid="1089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9"/>
                                        <p:tgtEl>
                                          <p:spTgt spid="1089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106" masterRel="sameClick" presetSubtype="1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0">
                      <p:stCondLst>
                        <p:cond delay="indefinite"/>
                      </p:stCondLst>
                      <p:childTnLst>
                        <p:par>
                          <p:cTn fill="hold" id="111">
                            <p:stCondLst>
                              <p:cond delay="0"/>
                            </p:stCondLst>
                            <p:childTnLst>
                              <p:par>
                                <p:cTn fill="hold" id="112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14"/>
                                        <p:tgtEl>
                                          <p:spTgt spid="1089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5">
                      <p:stCondLst>
                        <p:cond delay="indefinite"/>
                      </p:stCondLst>
                      <p:childTnLst>
                        <p:par>
                          <p:cTn fill="hold" id="116">
                            <p:stCondLst>
                              <p:cond delay="0"/>
                            </p:stCondLst>
                            <p:childTnLst>
                              <p:par>
                                <p:cTn fill="hold" id="117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20"/>
                                        <p:tgtEl>
                                          <p:spTgt spid="1089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21"/>
                                        <p:tgtEl>
                                          <p:spTgt spid="1089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118" masterRel="sameClick" presetSubtype="1">
                                          <p:stCondLst>
                                            <p:cond evt="begin" delay="0">
                                              <p:tn val="10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9261" grpId="0" uiExpand="0" build="whole" animBg="1"/>
      <p:bldP spid="1089264" grpId="0" uiExpand="0" build="whole" animBg="1"/>
      <p:bldP spid="1089268" grpId="0" uiExpand="0" build="whole" animBg="1"/>
      <p:bldP spid="1089269" grpId="0" uiExpand="0" build="whole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629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9273" name=""/>
          <p:cNvSpPr/>
          <p:nvPr/>
        </p:nvSpPr>
        <p:spPr>
          <a:xfrm rot="0">
            <a:off x="3898900" y="21923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74" name=""/>
          <p:cNvSpPr/>
          <p:nvPr/>
        </p:nvSpPr>
        <p:spPr>
          <a:xfrm rot="0">
            <a:off x="2066925" y="1014412"/>
            <a:ext cx="1587" cy="55673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lgDashDot"/>
            <a:round/>
          </a:ln>
        </p:spPr>
      </p:sp>
      <p:sp>
        <p:nvSpPr>
          <p:cNvPr id="1089275" name=""/>
          <p:cNvSpPr/>
          <p:nvPr/>
        </p:nvSpPr>
        <p:spPr>
          <a:xfrm rot="0">
            <a:off x="971550" y="1968500"/>
            <a:ext cx="79533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76" name=""/>
          <p:cNvSpPr/>
          <p:nvPr/>
        </p:nvSpPr>
        <p:spPr>
          <a:xfrm rot="0">
            <a:off x="2365375" y="1968500"/>
            <a:ext cx="796925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77" name=""/>
          <p:cNvSpPr/>
          <p:nvPr/>
        </p:nvSpPr>
        <p:spPr>
          <a:xfrm rot="0">
            <a:off x="493712" y="5221287"/>
            <a:ext cx="473233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lgDashDot"/>
            <a:round/>
          </a:ln>
        </p:spPr>
      </p:sp>
      <p:sp>
        <p:nvSpPr>
          <p:cNvPr id="1089278" name=""/>
          <p:cNvSpPr/>
          <p:nvPr/>
        </p:nvSpPr>
        <p:spPr>
          <a:xfrm rot="0">
            <a:off x="5226050" y="1047750"/>
            <a:ext cx="1587" cy="45974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lgDashDot"/>
            <a:round/>
          </a:ln>
        </p:spPr>
      </p:sp>
      <p:sp>
        <p:nvSpPr>
          <p:cNvPr id="1089279" name=""/>
          <p:cNvSpPr/>
          <p:nvPr/>
        </p:nvSpPr>
        <p:spPr>
          <a:xfrm rot="0" flipV="1">
            <a:off x="1384300" y="1968500"/>
            <a:ext cx="1587" cy="1720850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dash"/>
            <a:round/>
          </a:ln>
        </p:spPr>
      </p:sp>
      <p:sp>
        <p:nvSpPr>
          <p:cNvPr id="1089280" name=""/>
          <p:cNvSpPr/>
          <p:nvPr/>
        </p:nvSpPr>
        <p:spPr>
          <a:xfrm rot="0" flipV="1">
            <a:off x="2747962" y="1968500"/>
            <a:ext cx="1587" cy="1720850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dash"/>
            <a:round/>
          </a:ln>
        </p:spPr>
      </p:sp>
      <p:sp>
        <p:nvSpPr>
          <p:cNvPr id="1089281" name=""/>
          <p:cNvSpPr/>
          <p:nvPr/>
        </p:nvSpPr>
        <p:spPr>
          <a:xfrm rot="0" flipV="1">
            <a:off x="5907087" y="1228725"/>
            <a:ext cx="1587" cy="2582862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dash"/>
            <a:round/>
          </a:ln>
        </p:spPr>
      </p:sp>
      <p:sp>
        <p:nvSpPr>
          <p:cNvPr id="1089282" name=""/>
          <p:cNvSpPr/>
          <p:nvPr/>
        </p:nvSpPr>
        <p:spPr>
          <a:xfrm rot="0" flipV="1">
            <a:off x="4543425" y="1228725"/>
            <a:ext cx="1587" cy="2582862"/>
          </a:xfrm>
          <a:prstGeom prst="line"/>
          <a:solidFill>
            <a:srgbClr val="FFFFFF"/>
          </a:solidFill>
          <a:ln w="28575" cap="flat" cmpd="sng">
            <a:solidFill>
              <a:srgbClr val="000000">
                <a:alpha val="100000"/>
              </a:srgbClr>
            </a:solidFill>
            <a:prstDash val="dash"/>
            <a:round/>
          </a:ln>
        </p:spPr>
      </p:sp>
      <p:sp>
        <p:nvSpPr>
          <p:cNvPr id="1089283" name=""/>
          <p:cNvSpPr/>
          <p:nvPr/>
        </p:nvSpPr>
        <p:spPr>
          <a:xfrm rot="0">
            <a:off x="4130675" y="1211262"/>
            <a:ext cx="2190750" cy="2582862"/>
          </a:xfrm>
          <a:prstGeom prst="rect"/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84" name=""/>
          <p:cNvSpPr/>
          <p:nvPr/>
        </p:nvSpPr>
        <p:spPr>
          <a:xfrm rot="0">
            <a:off x="3028950" y="1970087"/>
            <a:ext cx="3249612" cy="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85" name=""/>
          <p:cNvSpPr/>
          <p:nvPr/>
        </p:nvSpPr>
        <p:spPr>
          <a:xfrm rot="0">
            <a:off x="971550" y="4125912"/>
            <a:ext cx="2190750" cy="2192337"/>
          </a:xfrm>
          <a:custGeom>
            <a:avLst/>
            <a:ahLst/>
            <a:rect l="0" t="0" r="r" b="b"/>
            <a:pathLst>
              <a:path w="8279" h="8286">
                <a:moveTo>
                  <a:pt x="8279" y="4143"/>
                </a:moveTo>
                <a:lnTo>
                  <a:pt x="8175" y="3221"/>
                </a:lnTo>
                <a:lnTo>
                  <a:pt x="7869" y="2345"/>
                </a:lnTo>
                <a:lnTo>
                  <a:pt x="7375" y="1560"/>
                </a:lnTo>
                <a:lnTo>
                  <a:pt x="6720" y="904"/>
                </a:lnTo>
                <a:lnTo>
                  <a:pt x="5936" y="410"/>
                </a:lnTo>
                <a:lnTo>
                  <a:pt x="5061" y="104"/>
                </a:lnTo>
                <a:lnTo>
                  <a:pt x="4140" y="0"/>
                </a:lnTo>
                <a:lnTo>
                  <a:pt x="3218" y="104"/>
                </a:lnTo>
                <a:lnTo>
                  <a:pt x="2343" y="410"/>
                </a:lnTo>
                <a:lnTo>
                  <a:pt x="1558" y="904"/>
                </a:lnTo>
                <a:lnTo>
                  <a:pt x="902" y="1560"/>
                </a:lnTo>
                <a:lnTo>
                  <a:pt x="410" y="2345"/>
                </a:lnTo>
                <a:lnTo>
                  <a:pt x="103" y="3221"/>
                </a:lnTo>
                <a:lnTo>
                  <a:pt x="0" y="4143"/>
                </a:lnTo>
                <a:lnTo>
                  <a:pt x="103" y="5065"/>
                </a:lnTo>
                <a:lnTo>
                  <a:pt x="410" y="5940"/>
                </a:lnTo>
                <a:lnTo>
                  <a:pt x="902" y="6727"/>
                </a:lnTo>
                <a:lnTo>
                  <a:pt x="1558" y="7382"/>
                </a:lnTo>
                <a:lnTo>
                  <a:pt x="2343" y="7876"/>
                </a:lnTo>
                <a:lnTo>
                  <a:pt x="3218" y="8183"/>
                </a:lnTo>
                <a:lnTo>
                  <a:pt x="4140" y="8286"/>
                </a:lnTo>
                <a:lnTo>
                  <a:pt x="5061" y="8183"/>
                </a:lnTo>
                <a:lnTo>
                  <a:pt x="5936" y="7876"/>
                </a:lnTo>
                <a:lnTo>
                  <a:pt x="6720" y="7382"/>
                </a:lnTo>
                <a:lnTo>
                  <a:pt x="7375" y="6727"/>
                </a:lnTo>
                <a:lnTo>
                  <a:pt x="7869" y="5940"/>
                </a:lnTo>
                <a:lnTo>
                  <a:pt x="8175" y="5065"/>
                </a:lnTo>
                <a:lnTo>
                  <a:pt x="8279" y="4143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86" name=""/>
          <p:cNvSpPr/>
          <p:nvPr/>
        </p:nvSpPr>
        <p:spPr>
          <a:xfrm rot="0">
            <a:off x="1384300" y="4538662"/>
            <a:ext cx="1363662" cy="1365250"/>
          </a:xfrm>
          <a:custGeom>
            <a:avLst/>
            <a:ahLst/>
            <a:rect l="0" t="0" r="r" b="b"/>
            <a:pathLst>
              <a:path w="5157" h="5160">
                <a:moveTo>
                  <a:pt x="5157" y="2580"/>
                </a:moveTo>
                <a:lnTo>
                  <a:pt x="5068" y="1912"/>
                </a:lnTo>
                <a:lnTo>
                  <a:pt x="4811" y="1290"/>
                </a:lnTo>
                <a:lnTo>
                  <a:pt x="4401" y="755"/>
                </a:lnTo>
                <a:lnTo>
                  <a:pt x="3868" y="346"/>
                </a:lnTo>
                <a:lnTo>
                  <a:pt x="3245" y="87"/>
                </a:lnTo>
                <a:lnTo>
                  <a:pt x="2579" y="0"/>
                </a:lnTo>
                <a:lnTo>
                  <a:pt x="1912" y="87"/>
                </a:lnTo>
                <a:lnTo>
                  <a:pt x="1289" y="346"/>
                </a:lnTo>
                <a:lnTo>
                  <a:pt x="756" y="755"/>
                </a:lnTo>
                <a:lnTo>
                  <a:pt x="345" y="1290"/>
                </a:lnTo>
                <a:lnTo>
                  <a:pt x="88" y="1912"/>
                </a:lnTo>
                <a:lnTo>
                  <a:pt x="0" y="2580"/>
                </a:lnTo>
                <a:lnTo>
                  <a:pt x="88" y="3248"/>
                </a:lnTo>
                <a:lnTo>
                  <a:pt x="345" y="3870"/>
                </a:lnTo>
                <a:lnTo>
                  <a:pt x="756" y="4405"/>
                </a:lnTo>
                <a:lnTo>
                  <a:pt x="1289" y="4814"/>
                </a:lnTo>
                <a:lnTo>
                  <a:pt x="1912" y="5072"/>
                </a:lnTo>
                <a:lnTo>
                  <a:pt x="2579" y="5160"/>
                </a:lnTo>
                <a:lnTo>
                  <a:pt x="3245" y="5072"/>
                </a:lnTo>
                <a:lnTo>
                  <a:pt x="3868" y="4814"/>
                </a:lnTo>
                <a:lnTo>
                  <a:pt x="4401" y="4405"/>
                </a:lnTo>
                <a:lnTo>
                  <a:pt x="4811" y="3870"/>
                </a:lnTo>
                <a:lnTo>
                  <a:pt x="5068" y="3248"/>
                </a:lnTo>
                <a:lnTo>
                  <a:pt x="5157" y="2580"/>
                </a:lnTo>
              </a:path>
            </a:pathLst>
          </a:custGeom>
          <a:noFill/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87" name=""/>
          <p:cNvSpPr/>
          <p:nvPr/>
        </p:nvSpPr>
        <p:spPr>
          <a:xfrm rot="0" flipV="1">
            <a:off x="2365375" y="1228725"/>
            <a:ext cx="1587" cy="739775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88" name=""/>
          <p:cNvSpPr/>
          <p:nvPr/>
        </p:nvSpPr>
        <p:spPr>
          <a:xfrm rot="0" flipV="1">
            <a:off x="1766887" y="1228725"/>
            <a:ext cx="1587" cy="739775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89" name=""/>
          <p:cNvSpPr/>
          <p:nvPr/>
        </p:nvSpPr>
        <p:spPr>
          <a:xfrm rot="0" flipH="1">
            <a:off x="1766887" y="1228725"/>
            <a:ext cx="598487" cy="1587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0" name=""/>
          <p:cNvSpPr/>
          <p:nvPr/>
        </p:nvSpPr>
        <p:spPr>
          <a:xfrm rot="0" flipV="1">
            <a:off x="2365375" y="5835650"/>
            <a:ext cx="1587" cy="439737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1" name=""/>
          <p:cNvSpPr/>
          <p:nvPr/>
        </p:nvSpPr>
        <p:spPr>
          <a:xfrm rot="0" flipV="1">
            <a:off x="1766887" y="5835650"/>
            <a:ext cx="1587" cy="439737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2" name=""/>
          <p:cNvSpPr/>
          <p:nvPr/>
        </p:nvSpPr>
        <p:spPr>
          <a:xfrm rot="0" flipV="1">
            <a:off x="2365375" y="4167187"/>
            <a:ext cx="1587" cy="441325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3" name=""/>
          <p:cNvSpPr/>
          <p:nvPr/>
        </p:nvSpPr>
        <p:spPr>
          <a:xfrm rot="0" flipV="1">
            <a:off x="1766887" y="4167187"/>
            <a:ext cx="1587" cy="441325"/>
          </a:xfrm>
          <a:prstGeom prst="line"/>
          <a:solidFill>
            <a:srgbClr val="FFFFFF"/>
          </a:solidFill>
          <a:ln w="3810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4" name=""/>
          <p:cNvSpPr/>
          <p:nvPr/>
        </p:nvSpPr>
        <p:spPr>
          <a:xfrm rot="0" flipH="1" flipV="1">
            <a:off x="3898900" y="3811587"/>
            <a:ext cx="1712912" cy="1833562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5" name=""/>
          <p:cNvSpPr/>
          <p:nvPr/>
        </p:nvSpPr>
        <p:spPr>
          <a:xfrm rot="0">
            <a:off x="2365375" y="4608512"/>
            <a:ext cx="2247900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6" name=""/>
          <p:cNvSpPr/>
          <p:nvPr/>
        </p:nvSpPr>
        <p:spPr>
          <a:xfrm rot="0" flipV="1">
            <a:off x="4613275" y="1970087"/>
            <a:ext cx="1587" cy="2638425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7" name=""/>
          <p:cNvSpPr/>
          <p:nvPr/>
        </p:nvSpPr>
        <p:spPr>
          <a:xfrm rot="0">
            <a:off x="2365375" y="4167187"/>
            <a:ext cx="1806575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8" name=""/>
          <p:cNvSpPr/>
          <p:nvPr/>
        </p:nvSpPr>
        <p:spPr>
          <a:xfrm rot="0" flipV="1">
            <a:off x="4171950" y="1970087"/>
            <a:ext cx="1587" cy="2197100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sp>
        <p:nvSpPr>
          <p:cNvPr id="1089299" name=""/>
          <p:cNvSpPr/>
          <p:nvPr/>
        </p:nvSpPr>
        <p:spPr>
          <a:xfrm rot="0">
            <a:off x="6553200" y="2192337"/>
            <a:ext cx="1587" cy="1587"/>
          </a:xfrm>
          <a:prstGeom prst="line"/>
          <a:solidFill>
            <a:srgbClr val="FFFFFF"/>
          </a:solidFill>
          <a:ln w="0" cap="flat" cmpd="sng">
            <a:solidFill>
              <a:srgbClr val="000000">
                <a:alpha val="100000"/>
              </a:srgbClr>
            </a:solidFill>
            <a:prstDash val="solid"/>
            <a:round/>
          </a:ln>
        </p:spPr>
      </p:sp>
      <p:grpSp>
        <p:nvGrpSpPr>
          <p:cNvPr id="630" name=""/>
          <p:cNvGrpSpPr/>
          <p:nvPr/>
        </p:nvGrpSpPr>
        <p:grpSpPr>
          <a:xfrm rot="0">
            <a:off x="971550" y="1968500"/>
            <a:ext cx="2190750" cy="1720850"/>
            <a:chOff x="612" y="1240"/>
            <a:chExt cx="1380" cy="1084"/>
          </a:xfrm>
        </p:grpSpPr>
        <p:sp>
          <p:nvSpPr>
            <p:cNvPr id="1089300" name=""/>
            <p:cNvSpPr/>
            <p:nvPr/>
          </p:nvSpPr>
          <p:spPr>
            <a:xfrm rot="0">
              <a:off x="612" y="2324"/>
              <a:ext cx="1380" cy="0"/>
            </a:xfrm>
            <a:prstGeom prst="line"/>
            <a:noFill/>
            <a:ln w="38100" cap="sq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01" name=""/>
            <p:cNvSpPr/>
            <p:nvPr/>
          </p:nvSpPr>
          <p:spPr>
            <a:xfrm rot="0" flipV="1">
              <a:off x="1992" y="1240"/>
              <a:ext cx="0" cy="1084"/>
            </a:xfrm>
            <a:prstGeom prst="line"/>
            <a:noFill/>
            <a:ln w="38100" cap="sq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02" name=""/>
            <p:cNvSpPr/>
            <p:nvPr/>
          </p:nvSpPr>
          <p:spPr>
            <a:xfrm rot="0" flipH="1" flipV="1">
              <a:off x="1490" y="1240"/>
              <a:ext cx="502" cy="1"/>
            </a:xfrm>
            <a:prstGeom prst="line"/>
            <a:noFill/>
            <a:ln w="38100" cap="sq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03" name=""/>
            <p:cNvSpPr/>
            <p:nvPr/>
          </p:nvSpPr>
          <p:spPr>
            <a:xfrm rot="0" flipV="1">
              <a:off x="612" y="1240"/>
              <a:ext cx="0" cy="1084"/>
            </a:xfrm>
            <a:prstGeom prst="line"/>
            <a:noFill/>
            <a:ln w="38100" cap="sq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04" name=""/>
            <p:cNvSpPr/>
            <p:nvPr/>
          </p:nvSpPr>
          <p:spPr>
            <a:xfrm rot="0" flipV="1">
              <a:off x="612" y="1240"/>
              <a:ext cx="501" cy="1"/>
            </a:xfrm>
            <a:prstGeom prst="line"/>
            <a:noFill/>
            <a:ln w="38100" cap="sq" cmpd="sng">
              <a:solidFill>
                <a:schemeClr val="dk1">
                  <a:alpha val="100000"/>
                </a:schemeClr>
              </a:solidFill>
              <a:prstDash val="solid"/>
              <a:round/>
            </a:ln>
          </p:spPr>
        </p:sp>
      </p:grpSp>
      <p:sp>
        <p:nvSpPr>
          <p:cNvPr id="1089305" name=""/>
          <p:cNvSpPr/>
          <p:nvPr/>
        </p:nvSpPr>
        <p:spPr>
          <a:xfrm rot="0">
            <a:off x="1766887" y="4167187"/>
            <a:ext cx="0" cy="441325"/>
          </a:xfrm>
          <a:prstGeom prst="line"/>
          <a:noFill/>
          <a:ln w="38100" cap="sq" cmpd="sng">
            <a:solidFill>
              <a:srgbClr val="FF33CC">
                <a:alpha val="100000"/>
              </a:srgbClr>
            </a:solidFill>
            <a:prstDash val="solid"/>
            <a:round/>
          </a:ln>
        </p:spPr>
      </p:sp>
      <p:sp>
        <p:nvSpPr>
          <p:cNvPr id="1089306" name=""/>
          <p:cNvSpPr/>
          <p:nvPr/>
        </p:nvSpPr>
        <p:spPr>
          <a:xfrm rot="0">
            <a:off x="2366962" y="4186237"/>
            <a:ext cx="0" cy="441325"/>
          </a:xfrm>
          <a:prstGeom prst="line"/>
          <a:noFill/>
          <a:ln w="38100" cap="sq" cmpd="sng">
            <a:solidFill>
              <a:srgbClr val="FF33CC">
                <a:alpha val="100000"/>
              </a:srgbClr>
            </a:solidFill>
            <a:prstDash val="solid"/>
            <a:round/>
          </a:ln>
        </p:spPr>
      </p:sp>
      <p:sp>
        <p:nvSpPr>
          <p:cNvPr id="1089307" name=""/>
          <p:cNvSpPr/>
          <p:nvPr/>
        </p:nvSpPr>
        <p:spPr>
          <a:xfrm rot="0">
            <a:off x="4183062" y="1219200"/>
            <a:ext cx="441325" cy="741362"/>
          </a:xfrm>
          <a:prstGeom prst="rect"/>
          <a:solidFill>
            <a:srgbClr val="CCFFCC">
              <a:alpha val="50000"/>
            </a:srgbClr>
          </a:solidFill>
          <a:ln w="38100" cap="sq" cmpd="sng">
            <a:solidFill>
              <a:srgbClr val="FF33CC">
                <a:alpha val="100000"/>
              </a:srgbClr>
            </a:solidFill>
            <a:prstDash val="solid"/>
            <a:round/>
          </a:ln>
        </p:spPr>
      </p:sp>
      <p:sp>
        <p:nvSpPr>
          <p:cNvPr id="1089308" name=""/>
          <p:cNvSpPr/>
          <p:nvPr/>
        </p:nvSpPr>
        <p:spPr>
          <a:xfrm rot="0">
            <a:off x="5837237" y="1220787"/>
            <a:ext cx="441325" cy="741362"/>
          </a:xfrm>
          <a:prstGeom prst="rect"/>
          <a:solidFill>
            <a:srgbClr val="CCFFCC">
              <a:alpha val="50000"/>
            </a:srgbClr>
          </a:solidFill>
          <a:ln w="38100" cap="sq" cmpd="sng">
            <a:solidFill>
              <a:srgbClr val="FF33CC">
                <a:alpha val="100000"/>
              </a:srgbClr>
            </a:solidFill>
            <a:prstDash val="solid"/>
            <a:round/>
          </a:ln>
        </p:spPr>
      </p:sp>
      <p:sp>
        <p:nvSpPr>
          <p:cNvPr id="1089309" name=""/>
          <p:cNvSpPr/>
          <p:nvPr/>
        </p:nvSpPr>
        <p:spPr>
          <a:xfrm rot="0">
            <a:off x="4624387" y="1958975"/>
            <a:ext cx="1216025" cy="0"/>
          </a:xfrm>
          <a:prstGeom prst="line"/>
          <a:noFill/>
          <a:ln w="38100" cap="sq" cmpd="sng">
            <a:solidFill>
              <a:srgbClr val="FF33CC">
                <a:alpha val="100000"/>
              </a:srgbClr>
            </a:solidFill>
            <a:prstDash val="solid"/>
            <a:round/>
          </a:ln>
        </p:spPr>
      </p:sp>
      <p:graphicFrame>
        <p:nvGraphicFramePr>
          <p:cNvPr id="4194315" name=""/>
          <p:cNvGraphicFramePr>
            <a:graphicFrameLocks/>
          </p:cNvGraphicFramePr>
          <p:nvPr/>
        </p:nvGraphicFramePr>
        <p:xfrm rot="0">
          <a:off x="6821487" y="2949575"/>
          <a:ext cx="2322512" cy="390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MP 图象" r:id="rId1" spid="" imgH="3908425" imgW="2322512" showAsIcon="0" progId="Paint.Picture">
                  <p:embed followColorScheme="full"/>
                  <p:pic>
                    <p:nvPicPr>
                      <p:cNvPr id="2097228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821487" y="2949575"/>
                        <a:ext cx="2322512" cy="390842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Choice>
              <mc:Fallback>
                <p:oleObj name="BMP 图象" r:id="rId1" spid="" imgH="3908425" imgW="2322512" showAsIcon="0" progId="Paint.Picture">
                  <p:embed followColorScheme="full"/>
                  <p:pic>
                    <p:nvPicPr>
                      <p:cNvPr id="2097228" name=""/>
                      <p:cNvPicPr>
                        <a:picLocks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 l="0" t="0" r="0" b="0"/>
                      <a:stretch>
                        <a:fillRect/>
                      </a:stretch>
                    </p:blipFill>
                    <p:spPr>
                      <a:xfrm rot="0">
                        <a:off x="6821487" y="2949575"/>
                        <a:ext cx="2322512" cy="3908425"/>
                      </a:xfrm>
                      <a:prstGeom prst="rect"/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89310" name=""/>
          <p:cNvSpPr txBox="1"/>
          <p:nvPr/>
        </p:nvSpPr>
        <p:spPr>
          <a:xfrm rot="0">
            <a:off x="265112" y="268287"/>
            <a:ext cx="6137275" cy="466725"/>
          </a:xfrm>
          <a:prstGeom prst="rect"/>
          <a:solidFill>
            <a:srgbClr val="CCECFF"/>
          </a:solidFill>
          <a:ln w="9525" cap="sq" cmpd="sng">
            <a:solidFill>
              <a:schemeClr val="accen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lang="zh-CN"/>
              <a:t>例</a:t>
            </a:r>
            <a:r>
              <a:rPr altLang="zh-CN" lang="en-US"/>
              <a:t>4</a:t>
            </a:r>
            <a:r>
              <a:rPr altLang="en-US" lang="zh-CN"/>
              <a:t>：试分析下列物体的视图，并画第三视图</a:t>
            </a:r>
          </a:p>
        </p:txBody>
      </p: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"/>
                                        <p:tgtEl>
                                          <p:spTgt spid="1089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9"/>
                                        <p:tgtEl>
                                          <p:spTgt spid="1089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6" masterRel="sameClick" presetSubtype="1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">
                      <p:stCondLst>
                        <p:cond delay="indefinite"/>
                      </p:stCondLst>
                      <p:childTnLst>
                        <p:par>
                          <p:cTn fill="hold" id="11">
                            <p:stCondLst>
                              <p:cond delay="0"/>
                            </p:stCondLst>
                            <p:childTnLst>
                              <p:par>
                                <p:cTn fill="hold" id="12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4"/>
                                        <p:tgtEl>
                                          <p:spTgt spid="1089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5"/>
                                        <p:tgtEl>
                                          <p:spTgt spid="1089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id="18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21"/>
                                        <p:tgtEl>
                                          <p:spTgt spid="108929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19" masterRel="sameClick" presetSubtype="1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2">
                      <p:stCondLst>
                        <p:cond delay="indefinite"/>
                      </p:stCondLst>
                      <p:childTnLst>
                        <p:par>
                          <p:cTn fill="hold" id="23">
                            <p:stCondLst>
                              <p:cond delay="0"/>
                            </p:stCondLst>
                            <p:childTnLst>
                              <p:par>
                                <p:cTn fill="hold" id="24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5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6">
                      <p:stCondLst>
                        <p:cond delay="indefinite"/>
                      </p:stCondLst>
                      <p:childTnLst>
                        <p:par>
                          <p:cTn fill="hold" id="27">
                            <p:stCondLst>
                              <p:cond delay="0"/>
                            </p:stCondLst>
                            <p:childTnLst>
                              <p:par>
                                <p:cTn fill="hold" id="28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0"/>
                                        <p:tgtEl>
                                          <p:spTgt spid="1089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1"/>
                                        <p:tgtEl>
                                          <p:spTgt spid="1089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2">
                      <p:stCondLst>
                        <p:cond delay="indefinite"/>
                      </p:stCondLst>
                      <p:childTnLst>
                        <p:par>
                          <p:cTn fill="hold" id="33">
                            <p:stCondLst>
                              <p:cond delay="0"/>
                            </p:stCondLst>
                            <p:childTnLst>
                              <p:par>
                                <p:cTn fill="hold" id="34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36"/>
                                        <p:tgtEl>
                                          <p:spTgt spid="1089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37"/>
                                        <p:tgtEl>
                                          <p:spTgt spid="1089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8">
                      <p:stCondLst>
                        <p:cond delay="indefinite"/>
                      </p:stCondLst>
                      <p:childTnLst>
                        <p:par>
                          <p:cTn fill="hold" id="39">
                            <p:stCondLst>
                              <p:cond delay="0"/>
                            </p:stCondLst>
                            <p:childTnLst>
                              <p:par>
                                <p:cTn fill="hold" id="40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3"/>
                                        <p:tgtEl>
                                          <p:spTgt spid="1089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44"/>
                                        <p:tgtEl>
                                          <p:spTgt spid="1089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41" masterRel="sameClick" presetSubtype="1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5">
                      <p:stCondLst>
                        <p:cond delay="indefinite"/>
                      </p:stCondLst>
                      <p:childTnLst>
                        <p:par>
                          <p:cTn fill="hold" id="46">
                            <p:stCondLst>
                              <p:cond delay="0"/>
                            </p:stCondLst>
                            <p:childTnLst>
                              <p:par>
                                <p:cTn fill="hold" id="47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49"/>
                                        <p:tgtEl>
                                          <p:spTgt spid="1089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0"/>
                                        <p:tgtEl>
                                          <p:spTgt spid="1089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1">
                      <p:stCondLst>
                        <p:cond delay="indefinite"/>
                      </p:stCondLst>
                      <p:childTnLst>
                        <p:par>
                          <p:cTn fill="hold" id="52">
                            <p:stCondLst>
                              <p:cond delay="0"/>
                            </p:stCondLst>
                            <p:childTnLst>
                              <p:par>
                                <p:cTn fill="hold" id="53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56"/>
                                        <p:tgtEl>
                                          <p:spTgt spid="1089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57"/>
                                        <p:tgtEl>
                                          <p:spTgt spid="1089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54" masterRel="sameClick" presetSubtype="1">
                                          <p:stCondLst>
                                            <p:cond evt="begin" delay="0">
                                              <p:tn val="5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8">
                      <p:stCondLst>
                        <p:cond delay="indefinite"/>
                      </p:stCondLst>
                      <p:childTnLst>
                        <p:par>
                          <p:cTn fill="hold" id="59">
                            <p:stCondLst>
                              <p:cond delay="0"/>
                            </p:stCondLst>
                            <p:childTnLst>
                              <p:par>
                                <p:cTn fill="hold" id="60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2"/>
                                        <p:tgtEl>
                                          <p:spTgt spid="1089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3"/>
                                        <p:tgtEl>
                                          <p:spTgt spid="1089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4">
                      <p:stCondLst>
                        <p:cond delay="indefinite"/>
                      </p:stCondLst>
                      <p:childTnLst>
                        <p:par>
                          <p:cTn fill="hold" id="65">
                            <p:stCondLst>
                              <p:cond delay="0"/>
                            </p:stCondLst>
                            <p:childTnLst>
                              <p:par>
                                <p:cTn fill="hold" id="66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68"/>
                                        <p:tgtEl>
                                          <p:spTgt spid="1089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69"/>
                                        <p:tgtEl>
                                          <p:spTgt spid="1089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0">
                      <p:stCondLst>
                        <p:cond delay="indefinite"/>
                      </p:stCondLst>
                      <p:childTnLst>
                        <p:par>
                          <p:cTn fill="hold" id="71">
                            <p:stCondLst>
                              <p:cond delay="0"/>
                            </p:stCondLst>
                            <p:childTnLst>
                              <p:par>
                                <p:cTn fill="hold" id="72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75"/>
                                        <p:tgtEl>
                                          <p:spTgt spid="1089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76"/>
                                        <p:tgtEl>
                                          <p:spTgt spid="1089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 vol="50000">
                                        <p:cTn display="0" id="73" masterRel="sameClick" presetSubtype="1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7">
                      <p:stCondLst>
                        <p:cond delay="indefinite"/>
                      </p:stCondLst>
                      <p:childTnLst>
                        <p:par>
                          <p:cTn fill="hold" id="78">
                            <p:stCondLst>
                              <p:cond delay="0"/>
                            </p:stCondLst>
                            <p:childTnLst>
                              <p:par>
                                <p:cTn fill="hold" id="79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81"/>
                                        <p:tgtEl>
                                          <p:spTgt spid="1089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2">
                      <p:stCondLst>
                        <p:cond delay="indefinite"/>
                      </p:stCondLst>
                      <p:childTnLst>
                        <p:par>
                          <p:cTn fill="hold" id="83">
                            <p:stCondLst>
                              <p:cond delay="0"/>
                            </p:stCondLst>
                            <p:childTnLst>
                              <p:par>
                                <p:cTn fill="hold" id="8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86"/>
                                        <p:tgtEl>
                                          <p:spTgt spid="1089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7">
                      <p:stCondLst>
                        <p:cond delay="indefinite"/>
                      </p:stCondLst>
                      <p:childTnLst>
                        <p:par>
                          <p:cTn fill="hold" id="88">
                            <p:stCondLst>
                              <p:cond delay="0"/>
                            </p:stCondLst>
                            <p:childTnLst>
                              <p:par>
                                <p:cTn fill="hold" id="8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92"/>
                                        <p:tgtEl>
                                          <p:spTgt spid="108930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50000">
                                        <p:cTn display="0" id="90" masterRel="sameClick" presetSubtype="1">
                                          <p:stCondLst>
                                            <p:cond evt="begin" delay="0">
                                              <p:tn val="8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="1" showMasterSp="1">
  <p:cSld>
    <p:spTree>
      <p:nvGrpSpPr>
        <p:cNvPr id="63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sp>
        <p:nvSpPr>
          <p:cNvPr id="1089311" name=""/>
          <p:cNvSpPr/>
          <p:nvPr/>
        </p:nvSpPr>
        <p:spPr>
          <a:xfrm rot="0">
            <a:off x="6372225" y="2038350"/>
            <a:ext cx="1470025" cy="1373187"/>
          </a:xfrm>
          <a:prstGeom prst="ellipse"/>
          <a:noFill/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12" name=""/>
          <p:cNvSpPr/>
          <p:nvPr/>
        </p:nvSpPr>
        <p:spPr>
          <a:xfrm rot="0" flipV="1">
            <a:off x="2679700" y="2038350"/>
            <a:ext cx="0" cy="3538537"/>
          </a:xfrm>
          <a:prstGeom prst="line"/>
          <a:solidFill>
            <a:srgbClr val="FFFFFF"/>
          </a:solidFill>
          <a:ln w="12700" cap="flat" cmpd="sng">
            <a:solidFill>
              <a:srgbClr val="FF0066">
                <a:alpha val="100000"/>
              </a:srgbClr>
            </a:solidFill>
            <a:prstDash val="solid"/>
            <a:round/>
          </a:ln>
        </p:spPr>
      </p:sp>
      <p:grpSp>
        <p:nvGrpSpPr>
          <p:cNvPr id="632" name=""/>
          <p:cNvGrpSpPr/>
          <p:nvPr/>
        </p:nvGrpSpPr>
        <p:grpSpPr>
          <a:xfrm rot="0">
            <a:off x="2663825" y="2038350"/>
            <a:ext cx="4979987" cy="214312"/>
            <a:chOff x="1483" y="1111"/>
            <a:chExt cx="3137" cy="135"/>
          </a:xfrm>
        </p:grpSpPr>
        <p:sp>
          <p:nvSpPr>
            <p:cNvPr id="1089313" name=""/>
            <p:cNvSpPr/>
            <p:nvPr/>
          </p:nvSpPr>
          <p:spPr>
            <a:xfrm rot="0">
              <a:off x="1483" y="1183"/>
              <a:ext cx="3137" cy="0"/>
            </a:xfrm>
            <a:prstGeom prst="line"/>
            <a:solidFill>
              <a:srgbClr val="FFFFFF"/>
            </a:solidFill>
            <a:ln w="127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14" name=""/>
            <p:cNvSpPr txBox="1"/>
            <p:nvPr/>
          </p:nvSpPr>
          <p:spPr>
            <a:xfrm rot="0">
              <a:off x="4440" y="1111"/>
              <a:ext cx="180" cy="135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800" lang="en-US">
                  <a:solidFill>
                    <a:srgbClr val="FF0066"/>
                  </a:solidFill>
                  <a:ea typeface="_x000B__x000C_" pitchFamily="0" charset="1"/>
                </a:rPr>
                <a:t>●</a:t>
              </a:r>
            </a:p>
          </p:txBody>
        </p:sp>
      </p:grpSp>
      <p:grpSp>
        <p:nvGrpSpPr>
          <p:cNvPr id="633" name=""/>
          <p:cNvGrpSpPr/>
          <p:nvPr/>
        </p:nvGrpSpPr>
        <p:grpSpPr>
          <a:xfrm rot="0">
            <a:off x="2030412" y="4059237"/>
            <a:ext cx="2141537" cy="1998662"/>
            <a:chOff x="1084" y="2384"/>
            <a:chExt cx="1349" cy="1259"/>
          </a:xfrm>
        </p:grpSpPr>
        <p:sp>
          <p:nvSpPr>
            <p:cNvPr id="1089315" name=""/>
            <p:cNvSpPr/>
            <p:nvPr/>
          </p:nvSpPr>
          <p:spPr>
            <a:xfrm rot="0">
              <a:off x="1084" y="2403"/>
              <a:ext cx="1347" cy="1240"/>
            </a:xfrm>
            <a:prstGeom prst="ellipse"/>
            <a:noFill/>
            <a:ln w="38100" cap="flat" cmpd="sng">
              <a:solidFill>
                <a:schemeClr val="l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16" name=""/>
            <p:cNvSpPr/>
            <p:nvPr/>
          </p:nvSpPr>
          <p:spPr>
            <a:xfrm rot="0">
              <a:off x="1757" y="2384"/>
              <a:ext cx="676" cy="1259"/>
            </a:xfrm>
            <a:prstGeom prst="rect"/>
            <a:solidFill>
              <a:srgbClr val="CCFFFF"/>
            </a:solidFill>
            <a:ln w="38100" cap="flat" cmpd="sng">
              <a:solidFill>
                <a:srgbClr val="CCFF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317" name=""/>
          <p:cNvSpPr/>
          <p:nvPr/>
        </p:nvSpPr>
        <p:spPr>
          <a:xfrm rot="0">
            <a:off x="5837237" y="2733675"/>
            <a:ext cx="2606675" cy="0"/>
          </a:xfrm>
          <a:prstGeom prst="line"/>
          <a:solidFill>
            <a:srgbClr val="FFFFFF"/>
          </a:solidFill>
          <a:ln w="9525" cap="flat" cmpd="sng">
            <a:solidFill>
              <a:schemeClr val="lt2">
                <a:alpha val="100000"/>
              </a:schemeClr>
            </a:solidFill>
            <a:prstDash val="lgDashDot"/>
            <a:round/>
          </a:ln>
        </p:spPr>
      </p:sp>
      <p:sp>
        <p:nvSpPr>
          <p:cNvPr id="1089318" name=""/>
          <p:cNvSpPr/>
          <p:nvPr/>
        </p:nvSpPr>
        <p:spPr>
          <a:xfrm rot="0">
            <a:off x="7107237" y="1158875"/>
            <a:ext cx="1587" cy="2744787"/>
          </a:xfrm>
          <a:custGeom>
            <a:avLst/>
            <a:ahLst/>
            <a:rect l="0" t="0" r="r" b="b"/>
            <a:pathLst>
              <a:path w="1" h="1729">
                <a:moveTo>
                  <a:pt x="0" y="0"/>
                </a:moveTo>
                <a:lnTo>
                  <a:pt x="1" y="1729"/>
                </a:lnTo>
              </a:path>
            </a:pathLst>
          </a:custGeom>
          <a:noFill/>
          <a:ln w="9525" cap="flat" cmpd="sng">
            <a:solidFill>
              <a:schemeClr val="lt2">
                <a:alpha val="100000"/>
              </a:schemeClr>
            </a:solidFill>
            <a:prstDash val="lgDashDot"/>
            <a:round/>
          </a:ln>
        </p:spPr>
      </p:sp>
      <p:sp>
        <p:nvSpPr>
          <p:cNvPr id="1089319" name=""/>
          <p:cNvSpPr/>
          <p:nvPr/>
        </p:nvSpPr>
        <p:spPr>
          <a:xfrm rot="0">
            <a:off x="6038850" y="1706562"/>
            <a:ext cx="2138362" cy="2033587"/>
          </a:xfrm>
          <a:prstGeom prst="ellipse"/>
          <a:noFill/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20" name=""/>
          <p:cNvSpPr/>
          <p:nvPr/>
        </p:nvSpPr>
        <p:spPr>
          <a:xfrm rot="0">
            <a:off x="1520825" y="5075237"/>
            <a:ext cx="3725862" cy="6350"/>
          </a:xfrm>
          <a:custGeom>
            <a:avLst/>
            <a:ahLst/>
            <a:rect l="0" t="0" r="r" b="b"/>
            <a:pathLst>
              <a:path w="2347" h="4">
                <a:moveTo>
                  <a:pt x="0" y="4"/>
                </a:moveTo>
                <a:lnTo>
                  <a:pt x="2347" y="0"/>
                </a:lnTo>
              </a:path>
            </a:pathLst>
          </a:custGeom>
          <a:noFill/>
          <a:ln w="12700" cap="flat" cmpd="sng">
            <a:solidFill>
              <a:schemeClr val="lt2">
                <a:alpha val="100000"/>
              </a:schemeClr>
            </a:solidFill>
            <a:prstDash val="lgDashDot"/>
            <a:round/>
          </a:ln>
        </p:spPr>
      </p:sp>
      <p:sp>
        <p:nvSpPr>
          <p:cNvPr id="1089321" name=""/>
          <p:cNvSpPr/>
          <p:nvPr/>
        </p:nvSpPr>
        <p:spPr>
          <a:xfrm rot="0">
            <a:off x="1697037" y="4075112"/>
            <a:ext cx="3449637" cy="1982787"/>
          </a:xfrm>
          <a:prstGeom prst="rect"/>
          <a:noFill/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22" name=""/>
          <p:cNvSpPr/>
          <p:nvPr/>
        </p:nvSpPr>
        <p:spPr>
          <a:xfrm rot="16200000">
            <a:off x="5348287" y="2022475"/>
            <a:ext cx="1377950" cy="0"/>
          </a:xfrm>
          <a:prstGeom prst="line"/>
          <a:solidFill>
            <a:srgbClr val="FFFFFF"/>
          </a:solidFill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23" name=""/>
          <p:cNvSpPr/>
          <p:nvPr/>
        </p:nvSpPr>
        <p:spPr>
          <a:xfrm rot="16200000">
            <a:off x="7488237" y="2022475"/>
            <a:ext cx="1377950" cy="0"/>
          </a:xfrm>
          <a:prstGeom prst="line"/>
          <a:solidFill>
            <a:srgbClr val="FFFFFF"/>
          </a:solidFill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24" name=""/>
          <p:cNvSpPr/>
          <p:nvPr/>
        </p:nvSpPr>
        <p:spPr>
          <a:xfrm rot="0">
            <a:off x="6035675" y="1333500"/>
            <a:ext cx="2162175" cy="1587"/>
          </a:xfrm>
          <a:custGeom>
            <a:avLst/>
            <a:ahLst/>
            <a:rect l="0" t="0" r="r" b="b"/>
            <a:pathLst>
              <a:path w="1553" h="1">
                <a:moveTo>
                  <a:pt x="0" y="0"/>
                </a:moveTo>
                <a:lnTo>
                  <a:pt x="1553" y="0"/>
                </a:lnTo>
              </a:path>
            </a:pathLst>
          </a:custGeom>
          <a:noFill/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25" name=""/>
          <p:cNvSpPr/>
          <p:nvPr/>
        </p:nvSpPr>
        <p:spPr>
          <a:xfrm rot="0">
            <a:off x="2520950" y="4554537"/>
            <a:ext cx="1169987" cy="1069975"/>
          </a:xfrm>
          <a:prstGeom prst="ellipse"/>
          <a:noFill/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grpSp>
        <p:nvGrpSpPr>
          <p:cNvPr id="634" name=""/>
          <p:cNvGrpSpPr/>
          <p:nvPr/>
        </p:nvGrpSpPr>
        <p:grpSpPr>
          <a:xfrm rot="0">
            <a:off x="1690687" y="1136650"/>
            <a:ext cx="3449637" cy="2706687"/>
            <a:chOff x="870" y="543"/>
            <a:chExt cx="2173" cy="1705"/>
          </a:xfrm>
        </p:grpSpPr>
        <p:sp>
          <p:nvSpPr>
            <p:cNvPr id="1089326" name=""/>
            <p:cNvSpPr/>
            <p:nvPr/>
          </p:nvSpPr>
          <p:spPr>
            <a:xfrm rot="0">
              <a:off x="870" y="895"/>
              <a:ext cx="2173" cy="1278"/>
            </a:xfrm>
            <a:prstGeom prst="rect"/>
            <a:noFill/>
            <a:ln w="19050" cap="flat" cmpd="sng">
              <a:solidFill>
                <a:schemeClr val="l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27" name=""/>
            <p:cNvSpPr/>
            <p:nvPr/>
          </p:nvSpPr>
          <p:spPr>
            <a:xfrm rot="0">
              <a:off x="1084" y="668"/>
              <a:ext cx="1633" cy="225"/>
            </a:xfrm>
            <a:prstGeom prst="rect"/>
            <a:noFill/>
            <a:ln w="19050" cap="flat" cmpd="sng">
              <a:solidFill>
                <a:schemeClr val="lt2">
                  <a:alpha val="100000"/>
                </a:schemeClr>
              </a:solidFill>
              <a:prstDash val="solid"/>
              <a:round/>
            </a:ln>
          </p:spPr>
        </p:sp>
        <p:sp>
          <p:nvSpPr>
            <p:cNvPr id="1089328" name=""/>
            <p:cNvSpPr/>
            <p:nvPr/>
          </p:nvSpPr>
          <p:spPr>
            <a:xfrm rot="0">
              <a:off x="1757" y="543"/>
              <a:ext cx="6" cy="1705"/>
            </a:xfrm>
            <a:custGeom>
              <a:avLst/>
              <a:ahLst/>
              <a:rect l="0" t="0" r="r" b="b"/>
              <a:pathLst>
                <a:path w="6" h="1979">
                  <a:moveTo>
                    <a:pt x="0" y="0"/>
                  </a:moveTo>
                  <a:lnTo>
                    <a:pt x="6" y="1979"/>
                  </a:lnTo>
                </a:path>
              </a:pathLst>
            </a:custGeom>
            <a:noFill/>
            <a:ln w="9525" cap="flat" cmpd="sng">
              <a:solidFill>
                <a:schemeClr val="lt2">
                  <a:alpha val="100000"/>
                </a:schemeClr>
              </a:solidFill>
              <a:prstDash val="lgDashDot"/>
              <a:round/>
            </a:ln>
          </p:spPr>
        </p:sp>
        <p:sp>
          <p:nvSpPr>
            <p:cNvPr id="1089329" name=""/>
            <p:cNvSpPr/>
            <p:nvPr/>
          </p:nvSpPr>
          <p:spPr>
            <a:xfrm rot="0">
              <a:off x="1091" y="887"/>
              <a:ext cx="1616" cy="6"/>
            </a:xfrm>
            <a:custGeom>
              <a:avLst/>
              <a:ahLst/>
              <a:rect l="0" t="0" r="r" b="b"/>
              <a:pathLst>
                <a:path w="1616" h="6">
                  <a:moveTo>
                    <a:pt x="0" y="0"/>
                  </a:moveTo>
                  <a:lnTo>
                    <a:pt x="1616" y="6"/>
                  </a:lnTo>
                </a:path>
              </a:pathLst>
            </a:custGeom>
            <a:noFill/>
            <a:ln w="76200" cap="flat" cmpd="sng">
              <a:solidFill>
                <a:srgbClr val="CCFFFF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330" name=""/>
          <p:cNvSpPr/>
          <p:nvPr/>
        </p:nvSpPr>
        <p:spPr>
          <a:xfrm rot="0">
            <a:off x="2032000" y="1662112"/>
            <a:ext cx="1081087" cy="1081087"/>
          </a:xfrm>
          <a:custGeom>
            <a:avLst/>
            <a:ahLst/>
            <a:rect l="0" t="0" r="r" b="b"/>
            <a:pathLst>
              <a:path w="681" h="681">
                <a:moveTo>
                  <a:pt x="0" y="0"/>
                </a:moveTo>
                <a:lnTo>
                  <a:pt x="681" y="681"/>
                </a:lnTo>
              </a:path>
            </a:pathLst>
          </a:custGeom>
          <a:noFill/>
          <a:ln w="19050" cap="flat" cmpd="sng">
            <a:solidFill>
              <a:srgbClr val="9900FF">
                <a:alpha val="100000"/>
              </a:srgbClr>
            </a:solidFill>
            <a:prstDash val="solid"/>
            <a:round/>
          </a:ln>
        </p:spPr>
      </p:sp>
      <p:sp>
        <p:nvSpPr>
          <p:cNvPr id="1089331" name=""/>
          <p:cNvSpPr txBox="1"/>
          <p:nvPr/>
        </p:nvSpPr>
        <p:spPr>
          <a:xfrm rot="0">
            <a:off x="1147762" y="482600"/>
            <a:ext cx="2835275" cy="579437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3200" lang="zh-CN">
                <a:ea typeface="_x000B__x000C_" pitchFamily="0" charset="1"/>
              </a:rPr>
              <a:t>例</a:t>
            </a:r>
            <a:r>
              <a:rPr altLang="zh-CN" b="1" sz="3200" lang="en-US">
                <a:ea typeface="_x000B__x000C_" pitchFamily="0" charset="1"/>
              </a:rPr>
              <a:t>3</a:t>
            </a:r>
            <a:r>
              <a:rPr altLang="en-US" b="1" sz="3200" lang="zh-CN">
                <a:ea typeface="_x000B__x000C_" pitchFamily="0" charset="1"/>
              </a:rPr>
              <a:t>：求主视图</a:t>
            </a:r>
          </a:p>
        </p:txBody>
      </p:sp>
      <p:sp>
        <p:nvSpPr>
          <p:cNvPr id="1089332" name=""/>
          <p:cNvSpPr/>
          <p:nvPr/>
        </p:nvSpPr>
        <p:spPr>
          <a:xfrm rot="0">
            <a:off x="1698625" y="4419600"/>
            <a:ext cx="3427412" cy="0"/>
          </a:xfrm>
          <a:custGeom>
            <a:avLst/>
            <a:ahLst/>
            <a:rect l="0" t="0" r="r" b="b"/>
            <a:pathLst>
              <a:path w="2159" h="1">
                <a:moveTo>
                  <a:pt x="2159" y="0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33" name=""/>
          <p:cNvSpPr/>
          <p:nvPr/>
        </p:nvSpPr>
        <p:spPr>
          <a:xfrm rot="0">
            <a:off x="1698625" y="5730875"/>
            <a:ext cx="3441700" cy="1587"/>
          </a:xfrm>
          <a:custGeom>
            <a:avLst/>
            <a:ahLst/>
            <a:rect l="0" t="0" r="r" b="b"/>
            <a:pathLst>
              <a:path w="2168" h="1">
                <a:moveTo>
                  <a:pt x="2168" y="0"/>
                </a:moveTo>
                <a:lnTo>
                  <a:pt x="0" y="1"/>
                </a:lnTo>
              </a:path>
            </a:pathLst>
          </a:custGeom>
          <a:noFill/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34" name=""/>
          <p:cNvSpPr/>
          <p:nvPr/>
        </p:nvSpPr>
        <p:spPr>
          <a:xfrm rot="0">
            <a:off x="4622800" y="4068762"/>
            <a:ext cx="0" cy="1981200"/>
          </a:xfrm>
          <a:custGeom>
            <a:avLst/>
            <a:ahLst/>
            <a:rect l="0" t="0" r="r" b="b"/>
            <a:pathLst>
              <a:path w="1" h="1248">
                <a:moveTo>
                  <a:pt x="0" y="0"/>
                </a:moveTo>
                <a:lnTo>
                  <a:pt x="0" y="1248"/>
                </a:lnTo>
              </a:path>
            </a:pathLst>
          </a:custGeom>
          <a:noFill/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35" name=""/>
          <p:cNvSpPr/>
          <p:nvPr/>
        </p:nvSpPr>
        <p:spPr>
          <a:xfrm rot="0">
            <a:off x="3098800" y="4511675"/>
            <a:ext cx="639762" cy="1173162"/>
          </a:xfrm>
          <a:custGeom>
            <a:avLst/>
            <a:ahLst/>
            <a:rect l="0" t="0" r="r" b="b"/>
            <a:pathLst>
              <a:path w="403" h="739">
                <a:moveTo>
                  <a:pt x="0" y="0"/>
                </a:moveTo>
                <a:lnTo>
                  <a:pt x="0" y="86"/>
                </a:lnTo>
                <a:lnTo>
                  <a:pt x="144" y="86"/>
                </a:lnTo>
                <a:lnTo>
                  <a:pt x="221" y="163"/>
                </a:lnTo>
                <a:lnTo>
                  <a:pt x="326" y="288"/>
                </a:lnTo>
                <a:lnTo>
                  <a:pt x="317" y="384"/>
                </a:lnTo>
                <a:lnTo>
                  <a:pt x="307" y="489"/>
                </a:lnTo>
                <a:lnTo>
                  <a:pt x="249" y="585"/>
                </a:lnTo>
                <a:lnTo>
                  <a:pt x="144" y="633"/>
                </a:lnTo>
                <a:lnTo>
                  <a:pt x="86" y="672"/>
                </a:lnTo>
                <a:lnTo>
                  <a:pt x="9" y="681"/>
                </a:lnTo>
                <a:lnTo>
                  <a:pt x="19" y="739"/>
                </a:lnTo>
                <a:lnTo>
                  <a:pt x="192" y="710"/>
                </a:lnTo>
                <a:lnTo>
                  <a:pt x="297" y="614"/>
                </a:lnTo>
                <a:lnTo>
                  <a:pt x="403" y="461"/>
                </a:lnTo>
                <a:lnTo>
                  <a:pt x="403" y="336"/>
                </a:lnTo>
                <a:lnTo>
                  <a:pt x="384" y="192"/>
                </a:lnTo>
                <a:lnTo>
                  <a:pt x="297" y="86"/>
                </a:lnTo>
                <a:lnTo>
                  <a:pt x="153" y="0"/>
                </a:lnTo>
                <a:lnTo>
                  <a:pt x="0" y="0"/>
                </a:lnTo>
              </a:path>
            </a:pathLst>
          </a:custGeom>
          <a:solidFill>
            <a:srgbClr val="CCFFFF"/>
          </a:solidFill>
          <a:ln w="38100" cap="flat" cmpd="sng">
            <a:solidFill>
              <a:srgbClr val="CCFFFF">
                <a:alpha val="100000"/>
              </a:srgbClr>
            </a:solidFill>
            <a:prstDash val="solid"/>
            <a:round/>
          </a:ln>
        </p:spPr>
      </p:sp>
      <p:sp>
        <p:nvSpPr>
          <p:cNvPr id="1089336" name=""/>
          <p:cNvSpPr/>
          <p:nvPr/>
        </p:nvSpPr>
        <p:spPr>
          <a:xfrm rot="0">
            <a:off x="3098800" y="3890962"/>
            <a:ext cx="0" cy="2230437"/>
          </a:xfrm>
          <a:prstGeom prst="line"/>
          <a:solidFill>
            <a:srgbClr val="FFFFFF"/>
          </a:solidFill>
          <a:ln w="9525" cap="flat" cmpd="sng">
            <a:solidFill>
              <a:schemeClr val="lt2">
                <a:alpha val="100000"/>
              </a:schemeClr>
            </a:solidFill>
            <a:prstDash val="lgDashDot"/>
            <a:round/>
          </a:ln>
        </p:spPr>
      </p:sp>
      <p:sp>
        <p:nvSpPr>
          <p:cNvPr id="1089337" name=""/>
          <p:cNvSpPr/>
          <p:nvPr/>
        </p:nvSpPr>
        <p:spPr>
          <a:xfrm rot="0">
            <a:off x="3092450" y="4554537"/>
            <a:ext cx="1079500" cy="0"/>
          </a:xfrm>
          <a:prstGeom prst="line"/>
          <a:solidFill>
            <a:srgbClr val="FFFFFF"/>
          </a:solidFill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38" name=""/>
          <p:cNvSpPr/>
          <p:nvPr/>
        </p:nvSpPr>
        <p:spPr>
          <a:xfrm rot="0">
            <a:off x="4165600" y="4554537"/>
            <a:ext cx="0" cy="1069975"/>
          </a:xfrm>
          <a:prstGeom prst="line"/>
          <a:solidFill>
            <a:srgbClr val="FFFFFF"/>
          </a:solidFill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39" name=""/>
          <p:cNvSpPr/>
          <p:nvPr/>
        </p:nvSpPr>
        <p:spPr>
          <a:xfrm rot="0">
            <a:off x="3098800" y="5624512"/>
            <a:ext cx="1073150" cy="0"/>
          </a:xfrm>
          <a:prstGeom prst="line"/>
          <a:solidFill>
            <a:srgbClr val="FFFFFF"/>
          </a:solidFill>
          <a:ln w="381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</p:sp>
      <p:sp>
        <p:nvSpPr>
          <p:cNvPr id="1089340" name=""/>
          <p:cNvSpPr/>
          <p:nvPr/>
        </p:nvSpPr>
        <p:spPr>
          <a:xfrm rot="0">
            <a:off x="6573837" y="1333500"/>
            <a:ext cx="0" cy="922337"/>
          </a:xfrm>
          <a:prstGeom prst="line"/>
          <a:solidFill>
            <a:srgbClr val="FFFFFF"/>
          </a:solidFill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41" name=""/>
          <p:cNvSpPr/>
          <p:nvPr/>
        </p:nvSpPr>
        <p:spPr>
          <a:xfrm rot="0">
            <a:off x="7643812" y="1333500"/>
            <a:ext cx="0" cy="922337"/>
          </a:xfrm>
          <a:prstGeom prst="line"/>
          <a:solidFill>
            <a:srgbClr val="FFFFFF"/>
          </a:solidFill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42" name=""/>
          <p:cNvSpPr/>
          <p:nvPr/>
        </p:nvSpPr>
        <p:spPr>
          <a:xfrm rot="0">
            <a:off x="4622800" y="1662112"/>
            <a:ext cx="0" cy="1049337"/>
          </a:xfrm>
          <a:prstGeom prst="line"/>
          <a:solidFill>
            <a:srgbClr val="FFFFFF"/>
          </a:solidFill>
          <a:ln w="19050" cap="flat" cmpd="sng">
            <a:solidFill>
              <a:srgbClr val="0099FF">
                <a:alpha val="100000"/>
              </a:srgbClr>
            </a:solidFill>
            <a:prstDash val="solid"/>
            <a:round/>
          </a:ln>
        </p:spPr>
      </p:sp>
      <p:grpSp>
        <p:nvGrpSpPr>
          <p:cNvPr id="635" name=""/>
          <p:cNvGrpSpPr/>
          <p:nvPr/>
        </p:nvGrpSpPr>
        <p:grpSpPr>
          <a:xfrm rot="0">
            <a:off x="1698625" y="1335087"/>
            <a:ext cx="3448050" cy="2076450"/>
            <a:chOff x="875" y="668"/>
            <a:chExt cx="2172" cy="1308"/>
          </a:xfrm>
        </p:grpSpPr>
        <p:sp>
          <p:nvSpPr>
            <p:cNvPr id="1089343" name=""/>
            <p:cNvSpPr/>
            <p:nvPr/>
          </p:nvSpPr>
          <p:spPr>
            <a:xfrm rot="0" flipH="1">
              <a:off x="875" y="1111"/>
              <a:ext cx="2172" cy="0"/>
            </a:xfrm>
            <a:prstGeom prst="line"/>
            <a:solidFill>
              <a:srgbClr val="FFFFFF"/>
            </a:solidFill>
            <a:ln w="12700" cap="flat" cmpd="sng">
              <a:solidFill>
                <a:schemeClr val="lt2">
                  <a:alpha val="100000"/>
                </a:schemeClr>
              </a:solidFill>
              <a:prstDash val="dash"/>
              <a:round/>
            </a:ln>
          </p:spPr>
        </p:sp>
        <p:sp>
          <p:nvSpPr>
            <p:cNvPr id="1089344" name=""/>
            <p:cNvSpPr/>
            <p:nvPr/>
          </p:nvSpPr>
          <p:spPr>
            <a:xfrm rot="0" flipH="1">
              <a:off x="875" y="1976"/>
              <a:ext cx="2159" cy="0"/>
            </a:xfrm>
            <a:prstGeom prst="line"/>
            <a:solidFill>
              <a:srgbClr val="FFFFFF"/>
            </a:solidFill>
            <a:ln w="12700" cap="flat" cmpd="sng">
              <a:solidFill>
                <a:schemeClr val="lt2">
                  <a:alpha val="100000"/>
                </a:schemeClr>
              </a:solidFill>
              <a:prstDash val="dash"/>
              <a:round/>
            </a:ln>
          </p:spPr>
        </p:sp>
        <p:sp>
          <p:nvSpPr>
            <p:cNvPr id="1089345" name=""/>
            <p:cNvSpPr/>
            <p:nvPr/>
          </p:nvSpPr>
          <p:spPr>
            <a:xfrm rot="0" flipH="1" flipV="1">
              <a:off x="1389" y="681"/>
              <a:ext cx="4" cy="430"/>
            </a:xfrm>
            <a:prstGeom prst="line"/>
            <a:solidFill>
              <a:srgbClr val="FFFFFF"/>
            </a:solidFill>
            <a:ln w="12700" cap="flat" cmpd="sng">
              <a:solidFill>
                <a:schemeClr val="lt2">
                  <a:alpha val="100000"/>
                </a:schemeClr>
              </a:solidFill>
              <a:prstDash val="dash"/>
              <a:round/>
            </a:ln>
          </p:spPr>
        </p:sp>
        <p:sp>
          <p:nvSpPr>
            <p:cNvPr id="1089346" name=""/>
            <p:cNvSpPr/>
            <p:nvPr/>
          </p:nvSpPr>
          <p:spPr>
            <a:xfrm rot="0" flipV="1">
              <a:off x="2425" y="668"/>
              <a:ext cx="4" cy="443"/>
            </a:xfrm>
            <a:prstGeom prst="line"/>
            <a:solidFill>
              <a:srgbClr val="FFFFFF"/>
            </a:solidFill>
            <a:ln w="12700" cap="flat" cmpd="sng">
              <a:solidFill>
                <a:schemeClr val="lt2">
                  <a:alpha val="100000"/>
                </a:schemeClr>
              </a:solidFill>
              <a:prstDash val="dash"/>
              <a:round/>
            </a:ln>
          </p:spPr>
        </p:sp>
      </p:grpSp>
      <p:grpSp>
        <p:nvGrpSpPr>
          <p:cNvPr id="636" name=""/>
          <p:cNvGrpSpPr/>
          <p:nvPr/>
        </p:nvGrpSpPr>
        <p:grpSpPr>
          <a:xfrm rot="0">
            <a:off x="2954337" y="2152650"/>
            <a:ext cx="4824412" cy="214312"/>
            <a:chOff x="1666" y="1183"/>
            <a:chExt cx="3039" cy="135"/>
          </a:xfrm>
        </p:grpSpPr>
        <p:sp>
          <p:nvSpPr>
            <p:cNvPr id="1089347" name=""/>
            <p:cNvSpPr/>
            <p:nvPr/>
          </p:nvSpPr>
          <p:spPr>
            <a:xfrm rot="0" flipH="1">
              <a:off x="1753" y="1248"/>
              <a:ext cx="2952" cy="0"/>
            </a:xfrm>
            <a:prstGeom prst="line"/>
            <a:solidFill>
              <a:srgbClr val="FFFFFF"/>
            </a:solidFill>
            <a:ln w="127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48" name=""/>
            <p:cNvSpPr txBox="1"/>
            <p:nvPr/>
          </p:nvSpPr>
          <p:spPr>
            <a:xfrm rot="0">
              <a:off x="1666" y="1183"/>
              <a:ext cx="180" cy="135"/>
            </a:xfrm>
            <a:prstGeom prst="rect"/>
            <a:noFill/>
            <a:ln>
              <a:noFill/>
            </a:ln>
          </p:spPr>
          <p:txBody>
            <a:bodyPr anchor="ctr" bIns="45720" lIns="91440" rIns="91440" tIns="45720" vert="horz" wrap="none">
              <a:spAutoFit/>
            </a:bodyPr>
            <a:lstStyle>
              <a:lvl1pPr algn="l" eaLnBrk="1" fontAlgn="base" hangingPunct="1" indent="0" latinLnBrk="1" marL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1pPr>
              <a:lvl2pPr algn="l" eaLnBrk="1" fontAlgn="base" hangingPunct="1" indent="0" latinLnBrk="1" marL="4572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2pPr>
              <a:lvl3pPr algn="l" eaLnBrk="1" fontAlgn="base" hangingPunct="1" indent="0" latinLnBrk="1" marL="9144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3pPr>
              <a:lvl4pPr algn="l" eaLnBrk="1" fontAlgn="base" hangingPunct="1" indent="0" latinLnBrk="1" marL="13716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4pPr>
              <a:lvl5pPr algn="l" eaLnBrk="1" fontAlgn="base" hangingPunct="1" indent="0" latinLnBrk="1" marL="182880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 baseline="0" b="0" sz="2400" i="0" u="none">
                  <a:solidFill>
                    <a:schemeClr val="dk1"/>
                  </a:solidFill>
                  <a:latin typeface="Times New Roman" pitchFamily="18" charset="0"/>
                  <a:ea typeface="宋体" pitchFamily="2" charset="-122"/>
                  <a:sym typeface="Times New Roman" pitchFamily="18" charset="0"/>
                </a:defRPr>
              </a:lvl5pPr>
            </a:lstStyle>
            <a:p>
              <a:pPr algn="ctr" lvl="0"/>
              <a:r>
                <a:rPr altLang="zh-CN" sz="800" lang="en-US">
                  <a:solidFill>
                    <a:srgbClr val="FF0066"/>
                  </a:solidFill>
                  <a:ea typeface="_x000B__x000C_" pitchFamily="0" charset="1"/>
                </a:rPr>
                <a:t>●</a:t>
              </a:r>
            </a:p>
          </p:txBody>
        </p:sp>
      </p:grpSp>
      <p:sp>
        <p:nvSpPr>
          <p:cNvPr id="1089349" name=""/>
          <p:cNvSpPr txBox="1"/>
          <p:nvPr/>
        </p:nvSpPr>
        <p:spPr>
          <a:xfrm rot="0">
            <a:off x="7493000" y="2152650"/>
            <a:ext cx="285750" cy="214312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sz="800" lang="en-US">
                <a:solidFill>
                  <a:srgbClr val="FF0066"/>
                </a:solidFill>
                <a:ea typeface="_x000B__x000C_" pitchFamily="0" charset="1"/>
              </a:rPr>
              <a:t>●</a:t>
            </a:r>
          </a:p>
        </p:txBody>
      </p:sp>
      <p:sp>
        <p:nvSpPr>
          <p:cNvPr id="1089350" name=""/>
          <p:cNvSpPr txBox="1"/>
          <p:nvPr/>
        </p:nvSpPr>
        <p:spPr>
          <a:xfrm rot="0">
            <a:off x="2536825" y="5362575"/>
            <a:ext cx="285750" cy="214312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sz="800" lang="en-US">
                <a:solidFill>
                  <a:srgbClr val="FF0066"/>
                </a:solidFill>
                <a:ea typeface="_x000B__x000C_" pitchFamily="0" charset="1"/>
              </a:rPr>
              <a:t>●</a:t>
            </a:r>
          </a:p>
        </p:txBody>
      </p:sp>
      <p:sp>
        <p:nvSpPr>
          <p:cNvPr id="1089351" name=""/>
          <p:cNvSpPr/>
          <p:nvPr/>
        </p:nvSpPr>
        <p:spPr>
          <a:xfrm rot="0" flipH="1">
            <a:off x="2378075" y="5461000"/>
            <a:ext cx="735012" cy="0"/>
          </a:xfrm>
          <a:prstGeom prst="line"/>
          <a:solidFill>
            <a:srgbClr val="FFFFFF"/>
          </a:solidFill>
          <a:ln w="12700" cap="flat" cmpd="sng">
            <a:solidFill>
              <a:srgbClr val="FF0066">
                <a:alpha val="100000"/>
              </a:srgbClr>
            </a:solidFill>
            <a:prstDash val="solid"/>
            <a:round/>
          </a:ln>
        </p:spPr>
      </p:sp>
      <p:sp>
        <p:nvSpPr>
          <p:cNvPr id="1089352" name=""/>
          <p:cNvSpPr/>
          <p:nvPr/>
        </p:nvSpPr>
        <p:spPr>
          <a:xfrm rot="0">
            <a:off x="4159250" y="2027237"/>
            <a:ext cx="0" cy="228600"/>
          </a:xfrm>
          <a:prstGeom prst="line"/>
          <a:solidFill>
            <a:srgbClr val="FFFFFF"/>
          </a:solidFill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53" name=""/>
          <p:cNvSpPr/>
          <p:nvPr/>
        </p:nvSpPr>
        <p:spPr>
          <a:xfrm rot="0">
            <a:off x="3082925" y="2252662"/>
            <a:ext cx="1082675" cy="0"/>
          </a:xfrm>
          <a:prstGeom prst="line"/>
          <a:solidFill>
            <a:srgbClr val="FFFFFF"/>
          </a:solidFill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54" name=""/>
          <p:cNvSpPr/>
          <p:nvPr/>
        </p:nvSpPr>
        <p:spPr>
          <a:xfrm rot="0">
            <a:off x="2514600" y="2038350"/>
            <a:ext cx="1657350" cy="0"/>
          </a:xfrm>
          <a:prstGeom prst="line"/>
          <a:solidFill>
            <a:srgbClr val="FFFFFF"/>
          </a:solidFill>
          <a:ln w="38100" cap="flat" cmpd="sng">
            <a:solidFill>
              <a:srgbClr val="FFFFFF">
                <a:alpha val="100000"/>
              </a:srgbClr>
            </a:solidFill>
            <a:prstDash val="solid"/>
            <a:round/>
          </a:ln>
        </p:spPr>
      </p:sp>
      <p:sp>
        <p:nvSpPr>
          <p:cNvPr id="1089355" name=""/>
          <p:cNvSpPr txBox="1"/>
          <p:nvPr/>
        </p:nvSpPr>
        <p:spPr>
          <a:xfrm rot="0">
            <a:off x="2378075" y="1938337"/>
            <a:ext cx="285750" cy="214312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sz="800" lang="en-US">
                <a:solidFill>
                  <a:srgbClr val="FF0066"/>
                </a:solidFill>
                <a:ea typeface="_x000B__x000C_" pitchFamily="0" charset="1"/>
              </a:rPr>
              <a:t>●</a:t>
            </a:r>
          </a:p>
        </p:txBody>
      </p:sp>
      <p:sp>
        <p:nvSpPr>
          <p:cNvPr id="1089356" name=""/>
          <p:cNvSpPr/>
          <p:nvPr/>
        </p:nvSpPr>
        <p:spPr>
          <a:xfrm rot="0">
            <a:off x="3113087" y="2719387"/>
            <a:ext cx="1509712" cy="0"/>
          </a:xfrm>
          <a:prstGeom prst="line"/>
          <a:solidFill>
            <a:srgbClr val="FFFFFF"/>
          </a:solidFill>
          <a:ln w="38100" cap="flat" cmpd="sng">
            <a:solidFill>
              <a:srgbClr val="FF0066">
                <a:alpha val="100000"/>
              </a:srgbClr>
            </a:solidFill>
            <a:prstDash val="solid"/>
            <a:round/>
          </a:ln>
        </p:spPr>
      </p:sp>
      <p:grpSp>
        <p:nvGrpSpPr>
          <p:cNvPr id="637" name=""/>
          <p:cNvGrpSpPr/>
          <p:nvPr/>
        </p:nvGrpSpPr>
        <p:grpSpPr>
          <a:xfrm rot="0">
            <a:off x="3113087" y="2152650"/>
            <a:ext cx="4379912" cy="3308350"/>
            <a:chOff x="1766" y="1183"/>
            <a:chExt cx="2759" cy="2084"/>
          </a:xfrm>
        </p:grpSpPr>
        <p:sp>
          <p:nvSpPr>
            <p:cNvPr id="1089357" name=""/>
            <p:cNvSpPr/>
            <p:nvPr/>
          </p:nvSpPr>
          <p:spPr>
            <a:xfrm rot="0">
              <a:off x="4282" y="1183"/>
              <a:ext cx="243" cy="0"/>
            </a:xfrm>
            <a:prstGeom prst="line"/>
            <a:solidFill>
              <a:srgbClr val="FFFFFF"/>
            </a:solidFill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58" name=""/>
            <p:cNvSpPr/>
            <p:nvPr/>
          </p:nvSpPr>
          <p:spPr>
            <a:xfrm rot="16200000">
              <a:off x="1645" y="3145"/>
              <a:ext cx="243" cy="0"/>
            </a:xfrm>
            <a:prstGeom prst="line"/>
            <a:solidFill>
              <a:srgbClr val="FFFFFF"/>
            </a:solidFill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359" name=""/>
          <p:cNvSpPr txBox="1"/>
          <p:nvPr/>
        </p:nvSpPr>
        <p:spPr>
          <a:xfrm rot="0">
            <a:off x="2552700" y="2062162"/>
            <a:ext cx="285750" cy="214312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sz="800" lang="en-US">
                <a:solidFill>
                  <a:srgbClr val="FF0066"/>
                </a:solidFill>
                <a:ea typeface="_x000B__x000C_" pitchFamily="0" charset="1"/>
              </a:rPr>
              <a:t>●</a:t>
            </a:r>
          </a:p>
        </p:txBody>
      </p:sp>
      <p:sp>
        <p:nvSpPr>
          <p:cNvPr id="1089360" name=""/>
          <p:cNvSpPr/>
          <p:nvPr/>
        </p:nvSpPr>
        <p:spPr>
          <a:xfrm rot="0">
            <a:off x="2519362" y="2027237"/>
            <a:ext cx="563562" cy="228600"/>
          </a:xfrm>
          <a:custGeom>
            <a:avLst/>
            <a:ahLst/>
            <a:rect l="0" t="0" r="r" b="b"/>
            <a:pathLst>
              <a:path w="355" h="144">
                <a:moveTo>
                  <a:pt x="0" y="0"/>
                </a:moveTo>
                <a:cubicBezTo>
                  <a:pt x="8" y="6"/>
                  <a:pt x="30" y="25"/>
                  <a:pt x="48" y="38"/>
                </a:cubicBezTo>
                <a:cubicBezTo>
                  <a:pt x="66" y="51"/>
                  <a:pt x="85" y="64"/>
                  <a:pt x="106" y="77"/>
                </a:cubicBezTo>
                <a:cubicBezTo>
                  <a:pt x="127" y="90"/>
                  <a:pt x="149" y="106"/>
                  <a:pt x="173" y="115"/>
                </a:cubicBezTo>
                <a:cubicBezTo>
                  <a:pt x="197" y="124"/>
                  <a:pt x="220" y="129"/>
                  <a:pt x="250" y="134"/>
                </a:cubicBezTo>
                <a:cubicBezTo>
                  <a:pt x="280" y="139"/>
                  <a:pt x="333" y="142"/>
                  <a:pt x="355" y="144"/>
                </a:cubicBezTo>
              </a:path>
            </a:pathLst>
          </a:custGeom>
          <a:noFill/>
          <a:ln w="12700" cap="flat" cmpd="sng">
            <a:solidFill>
              <a:schemeClr val="lt2">
                <a:alpha val="100000"/>
              </a:schemeClr>
            </a:solidFill>
            <a:prstDash val="dash"/>
            <a:round/>
          </a:ln>
        </p:spPr>
      </p:sp>
      <p:sp>
        <p:nvSpPr>
          <p:cNvPr id="1089361" name=""/>
          <p:cNvSpPr/>
          <p:nvPr/>
        </p:nvSpPr>
        <p:spPr>
          <a:xfrm rot="0">
            <a:off x="2028825" y="4068762"/>
            <a:ext cx="1069975" cy="1997075"/>
          </a:xfrm>
          <a:custGeom>
            <a:avLst/>
            <a:ahLst/>
            <a:rect l="0" t="0" r="r" b="b"/>
            <a:pathLst>
              <a:path w="674" h="1258">
                <a:moveTo>
                  <a:pt x="674" y="0"/>
                </a:moveTo>
                <a:cubicBezTo>
                  <a:pt x="647" y="5"/>
                  <a:pt x="555" y="15"/>
                  <a:pt x="501" y="29"/>
                </a:cubicBezTo>
                <a:cubicBezTo>
                  <a:pt x="447" y="43"/>
                  <a:pt x="393" y="63"/>
                  <a:pt x="347" y="87"/>
                </a:cubicBezTo>
                <a:cubicBezTo>
                  <a:pt x="301" y="111"/>
                  <a:pt x="260" y="141"/>
                  <a:pt x="223" y="173"/>
                </a:cubicBezTo>
                <a:cubicBezTo>
                  <a:pt x="186" y="205"/>
                  <a:pt x="156" y="241"/>
                  <a:pt x="127" y="279"/>
                </a:cubicBezTo>
                <a:cubicBezTo>
                  <a:pt x="98" y="317"/>
                  <a:pt x="69" y="363"/>
                  <a:pt x="50" y="404"/>
                </a:cubicBezTo>
                <a:cubicBezTo>
                  <a:pt x="31" y="445"/>
                  <a:pt x="19" y="490"/>
                  <a:pt x="11" y="528"/>
                </a:cubicBezTo>
                <a:cubicBezTo>
                  <a:pt x="3" y="566"/>
                  <a:pt x="0" y="592"/>
                  <a:pt x="2" y="634"/>
                </a:cubicBezTo>
                <a:cubicBezTo>
                  <a:pt x="4" y="676"/>
                  <a:pt x="5" y="725"/>
                  <a:pt x="21" y="778"/>
                </a:cubicBezTo>
                <a:cubicBezTo>
                  <a:pt x="37" y="831"/>
                  <a:pt x="76" y="908"/>
                  <a:pt x="98" y="951"/>
                </a:cubicBezTo>
                <a:cubicBezTo>
                  <a:pt x="120" y="994"/>
                  <a:pt x="128" y="1008"/>
                  <a:pt x="155" y="1037"/>
                </a:cubicBezTo>
                <a:cubicBezTo>
                  <a:pt x="182" y="1066"/>
                  <a:pt x="224" y="1098"/>
                  <a:pt x="261" y="1124"/>
                </a:cubicBezTo>
                <a:cubicBezTo>
                  <a:pt x="298" y="1150"/>
                  <a:pt x="334" y="1174"/>
                  <a:pt x="376" y="1191"/>
                </a:cubicBezTo>
                <a:cubicBezTo>
                  <a:pt x="418" y="1208"/>
                  <a:pt x="461" y="1218"/>
                  <a:pt x="511" y="1229"/>
                </a:cubicBezTo>
                <a:cubicBezTo>
                  <a:pt x="561" y="1240"/>
                  <a:pt x="640" y="1252"/>
                  <a:pt x="674" y="1258"/>
                </a:cubicBezTo>
              </a:path>
            </a:pathLst>
          </a:custGeom>
          <a:noFill/>
          <a:ln w="38100" cap="flat" cmpd="sng">
            <a:solidFill>
              <a:srgbClr val="9900FF">
                <a:alpha val="100000"/>
              </a:srgbClr>
            </a:solidFill>
            <a:prstDash val="solid"/>
            <a:round/>
          </a:ln>
        </p:spPr>
      </p:sp>
      <p:sp>
        <p:nvSpPr>
          <p:cNvPr id="1089362" name=""/>
          <p:cNvSpPr/>
          <p:nvPr/>
        </p:nvSpPr>
        <p:spPr>
          <a:xfrm rot="0">
            <a:off x="6040437" y="1692275"/>
            <a:ext cx="2133600" cy="1036637"/>
          </a:xfrm>
          <a:custGeom>
            <a:avLst/>
            <a:ahLst/>
            <a:rect l="0" t="0" r="r" b="b"/>
            <a:pathLst>
              <a:path w="1344" h="653">
                <a:moveTo>
                  <a:pt x="0" y="653"/>
                </a:moveTo>
                <a:cubicBezTo>
                  <a:pt x="3" y="635"/>
                  <a:pt x="1" y="587"/>
                  <a:pt x="9" y="547"/>
                </a:cubicBezTo>
                <a:cubicBezTo>
                  <a:pt x="17" y="507"/>
                  <a:pt x="32" y="451"/>
                  <a:pt x="48" y="413"/>
                </a:cubicBezTo>
                <a:cubicBezTo>
                  <a:pt x="64" y="375"/>
                  <a:pt x="83" y="351"/>
                  <a:pt x="105" y="317"/>
                </a:cubicBezTo>
                <a:cubicBezTo>
                  <a:pt x="127" y="283"/>
                  <a:pt x="152" y="243"/>
                  <a:pt x="182" y="211"/>
                </a:cubicBezTo>
                <a:cubicBezTo>
                  <a:pt x="212" y="179"/>
                  <a:pt x="254" y="149"/>
                  <a:pt x="288" y="125"/>
                </a:cubicBezTo>
                <a:cubicBezTo>
                  <a:pt x="322" y="101"/>
                  <a:pt x="343" y="85"/>
                  <a:pt x="384" y="67"/>
                </a:cubicBezTo>
                <a:cubicBezTo>
                  <a:pt x="425" y="49"/>
                  <a:pt x="488" y="30"/>
                  <a:pt x="537" y="19"/>
                </a:cubicBezTo>
                <a:cubicBezTo>
                  <a:pt x="586" y="8"/>
                  <a:pt x="638" y="0"/>
                  <a:pt x="681" y="0"/>
                </a:cubicBezTo>
                <a:cubicBezTo>
                  <a:pt x="724" y="0"/>
                  <a:pt x="751" y="8"/>
                  <a:pt x="796" y="19"/>
                </a:cubicBezTo>
                <a:cubicBezTo>
                  <a:pt x="841" y="30"/>
                  <a:pt x="905" y="49"/>
                  <a:pt x="950" y="67"/>
                </a:cubicBezTo>
                <a:cubicBezTo>
                  <a:pt x="995" y="85"/>
                  <a:pt x="1031" y="104"/>
                  <a:pt x="1065" y="125"/>
                </a:cubicBezTo>
                <a:cubicBezTo>
                  <a:pt x="1099" y="146"/>
                  <a:pt x="1126" y="167"/>
                  <a:pt x="1152" y="192"/>
                </a:cubicBezTo>
                <a:cubicBezTo>
                  <a:pt x="1178" y="217"/>
                  <a:pt x="1195" y="246"/>
                  <a:pt x="1219" y="278"/>
                </a:cubicBezTo>
                <a:cubicBezTo>
                  <a:pt x="1243" y="310"/>
                  <a:pt x="1277" y="344"/>
                  <a:pt x="1296" y="384"/>
                </a:cubicBezTo>
                <a:cubicBezTo>
                  <a:pt x="1315" y="424"/>
                  <a:pt x="1326" y="475"/>
                  <a:pt x="1334" y="518"/>
                </a:cubicBezTo>
                <a:cubicBezTo>
                  <a:pt x="1342" y="561"/>
                  <a:pt x="1342" y="617"/>
                  <a:pt x="1344" y="643"/>
                </a:cubicBezTo>
              </a:path>
            </a:pathLst>
          </a:custGeom>
          <a:noFill/>
          <a:ln w="38100" cap="flat" cmpd="sng">
            <a:solidFill>
              <a:srgbClr val="9900FF">
                <a:alpha val="100000"/>
              </a:srgbClr>
            </a:solidFill>
            <a:prstDash val="solid"/>
            <a:round/>
          </a:ln>
        </p:spPr>
      </p:sp>
      <p:grpSp>
        <p:nvGrpSpPr>
          <p:cNvPr id="638" name=""/>
          <p:cNvGrpSpPr/>
          <p:nvPr/>
        </p:nvGrpSpPr>
        <p:grpSpPr>
          <a:xfrm rot="0">
            <a:off x="3098800" y="4089400"/>
            <a:ext cx="1508125" cy="1984375"/>
            <a:chOff x="1757" y="2403"/>
            <a:chExt cx="950" cy="1250"/>
          </a:xfrm>
        </p:grpSpPr>
        <p:sp>
          <p:nvSpPr>
            <p:cNvPr id="1089363" name=""/>
            <p:cNvSpPr/>
            <p:nvPr/>
          </p:nvSpPr>
          <p:spPr>
            <a:xfrm rot="0">
              <a:off x="1757" y="2403"/>
              <a:ext cx="950" cy="0"/>
            </a:xfrm>
            <a:prstGeom prst="line"/>
            <a:solidFill>
              <a:srgbClr val="FFFFFF"/>
            </a:solidFill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64" name=""/>
            <p:cNvSpPr/>
            <p:nvPr/>
          </p:nvSpPr>
          <p:spPr>
            <a:xfrm rot="0">
              <a:off x="1766" y="3653"/>
              <a:ext cx="941" cy="0"/>
            </a:xfrm>
            <a:prstGeom prst="line"/>
            <a:solidFill>
              <a:srgbClr val="FFFFFF"/>
            </a:solidFill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365" name=""/>
          <p:cNvSpPr/>
          <p:nvPr/>
        </p:nvSpPr>
        <p:spPr>
          <a:xfrm rot="0" flipV="1">
            <a:off x="4614862" y="2711450"/>
            <a:ext cx="0" cy="1377950"/>
          </a:xfrm>
          <a:prstGeom prst="line"/>
          <a:solidFill>
            <a:srgbClr val="FFFFFF"/>
          </a:solidFill>
          <a:ln w="12700" cap="flat" cmpd="sng">
            <a:solidFill>
              <a:srgbClr val="FF0066">
                <a:alpha val="100000"/>
              </a:srgbClr>
            </a:solidFill>
            <a:prstDash val="solid"/>
            <a:round/>
          </a:ln>
        </p:spPr>
      </p:sp>
      <p:sp>
        <p:nvSpPr>
          <p:cNvPr id="1089366" name=""/>
          <p:cNvSpPr/>
          <p:nvPr/>
        </p:nvSpPr>
        <p:spPr>
          <a:xfrm rot="0">
            <a:off x="4619625" y="4086225"/>
            <a:ext cx="0" cy="1952625"/>
          </a:xfrm>
          <a:custGeom>
            <a:avLst/>
            <a:ahLst/>
            <a:rect l="0" t="0" r="r" b="b"/>
            <a:pathLst>
              <a:path w="1" h="1230">
                <a:moveTo>
                  <a:pt x="0" y="0"/>
                </a:moveTo>
                <a:lnTo>
                  <a:pt x="0" y="1230"/>
                </a:lnTo>
              </a:path>
            </a:pathLst>
          </a:custGeom>
          <a:noFill/>
          <a:ln w="38100" cap="flat" cmpd="sng">
            <a:solidFill>
              <a:srgbClr val="0099FF">
                <a:alpha val="100000"/>
              </a:srgbClr>
            </a:solidFill>
            <a:prstDash val="solid"/>
            <a:round/>
          </a:ln>
        </p:spPr>
      </p:sp>
      <p:sp>
        <p:nvSpPr>
          <p:cNvPr id="1089367" name=""/>
          <p:cNvSpPr/>
          <p:nvPr/>
        </p:nvSpPr>
        <p:spPr>
          <a:xfrm rot="0">
            <a:off x="6048375" y="1322387"/>
            <a:ext cx="2120900" cy="1404937"/>
          </a:xfrm>
          <a:custGeom>
            <a:avLst/>
            <a:ahLst/>
            <a:rect l="0" t="0" r="r" b="b"/>
            <a:pathLst>
              <a:path w="1336" h="885">
                <a:moveTo>
                  <a:pt x="0" y="885"/>
                </a:moveTo>
                <a:lnTo>
                  <a:pt x="0" y="0"/>
                </a:lnTo>
                <a:lnTo>
                  <a:pt x="1336" y="0"/>
                </a:lnTo>
                <a:lnTo>
                  <a:pt x="1336" y="885"/>
                </a:lnTo>
                <a:lnTo>
                  <a:pt x="1306" y="675"/>
                </a:lnTo>
                <a:lnTo>
                  <a:pt x="1231" y="510"/>
                </a:lnTo>
                <a:lnTo>
                  <a:pt x="1096" y="375"/>
                </a:lnTo>
                <a:lnTo>
                  <a:pt x="960" y="300"/>
                </a:lnTo>
                <a:lnTo>
                  <a:pt x="810" y="255"/>
                </a:lnTo>
                <a:lnTo>
                  <a:pt x="675" y="225"/>
                </a:lnTo>
                <a:lnTo>
                  <a:pt x="555" y="240"/>
                </a:lnTo>
                <a:lnTo>
                  <a:pt x="420" y="285"/>
                </a:lnTo>
                <a:lnTo>
                  <a:pt x="315" y="345"/>
                </a:lnTo>
                <a:lnTo>
                  <a:pt x="225" y="405"/>
                </a:lnTo>
                <a:lnTo>
                  <a:pt x="135" y="480"/>
                </a:lnTo>
                <a:lnTo>
                  <a:pt x="75" y="570"/>
                </a:lnTo>
                <a:lnTo>
                  <a:pt x="45" y="645"/>
                </a:lnTo>
                <a:lnTo>
                  <a:pt x="15" y="735"/>
                </a:lnTo>
                <a:lnTo>
                  <a:pt x="0" y="885"/>
                </a:lnTo>
              </a:path>
            </a:pathLst>
          </a:custGeom>
          <a:solidFill>
            <a:srgbClr val="0099FF">
              <a:alpha val="50000"/>
            </a:srgbClr>
          </a:solidFill>
          <a:ln w="38100" cap="flat" cmpd="sng">
            <a:solidFill>
              <a:srgbClr val="0099FF">
                <a:alpha val="100000"/>
              </a:srgbClr>
            </a:solidFill>
            <a:prstDash val="solid"/>
            <a:round/>
          </a:ln>
        </p:spPr>
      </p:sp>
      <p:grpSp>
        <p:nvGrpSpPr>
          <p:cNvPr id="639" name=""/>
          <p:cNvGrpSpPr/>
          <p:nvPr/>
        </p:nvGrpSpPr>
        <p:grpSpPr>
          <a:xfrm rot="0">
            <a:off x="2501900" y="2024062"/>
            <a:ext cx="5153025" cy="3586162"/>
            <a:chOff x="1381" y="1102"/>
            <a:chExt cx="3246" cy="2259"/>
          </a:xfrm>
        </p:grpSpPr>
        <p:sp>
          <p:nvSpPr>
            <p:cNvPr id="1089368" name=""/>
            <p:cNvSpPr/>
            <p:nvPr/>
          </p:nvSpPr>
          <p:spPr>
            <a:xfrm rot="0">
              <a:off x="1381" y="2707"/>
              <a:ext cx="376" cy="654"/>
            </a:xfrm>
            <a:custGeom>
              <a:avLst/>
              <a:ahLst/>
              <a:rect l="0" t="0" r="r" b="b"/>
              <a:pathLst>
                <a:path w="376" h="654">
                  <a:moveTo>
                    <a:pt x="376" y="0"/>
                  </a:moveTo>
                  <a:cubicBezTo>
                    <a:pt x="350" y="3"/>
                    <a:pt x="270" y="0"/>
                    <a:pt x="222" y="19"/>
                  </a:cubicBezTo>
                  <a:cubicBezTo>
                    <a:pt x="174" y="38"/>
                    <a:pt x="123" y="78"/>
                    <a:pt x="88" y="115"/>
                  </a:cubicBezTo>
                  <a:cubicBezTo>
                    <a:pt x="53" y="152"/>
                    <a:pt x="22" y="190"/>
                    <a:pt x="11" y="240"/>
                  </a:cubicBezTo>
                  <a:cubicBezTo>
                    <a:pt x="0" y="290"/>
                    <a:pt x="3" y="359"/>
                    <a:pt x="21" y="413"/>
                  </a:cubicBezTo>
                  <a:cubicBezTo>
                    <a:pt x="39" y="467"/>
                    <a:pt x="84" y="530"/>
                    <a:pt x="117" y="567"/>
                  </a:cubicBezTo>
                  <a:cubicBezTo>
                    <a:pt x="150" y="604"/>
                    <a:pt x="179" y="619"/>
                    <a:pt x="222" y="634"/>
                  </a:cubicBezTo>
                  <a:cubicBezTo>
                    <a:pt x="265" y="649"/>
                    <a:pt x="342" y="650"/>
                    <a:pt x="374" y="654"/>
                  </a:cubicBezTo>
                </a:path>
              </a:pathLst>
            </a:custGeom>
            <a:noFill/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69" name=""/>
            <p:cNvSpPr/>
            <p:nvPr/>
          </p:nvSpPr>
          <p:spPr>
            <a:xfrm rot="0">
              <a:off x="3946" y="1102"/>
              <a:ext cx="681" cy="156"/>
            </a:xfrm>
            <a:custGeom>
              <a:avLst/>
              <a:ahLst/>
              <a:rect l="0" t="0" r="r" b="b"/>
              <a:pathLst>
                <a:path w="681" h="156">
                  <a:moveTo>
                    <a:pt x="0" y="156"/>
                  </a:moveTo>
                  <a:cubicBezTo>
                    <a:pt x="13" y="143"/>
                    <a:pt x="49" y="98"/>
                    <a:pt x="76" y="79"/>
                  </a:cubicBezTo>
                  <a:cubicBezTo>
                    <a:pt x="103" y="60"/>
                    <a:pt x="136" y="51"/>
                    <a:pt x="163" y="40"/>
                  </a:cubicBezTo>
                  <a:cubicBezTo>
                    <a:pt x="190" y="29"/>
                    <a:pt x="211" y="18"/>
                    <a:pt x="240" y="12"/>
                  </a:cubicBezTo>
                  <a:cubicBezTo>
                    <a:pt x="269" y="6"/>
                    <a:pt x="299" y="0"/>
                    <a:pt x="336" y="2"/>
                  </a:cubicBezTo>
                  <a:cubicBezTo>
                    <a:pt x="373" y="4"/>
                    <a:pt x="422" y="10"/>
                    <a:pt x="460" y="21"/>
                  </a:cubicBezTo>
                  <a:cubicBezTo>
                    <a:pt x="498" y="32"/>
                    <a:pt x="529" y="48"/>
                    <a:pt x="566" y="69"/>
                  </a:cubicBezTo>
                  <a:cubicBezTo>
                    <a:pt x="603" y="90"/>
                    <a:pt x="657" y="130"/>
                    <a:pt x="681" y="146"/>
                  </a:cubicBezTo>
                </a:path>
              </a:pathLst>
            </a:custGeom>
            <a:noFill/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89370" name=""/>
          <p:cNvSpPr/>
          <p:nvPr/>
        </p:nvSpPr>
        <p:spPr>
          <a:xfrm rot="0">
            <a:off x="6557962" y="2025650"/>
            <a:ext cx="1081087" cy="247650"/>
          </a:xfrm>
          <a:custGeom>
            <a:avLst/>
            <a:ahLst/>
            <a:rect l="0" t="0" r="r" b="b"/>
            <a:pathLst>
              <a:path w="681" h="156">
                <a:moveTo>
                  <a:pt x="0" y="156"/>
                </a:moveTo>
                <a:cubicBezTo>
                  <a:pt x="13" y="143"/>
                  <a:pt x="49" y="98"/>
                  <a:pt x="76" y="79"/>
                </a:cubicBezTo>
                <a:cubicBezTo>
                  <a:pt x="103" y="60"/>
                  <a:pt x="136" y="51"/>
                  <a:pt x="163" y="40"/>
                </a:cubicBezTo>
                <a:cubicBezTo>
                  <a:pt x="190" y="29"/>
                  <a:pt x="211" y="18"/>
                  <a:pt x="240" y="12"/>
                </a:cubicBezTo>
                <a:cubicBezTo>
                  <a:pt x="269" y="6"/>
                  <a:pt x="299" y="0"/>
                  <a:pt x="336" y="2"/>
                </a:cubicBezTo>
                <a:cubicBezTo>
                  <a:pt x="373" y="4"/>
                  <a:pt x="422" y="10"/>
                  <a:pt x="460" y="21"/>
                </a:cubicBezTo>
                <a:cubicBezTo>
                  <a:pt x="498" y="32"/>
                  <a:pt x="529" y="48"/>
                  <a:pt x="566" y="69"/>
                </a:cubicBezTo>
                <a:cubicBezTo>
                  <a:pt x="603" y="90"/>
                  <a:pt x="657" y="130"/>
                  <a:pt x="681" y="146"/>
                </a:cubicBezTo>
              </a:path>
            </a:pathLst>
          </a:custGeom>
          <a:noFill/>
          <a:ln w="38100" cap="flat" cmpd="sng">
            <a:solidFill>
              <a:srgbClr val="0099FF">
                <a:alpha val="100000"/>
              </a:srgbClr>
            </a:solidFill>
            <a:prstDash val="solid"/>
            <a:round/>
          </a:ln>
        </p:spPr>
      </p:sp>
      <p:sp>
        <p:nvSpPr>
          <p:cNvPr id="1089371" name=""/>
          <p:cNvSpPr/>
          <p:nvPr/>
        </p:nvSpPr>
        <p:spPr>
          <a:xfrm rot="0">
            <a:off x="4159250" y="4554537"/>
            <a:ext cx="0" cy="1055687"/>
          </a:xfrm>
          <a:prstGeom prst="line"/>
          <a:solidFill>
            <a:srgbClr val="FFFFFF"/>
          </a:solidFill>
          <a:ln w="38100" cap="flat" cmpd="sng">
            <a:solidFill>
              <a:srgbClr val="0099FF">
                <a:alpha val="100000"/>
              </a:srgbClr>
            </a:solidFill>
            <a:prstDash val="solid"/>
            <a:round/>
          </a:ln>
        </p:spPr>
      </p:sp>
      <p:sp>
        <p:nvSpPr>
          <p:cNvPr id="1089372" name=""/>
          <p:cNvSpPr/>
          <p:nvPr/>
        </p:nvSpPr>
        <p:spPr>
          <a:xfrm rot="0">
            <a:off x="4167187" y="2251075"/>
            <a:ext cx="0" cy="2311400"/>
          </a:xfrm>
          <a:custGeom>
            <a:avLst/>
            <a:ahLst/>
            <a:rect l="0" t="0" r="r" b="b"/>
            <a:pathLst>
              <a:path w="1" h="1456">
                <a:moveTo>
                  <a:pt x="0" y="1456"/>
                </a:moveTo>
                <a:lnTo>
                  <a:pt x="0" y="0"/>
                </a:lnTo>
              </a:path>
            </a:pathLst>
          </a:custGeom>
          <a:noFill/>
          <a:ln w="12700" cap="flat" cmpd="sng">
            <a:solidFill>
              <a:srgbClr val="FF0066">
                <a:alpha val="100000"/>
              </a:srgbClr>
            </a:solidFill>
            <a:prstDash val="solid"/>
            <a:round/>
          </a:ln>
        </p:spPr>
      </p:sp>
      <p:sp>
        <p:nvSpPr>
          <p:cNvPr id="1089373" name=""/>
          <p:cNvSpPr/>
          <p:nvPr/>
        </p:nvSpPr>
        <p:spPr>
          <a:xfrm rot="0">
            <a:off x="3098800" y="2727325"/>
            <a:ext cx="1525587" cy="0"/>
          </a:xfrm>
          <a:prstGeom prst="line"/>
          <a:solidFill>
            <a:srgbClr val="FFFFFF"/>
          </a:solidFill>
          <a:ln w="57150" cap="flat" cmpd="sng">
            <a:solidFill>
              <a:srgbClr val="CCFFFF">
                <a:alpha val="100000"/>
              </a:srgbClr>
            </a:solidFill>
            <a:prstDash val="solid"/>
            <a:round/>
          </a:ln>
        </p:spPr>
      </p:sp>
      <p:sp>
        <p:nvSpPr>
          <p:cNvPr id="1089374" name=""/>
          <p:cNvSpPr/>
          <p:nvPr/>
        </p:nvSpPr>
        <p:spPr>
          <a:xfrm rot="0">
            <a:off x="1555750" y="2717800"/>
            <a:ext cx="3706812" cy="11112"/>
          </a:xfrm>
          <a:custGeom>
            <a:avLst/>
            <a:ahLst/>
            <a:rect l="0" t="0" r="r" b="b"/>
            <a:pathLst>
              <a:path w="2335" h="7">
                <a:moveTo>
                  <a:pt x="0" y="0"/>
                </a:moveTo>
                <a:lnTo>
                  <a:pt x="2335" y="7"/>
                </a:lnTo>
              </a:path>
            </a:pathLst>
          </a:custGeom>
          <a:noFill/>
          <a:ln w="12700" cap="flat" cmpd="sng">
            <a:solidFill>
              <a:schemeClr val="lt2">
                <a:alpha val="100000"/>
              </a:schemeClr>
            </a:solidFill>
            <a:prstDash val="lgDashDot"/>
            <a:round/>
          </a:ln>
        </p:spPr>
      </p:sp>
      <p:sp>
        <p:nvSpPr>
          <p:cNvPr id="1089375" name=""/>
          <p:cNvSpPr/>
          <p:nvPr/>
        </p:nvSpPr>
        <p:spPr>
          <a:xfrm rot="0">
            <a:off x="5627687" y="4103687"/>
            <a:ext cx="2071687" cy="563562"/>
          </a:xfrm>
          <a:prstGeom prst="wedgeEllipseCallout">
            <a:avLst>
              <a:gd name="adj1" fmla="val -116667"/>
              <a:gd name="adj2" fmla="val -294227"/>
            </a:avLst>
          </a:prstGeom>
          <a:solidFill>
            <a:srgbClr val="99FF66"/>
          </a:solidFill>
          <a:ln w="12700" cap="flat" cmpd="sng">
            <a:solidFill>
              <a:schemeClr val="lt2">
                <a:alpha val="100000"/>
              </a:schemeClr>
            </a:solidFill>
            <a:prstDash val="solid"/>
            <a:round/>
          </a:ln>
        </p:spPr>
        <p:txBody>
          <a:bodyPr anchor="ctr" bIns="45720" lIns="91440" rIns="91440" tIns="45720" vert="horz" wrap="none"/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en-US" b="1" lang="zh-CN">
                <a:ea typeface="_x000B__x000C_" pitchFamily="0" charset="1"/>
              </a:rPr>
              <a:t>相切处无线</a:t>
            </a:r>
          </a:p>
        </p:txBody>
      </p:sp>
      <p:sp>
        <p:nvSpPr>
          <p:cNvPr id="1089376" name=""/>
          <p:cNvSpPr txBox="1"/>
          <p:nvPr/>
        </p:nvSpPr>
        <p:spPr>
          <a:xfrm rot="0">
            <a:off x="3571875" y="2486025"/>
            <a:ext cx="488950" cy="457200"/>
          </a:xfrm>
          <a:prstGeom prst="rect"/>
          <a:noFill/>
          <a:ln>
            <a:noFill/>
          </a:ln>
        </p:spPr>
        <p:txBody>
          <a:bodyPr anchor="ctr" bIns="45720" lIns="91440" rIns="91440" tIns="45720" vert="horz" wrap="none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/>
            <a:r>
              <a:rPr altLang="zh-CN" b="1" lang="en-US">
                <a:solidFill>
                  <a:srgbClr val="FF3300"/>
                </a:solidFill>
                <a:ea typeface="_x000B__x000C_" pitchFamily="0" charset="1"/>
              </a:rPr>
              <a:t>×</a:t>
            </a:r>
          </a:p>
        </p:txBody>
      </p:sp>
      <p:sp>
        <p:nvSpPr>
          <p:cNvPr id="1089377" name=""/>
          <p:cNvSpPr txBox="1"/>
          <p:nvPr/>
        </p:nvSpPr>
        <p:spPr>
          <a:xfrm rot="0">
            <a:off x="5621337" y="4783137"/>
            <a:ext cx="3214687" cy="1800225"/>
          </a:xfrm>
          <a:prstGeom prst="rect"/>
          <a:noFill/>
          <a:ln>
            <a:noFill/>
          </a:ln>
        </p:spPr>
        <p:txBody>
          <a:bodyPr anchor="ctr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/>
            <a:r>
              <a:rPr altLang="en-US" b="1" sz="2800" lang="zh-CN">
                <a:ea typeface="_x000B__x000C_" pitchFamily="0" charset="1"/>
              </a:rPr>
              <a:t>        外表面与外表面相贯，内表面与内表面相贯。分别求其相贯线。</a:t>
            </a:r>
          </a:p>
        </p:txBody>
      </p:sp>
      <p:grpSp>
        <p:nvGrpSpPr>
          <p:cNvPr id="640" name=""/>
          <p:cNvGrpSpPr/>
          <p:nvPr/>
        </p:nvGrpSpPr>
        <p:grpSpPr>
          <a:xfrm rot="0">
            <a:off x="6040437" y="1333500"/>
            <a:ext cx="2133600" cy="1395412"/>
            <a:chOff x="3610" y="667"/>
            <a:chExt cx="1344" cy="879"/>
          </a:xfrm>
        </p:grpSpPr>
        <p:sp>
          <p:nvSpPr>
            <p:cNvPr id="1089378" name=""/>
            <p:cNvSpPr/>
            <p:nvPr/>
          </p:nvSpPr>
          <p:spPr>
            <a:xfrm rot="0">
              <a:off x="4954" y="667"/>
              <a:ext cx="0" cy="879"/>
            </a:xfrm>
            <a:prstGeom prst="line"/>
            <a:solidFill>
              <a:srgbClr val="FFFFFF"/>
            </a:solidFill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79" name=""/>
            <p:cNvSpPr/>
            <p:nvPr/>
          </p:nvSpPr>
          <p:spPr>
            <a:xfrm rot="0">
              <a:off x="3610" y="667"/>
              <a:ext cx="0" cy="879"/>
            </a:xfrm>
            <a:prstGeom prst="line"/>
            <a:solidFill>
              <a:srgbClr val="FFFFFF"/>
            </a:solidFill>
            <a:ln w="38100" cap="flat" cmpd="sng">
              <a:solidFill>
                <a:srgbClr val="FF0066">
                  <a:alpha val="100000"/>
                </a:srgbClr>
              </a:solidFill>
              <a:prstDash val="solid"/>
              <a:round/>
            </a:ln>
          </p:spPr>
        </p:sp>
      </p:grpSp>
    </p:spTree>
  </p:cSld>
  <p:clrMapOvr>
    <a:masterClrMapping/>
  </p:clrMapOvr>
  <p:transition spd="fast" advClick="1"/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4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dur="500" id="8"/>
                                        <p:tgtEl>
                                          <p:spTgt spid="108937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id="6" masterRel="nextClick" presetSubtype="1"/>
                                        <p:tgtEl>
                                          <p:spTgt spid="1089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id="11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3"/>
                                        <p:tgtEl>
                                          <p:spTgt spid="1089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">
                      <p:stCondLst>
                        <p:cond delay="indefinite"/>
                      </p:stCondLst>
                      <p:childTnLst>
                        <p:par>
                          <p:cTn fill="hold" id="15">
                            <p:stCondLst>
                              <p:cond delay="0"/>
                            </p:stCondLst>
                            <p:childTnLst>
                              <p:par>
                                <p:cTn fill="hold" id="16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8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23"/>
                                        <p:tgtEl>
                                          <p:spTgt spid="1089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28"/>
                                        <p:tgtEl>
                                          <p:spTgt spid="1089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9">
                      <p:stCondLst>
                        <p:cond delay="indefinite"/>
                      </p:stCondLst>
                      <p:childTnLst>
                        <p:par>
                          <p:cTn fill="hold" id="30">
                            <p:stCondLst>
                              <p:cond delay="0"/>
                            </p:stCondLst>
                            <p:childTnLst>
                              <p:par>
                                <p:cTn fill="hold" id="3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33"/>
                                        <p:tgtEl>
                                          <p:spTgt spid="1089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4">
                      <p:stCondLst>
                        <p:cond delay="indefinite"/>
                      </p:stCondLst>
                      <p:childTnLst>
                        <p:par>
                          <p:cTn fill="hold" id="35">
                            <p:stCondLst>
                              <p:cond delay="0"/>
                            </p:stCondLst>
                            <p:childTnLst>
                              <p:par>
                                <p:cTn fill="hold" id="36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7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8">
                      <p:stCondLst>
                        <p:cond delay="indefinite"/>
                      </p:stCondLst>
                      <p:childTnLst>
                        <p:par>
                          <p:cTn fill="hold" id="39">
                            <p:stCondLst>
                              <p:cond delay="0"/>
                            </p:stCondLst>
                            <p:childTnLst>
                              <p:par>
                                <p:cTn fill="hold" id="40" nodeType="clickEffect" presetClass="entr" presetID="3" presetSubtype="5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dur="500" id="42"/>
                                        <p:tgtEl>
                                          <p:spTgt spid="1089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3">
                      <p:stCondLst>
                        <p:cond delay="indefinite"/>
                      </p:stCondLst>
                      <p:childTnLst>
                        <p:par>
                          <p:cTn fill="hold" id="44">
                            <p:stCondLst>
                              <p:cond delay="0"/>
                            </p:stCondLst>
                            <p:childTnLst>
                              <p:par>
                                <p:cTn fill="hold" id="45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48"/>
                                        <p:tgtEl>
                                          <p:spTgt spid="10893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id="46" masterRel="nextClick" presetSubtype="1"/>
                                        <p:tgtEl>
                                          <p:spTgt spid="1089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9">
                      <p:stCondLst>
                        <p:cond delay="indefinite"/>
                      </p:stCondLst>
                      <p:childTnLst>
                        <p:par>
                          <p:cTn fill="hold" id="50">
                            <p:stCondLst>
                              <p:cond delay="0"/>
                            </p:stCondLst>
                            <p:childTnLst>
                              <p:par>
                                <p:cTn fill="hold" id="5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53"/>
                                        <p:tgtEl>
                                          <p:spTgt spid="1089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4">
                      <p:stCondLst>
                        <p:cond delay="indefinite"/>
                      </p:stCondLst>
                      <p:childTnLst>
                        <p:par>
                          <p:cTn fill="hold" id="55">
                            <p:stCondLst>
                              <p:cond delay="0"/>
                            </p:stCondLst>
                            <p:childTnLst>
                              <p:par>
                                <p:cTn fill="hold" id="56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58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9">
                      <p:stCondLst>
                        <p:cond delay="indefinite"/>
                      </p:stCondLst>
                      <p:childTnLst>
                        <p:par>
                          <p:cTn fill="hold" id="60">
                            <p:stCondLst>
                              <p:cond delay="0"/>
                            </p:stCondLst>
                            <p:childTnLst>
                              <p:par>
                                <p:cTn fill="hold" id="6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63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4">
                      <p:stCondLst>
                        <p:cond delay="indefinite"/>
                      </p:stCondLst>
                      <p:childTnLst>
                        <p:par>
                          <p:cTn fill="hold" id="65">
                            <p:stCondLst>
                              <p:cond delay="0"/>
                            </p:stCondLst>
                            <p:childTnLst>
                              <p:par>
                                <p:cTn fill="hold" id="66" nodeType="clickEffect" presetClass="entr" presetID="19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dur="5000" fill="hold" id="68"/>
                                        <p:tgtEl>
                                          <p:spTgt spid="1089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#ppt_w*sin(2.5*pi*$)" tm="0">
                                          <p:val>
                                            <p:fltVal val="0.0"/>
                                          </p:val>
                                        </p:tav>
                                        <p:tav tm="100000">
                                          <p:val>
                                            <p:fltVal val="1.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dur="5000" fill="hold" id="69"/>
                                        <p:tgtEl>
                                          <p:spTgt spid="1089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0">
                      <p:stCondLst>
                        <p:cond delay="indefinite"/>
                      </p:stCondLst>
                      <p:childTnLst>
                        <p:par>
                          <p:cTn fill="hold" id="7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72" nodeType="clickEffect" presetClass="entr" presetID="19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dur="5000" fill="hold" id="75"/>
                                        <p:tgtEl>
                                          <p:spTgt spid="1089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#ppt_w*sin(2.5*pi*$)" tm="0">
                                          <p:val>
                                            <p:fltVal val="0.0"/>
                                          </p:val>
                                        </p:tav>
                                        <p:tav tm="100000">
                                          <p:val>
                                            <p:fltVal val="1.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dur="5000" fill="hold" id="76"/>
                                        <p:tgtEl>
                                          <p:spTgt spid="1089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id="73" masterRel="nextClick" presetSubtype="1"/>
                                        <p:tgtEl>
                                          <p:spTgt spid="108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7">
                      <p:stCondLst>
                        <p:cond delay="indefinite"/>
                      </p:stCondLst>
                      <p:childTnLst>
                        <p:par>
                          <p:cTn fill="hold" id="78">
                            <p:stCondLst>
                              <p:cond delay="0"/>
                            </p:stCondLst>
                            <p:childTnLst>
                              <p:par>
                                <p:cTn fill="hold" id="79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0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1">
                      <p:stCondLst>
                        <p:cond delay="indefinite"/>
                      </p:stCondLst>
                      <p:childTnLst>
                        <p:par>
                          <p:cTn fill="hold" id="82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83" nodeType="click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85"/>
                                        <p:tgtEl>
                                          <p:spTgt spid="1089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86"/>
                                        <p:tgtEl>
                                          <p:spTgt spid="1089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7">
                      <p:stCondLst>
                        <p:cond delay="indefinite"/>
                      </p:stCondLst>
                      <p:childTnLst>
                        <p:par>
                          <p:cTn fill="hold" id="88">
                            <p:stCondLst>
                              <p:cond delay="0"/>
                            </p:stCondLst>
                            <p:childTnLst>
                              <p:par>
                                <p:cTn fill="hold" id="89" nodeType="clickEffect" presetClass="entr" presetID="4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dur="500" id="91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2">
                      <p:stCondLst>
                        <p:cond delay="indefinite"/>
                      </p:stCondLst>
                      <p:childTnLst>
                        <p:par>
                          <p:cTn fill="hold" id="93">
                            <p:stCondLst>
                              <p:cond delay="0"/>
                            </p:stCondLst>
                            <p:childTnLst>
                              <p:par>
                                <p:cTn fill="hold" id="94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5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6">
                      <p:stCondLst>
                        <p:cond delay="indefinite"/>
                      </p:stCondLst>
                      <p:childTnLst>
                        <p:par>
                          <p:cTn fill="hold" id="9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98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5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500" fill="hold" id="100"/>
                                        <p:tgtEl>
                                          <p:spTgt spid="1089355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500" fill="hold" id="101"/>
                                        <p:tgtEl>
                                          <p:spTgt spid="1089355">
                                            <p:txEl>
                                              <p:charRg st="0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2">
                      <p:stCondLst>
                        <p:cond delay="indefinite"/>
                      </p:stCondLst>
                      <p:childTnLst>
                        <p:par>
                          <p:cTn fill="hold" id="10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4" nodeType="clickEffect" presetClass="entr" presetID="23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dur="500" fill="hold" id="106"/>
                                        <p:tgtEl>
                                          <p:spTgt spid="1089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dur="500" fill="hold" id="107"/>
                                        <p:tgtEl>
                                          <p:spTgt spid="1089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8">
                      <p:stCondLst>
                        <p:cond delay="indefinite"/>
                      </p:stCondLst>
                      <p:childTnLst>
                        <p:par>
                          <p:cTn fill="hold" id="109">
                            <p:stCondLst>
                              <p:cond delay="0"/>
                            </p:stCondLst>
                            <p:childTnLst>
                              <p:par>
                                <p:cTn fill="hold" id="110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112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3">
                      <p:stCondLst>
                        <p:cond delay="indefinite"/>
                      </p:stCondLst>
                      <p:childTnLst>
                        <p:par>
                          <p:cTn fill="hold" id="114">
                            <p:stCondLst>
                              <p:cond delay="0"/>
                            </p:stCondLst>
                            <p:childTnLst>
                              <p:par>
                                <p:cTn fill="hold" id="11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17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8">
                      <p:stCondLst>
                        <p:cond delay="indefinite"/>
                      </p:stCondLst>
                      <p:childTnLst>
                        <p:par>
                          <p:cTn fill="hold" id="119">
                            <p:stCondLst>
                              <p:cond delay="0"/>
                            </p:stCondLst>
                            <p:childTnLst>
                              <p:par>
                                <p:cTn fill="hold" id="120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2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id="121" masterRel="nextClick" presetSubtype="1"/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3">
                      <p:stCondLst>
                        <p:cond delay="indefinite"/>
                      </p:stCondLst>
                      <p:childTnLst>
                        <p:par>
                          <p:cTn fill="hold" id="124">
                            <p:stCondLst>
                              <p:cond delay="0"/>
                            </p:stCondLst>
                            <p:childTnLst>
                              <p:par>
                                <p:cTn fill="hold" id="12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27"/>
                                        <p:tgtEl>
                                          <p:spTgt spid="1089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8">
                      <p:stCondLst>
                        <p:cond delay="indefinite"/>
                      </p:stCondLst>
                      <p:childTnLst>
                        <p:par>
                          <p:cTn fill="hold" id="12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30" nodeType="clickEffect" presetClass="entr" presetID="23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dur="500" fill="hold" id="132"/>
                                        <p:tgtEl>
                                          <p:spTgt spid="1089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dur="500" fill="hold" id="133"/>
                                        <p:tgtEl>
                                          <p:spTgt spid="1089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4">
                      <p:stCondLst>
                        <p:cond delay="indefinite"/>
                      </p:stCondLst>
                      <p:childTnLst>
                        <p:par>
                          <p:cTn fill="hold" id="135">
                            <p:stCondLst>
                              <p:cond delay="0"/>
                            </p:stCondLst>
                            <p:childTnLst>
                              <p:par>
                                <p:cTn fill="hold" id="136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38"/>
                                        <p:tgtEl>
                                          <p:spTgt spid="1089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9">
                      <p:stCondLst>
                        <p:cond delay="indefinite"/>
                      </p:stCondLst>
                      <p:childTnLst>
                        <p:par>
                          <p:cTn fill="hold" id="14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41" nodeType="clickEffect" presetClass="entr" presetID="23" presetSubtype="3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dur="500" fill="hold" id="143"/>
                                        <p:tgtEl>
                                          <p:spTgt spid="1089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dur="500" fill="hold" id="144"/>
                                        <p:tgtEl>
                                          <p:spTgt spid="1089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5">
                      <p:stCondLst>
                        <p:cond delay="indefinite"/>
                      </p:stCondLst>
                      <p:childTnLst>
                        <p:par>
                          <p:cTn fill="hold" id="146">
                            <p:stCondLst>
                              <p:cond delay="0"/>
                            </p:stCondLst>
                            <p:childTnLst>
                              <p:par>
                                <p:cTn fill="hold" id="147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49"/>
                                        <p:tgtEl>
                                          <p:spTgt spid="1089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0">
                      <p:stCondLst>
                        <p:cond delay="indefinite"/>
                      </p:stCondLst>
                      <p:childTnLst>
                        <p:par>
                          <p:cTn fill="hold" id="151">
                            <p:stCondLst>
                              <p:cond delay="0"/>
                            </p:stCondLst>
                            <p:childTnLst>
                              <p:par>
                                <p:cTn fill="hold" id="152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54"/>
                                        <p:tgtEl>
                                          <p:spTgt spid="1089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5">
                      <p:stCondLst>
                        <p:cond delay="indefinite"/>
                      </p:stCondLst>
                      <p:childTnLst>
                        <p:par>
                          <p:cTn fill="hold" id="156">
                            <p:stCondLst>
                              <p:cond delay="0"/>
                            </p:stCondLst>
                            <p:childTnLst>
                              <p:par>
                                <p:cTn fill="hold" id="157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59"/>
                                        <p:tgtEl>
                                          <p:spTgt spid="1089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0">
                      <p:stCondLst>
                        <p:cond delay="indefinite"/>
                      </p:stCondLst>
                      <p:childTnLst>
                        <p:par>
                          <p:cTn fill="hold" id="161">
                            <p:stCondLst>
                              <p:cond delay="0"/>
                            </p:stCondLst>
                            <p:childTnLst>
                              <p:par>
                                <p:cTn fill="hold" id="162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3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4">
                      <p:stCondLst>
                        <p:cond delay="indefinite"/>
                      </p:stCondLst>
                      <p:childTnLst>
                        <p:par>
                          <p:cTn fill="hold" id="165">
                            <p:stCondLst>
                              <p:cond delay="0"/>
                            </p:stCondLst>
                            <p:childTnLst>
                              <p:par>
                                <p:cTn fill="hold" id="166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7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8">
                      <p:stCondLst>
                        <p:cond delay="indefinite"/>
                      </p:stCondLst>
                      <p:childTnLst>
                        <p:par>
                          <p:cTn fill="hold" id="169">
                            <p:stCondLst>
                              <p:cond delay="0"/>
                            </p:stCondLst>
                            <p:childTnLst>
                              <p:par>
                                <p:cTn fill="hold" id="170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72"/>
                                        <p:tgtEl>
                                          <p:spTgt spid="1089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73">
                      <p:stCondLst>
                        <p:cond delay="indefinite"/>
                      </p:stCondLst>
                      <p:childTnLst>
                        <p:par>
                          <p:cTn fill="hold" id="174">
                            <p:stCondLst>
                              <p:cond delay="0"/>
                            </p:stCondLst>
                            <p:childTnLst>
                              <p:par>
                                <p:cTn fill="hold" id="17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6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9349" grpId="0" uiExpand="0" build="whole"/>
      <p:bldP spid="1089350" grpId="0" uiExpand="0" build="whole"/>
      <p:bldP spid="1089355" grpId="0" uiExpand="0" build="p" bldLvl="1"/>
      <p:bldP spid="1089359" grpId="0" uiExpand="0" build="whole"/>
      <p:bldP spid="1089375" grpId="0" uiExpand="0" build="whole" animBg="1"/>
      <p:bldP spid="1089376" grpId="0" uiExpand="0" build="whole"/>
      <p:bldP spid="1089377" grpId="0" uiExpand="0" build="whole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64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642" name=""/>
          <p:cNvGrpSpPr/>
          <p:nvPr/>
        </p:nvGrpSpPr>
        <p:grpSpPr>
          <a:xfrm rot="0">
            <a:off x="6362700" y="1889125"/>
            <a:ext cx="2079625" cy="2062162"/>
            <a:chOff x="3412" y="1169"/>
            <a:chExt cx="1310" cy="1299"/>
          </a:xfrm>
        </p:grpSpPr>
        <p:sp>
          <p:nvSpPr>
            <p:cNvPr id="1089380" name=""/>
            <p:cNvSpPr/>
            <p:nvPr/>
          </p:nvSpPr>
          <p:spPr>
            <a:xfrm rot="0">
              <a:off x="4118" y="2113"/>
              <a:ext cx="21" cy="17"/>
            </a:xfrm>
            <a:custGeom>
              <a:avLst/>
              <a:ahLst/>
              <a:rect l="0" t="0" r="r" b="b"/>
              <a:pathLst>
                <a:path w="82" h="68">
                  <a:moveTo>
                    <a:pt x="44" y="24"/>
                  </a:moveTo>
                  <a:lnTo>
                    <a:pt x="82" y="49"/>
                  </a:lnTo>
                  <a:lnTo>
                    <a:pt x="74" y="57"/>
                  </a:lnTo>
                  <a:lnTo>
                    <a:pt x="65" y="64"/>
                  </a:lnTo>
                  <a:lnTo>
                    <a:pt x="53" y="68"/>
                  </a:lnTo>
                  <a:lnTo>
                    <a:pt x="42" y="68"/>
                  </a:lnTo>
                  <a:lnTo>
                    <a:pt x="31" y="67"/>
                  </a:lnTo>
                  <a:lnTo>
                    <a:pt x="20" y="63"/>
                  </a:lnTo>
                  <a:lnTo>
                    <a:pt x="11" y="54"/>
                  </a:lnTo>
                  <a:lnTo>
                    <a:pt x="5" y="45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1" y="12"/>
                  </a:lnTo>
                  <a:lnTo>
                    <a:pt x="6" y="0"/>
                  </a:lnTo>
                  <a:lnTo>
                    <a:pt x="44" y="2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81" name=""/>
            <p:cNvSpPr/>
            <p:nvPr/>
          </p:nvSpPr>
          <p:spPr>
            <a:xfrm rot="0">
              <a:off x="4118" y="2113"/>
              <a:ext cx="21" cy="17"/>
            </a:xfrm>
            <a:custGeom>
              <a:avLst/>
              <a:ahLst/>
              <a:rect l="0" t="0" r="r" b="b"/>
              <a:pathLst>
                <a:path w="82" h="68">
                  <a:moveTo>
                    <a:pt x="82" y="49"/>
                  </a:moveTo>
                  <a:lnTo>
                    <a:pt x="74" y="57"/>
                  </a:lnTo>
                  <a:lnTo>
                    <a:pt x="65" y="64"/>
                  </a:lnTo>
                  <a:lnTo>
                    <a:pt x="53" y="68"/>
                  </a:lnTo>
                  <a:lnTo>
                    <a:pt x="42" y="68"/>
                  </a:lnTo>
                  <a:lnTo>
                    <a:pt x="31" y="67"/>
                  </a:lnTo>
                  <a:lnTo>
                    <a:pt x="20" y="63"/>
                  </a:lnTo>
                  <a:lnTo>
                    <a:pt x="11" y="54"/>
                  </a:lnTo>
                  <a:lnTo>
                    <a:pt x="5" y="45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1" y="12"/>
                  </a:lnTo>
                  <a:lnTo>
                    <a:pt x="6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82" name=""/>
            <p:cNvSpPr/>
            <p:nvPr/>
          </p:nvSpPr>
          <p:spPr>
            <a:xfrm rot="0">
              <a:off x="4120" y="1666"/>
              <a:ext cx="301" cy="459"/>
            </a:xfrm>
            <a:custGeom>
              <a:avLst/>
              <a:ahLst/>
              <a:rect l="0" t="0" r="r" b="b"/>
              <a:pathLst>
                <a:path w="1206" h="1836">
                  <a:moveTo>
                    <a:pt x="0" y="1787"/>
                  </a:moveTo>
                  <a:lnTo>
                    <a:pt x="38" y="1811"/>
                  </a:lnTo>
                  <a:lnTo>
                    <a:pt x="76" y="1836"/>
                  </a:lnTo>
                  <a:lnTo>
                    <a:pt x="1206" y="48"/>
                  </a:lnTo>
                  <a:lnTo>
                    <a:pt x="1167" y="24"/>
                  </a:lnTo>
                  <a:lnTo>
                    <a:pt x="1129" y="0"/>
                  </a:lnTo>
                  <a:lnTo>
                    <a:pt x="0" y="1787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83" name=""/>
            <p:cNvSpPr/>
            <p:nvPr/>
          </p:nvSpPr>
          <p:spPr>
            <a:xfrm rot="0">
              <a:off x="4120" y="1666"/>
              <a:ext cx="301" cy="459"/>
            </a:xfrm>
            <a:custGeom>
              <a:avLst/>
              <a:ahLst/>
              <a:rect l="0" t="0" r="r" b="b"/>
              <a:pathLst>
                <a:path w="1206" h="1836">
                  <a:moveTo>
                    <a:pt x="0" y="1787"/>
                  </a:moveTo>
                  <a:lnTo>
                    <a:pt x="38" y="1811"/>
                  </a:lnTo>
                  <a:lnTo>
                    <a:pt x="76" y="1836"/>
                  </a:lnTo>
                  <a:lnTo>
                    <a:pt x="1206" y="48"/>
                  </a:lnTo>
                  <a:lnTo>
                    <a:pt x="1167" y="24"/>
                  </a:lnTo>
                  <a:lnTo>
                    <a:pt x="1129" y="0"/>
                  </a:lnTo>
                  <a:lnTo>
                    <a:pt x="0" y="178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84" name=""/>
            <p:cNvSpPr/>
            <p:nvPr/>
          </p:nvSpPr>
          <p:spPr>
            <a:xfrm rot="0">
              <a:off x="4402" y="1661"/>
              <a:ext cx="21" cy="18"/>
            </a:xfrm>
            <a:custGeom>
              <a:avLst/>
              <a:ahLst/>
              <a:rect l="0" t="0" r="r" b="b"/>
              <a:pathLst>
                <a:path w="82" h="68">
                  <a:moveTo>
                    <a:pt x="38" y="44"/>
                  </a:moveTo>
                  <a:lnTo>
                    <a:pt x="0" y="20"/>
                  </a:lnTo>
                  <a:lnTo>
                    <a:pt x="8" y="11"/>
                  </a:lnTo>
                  <a:lnTo>
                    <a:pt x="18" y="5"/>
                  </a:lnTo>
                  <a:lnTo>
                    <a:pt x="29" y="0"/>
                  </a:lnTo>
                  <a:lnTo>
                    <a:pt x="41" y="0"/>
                  </a:lnTo>
                  <a:lnTo>
                    <a:pt x="51" y="1"/>
                  </a:lnTo>
                  <a:lnTo>
                    <a:pt x="63" y="6"/>
                  </a:lnTo>
                  <a:lnTo>
                    <a:pt x="71" y="14"/>
                  </a:lnTo>
                  <a:lnTo>
                    <a:pt x="78" y="23"/>
                  </a:lnTo>
                  <a:lnTo>
                    <a:pt x="82" y="35"/>
                  </a:lnTo>
                  <a:lnTo>
                    <a:pt x="82" y="46"/>
                  </a:lnTo>
                  <a:lnTo>
                    <a:pt x="81" y="57"/>
                  </a:lnTo>
                  <a:lnTo>
                    <a:pt x="77" y="68"/>
                  </a:lnTo>
                  <a:lnTo>
                    <a:pt x="38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85" name=""/>
            <p:cNvSpPr/>
            <p:nvPr/>
          </p:nvSpPr>
          <p:spPr>
            <a:xfrm rot="0">
              <a:off x="4402" y="1661"/>
              <a:ext cx="21" cy="18"/>
            </a:xfrm>
            <a:custGeom>
              <a:avLst/>
              <a:ahLst/>
              <a:rect l="0" t="0" r="r" b="b"/>
              <a:pathLst>
                <a:path w="82" h="68">
                  <a:moveTo>
                    <a:pt x="0" y="20"/>
                  </a:moveTo>
                  <a:lnTo>
                    <a:pt x="8" y="11"/>
                  </a:lnTo>
                  <a:lnTo>
                    <a:pt x="18" y="5"/>
                  </a:lnTo>
                  <a:lnTo>
                    <a:pt x="29" y="0"/>
                  </a:lnTo>
                  <a:lnTo>
                    <a:pt x="41" y="0"/>
                  </a:lnTo>
                  <a:lnTo>
                    <a:pt x="51" y="1"/>
                  </a:lnTo>
                  <a:lnTo>
                    <a:pt x="63" y="6"/>
                  </a:lnTo>
                  <a:lnTo>
                    <a:pt x="71" y="14"/>
                  </a:lnTo>
                  <a:lnTo>
                    <a:pt x="78" y="23"/>
                  </a:lnTo>
                  <a:lnTo>
                    <a:pt x="82" y="35"/>
                  </a:lnTo>
                  <a:lnTo>
                    <a:pt x="82" y="46"/>
                  </a:lnTo>
                  <a:lnTo>
                    <a:pt x="81" y="57"/>
                  </a:lnTo>
                  <a:lnTo>
                    <a:pt x="77" y="68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86" name=""/>
            <p:cNvSpPr/>
            <p:nvPr/>
          </p:nvSpPr>
          <p:spPr>
            <a:xfrm rot="0">
              <a:off x="4401" y="1663"/>
              <a:ext cx="16" cy="20"/>
            </a:xfrm>
            <a:custGeom>
              <a:avLst/>
              <a:ahLst/>
              <a:rect l="0" t="0" r="r" b="b"/>
              <a:pathLst>
                <a:path w="65" h="82">
                  <a:moveTo>
                    <a:pt x="43" y="38"/>
                  </a:moveTo>
                  <a:lnTo>
                    <a:pt x="65" y="76"/>
                  </a:lnTo>
                  <a:lnTo>
                    <a:pt x="55" y="81"/>
                  </a:lnTo>
                  <a:lnTo>
                    <a:pt x="43" y="82"/>
                  </a:lnTo>
                  <a:lnTo>
                    <a:pt x="32" y="81"/>
                  </a:lnTo>
                  <a:lnTo>
                    <a:pt x="22" y="76"/>
                  </a:lnTo>
                  <a:lnTo>
                    <a:pt x="12" y="69"/>
                  </a:lnTo>
                  <a:lnTo>
                    <a:pt x="5" y="60"/>
                  </a:lnTo>
                  <a:lnTo>
                    <a:pt x="1" y="49"/>
                  </a:lnTo>
                  <a:lnTo>
                    <a:pt x="0" y="38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2" y="7"/>
                  </a:lnTo>
                  <a:lnTo>
                    <a:pt x="22" y="0"/>
                  </a:lnTo>
                  <a:lnTo>
                    <a:pt x="43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87" name=""/>
            <p:cNvSpPr/>
            <p:nvPr/>
          </p:nvSpPr>
          <p:spPr>
            <a:xfrm rot="0">
              <a:off x="4401" y="1663"/>
              <a:ext cx="16" cy="20"/>
            </a:xfrm>
            <a:custGeom>
              <a:avLst/>
              <a:ahLst/>
              <a:rect l="0" t="0" r="r" b="b"/>
              <a:pathLst>
                <a:path w="65" h="82">
                  <a:moveTo>
                    <a:pt x="65" y="76"/>
                  </a:moveTo>
                  <a:lnTo>
                    <a:pt x="55" y="81"/>
                  </a:lnTo>
                  <a:lnTo>
                    <a:pt x="43" y="82"/>
                  </a:lnTo>
                  <a:lnTo>
                    <a:pt x="32" y="81"/>
                  </a:lnTo>
                  <a:lnTo>
                    <a:pt x="22" y="76"/>
                  </a:lnTo>
                  <a:lnTo>
                    <a:pt x="12" y="69"/>
                  </a:lnTo>
                  <a:lnTo>
                    <a:pt x="5" y="60"/>
                  </a:lnTo>
                  <a:lnTo>
                    <a:pt x="1" y="49"/>
                  </a:lnTo>
                  <a:lnTo>
                    <a:pt x="0" y="38"/>
                  </a:lnTo>
                  <a:lnTo>
                    <a:pt x="1" y="26"/>
                  </a:lnTo>
                  <a:lnTo>
                    <a:pt x="5" y="16"/>
                  </a:lnTo>
                  <a:lnTo>
                    <a:pt x="12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88" name=""/>
            <p:cNvSpPr/>
            <p:nvPr/>
          </p:nvSpPr>
          <p:spPr>
            <a:xfrm rot="0">
              <a:off x="4406" y="1490"/>
              <a:ext cx="311" cy="192"/>
            </a:xfrm>
            <a:custGeom>
              <a:avLst/>
              <a:ahLst/>
              <a:rect l="0" t="0" r="r" b="b"/>
              <a:pathLst>
                <a:path w="1240" h="767">
                  <a:moveTo>
                    <a:pt x="0" y="691"/>
                  </a:moveTo>
                  <a:lnTo>
                    <a:pt x="21" y="729"/>
                  </a:lnTo>
                  <a:lnTo>
                    <a:pt x="43" y="767"/>
                  </a:lnTo>
                  <a:lnTo>
                    <a:pt x="1240" y="76"/>
                  </a:lnTo>
                  <a:lnTo>
                    <a:pt x="1218" y="38"/>
                  </a:lnTo>
                  <a:lnTo>
                    <a:pt x="1196" y="0"/>
                  </a:lnTo>
                  <a:lnTo>
                    <a:pt x="0" y="691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89" name=""/>
            <p:cNvSpPr/>
            <p:nvPr/>
          </p:nvSpPr>
          <p:spPr>
            <a:xfrm rot="0">
              <a:off x="4406" y="1490"/>
              <a:ext cx="311" cy="192"/>
            </a:xfrm>
            <a:custGeom>
              <a:avLst/>
              <a:ahLst/>
              <a:rect l="0" t="0" r="r" b="b"/>
              <a:pathLst>
                <a:path w="1240" h="767">
                  <a:moveTo>
                    <a:pt x="0" y="691"/>
                  </a:moveTo>
                  <a:lnTo>
                    <a:pt x="21" y="729"/>
                  </a:lnTo>
                  <a:lnTo>
                    <a:pt x="43" y="767"/>
                  </a:lnTo>
                  <a:lnTo>
                    <a:pt x="1240" y="76"/>
                  </a:lnTo>
                  <a:lnTo>
                    <a:pt x="1218" y="38"/>
                  </a:lnTo>
                  <a:lnTo>
                    <a:pt x="1196" y="0"/>
                  </a:lnTo>
                  <a:lnTo>
                    <a:pt x="0" y="691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90" name=""/>
            <p:cNvSpPr/>
            <p:nvPr/>
          </p:nvSpPr>
          <p:spPr>
            <a:xfrm rot="0">
              <a:off x="4706" y="1489"/>
              <a:ext cx="16" cy="20"/>
            </a:xfrm>
            <a:custGeom>
              <a:avLst/>
              <a:ahLst/>
              <a:rect l="0" t="0" r="r" b="b"/>
              <a:pathLst>
                <a:path w="67" h="83">
                  <a:moveTo>
                    <a:pt x="22" y="45"/>
                  </a:moveTo>
                  <a:lnTo>
                    <a:pt x="0" y="7"/>
                  </a:lnTo>
                  <a:lnTo>
                    <a:pt x="11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91" name=""/>
            <p:cNvSpPr/>
            <p:nvPr/>
          </p:nvSpPr>
          <p:spPr>
            <a:xfrm rot="0">
              <a:off x="4706" y="1489"/>
              <a:ext cx="16" cy="20"/>
            </a:xfrm>
            <a:custGeom>
              <a:avLst/>
              <a:ahLst/>
              <a:rect l="0" t="0" r="r" b="b"/>
              <a:pathLst>
                <a:path w="67" h="83">
                  <a:moveTo>
                    <a:pt x="0" y="7"/>
                  </a:moveTo>
                  <a:lnTo>
                    <a:pt x="11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92" name=""/>
            <p:cNvSpPr/>
            <p:nvPr/>
          </p:nvSpPr>
          <p:spPr>
            <a:xfrm rot="0">
              <a:off x="4700" y="1489"/>
              <a:ext cx="22" cy="11"/>
            </a:xfrm>
            <a:custGeom>
              <a:avLst/>
              <a:ahLst/>
              <a:rect l="0" t="0" r="r" b="b"/>
              <a:pathLst>
                <a:path w="89" h="45">
                  <a:moveTo>
                    <a:pt x="44" y="45"/>
                  </a:moveTo>
                  <a:lnTo>
                    <a:pt x="0" y="45"/>
                  </a:lnTo>
                  <a:lnTo>
                    <a:pt x="1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3"/>
                  </a:lnTo>
                  <a:lnTo>
                    <a:pt x="87" y="34"/>
                  </a:lnTo>
                  <a:lnTo>
                    <a:pt x="89" y="45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93" name=""/>
            <p:cNvSpPr/>
            <p:nvPr/>
          </p:nvSpPr>
          <p:spPr>
            <a:xfrm rot="0">
              <a:off x="4700" y="1489"/>
              <a:ext cx="22" cy="11"/>
            </a:xfrm>
            <a:custGeom>
              <a:avLst/>
              <a:ahLst/>
              <a:rect l="0" t="0" r="r" b="b"/>
              <a:pathLst>
                <a:path w="89" h="45">
                  <a:moveTo>
                    <a:pt x="0" y="45"/>
                  </a:moveTo>
                  <a:lnTo>
                    <a:pt x="1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3"/>
                  </a:lnTo>
                  <a:lnTo>
                    <a:pt x="87" y="34"/>
                  </a:lnTo>
                  <a:lnTo>
                    <a:pt x="89" y="4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94" name=""/>
            <p:cNvSpPr/>
            <p:nvPr/>
          </p:nvSpPr>
          <p:spPr>
            <a:xfrm rot="0">
              <a:off x="4700" y="1500"/>
              <a:ext cx="22" cy="531"/>
            </a:xfrm>
            <a:custGeom>
              <a:avLst/>
              <a:ahLst/>
              <a:rect l="0" t="0" r="r" b="b"/>
              <a:pathLst>
                <a:path w="89" h="2127">
                  <a:moveTo>
                    <a:pt x="89" y="0"/>
                  </a:moveTo>
                  <a:lnTo>
                    <a:pt x="44" y="0"/>
                  </a:lnTo>
                  <a:lnTo>
                    <a:pt x="0" y="0"/>
                  </a:lnTo>
                  <a:lnTo>
                    <a:pt x="0" y="2127"/>
                  </a:lnTo>
                  <a:lnTo>
                    <a:pt x="44" y="2127"/>
                  </a:lnTo>
                  <a:lnTo>
                    <a:pt x="89" y="2127"/>
                  </a:lnTo>
                  <a:lnTo>
                    <a:pt x="89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95" name=""/>
            <p:cNvSpPr/>
            <p:nvPr/>
          </p:nvSpPr>
          <p:spPr>
            <a:xfrm rot="0">
              <a:off x="4700" y="1500"/>
              <a:ext cx="22" cy="531"/>
            </a:xfrm>
            <a:custGeom>
              <a:avLst/>
              <a:ahLst/>
              <a:rect l="0" t="0" r="r" b="b"/>
              <a:pathLst>
                <a:path w="89" h="2127">
                  <a:moveTo>
                    <a:pt x="89" y="0"/>
                  </a:moveTo>
                  <a:lnTo>
                    <a:pt x="44" y="0"/>
                  </a:lnTo>
                  <a:lnTo>
                    <a:pt x="0" y="0"/>
                  </a:lnTo>
                  <a:lnTo>
                    <a:pt x="0" y="2127"/>
                  </a:lnTo>
                  <a:lnTo>
                    <a:pt x="44" y="2127"/>
                  </a:lnTo>
                  <a:lnTo>
                    <a:pt x="89" y="2127"/>
                  </a:lnTo>
                  <a:lnTo>
                    <a:pt x="89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96" name=""/>
            <p:cNvSpPr/>
            <p:nvPr/>
          </p:nvSpPr>
          <p:spPr>
            <a:xfrm rot="0">
              <a:off x="4700" y="203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7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6" y="42"/>
                  </a:lnTo>
                  <a:lnTo>
                    <a:pt x="44" y="44"/>
                  </a:lnTo>
                  <a:lnTo>
                    <a:pt x="33" y="42"/>
                  </a:lnTo>
                  <a:lnTo>
                    <a:pt x="22" y="38"/>
                  </a:lnTo>
                  <a:lnTo>
                    <a:pt x="13" y="31"/>
                  </a:lnTo>
                  <a:lnTo>
                    <a:pt x="6" y="22"/>
                  </a:lnTo>
                  <a:lnTo>
                    <a:pt x="1" y="11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97" name=""/>
            <p:cNvSpPr/>
            <p:nvPr/>
          </p:nvSpPr>
          <p:spPr>
            <a:xfrm rot="0">
              <a:off x="4700" y="203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7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6" y="42"/>
                  </a:lnTo>
                  <a:lnTo>
                    <a:pt x="44" y="44"/>
                  </a:lnTo>
                  <a:lnTo>
                    <a:pt x="33" y="42"/>
                  </a:lnTo>
                  <a:lnTo>
                    <a:pt x="22" y="38"/>
                  </a:lnTo>
                  <a:lnTo>
                    <a:pt x="13" y="31"/>
                  </a:lnTo>
                  <a:lnTo>
                    <a:pt x="6" y="22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398" name=""/>
            <p:cNvSpPr/>
            <p:nvPr/>
          </p:nvSpPr>
          <p:spPr>
            <a:xfrm rot="0">
              <a:off x="3964" y="2447"/>
              <a:ext cx="16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8"/>
                  </a:moveTo>
                  <a:lnTo>
                    <a:pt x="66" y="77"/>
                  </a:lnTo>
                  <a:lnTo>
                    <a:pt x="55" y="81"/>
                  </a:lnTo>
                  <a:lnTo>
                    <a:pt x="44" y="82"/>
                  </a:lnTo>
                  <a:lnTo>
                    <a:pt x="32" y="81"/>
                  </a:lnTo>
                  <a:lnTo>
                    <a:pt x="22" y="77"/>
                  </a:lnTo>
                  <a:lnTo>
                    <a:pt x="13" y="70"/>
                  </a:lnTo>
                  <a:lnTo>
                    <a:pt x="6" y="60"/>
                  </a:lnTo>
                  <a:lnTo>
                    <a:pt x="1" y="50"/>
                  </a:lnTo>
                  <a:lnTo>
                    <a:pt x="0" y="38"/>
                  </a:lnTo>
                  <a:lnTo>
                    <a:pt x="1" y="27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  <a:lnTo>
                    <a:pt x="44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399" name=""/>
            <p:cNvSpPr/>
            <p:nvPr/>
          </p:nvSpPr>
          <p:spPr>
            <a:xfrm rot="0">
              <a:off x="3964" y="2447"/>
              <a:ext cx="16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7"/>
                  </a:moveTo>
                  <a:lnTo>
                    <a:pt x="55" y="81"/>
                  </a:lnTo>
                  <a:lnTo>
                    <a:pt x="44" y="82"/>
                  </a:lnTo>
                  <a:lnTo>
                    <a:pt x="32" y="81"/>
                  </a:lnTo>
                  <a:lnTo>
                    <a:pt x="22" y="77"/>
                  </a:lnTo>
                  <a:lnTo>
                    <a:pt x="13" y="70"/>
                  </a:lnTo>
                  <a:lnTo>
                    <a:pt x="6" y="60"/>
                  </a:lnTo>
                  <a:lnTo>
                    <a:pt x="1" y="50"/>
                  </a:lnTo>
                  <a:lnTo>
                    <a:pt x="0" y="38"/>
                  </a:lnTo>
                  <a:lnTo>
                    <a:pt x="1" y="27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00" name=""/>
            <p:cNvSpPr/>
            <p:nvPr/>
          </p:nvSpPr>
          <p:spPr>
            <a:xfrm rot="0">
              <a:off x="3969" y="2022"/>
              <a:ext cx="748" cy="444"/>
            </a:xfrm>
            <a:custGeom>
              <a:avLst/>
              <a:ahLst/>
              <a:rect l="0" t="0" r="r" b="b"/>
              <a:pathLst>
                <a:path w="2988" h="1778">
                  <a:moveTo>
                    <a:pt x="0" y="1701"/>
                  </a:moveTo>
                  <a:lnTo>
                    <a:pt x="22" y="1739"/>
                  </a:lnTo>
                  <a:lnTo>
                    <a:pt x="44" y="1778"/>
                  </a:lnTo>
                  <a:lnTo>
                    <a:pt x="2988" y="77"/>
                  </a:lnTo>
                  <a:lnTo>
                    <a:pt x="2966" y="39"/>
                  </a:lnTo>
                  <a:lnTo>
                    <a:pt x="2944" y="0"/>
                  </a:lnTo>
                  <a:lnTo>
                    <a:pt x="0" y="1701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01" name=""/>
            <p:cNvSpPr/>
            <p:nvPr/>
          </p:nvSpPr>
          <p:spPr>
            <a:xfrm rot="0">
              <a:off x="3969" y="2022"/>
              <a:ext cx="748" cy="444"/>
            </a:xfrm>
            <a:custGeom>
              <a:avLst/>
              <a:ahLst/>
              <a:rect l="0" t="0" r="r" b="b"/>
              <a:pathLst>
                <a:path w="2988" h="1778">
                  <a:moveTo>
                    <a:pt x="0" y="1701"/>
                  </a:moveTo>
                  <a:lnTo>
                    <a:pt x="22" y="1739"/>
                  </a:lnTo>
                  <a:lnTo>
                    <a:pt x="44" y="1778"/>
                  </a:lnTo>
                  <a:lnTo>
                    <a:pt x="2988" y="77"/>
                  </a:lnTo>
                  <a:lnTo>
                    <a:pt x="2966" y="39"/>
                  </a:lnTo>
                  <a:lnTo>
                    <a:pt x="2944" y="0"/>
                  </a:lnTo>
                  <a:lnTo>
                    <a:pt x="0" y="1701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02" name=""/>
            <p:cNvSpPr/>
            <p:nvPr/>
          </p:nvSpPr>
          <p:spPr>
            <a:xfrm rot="0">
              <a:off x="4706" y="2020"/>
              <a:ext cx="16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22" y="45"/>
                  </a:moveTo>
                  <a:lnTo>
                    <a:pt x="0" y="6"/>
                  </a:lnTo>
                  <a:lnTo>
                    <a:pt x="11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6"/>
                  </a:lnTo>
                  <a:lnTo>
                    <a:pt x="53" y="13"/>
                  </a:lnTo>
                  <a:lnTo>
                    <a:pt x="60" y="23"/>
                  </a:lnTo>
                  <a:lnTo>
                    <a:pt x="65" y="33"/>
                  </a:lnTo>
                  <a:lnTo>
                    <a:pt x="67" y="45"/>
                  </a:lnTo>
                  <a:lnTo>
                    <a:pt x="65" y="56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03" name=""/>
            <p:cNvSpPr/>
            <p:nvPr/>
          </p:nvSpPr>
          <p:spPr>
            <a:xfrm rot="0">
              <a:off x="4706" y="2020"/>
              <a:ext cx="16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0" y="6"/>
                  </a:moveTo>
                  <a:lnTo>
                    <a:pt x="11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6"/>
                  </a:lnTo>
                  <a:lnTo>
                    <a:pt x="53" y="13"/>
                  </a:lnTo>
                  <a:lnTo>
                    <a:pt x="60" y="23"/>
                  </a:lnTo>
                  <a:lnTo>
                    <a:pt x="65" y="33"/>
                  </a:lnTo>
                  <a:lnTo>
                    <a:pt x="67" y="45"/>
                  </a:lnTo>
                  <a:lnTo>
                    <a:pt x="65" y="56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04" name=""/>
            <p:cNvSpPr/>
            <p:nvPr/>
          </p:nvSpPr>
          <p:spPr>
            <a:xfrm rot="0">
              <a:off x="3964" y="2197"/>
              <a:ext cx="22" cy="11"/>
            </a:xfrm>
            <a:custGeom>
              <a:avLst/>
              <a:ahLst/>
              <a:rect l="0" t="0" r="r" b="b"/>
              <a:pathLst>
                <a:path w="89" h="45">
                  <a:moveTo>
                    <a:pt x="44" y="45"/>
                  </a:move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3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5" y="2"/>
                  </a:lnTo>
                  <a:lnTo>
                    <a:pt x="66" y="7"/>
                  </a:lnTo>
                  <a:lnTo>
                    <a:pt x="75" y="13"/>
                  </a:lnTo>
                  <a:lnTo>
                    <a:pt x="82" y="23"/>
                  </a:lnTo>
                  <a:lnTo>
                    <a:pt x="87" y="33"/>
                  </a:lnTo>
                  <a:lnTo>
                    <a:pt x="89" y="45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05" name=""/>
            <p:cNvSpPr/>
            <p:nvPr/>
          </p:nvSpPr>
          <p:spPr>
            <a:xfrm rot="0">
              <a:off x="3964" y="2197"/>
              <a:ext cx="22" cy="11"/>
            </a:xfrm>
            <a:custGeom>
              <a:avLst/>
              <a:ahLst/>
              <a:rect l="0" t="0" r="r" b="b"/>
              <a:pathLst>
                <a:path w="89" h="45">
                  <a:moveTo>
                    <a:pt x="0" y="45"/>
                  </a:moveTo>
                  <a:lnTo>
                    <a:pt x="1" y="33"/>
                  </a:lnTo>
                  <a:lnTo>
                    <a:pt x="6" y="23"/>
                  </a:lnTo>
                  <a:lnTo>
                    <a:pt x="13" y="13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5" y="2"/>
                  </a:lnTo>
                  <a:lnTo>
                    <a:pt x="66" y="7"/>
                  </a:lnTo>
                  <a:lnTo>
                    <a:pt x="75" y="13"/>
                  </a:lnTo>
                  <a:lnTo>
                    <a:pt x="82" y="23"/>
                  </a:lnTo>
                  <a:lnTo>
                    <a:pt x="87" y="33"/>
                  </a:lnTo>
                  <a:lnTo>
                    <a:pt x="89" y="4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06" name=""/>
            <p:cNvSpPr/>
            <p:nvPr/>
          </p:nvSpPr>
          <p:spPr>
            <a:xfrm rot="0">
              <a:off x="3964" y="2208"/>
              <a:ext cx="22" cy="249"/>
            </a:xfrm>
            <a:custGeom>
              <a:avLst/>
              <a:ahLst/>
              <a:rect l="0" t="0" r="r" b="b"/>
              <a:pathLst>
                <a:path w="89" h="992">
                  <a:moveTo>
                    <a:pt x="89" y="0"/>
                  </a:moveTo>
                  <a:lnTo>
                    <a:pt x="44" y="0"/>
                  </a:lnTo>
                  <a:lnTo>
                    <a:pt x="0" y="0"/>
                  </a:lnTo>
                  <a:lnTo>
                    <a:pt x="0" y="992"/>
                  </a:lnTo>
                  <a:lnTo>
                    <a:pt x="44" y="992"/>
                  </a:lnTo>
                  <a:lnTo>
                    <a:pt x="89" y="992"/>
                  </a:lnTo>
                  <a:lnTo>
                    <a:pt x="89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07" name=""/>
            <p:cNvSpPr/>
            <p:nvPr/>
          </p:nvSpPr>
          <p:spPr>
            <a:xfrm rot="0">
              <a:off x="3964" y="2208"/>
              <a:ext cx="22" cy="249"/>
            </a:xfrm>
            <a:custGeom>
              <a:avLst/>
              <a:ahLst/>
              <a:rect l="0" t="0" r="r" b="b"/>
              <a:pathLst>
                <a:path w="89" h="992">
                  <a:moveTo>
                    <a:pt x="89" y="0"/>
                  </a:moveTo>
                  <a:lnTo>
                    <a:pt x="44" y="0"/>
                  </a:lnTo>
                  <a:lnTo>
                    <a:pt x="0" y="0"/>
                  </a:lnTo>
                  <a:lnTo>
                    <a:pt x="0" y="992"/>
                  </a:lnTo>
                  <a:lnTo>
                    <a:pt x="44" y="992"/>
                  </a:lnTo>
                  <a:lnTo>
                    <a:pt x="89" y="992"/>
                  </a:lnTo>
                  <a:lnTo>
                    <a:pt x="89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08" name=""/>
            <p:cNvSpPr/>
            <p:nvPr/>
          </p:nvSpPr>
          <p:spPr>
            <a:xfrm rot="0">
              <a:off x="3964" y="2457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7" y="12"/>
                  </a:lnTo>
                  <a:lnTo>
                    <a:pt x="82" y="22"/>
                  </a:lnTo>
                  <a:lnTo>
                    <a:pt x="75" y="32"/>
                  </a:lnTo>
                  <a:lnTo>
                    <a:pt x="66" y="39"/>
                  </a:lnTo>
                  <a:lnTo>
                    <a:pt x="55" y="43"/>
                  </a:lnTo>
                  <a:lnTo>
                    <a:pt x="44" y="44"/>
                  </a:lnTo>
                  <a:lnTo>
                    <a:pt x="32" y="43"/>
                  </a:lnTo>
                  <a:lnTo>
                    <a:pt x="22" y="39"/>
                  </a:lnTo>
                  <a:lnTo>
                    <a:pt x="13" y="32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09" name=""/>
            <p:cNvSpPr/>
            <p:nvPr/>
          </p:nvSpPr>
          <p:spPr>
            <a:xfrm rot="0">
              <a:off x="3964" y="2457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7" y="12"/>
                  </a:lnTo>
                  <a:lnTo>
                    <a:pt x="82" y="22"/>
                  </a:lnTo>
                  <a:lnTo>
                    <a:pt x="75" y="32"/>
                  </a:lnTo>
                  <a:lnTo>
                    <a:pt x="66" y="39"/>
                  </a:lnTo>
                  <a:lnTo>
                    <a:pt x="55" y="43"/>
                  </a:lnTo>
                  <a:lnTo>
                    <a:pt x="44" y="44"/>
                  </a:lnTo>
                  <a:lnTo>
                    <a:pt x="32" y="43"/>
                  </a:lnTo>
                  <a:lnTo>
                    <a:pt x="22" y="39"/>
                  </a:lnTo>
                  <a:lnTo>
                    <a:pt x="13" y="32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10" name=""/>
            <p:cNvSpPr/>
            <p:nvPr/>
          </p:nvSpPr>
          <p:spPr>
            <a:xfrm rot="0">
              <a:off x="3964" y="2199"/>
              <a:ext cx="16" cy="20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8"/>
                  </a:moveTo>
                  <a:lnTo>
                    <a:pt x="66" y="76"/>
                  </a:lnTo>
                  <a:lnTo>
                    <a:pt x="55" y="81"/>
                  </a:lnTo>
                  <a:lnTo>
                    <a:pt x="44" y="82"/>
                  </a:lnTo>
                  <a:lnTo>
                    <a:pt x="32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1" y="49"/>
                  </a:lnTo>
                  <a:lnTo>
                    <a:pt x="0" y="38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3" y="6"/>
                  </a:lnTo>
                  <a:lnTo>
                    <a:pt x="22" y="0"/>
                  </a:lnTo>
                  <a:lnTo>
                    <a:pt x="44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11" name=""/>
            <p:cNvSpPr/>
            <p:nvPr/>
          </p:nvSpPr>
          <p:spPr>
            <a:xfrm rot="0">
              <a:off x="3964" y="2199"/>
              <a:ext cx="16" cy="20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6"/>
                  </a:moveTo>
                  <a:lnTo>
                    <a:pt x="55" y="81"/>
                  </a:lnTo>
                  <a:lnTo>
                    <a:pt x="44" y="82"/>
                  </a:lnTo>
                  <a:lnTo>
                    <a:pt x="32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1" y="49"/>
                  </a:lnTo>
                  <a:lnTo>
                    <a:pt x="0" y="38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3" y="6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12" name=""/>
            <p:cNvSpPr/>
            <p:nvPr/>
          </p:nvSpPr>
          <p:spPr>
            <a:xfrm rot="0">
              <a:off x="3969" y="2110"/>
              <a:ext cx="166" cy="108"/>
            </a:xfrm>
            <a:custGeom>
              <a:avLst/>
              <a:ahLst/>
              <a:rect l="0" t="0" r="r" b="b"/>
              <a:pathLst>
                <a:path w="662" h="433">
                  <a:moveTo>
                    <a:pt x="0" y="357"/>
                  </a:moveTo>
                  <a:lnTo>
                    <a:pt x="22" y="395"/>
                  </a:lnTo>
                  <a:lnTo>
                    <a:pt x="44" y="433"/>
                  </a:lnTo>
                  <a:lnTo>
                    <a:pt x="662" y="77"/>
                  </a:lnTo>
                  <a:lnTo>
                    <a:pt x="640" y="38"/>
                  </a:lnTo>
                  <a:lnTo>
                    <a:pt x="618" y="0"/>
                  </a:lnTo>
                  <a:lnTo>
                    <a:pt x="0" y="357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13" name=""/>
            <p:cNvSpPr/>
            <p:nvPr/>
          </p:nvSpPr>
          <p:spPr>
            <a:xfrm rot="0">
              <a:off x="3969" y="2110"/>
              <a:ext cx="166" cy="108"/>
            </a:xfrm>
            <a:custGeom>
              <a:avLst/>
              <a:ahLst/>
              <a:rect l="0" t="0" r="r" b="b"/>
              <a:pathLst>
                <a:path w="662" h="433">
                  <a:moveTo>
                    <a:pt x="0" y="357"/>
                  </a:moveTo>
                  <a:lnTo>
                    <a:pt x="22" y="395"/>
                  </a:lnTo>
                  <a:lnTo>
                    <a:pt x="44" y="433"/>
                  </a:lnTo>
                  <a:lnTo>
                    <a:pt x="662" y="77"/>
                  </a:lnTo>
                  <a:lnTo>
                    <a:pt x="640" y="38"/>
                  </a:lnTo>
                  <a:lnTo>
                    <a:pt x="618" y="0"/>
                  </a:lnTo>
                  <a:lnTo>
                    <a:pt x="0" y="35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14" name=""/>
            <p:cNvSpPr/>
            <p:nvPr/>
          </p:nvSpPr>
          <p:spPr>
            <a:xfrm rot="0">
              <a:off x="4124" y="2108"/>
              <a:ext cx="17" cy="21"/>
            </a:xfrm>
            <a:custGeom>
              <a:avLst/>
              <a:ahLst/>
              <a:rect l="0" t="0" r="r" b="b"/>
              <a:pathLst>
                <a:path w="67" h="84">
                  <a:moveTo>
                    <a:pt x="22" y="45"/>
                  </a:moveTo>
                  <a:lnTo>
                    <a:pt x="0" y="7"/>
                  </a:lnTo>
                  <a:lnTo>
                    <a:pt x="10" y="3"/>
                  </a:lnTo>
                  <a:lnTo>
                    <a:pt x="22" y="0"/>
                  </a:lnTo>
                  <a:lnTo>
                    <a:pt x="33" y="3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7"/>
                  </a:lnTo>
                  <a:lnTo>
                    <a:pt x="44" y="84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15" name=""/>
            <p:cNvSpPr/>
            <p:nvPr/>
          </p:nvSpPr>
          <p:spPr>
            <a:xfrm rot="0">
              <a:off x="4124" y="2108"/>
              <a:ext cx="17" cy="21"/>
            </a:xfrm>
            <a:custGeom>
              <a:avLst/>
              <a:ahLst/>
              <a:rect l="0" t="0" r="r" b="b"/>
              <a:pathLst>
                <a:path w="67" h="84">
                  <a:moveTo>
                    <a:pt x="0" y="7"/>
                  </a:moveTo>
                  <a:lnTo>
                    <a:pt x="10" y="3"/>
                  </a:lnTo>
                  <a:lnTo>
                    <a:pt x="22" y="0"/>
                  </a:lnTo>
                  <a:lnTo>
                    <a:pt x="33" y="3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7"/>
                  </a:lnTo>
                  <a:lnTo>
                    <a:pt x="44" y="84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16" name=""/>
            <p:cNvSpPr/>
            <p:nvPr/>
          </p:nvSpPr>
          <p:spPr>
            <a:xfrm rot="0">
              <a:off x="3850" y="1343"/>
              <a:ext cx="21" cy="17"/>
            </a:xfrm>
            <a:custGeom>
              <a:avLst/>
              <a:ahLst/>
              <a:rect l="0" t="0" r="r" b="b"/>
              <a:pathLst>
                <a:path w="82" h="68">
                  <a:moveTo>
                    <a:pt x="38" y="44"/>
                  </a:moveTo>
                  <a:lnTo>
                    <a:pt x="0" y="20"/>
                  </a:lnTo>
                  <a:lnTo>
                    <a:pt x="8" y="11"/>
                  </a:lnTo>
                  <a:lnTo>
                    <a:pt x="17" y="5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1"/>
                  </a:lnTo>
                  <a:lnTo>
                    <a:pt x="62" y="6"/>
                  </a:lnTo>
                  <a:lnTo>
                    <a:pt x="70" y="14"/>
                  </a:lnTo>
                  <a:lnTo>
                    <a:pt x="77" y="23"/>
                  </a:lnTo>
                  <a:lnTo>
                    <a:pt x="82" y="35"/>
                  </a:lnTo>
                  <a:lnTo>
                    <a:pt x="82" y="46"/>
                  </a:lnTo>
                  <a:lnTo>
                    <a:pt x="81" y="57"/>
                  </a:lnTo>
                  <a:lnTo>
                    <a:pt x="76" y="68"/>
                  </a:lnTo>
                  <a:lnTo>
                    <a:pt x="38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17" name=""/>
            <p:cNvSpPr/>
            <p:nvPr/>
          </p:nvSpPr>
          <p:spPr>
            <a:xfrm rot="0">
              <a:off x="3850" y="1343"/>
              <a:ext cx="21" cy="17"/>
            </a:xfrm>
            <a:custGeom>
              <a:avLst/>
              <a:ahLst/>
              <a:rect l="0" t="0" r="r" b="b"/>
              <a:pathLst>
                <a:path w="82" h="68">
                  <a:moveTo>
                    <a:pt x="0" y="20"/>
                  </a:moveTo>
                  <a:lnTo>
                    <a:pt x="8" y="11"/>
                  </a:lnTo>
                  <a:lnTo>
                    <a:pt x="17" y="5"/>
                  </a:lnTo>
                  <a:lnTo>
                    <a:pt x="29" y="0"/>
                  </a:lnTo>
                  <a:lnTo>
                    <a:pt x="40" y="0"/>
                  </a:lnTo>
                  <a:lnTo>
                    <a:pt x="51" y="1"/>
                  </a:lnTo>
                  <a:lnTo>
                    <a:pt x="62" y="6"/>
                  </a:lnTo>
                  <a:lnTo>
                    <a:pt x="70" y="14"/>
                  </a:lnTo>
                  <a:lnTo>
                    <a:pt x="77" y="23"/>
                  </a:lnTo>
                  <a:lnTo>
                    <a:pt x="82" y="35"/>
                  </a:lnTo>
                  <a:lnTo>
                    <a:pt x="82" y="46"/>
                  </a:lnTo>
                  <a:lnTo>
                    <a:pt x="81" y="57"/>
                  </a:lnTo>
                  <a:lnTo>
                    <a:pt x="76" y="68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18" name=""/>
            <p:cNvSpPr/>
            <p:nvPr/>
          </p:nvSpPr>
          <p:spPr>
            <a:xfrm rot="0">
              <a:off x="3568" y="1348"/>
              <a:ext cx="301" cy="458"/>
            </a:xfrm>
            <a:custGeom>
              <a:avLst/>
              <a:ahLst/>
              <a:rect l="0" t="0" r="r" b="b"/>
              <a:pathLst>
                <a:path w="1206" h="1835">
                  <a:moveTo>
                    <a:pt x="1206" y="48"/>
                  </a:moveTo>
                  <a:lnTo>
                    <a:pt x="1168" y="24"/>
                  </a:lnTo>
                  <a:lnTo>
                    <a:pt x="1130" y="0"/>
                  </a:lnTo>
                  <a:lnTo>
                    <a:pt x="0" y="1786"/>
                  </a:lnTo>
                  <a:lnTo>
                    <a:pt x="38" y="1810"/>
                  </a:lnTo>
                  <a:lnTo>
                    <a:pt x="77" y="1835"/>
                  </a:lnTo>
                  <a:lnTo>
                    <a:pt x="1206" y="4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19" name=""/>
            <p:cNvSpPr/>
            <p:nvPr/>
          </p:nvSpPr>
          <p:spPr>
            <a:xfrm rot="0">
              <a:off x="3568" y="1348"/>
              <a:ext cx="301" cy="458"/>
            </a:xfrm>
            <a:custGeom>
              <a:avLst/>
              <a:ahLst/>
              <a:rect l="0" t="0" r="r" b="b"/>
              <a:pathLst>
                <a:path w="1206" h="1835">
                  <a:moveTo>
                    <a:pt x="1206" y="48"/>
                  </a:moveTo>
                  <a:lnTo>
                    <a:pt x="1168" y="24"/>
                  </a:lnTo>
                  <a:lnTo>
                    <a:pt x="1130" y="0"/>
                  </a:lnTo>
                  <a:lnTo>
                    <a:pt x="0" y="1786"/>
                  </a:lnTo>
                  <a:lnTo>
                    <a:pt x="38" y="1810"/>
                  </a:lnTo>
                  <a:lnTo>
                    <a:pt x="77" y="1835"/>
                  </a:lnTo>
                  <a:lnTo>
                    <a:pt x="1206" y="48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20" name=""/>
            <p:cNvSpPr/>
            <p:nvPr/>
          </p:nvSpPr>
          <p:spPr>
            <a:xfrm rot="0">
              <a:off x="3566" y="1794"/>
              <a:ext cx="21" cy="17"/>
            </a:xfrm>
            <a:custGeom>
              <a:avLst/>
              <a:ahLst/>
              <a:rect l="0" t="0" r="r" b="b"/>
              <a:pathLst>
                <a:path w="82" h="68">
                  <a:moveTo>
                    <a:pt x="43" y="24"/>
                  </a:moveTo>
                  <a:lnTo>
                    <a:pt x="82" y="49"/>
                  </a:lnTo>
                  <a:lnTo>
                    <a:pt x="74" y="57"/>
                  </a:lnTo>
                  <a:lnTo>
                    <a:pt x="64" y="64"/>
                  </a:lnTo>
                  <a:lnTo>
                    <a:pt x="53" y="68"/>
                  </a:lnTo>
                  <a:lnTo>
                    <a:pt x="41" y="68"/>
                  </a:lnTo>
                  <a:lnTo>
                    <a:pt x="31" y="67"/>
                  </a:lnTo>
                  <a:lnTo>
                    <a:pt x="19" y="62"/>
                  </a:lnTo>
                  <a:lnTo>
                    <a:pt x="11" y="54"/>
                  </a:lnTo>
                  <a:lnTo>
                    <a:pt x="4" y="45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" y="12"/>
                  </a:lnTo>
                  <a:lnTo>
                    <a:pt x="5" y="0"/>
                  </a:lnTo>
                  <a:lnTo>
                    <a:pt x="43" y="2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21" name=""/>
            <p:cNvSpPr/>
            <p:nvPr/>
          </p:nvSpPr>
          <p:spPr>
            <a:xfrm rot="0">
              <a:off x="3566" y="1794"/>
              <a:ext cx="21" cy="17"/>
            </a:xfrm>
            <a:custGeom>
              <a:avLst/>
              <a:ahLst/>
              <a:rect l="0" t="0" r="r" b="b"/>
              <a:pathLst>
                <a:path w="82" h="68">
                  <a:moveTo>
                    <a:pt x="82" y="49"/>
                  </a:moveTo>
                  <a:lnTo>
                    <a:pt x="74" y="57"/>
                  </a:lnTo>
                  <a:lnTo>
                    <a:pt x="64" y="64"/>
                  </a:lnTo>
                  <a:lnTo>
                    <a:pt x="53" y="68"/>
                  </a:lnTo>
                  <a:lnTo>
                    <a:pt x="41" y="68"/>
                  </a:lnTo>
                  <a:lnTo>
                    <a:pt x="31" y="67"/>
                  </a:lnTo>
                  <a:lnTo>
                    <a:pt x="19" y="62"/>
                  </a:lnTo>
                  <a:lnTo>
                    <a:pt x="11" y="54"/>
                  </a:lnTo>
                  <a:lnTo>
                    <a:pt x="4" y="45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" y="12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22" name=""/>
            <p:cNvSpPr/>
            <p:nvPr/>
          </p:nvSpPr>
          <p:spPr>
            <a:xfrm rot="0">
              <a:off x="3932" y="1389"/>
              <a:ext cx="17" cy="21"/>
            </a:xfrm>
            <a:custGeom>
              <a:avLst/>
              <a:ahLst/>
              <a:rect l="0" t="0" r="r" b="b"/>
              <a:pathLst>
                <a:path w="68" h="82">
                  <a:moveTo>
                    <a:pt x="22" y="38"/>
                  </a:moveTo>
                  <a:lnTo>
                    <a:pt x="44" y="0"/>
                  </a:lnTo>
                  <a:lnTo>
                    <a:pt x="54" y="7"/>
                  </a:lnTo>
                  <a:lnTo>
                    <a:pt x="61" y="16"/>
                  </a:lnTo>
                  <a:lnTo>
                    <a:pt x="65" y="27"/>
                  </a:lnTo>
                  <a:lnTo>
                    <a:pt x="68" y="38"/>
                  </a:lnTo>
                  <a:lnTo>
                    <a:pt x="65" y="50"/>
                  </a:lnTo>
                  <a:lnTo>
                    <a:pt x="61" y="60"/>
                  </a:lnTo>
                  <a:lnTo>
                    <a:pt x="54" y="69"/>
                  </a:lnTo>
                  <a:lnTo>
                    <a:pt x="44" y="76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6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23" name=""/>
            <p:cNvSpPr/>
            <p:nvPr/>
          </p:nvSpPr>
          <p:spPr>
            <a:xfrm rot="0">
              <a:off x="3932" y="1389"/>
              <a:ext cx="17" cy="21"/>
            </a:xfrm>
            <a:custGeom>
              <a:avLst/>
              <a:ahLst/>
              <a:rect l="0" t="0" r="r" b="b"/>
              <a:pathLst>
                <a:path w="68" h="82">
                  <a:moveTo>
                    <a:pt x="44" y="0"/>
                  </a:moveTo>
                  <a:lnTo>
                    <a:pt x="54" y="7"/>
                  </a:lnTo>
                  <a:lnTo>
                    <a:pt x="61" y="16"/>
                  </a:lnTo>
                  <a:lnTo>
                    <a:pt x="65" y="27"/>
                  </a:lnTo>
                  <a:lnTo>
                    <a:pt x="68" y="38"/>
                  </a:lnTo>
                  <a:lnTo>
                    <a:pt x="65" y="50"/>
                  </a:lnTo>
                  <a:lnTo>
                    <a:pt x="61" y="60"/>
                  </a:lnTo>
                  <a:lnTo>
                    <a:pt x="54" y="69"/>
                  </a:lnTo>
                  <a:lnTo>
                    <a:pt x="44" y="76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24" name=""/>
            <p:cNvSpPr/>
            <p:nvPr/>
          </p:nvSpPr>
          <p:spPr>
            <a:xfrm rot="0">
              <a:off x="3854" y="1344"/>
              <a:ext cx="89" cy="64"/>
            </a:xfrm>
            <a:custGeom>
              <a:avLst/>
              <a:ahLst/>
              <a:rect l="0" t="0" r="r" b="b"/>
              <a:pathLst>
                <a:path w="355" h="255">
                  <a:moveTo>
                    <a:pt x="311" y="255"/>
                  </a:moveTo>
                  <a:lnTo>
                    <a:pt x="333" y="217"/>
                  </a:lnTo>
                  <a:lnTo>
                    <a:pt x="355" y="179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311" y="25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25" name=""/>
            <p:cNvSpPr/>
            <p:nvPr/>
          </p:nvSpPr>
          <p:spPr>
            <a:xfrm rot="0">
              <a:off x="3854" y="1344"/>
              <a:ext cx="89" cy="64"/>
            </a:xfrm>
            <a:custGeom>
              <a:avLst/>
              <a:ahLst/>
              <a:rect l="0" t="0" r="r" b="b"/>
              <a:pathLst>
                <a:path w="355" h="255">
                  <a:moveTo>
                    <a:pt x="311" y="255"/>
                  </a:moveTo>
                  <a:lnTo>
                    <a:pt x="333" y="217"/>
                  </a:lnTo>
                  <a:lnTo>
                    <a:pt x="355" y="179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311" y="25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26" name=""/>
            <p:cNvSpPr/>
            <p:nvPr/>
          </p:nvSpPr>
          <p:spPr>
            <a:xfrm rot="0">
              <a:off x="3849" y="1342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44" y="45"/>
                  </a:moveTo>
                  <a:lnTo>
                    <a:pt x="22" y="83"/>
                  </a:lnTo>
                  <a:lnTo>
                    <a:pt x="13" y="76"/>
                  </a:lnTo>
                  <a:lnTo>
                    <a:pt x="6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27" name=""/>
            <p:cNvSpPr/>
            <p:nvPr/>
          </p:nvSpPr>
          <p:spPr>
            <a:xfrm rot="0">
              <a:off x="3849" y="1342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22" y="83"/>
                  </a:moveTo>
                  <a:lnTo>
                    <a:pt x="13" y="76"/>
                  </a:lnTo>
                  <a:lnTo>
                    <a:pt x="6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28" name=""/>
            <p:cNvSpPr/>
            <p:nvPr/>
          </p:nvSpPr>
          <p:spPr>
            <a:xfrm rot="0">
              <a:off x="3821" y="1792"/>
              <a:ext cx="21" cy="14"/>
            </a:xfrm>
            <a:custGeom>
              <a:avLst/>
              <a:ahLst/>
              <a:rect l="0" t="0" r="r" b="b"/>
              <a:pathLst>
                <a:path w="87" h="55">
                  <a:moveTo>
                    <a:pt x="44" y="11"/>
                  </a:moveTo>
                  <a:lnTo>
                    <a:pt x="87" y="23"/>
                  </a:lnTo>
                  <a:lnTo>
                    <a:pt x="82" y="33"/>
                  </a:lnTo>
                  <a:lnTo>
                    <a:pt x="75" y="43"/>
                  </a:lnTo>
                  <a:lnTo>
                    <a:pt x="66" y="50"/>
                  </a:lnTo>
                  <a:lnTo>
                    <a:pt x="56" y="54"/>
                  </a:lnTo>
                  <a:lnTo>
                    <a:pt x="44" y="55"/>
                  </a:lnTo>
                  <a:lnTo>
                    <a:pt x="32" y="54"/>
                  </a:lnTo>
                  <a:lnTo>
                    <a:pt x="22" y="50"/>
                  </a:lnTo>
                  <a:lnTo>
                    <a:pt x="13" y="43"/>
                  </a:lnTo>
                  <a:lnTo>
                    <a:pt x="6" y="33"/>
                  </a:lnTo>
                  <a:lnTo>
                    <a:pt x="1" y="23"/>
                  </a:lnTo>
                  <a:lnTo>
                    <a:pt x="0" y="11"/>
                  </a:lnTo>
                  <a:lnTo>
                    <a:pt x="1" y="0"/>
                  </a:lnTo>
                  <a:lnTo>
                    <a:pt x="44" y="11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29" name=""/>
            <p:cNvSpPr/>
            <p:nvPr/>
          </p:nvSpPr>
          <p:spPr>
            <a:xfrm rot="0">
              <a:off x="3821" y="1792"/>
              <a:ext cx="21" cy="14"/>
            </a:xfrm>
            <a:custGeom>
              <a:avLst/>
              <a:ahLst/>
              <a:rect l="0" t="0" r="r" b="b"/>
              <a:pathLst>
                <a:path w="87" h="55">
                  <a:moveTo>
                    <a:pt x="87" y="23"/>
                  </a:moveTo>
                  <a:lnTo>
                    <a:pt x="82" y="33"/>
                  </a:lnTo>
                  <a:lnTo>
                    <a:pt x="75" y="43"/>
                  </a:lnTo>
                  <a:lnTo>
                    <a:pt x="66" y="50"/>
                  </a:lnTo>
                  <a:lnTo>
                    <a:pt x="56" y="54"/>
                  </a:lnTo>
                  <a:lnTo>
                    <a:pt x="44" y="55"/>
                  </a:lnTo>
                  <a:lnTo>
                    <a:pt x="32" y="54"/>
                  </a:lnTo>
                  <a:lnTo>
                    <a:pt x="22" y="50"/>
                  </a:lnTo>
                  <a:lnTo>
                    <a:pt x="13" y="43"/>
                  </a:lnTo>
                  <a:lnTo>
                    <a:pt x="6" y="33"/>
                  </a:lnTo>
                  <a:lnTo>
                    <a:pt x="1" y="23"/>
                  </a:lnTo>
                  <a:lnTo>
                    <a:pt x="0" y="11"/>
                  </a:lnTo>
                  <a:lnTo>
                    <a:pt x="1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30" name=""/>
            <p:cNvSpPr/>
            <p:nvPr/>
          </p:nvSpPr>
          <p:spPr>
            <a:xfrm rot="0">
              <a:off x="3821" y="1396"/>
              <a:ext cx="127" cy="402"/>
            </a:xfrm>
            <a:custGeom>
              <a:avLst/>
              <a:ahLst/>
              <a:rect l="0" t="0" r="r" b="b"/>
              <a:pathLst>
                <a:path w="508" h="1609">
                  <a:moveTo>
                    <a:pt x="0" y="1586"/>
                  </a:moveTo>
                  <a:lnTo>
                    <a:pt x="43" y="1597"/>
                  </a:lnTo>
                  <a:lnTo>
                    <a:pt x="86" y="1609"/>
                  </a:lnTo>
                  <a:lnTo>
                    <a:pt x="508" y="23"/>
                  </a:lnTo>
                  <a:lnTo>
                    <a:pt x="465" y="11"/>
                  </a:lnTo>
                  <a:lnTo>
                    <a:pt x="423" y="0"/>
                  </a:lnTo>
                  <a:lnTo>
                    <a:pt x="0" y="158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31" name=""/>
            <p:cNvSpPr/>
            <p:nvPr/>
          </p:nvSpPr>
          <p:spPr>
            <a:xfrm rot="0">
              <a:off x="3821" y="1396"/>
              <a:ext cx="127" cy="402"/>
            </a:xfrm>
            <a:custGeom>
              <a:avLst/>
              <a:ahLst/>
              <a:rect l="0" t="0" r="r" b="b"/>
              <a:pathLst>
                <a:path w="508" h="1609">
                  <a:moveTo>
                    <a:pt x="0" y="1586"/>
                  </a:moveTo>
                  <a:lnTo>
                    <a:pt x="43" y="1597"/>
                  </a:lnTo>
                  <a:lnTo>
                    <a:pt x="86" y="1609"/>
                  </a:lnTo>
                  <a:lnTo>
                    <a:pt x="508" y="23"/>
                  </a:lnTo>
                  <a:lnTo>
                    <a:pt x="465" y="11"/>
                  </a:lnTo>
                  <a:lnTo>
                    <a:pt x="423" y="0"/>
                  </a:lnTo>
                  <a:lnTo>
                    <a:pt x="0" y="158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32" name=""/>
            <p:cNvSpPr/>
            <p:nvPr/>
          </p:nvSpPr>
          <p:spPr>
            <a:xfrm rot="0">
              <a:off x="3927" y="1387"/>
              <a:ext cx="22" cy="14"/>
            </a:xfrm>
            <a:custGeom>
              <a:avLst/>
              <a:ahLst/>
              <a:rect l="0" t="0" r="r" b="b"/>
              <a:pathLst>
                <a:path w="88" h="57">
                  <a:moveTo>
                    <a:pt x="42" y="45"/>
                  </a:moveTo>
                  <a:lnTo>
                    <a:pt x="0" y="34"/>
                  </a:lnTo>
                  <a:lnTo>
                    <a:pt x="4" y="23"/>
                  </a:lnTo>
                  <a:lnTo>
                    <a:pt x="11" y="14"/>
                  </a:lnTo>
                  <a:lnTo>
                    <a:pt x="20" y="7"/>
                  </a:lnTo>
                  <a:lnTo>
                    <a:pt x="31" y="2"/>
                  </a:lnTo>
                  <a:lnTo>
                    <a:pt x="42" y="0"/>
                  </a:lnTo>
                  <a:lnTo>
                    <a:pt x="54" y="2"/>
                  </a:lnTo>
                  <a:lnTo>
                    <a:pt x="64" y="7"/>
                  </a:lnTo>
                  <a:lnTo>
                    <a:pt x="74" y="14"/>
                  </a:lnTo>
                  <a:lnTo>
                    <a:pt x="81" y="23"/>
                  </a:lnTo>
                  <a:lnTo>
                    <a:pt x="85" y="34"/>
                  </a:lnTo>
                  <a:lnTo>
                    <a:pt x="88" y="45"/>
                  </a:lnTo>
                  <a:lnTo>
                    <a:pt x="85" y="57"/>
                  </a:lnTo>
                  <a:lnTo>
                    <a:pt x="4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33" name=""/>
            <p:cNvSpPr/>
            <p:nvPr/>
          </p:nvSpPr>
          <p:spPr>
            <a:xfrm rot="0">
              <a:off x="3927" y="1387"/>
              <a:ext cx="22" cy="14"/>
            </a:xfrm>
            <a:custGeom>
              <a:avLst/>
              <a:ahLst/>
              <a:rect l="0" t="0" r="r" b="b"/>
              <a:pathLst>
                <a:path w="88" h="57">
                  <a:moveTo>
                    <a:pt x="0" y="34"/>
                  </a:moveTo>
                  <a:lnTo>
                    <a:pt x="4" y="23"/>
                  </a:lnTo>
                  <a:lnTo>
                    <a:pt x="11" y="14"/>
                  </a:lnTo>
                  <a:lnTo>
                    <a:pt x="20" y="7"/>
                  </a:lnTo>
                  <a:lnTo>
                    <a:pt x="31" y="2"/>
                  </a:lnTo>
                  <a:lnTo>
                    <a:pt x="42" y="0"/>
                  </a:lnTo>
                  <a:lnTo>
                    <a:pt x="54" y="2"/>
                  </a:lnTo>
                  <a:lnTo>
                    <a:pt x="64" y="7"/>
                  </a:lnTo>
                  <a:lnTo>
                    <a:pt x="74" y="14"/>
                  </a:lnTo>
                  <a:lnTo>
                    <a:pt x="81" y="23"/>
                  </a:lnTo>
                  <a:lnTo>
                    <a:pt x="85" y="34"/>
                  </a:lnTo>
                  <a:lnTo>
                    <a:pt x="88" y="45"/>
                  </a:lnTo>
                  <a:lnTo>
                    <a:pt x="85" y="5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34" name=""/>
            <p:cNvSpPr/>
            <p:nvPr/>
          </p:nvSpPr>
          <p:spPr>
            <a:xfrm rot="0">
              <a:off x="4011" y="1892"/>
              <a:ext cx="16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5" y="26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6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35" name=""/>
            <p:cNvSpPr/>
            <p:nvPr/>
          </p:nvSpPr>
          <p:spPr>
            <a:xfrm rot="0">
              <a:off x="4011" y="1892"/>
              <a:ext cx="16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5" y="26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36" name=""/>
            <p:cNvSpPr/>
            <p:nvPr/>
          </p:nvSpPr>
          <p:spPr>
            <a:xfrm rot="0">
              <a:off x="3826" y="1786"/>
              <a:ext cx="196" cy="125"/>
            </a:xfrm>
            <a:custGeom>
              <a:avLst/>
              <a:ahLst/>
              <a:rect l="0" t="0" r="r" b="b"/>
              <a:pathLst>
                <a:path w="781" h="501">
                  <a:moveTo>
                    <a:pt x="737" y="501"/>
                  </a:moveTo>
                  <a:lnTo>
                    <a:pt x="759" y="463"/>
                  </a:lnTo>
                  <a:lnTo>
                    <a:pt x="781" y="425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7"/>
                  </a:lnTo>
                  <a:lnTo>
                    <a:pt x="737" y="501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37" name=""/>
            <p:cNvSpPr/>
            <p:nvPr/>
          </p:nvSpPr>
          <p:spPr>
            <a:xfrm rot="0">
              <a:off x="3826" y="1786"/>
              <a:ext cx="196" cy="125"/>
            </a:xfrm>
            <a:custGeom>
              <a:avLst/>
              <a:ahLst/>
              <a:rect l="0" t="0" r="r" b="b"/>
              <a:pathLst>
                <a:path w="781" h="501">
                  <a:moveTo>
                    <a:pt x="737" y="501"/>
                  </a:moveTo>
                  <a:lnTo>
                    <a:pt x="759" y="463"/>
                  </a:lnTo>
                  <a:lnTo>
                    <a:pt x="781" y="425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7"/>
                  </a:lnTo>
                  <a:lnTo>
                    <a:pt x="737" y="501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38" name=""/>
            <p:cNvSpPr/>
            <p:nvPr/>
          </p:nvSpPr>
          <p:spPr>
            <a:xfrm rot="0">
              <a:off x="3821" y="1784"/>
              <a:ext cx="16" cy="21"/>
            </a:xfrm>
            <a:custGeom>
              <a:avLst/>
              <a:ahLst/>
              <a:rect l="0" t="0" r="r" b="b"/>
              <a:pathLst>
                <a:path w="66" h="84">
                  <a:moveTo>
                    <a:pt x="44" y="45"/>
                  </a:moveTo>
                  <a:lnTo>
                    <a:pt x="22" y="84"/>
                  </a:lnTo>
                  <a:lnTo>
                    <a:pt x="13" y="77"/>
                  </a:lnTo>
                  <a:lnTo>
                    <a:pt x="6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6" y="3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39" name=""/>
            <p:cNvSpPr/>
            <p:nvPr/>
          </p:nvSpPr>
          <p:spPr>
            <a:xfrm rot="0">
              <a:off x="3821" y="1784"/>
              <a:ext cx="16" cy="21"/>
            </a:xfrm>
            <a:custGeom>
              <a:avLst/>
              <a:ahLst/>
              <a:rect l="0" t="0" r="r" b="b"/>
              <a:pathLst>
                <a:path w="66" h="84">
                  <a:moveTo>
                    <a:pt x="22" y="84"/>
                  </a:moveTo>
                  <a:lnTo>
                    <a:pt x="13" y="77"/>
                  </a:lnTo>
                  <a:lnTo>
                    <a:pt x="6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6" y="3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40" name=""/>
            <p:cNvSpPr/>
            <p:nvPr/>
          </p:nvSpPr>
          <p:spPr>
            <a:xfrm rot="0">
              <a:off x="4327" y="1617"/>
              <a:ext cx="18" cy="19"/>
            </a:xfrm>
            <a:custGeom>
              <a:avLst/>
              <a:ahLst/>
              <a:rect l="0" t="0" r="r" b="b"/>
              <a:pathLst>
                <a:path w="73" h="77">
                  <a:moveTo>
                    <a:pt x="29" y="44"/>
                  </a:moveTo>
                  <a:lnTo>
                    <a:pt x="0" y="10"/>
                  </a:lnTo>
                  <a:lnTo>
                    <a:pt x="9" y="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5" y="7"/>
                  </a:lnTo>
                  <a:lnTo>
                    <a:pt x="63" y="15"/>
                  </a:lnTo>
                  <a:lnTo>
                    <a:pt x="70" y="24"/>
                  </a:lnTo>
                  <a:lnTo>
                    <a:pt x="73" y="35"/>
                  </a:lnTo>
                  <a:lnTo>
                    <a:pt x="73" y="47"/>
                  </a:lnTo>
                  <a:lnTo>
                    <a:pt x="71" y="59"/>
                  </a:lnTo>
                  <a:lnTo>
                    <a:pt x="66" y="69"/>
                  </a:lnTo>
                  <a:lnTo>
                    <a:pt x="58" y="77"/>
                  </a:lnTo>
                  <a:lnTo>
                    <a:pt x="29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41" name=""/>
            <p:cNvSpPr/>
            <p:nvPr/>
          </p:nvSpPr>
          <p:spPr>
            <a:xfrm rot="0">
              <a:off x="4327" y="1617"/>
              <a:ext cx="18" cy="19"/>
            </a:xfrm>
            <a:custGeom>
              <a:avLst/>
              <a:ahLst/>
              <a:rect l="0" t="0" r="r" b="b"/>
              <a:pathLst>
                <a:path w="73" h="77">
                  <a:moveTo>
                    <a:pt x="0" y="10"/>
                  </a:moveTo>
                  <a:lnTo>
                    <a:pt x="9" y="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44" y="2"/>
                  </a:lnTo>
                  <a:lnTo>
                    <a:pt x="55" y="7"/>
                  </a:lnTo>
                  <a:lnTo>
                    <a:pt x="63" y="15"/>
                  </a:lnTo>
                  <a:lnTo>
                    <a:pt x="70" y="24"/>
                  </a:lnTo>
                  <a:lnTo>
                    <a:pt x="73" y="35"/>
                  </a:lnTo>
                  <a:lnTo>
                    <a:pt x="73" y="47"/>
                  </a:lnTo>
                  <a:lnTo>
                    <a:pt x="71" y="59"/>
                  </a:lnTo>
                  <a:lnTo>
                    <a:pt x="66" y="69"/>
                  </a:lnTo>
                  <a:lnTo>
                    <a:pt x="58" y="7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42" name=""/>
            <p:cNvSpPr/>
            <p:nvPr/>
          </p:nvSpPr>
          <p:spPr>
            <a:xfrm rot="0">
              <a:off x="4009" y="1619"/>
              <a:ext cx="332" cy="291"/>
            </a:xfrm>
            <a:custGeom>
              <a:avLst/>
              <a:ahLst/>
              <a:rect l="0" t="0" r="r" b="b"/>
              <a:pathLst>
                <a:path w="1330" h="1162">
                  <a:moveTo>
                    <a:pt x="1330" y="67"/>
                  </a:moveTo>
                  <a:lnTo>
                    <a:pt x="1301" y="34"/>
                  </a:lnTo>
                  <a:lnTo>
                    <a:pt x="1272" y="0"/>
                  </a:lnTo>
                  <a:lnTo>
                    <a:pt x="0" y="1094"/>
                  </a:lnTo>
                  <a:lnTo>
                    <a:pt x="29" y="1128"/>
                  </a:lnTo>
                  <a:lnTo>
                    <a:pt x="58" y="1162"/>
                  </a:lnTo>
                  <a:lnTo>
                    <a:pt x="1330" y="67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43" name=""/>
            <p:cNvSpPr/>
            <p:nvPr/>
          </p:nvSpPr>
          <p:spPr>
            <a:xfrm rot="0">
              <a:off x="4009" y="1619"/>
              <a:ext cx="332" cy="291"/>
            </a:xfrm>
            <a:custGeom>
              <a:avLst/>
              <a:ahLst/>
              <a:rect l="0" t="0" r="r" b="b"/>
              <a:pathLst>
                <a:path w="1330" h="1162">
                  <a:moveTo>
                    <a:pt x="1330" y="67"/>
                  </a:moveTo>
                  <a:lnTo>
                    <a:pt x="1301" y="34"/>
                  </a:lnTo>
                  <a:lnTo>
                    <a:pt x="1272" y="0"/>
                  </a:lnTo>
                  <a:lnTo>
                    <a:pt x="0" y="1094"/>
                  </a:lnTo>
                  <a:lnTo>
                    <a:pt x="29" y="1128"/>
                  </a:lnTo>
                  <a:lnTo>
                    <a:pt x="58" y="1162"/>
                  </a:lnTo>
                  <a:lnTo>
                    <a:pt x="1330" y="6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44" name=""/>
            <p:cNvSpPr/>
            <p:nvPr/>
          </p:nvSpPr>
          <p:spPr>
            <a:xfrm rot="0">
              <a:off x="4005" y="1893"/>
              <a:ext cx="18" cy="19"/>
            </a:xfrm>
            <a:custGeom>
              <a:avLst/>
              <a:ahLst/>
              <a:rect l="0" t="0" r="r" b="b"/>
              <a:pathLst>
                <a:path w="73" h="78">
                  <a:moveTo>
                    <a:pt x="44" y="34"/>
                  </a:moveTo>
                  <a:lnTo>
                    <a:pt x="73" y="68"/>
                  </a:lnTo>
                  <a:lnTo>
                    <a:pt x="64" y="75"/>
                  </a:lnTo>
                  <a:lnTo>
                    <a:pt x="52" y="78"/>
                  </a:lnTo>
                  <a:lnTo>
                    <a:pt x="41" y="78"/>
                  </a:lnTo>
                  <a:lnTo>
                    <a:pt x="29" y="76"/>
                  </a:lnTo>
                  <a:lnTo>
                    <a:pt x="19" y="71"/>
                  </a:lnTo>
                  <a:lnTo>
                    <a:pt x="11" y="63"/>
                  </a:lnTo>
                  <a:lnTo>
                    <a:pt x="4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7" y="9"/>
                  </a:lnTo>
                  <a:lnTo>
                    <a:pt x="15" y="0"/>
                  </a:lnTo>
                  <a:lnTo>
                    <a:pt x="44" y="3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45" name=""/>
            <p:cNvSpPr/>
            <p:nvPr/>
          </p:nvSpPr>
          <p:spPr>
            <a:xfrm rot="0">
              <a:off x="4005" y="1893"/>
              <a:ext cx="18" cy="19"/>
            </a:xfrm>
            <a:custGeom>
              <a:avLst/>
              <a:ahLst/>
              <a:rect l="0" t="0" r="r" b="b"/>
              <a:pathLst>
                <a:path w="73" h="78">
                  <a:moveTo>
                    <a:pt x="73" y="68"/>
                  </a:moveTo>
                  <a:lnTo>
                    <a:pt x="64" y="75"/>
                  </a:lnTo>
                  <a:lnTo>
                    <a:pt x="52" y="78"/>
                  </a:lnTo>
                  <a:lnTo>
                    <a:pt x="41" y="78"/>
                  </a:lnTo>
                  <a:lnTo>
                    <a:pt x="29" y="76"/>
                  </a:lnTo>
                  <a:lnTo>
                    <a:pt x="19" y="71"/>
                  </a:lnTo>
                  <a:lnTo>
                    <a:pt x="11" y="63"/>
                  </a:lnTo>
                  <a:lnTo>
                    <a:pt x="4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7" y="9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46" name=""/>
            <p:cNvSpPr/>
            <p:nvPr/>
          </p:nvSpPr>
          <p:spPr>
            <a:xfrm rot="0">
              <a:off x="4406" y="1663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21" y="38"/>
                  </a:moveTo>
                  <a:lnTo>
                    <a:pt x="43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4" y="26"/>
                  </a:lnTo>
                  <a:lnTo>
                    <a:pt x="67" y="38"/>
                  </a:lnTo>
                  <a:lnTo>
                    <a:pt x="64" y="49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3" y="76"/>
                  </a:lnTo>
                  <a:lnTo>
                    <a:pt x="33" y="81"/>
                  </a:lnTo>
                  <a:lnTo>
                    <a:pt x="21" y="82"/>
                  </a:lnTo>
                  <a:lnTo>
                    <a:pt x="10" y="81"/>
                  </a:lnTo>
                  <a:lnTo>
                    <a:pt x="0" y="76"/>
                  </a:lnTo>
                  <a:lnTo>
                    <a:pt x="21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47" name=""/>
            <p:cNvSpPr/>
            <p:nvPr/>
          </p:nvSpPr>
          <p:spPr>
            <a:xfrm rot="0">
              <a:off x="4406" y="1663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43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4" y="26"/>
                  </a:lnTo>
                  <a:lnTo>
                    <a:pt x="67" y="38"/>
                  </a:lnTo>
                  <a:lnTo>
                    <a:pt x="64" y="49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3" y="76"/>
                  </a:lnTo>
                  <a:lnTo>
                    <a:pt x="33" y="81"/>
                  </a:lnTo>
                  <a:lnTo>
                    <a:pt x="21" y="82"/>
                  </a:lnTo>
                  <a:lnTo>
                    <a:pt x="10" y="81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48" name=""/>
            <p:cNvSpPr/>
            <p:nvPr/>
          </p:nvSpPr>
          <p:spPr>
            <a:xfrm rot="0">
              <a:off x="4329" y="1618"/>
              <a:ext cx="88" cy="64"/>
            </a:xfrm>
            <a:custGeom>
              <a:avLst/>
              <a:ahLst/>
              <a:rect l="0" t="0" r="r" b="b"/>
              <a:pathLst>
                <a:path w="355" h="256">
                  <a:moveTo>
                    <a:pt x="312" y="256"/>
                  </a:moveTo>
                  <a:lnTo>
                    <a:pt x="333" y="218"/>
                  </a:lnTo>
                  <a:lnTo>
                    <a:pt x="355" y="180"/>
                  </a:lnTo>
                  <a:lnTo>
                    <a:pt x="44" y="0"/>
                  </a:lnTo>
                  <a:lnTo>
                    <a:pt x="22" y="39"/>
                  </a:lnTo>
                  <a:lnTo>
                    <a:pt x="0" y="77"/>
                  </a:lnTo>
                  <a:lnTo>
                    <a:pt x="312" y="25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49" name=""/>
            <p:cNvSpPr/>
            <p:nvPr/>
          </p:nvSpPr>
          <p:spPr>
            <a:xfrm rot="0">
              <a:off x="4329" y="1618"/>
              <a:ext cx="88" cy="64"/>
            </a:xfrm>
            <a:custGeom>
              <a:avLst/>
              <a:ahLst/>
              <a:rect l="0" t="0" r="r" b="b"/>
              <a:pathLst>
                <a:path w="355" h="256">
                  <a:moveTo>
                    <a:pt x="312" y="256"/>
                  </a:moveTo>
                  <a:lnTo>
                    <a:pt x="333" y="218"/>
                  </a:lnTo>
                  <a:lnTo>
                    <a:pt x="355" y="180"/>
                  </a:lnTo>
                  <a:lnTo>
                    <a:pt x="44" y="0"/>
                  </a:lnTo>
                  <a:lnTo>
                    <a:pt x="22" y="39"/>
                  </a:lnTo>
                  <a:lnTo>
                    <a:pt x="0" y="77"/>
                  </a:lnTo>
                  <a:lnTo>
                    <a:pt x="312" y="25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50" name=""/>
            <p:cNvSpPr/>
            <p:nvPr/>
          </p:nvSpPr>
          <p:spPr>
            <a:xfrm rot="0">
              <a:off x="4323" y="1616"/>
              <a:ext cx="17" cy="21"/>
            </a:xfrm>
            <a:custGeom>
              <a:avLst/>
              <a:ahLst/>
              <a:rect l="0" t="0" r="r" b="b"/>
              <a:pathLst>
                <a:path w="66" h="84">
                  <a:moveTo>
                    <a:pt x="44" y="46"/>
                  </a:moveTo>
                  <a:lnTo>
                    <a:pt x="22" y="84"/>
                  </a:lnTo>
                  <a:lnTo>
                    <a:pt x="13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3"/>
                  </a:lnTo>
                  <a:lnTo>
                    <a:pt x="44" y="0"/>
                  </a:lnTo>
                  <a:lnTo>
                    <a:pt x="56" y="3"/>
                  </a:lnTo>
                  <a:lnTo>
                    <a:pt x="66" y="7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51" name=""/>
            <p:cNvSpPr/>
            <p:nvPr/>
          </p:nvSpPr>
          <p:spPr>
            <a:xfrm rot="0">
              <a:off x="4323" y="1616"/>
              <a:ext cx="17" cy="21"/>
            </a:xfrm>
            <a:custGeom>
              <a:avLst/>
              <a:ahLst/>
              <a:rect l="0" t="0" r="r" b="b"/>
              <a:pathLst>
                <a:path w="66" h="84">
                  <a:moveTo>
                    <a:pt x="22" y="84"/>
                  </a:moveTo>
                  <a:lnTo>
                    <a:pt x="13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3"/>
                  </a:lnTo>
                  <a:lnTo>
                    <a:pt x="44" y="0"/>
                  </a:lnTo>
                  <a:lnTo>
                    <a:pt x="56" y="3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52" name=""/>
            <p:cNvSpPr/>
            <p:nvPr/>
          </p:nvSpPr>
          <p:spPr>
            <a:xfrm rot="0">
              <a:off x="4124" y="2110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7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53" name=""/>
            <p:cNvSpPr/>
            <p:nvPr/>
          </p:nvSpPr>
          <p:spPr>
            <a:xfrm rot="0">
              <a:off x="4124" y="2110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54" name=""/>
            <p:cNvSpPr/>
            <p:nvPr/>
          </p:nvSpPr>
          <p:spPr>
            <a:xfrm rot="0">
              <a:off x="3572" y="1791"/>
              <a:ext cx="563" cy="338"/>
            </a:xfrm>
            <a:custGeom>
              <a:avLst/>
              <a:ahLst/>
              <a:rect l="0" t="0" r="r" b="b"/>
              <a:pathLst>
                <a:path w="2253" h="1353">
                  <a:moveTo>
                    <a:pt x="2209" y="1353"/>
                  </a:moveTo>
                  <a:lnTo>
                    <a:pt x="2231" y="1314"/>
                  </a:lnTo>
                  <a:lnTo>
                    <a:pt x="2253" y="1276"/>
                  </a:lnTo>
                  <a:lnTo>
                    <a:pt x="43" y="0"/>
                  </a:lnTo>
                  <a:lnTo>
                    <a:pt x="21" y="38"/>
                  </a:lnTo>
                  <a:lnTo>
                    <a:pt x="0" y="76"/>
                  </a:lnTo>
                  <a:lnTo>
                    <a:pt x="2209" y="1353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55" name=""/>
            <p:cNvSpPr/>
            <p:nvPr/>
          </p:nvSpPr>
          <p:spPr>
            <a:xfrm rot="0">
              <a:off x="3572" y="1791"/>
              <a:ext cx="563" cy="338"/>
            </a:xfrm>
            <a:custGeom>
              <a:avLst/>
              <a:ahLst/>
              <a:rect l="0" t="0" r="r" b="b"/>
              <a:pathLst>
                <a:path w="2253" h="1353">
                  <a:moveTo>
                    <a:pt x="2209" y="1353"/>
                  </a:moveTo>
                  <a:lnTo>
                    <a:pt x="2231" y="1314"/>
                  </a:lnTo>
                  <a:lnTo>
                    <a:pt x="2253" y="1276"/>
                  </a:lnTo>
                  <a:lnTo>
                    <a:pt x="43" y="0"/>
                  </a:lnTo>
                  <a:lnTo>
                    <a:pt x="21" y="38"/>
                  </a:lnTo>
                  <a:lnTo>
                    <a:pt x="0" y="76"/>
                  </a:lnTo>
                  <a:lnTo>
                    <a:pt x="2209" y="135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56" name=""/>
            <p:cNvSpPr/>
            <p:nvPr/>
          </p:nvSpPr>
          <p:spPr>
            <a:xfrm rot="0">
              <a:off x="3566" y="1789"/>
              <a:ext cx="17" cy="21"/>
            </a:xfrm>
            <a:custGeom>
              <a:avLst/>
              <a:ahLst/>
              <a:rect l="0" t="0" r="r" b="b"/>
              <a:pathLst>
                <a:path w="65" h="83">
                  <a:moveTo>
                    <a:pt x="43" y="45"/>
                  </a:moveTo>
                  <a:lnTo>
                    <a:pt x="22" y="83"/>
                  </a:lnTo>
                  <a:lnTo>
                    <a:pt x="12" y="76"/>
                  </a:lnTo>
                  <a:lnTo>
                    <a:pt x="5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3" y="0"/>
                  </a:lnTo>
                  <a:lnTo>
                    <a:pt x="55" y="2"/>
                  </a:lnTo>
                  <a:lnTo>
                    <a:pt x="65" y="7"/>
                  </a:lnTo>
                  <a:lnTo>
                    <a:pt x="43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57" name=""/>
            <p:cNvSpPr/>
            <p:nvPr/>
          </p:nvSpPr>
          <p:spPr>
            <a:xfrm rot="0">
              <a:off x="3566" y="1789"/>
              <a:ext cx="17" cy="21"/>
            </a:xfrm>
            <a:custGeom>
              <a:avLst/>
              <a:ahLst/>
              <a:rect l="0" t="0" r="r" b="b"/>
              <a:pathLst>
                <a:path w="65" h="83">
                  <a:moveTo>
                    <a:pt x="22" y="83"/>
                  </a:moveTo>
                  <a:lnTo>
                    <a:pt x="12" y="76"/>
                  </a:lnTo>
                  <a:lnTo>
                    <a:pt x="5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3" y="0"/>
                  </a:lnTo>
                  <a:lnTo>
                    <a:pt x="55" y="2"/>
                  </a:lnTo>
                  <a:lnTo>
                    <a:pt x="65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58" name=""/>
            <p:cNvSpPr/>
            <p:nvPr/>
          </p:nvSpPr>
          <p:spPr>
            <a:xfrm rot="0">
              <a:off x="3412" y="2127"/>
              <a:ext cx="16" cy="20"/>
            </a:xfrm>
            <a:custGeom>
              <a:avLst/>
              <a:ahLst/>
              <a:rect l="0" t="0" r="r" b="b"/>
              <a:pathLst>
                <a:path w="66" h="84">
                  <a:moveTo>
                    <a:pt x="44" y="45"/>
                  </a:moveTo>
                  <a:lnTo>
                    <a:pt x="22" y="84"/>
                  </a:lnTo>
                  <a:lnTo>
                    <a:pt x="13" y="77"/>
                  </a:lnTo>
                  <a:lnTo>
                    <a:pt x="6" y="67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3"/>
                  </a:lnTo>
                  <a:lnTo>
                    <a:pt x="44" y="0"/>
                  </a:lnTo>
                  <a:lnTo>
                    <a:pt x="56" y="3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59" name=""/>
            <p:cNvSpPr/>
            <p:nvPr/>
          </p:nvSpPr>
          <p:spPr>
            <a:xfrm rot="0">
              <a:off x="3412" y="2127"/>
              <a:ext cx="16" cy="20"/>
            </a:xfrm>
            <a:custGeom>
              <a:avLst/>
              <a:ahLst/>
              <a:rect l="0" t="0" r="r" b="b"/>
              <a:pathLst>
                <a:path w="66" h="84">
                  <a:moveTo>
                    <a:pt x="22" y="84"/>
                  </a:moveTo>
                  <a:lnTo>
                    <a:pt x="13" y="77"/>
                  </a:lnTo>
                  <a:lnTo>
                    <a:pt x="6" y="67"/>
                  </a:lnTo>
                  <a:lnTo>
                    <a:pt x="2" y="57"/>
                  </a:lnTo>
                  <a:lnTo>
                    <a:pt x="0" y="45"/>
                  </a:lnTo>
                  <a:lnTo>
                    <a:pt x="2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3"/>
                  </a:lnTo>
                  <a:lnTo>
                    <a:pt x="44" y="0"/>
                  </a:lnTo>
                  <a:lnTo>
                    <a:pt x="56" y="3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60" name=""/>
            <p:cNvSpPr/>
            <p:nvPr/>
          </p:nvSpPr>
          <p:spPr>
            <a:xfrm rot="0">
              <a:off x="3417" y="2128"/>
              <a:ext cx="563" cy="338"/>
            </a:xfrm>
            <a:custGeom>
              <a:avLst/>
              <a:ahLst/>
              <a:rect l="0" t="0" r="r" b="b"/>
              <a:pathLst>
                <a:path w="2254" h="1352">
                  <a:moveTo>
                    <a:pt x="44" y="0"/>
                  </a:moveTo>
                  <a:lnTo>
                    <a:pt x="22" y="38"/>
                  </a:lnTo>
                  <a:lnTo>
                    <a:pt x="0" y="77"/>
                  </a:lnTo>
                  <a:lnTo>
                    <a:pt x="2210" y="1352"/>
                  </a:lnTo>
                  <a:lnTo>
                    <a:pt x="2232" y="1313"/>
                  </a:lnTo>
                  <a:lnTo>
                    <a:pt x="2254" y="1275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61" name=""/>
            <p:cNvSpPr/>
            <p:nvPr/>
          </p:nvSpPr>
          <p:spPr>
            <a:xfrm rot="0">
              <a:off x="3417" y="2128"/>
              <a:ext cx="563" cy="338"/>
            </a:xfrm>
            <a:custGeom>
              <a:avLst/>
              <a:ahLst/>
              <a:rect l="0" t="0" r="r" b="b"/>
              <a:pathLst>
                <a:path w="2254" h="1352">
                  <a:moveTo>
                    <a:pt x="44" y="0"/>
                  </a:moveTo>
                  <a:lnTo>
                    <a:pt x="22" y="38"/>
                  </a:lnTo>
                  <a:lnTo>
                    <a:pt x="0" y="77"/>
                  </a:lnTo>
                  <a:lnTo>
                    <a:pt x="2210" y="1352"/>
                  </a:lnTo>
                  <a:lnTo>
                    <a:pt x="2232" y="1313"/>
                  </a:lnTo>
                  <a:lnTo>
                    <a:pt x="2254" y="1275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62" name=""/>
            <p:cNvSpPr/>
            <p:nvPr/>
          </p:nvSpPr>
          <p:spPr>
            <a:xfrm rot="0">
              <a:off x="3969" y="2447"/>
              <a:ext cx="17" cy="21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7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63" name=""/>
            <p:cNvSpPr/>
            <p:nvPr/>
          </p:nvSpPr>
          <p:spPr>
            <a:xfrm rot="0">
              <a:off x="3969" y="2447"/>
              <a:ext cx="17" cy="21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64" name=""/>
            <p:cNvSpPr/>
            <p:nvPr/>
          </p:nvSpPr>
          <p:spPr>
            <a:xfrm rot="0">
              <a:off x="3412" y="1878"/>
              <a:ext cx="22" cy="12"/>
            </a:xfrm>
            <a:custGeom>
              <a:avLst/>
              <a:ahLst/>
              <a:rect l="0" t="0" r="r" b="b"/>
              <a:pathLst>
                <a:path w="90" h="45">
                  <a:moveTo>
                    <a:pt x="44" y="45"/>
                  </a:moveTo>
                  <a:lnTo>
                    <a:pt x="0" y="45"/>
                  </a:lnTo>
                  <a:lnTo>
                    <a:pt x="2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76" y="14"/>
                  </a:lnTo>
                  <a:lnTo>
                    <a:pt x="83" y="23"/>
                  </a:lnTo>
                  <a:lnTo>
                    <a:pt x="87" y="33"/>
                  </a:lnTo>
                  <a:lnTo>
                    <a:pt x="90" y="45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65" name=""/>
            <p:cNvSpPr/>
            <p:nvPr/>
          </p:nvSpPr>
          <p:spPr>
            <a:xfrm rot="0">
              <a:off x="3412" y="1878"/>
              <a:ext cx="22" cy="12"/>
            </a:xfrm>
            <a:custGeom>
              <a:avLst/>
              <a:ahLst/>
              <a:rect l="0" t="0" r="r" b="b"/>
              <a:pathLst>
                <a:path w="90" h="45">
                  <a:moveTo>
                    <a:pt x="0" y="45"/>
                  </a:moveTo>
                  <a:lnTo>
                    <a:pt x="2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76" y="14"/>
                  </a:lnTo>
                  <a:lnTo>
                    <a:pt x="83" y="23"/>
                  </a:lnTo>
                  <a:lnTo>
                    <a:pt x="87" y="33"/>
                  </a:lnTo>
                  <a:lnTo>
                    <a:pt x="90" y="4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66" name=""/>
            <p:cNvSpPr/>
            <p:nvPr/>
          </p:nvSpPr>
          <p:spPr>
            <a:xfrm rot="0">
              <a:off x="3412" y="1890"/>
              <a:ext cx="22" cy="248"/>
            </a:xfrm>
            <a:custGeom>
              <a:avLst/>
              <a:ahLst/>
              <a:rect l="0" t="0" r="r" b="b"/>
              <a:pathLst>
                <a:path w="90" h="992">
                  <a:moveTo>
                    <a:pt x="90" y="0"/>
                  </a:moveTo>
                  <a:lnTo>
                    <a:pt x="44" y="0"/>
                  </a:lnTo>
                  <a:lnTo>
                    <a:pt x="0" y="0"/>
                  </a:lnTo>
                  <a:lnTo>
                    <a:pt x="0" y="992"/>
                  </a:lnTo>
                  <a:lnTo>
                    <a:pt x="44" y="992"/>
                  </a:lnTo>
                  <a:lnTo>
                    <a:pt x="90" y="992"/>
                  </a:lnTo>
                  <a:lnTo>
                    <a:pt x="90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67" name=""/>
            <p:cNvSpPr/>
            <p:nvPr/>
          </p:nvSpPr>
          <p:spPr>
            <a:xfrm rot="0">
              <a:off x="3412" y="1890"/>
              <a:ext cx="22" cy="248"/>
            </a:xfrm>
            <a:custGeom>
              <a:avLst/>
              <a:ahLst/>
              <a:rect l="0" t="0" r="r" b="b"/>
              <a:pathLst>
                <a:path w="90" h="992">
                  <a:moveTo>
                    <a:pt x="90" y="0"/>
                  </a:moveTo>
                  <a:lnTo>
                    <a:pt x="44" y="0"/>
                  </a:lnTo>
                  <a:lnTo>
                    <a:pt x="0" y="0"/>
                  </a:lnTo>
                  <a:lnTo>
                    <a:pt x="0" y="992"/>
                  </a:lnTo>
                  <a:lnTo>
                    <a:pt x="44" y="992"/>
                  </a:lnTo>
                  <a:lnTo>
                    <a:pt x="90" y="992"/>
                  </a:lnTo>
                  <a:lnTo>
                    <a:pt x="9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68" name=""/>
            <p:cNvSpPr/>
            <p:nvPr/>
          </p:nvSpPr>
          <p:spPr>
            <a:xfrm rot="0">
              <a:off x="3412" y="2138"/>
              <a:ext cx="22" cy="11"/>
            </a:xfrm>
            <a:custGeom>
              <a:avLst/>
              <a:ahLst/>
              <a:rect l="0" t="0" r="r" b="b"/>
              <a:pathLst>
                <a:path w="90" h="44">
                  <a:moveTo>
                    <a:pt x="44" y="0"/>
                  </a:moveTo>
                  <a:lnTo>
                    <a:pt x="90" y="0"/>
                  </a:lnTo>
                  <a:lnTo>
                    <a:pt x="87" y="12"/>
                  </a:lnTo>
                  <a:lnTo>
                    <a:pt x="83" y="22"/>
                  </a:lnTo>
                  <a:lnTo>
                    <a:pt x="76" y="32"/>
                  </a:lnTo>
                  <a:lnTo>
                    <a:pt x="66" y="39"/>
                  </a:lnTo>
                  <a:lnTo>
                    <a:pt x="56" y="43"/>
                  </a:lnTo>
                  <a:lnTo>
                    <a:pt x="44" y="44"/>
                  </a:lnTo>
                  <a:lnTo>
                    <a:pt x="33" y="43"/>
                  </a:lnTo>
                  <a:lnTo>
                    <a:pt x="22" y="39"/>
                  </a:lnTo>
                  <a:lnTo>
                    <a:pt x="13" y="32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69" name=""/>
            <p:cNvSpPr/>
            <p:nvPr/>
          </p:nvSpPr>
          <p:spPr>
            <a:xfrm rot="0">
              <a:off x="3412" y="2138"/>
              <a:ext cx="22" cy="11"/>
            </a:xfrm>
            <a:custGeom>
              <a:avLst/>
              <a:ahLst/>
              <a:rect l="0" t="0" r="r" b="b"/>
              <a:pathLst>
                <a:path w="90" h="44">
                  <a:moveTo>
                    <a:pt x="90" y="0"/>
                  </a:moveTo>
                  <a:lnTo>
                    <a:pt x="87" y="12"/>
                  </a:lnTo>
                  <a:lnTo>
                    <a:pt x="83" y="22"/>
                  </a:lnTo>
                  <a:lnTo>
                    <a:pt x="76" y="32"/>
                  </a:lnTo>
                  <a:lnTo>
                    <a:pt x="66" y="39"/>
                  </a:lnTo>
                  <a:lnTo>
                    <a:pt x="56" y="43"/>
                  </a:lnTo>
                  <a:lnTo>
                    <a:pt x="44" y="44"/>
                  </a:lnTo>
                  <a:lnTo>
                    <a:pt x="33" y="43"/>
                  </a:lnTo>
                  <a:lnTo>
                    <a:pt x="22" y="39"/>
                  </a:lnTo>
                  <a:lnTo>
                    <a:pt x="13" y="32"/>
                  </a:lnTo>
                  <a:lnTo>
                    <a:pt x="6" y="22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70" name=""/>
            <p:cNvSpPr/>
            <p:nvPr/>
          </p:nvSpPr>
          <p:spPr>
            <a:xfrm rot="0">
              <a:off x="3969" y="2199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6"/>
                  </a:lnTo>
                  <a:lnTo>
                    <a:pt x="60" y="16"/>
                  </a:lnTo>
                  <a:lnTo>
                    <a:pt x="65" y="26"/>
                  </a:lnTo>
                  <a:lnTo>
                    <a:pt x="67" y="38"/>
                  </a:lnTo>
                  <a:lnTo>
                    <a:pt x="65" y="49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6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71" name=""/>
            <p:cNvSpPr/>
            <p:nvPr/>
          </p:nvSpPr>
          <p:spPr>
            <a:xfrm rot="0">
              <a:off x="3969" y="2199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6"/>
                  </a:lnTo>
                  <a:lnTo>
                    <a:pt x="60" y="16"/>
                  </a:lnTo>
                  <a:lnTo>
                    <a:pt x="65" y="26"/>
                  </a:lnTo>
                  <a:lnTo>
                    <a:pt x="67" y="38"/>
                  </a:lnTo>
                  <a:lnTo>
                    <a:pt x="65" y="49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72" name=""/>
            <p:cNvSpPr/>
            <p:nvPr/>
          </p:nvSpPr>
          <p:spPr>
            <a:xfrm rot="0">
              <a:off x="3417" y="1880"/>
              <a:ext cx="563" cy="338"/>
            </a:xfrm>
            <a:custGeom>
              <a:avLst/>
              <a:ahLst/>
              <a:rect l="0" t="0" r="r" b="b"/>
              <a:pathLst>
                <a:path w="2254" h="1351">
                  <a:moveTo>
                    <a:pt x="2210" y="1351"/>
                  </a:moveTo>
                  <a:lnTo>
                    <a:pt x="2232" y="1313"/>
                  </a:lnTo>
                  <a:lnTo>
                    <a:pt x="2254" y="1275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2210" y="1351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73" name=""/>
            <p:cNvSpPr/>
            <p:nvPr/>
          </p:nvSpPr>
          <p:spPr>
            <a:xfrm rot="0">
              <a:off x="3417" y="1880"/>
              <a:ext cx="563" cy="338"/>
            </a:xfrm>
            <a:custGeom>
              <a:avLst/>
              <a:ahLst/>
              <a:rect l="0" t="0" r="r" b="b"/>
              <a:pathLst>
                <a:path w="2254" h="1351">
                  <a:moveTo>
                    <a:pt x="2210" y="1351"/>
                  </a:moveTo>
                  <a:lnTo>
                    <a:pt x="2232" y="1313"/>
                  </a:lnTo>
                  <a:lnTo>
                    <a:pt x="2254" y="1275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2210" y="1351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74" name=""/>
            <p:cNvSpPr/>
            <p:nvPr/>
          </p:nvSpPr>
          <p:spPr>
            <a:xfrm rot="0">
              <a:off x="3412" y="1878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44" y="45"/>
                  </a:moveTo>
                  <a:lnTo>
                    <a:pt x="22" y="83"/>
                  </a:lnTo>
                  <a:lnTo>
                    <a:pt x="13" y="76"/>
                  </a:lnTo>
                  <a:lnTo>
                    <a:pt x="6" y="67"/>
                  </a:lnTo>
                  <a:lnTo>
                    <a:pt x="2" y="56"/>
                  </a:lnTo>
                  <a:lnTo>
                    <a:pt x="0" y="45"/>
                  </a:lnTo>
                  <a:lnTo>
                    <a:pt x="2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75" name=""/>
            <p:cNvSpPr/>
            <p:nvPr/>
          </p:nvSpPr>
          <p:spPr>
            <a:xfrm rot="0">
              <a:off x="3412" y="1878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22" y="83"/>
                  </a:moveTo>
                  <a:lnTo>
                    <a:pt x="13" y="76"/>
                  </a:lnTo>
                  <a:lnTo>
                    <a:pt x="6" y="67"/>
                  </a:lnTo>
                  <a:lnTo>
                    <a:pt x="2" y="56"/>
                  </a:lnTo>
                  <a:lnTo>
                    <a:pt x="0" y="45"/>
                  </a:lnTo>
                  <a:lnTo>
                    <a:pt x="2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76" name=""/>
            <p:cNvSpPr/>
            <p:nvPr/>
          </p:nvSpPr>
          <p:spPr>
            <a:xfrm rot="0">
              <a:off x="3572" y="1789"/>
              <a:ext cx="16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21" y="45"/>
                  </a:moveTo>
                  <a:lnTo>
                    <a:pt x="0" y="7"/>
                  </a:lnTo>
                  <a:lnTo>
                    <a:pt x="10" y="2"/>
                  </a:lnTo>
                  <a:lnTo>
                    <a:pt x="21" y="0"/>
                  </a:lnTo>
                  <a:lnTo>
                    <a:pt x="33" y="2"/>
                  </a:lnTo>
                  <a:lnTo>
                    <a:pt x="43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4" y="34"/>
                  </a:lnTo>
                  <a:lnTo>
                    <a:pt x="67" y="45"/>
                  </a:lnTo>
                  <a:lnTo>
                    <a:pt x="64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3" y="83"/>
                  </a:lnTo>
                  <a:lnTo>
                    <a:pt x="21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77" name=""/>
            <p:cNvSpPr/>
            <p:nvPr/>
          </p:nvSpPr>
          <p:spPr>
            <a:xfrm rot="0">
              <a:off x="3572" y="1789"/>
              <a:ext cx="16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0" y="7"/>
                  </a:moveTo>
                  <a:lnTo>
                    <a:pt x="10" y="2"/>
                  </a:lnTo>
                  <a:lnTo>
                    <a:pt x="21" y="0"/>
                  </a:lnTo>
                  <a:lnTo>
                    <a:pt x="33" y="2"/>
                  </a:lnTo>
                  <a:lnTo>
                    <a:pt x="43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4" y="34"/>
                  </a:lnTo>
                  <a:lnTo>
                    <a:pt x="67" y="45"/>
                  </a:lnTo>
                  <a:lnTo>
                    <a:pt x="64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3" y="8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78" name=""/>
            <p:cNvSpPr/>
            <p:nvPr/>
          </p:nvSpPr>
          <p:spPr>
            <a:xfrm rot="0">
              <a:off x="3417" y="1791"/>
              <a:ext cx="166" cy="108"/>
            </a:xfrm>
            <a:custGeom>
              <a:avLst/>
              <a:ahLst/>
              <a:rect l="0" t="0" r="r" b="b"/>
              <a:pathLst>
                <a:path w="662" h="434">
                  <a:moveTo>
                    <a:pt x="662" y="76"/>
                  </a:moveTo>
                  <a:lnTo>
                    <a:pt x="640" y="38"/>
                  </a:lnTo>
                  <a:lnTo>
                    <a:pt x="619" y="0"/>
                  </a:lnTo>
                  <a:lnTo>
                    <a:pt x="0" y="358"/>
                  </a:lnTo>
                  <a:lnTo>
                    <a:pt x="22" y="396"/>
                  </a:lnTo>
                  <a:lnTo>
                    <a:pt x="44" y="434"/>
                  </a:lnTo>
                  <a:lnTo>
                    <a:pt x="662" y="7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79" name=""/>
            <p:cNvSpPr/>
            <p:nvPr/>
          </p:nvSpPr>
          <p:spPr>
            <a:xfrm rot="0">
              <a:off x="3417" y="1791"/>
              <a:ext cx="166" cy="108"/>
            </a:xfrm>
            <a:custGeom>
              <a:avLst/>
              <a:ahLst/>
              <a:rect l="0" t="0" r="r" b="b"/>
              <a:pathLst>
                <a:path w="662" h="434">
                  <a:moveTo>
                    <a:pt x="662" y="76"/>
                  </a:moveTo>
                  <a:lnTo>
                    <a:pt x="640" y="38"/>
                  </a:lnTo>
                  <a:lnTo>
                    <a:pt x="619" y="0"/>
                  </a:lnTo>
                  <a:lnTo>
                    <a:pt x="0" y="358"/>
                  </a:lnTo>
                  <a:lnTo>
                    <a:pt x="22" y="396"/>
                  </a:lnTo>
                  <a:lnTo>
                    <a:pt x="44" y="434"/>
                  </a:lnTo>
                  <a:lnTo>
                    <a:pt x="662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80" name=""/>
            <p:cNvSpPr/>
            <p:nvPr/>
          </p:nvSpPr>
          <p:spPr>
            <a:xfrm rot="0">
              <a:off x="3412" y="1880"/>
              <a:ext cx="16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8"/>
                  </a:moveTo>
                  <a:lnTo>
                    <a:pt x="66" y="76"/>
                  </a:ln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2" y="49"/>
                  </a:lnTo>
                  <a:lnTo>
                    <a:pt x="0" y="38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  <a:lnTo>
                    <a:pt x="44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81" name=""/>
            <p:cNvSpPr/>
            <p:nvPr/>
          </p:nvSpPr>
          <p:spPr>
            <a:xfrm rot="0">
              <a:off x="3412" y="1880"/>
              <a:ext cx="16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6"/>
                  </a:move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2" y="49"/>
                  </a:lnTo>
                  <a:lnTo>
                    <a:pt x="0" y="38"/>
                  </a:lnTo>
                  <a:lnTo>
                    <a:pt x="2" y="26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82" name=""/>
            <p:cNvSpPr/>
            <p:nvPr/>
          </p:nvSpPr>
          <p:spPr>
            <a:xfrm rot="0">
              <a:off x="4706" y="1490"/>
              <a:ext cx="16" cy="21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6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83" name=""/>
            <p:cNvSpPr/>
            <p:nvPr/>
          </p:nvSpPr>
          <p:spPr>
            <a:xfrm rot="0">
              <a:off x="4706" y="1490"/>
              <a:ext cx="16" cy="21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84" name=""/>
            <p:cNvSpPr/>
            <p:nvPr/>
          </p:nvSpPr>
          <p:spPr>
            <a:xfrm rot="0">
              <a:off x="4153" y="1171"/>
              <a:ext cx="564" cy="338"/>
            </a:xfrm>
            <a:custGeom>
              <a:avLst/>
              <a:ahLst/>
              <a:rect l="0" t="0" r="r" b="b"/>
              <a:pathLst>
                <a:path w="2252" h="1352">
                  <a:moveTo>
                    <a:pt x="2208" y="1352"/>
                  </a:moveTo>
                  <a:lnTo>
                    <a:pt x="2230" y="1314"/>
                  </a:lnTo>
                  <a:lnTo>
                    <a:pt x="2252" y="1276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2208" y="1352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85" name=""/>
            <p:cNvSpPr/>
            <p:nvPr/>
          </p:nvSpPr>
          <p:spPr>
            <a:xfrm rot="0">
              <a:off x="4153" y="1171"/>
              <a:ext cx="564" cy="338"/>
            </a:xfrm>
            <a:custGeom>
              <a:avLst/>
              <a:ahLst/>
              <a:rect l="0" t="0" r="r" b="b"/>
              <a:pathLst>
                <a:path w="2252" h="1352">
                  <a:moveTo>
                    <a:pt x="2208" y="1352"/>
                  </a:moveTo>
                  <a:lnTo>
                    <a:pt x="2230" y="1314"/>
                  </a:lnTo>
                  <a:lnTo>
                    <a:pt x="2252" y="1276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2208" y="1352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86" name=""/>
            <p:cNvSpPr/>
            <p:nvPr/>
          </p:nvSpPr>
          <p:spPr>
            <a:xfrm rot="0">
              <a:off x="4148" y="1169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44" y="45"/>
                  </a:moveTo>
                  <a:lnTo>
                    <a:pt x="22" y="83"/>
                  </a:lnTo>
                  <a:lnTo>
                    <a:pt x="13" y="76"/>
                  </a:lnTo>
                  <a:lnTo>
                    <a:pt x="6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87" name=""/>
            <p:cNvSpPr/>
            <p:nvPr/>
          </p:nvSpPr>
          <p:spPr>
            <a:xfrm rot="0">
              <a:off x="4148" y="1169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22" y="83"/>
                  </a:moveTo>
                  <a:lnTo>
                    <a:pt x="13" y="76"/>
                  </a:lnTo>
                  <a:lnTo>
                    <a:pt x="6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88" name=""/>
            <p:cNvSpPr/>
            <p:nvPr/>
          </p:nvSpPr>
          <p:spPr>
            <a:xfrm rot="0">
              <a:off x="4444" y="1552"/>
              <a:ext cx="16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7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89" name=""/>
            <p:cNvSpPr/>
            <p:nvPr/>
          </p:nvSpPr>
          <p:spPr>
            <a:xfrm rot="0">
              <a:off x="4444" y="1552"/>
              <a:ext cx="16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3" y="81"/>
                  </a:lnTo>
                  <a:lnTo>
                    <a:pt x="22" y="82"/>
                  </a:lnTo>
                  <a:lnTo>
                    <a:pt x="10" y="81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90" name=""/>
            <p:cNvSpPr/>
            <p:nvPr/>
          </p:nvSpPr>
          <p:spPr>
            <a:xfrm rot="0">
              <a:off x="4047" y="1322"/>
              <a:ext cx="408" cy="249"/>
            </a:xfrm>
            <a:custGeom>
              <a:avLst/>
              <a:ahLst/>
              <a:rect l="0" t="0" r="r" b="b"/>
              <a:pathLst>
                <a:path w="1630" h="993">
                  <a:moveTo>
                    <a:pt x="1586" y="993"/>
                  </a:moveTo>
                  <a:lnTo>
                    <a:pt x="1608" y="954"/>
                  </a:lnTo>
                  <a:lnTo>
                    <a:pt x="1630" y="916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1586" y="993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91" name=""/>
            <p:cNvSpPr/>
            <p:nvPr/>
          </p:nvSpPr>
          <p:spPr>
            <a:xfrm rot="0">
              <a:off x="4047" y="1322"/>
              <a:ext cx="408" cy="249"/>
            </a:xfrm>
            <a:custGeom>
              <a:avLst/>
              <a:ahLst/>
              <a:rect l="0" t="0" r="r" b="b"/>
              <a:pathLst>
                <a:path w="1630" h="993">
                  <a:moveTo>
                    <a:pt x="1586" y="993"/>
                  </a:moveTo>
                  <a:lnTo>
                    <a:pt x="1608" y="954"/>
                  </a:lnTo>
                  <a:lnTo>
                    <a:pt x="1630" y="916"/>
                  </a:lnTo>
                  <a:lnTo>
                    <a:pt x="44" y="0"/>
                  </a:lnTo>
                  <a:lnTo>
                    <a:pt x="22" y="38"/>
                  </a:lnTo>
                  <a:lnTo>
                    <a:pt x="0" y="76"/>
                  </a:lnTo>
                  <a:lnTo>
                    <a:pt x="1586" y="99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92" name=""/>
            <p:cNvSpPr/>
            <p:nvPr/>
          </p:nvSpPr>
          <p:spPr>
            <a:xfrm rot="0">
              <a:off x="4042" y="1321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44" y="45"/>
                  </a:moveTo>
                  <a:lnTo>
                    <a:pt x="22" y="83"/>
                  </a:lnTo>
                  <a:lnTo>
                    <a:pt x="13" y="76"/>
                  </a:lnTo>
                  <a:lnTo>
                    <a:pt x="6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93" name=""/>
            <p:cNvSpPr/>
            <p:nvPr/>
          </p:nvSpPr>
          <p:spPr>
            <a:xfrm rot="0">
              <a:off x="4042" y="1321"/>
              <a:ext cx="16" cy="21"/>
            </a:xfrm>
            <a:custGeom>
              <a:avLst/>
              <a:ahLst/>
              <a:rect l="0" t="0" r="r" b="b"/>
              <a:pathLst>
                <a:path w="66" h="83">
                  <a:moveTo>
                    <a:pt x="22" y="83"/>
                  </a:moveTo>
                  <a:lnTo>
                    <a:pt x="13" y="76"/>
                  </a:lnTo>
                  <a:lnTo>
                    <a:pt x="6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94" name=""/>
            <p:cNvSpPr/>
            <p:nvPr/>
          </p:nvSpPr>
          <p:spPr>
            <a:xfrm rot="0">
              <a:off x="4047" y="1321"/>
              <a:ext cx="17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22" y="45"/>
                  </a:moveTo>
                  <a:lnTo>
                    <a:pt x="0" y="7"/>
                  </a:lnTo>
                  <a:lnTo>
                    <a:pt x="11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95" name=""/>
            <p:cNvSpPr/>
            <p:nvPr/>
          </p:nvSpPr>
          <p:spPr>
            <a:xfrm rot="0">
              <a:off x="4047" y="1321"/>
              <a:ext cx="17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0" y="7"/>
                  </a:moveTo>
                  <a:lnTo>
                    <a:pt x="11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96" name=""/>
            <p:cNvSpPr/>
            <p:nvPr/>
          </p:nvSpPr>
          <p:spPr>
            <a:xfrm rot="0">
              <a:off x="3932" y="1322"/>
              <a:ext cx="126" cy="86"/>
            </a:xfrm>
            <a:custGeom>
              <a:avLst/>
              <a:ahLst/>
              <a:rect l="0" t="0" r="r" b="b"/>
              <a:pathLst>
                <a:path w="506" h="342">
                  <a:moveTo>
                    <a:pt x="506" y="76"/>
                  </a:moveTo>
                  <a:lnTo>
                    <a:pt x="484" y="38"/>
                  </a:lnTo>
                  <a:lnTo>
                    <a:pt x="462" y="0"/>
                  </a:lnTo>
                  <a:lnTo>
                    <a:pt x="0" y="266"/>
                  </a:lnTo>
                  <a:lnTo>
                    <a:pt x="22" y="304"/>
                  </a:lnTo>
                  <a:lnTo>
                    <a:pt x="44" y="342"/>
                  </a:lnTo>
                  <a:lnTo>
                    <a:pt x="506" y="7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97" name=""/>
            <p:cNvSpPr/>
            <p:nvPr/>
          </p:nvSpPr>
          <p:spPr>
            <a:xfrm rot="0">
              <a:off x="3932" y="1322"/>
              <a:ext cx="126" cy="86"/>
            </a:xfrm>
            <a:custGeom>
              <a:avLst/>
              <a:ahLst/>
              <a:rect l="0" t="0" r="r" b="b"/>
              <a:pathLst>
                <a:path w="506" h="342">
                  <a:moveTo>
                    <a:pt x="506" y="76"/>
                  </a:moveTo>
                  <a:lnTo>
                    <a:pt x="484" y="38"/>
                  </a:lnTo>
                  <a:lnTo>
                    <a:pt x="462" y="0"/>
                  </a:lnTo>
                  <a:lnTo>
                    <a:pt x="0" y="266"/>
                  </a:lnTo>
                  <a:lnTo>
                    <a:pt x="22" y="304"/>
                  </a:lnTo>
                  <a:lnTo>
                    <a:pt x="44" y="342"/>
                  </a:lnTo>
                  <a:lnTo>
                    <a:pt x="506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498" name=""/>
            <p:cNvSpPr/>
            <p:nvPr/>
          </p:nvSpPr>
          <p:spPr>
            <a:xfrm rot="0">
              <a:off x="3926" y="1389"/>
              <a:ext cx="17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8"/>
                  </a:moveTo>
                  <a:lnTo>
                    <a:pt x="66" y="76"/>
                  </a:ln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2" y="50"/>
                  </a:lnTo>
                  <a:lnTo>
                    <a:pt x="0" y="38"/>
                  </a:lnTo>
                  <a:lnTo>
                    <a:pt x="2" y="27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  <a:lnTo>
                    <a:pt x="44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499" name=""/>
            <p:cNvSpPr/>
            <p:nvPr/>
          </p:nvSpPr>
          <p:spPr>
            <a:xfrm rot="0">
              <a:off x="3926" y="1389"/>
              <a:ext cx="17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6"/>
                  </a:move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2" y="50"/>
                  </a:lnTo>
                  <a:lnTo>
                    <a:pt x="0" y="38"/>
                  </a:lnTo>
                  <a:lnTo>
                    <a:pt x="2" y="27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00" name=""/>
            <p:cNvSpPr/>
            <p:nvPr/>
          </p:nvSpPr>
          <p:spPr>
            <a:xfrm rot="0">
              <a:off x="4153" y="1169"/>
              <a:ext cx="17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22" y="45"/>
                  </a:moveTo>
                  <a:lnTo>
                    <a:pt x="0" y="7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3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01" name=""/>
            <p:cNvSpPr/>
            <p:nvPr/>
          </p:nvSpPr>
          <p:spPr>
            <a:xfrm rot="0">
              <a:off x="4153" y="1169"/>
              <a:ext cx="17" cy="21"/>
            </a:xfrm>
            <a:custGeom>
              <a:avLst/>
              <a:ahLst/>
              <a:rect l="0" t="0" r="r" b="b"/>
              <a:pathLst>
                <a:path w="67" h="83">
                  <a:moveTo>
                    <a:pt x="0" y="7"/>
                  </a:moveTo>
                  <a:lnTo>
                    <a:pt x="10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3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02" name=""/>
            <p:cNvSpPr/>
            <p:nvPr/>
          </p:nvSpPr>
          <p:spPr>
            <a:xfrm rot="0">
              <a:off x="3854" y="1171"/>
              <a:ext cx="310" cy="192"/>
            </a:xfrm>
            <a:custGeom>
              <a:avLst/>
              <a:ahLst/>
              <a:rect l="0" t="0" r="r" b="b"/>
              <a:pathLst>
                <a:path w="1242" h="768">
                  <a:moveTo>
                    <a:pt x="1242" y="76"/>
                  </a:moveTo>
                  <a:lnTo>
                    <a:pt x="1220" y="38"/>
                  </a:lnTo>
                  <a:lnTo>
                    <a:pt x="1198" y="0"/>
                  </a:lnTo>
                  <a:lnTo>
                    <a:pt x="0" y="692"/>
                  </a:lnTo>
                  <a:lnTo>
                    <a:pt x="22" y="730"/>
                  </a:lnTo>
                  <a:lnTo>
                    <a:pt x="44" y="768"/>
                  </a:lnTo>
                  <a:lnTo>
                    <a:pt x="1242" y="7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03" name=""/>
            <p:cNvSpPr/>
            <p:nvPr/>
          </p:nvSpPr>
          <p:spPr>
            <a:xfrm rot="0">
              <a:off x="3854" y="1171"/>
              <a:ext cx="310" cy="192"/>
            </a:xfrm>
            <a:custGeom>
              <a:avLst/>
              <a:ahLst/>
              <a:rect l="0" t="0" r="r" b="b"/>
              <a:pathLst>
                <a:path w="1242" h="768">
                  <a:moveTo>
                    <a:pt x="1242" y="76"/>
                  </a:moveTo>
                  <a:lnTo>
                    <a:pt x="1220" y="38"/>
                  </a:lnTo>
                  <a:lnTo>
                    <a:pt x="1198" y="0"/>
                  </a:lnTo>
                  <a:lnTo>
                    <a:pt x="0" y="692"/>
                  </a:lnTo>
                  <a:lnTo>
                    <a:pt x="22" y="730"/>
                  </a:lnTo>
                  <a:lnTo>
                    <a:pt x="44" y="768"/>
                  </a:lnTo>
                  <a:lnTo>
                    <a:pt x="1242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04" name=""/>
            <p:cNvSpPr/>
            <p:nvPr/>
          </p:nvSpPr>
          <p:spPr>
            <a:xfrm rot="0">
              <a:off x="3849" y="1344"/>
              <a:ext cx="16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8"/>
                  </a:moveTo>
                  <a:lnTo>
                    <a:pt x="66" y="76"/>
                  </a:ln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1" y="49"/>
                  </a:lnTo>
                  <a:lnTo>
                    <a:pt x="0" y="38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  <a:lnTo>
                    <a:pt x="44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05" name=""/>
            <p:cNvSpPr/>
            <p:nvPr/>
          </p:nvSpPr>
          <p:spPr>
            <a:xfrm rot="0">
              <a:off x="3849" y="1344"/>
              <a:ext cx="16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6"/>
                  </a:move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6"/>
                  </a:lnTo>
                  <a:lnTo>
                    <a:pt x="13" y="69"/>
                  </a:lnTo>
                  <a:lnTo>
                    <a:pt x="6" y="60"/>
                  </a:lnTo>
                  <a:lnTo>
                    <a:pt x="1" y="49"/>
                  </a:lnTo>
                  <a:lnTo>
                    <a:pt x="0" y="38"/>
                  </a:lnTo>
                  <a:lnTo>
                    <a:pt x="1" y="26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06" name=""/>
            <p:cNvSpPr/>
            <p:nvPr/>
          </p:nvSpPr>
          <p:spPr>
            <a:xfrm rot="0">
              <a:off x="4444" y="1550"/>
              <a:ext cx="16" cy="21"/>
            </a:xfrm>
            <a:custGeom>
              <a:avLst/>
              <a:ahLst/>
              <a:rect l="0" t="0" r="r" b="b"/>
              <a:pathLst>
                <a:path w="67" h="84">
                  <a:moveTo>
                    <a:pt x="22" y="45"/>
                  </a:moveTo>
                  <a:lnTo>
                    <a:pt x="0" y="7"/>
                  </a:lnTo>
                  <a:lnTo>
                    <a:pt x="10" y="3"/>
                  </a:lnTo>
                  <a:lnTo>
                    <a:pt x="22" y="0"/>
                  </a:lnTo>
                  <a:lnTo>
                    <a:pt x="33" y="3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7"/>
                  </a:lnTo>
                  <a:lnTo>
                    <a:pt x="44" y="84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07" name=""/>
            <p:cNvSpPr/>
            <p:nvPr/>
          </p:nvSpPr>
          <p:spPr>
            <a:xfrm rot="0">
              <a:off x="4444" y="1550"/>
              <a:ext cx="16" cy="21"/>
            </a:xfrm>
            <a:custGeom>
              <a:avLst/>
              <a:ahLst/>
              <a:rect l="0" t="0" r="r" b="b"/>
              <a:pathLst>
                <a:path w="67" h="84">
                  <a:moveTo>
                    <a:pt x="0" y="7"/>
                  </a:moveTo>
                  <a:lnTo>
                    <a:pt x="10" y="3"/>
                  </a:lnTo>
                  <a:lnTo>
                    <a:pt x="22" y="0"/>
                  </a:lnTo>
                  <a:lnTo>
                    <a:pt x="33" y="3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4"/>
                  </a:lnTo>
                  <a:lnTo>
                    <a:pt x="67" y="45"/>
                  </a:lnTo>
                  <a:lnTo>
                    <a:pt x="65" y="57"/>
                  </a:lnTo>
                  <a:lnTo>
                    <a:pt x="60" y="67"/>
                  </a:lnTo>
                  <a:lnTo>
                    <a:pt x="53" y="77"/>
                  </a:lnTo>
                  <a:lnTo>
                    <a:pt x="44" y="84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08" name=""/>
            <p:cNvSpPr/>
            <p:nvPr/>
          </p:nvSpPr>
          <p:spPr>
            <a:xfrm rot="0">
              <a:off x="4329" y="1552"/>
              <a:ext cx="126" cy="85"/>
            </a:xfrm>
            <a:custGeom>
              <a:avLst/>
              <a:ahLst/>
              <a:rect l="0" t="0" r="r" b="b"/>
              <a:pathLst>
                <a:path w="505" h="343">
                  <a:moveTo>
                    <a:pt x="505" y="77"/>
                  </a:moveTo>
                  <a:lnTo>
                    <a:pt x="483" y="38"/>
                  </a:lnTo>
                  <a:lnTo>
                    <a:pt x="461" y="0"/>
                  </a:lnTo>
                  <a:lnTo>
                    <a:pt x="0" y="266"/>
                  </a:lnTo>
                  <a:lnTo>
                    <a:pt x="22" y="305"/>
                  </a:lnTo>
                  <a:lnTo>
                    <a:pt x="44" y="343"/>
                  </a:lnTo>
                  <a:lnTo>
                    <a:pt x="505" y="77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09" name=""/>
            <p:cNvSpPr/>
            <p:nvPr/>
          </p:nvSpPr>
          <p:spPr>
            <a:xfrm rot="0">
              <a:off x="4329" y="1552"/>
              <a:ext cx="126" cy="85"/>
            </a:xfrm>
            <a:custGeom>
              <a:avLst/>
              <a:ahLst/>
              <a:rect l="0" t="0" r="r" b="b"/>
              <a:pathLst>
                <a:path w="505" h="343">
                  <a:moveTo>
                    <a:pt x="505" y="77"/>
                  </a:moveTo>
                  <a:lnTo>
                    <a:pt x="483" y="38"/>
                  </a:lnTo>
                  <a:lnTo>
                    <a:pt x="461" y="0"/>
                  </a:lnTo>
                  <a:lnTo>
                    <a:pt x="0" y="266"/>
                  </a:lnTo>
                  <a:lnTo>
                    <a:pt x="22" y="305"/>
                  </a:lnTo>
                  <a:lnTo>
                    <a:pt x="44" y="343"/>
                  </a:lnTo>
                  <a:lnTo>
                    <a:pt x="505" y="7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10" name=""/>
            <p:cNvSpPr/>
            <p:nvPr/>
          </p:nvSpPr>
          <p:spPr>
            <a:xfrm rot="0">
              <a:off x="4323" y="1618"/>
              <a:ext cx="17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9"/>
                  </a:moveTo>
                  <a:lnTo>
                    <a:pt x="66" y="77"/>
                  </a:ln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7"/>
                  </a:lnTo>
                  <a:lnTo>
                    <a:pt x="13" y="70"/>
                  </a:lnTo>
                  <a:lnTo>
                    <a:pt x="6" y="61"/>
                  </a:lnTo>
                  <a:lnTo>
                    <a:pt x="1" y="50"/>
                  </a:lnTo>
                  <a:lnTo>
                    <a:pt x="0" y="39"/>
                  </a:lnTo>
                  <a:lnTo>
                    <a:pt x="1" y="27"/>
                  </a:lnTo>
                  <a:lnTo>
                    <a:pt x="6" y="17"/>
                  </a:lnTo>
                  <a:lnTo>
                    <a:pt x="13" y="7"/>
                  </a:lnTo>
                  <a:lnTo>
                    <a:pt x="22" y="0"/>
                  </a:lnTo>
                  <a:lnTo>
                    <a:pt x="44" y="39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11" name=""/>
            <p:cNvSpPr/>
            <p:nvPr/>
          </p:nvSpPr>
          <p:spPr>
            <a:xfrm rot="0">
              <a:off x="4323" y="1618"/>
              <a:ext cx="17" cy="21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7"/>
                  </a:moveTo>
                  <a:lnTo>
                    <a:pt x="56" y="81"/>
                  </a:lnTo>
                  <a:lnTo>
                    <a:pt x="44" y="82"/>
                  </a:lnTo>
                  <a:lnTo>
                    <a:pt x="33" y="81"/>
                  </a:lnTo>
                  <a:lnTo>
                    <a:pt x="22" y="77"/>
                  </a:lnTo>
                  <a:lnTo>
                    <a:pt x="13" y="70"/>
                  </a:lnTo>
                  <a:lnTo>
                    <a:pt x="6" y="61"/>
                  </a:lnTo>
                  <a:lnTo>
                    <a:pt x="1" y="50"/>
                  </a:lnTo>
                  <a:lnTo>
                    <a:pt x="0" y="39"/>
                  </a:lnTo>
                  <a:lnTo>
                    <a:pt x="1" y="27"/>
                  </a:lnTo>
                  <a:lnTo>
                    <a:pt x="6" y="17"/>
                  </a:lnTo>
                  <a:lnTo>
                    <a:pt x="13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12" name=""/>
            <p:cNvSpPr/>
            <p:nvPr/>
          </p:nvSpPr>
          <p:spPr>
            <a:xfrm rot="0">
              <a:off x="4153" y="1595"/>
              <a:ext cx="17" cy="20"/>
            </a:xfrm>
            <a:custGeom>
              <a:avLst/>
              <a:ahLst/>
              <a:rect l="0" t="0" r="r" b="b"/>
              <a:pathLst>
                <a:path w="67" h="83">
                  <a:moveTo>
                    <a:pt x="22" y="45"/>
                  </a:moveTo>
                  <a:lnTo>
                    <a:pt x="0" y="7"/>
                  </a:lnTo>
                  <a:lnTo>
                    <a:pt x="10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3"/>
                  </a:lnTo>
                  <a:lnTo>
                    <a:pt x="67" y="45"/>
                  </a:lnTo>
                  <a:lnTo>
                    <a:pt x="65" y="56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  <a:lnTo>
                    <a:pt x="22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13" name=""/>
            <p:cNvSpPr/>
            <p:nvPr/>
          </p:nvSpPr>
          <p:spPr>
            <a:xfrm rot="0">
              <a:off x="4153" y="1595"/>
              <a:ext cx="17" cy="20"/>
            </a:xfrm>
            <a:custGeom>
              <a:avLst/>
              <a:ahLst/>
              <a:rect l="0" t="0" r="r" b="b"/>
              <a:pathLst>
                <a:path w="67" h="83">
                  <a:moveTo>
                    <a:pt x="0" y="7"/>
                  </a:moveTo>
                  <a:lnTo>
                    <a:pt x="10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60" y="23"/>
                  </a:lnTo>
                  <a:lnTo>
                    <a:pt x="65" y="33"/>
                  </a:lnTo>
                  <a:lnTo>
                    <a:pt x="67" y="45"/>
                  </a:lnTo>
                  <a:lnTo>
                    <a:pt x="65" y="56"/>
                  </a:lnTo>
                  <a:lnTo>
                    <a:pt x="60" y="67"/>
                  </a:lnTo>
                  <a:lnTo>
                    <a:pt x="53" y="76"/>
                  </a:lnTo>
                  <a:lnTo>
                    <a:pt x="44" y="8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14" name=""/>
            <p:cNvSpPr/>
            <p:nvPr/>
          </p:nvSpPr>
          <p:spPr>
            <a:xfrm rot="0">
              <a:off x="3826" y="1596"/>
              <a:ext cx="338" cy="209"/>
            </a:xfrm>
            <a:custGeom>
              <a:avLst/>
              <a:ahLst/>
              <a:rect l="0" t="0" r="r" b="b"/>
              <a:pathLst>
                <a:path w="1353" h="833">
                  <a:moveTo>
                    <a:pt x="1353" y="76"/>
                  </a:moveTo>
                  <a:lnTo>
                    <a:pt x="1331" y="38"/>
                  </a:lnTo>
                  <a:lnTo>
                    <a:pt x="1309" y="0"/>
                  </a:lnTo>
                  <a:lnTo>
                    <a:pt x="0" y="756"/>
                  </a:lnTo>
                  <a:lnTo>
                    <a:pt x="22" y="794"/>
                  </a:lnTo>
                  <a:lnTo>
                    <a:pt x="44" y="833"/>
                  </a:lnTo>
                  <a:lnTo>
                    <a:pt x="1353" y="7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15" name=""/>
            <p:cNvSpPr/>
            <p:nvPr/>
          </p:nvSpPr>
          <p:spPr>
            <a:xfrm rot="0">
              <a:off x="3826" y="1596"/>
              <a:ext cx="338" cy="209"/>
            </a:xfrm>
            <a:custGeom>
              <a:avLst/>
              <a:ahLst/>
              <a:rect l="0" t="0" r="r" b="b"/>
              <a:pathLst>
                <a:path w="1353" h="833">
                  <a:moveTo>
                    <a:pt x="1353" y="76"/>
                  </a:moveTo>
                  <a:lnTo>
                    <a:pt x="1331" y="38"/>
                  </a:lnTo>
                  <a:lnTo>
                    <a:pt x="1309" y="0"/>
                  </a:lnTo>
                  <a:lnTo>
                    <a:pt x="0" y="756"/>
                  </a:lnTo>
                  <a:lnTo>
                    <a:pt x="22" y="794"/>
                  </a:lnTo>
                  <a:lnTo>
                    <a:pt x="44" y="833"/>
                  </a:lnTo>
                  <a:lnTo>
                    <a:pt x="1353" y="7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16" name=""/>
            <p:cNvSpPr/>
            <p:nvPr/>
          </p:nvSpPr>
          <p:spPr>
            <a:xfrm rot="0">
              <a:off x="3821" y="1786"/>
              <a:ext cx="16" cy="20"/>
            </a:xfrm>
            <a:custGeom>
              <a:avLst/>
              <a:ahLst/>
              <a:rect l="0" t="0" r="r" b="b"/>
              <a:pathLst>
                <a:path w="66" h="82">
                  <a:moveTo>
                    <a:pt x="44" y="38"/>
                  </a:moveTo>
                  <a:lnTo>
                    <a:pt x="66" y="77"/>
                  </a:lnTo>
                  <a:lnTo>
                    <a:pt x="56" y="81"/>
                  </a:lnTo>
                  <a:lnTo>
                    <a:pt x="44" y="82"/>
                  </a:lnTo>
                  <a:lnTo>
                    <a:pt x="32" y="81"/>
                  </a:lnTo>
                  <a:lnTo>
                    <a:pt x="22" y="77"/>
                  </a:lnTo>
                  <a:lnTo>
                    <a:pt x="13" y="70"/>
                  </a:lnTo>
                  <a:lnTo>
                    <a:pt x="6" y="60"/>
                  </a:lnTo>
                  <a:lnTo>
                    <a:pt x="1" y="50"/>
                  </a:lnTo>
                  <a:lnTo>
                    <a:pt x="0" y="38"/>
                  </a:lnTo>
                  <a:lnTo>
                    <a:pt x="1" y="27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  <a:lnTo>
                    <a:pt x="44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17" name=""/>
            <p:cNvSpPr/>
            <p:nvPr/>
          </p:nvSpPr>
          <p:spPr>
            <a:xfrm rot="0">
              <a:off x="3821" y="1786"/>
              <a:ext cx="16" cy="20"/>
            </a:xfrm>
            <a:custGeom>
              <a:avLst/>
              <a:ahLst/>
              <a:rect l="0" t="0" r="r" b="b"/>
              <a:pathLst>
                <a:path w="66" h="82">
                  <a:moveTo>
                    <a:pt x="66" y="77"/>
                  </a:moveTo>
                  <a:lnTo>
                    <a:pt x="56" y="81"/>
                  </a:lnTo>
                  <a:lnTo>
                    <a:pt x="44" y="82"/>
                  </a:lnTo>
                  <a:lnTo>
                    <a:pt x="32" y="81"/>
                  </a:lnTo>
                  <a:lnTo>
                    <a:pt x="22" y="77"/>
                  </a:lnTo>
                  <a:lnTo>
                    <a:pt x="13" y="70"/>
                  </a:lnTo>
                  <a:lnTo>
                    <a:pt x="6" y="60"/>
                  </a:lnTo>
                  <a:lnTo>
                    <a:pt x="1" y="50"/>
                  </a:lnTo>
                  <a:lnTo>
                    <a:pt x="0" y="38"/>
                  </a:lnTo>
                  <a:lnTo>
                    <a:pt x="1" y="27"/>
                  </a:lnTo>
                  <a:lnTo>
                    <a:pt x="6" y="16"/>
                  </a:lnTo>
                  <a:lnTo>
                    <a:pt x="13" y="7"/>
                  </a:lnTo>
                  <a:lnTo>
                    <a:pt x="22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18" name=""/>
            <p:cNvSpPr/>
            <p:nvPr/>
          </p:nvSpPr>
          <p:spPr>
            <a:xfrm rot="0">
              <a:off x="4148" y="1595"/>
              <a:ext cx="16" cy="20"/>
            </a:xfrm>
            <a:custGeom>
              <a:avLst/>
              <a:ahLst/>
              <a:rect l="0" t="0" r="r" b="b"/>
              <a:pathLst>
                <a:path w="66" h="83">
                  <a:moveTo>
                    <a:pt x="44" y="45"/>
                  </a:moveTo>
                  <a:lnTo>
                    <a:pt x="22" y="83"/>
                  </a:lnTo>
                  <a:lnTo>
                    <a:pt x="13" y="76"/>
                  </a:lnTo>
                  <a:lnTo>
                    <a:pt x="6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19" name=""/>
            <p:cNvSpPr/>
            <p:nvPr/>
          </p:nvSpPr>
          <p:spPr>
            <a:xfrm rot="0">
              <a:off x="4148" y="1595"/>
              <a:ext cx="16" cy="20"/>
            </a:xfrm>
            <a:custGeom>
              <a:avLst/>
              <a:ahLst/>
              <a:rect l="0" t="0" r="r" b="b"/>
              <a:pathLst>
                <a:path w="66" h="83">
                  <a:moveTo>
                    <a:pt x="22" y="83"/>
                  </a:moveTo>
                  <a:lnTo>
                    <a:pt x="13" y="76"/>
                  </a:lnTo>
                  <a:lnTo>
                    <a:pt x="6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20" name=""/>
            <p:cNvSpPr/>
            <p:nvPr/>
          </p:nvSpPr>
          <p:spPr>
            <a:xfrm rot="0">
              <a:off x="4153" y="1596"/>
              <a:ext cx="131" cy="89"/>
            </a:xfrm>
            <a:custGeom>
              <a:avLst/>
              <a:ahLst/>
              <a:rect l="0" t="0" r="r" b="b"/>
              <a:pathLst>
                <a:path w="523" h="354">
                  <a:moveTo>
                    <a:pt x="44" y="0"/>
                  </a:moveTo>
                  <a:lnTo>
                    <a:pt x="22" y="38"/>
                  </a:lnTo>
                  <a:lnTo>
                    <a:pt x="0" y="76"/>
                  </a:lnTo>
                  <a:lnTo>
                    <a:pt x="479" y="354"/>
                  </a:lnTo>
                  <a:lnTo>
                    <a:pt x="501" y="315"/>
                  </a:lnTo>
                  <a:lnTo>
                    <a:pt x="523" y="277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21" name=""/>
            <p:cNvSpPr/>
            <p:nvPr/>
          </p:nvSpPr>
          <p:spPr>
            <a:xfrm rot="0">
              <a:off x="4153" y="1596"/>
              <a:ext cx="131" cy="89"/>
            </a:xfrm>
            <a:custGeom>
              <a:avLst/>
              <a:ahLst/>
              <a:rect l="0" t="0" r="r" b="b"/>
              <a:pathLst>
                <a:path w="523" h="354">
                  <a:moveTo>
                    <a:pt x="44" y="0"/>
                  </a:moveTo>
                  <a:lnTo>
                    <a:pt x="22" y="38"/>
                  </a:lnTo>
                  <a:lnTo>
                    <a:pt x="0" y="76"/>
                  </a:lnTo>
                  <a:lnTo>
                    <a:pt x="479" y="354"/>
                  </a:lnTo>
                  <a:lnTo>
                    <a:pt x="501" y="315"/>
                  </a:lnTo>
                  <a:lnTo>
                    <a:pt x="523" y="277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22" name=""/>
            <p:cNvSpPr/>
            <p:nvPr/>
          </p:nvSpPr>
          <p:spPr>
            <a:xfrm rot="0">
              <a:off x="4273" y="1666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22" y="38"/>
                  </a:moveTo>
                  <a:lnTo>
                    <a:pt x="44" y="0"/>
                  </a:ln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7"/>
                  </a:lnTo>
                  <a:lnTo>
                    <a:pt x="22" y="38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23" name=""/>
            <p:cNvSpPr/>
            <p:nvPr/>
          </p:nvSpPr>
          <p:spPr>
            <a:xfrm rot="0">
              <a:off x="4273" y="1666"/>
              <a:ext cx="17" cy="20"/>
            </a:xfrm>
            <a:custGeom>
              <a:avLst/>
              <a:ahLst/>
              <a:rect l="0" t="0" r="r" b="b"/>
              <a:pathLst>
                <a:path w="67" h="82">
                  <a:moveTo>
                    <a:pt x="44" y="0"/>
                  </a:moveTo>
                  <a:lnTo>
                    <a:pt x="53" y="7"/>
                  </a:lnTo>
                  <a:lnTo>
                    <a:pt x="60" y="16"/>
                  </a:lnTo>
                  <a:lnTo>
                    <a:pt x="65" y="27"/>
                  </a:lnTo>
                  <a:lnTo>
                    <a:pt x="67" y="38"/>
                  </a:lnTo>
                  <a:lnTo>
                    <a:pt x="65" y="50"/>
                  </a:lnTo>
                  <a:lnTo>
                    <a:pt x="60" y="60"/>
                  </a:lnTo>
                  <a:lnTo>
                    <a:pt x="53" y="70"/>
                  </a:lnTo>
                  <a:lnTo>
                    <a:pt x="44" y="77"/>
                  </a:lnTo>
                  <a:lnTo>
                    <a:pt x="34" y="81"/>
                  </a:lnTo>
                  <a:lnTo>
                    <a:pt x="22" y="82"/>
                  </a:lnTo>
                  <a:lnTo>
                    <a:pt x="11" y="81"/>
                  </a:lnTo>
                  <a:lnTo>
                    <a:pt x="0" y="77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24" name=""/>
            <p:cNvSpPr/>
            <p:nvPr/>
          </p:nvSpPr>
          <p:spPr>
            <a:xfrm rot="0">
              <a:off x="4042" y="1321"/>
              <a:ext cx="21" cy="15"/>
            </a:xfrm>
            <a:custGeom>
              <a:avLst/>
              <a:ahLst/>
              <a:rect l="0" t="0" r="r" b="b"/>
              <a:pathLst>
                <a:path w="86" h="60">
                  <a:moveTo>
                    <a:pt x="44" y="44"/>
                  </a:moveTo>
                  <a:lnTo>
                    <a:pt x="3" y="60"/>
                  </a:lnTo>
                  <a:lnTo>
                    <a:pt x="0" y="49"/>
                  </a:lnTo>
                  <a:lnTo>
                    <a:pt x="0" y="37"/>
                  </a:lnTo>
                  <a:lnTo>
                    <a:pt x="4" y="26"/>
                  </a:lnTo>
                  <a:lnTo>
                    <a:pt x="9" y="16"/>
                  </a:lnTo>
                  <a:lnTo>
                    <a:pt x="18" y="8"/>
                  </a:lnTo>
                  <a:lnTo>
                    <a:pt x="28" y="2"/>
                  </a:lnTo>
                  <a:lnTo>
                    <a:pt x="40" y="0"/>
                  </a:lnTo>
                  <a:lnTo>
                    <a:pt x="51" y="0"/>
                  </a:lnTo>
                  <a:lnTo>
                    <a:pt x="63" y="4"/>
                  </a:lnTo>
                  <a:lnTo>
                    <a:pt x="72" y="9"/>
                  </a:lnTo>
                  <a:lnTo>
                    <a:pt x="80" y="17"/>
                  </a:lnTo>
                  <a:lnTo>
                    <a:pt x="86" y="28"/>
                  </a:lnTo>
                  <a:lnTo>
                    <a:pt x="44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25" name=""/>
            <p:cNvSpPr/>
            <p:nvPr/>
          </p:nvSpPr>
          <p:spPr>
            <a:xfrm rot="0">
              <a:off x="4042" y="1321"/>
              <a:ext cx="21" cy="15"/>
            </a:xfrm>
            <a:custGeom>
              <a:avLst/>
              <a:ahLst/>
              <a:rect l="0" t="0" r="r" b="b"/>
              <a:pathLst>
                <a:path w="86" h="60">
                  <a:moveTo>
                    <a:pt x="3" y="60"/>
                  </a:moveTo>
                  <a:lnTo>
                    <a:pt x="0" y="49"/>
                  </a:lnTo>
                  <a:lnTo>
                    <a:pt x="0" y="37"/>
                  </a:lnTo>
                  <a:lnTo>
                    <a:pt x="4" y="26"/>
                  </a:lnTo>
                  <a:lnTo>
                    <a:pt x="9" y="16"/>
                  </a:lnTo>
                  <a:lnTo>
                    <a:pt x="18" y="8"/>
                  </a:lnTo>
                  <a:lnTo>
                    <a:pt x="28" y="2"/>
                  </a:lnTo>
                  <a:lnTo>
                    <a:pt x="40" y="0"/>
                  </a:lnTo>
                  <a:lnTo>
                    <a:pt x="51" y="0"/>
                  </a:lnTo>
                  <a:lnTo>
                    <a:pt x="63" y="4"/>
                  </a:lnTo>
                  <a:lnTo>
                    <a:pt x="72" y="9"/>
                  </a:lnTo>
                  <a:lnTo>
                    <a:pt x="80" y="17"/>
                  </a:lnTo>
                  <a:lnTo>
                    <a:pt x="86" y="28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526" name=""/>
            <p:cNvSpPr/>
            <p:nvPr/>
          </p:nvSpPr>
          <p:spPr>
            <a:xfrm rot="0">
              <a:off x="4042" y="1328"/>
              <a:ext cx="127" cy="282"/>
            </a:xfrm>
            <a:custGeom>
              <a:avLst/>
              <a:ahLst/>
              <a:rect l="0" t="0" r="r" b="b"/>
              <a:pathLst>
                <a:path w="508" h="1128">
                  <a:moveTo>
                    <a:pt x="83" y="0"/>
                  </a:moveTo>
                  <a:lnTo>
                    <a:pt x="41" y="16"/>
                  </a:lnTo>
                  <a:lnTo>
                    <a:pt x="0" y="32"/>
                  </a:lnTo>
                  <a:lnTo>
                    <a:pt x="424" y="1128"/>
                  </a:lnTo>
                  <a:lnTo>
                    <a:pt x="466" y="1112"/>
                  </a:lnTo>
                  <a:lnTo>
                    <a:pt x="508" y="1096"/>
                  </a:lnTo>
                  <a:lnTo>
                    <a:pt x="83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527" name=""/>
            <p:cNvSpPr/>
            <p:nvPr/>
          </p:nvSpPr>
          <p:spPr>
            <a:xfrm rot="0">
              <a:off x="4042" y="1328"/>
              <a:ext cx="127" cy="282"/>
            </a:xfrm>
            <a:custGeom>
              <a:avLst/>
              <a:ahLst/>
              <a:rect l="0" t="0" r="r" b="b"/>
              <a:pathLst>
                <a:path w="508" h="1128">
                  <a:moveTo>
                    <a:pt x="83" y="0"/>
                  </a:moveTo>
                  <a:lnTo>
                    <a:pt x="41" y="16"/>
                  </a:lnTo>
                  <a:lnTo>
                    <a:pt x="0" y="32"/>
                  </a:lnTo>
                  <a:lnTo>
                    <a:pt x="424" y="1128"/>
                  </a:lnTo>
                  <a:lnTo>
                    <a:pt x="466" y="1112"/>
                  </a:lnTo>
                  <a:lnTo>
                    <a:pt x="508" y="1096"/>
                  </a:lnTo>
                  <a:lnTo>
                    <a:pt x="83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643" name=""/>
          <p:cNvGrpSpPr/>
          <p:nvPr/>
        </p:nvGrpSpPr>
        <p:grpSpPr>
          <a:xfrm rot="0">
            <a:off x="488950" y="2368550"/>
            <a:ext cx="8281987" cy="3302000"/>
            <a:chOff x="308" y="1492"/>
            <a:chExt cx="5217" cy="2080"/>
          </a:xfrm>
        </p:grpSpPr>
        <p:grpSp>
          <p:nvGrpSpPr>
            <p:cNvPr id="644" name=""/>
            <p:cNvGrpSpPr/>
            <p:nvPr/>
          </p:nvGrpSpPr>
          <p:grpSpPr>
            <a:xfrm rot="0">
              <a:off x="308" y="1492"/>
              <a:ext cx="1063" cy="674"/>
              <a:chOff x="308" y="1492"/>
              <a:chExt cx="1063" cy="674"/>
            </a:xfrm>
          </p:grpSpPr>
          <p:sp>
            <p:nvSpPr>
              <p:cNvPr id="1089528" name=""/>
              <p:cNvSpPr/>
              <p:nvPr/>
            </p:nvSpPr>
            <p:spPr>
              <a:xfrm rot="0">
                <a:off x="527" y="1843"/>
                <a:ext cx="18" cy="19"/>
              </a:xfrm>
              <a:custGeom>
                <a:avLst/>
                <a:ahLst/>
                <a:rect l="0" t="0" r="r" b="b"/>
                <a:pathLst>
                  <a:path w="73" h="78">
                    <a:moveTo>
                      <a:pt x="44" y="34"/>
                    </a:moveTo>
                    <a:lnTo>
                      <a:pt x="73" y="67"/>
                    </a:lnTo>
                    <a:lnTo>
                      <a:pt x="64" y="74"/>
                    </a:lnTo>
                    <a:lnTo>
                      <a:pt x="52" y="78"/>
                    </a:lnTo>
                    <a:lnTo>
                      <a:pt x="41" y="78"/>
                    </a:lnTo>
                    <a:lnTo>
                      <a:pt x="29" y="75"/>
                    </a:lnTo>
                    <a:lnTo>
                      <a:pt x="19" y="71"/>
                    </a:lnTo>
                    <a:lnTo>
                      <a:pt x="11" y="63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0" y="30"/>
                    </a:lnTo>
                    <a:lnTo>
                      <a:pt x="3" y="19"/>
                    </a:lnTo>
                    <a:lnTo>
                      <a:pt x="7" y="8"/>
                    </a:lnTo>
                    <a:lnTo>
                      <a:pt x="15" y="0"/>
                    </a:lnTo>
                    <a:lnTo>
                      <a:pt x="44" y="3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29" name=""/>
              <p:cNvSpPr/>
              <p:nvPr/>
            </p:nvSpPr>
            <p:spPr>
              <a:xfrm rot="0">
                <a:off x="527" y="1843"/>
                <a:ext cx="18" cy="19"/>
              </a:xfrm>
              <a:custGeom>
                <a:avLst/>
                <a:ahLst/>
                <a:rect l="0" t="0" r="r" b="b"/>
                <a:pathLst>
                  <a:path w="73" h="78">
                    <a:moveTo>
                      <a:pt x="73" y="67"/>
                    </a:moveTo>
                    <a:lnTo>
                      <a:pt x="64" y="74"/>
                    </a:lnTo>
                    <a:lnTo>
                      <a:pt x="52" y="78"/>
                    </a:lnTo>
                    <a:lnTo>
                      <a:pt x="41" y="78"/>
                    </a:lnTo>
                    <a:lnTo>
                      <a:pt x="29" y="75"/>
                    </a:lnTo>
                    <a:lnTo>
                      <a:pt x="19" y="71"/>
                    </a:lnTo>
                    <a:lnTo>
                      <a:pt x="11" y="63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0" y="30"/>
                    </a:lnTo>
                    <a:lnTo>
                      <a:pt x="3" y="19"/>
                    </a:lnTo>
                    <a:lnTo>
                      <a:pt x="7" y="8"/>
                    </a:lnTo>
                    <a:lnTo>
                      <a:pt x="15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30" name=""/>
              <p:cNvSpPr/>
              <p:nvPr/>
            </p:nvSpPr>
            <p:spPr>
              <a:xfrm rot="0">
                <a:off x="530" y="1495"/>
                <a:ext cx="414" cy="364"/>
              </a:xfrm>
              <a:custGeom>
                <a:avLst/>
                <a:ahLst/>
                <a:rect l="0" t="0" r="r" b="b"/>
                <a:pathLst>
                  <a:path w="1655" h="1456">
                    <a:moveTo>
                      <a:pt x="0" y="1389"/>
                    </a:moveTo>
                    <a:lnTo>
                      <a:pt x="29" y="1423"/>
                    </a:lnTo>
                    <a:lnTo>
                      <a:pt x="58" y="1456"/>
                    </a:lnTo>
                    <a:lnTo>
                      <a:pt x="1655" y="67"/>
                    </a:lnTo>
                    <a:lnTo>
                      <a:pt x="1627" y="33"/>
                    </a:lnTo>
                    <a:lnTo>
                      <a:pt x="1598" y="0"/>
                    </a:lnTo>
                    <a:lnTo>
                      <a:pt x="0" y="13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31" name=""/>
              <p:cNvSpPr/>
              <p:nvPr/>
            </p:nvSpPr>
            <p:spPr>
              <a:xfrm rot="0">
                <a:off x="530" y="1495"/>
                <a:ext cx="414" cy="364"/>
              </a:xfrm>
              <a:custGeom>
                <a:avLst/>
                <a:ahLst/>
                <a:rect l="0" t="0" r="r" b="b"/>
                <a:pathLst>
                  <a:path w="1655" h="1456">
                    <a:moveTo>
                      <a:pt x="0" y="1389"/>
                    </a:moveTo>
                    <a:lnTo>
                      <a:pt x="29" y="1423"/>
                    </a:lnTo>
                    <a:lnTo>
                      <a:pt x="58" y="1456"/>
                    </a:lnTo>
                    <a:lnTo>
                      <a:pt x="1655" y="67"/>
                    </a:lnTo>
                    <a:lnTo>
                      <a:pt x="1627" y="33"/>
                    </a:lnTo>
                    <a:lnTo>
                      <a:pt x="1598" y="0"/>
                    </a:lnTo>
                    <a:lnTo>
                      <a:pt x="0" y="13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32" name=""/>
              <p:cNvSpPr/>
              <p:nvPr/>
            </p:nvSpPr>
            <p:spPr>
              <a:xfrm rot="0">
                <a:off x="930" y="1493"/>
                <a:ext cx="18" cy="19"/>
              </a:xfrm>
              <a:custGeom>
                <a:avLst/>
                <a:ahLst/>
                <a:rect l="0" t="0" r="r" b="b"/>
                <a:pathLst>
                  <a:path w="73" h="78">
                    <a:moveTo>
                      <a:pt x="29" y="44"/>
                    </a:moveTo>
                    <a:lnTo>
                      <a:pt x="0" y="11"/>
                    </a:lnTo>
                    <a:lnTo>
                      <a:pt x="9" y="4"/>
                    </a:lnTo>
                    <a:lnTo>
                      <a:pt x="20" y="0"/>
                    </a:lnTo>
                    <a:lnTo>
                      <a:pt x="32" y="0"/>
                    </a:lnTo>
                    <a:lnTo>
                      <a:pt x="44" y="3"/>
                    </a:lnTo>
                    <a:lnTo>
                      <a:pt x="54" y="7"/>
                    </a:lnTo>
                    <a:lnTo>
                      <a:pt x="62" y="15"/>
                    </a:lnTo>
                    <a:lnTo>
                      <a:pt x="69" y="25"/>
                    </a:lnTo>
                    <a:lnTo>
                      <a:pt x="73" y="36"/>
                    </a:lnTo>
                    <a:lnTo>
                      <a:pt x="73" y="48"/>
                    </a:lnTo>
                    <a:lnTo>
                      <a:pt x="70" y="59"/>
                    </a:lnTo>
                    <a:lnTo>
                      <a:pt x="66" y="70"/>
                    </a:lnTo>
                    <a:lnTo>
                      <a:pt x="57" y="78"/>
                    </a:lnTo>
                    <a:lnTo>
                      <a:pt x="29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33" name=""/>
              <p:cNvSpPr/>
              <p:nvPr/>
            </p:nvSpPr>
            <p:spPr>
              <a:xfrm rot="0">
                <a:off x="930" y="1493"/>
                <a:ext cx="18" cy="19"/>
              </a:xfrm>
              <a:custGeom>
                <a:avLst/>
                <a:ahLst/>
                <a:rect l="0" t="0" r="r" b="b"/>
                <a:pathLst>
                  <a:path w="73" h="78">
                    <a:moveTo>
                      <a:pt x="0" y="11"/>
                    </a:moveTo>
                    <a:lnTo>
                      <a:pt x="9" y="4"/>
                    </a:lnTo>
                    <a:lnTo>
                      <a:pt x="20" y="0"/>
                    </a:lnTo>
                    <a:lnTo>
                      <a:pt x="32" y="0"/>
                    </a:lnTo>
                    <a:lnTo>
                      <a:pt x="44" y="3"/>
                    </a:lnTo>
                    <a:lnTo>
                      <a:pt x="54" y="7"/>
                    </a:lnTo>
                    <a:lnTo>
                      <a:pt x="62" y="15"/>
                    </a:lnTo>
                    <a:lnTo>
                      <a:pt x="69" y="25"/>
                    </a:lnTo>
                    <a:lnTo>
                      <a:pt x="73" y="36"/>
                    </a:lnTo>
                    <a:lnTo>
                      <a:pt x="73" y="48"/>
                    </a:lnTo>
                    <a:lnTo>
                      <a:pt x="70" y="59"/>
                    </a:lnTo>
                    <a:lnTo>
                      <a:pt x="66" y="70"/>
                    </a:lnTo>
                    <a:lnTo>
                      <a:pt x="57" y="78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34" name=""/>
              <p:cNvSpPr/>
              <p:nvPr/>
            </p:nvSpPr>
            <p:spPr>
              <a:xfrm rot="0">
                <a:off x="926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35" name=""/>
              <p:cNvSpPr/>
              <p:nvPr/>
            </p:nvSpPr>
            <p:spPr>
              <a:xfrm rot="0">
                <a:off x="926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36" name=""/>
              <p:cNvSpPr/>
              <p:nvPr/>
            </p:nvSpPr>
            <p:spPr>
              <a:xfrm rot="0">
                <a:off x="937" y="1492"/>
                <a:ext cx="423" cy="23"/>
              </a:xfrm>
              <a:custGeom>
                <a:avLst/>
                <a:ahLst/>
                <a:rect l="0" t="0" r="r" b="b"/>
                <a:pathLst>
                  <a:path w="1693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1693" y="89"/>
                    </a:lnTo>
                    <a:lnTo>
                      <a:pt x="1693" y="45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37" name=""/>
              <p:cNvSpPr/>
              <p:nvPr/>
            </p:nvSpPr>
            <p:spPr>
              <a:xfrm rot="0">
                <a:off x="937" y="1492"/>
                <a:ext cx="423" cy="23"/>
              </a:xfrm>
              <a:custGeom>
                <a:avLst/>
                <a:ahLst/>
                <a:rect l="0" t="0" r="r" b="b"/>
                <a:pathLst>
                  <a:path w="1693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1693" y="89"/>
                    </a:lnTo>
                    <a:lnTo>
                      <a:pt x="1693" y="45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38" name=""/>
              <p:cNvSpPr/>
              <p:nvPr/>
            </p:nvSpPr>
            <p:spPr>
              <a:xfrm rot="0">
                <a:off x="1360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39" name=""/>
              <p:cNvSpPr/>
              <p:nvPr/>
            </p:nvSpPr>
            <p:spPr>
              <a:xfrm rot="0">
                <a:off x="1360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40" name=""/>
              <p:cNvSpPr/>
              <p:nvPr/>
            </p:nvSpPr>
            <p:spPr>
              <a:xfrm rot="0">
                <a:off x="1349" y="1492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41" name=""/>
              <p:cNvSpPr/>
              <p:nvPr/>
            </p:nvSpPr>
            <p:spPr>
              <a:xfrm rot="0">
                <a:off x="1349" y="1492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42" name=""/>
              <p:cNvSpPr/>
              <p:nvPr/>
            </p:nvSpPr>
            <p:spPr>
              <a:xfrm rot="0">
                <a:off x="1349" y="1504"/>
                <a:ext cx="22" cy="651"/>
              </a:xfrm>
              <a:custGeom>
                <a:avLst/>
                <a:ahLst/>
                <a:rect l="0" t="0" r="r" b="b"/>
                <a:pathLst>
                  <a:path w="89" h="2606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2606"/>
                    </a:lnTo>
                    <a:lnTo>
                      <a:pt x="44" y="2606"/>
                    </a:lnTo>
                    <a:lnTo>
                      <a:pt x="89" y="2606"/>
                    </a:lnTo>
                    <a:lnTo>
                      <a:pt x="89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43" name=""/>
              <p:cNvSpPr/>
              <p:nvPr/>
            </p:nvSpPr>
            <p:spPr>
              <a:xfrm rot="0">
                <a:off x="1349" y="1504"/>
                <a:ext cx="22" cy="651"/>
              </a:xfrm>
              <a:custGeom>
                <a:avLst/>
                <a:ahLst/>
                <a:rect l="0" t="0" r="r" b="b"/>
                <a:pathLst>
                  <a:path w="89" h="2606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2606"/>
                    </a:lnTo>
                    <a:lnTo>
                      <a:pt x="44" y="2606"/>
                    </a:lnTo>
                    <a:lnTo>
                      <a:pt x="89" y="2606"/>
                    </a:lnTo>
                    <a:lnTo>
                      <a:pt x="89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44" name=""/>
              <p:cNvSpPr/>
              <p:nvPr/>
            </p:nvSpPr>
            <p:spPr>
              <a:xfrm rot="0">
                <a:off x="1349" y="2155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45" name=""/>
              <p:cNvSpPr/>
              <p:nvPr/>
            </p:nvSpPr>
            <p:spPr>
              <a:xfrm rot="0">
                <a:off x="1349" y="2155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46" name=""/>
              <p:cNvSpPr/>
              <p:nvPr/>
            </p:nvSpPr>
            <p:spPr>
              <a:xfrm rot="0">
                <a:off x="308" y="2144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3" y="87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2" y="56"/>
                    </a:lnTo>
                    <a:lnTo>
                      <a:pt x="0" y="45"/>
                    </a:lnTo>
                    <a:lnTo>
                      <a:pt x="2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47" name=""/>
              <p:cNvSpPr/>
              <p:nvPr/>
            </p:nvSpPr>
            <p:spPr>
              <a:xfrm rot="0">
                <a:off x="308" y="2144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3" y="87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2" y="56"/>
                    </a:lnTo>
                    <a:lnTo>
                      <a:pt x="0" y="45"/>
                    </a:lnTo>
                    <a:lnTo>
                      <a:pt x="2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48" name=""/>
              <p:cNvSpPr/>
              <p:nvPr/>
            </p:nvSpPr>
            <p:spPr>
              <a:xfrm rot="0">
                <a:off x="319" y="2144"/>
                <a:ext cx="1041" cy="22"/>
              </a:xfrm>
              <a:custGeom>
                <a:avLst/>
                <a:ahLst/>
                <a:rect l="0" t="0" r="r" b="b"/>
                <a:pathLst>
                  <a:path w="4166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4166" y="89"/>
                    </a:lnTo>
                    <a:lnTo>
                      <a:pt x="4166" y="45"/>
                    </a:lnTo>
                    <a:lnTo>
                      <a:pt x="4166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49" name=""/>
              <p:cNvSpPr/>
              <p:nvPr/>
            </p:nvSpPr>
            <p:spPr>
              <a:xfrm rot="0">
                <a:off x="319" y="2144"/>
                <a:ext cx="1041" cy="22"/>
              </a:xfrm>
              <a:custGeom>
                <a:avLst/>
                <a:ahLst/>
                <a:rect l="0" t="0" r="r" b="b"/>
                <a:pathLst>
                  <a:path w="4166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4166" y="89"/>
                    </a:lnTo>
                    <a:lnTo>
                      <a:pt x="4166" y="45"/>
                    </a:lnTo>
                    <a:lnTo>
                      <a:pt x="4166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50" name=""/>
              <p:cNvSpPr/>
              <p:nvPr/>
            </p:nvSpPr>
            <p:spPr>
              <a:xfrm rot="0">
                <a:off x="1360" y="2144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3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7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51" name=""/>
              <p:cNvSpPr/>
              <p:nvPr/>
            </p:nvSpPr>
            <p:spPr>
              <a:xfrm rot="0">
                <a:off x="1360" y="2144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3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7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52" name=""/>
              <p:cNvSpPr/>
              <p:nvPr/>
            </p:nvSpPr>
            <p:spPr>
              <a:xfrm rot="0">
                <a:off x="308" y="1840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2" y="56"/>
                    </a:lnTo>
                    <a:lnTo>
                      <a:pt x="0" y="45"/>
                    </a:lnTo>
                    <a:lnTo>
                      <a:pt x="2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53" name=""/>
              <p:cNvSpPr/>
              <p:nvPr/>
            </p:nvSpPr>
            <p:spPr>
              <a:xfrm rot="0">
                <a:off x="308" y="1840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2" y="56"/>
                    </a:lnTo>
                    <a:lnTo>
                      <a:pt x="0" y="45"/>
                    </a:lnTo>
                    <a:lnTo>
                      <a:pt x="2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54" name=""/>
              <p:cNvSpPr/>
              <p:nvPr/>
            </p:nvSpPr>
            <p:spPr>
              <a:xfrm rot="0">
                <a:off x="319" y="1840"/>
                <a:ext cx="219" cy="22"/>
              </a:xfrm>
              <a:custGeom>
                <a:avLst/>
                <a:ahLst/>
                <a:rect l="0" t="0" r="r" b="b"/>
                <a:pathLst>
                  <a:path w="875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875" y="89"/>
                    </a:lnTo>
                    <a:lnTo>
                      <a:pt x="875" y="45"/>
                    </a:lnTo>
                    <a:lnTo>
                      <a:pt x="87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55" name=""/>
              <p:cNvSpPr/>
              <p:nvPr/>
            </p:nvSpPr>
            <p:spPr>
              <a:xfrm rot="0">
                <a:off x="319" y="1840"/>
                <a:ext cx="219" cy="22"/>
              </a:xfrm>
              <a:custGeom>
                <a:avLst/>
                <a:ahLst/>
                <a:rect l="0" t="0" r="r" b="b"/>
                <a:pathLst>
                  <a:path w="875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875" y="89"/>
                    </a:lnTo>
                    <a:lnTo>
                      <a:pt x="875" y="45"/>
                    </a:lnTo>
                    <a:lnTo>
                      <a:pt x="87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56" name=""/>
              <p:cNvSpPr/>
              <p:nvPr/>
            </p:nvSpPr>
            <p:spPr>
              <a:xfrm rot="0">
                <a:off x="538" y="1840"/>
                <a:ext cx="11" cy="22"/>
              </a:xfrm>
              <a:custGeom>
                <a:avLst/>
                <a:ahLst/>
                <a:rect l="0" t="0" r="r" b="b"/>
                <a:pathLst>
                  <a:path w="46" h="89">
                    <a:moveTo>
                      <a:pt x="0" y="45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2" y="7"/>
                    </a:lnTo>
                    <a:lnTo>
                      <a:pt x="32" y="13"/>
                    </a:lnTo>
                    <a:lnTo>
                      <a:pt x="39" y="23"/>
                    </a:lnTo>
                    <a:lnTo>
                      <a:pt x="43" y="33"/>
                    </a:lnTo>
                    <a:lnTo>
                      <a:pt x="46" y="45"/>
                    </a:lnTo>
                    <a:lnTo>
                      <a:pt x="43" y="56"/>
                    </a:lnTo>
                    <a:lnTo>
                      <a:pt x="39" y="67"/>
                    </a:lnTo>
                    <a:lnTo>
                      <a:pt x="32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57" name=""/>
              <p:cNvSpPr/>
              <p:nvPr/>
            </p:nvSpPr>
            <p:spPr>
              <a:xfrm rot="0">
                <a:off x="538" y="1840"/>
                <a:ext cx="11" cy="22"/>
              </a:xfrm>
              <a:custGeom>
                <a:avLst/>
                <a:ahLst/>
                <a:rect l="0" t="0" r="r" b="b"/>
                <a:pathLst>
                  <a:path w="46" h="89">
                    <a:moveTo>
                      <a:pt x="0" y="0"/>
                    </a:moveTo>
                    <a:lnTo>
                      <a:pt x="12" y="2"/>
                    </a:lnTo>
                    <a:lnTo>
                      <a:pt x="22" y="7"/>
                    </a:lnTo>
                    <a:lnTo>
                      <a:pt x="32" y="13"/>
                    </a:lnTo>
                    <a:lnTo>
                      <a:pt x="39" y="23"/>
                    </a:lnTo>
                    <a:lnTo>
                      <a:pt x="43" y="33"/>
                    </a:lnTo>
                    <a:lnTo>
                      <a:pt x="46" y="45"/>
                    </a:lnTo>
                    <a:lnTo>
                      <a:pt x="43" y="56"/>
                    </a:lnTo>
                    <a:lnTo>
                      <a:pt x="39" y="67"/>
                    </a:lnTo>
                    <a:lnTo>
                      <a:pt x="32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58" name=""/>
              <p:cNvSpPr/>
              <p:nvPr/>
            </p:nvSpPr>
            <p:spPr>
              <a:xfrm rot="0">
                <a:off x="308" y="1840"/>
                <a:ext cx="22" cy="11"/>
              </a:xfrm>
              <a:custGeom>
                <a:avLst/>
                <a:ahLst/>
                <a:rect l="0" t="0" r="r" b="b"/>
                <a:pathLst>
                  <a:path w="90" h="45">
                    <a:moveTo>
                      <a:pt x="44" y="45"/>
                    </a:moveTo>
                    <a:lnTo>
                      <a:pt x="0" y="45"/>
                    </a:lnTo>
                    <a:lnTo>
                      <a:pt x="2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6" y="13"/>
                    </a:lnTo>
                    <a:lnTo>
                      <a:pt x="83" y="23"/>
                    </a:lnTo>
                    <a:lnTo>
                      <a:pt x="87" y="33"/>
                    </a:lnTo>
                    <a:lnTo>
                      <a:pt x="90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59" name=""/>
              <p:cNvSpPr/>
              <p:nvPr/>
            </p:nvSpPr>
            <p:spPr>
              <a:xfrm rot="0">
                <a:off x="308" y="1840"/>
                <a:ext cx="22" cy="11"/>
              </a:xfrm>
              <a:custGeom>
                <a:avLst/>
                <a:ahLst/>
                <a:rect l="0" t="0" r="r" b="b"/>
                <a:pathLst>
                  <a:path w="90" h="45">
                    <a:moveTo>
                      <a:pt x="0" y="45"/>
                    </a:moveTo>
                    <a:lnTo>
                      <a:pt x="2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6" y="13"/>
                    </a:lnTo>
                    <a:lnTo>
                      <a:pt x="83" y="23"/>
                    </a:lnTo>
                    <a:lnTo>
                      <a:pt x="87" y="33"/>
                    </a:lnTo>
                    <a:lnTo>
                      <a:pt x="90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0" name=""/>
              <p:cNvSpPr/>
              <p:nvPr/>
            </p:nvSpPr>
            <p:spPr>
              <a:xfrm rot="0">
                <a:off x="308" y="1851"/>
                <a:ext cx="22" cy="304"/>
              </a:xfrm>
              <a:custGeom>
                <a:avLst/>
                <a:ahLst/>
                <a:rect l="0" t="0" r="r" b="b"/>
                <a:pathLst>
                  <a:path w="90" h="1216">
                    <a:moveTo>
                      <a:pt x="90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216"/>
                    </a:lnTo>
                    <a:lnTo>
                      <a:pt x="44" y="1216"/>
                    </a:lnTo>
                    <a:lnTo>
                      <a:pt x="90" y="1216"/>
                    </a:lnTo>
                    <a:lnTo>
                      <a:pt x="9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61" name=""/>
              <p:cNvSpPr/>
              <p:nvPr/>
            </p:nvSpPr>
            <p:spPr>
              <a:xfrm rot="0">
                <a:off x="308" y="1851"/>
                <a:ext cx="22" cy="304"/>
              </a:xfrm>
              <a:custGeom>
                <a:avLst/>
                <a:ahLst/>
                <a:rect l="0" t="0" r="r" b="b"/>
                <a:pathLst>
                  <a:path w="90" h="1216">
                    <a:moveTo>
                      <a:pt x="90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216"/>
                    </a:lnTo>
                    <a:lnTo>
                      <a:pt x="44" y="1216"/>
                    </a:lnTo>
                    <a:lnTo>
                      <a:pt x="90" y="1216"/>
                    </a:lnTo>
                    <a:lnTo>
                      <a:pt x="9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2" name=""/>
              <p:cNvSpPr/>
              <p:nvPr/>
            </p:nvSpPr>
            <p:spPr>
              <a:xfrm rot="0">
                <a:off x="308" y="2155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44" y="0"/>
                    </a:moveTo>
                    <a:lnTo>
                      <a:pt x="90" y="0"/>
                    </a:ln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63" name=""/>
              <p:cNvSpPr/>
              <p:nvPr/>
            </p:nvSpPr>
            <p:spPr>
              <a:xfrm rot="0">
                <a:off x="308" y="2155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90" y="0"/>
                    </a:move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4" name=""/>
              <p:cNvSpPr/>
              <p:nvPr/>
            </p:nvSpPr>
            <p:spPr>
              <a:xfrm rot="0" flipV="1">
                <a:off x="1100" y="1741"/>
                <a:ext cx="1" cy="2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5" name=""/>
              <p:cNvSpPr/>
              <p:nvPr/>
            </p:nvSpPr>
            <p:spPr>
              <a:xfrm rot="0" flipV="1">
                <a:off x="1100" y="1692"/>
                <a:ext cx="1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6" name=""/>
              <p:cNvSpPr/>
              <p:nvPr/>
            </p:nvSpPr>
            <p:spPr>
              <a:xfrm rot="0" flipV="1">
                <a:off x="1100" y="1642"/>
                <a:ext cx="1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7" name=""/>
              <p:cNvSpPr/>
              <p:nvPr/>
            </p:nvSpPr>
            <p:spPr>
              <a:xfrm rot="0" flipV="1">
                <a:off x="1100" y="1593"/>
                <a:ext cx="1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8" name=""/>
              <p:cNvSpPr/>
              <p:nvPr/>
            </p:nvSpPr>
            <p:spPr>
              <a:xfrm rot="0" flipV="1">
                <a:off x="1100" y="1543"/>
                <a:ext cx="1" cy="33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69" name=""/>
              <p:cNvSpPr/>
              <p:nvPr/>
            </p:nvSpPr>
            <p:spPr>
              <a:xfrm rot="0" flipV="1">
                <a:off x="1100" y="1504"/>
                <a:ext cx="1" cy="22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0" name=""/>
              <p:cNvSpPr/>
              <p:nvPr/>
            </p:nvSpPr>
            <p:spPr>
              <a:xfrm rot="0" flipH="1">
                <a:off x="1075" y="1764"/>
                <a:ext cx="2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1" name=""/>
              <p:cNvSpPr/>
              <p:nvPr/>
            </p:nvSpPr>
            <p:spPr>
              <a:xfrm rot="0" flipH="1">
                <a:off x="1025" y="1764"/>
                <a:ext cx="34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2" name=""/>
              <p:cNvSpPr/>
              <p:nvPr/>
            </p:nvSpPr>
            <p:spPr>
              <a:xfrm rot="0" flipH="1">
                <a:off x="976" y="1764"/>
                <a:ext cx="3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3" name=""/>
              <p:cNvSpPr/>
              <p:nvPr/>
            </p:nvSpPr>
            <p:spPr>
              <a:xfrm rot="0" flipH="1">
                <a:off x="926" y="1764"/>
                <a:ext cx="3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4" name=""/>
              <p:cNvSpPr/>
              <p:nvPr/>
            </p:nvSpPr>
            <p:spPr>
              <a:xfrm rot="0" flipH="1">
                <a:off x="877" y="1764"/>
                <a:ext cx="3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5" name=""/>
              <p:cNvSpPr/>
              <p:nvPr/>
            </p:nvSpPr>
            <p:spPr>
              <a:xfrm rot="0" flipH="1">
                <a:off x="827" y="1764"/>
                <a:ext cx="3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6" name=""/>
              <p:cNvSpPr/>
              <p:nvPr/>
            </p:nvSpPr>
            <p:spPr>
              <a:xfrm rot="0" flipH="1">
                <a:off x="778" y="1764"/>
                <a:ext cx="3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7" name=""/>
              <p:cNvSpPr/>
              <p:nvPr/>
            </p:nvSpPr>
            <p:spPr>
              <a:xfrm rot="0" flipH="1">
                <a:off x="728" y="1764"/>
                <a:ext cx="33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8" name=""/>
              <p:cNvSpPr/>
              <p:nvPr/>
            </p:nvSpPr>
            <p:spPr>
              <a:xfrm rot="0" flipH="1">
                <a:off x="679" y="1764"/>
                <a:ext cx="32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79" name=""/>
              <p:cNvSpPr/>
              <p:nvPr/>
            </p:nvSpPr>
            <p:spPr>
              <a:xfrm rot="0" flipH="1">
                <a:off x="637" y="1764"/>
                <a:ext cx="25" cy="1"/>
              </a:xfrm>
              <a:prstGeom prst="line"/>
              <a:solidFill>
                <a:srgbClr val="FFFFFF"/>
              </a:solidFill>
              <a:ln w="0" cap="flat" cmpd="sng">
                <a:solidFill>
                  <a:srgbClr val="000000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645" name=""/>
            <p:cNvGrpSpPr/>
            <p:nvPr/>
          </p:nvGrpSpPr>
          <p:grpSpPr>
            <a:xfrm rot="0">
              <a:off x="308" y="1492"/>
              <a:ext cx="3862" cy="2080"/>
              <a:chOff x="308" y="1492"/>
              <a:chExt cx="3862" cy="2080"/>
            </a:xfrm>
          </p:grpSpPr>
          <p:sp>
            <p:nvSpPr>
              <p:cNvPr id="1089580" name=""/>
              <p:cNvSpPr/>
              <p:nvPr/>
            </p:nvSpPr>
            <p:spPr>
              <a:xfrm rot="0">
                <a:off x="4149" y="1602"/>
                <a:ext cx="21" cy="15"/>
              </a:xfrm>
              <a:custGeom>
                <a:avLst/>
                <a:ahLst/>
                <a:rect l="0" t="0" r="r" b="b"/>
                <a:pathLst>
                  <a:path w="86" h="60">
                    <a:moveTo>
                      <a:pt x="42" y="16"/>
                    </a:moveTo>
                    <a:lnTo>
                      <a:pt x="84" y="0"/>
                    </a:lnTo>
                    <a:lnTo>
                      <a:pt x="86" y="11"/>
                    </a:lnTo>
                    <a:lnTo>
                      <a:pt x="86" y="23"/>
                    </a:lnTo>
                    <a:lnTo>
                      <a:pt x="82" y="34"/>
                    </a:lnTo>
                    <a:lnTo>
                      <a:pt x="77" y="44"/>
                    </a:lnTo>
                    <a:lnTo>
                      <a:pt x="69" y="52"/>
                    </a:lnTo>
                    <a:lnTo>
                      <a:pt x="58" y="57"/>
                    </a:lnTo>
                    <a:lnTo>
                      <a:pt x="47" y="60"/>
                    </a:lnTo>
                    <a:lnTo>
                      <a:pt x="35" y="60"/>
                    </a:lnTo>
                    <a:lnTo>
                      <a:pt x="23" y="56"/>
                    </a:lnTo>
                    <a:lnTo>
                      <a:pt x="14" y="50"/>
                    </a:lnTo>
                    <a:lnTo>
                      <a:pt x="6" y="42"/>
                    </a:lnTo>
                    <a:lnTo>
                      <a:pt x="0" y="32"/>
                    </a:lnTo>
                    <a:lnTo>
                      <a:pt x="42" y="1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81" name=""/>
              <p:cNvSpPr/>
              <p:nvPr/>
            </p:nvSpPr>
            <p:spPr>
              <a:xfrm rot="0">
                <a:off x="4149" y="1602"/>
                <a:ext cx="21" cy="15"/>
              </a:xfrm>
              <a:custGeom>
                <a:avLst/>
                <a:ahLst/>
                <a:rect l="0" t="0" r="r" b="b"/>
                <a:pathLst>
                  <a:path w="86" h="60">
                    <a:moveTo>
                      <a:pt x="84" y="0"/>
                    </a:moveTo>
                    <a:lnTo>
                      <a:pt x="86" y="11"/>
                    </a:lnTo>
                    <a:lnTo>
                      <a:pt x="86" y="23"/>
                    </a:lnTo>
                    <a:lnTo>
                      <a:pt x="82" y="34"/>
                    </a:lnTo>
                    <a:lnTo>
                      <a:pt x="77" y="44"/>
                    </a:lnTo>
                    <a:lnTo>
                      <a:pt x="69" y="52"/>
                    </a:lnTo>
                    <a:lnTo>
                      <a:pt x="58" y="57"/>
                    </a:lnTo>
                    <a:lnTo>
                      <a:pt x="47" y="60"/>
                    </a:lnTo>
                    <a:lnTo>
                      <a:pt x="35" y="60"/>
                    </a:lnTo>
                    <a:lnTo>
                      <a:pt x="23" y="56"/>
                    </a:lnTo>
                    <a:lnTo>
                      <a:pt x="14" y="50"/>
                    </a:lnTo>
                    <a:lnTo>
                      <a:pt x="6" y="42"/>
                    </a:lnTo>
                    <a:lnTo>
                      <a:pt x="0" y="3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82" name=""/>
              <p:cNvSpPr/>
              <p:nvPr/>
            </p:nvSpPr>
            <p:spPr>
              <a:xfrm rot="0">
                <a:off x="1349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83" name=""/>
              <p:cNvSpPr/>
              <p:nvPr/>
            </p:nvSpPr>
            <p:spPr>
              <a:xfrm rot="0">
                <a:off x="1349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84" name=""/>
              <p:cNvSpPr/>
              <p:nvPr/>
            </p:nvSpPr>
            <p:spPr>
              <a:xfrm rot="0">
                <a:off x="1349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85" name=""/>
              <p:cNvSpPr/>
              <p:nvPr/>
            </p:nvSpPr>
            <p:spPr>
              <a:xfrm rot="0">
                <a:off x="1349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86" name=""/>
              <p:cNvSpPr/>
              <p:nvPr/>
            </p:nvSpPr>
            <p:spPr>
              <a:xfrm rot="0">
                <a:off x="1349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87" name=""/>
              <p:cNvSpPr/>
              <p:nvPr/>
            </p:nvSpPr>
            <p:spPr>
              <a:xfrm rot="0">
                <a:off x="1349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88" name=""/>
              <p:cNvSpPr/>
              <p:nvPr/>
            </p:nvSpPr>
            <p:spPr>
              <a:xfrm rot="0">
                <a:off x="926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2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5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89" name=""/>
              <p:cNvSpPr/>
              <p:nvPr/>
            </p:nvSpPr>
            <p:spPr>
              <a:xfrm rot="0">
                <a:off x="926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2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5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90" name=""/>
              <p:cNvSpPr/>
              <p:nvPr/>
            </p:nvSpPr>
            <p:spPr>
              <a:xfrm rot="0">
                <a:off x="937" y="3549"/>
                <a:ext cx="423" cy="23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91" name=""/>
              <p:cNvSpPr/>
              <p:nvPr/>
            </p:nvSpPr>
            <p:spPr>
              <a:xfrm rot="0">
                <a:off x="937" y="3549"/>
                <a:ext cx="423" cy="23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92" name=""/>
              <p:cNvSpPr/>
              <p:nvPr/>
            </p:nvSpPr>
            <p:spPr>
              <a:xfrm rot="0">
                <a:off x="1360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93" name=""/>
              <p:cNvSpPr/>
              <p:nvPr/>
            </p:nvSpPr>
            <p:spPr>
              <a:xfrm rot="0">
                <a:off x="1360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94" name=""/>
              <p:cNvSpPr/>
              <p:nvPr/>
            </p:nvSpPr>
            <p:spPr>
              <a:xfrm rot="0">
                <a:off x="926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6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2" y="31"/>
                    </a:lnTo>
                    <a:lnTo>
                      <a:pt x="5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95" name=""/>
              <p:cNvSpPr/>
              <p:nvPr/>
            </p:nvSpPr>
            <p:spPr>
              <a:xfrm rot="0">
                <a:off x="926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6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2" y="31"/>
                    </a:lnTo>
                    <a:lnTo>
                      <a:pt x="5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96" name=""/>
              <p:cNvSpPr/>
              <p:nvPr/>
            </p:nvSpPr>
            <p:spPr>
              <a:xfrm rot="0">
                <a:off x="926" y="3451"/>
                <a:ext cx="22" cy="110"/>
              </a:xfrm>
              <a:custGeom>
                <a:avLst/>
                <a:ahLst/>
                <a:rect l="0" t="0" r="r" b="b"/>
                <a:pathLst>
                  <a:path w="89" h="440">
                    <a:moveTo>
                      <a:pt x="0" y="440"/>
                    </a:moveTo>
                    <a:lnTo>
                      <a:pt x="44" y="440"/>
                    </a:lnTo>
                    <a:lnTo>
                      <a:pt x="89" y="440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4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97" name=""/>
              <p:cNvSpPr/>
              <p:nvPr/>
            </p:nvSpPr>
            <p:spPr>
              <a:xfrm rot="0">
                <a:off x="926" y="3451"/>
                <a:ext cx="22" cy="110"/>
              </a:xfrm>
              <a:custGeom>
                <a:avLst/>
                <a:ahLst/>
                <a:rect l="0" t="0" r="r" b="b"/>
                <a:pathLst>
                  <a:path w="89" h="440">
                    <a:moveTo>
                      <a:pt x="0" y="440"/>
                    </a:moveTo>
                    <a:lnTo>
                      <a:pt x="44" y="440"/>
                    </a:lnTo>
                    <a:lnTo>
                      <a:pt x="89" y="440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4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598" name=""/>
              <p:cNvSpPr/>
              <p:nvPr/>
            </p:nvSpPr>
            <p:spPr>
              <a:xfrm rot="0">
                <a:off x="926" y="3439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6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599" name=""/>
              <p:cNvSpPr/>
              <p:nvPr/>
            </p:nvSpPr>
            <p:spPr>
              <a:xfrm rot="0">
                <a:off x="926" y="3439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6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00" name=""/>
              <p:cNvSpPr/>
              <p:nvPr/>
            </p:nvSpPr>
            <p:spPr>
              <a:xfrm rot="0">
                <a:off x="1100" y="3439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01" name=""/>
              <p:cNvSpPr/>
              <p:nvPr/>
            </p:nvSpPr>
            <p:spPr>
              <a:xfrm rot="0">
                <a:off x="1100" y="3439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02" name=""/>
              <p:cNvSpPr/>
              <p:nvPr/>
            </p:nvSpPr>
            <p:spPr>
              <a:xfrm rot="0">
                <a:off x="937" y="3439"/>
                <a:ext cx="163" cy="23"/>
              </a:xfrm>
              <a:custGeom>
                <a:avLst/>
                <a:ahLst/>
                <a:rect l="0" t="0" r="r" b="b"/>
                <a:pathLst>
                  <a:path w="651" h="89">
                    <a:moveTo>
                      <a:pt x="651" y="89"/>
                    </a:moveTo>
                    <a:lnTo>
                      <a:pt x="651" y="45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1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03" name=""/>
              <p:cNvSpPr/>
              <p:nvPr/>
            </p:nvSpPr>
            <p:spPr>
              <a:xfrm rot="0">
                <a:off x="937" y="3439"/>
                <a:ext cx="163" cy="23"/>
              </a:xfrm>
              <a:custGeom>
                <a:avLst/>
                <a:ahLst/>
                <a:rect l="0" t="0" r="r" b="b"/>
                <a:pathLst>
                  <a:path w="651" h="89">
                    <a:moveTo>
                      <a:pt x="651" y="89"/>
                    </a:moveTo>
                    <a:lnTo>
                      <a:pt x="651" y="45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1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04" name=""/>
              <p:cNvSpPr/>
              <p:nvPr/>
            </p:nvSpPr>
            <p:spPr>
              <a:xfrm rot="0">
                <a:off x="926" y="3439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05" name=""/>
              <p:cNvSpPr/>
              <p:nvPr/>
            </p:nvSpPr>
            <p:spPr>
              <a:xfrm rot="0">
                <a:off x="926" y="3439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06" name=""/>
              <p:cNvSpPr/>
              <p:nvPr/>
            </p:nvSpPr>
            <p:spPr>
              <a:xfrm rot="0">
                <a:off x="1089" y="34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3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07" name=""/>
              <p:cNvSpPr/>
              <p:nvPr/>
            </p:nvSpPr>
            <p:spPr>
              <a:xfrm rot="0">
                <a:off x="1089" y="34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3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08" name=""/>
              <p:cNvSpPr/>
              <p:nvPr/>
            </p:nvSpPr>
            <p:spPr>
              <a:xfrm rot="0">
                <a:off x="1089" y="2889"/>
                <a:ext cx="22" cy="562"/>
              </a:xfrm>
              <a:custGeom>
                <a:avLst/>
                <a:ahLst/>
                <a:rect l="0" t="0" r="r" b="b"/>
                <a:pathLst>
                  <a:path w="89" h="2246">
                    <a:moveTo>
                      <a:pt x="0" y="2246"/>
                    </a:moveTo>
                    <a:lnTo>
                      <a:pt x="44" y="2246"/>
                    </a:lnTo>
                    <a:lnTo>
                      <a:pt x="89" y="2246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22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09" name=""/>
              <p:cNvSpPr/>
              <p:nvPr/>
            </p:nvSpPr>
            <p:spPr>
              <a:xfrm rot="0">
                <a:off x="1089" y="2889"/>
                <a:ext cx="22" cy="562"/>
              </a:xfrm>
              <a:custGeom>
                <a:avLst/>
                <a:ahLst/>
                <a:rect l="0" t="0" r="r" b="b"/>
                <a:pathLst>
                  <a:path w="89" h="2246">
                    <a:moveTo>
                      <a:pt x="0" y="2246"/>
                    </a:moveTo>
                    <a:lnTo>
                      <a:pt x="44" y="2246"/>
                    </a:lnTo>
                    <a:lnTo>
                      <a:pt x="89" y="2246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22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10" name=""/>
              <p:cNvSpPr/>
              <p:nvPr/>
            </p:nvSpPr>
            <p:spPr>
              <a:xfrm rot="0">
                <a:off x="1089" y="2878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11" name=""/>
              <p:cNvSpPr/>
              <p:nvPr/>
            </p:nvSpPr>
            <p:spPr>
              <a:xfrm rot="0">
                <a:off x="1089" y="2878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12" name=""/>
              <p:cNvSpPr/>
              <p:nvPr/>
            </p:nvSpPr>
            <p:spPr>
              <a:xfrm rot="0">
                <a:off x="1100" y="2878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13" name=""/>
              <p:cNvSpPr/>
              <p:nvPr/>
            </p:nvSpPr>
            <p:spPr>
              <a:xfrm rot="0">
                <a:off x="1100" y="2878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14" name=""/>
              <p:cNvSpPr/>
              <p:nvPr/>
            </p:nvSpPr>
            <p:spPr>
              <a:xfrm rot="0">
                <a:off x="937" y="2878"/>
                <a:ext cx="163" cy="22"/>
              </a:xfrm>
              <a:custGeom>
                <a:avLst/>
                <a:ahLst/>
                <a:rect l="0" t="0" r="r" b="b"/>
                <a:pathLst>
                  <a:path w="651" h="89">
                    <a:moveTo>
                      <a:pt x="651" y="89"/>
                    </a:moveTo>
                    <a:lnTo>
                      <a:pt x="651" y="45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1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15" name=""/>
              <p:cNvSpPr/>
              <p:nvPr/>
            </p:nvSpPr>
            <p:spPr>
              <a:xfrm rot="0">
                <a:off x="937" y="2878"/>
                <a:ext cx="163" cy="22"/>
              </a:xfrm>
              <a:custGeom>
                <a:avLst/>
                <a:ahLst/>
                <a:rect l="0" t="0" r="r" b="b"/>
                <a:pathLst>
                  <a:path w="651" h="89">
                    <a:moveTo>
                      <a:pt x="651" y="89"/>
                    </a:moveTo>
                    <a:lnTo>
                      <a:pt x="651" y="45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1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16" name=""/>
              <p:cNvSpPr/>
              <p:nvPr/>
            </p:nvSpPr>
            <p:spPr>
              <a:xfrm rot="0">
                <a:off x="926" y="2878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17" name=""/>
              <p:cNvSpPr/>
              <p:nvPr/>
            </p:nvSpPr>
            <p:spPr>
              <a:xfrm rot="0">
                <a:off x="926" y="2878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18" name=""/>
              <p:cNvSpPr/>
              <p:nvPr/>
            </p:nvSpPr>
            <p:spPr>
              <a:xfrm rot="0">
                <a:off x="926" y="2889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6" y="12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2" y="31"/>
                    </a:lnTo>
                    <a:lnTo>
                      <a:pt x="5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19" name=""/>
              <p:cNvSpPr/>
              <p:nvPr/>
            </p:nvSpPr>
            <p:spPr>
              <a:xfrm rot="0">
                <a:off x="926" y="2889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6" y="12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2" y="31"/>
                    </a:lnTo>
                    <a:lnTo>
                      <a:pt x="5" y="22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20" name=""/>
              <p:cNvSpPr/>
              <p:nvPr/>
            </p:nvSpPr>
            <p:spPr>
              <a:xfrm rot="0">
                <a:off x="926" y="2779"/>
                <a:ext cx="22" cy="110"/>
              </a:xfrm>
              <a:custGeom>
                <a:avLst/>
                <a:ahLst/>
                <a:rect l="0" t="0" r="r" b="b"/>
                <a:pathLst>
                  <a:path w="89" h="439">
                    <a:moveTo>
                      <a:pt x="0" y="439"/>
                    </a:moveTo>
                    <a:lnTo>
                      <a:pt x="44" y="439"/>
                    </a:lnTo>
                    <a:lnTo>
                      <a:pt x="89" y="439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3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21" name=""/>
              <p:cNvSpPr/>
              <p:nvPr/>
            </p:nvSpPr>
            <p:spPr>
              <a:xfrm rot="0">
                <a:off x="926" y="2779"/>
                <a:ext cx="22" cy="110"/>
              </a:xfrm>
              <a:custGeom>
                <a:avLst/>
                <a:ahLst/>
                <a:rect l="0" t="0" r="r" b="b"/>
                <a:pathLst>
                  <a:path w="89" h="439">
                    <a:moveTo>
                      <a:pt x="0" y="439"/>
                    </a:moveTo>
                    <a:lnTo>
                      <a:pt x="44" y="439"/>
                    </a:lnTo>
                    <a:lnTo>
                      <a:pt x="89" y="439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3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22" name=""/>
              <p:cNvSpPr/>
              <p:nvPr/>
            </p:nvSpPr>
            <p:spPr>
              <a:xfrm rot="0">
                <a:off x="926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5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6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23" name=""/>
              <p:cNvSpPr/>
              <p:nvPr/>
            </p:nvSpPr>
            <p:spPr>
              <a:xfrm rot="0">
                <a:off x="926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5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6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24" name=""/>
              <p:cNvSpPr/>
              <p:nvPr/>
            </p:nvSpPr>
            <p:spPr>
              <a:xfrm rot="0">
                <a:off x="1360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25" name=""/>
              <p:cNvSpPr/>
              <p:nvPr/>
            </p:nvSpPr>
            <p:spPr>
              <a:xfrm rot="0">
                <a:off x="1360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26" name=""/>
              <p:cNvSpPr/>
              <p:nvPr/>
            </p:nvSpPr>
            <p:spPr>
              <a:xfrm rot="0">
                <a:off x="937" y="2768"/>
                <a:ext cx="423" cy="22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1693" y="90"/>
                    </a:move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27" name=""/>
              <p:cNvSpPr/>
              <p:nvPr/>
            </p:nvSpPr>
            <p:spPr>
              <a:xfrm rot="0">
                <a:off x="937" y="2768"/>
                <a:ext cx="423" cy="22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1693" y="90"/>
                    </a:move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28" name=""/>
              <p:cNvSpPr/>
              <p:nvPr/>
            </p:nvSpPr>
            <p:spPr>
              <a:xfrm rot="0">
                <a:off x="926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2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5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29" name=""/>
              <p:cNvSpPr/>
              <p:nvPr/>
            </p:nvSpPr>
            <p:spPr>
              <a:xfrm rot="0">
                <a:off x="926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2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5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30" name=""/>
              <p:cNvSpPr/>
              <p:nvPr/>
            </p:nvSpPr>
            <p:spPr>
              <a:xfrm rot="0">
                <a:off x="626" y="3030"/>
                <a:ext cx="16" cy="21"/>
              </a:xfrm>
              <a:custGeom>
                <a:avLst/>
                <a:ahLst/>
                <a:rect l="0" t="0" r="r" b="b"/>
                <a:pathLst>
                  <a:path w="63" h="83">
                    <a:moveTo>
                      <a:pt x="44" y="39"/>
                    </a:moveTo>
                    <a:lnTo>
                      <a:pt x="63" y="78"/>
                    </a:lnTo>
                    <a:lnTo>
                      <a:pt x="53" y="83"/>
                    </a:lnTo>
                    <a:lnTo>
                      <a:pt x="41" y="83"/>
                    </a:lnTo>
                    <a:lnTo>
                      <a:pt x="30" y="82"/>
                    </a:lnTo>
                    <a:lnTo>
                      <a:pt x="19" y="76"/>
                    </a:lnTo>
                    <a:lnTo>
                      <a:pt x="10" y="69"/>
                    </a:lnTo>
                    <a:lnTo>
                      <a:pt x="4" y="59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1" y="25"/>
                    </a:lnTo>
                    <a:lnTo>
                      <a:pt x="6" y="15"/>
                    </a:lnTo>
                    <a:lnTo>
                      <a:pt x="13" y="5"/>
                    </a:lnTo>
                    <a:lnTo>
                      <a:pt x="24" y="0"/>
                    </a:lnTo>
                    <a:lnTo>
                      <a:pt x="44" y="3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31" name=""/>
              <p:cNvSpPr/>
              <p:nvPr/>
            </p:nvSpPr>
            <p:spPr>
              <a:xfrm rot="0">
                <a:off x="626" y="3030"/>
                <a:ext cx="16" cy="21"/>
              </a:xfrm>
              <a:custGeom>
                <a:avLst/>
                <a:ahLst/>
                <a:rect l="0" t="0" r="r" b="b"/>
                <a:pathLst>
                  <a:path w="63" h="83">
                    <a:moveTo>
                      <a:pt x="63" y="78"/>
                    </a:moveTo>
                    <a:lnTo>
                      <a:pt x="53" y="83"/>
                    </a:lnTo>
                    <a:lnTo>
                      <a:pt x="41" y="83"/>
                    </a:lnTo>
                    <a:lnTo>
                      <a:pt x="30" y="82"/>
                    </a:lnTo>
                    <a:lnTo>
                      <a:pt x="19" y="76"/>
                    </a:lnTo>
                    <a:lnTo>
                      <a:pt x="10" y="69"/>
                    </a:lnTo>
                    <a:lnTo>
                      <a:pt x="4" y="59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1" y="25"/>
                    </a:lnTo>
                    <a:lnTo>
                      <a:pt x="6" y="15"/>
                    </a:lnTo>
                    <a:lnTo>
                      <a:pt x="13" y="5"/>
                    </a:lnTo>
                    <a:lnTo>
                      <a:pt x="2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32" name=""/>
              <p:cNvSpPr/>
              <p:nvPr/>
            </p:nvSpPr>
            <p:spPr>
              <a:xfrm rot="0">
                <a:off x="632" y="2879"/>
                <a:ext cx="310" cy="171"/>
              </a:xfrm>
              <a:custGeom>
                <a:avLst/>
                <a:ahLst/>
                <a:rect l="0" t="0" r="r" b="b"/>
                <a:pathLst>
                  <a:path w="1238" h="680">
                    <a:moveTo>
                      <a:pt x="0" y="602"/>
                    </a:moveTo>
                    <a:lnTo>
                      <a:pt x="20" y="641"/>
                    </a:lnTo>
                    <a:lnTo>
                      <a:pt x="39" y="680"/>
                    </a:lnTo>
                    <a:lnTo>
                      <a:pt x="1238" y="79"/>
                    </a:lnTo>
                    <a:lnTo>
                      <a:pt x="1219" y="39"/>
                    </a:lnTo>
                    <a:lnTo>
                      <a:pt x="1199" y="0"/>
                    </a:lnTo>
                    <a:lnTo>
                      <a:pt x="0" y="60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33" name=""/>
              <p:cNvSpPr/>
              <p:nvPr/>
            </p:nvSpPr>
            <p:spPr>
              <a:xfrm rot="0">
                <a:off x="632" y="2879"/>
                <a:ext cx="310" cy="171"/>
              </a:xfrm>
              <a:custGeom>
                <a:avLst/>
                <a:ahLst/>
                <a:rect l="0" t="0" r="r" b="b"/>
                <a:pathLst>
                  <a:path w="1238" h="680">
                    <a:moveTo>
                      <a:pt x="0" y="602"/>
                    </a:moveTo>
                    <a:lnTo>
                      <a:pt x="20" y="641"/>
                    </a:lnTo>
                    <a:lnTo>
                      <a:pt x="39" y="680"/>
                    </a:lnTo>
                    <a:lnTo>
                      <a:pt x="1238" y="79"/>
                    </a:lnTo>
                    <a:lnTo>
                      <a:pt x="1219" y="39"/>
                    </a:lnTo>
                    <a:lnTo>
                      <a:pt x="1199" y="0"/>
                    </a:lnTo>
                    <a:lnTo>
                      <a:pt x="0" y="60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34" name=""/>
              <p:cNvSpPr/>
              <p:nvPr/>
            </p:nvSpPr>
            <p:spPr>
              <a:xfrm rot="0">
                <a:off x="932" y="2878"/>
                <a:ext cx="16" cy="21"/>
              </a:xfrm>
              <a:custGeom>
                <a:avLst/>
                <a:ahLst/>
                <a:rect l="0" t="0" r="r" b="b"/>
                <a:pathLst>
                  <a:path w="64" h="84">
                    <a:moveTo>
                      <a:pt x="20" y="44"/>
                    </a:moveTo>
                    <a:lnTo>
                      <a:pt x="0" y="5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3" y="1"/>
                    </a:lnTo>
                    <a:lnTo>
                      <a:pt x="44" y="7"/>
                    </a:lnTo>
                    <a:lnTo>
                      <a:pt x="53" y="14"/>
                    </a:lnTo>
                    <a:lnTo>
                      <a:pt x="59" y="25"/>
                    </a:lnTo>
                    <a:lnTo>
                      <a:pt x="64" y="35"/>
                    </a:lnTo>
                    <a:lnTo>
                      <a:pt x="64" y="47"/>
                    </a:lnTo>
                    <a:lnTo>
                      <a:pt x="62" y="58"/>
                    </a:lnTo>
                    <a:lnTo>
                      <a:pt x="57" y="69"/>
                    </a:lnTo>
                    <a:lnTo>
                      <a:pt x="50" y="78"/>
                    </a:lnTo>
                    <a:lnTo>
                      <a:pt x="39" y="84"/>
                    </a:lnTo>
                    <a:lnTo>
                      <a:pt x="20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35" name=""/>
              <p:cNvSpPr/>
              <p:nvPr/>
            </p:nvSpPr>
            <p:spPr>
              <a:xfrm rot="0">
                <a:off x="932" y="2878"/>
                <a:ext cx="16" cy="21"/>
              </a:xfrm>
              <a:custGeom>
                <a:avLst/>
                <a:ahLst/>
                <a:rect l="0" t="0" r="r" b="b"/>
                <a:pathLst>
                  <a:path w="64" h="84">
                    <a:moveTo>
                      <a:pt x="0" y="5"/>
                    </a:moveTo>
                    <a:lnTo>
                      <a:pt x="10" y="0"/>
                    </a:lnTo>
                    <a:lnTo>
                      <a:pt x="22" y="0"/>
                    </a:lnTo>
                    <a:lnTo>
                      <a:pt x="33" y="1"/>
                    </a:lnTo>
                    <a:lnTo>
                      <a:pt x="44" y="7"/>
                    </a:lnTo>
                    <a:lnTo>
                      <a:pt x="53" y="14"/>
                    </a:lnTo>
                    <a:lnTo>
                      <a:pt x="59" y="25"/>
                    </a:lnTo>
                    <a:lnTo>
                      <a:pt x="64" y="35"/>
                    </a:lnTo>
                    <a:lnTo>
                      <a:pt x="64" y="47"/>
                    </a:lnTo>
                    <a:lnTo>
                      <a:pt x="62" y="58"/>
                    </a:lnTo>
                    <a:lnTo>
                      <a:pt x="57" y="69"/>
                    </a:lnTo>
                    <a:lnTo>
                      <a:pt x="50" y="78"/>
                    </a:lnTo>
                    <a:lnTo>
                      <a:pt x="39" y="84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36" name=""/>
              <p:cNvSpPr/>
              <p:nvPr/>
            </p:nvSpPr>
            <p:spPr>
              <a:xfrm rot="0">
                <a:off x="626" y="3300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6" y="12"/>
                    </a:lnTo>
                    <a:lnTo>
                      <a:pt x="82" y="22"/>
                    </a:lnTo>
                    <a:lnTo>
                      <a:pt x="75" y="32"/>
                    </a:lnTo>
                    <a:lnTo>
                      <a:pt x="65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2" y="32"/>
                    </a:lnTo>
                    <a:lnTo>
                      <a:pt x="5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37" name=""/>
              <p:cNvSpPr/>
              <p:nvPr/>
            </p:nvSpPr>
            <p:spPr>
              <a:xfrm rot="0">
                <a:off x="626" y="3300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6" y="12"/>
                    </a:lnTo>
                    <a:lnTo>
                      <a:pt x="82" y="22"/>
                    </a:lnTo>
                    <a:lnTo>
                      <a:pt x="75" y="32"/>
                    </a:lnTo>
                    <a:lnTo>
                      <a:pt x="65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2" y="32"/>
                    </a:lnTo>
                    <a:lnTo>
                      <a:pt x="5" y="22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38" name=""/>
              <p:cNvSpPr/>
              <p:nvPr/>
            </p:nvSpPr>
            <p:spPr>
              <a:xfrm rot="0">
                <a:off x="626" y="3040"/>
                <a:ext cx="22" cy="260"/>
              </a:xfrm>
              <a:custGeom>
                <a:avLst/>
                <a:ahLst/>
                <a:rect l="0" t="0" r="r" b="b"/>
                <a:pathLst>
                  <a:path w="89" h="1042">
                    <a:moveTo>
                      <a:pt x="0" y="1042"/>
                    </a:moveTo>
                    <a:lnTo>
                      <a:pt x="44" y="1042"/>
                    </a:lnTo>
                    <a:lnTo>
                      <a:pt x="89" y="104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04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39" name=""/>
              <p:cNvSpPr/>
              <p:nvPr/>
            </p:nvSpPr>
            <p:spPr>
              <a:xfrm rot="0">
                <a:off x="626" y="3040"/>
                <a:ext cx="22" cy="260"/>
              </a:xfrm>
              <a:custGeom>
                <a:avLst/>
                <a:ahLst/>
                <a:rect l="0" t="0" r="r" b="b"/>
                <a:pathLst>
                  <a:path w="89" h="1042">
                    <a:moveTo>
                      <a:pt x="0" y="1042"/>
                    </a:moveTo>
                    <a:lnTo>
                      <a:pt x="44" y="1042"/>
                    </a:lnTo>
                    <a:lnTo>
                      <a:pt x="89" y="104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04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40" name=""/>
              <p:cNvSpPr/>
              <p:nvPr/>
            </p:nvSpPr>
            <p:spPr>
              <a:xfrm rot="0">
                <a:off x="626" y="3028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5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6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41" name=""/>
              <p:cNvSpPr/>
              <p:nvPr/>
            </p:nvSpPr>
            <p:spPr>
              <a:xfrm rot="0">
                <a:off x="626" y="3028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5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6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42" name=""/>
              <p:cNvSpPr/>
              <p:nvPr/>
            </p:nvSpPr>
            <p:spPr>
              <a:xfrm rot="0">
                <a:off x="932" y="3441"/>
                <a:ext cx="16" cy="21"/>
              </a:xfrm>
              <a:custGeom>
                <a:avLst/>
                <a:ahLst/>
                <a:rect l="0" t="0" r="r" b="b"/>
                <a:pathLst>
                  <a:path w="64" h="83">
                    <a:moveTo>
                      <a:pt x="20" y="39"/>
                    </a:moveTo>
                    <a:lnTo>
                      <a:pt x="39" y="0"/>
                    </a:lnTo>
                    <a:lnTo>
                      <a:pt x="50" y="5"/>
                    </a:lnTo>
                    <a:lnTo>
                      <a:pt x="57" y="15"/>
                    </a:lnTo>
                    <a:lnTo>
                      <a:pt x="62" y="25"/>
                    </a:lnTo>
                    <a:lnTo>
                      <a:pt x="64" y="37"/>
                    </a:lnTo>
                    <a:lnTo>
                      <a:pt x="64" y="48"/>
                    </a:lnTo>
                    <a:lnTo>
                      <a:pt x="59" y="59"/>
                    </a:lnTo>
                    <a:lnTo>
                      <a:pt x="53" y="69"/>
                    </a:lnTo>
                    <a:lnTo>
                      <a:pt x="44" y="76"/>
                    </a:lnTo>
                    <a:lnTo>
                      <a:pt x="33" y="82"/>
                    </a:lnTo>
                    <a:lnTo>
                      <a:pt x="22" y="83"/>
                    </a:lnTo>
                    <a:lnTo>
                      <a:pt x="10" y="83"/>
                    </a:lnTo>
                    <a:lnTo>
                      <a:pt x="0" y="78"/>
                    </a:lnTo>
                    <a:lnTo>
                      <a:pt x="20" y="3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43" name=""/>
              <p:cNvSpPr/>
              <p:nvPr/>
            </p:nvSpPr>
            <p:spPr>
              <a:xfrm rot="0">
                <a:off x="932" y="3441"/>
                <a:ext cx="16" cy="21"/>
              </a:xfrm>
              <a:custGeom>
                <a:avLst/>
                <a:ahLst/>
                <a:rect l="0" t="0" r="r" b="b"/>
                <a:pathLst>
                  <a:path w="64" h="83">
                    <a:moveTo>
                      <a:pt x="39" y="0"/>
                    </a:moveTo>
                    <a:lnTo>
                      <a:pt x="50" y="5"/>
                    </a:lnTo>
                    <a:lnTo>
                      <a:pt x="57" y="15"/>
                    </a:lnTo>
                    <a:lnTo>
                      <a:pt x="62" y="25"/>
                    </a:lnTo>
                    <a:lnTo>
                      <a:pt x="64" y="37"/>
                    </a:lnTo>
                    <a:lnTo>
                      <a:pt x="64" y="48"/>
                    </a:lnTo>
                    <a:lnTo>
                      <a:pt x="59" y="59"/>
                    </a:lnTo>
                    <a:lnTo>
                      <a:pt x="53" y="69"/>
                    </a:lnTo>
                    <a:lnTo>
                      <a:pt x="44" y="76"/>
                    </a:lnTo>
                    <a:lnTo>
                      <a:pt x="33" y="82"/>
                    </a:lnTo>
                    <a:lnTo>
                      <a:pt x="22" y="83"/>
                    </a:lnTo>
                    <a:lnTo>
                      <a:pt x="10" y="83"/>
                    </a:lnTo>
                    <a:lnTo>
                      <a:pt x="0" y="78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44" name=""/>
              <p:cNvSpPr/>
              <p:nvPr/>
            </p:nvSpPr>
            <p:spPr>
              <a:xfrm rot="0">
                <a:off x="632" y="3290"/>
                <a:ext cx="310" cy="171"/>
              </a:xfrm>
              <a:custGeom>
                <a:avLst/>
                <a:ahLst/>
                <a:rect l="0" t="0" r="r" b="b"/>
                <a:pathLst>
                  <a:path w="1238" h="680">
                    <a:moveTo>
                      <a:pt x="1199" y="680"/>
                    </a:moveTo>
                    <a:lnTo>
                      <a:pt x="1219" y="641"/>
                    </a:lnTo>
                    <a:lnTo>
                      <a:pt x="1238" y="602"/>
                    </a:lnTo>
                    <a:lnTo>
                      <a:pt x="39" y="0"/>
                    </a:lnTo>
                    <a:lnTo>
                      <a:pt x="20" y="39"/>
                    </a:lnTo>
                    <a:lnTo>
                      <a:pt x="0" y="79"/>
                    </a:lnTo>
                    <a:lnTo>
                      <a:pt x="1199" y="68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45" name=""/>
              <p:cNvSpPr/>
              <p:nvPr/>
            </p:nvSpPr>
            <p:spPr>
              <a:xfrm rot="0">
                <a:off x="632" y="3290"/>
                <a:ext cx="310" cy="171"/>
              </a:xfrm>
              <a:custGeom>
                <a:avLst/>
                <a:ahLst/>
                <a:rect l="0" t="0" r="r" b="b"/>
                <a:pathLst>
                  <a:path w="1238" h="680">
                    <a:moveTo>
                      <a:pt x="1199" y="680"/>
                    </a:moveTo>
                    <a:lnTo>
                      <a:pt x="1219" y="641"/>
                    </a:lnTo>
                    <a:lnTo>
                      <a:pt x="1238" y="602"/>
                    </a:lnTo>
                    <a:lnTo>
                      <a:pt x="39" y="0"/>
                    </a:lnTo>
                    <a:lnTo>
                      <a:pt x="20" y="39"/>
                    </a:lnTo>
                    <a:lnTo>
                      <a:pt x="0" y="79"/>
                    </a:lnTo>
                    <a:lnTo>
                      <a:pt x="1199" y="68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46" name=""/>
              <p:cNvSpPr/>
              <p:nvPr/>
            </p:nvSpPr>
            <p:spPr>
              <a:xfrm rot="0">
                <a:off x="626" y="3289"/>
                <a:ext cx="16" cy="21"/>
              </a:xfrm>
              <a:custGeom>
                <a:avLst/>
                <a:ahLst/>
                <a:rect l="0" t="0" r="r" b="b"/>
                <a:pathLst>
                  <a:path w="63" h="84">
                    <a:moveTo>
                      <a:pt x="44" y="44"/>
                    </a:moveTo>
                    <a:lnTo>
                      <a:pt x="24" y="84"/>
                    </a:lnTo>
                    <a:lnTo>
                      <a:pt x="13" y="78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10" y="14"/>
                    </a:lnTo>
                    <a:lnTo>
                      <a:pt x="19" y="7"/>
                    </a:lnTo>
                    <a:lnTo>
                      <a:pt x="30" y="1"/>
                    </a:lnTo>
                    <a:lnTo>
                      <a:pt x="41" y="0"/>
                    </a:lnTo>
                    <a:lnTo>
                      <a:pt x="53" y="0"/>
                    </a:lnTo>
                    <a:lnTo>
                      <a:pt x="63" y="5"/>
                    </a:lnTo>
                    <a:lnTo>
                      <a:pt x="44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47" name=""/>
              <p:cNvSpPr/>
              <p:nvPr/>
            </p:nvSpPr>
            <p:spPr>
              <a:xfrm rot="0">
                <a:off x="626" y="3289"/>
                <a:ext cx="16" cy="21"/>
              </a:xfrm>
              <a:custGeom>
                <a:avLst/>
                <a:ahLst/>
                <a:rect l="0" t="0" r="r" b="b"/>
                <a:pathLst>
                  <a:path w="63" h="84">
                    <a:moveTo>
                      <a:pt x="24" y="84"/>
                    </a:moveTo>
                    <a:lnTo>
                      <a:pt x="13" y="78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10" y="14"/>
                    </a:lnTo>
                    <a:lnTo>
                      <a:pt x="19" y="7"/>
                    </a:lnTo>
                    <a:lnTo>
                      <a:pt x="30" y="1"/>
                    </a:lnTo>
                    <a:lnTo>
                      <a:pt x="41" y="0"/>
                    </a:lnTo>
                    <a:lnTo>
                      <a:pt x="53" y="0"/>
                    </a:lnTo>
                    <a:lnTo>
                      <a:pt x="63" y="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48" name=""/>
              <p:cNvSpPr/>
              <p:nvPr/>
            </p:nvSpPr>
            <p:spPr>
              <a:xfrm rot="0">
                <a:off x="527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49" name=""/>
              <p:cNvSpPr/>
              <p:nvPr/>
            </p:nvSpPr>
            <p:spPr>
              <a:xfrm rot="0">
                <a:off x="527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50" name=""/>
              <p:cNvSpPr/>
              <p:nvPr/>
            </p:nvSpPr>
            <p:spPr>
              <a:xfrm rot="0">
                <a:off x="538" y="3549"/>
                <a:ext cx="399" cy="23"/>
              </a:xfrm>
              <a:custGeom>
                <a:avLst/>
                <a:ahLst/>
                <a:rect l="0" t="0" r="r" b="b"/>
                <a:pathLst>
                  <a:path w="1598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598" y="90"/>
                    </a:lnTo>
                    <a:lnTo>
                      <a:pt x="1598" y="46"/>
                    </a:lnTo>
                    <a:lnTo>
                      <a:pt x="159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51" name=""/>
              <p:cNvSpPr/>
              <p:nvPr/>
            </p:nvSpPr>
            <p:spPr>
              <a:xfrm rot="0">
                <a:off x="538" y="3549"/>
                <a:ext cx="399" cy="23"/>
              </a:xfrm>
              <a:custGeom>
                <a:avLst/>
                <a:ahLst/>
                <a:rect l="0" t="0" r="r" b="b"/>
                <a:pathLst>
                  <a:path w="1598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598" y="90"/>
                    </a:lnTo>
                    <a:lnTo>
                      <a:pt x="1598" y="46"/>
                    </a:lnTo>
                    <a:lnTo>
                      <a:pt x="1598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52" name=""/>
              <p:cNvSpPr/>
              <p:nvPr/>
            </p:nvSpPr>
            <p:spPr>
              <a:xfrm rot="0">
                <a:off x="937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2" y="34"/>
                    </a:lnTo>
                    <a:lnTo>
                      <a:pt x="45" y="46"/>
                    </a:lnTo>
                    <a:lnTo>
                      <a:pt x="42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53" name=""/>
              <p:cNvSpPr/>
              <p:nvPr/>
            </p:nvSpPr>
            <p:spPr>
              <a:xfrm rot="0">
                <a:off x="937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2" y="34"/>
                    </a:lnTo>
                    <a:lnTo>
                      <a:pt x="45" y="46"/>
                    </a:lnTo>
                    <a:lnTo>
                      <a:pt x="42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54" name=""/>
              <p:cNvSpPr/>
              <p:nvPr/>
            </p:nvSpPr>
            <p:spPr>
              <a:xfrm rot="0">
                <a:off x="527" y="3561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44" y="0"/>
                    </a:moveTo>
                    <a:lnTo>
                      <a:pt x="90" y="0"/>
                    </a:ln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55" name=""/>
              <p:cNvSpPr/>
              <p:nvPr/>
            </p:nvSpPr>
            <p:spPr>
              <a:xfrm rot="0">
                <a:off x="527" y="3561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90" y="0"/>
                    </a:move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56" name=""/>
              <p:cNvSpPr/>
              <p:nvPr/>
            </p:nvSpPr>
            <p:spPr>
              <a:xfrm rot="0">
                <a:off x="527" y="2779"/>
                <a:ext cx="22" cy="782"/>
              </a:xfrm>
              <a:custGeom>
                <a:avLst/>
                <a:ahLst/>
                <a:rect l="0" t="0" r="r" b="b"/>
                <a:pathLst>
                  <a:path w="90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90" y="3125"/>
                    </a:lnTo>
                    <a:lnTo>
                      <a:pt x="90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57" name=""/>
              <p:cNvSpPr/>
              <p:nvPr/>
            </p:nvSpPr>
            <p:spPr>
              <a:xfrm rot="0">
                <a:off x="527" y="2779"/>
                <a:ext cx="22" cy="782"/>
              </a:xfrm>
              <a:custGeom>
                <a:avLst/>
                <a:ahLst/>
                <a:rect l="0" t="0" r="r" b="b"/>
                <a:pathLst>
                  <a:path w="90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90" y="3125"/>
                    </a:lnTo>
                    <a:lnTo>
                      <a:pt x="90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58" name=""/>
              <p:cNvSpPr/>
              <p:nvPr/>
            </p:nvSpPr>
            <p:spPr>
              <a:xfrm rot="0">
                <a:off x="527" y="2768"/>
                <a:ext cx="22" cy="11"/>
              </a:xfrm>
              <a:custGeom>
                <a:avLst/>
                <a:ahLst/>
                <a:rect l="0" t="0" r="r" b="b"/>
                <a:pathLst>
                  <a:path w="90" h="46">
                    <a:moveTo>
                      <a:pt x="44" y="46"/>
                    </a:move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3" y="24"/>
                    </a:lnTo>
                    <a:lnTo>
                      <a:pt x="87" y="34"/>
                    </a:lnTo>
                    <a:lnTo>
                      <a:pt x="90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59" name=""/>
              <p:cNvSpPr/>
              <p:nvPr/>
            </p:nvSpPr>
            <p:spPr>
              <a:xfrm rot="0">
                <a:off x="527" y="2768"/>
                <a:ext cx="22" cy="11"/>
              </a:xfrm>
              <a:custGeom>
                <a:avLst/>
                <a:ahLst/>
                <a:rect l="0" t="0" r="r" b="b"/>
                <a:pathLst>
                  <a:path w="90" h="46">
                    <a:moveTo>
                      <a:pt x="0" y="46"/>
                    </a:move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3" y="24"/>
                    </a:lnTo>
                    <a:lnTo>
                      <a:pt x="87" y="34"/>
                    </a:lnTo>
                    <a:lnTo>
                      <a:pt x="90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60" name=""/>
              <p:cNvSpPr/>
              <p:nvPr/>
            </p:nvSpPr>
            <p:spPr>
              <a:xfrm rot="0">
                <a:off x="937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2" y="34"/>
                    </a:lnTo>
                    <a:lnTo>
                      <a:pt x="45" y="46"/>
                    </a:lnTo>
                    <a:lnTo>
                      <a:pt x="42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61" name=""/>
              <p:cNvSpPr/>
              <p:nvPr/>
            </p:nvSpPr>
            <p:spPr>
              <a:xfrm rot="0">
                <a:off x="937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2" y="34"/>
                    </a:lnTo>
                    <a:lnTo>
                      <a:pt x="45" y="46"/>
                    </a:lnTo>
                    <a:lnTo>
                      <a:pt x="42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62" name=""/>
              <p:cNvSpPr/>
              <p:nvPr/>
            </p:nvSpPr>
            <p:spPr>
              <a:xfrm rot="0">
                <a:off x="538" y="2768"/>
                <a:ext cx="399" cy="22"/>
              </a:xfrm>
              <a:custGeom>
                <a:avLst/>
                <a:ahLst/>
                <a:rect l="0" t="0" r="r" b="b"/>
                <a:pathLst>
                  <a:path w="1598" h="90">
                    <a:moveTo>
                      <a:pt x="1598" y="90"/>
                    </a:moveTo>
                    <a:lnTo>
                      <a:pt x="1598" y="46"/>
                    </a:lnTo>
                    <a:lnTo>
                      <a:pt x="1598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598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63" name=""/>
              <p:cNvSpPr/>
              <p:nvPr/>
            </p:nvSpPr>
            <p:spPr>
              <a:xfrm rot="0">
                <a:off x="538" y="2768"/>
                <a:ext cx="399" cy="22"/>
              </a:xfrm>
              <a:custGeom>
                <a:avLst/>
                <a:ahLst/>
                <a:rect l="0" t="0" r="r" b="b"/>
                <a:pathLst>
                  <a:path w="1598" h="90">
                    <a:moveTo>
                      <a:pt x="1598" y="90"/>
                    </a:moveTo>
                    <a:lnTo>
                      <a:pt x="1598" y="46"/>
                    </a:lnTo>
                    <a:lnTo>
                      <a:pt x="1598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598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64" name=""/>
              <p:cNvSpPr/>
              <p:nvPr/>
            </p:nvSpPr>
            <p:spPr>
              <a:xfrm rot="0">
                <a:off x="527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65" name=""/>
              <p:cNvSpPr/>
              <p:nvPr/>
            </p:nvSpPr>
            <p:spPr>
              <a:xfrm rot="0">
                <a:off x="527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66" name=""/>
              <p:cNvSpPr/>
              <p:nvPr/>
            </p:nvSpPr>
            <p:spPr>
              <a:xfrm rot="0">
                <a:off x="1100" y="3028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67" name=""/>
              <p:cNvSpPr/>
              <p:nvPr/>
            </p:nvSpPr>
            <p:spPr>
              <a:xfrm rot="0">
                <a:off x="1100" y="3028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68" name=""/>
              <p:cNvSpPr/>
              <p:nvPr/>
            </p:nvSpPr>
            <p:spPr>
              <a:xfrm rot="0">
                <a:off x="637" y="3028"/>
                <a:ext cx="463" cy="23"/>
              </a:xfrm>
              <a:custGeom>
                <a:avLst/>
                <a:ahLst/>
                <a:rect l="0" t="0" r="r" b="b"/>
                <a:pathLst>
                  <a:path w="1850" h="89">
                    <a:moveTo>
                      <a:pt x="1850" y="89"/>
                    </a:moveTo>
                    <a:lnTo>
                      <a:pt x="1850" y="45"/>
                    </a:lnTo>
                    <a:lnTo>
                      <a:pt x="185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0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69" name=""/>
              <p:cNvSpPr/>
              <p:nvPr/>
            </p:nvSpPr>
            <p:spPr>
              <a:xfrm rot="0">
                <a:off x="637" y="3028"/>
                <a:ext cx="463" cy="23"/>
              </a:xfrm>
              <a:custGeom>
                <a:avLst/>
                <a:ahLst/>
                <a:rect l="0" t="0" r="r" b="b"/>
                <a:pathLst>
                  <a:path w="1850" h="89">
                    <a:moveTo>
                      <a:pt x="1850" y="89"/>
                    </a:moveTo>
                    <a:lnTo>
                      <a:pt x="1850" y="45"/>
                    </a:lnTo>
                    <a:lnTo>
                      <a:pt x="185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70" name=""/>
              <p:cNvSpPr/>
              <p:nvPr/>
            </p:nvSpPr>
            <p:spPr>
              <a:xfrm rot="0">
                <a:off x="626" y="3028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71" name=""/>
              <p:cNvSpPr/>
              <p:nvPr/>
            </p:nvSpPr>
            <p:spPr>
              <a:xfrm rot="0">
                <a:off x="626" y="3028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72" name=""/>
              <p:cNvSpPr/>
              <p:nvPr/>
            </p:nvSpPr>
            <p:spPr>
              <a:xfrm rot="0">
                <a:off x="1100" y="3289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7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73" name=""/>
              <p:cNvSpPr/>
              <p:nvPr/>
            </p:nvSpPr>
            <p:spPr>
              <a:xfrm rot="0">
                <a:off x="1100" y="3289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7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74" name=""/>
              <p:cNvSpPr/>
              <p:nvPr/>
            </p:nvSpPr>
            <p:spPr>
              <a:xfrm rot="0">
                <a:off x="637" y="3289"/>
                <a:ext cx="463" cy="22"/>
              </a:xfrm>
              <a:custGeom>
                <a:avLst/>
                <a:ahLst/>
                <a:rect l="0" t="0" r="r" b="b"/>
                <a:pathLst>
                  <a:path w="1850" h="89">
                    <a:moveTo>
                      <a:pt x="1850" y="89"/>
                    </a:moveTo>
                    <a:lnTo>
                      <a:pt x="1850" y="45"/>
                    </a:lnTo>
                    <a:lnTo>
                      <a:pt x="185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0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75" name=""/>
              <p:cNvSpPr/>
              <p:nvPr/>
            </p:nvSpPr>
            <p:spPr>
              <a:xfrm rot="0">
                <a:off x="637" y="3289"/>
                <a:ext cx="463" cy="22"/>
              </a:xfrm>
              <a:custGeom>
                <a:avLst/>
                <a:ahLst/>
                <a:rect l="0" t="0" r="r" b="b"/>
                <a:pathLst>
                  <a:path w="1850" h="89">
                    <a:moveTo>
                      <a:pt x="1850" y="89"/>
                    </a:moveTo>
                    <a:lnTo>
                      <a:pt x="1850" y="45"/>
                    </a:lnTo>
                    <a:lnTo>
                      <a:pt x="185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76" name=""/>
              <p:cNvSpPr/>
              <p:nvPr/>
            </p:nvSpPr>
            <p:spPr>
              <a:xfrm rot="0">
                <a:off x="626" y="3289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2" y="77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77" name=""/>
              <p:cNvSpPr/>
              <p:nvPr/>
            </p:nvSpPr>
            <p:spPr>
              <a:xfrm rot="0">
                <a:off x="626" y="3289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2" y="77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78" name=""/>
              <p:cNvSpPr/>
              <p:nvPr/>
            </p:nvSpPr>
            <p:spPr>
              <a:xfrm rot="0">
                <a:off x="308" y="3561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44" y="0"/>
                    </a:moveTo>
                    <a:lnTo>
                      <a:pt x="90" y="0"/>
                    </a:ln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79" name=""/>
              <p:cNvSpPr/>
              <p:nvPr/>
            </p:nvSpPr>
            <p:spPr>
              <a:xfrm rot="0">
                <a:off x="308" y="3561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90" y="0"/>
                    </a:move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80" name=""/>
              <p:cNvSpPr/>
              <p:nvPr/>
            </p:nvSpPr>
            <p:spPr>
              <a:xfrm rot="0">
                <a:off x="308" y="2779"/>
                <a:ext cx="22" cy="782"/>
              </a:xfrm>
              <a:custGeom>
                <a:avLst/>
                <a:ahLst/>
                <a:rect l="0" t="0" r="r" b="b"/>
                <a:pathLst>
                  <a:path w="90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90" y="3125"/>
                    </a:lnTo>
                    <a:lnTo>
                      <a:pt x="90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81" name=""/>
              <p:cNvSpPr/>
              <p:nvPr/>
            </p:nvSpPr>
            <p:spPr>
              <a:xfrm rot="0">
                <a:off x="308" y="2779"/>
                <a:ext cx="22" cy="782"/>
              </a:xfrm>
              <a:custGeom>
                <a:avLst/>
                <a:ahLst/>
                <a:rect l="0" t="0" r="r" b="b"/>
                <a:pathLst>
                  <a:path w="90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90" y="3125"/>
                    </a:lnTo>
                    <a:lnTo>
                      <a:pt x="90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82" name=""/>
              <p:cNvSpPr/>
              <p:nvPr/>
            </p:nvSpPr>
            <p:spPr>
              <a:xfrm rot="0">
                <a:off x="308" y="2768"/>
                <a:ext cx="22" cy="11"/>
              </a:xfrm>
              <a:custGeom>
                <a:avLst/>
                <a:ahLst/>
                <a:rect l="0" t="0" r="r" b="b"/>
                <a:pathLst>
                  <a:path w="90" h="46">
                    <a:moveTo>
                      <a:pt x="44" y="46"/>
                    </a:move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3" y="24"/>
                    </a:lnTo>
                    <a:lnTo>
                      <a:pt x="87" y="34"/>
                    </a:lnTo>
                    <a:lnTo>
                      <a:pt x="90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83" name=""/>
              <p:cNvSpPr/>
              <p:nvPr/>
            </p:nvSpPr>
            <p:spPr>
              <a:xfrm rot="0">
                <a:off x="308" y="2768"/>
                <a:ext cx="22" cy="11"/>
              </a:xfrm>
              <a:custGeom>
                <a:avLst/>
                <a:ahLst/>
                <a:rect l="0" t="0" r="r" b="b"/>
                <a:pathLst>
                  <a:path w="90" h="46">
                    <a:moveTo>
                      <a:pt x="0" y="46"/>
                    </a:move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3" y="24"/>
                    </a:lnTo>
                    <a:lnTo>
                      <a:pt x="87" y="34"/>
                    </a:lnTo>
                    <a:lnTo>
                      <a:pt x="90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84" name=""/>
              <p:cNvSpPr/>
              <p:nvPr/>
            </p:nvSpPr>
            <p:spPr>
              <a:xfrm rot="0">
                <a:off x="308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85" name=""/>
              <p:cNvSpPr/>
              <p:nvPr/>
            </p:nvSpPr>
            <p:spPr>
              <a:xfrm rot="0">
                <a:off x="308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86" name=""/>
              <p:cNvSpPr/>
              <p:nvPr/>
            </p:nvSpPr>
            <p:spPr>
              <a:xfrm rot="0">
                <a:off x="319" y="3549"/>
                <a:ext cx="219" cy="23"/>
              </a:xfrm>
              <a:custGeom>
                <a:avLst/>
                <a:ahLst/>
                <a:rect l="0" t="0" r="r" b="b"/>
                <a:pathLst>
                  <a:path w="875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875" y="90"/>
                    </a:lnTo>
                    <a:lnTo>
                      <a:pt x="875" y="46"/>
                    </a:lnTo>
                    <a:lnTo>
                      <a:pt x="87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87" name=""/>
              <p:cNvSpPr/>
              <p:nvPr/>
            </p:nvSpPr>
            <p:spPr>
              <a:xfrm rot="0">
                <a:off x="319" y="3549"/>
                <a:ext cx="219" cy="23"/>
              </a:xfrm>
              <a:custGeom>
                <a:avLst/>
                <a:ahLst/>
                <a:rect l="0" t="0" r="r" b="b"/>
                <a:pathLst>
                  <a:path w="875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875" y="90"/>
                    </a:lnTo>
                    <a:lnTo>
                      <a:pt x="875" y="46"/>
                    </a:lnTo>
                    <a:lnTo>
                      <a:pt x="87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88" name=""/>
              <p:cNvSpPr/>
              <p:nvPr/>
            </p:nvSpPr>
            <p:spPr>
              <a:xfrm rot="0">
                <a:off x="538" y="3549"/>
                <a:ext cx="11" cy="23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89" name=""/>
              <p:cNvSpPr/>
              <p:nvPr/>
            </p:nvSpPr>
            <p:spPr>
              <a:xfrm rot="0">
                <a:off x="538" y="3549"/>
                <a:ext cx="11" cy="23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90" name=""/>
              <p:cNvSpPr/>
              <p:nvPr/>
            </p:nvSpPr>
            <p:spPr>
              <a:xfrm rot="0">
                <a:off x="538" y="2768"/>
                <a:ext cx="11" cy="22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91" name=""/>
              <p:cNvSpPr/>
              <p:nvPr/>
            </p:nvSpPr>
            <p:spPr>
              <a:xfrm rot="0">
                <a:off x="538" y="2768"/>
                <a:ext cx="11" cy="22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92" name=""/>
              <p:cNvSpPr/>
              <p:nvPr/>
            </p:nvSpPr>
            <p:spPr>
              <a:xfrm rot="0">
                <a:off x="319" y="2768"/>
                <a:ext cx="219" cy="22"/>
              </a:xfrm>
              <a:custGeom>
                <a:avLst/>
                <a:ahLst/>
                <a:rect l="0" t="0" r="r" b="b"/>
                <a:pathLst>
                  <a:path w="875" h="90">
                    <a:moveTo>
                      <a:pt x="875" y="90"/>
                    </a:moveTo>
                    <a:lnTo>
                      <a:pt x="875" y="46"/>
                    </a:lnTo>
                    <a:lnTo>
                      <a:pt x="875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875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93" name=""/>
              <p:cNvSpPr/>
              <p:nvPr/>
            </p:nvSpPr>
            <p:spPr>
              <a:xfrm rot="0">
                <a:off x="319" y="2768"/>
                <a:ext cx="219" cy="22"/>
              </a:xfrm>
              <a:custGeom>
                <a:avLst/>
                <a:ahLst/>
                <a:rect l="0" t="0" r="r" b="b"/>
                <a:pathLst>
                  <a:path w="875" h="90">
                    <a:moveTo>
                      <a:pt x="875" y="90"/>
                    </a:moveTo>
                    <a:lnTo>
                      <a:pt x="875" y="46"/>
                    </a:lnTo>
                    <a:lnTo>
                      <a:pt x="875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875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94" name=""/>
              <p:cNvSpPr/>
              <p:nvPr/>
            </p:nvSpPr>
            <p:spPr>
              <a:xfrm rot="0">
                <a:off x="308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95" name=""/>
              <p:cNvSpPr/>
              <p:nvPr/>
            </p:nvSpPr>
            <p:spPr>
              <a:xfrm rot="0">
                <a:off x="308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2" y="57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96" name=""/>
              <p:cNvSpPr/>
              <p:nvPr/>
            </p:nvSpPr>
            <p:spPr>
              <a:xfrm rot="0">
                <a:off x="2883" y="1840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3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97" name=""/>
              <p:cNvSpPr/>
              <p:nvPr/>
            </p:nvSpPr>
            <p:spPr>
              <a:xfrm rot="0">
                <a:off x="2883" y="1840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3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698" name=""/>
              <p:cNvSpPr/>
              <p:nvPr/>
            </p:nvSpPr>
            <p:spPr>
              <a:xfrm rot="0">
                <a:off x="2883" y="1851"/>
                <a:ext cx="22" cy="304"/>
              </a:xfrm>
              <a:custGeom>
                <a:avLst/>
                <a:ahLst/>
                <a:rect l="0" t="0" r="r" b="b"/>
                <a:pathLst>
                  <a:path w="89" h="1216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216"/>
                    </a:lnTo>
                    <a:lnTo>
                      <a:pt x="44" y="1216"/>
                    </a:lnTo>
                    <a:lnTo>
                      <a:pt x="89" y="1216"/>
                    </a:lnTo>
                    <a:lnTo>
                      <a:pt x="89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699" name=""/>
              <p:cNvSpPr/>
              <p:nvPr/>
            </p:nvSpPr>
            <p:spPr>
              <a:xfrm rot="0">
                <a:off x="2883" y="1851"/>
                <a:ext cx="22" cy="304"/>
              </a:xfrm>
              <a:custGeom>
                <a:avLst/>
                <a:ahLst/>
                <a:rect l="0" t="0" r="r" b="b"/>
                <a:pathLst>
                  <a:path w="89" h="1216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216"/>
                    </a:lnTo>
                    <a:lnTo>
                      <a:pt x="44" y="1216"/>
                    </a:lnTo>
                    <a:lnTo>
                      <a:pt x="89" y="1216"/>
                    </a:lnTo>
                    <a:lnTo>
                      <a:pt x="89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00" name=""/>
              <p:cNvSpPr/>
              <p:nvPr/>
            </p:nvSpPr>
            <p:spPr>
              <a:xfrm rot="0">
                <a:off x="2883" y="2155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01" name=""/>
              <p:cNvSpPr/>
              <p:nvPr/>
            </p:nvSpPr>
            <p:spPr>
              <a:xfrm rot="0">
                <a:off x="2883" y="2155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02" name=""/>
              <p:cNvSpPr/>
              <p:nvPr/>
            </p:nvSpPr>
            <p:spPr>
              <a:xfrm rot="0">
                <a:off x="2102" y="2144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7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03" name=""/>
              <p:cNvSpPr/>
              <p:nvPr/>
            </p:nvSpPr>
            <p:spPr>
              <a:xfrm rot="0">
                <a:off x="2102" y="2144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7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04" name=""/>
              <p:cNvSpPr/>
              <p:nvPr/>
            </p:nvSpPr>
            <p:spPr>
              <a:xfrm rot="0">
                <a:off x="2113" y="2144"/>
                <a:ext cx="781" cy="22"/>
              </a:xfrm>
              <a:custGeom>
                <a:avLst/>
                <a:ahLst/>
                <a:rect l="0" t="0" r="r" b="b"/>
                <a:pathLst>
                  <a:path w="3124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3124" y="89"/>
                    </a:lnTo>
                    <a:lnTo>
                      <a:pt x="3124" y="45"/>
                    </a:lnTo>
                    <a:lnTo>
                      <a:pt x="3124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05" name=""/>
              <p:cNvSpPr/>
              <p:nvPr/>
            </p:nvSpPr>
            <p:spPr>
              <a:xfrm rot="0">
                <a:off x="2113" y="2144"/>
                <a:ext cx="781" cy="22"/>
              </a:xfrm>
              <a:custGeom>
                <a:avLst/>
                <a:ahLst/>
                <a:rect l="0" t="0" r="r" b="b"/>
                <a:pathLst>
                  <a:path w="3124" h="89">
                    <a:moveTo>
                      <a:pt x="0" y="0"/>
                    </a:moveTo>
                    <a:lnTo>
                      <a:pt x="0" y="45"/>
                    </a:lnTo>
                    <a:lnTo>
                      <a:pt x="0" y="89"/>
                    </a:lnTo>
                    <a:lnTo>
                      <a:pt x="3124" y="89"/>
                    </a:lnTo>
                    <a:lnTo>
                      <a:pt x="3124" y="45"/>
                    </a:lnTo>
                    <a:lnTo>
                      <a:pt x="3124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06" name=""/>
              <p:cNvSpPr/>
              <p:nvPr/>
            </p:nvSpPr>
            <p:spPr>
              <a:xfrm rot="0">
                <a:off x="2894" y="2144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3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7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07" name=""/>
              <p:cNvSpPr/>
              <p:nvPr/>
            </p:nvSpPr>
            <p:spPr>
              <a:xfrm rot="0">
                <a:off x="2894" y="2144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3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7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08" name=""/>
              <p:cNvSpPr/>
              <p:nvPr/>
            </p:nvSpPr>
            <p:spPr>
              <a:xfrm rot="0">
                <a:off x="2102" y="1840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3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09" name=""/>
              <p:cNvSpPr/>
              <p:nvPr/>
            </p:nvSpPr>
            <p:spPr>
              <a:xfrm rot="0">
                <a:off x="2102" y="1840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3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10" name=""/>
              <p:cNvSpPr/>
              <p:nvPr/>
            </p:nvSpPr>
            <p:spPr>
              <a:xfrm rot="0">
                <a:off x="2102" y="1851"/>
                <a:ext cx="22" cy="304"/>
              </a:xfrm>
              <a:custGeom>
                <a:avLst/>
                <a:ahLst/>
                <a:rect l="0" t="0" r="r" b="b"/>
                <a:pathLst>
                  <a:path w="89" h="1216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216"/>
                    </a:lnTo>
                    <a:lnTo>
                      <a:pt x="44" y="1216"/>
                    </a:lnTo>
                    <a:lnTo>
                      <a:pt x="89" y="1216"/>
                    </a:lnTo>
                    <a:lnTo>
                      <a:pt x="89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11" name=""/>
              <p:cNvSpPr/>
              <p:nvPr/>
            </p:nvSpPr>
            <p:spPr>
              <a:xfrm rot="0">
                <a:off x="2102" y="1851"/>
                <a:ext cx="22" cy="304"/>
              </a:xfrm>
              <a:custGeom>
                <a:avLst/>
                <a:ahLst/>
                <a:rect l="0" t="0" r="r" b="b"/>
                <a:pathLst>
                  <a:path w="89" h="1216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216"/>
                    </a:lnTo>
                    <a:lnTo>
                      <a:pt x="44" y="1216"/>
                    </a:lnTo>
                    <a:lnTo>
                      <a:pt x="89" y="1216"/>
                    </a:lnTo>
                    <a:lnTo>
                      <a:pt x="89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12" name=""/>
              <p:cNvSpPr/>
              <p:nvPr/>
            </p:nvSpPr>
            <p:spPr>
              <a:xfrm rot="0">
                <a:off x="2102" y="2155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13" name=""/>
              <p:cNvSpPr/>
              <p:nvPr/>
            </p:nvSpPr>
            <p:spPr>
              <a:xfrm rot="0">
                <a:off x="2102" y="2155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14" name=""/>
              <p:cNvSpPr/>
              <p:nvPr/>
            </p:nvSpPr>
            <p:spPr>
              <a:xfrm rot="0">
                <a:off x="2894" y="1840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3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15" name=""/>
              <p:cNvSpPr/>
              <p:nvPr/>
            </p:nvSpPr>
            <p:spPr>
              <a:xfrm rot="0">
                <a:off x="2894" y="1840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3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16" name=""/>
              <p:cNvSpPr/>
              <p:nvPr/>
            </p:nvSpPr>
            <p:spPr>
              <a:xfrm rot="0">
                <a:off x="2113" y="1840"/>
                <a:ext cx="781" cy="22"/>
              </a:xfrm>
              <a:custGeom>
                <a:avLst/>
                <a:ahLst/>
                <a:rect l="0" t="0" r="r" b="b"/>
                <a:pathLst>
                  <a:path w="3124" h="89">
                    <a:moveTo>
                      <a:pt x="3124" y="89"/>
                    </a:moveTo>
                    <a:lnTo>
                      <a:pt x="3124" y="45"/>
                    </a:lnTo>
                    <a:lnTo>
                      <a:pt x="3124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3124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17" name=""/>
              <p:cNvSpPr/>
              <p:nvPr/>
            </p:nvSpPr>
            <p:spPr>
              <a:xfrm rot="0">
                <a:off x="2113" y="1840"/>
                <a:ext cx="781" cy="22"/>
              </a:xfrm>
              <a:custGeom>
                <a:avLst/>
                <a:ahLst/>
                <a:rect l="0" t="0" r="r" b="b"/>
                <a:pathLst>
                  <a:path w="3124" h="89">
                    <a:moveTo>
                      <a:pt x="3124" y="89"/>
                    </a:moveTo>
                    <a:lnTo>
                      <a:pt x="3124" y="45"/>
                    </a:lnTo>
                    <a:lnTo>
                      <a:pt x="3124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3124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18" name=""/>
              <p:cNvSpPr/>
              <p:nvPr/>
            </p:nvSpPr>
            <p:spPr>
              <a:xfrm rot="0">
                <a:off x="2102" y="1840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19" name=""/>
              <p:cNvSpPr/>
              <p:nvPr/>
            </p:nvSpPr>
            <p:spPr>
              <a:xfrm rot="0">
                <a:off x="2102" y="1840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3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20" name=""/>
              <p:cNvSpPr/>
              <p:nvPr/>
            </p:nvSpPr>
            <p:spPr>
              <a:xfrm rot="0">
                <a:off x="2223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21" name=""/>
              <p:cNvSpPr/>
              <p:nvPr/>
            </p:nvSpPr>
            <p:spPr>
              <a:xfrm rot="0">
                <a:off x="2223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22" name=""/>
              <p:cNvSpPr/>
              <p:nvPr/>
            </p:nvSpPr>
            <p:spPr>
              <a:xfrm rot="0">
                <a:off x="2113" y="1492"/>
                <a:ext cx="110" cy="23"/>
              </a:xfrm>
              <a:custGeom>
                <a:avLst/>
                <a:ahLst/>
                <a:rect l="0" t="0" r="r" b="b"/>
                <a:pathLst>
                  <a:path w="440" h="89">
                    <a:moveTo>
                      <a:pt x="440" y="89"/>
                    </a:moveTo>
                    <a:lnTo>
                      <a:pt x="440" y="45"/>
                    </a:lnTo>
                    <a:lnTo>
                      <a:pt x="44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440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23" name=""/>
              <p:cNvSpPr/>
              <p:nvPr/>
            </p:nvSpPr>
            <p:spPr>
              <a:xfrm rot="0">
                <a:off x="2113" y="1492"/>
                <a:ext cx="110" cy="23"/>
              </a:xfrm>
              <a:custGeom>
                <a:avLst/>
                <a:ahLst/>
                <a:rect l="0" t="0" r="r" b="b"/>
                <a:pathLst>
                  <a:path w="440" h="89">
                    <a:moveTo>
                      <a:pt x="440" y="89"/>
                    </a:moveTo>
                    <a:lnTo>
                      <a:pt x="440" y="45"/>
                    </a:lnTo>
                    <a:lnTo>
                      <a:pt x="44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44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24" name=""/>
              <p:cNvSpPr/>
              <p:nvPr/>
            </p:nvSpPr>
            <p:spPr>
              <a:xfrm rot="0">
                <a:off x="2102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25" name=""/>
              <p:cNvSpPr/>
              <p:nvPr/>
            </p:nvSpPr>
            <p:spPr>
              <a:xfrm rot="0">
                <a:off x="2102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26" name=""/>
              <p:cNvSpPr/>
              <p:nvPr/>
            </p:nvSpPr>
            <p:spPr>
              <a:xfrm rot="0">
                <a:off x="2364" y="1759"/>
                <a:ext cx="20" cy="16"/>
              </a:xfrm>
              <a:custGeom>
                <a:avLst/>
                <a:ahLst/>
                <a:rect l="0" t="0" r="r" b="b"/>
                <a:pathLst>
                  <a:path w="83" h="66">
                    <a:moveTo>
                      <a:pt x="38" y="22"/>
                    </a:moveTo>
                    <a:lnTo>
                      <a:pt x="76" y="0"/>
                    </a:lnTo>
                    <a:lnTo>
                      <a:pt x="81" y="10"/>
                    </a:lnTo>
                    <a:lnTo>
                      <a:pt x="83" y="22"/>
                    </a:lnTo>
                    <a:lnTo>
                      <a:pt x="81" y="33"/>
                    </a:lnTo>
                    <a:lnTo>
                      <a:pt x="76" y="44"/>
                    </a:lnTo>
                    <a:lnTo>
                      <a:pt x="69" y="53"/>
                    </a:lnTo>
                    <a:lnTo>
                      <a:pt x="60" y="60"/>
                    </a:lnTo>
                    <a:lnTo>
                      <a:pt x="49" y="64"/>
                    </a:lnTo>
                    <a:lnTo>
                      <a:pt x="38" y="66"/>
                    </a:lnTo>
                    <a:lnTo>
                      <a:pt x="26" y="64"/>
                    </a:lnTo>
                    <a:lnTo>
                      <a:pt x="16" y="60"/>
                    </a:lnTo>
                    <a:lnTo>
                      <a:pt x="6" y="53"/>
                    </a:lnTo>
                    <a:lnTo>
                      <a:pt x="0" y="44"/>
                    </a:lnTo>
                    <a:lnTo>
                      <a:pt x="38" y="2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27" name=""/>
              <p:cNvSpPr/>
              <p:nvPr/>
            </p:nvSpPr>
            <p:spPr>
              <a:xfrm rot="0">
                <a:off x="2364" y="1759"/>
                <a:ext cx="20" cy="16"/>
              </a:xfrm>
              <a:custGeom>
                <a:avLst/>
                <a:ahLst/>
                <a:rect l="0" t="0" r="r" b="b"/>
                <a:pathLst>
                  <a:path w="83" h="66">
                    <a:moveTo>
                      <a:pt x="76" y="0"/>
                    </a:moveTo>
                    <a:lnTo>
                      <a:pt x="81" y="10"/>
                    </a:lnTo>
                    <a:lnTo>
                      <a:pt x="83" y="22"/>
                    </a:lnTo>
                    <a:lnTo>
                      <a:pt x="81" y="33"/>
                    </a:lnTo>
                    <a:lnTo>
                      <a:pt x="76" y="44"/>
                    </a:lnTo>
                    <a:lnTo>
                      <a:pt x="69" y="53"/>
                    </a:lnTo>
                    <a:lnTo>
                      <a:pt x="60" y="60"/>
                    </a:lnTo>
                    <a:lnTo>
                      <a:pt x="49" y="64"/>
                    </a:lnTo>
                    <a:lnTo>
                      <a:pt x="38" y="66"/>
                    </a:lnTo>
                    <a:lnTo>
                      <a:pt x="26" y="64"/>
                    </a:lnTo>
                    <a:lnTo>
                      <a:pt x="16" y="60"/>
                    </a:lnTo>
                    <a:lnTo>
                      <a:pt x="6" y="53"/>
                    </a:lnTo>
                    <a:lnTo>
                      <a:pt x="0" y="44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28" name=""/>
              <p:cNvSpPr/>
              <p:nvPr/>
            </p:nvSpPr>
            <p:spPr>
              <a:xfrm rot="0">
                <a:off x="2213" y="1498"/>
                <a:ext cx="170" cy="272"/>
              </a:xfrm>
              <a:custGeom>
                <a:avLst/>
                <a:ahLst/>
                <a:rect l="0" t="0" r="r" b="b"/>
                <a:pathLst>
                  <a:path w="678" h="1087">
                    <a:moveTo>
                      <a:pt x="602" y="1087"/>
                    </a:moveTo>
                    <a:lnTo>
                      <a:pt x="640" y="1065"/>
                    </a:lnTo>
                    <a:lnTo>
                      <a:pt x="678" y="1043"/>
                    </a:lnTo>
                    <a:lnTo>
                      <a:pt x="76" y="0"/>
                    </a:lnTo>
                    <a:lnTo>
                      <a:pt x="38" y="22"/>
                    </a:lnTo>
                    <a:lnTo>
                      <a:pt x="0" y="44"/>
                    </a:lnTo>
                    <a:lnTo>
                      <a:pt x="602" y="1087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29" name=""/>
              <p:cNvSpPr/>
              <p:nvPr/>
            </p:nvSpPr>
            <p:spPr>
              <a:xfrm rot="0">
                <a:off x="2213" y="1498"/>
                <a:ext cx="170" cy="272"/>
              </a:xfrm>
              <a:custGeom>
                <a:avLst/>
                <a:ahLst/>
                <a:rect l="0" t="0" r="r" b="b"/>
                <a:pathLst>
                  <a:path w="678" h="1087">
                    <a:moveTo>
                      <a:pt x="602" y="1087"/>
                    </a:moveTo>
                    <a:lnTo>
                      <a:pt x="640" y="1065"/>
                    </a:lnTo>
                    <a:lnTo>
                      <a:pt x="678" y="1043"/>
                    </a:lnTo>
                    <a:lnTo>
                      <a:pt x="76" y="0"/>
                    </a:lnTo>
                    <a:lnTo>
                      <a:pt x="38" y="22"/>
                    </a:lnTo>
                    <a:lnTo>
                      <a:pt x="0" y="44"/>
                    </a:lnTo>
                    <a:lnTo>
                      <a:pt x="602" y="1087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30" name=""/>
              <p:cNvSpPr/>
              <p:nvPr/>
            </p:nvSpPr>
            <p:spPr>
              <a:xfrm rot="0">
                <a:off x="2212" y="1492"/>
                <a:ext cx="20" cy="17"/>
              </a:xfrm>
              <a:custGeom>
                <a:avLst/>
                <a:ahLst/>
                <a:rect l="0" t="0" r="r" b="b"/>
                <a:pathLst>
                  <a:path w="82" h="67">
                    <a:moveTo>
                      <a:pt x="44" y="45"/>
                    </a:move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31" name=""/>
              <p:cNvSpPr/>
              <p:nvPr/>
            </p:nvSpPr>
            <p:spPr>
              <a:xfrm rot="0">
                <a:off x="2212" y="1492"/>
                <a:ext cx="20" cy="17"/>
              </a:xfrm>
              <a:custGeom>
                <a:avLst/>
                <a:ahLst/>
                <a:rect l="0" t="0" r="r" b="b"/>
                <a:pathLst>
                  <a:path w="82" h="67">
                    <a:moveTo>
                      <a:pt x="6" y="67"/>
                    </a:move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32" name=""/>
              <p:cNvSpPr/>
              <p:nvPr/>
            </p:nvSpPr>
            <p:spPr>
              <a:xfrm rot="0">
                <a:off x="2633" y="1753"/>
                <a:ext cx="12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33" name=""/>
              <p:cNvSpPr/>
              <p:nvPr/>
            </p:nvSpPr>
            <p:spPr>
              <a:xfrm rot="0">
                <a:off x="2633" y="1753"/>
                <a:ext cx="12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34" name=""/>
              <p:cNvSpPr/>
              <p:nvPr/>
            </p:nvSpPr>
            <p:spPr>
              <a:xfrm rot="0">
                <a:off x="2373" y="1753"/>
                <a:ext cx="260" cy="22"/>
              </a:xfrm>
              <a:custGeom>
                <a:avLst/>
                <a:ahLst/>
                <a:rect l="0" t="0" r="r" b="b"/>
                <a:pathLst>
                  <a:path w="1040" h="90">
                    <a:moveTo>
                      <a:pt x="1040" y="90"/>
                    </a:moveTo>
                    <a:lnTo>
                      <a:pt x="1040" y="46"/>
                    </a:lnTo>
                    <a:lnTo>
                      <a:pt x="1040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040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35" name=""/>
              <p:cNvSpPr/>
              <p:nvPr/>
            </p:nvSpPr>
            <p:spPr>
              <a:xfrm rot="0">
                <a:off x="2373" y="1753"/>
                <a:ext cx="260" cy="22"/>
              </a:xfrm>
              <a:custGeom>
                <a:avLst/>
                <a:ahLst/>
                <a:rect l="0" t="0" r="r" b="b"/>
                <a:pathLst>
                  <a:path w="1040" h="90">
                    <a:moveTo>
                      <a:pt x="1040" y="90"/>
                    </a:moveTo>
                    <a:lnTo>
                      <a:pt x="1040" y="46"/>
                    </a:lnTo>
                    <a:lnTo>
                      <a:pt x="1040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04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36" name=""/>
              <p:cNvSpPr/>
              <p:nvPr/>
            </p:nvSpPr>
            <p:spPr>
              <a:xfrm rot="0">
                <a:off x="2362" y="1753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2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37" name=""/>
              <p:cNvSpPr/>
              <p:nvPr/>
            </p:nvSpPr>
            <p:spPr>
              <a:xfrm rot="0">
                <a:off x="2362" y="1753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2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38" name=""/>
              <p:cNvSpPr/>
              <p:nvPr/>
            </p:nvSpPr>
            <p:spPr>
              <a:xfrm rot="0">
                <a:off x="2774" y="1492"/>
                <a:ext cx="21" cy="17"/>
              </a:xfrm>
              <a:custGeom>
                <a:avLst/>
                <a:ahLst/>
                <a:rect l="0" t="0" r="r" b="b"/>
                <a:pathLst>
                  <a:path w="83" h="67">
                    <a:moveTo>
                      <a:pt x="38" y="45"/>
                    </a:moveTo>
                    <a:lnTo>
                      <a:pt x="0" y="23"/>
                    </a:lnTo>
                    <a:lnTo>
                      <a:pt x="7" y="14"/>
                    </a:lnTo>
                    <a:lnTo>
                      <a:pt x="16" y="7"/>
                    </a:lnTo>
                    <a:lnTo>
                      <a:pt x="26" y="2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7"/>
                    </a:lnTo>
                    <a:lnTo>
                      <a:pt x="69" y="14"/>
                    </a:lnTo>
                    <a:lnTo>
                      <a:pt x="76" y="23"/>
                    </a:lnTo>
                    <a:lnTo>
                      <a:pt x="81" y="34"/>
                    </a:lnTo>
                    <a:lnTo>
                      <a:pt x="83" y="45"/>
                    </a:lnTo>
                    <a:lnTo>
                      <a:pt x="81" y="57"/>
                    </a:lnTo>
                    <a:lnTo>
                      <a:pt x="76" y="67"/>
                    </a:lnTo>
                    <a:lnTo>
                      <a:pt x="38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39" name=""/>
              <p:cNvSpPr/>
              <p:nvPr/>
            </p:nvSpPr>
            <p:spPr>
              <a:xfrm rot="0">
                <a:off x="2774" y="1492"/>
                <a:ext cx="21" cy="17"/>
              </a:xfrm>
              <a:custGeom>
                <a:avLst/>
                <a:ahLst/>
                <a:rect l="0" t="0" r="r" b="b"/>
                <a:pathLst>
                  <a:path w="83" h="67">
                    <a:moveTo>
                      <a:pt x="0" y="23"/>
                    </a:moveTo>
                    <a:lnTo>
                      <a:pt x="7" y="14"/>
                    </a:lnTo>
                    <a:lnTo>
                      <a:pt x="16" y="7"/>
                    </a:lnTo>
                    <a:lnTo>
                      <a:pt x="26" y="2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7"/>
                    </a:lnTo>
                    <a:lnTo>
                      <a:pt x="69" y="14"/>
                    </a:lnTo>
                    <a:lnTo>
                      <a:pt x="76" y="23"/>
                    </a:lnTo>
                    <a:lnTo>
                      <a:pt x="81" y="34"/>
                    </a:lnTo>
                    <a:lnTo>
                      <a:pt x="83" y="45"/>
                    </a:lnTo>
                    <a:lnTo>
                      <a:pt x="81" y="57"/>
                    </a:lnTo>
                    <a:lnTo>
                      <a:pt x="76" y="67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40" name=""/>
              <p:cNvSpPr/>
              <p:nvPr/>
            </p:nvSpPr>
            <p:spPr>
              <a:xfrm rot="0">
                <a:off x="2624" y="1498"/>
                <a:ext cx="169" cy="272"/>
              </a:xfrm>
              <a:custGeom>
                <a:avLst/>
                <a:ahLst/>
                <a:rect l="0" t="0" r="r" b="b"/>
                <a:pathLst>
                  <a:path w="678" h="1087">
                    <a:moveTo>
                      <a:pt x="678" y="44"/>
                    </a:moveTo>
                    <a:lnTo>
                      <a:pt x="640" y="22"/>
                    </a:lnTo>
                    <a:lnTo>
                      <a:pt x="602" y="0"/>
                    </a:lnTo>
                    <a:lnTo>
                      <a:pt x="0" y="1043"/>
                    </a:lnTo>
                    <a:lnTo>
                      <a:pt x="38" y="1065"/>
                    </a:lnTo>
                    <a:lnTo>
                      <a:pt x="76" y="1087"/>
                    </a:lnTo>
                    <a:lnTo>
                      <a:pt x="678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41" name=""/>
              <p:cNvSpPr/>
              <p:nvPr/>
            </p:nvSpPr>
            <p:spPr>
              <a:xfrm rot="0">
                <a:off x="2624" y="1498"/>
                <a:ext cx="169" cy="272"/>
              </a:xfrm>
              <a:custGeom>
                <a:avLst/>
                <a:ahLst/>
                <a:rect l="0" t="0" r="r" b="b"/>
                <a:pathLst>
                  <a:path w="678" h="1087">
                    <a:moveTo>
                      <a:pt x="678" y="44"/>
                    </a:moveTo>
                    <a:lnTo>
                      <a:pt x="640" y="22"/>
                    </a:lnTo>
                    <a:lnTo>
                      <a:pt x="602" y="0"/>
                    </a:lnTo>
                    <a:lnTo>
                      <a:pt x="0" y="1043"/>
                    </a:lnTo>
                    <a:lnTo>
                      <a:pt x="38" y="1065"/>
                    </a:lnTo>
                    <a:lnTo>
                      <a:pt x="76" y="1087"/>
                    </a:lnTo>
                    <a:lnTo>
                      <a:pt x="678" y="44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42" name=""/>
              <p:cNvSpPr/>
              <p:nvPr/>
            </p:nvSpPr>
            <p:spPr>
              <a:xfrm rot="0">
                <a:off x="2622" y="1759"/>
                <a:ext cx="21" cy="16"/>
              </a:xfrm>
              <a:custGeom>
                <a:avLst/>
                <a:ahLst/>
                <a:rect l="0" t="0" r="r" b="b"/>
                <a:pathLst>
                  <a:path w="82" h="66">
                    <a:moveTo>
                      <a:pt x="44" y="22"/>
                    </a:moveTo>
                    <a:lnTo>
                      <a:pt x="82" y="44"/>
                    </a:lnTo>
                    <a:lnTo>
                      <a:pt x="75" y="53"/>
                    </a:lnTo>
                    <a:lnTo>
                      <a:pt x="66" y="60"/>
                    </a:lnTo>
                    <a:lnTo>
                      <a:pt x="56" y="64"/>
                    </a:lnTo>
                    <a:lnTo>
                      <a:pt x="44" y="66"/>
                    </a:lnTo>
                    <a:lnTo>
                      <a:pt x="33" y="64"/>
                    </a:lnTo>
                    <a:lnTo>
                      <a:pt x="22" y="60"/>
                    </a:lnTo>
                    <a:lnTo>
                      <a:pt x="13" y="53"/>
                    </a:lnTo>
                    <a:lnTo>
                      <a:pt x="6" y="44"/>
                    </a:lnTo>
                    <a:lnTo>
                      <a:pt x="1" y="33"/>
                    </a:lnTo>
                    <a:lnTo>
                      <a:pt x="0" y="22"/>
                    </a:lnTo>
                    <a:lnTo>
                      <a:pt x="1" y="10"/>
                    </a:lnTo>
                    <a:lnTo>
                      <a:pt x="6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43" name=""/>
              <p:cNvSpPr/>
              <p:nvPr/>
            </p:nvSpPr>
            <p:spPr>
              <a:xfrm rot="0">
                <a:off x="2622" y="1759"/>
                <a:ext cx="21" cy="16"/>
              </a:xfrm>
              <a:custGeom>
                <a:avLst/>
                <a:ahLst/>
                <a:rect l="0" t="0" r="r" b="b"/>
                <a:pathLst>
                  <a:path w="82" h="66">
                    <a:moveTo>
                      <a:pt x="82" y="44"/>
                    </a:moveTo>
                    <a:lnTo>
                      <a:pt x="75" y="53"/>
                    </a:lnTo>
                    <a:lnTo>
                      <a:pt x="66" y="60"/>
                    </a:lnTo>
                    <a:lnTo>
                      <a:pt x="56" y="64"/>
                    </a:lnTo>
                    <a:lnTo>
                      <a:pt x="44" y="66"/>
                    </a:lnTo>
                    <a:lnTo>
                      <a:pt x="33" y="64"/>
                    </a:lnTo>
                    <a:lnTo>
                      <a:pt x="22" y="60"/>
                    </a:lnTo>
                    <a:lnTo>
                      <a:pt x="13" y="53"/>
                    </a:lnTo>
                    <a:lnTo>
                      <a:pt x="6" y="44"/>
                    </a:lnTo>
                    <a:lnTo>
                      <a:pt x="1" y="33"/>
                    </a:lnTo>
                    <a:lnTo>
                      <a:pt x="0" y="22"/>
                    </a:lnTo>
                    <a:lnTo>
                      <a:pt x="1" y="10"/>
                    </a:lnTo>
                    <a:lnTo>
                      <a:pt x="6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44" name=""/>
              <p:cNvSpPr/>
              <p:nvPr/>
            </p:nvSpPr>
            <p:spPr>
              <a:xfrm rot="0">
                <a:off x="2894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45" name=""/>
              <p:cNvSpPr/>
              <p:nvPr/>
            </p:nvSpPr>
            <p:spPr>
              <a:xfrm rot="0">
                <a:off x="2894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46" name=""/>
              <p:cNvSpPr/>
              <p:nvPr/>
            </p:nvSpPr>
            <p:spPr>
              <a:xfrm rot="0">
                <a:off x="2784" y="1492"/>
                <a:ext cx="110" cy="23"/>
              </a:xfrm>
              <a:custGeom>
                <a:avLst/>
                <a:ahLst/>
                <a:rect l="0" t="0" r="r" b="b"/>
                <a:pathLst>
                  <a:path w="440" h="89">
                    <a:moveTo>
                      <a:pt x="440" y="89"/>
                    </a:moveTo>
                    <a:lnTo>
                      <a:pt x="440" y="45"/>
                    </a:lnTo>
                    <a:lnTo>
                      <a:pt x="44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440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47" name=""/>
              <p:cNvSpPr/>
              <p:nvPr/>
            </p:nvSpPr>
            <p:spPr>
              <a:xfrm rot="0">
                <a:off x="2784" y="1492"/>
                <a:ext cx="110" cy="23"/>
              </a:xfrm>
              <a:custGeom>
                <a:avLst/>
                <a:ahLst/>
                <a:rect l="0" t="0" r="r" b="b"/>
                <a:pathLst>
                  <a:path w="440" h="89">
                    <a:moveTo>
                      <a:pt x="440" y="89"/>
                    </a:moveTo>
                    <a:lnTo>
                      <a:pt x="440" y="45"/>
                    </a:lnTo>
                    <a:lnTo>
                      <a:pt x="44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44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48" name=""/>
              <p:cNvSpPr/>
              <p:nvPr/>
            </p:nvSpPr>
            <p:spPr>
              <a:xfrm rot="0">
                <a:off x="2773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49" name=""/>
              <p:cNvSpPr/>
              <p:nvPr/>
            </p:nvSpPr>
            <p:spPr>
              <a:xfrm rot="0">
                <a:off x="2773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50" name=""/>
              <p:cNvSpPr/>
              <p:nvPr/>
            </p:nvSpPr>
            <p:spPr>
              <a:xfrm rot="0">
                <a:off x="2883" y="18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51" name=""/>
              <p:cNvSpPr/>
              <p:nvPr/>
            </p:nvSpPr>
            <p:spPr>
              <a:xfrm rot="0">
                <a:off x="2883" y="18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52" name=""/>
              <p:cNvSpPr/>
              <p:nvPr/>
            </p:nvSpPr>
            <p:spPr>
              <a:xfrm rot="0">
                <a:off x="2883" y="1504"/>
                <a:ext cx="22" cy="347"/>
              </a:xfrm>
              <a:custGeom>
                <a:avLst/>
                <a:ahLst/>
                <a:rect l="0" t="0" r="r" b="b"/>
                <a:pathLst>
                  <a:path w="89" h="1390">
                    <a:moveTo>
                      <a:pt x="0" y="1390"/>
                    </a:moveTo>
                    <a:lnTo>
                      <a:pt x="44" y="1390"/>
                    </a:lnTo>
                    <a:lnTo>
                      <a:pt x="89" y="1390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3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53" name=""/>
              <p:cNvSpPr/>
              <p:nvPr/>
            </p:nvSpPr>
            <p:spPr>
              <a:xfrm rot="0">
                <a:off x="2883" y="1504"/>
                <a:ext cx="22" cy="347"/>
              </a:xfrm>
              <a:custGeom>
                <a:avLst/>
                <a:ahLst/>
                <a:rect l="0" t="0" r="r" b="b"/>
                <a:pathLst>
                  <a:path w="89" h="1390">
                    <a:moveTo>
                      <a:pt x="0" y="1390"/>
                    </a:moveTo>
                    <a:lnTo>
                      <a:pt x="44" y="1390"/>
                    </a:lnTo>
                    <a:lnTo>
                      <a:pt x="89" y="1390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3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54" name=""/>
              <p:cNvSpPr/>
              <p:nvPr/>
            </p:nvSpPr>
            <p:spPr>
              <a:xfrm rot="0">
                <a:off x="2883" y="1492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55" name=""/>
              <p:cNvSpPr/>
              <p:nvPr/>
            </p:nvSpPr>
            <p:spPr>
              <a:xfrm rot="0">
                <a:off x="2883" y="1492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56" name=""/>
              <p:cNvSpPr/>
              <p:nvPr/>
            </p:nvSpPr>
            <p:spPr>
              <a:xfrm rot="0">
                <a:off x="2102" y="1492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57" name=""/>
              <p:cNvSpPr/>
              <p:nvPr/>
            </p:nvSpPr>
            <p:spPr>
              <a:xfrm rot="0">
                <a:off x="2102" y="1492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58" name=""/>
              <p:cNvSpPr/>
              <p:nvPr/>
            </p:nvSpPr>
            <p:spPr>
              <a:xfrm rot="0">
                <a:off x="2102" y="1504"/>
                <a:ext cx="22" cy="347"/>
              </a:xfrm>
              <a:custGeom>
                <a:avLst/>
                <a:ahLst/>
                <a:rect l="0" t="0" r="r" b="b"/>
                <a:pathLst>
                  <a:path w="89" h="1390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390"/>
                    </a:lnTo>
                    <a:lnTo>
                      <a:pt x="44" y="1390"/>
                    </a:lnTo>
                    <a:lnTo>
                      <a:pt x="89" y="1390"/>
                    </a:lnTo>
                    <a:lnTo>
                      <a:pt x="89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59" name=""/>
              <p:cNvSpPr/>
              <p:nvPr/>
            </p:nvSpPr>
            <p:spPr>
              <a:xfrm rot="0">
                <a:off x="2102" y="1504"/>
                <a:ext cx="22" cy="347"/>
              </a:xfrm>
              <a:custGeom>
                <a:avLst/>
                <a:ahLst/>
                <a:rect l="0" t="0" r="r" b="b"/>
                <a:pathLst>
                  <a:path w="89" h="1390">
                    <a:moveTo>
                      <a:pt x="89" y="0"/>
                    </a:moveTo>
                    <a:lnTo>
                      <a:pt x="44" y="0"/>
                    </a:lnTo>
                    <a:lnTo>
                      <a:pt x="0" y="0"/>
                    </a:lnTo>
                    <a:lnTo>
                      <a:pt x="0" y="1390"/>
                    </a:lnTo>
                    <a:lnTo>
                      <a:pt x="44" y="1390"/>
                    </a:lnTo>
                    <a:lnTo>
                      <a:pt x="89" y="1390"/>
                    </a:lnTo>
                    <a:lnTo>
                      <a:pt x="89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60" name=""/>
              <p:cNvSpPr/>
              <p:nvPr/>
            </p:nvSpPr>
            <p:spPr>
              <a:xfrm rot="0">
                <a:off x="2102" y="18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61" name=""/>
              <p:cNvSpPr/>
              <p:nvPr/>
            </p:nvSpPr>
            <p:spPr>
              <a:xfrm rot="0">
                <a:off x="2102" y="18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62" name=""/>
              <p:cNvSpPr/>
              <p:nvPr/>
            </p:nvSpPr>
            <p:spPr>
              <a:xfrm rot="0">
                <a:off x="2784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63" name=""/>
              <p:cNvSpPr/>
              <p:nvPr/>
            </p:nvSpPr>
            <p:spPr>
              <a:xfrm rot="0">
                <a:off x="2784" y="1492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2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2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64" name=""/>
              <p:cNvSpPr/>
              <p:nvPr/>
            </p:nvSpPr>
            <p:spPr>
              <a:xfrm rot="0">
                <a:off x="2223" y="1492"/>
                <a:ext cx="561" cy="23"/>
              </a:xfrm>
              <a:custGeom>
                <a:avLst/>
                <a:ahLst/>
                <a:rect l="0" t="0" r="r" b="b"/>
                <a:pathLst>
                  <a:path w="2244" h="89">
                    <a:moveTo>
                      <a:pt x="2244" y="89"/>
                    </a:moveTo>
                    <a:lnTo>
                      <a:pt x="2244" y="45"/>
                    </a:lnTo>
                    <a:lnTo>
                      <a:pt x="2244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2244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65" name=""/>
              <p:cNvSpPr/>
              <p:nvPr/>
            </p:nvSpPr>
            <p:spPr>
              <a:xfrm rot="0">
                <a:off x="2223" y="1492"/>
                <a:ext cx="561" cy="23"/>
              </a:xfrm>
              <a:custGeom>
                <a:avLst/>
                <a:ahLst/>
                <a:rect l="0" t="0" r="r" b="b"/>
                <a:pathLst>
                  <a:path w="2244" h="89">
                    <a:moveTo>
                      <a:pt x="2244" y="89"/>
                    </a:moveTo>
                    <a:lnTo>
                      <a:pt x="2244" y="45"/>
                    </a:lnTo>
                    <a:lnTo>
                      <a:pt x="2244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2244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66" name=""/>
              <p:cNvSpPr/>
              <p:nvPr/>
            </p:nvSpPr>
            <p:spPr>
              <a:xfrm rot="0">
                <a:off x="2212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67" name=""/>
              <p:cNvSpPr/>
              <p:nvPr/>
            </p:nvSpPr>
            <p:spPr>
              <a:xfrm rot="0">
                <a:off x="2212" y="1492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68" name=""/>
              <p:cNvSpPr/>
              <p:nvPr/>
            </p:nvSpPr>
            <p:spPr>
              <a:xfrm rot="0">
                <a:off x="2755" y="3561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44" y="0"/>
                    </a:moveTo>
                    <a:lnTo>
                      <a:pt x="90" y="0"/>
                    </a:ln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69" name=""/>
              <p:cNvSpPr/>
              <p:nvPr/>
            </p:nvSpPr>
            <p:spPr>
              <a:xfrm rot="0">
                <a:off x="2755" y="3561"/>
                <a:ext cx="22" cy="11"/>
              </a:xfrm>
              <a:custGeom>
                <a:avLst/>
                <a:ahLst/>
                <a:rect l="0" t="0" r="r" b="b"/>
                <a:pathLst>
                  <a:path w="90" h="44">
                    <a:moveTo>
                      <a:pt x="90" y="0"/>
                    </a:moveTo>
                    <a:lnTo>
                      <a:pt x="87" y="11"/>
                    </a:lnTo>
                    <a:lnTo>
                      <a:pt x="83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70" name=""/>
              <p:cNvSpPr/>
              <p:nvPr/>
            </p:nvSpPr>
            <p:spPr>
              <a:xfrm rot="0">
                <a:off x="2755" y="2779"/>
                <a:ext cx="22" cy="782"/>
              </a:xfrm>
              <a:custGeom>
                <a:avLst/>
                <a:ahLst/>
                <a:rect l="0" t="0" r="r" b="b"/>
                <a:pathLst>
                  <a:path w="90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90" y="3125"/>
                    </a:lnTo>
                    <a:lnTo>
                      <a:pt x="90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71" name=""/>
              <p:cNvSpPr/>
              <p:nvPr/>
            </p:nvSpPr>
            <p:spPr>
              <a:xfrm rot="0">
                <a:off x="2755" y="2779"/>
                <a:ext cx="22" cy="782"/>
              </a:xfrm>
              <a:custGeom>
                <a:avLst/>
                <a:ahLst/>
                <a:rect l="0" t="0" r="r" b="b"/>
                <a:pathLst>
                  <a:path w="90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90" y="3125"/>
                    </a:lnTo>
                    <a:lnTo>
                      <a:pt x="90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72" name=""/>
              <p:cNvSpPr/>
              <p:nvPr/>
            </p:nvSpPr>
            <p:spPr>
              <a:xfrm rot="0">
                <a:off x="2755" y="2768"/>
                <a:ext cx="22" cy="11"/>
              </a:xfrm>
              <a:custGeom>
                <a:avLst/>
                <a:ahLst/>
                <a:rect l="0" t="0" r="r" b="b"/>
                <a:pathLst>
                  <a:path w="90" h="46">
                    <a:moveTo>
                      <a:pt x="44" y="46"/>
                    </a:moveTo>
                    <a:lnTo>
                      <a:pt x="0" y="46"/>
                    </a:ln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3" y="24"/>
                    </a:lnTo>
                    <a:lnTo>
                      <a:pt x="87" y="34"/>
                    </a:lnTo>
                    <a:lnTo>
                      <a:pt x="90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73" name=""/>
              <p:cNvSpPr/>
              <p:nvPr/>
            </p:nvSpPr>
            <p:spPr>
              <a:xfrm rot="0">
                <a:off x="2755" y="2768"/>
                <a:ext cx="22" cy="11"/>
              </a:xfrm>
              <a:custGeom>
                <a:avLst/>
                <a:ahLst/>
                <a:rect l="0" t="0" r="r" b="b"/>
                <a:pathLst>
                  <a:path w="90" h="46">
                    <a:moveTo>
                      <a:pt x="0" y="46"/>
                    </a:moveTo>
                    <a:lnTo>
                      <a:pt x="2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3" y="24"/>
                    </a:lnTo>
                    <a:lnTo>
                      <a:pt x="87" y="34"/>
                    </a:lnTo>
                    <a:lnTo>
                      <a:pt x="90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74" name=""/>
              <p:cNvSpPr/>
              <p:nvPr/>
            </p:nvSpPr>
            <p:spPr>
              <a:xfrm rot="0">
                <a:off x="2332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75" name=""/>
              <p:cNvSpPr/>
              <p:nvPr/>
            </p:nvSpPr>
            <p:spPr>
              <a:xfrm rot="0">
                <a:off x="2332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76" name=""/>
              <p:cNvSpPr/>
              <p:nvPr/>
            </p:nvSpPr>
            <p:spPr>
              <a:xfrm rot="0">
                <a:off x="2343" y="3549"/>
                <a:ext cx="423" cy="23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77" name=""/>
              <p:cNvSpPr/>
              <p:nvPr/>
            </p:nvSpPr>
            <p:spPr>
              <a:xfrm rot="0">
                <a:off x="2343" y="3549"/>
                <a:ext cx="423" cy="23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78" name=""/>
              <p:cNvSpPr/>
              <p:nvPr/>
            </p:nvSpPr>
            <p:spPr>
              <a:xfrm rot="0">
                <a:off x="2766" y="3549"/>
                <a:ext cx="11" cy="23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79" name=""/>
              <p:cNvSpPr/>
              <p:nvPr/>
            </p:nvSpPr>
            <p:spPr>
              <a:xfrm rot="0">
                <a:off x="2766" y="3549"/>
                <a:ext cx="11" cy="23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</p:grpSp>
        <p:grpSp>
          <p:nvGrpSpPr>
            <p:cNvPr id="646" name=""/>
            <p:cNvGrpSpPr/>
            <p:nvPr/>
          </p:nvGrpSpPr>
          <p:grpSpPr>
            <a:xfrm rot="0">
              <a:off x="1714" y="2768"/>
              <a:ext cx="2405" cy="804"/>
              <a:chOff x="1714" y="2768"/>
              <a:chExt cx="2405" cy="804"/>
            </a:xfrm>
          </p:grpSpPr>
          <p:sp>
            <p:nvSpPr>
              <p:cNvPr id="1089780" name=""/>
              <p:cNvSpPr/>
              <p:nvPr/>
            </p:nvSpPr>
            <p:spPr>
              <a:xfrm rot="0">
                <a:off x="2332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81" name=""/>
              <p:cNvSpPr/>
              <p:nvPr/>
            </p:nvSpPr>
            <p:spPr>
              <a:xfrm rot="0">
                <a:off x="2332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82" name=""/>
              <p:cNvSpPr/>
              <p:nvPr/>
            </p:nvSpPr>
            <p:spPr>
              <a:xfrm rot="0">
                <a:off x="2332" y="3451"/>
                <a:ext cx="22" cy="110"/>
              </a:xfrm>
              <a:custGeom>
                <a:avLst/>
                <a:ahLst/>
                <a:rect l="0" t="0" r="r" b="b"/>
                <a:pathLst>
                  <a:path w="89" h="440">
                    <a:moveTo>
                      <a:pt x="0" y="440"/>
                    </a:moveTo>
                    <a:lnTo>
                      <a:pt x="44" y="440"/>
                    </a:lnTo>
                    <a:lnTo>
                      <a:pt x="89" y="440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4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83" name=""/>
              <p:cNvSpPr/>
              <p:nvPr/>
            </p:nvSpPr>
            <p:spPr>
              <a:xfrm rot="0">
                <a:off x="2332" y="3451"/>
                <a:ext cx="22" cy="110"/>
              </a:xfrm>
              <a:custGeom>
                <a:avLst/>
                <a:ahLst/>
                <a:rect l="0" t="0" r="r" b="b"/>
                <a:pathLst>
                  <a:path w="89" h="440">
                    <a:moveTo>
                      <a:pt x="0" y="440"/>
                    </a:moveTo>
                    <a:lnTo>
                      <a:pt x="44" y="440"/>
                    </a:lnTo>
                    <a:lnTo>
                      <a:pt x="89" y="440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4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84" name=""/>
              <p:cNvSpPr/>
              <p:nvPr/>
            </p:nvSpPr>
            <p:spPr>
              <a:xfrm rot="0">
                <a:off x="2332" y="3439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85" name=""/>
              <p:cNvSpPr/>
              <p:nvPr/>
            </p:nvSpPr>
            <p:spPr>
              <a:xfrm rot="0">
                <a:off x="2332" y="3439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86" name=""/>
              <p:cNvSpPr/>
              <p:nvPr/>
            </p:nvSpPr>
            <p:spPr>
              <a:xfrm rot="0">
                <a:off x="2506" y="3439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87" name=""/>
              <p:cNvSpPr/>
              <p:nvPr/>
            </p:nvSpPr>
            <p:spPr>
              <a:xfrm rot="0">
                <a:off x="2506" y="3439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88" name=""/>
              <p:cNvSpPr/>
              <p:nvPr/>
            </p:nvSpPr>
            <p:spPr>
              <a:xfrm rot="0">
                <a:off x="2343" y="3439"/>
                <a:ext cx="163" cy="23"/>
              </a:xfrm>
              <a:custGeom>
                <a:avLst/>
                <a:ahLst/>
                <a:rect l="0" t="0" r="r" b="b"/>
                <a:pathLst>
                  <a:path w="653" h="89">
                    <a:moveTo>
                      <a:pt x="653" y="89"/>
                    </a:moveTo>
                    <a:lnTo>
                      <a:pt x="653" y="45"/>
                    </a:lnTo>
                    <a:lnTo>
                      <a:pt x="653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3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89" name=""/>
              <p:cNvSpPr/>
              <p:nvPr/>
            </p:nvSpPr>
            <p:spPr>
              <a:xfrm rot="0">
                <a:off x="2343" y="3439"/>
                <a:ext cx="163" cy="23"/>
              </a:xfrm>
              <a:custGeom>
                <a:avLst/>
                <a:ahLst/>
                <a:rect l="0" t="0" r="r" b="b"/>
                <a:pathLst>
                  <a:path w="653" h="89">
                    <a:moveTo>
                      <a:pt x="653" y="89"/>
                    </a:moveTo>
                    <a:lnTo>
                      <a:pt x="653" y="45"/>
                    </a:lnTo>
                    <a:lnTo>
                      <a:pt x="653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3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90" name=""/>
              <p:cNvSpPr/>
              <p:nvPr/>
            </p:nvSpPr>
            <p:spPr>
              <a:xfrm rot="0">
                <a:off x="2332" y="3439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91" name=""/>
              <p:cNvSpPr/>
              <p:nvPr/>
            </p:nvSpPr>
            <p:spPr>
              <a:xfrm rot="0">
                <a:off x="2332" y="3439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92" name=""/>
              <p:cNvSpPr/>
              <p:nvPr/>
            </p:nvSpPr>
            <p:spPr>
              <a:xfrm rot="0">
                <a:off x="2495" y="34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93" name=""/>
              <p:cNvSpPr/>
              <p:nvPr/>
            </p:nvSpPr>
            <p:spPr>
              <a:xfrm rot="0">
                <a:off x="2495" y="34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94" name=""/>
              <p:cNvSpPr/>
              <p:nvPr/>
            </p:nvSpPr>
            <p:spPr>
              <a:xfrm rot="0">
                <a:off x="2495" y="2889"/>
                <a:ext cx="22" cy="562"/>
              </a:xfrm>
              <a:custGeom>
                <a:avLst/>
                <a:ahLst/>
                <a:rect l="0" t="0" r="r" b="b"/>
                <a:pathLst>
                  <a:path w="89" h="2246">
                    <a:moveTo>
                      <a:pt x="0" y="2246"/>
                    </a:moveTo>
                    <a:lnTo>
                      <a:pt x="44" y="2246"/>
                    </a:lnTo>
                    <a:lnTo>
                      <a:pt x="89" y="2246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22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95" name=""/>
              <p:cNvSpPr/>
              <p:nvPr/>
            </p:nvSpPr>
            <p:spPr>
              <a:xfrm rot="0">
                <a:off x="2495" y="2889"/>
                <a:ext cx="22" cy="562"/>
              </a:xfrm>
              <a:custGeom>
                <a:avLst/>
                <a:ahLst/>
                <a:rect l="0" t="0" r="r" b="b"/>
                <a:pathLst>
                  <a:path w="89" h="2246">
                    <a:moveTo>
                      <a:pt x="0" y="2246"/>
                    </a:moveTo>
                    <a:lnTo>
                      <a:pt x="44" y="2246"/>
                    </a:lnTo>
                    <a:lnTo>
                      <a:pt x="89" y="2246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22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96" name=""/>
              <p:cNvSpPr/>
              <p:nvPr/>
            </p:nvSpPr>
            <p:spPr>
              <a:xfrm rot="0">
                <a:off x="2495" y="2878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97" name=""/>
              <p:cNvSpPr/>
              <p:nvPr/>
            </p:nvSpPr>
            <p:spPr>
              <a:xfrm rot="0">
                <a:off x="2495" y="2878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798" name=""/>
              <p:cNvSpPr/>
              <p:nvPr/>
            </p:nvSpPr>
            <p:spPr>
              <a:xfrm rot="0">
                <a:off x="2506" y="2878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799" name=""/>
              <p:cNvSpPr/>
              <p:nvPr/>
            </p:nvSpPr>
            <p:spPr>
              <a:xfrm rot="0">
                <a:off x="2506" y="2878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00" name=""/>
              <p:cNvSpPr/>
              <p:nvPr/>
            </p:nvSpPr>
            <p:spPr>
              <a:xfrm rot="0">
                <a:off x="2343" y="2878"/>
                <a:ext cx="163" cy="22"/>
              </a:xfrm>
              <a:custGeom>
                <a:avLst/>
                <a:ahLst/>
                <a:rect l="0" t="0" r="r" b="b"/>
                <a:pathLst>
                  <a:path w="653" h="89">
                    <a:moveTo>
                      <a:pt x="653" y="89"/>
                    </a:moveTo>
                    <a:lnTo>
                      <a:pt x="653" y="45"/>
                    </a:lnTo>
                    <a:lnTo>
                      <a:pt x="653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3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01" name=""/>
              <p:cNvSpPr/>
              <p:nvPr/>
            </p:nvSpPr>
            <p:spPr>
              <a:xfrm rot="0">
                <a:off x="2343" y="2878"/>
                <a:ext cx="163" cy="22"/>
              </a:xfrm>
              <a:custGeom>
                <a:avLst/>
                <a:ahLst/>
                <a:rect l="0" t="0" r="r" b="b"/>
                <a:pathLst>
                  <a:path w="653" h="89">
                    <a:moveTo>
                      <a:pt x="653" y="89"/>
                    </a:moveTo>
                    <a:lnTo>
                      <a:pt x="653" y="45"/>
                    </a:lnTo>
                    <a:lnTo>
                      <a:pt x="653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653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02" name=""/>
              <p:cNvSpPr/>
              <p:nvPr/>
            </p:nvSpPr>
            <p:spPr>
              <a:xfrm rot="0">
                <a:off x="2332" y="2878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03" name=""/>
              <p:cNvSpPr/>
              <p:nvPr/>
            </p:nvSpPr>
            <p:spPr>
              <a:xfrm rot="0">
                <a:off x="2332" y="2878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04" name=""/>
              <p:cNvSpPr/>
              <p:nvPr/>
            </p:nvSpPr>
            <p:spPr>
              <a:xfrm rot="0">
                <a:off x="2332" y="2889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2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3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05" name=""/>
              <p:cNvSpPr/>
              <p:nvPr/>
            </p:nvSpPr>
            <p:spPr>
              <a:xfrm rot="0">
                <a:off x="2332" y="2889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2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3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06" name=""/>
              <p:cNvSpPr/>
              <p:nvPr/>
            </p:nvSpPr>
            <p:spPr>
              <a:xfrm rot="0">
                <a:off x="2332" y="2779"/>
                <a:ext cx="22" cy="110"/>
              </a:xfrm>
              <a:custGeom>
                <a:avLst/>
                <a:ahLst/>
                <a:rect l="0" t="0" r="r" b="b"/>
                <a:pathLst>
                  <a:path w="89" h="439">
                    <a:moveTo>
                      <a:pt x="0" y="439"/>
                    </a:moveTo>
                    <a:lnTo>
                      <a:pt x="44" y="439"/>
                    </a:lnTo>
                    <a:lnTo>
                      <a:pt x="89" y="439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3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07" name=""/>
              <p:cNvSpPr/>
              <p:nvPr/>
            </p:nvSpPr>
            <p:spPr>
              <a:xfrm rot="0">
                <a:off x="2332" y="2779"/>
                <a:ext cx="22" cy="110"/>
              </a:xfrm>
              <a:custGeom>
                <a:avLst/>
                <a:ahLst/>
                <a:rect l="0" t="0" r="r" b="b"/>
                <a:pathLst>
                  <a:path w="89" h="439">
                    <a:moveTo>
                      <a:pt x="0" y="439"/>
                    </a:moveTo>
                    <a:lnTo>
                      <a:pt x="44" y="439"/>
                    </a:lnTo>
                    <a:lnTo>
                      <a:pt x="89" y="439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43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08" name=""/>
              <p:cNvSpPr/>
              <p:nvPr/>
            </p:nvSpPr>
            <p:spPr>
              <a:xfrm rot="0">
                <a:off x="2332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09" name=""/>
              <p:cNvSpPr/>
              <p:nvPr/>
            </p:nvSpPr>
            <p:spPr>
              <a:xfrm rot="0">
                <a:off x="2332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10" name=""/>
              <p:cNvSpPr/>
              <p:nvPr/>
            </p:nvSpPr>
            <p:spPr>
              <a:xfrm rot="0">
                <a:off x="2766" y="2768"/>
                <a:ext cx="11" cy="22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11" name=""/>
              <p:cNvSpPr/>
              <p:nvPr/>
            </p:nvSpPr>
            <p:spPr>
              <a:xfrm rot="0">
                <a:off x="2766" y="2768"/>
                <a:ext cx="11" cy="22"/>
              </a:xfrm>
              <a:custGeom>
                <a:avLst/>
                <a:ahLst/>
                <a:rect l="0" t="0" r="r" b="b"/>
                <a:pathLst>
                  <a:path w="46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9" y="24"/>
                    </a:lnTo>
                    <a:lnTo>
                      <a:pt x="43" y="34"/>
                    </a:lnTo>
                    <a:lnTo>
                      <a:pt x="46" y="46"/>
                    </a:lnTo>
                    <a:lnTo>
                      <a:pt x="43" y="57"/>
                    </a:lnTo>
                    <a:lnTo>
                      <a:pt x="39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12" name=""/>
              <p:cNvSpPr/>
              <p:nvPr/>
            </p:nvSpPr>
            <p:spPr>
              <a:xfrm rot="0">
                <a:off x="2343" y="2768"/>
                <a:ext cx="423" cy="22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1693" y="90"/>
                    </a:move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13" name=""/>
              <p:cNvSpPr/>
              <p:nvPr/>
            </p:nvSpPr>
            <p:spPr>
              <a:xfrm rot="0">
                <a:off x="2343" y="2768"/>
                <a:ext cx="423" cy="22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1693" y="90"/>
                    </a:move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14" name=""/>
              <p:cNvSpPr/>
              <p:nvPr/>
            </p:nvSpPr>
            <p:spPr>
              <a:xfrm rot="0">
                <a:off x="2332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15" name=""/>
              <p:cNvSpPr/>
              <p:nvPr/>
            </p:nvSpPr>
            <p:spPr>
              <a:xfrm rot="0">
                <a:off x="2332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16" name=""/>
              <p:cNvSpPr/>
              <p:nvPr/>
            </p:nvSpPr>
            <p:spPr>
              <a:xfrm rot="0">
                <a:off x="2032" y="3030"/>
                <a:ext cx="16" cy="21"/>
              </a:xfrm>
              <a:custGeom>
                <a:avLst/>
                <a:ahLst/>
                <a:rect l="0" t="0" r="r" b="b"/>
                <a:pathLst>
                  <a:path w="64" h="83">
                    <a:moveTo>
                      <a:pt x="44" y="39"/>
                    </a:moveTo>
                    <a:lnTo>
                      <a:pt x="64" y="78"/>
                    </a:lnTo>
                    <a:lnTo>
                      <a:pt x="54" y="83"/>
                    </a:lnTo>
                    <a:lnTo>
                      <a:pt x="42" y="83"/>
                    </a:lnTo>
                    <a:lnTo>
                      <a:pt x="30" y="82"/>
                    </a:lnTo>
                    <a:lnTo>
                      <a:pt x="20" y="76"/>
                    </a:lnTo>
                    <a:lnTo>
                      <a:pt x="11" y="69"/>
                    </a:lnTo>
                    <a:lnTo>
                      <a:pt x="5" y="59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1" y="25"/>
                    </a:lnTo>
                    <a:lnTo>
                      <a:pt x="7" y="15"/>
                    </a:lnTo>
                    <a:lnTo>
                      <a:pt x="14" y="5"/>
                    </a:lnTo>
                    <a:lnTo>
                      <a:pt x="25" y="0"/>
                    </a:lnTo>
                    <a:lnTo>
                      <a:pt x="44" y="3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17" name=""/>
              <p:cNvSpPr/>
              <p:nvPr/>
            </p:nvSpPr>
            <p:spPr>
              <a:xfrm rot="0">
                <a:off x="2032" y="3030"/>
                <a:ext cx="16" cy="21"/>
              </a:xfrm>
              <a:custGeom>
                <a:avLst/>
                <a:ahLst/>
                <a:rect l="0" t="0" r="r" b="b"/>
                <a:pathLst>
                  <a:path w="64" h="83">
                    <a:moveTo>
                      <a:pt x="64" y="78"/>
                    </a:moveTo>
                    <a:lnTo>
                      <a:pt x="54" y="83"/>
                    </a:lnTo>
                    <a:lnTo>
                      <a:pt x="42" y="83"/>
                    </a:lnTo>
                    <a:lnTo>
                      <a:pt x="30" y="82"/>
                    </a:lnTo>
                    <a:lnTo>
                      <a:pt x="20" y="76"/>
                    </a:lnTo>
                    <a:lnTo>
                      <a:pt x="11" y="69"/>
                    </a:lnTo>
                    <a:lnTo>
                      <a:pt x="5" y="59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1" y="25"/>
                    </a:lnTo>
                    <a:lnTo>
                      <a:pt x="7" y="15"/>
                    </a:lnTo>
                    <a:lnTo>
                      <a:pt x="14" y="5"/>
                    </a:lnTo>
                    <a:lnTo>
                      <a:pt x="25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18" name=""/>
              <p:cNvSpPr/>
              <p:nvPr/>
            </p:nvSpPr>
            <p:spPr>
              <a:xfrm rot="0">
                <a:off x="2038" y="2879"/>
                <a:ext cx="310" cy="171"/>
              </a:xfrm>
              <a:custGeom>
                <a:avLst/>
                <a:ahLst/>
                <a:rect l="0" t="0" r="r" b="b"/>
                <a:pathLst>
                  <a:path w="1237" h="680">
                    <a:moveTo>
                      <a:pt x="0" y="602"/>
                    </a:moveTo>
                    <a:lnTo>
                      <a:pt x="19" y="641"/>
                    </a:lnTo>
                    <a:lnTo>
                      <a:pt x="39" y="680"/>
                    </a:lnTo>
                    <a:lnTo>
                      <a:pt x="1237" y="79"/>
                    </a:lnTo>
                    <a:lnTo>
                      <a:pt x="1217" y="39"/>
                    </a:lnTo>
                    <a:lnTo>
                      <a:pt x="1197" y="0"/>
                    </a:lnTo>
                    <a:lnTo>
                      <a:pt x="0" y="60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19" name=""/>
              <p:cNvSpPr/>
              <p:nvPr/>
            </p:nvSpPr>
            <p:spPr>
              <a:xfrm rot="0">
                <a:off x="2038" y="2879"/>
                <a:ext cx="310" cy="171"/>
              </a:xfrm>
              <a:custGeom>
                <a:avLst/>
                <a:ahLst/>
                <a:rect l="0" t="0" r="r" b="b"/>
                <a:pathLst>
                  <a:path w="1237" h="680">
                    <a:moveTo>
                      <a:pt x="0" y="602"/>
                    </a:moveTo>
                    <a:lnTo>
                      <a:pt x="19" y="641"/>
                    </a:lnTo>
                    <a:lnTo>
                      <a:pt x="39" y="680"/>
                    </a:lnTo>
                    <a:lnTo>
                      <a:pt x="1237" y="79"/>
                    </a:lnTo>
                    <a:lnTo>
                      <a:pt x="1217" y="39"/>
                    </a:lnTo>
                    <a:lnTo>
                      <a:pt x="1197" y="0"/>
                    </a:lnTo>
                    <a:lnTo>
                      <a:pt x="0" y="60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20" name=""/>
              <p:cNvSpPr/>
              <p:nvPr/>
            </p:nvSpPr>
            <p:spPr>
              <a:xfrm rot="0">
                <a:off x="2338" y="2878"/>
                <a:ext cx="16" cy="21"/>
              </a:xfrm>
              <a:custGeom>
                <a:avLst/>
                <a:ahLst/>
                <a:rect l="0" t="0" r="r" b="b"/>
                <a:pathLst>
                  <a:path w="64" h="84">
                    <a:moveTo>
                      <a:pt x="20" y="44"/>
                    </a:moveTo>
                    <a:lnTo>
                      <a:pt x="0" y="5"/>
                    </a:lnTo>
                    <a:lnTo>
                      <a:pt x="11" y="0"/>
                    </a:lnTo>
                    <a:lnTo>
                      <a:pt x="22" y="0"/>
                    </a:lnTo>
                    <a:lnTo>
                      <a:pt x="34" y="1"/>
                    </a:lnTo>
                    <a:lnTo>
                      <a:pt x="44" y="7"/>
                    </a:lnTo>
                    <a:lnTo>
                      <a:pt x="54" y="14"/>
                    </a:lnTo>
                    <a:lnTo>
                      <a:pt x="60" y="25"/>
                    </a:lnTo>
                    <a:lnTo>
                      <a:pt x="64" y="35"/>
                    </a:lnTo>
                    <a:lnTo>
                      <a:pt x="64" y="47"/>
                    </a:lnTo>
                    <a:lnTo>
                      <a:pt x="63" y="58"/>
                    </a:lnTo>
                    <a:lnTo>
                      <a:pt x="57" y="69"/>
                    </a:lnTo>
                    <a:lnTo>
                      <a:pt x="50" y="78"/>
                    </a:lnTo>
                    <a:lnTo>
                      <a:pt x="40" y="84"/>
                    </a:lnTo>
                    <a:lnTo>
                      <a:pt x="20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21" name=""/>
              <p:cNvSpPr/>
              <p:nvPr/>
            </p:nvSpPr>
            <p:spPr>
              <a:xfrm rot="0">
                <a:off x="2338" y="2878"/>
                <a:ext cx="16" cy="21"/>
              </a:xfrm>
              <a:custGeom>
                <a:avLst/>
                <a:ahLst/>
                <a:rect l="0" t="0" r="r" b="b"/>
                <a:pathLst>
                  <a:path w="64" h="84">
                    <a:moveTo>
                      <a:pt x="0" y="5"/>
                    </a:moveTo>
                    <a:lnTo>
                      <a:pt x="11" y="0"/>
                    </a:lnTo>
                    <a:lnTo>
                      <a:pt x="22" y="0"/>
                    </a:lnTo>
                    <a:lnTo>
                      <a:pt x="34" y="1"/>
                    </a:lnTo>
                    <a:lnTo>
                      <a:pt x="44" y="7"/>
                    </a:lnTo>
                    <a:lnTo>
                      <a:pt x="54" y="14"/>
                    </a:lnTo>
                    <a:lnTo>
                      <a:pt x="60" y="25"/>
                    </a:lnTo>
                    <a:lnTo>
                      <a:pt x="64" y="35"/>
                    </a:lnTo>
                    <a:lnTo>
                      <a:pt x="64" y="47"/>
                    </a:lnTo>
                    <a:lnTo>
                      <a:pt x="63" y="58"/>
                    </a:lnTo>
                    <a:lnTo>
                      <a:pt x="57" y="69"/>
                    </a:lnTo>
                    <a:lnTo>
                      <a:pt x="50" y="78"/>
                    </a:lnTo>
                    <a:lnTo>
                      <a:pt x="40" y="84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22" name=""/>
              <p:cNvSpPr/>
              <p:nvPr/>
            </p:nvSpPr>
            <p:spPr>
              <a:xfrm rot="0">
                <a:off x="2032" y="3300"/>
                <a:ext cx="23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2"/>
                    </a:lnTo>
                    <a:lnTo>
                      <a:pt x="82" y="22"/>
                    </a:lnTo>
                    <a:lnTo>
                      <a:pt x="76" y="32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3" y="43"/>
                    </a:lnTo>
                    <a:lnTo>
                      <a:pt x="22" y="38"/>
                    </a:lnTo>
                    <a:lnTo>
                      <a:pt x="13" y="32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23" name=""/>
              <p:cNvSpPr/>
              <p:nvPr/>
            </p:nvSpPr>
            <p:spPr>
              <a:xfrm rot="0">
                <a:off x="2032" y="3300"/>
                <a:ext cx="23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2"/>
                    </a:lnTo>
                    <a:lnTo>
                      <a:pt x="82" y="22"/>
                    </a:lnTo>
                    <a:lnTo>
                      <a:pt x="76" y="32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3" y="43"/>
                    </a:lnTo>
                    <a:lnTo>
                      <a:pt x="22" y="38"/>
                    </a:lnTo>
                    <a:lnTo>
                      <a:pt x="13" y="32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24" name=""/>
              <p:cNvSpPr/>
              <p:nvPr/>
            </p:nvSpPr>
            <p:spPr>
              <a:xfrm rot="0">
                <a:off x="2032" y="3040"/>
                <a:ext cx="23" cy="260"/>
              </a:xfrm>
              <a:custGeom>
                <a:avLst/>
                <a:ahLst/>
                <a:rect l="0" t="0" r="r" b="b"/>
                <a:pathLst>
                  <a:path w="89" h="1042">
                    <a:moveTo>
                      <a:pt x="0" y="1042"/>
                    </a:moveTo>
                    <a:lnTo>
                      <a:pt x="44" y="1042"/>
                    </a:lnTo>
                    <a:lnTo>
                      <a:pt x="89" y="104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04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25" name=""/>
              <p:cNvSpPr/>
              <p:nvPr/>
            </p:nvSpPr>
            <p:spPr>
              <a:xfrm rot="0">
                <a:off x="2032" y="3040"/>
                <a:ext cx="23" cy="260"/>
              </a:xfrm>
              <a:custGeom>
                <a:avLst/>
                <a:ahLst/>
                <a:rect l="0" t="0" r="r" b="b"/>
                <a:pathLst>
                  <a:path w="89" h="1042">
                    <a:moveTo>
                      <a:pt x="0" y="1042"/>
                    </a:moveTo>
                    <a:lnTo>
                      <a:pt x="44" y="1042"/>
                    </a:lnTo>
                    <a:lnTo>
                      <a:pt x="89" y="104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04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26" name=""/>
              <p:cNvSpPr/>
              <p:nvPr/>
            </p:nvSpPr>
            <p:spPr>
              <a:xfrm rot="0">
                <a:off x="2032" y="3028"/>
                <a:ext cx="23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27" name=""/>
              <p:cNvSpPr/>
              <p:nvPr/>
            </p:nvSpPr>
            <p:spPr>
              <a:xfrm rot="0">
                <a:off x="2032" y="3028"/>
                <a:ext cx="23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28" name=""/>
              <p:cNvSpPr/>
              <p:nvPr/>
            </p:nvSpPr>
            <p:spPr>
              <a:xfrm rot="0">
                <a:off x="2338" y="3441"/>
                <a:ext cx="16" cy="21"/>
              </a:xfrm>
              <a:custGeom>
                <a:avLst/>
                <a:ahLst/>
                <a:rect l="0" t="0" r="r" b="b"/>
                <a:pathLst>
                  <a:path w="64" h="83">
                    <a:moveTo>
                      <a:pt x="20" y="39"/>
                    </a:moveTo>
                    <a:lnTo>
                      <a:pt x="40" y="0"/>
                    </a:lnTo>
                    <a:lnTo>
                      <a:pt x="50" y="5"/>
                    </a:lnTo>
                    <a:lnTo>
                      <a:pt x="57" y="15"/>
                    </a:lnTo>
                    <a:lnTo>
                      <a:pt x="63" y="25"/>
                    </a:lnTo>
                    <a:lnTo>
                      <a:pt x="64" y="37"/>
                    </a:lnTo>
                    <a:lnTo>
                      <a:pt x="64" y="48"/>
                    </a:lnTo>
                    <a:lnTo>
                      <a:pt x="60" y="59"/>
                    </a:lnTo>
                    <a:lnTo>
                      <a:pt x="54" y="69"/>
                    </a:lnTo>
                    <a:lnTo>
                      <a:pt x="44" y="76"/>
                    </a:lnTo>
                    <a:lnTo>
                      <a:pt x="34" y="82"/>
                    </a:lnTo>
                    <a:lnTo>
                      <a:pt x="22" y="83"/>
                    </a:lnTo>
                    <a:lnTo>
                      <a:pt x="11" y="83"/>
                    </a:lnTo>
                    <a:lnTo>
                      <a:pt x="0" y="78"/>
                    </a:lnTo>
                    <a:lnTo>
                      <a:pt x="20" y="3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29" name=""/>
              <p:cNvSpPr/>
              <p:nvPr/>
            </p:nvSpPr>
            <p:spPr>
              <a:xfrm rot="0">
                <a:off x="2338" y="3441"/>
                <a:ext cx="16" cy="21"/>
              </a:xfrm>
              <a:custGeom>
                <a:avLst/>
                <a:ahLst/>
                <a:rect l="0" t="0" r="r" b="b"/>
                <a:pathLst>
                  <a:path w="64" h="83">
                    <a:moveTo>
                      <a:pt x="40" y="0"/>
                    </a:moveTo>
                    <a:lnTo>
                      <a:pt x="50" y="5"/>
                    </a:lnTo>
                    <a:lnTo>
                      <a:pt x="57" y="15"/>
                    </a:lnTo>
                    <a:lnTo>
                      <a:pt x="63" y="25"/>
                    </a:lnTo>
                    <a:lnTo>
                      <a:pt x="64" y="37"/>
                    </a:lnTo>
                    <a:lnTo>
                      <a:pt x="64" y="48"/>
                    </a:lnTo>
                    <a:lnTo>
                      <a:pt x="60" y="59"/>
                    </a:lnTo>
                    <a:lnTo>
                      <a:pt x="54" y="69"/>
                    </a:lnTo>
                    <a:lnTo>
                      <a:pt x="44" y="76"/>
                    </a:lnTo>
                    <a:lnTo>
                      <a:pt x="34" y="82"/>
                    </a:lnTo>
                    <a:lnTo>
                      <a:pt x="22" y="83"/>
                    </a:lnTo>
                    <a:lnTo>
                      <a:pt x="11" y="83"/>
                    </a:lnTo>
                    <a:lnTo>
                      <a:pt x="0" y="78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30" name=""/>
              <p:cNvSpPr/>
              <p:nvPr/>
            </p:nvSpPr>
            <p:spPr>
              <a:xfrm rot="0">
                <a:off x="2038" y="3290"/>
                <a:ext cx="310" cy="171"/>
              </a:xfrm>
              <a:custGeom>
                <a:avLst/>
                <a:ahLst/>
                <a:rect l="0" t="0" r="r" b="b"/>
                <a:pathLst>
                  <a:path w="1237" h="680">
                    <a:moveTo>
                      <a:pt x="1197" y="680"/>
                    </a:moveTo>
                    <a:lnTo>
                      <a:pt x="1217" y="641"/>
                    </a:lnTo>
                    <a:lnTo>
                      <a:pt x="1237" y="602"/>
                    </a:lnTo>
                    <a:lnTo>
                      <a:pt x="39" y="0"/>
                    </a:lnTo>
                    <a:lnTo>
                      <a:pt x="19" y="39"/>
                    </a:lnTo>
                    <a:lnTo>
                      <a:pt x="0" y="79"/>
                    </a:lnTo>
                    <a:lnTo>
                      <a:pt x="1197" y="68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31" name=""/>
              <p:cNvSpPr/>
              <p:nvPr/>
            </p:nvSpPr>
            <p:spPr>
              <a:xfrm rot="0">
                <a:off x="2038" y="3290"/>
                <a:ext cx="310" cy="171"/>
              </a:xfrm>
              <a:custGeom>
                <a:avLst/>
                <a:ahLst/>
                <a:rect l="0" t="0" r="r" b="b"/>
                <a:pathLst>
                  <a:path w="1237" h="680">
                    <a:moveTo>
                      <a:pt x="1197" y="680"/>
                    </a:moveTo>
                    <a:lnTo>
                      <a:pt x="1217" y="641"/>
                    </a:lnTo>
                    <a:lnTo>
                      <a:pt x="1237" y="602"/>
                    </a:lnTo>
                    <a:lnTo>
                      <a:pt x="39" y="0"/>
                    </a:lnTo>
                    <a:lnTo>
                      <a:pt x="19" y="39"/>
                    </a:lnTo>
                    <a:lnTo>
                      <a:pt x="0" y="79"/>
                    </a:lnTo>
                    <a:lnTo>
                      <a:pt x="1197" y="68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32" name=""/>
              <p:cNvSpPr/>
              <p:nvPr/>
            </p:nvSpPr>
            <p:spPr>
              <a:xfrm rot="0">
                <a:off x="2032" y="3289"/>
                <a:ext cx="16" cy="21"/>
              </a:xfrm>
              <a:custGeom>
                <a:avLst/>
                <a:ahLst/>
                <a:rect l="0" t="0" r="r" b="b"/>
                <a:pathLst>
                  <a:path w="64" h="84">
                    <a:moveTo>
                      <a:pt x="44" y="44"/>
                    </a:moveTo>
                    <a:lnTo>
                      <a:pt x="25" y="84"/>
                    </a:lnTo>
                    <a:lnTo>
                      <a:pt x="14" y="78"/>
                    </a:lnTo>
                    <a:lnTo>
                      <a:pt x="7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0" y="35"/>
                    </a:lnTo>
                    <a:lnTo>
                      <a:pt x="5" y="25"/>
                    </a:lnTo>
                    <a:lnTo>
                      <a:pt x="11" y="14"/>
                    </a:lnTo>
                    <a:lnTo>
                      <a:pt x="20" y="7"/>
                    </a:lnTo>
                    <a:lnTo>
                      <a:pt x="30" y="1"/>
                    </a:lnTo>
                    <a:lnTo>
                      <a:pt x="42" y="0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44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33" name=""/>
              <p:cNvSpPr/>
              <p:nvPr/>
            </p:nvSpPr>
            <p:spPr>
              <a:xfrm rot="0">
                <a:off x="2032" y="3289"/>
                <a:ext cx="16" cy="21"/>
              </a:xfrm>
              <a:custGeom>
                <a:avLst/>
                <a:ahLst/>
                <a:rect l="0" t="0" r="r" b="b"/>
                <a:pathLst>
                  <a:path w="64" h="84">
                    <a:moveTo>
                      <a:pt x="25" y="84"/>
                    </a:moveTo>
                    <a:lnTo>
                      <a:pt x="14" y="78"/>
                    </a:lnTo>
                    <a:lnTo>
                      <a:pt x="7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0" y="35"/>
                    </a:lnTo>
                    <a:lnTo>
                      <a:pt x="5" y="25"/>
                    </a:lnTo>
                    <a:lnTo>
                      <a:pt x="11" y="14"/>
                    </a:lnTo>
                    <a:lnTo>
                      <a:pt x="20" y="7"/>
                    </a:lnTo>
                    <a:lnTo>
                      <a:pt x="30" y="1"/>
                    </a:lnTo>
                    <a:lnTo>
                      <a:pt x="42" y="0"/>
                    </a:lnTo>
                    <a:lnTo>
                      <a:pt x="54" y="0"/>
                    </a:lnTo>
                    <a:lnTo>
                      <a:pt x="64" y="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34" name=""/>
              <p:cNvSpPr/>
              <p:nvPr/>
            </p:nvSpPr>
            <p:spPr>
              <a:xfrm rot="0">
                <a:off x="1933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35" name=""/>
              <p:cNvSpPr/>
              <p:nvPr/>
            </p:nvSpPr>
            <p:spPr>
              <a:xfrm rot="0">
                <a:off x="1933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36" name=""/>
              <p:cNvSpPr/>
              <p:nvPr/>
            </p:nvSpPr>
            <p:spPr>
              <a:xfrm rot="0">
                <a:off x="1944" y="3549"/>
                <a:ext cx="399" cy="23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37" name=""/>
              <p:cNvSpPr/>
              <p:nvPr/>
            </p:nvSpPr>
            <p:spPr>
              <a:xfrm rot="0">
                <a:off x="1944" y="3549"/>
                <a:ext cx="399" cy="23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38" name=""/>
              <p:cNvSpPr/>
              <p:nvPr/>
            </p:nvSpPr>
            <p:spPr>
              <a:xfrm rot="0">
                <a:off x="2343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39" name=""/>
              <p:cNvSpPr/>
              <p:nvPr/>
            </p:nvSpPr>
            <p:spPr>
              <a:xfrm rot="0">
                <a:off x="2343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40" name=""/>
              <p:cNvSpPr/>
              <p:nvPr/>
            </p:nvSpPr>
            <p:spPr>
              <a:xfrm rot="0">
                <a:off x="1933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41" name=""/>
              <p:cNvSpPr/>
              <p:nvPr/>
            </p:nvSpPr>
            <p:spPr>
              <a:xfrm rot="0">
                <a:off x="1933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42" name=""/>
              <p:cNvSpPr/>
              <p:nvPr/>
            </p:nvSpPr>
            <p:spPr>
              <a:xfrm rot="0">
                <a:off x="1933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43" name=""/>
              <p:cNvSpPr/>
              <p:nvPr/>
            </p:nvSpPr>
            <p:spPr>
              <a:xfrm rot="0">
                <a:off x="1933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44" name=""/>
              <p:cNvSpPr/>
              <p:nvPr/>
            </p:nvSpPr>
            <p:spPr>
              <a:xfrm rot="0">
                <a:off x="1933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45" name=""/>
              <p:cNvSpPr/>
              <p:nvPr/>
            </p:nvSpPr>
            <p:spPr>
              <a:xfrm rot="0">
                <a:off x="1933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46" name=""/>
              <p:cNvSpPr/>
              <p:nvPr/>
            </p:nvSpPr>
            <p:spPr>
              <a:xfrm rot="0">
                <a:off x="2343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47" name=""/>
              <p:cNvSpPr/>
              <p:nvPr/>
            </p:nvSpPr>
            <p:spPr>
              <a:xfrm rot="0">
                <a:off x="2343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48" name=""/>
              <p:cNvSpPr/>
              <p:nvPr/>
            </p:nvSpPr>
            <p:spPr>
              <a:xfrm rot="0">
                <a:off x="1944" y="2768"/>
                <a:ext cx="399" cy="22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1597" y="90"/>
                    </a:move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49" name=""/>
              <p:cNvSpPr/>
              <p:nvPr/>
            </p:nvSpPr>
            <p:spPr>
              <a:xfrm rot="0">
                <a:off x="1944" y="2768"/>
                <a:ext cx="399" cy="22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1597" y="90"/>
                    </a:move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50" name=""/>
              <p:cNvSpPr/>
              <p:nvPr/>
            </p:nvSpPr>
            <p:spPr>
              <a:xfrm rot="0">
                <a:off x="1933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51" name=""/>
              <p:cNvSpPr/>
              <p:nvPr/>
            </p:nvSpPr>
            <p:spPr>
              <a:xfrm rot="0">
                <a:off x="1933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52" name=""/>
              <p:cNvSpPr/>
              <p:nvPr/>
            </p:nvSpPr>
            <p:spPr>
              <a:xfrm rot="0">
                <a:off x="2506" y="3028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53" name=""/>
              <p:cNvSpPr/>
              <p:nvPr/>
            </p:nvSpPr>
            <p:spPr>
              <a:xfrm rot="0">
                <a:off x="2506" y="3028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3"/>
                    </a:lnTo>
                    <a:lnTo>
                      <a:pt x="45" y="45"/>
                    </a:lnTo>
                    <a:lnTo>
                      <a:pt x="43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54" name=""/>
              <p:cNvSpPr/>
              <p:nvPr/>
            </p:nvSpPr>
            <p:spPr>
              <a:xfrm rot="0">
                <a:off x="2043" y="3028"/>
                <a:ext cx="463" cy="23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55" name=""/>
              <p:cNvSpPr/>
              <p:nvPr/>
            </p:nvSpPr>
            <p:spPr>
              <a:xfrm rot="0">
                <a:off x="2043" y="3028"/>
                <a:ext cx="463" cy="23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56" name=""/>
              <p:cNvSpPr/>
              <p:nvPr/>
            </p:nvSpPr>
            <p:spPr>
              <a:xfrm rot="0">
                <a:off x="2032" y="3028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57" name=""/>
              <p:cNvSpPr/>
              <p:nvPr/>
            </p:nvSpPr>
            <p:spPr>
              <a:xfrm rot="0">
                <a:off x="2032" y="3028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3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58" name=""/>
              <p:cNvSpPr/>
              <p:nvPr/>
            </p:nvSpPr>
            <p:spPr>
              <a:xfrm rot="0">
                <a:off x="2506" y="3289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7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59" name=""/>
              <p:cNvSpPr/>
              <p:nvPr/>
            </p:nvSpPr>
            <p:spPr>
              <a:xfrm rot="0">
                <a:off x="2506" y="3289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3" y="34"/>
                    </a:lnTo>
                    <a:lnTo>
                      <a:pt x="45" y="45"/>
                    </a:lnTo>
                    <a:lnTo>
                      <a:pt x="43" y="57"/>
                    </a:lnTo>
                    <a:lnTo>
                      <a:pt x="38" y="67"/>
                    </a:lnTo>
                    <a:lnTo>
                      <a:pt x="31" y="77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60" name=""/>
              <p:cNvSpPr/>
              <p:nvPr/>
            </p:nvSpPr>
            <p:spPr>
              <a:xfrm rot="0">
                <a:off x="2043" y="3289"/>
                <a:ext cx="463" cy="22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61" name=""/>
              <p:cNvSpPr/>
              <p:nvPr/>
            </p:nvSpPr>
            <p:spPr>
              <a:xfrm rot="0">
                <a:off x="2043" y="3289"/>
                <a:ext cx="463" cy="22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62" name=""/>
              <p:cNvSpPr/>
              <p:nvPr/>
            </p:nvSpPr>
            <p:spPr>
              <a:xfrm rot="0">
                <a:off x="2032" y="3289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3" y="88"/>
                    </a:lnTo>
                    <a:lnTo>
                      <a:pt x="22" y="83"/>
                    </a:lnTo>
                    <a:lnTo>
                      <a:pt x="13" y="77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63" name=""/>
              <p:cNvSpPr/>
              <p:nvPr/>
            </p:nvSpPr>
            <p:spPr>
              <a:xfrm rot="0">
                <a:off x="2032" y="3289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3" y="88"/>
                    </a:lnTo>
                    <a:lnTo>
                      <a:pt x="22" y="83"/>
                    </a:lnTo>
                    <a:lnTo>
                      <a:pt x="13" y="77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64" name=""/>
              <p:cNvSpPr/>
              <p:nvPr/>
            </p:nvSpPr>
            <p:spPr>
              <a:xfrm rot="0">
                <a:off x="1714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65" name=""/>
              <p:cNvSpPr/>
              <p:nvPr/>
            </p:nvSpPr>
            <p:spPr>
              <a:xfrm rot="0">
                <a:off x="1714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66" name=""/>
              <p:cNvSpPr/>
              <p:nvPr/>
            </p:nvSpPr>
            <p:spPr>
              <a:xfrm rot="0">
                <a:off x="1714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67" name=""/>
              <p:cNvSpPr/>
              <p:nvPr/>
            </p:nvSpPr>
            <p:spPr>
              <a:xfrm rot="0">
                <a:off x="1714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68" name=""/>
              <p:cNvSpPr/>
              <p:nvPr/>
            </p:nvSpPr>
            <p:spPr>
              <a:xfrm rot="0">
                <a:off x="1714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69" name=""/>
              <p:cNvSpPr/>
              <p:nvPr/>
            </p:nvSpPr>
            <p:spPr>
              <a:xfrm rot="0">
                <a:off x="1714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70" name=""/>
              <p:cNvSpPr/>
              <p:nvPr/>
            </p:nvSpPr>
            <p:spPr>
              <a:xfrm rot="0">
                <a:off x="1714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71" name=""/>
              <p:cNvSpPr/>
              <p:nvPr/>
            </p:nvSpPr>
            <p:spPr>
              <a:xfrm rot="0">
                <a:off x="1714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72" name=""/>
              <p:cNvSpPr/>
              <p:nvPr/>
            </p:nvSpPr>
            <p:spPr>
              <a:xfrm rot="0">
                <a:off x="1725" y="3549"/>
                <a:ext cx="219" cy="23"/>
              </a:xfrm>
              <a:custGeom>
                <a:avLst/>
                <a:ahLst/>
                <a:rect l="0" t="0" r="r" b="b"/>
                <a:pathLst>
                  <a:path w="874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874" y="90"/>
                    </a:lnTo>
                    <a:lnTo>
                      <a:pt x="874" y="46"/>
                    </a:lnTo>
                    <a:lnTo>
                      <a:pt x="874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73" name=""/>
              <p:cNvSpPr/>
              <p:nvPr/>
            </p:nvSpPr>
            <p:spPr>
              <a:xfrm rot="0">
                <a:off x="1725" y="3549"/>
                <a:ext cx="219" cy="23"/>
              </a:xfrm>
              <a:custGeom>
                <a:avLst/>
                <a:ahLst/>
                <a:rect l="0" t="0" r="r" b="b"/>
                <a:pathLst>
                  <a:path w="874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874" y="90"/>
                    </a:lnTo>
                    <a:lnTo>
                      <a:pt x="874" y="46"/>
                    </a:lnTo>
                    <a:lnTo>
                      <a:pt x="874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74" name=""/>
              <p:cNvSpPr/>
              <p:nvPr/>
            </p:nvSpPr>
            <p:spPr>
              <a:xfrm rot="0">
                <a:off x="1944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75" name=""/>
              <p:cNvSpPr/>
              <p:nvPr/>
            </p:nvSpPr>
            <p:spPr>
              <a:xfrm rot="0">
                <a:off x="1944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76" name=""/>
              <p:cNvSpPr/>
              <p:nvPr/>
            </p:nvSpPr>
            <p:spPr>
              <a:xfrm rot="0">
                <a:off x="1944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77" name=""/>
              <p:cNvSpPr/>
              <p:nvPr/>
            </p:nvSpPr>
            <p:spPr>
              <a:xfrm rot="0">
                <a:off x="1944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78" name=""/>
              <p:cNvSpPr/>
              <p:nvPr/>
            </p:nvSpPr>
            <p:spPr>
              <a:xfrm rot="0">
                <a:off x="1725" y="2768"/>
                <a:ext cx="219" cy="22"/>
              </a:xfrm>
              <a:custGeom>
                <a:avLst/>
                <a:ahLst/>
                <a:rect l="0" t="0" r="r" b="b"/>
                <a:pathLst>
                  <a:path w="874" h="90">
                    <a:moveTo>
                      <a:pt x="874" y="90"/>
                    </a:moveTo>
                    <a:lnTo>
                      <a:pt x="874" y="46"/>
                    </a:lnTo>
                    <a:lnTo>
                      <a:pt x="87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874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79" name=""/>
              <p:cNvSpPr/>
              <p:nvPr/>
            </p:nvSpPr>
            <p:spPr>
              <a:xfrm rot="0">
                <a:off x="1725" y="2768"/>
                <a:ext cx="219" cy="22"/>
              </a:xfrm>
              <a:custGeom>
                <a:avLst/>
                <a:ahLst/>
                <a:rect l="0" t="0" r="r" b="b"/>
                <a:pathLst>
                  <a:path w="874" h="90">
                    <a:moveTo>
                      <a:pt x="874" y="90"/>
                    </a:moveTo>
                    <a:lnTo>
                      <a:pt x="874" y="46"/>
                    </a:lnTo>
                    <a:lnTo>
                      <a:pt x="87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874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80" name=""/>
              <p:cNvSpPr/>
              <p:nvPr/>
            </p:nvSpPr>
            <p:spPr>
              <a:xfrm rot="0">
                <a:off x="1714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81" name=""/>
              <p:cNvSpPr/>
              <p:nvPr/>
            </p:nvSpPr>
            <p:spPr>
              <a:xfrm rot="0">
                <a:off x="1714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3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82" name=""/>
              <p:cNvSpPr/>
              <p:nvPr/>
            </p:nvSpPr>
            <p:spPr>
              <a:xfrm rot="0">
                <a:off x="4097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83" name=""/>
              <p:cNvSpPr/>
              <p:nvPr/>
            </p:nvSpPr>
            <p:spPr>
              <a:xfrm rot="0">
                <a:off x="4097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6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3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84" name=""/>
              <p:cNvSpPr/>
              <p:nvPr/>
            </p:nvSpPr>
            <p:spPr>
              <a:xfrm rot="0">
                <a:off x="4097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85" name=""/>
              <p:cNvSpPr/>
              <p:nvPr/>
            </p:nvSpPr>
            <p:spPr>
              <a:xfrm rot="0">
                <a:off x="4097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86" name=""/>
              <p:cNvSpPr/>
              <p:nvPr/>
            </p:nvSpPr>
            <p:spPr>
              <a:xfrm rot="0">
                <a:off x="4097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87" name=""/>
              <p:cNvSpPr/>
              <p:nvPr/>
            </p:nvSpPr>
            <p:spPr>
              <a:xfrm rot="0">
                <a:off x="4097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6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88" name=""/>
              <p:cNvSpPr/>
              <p:nvPr/>
            </p:nvSpPr>
            <p:spPr>
              <a:xfrm rot="0">
                <a:off x="3674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89" name=""/>
              <p:cNvSpPr/>
              <p:nvPr/>
            </p:nvSpPr>
            <p:spPr>
              <a:xfrm rot="0">
                <a:off x="3674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90" name=""/>
              <p:cNvSpPr/>
              <p:nvPr/>
            </p:nvSpPr>
            <p:spPr>
              <a:xfrm rot="0">
                <a:off x="3685" y="3549"/>
                <a:ext cx="423" cy="23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91" name=""/>
              <p:cNvSpPr/>
              <p:nvPr/>
            </p:nvSpPr>
            <p:spPr>
              <a:xfrm rot="0">
                <a:off x="3685" y="3549"/>
                <a:ext cx="423" cy="23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92" name=""/>
              <p:cNvSpPr/>
              <p:nvPr/>
            </p:nvSpPr>
            <p:spPr>
              <a:xfrm rot="0">
                <a:off x="4108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93" name=""/>
              <p:cNvSpPr/>
              <p:nvPr/>
            </p:nvSpPr>
            <p:spPr>
              <a:xfrm rot="0">
                <a:off x="4108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94" name=""/>
              <p:cNvSpPr/>
              <p:nvPr/>
            </p:nvSpPr>
            <p:spPr>
              <a:xfrm rot="0">
                <a:off x="3674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95" name=""/>
              <p:cNvSpPr/>
              <p:nvPr/>
            </p:nvSpPr>
            <p:spPr>
              <a:xfrm rot="0">
                <a:off x="3674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96" name=""/>
              <p:cNvSpPr/>
              <p:nvPr/>
            </p:nvSpPr>
            <p:spPr>
              <a:xfrm rot="0">
                <a:off x="3674" y="3398"/>
                <a:ext cx="22" cy="163"/>
              </a:xfrm>
              <a:custGeom>
                <a:avLst/>
                <a:ahLst/>
                <a:rect l="0" t="0" r="r" b="b"/>
                <a:pathLst>
                  <a:path w="89" h="652">
                    <a:moveTo>
                      <a:pt x="0" y="652"/>
                    </a:moveTo>
                    <a:lnTo>
                      <a:pt x="44" y="652"/>
                    </a:lnTo>
                    <a:lnTo>
                      <a:pt x="89" y="65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65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97" name=""/>
              <p:cNvSpPr/>
              <p:nvPr/>
            </p:nvSpPr>
            <p:spPr>
              <a:xfrm rot="0">
                <a:off x="3674" y="3398"/>
                <a:ext cx="22" cy="163"/>
              </a:xfrm>
              <a:custGeom>
                <a:avLst/>
                <a:ahLst/>
                <a:rect l="0" t="0" r="r" b="b"/>
                <a:pathLst>
                  <a:path w="89" h="652">
                    <a:moveTo>
                      <a:pt x="0" y="652"/>
                    </a:moveTo>
                    <a:lnTo>
                      <a:pt x="44" y="652"/>
                    </a:lnTo>
                    <a:lnTo>
                      <a:pt x="89" y="65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65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898" name=""/>
              <p:cNvSpPr/>
              <p:nvPr/>
            </p:nvSpPr>
            <p:spPr>
              <a:xfrm rot="0">
                <a:off x="3674" y="3387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899" name=""/>
              <p:cNvSpPr/>
              <p:nvPr/>
            </p:nvSpPr>
            <p:spPr>
              <a:xfrm rot="0">
                <a:off x="3674" y="3387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00" name=""/>
              <p:cNvSpPr/>
              <p:nvPr/>
            </p:nvSpPr>
            <p:spPr>
              <a:xfrm rot="0">
                <a:off x="3837" y="34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6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2" y="31"/>
                    </a:lnTo>
                    <a:lnTo>
                      <a:pt x="5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01" name=""/>
              <p:cNvSpPr/>
              <p:nvPr/>
            </p:nvSpPr>
            <p:spPr>
              <a:xfrm rot="0">
                <a:off x="3837" y="345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6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2" y="31"/>
                    </a:lnTo>
                    <a:lnTo>
                      <a:pt x="5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02" name=""/>
              <p:cNvSpPr/>
              <p:nvPr/>
            </p:nvSpPr>
            <p:spPr>
              <a:xfrm rot="0">
                <a:off x="3837" y="2889"/>
                <a:ext cx="22" cy="562"/>
              </a:xfrm>
              <a:custGeom>
                <a:avLst/>
                <a:ahLst/>
                <a:rect l="0" t="0" r="r" b="b"/>
                <a:pathLst>
                  <a:path w="89" h="2246">
                    <a:moveTo>
                      <a:pt x="0" y="2246"/>
                    </a:moveTo>
                    <a:lnTo>
                      <a:pt x="44" y="2246"/>
                    </a:lnTo>
                    <a:lnTo>
                      <a:pt x="89" y="2246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22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03" name=""/>
              <p:cNvSpPr/>
              <p:nvPr/>
            </p:nvSpPr>
            <p:spPr>
              <a:xfrm rot="0">
                <a:off x="3837" y="2889"/>
                <a:ext cx="22" cy="562"/>
              </a:xfrm>
              <a:custGeom>
                <a:avLst/>
                <a:ahLst/>
                <a:rect l="0" t="0" r="r" b="b"/>
                <a:pathLst>
                  <a:path w="89" h="2246">
                    <a:moveTo>
                      <a:pt x="0" y="2246"/>
                    </a:moveTo>
                    <a:lnTo>
                      <a:pt x="44" y="2246"/>
                    </a:lnTo>
                    <a:lnTo>
                      <a:pt x="89" y="2246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22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04" name=""/>
              <p:cNvSpPr/>
              <p:nvPr/>
            </p:nvSpPr>
            <p:spPr>
              <a:xfrm rot="0">
                <a:off x="3837" y="2878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6" y="34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05" name=""/>
              <p:cNvSpPr/>
              <p:nvPr/>
            </p:nvSpPr>
            <p:spPr>
              <a:xfrm rot="0">
                <a:off x="3837" y="2878"/>
                <a:ext cx="22" cy="11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4"/>
                    </a:lnTo>
                    <a:lnTo>
                      <a:pt x="5" y="23"/>
                    </a:lnTo>
                    <a:lnTo>
                      <a:pt x="12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5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6" y="34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06" name=""/>
              <p:cNvSpPr/>
              <p:nvPr/>
            </p:nvSpPr>
            <p:spPr>
              <a:xfrm rot="0">
                <a:off x="3674" y="2943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2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07" name=""/>
              <p:cNvSpPr/>
              <p:nvPr/>
            </p:nvSpPr>
            <p:spPr>
              <a:xfrm rot="0">
                <a:off x="3674" y="2943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2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08" name=""/>
              <p:cNvSpPr/>
              <p:nvPr/>
            </p:nvSpPr>
            <p:spPr>
              <a:xfrm rot="0">
                <a:off x="3674" y="2779"/>
                <a:ext cx="22" cy="164"/>
              </a:xfrm>
              <a:custGeom>
                <a:avLst/>
                <a:ahLst/>
                <a:rect l="0" t="0" r="r" b="b"/>
                <a:pathLst>
                  <a:path w="89" h="652">
                    <a:moveTo>
                      <a:pt x="0" y="652"/>
                    </a:moveTo>
                    <a:lnTo>
                      <a:pt x="44" y="652"/>
                    </a:lnTo>
                    <a:lnTo>
                      <a:pt x="89" y="65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65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09" name=""/>
              <p:cNvSpPr/>
              <p:nvPr/>
            </p:nvSpPr>
            <p:spPr>
              <a:xfrm rot="0">
                <a:off x="3674" y="2779"/>
                <a:ext cx="22" cy="164"/>
              </a:xfrm>
              <a:custGeom>
                <a:avLst/>
                <a:ahLst/>
                <a:rect l="0" t="0" r="r" b="b"/>
                <a:pathLst>
                  <a:path w="89" h="652">
                    <a:moveTo>
                      <a:pt x="0" y="652"/>
                    </a:moveTo>
                    <a:lnTo>
                      <a:pt x="44" y="652"/>
                    </a:lnTo>
                    <a:lnTo>
                      <a:pt x="89" y="65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65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10" name=""/>
              <p:cNvSpPr/>
              <p:nvPr/>
            </p:nvSpPr>
            <p:spPr>
              <a:xfrm rot="0">
                <a:off x="3674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11" name=""/>
              <p:cNvSpPr/>
              <p:nvPr/>
            </p:nvSpPr>
            <p:spPr>
              <a:xfrm rot="0">
                <a:off x="3674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6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12" name=""/>
              <p:cNvSpPr/>
              <p:nvPr/>
            </p:nvSpPr>
            <p:spPr>
              <a:xfrm rot="0">
                <a:off x="4108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13" name=""/>
              <p:cNvSpPr/>
              <p:nvPr/>
            </p:nvSpPr>
            <p:spPr>
              <a:xfrm rot="0">
                <a:off x="4108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2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2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14" name=""/>
              <p:cNvSpPr/>
              <p:nvPr/>
            </p:nvSpPr>
            <p:spPr>
              <a:xfrm rot="0">
                <a:off x="3685" y="2768"/>
                <a:ext cx="423" cy="22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1693" y="90"/>
                    </a:move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15" name=""/>
              <p:cNvSpPr/>
              <p:nvPr/>
            </p:nvSpPr>
            <p:spPr>
              <a:xfrm rot="0">
                <a:off x="3685" y="2768"/>
                <a:ext cx="423" cy="22"/>
              </a:xfrm>
              <a:custGeom>
                <a:avLst/>
                <a:ahLst/>
                <a:rect l="0" t="0" r="r" b="b"/>
                <a:pathLst>
                  <a:path w="1693" h="90">
                    <a:moveTo>
                      <a:pt x="1693" y="90"/>
                    </a:moveTo>
                    <a:lnTo>
                      <a:pt x="1693" y="46"/>
                    </a:lnTo>
                    <a:lnTo>
                      <a:pt x="169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693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16" name=""/>
              <p:cNvSpPr/>
              <p:nvPr/>
            </p:nvSpPr>
            <p:spPr>
              <a:xfrm rot="0">
                <a:off x="3674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17" name=""/>
              <p:cNvSpPr/>
              <p:nvPr/>
            </p:nvSpPr>
            <p:spPr>
              <a:xfrm rot="0">
                <a:off x="3674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18" name=""/>
              <p:cNvSpPr/>
              <p:nvPr/>
            </p:nvSpPr>
            <p:spPr>
              <a:xfrm rot="0">
                <a:off x="3374" y="3029"/>
                <a:ext cx="14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44" y="43"/>
                    </a:moveTo>
                    <a:lnTo>
                      <a:pt x="58" y="86"/>
                    </a:lnTo>
                    <a:lnTo>
                      <a:pt x="46" y="87"/>
                    </a:lnTo>
                    <a:lnTo>
                      <a:pt x="35" y="87"/>
                    </a:lnTo>
                    <a:lnTo>
                      <a:pt x="24" y="82"/>
                    </a:lnTo>
                    <a:lnTo>
                      <a:pt x="14" y="76"/>
                    </a:lnTo>
                    <a:lnTo>
                      <a:pt x="7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0" y="34"/>
                    </a:lnTo>
                    <a:lnTo>
                      <a:pt x="5" y="23"/>
                    </a:lnTo>
                    <a:lnTo>
                      <a:pt x="10" y="13"/>
                    </a:lnTo>
                    <a:lnTo>
                      <a:pt x="20" y="6"/>
                    </a:lnTo>
                    <a:lnTo>
                      <a:pt x="30" y="0"/>
                    </a:lnTo>
                    <a:lnTo>
                      <a:pt x="44" y="43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19" name=""/>
              <p:cNvSpPr/>
              <p:nvPr/>
            </p:nvSpPr>
            <p:spPr>
              <a:xfrm rot="0">
                <a:off x="3374" y="3029"/>
                <a:ext cx="14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58" y="86"/>
                    </a:moveTo>
                    <a:lnTo>
                      <a:pt x="46" y="87"/>
                    </a:lnTo>
                    <a:lnTo>
                      <a:pt x="35" y="87"/>
                    </a:lnTo>
                    <a:lnTo>
                      <a:pt x="24" y="82"/>
                    </a:lnTo>
                    <a:lnTo>
                      <a:pt x="14" y="76"/>
                    </a:lnTo>
                    <a:lnTo>
                      <a:pt x="7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0" y="34"/>
                    </a:lnTo>
                    <a:lnTo>
                      <a:pt x="5" y="23"/>
                    </a:lnTo>
                    <a:lnTo>
                      <a:pt x="10" y="13"/>
                    </a:lnTo>
                    <a:lnTo>
                      <a:pt x="20" y="6"/>
                    </a:lnTo>
                    <a:lnTo>
                      <a:pt x="3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20" name=""/>
              <p:cNvSpPr/>
              <p:nvPr/>
            </p:nvSpPr>
            <p:spPr>
              <a:xfrm rot="0">
                <a:off x="3382" y="2879"/>
                <a:ext cx="469" cy="171"/>
              </a:xfrm>
              <a:custGeom>
                <a:avLst/>
                <a:ahLst/>
                <a:rect l="0" t="0" r="r" b="b"/>
                <a:pathLst>
                  <a:path w="1879" h="688">
                    <a:moveTo>
                      <a:pt x="0" y="602"/>
                    </a:moveTo>
                    <a:lnTo>
                      <a:pt x="14" y="645"/>
                    </a:lnTo>
                    <a:lnTo>
                      <a:pt x="28" y="688"/>
                    </a:lnTo>
                    <a:lnTo>
                      <a:pt x="1879" y="86"/>
                    </a:lnTo>
                    <a:lnTo>
                      <a:pt x="1865" y="43"/>
                    </a:lnTo>
                    <a:lnTo>
                      <a:pt x="1851" y="0"/>
                    </a:lnTo>
                    <a:lnTo>
                      <a:pt x="0" y="60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21" name=""/>
              <p:cNvSpPr/>
              <p:nvPr/>
            </p:nvSpPr>
            <p:spPr>
              <a:xfrm rot="0">
                <a:off x="3382" y="2879"/>
                <a:ext cx="469" cy="171"/>
              </a:xfrm>
              <a:custGeom>
                <a:avLst/>
                <a:ahLst/>
                <a:rect l="0" t="0" r="r" b="b"/>
                <a:pathLst>
                  <a:path w="1879" h="688">
                    <a:moveTo>
                      <a:pt x="0" y="602"/>
                    </a:moveTo>
                    <a:lnTo>
                      <a:pt x="14" y="645"/>
                    </a:lnTo>
                    <a:lnTo>
                      <a:pt x="28" y="688"/>
                    </a:lnTo>
                    <a:lnTo>
                      <a:pt x="1879" y="86"/>
                    </a:lnTo>
                    <a:lnTo>
                      <a:pt x="1865" y="43"/>
                    </a:lnTo>
                    <a:lnTo>
                      <a:pt x="1851" y="0"/>
                    </a:lnTo>
                    <a:lnTo>
                      <a:pt x="0" y="60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22" name=""/>
              <p:cNvSpPr/>
              <p:nvPr/>
            </p:nvSpPr>
            <p:spPr>
              <a:xfrm rot="0">
                <a:off x="3844" y="2878"/>
                <a:ext cx="15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14" y="44"/>
                    </a:moveTo>
                    <a:lnTo>
                      <a:pt x="0" y="1"/>
                    </a:lnTo>
                    <a:lnTo>
                      <a:pt x="11" y="0"/>
                    </a:lnTo>
                    <a:lnTo>
                      <a:pt x="23" y="0"/>
                    </a:lnTo>
                    <a:lnTo>
                      <a:pt x="33" y="5"/>
                    </a:lnTo>
                    <a:lnTo>
                      <a:pt x="44" y="11"/>
                    </a:lnTo>
                    <a:lnTo>
                      <a:pt x="51" y="20"/>
                    </a:lnTo>
                    <a:lnTo>
                      <a:pt x="56" y="30"/>
                    </a:lnTo>
                    <a:lnTo>
                      <a:pt x="58" y="42"/>
                    </a:lnTo>
                    <a:lnTo>
                      <a:pt x="58" y="53"/>
                    </a:lnTo>
                    <a:lnTo>
                      <a:pt x="53" y="64"/>
                    </a:lnTo>
                    <a:lnTo>
                      <a:pt x="47" y="74"/>
                    </a:lnTo>
                    <a:lnTo>
                      <a:pt x="38" y="81"/>
                    </a:lnTo>
                    <a:lnTo>
                      <a:pt x="28" y="87"/>
                    </a:lnTo>
                    <a:lnTo>
                      <a:pt x="14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23" name=""/>
              <p:cNvSpPr/>
              <p:nvPr/>
            </p:nvSpPr>
            <p:spPr>
              <a:xfrm rot="0">
                <a:off x="3844" y="2878"/>
                <a:ext cx="15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0" y="1"/>
                    </a:moveTo>
                    <a:lnTo>
                      <a:pt x="11" y="0"/>
                    </a:lnTo>
                    <a:lnTo>
                      <a:pt x="23" y="0"/>
                    </a:lnTo>
                    <a:lnTo>
                      <a:pt x="33" y="5"/>
                    </a:lnTo>
                    <a:lnTo>
                      <a:pt x="44" y="11"/>
                    </a:lnTo>
                    <a:lnTo>
                      <a:pt x="51" y="20"/>
                    </a:lnTo>
                    <a:lnTo>
                      <a:pt x="56" y="30"/>
                    </a:lnTo>
                    <a:lnTo>
                      <a:pt x="58" y="42"/>
                    </a:lnTo>
                    <a:lnTo>
                      <a:pt x="58" y="53"/>
                    </a:lnTo>
                    <a:lnTo>
                      <a:pt x="53" y="64"/>
                    </a:lnTo>
                    <a:lnTo>
                      <a:pt x="47" y="74"/>
                    </a:lnTo>
                    <a:lnTo>
                      <a:pt x="38" y="81"/>
                    </a:lnTo>
                    <a:lnTo>
                      <a:pt x="28" y="87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24" name=""/>
              <p:cNvSpPr/>
              <p:nvPr/>
            </p:nvSpPr>
            <p:spPr>
              <a:xfrm rot="0">
                <a:off x="3374" y="3300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2"/>
                    </a:lnTo>
                    <a:lnTo>
                      <a:pt x="82" y="22"/>
                    </a:lnTo>
                    <a:lnTo>
                      <a:pt x="75" y="32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2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25" name=""/>
              <p:cNvSpPr/>
              <p:nvPr/>
            </p:nvSpPr>
            <p:spPr>
              <a:xfrm rot="0">
                <a:off x="3374" y="3300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2"/>
                    </a:lnTo>
                    <a:lnTo>
                      <a:pt x="82" y="22"/>
                    </a:lnTo>
                    <a:lnTo>
                      <a:pt x="75" y="32"/>
                    </a:lnTo>
                    <a:lnTo>
                      <a:pt x="66" y="38"/>
                    </a:lnTo>
                    <a:lnTo>
                      <a:pt x="56" y="43"/>
                    </a:lnTo>
                    <a:lnTo>
                      <a:pt x="44" y="44"/>
                    </a:lnTo>
                    <a:lnTo>
                      <a:pt x="32" y="43"/>
                    </a:lnTo>
                    <a:lnTo>
                      <a:pt x="22" y="38"/>
                    </a:lnTo>
                    <a:lnTo>
                      <a:pt x="13" y="32"/>
                    </a:lnTo>
                    <a:lnTo>
                      <a:pt x="6" y="22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26" name=""/>
              <p:cNvSpPr/>
              <p:nvPr/>
            </p:nvSpPr>
            <p:spPr>
              <a:xfrm rot="0">
                <a:off x="3374" y="3040"/>
                <a:ext cx="22" cy="260"/>
              </a:xfrm>
              <a:custGeom>
                <a:avLst/>
                <a:ahLst/>
                <a:rect l="0" t="0" r="r" b="b"/>
                <a:pathLst>
                  <a:path w="89" h="1042">
                    <a:moveTo>
                      <a:pt x="0" y="1042"/>
                    </a:moveTo>
                    <a:lnTo>
                      <a:pt x="44" y="1042"/>
                    </a:lnTo>
                    <a:lnTo>
                      <a:pt x="89" y="104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042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27" name=""/>
              <p:cNvSpPr/>
              <p:nvPr/>
            </p:nvSpPr>
            <p:spPr>
              <a:xfrm rot="0">
                <a:off x="3374" y="3040"/>
                <a:ext cx="22" cy="260"/>
              </a:xfrm>
              <a:custGeom>
                <a:avLst/>
                <a:ahLst/>
                <a:rect l="0" t="0" r="r" b="b"/>
                <a:pathLst>
                  <a:path w="89" h="1042">
                    <a:moveTo>
                      <a:pt x="0" y="1042"/>
                    </a:moveTo>
                    <a:lnTo>
                      <a:pt x="44" y="1042"/>
                    </a:lnTo>
                    <a:lnTo>
                      <a:pt x="89" y="1042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1042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28" name=""/>
              <p:cNvSpPr/>
              <p:nvPr/>
            </p:nvSpPr>
            <p:spPr>
              <a:xfrm rot="0">
                <a:off x="3374" y="3028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44" y="45"/>
                    </a:move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29" name=""/>
              <p:cNvSpPr/>
              <p:nvPr/>
            </p:nvSpPr>
            <p:spPr>
              <a:xfrm rot="0">
                <a:off x="3374" y="3028"/>
                <a:ext cx="22" cy="12"/>
              </a:xfrm>
              <a:custGeom>
                <a:avLst/>
                <a:ahLst/>
                <a:rect l="0" t="0" r="r" b="b"/>
                <a:pathLst>
                  <a:path w="89" h="45">
                    <a:moveTo>
                      <a:pt x="0" y="45"/>
                    </a:move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56" y="2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3"/>
                    </a:lnTo>
                    <a:lnTo>
                      <a:pt x="87" y="33"/>
                    </a:lnTo>
                    <a:lnTo>
                      <a:pt x="89" y="4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30" name=""/>
              <p:cNvSpPr/>
              <p:nvPr/>
            </p:nvSpPr>
            <p:spPr>
              <a:xfrm rot="0">
                <a:off x="3844" y="3440"/>
                <a:ext cx="15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14" y="43"/>
                    </a:moveTo>
                    <a:lnTo>
                      <a:pt x="28" y="0"/>
                    </a:lnTo>
                    <a:lnTo>
                      <a:pt x="38" y="6"/>
                    </a:lnTo>
                    <a:lnTo>
                      <a:pt x="47" y="13"/>
                    </a:lnTo>
                    <a:lnTo>
                      <a:pt x="53" y="23"/>
                    </a:lnTo>
                    <a:lnTo>
                      <a:pt x="58" y="34"/>
                    </a:lnTo>
                    <a:lnTo>
                      <a:pt x="58" y="45"/>
                    </a:lnTo>
                    <a:lnTo>
                      <a:pt x="56" y="57"/>
                    </a:lnTo>
                    <a:lnTo>
                      <a:pt x="51" y="67"/>
                    </a:lnTo>
                    <a:lnTo>
                      <a:pt x="44" y="76"/>
                    </a:lnTo>
                    <a:lnTo>
                      <a:pt x="33" y="82"/>
                    </a:lnTo>
                    <a:lnTo>
                      <a:pt x="23" y="87"/>
                    </a:lnTo>
                    <a:lnTo>
                      <a:pt x="11" y="87"/>
                    </a:lnTo>
                    <a:lnTo>
                      <a:pt x="0" y="86"/>
                    </a:lnTo>
                    <a:lnTo>
                      <a:pt x="14" y="43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31" name=""/>
              <p:cNvSpPr/>
              <p:nvPr/>
            </p:nvSpPr>
            <p:spPr>
              <a:xfrm rot="0">
                <a:off x="3844" y="3440"/>
                <a:ext cx="15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28" y="0"/>
                    </a:moveTo>
                    <a:lnTo>
                      <a:pt x="38" y="6"/>
                    </a:lnTo>
                    <a:lnTo>
                      <a:pt x="47" y="13"/>
                    </a:lnTo>
                    <a:lnTo>
                      <a:pt x="53" y="23"/>
                    </a:lnTo>
                    <a:lnTo>
                      <a:pt x="58" y="34"/>
                    </a:lnTo>
                    <a:lnTo>
                      <a:pt x="58" y="45"/>
                    </a:lnTo>
                    <a:lnTo>
                      <a:pt x="56" y="57"/>
                    </a:lnTo>
                    <a:lnTo>
                      <a:pt x="51" y="67"/>
                    </a:lnTo>
                    <a:lnTo>
                      <a:pt x="44" y="76"/>
                    </a:lnTo>
                    <a:lnTo>
                      <a:pt x="33" y="82"/>
                    </a:lnTo>
                    <a:lnTo>
                      <a:pt x="23" y="87"/>
                    </a:lnTo>
                    <a:lnTo>
                      <a:pt x="11" y="87"/>
                    </a:lnTo>
                    <a:lnTo>
                      <a:pt x="0" y="8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32" name=""/>
              <p:cNvSpPr/>
              <p:nvPr/>
            </p:nvSpPr>
            <p:spPr>
              <a:xfrm rot="0">
                <a:off x="3382" y="3290"/>
                <a:ext cx="469" cy="171"/>
              </a:xfrm>
              <a:custGeom>
                <a:avLst/>
                <a:ahLst/>
                <a:rect l="0" t="0" r="r" b="b"/>
                <a:pathLst>
                  <a:path w="1879" h="688">
                    <a:moveTo>
                      <a:pt x="1851" y="688"/>
                    </a:moveTo>
                    <a:lnTo>
                      <a:pt x="1865" y="645"/>
                    </a:lnTo>
                    <a:lnTo>
                      <a:pt x="1879" y="602"/>
                    </a:lnTo>
                    <a:lnTo>
                      <a:pt x="28" y="0"/>
                    </a:lnTo>
                    <a:lnTo>
                      <a:pt x="14" y="43"/>
                    </a:lnTo>
                    <a:lnTo>
                      <a:pt x="0" y="86"/>
                    </a:lnTo>
                    <a:lnTo>
                      <a:pt x="1851" y="688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33" name=""/>
              <p:cNvSpPr/>
              <p:nvPr/>
            </p:nvSpPr>
            <p:spPr>
              <a:xfrm rot="0">
                <a:off x="3382" y="3290"/>
                <a:ext cx="469" cy="171"/>
              </a:xfrm>
              <a:custGeom>
                <a:avLst/>
                <a:ahLst/>
                <a:rect l="0" t="0" r="r" b="b"/>
                <a:pathLst>
                  <a:path w="1879" h="688">
                    <a:moveTo>
                      <a:pt x="1851" y="688"/>
                    </a:moveTo>
                    <a:lnTo>
                      <a:pt x="1865" y="645"/>
                    </a:lnTo>
                    <a:lnTo>
                      <a:pt x="1879" y="602"/>
                    </a:lnTo>
                    <a:lnTo>
                      <a:pt x="28" y="0"/>
                    </a:lnTo>
                    <a:lnTo>
                      <a:pt x="14" y="43"/>
                    </a:lnTo>
                    <a:lnTo>
                      <a:pt x="0" y="86"/>
                    </a:lnTo>
                    <a:lnTo>
                      <a:pt x="1851" y="688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34" name=""/>
              <p:cNvSpPr/>
              <p:nvPr/>
            </p:nvSpPr>
            <p:spPr>
              <a:xfrm rot="0">
                <a:off x="3374" y="3289"/>
                <a:ext cx="14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44" y="44"/>
                    </a:moveTo>
                    <a:lnTo>
                      <a:pt x="30" y="87"/>
                    </a:lnTo>
                    <a:lnTo>
                      <a:pt x="20" y="81"/>
                    </a:lnTo>
                    <a:lnTo>
                      <a:pt x="10" y="74"/>
                    </a:lnTo>
                    <a:lnTo>
                      <a:pt x="5" y="64"/>
                    </a:lnTo>
                    <a:lnTo>
                      <a:pt x="0" y="54"/>
                    </a:lnTo>
                    <a:lnTo>
                      <a:pt x="0" y="42"/>
                    </a:lnTo>
                    <a:lnTo>
                      <a:pt x="1" y="30"/>
                    </a:lnTo>
                    <a:lnTo>
                      <a:pt x="7" y="20"/>
                    </a:lnTo>
                    <a:lnTo>
                      <a:pt x="14" y="11"/>
                    </a:lnTo>
                    <a:lnTo>
                      <a:pt x="24" y="5"/>
                    </a:lnTo>
                    <a:lnTo>
                      <a:pt x="35" y="0"/>
                    </a:lnTo>
                    <a:lnTo>
                      <a:pt x="46" y="0"/>
                    </a:lnTo>
                    <a:lnTo>
                      <a:pt x="58" y="1"/>
                    </a:lnTo>
                    <a:lnTo>
                      <a:pt x="44" y="44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35" name=""/>
              <p:cNvSpPr/>
              <p:nvPr/>
            </p:nvSpPr>
            <p:spPr>
              <a:xfrm rot="0">
                <a:off x="3374" y="3289"/>
                <a:ext cx="14" cy="22"/>
              </a:xfrm>
              <a:custGeom>
                <a:avLst/>
                <a:ahLst/>
                <a:rect l="0" t="0" r="r" b="b"/>
                <a:pathLst>
                  <a:path w="58" h="87">
                    <a:moveTo>
                      <a:pt x="30" y="87"/>
                    </a:moveTo>
                    <a:lnTo>
                      <a:pt x="20" y="81"/>
                    </a:lnTo>
                    <a:lnTo>
                      <a:pt x="10" y="74"/>
                    </a:lnTo>
                    <a:lnTo>
                      <a:pt x="5" y="64"/>
                    </a:lnTo>
                    <a:lnTo>
                      <a:pt x="0" y="54"/>
                    </a:lnTo>
                    <a:lnTo>
                      <a:pt x="0" y="42"/>
                    </a:lnTo>
                    <a:lnTo>
                      <a:pt x="1" y="30"/>
                    </a:lnTo>
                    <a:lnTo>
                      <a:pt x="7" y="20"/>
                    </a:lnTo>
                    <a:lnTo>
                      <a:pt x="14" y="11"/>
                    </a:lnTo>
                    <a:lnTo>
                      <a:pt x="24" y="5"/>
                    </a:lnTo>
                    <a:lnTo>
                      <a:pt x="35" y="0"/>
                    </a:lnTo>
                    <a:lnTo>
                      <a:pt x="46" y="0"/>
                    </a:lnTo>
                    <a:lnTo>
                      <a:pt x="58" y="1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36" name=""/>
              <p:cNvSpPr/>
              <p:nvPr/>
            </p:nvSpPr>
            <p:spPr>
              <a:xfrm rot="0">
                <a:off x="3274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37" name=""/>
              <p:cNvSpPr/>
              <p:nvPr/>
            </p:nvSpPr>
            <p:spPr>
              <a:xfrm rot="0">
                <a:off x="3274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38" name=""/>
              <p:cNvSpPr/>
              <p:nvPr/>
            </p:nvSpPr>
            <p:spPr>
              <a:xfrm rot="0">
                <a:off x="3285" y="3549"/>
                <a:ext cx="400" cy="23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39" name=""/>
              <p:cNvSpPr/>
              <p:nvPr/>
            </p:nvSpPr>
            <p:spPr>
              <a:xfrm rot="0">
                <a:off x="3285" y="3549"/>
                <a:ext cx="400" cy="23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40" name=""/>
              <p:cNvSpPr/>
              <p:nvPr/>
            </p:nvSpPr>
            <p:spPr>
              <a:xfrm rot="0">
                <a:off x="3685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41" name=""/>
              <p:cNvSpPr/>
              <p:nvPr/>
            </p:nvSpPr>
            <p:spPr>
              <a:xfrm rot="0">
                <a:off x="3685" y="3549"/>
                <a:ext cx="11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42" name=""/>
              <p:cNvSpPr/>
              <p:nvPr/>
            </p:nvSpPr>
            <p:spPr>
              <a:xfrm rot="0">
                <a:off x="3274" y="3561"/>
                <a:ext cx="23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43" name=""/>
              <p:cNvSpPr/>
              <p:nvPr/>
            </p:nvSpPr>
            <p:spPr>
              <a:xfrm rot="0">
                <a:off x="3274" y="3561"/>
                <a:ext cx="23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44" name=""/>
              <p:cNvSpPr/>
              <p:nvPr/>
            </p:nvSpPr>
            <p:spPr>
              <a:xfrm rot="0">
                <a:off x="3274" y="2779"/>
                <a:ext cx="23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45" name=""/>
              <p:cNvSpPr/>
              <p:nvPr/>
            </p:nvSpPr>
            <p:spPr>
              <a:xfrm rot="0">
                <a:off x="3274" y="2779"/>
                <a:ext cx="23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46" name=""/>
              <p:cNvSpPr/>
              <p:nvPr/>
            </p:nvSpPr>
            <p:spPr>
              <a:xfrm rot="0">
                <a:off x="3274" y="2768"/>
                <a:ext cx="23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47" name=""/>
              <p:cNvSpPr/>
              <p:nvPr/>
            </p:nvSpPr>
            <p:spPr>
              <a:xfrm rot="0">
                <a:off x="3274" y="2768"/>
                <a:ext cx="23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48" name=""/>
              <p:cNvSpPr/>
              <p:nvPr/>
            </p:nvSpPr>
            <p:spPr>
              <a:xfrm rot="0">
                <a:off x="3685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49" name=""/>
              <p:cNvSpPr/>
              <p:nvPr/>
            </p:nvSpPr>
            <p:spPr>
              <a:xfrm rot="0">
                <a:off x="3685" y="2768"/>
                <a:ext cx="11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2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2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50" name=""/>
              <p:cNvSpPr/>
              <p:nvPr/>
            </p:nvSpPr>
            <p:spPr>
              <a:xfrm rot="0">
                <a:off x="3285" y="2768"/>
                <a:ext cx="400" cy="22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1597" y="90"/>
                    </a:move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51" name=""/>
              <p:cNvSpPr/>
              <p:nvPr/>
            </p:nvSpPr>
            <p:spPr>
              <a:xfrm rot="0">
                <a:off x="3285" y="2768"/>
                <a:ext cx="400" cy="22"/>
              </a:xfrm>
              <a:custGeom>
                <a:avLst/>
                <a:ahLst/>
                <a:rect l="0" t="0" r="r" b="b"/>
                <a:pathLst>
                  <a:path w="1597" h="90">
                    <a:moveTo>
                      <a:pt x="1597" y="90"/>
                    </a:moveTo>
                    <a:lnTo>
                      <a:pt x="1597" y="46"/>
                    </a:lnTo>
                    <a:lnTo>
                      <a:pt x="1597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90"/>
                    </a:lnTo>
                    <a:lnTo>
                      <a:pt x="1597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52" name=""/>
              <p:cNvSpPr/>
              <p:nvPr/>
            </p:nvSpPr>
            <p:spPr>
              <a:xfrm rot="0">
                <a:off x="3274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53" name=""/>
              <p:cNvSpPr/>
              <p:nvPr/>
            </p:nvSpPr>
            <p:spPr>
              <a:xfrm rot="0">
                <a:off x="3274" y="2768"/>
                <a:ext cx="11" cy="22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54" name=""/>
              <p:cNvSpPr/>
              <p:nvPr/>
            </p:nvSpPr>
            <p:spPr>
              <a:xfrm rot="0">
                <a:off x="3848" y="3028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2" y="33"/>
                    </a:lnTo>
                    <a:lnTo>
                      <a:pt x="45" y="45"/>
                    </a:lnTo>
                    <a:lnTo>
                      <a:pt x="42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55" name=""/>
              <p:cNvSpPr/>
              <p:nvPr/>
            </p:nvSpPr>
            <p:spPr>
              <a:xfrm rot="0">
                <a:off x="3848" y="3028"/>
                <a:ext cx="11" cy="23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2" y="33"/>
                    </a:lnTo>
                    <a:lnTo>
                      <a:pt x="45" y="45"/>
                    </a:lnTo>
                    <a:lnTo>
                      <a:pt x="42" y="56"/>
                    </a:lnTo>
                    <a:lnTo>
                      <a:pt x="38" y="67"/>
                    </a:lnTo>
                    <a:lnTo>
                      <a:pt x="31" y="76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56" name=""/>
              <p:cNvSpPr/>
              <p:nvPr/>
            </p:nvSpPr>
            <p:spPr>
              <a:xfrm rot="0">
                <a:off x="3385" y="3028"/>
                <a:ext cx="463" cy="23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57" name=""/>
              <p:cNvSpPr/>
              <p:nvPr/>
            </p:nvSpPr>
            <p:spPr>
              <a:xfrm rot="0">
                <a:off x="3385" y="3028"/>
                <a:ext cx="463" cy="23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58" name=""/>
              <p:cNvSpPr/>
              <p:nvPr/>
            </p:nvSpPr>
            <p:spPr>
              <a:xfrm rot="0">
                <a:off x="3374" y="3028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59" name=""/>
              <p:cNvSpPr/>
              <p:nvPr/>
            </p:nvSpPr>
            <p:spPr>
              <a:xfrm rot="0">
                <a:off x="3374" y="3028"/>
                <a:ext cx="11" cy="23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3" y="76"/>
                    </a:lnTo>
                    <a:lnTo>
                      <a:pt x="6" y="67"/>
                    </a:lnTo>
                    <a:lnTo>
                      <a:pt x="1" y="56"/>
                    </a:lnTo>
                    <a:lnTo>
                      <a:pt x="0" y="45"/>
                    </a:lnTo>
                    <a:lnTo>
                      <a:pt x="1" y="33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60" name=""/>
              <p:cNvSpPr/>
              <p:nvPr/>
            </p:nvSpPr>
            <p:spPr>
              <a:xfrm rot="0">
                <a:off x="3848" y="3289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45"/>
                    </a:moveTo>
                    <a:lnTo>
                      <a:pt x="0" y="0"/>
                    </a:ln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2" y="34"/>
                    </a:lnTo>
                    <a:lnTo>
                      <a:pt x="45" y="45"/>
                    </a:lnTo>
                    <a:lnTo>
                      <a:pt x="42" y="57"/>
                    </a:lnTo>
                    <a:lnTo>
                      <a:pt x="38" y="67"/>
                    </a:lnTo>
                    <a:lnTo>
                      <a:pt x="31" y="77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  <a:lnTo>
                      <a:pt x="0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61" name=""/>
              <p:cNvSpPr/>
              <p:nvPr/>
            </p:nvSpPr>
            <p:spPr>
              <a:xfrm rot="0">
                <a:off x="3848" y="3289"/>
                <a:ext cx="11" cy="22"/>
              </a:xfrm>
              <a:custGeom>
                <a:avLst/>
                <a:ahLst/>
                <a:rect l="0" t="0" r="r" b="b"/>
                <a:pathLst>
                  <a:path w="45" h="89">
                    <a:moveTo>
                      <a:pt x="0" y="0"/>
                    </a:moveTo>
                    <a:lnTo>
                      <a:pt x="11" y="2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3"/>
                    </a:lnTo>
                    <a:lnTo>
                      <a:pt x="42" y="34"/>
                    </a:lnTo>
                    <a:lnTo>
                      <a:pt x="45" y="45"/>
                    </a:lnTo>
                    <a:lnTo>
                      <a:pt x="42" y="57"/>
                    </a:lnTo>
                    <a:lnTo>
                      <a:pt x="38" y="67"/>
                    </a:lnTo>
                    <a:lnTo>
                      <a:pt x="31" y="77"/>
                    </a:lnTo>
                    <a:lnTo>
                      <a:pt x="22" y="83"/>
                    </a:lnTo>
                    <a:lnTo>
                      <a:pt x="11" y="88"/>
                    </a:lnTo>
                    <a:lnTo>
                      <a:pt x="0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62" name=""/>
              <p:cNvSpPr/>
              <p:nvPr/>
            </p:nvSpPr>
            <p:spPr>
              <a:xfrm rot="0">
                <a:off x="3385" y="3289"/>
                <a:ext cx="463" cy="22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63" name=""/>
              <p:cNvSpPr/>
              <p:nvPr/>
            </p:nvSpPr>
            <p:spPr>
              <a:xfrm rot="0">
                <a:off x="3385" y="3289"/>
                <a:ext cx="463" cy="22"/>
              </a:xfrm>
              <a:custGeom>
                <a:avLst/>
                <a:ahLst/>
                <a:rect l="0" t="0" r="r" b="b"/>
                <a:pathLst>
                  <a:path w="1851" h="89">
                    <a:moveTo>
                      <a:pt x="1851" y="89"/>
                    </a:moveTo>
                    <a:lnTo>
                      <a:pt x="1851" y="45"/>
                    </a:lnTo>
                    <a:lnTo>
                      <a:pt x="1851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1851" y="89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64" name=""/>
              <p:cNvSpPr/>
              <p:nvPr/>
            </p:nvSpPr>
            <p:spPr>
              <a:xfrm rot="0">
                <a:off x="3374" y="3289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45"/>
                    </a:moveTo>
                    <a:lnTo>
                      <a:pt x="44" y="89"/>
                    </a:lnTo>
                    <a:lnTo>
                      <a:pt x="32" y="88"/>
                    </a:lnTo>
                    <a:lnTo>
                      <a:pt x="22" y="83"/>
                    </a:lnTo>
                    <a:lnTo>
                      <a:pt x="13" y="77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  <a:lnTo>
                      <a:pt x="44" y="4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65" name=""/>
              <p:cNvSpPr/>
              <p:nvPr/>
            </p:nvSpPr>
            <p:spPr>
              <a:xfrm rot="0">
                <a:off x="3374" y="3289"/>
                <a:ext cx="11" cy="22"/>
              </a:xfrm>
              <a:custGeom>
                <a:avLst/>
                <a:ahLst/>
                <a:rect l="0" t="0" r="r" b="b"/>
                <a:pathLst>
                  <a:path w="44" h="89">
                    <a:moveTo>
                      <a:pt x="44" y="89"/>
                    </a:moveTo>
                    <a:lnTo>
                      <a:pt x="32" y="88"/>
                    </a:lnTo>
                    <a:lnTo>
                      <a:pt x="22" y="83"/>
                    </a:lnTo>
                    <a:lnTo>
                      <a:pt x="13" y="77"/>
                    </a:lnTo>
                    <a:lnTo>
                      <a:pt x="6" y="67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6" y="23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2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66" name=""/>
              <p:cNvSpPr/>
              <p:nvPr/>
            </p:nvSpPr>
            <p:spPr>
              <a:xfrm rot="0">
                <a:off x="3056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44" y="0"/>
                    </a:moveTo>
                    <a:lnTo>
                      <a:pt x="89" y="0"/>
                    </a:ln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67" name=""/>
              <p:cNvSpPr/>
              <p:nvPr/>
            </p:nvSpPr>
            <p:spPr>
              <a:xfrm rot="0">
                <a:off x="3056" y="3561"/>
                <a:ext cx="22" cy="11"/>
              </a:xfrm>
              <a:custGeom>
                <a:avLst/>
                <a:ahLst/>
                <a:rect l="0" t="0" r="r" b="b"/>
                <a:pathLst>
                  <a:path w="89" h="44">
                    <a:moveTo>
                      <a:pt x="89" y="0"/>
                    </a:moveTo>
                    <a:lnTo>
                      <a:pt x="87" y="11"/>
                    </a:lnTo>
                    <a:lnTo>
                      <a:pt x="82" y="22"/>
                    </a:lnTo>
                    <a:lnTo>
                      <a:pt x="75" y="31"/>
                    </a:lnTo>
                    <a:lnTo>
                      <a:pt x="66" y="38"/>
                    </a:lnTo>
                    <a:lnTo>
                      <a:pt x="55" y="42"/>
                    </a:lnTo>
                    <a:lnTo>
                      <a:pt x="44" y="44"/>
                    </a:lnTo>
                    <a:lnTo>
                      <a:pt x="32" y="42"/>
                    </a:lnTo>
                    <a:lnTo>
                      <a:pt x="22" y="38"/>
                    </a:lnTo>
                    <a:lnTo>
                      <a:pt x="13" y="31"/>
                    </a:lnTo>
                    <a:lnTo>
                      <a:pt x="6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68" name=""/>
              <p:cNvSpPr/>
              <p:nvPr/>
            </p:nvSpPr>
            <p:spPr>
              <a:xfrm rot="0">
                <a:off x="3056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69" name=""/>
              <p:cNvSpPr/>
              <p:nvPr/>
            </p:nvSpPr>
            <p:spPr>
              <a:xfrm rot="0">
                <a:off x="3056" y="2779"/>
                <a:ext cx="22" cy="782"/>
              </a:xfrm>
              <a:custGeom>
                <a:avLst/>
                <a:ahLst/>
                <a:rect l="0" t="0" r="r" b="b"/>
                <a:pathLst>
                  <a:path w="89" h="3125">
                    <a:moveTo>
                      <a:pt x="0" y="3125"/>
                    </a:moveTo>
                    <a:lnTo>
                      <a:pt x="44" y="3125"/>
                    </a:lnTo>
                    <a:lnTo>
                      <a:pt x="89" y="3125"/>
                    </a:lnTo>
                    <a:lnTo>
                      <a:pt x="89" y="0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3125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70" name=""/>
              <p:cNvSpPr/>
              <p:nvPr/>
            </p:nvSpPr>
            <p:spPr>
              <a:xfrm rot="0">
                <a:off x="3056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44" y="46"/>
                    </a:move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71" name=""/>
              <p:cNvSpPr/>
              <p:nvPr/>
            </p:nvSpPr>
            <p:spPr>
              <a:xfrm rot="0">
                <a:off x="3056" y="2768"/>
                <a:ext cx="22" cy="11"/>
              </a:xfrm>
              <a:custGeom>
                <a:avLst/>
                <a:ahLst/>
                <a:rect l="0" t="0" r="r" b="b"/>
                <a:pathLst>
                  <a:path w="89" h="46">
                    <a:moveTo>
                      <a:pt x="0" y="46"/>
                    </a:move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55" y="3"/>
                    </a:lnTo>
                    <a:lnTo>
                      <a:pt x="66" y="7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7" y="34"/>
                    </a:lnTo>
                    <a:lnTo>
                      <a:pt x="89" y="46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72" name=""/>
              <p:cNvSpPr/>
              <p:nvPr/>
            </p:nvSpPr>
            <p:spPr>
              <a:xfrm rot="0">
                <a:off x="3056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46"/>
                    </a:moveTo>
                    <a:lnTo>
                      <a:pt x="44" y="90"/>
                    </a:ln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  <a:lnTo>
                      <a:pt x="44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73" name=""/>
              <p:cNvSpPr/>
              <p:nvPr/>
            </p:nvSpPr>
            <p:spPr>
              <a:xfrm rot="0">
                <a:off x="3056" y="3549"/>
                <a:ext cx="11" cy="23"/>
              </a:xfrm>
              <a:custGeom>
                <a:avLst/>
                <a:ahLst/>
                <a:rect l="0" t="0" r="r" b="b"/>
                <a:pathLst>
                  <a:path w="44" h="90">
                    <a:moveTo>
                      <a:pt x="44" y="90"/>
                    </a:moveTo>
                    <a:lnTo>
                      <a:pt x="32" y="88"/>
                    </a:lnTo>
                    <a:lnTo>
                      <a:pt x="22" y="84"/>
                    </a:lnTo>
                    <a:lnTo>
                      <a:pt x="13" y="77"/>
                    </a:lnTo>
                    <a:lnTo>
                      <a:pt x="6" y="68"/>
                    </a:lnTo>
                    <a:lnTo>
                      <a:pt x="1" y="57"/>
                    </a:lnTo>
                    <a:lnTo>
                      <a:pt x="0" y="46"/>
                    </a:lnTo>
                    <a:lnTo>
                      <a:pt x="1" y="34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22" y="7"/>
                    </a:lnTo>
                    <a:lnTo>
                      <a:pt x="32" y="3"/>
                    </a:lnTo>
                    <a:lnTo>
                      <a:pt x="44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74" name=""/>
              <p:cNvSpPr/>
              <p:nvPr/>
            </p:nvSpPr>
            <p:spPr>
              <a:xfrm rot="0">
                <a:off x="3067" y="3549"/>
                <a:ext cx="218" cy="23"/>
              </a:xfrm>
              <a:custGeom>
                <a:avLst/>
                <a:ahLst/>
                <a:rect l="0" t="0" r="r" b="b"/>
                <a:pathLst>
                  <a:path w="875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875" y="90"/>
                    </a:lnTo>
                    <a:lnTo>
                      <a:pt x="875" y="46"/>
                    </a:lnTo>
                    <a:lnTo>
                      <a:pt x="875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75" name=""/>
              <p:cNvSpPr/>
              <p:nvPr/>
            </p:nvSpPr>
            <p:spPr>
              <a:xfrm rot="0">
                <a:off x="3067" y="3549"/>
                <a:ext cx="218" cy="23"/>
              </a:xfrm>
              <a:custGeom>
                <a:avLst/>
                <a:ahLst/>
                <a:rect l="0" t="0" r="r" b="b"/>
                <a:pathLst>
                  <a:path w="875" h="90">
                    <a:moveTo>
                      <a:pt x="0" y="0"/>
                    </a:moveTo>
                    <a:lnTo>
                      <a:pt x="0" y="46"/>
                    </a:lnTo>
                    <a:lnTo>
                      <a:pt x="0" y="90"/>
                    </a:lnTo>
                    <a:lnTo>
                      <a:pt x="875" y="90"/>
                    </a:lnTo>
                    <a:lnTo>
                      <a:pt x="875" y="46"/>
                    </a:lnTo>
                    <a:lnTo>
                      <a:pt x="875" y="0"/>
                    </a:lnTo>
                    <a:lnTo>
                      <a:pt x="0" y="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76" name=""/>
              <p:cNvSpPr/>
              <p:nvPr/>
            </p:nvSpPr>
            <p:spPr>
              <a:xfrm rot="0">
                <a:off x="3285" y="3549"/>
                <a:ext cx="12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77" name=""/>
              <p:cNvSpPr/>
              <p:nvPr/>
            </p:nvSpPr>
            <p:spPr>
              <a:xfrm rot="0">
                <a:off x="3285" y="3549"/>
                <a:ext cx="12" cy="23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  <p:sp>
            <p:nvSpPr>
              <p:cNvPr id="1089978" name=""/>
              <p:cNvSpPr/>
              <p:nvPr/>
            </p:nvSpPr>
            <p:spPr>
              <a:xfrm rot="0">
                <a:off x="3285" y="2768"/>
                <a:ext cx="12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46"/>
                    </a:moveTo>
                    <a:lnTo>
                      <a:pt x="0" y="0"/>
                    </a:ln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134C"/>
              </a:solidFill>
              <a:ln>
                <a:noFill/>
              </a:ln>
            </p:spPr>
          </p:sp>
          <p:sp>
            <p:nvSpPr>
              <p:cNvPr id="1089979" name=""/>
              <p:cNvSpPr/>
              <p:nvPr/>
            </p:nvSpPr>
            <p:spPr>
              <a:xfrm rot="0">
                <a:off x="3285" y="2768"/>
                <a:ext cx="12" cy="22"/>
              </a:xfrm>
              <a:custGeom>
                <a:avLst/>
                <a:ahLst/>
                <a:rect l="0" t="0" r="r" b="b"/>
                <a:pathLst>
                  <a:path w="45" h="90">
                    <a:moveTo>
                      <a:pt x="0" y="0"/>
                    </a:moveTo>
                    <a:lnTo>
                      <a:pt x="11" y="3"/>
                    </a:lnTo>
                    <a:lnTo>
                      <a:pt x="22" y="7"/>
                    </a:lnTo>
                    <a:lnTo>
                      <a:pt x="31" y="14"/>
                    </a:lnTo>
                    <a:lnTo>
                      <a:pt x="38" y="24"/>
                    </a:lnTo>
                    <a:lnTo>
                      <a:pt x="43" y="34"/>
                    </a:lnTo>
                    <a:lnTo>
                      <a:pt x="45" y="46"/>
                    </a:lnTo>
                    <a:lnTo>
                      <a:pt x="43" y="57"/>
                    </a:lnTo>
                    <a:lnTo>
                      <a:pt x="38" y="68"/>
                    </a:lnTo>
                    <a:lnTo>
                      <a:pt x="31" y="77"/>
                    </a:lnTo>
                    <a:lnTo>
                      <a:pt x="22" y="84"/>
                    </a:lnTo>
                    <a:lnTo>
                      <a:pt x="11" y="88"/>
                    </a:lnTo>
                    <a:lnTo>
                      <a:pt x="0" y="90"/>
                    </a:lnTo>
                  </a:path>
                </a:pathLst>
              </a:custGeom>
              <a:noFill/>
              <a:ln w="0" cap="flat" cmpd="sng">
                <a:solidFill>
                  <a:srgbClr val="00134C">
                    <a:alpha val="100000"/>
                  </a:srgbClr>
                </a:solidFill>
                <a:prstDash val="solid"/>
                <a:round/>
              </a:ln>
            </p:spPr>
          </p:sp>
        </p:grpSp>
        <p:sp>
          <p:nvSpPr>
            <p:cNvPr id="1089980" name=""/>
            <p:cNvSpPr/>
            <p:nvPr/>
          </p:nvSpPr>
          <p:spPr>
            <a:xfrm rot="0">
              <a:off x="3067" y="2768"/>
              <a:ext cx="218" cy="22"/>
            </a:xfrm>
            <a:custGeom>
              <a:avLst/>
              <a:ahLst/>
              <a:rect l="0" t="0" r="r" b="b"/>
              <a:pathLst>
                <a:path w="875" h="90">
                  <a:moveTo>
                    <a:pt x="875" y="90"/>
                  </a:moveTo>
                  <a:lnTo>
                    <a:pt x="875" y="46"/>
                  </a:lnTo>
                  <a:lnTo>
                    <a:pt x="87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875" y="9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81" name=""/>
            <p:cNvSpPr/>
            <p:nvPr/>
          </p:nvSpPr>
          <p:spPr>
            <a:xfrm rot="0">
              <a:off x="3067" y="2768"/>
              <a:ext cx="218" cy="22"/>
            </a:xfrm>
            <a:custGeom>
              <a:avLst/>
              <a:ahLst/>
              <a:rect l="0" t="0" r="r" b="b"/>
              <a:pathLst>
                <a:path w="875" h="90">
                  <a:moveTo>
                    <a:pt x="875" y="90"/>
                  </a:moveTo>
                  <a:lnTo>
                    <a:pt x="875" y="46"/>
                  </a:lnTo>
                  <a:lnTo>
                    <a:pt x="87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875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82" name=""/>
            <p:cNvSpPr/>
            <p:nvPr/>
          </p:nvSpPr>
          <p:spPr>
            <a:xfrm rot="0">
              <a:off x="3056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3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83" name=""/>
            <p:cNvSpPr/>
            <p:nvPr/>
          </p:nvSpPr>
          <p:spPr>
            <a:xfrm rot="0">
              <a:off x="3056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3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84" name=""/>
            <p:cNvSpPr/>
            <p:nvPr/>
          </p:nvSpPr>
          <p:spPr>
            <a:xfrm rot="0">
              <a:off x="5503" y="356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7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3" y="31"/>
                  </a:lnTo>
                  <a:lnTo>
                    <a:pt x="6" y="22"/>
                  </a:lnTo>
                  <a:lnTo>
                    <a:pt x="1" y="11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85" name=""/>
            <p:cNvSpPr/>
            <p:nvPr/>
          </p:nvSpPr>
          <p:spPr>
            <a:xfrm rot="0">
              <a:off x="5503" y="356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7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3" y="31"/>
                  </a:lnTo>
                  <a:lnTo>
                    <a:pt x="6" y="22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86" name=""/>
            <p:cNvSpPr/>
            <p:nvPr/>
          </p:nvSpPr>
          <p:spPr>
            <a:xfrm rot="0">
              <a:off x="5503" y="2779"/>
              <a:ext cx="22" cy="782"/>
            </a:xfrm>
            <a:custGeom>
              <a:avLst/>
              <a:ahLst/>
              <a:rect l="0" t="0" r="r" b="b"/>
              <a:pathLst>
                <a:path w="89" h="3125">
                  <a:moveTo>
                    <a:pt x="0" y="3125"/>
                  </a:moveTo>
                  <a:lnTo>
                    <a:pt x="44" y="3125"/>
                  </a:lnTo>
                  <a:lnTo>
                    <a:pt x="89" y="3125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312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87" name=""/>
            <p:cNvSpPr/>
            <p:nvPr/>
          </p:nvSpPr>
          <p:spPr>
            <a:xfrm rot="0">
              <a:off x="5503" y="2779"/>
              <a:ext cx="22" cy="782"/>
            </a:xfrm>
            <a:custGeom>
              <a:avLst/>
              <a:ahLst/>
              <a:rect l="0" t="0" r="r" b="b"/>
              <a:pathLst>
                <a:path w="89" h="3125">
                  <a:moveTo>
                    <a:pt x="0" y="3125"/>
                  </a:moveTo>
                  <a:lnTo>
                    <a:pt x="44" y="3125"/>
                  </a:lnTo>
                  <a:lnTo>
                    <a:pt x="89" y="3125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312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88" name=""/>
            <p:cNvSpPr/>
            <p:nvPr/>
          </p:nvSpPr>
          <p:spPr>
            <a:xfrm rot="0">
              <a:off x="5503" y="2768"/>
              <a:ext cx="22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44" y="46"/>
                  </a:move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7" y="34"/>
                  </a:lnTo>
                  <a:lnTo>
                    <a:pt x="89" y="46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89" name=""/>
            <p:cNvSpPr/>
            <p:nvPr/>
          </p:nvSpPr>
          <p:spPr>
            <a:xfrm rot="0">
              <a:off x="5503" y="2768"/>
              <a:ext cx="22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0" y="46"/>
                  </a:moveTo>
                  <a:lnTo>
                    <a:pt x="1" y="34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7" y="34"/>
                  </a:lnTo>
                  <a:lnTo>
                    <a:pt x="89" y="4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90" name=""/>
            <p:cNvSpPr/>
            <p:nvPr/>
          </p:nvSpPr>
          <p:spPr>
            <a:xfrm rot="0">
              <a:off x="5080" y="3549"/>
              <a:ext cx="11" cy="23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91" name=""/>
            <p:cNvSpPr/>
            <p:nvPr/>
          </p:nvSpPr>
          <p:spPr>
            <a:xfrm rot="0">
              <a:off x="5080" y="3549"/>
              <a:ext cx="11" cy="23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92" name=""/>
            <p:cNvSpPr/>
            <p:nvPr/>
          </p:nvSpPr>
          <p:spPr>
            <a:xfrm rot="0">
              <a:off x="5091" y="3549"/>
              <a:ext cx="423" cy="23"/>
            </a:xfrm>
            <a:custGeom>
              <a:avLst/>
              <a:ahLst/>
              <a:rect l="0" t="0" r="r" b="b"/>
              <a:pathLst>
                <a:path w="1693" h="90">
                  <a:moveTo>
                    <a:pt x="0" y="0"/>
                  </a:moveTo>
                  <a:lnTo>
                    <a:pt x="0" y="46"/>
                  </a:lnTo>
                  <a:lnTo>
                    <a:pt x="0" y="90"/>
                  </a:lnTo>
                  <a:lnTo>
                    <a:pt x="1693" y="90"/>
                  </a:lnTo>
                  <a:lnTo>
                    <a:pt x="1693" y="46"/>
                  </a:lnTo>
                  <a:lnTo>
                    <a:pt x="1693" y="0"/>
                  </a:lnTo>
                  <a:lnTo>
                    <a:pt x="0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93" name=""/>
            <p:cNvSpPr/>
            <p:nvPr/>
          </p:nvSpPr>
          <p:spPr>
            <a:xfrm rot="0">
              <a:off x="5091" y="3549"/>
              <a:ext cx="423" cy="23"/>
            </a:xfrm>
            <a:custGeom>
              <a:avLst/>
              <a:ahLst/>
              <a:rect l="0" t="0" r="r" b="b"/>
              <a:pathLst>
                <a:path w="1693" h="90">
                  <a:moveTo>
                    <a:pt x="0" y="0"/>
                  </a:moveTo>
                  <a:lnTo>
                    <a:pt x="0" y="46"/>
                  </a:lnTo>
                  <a:lnTo>
                    <a:pt x="0" y="90"/>
                  </a:lnTo>
                  <a:lnTo>
                    <a:pt x="1693" y="90"/>
                  </a:lnTo>
                  <a:lnTo>
                    <a:pt x="1693" y="46"/>
                  </a:lnTo>
                  <a:lnTo>
                    <a:pt x="169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94" name=""/>
            <p:cNvSpPr/>
            <p:nvPr/>
          </p:nvSpPr>
          <p:spPr>
            <a:xfrm rot="0">
              <a:off x="5514" y="3549"/>
              <a:ext cx="11" cy="23"/>
            </a:xfrm>
            <a:custGeom>
              <a:avLst/>
              <a:ahLst/>
              <a:rect l="0" t="0" r="r" b="b"/>
              <a:pathLst>
                <a:path w="45" h="90">
                  <a:moveTo>
                    <a:pt x="0" y="46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3" y="34"/>
                  </a:lnTo>
                  <a:lnTo>
                    <a:pt x="45" y="46"/>
                  </a:lnTo>
                  <a:lnTo>
                    <a:pt x="43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  <a:lnTo>
                    <a:pt x="0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95" name=""/>
            <p:cNvSpPr/>
            <p:nvPr/>
          </p:nvSpPr>
          <p:spPr>
            <a:xfrm rot="0">
              <a:off x="5514" y="3549"/>
              <a:ext cx="11" cy="23"/>
            </a:xfrm>
            <a:custGeom>
              <a:avLst/>
              <a:ahLst/>
              <a:rect l="0" t="0" r="r" b="b"/>
              <a:pathLst>
                <a:path w="45" h="90">
                  <a:moveTo>
                    <a:pt x="0" y="0"/>
                  </a:move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3" y="34"/>
                  </a:lnTo>
                  <a:lnTo>
                    <a:pt x="45" y="46"/>
                  </a:lnTo>
                  <a:lnTo>
                    <a:pt x="43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96" name=""/>
            <p:cNvSpPr/>
            <p:nvPr/>
          </p:nvSpPr>
          <p:spPr>
            <a:xfrm rot="0">
              <a:off x="5080" y="356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6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5" y="22"/>
                  </a:lnTo>
                  <a:lnTo>
                    <a:pt x="1" y="11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97" name=""/>
            <p:cNvSpPr/>
            <p:nvPr/>
          </p:nvSpPr>
          <p:spPr>
            <a:xfrm rot="0">
              <a:off x="5080" y="356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6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5" y="22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89998" name=""/>
            <p:cNvSpPr/>
            <p:nvPr/>
          </p:nvSpPr>
          <p:spPr>
            <a:xfrm rot="0">
              <a:off x="5080" y="3451"/>
              <a:ext cx="22" cy="110"/>
            </a:xfrm>
            <a:custGeom>
              <a:avLst/>
              <a:ahLst/>
              <a:rect l="0" t="0" r="r" b="b"/>
              <a:pathLst>
                <a:path w="89" h="440">
                  <a:moveTo>
                    <a:pt x="0" y="440"/>
                  </a:moveTo>
                  <a:lnTo>
                    <a:pt x="44" y="440"/>
                  </a:lnTo>
                  <a:lnTo>
                    <a:pt x="89" y="440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44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89999" name=""/>
            <p:cNvSpPr/>
            <p:nvPr/>
          </p:nvSpPr>
          <p:spPr>
            <a:xfrm rot="0">
              <a:off x="5080" y="3451"/>
              <a:ext cx="22" cy="110"/>
            </a:xfrm>
            <a:custGeom>
              <a:avLst/>
              <a:ahLst/>
              <a:rect l="0" t="0" r="r" b="b"/>
              <a:pathLst>
                <a:path w="89" h="440">
                  <a:moveTo>
                    <a:pt x="0" y="440"/>
                  </a:moveTo>
                  <a:lnTo>
                    <a:pt x="44" y="440"/>
                  </a:lnTo>
                  <a:lnTo>
                    <a:pt x="89" y="440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44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00" name=""/>
            <p:cNvSpPr/>
            <p:nvPr/>
          </p:nvSpPr>
          <p:spPr>
            <a:xfrm rot="0">
              <a:off x="5080" y="3439"/>
              <a:ext cx="22" cy="12"/>
            </a:xfrm>
            <a:custGeom>
              <a:avLst/>
              <a:ahLst/>
              <a:rect l="0" t="0" r="r" b="b"/>
              <a:pathLst>
                <a:path w="89" h="45">
                  <a:moveTo>
                    <a:pt x="44" y="45"/>
                  </a:moveTo>
                  <a:lnTo>
                    <a:pt x="0" y="45"/>
                  </a:lnTo>
                  <a:lnTo>
                    <a:pt x="1" y="33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5" y="2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3"/>
                  </a:lnTo>
                  <a:lnTo>
                    <a:pt x="86" y="33"/>
                  </a:lnTo>
                  <a:lnTo>
                    <a:pt x="89" y="45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01" name=""/>
            <p:cNvSpPr/>
            <p:nvPr/>
          </p:nvSpPr>
          <p:spPr>
            <a:xfrm rot="0">
              <a:off x="5080" y="3439"/>
              <a:ext cx="22" cy="12"/>
            </a:xfrm>
            <a:custGeom>
              <a:avLst/>
              <a:ahLst/>
              <a:rect l="0" t="0" r="r" b="b"/>
              <a:pathLst>
                <a:path w="89" h="45">
                  <a:moveTo>
                    <a:pt x="0" y="45"/>
                  </a:moveTo>
                  <a:lnTo>
                    <a:pt x="1" y="33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5" y="2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3"/>
                  </a:lnTo>
                  <a:lnTo>
                    <a:pt x="86" y="33"/>
                  </a:lnTo>
                  <a:lnTo>
                    <a:pt x="89" y="4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02" name=""/>
            <p:cNvSpPr/>
            <p:nvPr/>
          </p:nvSpPr>
          <p:spPr>
            <a:xfrm rot="0">
              <a:off x="5254" y="3439"/>
              <a:ext cx="11" cy="23"/>
            </a:xfrm>
            <a:custGeom>
              <a:avLst/>
              <a:ahLst/>
              <a:rect l="0" t="0" r="r" b="b"/>
              <a:pathLst>
                <a:path w="46" h="89">
                  <a:moveTo>
                    <a:pt x="0" y="45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2" y="7"/>
                  </a:lnTo>
                  <a:lnTo>
                    <a:pt x="32" y="14"/>
                  </a:lnTo>
                  <a:lnTo>
                    <a:pt x="39" y="23"/>
                  </a:lnTo>
                  <a:lnTo>
                    <a:pt x="43" y="33"/>
                  </a:lnTo>
                  <a:lnTo>
                    <a:pt x="46" y="45"/>
                  </a:lnTo>
                  <a:lnTo>
                    <a:pt x="43" y="56"/>
                  </a:lnTo>
                  <a:lnTo>
                    <a:pt x="39" y="67"/>
                  </a:lnTo>
                  <a:lnTo>
                    <a:pt x="32" y="76"/>
                  </a:lnTo>
                  <a:lnTo>
                    <a:pt x="22" y="83"/>
                  </a:lnTo>
                  <a:lnTo>
                    <a:pt x="12" y="88"/>
                  </a:lnTo>
                  <a:lnTo>
                    <a:pt x="0" y="89"/>
                  </a:lnTo>
                  <a:lnTo>
                    <a:pt x="0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03" name=""/>
            <p:cNvSpPr/>
            <p:nvPr/>
          </p:nvSpPr>
          <p:spPr>
            <a:xfrm rot="0">
              <a:off x="5254" y="3439"/>
              <a:ext cx="11" cy="23"/>
            </a:xfrm>
            <a:custGeom>
              <a:avLst/>
              <a:ahLst/>
              <a:rect l="0" t="0" r="r" b="b"/>
              <a:pathLst>
                <a:path w="46" h="89">
                  <a:moveTo>
                    <a:pt x="0" y="0"/>
                  </a:moveTo>
                  <a:lnTo>
                    <a:pt x="12" y="2"/>
                  </a:lnTo>
                  <a:lnTo>
                    <a:pt x="22" y="7"/>
                  </a:lnTo>
                  <a:lnTo>
                    <a:pt x="32" y="14"/>
                  </a:lnTo>
                  <a:lnTo>
                    <a:pt x="39" y="23"/>
                  </a:lnTo>
                  <a:lnTo>
                    <a:pt x="43" y="33"/>
                  </a:lnTo>
                  <a:lnTo>
                    <a:pt x="46" y="45"/>
                  </a:lnTo>
                  <a:lnTo>
                    <a:pt x="43" y="56"/>
                  </a:lnTo>
                  <a:lnTo>
                    <a:pt x="39" y="67"/>
                  </a:lnTo>
                  <a:lnTo>
                    <a:pt x="32" y="76"/>
                  </a:lnTo>
                  <a:lnTo>
                    <a:pt x="22" y="83"/>
                  </a:lnTo>
                  <a:lnTo>
                    <a:pt x="12" y="88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04" name=""/>
            <p:cNvSpPr/>
            <p:nvPr/>
          </p:nvSpPr>
          <p:spPr>
            <a:xfrm rot="0">
              <a:off x="5091" y="3439"/>
              <a:ext cx="163" cy="23"/>
            </a:xfrm>
            <a:custGeom>
              <a:avLst/>
              <a:ahLst/>
              <a:rect l="0" t="0" r="r" b="b"/>
              <a:pathLst>
                <a:path w="652" h="89">
                  <a:moveTo>
                    <a:pt x="652" y="89"/>
                  </a:moveTo>
                  <a:lnTo>
                    <a:pt x="652" y="45"/>
                  </a:lnTo>
                  <a:lnTo>
                    <a:pt x="652" y="0"/>
                  </a:lnTo>
                  <a:lnTo>
                    <a:pt x="0" y="0"/>
                  </a:lnTo>
                  <a:lnTo>
                    <a:pt x="0" y="45"/>
                  </a:lnTo>
                  <a:lnTo>
                    <a:pt x="0" y="89"/>
                  </a:lnTo>
                  <a:lnTo>
                    <a:pt x="652" y="89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05" name=""/>
            <p:cNvSpPr/>
            <p:nvPr/>
          </p:nvSpPr>
          <p:spPr>
            <a:xfrm rot="0">
              <a:off x="5091" y="3439"/>
              <a:ext cx="163" cy="23"/>
            </a:xfrm>
            <a:custGeom>
              <a:avLst/>
              <a:ahLst/>
              <a:rect l="0" t="0" r="r" b="b"/>
              <a:pathLst>
                <a:path w="652" h="89">
                  <a:moveTo>
                    <a:pt x="652" y="89"/>
                  </a:moveTo>
                  <a:lnTo>
                    <a:pt x="652" y="45"/>
                  </a:lnTo>
                  <a:lnTo>
                    <a:pt x="652" y="0"/>
                  </a:lnTo>
                  <a:lnTo>
                    <a:pt x="0" y="0"/>
                  </a:lnTo>
                  <a:lnTo>
                    <a:pt x="0" y="45"/>
                  </a:lnTo>
                  <a:lnTo>
                    <a:pt x="0" y="89"/>
                  </a:lnTo>
                  <a:lnTo>
                    <a:pt x="652" y="89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06" name=""/>
            <p:cNvSpPr/>
            <p:nvPr/>
          </p:nvSpPr>
          <p:spPr>
            <a:xfrm rot="0">
              <a:off x="5080" y="3439"/>
              <a:ext cx="11" cy="23"/>
            </a:xfrm>
            <a:custGeom>
              <a:avLst/>
              <a:ahLst/>
              <a:rect l="0" t="0" r="r" b="b"/>
              <a:pathLst>
                <a:path w="44" h="89">
                  <a:moveTo>
                    <a:pt x="44" y="45"/>
                  </a:moveTo>
                  <a:lnTo>
                    <a:pt x="44" y="89"/>
                  </a:lnTo>
                  <a:lnTo>
                    <a:pt x="32" y="88"/>
                  </a:lnTo>
                  <a:lnTo>
                    <a:pt x="22" y="83"/>
                  </a:lnTo>
                  <a:lnTo>
                    <a:pt x="12" y="76"/>
                  </a:lnTo>
                  <a:lnTo>
                    <a:pt x="5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07" name=""/>
            <p:cNvSpPr/>
            <p:nvPr/>
          </p:nvSpPr>
          <p:spPr>
            <a:xfrm rot="0">
              <a:off x="5080" y="3439"/>
              <a:ext cx="11" cy="23"/>
            </a:xfrm>
            <a:custGeom>
              <a:avLst/>
              <a:ahLst/>
              <a:rect l="0" t="0" r="r" b="b"/>
              <a:pathLst>
                <a:path w="44" h="89">
                  <a:moveTo>
                    <a:pt x="44" y="89"/>
                  </a:moveTo>
                  <a:lnTo>
                    <a:pt x="32" y="88"/>
                  </a:lnTo>
                  <a:lnTo>
                    <a:pt x="22" y="83"/>
                  </a:lnTo>
                  <a:lnTo>
                    <a:pt x="12" y="76"/>
                  </a:lnTo>
                  <a:lnTo>
                    <a:pt x="5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08" name=""/>
            <p:cNvSpPr/>
            <p:nvPr/>
          </p:nvSpPr>
          <p:spPr>
            <a:xfrm rot="0">
              <a:off x="5243" y="3451"/>
              <a:ext cx="22" cy="11"/>
            </a:xfrm>
            <a:custGeom>
              <a:avLst/>
              <a:ahLst/>
              <a:rect l="0" t="0" r="r" b="b"/>
              <a:pathLst>
                <a:path w="90" h="44">
                  <a:moveTo>
                    <a:pt x="44" y="0"/>
                  </a:moveTo>
                  <a:lnTo>
                    <a:pt x="90" y="0"/>
                  </a:lnTo>
                  <a:lnTo>
                    <a:pt x="87" y="11"/>
                  </a:lnTo>
                  <a:lnTo>
                    <a:pt x="83" y="22"/>
                  </a:lnTo>
                  <a:lnTo>
                    <a:pt x="76" y="31"/>
                  </a:lnTo>
                  <a:lnTo>
                    <a:pt x="66" y="38"/>
                  </a:lnTo>
                  <a:lnTo>
                    <a:pt x="56" y="43"/>
                  </a:lnTo>
                  <a:lnTo>
                    <a:pt x="44" y="44"/>
                  </a:lnTo>
                  <a:lnTo>
                    <a:pt x="33" y="43"/>
                  </a:lnTo>
                  <a:lnTo>
                    <a:pt x="22" y="38"/>
                  </a:lnTo>
                  <a:lnTo>
                    <a:pt x="13" y="31"/>
                  </a:lnTo>
                  <a:lnTo>
                    <a:pt x="6" y="22"/>
                  </a:lnTo>
                  <a:lnTo>
                    <a:pt x="2" y="11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09" name=""/>
            <p:cNvSpPr/>
            <p:nvPr/>
          </p:nvSpPr>
          <p:spPr>
            <a:xfrm rot="0">
              <a:off x="5243" y="3451"/>
              <a:ext cx="22" cy="11"/>
            </a:xfrm>
            <a:custGeom>
              <a:avLst/>
              <a:ahLst/>
              <a:rect l="0" t="0" r="r" b="b"/>
              <a:pathLst>
                <a:path w="90" h="44">
                  <a:moveTo>
                    <a:pt x="90" y="0"/>
                  </a:moveTo>
                  <a:lnTo>
                    <a:pt x="87" y="11"/>
                  </a:lnTo>
                  <a:lnTo>
                    <a:pt x="83" y="22"/>
                  </a:lnTo>
                  <a:lnTo>
                    <a:pt x="76" y="31"/>
                  </a:lnTo>
                  <a:lnTo>
                    <a:pt x="66" y="38"/>
                  </a:lnTo>
                  <a:lnTo>
                    <a:pt x="56" y="43"/>
                  </a:lnTo>
                  <a:lnTo>
                    <a:pt x="44" y="44"/>
                  </a:lnTo>
                  <a:lnTo>
                    <a:pt x="33" y="43"/>
                  </a:lnTo>
                  <a:lnTo>
                    <a:pt x="22" y="38"/>
                  </a:lnTo>
                  <a:lnTo>
                    <a:pt x="13" y="31"/>
                  </a:lnTo>
                  <a:lnTo>
                    <a:pt x="6" y="22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10" name=""/>
            <p:cNvSpPr/>
            <p:nvPr/>
          </p:nvSpPr>
          <p:spPr>
            <a:xfrm rot="0">
              <a:off x="5243" y="2889"/>
              <a:ext cx="22" cy="562"/>
            </a:xfrm>
            <a:custGeom>
              <a:avLst/>
              <a:ahLst/>
              <a:rect l="0" t="0" r="r" b="b"/>
              <a:pathLst>
                <a:path w="90" h="2246">
                  <a:moveTo>
                    <a:pt x="0" y="2246"/>
                  </a:moveTo>
                  <a:lnTo>
                    <a:pt x="44" y="2246"/>
                  </a:lnTo>
                  <a:lnTo>
                    <a:pt x="90" y="2246"/>
                  </a:lnTo>
                  <a:lnTo>
                    <a:pt x="90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2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11" name=""/>
            <p:cNvSpPr/>
            <p:nvPr/>
          </p:nvSpPr>
          <p:spPr>
            <a:xfrm rot="0">
              <a:off x="5243" y="2889"/>
              <a:ext cx="22" cy="562"/>
            </a:xfrm>
            <a:custGeom>
              <a:avLst/>
              <a:ahLst/>
              <a:rect l="0" t="0" r="r" b="b"/>
              <a:pathLst>
                <a:path w="90" h="2246">
                  <a:moveTo>
                    <a:pt x="0" y="2246"/>
                  </a:moveTo>
                  <a:lnTo>
                    <a:pt x="44" y="2246"/>
                  </a:lnTo>
                  <a:lnTo>
                    <a:pt x="90" y="2246"/>
                  </a:lnTo>
                  <a:lnTo>
                    <a:pt x="90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24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12" name=""/>
            <p:cNvSpPr/>
            <p:nvPr/>
          </p:nvSpPr>
          <p:spPr>
            <a:xfrm rot="0">
              <a:off x="5243" y="2878"/>
              <a:ext cx="22" cy="11"/>
            </a:xfrm>
            <a:custGeom>
              <a:avLst/>
              <a:ahLst/>
              <a:rect l="0" t="0" r="r" b="b"/>
              <a:pathLst>
                <a:path w="90" h="45">
                  <a:moveTo>
                    <a:pt x="44" y="45"/>
                  </a:moveTo>
                  <a:lnTo>
                    <a:pt x="0" y="45"/>
                  </a:lnTo>
                  <a:lnTo>
                    <a:pt x="2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76" y="14"/>
                  </a:lnTo>
                  <a:lnTo>
                    <a:pt x="83" y="23"/>
                  </a:lnTo>
                  <a:lnTo>
                    <a:pt x="87" y="34"/>
                  </a:lnTo>
                  <a:lnTo>
                    <a:pt x="90" y="45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13" name=""/>
            <p:cNvSpPr/>
            <p:nvPr/>
          </p:nvSpPr>
          <p:spPr>
            <a:xfrm rot="0">
              <a:off x="5243" y="2878"/>
              <a:ext cx="22" cy="11"/>
            </a:xfrm>
            <a:custGeom>
              <a:avLst/>
              <a:ahLst/>
              <a:rect l="0" t="0" r="r" b="b"/>
              <a:pathLst>
                <a:path w="90" h="45">
                  <a:moveTo>
                    <a:pt x="0" y="45"/>
                  </a:moveTo>
                  <a:lnTo>
                    <a:pt x="2" y="34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6" y="7"/>
                  </a:lnTo>
                  <a:lnTo>
                    <a:pt x="76" y="14"/>
                  </a:lnTo>
                  <a:lnTo>
                    <a:pt x="83" y="23"/>
                  </a:lnTo>
                  <a:lnTo>
                    <a:pt x="87" y="34"/>
                  </a:lnTo>
                  <a:lnTo>
                    <a:pt x="90" y="4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14" name=""/>
            <p:cNvSpPr/>
            <p:nvPr/>
          </p:nvSpPr>
          <p:spPr>
            <a:xfrm rot="0">
              <a:off x="5254" y="2878"/>
              <a:ext cx="11" cy="22"/>
            </a:xfrm>
            <a:custGeom>
              <a:avLst/>
              <a:ahLst/>
              <a:rect l="0" t="0" r="r" b="b"/>
              <a:pathLst>
                <a:path w="46" h="89">
                  <a:moveTo>
                    <a:pt x="0" y="45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2" y="7"/>
                  </a:lnTo>
                  <a:lnTo>
                    <a:pt x="32" y="14"/>
                  </a:lnTo>
                  <a:lnTo>
                    <a:pt x="39" y="23"/>
                  </a:lnTo>
                  <a:lnTo>
                    <a:pt x="43" y="34"/>
                  </a:lnTo>
                  <a:lnTo>
                    <a:pt x="46" y="45"/>
                  </a:lnTo>
                  <a:lnTo>
                    <a:pt x="43" y="57"/>
                  </a:lnTo>
                  <a:lnTo>
                    <a:pt x="39" y="67"/>
                  </a:lnTo>
                  <a:lnTo>
                    <a:pt x="32" y="76"/>
                  </a:lnTo>
                  <a:lnTo>
                    <a:pt x="22" y="83"/>
                  </a:lnTo>
                  <a:lnTo>
                    <a:pt x="12" y="88"/>
                  </a:lnTo>
                  <a:lnTo>
                    <a:pt x="0" y="89"/>
                  </a:lnTo>
                  <a:lnTo>
                    <a:pt x="0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15" name=""/>
            <p:cNvSpPr/>
            <p:nvPr/>
          </p:nvSpPr>
          <p:spPr>
            <a:xfrm rot="0">
              <a:off x="5254" y="2878"/>
              <a:ext cx="11" cy="22"/>
            </a:xfrm>
            <a:custGeom>
              <a:avLst/>
              <a:ahLst/>
              <a:rect l="0" t="0" r="r" b="b"/>
              <a:pathLst>
                <a:path w="46" h="89">
                  <a:moveTo>
                    <a:pt x="0" y="0"/>
                  </a:moveTo>
                  <a:lnTo>
                    <a:pt x="12" y="2"/>
                  </a:lnTo>
                  <a:lnTo>
                    <a:pt x="22" y="7"/>
                  </a:lnTo>
                  <a:lnTo>
                    <a:pt x="32" y="14"/>
                  </a:lnTo>
                  <a:lnTo>
                    <a:pt x="39" y="23"/>
                  </a:lnTo>
                  <a:lnTo>
                    <a:pt x="43" y="34"/>
                  </a:lnTo>
                  <a:lnTo>
                    <a:pt x="46" y="45"/>
                  </a:lnTo>
                  <a:lnTo>
                    <a:pt x="43" y="57"/>
                  </a:lnTo>
                  <a:lnTo>
                    <a:pt x="39" y="67"/>
                  </a:lnTo>
                  <a:lnTo>
                    <a:pt x="32" y="76"/>
                  </a:lnTo>
                  <a:lnTo>
                    <a:pt x="22" y="83"/>
                  </a:lnTo>
                  <a:lnTo>
                    <a:pt x="12" y="88"/>
                  </a:lnTo>
                  <a:lnTo>
                    <a:pt x="0" y="89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16" name=""/>
            <p:cNvSpPr/>
            <p:nvPr/>
          </p:nvSpPr>
          <p:spPr>
            <a:xfrm rot="0">
              <a:off x="5091" y="2878"/>
              <a:ext cx="163" cy="22"/>
            </a:xfrm>
            <a:custGeom>
              <a:avLst/>
              <a:ahLst/>
              <a:rect l="0" t="0" r="r" b="b"/>
              <a:pathLst>
                <a:path w="652" h="89">
                  <a:moveTo>
                    <a:pt x="652" y="89"/>
                  </a:moveTo>
                  <a:lnTo>
                    <a:pt x="652" y="45"/>
                  </a:lnTo>
                  <a:lnTo>
                    <a:pt x="652" y="0"/>
                  </a:lnTo>
                  <a:lnTo>
                    <a:pt x="0" y="0"/>
                  </a:lnTo>
                  <a:lnTo>
                    <a:pt x="0" y="45"/>
                  </a:lnTo>
                  <a:lnTo>
                    <a:pt x="0" y="89"/>
                  </a:lnTo>
                  <a:lnTo>
                    <a:pt x="652" y="89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17" name=""/>
            <p:cNvSpPr/>
            <p:nvPr/>
          </p:nvSpPr>
          <p:spPr>
            <a:xfrm rot="0">
              <a:off x="5091" y="2878"/>
              <a:ext cx="163" cy="22"/>
            </a:xfrm>
            <a:custGeom>
              <a:avLst/>
              <a:ahLst/>
              <a:rect l="0" t="0" r="r" b="b"/>
              <a:pathLst>
                <a:path w="652" h="89">
                  <a:moveTo>
                    <a:pt x="652" y="89"/>
                  </a:moveTo>
                  <a:lnTo>
                    <a:pt x="652" y="45"/>
                  </a:lnTo>
                  <a:lnTo>
                    <a:pt x="652" y="0"/>
                  </a:lnTo>
                  <a:lnTo>
                    <a:pt x="0" y="0"/>
                  </a:lnTo>
                  <a:lnTo>
                    <a:pt x="0" y="45"/>
                  </a:lnTo>
                  <a:lnTo>
                    <a:pt x="0" y="89"/>
                  </a:lnTo>
                  <a:lnTo>
                    <a:pt x="652" y="89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18" name=""/>
            <p:cNvSpPr/>
            <p:nvPr/>
          </p:nvSpPr>
          <p:spPr>
            <a:xfrm rot="0">
              <a:off x="5080" y="2878"/>
              <a:ext cx="11" cy="22"/>
            </a:xfrm>
            <a:custGeom>
              <a:avLst/>
              <a:ahLst/>
              <a:rect l="0" t="0" r="r" b="b"/>
              <a:pathLst>
                <a:path w="44" h="89">
                  <a:moveTo>
                    <a:pt x="44" y="45"/>
                  </a:moveTo>
                  <a:lnTo>
                    <a:pt x="44" y="89"/>
                  </a:lnTo>
                  <a:lnTo>
                    <a:pt x="32" y="88"/>
                  </a:lnTo>
                  <a:lnTo>
                    <a:pt x="22" y="83"/>
                  </a:lnTo>
                  <a:lnTo>
                    <a:pt x="12" y="76"/>
                  </a:lnTo>
                  <a:lnTo>
                    <a:pt x="5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19" name=""/>
            <p:cNvSpPr/>
            <p:nvPr/>
          </p:nvSpPr>
          <p:spPr>
            <a:xfrm rot="0">
              <a:off x="5080" y="2878"/>
              <a:ext cx="11" cy="22"/>
            </a:xfrm>
            <a:custGeom>
              <a:avLst/>
              <a:ahLst/>
              <a:rect l="0" t="0" r="r" b="b"/>
              <a:pathLst>
                <a:path w="44" h="89">
                  <a:moveTo>
                    <a:pt x="44" y="89"/>
                  </a:moveTo>
                  <a:lnTo>
                    <a:pt x="32" y="88"/>
                  </a:lnTo>
                  <a:lnTo>
                    <a:pt x="22" y="83"/>
                  </a:lnTo>
                  <a:lnTo>
                    <a:pt x="12" y="76"/>
                  </a:lnTo>
                  <a:lnTo>
                    <a:pt x="5" y="67"/>
                  </a:lnTo>
                  <a:lnTo>
                    <a:pt x="1" y="57"/>
                  </a:lnTo>
                  <a:lnTo>
                    <a:pt x="0" y="45"/>
                  </a:lnTo>
                  <a:lnTo>
                    <a:pt x="1" y="34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20" name=""/>
            <p:cNvSpPr/>
            <p:nvPr/>
          </p:nvSpPr>
          <p:spPr>
            <a:xfrm rot="0">
              <a:off x="5080" y="2889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6" y="12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3"/>
                  </a:lnTo>
                  <a:lnTo>
                    <a:pt x="44" y="44"/>
                  </a:lnTo>
                  <a:lnTo>
                    <a:pt x="32" y="43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21" name=""/>
            <p:cNvSpPr/>
            <p:nvPr/>
          </p:nvSpPr>
          <p:spPr>
            <a:xfrm rot="0">
              <a:off x="5080" y="2889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6" y="12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3"/>
                  </a:lnTo>
                  <a:lnTo>
                    <a:pt x="44" y="44"/>
                  </a:lnTo>
                  <a:lnTo>
                    <a:pt x="32" y="43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5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22" name=""/>
            <p:cNvSpPr/>
            <p:nvPr/>
          </p:nvSpPr>
          <p:spPr>
            <a:xfrm rot="0">
              <a:off x="5080" y="2779"/>
              <a:ext cx="22" cy="110"/>
            </a:xfrm>
            <a:custGeom>
              <a:avLst/>
              <a:ahLst/>
              <a:rect l="0" t="0" r="r" b="b"/>
              <a:pathLst>
                <a:path w="89" h="439">
                  <a:moveTo>
                    <a:pt x="0" y="439"/>
                  </a:moveTo>
                  <a:lnTo>
                    <a:pt x="44" y="439"/>
                  </a:lnTo>
                  <a:lnTo>
                    <a:pt x="89" y="439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439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23" name=""/>
            <p:cNvSpPr/>
            <p:nvPr/>
          </p:nvSpPr>
          <p:spPr>
            <a:xfrm rot="0">
              <a:off x="5080" y="2779"/>
              <a:ext cx="22" cy="110"/>
            </a:xfrm>
            <a:custGeom>
              <a:avLst/>
              <a:ahLst/>
              <a:rect l="0" t="0" r="r" b="b"/>
              <a:pathLst>
                <a:path w="89" h="439">
                  <a:moveTo>
                    <a:pt x="0" y="439"/>
                  </a:moveTo>
                  <a:lnTo>
                    <a:pt x="44" y="439"/>
                  </a:lnTo>
                  <a:lnTo>
                    <a:pt x="89" y="439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439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24" name=""/>
            <p:cNvSpPr/>
            <p:nvPr/>
          </p:nvSpPr>
          <p:spPr>
            <a:xfrm rot="0">
              <a:off x="5080" y="2768"/>
              <a:ext cx="22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44" y="46"/>
                  </a:move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6" y="34"/>
                  </a:lnTo>
                  <a:lnTo>
                    <a:pt x="89" y="46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25" name=""/>
            <p:cNvSpPr/>
            <p:nvPr/>
          </p:nvSpPr>
          <p:spPr>
            <a:xfrm rot="0">
              <a:off x="5080" y="2768"/>
              <a:ext cx="22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0" y="46"/>
                  </a:move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6" y="34"/>
                  </a:lnTo>
                  <a:lnTo>
                    <a:pt x="89" y="4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26" name=""/>
            <p:cNvSpPr/>
            <p:nvPr/>
          </p:nvSpPr>
          <p:spPr>
            <a:xfrm rot="0">
              <a:off x="5514" y="2768"/>
              <a:ext cx="11" cy="22"/>
            </a:xfrm>
            <a:custGeom>
              <a:avLst/>
              <a:ahLst/>
              <a:rect l="0" t="0" r="r" b="b"/>
              <a:pathLst>
                <a:path w="45" h="90">
                  <a:moveTo>
                    <a:pt x="0" y="46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3" y="34"/>
                  </a:lnTo>
                  <a:lnTo>
                    <a:pt x="45" y="46"/>
                  </a:lnTo>
                  <a:lnTo>
                    <a:pt x="43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  <a:lnTo>
                    <a:pt x="0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27" name=""/>
            <p:cNvSpPr/>
            <p:nvPr/>
          </p:nvSpPr>
          <p:spPr>
            <a:xfrm rot="0">
              <a:off x="5514" y="2768"/>
              <a:ext cx="11" cy="22"/>
            </a:xfrm>
            <a:custGeom>
              <a:avLst/>
              <a:ahLst/>
              <a:rect l="0" t="0" r="r" b="b"/>
              <a:pathLst>
                <a:path w="45" h="90">
                  <a:moveTo>
                    <a:pt x="0" y="0"/>
                  </a:move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3" y="34"/>
                  </a:lnTo>
                  <a:lnTo>
                    <a:pt x="45" y="46"/>
                  </a:lnTo>
                  <a:lnTo>
                    <a:pt x="43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28" name=""/>
            <p:cNvSpPr/>
            <p:nvPr/>
          </p:nvSpPr>
          <p:spPr>
            <a:xfrm rot="0">
              <a:off x="5091" y="2768"/>
              <a:ext cx="423" cy="22"/>
            </a:xfrm>
            <a:custGeom>
              <a:avLst/>
              <a:ahLst/>
              <a:rect l="0" t="0" r="r" b="b"/>
              <a:pathLst>
                <a:path w="1693" h="90">
                  <a:moveTo>
                    <a:pt x="1693" y="90"/>
                  </a:moveTo>
                  <a:lnTo>
                    <a:pt x="1693" y="46"/>
                  </a:lnTo>
                  <a:lnTo>
                    <a:pt x="16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1693" y="9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29" name=""/>
            <p:cNvSpPr/>
            <p:nvPr/>
          </p:nvSpPr>
          <p:spPr>
            <a:xfrm rot="0">
              <a:off x="5091" y="2768"/>
              <a:ext cx="423" cy="22"/>
            </a:xfrm>
            <a:custGeom>
              <a:avLst/>
              <a:ahLst/>
              <a:rect l="0" t="0" r="r" b="b"/>
              <a:pathLst>
                <a:path w="1693" h="90">
                  <a:moveTo>
                    <a:pt x="1693" y="90"/>
                  </a:moveTo>
                  <a:lnTo>
                    <a:pt x="1693" y="46"/>
                  </a:lnTo>
                  <a:lnTo>
                    <a:pt x="16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1693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30" name=""/>
            <p:cNvSpPr/>
            <p:nvPr/>
          </p:nvSpPr>
          <p:spPr>
            <a:xfrm rot="0">
              <a:off x="5080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31" name=""/>
            <p:cNvSpPr/>
            <p:nvPr/>
          </p:nvSpPr>
          <p:spPr>
            <a:xfrm rot="0">
              <a:off x="5080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32" name=""/>
            <p:cNvSpPr/>
            <p:nvPr/>
          </p:nvSpPr>
          <p:spPr>
            <a:xfrm rot="0">
              <a:off x="4780" y="3030"/>
              <a:ext cx="16" cy="21"/>
            </a:xfrm>
            <a:custGeom>
              <a:avLst/>
              <a:ahLst/>
              <a:rect l="0" t="0" r="r" b="b"/>
              <a:pathLst>
                <a:path w="63" h="83">
                  <a:moveTo>
                    <a:pt x="44" y="39"/>
                  </a:moveTo>
                  <a:lnTo>
                    <a:pt x="63" y="78"/>
                  </a:lnTo>
                  <a:lnTo>
                    <a:pt x="53" y="83"/>
                  </a:lnTo>
                  <a:lnTo>
                    <a:pt x="41" y="83"/>
                  </a:lnTo>
                  <a:lnTo>
                    <a:pt x="30" y="82"/>
                  </a:lnTo>
                  <a:lnTo>
                    <a:pt x="19" y="76"/>
                  </a:lnTo>
                  <a:lnTo>
                    <a:pt x="10" y="69"/>
                  </a:lnTo>
                  <a:lnTo>
                    <a:pt x="4" y="59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7" y="15"/>
                  </a:lnTo>
                  <a:lnTo>
                    <a:pt x="14" y="5"/>
                  </a:lnTo>
                  <a:lnTo>
                    <a:pt x="24" y="0"/>
                  </a:lnTo>
                  <a:lnTo>
                    <a:pt x="44" y="39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33" name=""/>
            <p:cNvSpPr/>
            <p:nvPr/>
          </p:nvSpPr>
          <p:spPr>
            <a:xfrm rot="0">
              <a:off x="4780" y="3030"/>
              <a:ext cx="16" cy="21"/>
            </a:xfrm>
            <a:custGeom>
              <a:avLst/>
              <a:ahLst/>
              <a:rect l="0" t="0" r="r" b="b"/>
              <a:pathLst>
                <a:path w="63" h="83">
                  <a:moveTo>
                    <a:pt x="63" y="78"/>
                  </a:moveTo>
                  <a:lnTo>
                    <a:pt x="53" y="83"/>
                  </a:lnTo>
                  <a:lnTo>
                    <a:pt x="41" y="83"/>
                  </a:lnTo>
                  <a:lnTo>
                    <a:pt x="30" y="82"/>
                  </a:lnTo>
                  <a:lnTo>
                    <a:pt x="19" y="76"/>
                  </a:lnTo>
                  <a:lnTo>
                    <a:pt x="10" y="69"/>
                  </a:lnTo>
                  <a:lnTo>
                    <a:pt x="4" y="59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1" y="25"/>
                  </a:lnTo>
                  <a:lnTo>
                    <a:pt x="7" y="15"/>
                  </a:lnTo>
                  <a:lnTo>
                    <a:pt x="14" y="5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34" name=""/>
            <p:cNvSpPr/>
            <p:nvPr/>
          </p:nvSpPr>
          <p:spPr>
            <a:xfrm rot="0">
              <a:off x="4786" y="2879"/>
              <a:ext cx="310" cy="171"/>
            </a:xfrm>
            <a:custGeom>
              <a:avLst/>
              <a:ahLst/>
              <a:rect l="0" t="0" r="r" b="b"/>
              <a:pathLst>
                <a:path w="1237" h="680">
                  <a:moveTo>
                    <a:pt x="0" y="602"/>
                  </a:moveTo>
                  <a:lnTo>
                    <a:pt x="20" y="641"/>
                  </a:lnTo>
                  <a:lnTo>
                    <a:pt x="39" y="680"/>
                  </a:lnTo>
                  <a:lnTo>
                    <a:pt x="1237" y="79"/>
                  </a:lnTo>
                  <a:lnTo>
                    <a:pt x="1218" y="39"/>
                  </a:lnTo>
                  <a:lnTo>
                    <a:pt x="1198" y="0"/>
                  </a:lnTo>
                  <a:lnTo>
                    <a:pt x="0" y="602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35" name=""/>
            <p:cNvSpPr/>
            <p:nvPr/>
          </p:nvSpPr>
          <p:spPr>
            <a:xfrm rot="0">
              <a:off x="4786" y="2879"/>
              <a:ext cx="310" cy="171"/>
            </a:xfrm>
            <a:custGeom>
              <a:avLst/>
              <a:ahLst/>
              <a:rect l="0" t="0" r="r" b="b"/>
              <a:pathLst>
                <a:path w="1237" h="680">
                  <a:moveTo>
                    <a:pt x="0" y="602"/>
                  </a:moveTo>
                  <a:lnTo>
                    <a:pt x="20" y="641"/>
                  </a:lnTo>
                  <a:lnTo>
                    <a:pt x="39" y="680"/>
                  </a:lnTo>
                  <a:lnTo>
                    <a:pt x="1237" y="79"/>
                  </a:lnTo>
                  <a:lnTo>
                    <a:pt x="1218" y="39"/>
                  </a:lnTo>
                  <a:lnTo>
                    <a:pt x="1198" y="0"/>
                  </a:lnTo>
                  <a:lnTo>
                    <a:pt x="0" y="602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36" name=""/>
            <p:cNvSpPr/>
            <p:nvPr/>
          </p:nvSpPr>
          <p:spPr>
            <a:xfrm rot="0">
              <a:off x="5086" y="2878"/>
              <a:ext cx="16" cy="21"/>
            </a:xfrm>
            <a:custGeom>
              <a:avLst/>
              <a:ahLst/>
              <a:rect l="0" t="0" r="r" b="b"/>
              <a:pathLst>
                <a:path w="64" h="84">
                  <a:moveTo>
                    <a:pt x="20" y="44"/>
                  </a:moveTo>
                  <a:lnTo>
                    <a:pt x="0" y="5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4" y="1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59" y="25"/>
                  </a:lnTo>
                  <a:lnTo>
                    <a:pt x="64" y="35"/>
                  </a:lnTo>
                  <a:lnTo>
                    <a:pt x="64" y="47"/>
                  </a:lnTo>
                  <a:lnTo>
                    <a:pt x="62" y="58"/>
                  </a:lnTo>
                  <a:lnTo>
                    <a:pt x="57" y="69"/>
                  </a:lnTo>
                  <a:lnTo>
                    <a:pt x="50" y="78"/>
                  </a:lnTo>
                  <a:lnTo>
                    <a:pt x="39" y="84"/>
                  </a:lnTo>
                  <a:lnTo>
                    <a:pt x="20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37" name=""/>
            <p:cNvSpPr/>
            <p:nvPr/>
          </p:nvSpPr>
          <p:spPr>
            <a:xfrm rot="0">
              <a:off x="5086" y="2878"/>
              <a:ext cx="16" cy="21"/>
            </a:xfrm>
            <a:custGeom>
              <a:avLst/>
              <a:ahLst/>
              <a:rect l="0" t="0" r="r" b="b"/>
              <a:pathLst>
                <a:path w="64" h="84">
                  <a:moveTo>
                    <a:pt x="0" y="5"/>
                  </a:moveTo>
                  <a:lnTo>
                    <a:pt x="10" y="0"/>
                  </a:lnTo>
                  <a:lnTo>
                    <a:pt x="22" y="0"/>
                  </a:lnTo>
                  <a:lnTo>
                    <a:pt x="34" y="1"/>
                  </a:lnTo>
                  <a:lnTo>
                    <a:pt x="44" y="7"/>
                  </a:lnTo>
                  <a:lnTo>
                    <a:pt x="53" y="14"/>
                  </a:lnTo>
                  <a:lnTo>
                    <a:pt x="59" y="25"/>
                  </a:lnTo>
                  <a:lnTo>
                    <a:pt x="64" y="35"/>
                  </a:lnTo>
                  <a:lnTo>
                    <a:pt x="64" y="47"/>
                  </a:lnTo>
                  <a:lnTo>
                    <a:pt x="62" y="58"/>
                  </a:lnTo>
                  <a:lnTo>
                    <a:pt x="57" y="69"/>
                  </a:lnTo>
                  <a:lnTo>
                    <a:pt x="50" y="78"/>
                  </a:lnTo>
                  <a:lnTo>
                    <a:pt x="39" y="84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38" name=""/>
            <p:cNvSpPr/>
            <p:nvPr/>
          </p:nvSpPr>
          <p:spPr>
            <a:xfrm rot="0">
              <a:off x="4780" y="3300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7" y="12"/>
                  </a:lnTo>
                  <a:lnTo>
                    <a:pt x="82" y="22"/>
                  </a:lnTo>
                  <a:lnTo>
                    <a:pt x="75" y="32"/>
                  </a:lnTo>
                  <a:lnTo>
                    <a:pt x="66" y="38"/>
                  </a:lnTo>
                  <a:lnTo>
                    <a:pt x="55" y="43"/>
                  </a:lnTo>
                  <a:lnTo>
                    <a:pt x="44" y="44"/>
                  </a:lnTo>
                  <a:lnTo>
                    <a:pt x="32" y="43"/>
                  </a:lnTo>
                  <a:lnTo>
                    <a:pt x="22" y="38"/>
                  </a:lnTo>
                  <a:lnTo>
                    <a:pt x="13" y="32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39" name=""/>
            <p:cNvSpPr/>
            <p:nvPr/>
          </p:nvSpPr>
          <p:spPr>
            <a:xfrm rot="0">
              <a:off x="4780" y="3300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7" y="12"/>
                  </a:lnTo>
                  <a:lnTo>
                    <a:pt x="82" y="22"/>
                  </a:lnTo>
                  <a:lnTo>
                    <a:pt x="75" y="32"/>
                  </a:lnTo>
                  <a:lnTo>
                    <a:pt x="66" y="38"/>
                  </a:lnTo>
                  <a:lnTo>
                    <a:pt x="55" y="43"/>
                  </a:lnTo>
                  <a:lnTo>
                    <a:pt x="44" y="44"/>
                  </a:lnTo>
                  <a:lnTo>
                    <a:pt x="32" y="43"/>
                  </a:lnTo>
                  <a:lnTo>
                    <a:pt x="22" y="38"/>
                  </a:lnTo>
                  <a:lnTo>
                    <a:pt x="13" y="32"/>
                  </a:lnTo>
                  <a:lnTo>
                    <a:pt x="6" y="22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40" name=""/>
            <p:cNvSpPr/>
            <p:nvPr/>
          </p:nvSpPr>
          <p:spPr>
            <a:xfrm rot="0">
              <a:off x="4780" y="3040"/>
              <a:ext cx="22" cy="260"/>
            </a:xfrm>
            <a:custGeom>
              <a:avLst/>
              <a:ahLst/>
              <a:rect l="0" t="0" r="r" b="b"/>
              <a:pathLst>
                <a:path w="89" h="1042">
                  <a:moveTo>
                    <a:pt x="0" y="1042"/>
                  </a:moveTo>
                  <a:lnTo>
                    <a:pt x="44" y="1042"/>
                  </a:lnTo>
                  <a:lnTo>
                    <a:pt x="89" y="1042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1042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41" name=""/>
            <p:cNvSpPr/>
            <p:nvPr/>
          </p:nvSpPr>
          <p:spPr>
            <a:xfrm rot="0">
              <a:off x="4780" y="3040"/>
              <a:ext cx="22" cy="260"/>
            </a:xfrm>
            <a:custGeom>
              <a:avLst/>
              <a:ahLst/>
              <a:rect l="0" t="0" r="r" b="b"/>
              <a:pathLst>
                <a:path w="89" h="1042">
                  <a:moveTo>
                    <a:pt x="0" y="1042"/>
                  </a:moveTo>
                  <a:lnTo>
                    <a:pt x="44" y="1042"/>
                  </a:lnTo>
                  <a:lnTo>
                    <a:pt x="89" y="1042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1042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42" name=""/>
            <p:cNvSpPr/>
            <p:nvPr/>
          </p:nvSpPr>
          <p:spPr>
            <a:xfrm rot="0">
              <a:off x="4780" y="3028"/>
              <a:ext cx="22" cy="12"/>
            </a:xfrm>
            <a:custGeom>
              <a:avLst/>
              <a:ahLst/>
              <a:rect l="0" t="0" r="r" b="b"/>
              <a:pathLst>
                <a:path w="89" h="45">
                  <a:moveTo>
                    <a:pt x="44" y="45"/>
                  </a:moveTo>
                  <a:lnTo>
                    <a:pt x="0" y="45"/>
                  </a:ln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5" y="2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3"/>
                  </a:lnTo>
                  <a:lnTo>
                    <a:pt x="87" y="33"/>
                  </a:lnTo>
                  <a:lnTo>
                    <a:pt x="89" y="45"/>
                  </a:lnTo>
                  <a:lnTo>
                    <a:pt x="44" y="4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43" name=""/>
            <p:cNvSpPr/>
            <p:nvPr/>
          </p:nvSpPr>
          <p:spPr>
            <a:xfrm rot="0">
              <a:off x="4780" y="3028"/>
              <a:ext cx="22" cy="12"/>
            </a:xfrm>
            <a:custGeom>
              <a:avLst/>
              <a:ahLst/>
              <a:rect l="0" t="0" r="r" b="b"/>
              <a:pathLst>
                <a:path w="89" h="45">
                  <a:moveTo>
                    <a:pt x="0" y="45"/>
                  </a:moveTo>
                  <a:lnTo>
                    <a:pt x="1" y="33"/>
                  </a:lnTo>
                  <a:lnTo>
                    <a:pt x="6" y="23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4" y="0"/>
                  </a:lnTo>
                  <a:lnTo>
                    <a:pt x="55" y="2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3"/>
                  </a:lnTo>
                  <a:lnTo>
                    <a:pt x="87" y="33"/>
                  </a:lnTo>
                  <a:lnTo>
                    <a:pt x="89" y="4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44" name=""/>
            <p:cNvSpPr/>
            <p:nvPr/>
          </p:nvSpPr>
          <p:spPr>
            <a:xfrm rot="0">
              <a:off x="5086" y="3441"/>
              <a:ext cx="16" cy="21"/>
            </a:xfrm>
            <a:custGeom>
              <a:avLst/>
              <a:ahLst/>
              <a:rect l="0" t="0" r="r" b="b"/>
              <a:pathLst>
                <a:path w="64" h="83">
                  <a:moveTo>
                    <a:pt x="20" y="39"/>
                  </a:moveTo>
                  <a:lnTo>
                    <a:pt x="39" y="0"/>
                  </a:lnTo>
                  <a:lnTo>
                    <a:pt x="50" y="5"/>
                  </a:lnTo>
                  <a:lnTo>
                    <a:pt x="57" y="15"/>
                  </a:lnTo>
                  <a:lnTo>
                    <a:pt x="62" y="25"/>
                  </a:lnTo>
                  <a:lnTo>
                    <a:pt x="64" y="37"/>
                  </a:lnTo>
                  <a:lnTo>
                    <a:pt x="64" y="48"/>
                  </a:lnTo>
                  <a:lnTo>
                    <a:pt x="59" y="59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4" y="82"/>
                  </a:lnTo>
                  <a:lnTo>
                    <a:pt x="22" y="83"/>
                  </a:lnTo>
                  <a:lnTo>
                    <a:pt x="10" y="83"/>
                  </a:lnTo>
                  <a:lnTo>
                    <a:pt x="0" y="78"/>
                  </a:lnTo>
                  <a:lnTo>
                    <a:pt x="20" y="39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45" name=""/>
            <p:cNvSpPr/>
            <p:nvPr/>
          </p:nvSpPr>
          <p:spPr>
            <a:xfrm rot="0">
              <a:off x="5086" y="3441"/>
              <a:ext cx="16" cy="21"/>
            </a:xfrm>
            <a:custGeom>
              <a:avLst/>
              <a:ahLst/>
              <a:rect l="0" t="0" r="r" b="b"/>
              <a:pathLst>
                <a:path w="64" h="83">
                  <a:moveTo>
                    <a:pt x="39" y="0"/>
                  </a:moveTo>
                  <a:lnTo>
                    <a:pt x="50" y="5"/>
                  </a:lnTo>
                  <a:lnTo>
                    <a:pt x="57" y="15"/>
                  </a:lnTo>
                  <a:lnTo>
                    <a:pt x="62" y="25"/>
                  </a:lnTo>
                  <a:lnTo>
                    <a:pt x="64" y="37"/>
                  </a:lnTo>
                  <a:lnTo>
                    <a:pt x="64" y="48"/>
                  </a:lnTo>
                  <a:lnTo>
                    <a:pt x="59" y="59"/>
                  </a:lnTo>
                  <a:lnTo>
                    <a:pt x="53" y="69"/>
                  </a:lnTo>
                  <a:lnTo>
                    <a:pt x="44" y="76"/>
                  </a:lnTo>
                  <a:lnTo>
                    <a:pt x="34" y="82"/>
                  </a:lnTo>
                  <a:lnTo>
                    <a:pt x="22" y="83"/>
                  </a:lnTo>
                  <a:lnTo>
                    <a:pt x="10" y="83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46" name=""/>
            <p:cNvSpPr/>
            <p:nvPr/>
          </p:nvSpPr>
          <p:spPr>
            <a:xfrm rot="0">
              <a:off x="4786" y="3290"/>
              <a:ext cx="310" cy="171"/>
            </a:xfrm>
            <a:custGeom>
              <a:avLst/>
              <a:ahLst/>
              <a:rect l="0" t="0" r="r" b="b"/>
              <a:pathLst>
                <a:path w="1237" h="680">
                  <a:moveTo>
                    <a:pt x="1198" y="680"/>
                  </a:moveTo>
                  <a:lnTo>
                    <a:pt x="1218" y="641"/>
                  </a:lnTo>
                  <a:lnTo>
                    <a:pt x="1237" y="602"/>
                  </a:lnTo>
                  <a:lnTo>
                    <a:pt x="39" y="0"/>
                  </a:lnTo>
                  <a:lnTo>
                    <a:pt x="20" y="39"/>
                  </a:lnTo>
                  <a:lnTo>
                    <a:pt x="0" y="79"/>
                  </a:lnTo>
                  <a:lnTo>
                    <a:pt x="1198" y="68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47" name=""/>
            <p:cNvSpPr/>
            <p:nvPr/>
          </p:nvSpPr>
          <p:spPr>
            <a:xfrm rot="0">
              <a:off x="4786" y="3290"/>
              <a:ext cx="310" cy="171"/>
            </a:xfrm>
            <a:custGeom>
              <a:avLst/>
              <a:ahLst/>
              <a:rect l="0" t="0" r="r" b="b"/>
              <a:pathLst>
                <a:path w="1237" h="680">
                  <a:moveTo>
                    <a:pt x="1198" y="680"/>
                  </a:moveTo>
                  <a:lnTo>
                    <a:pt x="1218" y="641"/>
                  </a:lnTo>
                  <a:lnTo>
                    <a:pt x="1237" y="602"/>
                  </a:lnTo>
                  <a:lnTo>
                    <a:pt x="39" y="0"/>
                  </a:lnTo>
                  <a:lnTo>
                    <a:pt x="20" y="39"/>
                  </a:lnTo>
                  <a:lnTo>
                    <a:pt x="0" y="79"/>
                  </a:lnTo>
                  <a:lnTo>
                    <a:pt x="1198" y="68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48" name=""/>
            <p:cNvSpPr/>
            <p:nvPr/>
          </p:nvSpPr>
          <p:spPr>
            <a:xfrm rot="0">
              <a:off x="4780" y="3289"/>
              <a:ext cx="16" cy="21"/>
            </a:xfrm>
            <a:custGeom>
              <a:avLst/>
              <a:ahLst/>
              <a:rect l="0" t="0" r="r" b="b"/>
              <a:pathLst>
                <a:path w="63" h="84">
                  <a:moveTo>
                    <a:pt x="44" y="44"/>
                  </a:moveTo>
                  <a:lnTo>
                    <a:pt x="24" y="84"/>
                  </a:lnTo>
                  <a:lnTo>
                    <a:pt x="14" y="78"/>
                  </a:lnTo>
                  <a:lnTo>
                    <a:pt x="7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4" y="25"/>
                  </a:lnTo>
                  <a:lnTo>
                    <a:pt x="10" y="14"/>
                  </a:lnTo>
                  <a:lnTo>
                    <a:pt x="19" y="7"/>
                  </a:lnTo>
                  <a:lnTo>
                    <a:pt x="30" y="1"/>
                  </a:lnTo>
                  <a:lnTo>
                    <a:pt x="41" y="0"/>
                  </a:lnTo>
                  <a:lnTo>
                    <a:pt x="53" y="0"/>
                  </a:lnTo>
                  <a:lnTo>
                    <a:pt x="63" y="5"/>
                  </a:lnTo>
                  <a:lnTo>
                    <a:pt x="44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49" name=""/>
            <p:cNvSpPr/>
            <p:nvPr/>
          </p:nvSpPr>
          <p:spPr>
            <a:xfrm rot="0">
              <a:off x="4780" y="3289"/>
              <a:ext cx="16" cy="21"/>
            </a:xfrm>
            <a:custGeom>
              <a:avLst/>
              <a:ahLst/>
              <a:rect l="0" t="0" r="r" b="b"/>
              <a:pathLst>
                <a:path w="63" h="84">
                  <a:moveTo>
                    <a:pt x="24" y="84"/>
                  </a:moveTo>
                  <a:lnTo>
                    <a:pt x="14" y="78"/>
                  </a:lnTo>
                  <a:lnTo>
                    <a:pt x="7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4" y="25"/>
                  </a:lnTo>
                  <a:lnTo>
                    <a:pt x="10" y="14"/>
                  </a:lnTo>
                  <a:lnTo>
                    <a:pt x="19" y="7"/>
                  </a:lnTo>
                  <a:lnTo>
                    <a:pt x="30" y="1"/>
                  </a:lnTo>
                  <a:lnTo>
                    <a:pt x="41" y="0"/>
                  </a:lnTo>
                  <a:lnTo>
                    <a:pt x="53" y="0"/>
                  </a:lnTo>
                  <a:lnTo>
                    <a:pt x="63" y="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50" name=""/>
            <p:cNvSpPr/>
            <p:nvPr/>
          </p:nvSpPr>
          <p:spPr>
            <a:xfrm rot="0">
              <a:off x="4680" y="3549"/>
              <a:ext cx="11" cy="23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51" name=""/>
            <p:cNvSpPr/>
            <p:nvPr/>
          </p:nvSpPr>
          <p:spPr>
            <a:xfrm rot="0">
              <a:off x="4680" y="3549"/>
              <a:ext cx="11" cy="23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52" name=""/>
            <p:cNvSpPr/>
            <p:nvPr/>
          </p:nvSpPr>
          <p:spPr>
            <a:xfrm rot="0">
              <a:off x="4691" y="3549"/>
              <a:ext cx="400" cy="23"/>
            </a:xfrm>
            <a:custGeom>
              <a:avLst/>
              <a:ahLst/>
              <a:rect l="0" t="0" r="r" b="b"/>
              <a:pathLst>
                <a:path w="1597" h="90">
                  <a:moveTo>
                    <a:pt x="0" y="0"/>
                  </a:moveTo>
                  <a:lnTo>
                    <a:pt x="0" y="46"/>
                  </a:lnTo>
                  <a:lnTo>
                    <a:pt x="0" y="90"/>
                  </a:lnTo>
                  <a:lnTo>
                    <a:pt x="1597" y="90"/>
                  </a:lnTo>
                  <a:lnTo>
                    <a:pt x="1597" y="46"/>
                  </a:lnTo>
                  <a:lnTo>
                    <a:pt x="1597" y="0"/>
                  </a:lnTo>
                  <a:lnTo>
                    <a:pt x="0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53" name=""/>
            <p:cNvSpPr/>
            <p:nvPr/>
          </p:nvSpPr>
          <p:spPr>
            <a:xfrm rot="0">
              <a:off x="4691" y="3549"/>
              <a:ext cx="400" cy="23"/>
            </a:xfrm>
            <a:custGeom>
              <a:avLst/>
              <a:ahLst/>
              <a:rect l="0" t="0" r="r" b="b"/>
              <a:pathLst>
                <a:path w="1597" h="90">
                  <a:moveTo>
                    <a:pt x="0" y="0"/>
                  </a:moveTo>
                  <a:lnTo>
                    <a:pt x="0" y="46"/>
                  </a:lnTo>
                  <a:lnTo>
                    <a:pt x="0" y="90"/>
                  </a:lnTo>
                  <a:lnTo>
                    <a:pt x="1597" y="90"/>
                  </a:lnTo>
                  <a:lnTo>
                    <a:pt x="1597" y="46"/>
                  </a:lnTo>
                  <a:lnTo>
                    <a:pt x="1597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54" name=""/>
            <p:cNvSpPr/>
            <p:nvPr/>
          </p:nvSpPr>
          <p:spPr>
            <a:xfrm rot="0">
              <a:off x="5091" y="3549"/>
              <a:ext cx="11" cy="23"/>
            </a:xfrm>
            <a:custGeom>
              <a:avLst/>
              <a:ahLst/>
              <a:rect l="0" t="0" r="r" b="b"/>
              <a:pathLst>
                <a:path w="45" h="90">
                  <a:moveTo>
                    <a:pt x="0" y="46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  <a:lnTo>
                    <a:pt x="0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55" name=""/>
            <p:cNvSpPr/>
            <p:nvPr/>
          </p:nvSpPr>
          <p:spPr>
            <a:xfrm rot="0">
              <a:off x="5091" y="3549"/>
              <a:ext cx="11" cy="23"/>
            </a:xfrm>
            <a:custGeom>
              <a:avLst/>
              <a:ahLst/>
              <a:rect l="0" t="0" r="r" b="b"/>
              <a:pathLst>
                <a:path w="45" h="90">
                  <a:moveTo>
                    <a:pt x="0" y="0"/>
                  </a:move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56" name=""/>
            <p:cNvSpPr/>
            <p:nvPr/>
          </p:nvSpPr>
          <p:spPr>
            <a:xfrm rot="0">
              <a:off x="4680" y="3561"/>
              <a:ext cx="23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6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5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5" y="22"/>
                  </a:lnTo>
                  <a:lnTo>
                    <a:pt x="1" y="11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57" name=""/>
            <p:cNvSpPr/>
            <p:nvPr/>
          </p:nvSpPr>
          <p:spPr>
            <a:xfrm rot="0">
              <a:off x="4680" y="3561"/>
              <a:ext cx="23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6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5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5" y="22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58" name=""/>
            <p:cNvSpPr/>
            <p:nvPr/>
          </p:nvSpPr>
          <p:spPr>
            <a:xfrm rot="0">
              <a:off x="4680" y="2779"/>
              <a:ext cx="23" cy="782"/>
            </a:xfrm>
            <a:custGeom>
              <a:avLst/>
              <a:ahLst/>
              <a:rect l="0" t="0" r="r" b="b"/>
              <a:pathLst>
                <a:path w="89" h="3125">
                  <a:moveTo>
                    <a:pt x="0" y="3125"/>
                  </a:moveTo>
                  <a:lnTo>
                    <a:pt x="44" y="3125"/>
                  </a:lnTo>
                  <a:lnTo>
                    <a:pt x="89" y="3125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312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59" name=""/>
            <p:cNvSpPr/>
            <p:nvPr/>
          </p:nvSpPr>
          <p:spPr>
            <a:xfrm rot="0">
              <a:off x="4680" y="2779"/>
              <a:ext cx="23" cy="782"/>
            </a:xfrm>
            <a:custGeom>
              <a:avLst/>
              <a:ahLst/>
              <a:rect l="0" t="0" r="r" b="b"/>
              <a:pathLst>
                <a:path w="89" h="3125">
                  <a:moveTo>
                    <a:pt x="0" y="3125"/>
                  </a:moveTo>
                  <a:lnTo>
                    <a:pt x="44" y="3125"/>
                  </a:lnTo>
                  <a:lnTo>
                    <a:pt x="89" y="3125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312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60" name=""/>
            <p:cNvSpPr/>
            <p:nvPr/>
          </p:nvSpPr>
          <p:spPr>
            <a:xfrm rot="0">
              <a:off x="4680" y="2768"/>
              <a:ext cx="23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44" y="46"/>
                  </a:move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5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6" y="34"/>
                  </a:lnTo>
                  <a:lnTo>
                    <a:pt x="89" y="46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61" name=""/>
            <p:cNvSpPr/>
            <p:nvPr/>
          </p:nvSpPr>
          <p:spPr>
            <a:xfrm rot="0">
              <a:off x="4680" y="2768"/>
              <a:ext cx="23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0" y="46"/>
                  </a:move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5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6" y="34"/>
                  </a:lnTo>
                  <a:lnTo>
                    <a:pt x="89" y="4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62" name=""/>
            <p:cNvSpPr/>
            <p:nvPr/>
          </p:nvSpPr>
          <p:spPr>
            <a:xfrm rot="0">
              <a:off x="5091" y="2768"/>
              <a:ext cx="11" cy="22"/>
            </a:xfrm>
            <a:custGeom>
              <a:avLst/>
              <a:ahLst/>
              <a:rect l="0" t="0" r="r" b="b"/>
              <a:pathLst>
                <a:path w="45" h="90">
                  <a:moveTo>
                    <a:pt x="0" y="46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  <a:lnTo>
                    <a:pt x="0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63" name=""/>
            <p:cNvSpPr/>
            <p:nvPr/>
          </p:nvSpPr>
          <p:spPr>
            <a:xfrm rot="0">
              <a:off x="5091" y="2768"/>
              <a:ext cx="11" cy="22"/>
            </a:xfrm>
            <a:custGeom>
              <a:avLst/>
              <a:ahLst/>
              <a:rect l="0" t="0" r="r" b="b"/>
              <a:pathLst>
                <a:path w="45" h="90">
                  <a:moveTo>
                    <a:pt x="0" y="0"/>
                  </a:moveTo>
                  <a:lnTo>
                    <a:pt x="11" y="3"/>
                  </a:lnTo>
                  <a:lnTo>
                    <a:pt x="22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2" y="84"/>
                  </a:lnTo>
                  <a:lnTo>
                    <a:pt x="11" y="88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64" name=""/>
            <p:cNvSpPr/>
            <p:nvPr/>
          </p:nvSpPr>
          <p:spPr>
            <a:xfrm rot="0">
              <a:off x="4691" y="2768"/>
              <a:ext cx="400" cy="22"/>
            </a:xfrm>
            <a:custGeom>
              <a:avLst/>
              <a:ahLst/>
              <a:rect l="0" t="0" r="r" b="b"/>
              <a:pathLst>
                <a:path w="1597" h="90">
                  <a:moveTo>
                    <a:pt x="1597" y="90"/>
                  </a:moveTo>
                  <a:lnTo>
                    <a:pt x="1597" y="46"/>
                  </a:lnTo>
                  <a:lnTo>
                    <a:pt x="1597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1597" y="9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65" name=""/>
            <p:cNvSpPr/>
            <p:nvPr/>
          </p:nvSpPr>
          <p:spPr>
            <a:xfrm rot="0">
              <a:off x="4691" y="2768"/>
              <a:ext cx="400" cy="22"/>
            </a:xfrm>
            <a:custGeom>
              <a:avLst/>
              <a:ahLst/>
              <a:rect l="0" t="0" r="r" b="b"/>
              <a:pathLst>
                <a:path w="1597" h="90">
                  <a:moveTo>
                    <a:pt x="1597" y="90"/>
                  </a:moveTo>
                  <a:lnTo>
                    <a:pt x="1597" y="46"/>
                  </a:lnTo>
                  <a:lnTo>
                    <a:pt x="1597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1597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66" name=""/>
            <p:cNvSpPr/>
            <p:nvPr/>
          </p:nvSpPr>
          <p:spPr>
            <a:xfrm rot="0">
              <a:off x="4680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67" name=""/>
            <p:cNvSpPr/>
            <p:nvPr/>
          </p:nvSpPr>
          <p:spPr>
            <a:xfrm rot="0">
              <a:off x="4680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5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5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68" name=""/>
            <p:cNvSpPr/>
            <p:nvPr/>
          </p:nvSpPr>
          <p:spPr>
            <a:xfrm rot="0">
              <a:off x="4462" y="356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44" y="0"/>
                  </a:moveTo>
                  <a:lnTo>
                    <a:pt x="89" y="0"/>
                  </a:lnTo>
                  <a:lnTo>
                    <a:pt x="87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1" y="11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69" name=""/>
            <p:cNvSpPr/>
            <p:nvPr/>
          </p:nvSpPr>
          <p:spPr>
            <a:xfrm rot="0">
              <a:off x="4462" y="3561"/>
              <a:ext cx="22" cy="11"/>
            </a:xfrm>
            <a:custGeom>
              <a:avLst/>
              <a:ahLst/>
              <a:rect l="0" t="0" r="r" b="b"/>
              <a:pathLst>
                <a:path w="89" h="44">
                  <a:moveTo>
                    <a:pt x="89" y="0"/>
                  </a:moveTo>
                  <a:lnTo>
                    <a:pt x="87" y="11"/>
                  </a:lnTo>
                  <a:lnTo>
                    <a:pt x="82" y="22"/>
                  </a:lnTo>
                  <a:lnTo>
                    <a:pt x="75" y="31"/>
                  </a:lnTo>
                  <a:lnTo>
                    <a:pt x="66" y="38"/>
                  </a:lnTo>
                  <a:lnTo>
                    <a:pt x="55" y="42"/>
                  </a:lnTo>
                  <a:lnTo>
                    <a:pt x="44" y="44"/>
                  </a:lnTo>
                  <a:lnTo>
                    <a:pt x="32" y="42"/>
                  </a:lnTo>
                  <a:lnTo>
                    <a:pt x="22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70" name=""/>
            <p:cNvSpPr/>
            <p:nvPr/>
          </p:nvSpPr>
          <p:spPr>
            <a:xfrm rot="0">
              <a:off x="4462" y="2779"/>
              <a:ext cx="22" cy="782"/>
            </a:xfrm>
            <a:custGeom>
              <a:avLst/>
              <a:ahLst/>
              <a:rect l="0" t="0" r="r" b="b"/>
              <a:pathLst>
                <a:path w="89" h="3125">
                  <a:moveTo>
                    <a:pt x="0" y="3125"/>
                  </a:moveTo>
                  <a:lnTo>
                    <a:pt x="44" y="3125"/>
                  </a:lnTo>
                  <a:lnTo>
                    <a:pt x="89" y="3125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3125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71" name=""/>
            <p:cNvSpPr/>
            <p:nvPr/>
          </p:nvSpPr>
          <p:spPr>
            <a:xfrm rot="0">
              <a:off x="4462" y="2779"/>
              <a:ext cx="22" cy="782"/>
            </a:xfrm>
            <a:custGeom>
              <a:avLst/>
              <a:ahLst/>
              <a:rect l="0" t="0" r="r" b="b"/>
              <a:pathLst>
                <a:path w="89" h="3125">
                  <a:moveTo>
                    <a:pt x="0" y="3125"/>
                  </a:moveTo>
                  <a:lnTo>
                    <a:pt x="44" y="3125"/>
                  </a:lnTo>
                  <a:lnTo>
                    <a:pt x="89" y="3125"/>
                  </a:lnTo>
                  <a:lnTo>
                    <a:pt x="89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3125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72" name=""/>
            <p:cNvSpPr/>
            <p:nvPr/>
          </p:nvSpPr>
          <p:spPr>
            <a:xfrm rot="0">
              <a:off x="4462" y="2768"/>
              <a:ext cx="22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44" y="46"/>
                  </a:move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7" y="34"/>
                  </a:lnTo>
                  <a:lnTo>
                    <a:pt x="89" y="46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73" name=""/>
            <p:cNvSpPr/>
            <p:nvPr/>
          </p:nvSpPr>
          <p:spPr>
            <a:xfrm rot="0">
              <a:off x="4462" y="2768"/>
              <a:ext cx="22" cy="11"/>
            </a:xfrm>
            <a:custGeom>
              <a:avLst/>
              <a:ahLst/>
              <a:rect l="0" t="0" r="r" b="b"/>
              <a:pathLst>
                <a:path w="89" h="46">
                  <a:moveTo>
                    <a:pt x="0" y="46"/>
                  </a:moveTo>
                  <a:lnTo>
                    <a:pt x="1" y="34"/>
                  </a:lnTo>
                  <a:lnTo>
                    <a:pt x="6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55" y="3"/>
                  </a:lnTo>
                  <a:lnTo>
                    <a:pt x="66" y="7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7" y="34"/>
                  </a:lnTo>
                  <a:lnTo>
                    <a:pt x="89" y="4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74" name=""/>
            <p:cNvSpPr/>
            <p:nvPr/>
          </p:nvSpPr>
          <p:spPr>
            <a:xfrm rot="0">
              <a:off x="4462" y="3549"/>
              <a:ext cx="11" cy="23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75" name=""/>
            <p:cNvSpPr/>
            <p:nvPr/>
          </p:nvSpPr>
          <p:spPr>
            <a:xfrm rot="0">
              <a:off x="4462" y="3549"/>
              <a:ext cx="11" cy="23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76" name=""/>
            <p:cNvSpPr/>
            <p:nvPr/>
          </p:nvSpPr>
          <p:spPr>
            <a:xfrm rot="0">
              <a:off x="4473" y="3549"/>
              <a:ext cx="218" cy="23"/>
            </a:xfrm>
            <a:custGeom>
              <a:avLst/>
              <a:ahLst/>
              <a:rect l="0" t="0" r="r" b="b"/>
              <a:pathLst>
                <a:path w="874" h="90">
                  <a:moveTo>
                    <a:pt x="0" y="0"/>
                  </a:moveTo>
                  <a:lnTo>
                    <a:pt x="0" y="46"/>
                  </a:lnTo>
                  <a:lnTo>
                    <a:pt x="0" y="90"/>
                  </a:lnTo>
                  <a:lnTo>
                    <a:pt x="874" y="90"/>
                  </a:lnTo>
                  <a:lnTo>
                    <a:pt x="874" y="46"/>
                  </a:lnTo>
                  <a:lnTo>
                    <a:pt x="874" y="0"/>
                  </a:lnTo>
                  <a:lnTo>
                    <a:pt x="0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77" name=""/>
            <p:cNvSpPr/>
            <p:nvPr/>
          </p:nvSpPr>
          <p:spPr>
            <a:xfrm rot="0">
              <a:off x="4473" y="3549"/>
              <a:ext cx="218" cy="23"/>
            </a:xfrm>
            <a:custGeom>
              <a:avLst/>
              <a:ahLst/>
              <a:rect l="0" t="0" r="r" b="b"/>
              <a:pathLst>
                <a:path w="874" h="90">
                  <a:moveTo>
                    <a:pt x="0" y="0"/>
                  </a:moveTo>
                  <a:lnTo>
                    <a:pt x="0" y="46"/>
                  </a:lnTo>
                  <a:lnTo>
                    <a:pt x="0" y="90"/>
                  </a:lnTo>
                  <a:lnTo>
                    <a:pt x="874" y="90"/>
                  </a:lnTo>
                  <a:lnTo>
                    <a:pt x="874" y="46"/>
                  </a:lnTo>
                  <a:lnTo>
                    <a:pt x="874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78" name=""/>
            <p:cNvSpPr/>
            <p:nvPr/>
          </p:nvSpPr>
          <p:spPr>
            <a:xfrm rot="0">
              <a:off x="4691" y="3549"/>
              <a:ext cx="12" cy="23"/>
            </a:xfrm>
            <a:custGeom>
              <a:avLst/>
              <a:ahLst/>
              <a:rect l="0" t="0" r="r" b="b"/>
              <a:pathLst>
                <a:path w="45" h="90">
                  <a:moveTo>
                    <a:pt x="0" y="46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1" y="84"/>
                  </a:lnTo>
                  <a:lnTo>
                    <a:pt x="11" y="88"/>
                  </a:lnTo>
                  <a:lnTo>
                    <a:pt x="0" y="90"/>
                  </a:lnTo>
                  <a:lnTo>
                    <a:pt x="0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79" name=""/>
            <p:cNvSpPr/>
            <p:nvPr/>
          </p:nvSpPr>
          <p:spPr>
            <a:xfrm rot="0">
              <a:off x="4691" y="3549"/>
              <a:ext cx="12" cy="23"/>
            </a:xfrm>
            <a:custGeom>
              <a:avLst/>
              <a:ahLst/>
              <a:rect l="0" t="0" r="r" b="b"/>
              <a:pathLst>
                <a:path w="45" h="90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1" y="84"/>
                  </a:lnTo>
                  <a:lnTo>
                    <a:pt x="11" y="88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80" name=""/>
            <p:cNvSpPr/>
            <p:nvPr/>
          </p:nvSpPr>
          <p:spPr>
            <a:xfrm rot="0">
              <a:off x="4691" y="2768"/>
              <a:ext cx="12" cy="22"/>
            </a:xfrm>
            <a:custGeom>
              <a:avLst/>
              <a:ahLst/>
              <a:rect l="0" t="0" r="r" b="b"/>
              <a:pathLst>
                <a:path w="45" h="90">
                  <a:moveTo>
                    <a:pt x="0" y="46"/>
                  </a:moveTo>
                  <a:lnTo>
                    <a:pt x="0" y="0"/>
                  </a:lnTo>
                  <a:lnTo>
                    <a:pt x="11" y="3"/>
                  </a:lnTo>
                  <a:lnTo>
                    <a:pt x="21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1" y="84"/>
                  </a:lnTo>
                  <a:lnTo>
                    <a:pt x="11" y="88"/>
                  </a:lnTo>
                  <a:lnTo>
                    <a:pt x="0" y="90"/>
                  </a:lnTo>
                  <a:lnTo>
                    <a:pt x="0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81" name=""/>
            <p:cNvSpPr/>
            <p:nvPr/>
          </p:nvSpPr>
          <p:spPr>
            <a:xfrm rot="0">
              <a:off x="4691" y="2768"/>
              <a:ext cx="12" cy="22"/>
            </a:xfrm>
            <a:custGeom>
              <a:avLst/>
              <a:ahLst/>
              <a:rect l="0" t="0" r="r" b="b"/>
              <a:pathLst>
                <a:path w="45" h="90">
                  <a:moveTo>
                    <a:pt x="0" y="0"/>
                  </a:moveTo>
                  <a:lnTo>
                    <a:pt x="11" y="3"/>
                  </a:lnTo>
                  <a:lnTo>
                    <a:pt x="21" y="7"/>
                  </a:lnTo>
                  <a:lnTo>
                    <a:pt x="31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5" y="46"/>
                  </a:lnTo>
                  <a:lnTo>
                    <a:pt x="42" y="57"/>
                  </a:lnTo>
                  <a:lnTo>
                    <a:pt x="38" y="68"/>
                  </a:lnTo>
                  <a:lnTo>
                    <a:pt x="31" y="77"/>
                  </a:lnTo>
                  <a:lnTo>
                    <a:pt x="21" y="84"/>
                  </a:lnTo>
                  <a:lnTo>
                    <a:pt x="11" y="88"/>
                  </a:lnTo>
                  <a:lnTo>
                    <a:pt x="0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82" name=""/>
            <p:cNvSpPr/>
            <p:nvPr/>
          </p:nvSpPr>
          <p:spPr>
            <a:xfrm rot="0">
              <a:off x="4473" y="2768"/>
              <a:ext cx="218" cy="22"/>
            </a:xfrm>
            <a:custGeom>
              <a:avLst/>
              <a:ahLst/>
              <a:rect l="0" t="0" r="r" b="b"/>
              <a:pathLst>
                <a:path w="874" h="90">
                  <a:moveTo>
                    <a:pt x="874" y="90"/>
                  </a:moveTo>
                  <a:lnTo>
                    <a:pt x="874" y="46"/>
                  </a:lnTo>
                  <a:lnTo>
                    <a:pt x="874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874" y="9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83" name=""/>
            <p:cNvSpPr/>
            <p:nvPr/>
          </p:nvSpPr>
          <p:spPr>
            <a:xfrm rot="0">
              <a:off x="4473" y="2768"/>
              <a:ext cx="218" cy="22"/>
            </a:xfrm>
            <a:custGeom>
              <a:avLst/>
              <a:ahLst/>
              <a:rect l="0" t="0" r="r" b="b"/>
              <a:pathLst>
                <a:path w="874" h="90">
                  <a:moveTo>
                    <a:pt x="874" y="90"/>
                  </a:moveTo>
                  <a:lnTo>
                    <a:pt x="874" y="46"/>
                  </a:lnTo>
                  <a:lnTo>
                    <a:pt x="874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90"/>
                  </a:lnTo>
                  <a:lnTo>
                    <a:pt x="874" y="9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84" name=""/>
            <p:cNvSpPr/>
            <p:nvPr/>
          </p:nvSpPr>
          <p:spPr>
            <a:xfrm rot="0">
              <a:off x="4462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46"/>
                  </a:moveTo>
                  <a:lnTo>
                    <a:pt x="44" y="90"/>
                  </a:ln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  <a:lnTo>
                    <a:pt x="44" y="46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85" name=""/>
            <p:cNvSpPr/>
            <p:nvPr/>
          </p:nvSpPr>
          <p:spPr>
            <a:xfrm rot="0">
              <a:off x="4462" y="2768"/>
              <a:ext cx="11" cy="22"/>
            </a:xfrm>
            <a:custGeom>
              <a:avLst/>
              <a:ahLst/>
              <a:rect l="0" t="0" r="r" b="b"/>
              <a:pathLst>
                <a:path w="44" h="90">
                  <a:moveTo>
                    <a:pt x="44" y="90"/>
                  </a:moveTo>
                  <a:lnTo>
                    <a:pt x="32" y="88"/>
                  </a:lnTo>
                  <a:lnTo>
                    <a:pt x="22" y="84"/>
                  </a:lnTo>
                  <a:lnTo>
                    <a:pt x="12" y="77"/>
                  </a:lnTo>
                  <a:lnTo>
                    <a:pt x="6" y="68"/>
                  </a:lnTo>
                  <a:lnTo>
                    <a:pt x="1" y="57"/>
                  </a:lnTo>
                  <a:lnTo>
                    <a:pt x="0" y="46"/>
                  </a:lnTo>
                  <a:lnTo>
                    <a:pt x="1" y="34"/>
                  </a:lnTo>
                  <a:lnTo>
                    <a:pt x="6" y="24"/>
                  </a:lnTo>
                  <a:lnTo>
                    <a:pt x="12" y="14"/>
                  </a:lnTo>
                  <a:lnTo>
                    <a:pt x="22" y="7"/>
                  </a:lnTo>
                  <a:lnTo>
                    <a:pt x="32" y="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86" name=""/>
            <p:cNvSpPr/>
            <p:nvPr/>
          </p:nvSpPr>
          <p:spPr>
            <a:xfrm rot="0">
              <a:off x="2032" y="3029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44" y="42"/>
                  </a:moveTo>
                  <a:lnTo>
                    <a:pt x="61" y="83"/>
                  </a:lnTo>
                  <a:lnTo>
                    <a:pt x="49" y="86"/>
                  </a:lnTo>
                  <a:lnTo>
                    <a:pt x="37" y="86"/>
                  </a:lnTo>
                  <a:lnTo>
                    <a:pt x="27" y="82"/>
                  </a:lnTo>
                  <a:lnTo>
                    <a:pt x="17" y="77"/>
                  </a:lnTo>
                  <a:lnTo>
                    <a:pt x="8" y="68"/>
                  </a:lnTo>
                  <a:lnTo>
                    <a:pt x="3" y="58"/>
                  </a:lnTo>
                  <a:lnTo>
                    <a:pt x="0" y="46"/>
                  </a:lnTo>
                  <a:lnTo>
                    <a:pt x="0" y="35"/>
                  </a:lnTo>
                  <a:lnTo>
                    <a:pt x="4" y="24"/>
                  </a:lnTo>
                  <a:lnTo>
                    <a:pt x="10" y="14"/>
                  </a:lnTo>
                  <a:lnTo>
                    <a:pt x="18" y="6"/>
                  </a:lnTo>
                  <a:lnTo>
                    <a:pt x="28" y="0"/>
                  </a:lnTo>
                  <a:lnTo>
                    <a:pt x="44" y="42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87" name=""/>
            <p:cNvSpPr/>
            <p:nvPr/>
          </p:nvSpPr>
          <p:spPr>
            <a:xfrm rot="0">
              <a:off x="2032" y="3029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61" y="83"/>
                  </a:moveTo>
                  <a:lnTo>
                    <a:pt x="49" y="86"/>
                  </a:lnTo>
                  <a:lnTo>
                    <a:pt x="37" y="86"/>
                  </a:lnTo>
                  <a:lnTo>
                    <a:pt x="27" y="82"/>
                  </a:lnTo>
                  <a:lnTo>
                    <a:pt x="17" y="77"/>
                  </a:lnTo>
                  <a:lnTo>
                    <a:pt x="8" y="68"/>
                  </a:lnTo>
                  <a:lnTo>
                    <a:pt x="3" y="58"/>
                  </a:lnTo>
                  <a:lnTo>
                    <a:pt x="0" y="46"/>
                  </a:lnTo>
                  <a:lnTo>
                    <a:pt x="0" y="35"/>
                  </a:lnTo>
                  <a:lnTo>
                    <a:pt x="4" y="24"/>
                  </a:lnTo>
                  <a:lnTo>
                    <a:pt x="10" y="14"/>
                  </a:lnTo>
                  <a:lnTo>
                    <a:pt x="18" y="6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88" name=""/>
            <p:cNvSpPr/>
            <p:nvPr/>
          </p:nvSpPr>
          <p:spPr>
            <a:xfrm rot="0">
              <a:off x="2039" y="2879"/>
              <a:ext cx="389" cy="171"/>
            </a:xfrm>
            <a:custGeom>
              <a:avLst/>
              <a:ahLst/>
              <a:rect l="0" t="0" r="r" b="b"/>
              <a:pathLst>
                <a:path w="1557" h="684">
                  <a:moveTo>
                    <a:pt x="0" y="601"/>
                  </a:moveTo>
                  <a:lnTo>
                    <a:pt x="16" y="643"/>
                  </a:lnTo>
                  <a:lnTo>
                    <a:pt x="33" y="684"/>
                  </a:lnTo>
                  <a:lnTo>
                    <a:pt x="1557" y="83"/>
                  </a:lnTo>
                  <a:lnTo>
                    <a:pt x="1541" y="41"/>
                  </a:lnTo>
                  <a:lnTo>
                    <a:pt x="1524" y="0"/>
                  </a:lnTo>
                  <a:lnTo>
                    <a:pt x="0" y="601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89" name=""/>
            <p:cNvSpPr/>
            <p:nvPr/>
          </p:nvSpPr>
          <p:spPr>
            <a:xfrm rot="0">
              <a:off x="2039" y="2879"/>
              <a:ext cx="389" cy="171"/>
            </a:xfrm>
            <a:custGeom>
              <a:avLst/>
              <a:ahLst/>
              <a:rect l="0" t="0" r="r" b="b"/>
              <a:pathLst>
                <a:path w="1557" h="684">
                  <a:moveTo>
                    <a:pt x="0" y="601"/>
                  </a:moveTo>
                  <a:lnTo>
                    <a:pt x="16" y="643"/>
                  </a:lnTo>
                  <a:lnTo>
                    <a:pt x="33" y="684"/>
                  </a:lnTo>
                  <a:lnTo>
                    <a:pt x="1557" y="83"/>
                  </a:lnTo>
                  <a:lnTo>
                    <a:pt x="1541" y="41"/>
                  </a:lnTo>
                  <a:lnTo>
                    <a:pt x="1524" y="0"/>
                  </a:lnTo>
                  <a:lnTo>
                    <a:pt x="0" y="601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90" name=""/>
            <p:cNvSpPr/>
            <p:nvPr/>
          </p:nvSpPr>
          <p:spPr>
            <a:xfrm rot="0">
              <a:off x="2420" y="2878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17" y="44"/>
                  </a:moveTo>
                  <a:lnTo>
                    <a:pt x="0" y="3"/>
                  </a:lnTo>
                  <a:lnTo>
                    <a:pt x="12" y="0"/>
                  </a:lnTo>
                  <a:lnTo>
                    <a:pt x="23" y="0"/>
                  </a:lnTo>
                  <a:lnTo>
                    <a:pt x="34" y="4"/>
                  </a:lnTo>
                  <a:lnTo>
                    <a:pt x="44" y="10"/>
                  </a:lnTo>
                  <a:lnTo>
                    <a:pt x="52" y="18"/>
                  </a:lnTo>
                  <a:lnTo>
                    <a:pt x="58" y="28"/>
                  </a:lnTo>
                  <a:lnTo>
                    <a:pt x="61" y="40"/>
                  </a:lnTo>
                  <a:lnTo>
                    <a:pt x="61" y="51"/>
                  </a:lnTo>
                  <a:lnTo>
                    <a:pt x="57" y="62"/>
                  </a:lnTo>
                  <a:lnTo>
                    <a:pt x="51" y="72"/>
                  </a:lnTo>
                  <a:lnTo>
                    <a:pt x="43" y="80"/>
                  </a:lnTo>
                  <a:lnTo>
                    <a:pt x="33" y="86"/>
                  </a:lnTo>
                  <a:lnTo>
                    <a:pt x="17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91" name=""/>
            <p:cNvSpPr/>
            <p:nvPr/>
          </p:nvSpPr>
          <p:spPr>
            <a:xfrm rot="0">
              <a:off x="2420" y="2878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0" y="3"/>
                  </a:moveTo>
                  <a:lnTo>
                    <a:pt x="12" y="0"/>
                  </a:lnTo>
                  <a:lnTo>
                    <a:pt x="23" y="0"/>
                  </a:lnTo>
                  <a:lnTo>
                    <a:pt x="34" y="4"/>
                  </a:lnTo>
                  <a:lnTo>
                    <a:pt x="44" y="10"/>
                  </a:lnTo>
                  <a:lnTo>
                    <a:pt x="52" y="18"/>
                  </a:lnTo>
                  <a:lnTo>
                    <a:pt x="58" y="28"/>
                  </a:lnTo>
                  <a:lnTo>
                    <a:pt x="61" y="40"/>
                  </a:lnTo>
                  <a:lnTo>
                    <a:pt x="61" y="51"/>
                  </a:lnTo>
                  <a:lnTo>
                    <a:pt x="57" y="62"/>
                  </a:lnTo>
                  <a:lnTo>
                    <a:pt x="51" y="72"/>
                  </a:lnTo>
                  <a:lnTo>
                    <a:pt x="43" y="80"/>
                  </a:lnTo>
                  <a:lnTo>
                    <a:pt x="33" y="86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92" name=""/>
            <p:cNvSpPr/>
            <p:nvPr/>
          </p:nvSpPr>
          <p:spPr>
            <a:xfrm rot="0">
              <a:off x="2032" y="3289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44" y="44"/>
                  </a:moveTo>
                  <a:lnTo>
                    <a:pt x="28" y="86"/>
                  </a:lnTo>
                  <a:lnTo>
                    <a:pt x="18" y="80"/>
                  </a:lnTo>
                  <a:lnTo>
                    <a:pt x="10" y="72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0" y="40"/>
                  </a:lnTo>
                  <a:lnTo>
                    <a:pt x="3" y="28"/>
                  </a:lnTo>
                  <a:lnTo>
                    <a:pt x="8" y="18"/>
                  </a:lnTo>
                  <a:lnTo>
                    <a:pt x="17" y="10"/>
                  </a:lnTo>
                  <a:lnTo>
                    <a:pt x="27" y="4"/>
                  </a:lnTo>
                  <a:lnTo>
                    <a:pt x="37" y="0"/>
                  </a:lnTo>
                  <a:lnTo>
                    <a:pt x="49" y="0"/>
                  </a:lnTo>
                  <a:lnTo>
                    <a:pt x="61" y="3"/>
                  </a:lnTo>
                  <a:lnTo>
                    <a:pt x="44" y="44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93" name=""/>
            <p:cNvSpPr/>
            <p:nvPr/>
          </p:nvSpPr>
          <p:spPr>
            <a:xfrm rot="0">
              <a:off x="2032" y="3289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28" y="86"/>
                  </a:moveTo>
                  <a:lnTo>
                    <a:pt x="18" y="80"/>
                  </a:lnTo>
                  <a:lnTo>
                    <a:pt x="10" y="72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0" y="40"/>
                  </a:lnTo>
                  <a:lnTo>
                    <a:pt x="3" y="28"/>
                  </a:lnTo>
                  <a:lnTo>
                    <a:pt x="8" y="18"/>
                  </a:lnTo>
                  <a:lnTo>
                    <a:pt x="17" y="10"/>
                  </a:lnTo>
                  <a:lnTo>
                    <a:pt x="27" y="4"/>
                  </a:lnTo>
                  <a:lnTo>
                    <a:pt x="37" y="0"/>
                  </a:lnTo>
                  <a:lnTo>
                    <a:pt x="49" y="0"/>
                  </a:lnTo>
                  <a:lnTo>
                    <a:pt x="61" y="3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94" name=""/>
            <p:cNvSpPr/>
            <p:nvPr/>
          </p:nvSpPr>
          <p:spPr>
            <a:xfrm rot="0">
              <a:off x="2039" y="3290"/>
              <a:ext cx="389" cy="171"/>
            </a:xfrm>
            <a:custGeom>
              <a:avLst/>
              <a:ahLst/>
              <a:rect l="0" t="0" r="r" b="b"/>
              <a:pathLst>
                <a:path w="1557" h="685">
                  <a:moveTo>
                    <a:pt x="33" y="0"/>
                  </a:moveTo>
                  <a:lnTo>
                    <a:pt x="16" y="41"/>
                  </a:lnTo>
                  <a:lnTo>
                    <a:pt x="0" y="83"/>
                  </a:lnTo>
                  <a:lnTo>
                    <a:pt x="1524" y="685"/>
                  </a:lnTo>
                  <a:lnTo>
                    <a:pt x="1541" y="643"/>
                  </a:lnTo>
                  <a:lnTo>
                    <a:pt x="1557" y="601"/>
                  </a:lnTo>
                  <a:lnTo>
                    <a:pt x="33" y="0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95" name=""/>
            <p:cNvSpPr/>
            <p:nvPr/>
          </p:nvSpPr>
          <p:spPr>
            <a:xfrm rot="0">
              <a:off x="2039" y="3290"/>
              <a:ext cx="389" cy="171"/>
            </a:xfrm>
            <a:custGeom>
              <a:avLst/>
              <a:ahLst/>
              <a:rect l="0" t="0" r="r" b="b"/>
              <a:pathLst>
                <a:path w="1557" h="685">
                  <a:moveTo>
                    <a:pt x="33" y="0"/>
                  </a:moveTo>
                  <a:lnTo>
                    <a:pt x="16" y="41"/>
                  </a:lnTo>
                  <a:lnTo>
                    <a:pt x="0" y="83"/>
                  </a:lnTo>
                  <a:lnTo>
                    <a:pt x="1524" y="685"/>
                  </a:lnTo>
                  <a:lnTo>
                    <a:pt x="1541" y="643"/>
                  </a:lnTo>
                  <a:lnTo>
                    <a:pt x="1557" y="601"/>
                  </a:lnTo>
                  <a:lnTo>
                    <a:pt x="33" y="0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096" name=""/>
            <p:cNvSpPr/>
            <p:nvPr/>
          </p:nvSpPr>
          <p:spPr>
            <a:xfrm rot="0">
              <a:off x="2420" y="3440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17" y="42"/>
                  </a:moveTo>
                  <a:lnTo>
                    <a:pt x="33" y="0"/>
                  </a:lnTo>
                  <a:lnTo>
                    <a:pt x="43" y="6"/>
                  </a:lnTo>
                  <a:lnTo>
                    <a:pt x="51" y="14"/>
                  </a:lnTo>
                  <a:lnTo>
                    <a:pt x="57" y="25"/>
                  </a:lnTo>
                  <a:lnTo>
                    <a:pt x="61" y="35"/>
                  </a:lnTo>
                  <a:lnTo>
                    <a:pt x="61" y="47"/>
                  </a:lnTo>
                  <a:lnTo>
                    <a:pt x="58" y="58"/>
                  </a:lnTo>
                  <a:lnTo>
                    <a:pt x="52" y="69"/>
                  </a:lnTo>
                  <a:lnTo>
                    <a:pt x="44" y="77"/>
                  </a:lnTo>
                  <a:lnTo>
                    <a:pt x="34" y="82"/>
                  </a:lnTo>
                  <a:lnTo>
                    <a:pt x="23" y="86"/>
                  </a:lnTo>
                  <a:lnTo>
                    <a:pt x="12" y="86"/>
                  </a:lnTo>
                  <a:lnTo>
                    <a:pt x="0" y="84"/>
                  </a:lnTo>
                  <a:lnTo>
                    <a:pt x="17" y="42"/>
                  </a:lnTo>
                </a:path>
              </a:pathLst>
            </a:custGeom>
            <a:solidFill>
              <a:srgbClr val="00134C"/>
            </a:solidFill>
            <a:ln>
              <a:noFill/>
            </a:ln>
          </p:spPr>
        </p:sp>
        <p:sp>
          <p:nvSpPr>
            <p:cNvPr id="1090097" name=""/>
            <p:cNvSpPr/>
            <p:nvPr/>
          </p:nvSpPr>
          <p:spPr>
            <a:xfrm rot="0">
              <a:off x="2420" y="3440"/>
              <a:ext cx="15" cy="22"/>
            </a:xfrm>
            <a:custGeom>
              <a:avLst/>
              <a:ahLst/>
              <a:rect l="0" t="0" r="r" b="b"/>
              <a:pathLst>
                <a:path w="61" h="86">
                  <a:moveTo>
                    <a:pt x="33" y="0"/>
                  </a:moveTo>
                  <a:lnTo>
                    <a:pt x="43" y="6"/>
                  </a:lnTo>
                  <a:lnTo>
                    <a:pt x="51" y="14"/>
                  </a:lnTo>
                  <a:lnTo>
                    <a:pt x="57" y="25"/>
                  </a:lnTo>
                  <a:lnTo>
                    <a:pt x="61" y="35"/>
                  </a:lnTo>
                  <a:lnTo>
                    <a:pt x="61" y="47"/>
                  </a:lnTo>
                  <a:lnTo>
                    <a:pt x="58" y="58"/>
                  </a:lnTo>
                  <a:lnTo>
                    <a:pt x="52" y="69"/>
                  </a:lnTo>
                  <a:lnTo>
                    <a:pt x="44" y="77"/>
                  </a:lnTo>
                  <a:lnTo>
                    <a:pt x="34" y="82"/>
                  </a:lnTo>
                  <a:lnTo>
                    <a:pt x="23" y="86"/>
                  </a:lnTo>
                  <a:lnTo>
                    <a:pt x="12" y="86"/>
                  </a:lnTo>
                  <a:lnTo>
                    <a:pt x="0" y="84"/>
                  </a:lnTo>
                </a:path>
              </a:pathLst>
            </a:custGeom>
            <a:noFill/>
            <a:ln w="0" cap="flat" cmpd="sng">
              <a:solidFill>
                <a:srgbClr val="00134C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90098" name=""/>
          <p:cNvSpPr txBox="1"/>
          <p:nvPr/>
        </p:nvSpPr>
        <p:spPr>
          <a:xfrm rot="0">
            <a:off x="1465262" y="561975"/>
            <a:ext cx="5886450" cy="528637"/>
          </a:xfrm>
          <a:prstGeom prst="rect"/>
          <a:gradFill rotWithShape="1">
            <a:gsLst>
              <a:gs pos="0">
                <a:srgbClr val="FFFF00">
                  <a:alpha val="100000"/>
                </a:srgbClr>
              </a:gs>
              <a:gs pos="50000">
                <a:srgbClr val="FFFFFF">
                  <a:alpha val="100000"/>
                </a:srgbClr>
              </a:gs>
              <a:gs pos="100000">
                <a:srgbClr val="FFFF00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b="1" sz="2800" lang="zh-CN"/>
              <a:t>根据两视图，选出正确的第三视图</a:t>
            </a:r>
          </a:p>
        </p:txBody>
      </p:sp>
      <p:sp>
        <p:nvSpPr>
          <p:cNvPr id="1090099" name=""/>
          <p:cNvSpPr txBox="1"/>
          <p:nvPr/>
        </p:nvSpPr>
        <p:spPr>
          <a:xfrm rot="0">
            <a:off x="808037" y="5984875"/>
            <a:ext cx="920750" cy="528637"/>
          </a:xfrm>
          <a:prstGeom prst="rect"/>
          <a:solidFill>
            <a:schemeClr val="accent1"/>
          </a:soli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b="1" sz="2800" lang="zh-CN"/>
              <a:t>正确</a:t>
            </a:r>
          </a:p>
        </p:txBody>
      </p:sp>
    </p:spTree>
  </p:cSld>
  <p:clrMapOvr>
    <a:masterClrMapping/>
  </p:clrMapOvr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0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id="9" nodeType="clickEffect" presetClass="entr" presetID="3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dur="500" id="11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0099" grpId="0" uiExpand="0" build="whole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647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grpSp>
        <p:nvGrpSpPr>
          <p:cNvPr id="648" name=""/>
          <p:cNvGrpSpPr/>
          <p:nvPr/>
        </p:nvGrpSpPr>
        <p:grpSpPr>
          <a:xfrm rot="0">
            <a:off x="5857875" y="4305300"/>
            <a:ext cx="1968500" cy="2214562"/>
            <a:chOff x="1937" y="2781"/>
            <a:chExt cx="1240" cy="1395"/>
          </a:xfrm>
        </p:grpSpPr>
        <p:sp>
          <p:nvSpPr>
            <p:cNvPr id="1090100" name=""/>
            <p:cNvSpPr/>
            <p:nvPr/>
          </p:nvSpPr>
          <p:spPr>
            <a:xfrm rot="0">
              <a:off x="2967" y="3741"/>
              <a:ext cx="34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3"/>
                  </a:lnTo>
                  <a:lnTo>
                    <a:pt x="14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01" name=""/>
            <p:cNvSpPr/>
            <p:nvPr/>
          </p:nvSpPr>
          <p:spPr>
            <a:xfrm rot="0">
              <a:off x="2967" y="3741"/>
              <a:ext cx="34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3"/>
                  </a:lnTo>
                  <a:lnTo>
                    <a:pt x="14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02" name=""/>
            <p:cNvSpPr/>
            <p:nvPr/>
          </p:nvSpPr>
          <p:spPr>
            <a:xfrm rot="0">
              <a:off x="2967" y="3044"/>
              <a:ext cx="34" cy="697"/>
            </a:xfrm>
            <a:custGeom>
              <a:avLst/>
              <a:ahLst/>
              <a:rect l="0" t="0" r="r" b="b"/>
              <a:pathLst>
                <a:path w="100" h="2092">
                  <a:moveTo>
                    <a:pt x="0" y="2092"/>
                  </a:moveTo>
                  <a:lnTo>
                    <a:pt x="49" y="2092"/>
                  </a:lnTo>
                  <a:lnTo>
                    <a:pt x="100" y="2092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0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03" name=""/>
            <p:cNvSpPr/>
            <p:nvPr/>
          </p:nvSpPr>
          <p:spPr>
            <a:xfrm rot="0">
              <a:off x="2967" y="3044"/>
              <a:ext cx="34" cy="697"/>
            </a:xfrm>
            <a:custGeom>
              <a:avLst/>
              <a:ahLst/>
              <a:rect l="0" t="0" r="r" b="b"/>
              <a:pathLst>
                <a:path w="100" h="2092">
                  <a:moveTo>
                    <a:pt x="0" y="2092"/>
                  </a:moveTo>
                  <a:lnTo>
                    <a:pt x="49" y="2092"/>
                  </a:lnTo>
                  <a:lnTo>
                    <a:pt x="100" y="2092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0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04" name=""/>
            <p:cNvSpPr/>
            <p:nvPr/>
          </p:nvSpPr>
          <p:spPr>
            <a:xfrm rot="0">
              <a:off x="2967" y="3027"/>
              <a:ext cx="34" cy="17"/>
            </a:xfrm>
            <a:custGeom>
              <a:avLst/>
              <a:ahLst/>
              <a:rect l="0" t="0" r="r" b="b"/>
              <a:pathLst>
                <a:path w="100" h="51">
                  <a:moveTo>
                    <a:pt x="49" y="51"/>
                  </a:moveTo>
                  <a:lnTo>
                    <a:pt x="0" y="51"/>
                  </a:lnTo>
                  <a:lnTo>
                    <a:pt x="2" y="38"/>
                  </a:lnTo>
                  <a:lnTo>
                    <a:pt x="7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6"/>
                  </a:lnTo>
                  <a:lnTo>
                    <a:pt x="92" y="26"/>
                  </a:lnTo>
                  <a:lnTo>
                    <a:pt x="97" y="38"/>
                  </a:lnTo>
                  <a:lnTo>
                    <a:pt x="100" y="51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05" name=""/>
            <p:cNvSpPr/>
            <p:nvPr/>
          </p:nvSpPr>
          <p:spPr>
            <a:xfrm rot="0">
              <a:off x="2967" y="3027"/>
              <a:ext cx="34" cy="17"/>
            </a:xfrm>
            <a:custGeom>
              <a:avLst/>
              <a:ahLst/>
              <a:rect l="0" t="0" r="r" b="b"/>
              <a:pathLst>
                <a:path w="100" h="51">
                  <a:moveTo>
                    <a:pt x="0" y="51"/>
                  </a:moveTo>
                  <a:lnTo>
                    <a:pt x="2" y="38"/>
                  </a:lnTo>
                  <a:lnTo>
                    <a:pt x="7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6"/>
                  </a:lnTo>
                  <a:lnTo>
                    <a:pt x="92" y="26"/>
                  </a:lnTo>
                  <a:lnTo>
                    <a:pt x="97" y="38"/>
                  </a:lnTo>
                  <a:lnTo>
                    <a:pt x="10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06" name=""/>
            <p:cNvSpPr/>
            <p:nvPr/>
          </p:nvSpPr>
          <p:spPr>
            <a:xfrm rot="0">
              <a:off x="2114" y="3027"/>
              <a:ext cx="33" cy="17"/>
            </a:xfrm>
            <a:custGeom>
              <a:avLst/>
              <a:ahLst/>
              <a:rect l="0" t="0" r="r" b="b"/>
              <a:pathLst>
                <a:path w="100" h="51">
                  <a:moveTo>
                    <a:pt x="50" y="51"/>
                  </a:moveTo>
                  <a:lnTo>
                    <a:pt x="0" y="51"/>
                  </a:lnTo>
                  <a:lnTo>
                    <a:pt x="2" y="38"/>
                  </a:lnTo>
                  <a:lnTo>
                    <a:pt x="7" y="26"/>
                  </a:lnTo>
                  <a:lnTo>
                    <a:pt x="15" y="16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6"/>
                  </a:lnTo>
                  <a:lnTo>
                    <a:pt x="92" y="26"/>
                  </a:lnTo>
                  <a:lnTo>
                    <a:pt x="97" y="38"/>
                  </a:lnTo>
                  <a:lnTo>
                    <a:pt x="100" y="51"/>
                  </a:lnTo>
                  <a:lnTo>
                    <a:pt x="5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07" name=""/>
            <p:cNvSpPr/>
            <p:nvPr/>
          </p:nvSpPr>
          <p:spPr>
            <a:xfrm rot="0">
              <a:off x="2114" y="3027"/>
              <a:ext cx="33" cy="17"/>
            </a:xfrm>
            <a:custGeom>
              <a:avLst/>
              <a:ahLst/>
              <a:rect l="0" t="0" r="r" b="b"/>
              <a:pathLst>
                <a:path w="100" h="51">
                  <a:moveTo>
                    <a:pt x="0" y="51"/>
                  </a:moveTo>
                  <a:lnTo>
                    <a:pt x="2" y="38"/>
                  </a:lnTo>
                  <a:lnTo>
                    <a:pt x="7" y="26"/>
                  </a:lnTo>
                  <a:lnTo>
                    <a:pt x="15" y="16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6"/>
                  </a:lnTo>
                  <a:lnTo>
                    <a:pt x="92" y="26"/>
                  </a:lnTo>
                  <a:lnTo>
                    <a:pt x="97" y="38"/>
                  </a:lnTo>
                  <a:lnTo>
                    <a:pt x="10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08" name=""/>
            <p:cNvSpPr/>
            <p:nvPr/>
          </p:nvSpPr>
          <p:spPr>
            <a:xfrm rot="0">
              <a:off x="2114" y="3044"/>
              <a:ext cx="33" cy="697"/>
            </a:xfrm>
            <a:custGeom>
              <a:avLst/>
              <a:ahLst/>
              <a:rect l="0" t="0" r="r" b="b"/>
              <a:pathLst>
                <a:path w="100" h="2092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092"/>
                  </a:lnTo>
                  <a:lnTo>
                    <a:pt x="50" y="2092"/>
                  </a:lnTo>
                  <a:lnTo>
                    <a:pt x="100" y="2092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09" name=""/>
            <p:cNvSpPr/>
            <p:nvPr/>
          </p:nvSpPr>
          <p:spPr>
            <a:xfrm rot="0">
              <a:off x="2114" y="3044"/>
              <a:ext cx="33" cy="697"/>
            </a:xfrm>
            <a:custGeom>
              <a:avLst/>
              <a:ahLst/>
              <a:rect l="0" t="0" r="r" b="b"/>
              <a:pathLst>
                <a:path w="100" h="2092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092"/>
                  </a:lnTo>
                  <a:lnTo>
                    <a:pt x="50" y="2092"/>
                  </a:lnTo>
                  <a:lnTo>
                    <a:pt x="100" y="2092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10" name=""/>
            <p:cNvSpPr/>
            <p:nvPr/>
          </p:nvSpPr>
          <p:spPr>
            <a:xfrm rot="0">
              <a:off x="2114" y="3741"/>
              <a:ext cx="33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50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3"/>
                  </a:lnTo>
                  <a:lnTo>
                    <a:pt x="15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11" name=""/>
            <p:cNvSpPr/>
            <p:nvPr/>
          </p:nvSpPr>
          <p:spPr>
            <a:xfrm rot="0">
              <a:off x="2114" y="3741"/>
              <a:ext cx="33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3"/>
                  </a:lnTo>
                  <a:lnTo>
                    <a:pt x="15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12" name=""/>
            <p:cNvSpPr/>
            <p:nvPr/>
          </p:nvSpPr>
          <p:spPr>
            <a:xfrm rot="0">
              <a:off x="2938" y="3822"/>
              <a:ext cx="31" cy="26"/>
            </a:xfrm>
            <a:custGeom>
              <a:avLst/>
              <a:ahLst/>
              <a:rect l="0" t="0" r="r" b="b"/>
              <a:pathLst>
                <a:path w="92" h="76">
                  <a:moveTo>
                    <a:pt x="50" y="27"/>
                  </a:moveTo>
                  <a:lnTo>
                    <a:pt x="92" y="54"/>
                  </a:lnTo>
                  <a:lnTo>
                    <a:pt x="83" y="63"/>
                  </a:lnTo>
                  <a:lnTo>
                    <a:pt x="73" y="71"/>
                  </a:lnTo>
                  <a:lnTo>
                    <a:pt x="60" y="76"/>
                  </a:lnTo>
                  <a:lnTo>
                    <a:pt x="47" y="76"/>
                  </a:lnTo>
                  <a:lnTo>
                    <a:pt x="35" y="75"/>
                  </a:lnTo>
                  <a:lnTo>
                    <a:pt x="22" y="70"/>
                  </a:lnTo>
                  <a:lnTo>
                    <a:pt x="13" y="61"/>
                  </a:lnTo>
                  <a:lnTo>
                    <a:pt x="6" y="50"/>
                  </a:lnTo>
                  <a:lnTo>
                    <a:pt x="0" y="37"/>
                  </a:lnTo>
                  <a:lnTo>
                    <a:pt x="0" y="24"/>
                  </a:lnTo>
                  <a:lnTo>
                    <a:pt x="2" y="13"/>
                  </a:lnTo>
                  <a:lnTo>
                    <a:pt x="7" y="0"/>
                  </a:lnTo>
                  <a:lnTo>
                    <a:pt x="5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13" name=""/>
            <p:cNvSpPr/>
            <p:nvPr/>
          </p:nvSpPr>
          <p:spPr>
            <a:xfrm rot="0">
              <a:off x="2938" y="3822"/>
              <a:ext cx="31" cy="26"/>
            </a:xfrm>
            <a:custGeom>
              <a:avLst/>
              <a:ahLst/>
              <a:rect l="0" t="0" r="r" b="b"/>
              <a:pathLst>
                <a:path w="92" h="76">
                  <a:moveTo>
                    <a:pt x="92" y="54"/>
                  </a:moveTo>
                  <a:lnTo>
                    <a:pt x="83" y="63"/>
                  </a:lnTo>
                  <a:lnTo>
                    <a:pt x="73" y="71"/>
                  </a:lnTo>
                  <a:lnTo>
                    <a:pt x="60" y="76"/>
                  </a:lnTo>
                  <a:lnTo>
                    <a:pt x="47" y="76"/>
                  </a:lnTo>
                  <a:lnTo>
                    <a:pt x="35" y="75"/>
                  </a:lnTo>
                  <a:lnTo>
                    <a:pt x="22" y="70"/>
                  </a:lnTo>
                  <a:lnTo>
                    <a:pt x="13" y="61"/>
                  </a:lnTo>
                  <a:lnTo>
                    <a:pt x="6" y="50"/>
                  </a:lnTo>
                  <a:lnTo>
                    <a:pt x="0" y="37"/>
                  </a:lnTo>
                  <a:lnTo>
                    <a:pt x="0" y="24"/>
                  </a:lnTo>
                  <a:lnTo>
                    <a:pt x="2" y="13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14" name=""/>
            <p:cNvSpPr/>
            <p:nvPr/>
          </p:nvSpPr>
          <p:spPr>
            <a:xfrm rot="0">
              <a:off x="2940" y="3806"/>
              <a:ext cx="39" cy="34"/>
            </a:xfrm>
            <a:custGeom>
              <a:avLst/>
              <a:ahLst/>
              <a:rect l="0" t="0" r="r" b="b"/>
              <a:pathLst>
                <a:path w="116" h="103">
                  <a:moveTo>
                    <a:pt x="0" y="49"/>
                  </a:moveTo>
                  <a:lnTo>
                    <a:pt x="43" y="76"/>
                  </a:lnTo>
                  <a:lnTo>
                    <a:pt x="85" y="103"/>
                  </a:lnTo>
                  <a:lnTo>
                    <a:pt x="116" y="54"/>
                  </a:lnTo>
                  <a:lnTo>
                    <a:pt x="74" y="27"/>
                  </a:lnTo>
                  <a:lnTo>
                    <a:pt x="31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15" name=""/>
            <p:cNvSpPr/>
            <p:nvPr/>
          </p:nvSpPr>
          <p:spPr>
            <a:xfrm rot="0">
              <a:off x="2940" y="3806"/>
              <a:ext cx="39" cy="34"/>
            </a:xfrm>
            <a:custGeom>
              <a:avLst/>
              <a:ahLst/>
              <a:rect l="0" t="0" r="r" b="b"/>
              <a:pathLst>
                <a:path w="116" h="103">
                  <a:moveTo>
                    <a:pt x="0" y="49"/>
                  </a:moveTo>
                  <a:lnTo>
                    <a:pt x="43" y="76"/>
                  </a:lnTo>
                  <a:lnTo>
                    <a:pt x="85" y="103"/>
                  </a:lnTo>
                  <a:lnTo>
                    <a:pt x="116" y="54"/>
                  </a:lnTo>
                  <a:lnTo>
                    <a:pt x="74" y="27"/>
                  </a:lnTo>
                  <a:lnTo>
                    <a:pt x="31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16" name=""/>
            <p:cNvSpPr/>
            <p:nvPr/>
          </p:nvSpPr>
          <p:spPr>
            <a:xfrm rot="0">
              <a:off x="2965" y="3815"/>
              <a:ext cx="15" cy="9"/>
            </a:xfrm>
            <a:custGeom>
              <a:avLst/>
              <a:ahLst/>
              <a:rect l="0" t="0" r="r" b="b"/>
              <a:pathLst>
                <a:path w="45" h="27">
                  <a:moveTo>
                    <a:pt x="0" y="0"/>
                  </a:moveTo>
                  <a:lnTo>
                    <a:pt x="42" y="27"/>
                  </a:lnTo>
                  <a:lnTo>
                    <a:pt x="4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17" name=""/>
            <p:cNvSpPr/>
            <p:nvPr/>
          </p:nvSpPr>
          <p:spPr>
            <a:xfrm rot="0" flipV="1">
              <a:off x="2979" y="382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18" name=""/>
            <p:cNvSpPr/>
            <p:nvPr/>
          </p:nvSpPr>
          <p:spPr>
            <a:xfrm rot="0">
              <a:off x="2950" y="3791"/>
              <a:ext cx="38" cy="31"/>
            </a:xfrm>
            <a:custGeom>
              <a:avLst/>
              <a:ahLst/>
              <a:rect l="0" t="0" r="r" b="b"/>
              <a:pathLst>
                <a:path w="114" h="93">
                  <a:moveTo>
                    <a:pt x="0" y="51"/>
                  </a:moveTo>
                  <a:lnTo>
                    <a:pt x="46" y="72"/>
                  </a:lnTo>
                  <a:lnTo>
                    <a:pt x="91" y="93"/>
                  </a:lnTo>
                  <a:lnTo>
                    <a:pt x="114" y="41"/>
                  </a:lnTo>
                  <a:lnTo>
                    <a:pt x="69" y="20"/>
                  </a:lnTo>
                  <a:lnTo>
                    <a:pt x="24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19" name=""/>
            <p:cNvSpPr/>
            <p:nvPr/>
          </p:nvSpPr>
          <p:spPr>
            <a:xfrm rot="0">
              <a:off x="2950" y="3791"/>
              <a:ext cx="38" cy="31"/>
            </a:xfrm>
            <a:custGeom>
              <a:avLst/>
              <a:ahLst/>
              <a:rect l="0" t="0" r="r" b="b"/>
              <a:pathLst>
                <a:path w="114" h="93">
                  <a:moveTo>
                    <a:pt x="0" y="51"/>
                  </a:moveTo>
                  <a:lnTo>
                    <a:pt x="46" y="72"/>
                  </a:lnTo>
                  <a:lnTo>
                    <a:pt x="91" y="93"/>
                  </a:lnTo>
                  <a:lnTo>
                    <a:pt x="114" y="41"/>
                  </a:lnTo>
                  <a:lnTo>
                    <a:pt x="69" y="20"/>
                  </a:lnTo>
                  <a:lnTo>
                    <a:pt x="24" y="0"/>
                  </a:lnTo>
                  <a:lnTo>
                    <a:pt x="0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20" name=""/>
            <p:cNvSpPr/>
            <p:nvPr/>
          </p:nvSpPr>
          <p:spPr>
            <a:xfrm rot="0">
              <a:off x="2973" y="3798"/>
              <a:ext cx="16" cy="7"/>
            </a:xfrm>
            <a:custGeom>
              <a:avLst/>
              <a:ahLst/>
              <a:rect l="0" t="0" r="r" b="b"/>
              <a:pathLst>
                <a:path w="48" h="21">
                  <a:moveTo>
                    <a:pt x="0" y="0"/>
                  </a:moveTo>
                  <a:lnTo>
                    <a:pt x="45" y="21"/>
                  </a:lnTo>
                  <a:lnTo>
                    <a:pt x="48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21" name=""/>
            <p:cNvSpPr/>
            <p:nvPr/>
          </p:nvSpPr>
          <p:spPr>
            <a:xfrm rot="0" flipV="1">
              <a:off x="2988" y="3803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22" name=""/>
            <p:cNvSpPr/>
            <p:nvPr/>
          </p:nvSpPr>
          <p:spPr>
            <a:xfrm rot="0">
              <a:off x="2957" y="3774"/>
              <a:ext cx="38" cy="29"/>
            </a:xfrm>
            <a:custGeom>
              <a:avLst/>
              <a:ahLst/>
              <a:rect l="0" t="0" r="r" b="b"/>
              <a:pathLst>
                <a:path w="114" h="87">
                  <a:moveTo>
                    <a:pt x="0" y="56"/>
                  </a:moveTo>
                  <a:lnTo>
                    <a:pt x="48" y="71"/>
                  </a:lnTo>
                  <a:lnTo>
                    <a:pt x="96" y="87"/>
                  </a:lnTo>
                  <a:lnTo>
                    <a:pt x="114" y="31"/>
                  </a:lnTo>
                  <a:lnTo>
                    <a:pt x="66" y="16"/>
                  </a:lnTo>
                  <a:lnTo>
                    <a:pt x="18" y="0"/>
                  </a:lnTo>
                  <a:lnTo>
                    <a:pt x="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23" name=""/>
            <p:cNvSpPr/>
            <p:nvPr/>
          </p:nvSpPr>
          <p:spPr>
            <a:xfrm rot="0">
              <a:off x="2957" y="3774"/>
              <a:ext cx="38" cy="29"/>
            </a:xfrm>
            <a:custGeom>
              <a:avLst/>
              <a:ahLst/>
              <a:rect l="0" t="0" r="r" b="b"/>
              <a:pathLst>
                <a:path w="114" h="87">
                  <a:moveTo>
                    <a:pt x="0" y="56"/>
                  </a:moveTo>
                  <a:lnTo>
                    <a:pt x="48" y="71"/>
                  </a:lnTo>
                  <a:lnTo>
                    <a:pt x="96" y="87"/>
                  </a:lnTo>
                  <a:lnTo>
                    <a:pt x="114" y="31"/>
                  </a:lnTo>
                  <a:lnTo>
                    <a:pt x="66" y="16"/>
                  </a:lnTo>
                  <a:lnTo>
                    <a:pt x="18" y="0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24" name=""/>
            <p:cNvSpPr/>
            <p:nvPr/>
          </p:nvSpPr>
          <p:spPr>
            <a:xfrm rot="0">
              <a:off x="2979" y="3779"/>
              <a:ext cx="16" cy="5"/>
            </a:xfrm>
            <a:custGeom>
              <a:avLst/>
              <a:ahLst/>
              <a:rect l="0" t="0" r="r" b="b"/>
              <a:pathLst>
                <a:path w="49" h="15">
                  <a:moveTo>
                    <a:pt x="0" y="0"/>
                  </a:moveTo>
                  <a:lnTo>
                    <a:pt x="48" y="15"/>
                  </a:lnTo>
                  <a:lnTo>
                    <a:pt x="49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25" name=""/>
            <p:cNvSpPr/>
            <p:nvPr/>
          </p:nvSpPr>
          <p:spPr>
            <a:xfrm rot="0" flipV="1">
              <a:off x="2995" y="37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26" name=""/>
            <p:cNvSpPr/>
            <p:nvPr/>
          </p:nvSpPr>
          <p:spPr>
            <a:xfrm rot="0">
              <a:off x="2962" y="3757"/>
              <a:ext cx="37" cy="26"/>
            </a:xfrm>
            <a:custGeom>
              <a:avLst/>
              <a:ahLst/>
              <a:rect l="0" t="0" r="r" b="b"/>
              <a:pathLst>
                <a:path w="110" h="76">
                  <a:moveTo>
                    <a:pt x="0" y="56"/>
                  </a:moveTo>
                  <a:lnTo>
                    <a:pt x="49" y="66"/>
                  </a:lnTo>
                  <a:lnTo>
                    <a:pt x="98" y="76"/>
                  </a:lnTo>
                  <a:lnTo>
                    <a:pt x="110" y="21"/>
                  </a:lnTo>
                  <a:lnTo>
                    <a:pt x="60" y="10"/>
                  </a:lnTo>
                  <a:lnTo>
                    <a:pt x="11" y="0"/>
                  </a:lnTo>
                  <a:lnTo>
                    <a:pt x="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27" name=""/>
            <p:cNvSpPr/>
            <p:nvPr/>
          </p:nvSpPr>
          <p:spPr>
            <a:xfrm rot="0">
              <a:off x="2962" y="3757"/>
              <a:ext cx="37" cy="26"/>
            </a:xfrm>
            <a:custGeom>
              <a:avLst/>
              <a:ahLst/>
              <a:rect l="0" t="0" r="r" b="b"/>
              <a:pathLst>
                <a:path w="110" h="76">
                  <a:moveTo>
                    <a:pt x="0" y="56"/>
                  </a:moveTo>
                  <a:lnTo>
                    <a:pt x="49" y="66"/>
                  </a:lnTo>
                  <a:lnTo>
                    <a:pt x="98" y="76"/>
                  </a:lnTo>
                  <a:lnTo>
                    <a:pt x="110" y="21"/>
                  </a:lnTo>
                  <a:lnTo>
                    <a:pt x="60" y="10"/>
                  </a:lnTo>
                  <a:lnTo>
                    <a:pt x="11" y="0"/>
                  </a:lnTo>
                  <a:lnTo>
                    <a:pt x="0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28" name=""/>
            <p:cNvSpPr/>
            <p:nvPr/>
          </p:nvSpPr>
          <p:spPr>
            <a:xfrm rot="0">
              <a:off x="2982" y="3761"/>
              <a:ext cx="17" cy="3"/>
            </a:xfrm>
            <a:custGeom>
              <a:avLst/>
              <a:ahLst/>
              <a:rect l="0" t="0" r="r" b="b"/>
              <a:pathLst>
                <a:path w="50" h="11">
                  <a:moveTo>
                    <a:pt x="0" y="0"/>
                  </a:moveTo>
                  <a:lnTo>
                    <a:pt x="50" y="11"/>
                  </a:lnTo>
                  <a:lnTo>
                    <a:pt x="50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29" name=""/>
            <p:cNvSpPr/>
            <p:nvPr/>
          </p:nvSpPr>
          <p:spPr>
            <a:xfrm rot="0" flipV="1">
              <a:off x="2999" y="376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30" name=""/>
            <p:cNvSpPr/>
            <p:nvPr/>
          </p:nvSpPr>
          <p:spPr>
            <a:xfrm rot="0">
              <a:off x="2966" y="3740"/>
              <a:ext cx="34" cy="22"/>
            </a:xfrm>
            <a:custGeom>
              <a:avLst/>
              <a:ahLst/>
              <a:rect l="0" t="0" r="r" b="b"/>
              <a:pathLst>
                <a:path w="102" h="66">
                  <a:moveTo>
                    <a:pt x="0" y="58"/>
                  </a:moveTo>
                  <a:lnTo>
                    <a:pt x="49" y="62"/>
                  </a:lnTo>
                  <a:lnTo>
                    <a:pt x="99" y="66"/>
                  </a:lnTo>
                  <a:lnTo>
                    <a:pt x="102" y="8"/>
                  </a:lnTo>
                  <a:lnTo>
                    <a:pt x="53" y="4"/>
                  </a:lnTo>
                  <a:lnTo>
                    <a:pt x="4" y="0"/>
                  </a:lnTo>
                  <a:lnTo>
                    <a:pt x="0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31" name=""/>
            <p:cNvSpPr/>
            <p:nvPr/>
          </p:nvSpPr>
          <p:spPr>
            <a:xfrm rot="0">
              <a:off x="2966" y="3740"/>
              <a:ext cx="34" cy="22"/>
            </a:xfrm>
            <a:custGeom>
              <a:avLst/>
              <a:ahLst/>
              <a:rect l="0" t="0" r="r" b="b"/>
              <a:pathLst>
                <a:path w="102" h="66">
                  <a:moveTo>
                    <a:pt x="0" y="58"/>
                  </a:moveTo>
                  <a:lnTo>
                    <a:pt x="49" y="62"/>
                  </a:lnTo>
                  <a:lnTo>
                    <a:pt x="99" y="66"/>
                  </a:lnTo>
                  <a:lnTo>
                    <a:pt x="102" y="8"/>
                  </a:lnTo>
                  <a:lnTo>
                    <a:pt x="53" y="4"/>
                  </a:lnTo>
                  <a:lnTo>
                    <a:pt x="4" y="0"/>
                  </a:lnTo>
                  <a:lnTo>
                    <a:pt x="0" y="5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32" name=""/>
            <p:cNvSpPr/>
            <p:nvPr/>
          </p:nvSpPr>
          <p:spPr>
            <a:xfrm rot="0">
              <a:off x="2967" y="3725"/>
              <a:ext cx="33" cy="18"/>
            </a:xfrm>
            <a:custGeom>
              <a:avLst/>
              <a:ahLst/>
              <a:rect l="0" t="0" r="r" b="b"/>
              <a:pathLst>
                <a:path w="98" h="53">
                  <a:moveTo>
                    <a:pt x="49" y="49"/>
                  </a:moveTo>
                  <a:lnTo>
                    <a:pt x="0" y="45"/>
                  </a:lnTo>
                  <a:lnTo>
                    <a:pt x="3" y="34"/>
                  </a:lnTo>
                  <a:lnTo>
                    <a:pt x="8" y="22"/>
                  </a:lnTo>
                  <a:lnTo>
                    <a:pt x="17" y="12"/>
                  </a:lnTo>
                  <a:lnTo>
                    <a:pt x="27" y="4"/>
                  </a:lnTo>
                  <a:lnTo>
                    <a:pt x="40" y="0"/>
                  </a:lnTo>
                  <a:lnTo>
                    <a:pt x="53" y="0"/>
                  </a:lnTo>
                  <a:lnTo>
                    <a:pt x="65" y="3"/>
                  </a:lnTo>
                  <a:lnTo>
                    <a:pt x="76" y="8"/>
                  </a:lnTo>
                  <a:lnTo>
                    <a:pt x="87" y="17"/>
                  </a:lnTo>
                  <a:lnTo>
                    <a:pt x="95" y="27"/>
                  </a:lnTo>
                  <a:lnTo>
                    <a:pt x="98" y="40"/>
                  </a:lnTo>
                  <a:lnTo>
                    <a:pt x="98" y="53"/>
                  </a:lnTo>
                  <a:lnTo>
                    <a:pt x="4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33" name=""/>
            <p:cNvSpPr/>
            <p:nvPr/>
          </p:nvSpPr>
          <p:spPr>
            <a:xfrm rot="0">
              <a:off x="2967" y="3725"/>
              <a:ext cx="33" cy="18"/>
            </a:xfrm>
            <a:custGeom>
              <a:avLst/>
              <a:ahLst/>
              <a:rect l="0" t="0" r="r" b="b"/>
              <a:pathLst>
                <a:path w="98" h="53">
                  <a:moveTo>
                    <a:pt x="0" y="45"/>
                  </a:moveTo>
                  <a:lnTo>
                    <a:pt x="3" y="34"/>
                  </a:lnTo>
                  <a:lnTo>
                    <a:pt x="8" y="22"/>
                  </a:lnTo>
                  <a:lnTo>
                    <a:pt x="17" y="12"/>
                  </a:lnTo>
                  <a:lnTo>
                    <a:pt x="27" y="4"/>
                  </a:lnTo>
                  <a:lnTo>
                    <a:pt x="40" y="0"/>
                  </a:lnTo>
                  <a:lnTo>
                    <a:pt x="53" y="0"/>
                  </a:lnTo>
                  <a:lnTo>
                    <a:pt x="65" y="3"/>
                  </a:lnTo>
                  <a:lnTo>
                    <a:pt x="76" y="8"/>
                  </a:lnTo>
                  <a:lnTo>
                    <a:pt x="87" y="17"/>
                  </a:lnTo>
                  <a:lnTo>
                    <a:pt x="95" y="27"/>
                  </a:lnTo>
                  <a:lnTo>
                    <a:pt x="98" y="40"/>
                  </a:lnTo>
                  <a:lnTo>
                    <a:pt x="98" y="5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34" name=""/>
            <p:cNvSpPr/>
            <p:nvPr/>
          </p:nvSpPr>
          <p:spPr>
            <a:xfrm rot="0">
              <a:off x="2114" y="3725"/>
              <a:ext cx="33" cy="16"/>
            </a:xfrm>
            <a:custGeom>
              <a:avLst/>
              <a:ahLst/>
              <a:rect l="0" t="0" r="r" b="b"/>
              <a:pathLst>
                <a:path w="100" h="50">
                  <a:moveTo>
                    <a:pt x="50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35" name=""/>
            <p:cNvSpPr/>
            <p:nvPr/>
          </p:nvSpPr>
          <p:spPr>
            <a:xfrm rot="0">
              <a:off x="2114" y="3725"/>
              <a:ext cx="33" cy="16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36" name=""/>
            <p:cNvSpPr/>
            <p:nvPr/>
          </p:nvSpPr>
          <p:spPr>
            <a:xfrm rot="0">
              <a:off x="2114" y="3741"/>
              <a:ext cx="33" cy="3"/>
            </a:xfrm>
            <a:custGeom>
              <a:avLst/>
              <a:ahLst/>
              <a:rect l="0" t="0" r="r" b="b"/>
              <a:pathLst>
                <a:path w="100" h="7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0" y="7"/>
                  </a:lnTo>
                  <a:lnTo>
                    <a:pt x="100" y="7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37" name=""/>
            <p:cNvSpPr/>
            <p:nvPr/>
          </p:nvSpPr>
          <p:spPr>
            <a:xfrm rot="0">
              <a:off x="2114" y="3741"/>
              <a:ext cx="33" cy="3"/>
            </a:xfrm>
            <a:custGeom>
              <a:avLst/>
              <a:ahLst/>
              <a:rect l="0" t="0" r="r" b="b"/>
              <a:pathLst>
                <a:path w="100" h="7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0" y="7"/>
                  </a:lnTo>
                  <a:lnTo>
                    <a:pt x="100" y="7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38" name=""/>
            <p:cNvSpPr/>
            <p:nvPr/>
          </p:nvSpPr>
          <p:spPr>
            <a:xfrm rot="0">
              <a:off x="2114" y="3744"/>
              <a:ext cx="16" cy="1"/>
            </a:xfrm>
            <a:custGeom>
              <a:avLst/>
              <a:ahLst/>
              <a:rect l="0" t="0" r="r" b="b"/>
              <a:pathLst>
                <a:path w="50" h="4">
                  <a:moveTo>
                    <a:pt x="5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39" name=""/>
            <p:cNvSpPr/>
            <p:nvPr/>
          </p:nvSpPr>
          <p:spPr>
            <a:xfrm rot="0">
              <a:off x="2114" y="37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40" name=""/>
            <p:cNvSpPr/>
            <p:nvPr/>
          </p:nvSpPr>
          <p:spPr>
            <a:xfrm rot="0">
              <a:off x="2114" y="3742"/>
              <a:ext cx="33" cy="15"/>
            </a:xfrm>
            <a:custGeom>
              <a:avLst/>
              <a:ahLst/>
              <a:rect l="0" t="0" r="r" b="b"/>
              <a:pathLst>
                <a:path w="101" h="45">
                  <a:moveTo>
                    <a:pt x="99" y="0"/>
                  </a:moveTo>
                  <a:lnTo>
                    <a:pt x="50" y="4"/>
                  </a:lnTo>
                  <a:lnTo>
                    <a:pt x="0" y="8"/>
                  </a:lnTo>
                  <a:lnTo>
                    <a:pt x="3" y="45"/>
                  </a:lnTo>
                  <a:lnTo>
                    <a:pt x="52" y="41"/>
                  </a:lnTo>
                  <a:lnTo>
                    <a:pt x="101" y="37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41" name=""/>
            <p:cNvSpPr/>
            <p:nvPr/>
          </p:nvSpPr>
          <p:spPr>
            <a:xfrm rot="0">
              <a:off x="2114" y="3742"/>
              <a:ext cx="33" cy="15"/>
            </a:xfrm>
            <a:custGeom>
              <a:avLst/>
              <a:ahLst/>
              <a:rect l="0" t="0" r="r" b="b"/>
              <a:pathLst>
                <a:path w="101" h="45">
                  <a:moveTo>
                    <a:pt x="99" y="0"/>
                  </a:moveTo>
                  <a:lnTo>
                    <a:pt x="50" y="4"/>
                  </a:lnTo>
                  <a:lnTo>
                    <a:pt x="0" y="8"/>
                  </a:lnTo>
                  <a:lnTo>
                    <a:pt x="3" y="45"/>
                  </a:lnTo>
                  <a:lnTo>
                    <a:pt x="52" y="41"/>
                  </a:lnTo>
                  <a:lnTo>
                    <a:pt x="101" y="37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42" name=""/>
            <p:cNvSpPr/>
            <p:nvPr/>
          </p:nvSpPr>
          <p:spPr>
            <a:xfrm rot="0">
              <a:off x="2115" y="3756"/>
              <a:ext cx="16" cy="2"/>
            </a:xfrm>
            <a:custGeom>
              <a:avLst/>
              <a:ahLst/>
              <a:rect l="0" t="0" r="r" b="b"/>
              <a:pathLst>
                <a:path w="49" h="7">
                  <a:moveTo>
                    <a:pt x="49" y="0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43" name=""/>
            <p:cNvSpPr/>
            <p:nvPr/>
          </p:nvSpPr>
          <p:spPr>
            <a:xfrm rot="0">
              <a:off x="2115" y="37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44" name=""/>
            <p:cNvSpPr/>
            <p:nvPr/>
          </p:nvSpPr>
          <p:spPr>
            <a:xfrm rot="0">
              <a:off x="2115" y="3754"/>
              <a:ext cx="34" cy="16"/>
            </a:xfrm>
            <a:custGeom>
              <a:avLst/>
              <a:ahLst/>
              <a:rect l="0" t="0" r="r" b="b"/>
              <a:pathLst>
                <a:path w="103" h="49">
                  <a:moveTo>
                    <a:pt x="98" y="0"/>
                  </a:moveTo>
                  <a:lnTo>
                    <a:pt x="49" y="6"/>
                  </a:lnTo>
                  <a:lnTo>
                    <a:pt x="0" y="13"/>
                  </a:lnTo>
                  <a:lnTo>
                    <a:pt x="5" y="49"/>
                  </a:lnTo>
                  <a:lnTo>
                    <a:pt x="54" y="42"/>
                  </a:lnTo>
                  <a:lnTo>
                    <a:pt x="103" y="36"/>
                  </a:lnTo>
                  <a:lnTo>
                    <a:pt x="9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45" name=""/>
            <p:cNvSpPr/>
            <p:nvPr/>
          </p:nvSpPr>
          <p:spPr>
            <a:xfrm rot="0">
              <a:off x="2115" y="3754"/>
              <a:ext cx="34" cy="16"/>
            </a:xfrm>
            <a:custGeom>
              <a:avLst/>
              <a:ahLst/>
              <a:rect l="0" t="0" r="r" b="b"/>
              <a:pathLst>
                <a:path w="103" h="49">
                  <a:moveTo>
                    <a:pt x="98" y="0"/>
                  </a:moveTo>
                  <a:lnTo>
                    <a:pt x="49" y="6"/>
                  </a:lnTo>
                  <a:lnTo>
                    <a:pt x="0" y="13"/>
                  </a:lnTo>
                  <a:lnTo>
                    <a:pt x="5" y="49"/>
                  </a:lnTo>
                  <a:lnTo>
                    <a:pt x="54" y="42"/>
                  </a:lnTo>
                  <a:lnTo>
                    <a:pt x="103" y="36"/>
                  </a:lnTo>
                  <a:lnTo>
                    <a:pt x="9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46" name=""/>
            <p:cNvSpPr/>
            <p:nvPr/>
          </p:nvSpPr>
          <p:spPr>
            <a:xfrm rot="0">
              <a:off x="2116" y="3768"/>
              <a:ext cx="17" cy="4"/>
            </a:xfrm>
            <a:custGeom>
              <a:avLst/>
              <a:ahLst/>
              <a:rect l="0" t="0" r="r" b="b"/>
              <a:pathLst>
                <a:path w="49" h="11">
                  <a:moveTo>
                    <a:pt x="49" y="0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47" name=""/>
            <p:cNvSpPr/>
            <p:nvPr/>
          </p:nvSpPr>
          <p:spPr>
            <a:xfrm rot="0">
              <a:off x="2116" y="3770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48" name=""/>
            <p:cNvSpPr/>
            <p:nvPr/>
          </p:nvSpPr>
          <p:spPr>
            <a:xfrm rot="0">
              <a:off x="2116" y="3765"/>
              <a:ext cx="36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98" y="0"/>
                  </a:moveTo>
                  <a:lnTo>
                    <a:pt x="49" y="10"/>
                  </a:lnTo>
                  <a:lnTo>
                    <a:pt x="0" y="21"/>
                  </a:lnTo>
                  <a:lnTo>
                    <a:pt x="8" y="57"/>
                  </a:lnTo>
                  <a:lnTo>
                    <a:pt x="57" y="46"/>
                  </a:lnTo>
                  <a:lnTo>
                    <a:pt x="106" y="36"/>
                  </a:lnTo>
                  <a:lnTo>
                    <a:pt x="9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49" name=""/>
            <p:cNvSpPr/>
            <p:nvPr/>
          </p:nvSpPr>
          <p:spPr>
            <a:xfrm rot="0">
              <a:off x="2116" y="3765"/>
              <a:ext cx="36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98" y="0"/>
                  </a:moveTo>
                  <a:lnTo>
                    <a:pt x="49" y="10"/>
                  </a:lnTo>
                  <a:lnTo>
                    <a:pt x="0" y="21"/>
                  </a:lnTo>
                  <a:lnTo>
                    <a:pt x="8" y="57"/>
                  </a:lnTo>
                  <a:lnTo>
                    <a:pt x="57" y="46"/>
                  </a:lnTo>
                  <a:lnTo>
                    <a:pt x="106" y="36"/>
                  </a:lnTo>
                  <a:lnTo>
                    <a:pt x="9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50" name=""/>
            <p:cNvSpPr/>
            <p:nvPr/>
          </p:nvSpPr>
          <p:spPr>
            <a:xfrm rot="0">
              <a:off x="2119" y="3780"/>
              <a:ext cx="16" cy="5"/>
            </a:xfrm>
            <a:custGeom>
              <a:avLst/>
              <a:ahLst/>
              <a:rect l="0" t="0" r="r" b="b"/>
              <a:pathLst>
                <a:path w="49" h="16">
                  <a:moveTo>
                    <a:pt x="49" y="0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51" name=""/>
            <p:cNvSpPr/>
            <p:nvPr/>
          </p:nvSpPr>
          <p:spPr>
            <a:xfrm rot="0">
              <a:off x="2119" y="3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52" name=""/>
            <p:cNvSpPr/>
            <p:nvPr/>
          </p:nvSpPr>
          <p:spPr>
            <a:xfrm rot="0">
              <a:off x="2119" y="3775"/>
              <a:ext cx="36" cy="22"/>
            </a:xfrm>
            <a:custGeom>
              <a:avLst/>
              <a:ahLst/>
              <a:rect l="0" t="0" r="r" b="b"/>
              <a:pathLst>
                <a:path w="107" h="67">
                  <a:moveTo>
                    <a:pt x="96" y="0"/>
                  </a:moveTo>
                  <a:lnTo>
                    <a:pt x="48" y="15"/>
                  </a:lnTo>
                  <a:lnTo>
                    <a:pt x="0" y="31"/>
                  </a:lnTo>
                  <a:lnTo>
                    <a:pt x="12" y="67"/>
                  </a:lnTo>
                  <a:lnTo>
                    <a:pt x="60" y="52"/>
                  </a:lnTo>
                  <a:lnTo>
                    <a:pt x="107" y="36"/>
                  </a:lnTo>
                  <a:lnTo>
                    <a:pt x="9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53" name=""/>
            <p:cNvSpPr/>
            <p:nvPr/>
          </p:nvSpPr>
          <p:spPr>
            <a:xfrm rot="0">
              <a:off x="2119" y="3775"/>
              <a:ext cx="36" cy="22"/>
            </a:xfrm>
            <a:custGeom>
              <a:avLst/>
              <a:ahLst/>
              <a:rect l="0" t="0" r="r" b="b"/>
              <a:pathLst>
                <a:path w="107" h="67">
                  <a:moveTo>
                    <a:pt x="96" y="0"/>
                  </a:moveTo>
                  <a:lnTo>
                    <a:pt x="48" y="15"/>
                  </a:lnTo>
                  <a:lnTo>
                    <a:pt x="0" y="31"/>
                  </a:lnTo>
                  <a:lnTo>
                    <a:pt x="12" y="67"/>
                  </a:lnTo>
                  <a:lnTo>
                    <a:pt x="60" y="52"/>
                  </a:lnTo>
                  <a:lnTo>
                    <a:pt x="107" y="36"/>
                  </a:lnTo>
                  <a:lnTo>
                    <a:pt x="9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54" name=""/>
            <p:cNvSpPr/>
            <p:nvPr/>
          </p:nvSpPr>
          <p:spPr>
            <a:xfrm rot="0">
              <a:off x="2123" y="3792"/>
              <a:ext cx="16" cy="7"/>
            </a:xfrm>
            <a:custGeom>
              <a:avLst/>
              <a:ahLst/>
              <a:rect l="0" t="0" r="r" b="b"/>
              <a:pathLst>
                <a:path w="48" h="19">
                  <a:moveTo>
                    <a:pt x="48" y="0"/>
                  </a:moveTo>
                  <a:lnTo>
                    <a:pt x="0" y="15"/>
                  </a:lnTo>
                  <a:lnTo>
                    <a:pt x="2" y="19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55" name=""/>
            <p:cNvSpPr/>
            <p:nvPr/>
          </p:nvSpPr>
          <p:spPr>
            <a:xfrm rot="0">
              <a:off x="2123" y="379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56" name=""/>
            <p:cNvSpPr/>
            <p:nvPr/>
          </p:nvSpPr>
          <p:spPr>
            <a:xfrm rot="0">
              <a:off x="2124" y="3786"/>
              <a:ext cx="35" cy="25"/>
            </a:xfrm>
            <a:custGeom>
              <a:avLst/>
              <a:ahLst/>
              <a:rect l="0" t="0" r="r" b="b"/>
              <a:pathLst>
                <a:path w="106" h="75">
                  <a:moveTo>
                    <a:pt x="91" y="0"/>
                  </a:moveTo>
                  <a:lnTo>
                    <a:pt x="46" y="20"/>
                  </a:lnTo>
                  <a:lnTo>
                    <a:pt x="0" y="39"/>
                  </a:lnTo>
                  <a:lnTo>
                    <a:pt x="16" y="75"/>
                  </a:lnTo>
                  <a:lnTo>
                    <a:pt x="61" y="56"/>
                  </a:lnTo>
                  <a:lnTo>
                    <a:pt x="106" y="36"/>
                  </a:lnTo>
                  <a:lnTo>
                    <a:pt x="9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57" name=""/>
            <p:cNvSpPr/>
            <p:nvPr/>
          </p:nvSpPr>
          <p:spPr>
            <a:xfrm rot="0">
              <a:off x="2124" y="3786"/>
              <a:ext cx="35" cy="25"/>
            </a:xfrm>
            <a:custGeom>
              <a:avLst/>
              <a:ahLst/>
              <a:rect l="0" t="0" r="r" b="b"/>
              <a:pathLst>
                <a:path w="106" h="75">
                  <a:moveTo>
                    <a:pt x="91" y="0"/>
                  </a:moveTo>
                  <a:lnTo>
                    <a:pt x="46" y="20"/>
                  </a:lnTo>
                  <a:lnTo>
                    <a:pt x="0" y="39"/>
                  </a:lnTo>
                  <a:lnTo>
                    <a:pt x="16" y="75"/>
                  </a:lnTo>
                  <a:lnTo>
                    <a:pt x="61" y="56"/>
                  </a:lnTo>
                  <a:lnTo>
                    <a:pt x="106" y="36"/>
                  </a:lnTo>
                  <a:lnTo>
                    <a:pt x="9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58" name=""/>
            <p:cNvSpPr/>
            <p:nvPr/>
          </p:nvSpPr>
          <p:spPr>
            <a:xfrm rot="0">
              <a:off x="2129" y="3804"/>
              <a:ext cx="15" cy="8"/>
            </a:xfrm>
            <a:custGeom>
              <a:avLst/>
              <a:ahLst/>
              <a:rect l="0" t="0" r="r" b="b"/>
              <a:pathLst>
                <a:path w="45" h="22">
                  <a:moveTo>
                    <a:pt x="45" y="0"/>
                  </a:moveTo>
                  <a:lnTo>
                    <a:pt x="0" y="19"/>
                  </a:lnTo>
                  <a:lnTo>
                    <a:pt x="0" y="22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59" name=""/>
            <p:cNvSpPr/>
            <p:nvPr/>
          </p:nvSpPr>
          <p:spPr>
            <a:xfrm rot="0">
              <a:off x="2129" y="38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60" name=""/>
            <p:cNvSpPr/>
            <p:nvPr/>
          </p:nvSpPr>
          <p:spPr>
            <a:xfrm rot="0">
              <a:off x="2129" y="3797"/>
              <a:ext cx="36" cy="26"/>
            </a:xfrm>
            <a:custGeom>
              <a:avLst/>
              <a:ahLst/>
              <a:rect l="0" t="0" r="r" b="b"/>
              <a:pathLst>
                <a:path w="107" h="79">
                  <a:moveTo>
                    <a:pt x="90" y="0"/>
                  </a:moveTo>
                  <a:lnTo>
                    <a:pt x="45" y="22"/>
                  </a:lnTo>
                  <a:lnTo>
                    <a:pt x="0" y="44"/>
                  </a:lnTo>
                  <a:lnTo>
                    <a:pt x="17" y="79"/>
                  </a:lnTo>
                  <a:lnTo>
                    <a:pt x="62" y="57"/>
                  </a:lnTo>
                  <a:lnTo>
                    <a:pt x="107" y="35"/>
                  </a:lnTo>
                  <a:lnTo>
                    <a:pt x="9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61" name=""/>
            <p:cNvSpPr/>
            <p:nvPr/>
          </p:nvSpPr>
          <p:spPr>
            <a:xfrm rot="0">
              <a:off x="2129" y="3797"/>
              <a:ext cx="36" cy="26"/>
            </a:xfrm>
            <a:custGeom>
              <a:avLst/>
              <a:ahLst/>
              <a:rect l="0" t="0" r="r" b="b"/>
              <a:pathLst>
                <a:path w="107" h="79">
                  <a:moveTo>
                    <a:pt x="90" y="0"/>
                  </a:moveTo>
                  <a:lnTo>
                    <a:pt x="45" y="22"/>
                  </a:lnTo>
                  <a:lnTo>
                    <a:pt x="0" y="44"/>
                  </a:lnTo>
                  <a:lnTo>
                    <a:pt x="17" y="79"/>
                  </a:lnTo>
                  <a:lnTo>
                    <a:pt x="62" y="57"/>
                  </a:lnTo>
                  <a:lnTo>
                    <a:pt x="107" y="35"/>
                  </a:lnTo>
                  <a:lnTo>
                    <a:pt x="9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62" name=""/>
            <p:cNvSpPr/>
            <p:nvPr/>
          </p:nvSpPr>
          <p:spPr>
            <a:xfrm rot="0">
              <a:off x="2135" y="3816"/>
              <a:ext cx="15" cy="8"/>
            </a:xfrm>
            <a:custGeom>
              <a:avLst/>
              <a:ahLst/>
              <a:rect l="0" t="0" r="r" b="b"/>
              <a:pathLst>
                <a:path w="45" h="25">
                  <a:moveTo>
                    <a:pt x="45" y="0"/>
                  </a:moveTo>
                  <a:lnTo>
                    <a:pt x="0" y="22"/>
                  </a:lnTo>
                  <a:lnTo>
                    <a:pt x="2" y="25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63" name=""/>
            <p:cNvSpPr/>
            <p:nvPr/>
          </p:nvSpPr>
          <p:spPr>
            <a:xfrm rot="0">
              <a:off x="2135" y="3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64" name=""/>
            <p:cNvSpPr/>
            <p:nvPr/>
          </p:nvSpPr>
          <p:spPr>
            <a:xfrm rot="0">
              <a:off x="2136" y="3807"/>
              <a:ext cx="35" cy="29"/>
            </a:xfrm>
            <a:custGeom>
              <a:avLst/>
              <a:ahLst/>
              <a:rect l="0" t="0" r="r" b="b"/>
              <a:pathLst>
                <a:path w="106" h="86">
                  <a:moveTo>
                    <a:pt x="86" y="0"/>
                  </a:moveTo>
                  <a:lnTo>
                    <a:pt x="43" y="26"/>
                  </a:lnTo>
                  <a:lnTo>
                    <a:pt x="0" y="51"/>
                  </a:lnTo>
                  <a:lnTo>
                    <a:pt x="21" y="86"/>
                  </a:lnTo>
                  <a:lnTo>
                    <a:pt x="64" y="60"/>
                  </a:lnTo>
                  <a:lnTo>
                    <a:pt x="106" y="35"/>
                  </a:lnTo>
                  <a:lnTo>
                    <a:pt x="8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65" name=""/>
            <p:cNvSpPr/>
            <p:nvPr/>
          </p:nvSpPr>
          <p:spPr>
            <a:xfrm rot="0">
              <a:off x="2136" y="3807"/>
              <a:ext cx="35" cy="29"/>
            </a:xfrm>
            <a:custGeom>
              <a:avLst/>
              <a:ahLst/>
              <a:rect l="0" t="0" r="r" b="b"/>
              <a:pathLst>
                <a:path w="106" h="86">
                  <a:moveTo>
                    <a:pt x="86" y="0"/>
                  </a:moveTo>
                  <a:lnTo>
                    <a:pt x="43" y="26"/>
                  </a:lnTo>
                  <a:lnTo>
                    <a:pt x="0" y="51"/>
                  </a:lnTo>
                  <a:lnTo>
                    <a:pt x="21" y="86"/>
                  </a:lnTo>
                  <a:lnTo>
                    <a:pt x="64" y="60"/>
                  </a:lnTo>
                  <a:lnTo>
                    <a:pt x="106" y="35"/>
                  </a:lnTo>
                  <a:lnTo>
                    <a:pt x="8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66" name=""/>
            <p:cNvSpPr/>
            <p:nvPr/>
          </p:nvSpPr>
          <p:spPr>
            <a:xfrm rot="0">
              <a:off x="2143" y="3827"/>
              <a:ext cx="14" cy="10"/>
            </a:xfrm>
            <a:custGeom>
              <a:avLst/>
              <a:ahLst/>
              <a:rect l="0" t="0" r="r" b="b"/>
              <a:pathLst>
                <a:path w="43" h="30">
                  <a:moveTo>
                    <a:pt x="43" y="0"/>
                  </a:moveTo>
                  <a:lnTo>
                    <a:pt x="0" y="26"/>
                  </a:lnTo>
                  <a:lnTo>
                    <a:pt x="3" y="30"/>
                  </a:lnTo>
                  <a:lnTo>
                    <a:pt x="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67" name=""/>
            <p:cNvSpPr/>
            <p:nvPr/>
          </p:nvSpPr>
          <p:spPr>
            <a:xfrm rot="0">
              <a:off x="2143" y="3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68" name=""/>
            <p:cNvSpPr/>
            <p:nvPr/>
          </p:nvSpPr>
          <p:spPr>
            <a:xfrm rot="0">
              <a:off x="2144" y="3818"/>
              <a:ext cx="34" cy="31"/>
            </a:xfrm>
            <a:custGeom>
              <a:avLst/>
              <a:ahLst/>
              <a:rect l="0" t="0" r="r" b="b"/>
              <a:pathLst>
                <a:path w="104" h="93">
                  <a:moveTo>
                    <a:pt x="80" y="0"/>
                  </a:moveTo>
                  <a:lnTo>
                    <a:pt x="40" y="29"/>
                  </a:lnTo>
                  <a:lnTo>
                    <a:pt x="0" y="59"/>
                  </a:lnTo>
                  <a:lnTo>
                    <a:pt x="24" y="93"/>
                  </a:lnTo>
                  <a:lnTo>
                    <a:pt x="64" y="63"/>
                  </a:lnTo>
                  <a:lnTo>
                    <a:pt x="104" y="33"/>
                  </a:lnTo>
                  <a:lnTo>
                    <a:pt x="8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69" name=""/>
            <p:cNvSpPr/>
            <p:nvPr/>
          </p:nvSpPr>
          <p:spPr>
            <a:xfrm rot="0">
              <a:off x="2144" y="3818"/>
              <a:ext cx="34" cy="31"/>
            </a:xfrm>
            <a:custGeom>
              <a:avLst/>
              <a:ahLst/>
              <a:rect l="0" t="0" r="r" b="b"/>
              <a:pathLst>
                <a:path w="104" h="93">
                  <a:moveTo>
                    <a:pt x="80" y="0"/>
                  </a:moveTo>
                  <a:lnTo>
                    <a:pt x="40" y="29"/>
                  </a:lnTo>
                  <a:lnTo>
                    <a:pt x="0" y="59"/>
                  </a:lnTo>
                  <a:lnTo>
                    <a:pt x="24" y="93"/>
                  </a:lnTo>
                  <a:lnTo>
                    <a:pt x="64" y="63"/>
                  </a:lnTo>
                  <a:lnTo>
                    <a:pt x="104" y="33"/>
                  </a:lnTo>
                  <a:lnTo>
                    <a:pt x="8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70" name=""/>
            <p:cNvSpPr/>
            <p:nvPr/>
          </p:nvSpPr>
          <p:spPr>
            <a:xfrm rot="0">
              <a:off x="2152" y="3839"/>
              <a:ext cx="13" cy="10"/>
            </a:xfrm>
            <a:custGeom>
              <a:avLst/>
              <a:ahLst/>
              <a:rect l="0" t="0" r="r" b="b"/>
              <a:pathLst>
                <a:path w="40" h="30">
                  <a:moveTo>
                    <a:pt x="40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71" name=""/>
            <p:cNvSpPr/>
            <p:nvPr/>
          </p:nvSpPr>
          <p:spPr>
            <a:xfrm rot="0">
              <a:off x="2152" y="38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72" name=""/>
            <p:cNvSpPr/>
            <p:nvPr/>
          </p:nvSpPr>
          <p:spPr>
            <a:xfrm rot="0">
              <a:off x="2152" y="3829"/>
              <a:ext cx="35" cy="31"/>
            </a:xfrm>
            <a:custGeom>
              <a:avLst/>
              <a:ahLst/>
              <a:rect l="0" t="0" r="r" b="b"/>
              <a:pathLst>
                <a:path w="106" h="93">
                  <a:moveTo>
                    <a:pt x="80" y="0"/>
                  </a:moveTo>
                  <a:lnTo>
                    <a:pt x="40" y="30"/>
                  </a:lnTo>
                  <a:lnTo>
                    <a:pt x="0" y="60"/>
                  </a:lnTo>
                  <a:lnTo>
                    <a:pt x="26" y="93"/>
                  </a:lnTo>
                  <a:lnTo>
                    <a:pt x="66" y="64"/>
                  </a:lnTo>
                  <a:lnTo>
                    <a:pt x="106" y="34"/>
                  </a:lnTo>
                  <a:lnTo>
                    <a:pt x="8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73" name=""/>
            <p:cNvSpPr/>
            <p:nvPr/>
          </p:nvSpPr>
          <p:spPr>
            <a:xfrm rot="0">
              <a:off x="2152" y="3829"/>
              <a:ext cx="35" cy="31"/>
            </a:xfrm>
            <a:custGeom>
              <a:avLst/>
              <a:ahLst/>
              <a:rect l="0" t="0" r="r" b="b"/>
              <a:pathLst>
                <a:path w="106" h="93">
                  <a:moveTo>
                    <a:pt x="80" y="0"/>
                  </a:moveTo>
                  <a:lnTo>
                    <a:pt x="40" y="30"/>
                  </a:lnTo>
                  <a:lnTo>
                    <a:pt x="0" y="60"/>
                  </a:lnTo>
                  <a:lnTo>
                    <a:pt x="26" y="93"/>
                  </a:lnTo>
                  <a:lnTo>
                    <a:pt x="66" y="64"/>
                  </a:lnTo>
                  <a:lnTo>
                    <a:pt x="106" y="34"/>
                  </a:lnTo>
                  <a:lnTo>
                    <a:pt x="8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74" name=""/>
            <p:cNvSpPr/>
            <p:nvPr/>
          </p:nvSpPr>
          <p:spPr>
            <a:xfrm rot="0">
              <a:off x="2160" y="3850"/>
              <a:ext cx="14" cy="11"/>
            </a:xfrm>
            <a:custGeom>
              <a:avLst/>
              <a:ahLst/>
              <a:rect l="0" t="0" r="r" b="b"/>
              <a:pathLst>
                <a:path w="40" h="33">
                  <a:moveTo>
                    <a:pt x="40" y="0"/>
                  </a:moveTo>
                  <a:lnTo>
                    <a:pt x="0" y="29"/>
                  </a:lnTo>
                  <a:lnTo>
                    <a:pt x="4" y="33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75" name=""/>
            <p:cNvSpPr/>
            <p:nvPr/>
          </p:nvSpPr>
          <p:spPr>
            <a:xfrm rot="0">
              <a:off x="2160" y="3860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76" name=""/>
            <p:cNvSpPr/>
            <p:nvPr/>
          </p:nvSpPr>
          <p:spPr>
            <a:xfrm rot="0">
              <a:off x="2162" y="3839"/>
              <a:ext cx="34" cy="33"/>
            </a:xfrm>
            <a:custGeom>
              <a:avLst/>
              <a:ahLst/>
              <a:rect l="0" t="0" r="r" b="b"/>
              <a:pathLst>
                <a:path w="102" h="99">
                  <a:moveTo>
                    <a:pt x="72" y="0"/>
                  </a:moveTo>
                  <a:lnTo>
                    <a:pt x="36" y="34"/>
                  </a:lnTo>
                  <a:lnTo>
                    <a:pt x="0" y="67"/>
                  </a:lnTo>
                  <a:lnTo>
                    <a:pt x="29" y="99"/>
                  </a:lnTo>
                  <a:lnTo>
                    <a:pt x="66" y="66"/>
                  </a:lnTo>
                  <a:lnTo>
                    <a:pt x="102" y="3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77" name=""/>
            <p:cNvSpPr/>
            <p:nvPr/>
          </p:nvSpPr>
          <p:spPr>
            <a:xfrm rot="0">
              <a:off x="2162" y="3839"/>
              <a:ext cx="34" cy="33"/>
            </a:xfrm>
            <a:custGeom>
              <a:avLst/>
              <a:ahLst/>
              <a:rect l="0" t="0" r="r" b="b"/>
              <a:pathLst>
                <a:path w="102" h="99">
                  <a:moveTo>
                    <a:pt x="72" y="0"/>
                  </a:moveTo>
                  <a:lnTo>
                    <a:pt x="36" y="34"/>
                  </a:lnTo>
                  <a:lnTo>
                    <a:pt x="0" y="67"/>
                  </a:lnTo>
                  <a:lnTo>
                    <a:pt x="29" y="99"/>
                  </a:lnTo>
                  <a:lnTo>
                    <a:pt x="66" y="66"/>
                  </a:lnTo>
                  <a:lnTo>
                    <a:pt x="102" y="32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78" name=""/>
            <p:cNvSpPr/>
            <p:nvPr/>
          </p:nvSpPr>
          <p:spPr>
            <a:xfrm rot="0">
              <a:off x="2171" y="3861"/>
              <a:ext cx="13" cy="11"/>
            </a:xfrm>
            <a:custGeom>
              <a:avLst/>
              <a:ahLst/>
              <a:rect l="0" t="0" r="r" b="b"/>
              <a:pathLst>
                <a:path w="37" h="35">
                  <a:moveTo>
                    <a:pt x="37" y="0"/>
                  </a:moveTo>
                  <a:lnTo>
                    <a:pt x="0" y="33"/>
                  </a:lnTo>
                  <a:lnTo>
                    <a:pt x="2" y="35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79" name=""/>
            <p:cNvSpPr/>
            <p:nvPr/>
          </p:nvSpPr>
          <p:spPr>
            <a:xfrm rot="0">
              <a:off x="2171" y="38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80" name=""/>
            <p:cNvSpPr/>
            <p:nvPr/>
          </p:nvSpPr>
          <p:spPr>
            <a:xfrm rot="0">
              <a:off x="2172" y="3849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70" y="0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2" y="102"/>
                  </a:lnTo>
                  <a:lnTo>
                    <a:pt x="67" y="67"/>
                  </a:lnTo>
                  <a:lnTo>
                    <a:pt x="102" y="32"/>
                  </a:lnTo>
                  <a:lnTo>
                    <a:pt x="7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81" name=""/>
            <p:cNvSpPr/>
            <p:nvPr/>
          </p:nvSpPr>
          <p:spPr>
            <a:xfrm rot="0">
              <a:off x="2172" y="3849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70" y="0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2" y="102"/>
                  </a:lnTo>
                  <a:lnTo>
                    <a:pt x="67" y="67"/>
                  </a:lnTo>
                  <a:lnTo>
                    <a:pt x="102" y="32"/>
                  </a:lnTo>
                  <a:lnTo>
                    <a:pt x="7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82" name=""/>
            <p:cNvSpPr/>
            <p:nvPr/>
          </p:nvSpPr>
          <p:spPr>
            <a:xfrm rot="0">
              <a:off x="2183" y="3871"/>
              <a:ext cx="11" cy="13"/>
            </a:xfrm>
            <a:custGeom>
              <a:avLst/>
              <a:ahLst/>
              <a:rect l="0" t="0" r="r" b="b"/>
              <a:pathLst>
                <a:path w="35" h="38">
                  <a:moveTo>
                    <a:pt x="35" y="0"/>
                  </a:moveTo>
                  <a:lnTo>
                    <a:pt x="0" y="35"/>
                  </a:lnTo>
                  <a:lnTo>
                    <a:pt x="1" y="38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83" name=""/>
            <p:cNvSpPr/>
            <p:nvPr/>
          </p:nvSpPr>
          <p:spPr>
            <a:xfrm rot="0">
              <a:off x="2183" y="388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84" name=""/>
            <p:cNvSpPr/>
            <p:nvPr/>
          </p:nvSpPr>
          <p:spPr>
            <a:xfrm rot="0">
              <a:off x="2183" y="3859"/>
              <a:ext cx="34" cy="35"/>
            </a:xfrm>
            <a:custGeom>
              <a:avLst/>
              <a:ahLst/>
              <a:rect l="0" t="0" r="r" b="b"/>
              <a:pathLst>
                <a:path w="102" h="106">
                  <a:moveTo>
                    <a:pt x="68" y="0"/>
                  </a:moveTo>
                  <a:lnTo>
                    <a:pt x="34" y="37"/>
                  </a:lnTo>
                  <a:lnTo>
                    <a:pt x="0" y="75"/>
                  </a:lnTo>
                  <a:lnTo>
                    <a:pt x="35" y="106"/>
                  </a:lnTo>
                  <a:lnTo>
                    <a:pt x="69" y="68"/>
                  </a:lnTo>
                  <a:lnTo>
                    <a:pt x="102" y="31"/>
                  </a:lnTo>
                  <a:lnTo>
                    <a:pt x="6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85" name=""/>
            <p:cNvSpPr/>
            <p:nvPr/>
          </p:nvSpPr>
          <p:spPr>
            <a:xfrm rot="0">
              <a:off x="2183" y="3859"/>
              <a:ext cx="34" cy="35"/>
            </a:xfrm>
            <a:custGeom>
              <a:avLst/>
              <a:ahLst/>
              <a:rect l="0" t="0" r="r" b="b"/>
              <a:pathLst>
                <a:path w="102" h="106">
                  <a:moveTo>
                    <a:pt x="68" y="0"/>
                  </a:moveTo>
                  <a:lnTo>
                    <a:pt x="34" y="37"/>
                  </a:lnTo>
                  <a:lnTo>
                    <a:pt x="0" y="75"/>
                  </a:lnTo>
                  <a:lnTo>
                    <a:pt x="35" y="106"/>
                  </a:lnTo>
                  <a:lnTo>
                    <a:pt x="69" y="68"/>
                  </a:lnTo>
                  <a:lnTo>
                    <a:pt x="102" y="31"/>
                  </a:lnTo>
                  <a:lnTo>
                    <a:pt x="6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86" name=""/>
            <p:cNvSpPr/>
            <p:nvPr/>
          </p:nvSpPr>
          <p:spPr>
            <a:xfrm rot="0">
              <a:off x="2195" y="3882"/>
              <a:ext cx="11" cy="13"/>
            </a:xfrm>
            <a:custGeom>
              <a:avLst/>
              <a:ahLst/>
              <a:rect l="0" t="0" r="r" b="b"/>
              <a:pathLst>
                <a:path w="34" h="39">
                  <a:moveTo>
                    <a:pt x="34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87" name=""/>
            <p:cNvSpPr/>
            <p:nvPr/>
          </p:nvSpPr>
          <p:spPr>
            <a:xfrm rot="0">
              <a:off x="2195" y="3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88" name=""/>
            <p:cNvSpPr/>
            <p:nvPr/>
          </p:nvSpPr>
          <p:spPr>
            <a:xfrm rot="0">
              <a:off x="2196" y="3869"/>
              <a:ext cx="33" cy="36"/>
            </a:xfrm>
            <a:custGeom>
              <a:avLst/>
              <a:ahLst/>
              <a:rect l="0" t="0" r="r" b="b"/>
              <a:pathLst>
                <a:path w="99" h="108">
                  <a:moveTo>
                    <a:pt x="62" y="0"/>
                  </a:moveTo>
                  <a:lnTo>
                    <a:pt x="31" y="39"/>
                  </a:lnTo>
                  <a:lnTo>
                    <a:pt x="0" y="78"/>
                  </a:lnTo>
                  <a:lnTo>
                    <a:pt x="37" y="108"/>
                  </a:lnTo>
                  <a:lnTo>
                    <a:pt x="68" y="69"/>
                  </a:lnTo>
                  <a:lnTo>
                    <a:pt x="99" y="30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89" name=""/>
            <p:cNvSpPr/>
            <p:nvPr/>
          </p:nvSpPr>
          <p:spPr>
            <a:xfrm rot="0">
              <a:off x="2196" y="3869"/>
              <a:ext cx="33" cy="36"/>
            </a:xfrm>
            <a:custGeom>
              <a:avLst/>
              <a:ahLst/>
              <a:rect l="0" t="0" r="r" b="b"/>
              <a:pathLst>
                <a:path w="99" h="108">
                  <a:moveTo>
                    <a:pt x="62" y="0"/>
                  </a:moveTo>
                  <a:lnTo>
                    <a:pt x="31" y="39"/>
                  </a:lnTo>
                  <a:lnTo>
                    <a:pt x="0" y="78"/>
                  </a:lnTo>
                  <a:lnTo>
                    <a:pt x="37" y="108"/>
                  </a:lnTo>
                  <a:lnTo>
                    <a:pt x="68" y="69"/>
                  </a:lnTo>
                  <a:lnTo>
                    <a:pt x="99" y="30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90" name=""/>
            <p:cNvSpPr/>
            <p:nvPr/>
          </p:nvSpPr>
          <p:spPr>
            <a:xfrm rot="0">
              <a:off x="2208" y="3892"/>
              <a:ext cx="10" cy="13"/>
            </a:xfrm>
            <a:custGeom>
              <a:avLst/>
              <a:ahLst/>
              <a:rect l="0" t="0" r="r" b="b"/>
              <a:pathLst>
                <a:path w="31" h="40">
                  <a:moveTo>
                    <a:pt x="31" y="0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91" name=""/>
            <p:cNvSpPr/>
            <p:nvPr/>
          </p:nvSpPr>
          <p:spPr>
            <a:xfrm rot="0">
              <a:off x="2208" y="39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92" name=""/>
            <p:cNvSpPr/>
            <p:nvPr/>
          </p:nvSpPr>
          <p:spPr>
            <a:xfrm rot="0">
              <a:off x="2209" y="3878"/>
              <a:ext cx="32" cy="36"/>
            </a:xfrm>
            <a:custGeom>
              <a:avLst/>
              <a:ahLst/>
              <a:rect l="0" t="0" r="r" b="b"/>
              <a:pathLst>
                <a:path w="97" h="108">
                  <a:moveTo>
                    <a:pt x="57" y="0"/>
                  </a:moveTo>
                  <a:lnTo>
                    <a:pt x="28" y="40"/>
                  </a:lnTo>
                  <a:lnTo>
                    <a:pt x="0" y="80"/>
                  </a:lnTo>
                  <a:lnTo>
                    <a:pt x="40" y="108"/>
                  </a:lnTo>
                  <a:lnTo>
                    <a:pt x="68" y="68"/>
                  </a:lnTo>
                  <a:lnTo>
                    <a:pt x="97" y="28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93" name=""/>
            <p:cNvSpPr/>
            <p:nvPr/>
          </p:nvSpPr>
          <p:spPr>
            <a:xfrm rot="0">
              <a:off x="2209" y="3878"/>
              <a:ext cx="32" cy="36"/>
            </a:xfrm>
            <a:custGeom>
              <a:avLst/>
              <a:ahLst/>
              <a:rect l="0" t="0" r="r" b="b"/>
              <a:pathLst>
                <a:path w="97" h="108">
                  <a:moveTo>
                    <a:pt x="57" y="0"/>
                  </a:moveTo>
                  <a:lnTo>
                    <a:pt x="28" y="40"/>
                  </a:lnTo>
                  <a:lnTo>
                    <a:pt x="0" y="80"/>
                  </a:lnTo>
                  <a:lnTo>
                    <a:pt x="40" y="108"/>
                  </a:lnTo>
                  <a:lnTo>
                    <a:pt x="68" y="68"/>
                  </a:lnTo>
                  <a:lnTo>
                    <a:pt x="97" y="2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94" name=""/>
            <p:cNvSpPr/>
            <p:nvPr/>
          </p:nvSpPr>
          <p:spPr>
            <a:xfrm rot="0">
              <a:off x="2222" y="3901"/>
              <a:ext cx="10" cy="14"/>
            </a:xfrm>
            <a:custGeom>
              <a:avLst/>
              <a:ahLst/>
              <a:rect l="0" t="0" r="r" b="b"/>
              <a:pathLst>
                <a:path w="28" h="42">
                  <a:moveTo>
                    <a:pt x="28" y="0"/>
                  </a:moveTo>
                  <a:lnTo>
                    <a:pt x="0" y="40"/>
                  </a:lnTo>
                  <a:lnTo>
                    <a:pt x="1" y="42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95" name=""/>
            <p:cNvSpPr/>
            <p:nvPr/>
          </p:nvSpPr>
          <p:spPr>
            <a:xfrm rot="0">
              <a:off x="2222" y="391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96" name=""/>
            <p:cNvSpPr/>
            <p:nvPr/>
          </p:nvSpPr>
          <p:spPr>
            <a:xfrm rot="0">
              <a:off x="2223" y="3887"/>
              <a:ext cx="32" cy="37"/>
            </a:xfrm>
            <a:custGeom>
              <a:avLst/>
              <a:ahLst/>
              <a:rect l="0" t="0" r="r" b="b"/>
              <a:pathLst>
                <a:path w="97" h="110">
                  <a:moveTo>
                    <a:pt x="54" y="0"/>
                  </a:moveTo>
                  <a:lnTo>
                    <a:pt x="27" y="41"/>
                  </a:lnTo>
                  <a:lnTo>
                    <a:pt x="0" y="83"/>
                  </a:lnTo>
                  <a:lnTo>
                    <a:pt x="43" y="110"/>
                  </a:lnTo>
                  <a:lnTo>
                    <a:pt x="70" y="68"/>
                  </a:lnTo>
                  <a:lnTo>
                    <a:pt x="97" y="2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97" name=""/>
            <p:cNvSpPr/>
            <p:nvPr/>
          </p:nvSpPr>
          <p:spPr>
            <a:xfrm rot="0">
              <a:off x="2223" y="3887"/>
              <a:ext cx="32" cy="37"/>
            </a:xfrm>
            <a:custGeom>
              <a:avLst/>
              <a:ahLst/>
              <a:rect l="0" t="0" r="r" b="b"/>
              <a:pathLst>
                <a:path w="97" h="110">
                  <a:moveTo>
                    <a:pt x="54" y="0"/>
                  </a:moveTo>
                  <a:lnTo>
                    <a:pt x="27" y="41"/>
                  </a:lnTo>
                  <a:lnTo>
                    <a:pt x="0" y="83"/>
                  </a:lnTo>
                  <a:lnTo>
                    <a:pt x="43" y="110"/>
                  </a:lnTo>
                  <a:lnTo>
                    <a:pt x="70" y="68"/>
                  </a:lnTo>
                  <a:lnTo>
                    <a:pt x="97" y="2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198" name=""/>
            <p:cNvSpPr/>
            <p:nvPr/>
          </p:nvSpPr>
          <p:spPr>
            <a:xfrm rot="0">
              <a:off x="2237" y="3910"/>
              <a:ext cx="9" cy="14"/>
            </a:xfrm>
            <a:custGeom>
              <a:avLst/>
              <a:ahLst/>
              <a:rect l="0" t="0" r="r" b="b"/>
              <a:pathLst>
                <a:path w="27" h="43">
                  <a:moveTo>
                    <a:pt x="27" y="0"/>
                  </a:moveTo>
                  <a:lnTo>
                    <a:pt x="0" y="42"/>
                  </a:lnTo>
                  <a:lnTo>
                    <a:pt x="1" y="43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199" name=""/>
            <p:cNvSpPr/>
            <p:nvPr/>
          </p:nvSpPr>
          <p:spPr>
            <a:xfrm rot="0">
              <a:off x="2237" y="39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00" name=""/>
            <p:cNvSpPr/>
            <p:nvPr/>
          </p:nvSpPr>
          <p:spPr>
            <a:xfrm rot="0">
              <a:off x="2237" y="3896"/>
              <a:ext cx="32" cy="37"/>
            </a:xfrm>
            <a:custGeom>
              <a:avLst/>
              <a:ahLst/>
              <a:rect l="0" t="0" r="r" b="b"/>
              <a:pathLst>
                <a:path w="96" h="111">
                  <a:moveTo>
                    <a:pt x="52" y="0"/>
                  </a:moveTo>
                  <a:lnTo>
                    <a:pt x="26" y="42"/>
                  </a:lnTo>
                  <a:lnTo>
                    <a:pt x="0" y="85"/>
                  </a:lnTo>
                  <a:lnTo>
                    <a:pt x="44" y="111"/>
                  </a:lnTo>
                  <a:lnTo>
                    <a:pt x="70" y="68"/>
                  </a:lnTo>
                  <a:lnTo>
                    <a:pt x="96" y="26"/>
                  </a:lnTo>
                  <a:lnTo>
                    <a:pt x="5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01" name=""/>
            <p:cNvSpPr/>
            <p:nvPr/>
          </p:nvSpPr>
          <p:spPr>
            <a:xfrm rot="0">
              <a:off x="2237" y="3896"/>
              <a:ext cx="32" cy="37"/>
            </a:xfrm>
            <a:custGeom>
              <a:avLst/>
              <a:ahLst/>
              <a:rect l="0" t="0" r="r" b="b"/>
              <a:pathLst>
                <a:path w="96" h="111">
                  <a:moveTo>
                    <a:pt x="52" y="0"/>
                  </a:moveTo>
                  <a:lnTo>
                    <a:pt x="26" y="42"/>
                  </a:lnTo>
                  <a:lnTo>
                    <a:pt x="0" y="85"/>
                  </a:lnTo>
                  <a:lnTo>
                    <a:pt x="44" y="111"/>
                  </a:lnTo>
                  <a:lnTo>
                    <a:pt x="70" y="68"/>
                  </a:lnTo>
                  <a:lnTo>
                    <a:pt x="96" y="26"/>
                  </a:lnTo>
                  <a:lnTo>
                    <a:pt x="5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02" name=""/>
            <p:cNvSpPr/>
            <p:nvPr/>
          </p:nvSpPr>
          <p:spPr>
            <a:xfrm rot="0">
              <a:off x="2252" y="3919"/>
              <a:ext cx="9" cy="14"/>
            </a:xfrm>
            <a:custGeom>
              <a:avLst/>
              <a:ahLst/>
              <a:rect l="0" t="0" r="r" b="b"/>
              <a:pathLst>
                <a:path w="26" h="44">
                  <a:moveTo>
                    <a:pt x="26" y="0"/>
                  </a:moveTo>
                  <a:lnTo>
                    <a:pt x="0" y="43"/>
                  </a:lnTo>
                  <a:lnTo>
                    <a:pt x="1" y="44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03" name=""/>
            <p:cNvSpPr/>
            <p:nvPr/>
          </p:nvSpPr>
          <p:spPr>
            <a:xfrm rot="0">
              <a:off x="2252" y="39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04" name=""/>
            <p:cNvSpPr/>
            <p:nvPr/>
          </p:nvSpPr>
          <p:spPr>
            <a:xfrm rot="0">
              <a:off x="2252" y="3904"/>
              <a:ext cx="32" cy="38"/>
            </a:xfrm>
            <a:custGeom>
              <a:avLst/>
              <a:ahLst/>
              <a:rect l="0" t="0" r="r" b="b"/>
              <a:pathLst>
                <a:path w="96" h="114">
                  <a:moveTo>
                    <a:pt x="49" y="0"/>
                  </a:moveTo>
                  <a:lnTo>
                    <a:pt x="25" y="44"/>
                  </a:lnTo>
                  <a:lnTo>
                    <a:pt x="0" y="88"/>
                  </a:lnTo>
                  <a:lnTo>
                    <a:pt x="47" y="114"/>
                  </a:lnTo>
                  <a:lnTo>
                    <a:pt x="71" y="70"/>
                  </a:lnTo>
                  <a:lnTo>
                    <a:pt x="96" y="2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05" name=""/>
            <p:cNvSpPr/>
            <p:nvPr/>
          </p:nvSpPr>
          <p:spPr>
            <a:xfrm rot="0">
              <a:off x="2252" y="3904"/>
              <a:ext cx="32" cy="38"/>
            </a:xfrm>
            <a:custGeom>
              <a:avLst/>
              <a:ahLst/>
              <a:rect l="0" t="0" r="r" b="b"/>
              <a:pathLst>
                <a:path w="96" h="114">
                  <a:moveTo>
                    <a:pt x="49" y="0"/>
                  </a:moveTo>
                  <a:lnTo>
                    <a:pt x="25" y="44"/>
                  </a:lnTo>
                  <a:lnTo>
                    <a:pt x="0" y="88"/>
                  </a:lnTo>
                  <a:lnTo>
                    <a:pt x="47" y="114"/>
                  </a:lnTo>
                  <a:lnTo>
                    <a:pt x="71" y="70"/>
                  </a:lnTo>
                  <a:lnTo>
                    <a:pt x="96" y="2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06" name=""/>
            <p:cNvSpPr/>
            <p:nvPr/>
          </p:nvSpPr>
          <p:spPr>
            <a:xfrm rot="0">
              <a:off x="2268" y="3927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24" y="0"/>
                  </a:moveTo>
                  <a:lnTo>
                    <a:pt x="0" y="44"/>
                  </a:lnTo>
                  <a:lnTo>
                    <a:pt x="4" y="45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07" name=""/>
            <p:cNvSpPr/>
            <p:nvPr/>
          </p:nvSpPr>
          <p:spPr>
            <a:xfrm rot="0">
              <a:off x="2268" y="39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08" name=""/>
            <p:cNvSpPr/>
            <p:nvPr/>
          </p:nvSpPr>
          <p:spPr>
            <a:xfrm rot="0">
              <a:off x="2269" y="3912"/>
              <a:ext cx="30" cy="38"/>
            </a:xfrm>
            <a:custGeom>
              <a:avLst/>
              <a:ahLst/>
              <a:rect l="0" t="0" r="r" b="b"/>
              <a:pathLst>
                <a:path w="90" h="113">
                  <a:moveTo>
                    <a:pt x="41" y="0"/>
                  </a:moveTo>
                  <a:lnTo>
                    <a:pt x="20" y="45"/>
                  </a:lnTo>
                  <a:lnTo>
                    <a:pt x="0" y="90"/>
                  </a:lnTo>
                  <a:lnTo>
                    <a:pt x="49" y="113"/>
                  </a:lnTo>
                  <a:lnTo>
                    <a:pt x="69" y="68"/>
                  </a:lnTo>
                  <a:lnTo>
                    <a:pt x="90" y="23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09" name=""/>
            <p:cNvSpPr/>
            <p:nvPr/>
          </p:nvSpPr>
          <p:spPr>
            <a:xfrm rot="0">
              <a:off x="2269" y="3912"/>
              <a:ext cx="30" cy="38"/>
            </a:xfrm>
            <a:custGeom>
              <a:avLst/>
              <a:ahLst/>
              <a:rect l="0" t="0" r="r" b="b"/>
              <a:pathLst>
                <a:path w="90" h="113">
                  <a:moveTo>
                    <a:pt x="41" y="0"/>
                  </a:moveTo>
                  <a:lnTo>
                    <a:pt x="20" y="45"/>
                  </a:lnTo>
                  <a:lnTo>
                    <a:pt x="0" y="90"/>
                  </a:lnTo>
                  <a:lnTo>
                    <a:pt x="49" y="113"/>
                  </a:lnTo>
                  <a:lnTo>
                    <a:pt x="69" y="68"/>
                  </a:lnTo>
                  <a:lnTo>
                    <a:pt x="90" y="23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10" name=""/>
            <p:cNvSpPr/>
            <p:nvPr/>
          </p:nvSpPr>
          <p:spPr>
            <a:xfrm rot="0">
              <a:off x="2286" y="3935"/>
              <a:ext cx="6" cy="15"/>
            </a:xfrm>
            <a:custGeom>
              <a:avLst/>
              <a:ahLst/>
              <a:rect l="0" t="0" r="r" b="b"/>
              <a:pathLst>
                <a:path w="20" h="45">
                  <a:moveTo>
                    <a:pt x="20" y="0"/>
                  </a:moveTo>
                  <a:lnTo>
                    <a:pt x="0" y="45"/>
                  </a:lnTo>
                  <a:lnTo>
                    <a:pt x="1" y="45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11" name=""/>
            <p:cNvSpPr/>
            <p:nvPr/>
          </p:nvSpPr>
          <p:spPr>
            <a:xfrm rot="0">
              <a:off x="2286" y="39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12" name=""/>
            <p:cNvSpPr/>
            <p:nvPr/>
          </p:nvSpPr>
          <p:spPr>
            <a:xfrm rot="0">
              <a:off x="2286" y="3920"/>
              <a:ext cx="30" cy="37"/>
            </a:xfrm>
            <a:custGeom>
              <a:avLst/>
              <a:ahLst/>
              <a:rect l="0" t="0" r="r" b="b"/>
              <a:pathLst>
                <a:path w="90" h="112">
                  <a:moveTo>
                    <a:pt x="39" y="0"/>
                  </a:moveTo>
                  <a:lnTo>
                    <a:pt x="19" y="45"/>
                  </a:lnTo>
                  <a:lnTo>
                    <a:pt x="0" y="90"/>
                  </a:lnTo>
                  <a:lnTo>
                    <a:pt x="52" y="112"/>
                  </a:lnTo>
                  <a:lnTo>
                    <a:pt x="71" y="67"/>
                  </a:lnTo>
                  <a:lnTo>
                    <a:pt x="90" y="22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13" name=""/>
            <p:cNvSpPr/>
            <p:nvPr/>
          </p:nvSpPr>
          <p:spPr>
            <a:xfrm rot="0">
              <a:off x="2286" y="3920"/>
              <a:ext cx="30" cy="37"/>
            </a:xfrm>
            <a:custGeom>
              <a:avLst/>
              <a:ahLst/>
              <a:rect l="0" t="0" r="r" b="b"/>
              <a:pathLst>
                <a:path w="90" h="112">
                  <a:moveTo>
                    <a:pt x="39" y="0"/>
                  </a:moveTo>
                  <a:lnTo>
                    <a:pt x="19" y="45"/>
                  </a:lnTo>
                  <a:lnTo>
                    <a:pt x="0" y="90"/>
                  </a:lnTo>
                  <a:lnTo>
                    <a:pt x="52" y="112"/>
                  </a:lnTo>
                  <a:lnTo>
                    <a:pt x="71" y="67"/>
                  </a:lnTo>
                  <a:lnTo>
                    <a:pt x="90" y="22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14" name=""/>
            <p:cNvSpPr/>
            <p:nvPr/>
          </p:nvSpPr>
          <p:spPr>
            <a:xfrm rot="0">
              <a:off x="2303" y="3942"/>
              <a:ext cx="7" cy="16"/>
            </a:xfrm>
            <a:custGeom>
              <a:avLst/>
              <a:ahLst/>
              <a:rect l="0" t="0" r="r" b="b"/>
              <a:pathLst>
                <a:path w="19" h="47">
                  <a:moveTo>
                    <a:pt x="19" y="0"/>
                  </a:moveTo>
                  <a:lnTo>
                    <a:pt x="0" y="45"/>
                  </a:lnTo>
                  <a:lnTo>
                    <a:pt x="1" y="47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15" name=""/>
            <p:cNvSpPr/>
            <p:nvPr/>
          </p:nvSpPr>
          <p:spPr>
            <a:xfrm rot="0">
              <a:off x="2303" y="39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16" name=""/>
            <p:cNvSpPr/>
            <p:nvPr/>
          </p:nvSpPr>
          <p:spPr>
            <a:xfrm rot="0">
              <a:off x="2304" y="3927"/>
              <a:ext cx="29" cy="38"/>
            </a:xfrm>
            <a:custGeom>
              <a:avLst/>
              <a:ahLst/>
              <a:rect l="0" t="0" r="r" b="b"/>
              <a:pathLst>
                <a:path w="88" h="113">
                  <a:moveTo>
                    <a:pt x="36" y="0"/>
                  </a:moveTo>
                  <a:lnTo>
                    <a:pt x="18" y="46"/>
                  </a:lnTo>
                  <a:lnTo>
                    <a:pt x="0" y="93"/>
                  </a:lnTo>
                  <a:lnTo>
                    <a:pt x="52" y="113"/>
                  </a:lnTo>
                  <a:lnTo>
                    <a:pt x="70" y="67"/>
                  </a:lnTo>
                  <a:lnTo>
                    <a:pt x="88" y="2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17" name=""/>
            <p:cNvSpPr/>
            <p:nvPr/>
          </p:nvSpPr>
          <p:spPr>
            <a:xfrm rot="0">
              <a:off x="2304" y="3927"/>
              <a:ext cx="29" cy="38"/>
            </a:xfrm>
            <a:custGeom>
              <a:avLst/>
              <a:ahLst/>
              <a:rect l="0" t="0" r="r" b="b"/>
              <a:pathLst>
                <a:path w="88" h="113">
                  <a:moveTo>
                    <a:pt x="36" y="0"/>
                  </a:moveTo>
                  <a:lnTo>
                    <a:pt x="18" y="46"/>
                  </a:lnTo>
                  <a:lnTo>
                    <a:pt x="0" y="93"/>
                  </a:lnTo>
                  <a:lnTo>
                    <a:pt x="52" y="113"/>
                  </a:lnTo>
                  <a:lnTo>
                    <a:pt x="70" y="67"/>
                  </a:lnTo>
                  <a:lnTo>
                    <a:pt x="88" y="20"/>
                  </a:lnTo>
                  <a:lnTo>
                    <a:pt x="3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18" name=""/>
            <p:cNvSpPr/>
            <p:nvPr/>
          </p:nvSpPr>
          <p:spPr>
            <a:xfrm rot="0">
              <a:off x="2321" y="3949"/>
              <a:ext cx="6" cy="16"/>
            </a:xfrm>
            <a:custGeom>
              <a:avLst/>
              <a:ahLst/>
              <a:rect l="0" t="0" r="r" b="b"/>
              <a:pathLst>
                <a:path w="18" h="48">
                  <a:moveTo>
                    <a:pt x="18" y="0"/>
                  </a:moveTo>
                  <a:lnTo>
                    <a:pt x="0" y="46"/>
                  </a:lnTo>
                  <a:lnTo>
                    <a:pt x="2" y="48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19" name=""/>
            <p:cNvSpPr/>
            <p:nvPr/>
          </p:nvSpPr>
          <p:spPr>
            <a:xfrm rot="0">
              <a:off x="2321" y="3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20" name=""/>
            <p:cNvSpPr/>
            <p:nvPr/>
          </p:nvSpPr>
          <p:spPr>
            <a:xfrm rot="0">
              <a:off x="2322" y="3933"/>
              <a:ext cx="28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31" y="0"/>
                  </a:moveTo>
                  <a:lnTo>
                    <a:pt x="16" y="48"/>
                  </a:lnTo>
                  <a:lnTo>
                    <a:pt x="0" y="96"/>
                  </a:lnTo>
                  <a:lnTo>
                    <a:pt x="54" y="114"/>
                  </a:lnTo>
                  <a:lnTo>
                    <a:pt x="70" y="66"/>
                  </a:lnTo>
                  <a:lnTo>
                    <a:pt x="85" y="1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21" name=""/>
            <p:cNvSpPr/>
            <p:nvPr/>
          </p:nvSpPr>
          <p:spPr>
            <a:xfrm rot="0">
              <a:off x="2322" y="3933"/>
              <a:ext cx="28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31" y="0"/>
                  </a:moveTo>
                  <a:lnTo>
                    <a:pt x="16" y="48"/>
                  </a:lnTo>
                  <a:lnTo>
                    <a:pt x="0" y="96"/>
                  </a:lnTo>
                  <a:lnTo>
                    <a:pt x="54" y="114"/>
                  </a:lnTo>
                  <a:lnTo>
                    <a:pt x="70" y="66"/>
                  </a:lnTo>
                  <a:lnTo>
                    <a:pt x="85" y="18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22" name=""/>
            <p:cNvSpPr/>
            <p:nvPr/>
          </p:nvSpPr>
          <p:spPr>
            <a:xfrm rot="0">
              <a:off x="2340" y="3955"/>
              <a:ext cx="5" cy="16"/>
            </a:xfrm>
            <a:custGeom>
              <a:avLst/>
              <a:ahLst/>
              <a:rect l="0" t="0" r="r" b="b"/>
              <a:pathLst>
                <a:path w="16" h="48">
                  <a:moveTo>
                    <a:pt x="16" y="0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23" name=""/>
            <p:cNvSpPr/>
            <p:nvPr/>
          </p:nvSpPr>
          <p:spPr>
            <a:xfrm rot="0">
              <a:off x="2340" y="39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24" name=""/>
            <p:cNvSpPr/>
            <p:nvPr/>
          </p:nvSpPr>
          <p:spPr>
            <a:xfrm rot="0">
              <a:off x="2340" y="3939"/>
              <a:ext cx="29" cy="38"/>
            </a:xfrm>
            <a:custGeom>
              <a:avLst/>
              <a:ahLst/>
              <a:rect l="0" t="0" r="r" b="b"/>
              <a:pathLst>
                <a:path w="88" h="114">
                  <a:moveTo>
                    <a:pt x="31" y="0"/>
                  </a:moveTo>
                  <a:lnTo>
                    <a:pt x="16" y="48"/>
                  </a:lnTo>
                  <a:lnTo>
                    <a:pt x="0" y="96"/>
                  </a:lnTo>
                  <a:lnTo>
                    <a:pt x="57" y="114"/>
                  </a:lnTo>
                  <a:lnTo>
                    <a:pt x="73" y="66"/>
                  </a:lnTo>
                  <a:lnTo>
                    <a:pt x="88" y="1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25" name=""/>
            <p:cNvSpPr/>
            <p:nvPr/>
          </p:nvSpPr>
          <p:spPr>
            <a:xfrm rot="0">
              <a:off x="2340" y="3939"/>
              <a:ext cx="29" cy="38"/>
            </a:xfrm>
            <a:custGeom>
              <a:avLst/>
              <a:ahLst/>
              <a:rect l="0" t="0" r="r" b="b"/>
              <a:pathLst>
                <a:path w="88" h="114">
                  <a:moveTo>
                    <a:pt x="31" y="0"/>
                  </a:moveTo>
                  <a:lnTo>
                    <a:pt x="16" y="48"/>
                  </a:lnTo>
                  <a:lnTo>
                    <a:pt x="0" y="96"/>
                  </a:lnTo>
                  <a:lnTo>
                    <a:pt x="57" y="114"/>
                  </a:lnTo>
                  <a:lnTo>
                    <a:pt x="73" y="66"/>
                  </a:lnTo>
                  <a:lnTo>
                    <a:pt x="88" y="18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26" name=""/>
            <p:cNvSpPr/>
            <p:nvPr/>
          </p:nvSpPr>
          <p:spPr>
            <a:xfrm rot="0">
              <a:off x="2359" y="3961"/>
              <a:ext cx="5" cy="16"/>
            </a:xfrm>
            <a:custGeom>
              <a:avLst/>
              <a:ahLst/>
              <a:rect l="0" t="0" r="r" b="b"/>
              <a:pathLst>
                <a:path w="16" h="48">
                  <a:moveTo>
                    <a:pt x="16" y="0"/>
                  </a:moveTo>
                  <a:lnTo>
                    <a:pt x="0" y="48"/>
                  </a:lnTo>
                  <a:lnTo>
                    <a:pt x="3" y="4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27" name=""/>
            <p:cNvSpPr/>
            <p:nvPr/>
          </p:nvSpPr>
          <p:spPr>
            <a:xfrm rot="0">
              <a:off x="2359" y="39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28" name=""/>
            <p:cNvSpPr/>
            <p:nvPr/>
          </p:nvSpPr>
          <p:spPr>
            <a:xfrm rot="0">
              <a:off x="2360" y="3945"/>
              <a:ext cx="27" cy="37"/>
            </a:xfrm>
            <a:custGeom>
              <a:avLst/>
              <a:ahLst/>
              <a:rect l="0" t="0" r="r" b="b"/>
              <a:pathLst>
                <a:path w="82" h="111">
                  <a:moveTo>
                    <a:pt x="26" y="0"/>
                  </a:moveTo>
                  <a:lnTo>
                    <a:pt x="13" y="48"/>
                  </a:lnTo>
                  <a:lnTo>
                    <a:pt x="0" y="96"/>
                  </a:lnTo>
                  <a:lnTo>
                    <a:pt x="57" y="111"/>
                  </a:lnTo>
                  <a:lnTo>
                    <a:pt x="70" y="63"/>
                  </a:lnTo>
                  <a:lnTo>
                    <a:pt x="82" y="1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29" name=""/>
            <p:cNvSpPr/>
            <p:nvPr/>
          </p:nvSpPr>
          <p:spPr>
            <a:xfrm rot="0">
              <a:off x="2360" y="3945"/>
              <a:ext cx="27" cy="37"/>
            </a:xfrm>
            <a:custGeom>
              <a:avLst/>
              <a:ahLst/>
              <a:rect l="0" t="0" r="r" b="b"/>
              <a:pathLst>
                <a:path w="82" h="111">
                  <a:moveTo>
                    <a:pt x="26" y="0"/>
                  </a:moveTo>
                  <a:lnTo>
                    <a:pt x="13" y="48"/>
                  </a:lnTo>
                  <a:lnTo>
                    <a:pt x="0" y="96"/>
                  </a:lnTo>
                  <a:lnTo>
                    <a:pt x="57" y="111"/>
                  </a:lnTo>
                  <a:lnTo>
                    <a:pt x="70" y="63"/>
                  </a:lnTo>
                  <a:lnTo>
                    <a:pt x="82" y="16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30" name=""/>
            <p:cNvSpPr/>
            <p:nvPr/>
          </p:nvSpPr>
          <p:spPr>
            <a:xfrm rot="0">
              <a:off x="2379" y="3966"/>
              <a:ext cx="4" cy="16"/>
            </a:xfrm>
            <a:custGeom>
              <a:avLst/>
              <a:ahLst/>
              <a:rect l="0" t="0" r="r" b="b"/>
              <a:pathLst>
                <a:path w="13" h="48">
                  <a:moveTo>
                    <a:pt x="13" y="0"/>
                  </a:moveTo>
                  <a:lnTo>
                    <a:pt x="0" y="48"/>
                  </a:lnTo>
                  <a:lnTo>
                    <a:pt x="1" y="48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31" name=""/>
            <p:cNvSpPr/>
            <p:nvPr/>
          </p:nvSpPr>
          <p:spPr>
            <a:xfrm rot="0">
              <a:off x="2379" y="39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32" name=""/>
            <p:cNvSpPr/>
            <p:nvPr/>
          </p:nvSpPr>
          <p:spPr>
            <a:xfrm rot="0">
              <a:off x="2379" y="3951"/>
              <a:ext cx="28" cy="36"/>
            </a:xfrm>
            <a:custGeom>
              <a:avLst/>
              <a:ahLst/>
              <a:rect l="0" t="0" r="r" b="b"/>
              <a:pathLst>
                <a:path w="83" h="109">
                  <a:moveTo>
                    <a:pt x="23" y="0"/>
                  </a:moveTo>
                  <a:lnTo>
                    <a:pt x="12" y="47"/>
                  </a:lnTo>
                  <a:lnTo>
                    <a:pt x="0" y="95"/>
                  </a:lnTo>
                  <a:lnTo>
                    <a:pt x="59" y="109"/>
                  </a:lnTo>
                  <a:lnTo>
                    <a:pt x="71" y="62"/>
                  </a:lnTo>
                  <a:lnTo>
                    <a:pt x="83" y="14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33" name=""/>
            <p:cNvSpPr/>
            <p:nvPr/>
          </p:nvSpPr>
          <p:spPr>
            <a:xfrm rot="0">
              <a:off x="2379" y="3951"/>
              <a:ext cx="28" cy="36"/>
            </a:xfrm>
            <a:custGeom>
              <a:avLst/>
              <a:ahLst/>
              <a:rect l="0" t="0" r="r" b="b"/>
              <a:pathLst>
                <a:path w="83" h="109">
                  <a:moveTo>
                    <a:pt x="23" y="0"/>
                  </a:moveTo>
                  <a:lnTo>
                    <a:pt x="12" y="47"/>
                  </a:lnTo>
                  <a:lnTo>
                    <a:pt x="0" y="95"/>
                  </a:lnTo>
                  <a:lnTo>
                    <a:pt x="59" y="109"/>
                  </a:lnTo>
                  <a:lnTo>
                    <a:pt x="71" y="62"/>
                  </a:lnTo>
                  <a:lnTo>
                    <a:pt x="83" y="14"/>
                  </a:lnTo>
                  <a:lnTo>
                    <a:pt x="2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34" name=""/>
            <p:cNvSpPr/>
            <p:nvPr/>
          </p:nvSpPr>
          <p:spPr>
            <a:xfrm rot="0">
              <a:off x="2399" y="3971"/>
              <a:ext cx="4" cy="17"/>
            </a:xfrm>
            <a:custGeom>
              <a:avLst/>
              <a:ahLst/>
              <a:rect l="0" t="0" r="r" b="b"/>
              <a:pathLst>
                <a:path w="12" h="49">
                  <a:moveTo>
                    <a:pt x="12" y="0"/>
                  </a:moveTo>
                  <a:lnTo>
                    <a:pt x="0" y="47"/>
                  </a:lnTo>
                  <a:lnTo>
                    <a:pt x="2" y="49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35" name=""/>
            <p:cNvSpPr/>
            <p:nvPr/>
          </p:nvSpPr>
          <p:spPr>
            <a:xfrm rot="0">
              <a:off x="2399" y="39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36" name=""/>
            <p:cNvSpPr/>
            <p:nvPr/>
          </p:nvSpPr>
          <p:spPr>
            <a:xfrm rot="0">
              <a:off x="2399" y="3955"/>
              <a:ext cx="27" cy="37"/>
            </a:xfrm>
            <a:custGeom>
              <a:avLst/>
              <a:ahLst/>
              <a:rect l="0" t="0" r="r" b="b"/>
              <a:pathLst>
                <a:path w="80" h="111">
                  <a:moveTo>
                    <a:pt x="20" y="0"/>
                  </a:moveTo>
                  <a:lnTo>
                    <a:pt x="10" y="49"/>
                  </a:lnTo>
                  <a:lnTo>
                    <a:pt x="0" y="98"/>
                  </a:lnTo>
                  <a:lnTo>
                    <a:pt x="59" y="111"/>
                  </a:lnTo>
                  <a:lnTo>
                    <a:pt x="69" y="62"/>
                  </a:lnTo>
                  <a:lnTo>
                    <a:pt x="80" y="12"/>
                  </a:lnTo>
                  <a:lnTo>
                    <a:pt x="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37" name=""/>
            <p:cNvSpPr/>
            <p:nvPr/>
          </p:nvSpPr>
          <p:spPr>
            <a:xfrm rot="0">
              <a:off x="2399" y="3955"/>
              <a:ext cx="27" cy="37"/>
            </a:xfrm>
            <a:custGeom>
              <a:avLst/>
              <a:ahLst/>
              <a:rect l="0" t="0" r="r" b="b"/>
              <a:pathLst>
                <a:path w="80" h="111">
                  <a:moveTo>
                    <a:pt x="20" y="0"/>
                  </a:moveTo>
                  <a:lnTo>
                    <a:pt x="10" y="49"/>
                  </a:lnTo>
                  <a:lnTo>
                    <a:pt x="0" y="98"/>
                  </a:lnTo>
                  <a:lnTo>
                    <a:pt x="59" y="111"/>
                  </a:lnTo>
                  <a:lnTo>
                    <a:pt x="69" y="62"/>
                  </a:lnTo>
                  <a:lnTo>
                    <a:pt x="80" y="12"/>
                  </a:lnTo>
                  <a:lnTo>
                    <a:pt x="2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38" name=""/>
            <p:cNvSpPr/>
            <p:nvPr/>
          </p:nvSpPr>
          <p:spPr>
            <a:xfrm rot="0">
              <a:off x="2419" y="3976"/>
              <a:ext cx="3" cy="16"/>
            </a:xfrm>
            <a:custGeom>
              <a:avLst/>
              <a:ahLst/>
              <a:rect l="0" t="0" r="r" b="b"/>
              <a:pathLst>
                <a:path w="10" h="49">
                  <a:moveTo>
                    <a:pt x="10" y="0"/>
                  </a:moveTo>
                  <a:lnTo>
                    <a:pt x="0" y="49"/>
                  </a:lnTo>
                  <a:lnTo>
                    <a:pt x="3" y="49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39" name=""/>
            <p:cNvSpPr/>
            <p:nvPr/>
          </p:nvSpPr>
          <p:spPr>
            <a:xfrm rot="0">
              <a:off x="2419" y="39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40" name=""/>
            <p:cNvSpPr/>
            <p:nvPr/>
          </p:nvSpPr>
          <p:spPr>
            <a:xfrm rot="0">
              <a:off x="2420" y="3959"/>
              <a:ext cx="25" cy="36"/>
            </a:xfrm>
            <a:custGeom>
              <a:avLst/>
              <a:ahLst/>
              <a:rect l="0" t="0" r="r" b="b"/>
              <a:pathLst>
                <a:path w="76" h="109">
                  <a:moveTo>
                    <a:pt x="15" y="0"/>
                  </a:moveTo>
                  <a:lnTo>
                    <a:pt x="7" y="50"/>
                  </a:lnTo>
                  <a:lnTo>
                    <a:pt x="0" y="99"/>
                  </a:lnTo>
                  <a:lnTo>
                    <a:pt x="60" y="109"/>
                  </a:lnTo>
                  <a:lnTo>
                    <a:pt x="68" y="60"/>
                  </a:lnTo>
                  <a:lnTo>
                    <a:pt x="76" y="11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41" name=""/>
            <p:cNvSpPr/>
            <p:nvPr/>
          </p:nvSpPr>
          <p:spPr>
            <a:xfrm rot="0">
              <a:off x="2420" y="3959"/>
              <a:ext cx="25" cy="36"/>
            </a:xfrm>
            <a:custGeom>
              <a:avLst/>
              <a:ahLst/>
              <a:rect l="0" t="0" r="r" b="b"/>
              <a:pathLst>
                <a:path w="76" h="109">
                  <a:moveTo>
                    <a:pt x="15" y="0"/>
                  </a:moveTo>
                  <a:lnTo>
                    <a:pt x="7" y="50"/>
                  </a:lnTo>
                  <a:lnTo>
                    <a:pt x="0" y="99"/>
                  </a:lnTo>
                  <a:lnTo>
                    <a:pt x="60" y="109"/>
                  </a:lnTo>
                  <a:lnTo>
                    <a:pt x="68" y="60"/>
                  </a:lnTo>
                  <a:lnTo>
                    <a:pt x="76" y="11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42" name=""/>
            <p:cNvSpPr/>
            <p:nvPr/>
          </p:nvSpPr>
          <p:spPr>
            <a:xfrm rot="0">
              <a:off x="2440" y="3979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8" y="0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43" name=""/>
            <p:cNvSpPr/>
            <p:nvPr/>
          </p:nvSpPr>
          <p:spPr>
            <a:xfrm rot="0">
              <a:off x="2440" y="3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44" name=""/>
            <p:cNvSpPr/>
            <p:nvPr/>
          </p:nvSpPr>
          <p:spPr>
            <a:xfrm rot="0">
              <a:off x="2440" y="3963"/>
              <a:ext cx="26" cy="35"/>
            </a:xfrm>
            <a:custGeom>
              <a:avLst/>
              <a:ahLst/>
              <a:rect l="0" t="0" r="r" b="b"/>
              <a:pathLst>
                <a:path w="78" h="107">
                  <a:moveTo>
                    <a:pt x="16" y="0"/>
                  </a:moveTo>
                  <a:lnTo>
                    <a:pt x="8" y="49"/>
                  </a:lnTo>
                  <a:lnTo>
                    <a:pt x="0" y="98"/>
                  </a:lnTo>
                  <a:lnTo>
                    <a:pt x="62" y="107"/>
                  </a:lnTo>
                  <a:lnTo>
                    <a:pt x="70" y="58"/>
                  </a:lnTo>
                  <a:lnTo>
                    <a:pt x="78" y="9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45" name=""/>
            <p:cNvSpPr/>
            <p:nvPr/>
          </p:nvSpPr>
          <p:spPr>
            <a:xfrm rot="0">
              <a:off x="2440" y="3963"/>
              <a:ext cx="26" cy="35"/>
            </a:xfrm>
            <a:custGeom>
              <a:avLst/>
              <a:ahLst/>
              <a:rect l="0" t="0" r="r" b="b"/>
              <a:pathLst>
                <a:path w="78" h="107">
                  <a:moveTo>
                    <a:pt x="16" y="0"/>
                  </a:moveTo>
                  <a:lnTo>
                    <a:pt x="8" y="49"/>
                  </a:lnTo>
                  <a:lnTo>
                    <a:pt x="0" y="98"/>
                  </a:lnTo>
                  <a:lnTo>
                    <a:pt x="62" y="107"/>
                  </a:lnTo>
                  <a:lnTo>
                    <a:pt x="70" y="58"/>
                  </a:lnTo>
                  <a:lnTo>
                    <a:pt x="78" y="9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46" name=""/>
            <p:cNvSpPr/>
            <p:nvPr/>
          </p:nvSpPr>
          <p:spPr>
            <a:xfrm rot="0">
              <a:off x="2461" y="3982"/>
              <a:ext cx="2" cy="16"/>
            </a:xfrm>
            <a:custGeom>
              <a:avLst/>
              <a:ahLst/>
              <a:rect l="0" t="0" r="r" b="b"/>
              <a:pathLst>
                <a:path w="8" h="49">
                  <a:moveTo>
                    <a:pt x="8" y="0"/>
                  </a:moveTo>
                  <a:lnTo>
                    <a:pt x="0" y="49"/>
                  </a:lnTo>
                  <a:lnTo>
                    <a:pt x="2" y="49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47" name=""/>
            <p:cNvSpPr/>
            <p:nvPr/>
          </p:nvSpPr>
          <p:spPr>
            <a:xfrm rot="0">
              <a:off x="2461" y="39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48" name=""/>
            <p:cNvSpPr/>
            <p:nvPr/>
          </p:nvSpPr>
          <p:spPr>
            <a:xfrm rot="0">
              <a:off x="2461" y="3966"/>
              <a:ext cx="25" cy="35"/>
            </a:xfrm>
            <a:custGeom>
              <a:avLst/>
              <a:ahLst/>
              <a:rect l="0" t="0" r="r" b="b"/>
              <a:pathLst>
                <a:path w="74" h="106">
                  <a:moveTo>
                    <a:pt x="13" y="0"/>
                  </a:moveTo>
                  <a:lnTo>
                    <a:pt x="6" y="49"/>
                  </a:lnTo>
                  <a:lnTo>
                    <a:pt x="0" y="98"/>
                  </a:lnTo>
                  <a:lnTo>
                    <a:pt x="62" y="106"/>
                  </a:lnTo>
                  <a:lnTo>
                    <a:pt x="68" y="57"/>
                  </a:lnTo>
                  <a:lnTo>
                    <a:pt x="74" y="8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49" name=""/>
            <p:cNvSpPr/>
            <p:nvPr/>
          </p:nvSpPr>
          <p:spPr>
            <a:xfrm rot="0">
              <a:off x="2461" y="3966"/>
              <a:ext cx="25" cy="35"/>
            </a:xfrm>
            <a:custGeom>
              <a:avLst/>
              <a:ahLst/>
              <a:rect l="0" t="0" r="r" b="b"/>
              <a:pathLst>
                <a:path w="74" h="106">
                  <a:moveTo>
                    <a:pt x="13" y="0"/>
                  </a:moveTo>
                  <a:lnTo>
                    <a:pt x="6" y="49"/>
                  </a:lnTo>
                  <a:lnTo>
                    <a:pt x="0" y="98"/>
                  </a:lnTo>
                  <a:lnTo>
                    <a:pt x="62" y="106"/>
                  </a:lnTo>
                  <a:lnTo>
                    <a:pt x="68" y="57"/>
                  </a:lnTo>
                  <a:lnTo>
                    <a:pt x="74" y="8"/>
                  </a:lnTo>
                  <a:lnTo>
                    <a:pt x="1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50" name=""/>
            <p:cNvSpPr/>
            <p:nvPr/>
          </p:nvSpPr>
          <p:spPr>
            <a:xfrm rot="0">
              <a:off x="2482" y="3985"/>
              <a:ext cx="2" cy="16"/>
            </a:xfrm>
            <a:custGeom>
              <a:avLst/>
              <a:ahLst/>
              <a:rect l="0" t="0" r="r" b="b"/>
              <a:pathLst>
                <a:path w="6" h="49">
                  <a:moveTo>
                    <a:pt x="6" y="0"/>
                  </a:moveTo>
                  <a:lnTo>
                    <a:pt x="0" y="49"/>
                  </a:lnTo>
                  <a:lnTo>
                    <a:pt x="2" y="49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51" name=""/>
            <p:cNvSpPr/>
            <p:nvPr/>
          </p:nvSpPr>
          <p:spPr>
            <a:xfrm rot="0">
              <a:off x="2482" y="40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52" name=""/>
            <p:cNvSpPr/>
            <p:nvPr/>
          </p:nvSpPr>
          <p:spPr>
            <a:xfrm rot="0">
              <a:off x="2483" y="3968"/>
              <a:ext cx="23" cy="35"/>
            </a:xfrm>
            <a:custGeom>
              <a:avLst/>
              <a:ahLst/>
              <a:rect l="0" t="0" r="r" b="b"/>
              <a:pathLst>
                <a:path w="71" h="103">
                  <a:moveTo>
                    <a:pt x="8" y="0"/>
                  </a:moveTo>
                  <a:lnTo>
                    <a:pt x="4" y="49"/>
                  </a:lnTo>
                  <a:lnTo>
                    <a:pt x="0" y="98"/>
                  </a:lnTo>
                  <a:lnTo>
                    <a:pt x="63" y="103"/>
                  </a:lnTo>
                  <a:lnTo>
                    <a:pt x="67" y="54"/>
                  </a:lnTo>
                  <a:lnTo>
                    <a:pt x="71" y="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53" name=""/>
            <p:cNvSpPr/>
            <p:nvPr/>
          </p:nvSpPr>
          <p:spPr>
            <a:xfrm rot="0">
              <a:off x="2483" y="3968"/>
              <a:ext cx="23" cy="35"/>
            </a:xfrm>
            <a:custGeom>
              <a:avLst/>
              <a:ahLst/>
              <a:rect l="0" t="0" r="r" b="b"/>
              <a:pathLst>
                <a:path w="71" h="103">
                  <a:moveTo>
                    <a:pt x="8" y="0"/>
                  </a:moveTo>
                  <a:lnTo>
                    <a:pt x="4" y="49"/>
                  </a:lnTo>
                  <a:lnTo>
                    <a:pt x="0" y="98"/>
                  </a:lnTo>
                  <a:lnTo>
                    <a:pt x="63" y="103"/>
                  </a:lnTo>
                  <a:lnTo>
                    <a:pt x="67" y="54"/>
                  </a:lnTo>
                  <a:lnTo>
                    <a:pt x="71" y="5"/>
                  </a:lnTo>
                  <a:lnTo>
                    <a:pt x="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54" name=""/>
            <p:cNvSpPr/>
            <p:nvPr/>
          </p:nvSpPr>
          <p:spPr>
            <a:xfrm rot="0">
              <a:off x="2504" y="3986"/>
              <a:ext cx="1" cy="17"/>
            </a:xfrm>
            <a:custGeom>
              <a:avLst/>
              <a:ahLst/>
              <a:rect l="0" t="0" r="r" b="b"/>
              <a:pathLst>
                <a:path w="4" h="49">
                  <a:moveTo>
                    <a:pt x="4" y="0"/>
                  </a:moveTo>
                  <a:lnTo>
                    <a:pt x="0" y="49"/>
                  </a:lnTo>
                  <a:lnTo>
                    <a:pt x="2" y="49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55" name=""/>
            <p:cNvSpPr/>
            <p:nvPr/>
          </p:nvSpPr>
          <p:spPr>
            <a:xfrm rot="0">
              <a:off x="2504" y="40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56" name=""/>
            <p:cNvSpPr/>
            <p:nvPr/>
          </p:nvSpPr>
          <p:spPr>
            <a:xfrm rot="0">
              <a:off x="2504" y="3970"/>
              <a:ext cx="23" cy="34"/>
            </a:xfrm>
            <a:custGeom>
              <a:avLst/>
              <a:ahLst/>
              <a:rect l="0" t="0" r="r" b="b"/>
              <a:pathLst>
                <a:path w="68" h="102">
                  <a:moveTo>
                    <a:pt x="5" y="0"/>
                  </a:moveTo>
                  <a:lnTo>
                    <a:pt x="2" y="49"/>
                  </a:lnTo>
                  <a:lnTo>
                    <a:pt x="0" y="98"/>
                  </a:lnTo>
                  <a:lnTo>
                    <a:pt x="63" y="102"/>
                  </a:lnTo>
                  <a:lnTo>
                    <a:pt x="66" y="53"/>
                  </a:lnTo>
                  <a:lnTo>
                    <a:pt x="68" y="4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57" name=""/>
            <p:cNvSpPr/>
            <p:nvPr/>
          </p:nvSpPr>
          <p:spPr>
            <a:xfrm rot="0">
              <a:off x="2504" y="3970"/>
              <a:ext cx="23" cy="34"/>
            </a:xfrm>
            <a:custGeom>
              <a:avLst/>
              <a:ahLst/>
              <a:rect l="0" t="0" r="r" b="b"/>
              <a:pathLst>
                <a:path w="68" h="102">
                  <a:moveTo>
                    <a:pt x="5" y="0"/>
                  </a:moveTo>
                  <a:lnTo>
                    <a:pt x="2" y="49"/>
                  </a:lnTo>
                  <a:lnTo>
                    <a:pt x="0" y="98"/>
                  </a:lnTo>
                  <a:lnTo>
                    <a:pt x="63" y="102"/>
                  </a:lnTo>
                  <a:lnTo>
                    <a:pt x="66" y="53"/>
                  </a:lnTo>
                  <a:lnTo>
                    <a:pt x="68" y="4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58" name=""/>
            <p:cNvSpPr/>
            <p:nvPr/>
          </p:nvSpPr>
          <p:spPr>
            <a:xfrm rot="0">
              <a:off x="2525" y="3988"/>
              <a:ext cx="1" cy="16"/>
            </a:xfrm>
            <a:custGeom>
              <a:avLst/>
              <a:ahLst/>
              <a:rect l="0" t="0" r="r" b="b"/>
              <a:pathLst>
                <a:path w="3" h="49">
                  <a:moveTo>
                    <a:pt x="3" y="0"/>
                  </a:moveTo>
                  <a:lnTo>
                    <a:pt x="0" y="49"/>
                  </a:lnTo>
                  <a:lnTo>
                    <a:pt x="1" y="49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59" name=""/>
            <p:cNvSpPr/>
            <p:nvPr/>
          </p:nvSpPr>
          <p:spPr>
            <a:xfrm rot="0">
              <a:off x="2525" y="4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60" name=""/>
            <p:cNvSpPr/>
            <p:nvPr/>
          </p:nvSpPr>
          <p:spPr>
            <a:xfrm rot="0">
              <a:off x="2526" y="3971"/>
              <a:ext cx="22" cy="33"/>
            </a:xfrm>
            <a:custGeom>
              <a:avLst/>
              <a:ahLst/>
              <a:rect l="0" t="0" r="r" b="b"/>
              <a:pathLst>
                <a:path w="66" h="99">
                  <a:moveTo>
                    <a:pt x="3" y="0"/>
                  </a:moveTo>
                  <a:lnTo>
                    <a:pt x="2" y="49"/>
                  </a:lnTo>
                  <a:lnTo>
                    <a:pt x="0" y="98"/>
                  </a:lnTo>
                  <a:lnTo>
                    <a:pt x="64" y="99"/>
                  </a:lnTo>
                  <a:lnTo>
                    <a:pt x="65" y="50"/>
                  </a:lnTo>
                  <a:lnTo>
                    <a:pt x="66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61" name=""/>
            <p:cNvSpPr/>
            <p:nvPr/>
          </p:nvSpPr>
          <p:spPr>
            <a:xfrm rot="0">
              <a:off x="2526" y="3971"/>
              <a:ext cx="22" cy="33"/>
            </a:xfrm>
            <a:custGeom>
              <a:avLst/>
              <a:ahLst/>
              <a:rect l="0" t="0" r="r" b="b"/>
              <a:pathLst>
                <a:path w="66" h="99">
                  <a:moveTo>
                    <a:pt x="3" y="0"/>
                  </a:moveTo>
                  <a:lnTo>
                    <a:pt x="2" y="49"/>
                  </a:lnTo>
                  <a:lnTo>
                    <a:pt x="0" y="98"/>
                  </a:lnTo>
                  <a:lnTo>
                    <a:pt x="64" y="99"/>
                  </a:lnTo>
                  <a:lnTo>
                    <a:pt x="65" y="50"/>
                  </a:lnTo>
                  <a:lnTo>
                    <a:pt x="66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62" name=""/>
            <p:cNvSpPr/>
            <p:nvPr/>
          </p:nvSpPr>
          <p:spPr>
            <a:xfrm rot="0">
              <a:off x="2547" y="3988"/>
              <a:ext cx="1" cy="16"/>
            </a:xfrm>
            <a:custGeom>
              <a:avLst/>
              <a:ahLst/>
              <a:rect l="0" t="0" r="r" b="b"/>
              <a:pathLst>
                <a:path w="1" h="49">
                  <a:moveTo>
                    <a:pt x="1" y="0"/>
                  </a:moveTo>
                  <a:lnTo>
                    <a:pt x="0" y="49"/>
                  </a:lnTo>
                  <a:lnTo>
                    <a:pt x="1" y="49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63" name=""/>
            <p:cNvSpPr/>
            <p:nvPr/>
          </p:nvSpPr>
          <p:spPr>
            <a:xfrm rot="0">
              <a:off x="2547" y="4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64" name=""/>
            <p:cNvSpPr/>
            <p:nvPr/>
          </p:nvSpPr>
          <p:spPr>
            <a:xfrm rot="0">
              <a:off x="2547" y="3971"/>
              <a:ext cx="21" cy="33"/>
            </a:xfrm>
            <a:custGeom>
              <a:avLst/>
              <a:ahLst/>
              <a:rect l="0" t="0" r="r" b="b"/>
              <a:pathLst>
                <a:path w="63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63" y="99"/>
                  </a:lnTo>
                  <a:lnTo>
                    <a:pt x="63" y="50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65" name=""/>
            <p:cNvSpPr/>
            <p:nvPr/>
          </p:nvSpPr>
          <p:spPr>
            <a:xfrm rot="0">
              <a:off x="2547" y="3971"/>
              <a:ext cx="21" cy="33"/>
            </a:xfrm>
            <a:custGeom>
              <a:avLst/>
              <a:ahLst/>
              <a:rect l="0" t="0" r="r" b="b"/>
              <a:pathLst>
                <a:path w="63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63" y="99"/>
                  </a:lnTo>
                  <a:lnTo>
                    <a:pt x="63" y="50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66" name=""/>
            <p:cNvSpPr/>
            <p:nvPr/>
          </p:nvSpPr>
          <p:spPr>
            <a:xfrm rot="0">
              <a:off x="2568" y="3988"/>
              <a:ext cx="1" cy="16"/>
            </a:xfrm>
            <a:custGeom>
              <a:avLst/>
              <a:ahLst/>
              <a:rect l="0" t="0" r="r" b="b"/>
              <a:pathLst>
                <a:path w="3" h="49">
                  <a:moveTo>
                    <a:pt x="0" y="0"/>
                  </a:moveTo>
                  <a:lnTo>
                    <a:pt x="0" y="49"/>
                  </a:lnTo>
                  <a:lnTo>
                    <a:pt x="3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67" name=""/>
            <p:cNvSpPr/>
            <p:nvPr/>
          </p:nvSpPr>
          <p:spPr>
            <a:xfrm rot="0">
              <a:off x="2568" y="40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68" name=""/>
            <p:cNvSpPr/>
            <p:nvPr/>
          </p:nvSpPr>
          <p:spPr>
            <a:xfrm rot="0">
              <a:off x="2568" y="3971"/>
              <a:ext cx="22" cy="33"/>
            </a:xfrm>
            <a:custGeom>
              <a:avLst/>
              <a:ahLst/>
              <a:rect l="0" t="0" r="r" b="b"/>
              <a:pathLst>
                <a:path w="68" h="101">
                  <a:moveTo>
                    <a:pt x="0" y="3"/>
                  </a:moveTo>
                  <a:lnTo>
                    <a:pt x="2" y="52"/>
                  </a:lnTo>
                  <a:lnTo>
                    <a:pt x="5" y="101"/>
                  </a:lnTo>
                  <a:lnTo>
                    <a:pt x="68" y="98"/>
                  </a:lnTo>
                  <a:lnTo>
                    <a:pt x="65" y="49"/>
                  </a:lnTo>
                  <a:lnTo>
                    <a:pt x="63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69" name=""/>
            <p:cNvSpPr/>
            <p:nvPr/>
          </p:nvSpPr>
          <p:spPr>
            <a:xfrm rot="0">
              <a:off x="2568" y="3971"/>
              <a:ext cx="22" cy="33"/>
            </a:xfrm>
            <a:custGeom>
              <a:avLst/>
              <a:ahLst/>
              <a:rect l="0" t="0" r="r" b="b"/>
              <a:pathLst>
                <a:path w="68" h="101">
                  <a:moveTo>
                    <a:pt x="0" y="3"/>
                  </a:moveTo>
                  <a:lnTo>
                    <a:pt x="2" y="52"/>
                  </a:lnTo>
                  <a:lnTo>
                    <a:pt x="5" y="101"/>
                  </a:lnTo>
                  <a:lnTo>
                    <a:pt x="68" y="98"/>
                  </a:lnTo>
                  <a:lnTo>
                    <a:pt x="65" y="49"/>
                  </a:lnTo>
                  <a:lnTo>
                    <a:pt x="63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70" name=""/>
            <p:cNvSpPr/>
            <p:nvPr/>
          </p:nvSpPr>
          <p:spPr>
            <a:xfrm rot="0">
              <a:off x="2589" y="3970"/>
              <a:ext cx="22" cy="33"/>
            </a:xfrm>
            <a:custGeom>
              <a:avLst/>
              <a:ahLst/>
              <a:rect l="0" t="0" r="r" b="b"/>
              <a:pathLst>
                <a:path w="68" h="100">
                  <a:moveTo>
                    <a:pt x="0" y="2"/>
                  </a:moveTo>
                  <a:lnTo>
                    <a:pt x="2" y="51"/>
                  </a:lnTo>
                  <a:lnTo>
                    <a:pt x="5" y="100"/>
                  </a:lnTo>
                  <a:lnTo>
                    <a:pt x="68" y="98"/>
                  </a:lnTo>
                  <a:lnTo>
                    <a:pt x="66" y="49"/>
                  </a:lnTo>
                  <a:lnTo>
                    <a:pt x="6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71" name=""/>
            <p:cNvSpPr/>
            <p:nvPr/>
          </p:nvSpPr>
          <p:spPr>
            <a:xfrm rot="0">
              <a:off x="2589" y="3970"/>
              <a:ext cx="22" cy="33"/>
            </a:xfrm>
            <a:custGeom>
              <a:avLst/>
              <a:ahLst/>
              <a:rect l="0" t="0" r="r" b="b"/>
              <a:pathLst>
                <a:path w="68" h="100">
                  <a:moveTo>
                    <a:pt x="0" y="2"/>
                  </a:moveTo>
                  <a:lnTo>
                    <a:pt x="2" y="51"/>
                  </a:lnTo>
                  <a:lnTo>
                    <a:pt x="5" y="100"/>
                  </a:lnTo>
                  <a:lnTo>
                    <a:pt x="68" y="98"/>
                  </a:lnTo>
                  <a:lnTo>
                    <a:pt x="66" y="49"/>
                  </a:lnTo>
                  <a:lnTo>
                    <a:pt x="63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72" name=""/>
            <p:cNvSpPr/>
            <p:nvPr/>
          </p:nvSpPr>
          <p:spPr>
            <a:xfrm rot="0">
              <a:off x="2611" y="3986"/>
              <a:ext cx="1" cy="17"/>
            </a:xfrm>
            <a:custGeom>
              <a:avLst/>
              <a:ahLst/>
              <a:rect l="0" t="0" r="r" b="b"/>
              <a:pathLst>
                <a:path w="5" h="49">
                  <a:moveTo>
                    <a:pt x="0" y="0"/>
                  </a:moveTo>
                  <a:lnTo>
                    <a:pt x="2" y="49"/>
                  </a:lnTo>
                  <a:lnTo>
                    <a:pt x="5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73" name=""/>
            <p:cNvSpPr/>
            <p:nvPr/>
          </p:nvSpPr>
          <p:spPr>
            <a:xfrm rot="0">
              <a:off x="2611" y="40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74" name=""/>
            <p:cNvSpPr/>
            <p:nvPr/>
          </p:nvSpPr>
          <p:spPr>
            <a:xfrm rot="0">
              <a:off x="2609" y="3968"/>
              <a:ext cx="24" cy="35"/>
            </a:xfrm>
            <a:custGeom>
              <a:avLst/>
              <a:ahLst/>
              <a:rect l="0" t="0" r="r" b="b"/>
              <a:pathLst>
                <a:path w="73" h="105">
                  <a:moveTo>
                    <a:pt x="0" y="7"/>
                  </a:moveTo>
                  <a:lnTo>
                    <a:pt x="5" y="56"/>
                  </a:lnTo>
                  <a:lnTo>
                    <a:pt x="10" y="105"/>
                  </a:lnTo>
                  <a:lnTo>
                    <a:pt x="73" y="98"/>
                  </a:lnTo>
                  <a:lnTo>
                    <a:pt x="68" y="49"/>
                  </a:lnTo>
                  <a:lnTo>
                    <a:pt x="63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75" name=""/>
            <p:cNvSpPr/>
            <p:nvPr/>
          </p:nvSpPr>
          <p:spPr>
            <a:xfrm rot="0">
              <a:off x="2609" y="3968"/>
              <a:ext cx="24" cy="35"/>
            </a:xfrm>
            <a:custGeom>
              <a:avLst/>
              <a:ahLst/>
              <a:rect l="0" t="0" r="r" b="b"/>
              <a:pathLst>
                <a:path w="73" h="105">
                  <a:moveTo>
                    <a:pt x="0" y="7"/>
                  </a:moveTo>
                  <a:lnTo>
                    <a:pt x="5" y="56"/>
                  </a:lnTo>
                  <a:lnTo>
                    <a:pt x="10" y="105"/>
                  </a:lnTo>
                  <a:lnTo>
                    <a:pt x="73" y="98"/>
                  </a:lnTo>
                  <a:lnTo>
                    <a:pt x="68" y="49"/>
                  </a:lnTo>
                  <a:lnTo>
                    <a:pt x="63" y="0"/>
                  </a:lnTo>
                  <a:lnTo>
                    <a:pt x="0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76" name=""/>
            <p:cNvSpPr/>
            <p:nvPr/>
          </p:nvSpPr>
          <p:spPr>
            <a:xfrm rot="0">
              <a:off x="2632" y="3984"/>
              <a:ext cx="1" cy="16"/>
            </a:xfrm>
            <a:custGeom>
              <a:avLst/>
              <a:ahLst/>
              <a:rect l="0" t="0" r="r" b="b"/>
              <a:pathLst>
                <a:path w="5" h="49">
                  <a:moveTo>
                    <a:pt x="0" y="0"/>
                  </a:moveTo>
                  <a:lnTo>
                    <a:pt x="5" y="49"/>
                  </a:lnTo>
                  <a:lnTo>
                    <a:pt x="5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77" name=""/>
            <p:cNvSpPr/>
            <p:nvPr/>
          </p:nvSpPr>
          <p:spPr>
            <a:xfrm rot="0">
              <a:off x="2633" y="40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78" name=""/>
            <p:cNvSpPr/>
            <p:nvPr/>
          </p:nvSpPr>
          <p:spPr>
            <a:xfrm rot="0">
              <a:off x="2630" y="3966"/>
              <a:ext cx="24" cy="34"/>
            </a:xfrm>
            <a:custGeom>
              <a:avLst/>
              <a:ahLst/>
              <a:rect l="0" t="0" r="r" b="b"/>
              <a:pathLst>
                <a:path w="72" h="104">
                  <a:moveTo>
                    <a:pt x="0" y="6"/>
                  </a:moveTo>
                  <a:lnTo>
                    <a:pt x="5" y="55"/>
                  </a:lnTo>
                  <a:lnTo>
                    <a:pt x="10" y="104"/>
                  </a:lnTo>
                  <a:lnTo>
                    <a:pt x="72" y="98"/>
                  </a:lnTo>
                  <a:lnTo>
                    <a:pt x="67" y="49"/>
                  </a:lnTo>
                  <a:lnTo>
                    <a:pt x="62" y="0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79" name=""/>
            <p:cNvSpPr/>
            <p:nvPr/>
          </p:nvSpPr>
          <p:spPr>
            <a:xfrm rot="0">
              <a:off x="2630" y="3966"/>
              <a:ext cx="24" cy="34"/>
            </a:xfrm>
            <a:custGeom>
              <a:avLst/>
              <a:ahLst/>
              <a:rect l="0" t="0" r="r" b="b"/>
              <a:pathLst>
                <a:path w="72" h="104">
                  <a:moveTo>
                    <a:pt x="0" y="6"/>
                  </a:moveTo>
                  <a:lnTo>
                    <a:pt x="5" y="55"/>
                  </a:lnTo>
                  <a:lnTo>
                    <a:pt x="10" y="104"/>
                  </a:lnTo>
                  <a:lnTo>
                    <a:pt x="72" y="98"/>
                  </a:lnTo>
                  <a:lnTo>
                    <a:pt x="67" y="49"/>
                  </a:lnTo>
                  <a:lnTo>
                    <a:pt x="62" y="0"/>
                  </a:lnTo>
                  <a:lnTo>
                    <a:pt x="0" y="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80" name=""/>
            <p:cNvSpPr/>
            <p:nvPr/>
          </p:nvSpPr>
          <p:spPr>
            <a:xfrm rot="0">
              <a:off x="2652" y="3982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0" y="0"/>
                  </a:moveTo>
                  <a:lnTo>
                    <a:pt x="5" y="49"/>
                  </a:lnTo>
                  <a:lnTo>
                    <a:pt x="8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81" name=""/>
            <p:cNvSpPr/>
            <p:nvPr/>
          </p:nvSpPr>
          <p:spPr>
            <a:xfrm rot="0">
              <a:off x="2654" y="39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82" name=""/>
            <p:cNvSpPr/>
            <p:nvPr/>
          </p:nvSpPr>
          <p:spPr>
            <a:xfrm rot="0">
              <a:off x="2650" y="3963"/>
              <a:ext cx="26" cy="35"/>
            </a:xfrm>
            <a:custGeom>
              <a:avLst/>
              <a:ahLst/>
              <a:rect l="0" t="0" r="r" b="b"/>
              <a:pathLst>
                <a:path w="78" h="107">
                  <a:moveTo>
                    <a:pt x="0" y="9"/>
                  </a:moveTo>
                  <a:lnTo>
                    <a:pt x="8" y="58"/>
                  </a:lnTo>
                  <a:lnTo>
                    <a:pt x="16" y="107"/>
                  </a:lnTo>
                  <a:lnTo>
                    <a:pt x="78" y="98"/>
                  </a:lnTo>
                  <a:lnTo>
                    <a:pt x="70" y="49"/>
                  </a:lnTo>
                  <a:lnTo>
                    <a:pt x="62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83" name=""/>
            <p:cNvSpPr/>
            <p:nvPr/>
          </p:nvSpPr>
          <p:spPr>
            <a:xfrm rot="0">
              <a:off x="2650" y="3963"/>
              <a:ext cx="26" cy="35"/>
            </a:xfrm>
            <a:custGeom>
              <a:avLst/>
              <a:ahLst/>
              <a:rect l="0" t="0" r="r" b="b"/>
              <a:pathLst>
                <a:path w="78" h="107">
                  <a:moveTo>
                    <a:pt x="0" y="9"/>
                  </a:moveTo>
                  <a:lnTo>
                    <a:pt x="8" y="58"/>
                  </a:lnTo>
                  <a:lnTo>
                    <a:pt x="16" y="107"/>
                  </a:lnTo>
                  <a:lnTo>
                    <a:pt x="78" y="98"/>
                  </a:lnTo>
                  <a:lnTo>
                    <a:pt x="70" y="49"/>
                  </a:lnTo>
                  <a:lnTo>
                    <a:pt x="62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84" name=""/>
            <p:cNvSpPr/>
            <p:nvPr/>
          </p:nvSpPr>
          <p:spPr>
            <a:xfrm rot="0">
              <a:off x="2673" y="3979"/>
              <a:ext cx="3" cy="16"/>
            </a:xfrm>
            <a:custGeom>
              <a:avLst/>
              <a:ahLst/>
              <a:rect l="0" t="0" r="r" b="b"/>
              <a:pathLst>
                <a:path w="9" h="49">
                  <a:moveTo>
                    <a:pt x="0" y="0"/>
                  </a:moveTo>
                  <a:lnTo>
                    <a:pt x="8" y="49"/>
                  </a:lnTo>
                  <a:lnTo>
                    <a:pt x="9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85" name=""/>
            <p:cNvSpPr/>
            <p:nvPr/>
          </p:nvSpPr>
          <p:spPr>
            <a:xfrm rot="0">
              <a:off x="2676" y="39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86" name=""/>
            <p:cNvSpPr/>
            <p:nvPr/>
          </p:nvSpPr>
          <p:spPr>
            <a:xfrm rot="0">
              <a:off x="2670" y="3959"/>
              <a:ext cx="26" cy="36"/>
            </a:xfrm>
            <a:custGeom>
              <a:avLst/>
              <a:ahLst/>
              <a:rect l="0" t="0" r="r" b="b"/>
              <a:pathLst>
                <a:path w="79" h="110">
                  <a:moveTo>
                    <a:pt x="0" y="12"/>
                  </a:moveTo>
                  <a:lnTo>
                    <a:pt x="9" y="61"/>
                  </a:lnTo>
                  <a:lnTo>
                    <a:pt x="18" y="110"/>
                  </a:lnTo>
                  <a:lnTo>
                    <a:pt x="79" y="98"/>
                  </a:lnTo>
                  <a:lnTo>
                    <a:pt x="70" y="49"/>
                  </a:lnTo>
                  <a:lnTo>
                    <a:pt x="61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87" name=""/>
            <p:cNvSpPr/>
            <p:nvPr/>
          </p:nvSpPr>
          <p:spPr>
            <a:xfrm rot="0">
              <a:off x="2670" y="3959"/>
              <a:ext cx="26" cy="36"/>
            </a:xfrm>
            <a:custGeom>
              <a:avLst/>
              <a:ahLst/>
              <a:rect l="0" t="0" r="r" b="b"/>
              <a:pathLst>
                <a:path w="79" h="110">
                  <a:moveTo>
                    <a:pt x="0" y="12"/>
                  </a:moveTo>
                  <a:lnTo>
                    <a:pt x="9" y="61"/>
                  </a:lnTo>
                  <a:lnTo>
                    <a:pt x="18" y="110"/>
                  </a:lnTo>
                  <a:lnTo>
                    <a:pt x="79" y="98"/>
                  </a:lnTo>
                  <a:lnTo>
                    <a:pt x="70" y="49"/>
                  </a:lnTo>
                  <a:lnTo>
                    <a:pt x="61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88" name=""/>
            <p:cNvSpPr/>
            <p:nvPr/>
          </p:nvSpPr>
          <p:spPr>
            <a:xfrm rot="0">
              <a:off x="2693" y="3975"/>
              <a:ext cx="3" cy="16"/>
            </a:xfrm>
            <a:custGeom>
              <a:avLst/>
              <a:ahLst/>
              <a:rect l="0" t="0" r="r" b="b"/>
              <a:pathLst>
                <a:path w="9" h="49">
                  <a:moveTo>
                    <a:pt x="0" y="0"/>
                  </a:moveTo>
                  <a:lnTo>
                    <a:pt x="9" y="49"/>
                  </a:lnTo>
                  <a:lnTo>
                    <a:pt x="9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89" name=""/>
            <p:cNvSpPr/>
            <p:nvPr/>
          </p:nvSpPr>
          <p:spPr>
            <a:xfrm rot="0">
              <a:off x="2696" y="3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90" name=""/>
            <p:cNvSpPr/>
            <p:nvPr/>
          </p:nvSpPr>
          <p:spPr>
            <a:xfrm rot="0">
              <a:off x="2690" y="3955"/>
              <a:ext cx="26" cy="36"/>
            </a:xfrm>
            <a:custGeom>
              <a:avLst/>
              <a:ahLst/>
              <a:rect l="0" t="0" r="r" b="b"/>
              <a:pathLst>
                <a:path w="77" h="109">
                  <a:moveTo>
                    <a:pt x="0" y="11"/>
                  </a:moveTo>
                  <a:lnTo>
                    <a:pt x="9" y="60"/>
                  </a:lnTo>
                  <a:lnTo>
                    <a:pt x="18" y="109"/>
                  </a:lnTo>
                  <a:lnTo>
                    <a:pt x="77" y="98"/>
                  </a:lnTo>
                  <a:lnTo>
                    <a:pt x="68" y="49"/>
                  </a:lnTo>
                  <a:lnTo>
                    <a:pt x="59" y="0"/>
                  </a:lnTo>
                  <a:lnTo>
                    <a:pt x="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91" name=""/>
            <p:cNvSpPr/>
            <p:nvPr/>
          </p:nvSpPr>
          <p:spPr>
            <a:xfrm rot="0">
              <a:off x="2690" y="3955"/>
              <a:ext cx="26" cy="36"/>
            </a:xfrm>
            <a:custGeom>
              <a:avLst/>
              <a:ahLst/>
              <a:rect l="0" t="0" r="r" b="b"/>
              <a:pathLst>
                <a:path w="77" h="109">
                  <a:moveTo>
                    <a:pt x="0" y="11"/>
                  </a:moveTo>
                  <a:lnTo>
                    <a:pt x="9" y="60"/>
                  </a:lnTo>
                  <a:lnTo>
                    <a:pt x="18" y="109"/>
                  </a:lnTo>
                  <a:lnTo>
                    <a:pt x="77" y="98"/>
                  </a:lnTo>
                  <a:lnTo>
                    <a:pt x="68" y="49"/>
                  </a:lnTo>
                  <a:lnTo>
                    <a:pt x="59" y="0"/>
                  </a:lnTo>
                  <a:lnTo>
                    <a:pt x="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92" name=""/>
            <p:cNvSpPr/>
            <p:nvPr/>
          </p:nvSpPr>
          <p:spPr>
            <a:xfrm rot="0">
              <a:off x="2710" y="3955"/>
              <a:ext cx="19" cy="33"/>
            </a:xfrm>
            <a:custGeom>
              <a:avLst/>
              <a:ahLst/>
              <a:rect l="0" t="0" r="r" b="b"/>
              <a:pathLst>
                <a:path w="58" h="98">
                  <a:moveTo>
                    <a:pt x="9" y="49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7" y="16"/>
                  </a:lnTo>
                  <a:lnTo>
                    <a:pt x="54" y="27"/>
                  </a:lnTo>
                  <a:lnTo>
                    <a:pt x="58" y="40"/>
                  </a:lnTo>
                  <a:lnTo>
                    <a:pt x="58" y="53"/>
                  </a:lnTo>
                  <a:lnTo>
                    <a:pt x="56" y="64"/>
                  </a:lnTo>
                  <a:lnTo>
                    <a:pt x="50" y="76"/>
                  </a:lnTo>
                  <a:lnTo>
                    <a:pt x="41" y="86"/>
                  </a:lnTo>
                  <a:lnTo>
                    <a:pt x="31" y="94"/>
                  </a:lnTo>
                  <a:lnTo>
                    <a:pt x="18" y="98"/>
                  </a:lnTo>
                  <a:lnTo>
                    <a:pt x="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93" name=""/>
            <p:cNvSpPr/>
            <p:nvPr/>
          </p:nvSpPr>
          <p:spPr>
            <a:xfrm rot="0">
              <a:off x="2710" y="3955"/>
              <a:ext cx="19" cy="33"/>
            </a:xfrm>
            <a:custGeom>
              <a:avLst/>
              <a:ahLst/>
              <a:rect l="0" t="0" r="r" b="b"/>
              <a:pathLst>
                <a:path w="58" h="98">
                  <a:moveTo>
                    <a:pt x="0" y="0"/>
                  </a:moveTo>
                  <a:lnTo>
                    <a:pt x="13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7" y="16"/>
                  </a:lnTo>
                  <a:lnTo>
                    <a:pt x="54" y="27"/>
                  </a:lnTo>
                  <a:lnTo>
                    <a:pt x="58" y="40"/>
                  </a:lnTo>
                  <a:lnTo>
                    <a:pt x="58" y="53"/>
                  </a:lnTo>
                  <a:lnTo>
                    <a:pt x="56" y="64"/>
                  </a:lnTo>
                  <a:lnTo>
                    <a:pt x="50" y="76"/>
                  </a:lnTo>
                  <a:lnTo>
                    <a:pt x="41" y="86"/>
                  </a:lnTo>
                  <a:lnTo>
                    <a:pt x="31" y="94"/>
                  </a:lnTo>
                  <a:lnTo>
                    <a:pt x="18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94" name=""/>
            <p:cNvSpPr/>
            <p:nvPr/>
          </p:nvSpPr>
          <p:spPr>
            <a:xfrm rot="0">
              <a:off x="2938" y="3831"/>
              <a:ext cx="33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50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3"/>
                  </a:lnTo>
                  <a:lnTo>
                    <a:pt x="15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95" name=""/>
            <p:cNvSpPr/>
            <p:nvPr/>
          </p:nvSpPr>
          <p:spPr>
            <a:xfrm rot="0">
              <a:off x="2938" y="3831"/>
              <a:ext cx="33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3"/>
                  </a:lnTo>
                  <a:lnTo>
                    <a:pt x="15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96" name=""/>
            <p:cNvSpPr/>
            <p:nvPr/>
          </p:nvSpPr>
          <p:spPr>
            <a:xfrm rot="0">
              <a:off x="2938" y="3413"/>
              <a:ext cx="33" cy="418"/>
            </a:xfrm>
            <a:custGeom>
              <a:avLst/>
              <a:ahLst/>
              <a:rect l="0" t="0" r="r" b="b"/>
              <a:pathLst>
                <a:path w="100" h="1255">
                  <a:moveTo>
                    <a:pt x="0" y="1255"/>
                  </a:moveTo>
                  <a:lnTo>
                    <a:pt x="50" y="1255"/>
                  </a:lnTo>
                  <a:lnTo>
                    <a:pt x="100" y="1255"/>
                  </a:lnTo>
                  <a:lnTo>
                    <a:pt x="10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12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97" name=""/>
            <p:cNvSpPr/>
            <p:nvPr/>
          </p:nvSpPr>
          <p:spPr>
            <a:xfrm rot="0">
              <a:off x="2938" y="3413"/>
              <a:ext cx="33" cy="418"/>
            </a:xfrm>
            <a:custGeom>
              <a:avLst/>
              <a:ahLst/>
              <a:rect l="0" t="0" r="r" b="b"/>
              <a:pathLst>
                <a:path w="100" h="1255">
                  <a:moveTo>
                    <a:pt x="0" y="1255"/>
                  </a:moveTo>
                  <a:lnTo>
                    <a:pt x="50" y="1255"/>
                  </a:lnTo>
                  <a:lnTo>
                    <a:pt x="100" y="1255"/>
                  </a:lnTo>
                  <a:lnTo>
                    <a:pt x="10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12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298" name=""/>
            <p:cNvSpPr/>
            <p:nvPr/>
          </p:nvSpPr>
          <p:spPr>
            <a:xfrm rot="0">
              <a:off x="2938" y="339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50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299" name=""/>
            <p:cNvSpPr/>
            <p:nvPr/>
          </p:nvSpPr>
          <p:spPr>
            <a:xfrm rot="0">
              <a:off x="2938" y="339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00" name=""/>
            <p:cNvSpPr/>
            <p:nvPr/>
          </p:nvSpPr>
          <p:spPr>
            <a:xfrm rot="0">
              <a:off x="2938" y="3413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50" y="1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3" y="25"/>
                  </a:lnTo>
                  <a:lnTo>
                    <a:pt x="86" y="35"/>
                  </a:lnTo>
                  <a:lnTo>
                    <a:pt x="75" y="44"/>
                  </a:lnTo>
                  <a:lnTo>
                    <a:pt x="64" y="49"/>
                  </a:lnTo>
                  <a:lnTo>
                    <a:pt x="51" y="50"/>
                  </a:lnTo>
                  <a:lnTo>
                    <a:pt x="38" y="49"/>
                  </a:lnTo>
                  <a:lnTo>
                    <a:pt x="26" y="45"/>
                  </a:lnTo>
                  <a:lnTo>
                    <a:pt x="16" y="37"/>
                  </a:lnTo>
                  <a:lnTo>
                    <a:pt x="7" y="27"/>
                  </a:lnTo>
                  <a:lnTo>
                    <a:pt x="2" y="15"/>
                  </a:lnTo>
                  <a:lnTo>
                    <a:pt x="0" y="3"/>
                  </a:lnTo>
                  <a:lnTo>
                    <a:pt x="5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01" name=""/>
            <p:cNvSpPr/>
            <p:nvPr/>
          </p:nvSpPr>
          <p:spPr>
            <a:xfrm rot="0">
              <a:off x="2938" y="3413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99" y="0"/>
                  </a:moveTo>
                  <a:lnTo>
                    <a:pt x="97" y="13"/>
                  </a:lnTo>
                  <a:lnTo>
                    <a:pt x="93" y="25"/>
                  </a:lnTo>
                  <a:lnTo>
                    <a:pt x="86" y="35"/>
                  </a:lnTo>
                  <a:lnTo>
                    <a:pt x="75" y="44"/>
                  </a:lnTo>
                  <a:lnTo>
                    <a:pt x="64" y="49"/>
                  </a:lnTo>
                  <a:lnTo>
                    <a:pt x="51" y="50"/>
                  </a:lnTo>
                  <a:lnTo>
                    <a:pt x="38" y="49"/>
                  </a:lnTo>
                  <a:lnTo>
                    <a:pt x="26" y="45"/>
                  </a:lnTo>
                  <a:lnTo>
                    <a:pt x="16" y="37"/>
                  </a:lnTo>
                  <a:lnTo>
                    <a:pt x="7" y="27"/>
                  </a:lnTo>
                  <a:lnTo>
                    <a:pt x="2" y="15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02" name=""/>
            <p:cNvSpPr/>
            <p:nvPr/>
          </p:nvSpPr>
          <p:spPr>
            <a:xfrm rot="0">
              <a:off x="2938" y="3399"/>
              <a:ext cx="33" cy="15"/>
            </a:xfrm>
            <a:custGeom>
              <a:avLst/>
              <a:ahLst/>
              <a:rect l="0" t="0" r="r" b="b"/>
              <a:pathLst>
                <a:path w="100" h="43">
                  <a:moveTo>
                    <a:pt x="1" y="43"/>
                  </a:moveTo>
                  <a:lnTo>
                    <a:pt x="51" y="41"/>
                  </a:lnTo>
                  <a:lnTo>
                    <a:pt x="100" y="40"/>
                  </a:lnTo>
                  <a:lnTo>
                    <a:pt x="98" y="0"/>
                  </a:lnTo>
                  <a:lnTo>
                    <a:pt x="49" y="1"/>
                  </a:lnTo>
                  <a:lnTo>
                    <a:pt x="0" y="3"/>
                  </a:lnTo>
                  <a:lnTo>
                    <a:pt x="1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03" name=""/>
            <p:cNvSpPr/>
            <p:nvPr/>
          </p:nvSpPr>
          <p:spPr>
            <a:xfrm rot="0">
              <a:off x="2938" y="3399"/>
              <a:ext cx="33" cy="15"/>
            </a:xfrm>
            <a:custGeom>
              <a:avLst/>
              <a:ahLst/>
              <a:rect l="0" t="0" r="r" b="b"/>
              <a:pathLst>
                <a:path w="100" h="43">
                  <a:moveTo>
                    <a:pt x="1" y="43"/>
                  </a:moveTo>
                  <a:lnTo>
                    <a:pt x="51" y="41"/>
                  </a:lnTo>
                  <a:lnTo>
                    <a:pt x="100" y="40"/>
                  </a:lnTo>
                  <a:lnTo>
                    <a:pt x="98" y="0"/>
                  </a:lnTo>
                  <a:lnTo>
                    <a:pt x="49" y="1"/>
                  </a:lnTo>
                  <a:lnTo>
                    <a:pt x="0" y="3"/>
                  </a:lnTo>
                  <a:lnTo>
                    <a:pt x="1" y="4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04" name=""/>
            <p:cNvSpPr/>
            <p:nvPr/>
          </p:nvSpPr>
          <p:spPr>
            <a:xfrm rot="0">
              <a:off x="2954" y="3398"/>
              <a:ext cx="16" cy="2"/>
            </a:xfrm>
            <a:custGeom>
              <a:avLst/>
              <a:ahLst/>
              <a:rect l="0" t="0" r="r" b="b"/>
              <a:pathLst>
                <a:path w="49" h="4">
                  <a:moveTo>
                    <a:pt x="0" y="4"/>
                  </a:moveTo>
                  <a:lnTo>
                    <a:pt x="49" y="3"/>
                  </a:lnTo>
                  <a:lnTo>
                    <a:pt x="49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05" name=""/>
            <p:cNvSpPr/>
            <p:nvPr/>
          </p:nvSpPr>
          <p:spPr>
            <a:xfrm rot="0" flipV="1">
              <a:off x="2970" y="33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06" name=""/>
            <p:cNvSpPr/>
            <p:nvPr/>
          </p:nvSpPr>
          <p:spPr>
            <a:xfrm rot="0">
              <a:off x="2937" y="3386"/>
              <a:ext cx="33" cy="15"/>
            </a:xfrm>
            <a:custGeom>
              <a:avLst/>
              <a:ahLst/>
              <a:rect l="0" t="0" r="r" b="b"/>
              <a:pathLst>
                <a:path w="100" h="45">
                  <a:moveTo>
                    <a:pt x="2" y="45"/>
                  </a:moveTo>
                  <a:lnTo>
                    <a:pt x="51" y="41"/>
                  </a:lnTo>
                  <a:lnTo>
                    <a:pt x="100" y="37"/>
                  </a:lnTo>
                  <a:lnTo>
                    <a:pt x="98" y="0"/>
                  </a:lnTo>
                  <a:lnTo>
                    <a:pt x="49" y="4"/>
                  </a:lnTo>
                  <a:lnTo>
                    <a:pt x="0" y="8"/>
                  </a:lnTo>
                  <a:lnTo>
                    <a:pt x="2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07" name=""/>
            <p:cNvSpPr/>
            <p:nvPr/>
          </p:nvSpPr>
          <p:spPr>
            <a:xfrm rot="0">
              <a:off x="2937" y="3386"/>
              <a:ext cx="33" cy="15"/>
            </a:xfrm>
            <a:custGeom>
              <a:avLst/>
              <a:ahLst/>
              <a:rect l="0" t="0" r="r" b="b"/>
              <a:pathLst>
                <a:path w="100" h="45">
                  <a:moveTo>
                    <a:pt x="2" y="45"/>
                  </a:moveTo>
                  <a:lnTo>
                    <a:pt x="51" y="41"/>
                  </a:lnTo>
                  <a:lnTo>
                    <a:pt x="100" y="37"/>
                  </a:lnTo>
                  <a:lnTo>
                    <a:pt x="98" y="0"/>
                  </a:lnTo>
                  <a:lnTo>
                    <a:pt x="49" y="4"/>
                  </a:lnTo>
                  <a:lnTo>
                    <a:pt x="0" y="8"/>
                  </a:lnTo>
                  <a:lnTo>
                    <a:pt x="2" y="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08" name=""/>
            <p:cNvSpPr/>
            <p:nvPr/>
          </p:nvSpPr>
          <p:spPr>
            <a:xfrm rot="0">
              <a:off x="2953" y="3385"/>
              <a:ext cx="17" cy="2"/>
            </a:xfrm>
            <a:custGeom>
              <a:avLst/>
              <a:ahLst/>
              <a:rect l="0" t="0" r="r" b="b"/>
              <a:pathLst>
                <a:path w="49" h="8">
                  <a:moveTo>
                    <a:pt x="0" y="8"/>
                  </a:moveTo>
                  <a:lnTo>
                    <a:pt x="49" y="4"/>
                  </a:lnTo>
                  <a:lnTo>
                    <a:pt x="49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09" name=""/>
            <p:cNvSpPr/>
            <p:nvPr/>
          </p:nvSpPr>
          <p:spPr>
            <a:xfrm rot="0" flipV="1">
              <a:off x="2970" y="33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10" name=""/>
            <p:cNvSpPr/>
            <p:nvPr/>
          </p:nvSpPr>
          <p:spPr>
            <a:xfrm rot="0">
              <a:off x="2935" y="3371"/>
              <a:ext cx="35" cy="19"/>
            </a:xfrm>
            <a:custGeom>
              <a:avLst/>
              <a:ahLst/>
              <a:rect l="0" t="0" r="r" b="b"/>
              <a:pathLst>
                <a:path w="105" h="56">
                  <a:moveTo>
                    <a:pt x="7" y="56"/>
                  </a:moveTo>
                  <a:lnTo>
                    <a:pt x="56" y="48"/>
                  </a:lnTo>
                  <a:lnTo>
                    <a:pt x="105" y="40"/>
                  </a:lnTo>
                  <a:lnTo>
                    <a:pt x="98" y="0"/>
                  </a:lnTo>
                  <a:lnTo>
                    <a:pt x="49" y="8"/>
                  </a:lnTo>
                  <a:lnTo>
                    <a:pt x="0" y="16"/>
                  </a:lnTo>
                  <a:lnTo>
                    <a:pt x="7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11" name=""/>
            <p:cNvSpPr/>
            <p:nvPr/>
          </p:nvSpPr>
          <p:spPr>
            <a:xfrm rot="0">
              <a:off x="2935" y="3371"/>
              <a:ext cx="35" cy="19"/>
            </a:xfrm>
            <a:custGeom>
              <a:avLst/>
              <a:ahLst/>
              <a:rect l="0" t="0" r="r" b="b"/>
              <a:pathLst>
                <a:path w="105" h="56">
                  <a:moveTo>
                    <a:pt x="7" y="56"/>
                  </a:moveTo>
                  <a:lnTo>
                    <a:pt x="56" y="48"/>
                  </a:lnTo>
                  <a:lnTo>
                    <a:pt x="105" y="40"/>
                  </a:lnTo>
                  <a:lnTo>
                    <a:pt x="98" y="0"/>
                  </a:lnTo>
                  <a:lnTo>
                    <a:pt x="49" y="8"/>
                  </a:lnTo>
                  <a:lnTo>
                    <a:pt x="0" y="16"/>
                  </a:lnTo>
                  <a:lnTo>
                    <a:pt x="7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12" name=""/>
            <p:cNvSpPr/>
            <p:nvPr/>
          </p:nvSpPr>
          <p:spPr>
            <a:xfrm rot="0">
              <a:off x="2951" y="3369"/>
              <a:ext cx="16" cy="5"/>
            </a:xfrm>
            <a:custGeom>
              <a:avLst/>
              <a:ahLst/>
              <a:rect l="0" t="0" r="r" b="b"/>
              <a:pathLst>
                <a:path w="49" h="14">
                  <a:moveTo>
                    <a:pt x="0" y="14"/>
                  </a:moveTo>
                  <a:lnTo>
                    <a:pt x="49" y="6"/>
                  </a:lnTo>
                  <a:lnTo>
                    <a:pt x="48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13" name=""/>
            <p:cNvSpPr/>
            <p:nvPr/>
          </p:nvSpPr>
          <p:spPr>
            <a:xfrm rot="0" flipH="1" flipV="1">
              <a:off x="2967" y="3369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14" name=""/>
            <p:cNvSpPr/>
            <p:nvPr/>
          </p:nvSpPr>
          <p:spPr>
            <a:xfrm rot="0">
              <a:off x="2933" y="3360"/>
              <a:ext cx="34" cy="19"/>
            </a:xfrm>
            <a:custGeom>
              <a:avLst/>
              <a:ahLst/>
              <a:rect l="0" t="0" r="r" b="b"/>
              <a:pathLst>
                <a:path w="103" h="56">
                  <a:moveTo>
                    <a:pt x="7" y="56"/>
                  </a:moveTo>
                  <a:lnTo>
                    <a:pt x="55" y="42"/>
                  </a:lnTo>
                  <a:lnTo>
                    <a:pt x="103" y="28"/>
                  </a:lnTo>
                  <a:lnTo>
                    <a:pt x="95" y="0"/>
                  </a:lnTo>
                  <a:lnTo>
                    <a:pt x="47" y="15"/>
                  </a:lnTo>
                  <a:lnTo>
                    <a:pt x="0" y="29"/>
                  </a:lnTo>
                  <a:lnTo>
                    <a:pt x="7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15" name=""/>
            <p:cNvSpPr/>
            <p:nvPr/>
          </p:nvSpPr>
          <p:spPr>
            <a:xfrm rot="0">
              <a:off x="2933" y="3360"/>
              <a:ext cx="34" cy="19"/>
            </a:xfrm>
            <a:custGeom>
              <a:avLst/>
              <a:ahLst/>
              <a:rect l="0" t="0" r="r" b="b"/>
              <a:pathLst>
                <a:path w="103" h="56">
                  <a:moveTo>
                    <a:pt x="7" y="56"/>
                  </a:moveTo>
                  <a:lnTo>
                    <a:pt x="55" y="42"/>
                  </a:lnTo>
                  <a:lnTo>
                    <a:pt x="103" y="28"/>
                  </a:lnTo>
                  <a:lnTo>
                    <a:pt x="95" y="0"/>
                  </a:lnTo>
                  <a:lnTo>
                    <a:pt x="47" y="15"/>
                  </a:lnTo>
                  <a:lnTo>
                    <a:pt x="0" y="29"/>
                  </a:lnTo>
                  <a:lnTo>
                    <a:pt x="7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16" name=""/>
            <p:cNvSpPr/>
            <p:nvPr/>
          </p:nvSpPr>
          <p:spPr>
            <a:xfrm rot="0">
              <a:off x="2948" y="3358"/>
              <a:ext cx="16" cy="7"/>
            </a:xfrm>
            <a:custGeom>
              <a:avLst/>
              <a:ahLst/>
              <a:rect l="0" t="0" r="r" b="b"/>
              <a:pathLst>
                <a:path w="48" h="20">
                  <a:moveTo>
                    <a:pt x="0" y="20"/>
                  </a:moveTo>
                  <a:lnTo>
                    <a:pt x="48" y="5"/>
                  </a:lnTo>
                  <a:lnTo>
                    <a:pt x="46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17" name=""/>
            <p:cNvSpPr/>
            <p:nvPr/>
          </p:nvSpPr>
          <p:spPr>
            <a:xfrm rot="0" flipH="1" flipV="1">
              <a:off x="2964" y="3358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18" name=""/>
            <p:cNvSpPr/>
            <p:nvPr/>
          </p:nvSpPr>
          <p:spPr>
            <a:xfrm rot="0">
              <a:off x="2930" y="3350"/>
              <a:ext cx="34" cy="21"/>
            </a:xfrm>
            <a:custGeom>
              <a:avLst/>
              <a:ahLst/>
              <a:rect l="0" t="0" r="r" b="b"/>
              <a:pathLst>
                <a:path w="101" h="63">
                  <a:moveTo>
                    <a:pt x="10" y="63"/>
                  </a:moveTo>
                  <a:lnTo>
                    <a:pt x="55" y="44"/>
                  </a:lnTo>
                  <a:lnTo>
                    <a:pt x="101" y="24"/>
                  </a:lnTo>
                  <a:lnTo>
                    <a:pt x="90" y="0"/>
                  </a:lnTo>
                  <a:lnTo>
                    <a:pt x="45" y="19"/>
                  </a:lnTo>
                  <a:lnTo>
                    <a:pt x="0" y="39"/>
                  </a:lnTo>
                  <a:lnTo>
                    <a:pt x="10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19" name=""/>
            <p:cNvSpPr/>
            <p:nvPr/>
          </p:nvSpPr>
          <p:spPr>
            <a:xfrm rot="0">
              <a:off x="2930" y="3350"/>
              <a:ext cx="34" cy="21"/>
            </a:xfrm>
            <a:custGeom>
              <a:avLst/>
              <a:ahLst/>
              <a:rect l="0" t="0" r="r" b="b"/>
              <a:pathLst>
                <a:path w="101" h="63">
                  <a:moveTo>
                    <a:pt x="10" y="63"/>
                  </a:moveTo>
                  <a:lnTo>
                    <a:pt x="55" y="44"/>
                  </a:lnTo>
                  <a:lnTo>
                    <a:pt x="101" y="24"/>
                  </a:lnTo>
                  <a:lnTo>
                    <a:pt x="90" y="0"/>
                  </a:lnTo>
                  <a:lnTo>
                    <a:pt x="45" y="19"/>
                  </a:lnTo>
                  <a:lnTo>
                    <a:pt x="0" y="39"/>
                  </a:lnTo>
                  <a:lnTo>
                    <a:pt x="10" y="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20" name=""/>
            <p:cNvSpPr/>
            <p:nvPr/>
          </p:nvSpPr>
          <p:spPr>
            <a:xfrm rot="0">
              <a:off x="2945" y="3348"/>
              <a:ext cx="15" cy="9"/>
            </a:xfrm>
            <a:custGeom>
              <a:avLst/>
              <a:ahLst/>
              <a:rect l="0" t="0" r="r" b="b"/>
              <a:pathLst>
                <a:path w="45" h="27">
                  <a:moveTo>
                    <a:pt x="0" y="27"/>
                  </a:moveTo>
                  <a:lnTo>
                    <a:pt x="45" y="8"/>
                  </a:lnTo>
                  <a:lnTo>
                    <a:pt x="4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21" name=""/>
            <p:cNvSpPr/>
            <p:nvPr/>
          </p:nvSpPr>
          <p:spPr>
            <a:xfrm rot="0" flipH="1" flipV="1">
              <a:off x="2959" y="3348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22" name=""/>
            <p:cNvSpPr/>
            <p:nvPr/>
          </p:nvSpPr>
          <p:spPr>
            <a:xfrm rot="0">
              <a:off x="2926" y="3340"/>
              <a:ext cx="33" cy="26"/>
            </a:xfrm>
            <a:custGeom>
              <a:avLst/>
              <a:ahLst/>
              <a:rect l="0" t="0" r="r" b="b"/>
              <a:pathLst>
                <a:path w="98" h="77">
                  <a:moveTo>
                    <a:pt x="16" y="77"/>
                  </a:moveTo>
                  <a:lnTo>
                    <a:pt x="57" y="50"/>
                  </a:lnTo>
                  <a:lnTo>
                    <a:pt x="98" y="23"/>
                  </a:lnTo>
                  <a:lnTo>
                    <a:pt x="83" y="0"/>
                  </a:lnTo>
                  <a:lnTo>
                    <a:pt x="42" y="27"/>
                  </a:lnTo>
                  <a:lnTo>
                    <a:pt x="0" y="54"/>
                  </a:lnTo>
                  <a:lnTo>
                    <a:pt x="16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23" name=""/>
            <p:cNvSpPr/>
            <p:nvPr/>
          </p:nvSpPr>
          <p:spPr>
            <a:xfrm rot="0">
              <a:off x="2926" y="3340"/>
              <a:ext cx="33" cy="26"/>
            </a:xfrm>
            <a:custGeom>
              <a:avLst/>
              <a:ahLst/>
              <a:rect l="0" t="0" r="r" b="b"/>
              <a:pathLst>
                <a:path w="98" h="77">
                  <a:moveTo>
                    <a:pt x="16" y="77"/>
                  </a:moveTo>
                  <a:lnTo>
                    <a:pt x="57" y="50"/>
                  </a:lnTo>
                  <a:lnTo>
                    <a:pt x="98" y="23"/>
                  </a:lnTo>
                  <a:lnTo>
                    <a:pt x="83" y="0"/>
                  </a:lnTo>
                  <a:lnTo>
                    <a:pt x="42" y="27"/>
                  </a:lnTo>
                  <a:lnTo>
                    <a:pt x="0" y="54"/>
                  </a:lnTo>
                  <a:lnTo>
                    <a:pt x="16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24" name=""/>
            <p:cNvSpPr/>
            <p:nvPr/>
          </p:nvSpPr>
          <p:spPr>
            <a:xfrm rot="0">
              <a:off x="2940" y="3337"/>
              <a:ext cx="14" cy="12"/>
            </a:xfrm>
            <a:custGeom>
              <a:avLst/>
              <a:ahLst/>
              <a:rect l="0" t="0" r="r" b="b"/>
              <a:pathLst>
                <a:path w="41" h="35">
                  <a:moveTo>
                    <a:pt x="0" y="35"/>
                  </a:moveTo>
                  <a:lnTo>
                    <a:pt x="41" y="8"/>
                  </a:lnTo>
                  <a:lnTo>
                    <a:pt x="34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25" name=""/>
            <p:cNvSpPr/>
            <p:nvPr/>
          </p:nvSpPr>
          <p:spPr>
            <a:xfrm rot="0" flipH="1" flipV="1">
              <a:off x="2951" y="3337"/>
              <a:ext cx="3" cy="3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26" name=""/>
            <p:cNvSpPr/>
            <p:nvPr/>
          </p:nvSpPr>
          <p:spPr>
            <a:xfrm rot="0">
              <a:off x="2924" y="3333"/>
              <a:ext cx="27" cy="28"/>
            </a:xfrm>
            <a:custGeom>
              <a:avLst/>
              <a:ahLst/>
              <a:rect l="0" t="0" r="r" b="b"/>
              <a:pathLst>
                <a:path w="82" h="83">
                  <a:moveTo>
                    <a:pt x="13" y="83"/>
                  </a:moveTo>
                  <a:lnTo>
                    <a:pt x="48" y="48"/>
                  </a:lnTo>
                  <a:lnTo>
                    <a:pt x="82" y="13"/>
                  </a:lnTo>
                  <a:lnTo>
                    <a:pt x="70" y="0"/>
                  </a:lnTo>
                  <a:lnTo>
                    <a:pt x="35" y="35"/>
                  </a:lnTo>
                  <a:lnTo>
                    <a:pt x="0" y="70"/>
                  </a:lnTo>
                  <a:lnTo>
                    <a:pt x="13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27" name=""/>
            <p:cNvSpPr/>
            <p:nvPr/>
          </p:nvSpPr>
          <p:spPr>
            <a:xfrm rot="0">
              <a:off x="2924" y="3333"/>
              <a:ext cx="27" cy="28"/>
            </a:xfrm>
            <a:custGeom>
              <a:avLst/>
              <a:ahLst/>
              <a:rect l="0" t="0" r="r" b="b"/>
              <a:pathLst>
                <a:path w="82" h="83">
                  <a:moveTo>
                    <a:pt x="13" y="83"/>
                  </a:moveTo>
                  <a:lnTo>
                    <a:pt x="48" y="48"/>
                  </a:lnTo>
                  <a:lnTo>
                    <a:pt x="82" y="13"/>
                  </a:lnTo>
                  <a:lnTo>
                    <a:pt x="70" y="0"/>
                  </a:lnTo>
                  <a:lnTo>
                    <a:pt x="35" y="35"/>
                  </a:lnTo>
                  <a:lnTo>
                    <a:pt x="0" y="70"/>
                  </a:lnTo>
                  <a:lnTo>
                    <a:pt x="13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28" name=""/>
            <p:cNvSpPr/>
            <p:nvPr/>
          </p:nvSpPr>
          <p:spPr>
            <a:xfrm rot="0">
              <a:off x="2936" y="3331"/>
              <a:ext cx="11" cy="14"/>
            </a:xfrm>
            <a:custGeom>
              <a:avLst/>
              <a:ahLst/>
              <a:rect l="0" t="0" r="r" b="b"/>
              <a:pathLst>
                <a:path w="35" h="41">
                  <a:moveTo>
                    <a:pt x="0" y="41"/>
                  </a:moveTo>
                  <a:lnTo>
                    <a:pt x="35" y="6"/>
                  </a:lnTo>
                  <a:lnTo>
                    <a:pt x="27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29" name=""/>
            <p:cNvSpPr/>
            <p:nvPr/>
          </p:nvSpPr>
          <p:spPr>
            <a:xfrm rot="0" flipH="1" flipV="1">
              <a:off x="2945" y="3331"/>
              <a:ext cx="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30" name=""/>
            <p:cNvSpPr/>
            <p:nvPr/>
          </p:nvSpPr>
          <p:spPr>
            <a:xfrm rot="0">
              <a:off x="2922" y="3328"/>
              <a:ext cx="23" cy="30"/>
            </a:xfrm>
            <a:custGeom>
              <a:avLst/>
              <a:ahLst/>
              <a:rect l="0" t="0" r="r" b="b"/>
              <a:pathLst>
                <a:path w="69" h="91">
                  <a:moveTo>
                    <a:pt x="15" y="91"/>
                  </a:moveTo>
                  <a:lnTo>
                    <a:pt x="42" y="50"/>
                  </a:lnTo>
                  <a:lnTo>
                    <a:pt x="69" y="9"/>
                  </a:lnTo>
                  <a:lnTo>
                    <a:pt x="55" y="0"/>
                  </a:lnTo>
                  <a:lnTo>
                    <a:pt x="27" y="41"/>
                  </a:lnTo>
                  <a:lnTo>
                    <a:pt x="0" y="82"/>
                  </a:lnTo>
                  <a:lnTo>
                    <a:pt x="15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31" name=""/>
            <p:cNvSpPr/>
            <p:nvPr/>
          </p:nvSpPr>
          <p:spPr>
            <a:xfrm rot="0">
              <a:off x="2922" y="3328"/>
              <a:ext cx="23" cy="30"/>
            </a:xfrm>
            <a:custGeom>
              <a:avLst/>
              <a:ahLst/>
              <a:rect l="0" t="0" r="r" b="b"/>
              <a:pathLst>
                <a:path w="69" h="91">
                  <a:moveTo>
                    <a:pt x="15" y="91"/>
                  </a:moveTo>
                  <a:lnTo>
                    <a:pt x="42" y="50"/>
                  </a:lnTo>
                  <a:lnTo>
                    <a:pt x="69" y="9"/>
                  </a:lnTo>
                  <a:lnTo>
                    <a:pt x="55" y="0"/>
                  </a:lnTo>
                  <a:lnTo>
                    <a:pt x="27" y="41"/>
                  </a:lnTo>
                  <a:lnTo>
                    <a:pt x="0" y="82"/>
                  </a:lnTo>
                  <a:lnTo>
                    <a:pt x="15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32" name=""/>
            <p:cNvSpPr/>
            <p:nvPr/>
          </p:nvSpPr>
          <p:spPr>
            <a:xfrm rot="0">
              <a:off x="2931" y="3326"/>
              <a:ext cx="9" cy="16"/>
            </a:xfrm>
            <a:custGeom>
              <a:avLst/>
              <a:ahLst/>
              <a:rect l="0" t="0" r="r" b="b"/>
              <a:pathLst>
                <a:path w="28" h="46">
                  <a:moveTo>
                    <a:pt x="0" y="46"/>
                  </a:moveTo>
                  <a:lnTo>
                    <a:pt x="28" y="5"/>
                  </a:lnTo>
                  <a:lnTo>
                    <a:pt x="20" y="0"/>
                  </a:lnTo>
                  <a:lnTo>
                    <a:pt x="0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33" name=""/>
            <p:cNvSpPr/>
            <p:nvPr/>
          </p:nvSpPr>
          <p:spPr>
            <a:xfrm rot="0" flipH="1" flipV="1">
              <a:off x="2937" y="3326"/>
              <a:ext cx="3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34" name=""/>
            <p:cNvSpPr/>
            <p:nvPr/>
          </p:nvSpPr>
          <p:spPr>
            <a:xfrm rot="0">
              <a:off x="2919" y="3324"/>
              <a:ext cx="18" cy="33"/>
            </a:xfrm>
            <a:custGeom>
              <a:avLst/>
              <a:ahLst/>
              <a:rect l="0" t="0" r="r" b="b"/>
              <a:pathLst>
                <a:path w="54" h="99">
                  <a:moveTo>
                    <a:pt x="15" y="99"/>
                  </a:moveTo>
                  <a:lnTo>
                    <a:pt x="34" y="53"/>
                  </a:lnTo>
                  <a:lnTo>
                    <a:pt x="54" y="7"/>
                  </a:lnTo>
                  <a:lnTo>
                    <a:pt x="38" y="0"/>
                  </a:lnTo>
                  <a:lnTo>
                    <a:pt x="19" y="47"/>
                  </a:lnTo>
                  <a:lnTo>
                    <a:pt x="0" y="93"/>
                  </a:lnTo>
                  <a:lnTo>
                    <a:pt x="15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35" name=""/>
            <p:cNvSpPr/>
            <p:nvPr/>
          </p:nvSpPr>
          <p:spPr>
            <a:xfrm rot="0">
              <a:off x="2919" y="3324"/>
              <a:ext cx="18" cy="33"/>
            </a:xfrm>
            <a:custGeom>
              <a:avLst/>
              <a:ahLst/>
              <a:rect l="0" t="0" r="r" b="b"/>
              <a:pathLst>
                <a:path w="54" h="99">
                  <a:moveTo>
                    <a:pt x="15" y="99"/>
                  </a:moveTo>
                  <a:lnTo>
                    <a:pt x="34" y="53"/>
                  </a:lnTo>
                  <a:lnTo>
                    <a:pt x="54" y="7"/>
                  </a:lnTo>
                  <a:lnTo>
                    <a:pt x="38" y="0"/>
                  </a:lnTo>
                  <a:lnTo>
                    <a:pt x="19" y="47"/>
                  </a:lnTo>
                  <a:lnTo>
                    <a:pt x="0" y="93"/>
                  </a:lnTo>
                  <a:lnTo>
                    <a:pt x="15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36" name=""/>
            <p:cNvSpPr/>
            <p:nvPr/>
          </p:nvSpPr>
          <p:spPr>
            <a:xfrm rot="0">
              <a:off x="2926" y="3323"/>
              <a:ext cx="6" cy="17"/>
            </a:xfrm>
            <a:custGeom>
              <a:avLst/>
              <a:ahLst/>
              <a:rect l="0" t="0" r="r" b="b"/>
              <a:pathLst>
                <a:path w="19" h="50">
                  <a:moveTo>
                    <a:pt x="0" y="50"/>
                  </a:moveTo>
                  <a:lnTo>
                    <a:pt x="19" y="3"/>
                  </a:lnTo>
                  <a:lnTo>
                    <a:pt x="10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37" name=""/>
            <p:cNvSpPr/>
            <p:nvPr/>
          </p:nvSpPr>
          <p:spPr>
            <a:xfrm rot="0" flipH="1" flipV="1">
              <a:off x="2929" y="3323"/>
              <a:ext cx="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38" name=""/>
            <p:cNvSpPr/>
            <p:nvPr/>
          </p:nvSpPr>
          <p:spPr>
            <a:xfrm rot="0">
              <a:off x="2916" y="3322"/>
              <a:ext cx="13" cy="34"/>
            </a:xfrm>
            <a:custGeom>
              <a:avLst/>
              <a:ahLst/>
              <a:rect l="0" t="0" r="r" b="b"/>
              <a:pathLst>
                <a:path w="38" h="102">
                  <a:moveTo>
                    <a:pt x="18" y="102"/>
                  </a:moveTo>
                  <a:lnTo>
                    <a:pt x="28" y="53"/>
                  </a:lnTo>
                  <a:lnTo>
                    <a:pt x="38" y="3"/>
                  </a:lnTo>
                  <a:lnTo>
                    <a:pt x="20" y="0"/>
                  </a:lnTo>
                  <a:lnTo>
                    <a:pt x="10" y="49"/>
                  </a:lnTo>
                  <a:lnTo>
                    <a:pt x="0" y="98"/>
                  </a:lnTo>
                  <a:lnTo>
                    <a:pt x="18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39" name=""/>
            <p:cNvSpPr/>
            <p:nvPr/>
          </p:nvSpPr>
          <p:spPr>
            <a:xfrm rot="0">
              <a:off x="2916" y="3322"/>
              <a:ext cx="13" cy="34"/>
            </a:xfrm>
            <a:custGeom>
              <a:avLst/>
              <a:ahLst/>
              <a:rect l="0" t="0" r="r" b="b"/>
              <a:pathLst>
                <a:path w="38" h="102">
                  <a:moveTo>
                    <a:pt x="18" y="102"/>
                  </a:moveTo>
                  <a:lnTo>
                    <a:pt x="28" y="53"/>
                  </a:lnTo>
                  <a:lnTo>
                    <a:pt x="38" y="3"/>
                  </a:lnTo>
                  <a:lnTo>
                    <a:pt x="20" y="0"/>
                  </a:lnTo>
                  <a:lnTo>
                    <a:pt x="10" y="49"/>
                  </a:lnTo>
                  <a:lnTo>
                    <a:pt x="0" y="98"/>
                  </a:lnTo>
                  <a:lnTo>
                    <a:pt x="18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40" name=""/>
            <p:cNvSpPr/>
            <p:nvPr/>
          </p:nvSpPr>
          <p:spPr>
            <a:xfrm rot="0">
              <a:off x="2920" y="3321"/>
              <a:ext cx="3" cy="17"/>
            </a:xfrm>
            <a:custGeom>
              <a:avLst/>
              <a:ahLst/>
              <a:rect l="0" t="0" r="r" b="b"/>
              <a:pathLst>
                <a:path w="10" h="51">
                  <a:moveTo>
                    <a:pt x="0" y="51"/>
                  </a:moveTo>
                  <a:lnTo>
                    <a:pt x="10" y="2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41" name=""/>
            <p:cNvSpPr/>
            <p:nvPr/>
          </p:nvSpPr>
          <p:spPr>
            <a:xfrm rot="0" flipH="1" flipV="1">
              <a:off x="2920" y="3321"/>
              <a:ext cx="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42" name=""/>
            <p:cNvSpPr/>
            <p:nvPr/>
          </p:nvSpPr>
          <p:spPr>
            <a:xfrm rot="0">
              <a:off x="2913" y="3321"/>
              <a:ext cx="7" cy="34"/>
            </a:xfrm>
            <a:custGeom>
              <a:avLst/>
              <a:ahLst/>
              <a:rect l="0" t="0" r="r" b="b"/>
              <a:pathLst>
                <a:path w="21" h="100">
                  <a:moveTo>
                    <a:pt x="21" y="100"/>
                  </a:moveTo>
                  <a:lnTo>
                    <a:pt x="21" y="51"/>
                  </a:lnTo>
                  <a:lnTo>
                    <a:pt x="21" y="0"/>
                  </a:lnTo>
                  <a:lnTo>
                    <a:pt x="0" y="0"/>
                  </a:lnTo>
                  <a:lnTo>
                    <a:pt x="0" y="51"/>
                  </a:lnTo>
                  <a:lnTo>
                    <a:pt x="0" y="100"/>
                  </a:lnTo>
                  <a:lnTo>
                    <a:pt x="21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43" name=""/>
            <p:cNvSpPr/>
            <p:nvPr/>
          </p:nvSpPr>
          <p:spPr>
            <a:xfrm rot="0">
              <a:off x="2913" y="3321"/>
              <a:ext cx="7" cy="34"/>
            </a:xfrm>
            <a:custGeom>
              <a:avLst/>
              <a:ahLst/>
              <a:rect l="0" t="0" r="r" b="b"/>
              <a:pathLst>
                <a:path w="21" h="100">
                  <a:moveTo>
                    <a:pt x="21" y="100"/>
                  </a:moveTo>
                  <a:lnTo>
                    <a:pt x="21" y="51"/>
                  </a:lnTo>
                  <a:lnTo>
                    <a:pt x="21" y="0"/>
                  </a:lnTo>
                  <a:lnTo>
                    <a:pt x="0" y="0"/>
                  </a:lnTo>
                  <a:lnTo>
                    <a:pt x="0" y="51"/>
                  </a:lnTo>
                  <a:lnTo>
                    <a:pt x="0" y="100"/>
                  </a:lnTo>
                  <a:lnTo>
                    <a:pt x="21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44" name=""/>
            <p:cNvSpPr/>
            <p:nvPr/>
          </p:nvSpPr>
          <p:spPr>
            <a:xfrm rot="0">
              <a:off x="2911" y="3321"/>
              <a:ext cx="2" cy="17"/>
            </a:xfrm>
            <a:custGeom>
              <a:avLst/>
              <a:ahLst/>
              <a:rect l="0" t="0" r="r" b="b"/>
              <a:pathLst>
                <a:path w="5" h="51">
                  <a:moveTo>
                    <a:pt x="5" y="51"/>
                  </a:moveTo>
                  <a:lnTo>
                    <a:pt x="5" y="0"/>
                  </a:lnTo>
                  <a:lnTo>
                    <a:pt x="0" y="2"/>
                  </a:lnTo>
                  <a:lnTo>
                    <a:pt x="5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45" name=""/>
            <p:cNvSpPr/>
            <p:nvPr/>
          </p:nvSpPr>
          <p:spPr>
            <a:xfrm rot="0" flipH="1">
              <a:off x="2911" y="3321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46" name=""/>
            <p:cNvSpPr/>
            <p:nvPr/>
          </p:nvSpPr>
          <p:spPr>
            <a:xfrm rot="0">
              <a:off x="2903" y="3322"/>
              <a:ext cx="11" cy="33"/>
            </a:xfrm>
            <a:custGeom>
              <a:avLst/>
              <a:ahLst/>
              <a:rect l="0" t="0" r="r" b="b"/>
              <a:pathLst>
                <a:path w="33" h="100">
                  <a:moveTo>
                    <a:pt x="33" y="98"/>
                  </a:moveTo>
                  <a:lnTo>
                    <a:pt x="28" y="49"/>
                  </a:lnTo>
                  <a:lnTo>
                    <a:pt x="23" y="0"/>
                  </a:lnTo>
                  <a:lnTo>
                    <a:pt x="0" y="2"/>
                  </a:lnTo>
                  <a:lnTo>
                    <a:pt x="5" y="51"/>
                  </a:lnTo>
                  <a:lnTo>
                    <a:pt x="10" y="100"/>
                  </a:lnTo>
                  <a:lnTo>
                    <a:pt x="33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47" name=""/>
            <p:cNvSpPr/>
            <p:nvPr/>
          </p:nvSpPr>
          <p:spPr>
            <a:xfrm rot="0">
              <a:off x="2903" y="3322"/>
              <a:ext cx="11" cy="33"/>
            </a:xfrm>
            <a:custGeom>
              <a:avLst/>
              <a:ahLst/>
              <a:rect l="0" t="0" r="r" b="b"/>
              <a:pathLst>
                <a:path w="33" h="100">
                  <a:moveTo>
                    <a:pt x="33" y="98"/>
                  </a:moveTo>
                  <a:lnTo>
                    <a:pt x="28" y="49"/>
                  </a:lnTo>
                  <a:lnTo>
                    <a:pt x="23" y="0"/>
                  </a:lnTo>
                  <a:lnTo>
                    <a:pt x="0" y="2"/>
                  </a:lnTo>
                  <a:lnTo>
                    <a:pt x="5" y="51"/>
                  </a:lnTo>
                  <a:lnTo>
                    <a:pt x="10" y="100"/>
                  </a:lnTo>
                  <a:lnTo>
                    <a:pt x="33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48" name=""/>
            <p:cNvSpPr/>
            <p:nvPr/>
          </p:nvSpPr>
          <p:spPr>
            <a:xfrm rot="0">
              <a:off x="2902" y="3323"/>
              <a:ext cx="3" cy="16"/>
            </a:xfrm>
            <a:custGeom>
              <a:avLst/>
              <a:ahLst/>
              <a:rect l="0" t="0" r="r" b="b"/>
              <a:pathLst>
                <a:path w="10" h="49">
                  <a:moveTo>
                    <a:pt x="10" y="49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1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49" name=""/>
            <p:cNvSpPr/>
            <p:nvPr/>
          </p:nvSpPr>
          <p:spPr>
            <a:xfrm rot="0" flipH="1">
              <a:off x="2902" y="33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50" name=""/>
            <p:cNvSpPr/>
            <p:nvPr/>
          </p:nvSpPr>
          <p:spPr>
            <a:xfrm rot="0">
              <a:off x="2893" y="3323"/>
              <a:ext cx="15" cy="34"/>
            </a:xfrm>
            <a:custGeom>
              <a:avLst/>
              <a:ahLst/>
              <a:rect l="0" t="0" r="r" b="b"/>
              <a:pathLst>
                <a:path w="45" h="103">
                  <a:moveTo>
                    <a:pt x="45" y="98"/>
                  </a:moveTo>
                  <a:lnTo>
                    <a:pt x="35" y="49"/>
                  </a:lnTo>
                  <a:lnTo>
                    <a:pt x="25" y="0"/>
                  </a:lnTo>
                  <a:lnTo>
                    <a:pt x="0" y="5"/>
                  </a:lnTo>
                  <a:lnTo>
                    <a:pt x="10" y="54"/>
                  </a:lnTo>
                  <a:lnTo>
                    <a:pt x="21" y="103"/>
                  </a:lnTo>
                  <a:lnTo>
                    <a:pt x="45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51" name=""/>
            <p:cNvSpPr/>
            <p:nvPr/>
          </p:nvSpPr>
          <p:spPr>
            <a:xfrm rot="0">
              <a:off x="2893" y="3323"/>
              <a:ext cx="15" cy="34"/>
            </a:xfrm>
            <a:custGeom>
              <a:avLst/>
              <a:ahLst/>
              <a:rect l="0" t="0" r="r" b="b"/>
              <a:pathLst>
                <a:path w="45" h="103">
                  <a:moveTo>
                    <a:pt x="45" y="98"/>
                  </a:moveTo>
                  <a:lnTo>
                    <a:pt x="35" y="49"/>
                  </a:lnTo>
                  <a:lnTo>
                    <a:pt x="25" y="0"/>
                  </a:lnTo>
                  <a:lnTo>
                    <a:pt x="0" y="5"/>
                  </a:lnTo>
                  <a:lnTo>
                    <a:pt x="10" y="54"/>
                  </a:lnTo>
                  <a:lnTo>
                    <a:pt x="21" y="103"/>
                  </a:lnTo>
                  <a:lnTo>
                    <a:pt x="45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52" name=""/>
            <p:cNvSpPr/>
            <p:nvPr/>
          </p:nvSpPr>
          <p:spPr>
            <a:xfrm rot="0">
              <a:off x="2892" y="3324"/>
              <a:ext cx="5" cy="17"/>
            </a:xfrm>
            <a:custGeom>
              <a:avLst/>
              <a:ahLst/>
              <a:rect l="0" t="0" r="r" b="b"/>
              <a:pathLst>
                <a:path w="15" h="49">
                  <a:moveTo>
                    <a:pt x="15" y="49"/>
                  </a:moveTo>
                  <a:lnTo>
                    <a:pt x="5" y="0"/>
                  </a:lnTo>
                  <a:lnTo>
                    <a:pt x="0" y="2"/>
                  </a:lnTo>
                  <a:lnTo>
                    <a:pt x="15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53" name=""/>
            <p:cNvSpPr/>
            <p:nvPr/>
          </p:nvSpPr>
          <p:spPr>
            <a:xfrm rot="0" flipH="1">
              <a:off x="2892" y="33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54" name=""/>
            <p:cNvSpPr/>
            <p:nvPr/>
          </p:nvSpPr>
          <p:spPr>
            <a:xfrm rot="0">
              <a:off x="2883" y="3325"/>
              <a:ext cx="19" cy="35"/>
            </a:xfrm>
            <a:custGeom>
              <a:avLst/>
              <a:ahLst/>
              <a:rect l="0" t="0" r="r" b="b"/>
              <a:pathLst>
                <a:path w="58" h="104">
                  <a:moveTo>
                    <a:pt x="58" y="95"/>
                  </a:moveTo>
                  <a:lnTo>
                    <a:pt x="42" y="47"/>
                  </a:lnTo>
                  <a:lnTo>
                    <a:pt x="27" y="0"/>
                  </a:lnTo>
                  <a:lnTo>
                    <a:pt x="0" y="9"/>
                  </a:lnTo>
                  <a:lnTo>
                    <a:pt x="15" y="56"/>
                  </a:lnTo>
                  <a:lnTo>
                    <a:pt x="31" y="104"/>
                  </a:lnTo>
                  <a:lnTo>
                    <a:pt x="58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55" name=""/>
            <p:cNvSpPr/>
            <p:nvPr/>
          </p:nvSpPr>
          <p:spPr>
            <a:xfrm rot="0">
              <a:off x="2883" y="3325"/>
              <a:ext cx="19" cy="35"/>
            </a:xfrm>
            <a:custGeom>
              <a:avLst/>
              <a:ahLst/>
              <a:rect l="0" t="0" r="r" b="b"/>
              <a:pathLst>
                <a:path w="58" h="104">
                  <a:moveTo>
                    <a:pt x="58" y="95"/>
                  </a:moveTo>
                  <a:lnTo>
                    <a:pt x="42" y="47"/>
                  </a:lnTo>
                  <a:lnTo>
                    <a:pt x="27" y="0"/>
                  </a:lnTo>
                  <a:lnTo>
                    <a:pt x="0" y="9"/>
                  </a:lnTo>
                  <a:lnTo>
                    <a:pt x="15" y="56"/>
                  </a:lnTo>
                  <a:lnTo>
                    <a:pt x="31" y="104"/>
                  </a:lnTo>
                  <a:lnTo>
                    <a:pt x="58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56" name=""/>
            <p:cNvSpPr/>
            <p:nvPr/>
          </p:nvSpPr>
          <p:spPr>
            <a:xfrm rot="0">
              <a:off x="2882" y="3328"/>
              <a:ext cx="6" cy="16"/>
            </a:xfrm>
            <a:custGeom>
              <a:avLst/>
              <a:ahLst/>
              <a:rect l="0" t="0" r="r" b="b"/>
              <a:pathLst>
                <a:path w="18" h="47">
                  <a:moveTo>
                    <a:pt x="18" y="47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8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57" name=""/>
            <p:cNvSpPr/>
            <p:nvPr/>
          </p:nvSpPr>
          <p:spPr>
            <a:xfrm rot="0" flipH="1">
              <a:off x="2882" y="33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58" name=""/>
            <p:cNvSpPr/>
            <p:nvPr/>
          </p:nvSpPr>
          <p:spPr>
            <a:xfrm rot="0">
              <a:off x="2873" y="3328"/>
              <a:ext cx="21" cy="35"/>
            </a:xfrm>
            <a:custGeom>
              <a:avLst/>
              <a:ahLst/>
              <a:rect l="0" t="0" r="r" b="b"/>
              <a:pathLst>
                <a:path w="62" h="103">
                  <a:moveTo>
                    <a:pt x="62" y="93"/>
                  </a:moveTo>
                  <a:lnTo>
                    <a:pt x="44" y="46"/>
                  </a:lnTo>
                  <a:lnTo>
                    <a:pt x="26" y="0"/>
                  </a:lnTo>
                  <a:lnTo>
                    <a:pt x="0" y="10"/>
                  </a:lnTo>
                  <a:lnTo>
                    <a:pt x="19" y="57"/>
                  </a:lnTo>
                  <a:lnTo>
                    <a:pt x="37" y="103"/>
                  </a:lnTo>
                  <a:lnTo>
                    <a:pt x="62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59" name=""/>
            <p:cNvSpPr/>
            <p:nvPr/>
          </p:nvSpPr>
          <p:spPr>
            <a:xfrm rot="0">
              <a:off x="2873" y="3328"/>
              <a:ext cx="21" cy="35"/>
            </a:xfrm>
            <a:custGeom>
              <a:avLst/>
              <a:ahLst/>
              <a:rect l="0" t="0" r="r" b="b"/>
              <a:pathLst>
                <a:path w="62" h="103">
                  <a:moveTo>
                    <a:pt x="62" y="93"/>
                  </a:moveTo>
                  <a:lnTo>
                    <a:pt x="44" y="46"/>
                  </a:lnTo>
                  <a:lnTo>
                    <a:pt x="26" y="0"/>
                  </a:lnTo>
                  <a:lnTo>
                    <a:pt x="0" y="10"/>
                  </a:lnTo>
                  <a:lnTo>
                    <a:pt x="19" y="57"/>
                  </a:lnTo>
                  <a:lnTo>
                    <a:pt x="37" y="103"/>
                  </a:lnTo>
                  <a:lnTo>
                    <a:pt x="62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60" name=""/>
            <p:cNvSpPr/>
            <p:nvPr/>
          </p:nvSpPr>
          <p:spPr>
            <a:xfrm rot="0">
              <a:off x="2872" y="3332"/>
              <a:ext cx="7" cy="15"/>
            </a:xfrm>
            <a:custGeom>
              <a:avLst/>
              <a:ahLst/>
              <a:rect l="0" t="0" r="r" b="b"/>
              <a:pathLst>
                <a:path w="22" h="47">
                  <a:moveTo>
                    <a:pt x="22" y="47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2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61" name=""/>
            <p:cNvSpPr/>
            <p:nvPr/>
          </p:nvSpPr>
          <p:spPr>
            <a:xfrm rot="0" flipH="1">
              <a:off x="2872" y="33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62" name=""/>
            <p:cNvSpPr/>
            <p:nvPr/>
          </p:nvSpPr>
          <p:spPr>
            <a:xfrm rot="0">
              <a:off x="2862" y="3333"/>
              <a:ext cx="24" cy="34"/>
            </a:xfrm>
            <a:custGeom>
              <a:avLst/>
              <a:ahLst/>
              <a:rect l="0" t="0" r="r" b="b"/>
              <a:pathLst>
                <a:path w="72" h="102">
                  <a:moveTo>
                    <a:pt x="72" y="88"/>
                  </a:moveTo>
                  <a:lnTo>
                    <a:pt x="51" y="44"/>
                  </a:lnTo>
                  <a:lnTo>
                    <a:pt x="29" y="0"/>
                  </a:lnTo>
                  <a:lnTo>
                    <a:pt x="0" y="14"/>
                  </a:lnTo>
                  <a:lnTo>
                    <a:pt x="22" y="58"/>
                  </a:lnTo>
                  <a:lnTo>
                    <a:pt x="44" y="102"/>
                  </a:lnTo>
                  <a:lnTo>
                    <a:pt x="72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63" name=""/>
            <p:cNvSpPr/>
            <p:nvPr/>
          </p:nvSpPr>
          <p:spPr>
            <a:xfrm rot="0">
              <a:off x="2862" y="3333"/>
              <a:ext cx="24" cy="34"/>
            </a:xfrm>
            <a:custGeom>
              <a:avLst/>
              <a:ahLst/>
              <a:rect l="0" t="0" r="r" b="b"/>
              <a:pathLst>
                <a:path w="72" h="102">
                  <a:moveTo>
                    <a:pt x="72" y="88"/>
                  </a:moveTo>
                  <a:lnTo>
                    <a:pt x="51" y="44"/>
                  </a:lnTo>
                  <a:lnTo>
                    <a:pt x="29" y="0"/>
                  </a:lnTo>
                  <a:lnTo>
                    <a:pt x="0" y="14"/>
                  </a:lnTo>
                  <a:lnTo>
                    <a:pt x="22" y="58"/>
                  </a:lnTo>
                  <a:lnTo>
                    <a:pt x="44" y="102"/>
                  </a:lnTo>
                  <a:lnTo>
                    <a:pt x="72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64" name=""/>
            <p:cNvSpPr/>
            <p:nvPr/>
          </p:nvSpPr>
          <p:spPr>
            <a:xfrm rot="0">
              <a:off x="2862" y="3337"/>
              <a:ext cx="8" cy="15"/>
            </a:xfrm>
            <a:custGeom>
              <a:avLst/>
              <a:ahLst/>
              <a:rect l="0" t="0" r="r" b="b"/>
              <a:pathLst>
                <a:path w="23" h="44">
                  <a:moveTo>
                    <a:pt x="23" y="4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3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65" name=""/>
            <p:cNvSpPr/>
            <p:nvPr/>
          </p:nvSpPr>
          <p:spPr>
            <a:xfrm rot="0" flipH="1">
              <a:off x="2862" y="33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66" name=""/>
            <p:cNvSpPr/>
            <p:nvPr/>
          </p:nvSpPr>
          <p:spPr>
            <a:xfrm rot="0">
              <a:off x="2852" y="3337"/>
              <a:ext cx="25" cy="35"/>
            </a:xfrm>
            <a:custGeom>
              <a:avLst/>
              <a:ahLst/>
              <a:rect l="0" t="0" r="r" b="b"/>
              <a:pathLst>
                <a:path w="76" h="103">
                  <a:moveTo>
                    <a:pt x="76" y="88"/>
                  </a:moveTo>
                  <a:lnTo>
                    <a:pt x="53" y="44"/>
                  </a:lnTo>
                  <a:lnTo>
                    <a:pt x="30" y="0"/>
                  </a:lnTo>
                  <a:lnTo>
                    <a:pt x="0" y="16"/>
                  </a:lnTo>
                  <a:lnTo>
                    <a:pt x="23" y="59"/>
                  </a:lnTo>
                  <a:lnTo>
                    <a:pt x="47" y="103"/>
                  </a:lnTo>
                  <a:lnTo>
                    <a:pt x="76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67" name=""/>
            <p:cNvSpPr/>
            <p:nvPr/>
          </p:nvSpPr>
          <p:spPr>
            <a:xfrm rot="0">
              <a:off x="2852" y="3337"/>
              <a:ext cx="25" cy="35"/>
            </a:xfrm>
            <a:custGeom>
              <a:avLst/>
              <a:ahLst/>
              <a:rect l="0" t="0" r="r" b="b"/>
              <a:pathLst>
                <a:path w="76" h="103">
                  <a:moveTo>
                    <a:pt x="76" y="88"/>
                  </a:moveTo>
                  <a:lnTo>
                    <a:pt x="53" y="44"/>
                  </a:lnTo>
                  <a:lnTo>
                    <a:pt x="30" y="0"/>
                  </a:lnTo>
                  <a:lnTo>
                    <a:pt x="0" y="16"/>
                  </a:lnTo>
                  <a:lnTo>
                    <a:pt x="23" y="59"/>
                  </a:lnTo>
                  <a:lnTo>
                    <a:pt x="47" y="103"/>
                  </a:lnTo>
                  <a:lnTo>
                    <a:pt x="76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68" name=""/>
            <p:cNvSpPr/>
            <p:nvPr/>
          </p:nvSpPr>
          <p:spPr>
            <a:xfrm rot="0">
              <a:off x="2851" y="3343"/>
              <a:ext cx="9" cy="14"/>
            </a:xfrm>
            <a:custGeom>
              <a:avLst/>
              <a:ahLst/>
              <a:rect l="0" t="0" r="r" b="b"/>
              <a:pathLst>
                <a:path w="25" h="43">
                  <a:moveTo>
                    <a:pt x="25" y="4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69" name=""/>
            <p:cNvSpPr/>
            <p:nvPr/>
          </p:nvSpPr>
          <p:spPr>
            <a:xfrm rot="0" flipH="1">
              <a:off x="2851" y="33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70" name=""/>
            <p:cNvSpPr/>
            <p:nvPr/>
          </p:nvSpPr>
          <p:spPr>
            <a:xfrm rot="0">
              <a:off x="2841" y="3343"/>
              <a:ext cx="27" cy="35"/>
            </a:xfrm>
            <a:custGeom>
              <a:avLst/>
              <a:ahLst/>
              <a:rect l="0" t="0" r="r" b="b"/>
              <a:pathLst>
                <a:path w="82" h="104">
                  <a:moveTo>
                    <a:pt x="82" y="85"/>
                  </a:moveTo>
                  <a:lnTo>
                    <a:pt x="56" y="42"/>
                  </a:lnTo>
                  <a:lnTo>
                    <a:pt x="31" y="0"/>
                  </a:lnTo>
                  <a:lnTo>
                    <a:pt x="0" y="19"/>
                  </a:lnTo>
                  <a:lnTo>
                    <a:pt x="25" y="62"/>
                  </a:lnTo>
                  <a:lnTo>
                    <a:pt x="51" y="104"/>
                  </a:lnTo>
                  <a:lnTo>
                    <a:pt x="82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71" name=""/>
            <p:cNvSpPr/>
            <p:nvPr/>
          </p:nvSpPr>
          <p:spPr>
            <a:xfrm rot="0">
              <a:off x="2841" y="3343"/>
              <a:ext cx="27" cy="35"/>
            </a:xfrm>
            <a:custGeom>
              <a:avLst/>
              <a:ahLst/>
              <a:rect l="0" t="0" r="r" b="b"/>
              <a:pathLst>
                <a:path w="82" h="104">
                  <a:moveTo>
                    <a:pt x="82" y="85"/>
                  </a:moveTo>
                  <a:lnTo>
                    <a:pt x="56" y="42"/>
                  </a:lnTo>
                  <a:lnTo>
                    <a:pt x="31" y="0"/>
                  </a:lnTo>
                  <a:lnTo>
                    <a:pt x="0" y="19"/>
                  </a:lnTo>
                  <a:lnTo>
                    <a:pt x="25" y="62"/>
                  </a:lnTo>
                  <a:lnTo>
                    <a:pt x="51" y="104"/>
                  </a:lnTo>
                  <a:lnTo>
                    <a:pt x="82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72" name=""/>
            <p:cNvSpPr/>
            <p:nvPr/>
          </p:nvSpPr>
          <p:spPr>
            <a:xfrm rot="0">
              <a:off x="2840" y="3349"/>
              <a:ext cx="9" cy="15"/>
            </a:xfrm>
            <a:custGeom>
              <a:avLst/>
              <a:ahLst/>
              <a:rect l="0" t="0" r="r" b="b"/>
              <a:pathLst>
                <a:path w="27" h="43">
                  <a:moveTo>
                    <a:pt x="27" y="43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73" name=""/>
            <p:cNvSpPr/>
            <p:nvPr/>
          </p:nvSpPr>
          <p:spPr>
            <a:xfrm rot="0" flipH="1">
              <a:off x="2840" y="33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74" name=""/>
            <p:cNvSpPr/>
            <p:nvPr/>
          </p:nvSpPr>
          <p:spPr>
            <a:xfrm rot="0">
              <a:off x="2831" y="3350"/>
              <a:ext cx="28" cy="34"/>
            </a:xfrm>
            <a:custGeom>
              <a:avLst/>
              <a:ahLst/>
              <a:rect l="0" t="0" r="r" b="b"/>
              <a:pathLst>
                <a:path w="84" h="101">
                  <a:moveTo>
                    <a:pt x="84" y="82"/>
                  </a:moveTo>
                  <a:lnTo>
                    <a:pt x="56" y="41"/>
                  </a:lnTo>
                  <a:lnTo>
                    <a:pt x="29" y="0"/>
                  </a:lnTo>
                  <a:lnTo>
                    <a:pt x="0" y="19"/>
                  </a:lnTo>
                  <a:lnTo>
                    <a:pt x="27" y="60"/>
                  </a:lnTo>
                  <a:lnTo>
                    <a:pt x="54" y="101"/>
                  </a:lnTo>
                  <a:lnTo>
                    <a:pt x="84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75" name=""/>
            <p:cNvSpPr/>
            <p:nvPr/>
          </p:nvSpPr>
          <p:spPr>
            <a:xfrm rot="0">
              <a:off x="2831" y="3350"/>
              <a:ext cx="28" cy="34"/>
            </a:xfrm>
            <a:custGeom>
              <a:avLst/>
              <a:ahLst/>
              <a:rect l="0" t="0" r="r" b="b"/>
              <a:pathLst>
                <a:path w="84" h="101">
                  <a:moveTo>
                    <a:pt x="84" y="82"/>
                  </a:moveTo>
                  <a:lnTo>
                    <a:pt x="56" y="41"/>
                  </a:lnTo>
                  <a:lnTo>
                    <a:pt x="29" y="0"/>
                  </a:lnTo>
                  <a:lnTo>
                    <a:pt x="0" y="19"/>
                  </a:lnTo>
                  <a:lnTo>
                    <a:pt x="27" y="60"/>
                  </a:lnTo>
                  <a:lnTo>
                    <a:pt x="54" y="101"/>
                  </a:lnTo>
                  <a:lnTo>
                    <a:pt x="84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76" name=""/>
            <p:cNvSpPr/>
            <p:nvPr/>
          </p:nvSpPr>
          <p:spPr>
            <a:xfrm rot="0">
              <a:off x="2830" y="3356"/>
              <a:ext cx="10" cy="14"/>
            </a:xfrm>
            <a:custGeom>
              <a:avLst/>
              <a:ahLst/>
              <a:rect l="0" t="0" r="r" b="b"/>
              <a:pathLst>
                <a:path w="29" h="41">
                  <a:moveTo>
                    <a:pt x="29" y="4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9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77" name=""/>
            <p:cNvSpPr/>
            <p:nvPr/>
          </p:nvSpPr>
          <p:spPr>
            <a:xfrm rot="0" flipH="1">
              <a:off x="2830" y="33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78" name=""/>
            <p:cNvSpPr/>
            <p:nvPr/>
          </p:nvSpPr>
          <p:spPr>
            <a:xfrm rot="0">
              <a:off x="2820" y="3356"/>
              <a:ext cx="29" cy="35"/>
            </a:xfrm>
            <a:custGeom>
              <a:avLst/>
              <a:ahLst/>
              <a:rect l="0" t="0" r="r" b="b"/>
              <a:pathLst>
                <a:path w="86" h="103">
                  <a:moveTo>
                    <a:pt x="86" y="82"/>
                  </a:moveTo>
                  <a:lnTo>
                    <a:pt x="58" y="41"/>
                  </a:lnTo>
                  <a:lnTo>
                    <a:pt x="29" y="0"/>
                  </a:lnTo>
                  <a:lnTo>
                    <a:pt x="0" y="21"/>
                  </a:lnTo>
                  <a:lnTo>
                    <a:pt x="28" y="62"/>
                  </a:lnTo>
                  <a:lnTo>
                    <a:pt x="56" y="103"/>
                  </a:lnTo>
                  <a:lnTo>
                    <a:pt x="86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79" name=""/>
            <p:cNvSpPr/>
            <p:nvPr/>
          </p:nvSpPr>
          <p:spPr>
            <a:xfrm rot="0">
              <a:off x="2820" y="3356"/>
              <a:ext cx="29" cy="35"/>
            </a:xfrm>
            <a:custGeom>
              <a:avLst/>
              <a:ahLst/>
              <a:rect l="0" t="0" r="r" b="b"/>
              <a:pathLst>
                <a:path w="86" h="103">
                  <a:moveTo>
                    <a:pt x="86" y="82"/>
                  </a:moveTo>
                  <a:lnTo>
                    <a:pt x="58" y="41"/>
                  </a:lnTo>
                  <a:lnTo>
                    <a:pt x="29" y="0"/>
                  </a:lnTo>
                  <a:lnTo>
                    <a:pt x="0" y="21"/>
                  </a:lnTo>
                  <a:lnTo>
                    <a:pt x="28" y="62"/>
                  </a:lnTo>
                  <a:lnTo>
                    <a:pt x="56" y="103"/>
                  </a:lnTo>
                  <a:lnTo>
                    <a:pt x="86" y="8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80" name=""/>
            <p:cNvSpPr/>
            <p:nvPr/>
          </p:nvSpPr>
          <p:spPr>
            <a:xfrm rot="0">
              <a:off x="2820" y="3363"/>
              <a:ext cx="10" cy="14"/>
            </a:xfrm>
            <a:custGeom>
              <a:avLst/>
              <a:ahLst/>
              <a:rect l="0" t="0" r="r" b="b"/>
              <a:pathLst>
                <a:path w="30" h="41">
                  <a:moveTo>
                    <a:pt x="30" y="4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81" name=""/>
            <p:cNvSpPr/>
            <p:nvPr/>
          </p:nvSpPr>
          <p:spPr>
            <a:xfrm rot="0" flipH="1">
              <a:off x="2820" y="33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82" name=""/>
            <p:cNvSpPr/>
            <p:nvPr/>
          </p:nvSpPr>
          <p:spPr>
            <a:xfrm rot="0">
              <a:off x="2809" y="3364"/>
              <a:ext cx="31" cy="34"/>
            </a:xfrm>
            <a:custGeom>
              <a:avLst/>
              <a:ahLst/>
              <a:rect l="0" t="0" r="r" b="b"/>
              <a:pathLst>
                <a:path w="91" h="103">
                  <a:moveTo>
                    <a:pt x="91" y="80"/>
                  </a:moveTo>
                  <a:lnTo>
                    <a:pt x="61" y="40"/>
                  </a:lnTo>
                  <a:lnTo>
                    <a:pt x="31" y="0"/>
                  </a:lnTo>
                  <a:lnTo>
                    <a:pt x="0" y="23"/>
                  </a:lnTo>
                  <a:lnTo>
                    <a:pt x="30" y="63"/>
                  </a:lnTo>
                  <a:lnTo>
                    <a:pt x="60" y="103"/>
                  </a:lnTo>
                  <a:lnTo>
                    <a:pt x="91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83" name=""/>
            <p:cNvSpPr/>
            <p:nvPr/>
          </p:nvSpPr>
          <p:spPr>
            <a:xfrm rot="0">
              <a:off x="2809" y="3364"/>
              <a:ext cx="31" cy="34"/>
            </a:xfrm>
            <a:custGeom>
              <a:avLst/>
              <a:ahLst/>
              <a:rect l="0" t="0" r="r" b="b"/>
              <a:pathLst>
                <a:path w="91" h="103">
                  <a:moveTo>
                    <a:pt x="91" y="80"/>
                  </a:moveTo>
                  <a:lnTo>
                    <a:pt x="61" y="40"/>
                  </a:lnTo>
                  <a:lnTo>
                    <a:pt x="31" y="0"/>
                  </a:lnTo>
                  <a:lnTo>
                    <a:pt x="0" y="23"/>
                  </a:lnTo>
                  <a:lnTo>
                    <a:pt x="30" y="63"/>
                  </a:lnTo>
                  <a:lnTo>
                    <a:pt x="60" y="103"/>
                  </a:lnTo>
                  <a:lnTo>
                    <a:pt x="91" y="8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84" name=""/>
            <p:cNvSpPr/>
            <p:nvPr/>
          </p:nvSpPr>
          <p:spPr>
            <a:xfrm rot="0">
              <a:off x="2809" y="3371"/>
              <a:ext cx="10" cy="14"/>
            </a:xfrm>
            <a:custGeom>
              <a:avLst/>
              <a:ahLst/>
              <a:rect l="0" t="0" r="r" b="b"/>
              <a:pathLst>
                <a:path w="31" h="40">
                  <a:moveTo>
                    <a:pt x="31" y="4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1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85" name=""/>
            <p:cNvSpPr/>
            <p:nvPr/>
          </p:nvSpPr>
          <p:spPr>
            <a:xfrm rot="0" flipH="1">
              <a:off x="2809" y="337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86" name=""/>
            <p:cNvSpPr/>
            <p:nvPr/>
          </p:nvSpPr>
          <p:spPr>
            <a:xfrm rot="0">
              <a:off x="2799" y="3372"/>
              <a:ext cx="31" cy="34"/>
            </a:xfrm>
            <a:custGeom>
              <a:avLst/>
              <a:ahLst/>
              <a:rect l="0" t="0" r="r" b="b"/>
              <a:pathLst>
                <a:path w="93" h="102">
                  <a:moveTo>
                    <a:pt x="93" y="78"/>
                  </a:moveTo>
                  <a:lnTo>
                    <a:pt x="62" y="39"/>
                  </a:lnTo>
                  <a:lnTo>
                    <a:pt x="31" y="0"/>
                  </a:lnTo>
                  <a:lnTo>
                    <a:pt x="0" y="25"/>
                  </a:lnTo>
                  <a:lnTo>
                    <a:pt x="31" y="64"/>
                  </a:lnTo>
                  <a:lnTo>
                    <a:pt x="62" y="102"/>
                  </a:lnTo>
                  <a:lnTo>
                    <a:pt x="93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87" name=""/>
            <p:cNvSpPr/>
            <p:nvPr/>
          </p:nvSpPr>
          <p:spPr>
            <a:xfrm rot="0">
              <a:off x="2799" y="3372"/>
              <a:ext cx="31" cy="34"/>
            </a:xfrm>
            <a:custGeom>
              <a:avLst/>
              <a:ahLst/>
              <a:rect l="0" t="0" r="r" b="b"/>
              <a:pathLst>
                <a:path w="93" h="102">
                  <a:moveTo>
                    <a:pt x="93" y="78"/>
                  </a:moveTo>
                  <a:lnTo>
                    <a:pt x="62" y="39"/>
                  </a:lnTo>
                  <a:lnTo>
                    <a:pt x="31" y="0"/>
                  </a:lnTo>
                  <a:lnTo>
                    <a:pt x="0" y="25"/>
                  </a:lnTo>
                  <a:lnTo>
                    <a:pt x="31" y="64"/>
                  </a:lnTo>
                  <a:lnTo>
                    <a:pt x="62" y="102"/>
                  </a:lnTo>
                  <a:lnTo>
                    <a:pt x="93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88" name=""/>
            <p:cNvSpPr/>
            <p:nvPr/>
          </p:nvSpPr>
          <p:spPr>
            <a:xfrm rot="0">
              <a:off x="2798" y="3380"/>
              <a:ext cx="11" cy="13"/>
            </a:xfrm>
            <a:custGeom>
              <a:avLst/>
              <a:ahLst/>
              <a:rect l="0" t="0" r="r" b="b"/>
              <a:pathLst>
                <a:path w="34" h="39">
                  <a:moveTo>
                    <a:pt x="34" y="39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4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89" name=""/>
            <p:cNvSpPr/>
            <p:nvPr/>
          </p:nvSpPr>
          <p:spPr>
            <a:xfrm rot="0" flipH="1">
              <a:off x="2798" y="33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90" name=""/>
            <p:cNvSpPr/>
            <p:nvPr/>
          </p:nvSpPr>
          <p:spPr>
            <a:xfrm rot="0">
              <a:off x="2785" y="3380"/>
              <a:ext cx="35" cy="37"/>
            </a:xfrm>
            <a:custGeom>
              <a:avLst/>
              <a:ahLst/>
              <a:rect l="0" t="0" r="r" b="b"/>
              <a:pathLst>
                <a:path w="105" h="109">
                  <a:moveTo>
                    <a:pt x="105" y="75"/>
                  </a:moveTo>
                  <a:lnTo>
                    <a:pt x="71" y="38"/>
                  </a:lnTo>
                  <a:lnTo>
                    <a:pt x="37" y="0"/>
                  </a:lnTo>
                  <a:lnTo>
                    <a:pt x="0" y="34"/>
                  </a:lnTo>
                  <a:lnTo>
                    <a:pt x="34" y="71"/>
                  </a:lnTo>
                  <a:lnTo>
                    <a:pt x="67" y="109"/>
                  </a:lnTo>
                  <a:lnTo>
                    <a:pt x="105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91" name=""/>
            <p:cNvSpPr/>
            <p:nvPr/>
          </p:nvSpPr>
          <p:spPr>
            <a:xfrm rot="0">
              <a:off x="2785" y="3380"/>
              <a:ext cx="35" cy="37"/>
            </a:xfrm>
            <a:custGeom>
              <a:avLst/>
              <a:ahLst/>
              <a:rect l="0" t="0" r="r" b="b"/>
              <a:pathLst>
                <a:path w="105" h="109">
                  <a:moveTo>
                    <a:pt x="105" y="75"/>
                  </a:moveTo>
                  <a:lnTo>
                    <a:pt x="71" y="38"/>
                  </a:lnTo>
                  <a:lnTo>
                    <a:pt x="37" y="0"/>
                  </a:lnTo>
                  <a:lnTo>
                    <a:pt x="0" y="34"/>
                  </a:lnTo>
                  <a:lnTo>
                    <a:pt x="34" y="71"/>
                  </a:lnTo>
                  <a:lnTo>
                    <a:pt x="67" y="109"/>
                  </a:lnTo>
                  <a:lnTo>
                    <a:pt x="105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92" name=""/>
            <p:cNvSpPr/>
            <p:nvPr/>
          </p:nvSpPr>
          <p:spPr>
            <a:xfrm rot="0">
              <a:off x="2785" y="3392"/>
              <a:ext cx="12" cy="12"/>
            </a:xfrm>
            <a:custGeom>
              <a:avLst/>
              <a:ahLst/>
              <a:rect l="0" t="0" r="r" b="b"/>
              <a:pathLst>
                <a:path w="35" h="37">
                  <a:moveTo>
                    <a:pt x="35" y="37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93" name=""/>
            <p:cNvSpPr/>
            <p:nvPr/>
          </p:nvSpPr>
          <p:spPr>
            <a:xfrm rot="0" flipH="1">
              <a:off x="2785" y="33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94" name=""/>
            <p:cNvSpPr/>
            <p:nvPr/>
          </p:nvSpPr>
          <p:spPr>
            <a:xfrm rot="0">
              <a:off x="2773" y="3392"/>
              <a:ext cx="35" cy="36"/>
            </a:xfrm>
            <a:custGeom>
              <a:avLst/>
              <a:ahLst/>
              <a:rect l="0" t="0" r="r" b="b"/>
              <a:pathLst>
                <a:path w="105" h="107">
                  <a:moveTo>
                    <a:pt x="105" y="72"/>
                  </a:moveTo>
                  <a:lnTo>
                    <a:pt x="71" y="36"/>
                  </a:lnTo>
                  <a:lnTo>
                    <a:pt x="36" y="0"/>
                  </a:lnTo>
                  <a:lnTo>
                    <a:pt x="0" y="35"/>
                  </a:lnTo>
                  <a:lnTo>
                    <a:pt x="34" y="71"/>
                  </a:lnTo>
                  <a:lnTo>
                    <a:pt x="69" y="107"/>
                  </a:lnTo>
                  <a:lnTo>
                    <a:pt x="105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95" name=""/>
            <p:cNvSpPr/>
            <p:nvPr/>
          </p:nvSpPr>
          <p:spPr>
            <a:xfrm rot="0">
              <a:off x="2773" y="3392"/>
              <a:ext cx="35" cy="36"/>
            </a:xfrm>
            <a:custGeom>
              <a:avLst/>
              <a:ahLst/>
              <a:rect l="0" t="0" r="r" b="b"/>
              <a:pathLst>
                <a:path w="105" h="107">
                  <a:moveTo>
                    <a:pt x="105" y="72"/>
                  </a:moveTo>
                  <a:lnTo>
                    <a:pt x="71" y="36"/>
                  </a:lnTo>
                  <a:lnTo>
                    <a:pt x="36" y="0"/>
                  </a:lnTo>
                  <a:lnTo>
                    <a:pt x="0" y="35"/>
                  </a:lnTo>
                  <a:lnTo>
                    <a:pt x="34" y="71"/>
                  </a:lnTo>
                  <a:lnTo>
                    <a:pt x="69" y="107"/>
                  </a:lnTo>
                  <a:lnTo>
                    <a:pt x="105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96" name=""/>
            <p:cNvSpPr/>
            <p:nvPr/>
          </p:nvSpPr>
          <p:spPr>
            <a:xfrm rot="0">
              <a:off x="2772" y="3404"/>
              <a:ext cx="12" cy="12"/>
            </a:xfrm>
            <a:custGeom>
              <a:avLst/>
              <a:ahLst/>
              <a:rect l="0" t="0" r="r" b="b"/>
              <a:pathLst>
                <a:path w="36" h="36">
                  <a:moveTo>
                    <a:pt x="36" y="36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3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97" name=""/>
            <p:cNvSpPr/>
            <p:nvPr/>
          </p:nvSpPr>
          <p:spPr>
            <a:xfrm rot="0" flipH="1">
              <a:off x="2772" y="34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398" name=""/>
            <p:cNvSpPr/>
            <p:nvPr/>
          </p:nvSpPr>
          <p:spPr>
            <a:xfrm rot="0">
              <a:off x="2758" y="3404"/>
              <a:ext cx="39" cy="38"/>
            </a:xfrm>
            <a:custGeom>
              <a:avLst/>
              <a:ahLst/>
              <a:rect l="0" t="0" r="r" b="b"/>
              <a:pathLst>
                <a:path w="115" h="113">
                  <a:moveTo>
                    <a:pt x="115" y="68"/>
                  </a:moveTo>
                  <a:lnTo>
                    <a:pt x="78" y="34"/>
                  </a:lnTo>
                  <a:lnTo>
                    <a:pt x="42" y="0"/>
                  </a:lnTo>
                  <a:lnTo>
                    <a:pt x="0" y="46"/>
                  </a:lnTo>
                  <a:lnTo>
                    <a:pt x="36" y="79"/>
                  </a:lnTo>
                  <a:lnTo>
                    <a:pt x="72" y="113"/>
                  </a:lnTo>
                  <a:lnTo>
                    <a:pt x="115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399" name=""/>
            <p:cNvSpPr/>
            <p:nvPr/>
          </p:nvSpPr>
          <p:spPr>
            <a:xfrm rot="0">
              <a:off x="2758" y="3404"/>
              <a:ext cx="39" cy="38"/>
            </a:xfrm>
            <a:custGeom>
              <a:avLst/>
              <a:ahLst/>
              <a:rect l="0" t="0" r="r" b="b"/>
              <a:pathLst>
                <a:path w="115" h="113">
                  <a:moveTo>
                    <a:pt x="115" y="68"/>
                  </a:moveTo>
                  <a:lnTo>
                    <a:pt x="78" y="34"/>
                  </a:lnTo>
                  <a:lnTo>
                    <a:pt x="42" y="0"/>
                  </a:lnTo>
                  <a:lnTo>
                    <a:pt x="0" y="46"/>
                  </a:lnTo>
                  <a:lnTo>
                    <a:pt x="36" y="79"/>
                  </a:lnTo>
                  <a:lnTo>
                    <a:pt x="72" y="113"/>
                  </a:lnTo>
                  <a:lnTo>
                    <a:pt x="115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00" name=""/>
            <p:cNvSpPr/>
            <p:nvPr/>
          </p:nvSpPr>
          <p:spPr>
            <a:xfrm rot="0">
              <a:off x="2758" y="3420"/>
              <a:ext cx="12" cy="11"/>
            </a:xfrm>
            <a:custGeom>
              <a:avLst/>
              <a:ahLst/>
              <a:rect l="0" t="0" r="r" b="b"/>
              <a:pathLst>
                <a:path w="38" h="33">
                  <a:moveTo>
                    <a:pt x="38" y="3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01" name=""/>
            <p:cNvSpPr/>
            <p:nvPr/>
          </p:nvSpPr>
          <p:spPr>
            <a:xfrm rot="0" flipH="1">
              <a:off x="2758" y="342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02" name=""/>
            <p:cNvSpPr/>
            <p:nvPr/>
          </p:nvSpPr>
          <p:spPr>
            <a:xfrm rot="0">
              <a:off x="2748" y="3420"/>
              <a:ext cx="35" cy="32"/>
            </a:xfrm>
            <a:custGeom>
              <a:avLst/>
              <a:ahLst/>
              <a:rect l="0" t="0" r="r" b="b"/>
              <a:pathLst>
                <a:path w="103" h="97">
                  <a:moveTo>
                    <a:pt x="103" y="64"/>
                  </a:moveTo>
                  <a:lnTo>
                    <a:pt x="66" y="32"/>
                  </a:lnTo>
                  <a:lnTo>
                    <a:pt x="28" y="0"/>
                  </a:lnTo>
                  <a:lnTo>
                    <a:pt x="0" y="32"/>
                  </a:lnTo>
                  <a:lnTo>
                    <a:pt x="37" y="64"/>
                  </a:lnTo>
                  <a:lnTo>
                    <a:pt x="75" y="97"/>
                  </a:lnTo>
                  <a:lnTo>
                    <a:pt x="10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03" name=""/>
            <p:cNvSpPr/>
            <p:nvPr/>
          </p:nvSpPr>
          <p:spPr>
            <a:xfrm rot="0">
              <a:off x="2748" y="3420"/>
              <a:ext cx="35" cy="32"/>
            </a:xfrm>
            <a:custGeom>
              <a:avLst/>
              <a:ahLst/>
              <a:rect l="0" t="0" r="r" b="b"/>
              <a:pathLst>
                <a:path w="103" h="97">
                  <a:moveTo>
                    <a:pt x="103" y="64"/>
                  </a:moveTo>
                  <a:lnTo>
                    <a:pt x="66" y="32"/>
                  </a:lnTo>
                  <a:lnTo>
                    <a:pt x="28" y="0"/>
                  </a:lnTo>
                  <a:lnTo>
                    <a:pt x="0" y="32"/>
                  </a:lnTo>
                  <a:lnTo>
                    <a:pt x="37" y="64"/>
                  </a:lnTo>
                  <a:lnTo>
                    <a:pt x="75" y="97"/>
                  </a:lnTo>
                  <a:lnTo>
                    <a:pt x="103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04" name=""/>
            <p:cNvSpPr/>
            <p:nvPr/>
          </p:nvSpPr>
          <p:spPr>
            <a:xfrm rot="0">
              <a:off x="2748" y="3431"/>
              <a:ext cx="13" cy="10"/>
            </a:xfrm>
            <a:custGeom>
              <a:avLst/>
              <a:ahLst/>
              <a:rect l="0" t="0" r="r" b="b"/>
              <a:pathLst>
                <a:path w="38" h="32">
                  <a:moveTo>
                    <a:pt x="38" y="3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38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05" name=""/>
            <p:cNvSpPr/>
            <p:nvPr/>
          </p:nvSpPr>
          <p:spPr>
            <a:xfrm rot="0" flipH="1">
              <a:off x="2748" y="343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06" name=""/>
            <p:cNvSpPr/>
            <p:nvPr/>
          </p:nvSpPr>
          <p:spPr>
            <a:xfrm rot="0">
              <a:off x="2739" y="3431"/>
              <a:ext cx="35" cy="32"/>
            </a:xfrm>
            <a:custGeom>
              <a:avLst/>
              <a:ahLst/>
              <a:rect l="0" t="0" r="r" b="b"/>
              <a:pathLst>
                <a:path w="104" h="96">
                  <a:moveTo>
                    <a:pt x="104" y="62"/>
                  </a:moveTo>
                  <a:lnTo>
                    <a:pt x="65" y="31"/>
                  </a:lnTo>
                  <a:lnTo>
                    <a:pt x="27" y="0"/>
                  </a:lnTo>
                  <a:lnTo>
                    <a:pt x="0" y="34"/>
                  </a:lnTo>
                  <a:lnTo>
                    <a:pt x="38" y="65"/>
                  </a:lnTo>
                  <a:lnTo>
                    <a:pt x="77" y="96"/>
                  </a:lnTo>
                  <a:lnTo>
                    <a:pt x="104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07" name=""/>
            <p:cNvSpPr/>
            <p:nvPr/>
          </p:nvSpPr>
          <p:spPr>
            <a:xfrm rot="0">
              <a:off x="2739" y="3431"/>
              <a:ext cx="35" cy="32"/>
            </a:xfrm>
            <a:custGeom>
              <a:avLst/>
              <a:ahLst/>
              <a:rect l="0" t="0" r="r" b="b"/>
              <a:pathLst>
                <a:path w="104" h="96">
                  <a:moveTo>
                    <a:pt x="104" y="62"/>
                  </a:moveTo>
                  <a:lnTo>
                    <a:pt x="65" y="31"/>
                  </a:lnTo>
                  <a:lnTo>
                    <a:pt x="27" y="0"/>
                  </a:lnTo>
                  <a:lnTo>
                    <a:pt x="0" y="34"/>
                  </a:lnTo>
                  <a:lnTo>
                    <a:pt x="38" y="65"/>
                  </a:lnTo>
                  <a:lnTo>
                    <a:pt x="77" y="96"/>
                  </a:lnTo>
                  <a:lnTo>
                    <a:pt x="10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08" name=""/>
            <p:cNvSpPr/>
            <p:nvPr/>
          </p:nvSpPr>
          <p:spPr>
            <a:xfrm rot="0">
              <a:off x="2738" y="3442"/>
              <a:ext cx="14" cy="11"/>
            </a:xfrm>
            <a:custGeom>
              <a:avLst/>
              <a:ahLst/>
              <a:rect l="0" t="0" r="r" b="b"/>
              <a:pathLst>
                <a:path w="40" h="31">
                  <a:moveTo>
                    <a:pt x="40" y="31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4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09" name=""/>
            <p:cNvSpPr/>
            <p:nvPr/>
          </p:nvSpPr>
          <p:spPr>
            <a:xfrm rot="0" flipH="1">
              <a:off x="2738" y="344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10" name=""/>
            <p:cNvSpPr/>
            <p:nvPr/>
          </p:nvSpPr>
          <p:spPr>
            <a:xfrm rot="0">
              <a:off x="2730" y="3443"/>
              <a:ext cx="35" cy="31"/>
            </a:xfrm>
            <a:custGeom>
              <a:avLst/>
              <a:ahLst/>
              <a:rect l="0" t="0" r="r" b="b"/>
              <a:pathLst>
                <a:path w="104" h="91">
                  <a:moveTo>
                    <a:pt x="104" y="56"/>
                  </a:moveTo>
                  <a:lnTo>
                    <a:pt x="64" y="28"/>
                  </a:lnTo>
                  <a:lnTo>
                    <a:pt x="24" y="0"/>
                  </a:lnTo>
                  <a:lnTo>
                    <a:pt x="0" y="34"/>
                  </a:lnTo>
                  <a:lnTo>
                    <a:pt x="40" y="63"/>
                  </a:lnTo>
                  <a:lnTo>
                    <a:pt x="80" y="91"/>
                  </a:lnTo>
                  <a:lnTo>
                    <a:pt x="104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11" name=""/>
            <p:cNvSpPr/>
            <p:nvPr/>
          </p:nvSpPr>
          <p:spPr>
            <a:xfrm rot="0">
              <a:off x="2730" y="3443"/>
              <a:ext cx="35" cy="31"/>
            </a:xfrm>
            <a:custGeom>
              <a:avLst/>
              <a:ahLst/>
              <a:rect l="0" t="0" r="r" b="b"/>
              <a:pathLst>
                <a:path w="104" h="91">
                  <a:moveTo>
                    <a:pt x="104" y="56"/>
                  </a:moveTo>
                  <a:lnTo>
                    <a:pt x="64" y="28"/>
                  </a:lnTo>
                  <a:lnTo>
                    <a:pt x="24" y="0"/>
                  </a:lnTo>
                  <a:lnTo>
                    <a:pt x="0" y="34"/>
                  </a:lnTo>
                  <a:lnTo>
                    <a:pt x="40" y="63"/>
                  </a:lnTo>
                  <a:lnTo>
                    <a:pt x="80" y="91"/>
                  </a:lnTo>
                  <a:lnTo>
                    <a:pt x="104" y="5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12" name=""/>
            <p:cNvSpPr/>
            <p:nvPr/>
          </p:nvSpPr>
          <p:spPr>
            <a:xfrm rot="0">
              <a:off x="2729" y="3455"/>
              <a:ext cx="15" cy="9"/>
            </a:xfrm>
            <a:custGeom>
              <a:avLst/>
              <a:ahLst/>
              <a:rect l="0" t="0" r="r" b="b"/>
              <a:pathLst>
                <a:path w="43" h="29">
                  <a:moveTo>
                    <a:pt x="43" y="29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4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13" name=""/>
            <p:cNvSpPr/>
            <p:nvPr/>
          </p:nvSpPr>
          <p:spPr>
            <a:xfrm rot="0" flipH="1">
              <a:off x="2729" y="34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14" name=""/>
            <p:cNvSpPr/>
            <p:nvPr/>
          </p:nvSpPr>
          <p:spPr>
            <a:xfrm rot="0">
              <a:off x="2722" y="3456"/>
              <a:ext cx="36" cy="29"/>
            </a:xfrm>
            <a:custGeom>
              <a:avLst/>
              <a:ahLst/>
              <a:rect l="0" t="0" r="r" b="b"/>
              <a:pathLst>
                <a:path w="107" h="88">
                  <a:moveTo>
                    <a:pt x="107" y="52"/>
                  </a:moveTo>
                  <a:lnTo>
                    <a:pt x="65" y="26"/>
                  </a:lnTo>
                  <a:lnTo>
                    <a:pt x="22" y="0"/>
                  </a:lnTo>
                  <a:lnTo>
                    <a:pt x="0" y="36"/>
                  </a:lnTo>
                  <a:lnTo>
                    <a:pt x="43" y="62"/>
                  </a:lnTo>
                  <a:lnTo>
                    <a:pt x="85" y="88"/>
                  </a:lnTo>
                  <a:lnTo>
                    <a:pt x="107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15" name=""/>
            <p:cNvSpPr/>
            <p:nvPr/>
          </p:nvSpPr>
          <p:spPr>
            <a:xfrm rot="0">
              <a:off x="2722" y="3456"/>
              <a:ext cx="36" cy="29"/>
            </a:xfrm>
            <a:custGeom>
              <a:avLst/>
              <a:ahLst/>
              <a:rect l="0" t="0" r="r" b="b"/>
              <a:pathLst>
                <a:path w="107" h="88">
                  <a:moveTo>
                    <a:pt x="107" y="52"/>
                  </a:moveTo>
                  <a:lnTo>
                    <a:pt x="65" y="26"/>
                  </a:lnTo>
                  <a:lnTo>
                    <a:pt x="22" y="0"/>
                  </a:lnTo>
                  <a:lnTo>
                    <a:pt x="0" y="36"/>
                  </a:lnTo>
                  <a:lnTo>
                    <a:pt x="43" y="62"/>
                  </a:lnTo>
                  <a:lnTo>
                    <a:pt x="85" y="88"/>
                  </a:lnTo>
                  <a:lnTo>
                    <a:pt x="107" y="5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16" name=""/>
            <p:cNvSpPr/>
            <p:nvPr/>
          </p:nvSpPr>
          <p:spPr>
            <a:xfrm rot="0">
              <a:off x="2722" y="3468"/>
              <a:ext cx="14" cy="8"/>
            </a:xfrm>
            <a:custGeom>
              <a:avLst/>
              <a:ahLst/>
              <a:rect l="0" t="0" r="r" b="b"/>
              <a:pathLst>
                <a:path w="43" h="26">
                  <a:moveTo>
                    <a:pt x="43" y="26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17" name=""/>
            <p:cNvSpPr/>
            <p:nvPr/>
          </p:nvSpPr>
          <p:spPr>
            <a:xfrm rot="0">
              <a:off x="2722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18" name=""/>
            <p:cNvSpPr/>
            <p:nvPr/>
          </p:nvSpPr>
          <p:spPr>
            <a:xfrm rot="0">
              <a:off x="2715" y="3468"/>
              <a:ext cx="35" cy="29"/>
            </a:xfrm>
            <a:custGeom>
              <a:avLst/>
              <a:ahLst/>
              <a:rect l="0" t="0" r="r" b="b"/>
              <a:pathLst>
                <a:path w="105" h="85">
                  <a:moveTo>
                    <a:pt x="105" y="49"/>
                  </a:moveTo>
                  <a:lnTo>
                    <a:pt x="63" y="24"/>
                  </a:lnTo>
                  <a:lnTo>
                    <a:pt x="20" y="0"/>
                  </a:lnTo>
                  <a:lnTo>
                    <a:pt x="0" y="36"/>
                  </a:lnTo>
                  <a:lnTo>
                    <a:pt x="42" y="60"/>
                  </a:lnTo>
                  <a:lnTo>
                    <a:pt x="85" y="85"/>
                  </a:lnTo>
                  <a:lnTo>
                    <a:pt x="105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19" name=""/>
            <p:cNvSpPr/>
            <p:nvPr/>
          </p:nvSpPr>
          <p:spPr>
            <a:xfrm rot="0">
              <a:off x="2715" y="3468"/>
              <a:ext cx="35" cy="29"/>
            </a:xfrm>
            <a:custGeom>
              <a:avLst/>
              <a:ahLst/>
              <a:rect l="0" t="0" r="r" b="b"/>
              <a:pathLst>
                <a:path w="105" h="85">
                  <a:moveTo>
                    <a:pt x="105" y="49"/>
                  </a:moveTo>
                  <a:lnTo>
                    <a:pt x="63" y="24"/>
                  </a:lnTo>
                  <a:lnTo>
                    <a:pt x="20" y="0"/>
                  </a:lnTo>
                  <a:lnTo>
                    <a:pt x="0" y="36"/>
                  </a:lnTo>
                  <a:lnTo>
                    <a:pt x="42" y="60"/>
                  </a:lnTo>
                  <a:lnTo>
                    <a:pt x="85" y="85"/>
                  </a:lnTo>
                  <a:lnTo>
                    <a:pt x="105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20" name=""/>
            <p:cNvSpPr/>
            <p:nvPr/>
          </p:nvSpPr>
          <p:spPr>
            <a:xfrm rot="0">
              <a:off x="2714" y="3480"/>
              <a:ext cx="15" cy="8"/>
            </a:xfrm>
            <a:custGeom>
              <a:avLst/>
              <a:ahLst/>
              <a:rect l="0" t="0" r="r" b="b"/>
              <a:pathLst>
                <a:path w="45" h="24">
                  <a:moveTo>
                    <a:pt x="45" y="24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4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21" name=""/>
            <p:cNvSpPr/>
            <p:nvPr/>
          </p:nvSpPr>
          <p:spPr>
            <a:xfrm rot="0" flipH="1">
              <a:off x="2714" y="3480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22" name=""/>
            <p:cNvSpPr/>
            <p:nvPr/>
          </p:nvSpPr>
          <p:spPr>
            <a:xfrm rot="0">
              <a:off x="2709" y="3482"/>
              <a:ext cx="35" cy="26"/>
            </a:xfrm>
            <a:custGeom>
              <a:avLst/>
              <a:ahLst/>
              <a:rect l="0" t="0" r="r" b="b"/>
              <a:pathLst>
                <a:path w="107" h="78">
                  <a:moveTo>
                    <a:pt x="107" y="41"/>
                  </a:moveTo>
                  <a:lnTo>
                    <a:pt x="62" y="20"/>
                  </a:lnTo>
                  <a:lnTo>
                    <a:pt x="17" y="0"/>
                  </a:lnTo>
                  <a:lnTo>
                    <a:pt x="0" y="37"/>
                  </a:lnTo>
                  <a:lnTo>
                    <a:pt x="45" y="58"/>
                  </a:lnTo>
                  <a:lnTo>
                    <a:pt x="91" y="78"/>
                  </a:lnTo>
                  <a:lnTo>
                    <a:pt x="107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23" name=""/>
            <p:cNvSpPr/>
            <p:nvPr/>
          </p:nvSpPr>
          <p:spPr>
            <a:xfrm rot="0">
              <a:off x="2709" y="3482"/>
              <a:ext cx="35" cy="26"/>
            </a:xfrm>
            <a:custGeom>
              <a:avLst/>
              <a:ahLst/>
              <a:rect l="0" t="0" r="r" b="b"/>
              <a:pathLst>
                <a:path w="107" h="78">
                  <a:moveTo>
                    <a:pt x="107" y="41"/>
                  </a:moveTo>
                  <a:lnTo>
                    <a:pt x="62" y="20"/>
                  </a:lnTo>
                  <a:lnTo>
                    <a:pt x="17" y="0"/>
                  </a:lnTo>
                  <a:lnTo>
                    <a:pt x="0" y="37"/>
                  </a:lnTo>
                  <a:lnTo>
                    <a:pt x="45" y="58"/>
                  </a:lnTo>
                  <a:lnTo>
                    <a:pt x="91" y="78"/>
                  </a:lnTo>
                  <a:lnTo>
                    <a:pt x="107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24" name=""/>
            <p:cNvSpPr/>
            <p:nvPr/>
          </p:nvSpPr>
          <p:spPr>
            <a:xfrm rot="0">
              <a:off x="2708" y="3494"/>
              <a:ext cx="16" cy="7"/>
            </a:xfrm>
            <a:custGeom>
              <a:avLst/>
              <a:ahLst/>
              <a:rect l="0" t="0" r="r" b="b"/>
              <a:pathLst>
                <a:path w="47" h="21">
                  <a:moveTo>
                    <a:pt x="47" y="21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47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25" name=""/>
            <p:cNvSpPr/>
            <p:nvPr/>
          </p:nvSpPr>
          <p:spPr>
            <a:xfrm rot="0" flipH="1">
              <a:off x="2708" y="3494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26" name=""/>
            <p:cNvSpPr/>
            <p:nvPr/>
          </p:nvSpPr>
          <p:spPr>
            <a:xfrm rot="0">
              <a:off x="2704" y="3496"/>
              <a:ext cx="36" cy="23"/>
            </a:xfrm>
            <a:custGeom>
              <a:avLst/>
              <a:ahLst/>
              <a:rect l="0" t="0" r="r" b="b"/>
              <a:pathLst>
                <a:path w="108" h="70">
                  <a:moveTo>
                    <a:pt x="108" y="31"/>
                  </a:moveTo>
                  <a:lnTo>
                    <a:pt x="60" y="16"/>
                  </a:lnTo>
                  <a:lnTo>
                    <a:pt x="13" y="0"/>
                  </a:lnTo>
                  <a:lnTo>
                    <a:pt x="0" y="39"/>
                  </a:lnTo>
                  <a:lnTo>
                    <a:pt x="47" y="54"/>
                  </a:lnTo>
                  <a:lnTo>
                    <a:pt x="95" y="70"/>
                  </a:lnTo>
                  <a:lnTo>
                    <a:pt x="108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27" name=""/>
            <p:cNvSpPr/>
            <p:nvPr/>
          </p:nvSpPr>
          <p:spPr>
            <a:xfrm rot="0">
              <a:off x="2704" y="3496"/>
              <a:ext cx="36" cy="23"/>
            </a:xfrm>
            <a:custGeom>
              <a:avLst/>
              <a:ahLst/>
              <a:rect l="0" t="0" r="r" b="b"/>
              <a:pathLst>
                <a:path w="108" h="70">
                  <a:moveTo>
                    <a:pt x="108" y="31"/>
                  </a:moveTo>
                  <a:lnTo>
                    <a:pt x="60" y="16"/>
                  </a:lnTo>
                  <a:lnTo>
                    <a:pt x="13" y="0"/>
                  </a:lnTo>
                  <a:lnTo>
                    <a:pt x="0" y="39"/>
                  </a:lnTo>
                  <a:lnTo>
                    <a:pt x="47" y="54"/>
                  </a:lnTo>
                  <a:lnTo>
                    <a:pt x="95" y="70"/>
                  </a:lnTo>
                  <a:lnTo>
                    <a:pt x="108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28" name=""/>
            <p:cNvSpPr/>
            <p:nvPr/>
          </p:nvSpPr>
          <p:spPr>
            <a:xfrm rot="0">
              <a:off x="2704" y="3509"/>
              <a:ext cx="15" cy="5"/>
            </a:xfrm>
            <a:custGeom>
              <a:avLst/>
              <a:ahLst/>
              <a:rect l="0" t="0" r="r" b="b"/>
              <a:pathLst>
                <a:path w="47" h="15">
                  <a:moveTo>
                    <a:pt x="47" y="15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7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29" name=""/>
            <p:cNvSpPr/>
            <p:nvPr/>
          </p:nvSpPr>
          <p:spPr>
            <a:xfrm rot="0">
              <a:off x="2704" y="350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30" name=""/>
            <p:cNvSpPr/>
            <p:nvPr/>
          </p:nvSpPr>
          <p:spPr>
            <a:xfrm rot="0">
              <a:off x="2700" y="3509"/>
              <a:ext cx="35" cy="22"/>
            </a:xfrm>
            <a:custGeom>
              <a:avLst/>
              <a:ahLst/>
              <a:rect l="0" t="0" r="r" b="b"/>
              <a:pathLst>
                <a:path w="106" h="65">
                  <a:moveTo>
                    <a:pt x="106" y="26"/>
                  </a:moveTo>
                  <a:lnTo>
                    <a:pt x="58" y="13"/>
                  </a:lnTo>
                  <a:lnTo>
                    <a:pt x="11" y="0"/>
                  </a:lnTo>
                  <a:lnTo>
                    <a:pt x="0" y="39"/>
                  </a:lnTo>
                  <a:lnTo>
                    <a:pt x="48" y="52"/>
                  </a:lnTo>
                  <a:lnTo>
                    <a:pt x="96" y="65"/>
                  </a:lnTo>
                  <a:lnTo>
                    <a:pt x="106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31" name=""/>
            <p:cNvSpPr/>
            <p:nvPr/>
          </p:nvSpPr>
          <p:spPr>
            <a:xfrm rot="0">
              <a:off x="2700" y="3509"/>
              <a:ext cx="35" cy="22"/>
            </a:xfrm>
            <a:custGeom>
              <a:avLst/>
              <a:ahLst/>
              <a:rect l="0" t="0" r="r" b="b"/>
              <a:pathLst>
                <a:path w="106" h="65">
                  <a:moveTo>
                    <a:pt x="106" y="26"/>
                  </a:moveTo>
                  <a:lnTo>
                    <a:pt x="58" y="13"/>
                  </a:lnTo>
                  <a:lnTo>
                    <a:pt x="11" y="0"/>
                  </a:lnTo>
                  <a:lnTo>
                    <a:pt x="0" y="39"/>
                  </a:lnTo>
                  <a:lnTo>
                    <a:pt x="48" y="52"/>
                  </a:lnTo>
                  <a:lnTo>
                    <a:pt x="96" y="65"/>
                  </a:lnTo>
                  <a:lnTo>
                    <a:pt x="106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32" name=""/>
            <p:cNvSpPr/>
            <p:nvPr/>
          </p:nvSpPr>
          <p:spPr>
            <a:xfrm rot="0">
              <a:off x="2700" y="3522"/>
              <a:ext cx="16" cy="5"/>
            </a:xfrm>
            <a:custGeom>
              <a:avLst/>
              <a:ahLst/>
              <a:rect l="0" t="0" r="r" b="b"/>
              <a:pathLst>
                <a:path w="49" h="13">
                  <a:moveTo>
                    <a:pt x="49" y="13"/>
                  </a:moveTo>
                  <a:lnTo>
                    <a:pt x="1" y="0"/>
                  </a:lnTo>
                  <a:lnTo>
                    <a:pt x="0" y="5"/>
                  </a:lnTo>
                  <a:lnTo>
                    <a:pt x="49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33" name=""/>
            <p:cNvSpPr/>
            <p:nvPr/>
          </p:nvSpPr>
          <p:spPr>
            <a:xfrm rot="0" flipH="1">
              <a:off x="2700" y="352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34" name=""/>
            <p:cNvSpPr/>
            <p:nvPr/>
          </p:nvSpPr>
          <p:spPr>
            <a:xfrm rot="0">
              <a:off x="2698" y="3524"/>
              <a:ext cx="34" cy="18"/>
            </a:xfrm>
            <a:custGeom>
              <a:avLst/>
              <a:ahLst/>
              <a:rect l="0" t="0" r="r" b="b"/>
              <a:pathLst>
                <a:path w="104" h="55">
                  <a:moveTo>
                    <a:pt x="104" y="16"/>
                  </a:moveTo>
                  <a:lnTo>
                    <a:pt x="55" y="8"/>
                  </a:lnTo>
                  <a:lnTo>
                    <a:pt x="6" y="0"/>
                  </a:lnTo>
                  <a:lnTo>
                    <a:pt x="0" y="39"/>
                  </a:lnTo>
                  <a:lnTo>
                    <a:pt x="49" y="47"/>
                  </a:lnTo>
                  <a:lnTo>
                    <a:pt x="98" y="55"/>
                  </a:lnTo>
                  <a:lnTo>
                    <a:pt x="10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35" name=""/>
            <p:cNvSpPr/>
            <p:nvPr/>
          </p:nvSpPr>
          <p:spPr>
            <a:xfrm rot="0">
              <a:off x="2698" y="3524"/>
              <a:ext cx="34" cy="18"/>
            </a:xfrm>
            <a:custGeom>
              <a:avLst/>
              <a:ahLst/>
              <a:rect l="0" t="0" r="r" b="b"/>
              <a:pathLst>
                <a:path w="104" h="55">
                  <a:moveTo>
                    <a:pt x="104" y="16"/>
                  </a:moveTo>
                  <a:lnTo>
                    <a:pt x="55" y="8"/>
                  </a:lnTo>
                  <a:lnTo>
                    <a:pt x="6" y="0"/>
                  </a:lnTo>
                  <a:lnTo>
                    <a:pt x="0" y="39"/>
                  </a:lnTo>
                  <a:lnTo>
                    <a:pt x="49" y="47"/>
                  </a:lnTo>
                  <a:lnTo>
                    <a:pt x="98" y="55"/>
                  </a:lnTo>
                  <a:lnTo>
                    <a:pt x="104" y="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36" name=""/>
            <p:cNvSpPr/>
            <p:nvPr/>
          </p:nvSpPr>
          <p:spPr>
            <a:xfrm rot="0">
              <a:off x="2698" y="3537"/>
              <a:ext cx="16" cy="3"/>
            </a:xfrm>
            <a:custGeom>
              <a:avLst/>
              <a:ahLst/>
              <a:rect l="0" t="0" r="r" b="b"/>
              <a:pathLst>
                <a:path w="49" h="8">
                  <a:moveTo>
                    <a:pt x="49" y="8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49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37" name=""/>
            <p:cNvSpPr/>
            <p:nvPr/>
          </p:nvSpPr>
          <p:spPr>
            <a:xfrm rot="0">
              <a:off x="2698" y="35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38" name=""/>
            <p:cNvSpPr/>
            <p:nvPr/>
          </p:nvSpPr>
          <p:spPr>
            <a:xfrm rot="0">
              <a:off x="2697" y="3538"/>
              <a:ext cx="33" cy="16"/>
            </a:xfrm>
            <a:custGeom>
              <a:avLst/>
              <a:ahLst/>
              <a:rect l="0" t="0" r="r" b="b"/>
              <a:pathLst>
                <a:path w="101" h="46">
                  <a:moveTo>
                    <a:pt x="101" y="8"/>
                  </a:moveTo>
                  <a:lnTo>
                    <a:pt x="52" y="4"/>
                  </a:lnTo>
                  <a:lnTo>
                    <a:pt x="3" y="0"/>
                  </a:lnTo>
                  <a:lnTo>
                    <a:pt x="0" y="39"/>
                  </a:lnTo>
                  <a:lnTo>
                    <a:pt x="49" y="43"/>
                  </a:lnTo>
                  <a:lnTo>
                    <a:pt x="98" y="46"/>
                  </a:lnTo>
                  <a:lnTo>
                    <a:pt x="101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39" name=""/>
            <p:cNvSpPr/>
            <p:nvPr/>
          </p:nvSpPr>
          <p:spPr>
            <a:xfrm rot="0">
              <a:off x="2697" y="3538"/>
              <a:ext cx="33" cy="16"/>
            </a:xfrm>
            <a:custGeom>
              <a:avLst/>
              <a:ahLst/>
              <a:rect l="0" t="0" r="r" b="b"/>
              <a:pathLst>
                <a:path w="101" h="46">
                  <a:moveTo>
                    <a:pt x="101" y="8"/>
                  </a:moveTo>
                  <a:lnTo>
                    <a:pt x="52" y="4"/>
                  </a:lnTo>
                  <a:lnTo>
                    <a:pt x="3" y="0"/>
                  </a:lnTo>
                  <a:lnTo>
                    <a:pt x="0" y="39"/>
                  </a:lnTo>
                  <a:lnTo>
                    <a:pt x="49" y="43"/>
                  </a:lnTo>
                  <a:lnTo>
                    <a:pt x="98" y="46"/>
                  </a:lnTo>
                  <a:lnTo>
                    <a:pt x="101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40" name=""/>
            <p:cNvSpPr/>
            <p:nvPr/>
          </p:nvSpPr>
          <p:spPr>
            <a:xfrm rot="0">
              <a:off x="2697" y="3551"/>
              <a:ext cx="32" cy="18"/>
            </a:xfrm>
            <a:custGeom>
              <a:avLst/>
              <a:ahLst/>
              <a:rect l="0" t="0" r="r" b="b"/>
              <a:pathLst>
                <a:path w="98" h="53">
                  <a:moveTo>
                    <a:pt x="49" y="4"/>
                  </a:moveTo>
                  <a:lnTo>
                    <a:pt x="98" y="7"/>
                  </a:lnTo>
                  <a:lnTo>
                    <a:pt x="96" y="19"/>
                  </a:lnTo>
                  <a:lnTo>
                    <a:pt x="90" y="31"/>
                  </a:lnTo>
                  <a:lnTo>
                    <a:pt x="81" y="41"/>
                  </a:lnTo>
                  <a:lnTo>
                    <a:pt x="71" y="49"/>
                  </a:lnTo>
                  <a:lnTo>
                    <a:pt x="58" y="53"/>
                  </a:lnTo>
                  <a:lnTo>
                    <a:pt x="45" y="53"/>
                  </a:lnTo>
                  <a:lnTo>
                    <a:pt x="34" y="50"/>
                  </a:lnTo>
                  <a:lnTo>
                    <a:pt x="22" y="45"/>
                  </a:lnTo>
                  <a:lnTo>
                    <a:pt x="12" y="36"/>
                  </a:lnTo>
                  <a:lnTo>
                    <a:pt x="4" y="25"/>
                  </a:lnTo>
                  <a:lnTo>
                    <a:pt x="0" y="13"/>
                  </a:lnTo>
                  <a:lnTo>
                    <a:pt x="0" y="0"/>
                  </a:lnTo>
                  <a:lnTo>
                    <a:pt x="49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41" name=""/>
            <p:cNvSpPr/>
            <p:nvPr/>
          </p:nvSpPr>
          <p:spPr>
            <a:xfrm rot="0">
              <a:off x="2697" y="3551"/>
              <a:ext cx="32" cy="18"/>
            </a:xfrm>
            <a:custGeom>
              <a:avLst/>
              <a:ahLst/>
              <a:rect l="0" t="0" r="r" b="b"/>
              <a:pathLst>
                <a:path w="98" h="53">
                  <a:moveTo>
                    <a:pt x="98" y="7"/>
                  </a:moveTo>
                  <a:lnTo>
                    <a:pt x="96" y="19"/>
                  </a:lnTo>
                  <a:lnTo>
                    <a:pt x="90" y="31"/>
                  </a:lnTo>
                  <a:lnTo>
                    <a:pt x="81" y="41"/>
                  </a:lnTo>
                  <a:lnTo>
                    <a:pt x="71" y="49"/>
                  </a:lnTo>
                  <a:lnTo>
                    <a:pt x="58" y="53"/>
                  </a:lnTo>
                  <a:lnTo>
                    <a:pt x="45" y="53"/>
                  </a:lnTo>
                  <a:lnTo>
                    <a:pt x="34" y="50"/>
                  </a:lnTo>
                  <a:lnTo>
                    <a:pt x="22" y="45"/>
                  </a:lnTo>
                  <a:lnTo>
                    <a:pt x="12" y="36"/>
                  </a:lnTo>
                  <a:lnTo>
                    <a:pt x="4" y="25"/>
                  </a:lnTo>
                  <a:lnTo>
                    <a:pt x="0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42" name=""/>
            <p:cNvSpPr/>
            <p:nvPr/>
          </p:nvSpPr>
          <p:spPr>
            <a:xfrm rot="0">
              <a:off x="2697" y="3536"/>
              <a:ext cx="33" cy="17"/>
            </a:xfrm>
            <a:custGeom>
              <a:avLst/>
              <a:ahLst/>
              <a:rect l="0" t="0" r="r" b="b"/>
              <a:pathLst>
                <a:path w="99" h="51">
                  <a:moveTo>
                    <a:pt x="49" y="51"/>
                  </a:move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6"/>
                  </a:lnTo>
                  <a:lnTo>
                    <a:pt x="92" y="26"/>
                  </a:lnTo>
                  <a:lnTo>
                    <a:pt x="97" y="38"/>
                  </a:lnTo>
                  <a:lnTo>
                    <a:pt x="99" y="51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43" name=""/>
            <p:cNvSpPr/>
            <p:nvPr/>
          </p:nvSpPr>
          <p:spPr>
            <a:xfrm rot="0">
              <a:off x="2697" y="3536"/>
              <a:ext cx="33" cy="17"/>
            </a:xfrm>
            <a:custGeom>
              <a:avLst/>
              <a:ahLst/>
              <a:rect l="0" t="0" r="r" b="b"/>
              <a:pathLst>
                <a:path w="99" h="51">
                  <a:moveTo>
                    <a:pt x="0" y="51"/>
                  </a:move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6"/>
                  </a:lnTo>
                  <a:lnTo>
                    <a:pt x="92" y="26"/>
                  </a:lnTo>
                  <a:lnTo>
                    <a:pt x="97" y="38"/>
                  </a:lnTo>
                  <a:lnTo>
                    <a:pt x="99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44" name=""/>
            <p:cNvSpPr/>
            <p:nvPr/>
          </p:nvSpPr>
          <p:spPr>
            <a:xfrm rot="0">
              <a:off x="2697" y="3553"/>
              <a:ext cx="33" cy="418"/>
            </a:xfrm>
            <a:custGeom>
              <a:avLst/>
              <a:ahLst/>
              <a:rect l="0" t="0" r="r" b="b"/>
              <a:pathLst>
                <a:path w="99" h="1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1256"/>
                  </a:lnTo>
                  <a:lnTo>
                    <a:pt x="49" y="1256"/>
                  </a:lnTo>
                  <a:lnTo>
                    <a:pt x="99" y="1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45" name=""/>
            <p:cNvSpPr/>
            <p:nvPr/>
          </p:nvSpPr>
          <p:spPr>
            <a:xfrm rot="0">
              <a:off x="2697" y="3553"/>
              <a:ext cx="33" cy="418"/>
            </a:xfrm>
            <a:custGeom>
              <a:avLst/>
              <a:ahLst/>
              <a:rect l="0" t="0" r="r" b="b"/>
              <a:pathLst>
                <a:path w="99" h="1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1256"/>
                  </a:lnTo>
                  <a:lnTo>
                    <a:pt x="49" y="1256"/>
                  </a:lnTo>
                  <a:lnTo>
                    <a:pt x="99" y="1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46" name=""/>
            <p:cNvSpPr/>
            <p:nvPr/>
          </p:nvSpPr>
          <p:spPr>
            <a:xfrm rot="0">
              <a:off x="2697" y="3971"/>
              <a:ext cx="33" cy="17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47" name=""/>
            <p:cNvSpPr/>
            <p:nvPr/>
          </p:nvSpPr>
          <p:spPr>
            <a:xfrm rot="0">
              <a:off x="2697" y="3971"/>
              <a:ext cx="33" cy="17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48" name=""/>
            <p:cNvSpPr/>
            <p:nvPr/>
          </p:nvSpPr>
          <p:spPr>
            <a:xfrm rot="0">
              <a:off x="2835" y="2846"/>
              <a:ext cx="32" cy="38"/>
            </a:xfrm>
            <a:custGeom>
              <a:avLst/>
              <a:ahLst/>
              <a:rect l="0" t="0" r="r" b="b"/>
              <a:pathLst>
                <a:path w="95" h="114">
                  <a:moveTo>
                    <a:pt x="46" y="114"/>
                  </a:moveTo>
                  <a:lnTo>
                    <a:pt x="71" y="70"/>
                  </a:lnTo>
                  <a:lnTo>
                    <a:pt x="95" y="26"/>
                  </a:lnTo>
                  <a:lnTo>
                    <a:pt x="49" y="0"/>
                  </a:lnTo>
                  <a:lnTo>
                    <a:pt x="24" y="44"/>
                  </a:lnTo>
                  <a:lnTo>
                    <a:pt x="0" y="88"/>
                  </a:lnTo>
                  <a:lnTo>
                    <a:pt x="46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49" name=""/>
            <p:cNvSpPr/>
            <p:nvPr/>
          </p:nvSpPr>
          <p:spPr>
            <a:xfrm rot="0">
              <a:off x="2835" y="2846"/>
              <a:ext cx="32" cy="38"/>
            </a:xfrm>
            <a:custGeom>
              <a:avLst/>
              <a:ahLst/>
              <a:rect l="0" t="0" r="r" b="b"/>
              <a:pathLst>
                <a:path w="95" h="114">
                  <a:moveTo>
                    <a:pt x="46" y="114"/>
                  </a:moveTo>
                  <a:lnTo>
                    <a:pt x="71" y="70"/>
                  </a:lnTo>
                  <a:lnTo>
                    <a:pt x="95" y="26"/>
                  </a:lnTo>
                  <a:lnTo>
                    <a:pt x="49" y="0"/>
                  </a:lnTo>
                  <a:lnTo>
                    <a:pt x="24" y="44"/>
                  </a:lnTo>
                  <a:lnTo>
                    <a:pt x="0" y="88"/>
                  </a:lnTo>
                  <a:lnTo>
                    <a:pt x="46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50" name=""/>
            <p:cNvSpPr/>
            <p:nvPr/>
          </p:nvSpPr>
          <p:spPr>
            <a:xfrm rot="0">
              <a:off x="2843" y="2846"/>
              <a:ext cx="9" cy="15"/>
            </a:xfrm>
            <a:custGeom>
              <a:avLst/>
              <a:ahLst/>
              <a:rect l="0" t="0" r="r" b="b"/>
              <a:pathLst>
                <a:path w="25" h="45">
                  <a:moveTo>
                    <a:pt x="0" y="45"/>
                  </a:moveTo>
                  <a:lnTo>
                    <a:pt x="25" y="1"/>
                  </a:lnTo>
                  <a:lnTo>
                    <a:pt x="22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51" name=""/>
            <p:cNvSpPr/>
            <p:nvPr/>
          </p:nvSpPr>
          <p:spPr>
            <a:xfrm rot="0" flipH="1" flipV="1">
              <a:off x="2851" y="284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52" name=""/>
            <p:cNvSpPr/>
            <p:nvPr/>
          </p:nvSpPr>
          <p:spPr>
            <a:xfrm rot="0">
              <a:off x="2820" y="2838"/>
              <a:ext cx="31" cy="38"/>
            </a:xfrm>
            <a:custGeom>
              <a:avLst/>
              <a:ahLst/>
              <a:rect l="0" t="0" r="r" b="b"/>
              <a:pathLst>
                <a:path w="91" h="113">
                  <a:moveTo>
                    <a:pt x="47" y="113"/>
                  </a:moveTo>
                  <a:lnTo>
                    <a:pt x="69" y="68"/>
                  </a:lnTo>
                  <a:lnTo>
                    <a:pt x="91" y="23"/>
                  </a:lnTo>
                  <a:lnTo>
                    <a:pt x="44" y="0"/>
                  </a:lnTo>
                  <a:lnTo>
                    <a:pt x="22" y="45"/>
                  </a:lnTo>
                  <a:lnTo>
                    <a:pt x="0" y="90"/>
                  </a:lnTo>
                  <a:lnTo>
                    <a:pt x="47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53" name=""/>
            <p:cNvSpPr/>
            <p:nvPr/>
          </p:nvSpPr>
          <p:spPr>
            <a:xfrm rot="0">
              <a:off x="2820" y="2838"/>
              <a:ext cx="31" cy="38"/>
            </a:xfrm>
            <a:custGeom>
              <a:avLst/>
              <a:ahLst/>
              <a:rect l="0" t="0" r="r" b="b"/>
              <a:pathLst>
                <a:path w="91" h="113">
                  <a:moveTo>
                    <a:pt x="47" y="113"/>
                  </a:moveTo>
                  <a:lnTo>
                    <a:pt x="69" y="68"/>
                  </a:lnTo>
                  <a:lnTo>
                    <a:pt x="91" y="23"/>
                  </a:lnTo>
                  <a:lnTo>
                    <a:pt x="44" y="0"/>
                  </a:lnTo>
                  <a:lnTo>
                    <a:pt x="22" y="45"/>
                  </a:lnTo>
                  <a:lnTo>
                    <a:pt x="0" y="90"/>
                  </a:lnTo>
                  <a:lnTo>
                    <a:pt x="47" y="1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54" name=""/>
            <p:cNvSpPr/>
            <p:nvPr/>
          </p:nvSpPr>
          <p:spPr>
            <a:xfrm rot="0">
              <a:off x="2828" y="2838"/>
              <a:ext cx="7" cy="15"/>
            </a:xfrm>
            <a:custGeom>
              <a:avLst/>
              <a:ahLst/>
              <a:rect l="0" t="0" r="r" b="b"/>
              <a:pathLst>
                <a:path w="22" h="45">
                  <a:moveTo>
                    <a:pt x="0" y="45"/>
                  </a:moveTo>
                  <a:lnTo>
                    <a:pt x="22" y="0"/>
                  </a:lnTo>
                  <a:lnTo>
                    <a:pt x="20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55" name=""/>
            <p:cNvSpPr/>
            <p:nvPr/>
          </p:nvSpPr>
          <p:spPr>
            <a:xfrm rot="0" flipH="1">
              <a:off x="2834" y="28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56" name=""/>
            <p:cNvSpPr/>
            <p:nvPr/>
          </p:nvSpPr>
          <p:spPr>
            <a:xfrm rot="0">
              <a:off x="2804" y="2830"/>
              <a:ext cx="30" cy="38"/>
            </a:xfrm>
            <a:custGeom>
              <a:avLst/>
              <a:ahLst/>
              <a:rect l="0" t="0" r="r" b="b"/>
              <a:pathLst>
                <a:path w="90" h="114">
                  <a:moveTo>
                    <a:pt x="49" y="114"/>
                  </a:moveTo>
                  <a:lnTo>
                    <a:pt x="70" y="69"/>
                  </a:lnTo>
                  <a:lnTo>
                    <a:pt x="90" y="24"/>
                  </a:lnTo>
                  <a:lnTo>
                    <a:pt x="41" y="0"/>
                  </a:lnTo>
                  <a:lnTo>
                    <a:pt x="20" y="46"/>
                  </a:lnTo>
                  <a:lnTo>
                    <a:pt x="0" y="91"/>
                  </a:lnTo>
                  <a:lnTo>
                    <a:pt x="49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57" name=""/>
            <p:cNvSpPr/>
            <p:nvPr/>
          </p:nvSpPr>
          <p:spPr>
            <a:xfrm rot="0">
              <a:off x="2804" y="2830"/>
              <a:ext cx="30" cy="38"/>
            </a:xfrm>
            <a:custGeom>
              <a:avLst/>
              <a:ahLst/>
              <a:rect l="0" t="0" r="r" b="b"/>
              <a:pathLst>
                <a:path w="90" h="114">
                  <a:moveTo>
                    <a:pt x="49" y="114"/>
                  </a:moveTo>
                  <a:lnTo>
                    <a:pt x="70" y="69"/>
                  </a:lnTo>
                  <a:lnTo>
                    <a:pt x="90" y="24"/>
                  </a:lnTo>
                  <a:lnTo>
                    <a:pt x="41" y="0"/>
                  </a:lnTo>
                  <a:lnTo>
                    <a:pt x="20" y="46"/>
                  </a:lnTo>
                  <a:lnTo>
                    <a:pt x="0" y="91"/>
                  </a:lnTo>
                  <a:lnTo>
                    <a:pt x="49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58" name=""/>
            <p:cNvSpPr/>
            <p:nvPr/>
          </p:nvSpPr>
          <p:spPr>
            <a:xfrm rot="0">
              <a:off x="2811" y="2830"/>
              <a:ext cx="7" cy="16"/>
            </a:xfrm>
            <a:custGeom>
              <a:avLst/>
              <a:ahLst/>
              <a:rect l="0" t="0" r="r" b="b"/>
              <a:pathLst>
                <a:path w="21" h="47">
                  <a:moveTo>
                    <a:pt x="0" y="47"/>
                  </a:moveTo>
                  <a:lnTo>
                    <a:pt x="21" y="1"/>
                  </a:lnTo>
                  <a:lnTo>
                    <a:pt x="19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59" name=""/>
            <p:cNvSpPr/>
            <p:nvPr/>
          </p:nvSpPr>
          <p:spPr>
            <a:xfrm rot="0" flipH="1" flipV="1">
              <a:off x="2817" y="28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60" name=""/>
            <p:cNvSpPr/>
            <p:nvPr/>
          </p:nvSpPr>
          <p:spPr>
            <a:xfrm rot="0">
              <a:off x="2787" y="2823"/>
              <a:ext cx="30" cy="38"/>
            </a:xfrm>
            <a:custGeom>
              <a:avLst/>
              <a:ahLst/>
              <a:rect l="0" t="0" r="r" b="b"/>
              <a:pathLst>
                <a:path w="90" h="114">
                  <a:moveTo>
                    <a:pt x="53" y="114"/>
                  </a:moveTo>
                  <a:lnTo>
                    <a:pt x="71" y="68"/>
                  </a:lnTo>
                  <a:lnTo>
                    <a:pt x="90" y="21"/>
                  </a:lnTo>
                  <a:lnTo>
                    <a:pt x="37" y="0"/>
                  </a:lnTo>
                  <a:lnTo>
                    <a:pt x="19" y="47"/>
                  </a:lnTo>
                  <a:lnTo>
                    <a:pt x="0" y="93"/>
                  </a:lnTo>
                  <a:lnTo>
                    <a:pt x="53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61" name=""/>
            <p:cNvSpPr/>
            <p:nvPr/>
          </p:nvSpPr>
          <p:spPr>
            <a:xfrm rot="0">
              <a:off x="2787" y="2823"/>
              <a:ext cx="30" cy="38"/>
            </a:xfrm>
            <a:custGeom>
              <a:avLst/>
              <a:ahLst/>
              <a:rect l="0" t="0" r="r" b="b"/>
              <a:pathLst>
                <a:path w="90" h="114">
                  <a:moveTo>
                    <a:pt x="53" y="114"/>
                  </a:moveTo>
                  <a:lnTo>
                    <a:pt x="71" y="68"/>
                  </a:lnTo>
                  <a:lnTo>
                    <a:pt x="90" y="21"/>
                  </a:lnTo>
                  <a:lnTo>
                    <a:pt x="37" y="0"/>
                  </a:lnTo>
                  <a:lnTo>
                    <a:pt x="19" y="47"/>
                  </a:lnTo>
                  <a:lnTo>
                    <a:pt x="0" y="93"/>
                  </a:lnTo>
                  <a:lnTo>
                    <a:pt x="53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62" name=""/>
            <p:cNvSpPr/>
            <p:nvPr/>
          </p:nvSpPr>
          <p:spPr>
            <a:xfrm rot="0">
              <a:off x="2794" y="2823"/>
              <a:ext cx="6" cy="16"/>
            </a:xfrm>
            <a:custGeom>
              <a:avLst/>
              <a:ahLst/>
              <a:rect l="0" t="0" r="r" b="b"/>
              <a:pathLst>
                <a:path w="18" h="47">
                  <a:moveTo>
                    <a:pt x="0" y="47"/>
                  </a:moveTo>
                  <a:lnTo>
                    <a:pt x="18" y="0"/>
                  </a:lnTo>
                  <a:lnTo>
                    <a:pt x="16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63" name=""/>
            <p:cNvSpPr/>
            <p:nvPr/>
          </p:nvSpPr>
          <p:spPr>
            <a:xfrm rot="0" flipH="1">
              <a:off x="2799" y="282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64" name=""/>
            <p:cNvSpPr/>
            <p:nvPr/>
          </p:nvSpPr>
          <p:spPr>
            <a:xfrm rot="0">
              <a:off x="2770" y="2817"/>
              <a:ext cx="29" cy="37"/>
            </a:xfrm>
            <a:custGeom>
              <a:avLst/>
              <a:ahLst/>
              <a:rect l="0" t="0" r="r" b="b"/>
              <a:pathLst>
                <a:path w="86" h="112">
                  <a:moveTo>
                    <a:pt x="53" y="112"/>
                  </a:moveTo>
                  <a:lnTo>
                    <a:pt x="70" y="66"/>
                  </a:lnTo>
                  <a:lnTo>
                    <a:pt x="86" y="19"/>
                  </a:lnTo>
                  <a:lnTo>
                    <a:pt x="33" y="0"/>
                  </a:lnTo>
                  <a:lnTo>
                    <a:pt x="17" y="47"/>
                  </a:lnTo>
                  <a:lnTo>
                    <a:pt x="0" y="93"/>
                  </a:lnTo>
                  <a:lnTo>
                    <a:pt x="53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65" name=""/>
            <p:cNvSpPr/>
            <p:nvPr/>
          </p:nvSpPr>
          <p:spPr>
            <a:xfrm rot="0">
              <a:off x="2770" y="2817"/>
              <a:ext cx="29" cy="37"/>
            </a:xfrm>
            <a:custGeom>
              <a:avLst/>
              <a:ahLst/>
              <a:rect l="0" t="0" r="r" b="b"/>
              <a:pathLst>
                <a:path w="86" h="112">
                  <a:moveTo>
                    <a:pt x="53" y="112"/>
                  </a:moveTo>
                  <a:lnTo>
                    <a:pt x="70" y="66"/>
                  </a:lnTo>
                  <a:lnTo>
                    <a:pt x="86" y="19"/>
                  </a:lnTo>
                  <a:lnTo>
                    <a:pt x="33" y="0"/>
                  </a:lnTo>
                  <a:lnTo>
                    <a:pt x="17" y="47"/>
                  </a:lnTo>
                  <a:lnTo>
                    <a:pt x="0" y="93"/>
                  </a:lnTo>
                  <a:lnTo>
                    <a:pt x="53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66" name=""/>
            <p:cNvSpPr/>
            <p:nvPr/>
          </p:nvSpPr>
          <p:spPr>
            <a:xfrm rot="0">
              <a:off x="2776" y="2816"/>
              <a:ext cx="5" cy="16"/>
            </a:xfrm>
            <a:custGeom>
              <a:avLst/>
              <a:ahLst/>
              <a:rect l="0" t="0" r="r" b="b"/>
              <a:pathLst>
                <a:path w="16" h="48">
                  <a:moveTo>
                    <a:pt x="0" y="48"/>
                  </a:moveTo>
                  <a:lnTo>
                    <a:pt x="16" y="1"/>
                  </a:lnTo>
                  <a:lnTo>
                    <a:pt x="15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67" name=""/>
            <p:cNvSpPr/>
            <p:nvPr/>
          </p:nvSpPr>
          <p:spPr>
            <a:xfrm rot="0" flipH="1" flipV="1">
              <a:off x="2781" y="28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68" name=""/>
            <p:cNvSpPr/>
            <p:nvPr/>
          </p:nvSpPr>
          <p:spPr>
            <a:xfrm rot="0">
              <a:off x="2752" y="2810"/>
              <a:ext cx="29" cy="38"/>
            </a:xfrm>
            <a:custGeom>
              <a:avLst/>
              <a:ahLst/>
              <a:rect l="0" t="0" r="r" b="b"/>
              <a:pathLst>
                <a:path w="86" h="113">
                  <a:moveTo>
                    <a:pt x="55" y="113"/>
                  </a:moveTo>
                  <a:lnTo>
                    <a:pt x="71" y="66"/>
                  </a:lnTo>
                  <a:lnTo>
                    <a:pt x="86" y="18"/>
                  </a:lnTo>
                  <a:lnTo>
                    <a:pt x="31" y="0"/>
                  </a:lnTo>
                  <a:lnTo>
                    <a:pt x="15" y="47"/>
                  </a:lnTo>
                  <a:lnTo>
                    <a:pt x="0" y="95"/>
                  </a:lnTo>
                  <a:lnTo>
                    <a:pt x="55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69" name=""/>
            <p:cNvSpPr/>
            <p:nvPr/>
          </p:nvSpPr>
          <p:spPr>
            <a:xfrm rot="0">
              <a:off x="2752" y="2810"/>
              <a:ext cx="29" cy="38"/>
            </a:xfrm>
            <a:custGeom>
              <a:avLst/>
              <a:ahLst/>
              <a:rect l="0" t="0" r="r" b="b"/>
              <a:pathLst>
                <a:path w="86" h="113">
                  <a:moveTo>
                    <a:pt x="55" y="113"/>
                  </a:moveTo>
                  <a:lnTo>
                    <a:pt x="71" y="66"/>
                  </a:lnTo>
                  <a:lnTo>
                    <a:pt x="86" y="18"/>
                  </a:lnTo>
                  <a:lnTo>
                    <a:pt x="31" y="0"/>
                  </a:lnTo>
                  <a:lnTo>
                    <a:pt x="15" y="47"/>
                  </a:lnTo>
                  <a:lnTo>
                    <a:pt x="0" y="95"/>
                  </a:lnTo>
                  <a:lnTo>
                    <a:pt x="55" y="1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70" name=""/>
            <p:cNvSpPr/>
            <p:nvPr/>
          </p:nvSpPr>
          <p:spPr>
            <a:xfrm rot="0">
              <a:off x="2757" y="2810"/>
              <a:ext cx="6" cy="16"/>
            </a:xfrm>
            <a:custGeom>
              <a:avLst/>
              <a:ahLst/>
              <a:rect l="0" t="0" r="r" b="b"/>
              <a:pathLst>
                <a:path w="16" h="47">
                  <a:moveTo>
                    <a:pt x="0" y="47"/>
                  </a:moveTo>
                  <a:lnTo>
                    <a:pt x="16" y="0"/>
                  </a:lnTo>
                  <a:lnTo>
                    <a:pt x="14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71" name=""/>
            <p:cNvSpPr/>
            <p:nvPr/>
          </p:nvSpPr>
          <p:spPr>
            <a:xfrm rot="0" flipH="1">
              <a:off x="2762" y="28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72" name=""/>
            <p:cNvSpPr/>
            <p:nvPr/>
          </p:nvSpPr>
          <p:spPr>
            <a:xfrm rot="0">
              <a:off x="2734" y="2805"/>
              <a:ext cx="28" cy="37"/>
            </a:xfrm>
            <a:custGeom>
              <a:avLst/>
              <a:ahLst/>
              <a:rect l="0" t="0" r="r" b="b"/>
              <a:pathLst>
                <a:path w="85" h="112">
                  <a:moveTo>
                    <a:pt x="57" y="112"/>
                  </a:moveTo>
                  <a:lnTo>
                    <a:pt x="71" y="64"/>
                  </a:lnTo>
                  <a:lnTo>
                    <a:pt x="85" y="17"/>
                  </a:lnTo>
                  <a:lnTo>
                    <a:pt x="28" y="0"/>
                  </a:lnTo>
                  <a:lnTo>
                    <a:pt x="14" y="48"/>
                  </a:lnTo>
                  <a:lnTo>
                    <a:pt x="0" y="95"/>
                  </a:lnTo>
                  <a:lnTo>
                    <a:pt x="57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73" name=""/>
            <p:cNvSpPr/>
            <p:nvPr/>
          </p:nvSpPr>
          <p:spPr>
            <a:xfrm rot="0">
              <a:off x="2734" y="2805"/>
              <a:ext cx="28" cy="37"/>
            </a:xfrm>
            <a:custGeom>
              <a:avLst/>
              <a:ahLst/>
              <a:rect l="0" t="0" r="r" b="b"/>
              <a:pathLst>
                <a:path w="85" h="112">
                  <a:moveTo>
                    <a:pt x="57" y="112"/>
                  </a:moveTo>
                  <a:lnTo>
                    <a:pt x="71" y="64"/>
                  </a:lnTo>
                  <a:lnTo>
                    <a:pt x="85" y="17"/>
                  </a:lnTo>
                  <a:lnTo>
                    <a:pt x="28" y="0"/>
                  </a:lnTo>
                  <a:lnTo>
                    <a:pt x="14" y="48"/>
                  </a:lnTo>
                  <a:lnTo>
                    <a:pt x="0" y="95"/>
                  </a:lnTo>
                  <a:lnTo>
                    <a:pt x="57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74" name=""/>
            <p:cNvSpPr/>
            <p:nvPr/>
          </p:nvSpPr>
          <p:spPr>
            <a:xfrm rot="0">
              <a:off x="2738" y="2805"/>
              <a:ext cx="5" cy="16"/>
            </a:xfrm>
            <a:custGeom>
              <a:avLst/>
              <a:ahLst/>
              <a:rect l="0" t="0" r="r" b="b"/>
              <a:pathLst>
                <a:path w="14" h="48">
                  <a:moveTo>
                    <a:pt x="0" y="48"/>
                  </a:moveTo>
                  <a:lnTo>
                    <a:pt x="14" y="0"/>
                  </a:lnTo>
                  <a:lnTo>
                    <a:pt x="12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75" name=""/>
            <p:cNvSpPr/>
            <p:nvPr/>
          </p:nvSpPr>
          <p:spPr>
            <a:xfrm rot="0" flipH="1">
              <a:off x="2742" y="28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76" name=""/>
            <p:cNvSpPr/>
            <p:nvPr/>
          </p:nvSpPr>
          <p:spPr>
            <a:xfrm rot="0">
              <a:off x="2715" y="2800"/>
              <a:ext cx="27" cy="36"/>
            </a:xfrm>
            <a:custGeom>
              <a:avLst/>
              <a:ahLst/>
              <a:rect l="0" t="0" r="r" b="b"/>
              <a:pathLst>
                <a:path w="81" h="109">
                  <a:moveTo>
                    <a:pt x="58" y="109"/>
                  </a:moveTo>
                  <a:lnTo>
                    <a:pt x="69" y="62"/>
                  </a:lnTo>
                  <a:lnTo>
                    <a:pt x="81" y="14"/>
                  </a:lnTo>
                  <a:lnTo>
                    <a:pt x="23" y="0"/>
                  </a:lnTo>
                  <a:lnTo>
                    <a:pt x="11" y="47"/>
                  </a:lnTo>
                  <a:lnTo>
                    <a:pt x="0" y="95"/>
                  </a:lnTo>
                  <a:lnTo>
                    <a:pt x="58" y="1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77" name=""/>
            <p:cNvSpPr/>
            <p:nvPr/>
          </p:nvSpPr>
          <p:spPr>
            <a:xfrm rot="0">
              <a:off x="2715" y="2800"/>
              <a:ext cx="27" cy="36"/>
            </a:xfrm>
            <a:custGeom>
              <a:avLst/>
              <a:ahLst/>
              <a:rect l="0" t="0" r="r" b="b"/>
              <a:pathLst>
                <a:path w="81" h="109">
                  <a:moveTo>
                    <a:pt x="58" y="109"/>
                  </a:moveTo>
                  <a:lnTo>
                    <a:pt x="69" y="62"/>
                  </a:lnTo>
                  <a:lnTo>
                    <a:pt x="81" y="14"/>
                  </a:lnTo>
                  <a:lnTo>
                    <a:pt x="23" y="0"/>
                  </a:lnTo>
                  <a:lnTo>
                    <a:pt x="11" y="47"/>
                  </a:lnTo>
                  <a:lnTo>
                    <a:pt x="0" y="95"/>
                  </a:lnTo>
                  <a:lnTo>
                    <a:pt x="58" y="10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78" name=""/>
            <p:cNvSpPr/>
            <p:nvPr/>
          </p:nvSpPr>
          <p:spPr>
            <a:xfrm rot="0">
              <a:off x="2719" y="2799"/>
              <a:ext cx="4" cy="17"/>
            </a:xfrm>
            <a:custGeom>
              <a:avLst/>
              <a:ahLst/>
              <a:rect l="0" t="0" r="r" b="b"/>
              <a:pathLst>
                <a:path w="12" h="49">
                  <a:moveTo>
                    <a:pt x="0" y="49"/>
                  </a:moveTo>
                  <a:lnTo>
                    <a:pt x="12" y="2"/>
                  </a:lnTo>
                  <a:lnTo>
                    <a:pt x="10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79" name=""/>
            <p:cNvSpPr/>
            <p:nvPr/>
          </p:nvSpPr>
          <p:spPr>
            <a:xfrm rot="0" flipH="1" flipV="1">
              <a:off x="2722" y="27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80" name=""/>
            <p:cNvSpPr/>
            <p:nvPr/>
          </p:nvSpPr>
          <p:spPr>
            <a:xfrm rot="0">
              <a:off x="2696" y="2795"/>
              <a:ext cx="26" cy="37"/>
            </a:xfrm>
            <a:custGeom>
              <a:avLst/>
              <a:ahLst/>
              <a:rect l="0" t="0" r="r" b="b"/>
              <a:pathLst>
                <a:path w="78" h="112">
                  <a:moveTo>
                    <a:pt x="58" y="112"/>
                  </a:moveTo>
                  <a:lnTo>
                    <a:pt x="68" y="62"/>
                  </a:lnTo>
                  <a:lnTo>
                    <a:pt x="78" y="13"/>
                  </a:lnTo>
                  <a:lnTo>
                    <a:pt x="20" y="0"/>
                  </a:lnTo>
                  <a:lnTo>
                    <a:pt x="10" y="50"/>
                  </a:lnTo>
                  <a:lnTo>
                    <a:pt x="0" y="99"/>
                  </a:lnTo>
                  <a:lnTo>
                    <a:pt x="58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81" name=""/>
            <p:cNvSpPr/>
            <p:nvPr/>
          </p:nvSpPr>
          <p:spPr>
            <a:xfrm rot="0">
              <a:off x="2696" y="2795"/>
              <a:ext cx="26" cy="37"/>
            </a:xfrm>
            <a:custGeom>
              <a:avLst/>
              <a:ahLst/>
              <a:rect l="0" t="0" r="r" b="b"/>
              <a:pathLst>
                <a:path w="78" h="112">
                  <a:moveTo>
                    <a:pt x="58" y="112"/>
                  </a:moveTo>
                  <a:lnTo>
                    <a:pt x="68" y="62"/>
                  </a:lnTo>
                  <a:lnTo>
                    <a:pt x="78" y="13"/>
                  </a:lnTo>
                  <a:lnTo>
                    <a:pt x="20" y="0"/>
                  </a:lnTo>
                  <a:lnTo>
                    <a:pt x="10" y="50"/>
                  </a:lnTo>
                  <a:lnTo>
                    <a:pt x="0" y="99"/>
                  </a:lnTo>
                  <a:lnTo>
                    <a:pt x="58" y="1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82" name=""/>
            <p:cNvSpPr/>
            <p:nvPr/>
          </p:nvSpPr>
          <p:spPr>
            <a:xfrm rot="0">
              <a:off x="2700" y="2795"/>
              <a:ext cx="3" cy="17"/>
            </a:xfrm>
            <a:custGeom>
              <a:avLst/>
              <a:ahLst/>
              <a:rect l="0" t="0" r="r" b="b"/>
              <a:pathLst>
                <a:path w="10" h="50">
                  <a:moveTo>
                    <a:pt x="0" y="50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83" name=""/>
            <p:cNvSpPr/>
            <p:nvPr/>
          </p:nvSpPr>
          <p:spPr>
            <a:xfrm rot="0" flipH="1">
              <a:off x="2703" y="27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84" name=""/>
            <p:cNvSpPr/>
            <p:nvPr/>
          </p:nvSpPr>
          <p:spPr>
            <a:xfrm rot="0">
              <a:off x="2676" y="2791"/>
              <a:ext cx="27" cy="37"/>
            </a:xfrm>
            <a:custGeom>
              <a:avLst/>
              <a:ahLst/>
              <a:rect l="0" t="0" r="r" b="b"/>
              <a:pathLst>
                <a:path w="79" h="110">
                  <a:moveTo>
                    <a:pt x="61" y="110"/>
                  </a:moveTo>
                  <a:lnTo>
                    <a:pt x="70" y="61"/>
                  </a:lnTo>
                  <a:lnTo>
                    <a:pt x="79" y="11"/>
                  </a:lnTo>
                  <a:lnTo>
                    <a:pt x="18" y="0"/>
                  </a:lnTo>
                  <a:lnTo>
                    <a:pt x="9" y="49"/>
                  </a:lnTo>
                  <a:lnTo>
                    <a:pt x="0" y="98"/>
                  </a:lnTo>
                  <a:lnTo>
                    <a:pt x="61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85" name=""/>
            <p:cNvSpPr/>
            <p:nvPr/>
          </p:nvSpPr>
          <p:spPr>
            <a:xfrm rot="0">
              <a:off x="2676" y="2791"/>
              <a:ext cx="27" cy="37"/>
            </a:xfrm>
            <a:custGeom>
              <a:avLst/>
              <a:ahLst/>
              <a:rect l="0" t="0" r="r" b="b"/>
              <a:pathLst>
                <a:path w="79" h="110">
                  <a:moveTo>
                    <a:pt x="61" y="110"/>
                  </a:moveTo>
                  <a:lnTo>
                    <a:pt x="70" y="61"/>
                  </a:lnTo>
                  <a:lnTo>
                    <a:pt x="79" y="11"/>
                  </a:lnTo>
                  <a:lnTo>
                    <a:pt x="18" y="0"/>
                  </a:lnTo>
                  <a:lnTo>
                    <a:pt x="9" y="49"/>
                  </a:lnTo>
                  <a:lnTo>
                    <a:pt x="0" y="98"/>
                  </a:lnTo>
                  <a:lnTo>
                    <a:pt x="61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86" name=""/>
            <p:cNvSpPr/>
            <p:nvPr/>
          </p:nvSpPr>
          <p:spPr>
            <a:xfrm rot="0">
              <a:off x="2679" y="2791"/>
              <a:ext cx="3" cy="17"/>
            </a:xfrm>
            <a:custGeom>
              <a:avLst/>
              <a:ahLst/>
              <a:rect l="0" t="0" r="r" b="b"/>
              <a:pathLst>
                <a:path w="9" h="49">
                  <a:moveTo>
                    <a:pt x="0" y="49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87" name=""/>
            <p:cNvSpPr/>
            <p:nvPr/>
          </p:nvSpPr>
          <p:spPr>
            <a:xfrm rot="0" flipH="1">
              <a:off x="2682" y="27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88" name=""/>
            <p:cNvSpPr/>
            <p:nvPr/>
          </p:nvSpPr>
          <p:spPr>
            <a:xfrm rot="0">
              <a:off x="2657" y="2788"/>
              <a:ext cx="25" cy="36"/>
            </a:xfrm>
            <a:custGeom>
              <a:avLst/>
              <a:ahLst/>
              <a:rect l="0" t="0" r="r" b="b"/>
              <a:pathLst>
                <a:path w="76" h="107">
                  <a:moveTo>
                    <a:pt x="61" y="107"/>
                  </a:moveTo>
                  <a:lnTo>
                    <a:pt x="68" y="58"/>
                  </a:lnTo>
                  <a:lnTo>
                    <a:pt x="76" y="9"/>
                  </a:lnTo>
                  <a:lnTo>
                    <a:pt x="15" y="0"/>
                  </a:lnTo>
                  <a:lnTo>
                    <a:pt x="8" y="49"/>
                  </a:lnTo>
                  <a:lnTo>
                    <a:pt x="0" y="98"/>
                  </a:lnTo>
                  <a:lnTo>
                    <a:pt x="61" y="1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89" name=""/>
            <p:cNvSpPr/>
            <p:nvPr/>
          </p:nvSpPr>
          <p:spPr>
            <a:xfrm rot="0">
              <a:off x="2657" y="2788"/>
              <a:ext cx="25" cy="36"/>
            </a:xfrm>
            <a:custGeom>
              <a:avLst/>
              <a:ahLst/>
              <a:rect l="0" t="0" r="r" b="b"/>
              <a:pathLst>
                <a:path w="76" h="107">
                  <a:moveTo>
                    <a:pt x="61" y="107"/>
                  </a:moveTo>
                  <a:lnTo>
                    <a:pt x="68" y="58"/>
                  </a:lnTo>
                  <a:lnTo>
                    <a:pt x="76" y="9"/>
                  </a:lnTo>
                  <a:lnTo>
                    <a:pt x="15" y="0"/>
                  </a:lnTo>
                  <a:lnTo>
                    <a:pt x="8" y="49"/>
                  </a:lnTo>
                  <a:lnTo>
                    <a:pt x="0" y="98"/>
                  </a:lnTo>
                  <a:lnTo>
                    <a:pt x="61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90" name=""/>
            <p:cNvSpPr/>
            <p:nvPr/>
          </p:nvSpPr>
          <p:spPr>
            <a:xfrm rot="0">
              <a:off x="2659" y="2788"/>
              <a:ext cx="3" cy="17"/>
            </a:xfrm>
            <a:custGeom>
              <a:avLst/>
              <a:ahLst/>
              <a:rect l="0" t="0" r="r" b="b"/>
              <a:pathLst>
                <a:path w="7" h="49">
                  <a:moveTo>
                    <a:pt x="0" y="49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91" name=""/>
            <p:cNvSpPr/>
            <p:nvPr/>
          </p:nvSpPr>
          <p:spPr>
            <a:xfrm rot="0" flipH="1">
              <a:off x="2661" y="278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92" name=""/>
            <p:cNvSpPr/>
            <p:nvPr/>
          </p:nvSpPr>
          <p:spPr>
            <a:xfrm rot="0">
              <a:off x="2636" y="2786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62" y="106"/>
                  </a:moveTo>
                  <a:lnTo>
                    <a:pt x="69" y="57"/>
                  </a:lnTo>
                  <a:lnTo>
                    <a:pt x="75" y="8"/>
                  </a:lnTo>
                  <a:lnTo>
                    <a:pt x="13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62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93" name=""/>
            <p:cNvSpPr/>
            <p:nvPr/>
          </p:nvSpPr>
          <p:spPr>
            <a:xfrm rot="0">
              <a:off x="2636" y="2786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62" y="106"/>
                  </a:moveTo>
                  <a:lnTo>
                    <a:pt x="69" y="57"/>
                  </a:lnTo>
                  <a:lnTo>
                    <a:pt x="75" y="8"/>
                  </a:lnTo>
                  <a:lnTo>
                    <a:pt x="13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62" y="10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94" name=""/>
            <p:cNvSpPr/>
            <p:nvPr/>
          </p:nvSpPr>
          <p:spPr>
            <a:xfrm rot="0">
              <a:off x="2639" y="2786"/>
              <a:ext cx="2" cy="16"/>
            </a:xfrm>
            <a:custGeom>
              <a:avLst/>
              <a:ahLst/>
              <a:rect l="0" t="0" r="r" b="b"/>
              <a:pathLst>
                <a:path w="6" h="49">
                  <a:moveTo>
                    <a:pt x="0" y="49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95" name=""/>
            <p:cNvSpPr/>
            <p:nvPr/>
          </p:nvSpPr>
          <p:spPr>
            <a:xfrm rot="0" flipH="1">
              <a:off x="2640" y="2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96" name=""/>
            <p:cNvSpPr/>
            <p:nvPr/>
          </p:nvSpPr>
          <p:spPr>
            <a:xfrm rot="0">
              <a:off x="2616" y="2784"/>
              <a:ext cx="24" cy="34"/>
            </a:xfrm>
            <a:custGeom>
              <a:avLst/>
              <a:ahLst/>
              <a:rect l="0" t="0" r="r" b="b"/>
              <a:pathLst>
                <a:path w="74" h="104">
                  <a:moveTo>
                    <a:pt x="63" y="104"/>
                  </a:moveTo>
                  <a:lnTo>
                    <a:pt x="69" y="55"/>
                  </a:lnTo>
                  <a:lnTo>
                    <a:pt x="74" y="6"/>
                  </a:lnTo>
                  <a:lnTo>
                    <a:pt x="11" y="0"/>
                  </a:lnTo>
                  <a:lnTo>
                    <a:pt x="5" y="49"/>
                  </a:lnTo>
                  <a:lnTo>
                    <a:pt x="0" y="98"/>
                  </a:lnTo>
                  <a:lnTo>
                    <a:pt x="63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97" name=""/>
            <p:cNvSpPr/>
            <p:nvPr/>
          </p:nvSpPr>
          <p:spPr>
            <a:xfrm rot="0">
              <a:off x="2616" y="2784"/>
              <a:ext cx="24" cy="34"/>
            </a:xfrm>
            <a:custGeom>
              <a:avLst/>
              <a:ahLst/>
              <a:rect l="0" t="0" r="r" b="b"/>
              <a:pathLst>
                <a:path w="74" h="104">
                  <a:moveTo>
                    <a:pt x="63" y="104"/>
                  </a:moveTo>
                  <a:lnTo>
                    <a:pt x="69" y="55"/>
                  </a:lnTo>
                  <a:lnTo>
                    <a:pt x="74" y="6"/>
                  </a:lnTo>
                  <a:lnTo>
                    <a:pt x="11" y="0"/>
                  </a:lnTo>
                  <a:lnTo>
                    <a:pt x="5" y="49"/>
                  </a:lnTo>
                  <a:lnTo>
                    <a:pt x="0" y="98"/>
                  </a:lnTo>
                  <a:lnTo>
                    <a:pt x="63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498" name=""/>
            <p:cNvSpPr/>
            <p:nvPr/>
          </p:nvSpPr>
          <p:spPr>
            <a:xfrm rot="0">
              <a:off x="2617" y="2784"/>
              <a:ext cx="2" cy="16"/>
            </a:xfrm>
            <a:custGeom>
              <a:avLst/>
              <a:ahLst/>
              <a:rect l="0" t="0" r="r" b="b"/>
              <a:pathLst>
                <a:path w="6" h="49">
                  <a:moveTo>
                    <a:pt x="0" y="49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499" name=""/>
            <p:cNvSpPr/>
            <p:nvPr/>
          </p:nvSpPr>
          <p:spPr>
            <a:xfrm rot="0" flipH="1">
              <a:off x="2618" y="2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00" name=""/>
            <p:cNvSpPr/>
            <p:nvPr/>
          </p:nvSpPr>
          <p:spPr>
            <a:xfrm rot="0">
              <a:off x="2596" y="2782"/>
              <a:ext cx="22" cy="34"/>
            </a:xfrm>
            <a:custGeom>
              <a:avLst/>
              <a:ahLst/>
              <a:rect l="0" t="0" r="r" b="b"/>
              <a:pathLst>
                <a:path w="67" h="102">
                  <a:moveTo>
                    <a:pt x="62" y="102"/>
                  </a:moveTo>
                  <a:lnTo>
                    <a:pt x="64" y="53"/>
                  </a:lnTo>
                  <a:lnTo>
                    <a:pt x="67" y="4"/>
                  </a:lnTo>
                  <a:lnTo>
                    <a:pt x="5" y="0"/>
                  </a:lnTo>
                  <a:lnTo>
                    <a:pt x="2" y="49"/>
                  </a:lnTo>
                  <a:lnTo>
                    <a:pt x="0" y="98"/>
                  </a:lnTo>
                  <a:lnTo>
                    <a:pt x="62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01" name=""/>
            <p:cNvSpPr/>
            <p:nvPr/>
          </p:nvSpPr>
          <p:spPr>
            <a:xfrm rot="0">
              <a:off x="2596" y="2782"/>
              <a:ext cx="22" cy="34"/>
            </a:xfrm>
            <a:custGeom>
              <a:avLst/>
              <a:ahLst/>
              <a:rect l="0" t="0" r="r" b="b"/>
              <a:pathLst>
                <a:path w="67" h="102">
                  <a:moveTo>
                    <a:pt x="62" y="102"/>
                  </a:moveTo>
                  <a:lnTo>
                    <a:pt x="64" y="53"/>
                  </a:lnTo>
                  <a:lnTo>
                    <a:pt x="67" y="4"/>
                  </a:lnTo>
                  <a:lnTo>
                    <a:pt x="5" y="0"/>
                  </a:lnTo>
                  <a:lnTo>
                    <a:pt x="2" y="49"/>
                  </a:lnTo>
                  <a:lnTo>
                    <a:pt x="0" y="98"/>
                  </a:lnTo>
                  <a:lnTo>
                    <a:pt x="62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02" name=""/>
            <p:cNvSpPr/>
            <p:nvPr/>
          </p:nvSpPr>
          <p:spPr>
            <a:xfrm rot="0">
              <a:off x="2597" y="2782"/>
              <a:ext cx="1" cy="17"/>
            </a:xfrm>
            <a:custGeom>
              <a:avLst/>
              <a:ahLst/>
              <a:rect l="0" t="0" r="r" b="b"/>
              <a:pathLst>
                <a:path w="3" h="49">
                  <a:moveTo>
                    <a:pt x="0" y="49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03" name=""/>
            <p:cNvSpPr/>
            <p:nvPr/>
          </p:nvSpPr>
          <p:spPr>
            <a:xfrm rot="0">
              <a:off x="2598" y="2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04" name=""/>
            <p:cNvSpPr/>
            <p:nvPr/>
          </p:nvSpPr>
          <p:spPr>
            <a:xfrm rot="0">
              <a:off x="2575" y="2781"/>
              <a:ext cx="23" cy="34"/>
            </a:xfrm>
            <a:custGeom>
              <a:avLst/>
              <a:ahLst/>
              <a:rect l="0" t="0" r="r" b="b"/>
              <a:pathLst>
                <a:path w="68" h="101">
                  <a:moveTo>
                    <a:pt x="63" y="101"/>
                  </a:moveTo>
                  <a:lnTo>
                    <a:pt x="65" y="52"/>
                  </a:lnTo>
                  <a:lnTo>
                    <a:pt x="68" y="3"/>
                  </a:lnTo>
                  <a:lnTo>
                    <a:pt x="5" y="0"/>
                  </a:lnTo>
                  <a:lnTo>
                    <a:pt x="2" y="49"/>
                  </a:lnTo>
                  <a:lnTo>
                    <a:pt x="0" y="98"/>
                  </a:lnTo>
                  <a:lnTo>
                    <a:pt x="63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05" name=""/>
            <p:cNvSpPr/>
            <p:nvPr/>
          </p:nvSpPr>
          <p:spPr>
            <a:xfrm rot="0">
              <a:off x="2575" y="2781"/>
              <a:ext cx="23" cy="34"/>
            </a:xfrm>
            <a:custGeom>
              <a:avLst/>
              <a:ahLst/>
              <a:rect l="0" t="0" r="r" b="b"/>
              <a:pathLst>
                <a:path w="68" h="101">
                  <a:moveTo>
                    <a:pt x="63" y="101"/>
                  </a:moveTo>
                  <a:lnTo>
                    <a:pt x="65" y="52"/>
                  </a:lnTo>
                  <a:lnTo>
                    <a:pt x="68" y="3"/>
                  </a:lnTo>
                  <a:lnTo>
                    <a:pt x="5" y="0"/>
                  </a:lnTo>
                  <a:lnTo>
                    <a:pt x="2" y="49"/>
                  </a:lnTo>
                  <a:lnTo>
                    <a:pt x="0" y="98"/>
                  </a:lnTo>
                  <a:lnTo>
                    <a:pt x="63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06" name=""/>
            <p:cNvSpPr/>
            <p:nvPr/>
          </p:nvSpPr>
          <p:spPr>
            <a:xfrm rot="0">
              <a:off x="2576" y="2781"/>
              <a:ext cx="1" cy="17"/>
            </a:xfrm>
            <a:custGeom>
              <a:avLst/>
              <a:ahLst/>
              <a:rect l="0" t="0" r="r" b="b"/>
              <a:pathLst>
                <a:path w="3" h="49">
                  <a:moveTo>
                    <a:pt x="0" y="49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07" name=""/>
            <p:cNvSpPr/>
            <p:nvPr/>
          </p:nvSpPr>
          <p:spPr>
            <a:xfrm rot="0" flipH="1">
              <a:off x="2576" y="2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08" name=""/>
            <p:cNvSpPr/>
            <p:nvPr/>
          </p:nvSpPr>
          <p:spPr>
            <a:xfrm rot="0">
              <a:off x="2554" y="2781"/>
              <a:ext cx="22" cy="33"/>
            </a:xfrm>
            <a:custGeom>
              <a:avLst/>
              <a:ahLst/>
              <a:rect l="0" t="0" r="r" b="b"/>
              <a:pathLst>
                <a:path w="65" h="99">
                  <a:moveTo>
                    <a:pt x="63" y="99"/>
                  </a:moveTo>
                  <a:lnTo>
                    <a:pt x="64" y="50"/>
                  </a:lnTo>
                  <a:lnTo>
                    <a:pt x="65" y="1"/>
                  </a:lnTo>
                  <a:lnTo>
                    <a:pt x="2" y="0"/>
                  </a:lnTo>
                  <a:lnTo>
                    <a:pt x="1" y="49"/>
                  </a:lnTo>
                  <a:lnTo>
                    <a:pt x="0" y="98"/>
                  </a:lnTo>
                  <a:lnTo>
                    <a:pt x="63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09" name=""/>
            <p:cNvSpPr/>
            <p:nvPr/>
          </p:nvSpPr>
          <p:spPr>
            <a:xfrm rot="0">
              <a:off x="2554" y="2781"/>
              <a:ext cx="22" cy="33"/>
            </a:xfrm>
            <a:custGeom>
              <a:avLst/>
              <a:ahLst/>
              <a:rect l="0" t="0" r="r" b="b"/>
              <a:pathLst>
                <a:path w="65" h="99">
                  <a:moveTo>
                    <a:pt x="63" y="99"/>
                  </a:moveTo>
                  <a:lnTo>
                    <a:pt x="64" y="50"/>
                  </a:lnTo>
                  <a:lnTo>
                    <a:pt x="65" y="1"/>
                  </a:lnTo>
                  <a:lnTo>
                    <a:pt x="2" y="0"/>
                  </a:lnTo>
                  <a:lnTo>
                    <a:pt x="1" y="49"/>
                  </a:lnTo>
                  <a:lnTo>
                    <a:pt x="0" y="98"/>
                  </a:lnTo>
                  <a:lnTo>
                    <a:pt x="63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10" name=""/>
            <p:cNvSpPr/>
            <p:nvPr/>
          </p:nvSpPr>
          <p:spPr>
            <a:xfrm rot="0">
              <a:off x="2554" y="2781"/>
              <a:ext cx="1" cy="16"/>
            </a:xfrm>
            <a:custGeom>
              <a:avLst/>
              <a:ahLst/>
              <a:rect l="0" t="0" r="r" b="b"/>
              <a:pathLst>
                <a:path w="2" h="49">
                  <a:moveTo>
                    <a:pt x="1" y="4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1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11" name=""/>
            <p:cNvSpPr/>
            <p:nvPr/>
          </p:nvSpPr>
          <p:spPr>
            <a:xfrm rot="0" flipH="1">
              <a:off x="2554" y="2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12" name=""/>
            <p:cNvSpPr/>
            <p:nvPr/>
          </p:nvSpPr>
          <p:spPr>
            <a:xfrm rot="0">
              <a:off x="2533" y="2781"/>
              <a:ext cx="22" cy="33"/>
            </a:xfrm>
            <a:custGeom>
              <a:avLst/>
              <a:ahLst/>
              <a:rect l="0" t="0" r="r" b="b"/>
              <a:pathLst>
                <a:path w="66" h="99">
                  <a:moveTo>
                    <a:pt x="66" y="98"/>
                  </a:moveTo>
                  <a:lnTo>
                    <a:pt x="65" y="49"/>
                  </a:lnTo>
                  <a:lnTo>
                    <a:pt x="64" y="0"/>
                  </a:lnTo>
                  <a:lnTo>
                    <a:pt x="0" y="1"/>
                  </a:lnTo>
                  <a:lnTo>
                    <a:pt x="2" y="50"/>
                  </a:lnTo>
                  <a:lnTo>
                    <a:pt x="3" y="99"/>
                  </a:lnTo>
                  <a:lnTo>
                    <a:pt x="66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13" name=""/>
            <p:cNvSpPr/>
            <p:nvPr/>
          </p:nvSpPr>
          <p:spPr>
            <a:xfrm rot="0">
              <a:off x="2533" y="2781"/>
              <a:ext cx="22" cy="33"/>
            </a:xfrm>
            <a:custGeom>
              <a:avLst/>
              <a:ahLst/>
              <a:rect l="0" t="0" r="r" b="b"/>
              <a:pathLst>
                <a:path w="66" h="99">
                  <a:moveTo>
                    <a:pt x="66" y="98"/>
                  </a:moveTo>
                  <a:lnTo>
                    <a:pt x="65" y="49"/>
                  </a:lnTo>
                  <a:lnTo>
                    <a:pt x="64" y="0"/>
                  </a:lnTo>
                  <a:lnTo>
                    <a:pt x="0" y="1"/>
                  </a:lnTo>
                  <a:lnTo>
                    <a:pt x="2" y="50"/>
                  </a:lnTo>
                  <a:lnTo>
                    <a:pt x="3" y="99"/>
                  </a:lnTo>
                  <a:lnTo>
                    <a:pt x="66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14" name=""/>
            <p:cNvSpPr/>
            <p:nvPr/>
          </p:nvSpPr>
          <p:spPr>
            <a:xfrm rot="0">
              <a:off x="2533" y="2781"/>
              <a:ext cx="1" cy="17"/>
            </a:xfrm>
            <a:custGeom>
              <a:avLst/>
              <a:ahLst/>
              <a:rect l="0" t="0" r="r" b="b"/>
              <a:pathLst>
                <a:path w="3" h="49">
                  <a:moveTo>
                    <a:pt x="3" y="4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3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15" name=""/>
            <p:cNvSpPr/>
            <p:nvPr/>
          </p:nvSpPr>
          <p:spPr>
            <a:xfrm rot="0" flipH="1">
              <a:off x="2533" y="27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16" name=""/>
            <p:cNvSpPr/>
            <p:nvPr/>
          </p:nvSpPr>
          <p:spPr>
            <a:xfrm rot="0">
              <a:off x="2512" y="2781"/>
              <a:ext cx="22" cy="34"/>
            </a:xfrm>
            <a:custGeom>
              <a:avLst/>
              <a:ahLst/>
              <a:rect l="0" t="0" r="r" b="b"/>
              <a:pathLst>
                <a:path w="68" h="101">
                  <a:moveTo>
                    <a:pt x="68" y="98"/>
                  </a:moveTo>
                  <a:lnTo>
                    <a:pt x="66" y="49"/>
                  </a:lnTo>
                  <a:lnTo>
                    <a:pt x="63" y="0"/>
                  </a:lnTo>
                  <a:lnTo>
                    <a:pt x="0" y="3"/>
                  </a:lnTo>
                  <a:lnTo>
                    <a:pt x="2" y="52"/>
                  </a:lnTo>
                  <a:lnTo>
                    <a:pt x="5" y="101"/>
                  </a:lnTo>
                  <a:lnTo>
                    <a:pt x="68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17" name=""/>
            <p:cNvSpPr/>
            <p:nvPr/>
          </p:nvSpPr>
          <p:spPr>
            <a:xfrm rot="0">
              <a:off x="2512" y="2781"/>
              <a:ext cx="22" cy="34"/>
            </a:xfrm>
            <a:custGeom>
              <a:avLst/>
              <a:ahLst/>
              <a:rect l="0" t="0" r="r" b="b"/>
              <a:pathLst>
                <a:path w="68" h="101">
                  <a:moveTo>
                    <a:pt x="68" y="98"/>
                  </a:moveTo>
                  <a:lnTo>
                    <a:pt x="66" y="49"/>
                  </a:lnTo>
                  <a:lnTo>
                    <a:pt x="63" y="0"/>
                  </a:lnTo>
                  <a:lnTo>
                    <a:pt x="0" y="3"/>
                  </a:lnTo>
                  <a:lnTo>
                    <a:pt x="2" y="52"/>
                  </a:lnTo>
                  <a:lnTo>
                    <a:pt x="5" y="101"/>
                  </a:lnTo>
                  <a:lnTo>
                    <a:pt x="68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18" name=""/>
            <p:cNvSpPr/>
            <p:nvPr/>
          </p:nvSpPr>
          <p:spPr>
            <a:xfrm rot="0">
              <a:off x="2511" y="2782"/>
              <a:ext cx="1" cy="17"/>
            </a:xfrm>
            <a:custGeom>
              <a:avLst/>
              <a:ahLst/>
              <a:rect l="0" t="0" r="r" b="b"/>
              <a:pathLst>
                <a:path w="4" h="49">
                  <a:moveTo>
                    <a:pt x="4" y="4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4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19" name=""/>
            <p:cNvSpPr/>
            <p:nvPr/>
          </p:nvSpPr>
          <p:spPr>
            <a:xfrm rot="0" flipH="1">
              <a:off x="2511" y="278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20" name=""/>
            <p:cNvSpPr/>
            <p:nvPr/>
          </p:nvSpPr>
          <p:spPr>
            <a:xfrm rot="0">
              <a:off x="2490" y="2782"/>
              <a:ext cx="24" cy="35"/>
            </a:xfrm>
            <a:custGeom>
              <a:avLst/>
              <a:ahLst/>
              <a:rect l="0" t="0" r="r" b="b"/>
              <a:pathLst>
                <a:path w="71" h="103">
                  <a:moveTo>
                    <a:pt x="71" y="98"/>
                  </a:moveTo>
                  <a:lnTo>
                    <a:pt x="67" y="49"/>
                  </a:lnTo>
                  <a:lnTo>
                    <a:pt x="63" y="0"/>
                  </a:lnTo>
                  <a:lnTo>
                    <a:pt x="0" y="5"/>
                  </a:lnTo>
                  <a:lnTo>
                    <a:pt x="4" y="54"/>
                  </a:lnTo>
                  <a:lnTo>
                    <a:pt x="8" y="103"/>
                  </a:lnTo>
                  <a:lnTo>
                    <a:pt x="71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21" name=""/>
            <p:cNvSpPr/>
            <p:nvPr/>
          </p:nvSpPr>
          <p:spPr>
            <a:xfrm rot="0">
              <a:off x="2490" y="2782"/>
              <a:ext cx="24" cy="35"/>
            </a:xfrm>
            <a:custGeom>
              <a:avLst/>
              <a:ahLst/>
              <a:rect l="0" t="0" r="r" b="b"/>
              <a:pathLst>
                <a:path w="71" h="103">
                  <a:moveTo>
                    <a:pt x="71" y="98"/>
                  </a:moveTo>
                  <a:lnTo>
                    <a:pt x="67" y="49"/>
                  </a:lnTo>
                  <a:lnTo>
                    <a:pt x="63" y="0"/>
                  </a:lnTo>
                  <a:lnTo>
                    <a:pt x="0" y="5"/>
                  </a:lnTo>
                  <a:lnTo>
                    <a:pt x="4" y="54"/>
                  </a:lnTo>
                  <a:lnTo>
                    <a:pt x="8" y="103"/>
                  </a:lnTo>
                  <a:lnTo>
                    <a:pt x="71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22" name=""/>
            <p:cNvSpPr/>
            <p:nvPr/>
          </p:nvSpPr>
          <p:spPr>
            <a:xfrm rot="0">
              <a:off x="2490" y="2784"/>
              <a:ext cx="1" cy="16"/>
            </a:xfrm>
            <a:custGeom>
              <a:avLst/>
              <a:ahLst/>
              <a:rect l="0" t="0" r="r" b="b"/>
              <a:pathLst>
                <a:path w="5" h="49">
                  <a:moveTo>
                    <a:pt x="5" y="4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5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23" name=""/>
            <p:cNvSpPr/>
            <p:nvPr/>
          </p:nvSpPr>
          <p:spPr>
            <a:xfrm rot="0" flipH="1">
              <a:off x="2490" y="27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24" name=""/>
            <p:cNvSpPr/>
            <p:nvPr/>
          </p:nvSpPr>
          <p:spPr>
            <a:xfrm rot="0">
              <a:off x="2469" y="2784"/>
              <a:ext cx="24" cy="35"/>
            </a:xfrm>
            <a:custGeom>
              <a:avLst/>
              <a:ahLst/>
              <a:rect l="0" t="0" r="r" b="b"/>
              <a:pathLst>
                <a:path w="72" h="104">
                  <a:moveTo>
                    <a:pt x="72" y="98"/>
                  </a:moveTo>
                  <a:lnTo>
                    <a:pt x="67" y="49"/>
                  </a:lnTo>
                  <a:lnTo>
                    <a:pt x="62" y="0"/>
                  </a:lnTo>
                  <a:lnTo>
                    <a:pt x="0" y="6"/>
                  </a:lnTo>
                  <a:lnTo>
                    <a:pt x="5" y="55"/>
                  </a:lnTo>
                  <a:lnTo>
                    <a:pt x="10" y="104"/>
                  </a:lnTo>
                  <a:lnTo>
                    <a:pt x="72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25" name=""/>
            <p:cNvSpPr/>
            <p:nvPr/>
          </p:nvSpPr>
          <p:spPr>
            <a:xfrm rot="0">
              <a:off x="2469" y="2784"/>
              <a:ext cx="24" cy="35"/>
            </a:xfrm>
            <a:custGeom>
              <a:avLst/>
              <a:ahLst/>
              <a:rect l="0" t="0" r="r" b="b"/>
              <a:pathLst>
                <a:path w="72" h="104">
                  <a:moveTo>
                    <a:pt x="72" y="98"/>
                  </a:moveTo>
                  <a:lnTo>
                    <a:pt x="67" y="49"/>
                  </a:lnTo>
                  <a:lnTo>
                    <a:pt x="62" y="0"/>
                  </a:lnTo>
                  <a:lnTo>
                    <a:pt x="0" y="6"/>
                  </a:lnTo>
                  <a:lnTo>
                    <a:pt x="5" y="55"/>
                  </a:lnTo>
                  <a:lnTo>
                    <a:pt x="10" y="104"/>
                  </a:lnTo>
                  <a:lnTo>
                    <a:pt x="72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26" name=""/>
            <p:cNvSpPr/>
            <p:nvPr/>
          </p:nvSpPr>
          <p:spPr>
            <a:xfrm rot="0">
              <a:off x="2469" y="2786"/>
              <a:ext cx="2" cy="16"/>
            </a:xfrm>
            <a:custGeom>
              <a:avLst/>
              <a:ahLst/>
              <a:rect l="0" t="0" r="r" b="b"/>
              <a:pathLst>
                <a:path w="6" h="49">
                  <a:moveTo>
                    <a:pt x="6" y="49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27" name=""/>
            <p:cNvSpPr/>
            <p:nvPr/>
          </p:nvSpPr>
          <p:spPr>
            <a:xfrm rot="0" flipH="1">
              <a:off x="2469" y="27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28" name=""/>
            <p:cNvSpPr/>
            <p:nvPr/>
          </p:nvSpPr>
          <p:spPr>
            <a:xfrm rot="0">
              <a:off x="2448" y="2786"/>
              <a:ext cx="25" cy="35"/>
            </a:xfrm>
            <a:custGeom>
              <a:avLst/>
              <a:ahLst/>
              <a:rect l="0" t="0" r="r" b="b"/>
              <a:pathLst>
                <a:path w="74" h="106">
                  <a:moveTo>
                    <a:pt x="74" y="98"/>
                  </a:moveTo>
                  <a:lnTo>
                    <a:pt x="68" y="49"/>
                  </a:lnTo>
                  <a:lnTo>
                    <a:pt x="62" y="0"/>
                  </a:lnTo>
                  <a:lnTo>
                    <a:pt x="0" y="8"/>
                  </a:lnTo>
                  <a:lnTo>
                    <a:pt x="6" y="57"/>
                  </a:lnTo>
                  <a:lnTo>
                    <a:pt x="12" y="106"/>
                  </a:lnTo>
                  <a:lnTo>
                    <a:pt x="74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29" name=""/>
            <p:cNvSpPr/>
            <p:nvPr/>
          </p:nvSpPr>
          <p:spPr>
            <a:xfrm rot="0">
              <a:off x="2448" y="2786"/>
              <a:ext cx="25" cy="35"/>
            </a:xfrm>
            <a:custGeom>
              <a:avLst/>
              <a:ahLst/>
              <a:rect l="0" t="0" r="r" b="b"/>
              <a:pathLst>
                <a:path w="74" h="106">
                  <a:moveTo>
                    <a:pt x="74" y="98"/>
                  </a:moveTo>
                  <a:lnTo>
                    <a:pt x="68" y="49"/>
                  </a:lnTo>
                  <a:lnTo>
                    <a:pt x="62" y="0"/>
                  </a:lnTo>
                  <a:lnTo>
                    <a:pt x="0" y="8"/>
                  </a:lnTo>
                  <a:lnTo>
                    <a:pt x="6" y="57"/>
                  </a:lnTo>
                  <a:lnTo>
                    <a:pt x="12" y="106"/>
                  </a:lnTo>
                  <a:lnTo>
                    <a:pt x="74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30" name=""/>
            <p:cNvSpPr/>
            <p:nvPr/>
          </p:nvSpPr>
          <p:spPr>
            <a:xfrm rot="0">
              <a:off x="2447" y="2789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8" y="4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31" name=""/>
            <p:cNvSpPr/>
            <p:nvPr/>
          </p:nvSpPr>
          <p:spPr>
            <a:xfrm rot="0" flipH="1">
              <a:off x="2447" y="27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32" name=""/>
            <p:cNvSpPr/>
            <p:nvPr/>
          </p:nvSpPr>
          <p:spPr>
            <a:xfrm rot="0">
              <a:off x="2427" y="2789"/>
              <a:ext cx="26" cy="36"/>
            </a:xfrm>
            <a:custGeom>
              <a:avLst/>
              <a:ahLst/>
              <a:rect l="0" t="0" r="r" b="b"/>
              <a:pathLst>
                <a:path w="76" h="109">
                  <a:moveTo>
                    <a:pt x="76" y="98"/>
                  </a:moveTo>
                  <a:lnTo>
                    <a:pt x="68" y="49"/>
                  </a:lnTo>
                  <a:lnTo>
                    <a:pt x="60" y="0"/>
                  </a:lnTo>
                  <a:lnTo>
                    <a:pt x="0" y="10"/>
                  </a:lnTo>
                  <a:lnTo>
                    <a:pt x="7" y="59"/>
                  </a:lnTo>
                  <a:lnTo>
                    <a:pt x="15" y="109"/>
                  </a:lnTo>
                  <a:lnTo>
                    <a:pt x="76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33" name=""/>
            <p:cNvSpPr/>
            <p:nvPr/>
          </p:nvSpPr>
          <p:spPr>
            <a:xfrm rot="0">
              <a:off x="2427" y="2789"/>
              <a:ext cx="26" cy="36"/>
            </a:xfrm>
            <a:custGeom>
              <a:avLst/>
              <a:ahLst/>
              <a:rect l="0" t="0" r="r" b="b"/>
              <a:pathLst>
                <a:path w="76" h="109">
                  <a:moveTo>
                    <a:pt x="76" y="98"/>
                  </a:moveTo>
                  <a:lnTo>
                    <a:pt x="68" y="49"/>
                  </a:lnTo>
                  <a:lnTo>
                    <a:pt x="60" y="0"/>
                  </a:lnTo>
                  <a:lnTo>
                    <a:pt x="0" y="10"/>
                  </a:lnTo>
                  <a:lnTo>
                    <a:pt x="7" y="59"/>
                  </a:lnTo>
                  <a:lnTo>
                    <a:pt x="15" y="109"/>
                  </a:lnTo>
                  <a:lnTo>
                    <a:pt x="76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34" name=""/>
            <p:cNvSpPr/>
            <p:nvPr/>
          </p:nvSpPr>
          <p:spPr>
            <a:xfrm rot="0">
              <a:off x="2427" y="2792"/>
              <a:ext cx="3" cy="16"/>
            </a:xfrm>
            <a:custGeom>
              <a:avLst/>
              <a:ahLst/>
              <a:rect l="0" t="0" r="r" b="b"/>
              <a:pathLst>
                <a:path w="9" h="49">
                  <a:moveTo>
                    <a:pt x="9" y="49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35" name=""/>
            <p:cNvSpPr/>
            <p:nvPr/>
          </p:nvSpPr>
          <p:spPr>
            <a:xfrm rot="0" flipH="1">
              <a:off x="2427" y="279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36" name=""/>
            <p:cNvSpPr/>
            <p:nvPr/>
          </p:nvSpPr>
          <p:spPr>
            <a:xfrm rot="0">
              <a:off x="2407" y="2792"/>
              <a:ext cx="26" cy="37"/>
            </a:xfrm>
            <a:custGeom>
              <a:avLst/>
              <a:ahLst/>
              <a:rect l="0" t="0" r="r" b="b"/>
              <a:pathLst>
                <a:path w="78" h="110">
                  <a:moveTo>
                    <a:pt x="78" y="99"/>
                  </a:moveTo>
                  <a:lnTo>
                    <a:pt x="69" y="49"/>
                  </a:lnTo>
                  <a:lnTo>
                    <a:pt x="60" y="0"/>
                  </a:lnTo>
                  <a:lnTo>
                    <a:pt x="0" y="12"/>
                  </a:lnTo>
                  <a:lnTo>
                    <a:pt x="9" y="61"/>
                  </a:lnTo>
                  <a:lnTo>
                    <a:pt x="18" y="110"/>
                  </a:lnTo>
                  <a:lnTo>
                    <a:pt x="78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37" name=""/>
            <p:cNvSpPr/>
            <p:nvPr/>
          </p:nvSpPr>
          <p:spPr>
            <a:xfrm rot="0">
              <a:off x="2407" y="2792"/>
              <a:ext cx="26" cy="37"/>
            </a:xfrm>
            <a:custGeom>
              <a:avLst/>
              <a:ahLst/>
              <a:rect l="0" t="0" r="r" b="b"/>
              <a:pathLst>
                <a:path w="78" h="110">
                  <a:moveTo>
                    <a:pt x="78" y="99"/>
                  </a:moveTo>
                  <a:lnTo>
                    <a:pt x="69" y="49"/>
                  </a:lnTo>
                  <a:lnTo>
                    <a:pt x="60" y="0"/>
                  </a:lnTo>
                  <a:lnTo>
                    <a:pt x="0" y="12"/>
                  </a:lnTo>
                  <a:lnTo>
                    <a:pt x="9" y="61"/>
                  </a:lnTo>
                  <a:lnTo>
                    <a:pt x="18" y="110"/>
                  </a:lnTo>
                  <a:lnTo>
                    <a:pt x="78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38" name=""/>
            <p:cNvSpPr/>
            <p:nvPr/>
          </p:nvSpPr>
          <p:spPr>
            <a:xfrm rot="0">
              <a:off x="2406" y="2796"/>
              <a:ext cx="4" cy="16"/>
            </a:xfrm>
            <a:custGeom>
              <a:avLst/>
              <a:ahLst/>
              <a:rect l="0" t="0" r="r" b="b"/>
              <a:pathLst>
                <a:path w="12" h="49">
                  <a:moveTo>
                    <a:pt x="12" y="49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2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39" name=""/>
            <p:cNvSpPr/>
            <p:nvPr/>
          </p:nvSpPr>
          <p:spPr>
            <a:xfrm rot="0" flipH="1">
              <a:off x="2406" y="27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40" name=""/>
            <p:cNvSpPr/>
            <p:nvPr/>
          </p:nvSpPr>
          <p:spPr>
            <a:xfrm rot="0">
              <a:off x="2386" y="2796"/>
              <a:ext cx="27" cy="37"/>
            </a:xfrm>
            <a:custGeom>
              <a:avLst/>
              <a:ahLst/>
              <a:rect l="0" t="0" r="r" b="b"/>
              <a:pathLst>
                <a:path w="81" h="110">
                  <a:moveTo>
                    <a:pt x="81" y="96"/>
                  </a:moveTo>
                  <a:lnTo>
                    <a:pt x="70" y="48"/>
                  </a:lnTo>
                  <a:lnTo>
                    <a:pt x="58" y="0"/>
                  </a:lnTo>
                  <a:lnTo>
                    <a:pt x="0" y="15"/>
                  </a:lnTo>
                  <a:lnTo>
                    <a:pt x="12" y="62"/>
                  </a:lnTo>
                  <a:lnTo>
                    <a:pt x="23" y="110"/>
                  </a:lnTo>
                  <a:lnTo>
                    <a:pt x="81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41" name=""/>
            <p:cNvSpPr/>
            <p:nvPr/>
          </p:nvSpPr>
          <p:spPr>
            <a:xfrm rot="0">
              <a:off x="2386" y="2796"/>
              <a:ext cx="27" cy="37"/>
            </a:xfrm>
            <a:custGeom>
              <a:avLst/>
              <a:ahLst/>
              <a:rect l="0" t="0" r="r" b="b"/>
              <a:pathLst>
                <a:path w="81" h="110">
                  <a:moveTo>
                    <a:pt x="81" y="96"/>
                  </a:moveTo>
                  <a:lnTo>
                    <a:pt x="70" y="48"/>
                  </a:lnTo>
                  <a:lnTo>
                    <a:pt x="58" y="0"/>
                  </a:lnTo>
                  <a:lnTo>
                    <a:pt x="0" y="15"/>
                  </a:lnTo>
                  <a:lnTo>
                    <a:pt x="12" y="62"/>
                  </a:lnTo>
                  <a:lnTo>
                    <a:pt x="23" y="110"/>
                  </a:lnTo>
                  <a:lnTo>
                    <a:pt x="81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42" name=""/>
            <p:cNvSpPr/>
            <p:nvPr/>
          </p:nvSpPr>
          <p:spPr>
            <a:xfrm rot="0">
              <a:off x="2386" y="2801"/>
              <a:ext cx="4" cy="16"/>
            </a:xfrm>
            <a:custGeom>
              <a:avLst/>
              <a:ahLst/>
              <a:rect l="0" t="0" r="r" b="b"/>
              <a:pathLst>
                <a:path w="12" h="47">
                  <a:moveTo>
                    <a:pt x="12" y="4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43" name=""/>
            <p:cNvSpPr/>
            <p:nvPr/>
          </p:nvSpPr>
          <p:spPr>
            <a:xfrm rot="0">
              <a:off x="2386" y="28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44" name=""/>
            <p:cNvSpPr/>
            <p:nvPr/>
          </p:nvSpPr>
          <p:spPr>
            <a:xfrm rot="0">
              <a:off x="2367" y="2801"/>
              <a:ext cx="27" cy="37"/>
            </a:xfrm>
            <a:custGeom>
              <a:avLst/>
              <a:ahLst/>
              <a:rect l="0" t="0" r="r" b="b"/>
              <a:pathLst>
                <a:path w="81" h="109">
                  <a:moveTo>
                    <a:pt x="81" y="95"/>
                  </a:moveTo>
                  <a:lnTo>
                    <a:pt x="70" y="47"/>
                  </a:lnTo>
                  <a:lnTo>
                    <a:pt x="58" y="0"/>
                  </a:lnTo>
                  <a:lnTo>
                    <a:pt x="0" y="14"/>
                  </a:lnTo>
                  <a:lnTo>
                    <a:pt x="11" y="62"/>
                  </a:lnTo>
                  <a:lnTo>
                    <a:pt x="23" y="109"/>
                  </a:lnTo>
                  <a:lnTo>
                    <a:pt x="81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45" name=""/>
            <p:cNvSpPr/>
            <p:nvPr/>
          </p:nvSpPr>
          <p:spPr>
            <a:xfrm rot="0">
              <a:off x="2367" y="2801"/>
              <a:ext cx="27" cy="37"/>
            </a:xfrm>
            <a:custGeom>
              <a:avLst/>
              <a:ahLst/>
              <a:rect l="0" t="0" r="r" b="b"/>
              <a:pathLst>
                <a:path w="81" h="109">
                  <a:moveTo>
                    <a:pt x="81" y="95"/>
                  </a:moveTo>
                  <a:lnTo>
                    <a:pt x="70" y="47"/>
                  </a:lnTo>
                  <a:lnTo>
                    <a:pt x="58" y="0"/>
                  </a:lnTo>
                  <a:lnTo>
                    <a:pt x="0" y="14"/>
                  </a:lnTo>
                  <a:lnTo>
                    <a:pt x="11" y="62"/>
                  </a:lnTo>
                  <a:lnTo>
                    <a:pt x="23" y="109"/>
                  </a:lnTo>
                  <a:lnTo>
                    <a:pt x="81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46" name=""/>
            <p:cNvSpPr/>
            <p:nvPr/>
          </p:nvSpPr>
          <p:spPr>
            <a:xfrm rot="0">
              <a:off x="2366" y="2806"/>
              <a:ext cx="5" cy="16"/>
            </a:xfrm>
            <a:custGeom>
              <a:avLst/>
              <a:ahLst/>
              <a:rect l="0" t="0" r="r" b="b"/>
              <a:pathLst>
                <a:path w="14" h="48">
                  <a:moveTo>
                    <a:pt x="14" y="48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4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47" name=""/>
            <p:cNvSpPr/>
            <p:nvPr/>
          </p:nvSpPr>
          <p:spPr>
            <a:xfrm rot="0" flipH="1">
              <a:off x="2366" y="28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48" name=""/>
            <p:cNvSpPr/>
            <p:nvPr/>
          </p:nvSpPr>
          <p:spPr>
            <a:xfrm rot="0">
              <a:off x="2348" y="2806"/>
              <a:ext cx="28" cy="37"/>
            </a:xfrm>
            <a:custGeom>
              <a:avLst/>
              <a:ahLst/>
              <a:rect l="0" t="0" r="r" b="b"/>
              <a:pathLst>
                <a:path w="84" h="112">
                  <a:moveTo>
                    <a:pt x="84" y="95"/>
                  </a:moveTo>
                  <a:lnTo>
                    <a:pt x="69" y="48"/>
                  </a:lnTo>
                  <a:lnTo>
                    <a:pt x="55" y="0"/>
                  </a:lnTo>
                  <a:lnTo>
                    <a:pt x="0" y="17"/>
                  </a:lnTo>
                  <a:lnTo>
                    <a:pt x="14" y="64"/>
                  </a:lnTo>
                  <a:lnTo>
                    <a:pt x="28" y="112"/>
                  </a:lnTo>
                  <a:lnTo>
                    <a:pt x="84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49" name=""/>
            <p:cNvSpPr/>
            <p:nvPr/>
          </p:nvSpPr>
          <p:spPr>
            <a:xfrm rot="0">
              <a:off x="2348" y="2806"/>
              <a:ext cx="28" cy="37"/>
            </a:xfrm>
            <a:custGeom>
              <a:avLst/>
              <a:ahLst/>
              <a:rect l="0" t="0" r="r" b="b"/>
              <a:pathLst>
                <a:path w="84" h="112">
                  <a:moveTo>
                    <a:pt x="84" y="95"/>
                  </a:moveTo>
                  <a:lnTo>
                    <a:pt x="69" y="48"/>
                  </a:lnTo>
                  <a:lnTo>
                    <a:pt x="55" y="0"/>
                  </a:lnTo>
                  <a:lnTo>
                    <a:pt x="0" y="17"/>
                  </a:lnTo>
                  <a:lnTo>
                    <a:pt x="14" y="64"/>
                  </a:lnTo>
                  <a:lnTo>
                    <a:pt x="28" y="112"/>
                  </a:lnTo>
                  <a:lnTo>
                    <a:pt x="84" y="9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50" name=""/>
            <p:cNvSpPr/>
            <p:nvPr/>
          </p:nvSpPr>
          <p:spPr>
            <a:xfrm rot="0">
              <a:off x="2347" y="2812"/>
              <a:ext cx="5" cy="15"/>
            </a:xfrm>
            <a:custGeom>
              <a:avLst/>
              <a:ahLst/>
              <a:rect l="0" t="0" r="r" b="b"/>
              <a:pathLst>
                <a:path w="17" h="47">
                  <a:moveTo>
                    <a:pt x="17" y="47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7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51" name=""/>
            <p:cNvSpPr/>
            <p:nvPr/>
          </p:nvSpPr>
          <p:spPr>
            <a:xfrm rot="0" flipH="1">
              <a:off x="2347" y="281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52" name=""/>
            <p:cNvSpPr/>
            <p:nvPr/>
          </p:nvSpPr>
          <p:spPr>
            <a:xfrm rot="0">
              <a:off x="2328" y="2812"/>
              <a:ext cx="30" cy="37"/>
            </a:xfrm>
            <a:custGeom>
              <a:avLst/>
              <a:ahLst/>
              <a:rect l="0" t="0" r="r" b="b"/>
              <a:pathLst>
                <a:path w="89" h="112">
                  <a:moveTo>
                    <a:pt x="89" y="93"/>
                  </a:moveTo>
                  <a:lnTo>
                    <a:pt x="72" y="46"/>
                  </a:lnTo>
                  <a:lnTo>
                    <a:pt x="55" y="0"/>
                  </a:lnTo>
                  <a:lnTo>
                    <a:pt x="0" y="19"/>
                  </a:lnTo>
                  <a:lnTo>
                    <a:pt x="16" y="66"/>
                  </a:lnTo>
                  <a:lnTo>
                    <a:pt x="33" y="112"/>
                  </a:lnTo>
                  <a:lnTo>
                    <a:pt x="89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53" name=""/>
            <p:cNvSpPr/>
            <p:nvPr/>
          </p:nvSpPr>
          <p:spPr>
            <a:xfrm rot="0">
              <a:off x="2328" y="2812"/>
              <a:ext cx="30" cy="37"/>
            </a:xfrm>
            <a:custGeom>
              <a:avLst/>
              <a:ahLst/>
              <a:rect l="0" t="0" r="r" b="b"/>
              <a:pathLst>
                <a:path w="89" h="112">
                  <a:moveTo>
                    <a:pt x="89" y="93"/>
                  </a:moveTo>
                  <a:lnTo>
                    <a:pt x="72" y="46"/>
                  </a:lnTo>
                  <a:lnTo>
                    <a:pt x="55" y="0"/>
                  </a:lnTo>
                  <a:lnTo>
                    <a:pt x="0" y="19"/>
                  </a:lnTo>
                  <a:lnTo>
                    <a:pt x="16" y="66"/>
                  </a:lnTo>
                  <a:lnTo>
                    <a:pt x="33" y="112"/>
                  </a:lnTo>
                  <a:lnTo>
                    <a:pt x="89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54" name=""/>
            <p:cNvSpPr/>
            <p:nvPr/>
          </p:nvSpPr>
          <p:spPr>
            <a:xfrm rot="0">
              <a:off x="2328" y="2818"/>
              <a:ext cx="6" cy="16"/>
            </a:xfrm>
            <a:custGeom>
              <a:avLst/>
              <a:ahLst/>
              <a:rect l="0" t="0" r="r" b="b"/>
              <a:pathLst>
                <a:path w="16" h="47">
                  <a:moveTo>
                    <a:pt x="16" y="4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55" name=""/>
            <p:cNvSpPr/>
            <p:nvPr/>
          </p:nvSpPr>
          <p:spPr>
            <a:xfrm rot="0">
              <a:off x="2328" y="28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56" name=""/>
            <p:cNvSpPr/>
            <p:nvPr/>
          </p:nvSpPr>
          <p:spPr>
            <a:xfrm rot="0">
              <a:off x="2311" y="2818"/>
              <a:ext cx="28" cy="38"/>
            </a:xfrm>
            <a:custGeom>
              <a:avLst/>
              <a:ahLst/>
              <a:rect l="0" t="0" r="r" b="b"/>
              <a:pathLst>
                <a:path w="86" h="113">
                  <a:moveTo>
                    <a:pt x="86" y="93"/>
                  </a:moveTo>
                  <a:lnTo>
                    <a:pt x="69" y="47"/>
                  </a:lnTo>
                  <a:lnTo>
                    <a:pt x="53" y="0"/>
                  </a:lnTo>
                  <a:lnTo>
                    <a:pt x="0" y="20"/>
                  </a:lnTo>
                  <a:lnTo>
                    <a:pt x="16" y="66"/>
                  </a:lnTo>
                  <a:lnTo>
                    <a:pt x="33" y="113"/>
                  </a:lnTo>
                  <a:lnTo>
                    <a:pt x="86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57" name=""/>
            <p:cNvSpPr/>
            <p:nvPr/>
          </p:nvSpPr>
          <p:spPr>
            <a:xfrm rot="0">
              <a:off x="2311" y="2818"/>
              <a:ext cx="28" cy="38"/>
            </a:xfrm>
            <a:custGeom>
              <a:avLst/>
              <a:ahLst/>
              <a:rect l="0" t="0" r="r" b="b"/>
              <a:pathLst>
                <a:path w="86" h="113">
                  <a:moveTo>
                    <a:pt x="86" y="93"/>
                  </a:moveTo>
                  <a:lnTo>
                    <a:pt x="69" y="47"/>
                  </a:lnTo>
                  <a:lnTo>
                    <a:pt x="53" y="0"/>
                  </a:lnTo>
                  <a:lnTo>
                    <a:pt x="0" y="20"/>
                  </a:lnTo>
                  <a:lnTo>
                    <a:pt x="16" y="66"/>
                  </a:lnTo>
                  <a:lnTo>
                    <a:pt x="33" y="113"/>
                  </a:lnTo>
                  <a:lnTo>
                    <a:pt x="86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58" name=""/>
            <p:cNvSpPr/>
            <p:nvPr/>
          </p:nvSpPr>
          <p:spPr>
            <a:xfrm rot="0">
              <a:off x="2310" y="2825"/>
              <a:ext cx="6" cy="15"/>
            </a:xfrm>
            <a:custGeom>
              <a:avLst/>
              <a:ahLst/>
              <a:rect l="0" t="0" r="r" b="b"/>
              <a:pathLst>
                <a:path w="19" h="46">
                  <a:moveTo>
                    <a:pt x="19" y="46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9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59" name=""/>
            <p:cNvSpPr/>
            <p:nvPr/>
          </p:nvSpPr>
          <p:spPr>
            <a:xfrm rot="0" flipH="1">
              <a:off x="2310" y="28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60" name=""/>
            <p:cNvSpPr/>
            <p:nvPr/>
          </p:nvSpPr>
          <p:spPr>
            <a:xfrm rot="0">
              <a:off x="2292" y="2825"/>
              <a:ext cx="31" cy="38"/>
            </a:xfrm>
            <a:custGeom>
              <a:avLst/>
              <a:ahLst/>
              <a:rect l="0" t="0" r="r" b="b"/>
              <a:pathLst>
                <a:path w="91" h="112">
                  <a:moveTo>
                    <a:pt x="91" y="90"/>
                  </a:moveTo>
                  <a:lnTo>
                    <a:pt x="71" y="45"/>
                  </a:lnTo>
                  <a:lnTo>
                    <a:pt x="52" y="0"/>
                  </a:lnTo>
                  <a:lnTo>
                    <a:pt x="0" y="22"/>
                  </a:lnTo>
                  <a:lnTo>
                    <a:pt x="20" y="67"/>
                  </a:lnTo>
                  <a:lnTo>
                    <a:pt x="39" y="112"/>
                  </a:lnTo>
                  <a:lnTo>
                    <a:pt x="91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61" name=""/>
            <p:cNvSpPr/>
            <p:nvPr/>
          </p:nvSpPr>
          <p:spPr>
            <a:xfrm rot="0">
              <a:off x="2292" y="2825"/>
              <a:ext cx="31" cy="38"/>
            </a:xfrm>
            <a:custGeom>
              <a:avLst/>
              <a:ahLst/>
              <a:rect l="0" t="0" r="r" b="b"/>
              <a:pathLst>
                <a:path w="91" h="112">
                  <a:moveTo>
                    <a:pt x="91" y="90"/>
                  </a:moveTo>
                  <a:lnTo>
                    <a:pt x="71" y="45"/>
                  </a:lnTo>
                  <a:lnTo>
                    <a:pt x="52" y="0"/>
                  </a:lnTo>
                  <a:lnTo>
                    <a:pt x="0" y="22"/>
                  </a:lnTo>
                  <a:lnTo>
                    <a:pt x="20" y="67"/>
                  </a:lnTo>
                  <a:lnTo>
                    <a:pt x="39" y="112"/>
                  </a:lnTo>
                  <a:lnTo>
                    <a:pt x="91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62" name=""/>
            <p:cNvSpPr/>
            <p:nvPr/>
          </p:nvSpPr>
          <p:spPr>
            <a:xfrm rot="0">
              <a:off x="2292" y="2833"/>
              <a:ext cx="7" cy="15"/>
            </a:xfrm>
            <a:custGeom>
              <a:avLst/>
              <a:ahLst/>
              <a:rect l="0" t="0" r="r" b="b"/>
              <a:pathLst>
                <a:path w="21" h="45">
                  <a:moveTo>
                    <a:pt x="21" y="4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63" name=""/>
            <p:cNvSpPr/>
            <p:nvPr/>
          </p:nvSpPr>
          <p:spPr>
            <a:xfrm rot="0" flipH="1">
              <a:off x="2292" y="283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64" name=""/>
            <p:cNvSpPr/>
            <p:nvPr/>
          </p:nvSpPr>
          <p:spPr>
            <a:xfrm rot="0">
              <a:off x="2276" y="2833"/>
              <a:ext cx="30" cy="37"/>
            </a:xfrm>
            <a:custGeom>
              <a:avLst/>
              <a:ahLst/>
              <a:rect l="0" t="0" r="r" b="b"/>
              <a:pathLst>
                <a:path w="90" h="112">
                  <a:moveTo>
                    <a:pt x="90" y="90"/>
                  </a:moveTo>
                  <a:lnTo>
                    <a:pt x="70" y="45"/>
                  </a:lnTo>
                  <a:lnTo>
                    <a:pt x="49" y="0"/>
                  </a:lnTo>
                  <a:lnTo>
                    <a:pt x="0" y="22"/>
                  </a:lnTo>
                  <a:lnTo>
                    <a:pt x="21" y="67"/>
                  </a:lnTo>
                  <a:lnTo>
                    <a:pt x="41" y="112"/>
                  </a:lnTo>
                  <a:lnTo>
                    <a:pt x="90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65" name=""/>
            <p:cNvSpPr/>
            <p:nvPr/>
          </p:nvSpPr>
          <p:spPr>
            <a:xfrm rot="0">
              <a:off x="2276" y="2833"/>
              <a:ext cx="30" cy="37"/>
            </a:xfrm>
            <a:custGeom>
              <a:avLst/>
              <a:ahLst/>
              <a:rect l="0" t="0" r="r" b="b"/>
              <a:pathLst>
                <a:path w="90" h="112">
                  <a:moveTo>
                    <a:pt x="90" y="90"/>
                  </a:moveTo>
                  <a:lnTo>
                    <a:pt x="70" y="45"/>
                  </a:lnTo>
                  <a:lnTo>
                    <a:pt x="49" y="0"/>
                  </a:lnTo>
                  <a:lnTo>
                    <a:pt x="0" y="22"/>
                  </a:lnTo>
                  <a:lnTo>
                    <a:pt x="21" y="67"/>
                  </a:lnTo>
                  <a:lnTo>
                    <a:pt x="41" y="112"/>
                  </a:lnTo>
                  <a:lnTo>
                    <a:pt x="90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66" name=""/>
            <p:cNvSpPr/>
            <p:nvPr/>
          </p:nvSpPr>
          <p:spPr>
            <a:xfrm rot="0">
              <a:off x="2275" y="2840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24" y="45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4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67" name=""/>
            <p:cNvSpPr/>
            <p:nvPr/>
          </p:nvSpPr>
          <p:spPr>
            <a:xfrm rot="0" flipH="1">
              <a:off x="2275" y="28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68" name=""/>
            <p:cNvSpPr/>
            <p:nvPr/>
          </p:nvSpPr>
          <p:spPr>
            <a:xfrm rot="0">
              <a:off x="2259" y="2840"/>
              <a:ext cx="31" cy="38"/>
            </a:xfrm>
            <a:custGeom>
              <a:avLst/>
              <a:ahLst/>
              <a:rect l="0" t="0" r="r" b="b"/>
              <a:pathLst>
                <a:path w="94" h="112">
                  <a:moveTo>
                    <a:pt x="94" y="88"/>
                  </a:moveTo>
                  <a:lnTo>
                    <a:pt x="71" y="44"/>
                  </a:lnTo>
                  <a:lnTo>
                    <a:pt x="47" y="0"/>
                  </a:lnTo>
                  <a:lnTo>
                    <a:pt x="0" y="25"/>
                  </a:lnTo>
                  <a:lnTo>
                    <a:pt x="23" y="68"/>
                  </a:lnTo>
                  <a:lnTo>
                    <a:pt x="46" y="112"/>
                  </a:lnTo>
                  <a:lnTo>
                    <a:pt x="94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69" name=""/>
            <p:cNvSpPr/>
            <p:nvPr/>
          </p:nvSpPr>
          <p:spPr>
            <a:xfrm rot="0">
              <a:off x="2259" y="2840"/>
              <a:ext cx="31" cy="38"/>
            </a:xfrm>
            <a:custGeom>
              <a:avLst/>
              <a:ahLst/>
              <a:rect l="0" t="0" r="r" b="b"/>
              <a:pathLst>
                <a:path w="94" h="112">
                  <a:moveTo>
                    <a:pt x="94" y="88"/>
                  </a:moveTo>
                  <a:lnTo>
                    <a:pt x="71" y="44"/>
                  </a:lnTo>
                  <a:lnTo>
                    <a:pt x="47" y="0"/>
                  </a:lnTo>
                  <a:lnTo>
                    <a:pt x="0" y="25"/>
                  </a:lnTo>
                  <a:lnTo>
                    <a:pt x="23" y="68"/>
                  </a:lnTo>
                  <a:lnTo>
                    <a:pt x="46" y="112"/>
                  </a:lnTo>
                  <a:lnTo>
                    <a:pt x="94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70" name=""/>
            <p:cNvSpPr/>
            <p:nvPr/>
          </p:nvSpPr>
          <p:spPr>
            <a:xfrm rot="0">
              <a:off x="2258" y="2849"/>
              <a:ext cx="9" cy="14"/>
            </a:xfrm>
            <a:custGeom>
              <a:avLst/>
              <a:ahLst/>
              <a:rect l="0" t="0" r="r" b="b"/>
              <a:pathLst>
                <a:path w="25" h="43">
                  <a:moveTo>
                    <a:pt x="25" y="43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71" name=""/>
            <p:cNvSpPr/>
            <p:nvPr/>
          </p:nvSpPr>
          <p:spPr>
            <a:xfrm rot="0" flipH="1">
              <a:off x="2258" y="284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72" name=""/>
            <p:cNvSpPr/>
            <p:nvPr/>
          </p:nvSpPr>
          <p:spPr>
            <a:xfrm rot="0">
              <a:off x="2243" y="2849"/>
              <a:ext cx="32" cy="37"/>
            </a:xfrm>
            <a:custGeom>
              <a:avLst/>
              <a:ahLst/>
              <a:rect l="0" t="0" r="r" b="b"/>
              <a:pathLst>
                <a:path w="94" h="111">
                  <a:moveTo>
                    <a:pt x="94" y="85"/>
                  </a:moveTo>
                  <a:lnTo>
                    <a:pt x="70" y="42"/>
                  </a:lnTo>
                  <a:lnTo>
                    <a:pt x="45" y="0"/>
                  </a:lnTo>
                  <a:lnTo>
                    <a:pt x="0" y="26"/>
                  </a:lnTo>
                  <a:lnTo>
                    <a:pt x="25" y="68"/>
                  </a:lnTo>
                  <a:lnTo>
                    <a:pt x="49" y="111"/>
                  </a:lnTo>
                  <a:lnTo>
                    <a:pt x="94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73" name=""/>
            <p:cNvSpPr/>
            <p:nvPr/>
          </p:nvSpPr>
          <p:spPr>
            <a:xfrm rot="0">
              <a:off x="2243" y="2849"/>
              <a:ext cx="32" cy="37"/>
            </a:xfrm>
            <a:custGeom>
              <a:avLst/>
              <a:ahLst/>
              <a:rect l="0" t="0" r="r" b="b"/>
              <a:pathLst>
                <a:path w="94" h="111">
                  <a:moveTo>
                    <a:pt x="94" y="85"/>
                  </a:moveTo>
                  <a:lnTo>
                    <a:pt x="70" y="42"/>
                  </a:lnTo>
                  <a:lnTo>
                    <a:pt x="45" y="0"/>
                  </a:lnTo>
                  <a:lnTo>
                    <a:pt x="0" y="26"/>
                  </a:lnTo>
                  <a:lnTo>
                    <a:pt x="25" y="68"/>
                  </a:lnTo>
                  <a:lnTo>
                    <a:pt x="49" y="111"/>
                  </a:lnTo>
                  <a:lnTo>
                    <a:pt x="94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74" name=""/>
            <p:cNvSpPr/>
            <p:nvPr/>
          </p:nvSpPr>
          <p:spPr>
            <a:xfrm rot="0">
              <a:off x="2243" y="2858"/>
              <a:ext cx="9" cy="14"/>
            </a:xfrm>
            <a:custGeom>
              <a:avLst/>
              <a:ahLst/>
              <a:rect l="0" t="0" r="r" b="b"/>
              <a:pathLst>
                <a:path w="27" h="42">
                  <a:moveTo>
                    <a:pt x="27" y="42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7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75" name=""/>
            <p:cNvSpPr/>
            <p:nvPr/>
          </p:nvSpPr>
          <p:spPr>
            <a:xfrm rot="0" flipH="1">
              <a:off x="2243" y="285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76" name=""/>
            <p:cNvSpPr/>
            <p:nvPr/>
          </p:nvSpPr>
          <p:spPr>
            <a:xfrm rot="0">
              <a:off x="2228" y="2858"/>
              <a:ext cx="33" cy="37"/>
            </a:xfrm>
            <a:custGeom>
              <a:avLst/>
              <a:ahLst/>
              <a:rect l="0" t="0" r="r" b="b"/>
              <a:pathLst>
                <a:path w="97" h="110">
                  <a:moveTo>
                    <a:pt x="97" y="83"/>
                  </a:moveTo>
                  <a:lnTo>
                    <a:pt x="70" y="41"/>
                  </a:lnTo>
                  <a:lnTo>
                    <a:pt x="43" y="0"/>
                  </a:lnTo>
                  <a:lnTo>
                    <a:pt x="0" y="27"/>
                  </a:lnTo>
                  <a:lnTo>
                    <a:pt x="27" y="68"/>
                  </a:lnTo>
                  <a:lnTo>
                    <a:pt x="54" y="110"/>
                  </a:lnTo>
                  <a:lnTo>
                    <a:pt x="97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77" name=""/>
            <p:cNvSpPr/>
            <p:nvPr/>
          </p:nvSpPr>
          <p:spPr>
            <a:xfrm rot="0">
              <a:off x="2228" y="2858"/>
              <a:ext cx="33" cy="37"/>
            </a:xfrm>
            <a:custGeom>
              <a:avLst/>
              <a:ahLst/>
              <a:rect l="0" t="0" r="r" b="b"/>
              <a:pathLst>
                <a:path w="97" h="110">
                  <a:moveTo>
                    <a:pt x="97" y="83"/>
                  </a:moveTo>
                  <a:lnTo>
                    <a:pt x="70" y="41"/>
                  </a:lnTo>
                  <a:lnTo>
                    <a:pt x="43" y="0"/>
                  </a:lnTo>
                  <a:lnTo>
                    <a:pt x="0" y="27"/>
                  </a:lnTo>
                  <a:lnTo>
                    <a:pt x="27" y="68"/>
                  </a:lnTo>
                  <a:lnTo>
                    <a:pt x="54" y="110"/>
                  </a:lnTo>
                  <a:lnTo>
                    <a:pt x="97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78" name=""/>
            <p:cNvSpPr/>
            <p:nvPr/>
          </p:nvSpPr>
          <p:spPr>
            <a:xfrm rot="0">
              <a:off x="2228" y="2867"/>
              <a:ext cx="9" cy="14"/>
            </a:xfrm>
            <a:custGeom>
              <a:avLst/>
              <a:ahLst/>
              <a:rect l="0" t="0" r="r" b="b"/>
              <a:pathLst>
                <a:path w="27" h="41">
                  <a:moveTo>
                    <a:pt x="27" y="4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79" name=""/>
            <p:cNvSpPr/>
            <p:nvPr/>
          </p:nvSpPr>
          <p:spPr>
            <a:xfrm rot="0">
              <a:off x="2228" y="28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80" name=""/>
            <p:cNvSpPr/>
            <p:nvPr/>
          </p:nvSpPr>
          <p:spPr>
            <a:xfrm rot="0">
              <a:off x="2215" y="2867"/>
              <a:ext cx="31" cy="37"/>
            </a:xfrm>
            <a:custGeom>
              <a:avLst/>
              <a:ahLst/>
              <a:rect l="0" t="0" r="r" b="b"/>
              <a:pathLst>
                <a:path w="95" h="110">
                  <a:moveTo>
                    <a:pt x="95" y="83"/>
                  </a:moveTo>
                  <a:lnTo>
                    <a:pt x="68" y="41"/>
                  </a:lnTo>
                  <a:lnTo>
                    <a:pt x="41" y="0"/>
                  </a:lnTo>
                  <a:lnTo>
                    <a:pt x="0" y="27"/>
                  </a:lnTo>
                  <a:lnTo>
                    <a:pt x="27" y="68"/>
                  </a:lnTo>
                  <a:lnTo>
                    <a:pt x="54" y="110"/>
                  </a:lnTo>
                  <a:lnTo>
                    <a:pt x="95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81" name=""/>
            <p:cNvSpPr/>
            <p:nvPr/>
          </p:nvSpPr>
          <p:spPr>
            <a:xfrm rot="0">
              <a:off x="2215" y="2867"/>
              <a:ext cx="31" cy="37"/>
            </a:xfrm>
            <a:custGeom>
              <a:avLst/>
              <a:ahLst/>
              <a:rect l="0" t="0" r="r" b="b"/>
              <a:pathLst>
                <a:path w="95" h="110">
                  <a:moveTo>
                    <a:pt x="95" y="83"/>
                  </a:moveTo>
                  <a:lnTo>
                    <a:pt x="68" y="41"/>
                  </a:lnTo>
                  <a:lnTo>
                    <a:pt x="41" y="0"/>
                  </a:lnTo>
                  <a:lnTo>
                    <a:pt x="0" y="27"/>
                  </a:lnTo>
                  <a:lnTo>
                    <a:pt x="27" y="68"/>
                  </a:lnTo>
                  <a:lnTo>
                    <a:pt x="54" y="110"/>
                  </a:lnTo>
                  <a:lnTo>
                    <a:pt x="95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82" name=""/>
            <p:cNvSpPr/>
            <p:nvPr/>
          </p:nvSpPr>
          <p:spPr>
            <a:xfrm rot="0">
              <a:off x="2214" y="2876"/>
              <a:ext cx="10" cy="14"/>
            </a:xfrm>
            <a:custGeom>
              <a:avLst/>
              <a:ahLst/>
              <a:rect l="0" t="0" r="r" b="b"/>
              <a:pathLst>
                <a:path w="30" h="41">
                  <a:moveTo>
                    <a:pt x="30" y="41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83" name=""/>
            <p:cNvSpPr/>
            <p:nvPr/>
          </p:nvSpPr>
          <p:spPr>
            <a:xfrm rot="0" flipH="1">
              <a:off x="2214" y="28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84" name=""/>
            <p:cNvSpPr/>
            <p:nvPr/>
          </p:nvSpPr>
          <p:spPr>
            <a:xfrm rot="0">
              <a:off x="2201" y="2876"/>
              <a:ext cx="32" cy="37"/>
            </a:xfrm>
            <a:custGeom>
              <a:avLst/>
              <a:ahLst/>
              <a:rect l="0" t="0" r="r" b="b"/>
              <a:pathLst>
                <a:path w="98" h="110">
                  <a:moveTo>
                    <a:pt x="98" y="81"/>
                  </a:moveTo>
                  <a:lnTo>
                    <a:pt x="69" y="40"/>
                  </a:lnTo>
                  <a:lnTo>
                    <a:pt x="39" y="0"/>
                  </a:lnTo>
                  <a:lnTo>
                    <a:pt x="0" y="30"/>
                  </a:lnTo>
                  <a:lnTo>
                    <a:pt x="30" y="70"/>
                  </a:lnTo>
                  <a:lnTo>
                    <a:pt x="60" y="110"/>
                  </a:lnTo>
                  <a:lnTo>
                    <a:pt x="98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85" name=""/>
            <p:cNvSpPr/>
            <p:nvPr/>
          </p:nvSpPr>
          <p:spPr>
            <a:xfrm rot="0">
              <a:off x="2201" y="2876"/>
              <a:ext cx="32" cy="37"/>
            </a:xfrm>
            <a:custGeom>
              <a:avLst/>
              <a:ahLst/>
              <a:rect l="0" t="0" r="r" b="b"/>
              <a:pathLst>
                <a:path w="98" h="110">
                  <a:moveTo>
                    <a:pt x="98" y="81"/>
                  </a:moveTo>
                  <a:lnTo>
                    <a:pt x="69" y="40"/>
                  </a:lnTo>
                  <a:lnTo>
                    <a:pt x="39" y="0"/>
                  </a:lnTo>
                  <a:lnTo>
                    <a:pt x="0" y="30"/>
                  </a:lnTo>
                  <a:lnTo>
                    <a:pt x="30" y="70"/>
                  </a:lnTo>
                  <a:lnTo>
                    <a:pt x="60" y="110"/>
                  </a:lnTo>
                  <a:lnTo>
                    <a:pt x="98" y="8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86" name=""/>
            <p:cNvSpPr/>
            <p:nvPr/>
          </p:nvSpPr>
          <p:spPr>
            <a:xfrm rot="0">
              <a:off x="2200" y="2886"/>
              <a:ext cx="11" cy="14"/>
            </a:xfrm>
            <a:custGeom>
              <a:avLst/>
              <a:ahLst/>
              <a:rect l="0" t="0" r="r" b="b"/>
              <a:pathLst>
                <a:path w="32" h="40">
                  <a:moveTo>
                    <a:pt x="32" y="4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2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87" name=""/>
            <p:cNvSpPr/>
            <p:nvPr/>
          </p:nvSpPr>
          <p:spPr>
            <a:xfrm rot="0" flipH="1">
              <a:off x="2200" y="28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88" name=""/>
            <p:cNvSpPr/>
            <p:nvPr/>
          </p:nvSpPr>
          <p:spPr>
            <a:xfrm rot="0">
              <a:off x="2188" y="2887"/>
              <a:ext cx="33" cy="35"/>
            </a:xfrm>
            <a:custGeom>
              <a:avLst/>
              <a:ahLst/>
              <a:rect l="0" t="0" r="r" b="b"/>
              <a:pathLst>
                <a:path w="99" h="104">
                  <a:moveTo>
                    <a:pt x="99" y="75"/>
                  </a:moveTo>
                  <a:lnTo>
                    <a:pt x="67" y="37"/>
                  </a:lnTo>
                  <a:lnTo>
                    <a:pt x="35" y="0"/>
                  </a:lnTo>
                  <a:lnTo>
                    <a:pt x="0" y="29"/>
                  </a:lnTo>
                  <a:lnTo>
                    <a:pt x="32" y="67"/>
                  </a:lnTo>
                  <a:lnTo>
                    <a:pt x="64" y="104"/>
                  </a:lnTo>
                  <a:lnTo>
                    <a:pt x="99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89" name=""/>
            <p:cNvSpPr/>
            <p:nvPr/>
          </p:nvSpPr>
          <p:spPr>
            <a:xfrm rot="0">
              <a:off x="2188" y="2887"/>
              <a:ext cx="33" cy="35"/>
            </a:xfrm>
            <a:custGeom>
              <a:avLst/>
              <a:ahLst/>
              <a:rect l="0" t="0" r="r" b="b"/>
              <a:pathLst>
                <a:path w="99" h="104">
                  <a:moveTo>
                    <a:pt x="99" y="75"/>
                  </a:moveTo>
                  <a:lnTo>
                    <a:pt x="67" y="37"/>
                  </a:lnTo>
                  <a:lnTo>
                    <a:pt x="35" y="0"/>
                  </a:lnTo>
                  <a:lnTo>
                    <a:pt x="0" y="29"/>
                  </a:lnTo>
                  <a:lnTo>
                    <a:pt x="32" y="67"/>
                  </a:lnTo>
                  <a:lnTo>
                    <a:pt x="64" y="104"/>
                  </a:lnTo>
                  <a:lnTo>
                    <a:pt x="99" y="7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90" name=""/>
            <p:cNvSpPr/>
            <p:nvPr/>
          </p:nvSpPr>
          <p:spPr>
            <a:xfrm rot="0">
              <a:off x="2187" y="2897"/>
              <a:ext cx="12" cy="13"/>
            </a:xfrm>
            <a:custGeom>
              <a:avLst/>
              <a:ahLst/>
              <a:rect l="0" t="0" r="r" b="b"/>
              <a:pathLst>
                <a:path w="35" h="38">
                  <a:moveTo>
                    <a:pt x="35" y="38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5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91" name=""/>
            <p:cNvSpPr/>
            <p:nvPr/>
          </p:nvSpPr>
          <p:spPr>
            <a:xfrm rot="0" flipH="1">
              <a:off x="2187" y="28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92" name=""/>
            <p:cNvSpPr/>
            <p:nvPr/>
          </p:nvSpPr>
          <p:spPr>
            <a:xfrm rot="0">
              <a:off x="2176" y="2898"/>
              <a:ext cx="35" cy="34"/>
            </a:xfrm>
            <a:custGeom>
              <a:avLst/>
              <a:ahLst/>
              <a:rect l="0" t="0" r="r" b="b"/>
              <a:pathLst>
                <a:path w="103" h="104">
                  <a:moveTo>
                    <a:pt x="103" y="72"/>
                  </a:moveTo>
                  <a:lnTo>
                    <a:pt x="68" y="36"/>
                  </a:lnTo>
                  <a:lnTo>
                    <a:pt x="33" y="0"/>
                  </a:lnTo>
                  <a:lnTo>
                    <a:pt x="0" y="32"/>
                  </a:lnTo>
                  <a:lnTo>
                    <a:pt x="35" y="68"/>
                  </a:lnTo>
                  <a:lnTo>
                    <a:pt x="69" y="104"/>
                  </a:lnTo>
                  <a:lnTo>
                    <a:pt x="103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93" name=""/>
            <p:cNvSpPr/>
            <p:nvPr/>
          </p:nvSpPr>
          <p:spPr>
            <a:xfrm rot="0">
              <a:off x="2176" y="2898"/>
              <a:ext cx="35" cy="34"/>
            </a:xfrm>
            <a:custGeom>
              <a:avLst/>
              <a:ahLst/>
              <a:rect l="0" t="0" r="r" b="b"/>
              <a:pathLst>
                <a:path w="103" h="104">
                  <a:moveTo>
                    <a:pt x="103" y="72"/>
                  </a:moveTo>
                  <a:lnTo>
                    <a:pt x="68" y="36"/>
                  </a:lnTo>
                  <a:lnTo>
                    <a:pt x="33" y="0"/>
                  </a:lnTo>
                  <a:lnTo>
                    <a:pt x="0" y="32"/>
                  </a:lnTo>
                  <a:lnTo>
                    <a:pt x="35" y="68"/>
                  </a:lnTo>
                  <a:lnTo>
                    <a:pt x="69" y="104"/>
                  </a:lnTo>
                  <a:lnTo>
                    <a:pt x="103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94" name=""/>
            <p:cNvSpPr/>
            <p:nvPr/>
          </p:nvSpPr>
          <p:spPr>
            <a:xfrm rot="0">
              <a:off x="2176" y="2908"/>
              <a:ext cx="12" cy="12"/>
            </a:xfrm>
            <a:custGeom>
              <a:avLst/>
              <a:ahLst/>
              <a:rect l="0" t="0" r="r" b="b"/>
              <a:pathLst>
                <a:path w="35" h="36">
                  <a:moveTo>
                    <a:pt x="35" y="36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5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95" name=""/>
            <p:cNvSpPr/>
            <p:nvPr/>
          </p:nvSpPr>
          <p:spPr>
            <a:xfrm rot="0">
              <a:off x="2176" y="29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96" name=""/>
            <p:cNvSpPr/>
            <p:nvPr/>
          </p:nvSpPr>
          <p:spPr>
            <a:xfrm rot="0">
              <a:off x="2166" y="2909"/>
              <a:ext cx="33" cy="33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70"/>
                  </a:moveTo>
                  <a:lnTo>
                    <a:pt x="66" y="35"/>
                  </a:lnTo>
                  <a:lnTo>
                    <a:pt x="31" y="0"/>
                  </a:lnTo>
                  <a:lnTo>
                    <a:pt x="0" y="31"/>
                  </a:lnTo>
                  <a:lnTo>
                    <a:pt x="35" y="66"/>
                  </a:lnTo>
                  <a:lnTo>
                    <a:pt x="69" y="101"/>
                  </a:lnTo>
                  <a:lnTo>
                    <a:pt x="100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97" name=""/>
            <p:cNvSpPr/>
            <p:nvPr/>
          </p:nvSpPr>
          <p:spPr>
            <a:xfrm rot="0">
              <a:off x="2166" y="2909"/>
              <a:ext cx="33" cy="33"/>
            </a:xfrm>
            <a:custGeom>
              <a:avLst/>
              <a:ahLst/>
              <a:rect l="0" t="0" r="r" b="b"/>
              <a:pathLst>
                <a:path w="100" h="101">
                  <a:moveTo>
                    <a:pt x="100" y="70"/>
                  </a:moveTo>
                  <a:lnTo>
                    <a:pt x="66" y="35"/>
                  </a:lnTo>
                  <a:lnTo>
                    <a:pt x="31" y="0"/>
                  </a:lnTo>
                  <a:lnTo>
                    <a:pt x="0" y="31"/>
                  </a:lnTo>
                  <a:lnTo>
                    <a:pt x="35" y="66"/>
                  </a:lnTo>
                  <a:lnTo>
                    <a:pt x="69" y="101"/>
                  </a:lnTo>
                  <a:lnTo>
                    <a:pt x="100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598" name=""/>
            <p:cNvSpPr/>
            <p:nvPr/>
          </p:nvSpPr>
          <p:spPr>
            <a:xfrm rot="0">
              <a:off x="2165" y="2919"/>
              <a:ext cx="13" cy="12"/>
            </a:xfrm>
            <a:custGeom>
              <a:avLst/>
              <a:ahLst/>
              <a:rect l="0" t="0" r="r" b="b"/>
              <a:pathLst>
                <a:path w="39" h="35">
                  <a:moveTo>
                    <a:pt x="39" y="35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599" name=""/>
            <p:cNvSpPr/>
            <p:nvPr/>
          </p:nvSpPr>
          <p:spPr>
            <a:xfrm rot="0" flipH="1">
              <a:off x="2165" y="29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00" name=""/>
            <p:cNvSpPr/>
            <p:nvPr/>
          </p:nvSpPr>
          <p:spPr>
            <a:xfrm rot="0">
              <a:off x="2156" y="2920"/>
              <a:ext cx="34" cy="32"/>
            </a:xfrm>
            <a:custGeom>
              <a:avLst/>
              <a:ahLst/>
              <a:rect l="0" t="0" r="r" b="b"/>
              <a:pathLst>
                <a:path w="104" h="96">
                  <a:moveTo>
                    <a:pt x="104" y="62"/>
                  </a:moveTo>
                  <a:lnTo>
                    <a:pt x="66" y="31"/>
                  </a:lnTo>
                  <a:lnTo>
                    <a:pt x="27" y="0"/>
                  </a:lnTo>
                  <a:lnTo>
                    <a:pt x="0" y="34"/>
                  </a:lnTo>
                  <a:lnTo>
                    <a:pt x="38" y="65"/>
                  </a:lnTo>
                  <a:lnTo>
                    <a:pt x="77" y="96"/>
                  </a:lnTo>
                  <a:lnTo>
                    <a:pt x="104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01" name=""/>
            <p:cNvSpPr/>
            <p:nvPr/>
          </p:nvSpPr>
          <p:spPr>
            <a:xfrm rot="0">
              <a:off x="2156" y="2920"/>
              <a:ext cx="34" cy="32"/>
            </a:xfrm>
            <a:custGeom>
              <a:avLst/>
              <a:ahLst/>
              <a:rect l="0" t="0" r="r" b="b"/>
              <a:pathLst>
                <a:path w="104" h="96">
                  <a:moveTo>
                    <a:pt x="104" y="62"/>
                  </a:moveTo>
                  <a:lnTo>
                    <a:pt x="66" y="31"/>
                  </a:lnTo>
                  <a:lnTo>
                    <a:pt x="27" y="0"/>
                  </a:lnTo>
                  <a:lnTo>
                    <a:pt x="0" y="34"/>
                  </a:lnTo>
                  <a:lnTo>
                    <a:pt x="38" y="65"/>
                  </a:lnTo>
                  <a:lnTo>
                    <a:pt x="77" y="96"/>
                  </a:lnTo>
                  <a:lnTo>
                    <a:pt x="104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02" name=""/>
            <p:cNvSpPr/>
            <p:nvPr/>
          </p:nvSpPr>
          <p:spPr>
            <a:xfrm rot="0">
              <a:off x="2155" y="2932"/>
              <a:ext cx="13" cy="10"/>
            </a:xfrm>
            <a:custGeom>
              <a:avLst/>
              <a:ahLst/>
              <a:rect l="0" t="0" r="r" b="b"/>
              <a:pathLst>
                <a:path w="40" h="31">
                  <a:moveTo>
                    <a:pt x="40" y="3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4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03" name=""/>
            <p:cNvSpPr/>
            <p:nvPr/>
          </p:nvSpPr>
          <p:spPr>
            <a:xfrm rot="0" flipH="1">
              <a:off x="2155" y="293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04" name=""/>
            <p:cNvSpPr/>
            <p:nvPr/>
          </p:nvSpPr>
          <p:spPr>
            <a:xfrm rot="0">
              <a:off x="2147" y="2932"/>
              <a:ext cx="35" cy="31"/>
            </a:xfrm>
            <a:custGeom>
              <a:avLst/>
              <a:ahLst/>
              <a:rect l="0" t="0" r="r" b="b"/>
              <a:pathLst>
                <a:path w="104" h="93">
                  <a:moveTo>
                    <a:pt x="104" y="59"/>
                  </a:moveTo>
                  <a:lnTo>
                    <a:pt x="64" y="30"/>
                  </a:lnTo>
                  <a:lnTo>
                    <a:pt x="24" y="0"/>
                  </a:lnTo>
                  <a:lnTo>
                    <a:pt x="0" y="34"/>
                  </a:lnTo>
                  <a:lnTo>
                    <a:pt x="40" y="63"/>
                  </a:lnTo>
                  <a:lnTo>
                    <a:pt x="80" y="93"/>
                  </a:lnTo>
                  <a:lnTo>
                    <a:pt x="104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05" name=""/>
            <p:cNvSpPr/>
            <p:nvPr/>
          </p:nvSpPr>
          <p:spPr>
            <a:xfrm rot="0">
              <a:off x="2147" y="2932"/>
              <a:ext cx="35" cy="31"/>
            </a:xfrm>
            <a:custGeom>
              <a:avLst/>
              <a:ahLst/>
              <a:rect l="0" t="0" r="r" b="b"/>
              <a:pathLst>
                <a:path w="104" h="93">
                  <a:moveTo>
                    <a:pt x="104" y="59"/>
                  </a:moveTo>
                  <a:lnTo>
                    <a:pt x="64" y="30"/>
                  </a:lnTo>
                  <a:lnTo>
                    <a:pt x="24" y="0"/>
                  </a:lnTo>
                  <a:lnTo>
                    <a:pt x="0" y="34"/>
                  </a:lnTo>
                  <a:lnTo>
                    <a:pt x="40" y="63"/>
                  </a:lnTo>
                  <a:lnTo>
                    <a:pt x="80" y="93"/>
                  </a:lnTo>
                  <a:lnTo>
                    <a:pt x="104" y="5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06" name=""/>
            <p:cNvSpPr/>
            <p:nvPr/>
          </p:nvSpPr>
          <p:spPr>
            <a:xfrm rot="0">
              <a:off x="2146" y="2943"/>
              <a:ext cx="14" cy="10"/>
            </a:xfrm>
            <a:custGeom>
              <a:avLst/>
              <a:ahLst/>
              <a:rect l="0" t="0" r="r" b="b"/>
              <a:pathLst>
                <a:path w="43" h="29">
                  <a:moveTo>
                    <a:pt x="43" y="29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43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07" name=""/>
            <p:cNvSpPr/>
            <p:nvPr/>
          </p:nvSpPr>
          <p:spPr>
            <a:xfrm rot="0" flipH="1">
              <a:off x="2146" y="294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08" name=""/>
            <p:cNvSpPr/>
            <p:nvPr/>
          </p:nvSpPr>
          <p:spPr>
            <a:xfrm rot="0">
              <a:off x="2139" y="2944"/>
              <a:ext cx="36" cy="30"/>
            </a:xfrm>
            <a:custGeom>
              <a:avLst/>
              <a:ahLst/>
              <a:rect l="0" t="0" r="r" b="b"/>
              <a:pathLst>
                <a:path w="108" h="89">
                  <a:moveTo>
                    <a:pt x="108" y="54"/>
                  </a:moveTo>
                  <a:lnTo>
                    <a:pt x="65" y="27"/>
                  </a:lnTo>
                  <a:lnTo>
                    <a:pt x="22" y="0"/>
                  </a:lnTo>
                  <a:lnTo>
                    <a:pt x="0" y="35"/>
                  </a:lnTo>
                  <a:lnTo>
                    <a:pt x="43" y="62"/>
                  </a:lnTo>
                  <a:lnTo>
                    <a:pt x="86" y="89"/>
                  </a:lnTo>
                  <a:lnTo>
                    <a:pt x="10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09" name=""/>
            <p:cNvSpPr/>
            <p:nvPr/>
          </p:nvSpPr>
          <p:spPr>
            <a:xfrm rot="0">
              <a:off x="2139" y="2944"/>
              <a:ext cx="36" cy="30"/>
            </a:xfrm>
            <a:custGeom>
              <a:avLst/>
              <a:ahLst/>
              <a:rect l="0" t="0" r="r" b="b"/>
              <a:pathLst>
                <a:path w="108" h="89">
                  <a:moveTo>
                    <a:pt x="108" y="54"/>
                  </a:moveTo>
                  <a:lnTo>
                    <a:pt x="65" y="27"/>
                  </a:lnTo>
                  <a:lnTo>
                    <a:pt x="22" y="0"/>
                  </a:lnTo>
                  <a:lnTo>
                    <a:pt x="0" y="35"/>
                  </a:lnTo>
                  <a:lnTo>
                    <a:pt x="43" y="62"/>
                  </a:lnTo>
                  <a:lnTo>
                    <a:pt x="86" y="89"/>
                  </a:lnTo>
                  <a:lnTo>
                    <a:pt x="10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10" name=""/>
            <p:cNvSpPr/>
            <p:nvPr/>
          </p:nvSpPr>
          <p:spPr>
            <a:xfrm rot="0">
              <a:off x="2138" y="2956"/>
              <a:ext cx="15" cy="9"/>
            </a:xfrm>
            <a:custGeom>
              <a:avLst/>
              <a:ahLst/>
              <a:rect l="0" t="0" r="r" b="b"/>
              <a:pathLst>
                <a:path w="44" h="27">
                  <a:moveTo>
                    <a:pt x="44" y="27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4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11" name=""/>
            <p:cNvSpPr/>
            <p:nvPr/>
          </p:nvSpPr>
          <p:spPr>
            <a:xfrm rot="0" flipH="1">
              <a:off x="2138" y="295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12" name=""/>
            <p:cNvSpPr/>
            <p:nvPr/>
          </p:nvSpPr>
          <p:spPr>
            <a:xfrm rot="0">
              <a:off x="2132" y="2957"/>
              <a:ext cx="36" cy="27"/>
            </a:xfrm>
            <a:custGeom>
              <a:avLst/>
              <a:ahLst/>
              <a:rect l="0" t="0" r="r" b="b"/>
              <a:pathLst>
                <a:path w="107" h="83">
                  <a:moveTo>
                    <a:pt x="107" y="49"/>
                  </a:moveTo>
                  <a:lnTo>
                    <a:pt x="63" y="24"/>
                  </a:lnTo>
                  <a:lnTo>
                    <a:pt x="19" y="0"/>
                  </a:lnTo>
                  <a:lnTo>
                    <a:pt x="0" y="34"/>
                  </a:lnTo>
                  <a:lnTo>
                    <a:pt x="44" y="59"/>
                  </a:lnTo>
                  <a:lnTo>
                    <a:pt x="87" y="83"/>
                  </a:lnTo>
                  <a:lnTo>
                    <a:pt x="10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13" name=""/>
            <p:cNvSpPr/>
            <p:nvPr/>
          </p:nvSpPr>
          <p:spPr>
            <a:xfrm rot="0">
              <a:off x="2132" y="2957"/>
              <a:ext cx="36" cy="27"/>
            </a:xfrm>
            <a:custGeom>
              <a:avLst/>
              <a:ahLst/>
              <a:rect l="0" t="0" r="r" b="b"/>
              <a:pathLst>
                <a:path w="107" h="83">
                  <a:moveTo>
                    <a:pt x="107" y="49"/>
                  </a:moveTo>
                  <a:lnTo>
                    <a:pt x="63" y="24"/>
                  </a:lnTo>
                  <a:lnTo>
                    <a:pt x="19" y="0"/>
                  </a:lnTo>
                  <a:lnTo>
                    <a:pt x="0" y="34"/>
                  </a:lnTo>
                  <a:lnTo>
                    <a:pt x="44" y="59"/>
                  </a:lnTo>
                  <a:lnTo>
                    <a:pt x="87" y="83"/>
                  </a:lnTo>
                  <a:lnTo>
                    <a:pt x="107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14" name=""/>
            <p:cNvSpPr/>
            <p:nvPr/>
          </p:nvSpPr>
          <p:spPr>
            <a:xfrm rot="0">
              <a:off x="2131" y="2968"/>
              <a:ext cx="16" cy="8"/>
            </a:xfrm>
            <a:custGeom>
              <a:avLst/>
              <a:ahLst/>
              <a:rect l="0" t="0" r="r" b="b"/>
              <a:pathLst>
                <a:path w="46" h="25">
                  <a:moveTo>
                    <a:pt x="46" y="25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4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15" name=""/>
            <p:cNvSpPr/>
            <p:nvPr/>
          </p:nvSpPr>
          <p:spPr>
            <a:xfrm rot="0" flipH="1">
              <a:off x="2131" y="29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16" name=""/>
            <p:cNvSpPr/>
            <p:nvPr/>
          </p:nvSpPr>
          <p:spPr>
            <a:xfrm rot="0">
              <a:off x="2126" y="2969"/>
              <a:ext cx="36" cy="26"/>
            </a:xfrm>
            <a:custGeom>
              <a:avLst/>
              <a:ahLst/>
              <a:rect l="0" t="0" r="r" b="b"/>
              <a:pathLst>
                <a:path w="106" h="76">
                  <a:moveTo>
                    <a:pt x="106" y="42"/>
                  </a:moveTo>
                  <a:lnTo>
                    <a:pt x="61" y="21"/>
                  </a:lnTo>
                  <a:lnTo>
                    <a:pt x="15" y="0"/>
                  </a:lnTo>
                  <a:lnTo>
                    <a:pt x="0" y="35"/>
                  </a:lnTo>
                  <a:lnTo>
                    <a:pt x="45" y="56"/>
                  </a:lnTo>
                  <a:lnTo>
                    <a:pt x="90" y="76"/>
                  </a:lnTo>
                  <a:lnTo>
                    <a:pt x="106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17" name=""/>
            <p:cNvSpPr/>
            <p:nvPr/>
          </p:nvSpPr>
          <p:spPr>
            <a:xfrm rot="0">
              <a:off x="2126" y="2969"/>
              <a:ext cx="36" cy="26"/>
            </a:xfrm>
            <a:custGeom>
              <a:avLst/>
              <a:ahLst/>
              <a:rect l="0" t="0" r="r" b="b"/>
              <a:pathLst>
                <a:path w="106" h="76">
                  <a:moveTo>
                    <a:pt x="106" y="42"/>
                  </a:moveTo>
                  <a:lnTo>
                    <a:pt x="61" y="21"/>
                  </a:lnTo>
                  <a:lnTo>
                    <a:pt x="15" y="0"/>
                  </a:lnTo>
                  <a:lnTo>
                    <a:pt x="0" y="35"/>
                  </a:lnTo>
                  <a:lnTo>
                    <a:pt x="45" y="56"/>
                  </a:lnTo>
                  <a:lnTo>
                    <a:pt x="90" y="76"/>
                  </a:lnTo>
                  <a:lnTo>
                    <a:pt x="106" y="4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18" name=""/>
            <p:cNvSpPr/>
            <p:nvPr/>
          </p:nvSpPr>
          <p:spPr>
            <a:xfrm rot="0">
              <a:off x="2126" y="2981"/>
              <a:ext cx="15" cy="7"/>
            </a:xfrm>
            <a:custGeom>
              <a:avLst/>
              <a:ahLst/>
              <a:rect l="0" t="0" r="r" b="b"/>
              <a:pathLst>
                <a:path w="46" h="21">
                  <a:moveTo>
                    <a:pt x="46" y="21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4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19" name=""/>
            <p:cNvSpPr/>
            <p:nvPr/>
          </p:nvSpPr>
          <p:spPr>
            <a:xfrm rot="0" flipH="1">
              <a:off x="2126" y="29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20" name=""/>
            <p:cNvSpPr/>
            <p:nvPr/>
          </p:nvSpPr>
          <p:spPr>
            <a:xfrm rot="0">
              <a:off x="2122" y="2982"/>
              <a:ext cx="35" cy="24"/>
            </a:xfrm>
            <a:custGeom>
              <a:avLst/>
              <a:ahLst/>
              <a:rect l="0" t="0" r="r" b="b"/>
              <a:pathLst>
                <a:path w="106" h="70">
                  <a:moveTo>
                    <a:pt x="106" y="34"/>
                  </a:moveTo>
                  <a:lnTo>
                    <a:pt x="59" y="17"/>
                  </a:lnTo>
                  <a:lnTo>
                    <a:pt x="13" y="0"/>
                  </a:lnTo>
                  <a:lnTo>
                    <a:pt x="0" y="36"/>
                  </a:lnTo>
                  <a:lnTo>
                    <a:pt x="46" y="53"/>
                  </a:lnTo>
                  <a:lnTo>
                    <a:pt x="93" y="70"/>
                  </a:lnTo>
                  <a:lnTo>
                    <a:pt x="10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21" name=""/>
            <p:cNvSpPr/>
            <p:nvPr/>
          </p:nvSpPr>
          <p:spPr>
            <a:xfrm rot="0">
              <a:off x="2122" y="2982"/>
              <a:ext cx="35" cy="24"/>
            </a:xfrm>
            <a:custGeom>
              <a:avLst/>
              <a:ahLst/>
              <a:rect l="0" t="0" r="r" b="b"/>
              <a:pathLst>
                <a:path w="106" h="70">
                  <a:moveTo>
                    <a:pt x="106" y="34"/>
                  </a:moveTo>
                  <a:lnTo>
                    <a:pt x="59" y="17"/>
                  </a:lnTo>
                  <a:lnTo>
                    <a:pt x="13" y="0"/>
                  </a:lnTo>
                  <a:lnTo>
                    <a:pt x="0" y="36"/>
                  </a:lnTo>
                  <a:lnTo>
                    <a:pt x="46" y="53"/>
                  </a:lnTo>
                  <a:lnTo>
                    <a:pt x="93" y="70"/>
                  </a:lnTo>
                  <a:lnTo>
                    <a:pt x="106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22" name=""/>
            <p:cNvSpPr/>
            <p:nvPr/>
          </p:nvSpPr>
          <p:spPr>
            <a:xfrm rot="0">
              <a:off x="2121" y="2994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48" y="17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4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23" name=""/>
            <p:cNvSpPr/>
            <p:nvPr/>
          </p:nvSpPr>
          <p:spPr>
            <a:xfrm rot="0" flipH="1">
              <a:off x="2121" y="2994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24" name=""/>
            <p:cNvSpPr/>
            <p:nvPr/>
          </p:nvSpPr>
          <p:spPr>
            <a:xfrm rot="0">
              <a:off x="2118" y="2996"/>
              <a:ext cx="35" cy="20"/>
            </a:xfrm>
            <a:custGeom>
              <a:avLst/>
              <a:ahLst/>
              <a:rect l="0" t="0" r="r" b="b"/>
              <a:pathLst>
                <a:path w="105" h="60">
                  <a:moveTo>
                    <a:pt x="105" y="24"/>
                  </a:moveTo>
                  <a:lnTo>
                    <a:pt x="57" y="12"/>
                  </a:lnTo>
                  <a:lnTo>
                    <a:pt x="9" y="0"/>
                  </a:lnTo>
                  <a:lnTo>
                    <a:pt x="0" y="36"/>
                  </a:lnTo>
                  <a:lnTo>
                    <a:pt x="48" y="48"/>
                  </a:lnTo>
                  <a:lnTo>
                    <a:pt x="96" y="60"/>
                  </a:lnTo>
                  <a:lnTo>
                    <a:pt x="105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25" name=""/>
            <p:cNvSpPr/>
            <p:nvPr/>
          </p:nvSpPr>
          <p:spPr>
            <a:xfrm rot="0">
              <a:off x="2118" y="2996"/>
              <a:ext cx="35" cy="20"/>
            </a:xfrm>
            <a:custGeom>
              <a:avLst/>
              <a:ahLst/>
              <a:rect l="0" t="0" r="r" b="b"/>
              <a:pathLst>
                <a:path w="105" h="60">
                  <a:moveTo>
                    <a:pt x="105" y="24"/>
                  </a:moveTo>
                  <a:lnTo>
                    <a:pt x="57" y="12"/>
                  </a:lnTo>
                  <a:lnTo>
                    <a:pt x="9" y="0"/>
                  </a:lnTo>
                  <a:lnTo>
                    <a:pt x="0" y="36"/>
                  </a:lnTo>
                  <a:lnTo>
                    <a:pt x="48" y="48"/>
                  </a:lnTo>
                  <a:lnTo>
                    <a:pt x="96" y="60"/>
                  </a:lnTo>
                  <a:lnTo>
                    <a:pt x="105" y="2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26" name=""/>
            <p:cNvSpPr/>
            <p:nvPr/>
          </p:nvSpPr>
          <p:spPr>
            <a:xfrm rot="0">
              <a:off x="2118" y="3008"/>
              <a:ext cx="16" cy="4"/>
            </a:xfrm>
            <a:custGeom>
              <a:avLst/>
              <a:ahLst/>
              <a:rect l="0" t="0" r="r" b="b"/>
              <a:pathLst>
                <a:path w="49" h="12">
                  <a:moveTo>
                    <a:pt x="49" y="12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49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27" name=""/>
            <p:cNvSpPr/>
            <p:nvPr/>
          </p:nvSpPr>
          <p:spPr>
            <a:xfrm rot="0" flipH="1">
              <a:off x="2118" y="30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28" name=""/>
            <p:cNvSpPr/>
            <p:nvPr/>
          </p:nvSpPr>
          <p:spPr>
            <a:xfrm rot="0">
              <a:off x="2115" y="3009"/>
              <a:ext cx="35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106" y="20"/>
                  </a:moveTo>
                  <a:lnTo>
                    <a:pt x="57" y="10"/>
                  </a:lnTo>
                  <a:lnTo>
                    <a:pt x="8" y="0"/>
                  </a:lnTo>
                  <a:lnTo>
                    <a:pt x="0" y="36"/>
                  </a:lnTo>
                  <a:lnTo>
                    <a:pt x="49" y="46"/>
                  </a:lnTo>
                  <a:lnTo>
                    <a:pt x="98" y="57"/>
                  </a:lnTo>
                  <a:lnTo>
                    <a:pt x="106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29" name=""/>
            <p:cNvSpPr/>
            <p:nvPr/>
          </p:nvSpPr>
          <p:spPr>
            <a:xfrm rot="0">
              <a:off x="2115" y="3009"/>
              <a:ext cx="35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106" y="20"/>
                  </a:moveTo>
                  <a:lnTo>
                    <a:pt x="57" y="10"/>
                  </a:lnTo>
                  <a:lnTo>
                    <a:pt x="8" y="0"/>
                  </a:lnTo>
                  <a:lnTo>
                    <a:pt x="0" y="36"/>
                  </a:lnTo>
                  <a:lnTo>
                    <a:pt x="49" y="46"/>
                  </a:lnTo>
                  <a:lnTo>
                    <a:pt x="98" y="57"/>
                  </a:lnTo>
                  <a:lnTo>
                    <a:pt x="106" y="2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30" name=""/>
            <p:cNvSpPr/>
            <p:nvPr/>
          </p:nvSpPr>
          <p:spPr>
            <a:xfrm rot="0">
              <a:off x="2115" y="3021"/>
              <a:ext cx="16" cy="3"/>
            </a:xfrm>
            <a:custGeom>
              <a:avLst/>
              <a:ahLst/>
              <a:rect l="0" t="0" r="r" b="b"/>
              <a:pathLst>
                <a:path w="49" h="10">
                  <a:moveTo>
                    <a:pt x="49" y="1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4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31" name=""/>
            <p:cNvSpPr/>
            <p:nvPr/>
          </p:nvSpPr>
          <p:spPr>
            <a:xfrm rot="0">
              <a:off x="2115" y="3021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32" name=""/>
            <p:cNvSpPr/>
            <p:nvPr/>
          </p:nvSpPr>
          <p:spPr>
            <a:xfrm rot="0">
              <a:off x="2114" y="3023"/>
              <a:ext cx="34" cy="14"/>
            </a:xfrm>
            <a:custGeom>
              <a:avLst/>
              <a:ahLst/>
              <a:rect l="0" t="0" r="r" b="b"/>
              <a:pathLst>
                <a:path w="100" h="44">
                  <a:moveTo>
                    <a:pt x="100" y="8"/>
                  </a:moveTo>
                  <a:lnTo>
                    <a:pt x="51" y="4"/>
                  </a:lnTo>
                  <a:lnTo>
                    <a:pt x="2" y="0"/>
                  </a:lnTo>
                  <a:lnTo>
                    <a:pt x="0" y="37"/>
                  </a:lnTo>
                  <a:lnTo>
                    <a:pt x="49" y="40"/>
                  </a:lnTo>
                  <a:lnTo>
                    <a:pt x="98" y="44"/>
                  </a:lnTo>
                  <a:lnTo>
                    <a:pt x="10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33" name=""/>
            <p:cNvSpPr/>
            <p:nvPr/>
          </p:nvSpPr>
          <p:spPr>
            <a:xfrm rot="0">
              <a:off x="2114" y="3023"/>
              <a:ext cx="34" cy="14"/>
            </a:xfrm>
            <a:custGeom>
              <a:avLst/>
              <a:ahLst/>
              <a:rect l="0" t="0" r="r" b="b"/>
              <a:pathLst>
                <a:path w="100" h="44">
                  <a:moveTo>
                    <a:pt x="100" y="8"/>
                  </a:moveTo>
                  <a:lnTo>
                    <a:pt x="51" y="4"/>
                  </a:lnTo>
                  <a:lnTo>
                    <a:pt x="2" y="0"/>
                  </a:lnTo>
                  <a:lnTo>
                    <a:pt x="0" y="37"/>
                  </a:lnTo>
                  <a:lnTo>
                    <a:pt x="49" y="40"/>
                  </a:lnTo>
                  <a:lnTo>
                    <a:pt x="98" y="44"/>
                  </a:lnTo>
                  <a:lnTo>
                    <a:pt x="10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34" name=""/>
            <p:cNvSpPr/>
            <p:nvPr/>
          </p:nvSpPr>
          <p:spPr>
            <a:xfrm rot="0">
              <a:off x="2114" y="3035"/>
              <a:ext cx="17" cy="1"/>
            </a:xfrm>
            <a:custGeom>
              <a:avLst/>
              <a:ahLst/>
              <a:rect l="0" t="0" r="r" b="b"/>
              <a:pathLst>
                <a:path w="49" h="3">
                  <a:moveTo>
                    <a:pt x="49" y="3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9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35" name=""/>
            <p:cNvSpPr/>
            <p:nvPr/>
          </p:nvSpPr>
          <p:spPr>
            <a:xfrm rot="0">
              <a:off x="2114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36" name=""/>
            <p:cNvSpPr/>
            <p:nvPr/>
          </p:nvSpPr>
          <p:spPr>
            <a:xfrm rot="0">
              <a:off x="2114" y="3036"/>
              <a:ext cx="33" cy="13"/>
            </a:xfrm>
            <a:custGeom>
              <a:avLst/>
              <a:ahLst/>
              <a:rect l="0" t="0" r="r" b="b"/>
              <a:pathLst>
                <a:path w="100" h="40">
                  <a:moveTo>
                    <a:pt x="100" y="3"/>
                  </a:moveTo>
                  <a:lnTo>
                    <a:pt x="51" y="1"/>
                  </a:lnTo>
                  <a:lnTo>
                    <a:pt x="2" y="0"/>
                  </a:lnTo>
                  <a:lnTo>
                    <a:pt x="0" y="38"/>
                  </a:lnTo>
                  <a:lnTo>
                    <a:pt x="50" y="39"/>
                  </a:lnTo>
                  <a:lnTo>
                    <a:pt x="99" y="40"/>
                  </a:lnTo>
                  <a:lnTo>
                    <a:pt x="10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37" name=""/>
            <p:cNvSpPr/>
            <p:nvPr/>
          </p:nvSpPr>
          <p:spPr>
            <a:xfrm rot="0">
              <a:off x="2114" y="3036"/>
              <a:ext cx="33" cy="13"/>
            </a:xfrm>
            <a:custGeom>
              <a:avLst/>
              <a:ahLst/>
              <a:rect l="0" t="0" r="r" b="b"/>
              <a:pathLst>
                <a:path w="100" h="40">
                  <a:moveTo>
                    <a:pt x="100" y="3"/>
                  </a:moveTo>
                  <a:lnTo>
                    <a:pt x="51" y="1"/>
                  </a:lnTo>
                  <a:lnTo>
                    <a:pt x="2" y="0"/>
                  </a:lnTo>
                  <a:lnTo>
                    <a:pt x="0" y="38"/>
                  </a:lnTo>
                  <a:lnTo>
                    <a:pt x="50" y="39"/>
                  </a:lnTo>
                  <a:lnTo>
                    <a:pt x="99" y="40"/>
                  </a:lnTo>
                  <a:lnTo>
                    <a:pt x="10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38" name=""/>
            <p:cNvSpPr/>
            <p:nvPr/>
          </p:nvSpPr>
          <p:spPr>
            <a:xfrm rot="0">
              <a:off x="2114" y="3048"/>
              <a:ext cx="16" cy="2"/>
            </a:xfrm>
            <a:custGeom>
              <a:avLst/>
              <a:ahLst/>
              <a:rect l="0" t="0" r="r" b="b"/>
              <a:pathLst>
                <a:path w="50" h="5">
                  <a:moveTo>
                    <a:pt x="50" y="1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39" name=""/>
            <p:cNvSpPr/>
            <p:nvPr/>
          </p:nvSpPr>
          <p:spPr>
            <a:xfrm rot="0">
              <a:off x="2114" y="3048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40" name=""/>
            <p:cNvSpPr/>
            <p:nvPr/>
          </p:nvSpPr>
          <p:spPr>
            <a:xfrm rot="0">
              <a:off x="2114" y="3047"/>
              <a:ext cx="33" cy="15"/>
            </a:xfrm>
            <a:custGeom>
              <a:avLst/>
              <a:ahLst/>
              <a:rect l="0" t="0" r="r" b="b"/>
              <a:pathLst>
                <a:path w="101" h="44">
                  <a:moveTo>
                    <a:pt x="99" y="0"/>
                  </a:moveTo>
                  <a:lnTo>
                    <a:pt x="50" y="4"/>
                  </a:lnTo>
                  <a:lnTo>
                    <a:pt x="0" y="8"/>
                  </a:lnTo>
                  <a:lnTo>
                    <a:pt x="3" y="44"/>
                  </a:lnTo>
                  <a:lnTo>
                    <a:pt x="52" y="40"/>
                  </a:lnTo>
                  <a:lnTo>
                    <a:pt x="101" y="3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41" name=""/>
            <p:cNvSpPr/>
            <p:nvPr/>
          </p:nvSpPr>
          <p:spPr>
            <a:xfrm rot="0">
              <a:off x="2114" y="3047"/>
              <a:ext cx="33" cy="15"/>
            </a:xfrm>
            <a:custGeom>
              <a:avLst/>
              <a:ahLst/>
              <a:rect l="0" t="0" r="r" b="b"/>
              <a:pathLst>
                <a:path w="101" h="44">
                  <a:moveTo>
                    <a:pt x="99" y="0"/>
                  </a:moveTo>
                  <a:lnTo>
                    <a:pt x="50" y="4"/>
                  </a:lnTo>
                  <a:lnTo>
                    <a:pt x="0" y="8"/>
                  </a:lnTo>
                  <a:lnTo>
                    <a:pt x="3" y="44"/>
                  </a:lnTo>
                  <a:lnTo>
                    <a:pt x="52" y="40"/>
                  </a:lnTo>
                  <a:lnTo>
                    <a:pt x="101" y="3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42" name=""/>
            <p:cNvSpPr/>
            <p:nvPr/>
          </p:nvSpPr>
          <p:spPr>
            <a:xfrm rot="0">
              <a:off x="2115" y="3061"/>
              <a:ext cx="16" cy="3"/>
            </a:xfrm>
            <a:custGeom>
              <a:avLst/>
              <a:ahLst/>
              <a:rect l="0" t="0" r="r" b="b"/>
              <a:pathLst>
                <a:path w="49" h="9">
                  <a:moveTo>
                    <a:pt x="49" y="0"/>
                  </a:moveTo>
                  <a:lnTo>
                    <a:pt x="0" y="4"/>
                  </a:lnTo>
                  <a:lnTo>
                    <a:pt x="0" y="9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43" name=""/>
            <p:cNvSpPr/>
            <p:nvPr/>
          </p:nvSpPr>
          <p:spPr>
            <a:xfrm rot="0">
              <a:off x="2115" y="306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44" name=""/>
            <p:cNvSpPr/>
            <p:nvPr/>
          </p:nvSpPr>
          <p:spPr>
            <a:xfrm rot="0">
              <a:off x="2115" y="3058"/>
              <a:ext cx="35" cy="18"/>
            </a:xfrm>
            <a:custGeom>
              <a:avLst/>
              <a:ahLst/>
              <a:rect l="0" t="0" r="r" b="b"/>
              <a:pathLst>
                <a:path w="105" h="54">
                  <a:moveTo>
                    <a:pt x="98" y="0"/>
                  </a:moveTo>
                  <a:lnTo>
                    <a:pt x="49" y="9"/>
                  </a:lnTo>
                  <a:lnTo>
                    <a:pt x="0" y="18"/>
                  </a:lnTo>
                  <a:lnTo>
                    <a:pt x="6" y="54"/>
                  </a:lnTo>
                  <a:lnTo>
                    <a:pt x="56" y="45"/>
                  </a:lnTo>
                  <a:lnTo>
                    <a:pt x="105" y="36"/>
                  </a:lnTo>
                  <a:lnTo>
                    <a:pt x="9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45" name=""/>
            <p:cNvSpPr/>
            <p:nvPr/>
          </p:nvSpPr>
          <p:spPr>
            <a:xfrm rot="0">
              <a:off x="2115" y="3058"/>
              <a:ext cx="35" cy="18"/>
            </a:xfrm>
            <a:custGeom>
              <a:avLst/>
              <a:ahLst/>
              <a:rect l="0" t="0" r="r" b="b"/>
              <a:pathLst>
                <a:path w="105" h="54">
                  <a:moveTo>
                    <a:pt x="98" y="0"/>
                  </a:moveTo>
                  <a:lnTo>
                    <a:pt x="49" y="9"/>
                  </a:lnTo>
                  <a:lnTo>
                    <a:pt x="0" y="18"/>
                  </a:lnTo>
                  <a:lnTo>
                    <a:pt x="6" y="54"/>
                  </a:lnTo>
                  <a:lnTo>
                    <a:pt x="56" y="45"/>
                  </a:lnTo>
                  <a:lnTo>
                    <a:pt x="105" y="36"/>
                  </a:lnTo>
                  <a:lnTo>
                    <a:pt x="9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46" name=""/>
            <p:cNvSpPr/>
            <p:nvPr/>
          </p:nvSpPr>
          <p:spPr>
            <a:xfrm rot="0">
              <a:off x="2117" y="3073"/>
              <a:ext cx="16" cy="4"/>
            </a:xfrm>
            <a:custGeom>
              <a:avLst/>
              <a:ahLst/>
              <a:rect l="0" t="0" r="r" b="b"/>
              <a:pathLst>
                <a:path w="50" h="12">
                  <a:moveTo>
                    <a:pt x="50" y="0"/>
                  </a:moveTo>
                  <a:lnTo>
                    <a:pt x="0" y="9"/>
                  </a:lnTo>
                  <a:lnTo>
                    <a:pt x="2" y="12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47" name=""/>
            <p:cNvSpPr/>
            <p:nvPr/>
          </p:nvSpPr>
          <p:spPr>
            <a:xfrm rot="0">
              <a:off x="2117" y="30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48" name=""/>
            <p:cNvSpPr/>
            <p:nvPr/>
          </p:nvSpPr>
          <p:spPr>
            <a:xfrm rot="0">
              <a:off x="2117" y="3069"/>
              <a:ext cx="35" cy="20"/>
            </a:xfrm>
            <a:custGeom>
              <a:avLst/>
              <a:ahLst/>
              <a:rect l="0" t="0" r="r" b="b"/>
              <a:pathLst>
                <a:path w="104" h="59">
                  <a:moveTo>
                    <a:pt x="95" y="0"/>
                  </a:moveTo>
                  <a:lnTo>
                    <a:pt x="48" y="11"/>
                  </a:lnTo>
                  <a:lnTo>
                    <a:pt x="0" y="23"/>
                  </a:lnTo>
                  <a:lnTo>
                    <a:pt x="9" y="59"/>
                  </a:lnTo>
                  <a:lnTo>
                    <a:pt x="57" y="47"/>
                  </a:lnTo>
                  <a:lnTo>
                    <a:pt x="104" y="36"/>
                  </a:lnTo>
                  <a:lnTo>
                    <a:pt x="9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49" name=""/>
            <p:cNvSpPr/>
            <p:nvPr/>
          </p:nvSpPr>
          <p:spPr>
            <a:xfrm rot="0">
              <a:off x="2117" y="3069"/>
              <a:ext cx="35" cy="20"/>
            </a:xfrm>
            <a:custGeom>
              <a:avLst/>
              <a:ahLst/>
              <a:rect l="0" t="0" r="r" b="b"/>
              <a:pathLst>
                <a:path w="104" h="59">
                  <a:moveTo>
                    <a:pt x="95" y="0"/>
                  </a:moveTo>
                  <a:lnTo>
                    <a:pt x="48" y="11"/>
                  </a:lnTo>
                  <a:lnTo>
                    <a:pt x="0" y="23"/>
                  </a:lnTo>
                  <a:lnTo>
                    <a:pt x="9" y="59"/>
                  </a:lnTo>
                  <a:lnTo>
                    <a:pt x="57" y="47"/>
                  </a:lnTo>
                  <a:lnTo>
                    <a:pt x="104" y="36"/>
                  </a:lnTo>
                  <a:lnTo>
                    <a:pt x="9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50" name=""/>
            <p:cNvSpPr/>
            <p:nvPr/>
          </p:nvSpPr>
          <p:spPr>
            <a:xfrm rot="0">
              <a:off x="2120" y="3085"/>
              <a:ext cx="16" cy="5"/>
            </a:xfrm>
            <a:custGeom>
              <a:avLst/>
              <a:ahLst/>
              <a:rect l="0" t="0" r="r" b="b"/>
              <a:pathLst>
                <a:path w="48" h="16">
                  <a:moveTo>
                    <a:pt x="48" y="0"/>
                  </a:moveTo>
                  <a:lnTo>
                    <a:pt x="0" y="12"/>
                  </a:lnTo>
                  <a:lnTo>
                    <a:pt x="0" y="16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51" name=""/>
            <p:cNvSpPr/>
            <p:nvPr/>
          </p:nvSpPr>
          <p:spPr>
            <a:xfrm rot="0">
              <a:off x="2120" y="30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52" name=""/>
            <p:cNvSpPr/>
            <p:nvPr/>
          </p:nvSpPr>
          <p:spPr>
            <a:xfrm rot="0">
              <a:off x="2120" y="3080"/>
              <a:ext cx="36" cy="22"/>
            </a:xfrm>
            <a:custGeom>
              <a:avLst/>
              <a:ahLst/>
              <a:rect l="0" t="0" r="r" b="b"/>
              <a:pathLst>
                <a:path w="107" h="67">
                  <a:moveTo>
                    <a:pt x="95" y="0"/>
                  </a:moveTo>
                  <a:lnTo>
                    <a:pt x="48" y="15"/>
                  </a:lnTo>
                  <a:lnTo>
                    <a:pt x="0" y="31"/>
                  </a:lnTo>
                  <a:lnTo>
                    <a:pt x="11" y="67"/>
                  </a:lnTo>
                  <a:lnTo>
                    <a:pt x="59" y="51"/>
                  </a:lnTo>
                  <a:lnTo>
                    <a:pt x="107" y="36"/>
                  </a:lnTo>
                  <a:lnTo>
                    <a:pt x="9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53" name=""/>
            <p:cNvSpPr/>
            <p:nvPr/>
          </p:nvSpPr>
          <p:spPr>
            <a:xfrm rot="0">
              <a:off x="2120" y="3080"/>
              <a:ext cx="36" cy="22"/>
            </a:xfrm>
            <a:custGeom>
              <a:avLst/>
              <a:ahLst/>
              <a:rect l="0" t="0" r="r" b="b"/>
              <a:pathLst>
                <a:path w="107" h="67">
                  <a:moveTo>
                    <a:pt x="95" y="0"/>
                  </a:moveTo>
                  <a:lnTo>
                    <a:pt x="48" y="15"/>
                  </a:lnTo>
                  <a:lnTo>
                    <a:pt x="0" y="31"/>
                  </a:lnTo>
                  <a:lnTo>
                    <a:pt x="11" y="67"/>
                  </a:lnTo>
                  <a:lnTo>
                    <a:pt x="59" y="51"/>
                  </a:lnTo>
                  <a:lnTo>
                    <a:pt x="107" y="36"/>
                  </a:lnTo>
                  <a:lnTo>
                    <a:pt x="9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54" name=""/>
            <p:cNvSpPr/>
            <p:nvPr/>
          </p:nvSpPr>
          <p:spPr>
            <a:xfrm rot="0">
              <a:off x="2124" y="3097"/>
              <a:ext cx="16" cy="6"/>
            </a:xfrm>
            <a:custGeom>
              <a:avLst/>
              <a:ahLst/>
              <a:rect l="0" t="0" r="r" b="b"/>
              <a:pathLst>
                <a:path w="48" h="20">
                  <a:moveTo>
                    <a:pt x="48" y="0"/>
                  </a:moveTo>
                  <a:lnTo>
                    <a:pt x="0" y="16"/>
                  </a:lnTo>
                  <a:lnTo>
                    <a:pt x="3" y="20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55" name=""/>
            <p:cNvSpPr/>
            <p:nvPr/>
          </p:nvSpPr>
          <p:spPr>
            <a:xfrm rot="0">
              <a:off x="2124" y="310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56" name=""/>
            <p:cNvSpPr/>
            <p:nvPr/>
          </p:nvSpPr>
          <p:spPr>
            <a:xfrm rot="0">
              <a:off x="2125" y="3090"/>
              <a:ext cx="35" cy="25"/>
            </a:xfrm>
            <a:custGeom>
              <a:avLst/>
              <a:ahLst/>
              <a:rect l="0" t="0" r="r" b="b"/>
              <a:pathLst>
                <a:path w="106" h="75">
                  <a:moveTo>
                    <a:pt x="90" y="0"/>
                  </a:moveTo>
                  <a:lnTo>
                    <a:pt x="45" y="19"/>
                  </a:lnTo>
                  <a:lnTo>
                    <a:pt x="0" y="39"/>
                  </a:lnTo>
                  <a:lnTo>
                    <a:pt x="16" y="75"/>
                  </a:lnTo>
                  <a:lnTo>
                    <a:pt x="61" y="56"/>
                  </a:lnTo>
                  <a:lnTo>
                    <a:pt x="106" y="36"/>
                  </a:lnTo>
                  <a:lnTo>
                    <a:pt x="9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57" name=""/>
            <p:cNvSpPr/>
            <p:nvPr/>
          </p:nvSpPr>
          <p:spPr>
            <a:xfrm rot="0">
              <a:off x="2125" y="3090"/>
              <a:ext cx="35" cy="25"/>
            </a:xfrm>
            <a:custGeom>
              <a:avLst/>
              <a:ahLst/>
              <a:rect l="0" t="0" r="r" b="b"/>
              <a:pathLst>
                <a:path w="106" h="75">
                  <a:moveTo>
                    <a:pt x="90" y="0"/>
                  </a:moveTo>
                  <a:lnTo>
                    <a:pt x="45" y="19"/>
                  </a:lnTo>
                  <a:lnTo>
                    <a:pt x="0" y="39"/>
                  </a:lnTo>
                  <a:lnTo>
                    <a:pt x="16" y="75"/>
                  </a:lnTo>
                  <a:lnTo>
                    <a:pt x="61" y="56"/>
                  </a:lnTo>
                  <a:lnTo>
                    <a:pt x="106" y="36"/>
                  </a:lnTo>
                  <a:lnTo>
                    <a:pt x="9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58" name=""/>
            <p:cNvSpPr/>
            <p:nvPr/>
          </p:nvSpPr>
          <p:spPr>
            <a:xfrm rot="0">
              <a:off x="2130" y="3109"/>
              <a:ext cx="15" cy="8"/>
            </a:xfrm>
            <a:custGeom>
              <a:avLst/>
              <a:ahLst/>
              <a:rect l="0" t="0" r="r" b="b"/>
              <a:pathLst>
                <a:path w="45" h="23">
                  <a:moveTo>
                    <a:pt x="45" y="0"/>
                  </a:moveTo>
                  <a:lnTo>
                    <a:pt x="0" y="19"/>
                  </a:lnTo>
                  <a:lnTo>
                    <a:pt x="1" y="23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59" name=""/>
            <p:cNvSpPr/>
            <p:nvPr/>
          </p:nvSpPr>
          <p:spPr>
            <a:xfrm rot="0">
              <a:off x="2130" y="3115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60" name=""/>
            <p:cNvSpPr/>
            <p:nvPr/>
          </p:nvSpPr>
          <p:spPr>
            <a:xfrm rot="0">
              <a:off x="2131" y="3101"/>
              <a:ext cx="35" cy="27"/>
            </a:xfrm>
            <a:custGeom>
              <a:avLst/>
              <a:ahLst/>
              <a:rect l="0" t="0" r="r" b="b"/>
              <a:pathLst>
                <a:path w="106" h="82">
                  <a:moveTo>
                    <a:pt x="88" y="0"/>
                  </a:moveTo>
                  <a:lnTo>
                    <a:pt x="44" y="24"/>
                  </a:lnTo>
                  <a:lnTo>
                    <a:pt x="0" y="47"/>
                  </a:lnTo>
                  <a:lnTo>
                    <a:pt x="18" y="82"/>
                  </a:lnTo>
                  <a:lnTo>
                    <a:pt x="62" y="58"/>
                  </a:lnTo>
                  <a:lnTo>
                    <a:pt x="106" y="35"/>
                  </a:lnTo>
                  <a:lnTo>
                    <a:pt x="8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61" name=""/>
            <p:cNvSpPr/>
            <p:nvPr/>
          </p:nvSpPr>
          <p:spPr>
            <a:xfrm rot="0">
              <a:off x="2131" y="3101"/>
              <a:ext cx="35" cy="27"/>
            </a:xfrm>
            <a:custGeom>
              <a:avLst/>
              <a:ahLst/>
              <a:rect l="0" t="0" r="r" b="b"/>
              <a:pathLst>
                <a:path w="106" h="82">
                  <a:moveTo>
                    <a:pt x="88" y="0"/>
                  </a:moveTo>
                  <a:lnTo>
                    <a:pt x="44" y="24"/>
                  </a:lnTo>
                  <a:lnTo>
                    <a:pt x="0" y="47"/>
                  </a:lnTo>
                  <a:lnTo>
                    <a:pt x="18" y="82"/>
                  </a:lnTo>
                  <a:lnTo>
                    <a:pt x="62" y="58"/>
                  </a:lnTo>
                  <a:lnTo>
                    <a:pt x="106" y="35"/>
                  </a:lnTo>
                  <a:lnTo>
                    <a:pt x="8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62" name=""/>
            <p:cNvSpPr/>
            <p:nvPr/>
          </p:nvSpPr>
          <p:spPr>
            <a:xfrm rot="0">
              <a:off x="2137" y="3120"/>
              <a:ext cx="14" cy="9"/>
            </a:xfrm>
            <a:custGeom>
              <a:avLst/>
              <a:ahLst/>
              <a:rect l="0" t="0" r="r" b="b"/>
              <a:pathLst>
                <a:path w="44" h="26">
                  <a:moveTo>
                    <a:pt x="44" y="0"/>
                  </a:moveTo>
                  <a:lnTo>
                    <a:pt x="0" y="24"/>
                  </a:lnTo>
                  <a:lnTo>
                    <a:pt x="1" y="26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63" name=""/>
            <p:cNvSpPr/>
            <p:nvPr/>
          </p:nvSpPr>
          <p:spPr>
            <a:xfrm rot="0">
              <a:off x="2137" y="31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64" name=""/>
            <p:cNvSpPr/>
            <p:nvPr/>
          </p:nvSpPr>
          <p:spPr>
            <a:xfrm rot="0">
              <a:off x="2137" y="3112"/>
              <a:ext cx="35" cy="29"/>
            </a:xfrm>
            <a:custGeom>
              <a:avLst/>
              <a:ahLst/>
              <a:rect l="0" t="0" r="r" b="b"/>
              <a:pathLst>
                <a:path w="106" h="86">
                  <a:moveTo>
                    <a:pt x="85" y="0"/>
                  </a:moveTo>
                  <a:lnTo>
                    <a:pt x="43" y="25"/>
                  </a:lnTo>
                  <a:lnTo>
                    <a:pt x="0" y="51"/>
                  </a:lnTo>
                  <a:lnTo>
                    <a:pt x="21" y="86"/>
                  </a:lnTo>
                  <a:lnTo>
                    <a:pt x="63" y="60"/>
                  </a:lnTo>
                  <a:lnTo>
                    <a:pt x="106" y="34"/>
                  </a:lnTo>
                  <a:lnTo>
                    <a:pt x="8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65" name=""/>
            <p:cNvSpPr/>
            <p:nvPr/>
          </p:nvSpPr>
          <p:spPr>
            <a:xfrm rot="0">
              <a:off x="2137" y="3112"/>
              <a:ext cx="35" cy="29"/>
            </a:xfrm>
            <a:custGeom>
              <a:avLst/>
              <a:ahLst/>
              <a:rect l="0" t="0" r="r" b="b"/>
              <a:pathLst>
                <a:path w="106" h="86">
                  <a:moveTo>
                    <a:pt x="85" y="0"/>
                  </a:moveTo>
                  <a:lnTo>
                    <a:pt x="43" y="25"/>
                  </a:lnTo>
                  <a:lnTo>
                    <a:pt x="0" y="51"/>
                  </a:lnTo>
                  <a:lnTo>
                    <a:pt x="21" y="86"/>
                  </a:lnTo>
                  <a:lnTo>
                    <a:pt x="63" y="60"/>
                  </a:lnTo>
                  <a:lnTo>
                    <a:pt x="106" y="34"/>
                  </a:lnTo>
                  <a:lnTo>
                    <a:pt x="8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66" name=""/>
            <p:cNvSpPr/>
            <p:nvPr/>
          </p:nvSpPr>
          <p:spPr>
            <a:xfrm rot="0">
              <a:off x="2144" y="3132"/>
              <a:ext cx="14" cy="10"/>
            </a:xfrm>
            <a:custGeom>
              <a:avLst/>
              <a:ahLst/>
              <a:rect l="0" t="0" r="r" b="b"/>
              <a:pathLst>
                <a:path w="42" h="30">
                  <a:moveTo>
                    <a:pt x="42" y="0"/>
                  </a:moveTo>
                  <a:lnTo>
                    <a:pt x="0" y="26"/>
                  </a:lnTo>
                  <a:lnTo>
                    <a:pt x="2" y="30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67" name=""/>
            <p:cNvSpPr/>
            <p:nvPr/>
          </p:nvSpPr>
          <p:spPr>
            <a:xfrm rot="0">
              <a:off x="2144" y="314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68" name=""/>
            <p:cNvSpPr/>
            <p:nvPr/>
          </p:nvSpPr>
          <p:spPr>
            <a:xfrm rot="0">
              <a:off x="2145" y="3122"/>
              <a:ext cx="35" cy="31"/>
            </a:xfrm>
            <a:custGeom>
              <a:avLst/>
              <a:ahLst/>
              <a:rect l="0" t="0" r="r" b="b"/>
              <a:pathLst>
                <a:path w="105" h="93">
                  <a:moveTo>
                    <a:pt x="80" y="0"/>
                  </a:moveTo>
                  <a:lnTo>
                    <a:pt x="40" y="29"/>
                  </a:lnTo>
                  <a:lnTo>
                    <a:pt x="0" y="59"/>
                  </a:lnTo>
                  <a:lnTo>
                    <a:pt x="25" y="93"/>
                  </a:lnTo>
                  <a:lnTo>
                    <a:pt x="65" y="63"/>
                  </a:lnTo>
                  <a:lnTo>
                    <a:pt x="105" y="33"/>
                  </a:lnTo>
                  <a:lnTo>
                    <a:pt x="8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69" name=""/>
            <p:cNvSpPr/>
            <p:nvPr/>
          </p:nvSpPr>
          <p:spPr>
            <a:xfrm rot="0">
              <a:off x="2145" y="3122"/>
              <a:ext cx="35" cy="31"/>
            </a:xfrm>
            <a:custGeom>
              <a:avLst/>
              <a:ahLst/>
              <a:rect l="0" t="0" r="r" b="b"/>
              <a:pathLst>
                <a:path w="105" h="93">
                  <a:moveTo>
                    <a:pt x="80" y="0"/>
                  </a:moveTo>
                  <a:lnTo>
                    <a:pt x="40" y="29"/>
                  </a:lnTo>
                  <a:lnTo>
                    <a:pt x="0" y="59"/>
                  </a:lnTo>
                  <a:lnTo>
                    <a:pt x="25" y="93"/>
                  </a:lnTo>
                  <a:lnTo>
                    <a:pt x="65" y="63"/>
                  </a:lnTo>
                  <a:lnTo>
                    <a:pt x="105" y="33"/>
                  </a:lnTo>
                  <a:lnTo>
                    <a:pt x="8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70" name=""/>
            <p:cNvSpPr/>
            <p:nvPr/>
          </p:nvSpPr>
          <p:spPr>
            <a:xfrm rot="0">
              <a:off x="2153" y="3143"/>
              <a:ext cx="13" cy="11"/>
            </a:xfrm>
            <a:custGeom>
              <a:avLst/>
              <a:ahLst/>
              <a:rect l="0" t="0" r="r" b="b"/>
              <a:pathLst>
                <a:path w="40" h="32">
                  <a:moveTo>
                    <a:pt x="40" y="0"/>
                  </a:moveTo>
                  <a:lnTo>
                    <a:pt x="0" y="30"/>
                  </a:lnTo>
                  <a:lnTo>
                    <a:pt x="3" y="32"/>
                  </a:lnTo>
                  <a:lnTo>
                    <a:pt x="4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71" name=""/>
            <p:cNvSpPr/>
            <p:nvPr/>
          </p:nvSpPr>
          <p:spPr>
            <a:xfrm rot="0">
              <a:off x="2153" y="31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72" name=""/>
            <p:cNvSpPr/>
            <p:nvPr/>
          </p:nvSpPr>
          <p:spPr>
            <a:xfrm rot="0">
              <a:off x="2154" y="3133"/>
              <a:ext cx="34" cy="32"/>
            </a:xfrm>
            <a:custGeom>
              <a:avLst/>
              <a:ahLst/>
              <a:rect l="0" t="0" r="r" b="b"/>
              <a:pathLst>
                <a:path w="102" h="96">
                  <a:moveTo>
                    <a:pt x="74" y="0"/>
                  </a:moveTo>
                  <a:lnTo>
                    <a:pt x="37" y="32"/>
                  </a:lnTo>
                  <a:lnTo>
                    <a:pt x="0" y="64"/>
                  </a:lnTo>
                  <a:lnTo>
                    <a:pt x="27" y="96"/>
                  </a:lnTo>
                  <a:lnTo>
                    <a:pt x="64" y="64"/>
                  </a:lnTo>
                  <a:lnTo>
                    <a:pt x="102" y="32"/>
                  </a:lnTo>
                  <a:lnTo>
                    <a:pt x="7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73" name=""/>
            <p:cNvSpPr/>
            <p:nvPr/>
          </p:nvSpPr>
          <p:spPr>
            <a:xfrm rot="0">
              <a:off x="2154" y="3133"/>
              <a:ext cx="34" cy="32"/>
            </a:xfrm>
            <a:custGeom>
              <a:avLst/>
              <a:ahLst/>
              <a:rect l="0" t="0" r="r" b="b"/>
              <a:pathLst>
                <a:path w="102" h="96">
                  <a:moveTo>
                    <a:pt x="74" y="0"/>
                  </a:moveTo>
                  <a:lnTo>
                    <a:pt x="37" y="32"/>
                  </a:lnTo>
                  <a:lnTo>
                    <a:pt x="0" y="64"/>
                  </a:lnTo>
                  <a:lnTo>
                    <a:pt x="27" y="96"/>
                  </a:lnTo>
                  <a:lnTo>
                    <a:pt x="64" y="64"/>
                  </a:lnTo>
                  <a:lnTo>
                    <a:pt x="102" y="32"/>
                  </a:lnTo>
                  <a:lnTo>
                    <a:pt x="7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74" name=""/>
            <p:cNvSpPr/>
            <p:nvPr/>
          </p:nvSpPr>
          <p:spPr>
            <a:xfrm rot="0">
              <a:off x="2163" y="3154"/>
              <a:ext cx="12" cy="11"/>
            </a:xfrm>
            <a:custGeom>
              <a:avLst/>
              <a:ahLst/>
              <a:rect l="0" t="0" r="r" b="b"/>
              <a:pathLst>
                <a:path w="37" h="34">
                  <a:moveTo>
                    <a:pt x="37" y="0"/>
                  </a:moveTo>
                  <a:lnTo>
                    <a:pt x="0" y="32"/>
                  </a:lnTo>
                  <a:lnTo>
                    <a:pt x="1" y="34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75" name=""/>
            <p:cNvSpPr/>
            <p:nvPr/>
          </p:nvSpPr>
          <p:spPr>
            <a:xfrm rot="0">
              <a:off x="2163" y="31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76" name=""/>
            <p:cNvSpPr/>
            <p:nvPr/>
          </p:nvSpPr>
          <p:spPr>
            <a:xfrm rot="0">
              <a:off x="2163" y="3143"/>
              <a:ext cx="34" cy="33"/>
            </a:xfrm>
            <a:custGeom>
              <a:avLst/>
              <a:ahLst/>
              <a:rect l="0" t="0" r="r" b="b"/>
              <a:pathLst>
                <a:path w="102" h="99">
                  <a:moveTo>
                    <a:pt x="72" y="0"/>
                  </a:moveTo>
                  <a:lnTo>
                    <a:pt x="36" y="33"/>
                  </a:lnTo>
                  <a:lnTo>
                    <a:pt x="0" y="67"/>
                  </a:lnTo>
                  <a:lnTo>
                    <a:pt x="30" y="99"/>
                  </a:lnTo>
                  <a:lnTo>
                    <a:pt x="66" y="65"/>
                  </a:lnTo>
                  <a:lnTo>
                    <a:pt x="102" y="3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77" name=""/>
            <p:cNvSpPr/>
            <p:nvPr/>
          </p:nvSpPr>
          <p:spPr>
            <a:xfrm rot="0">
              <a:off x="2163" y="3143"/>
              <a:ext cx="34" cy="33"/>
            </a:xfrm>
            <a:custGeom>
              <a:avLst/>
              <a:ahLst/>
              <a:rect l="0" t="0" r="r" b="b"/>
              <a:pathLst>
                <a:path w="102" h="99">
                  <a:moveTo>
                    <a:pt x="72" y="0"/>
                  </a:moveTo>
                  <a:lnTo>
                    <a:pt x="36" y="33"/>
                  </a:lnTo>
                  <a:lnTo>
                    <a:pt x="0" y="67"/>
                  </a:lnTo>
                  <a:lnTo>
                    <a:pt x="30" y="99"/>
                  </a:lnTo>
                  <a:lnTo>
                    <a:pt x="66" y="65"/>
                  </a:lnTo>
                  <a:lnTo>
                    <a:pt x="102" y="32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78" name=""/>
            <p:cNvSpPr/>
            <p:nvPr/>
          </p:nvSpPr>
          <p:spPr>
            <a:xfrm rot="0">
              <a:off x="2173" y="3165"/>
              <a:ext cx="12" cy="11"/>
            </a:xfrm>
            <a:custGeom>
              <a:avLst/>
              <a:ahLst/>
              <a:rect l="0" t="0" r="r" b="b"/>
              <a:pathLst>
                <a:path w="36" h="35">
                  <a:moveTo>
                    <a:pt x="36" y="0"/>
                  </a:moveTo>
                  <a:lnTo>
                    <a:pt x="0" y="34"/>
                  </a:lnTo>
                  <a:lnTo>
                    <a:pt x="1" y="35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79" name=""/>
            <p:cNvSpPr/>
            <p:nvPr/>
          </p:nvSpPr>
          <p:spPr>
            <a:xfrm rot="0">
              <a:off x="2173" y="317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80" name=""/>
            <p:cNvSpPr/>
            <p:nvPr/>
          </p:nvSpPr>
          <p:spPr>
            <a:xfrm rot="0">
              <a:off x="2174" y="3153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70" y="0"/>
                  </a:moveTo>
                  <a:lnTo>
                    <a:pt x="35" y="34"/>
                  </a:lnTo>
                  <a:lnTo>
                    <a:pt x="0" y="69"/>
                  </a:lnTo>
                  <a:lnTo>
                    <a:pt x="32" y="102"/>
                  </a:lnTo>
                  <a:lnTo>
                    <a:pt x="67" y="67"/>
                  </a:lnTo>
                  <a:lnTo>
                    <a:pt x="102" y="32"/>
                  </a:lnTo>
                  <a:lnTo>
                    <a:pt x="7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81" name=""/>
            <p:cNvSpPr/>
            <p:nvPr/>
          </p:nvSpPr>
          <p:spPr>
            <a:xfrm rot="0">
              <a:off x="2174" y="3153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70" y="0"/>
                  </a:moveTo>
                  <a:lnTo>
                    <a:pt x="35" y="34"/>
                  </a:lnTo>
                  <a:lnTo>
                    <a:pt x="0" y="69"/>
                  </a:lnTo>
                  <a:lnTo>
                    <a:pt x="32" y="102"/>
                  </a:lnTo>
                  <a:lnTo>
                    <a:pt x="67" y="67"/>
                  </a:lnTo>
                  <a:lnTo>
                    <a:pt x="102" y="32"/>
                  </a:lnTo>
                  <a:lnTo>
                    <a:pt x="7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82" name=""/>
            <p:cNvSpPr/>
            <p:nvPr/>
          </p:nvSpPr>
          <p:spPr>
            <a:xfrm rot="0">
              <a:off x="2184" y="3176"/>
              <a:ext cx="12" cy="12"/>
            </a:xfrm>
            <a:custGeom>
              <a:avLst/>
              <a:ahLst/>
              <a:rect l="0" t="0" r="r" b="b"/>
              <a:pathLst>
                <a:path w="35" h="37">
                  <a:moveTo>
                    <a:pt x="35" y="0"/>
                  </a:moveTo>
                  <a:lnTo>
                    <a:pt x="0" y="35"/>
                  </a:lnTo>
                  <a:lnTo>
                    <a:pt x="3" y="37"/>
                  </a:lnTo>
                  <a:lnTo>
                    <a:pt x="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83" name=""/>
            <p:cNvSpPr/>
            <p:nvPr/>
          </p:nvSpPr>
          <p:spPr>
            <a:xfrm rot="0">
              <a:off x="2184" y="318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84" name=""/>
            <p:cNvSpPr/>
            <p:nvPr/>
          </p:nvSpPr>
          <p:spPr>
            <a:xfrm rot="0">
              <a:off x="2185" y="3163"/>
              <a:ext cx="33" cy="35"/>
            </a:xfrm>
            <a:custGeom>
              <a:avLst/>
              <a:ahLst/>
              <a:rect l="0" t="0" r="r" b="b"/>
              <a:pathLst>
                <a:path w="99" h="105">
                  <a:moveTo>
                    <a:pt x="64" y="0"/>
                  </a:moveTo>
                  <a:lnTo>
                    <a:pt x="32" y="38"/>
                  </a:lnTo>
                  <a:lnTo>
                    <a:pt x="0" y="75"/>
                  </a:lnTo>
                  <a:lnTo>
                    <a:pt x="35" y="105"/>
                  </a:lnTo>
                  <a:lnTo>
                    <a:pt x="67" y="67"/>
                  </a:lnTo>
                  <a:lnTo>
                    <a:pt x="99" y="30"/>
                  </a:lnTo>
                  <a:lnTo>
                    <a:pt x="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85" name=""/>
            <p:cNvSpPr/>
            <p:nvPr/>
          </p:nvSpPr>
          <p:spPr>
            <a:xfrm rot="0">
              <a:off x="2185" y="3163"/>
              <a:ext cx="33" cy="35"/>
            </a:xfrm>
            <a:custGeom>
              <a:avLst/>
              <a:ahLst/>
              <a:rect l="0" t="0" r="r" b="b"/>
              <a:pathLst>
                <a:path w="99" h="105">
                  <a:moveTo>
                    <a:pt x="64" y="0"/>
                  </a:moveTo>
                  <a:lnTo>
                    <a:pt x="32" y="38"/>
                  </a:lnTo>
                  <a:lnTo>
                    <a:pt x="0" y="75"/>
                  </a:lnTo>
                  <a:lnTo>
                    <a:pt x="35" y="105"/>
                  </a:lnTo>
                  <a:lnTo>
                    <a:pt x="67" y="67"/>
                  </a:lnTo>
                  <a:lnTo>
                    <a:pt x="99" y="30"/>
                  </a:lnTo>
                  <a:lnTo>
                    <a:pt x="6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86" name=""/>
            <p:cNvSpPr/>
            <p:nvPr/>
          </p:nvSpPr>
          <p:spPr>
            <a:xfrm rot="0">
              <a:off x="2197" y="3185"/>
              <a:ext cx="11" cy="13"/>
            </a:xfrm>
            <a:custGeom>
              <a:avLst/>
              <a:ahLst/>
              <a:rect l="0" t="0" r="r" b="b"/>
              <a:pathLst>
                <a:path w="32" h="39">
                  <a:moveTo>
                    <a:pt x="32" y="0"/>
                  </a:moveTo>
                  <a:lnTo>
                    <a:pt x="0" y="38"/>
                  </a:lnTo>
                  <a:lnTo>
                    <a:pt x="1" y="39"/>
                  </a:lnTo>
                  <a:lnTo>
                    <a:pt x="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87" name=""/>
            <p:cNvSpPr/>
            <p:nvPr/>
          </p:nvSpPr>
          <p:spPr>
            <a:xfrm rot="0">
              <a:off x="2197" y="31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88" name=""/>
            <p:cNvSpPr/>
            <p:nvPr/>
          </p:nvSpPr>
          <p:spPr>
            <a:xfrm rot="0">
              <a:off x="2197" y="3173"/>
              <a:ext cx="33" cy="35"/>
            </a:xfrm>
            <a:custGeom>
              <a:avLst/>
              <a:ahLst/>
              <a:rect l="0" t="0" r="r" b="b"/>
              <a:pathLst>
                <a:path w="99" h="107">
                  <a:moveTo>
                    <a:pt x="62" y="0"/>
                  </a:moveTo>
                  <a:lnTo>
                    <a:pt x="31" y="38"/>
                  </a:lnTo>
                  <a:lnTo>
                    <a:pt x="0" y="77"/>
                  </a:lnTo>
                  <a:lnTo>
                    <a:pt x="37" y="107"/>
                  </a:lnTo>
                  <a:lnTo>
                    <a:pt x="68" y="68"/>
                  </a:lnTo>
                  <a:lnTo>
                    <a:pt x="99" y="29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89" name=""/>
            <p:cNvSpPr/>
            <p:nvPr/>
          </p:nvSpPr>
          <p:spPr>
            <a:xfrm rot="0">
              <a:off x="2197" y="3173"/>
              <a:ext cx="33" cy="35"/>
            </a:xfrm>
            <a:custGeom>
              <a:avLst/>
              <a:ahLst/>
              <a:rect l="0" t="0" r="r" b="b"/>
              <a:pathLst>
                <a:path w="99" h="107">
                  <a:moveTo>
                    <a:pt x="62" y="0"/>
                  </a:moveTo>
                  <a:lnTo>
                    <a:pt x="31" y="38"/>
                  </a:lnTo>
                  <a:lnTo>
                    <a:pt x="0" y="77"/>
                  </a:lnTo>
                  <a:lnTo>
                    <a:pt x="37" y="107"/>
                  </a:lnTo>
                  <a:lnTo>
                    <a:pt x="68" y="68"/>
                  </a:lnTo>
                  <a:lnTo>
                    <a:pt x="99" y="29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90" name=""/>
            <p:cNvSpPr/>
            <p:nvPr/>
          </p:nvSpPr>
          <p:spPr>
            <a:xfrm rot="0">
              <a:off x="2210" y="3195"/>
              <a:ext cx="10" cy="14"/>
            </a:xfrm>
            <a:custGeom>
              <a:avLst/>
              <a:ahLst/>
              <a:rect l="0" t="0" r="r" b="b"/>
              <a:pathLst>
                <a:path w="31" h="41">
                  <a:moveTo>
                    <a:pt x="31" y="0"/>
                  </a:moveTo>
                  <a:lnTo>
                    <a:pt x="0" y="39"/>
                  </a:lnTo>
                  <a:lnTo>
                    <a:pt x="3" y="41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91" name=""/>
            <p:cNvSpPr/>
            <p:nvPr/>
          </p:nvSpPr>
          <p:spPr>
            <a:xfrm rot="0">
              <a:off x="2210" y="32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92" name=""/>
            <p:cNvSpPr/>
            <p:nvPr/>
          </p:nvSpPr>
          <p:spPr>
            <a:xfrm rot="0">
              <a:off x="2211" y="3182"/>
              <a:ext cx="32" cy="37"/>
            </a:xfrm>
            <a:custGeom>
              <a:avLst/>
              <a:ahLst/>
              <a:rect l="0" t="0" r="r" b="b"/>
              <a:pathLst>
                <a:path w="98" h="111">
                  <a:moveTo>
                    <a:pt x="57" y="0"/>
                  </a:moveTo>
                  <a:lnTo>
                    <a:pt x="28" y="41"/>
                  </a:lnTo>
                  <a:lnTo>
                    <a:pt x="0" y="82"/>
                  </a:lnTo>
                  <a:lnTo>
                    <a:pt x="41" y="111"/>
                  </a:lnTo>
                  <a:lnTo>
                    <a:pt x="70" y="69"/>
                  </a:lnTo>
                  <a:lnTo>
                    <a:pt x="98" y="28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93" name=""/>
            <p:cNvSpPr/>
            <p:nvPr/>
          </p:nvSpPr>
          <p:spPr>
            <a:xfrm rot="0">
              <a:off x="2211" y="3182"/>
              <a:ext cx="32" cy="37"/>
            </a:xfrm>
            <a:custGeom>
              <a:avLst/>
              <a:ahLst/>
              <a:rect l="0" t="0" r="r" b="b"/>
              <a:pathLst>
                <a:path w="98" h="111">
                  <a:moveTo>
                    <a:pt x="57" y="0"/>
                  </a:moveTo>
                  <a:lnTo>
                    <a:pt x="28" y="41"/>
                  </a:lnTo>
                  <a:lnTo>
                    <a:pt x="0" y="82"/>
                  </a:lnTo>
                  <a:lnTo>
                    <a:pt x="41" y="111"/>
                  </a:lnTo>
                  <a:lnTo>
                    <a:pt x="70" y="69"/>
                  </a:lnTo>
                  <a:lnTo>
                    <a:pt x="98" y="28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94" name=""/>
            <p:cNvSpPr/>
            <p:nvPr/>
          </p:nvSpPr>
          <p:spPr>
            <a:xfrm rot="0">
              <a:off x="2224" y="3205"/>
              <a:ext cx="10" cy="14"/>
            </a:xfrm>
            <a:custGeom>
              <a:avLst/>
              <a:ahLst/>
              <a:rect l="0" t="0" r="r" b="b"/>
              <a:pathLst>
                <a:path w="29" h="42">
                  <a:moveTo>
                    <a:pt x="29" y="0"/>
                  </a:moveTo>
                  <a:lnTo>
                    <a:pt x="0" y="42"/>
                  </a:lnTo>
                  <a:lnTo>
                    <a:pt x="2" y="42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95" name=""/>
            <p:cNvSpPr/>
            <p:nvPr/>
          </p:nvSpPr>
          <p:spPr>
            <a:xfrm rot="0">
              <a:off x="2224" y="321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96" name=""/>
            <p:cNvSpPr/>
            <p:nvPr/>
          </p:nvSpPr>
          <p:spPr>
            <a:xfrm rot="0">
              <a:off x="2225" y="3191"/>
              <a:ext cx="32" cy="37"/>
            </a:xfrm>
            <a:custGeom>
              <a:avLst/>
              <a:ahLst/>
              <a:rect l="0" t="0" r="r" b="b"/>
              <a:pathLst>
                <a:path w="95" h="110">
                  <a:moveTo>
                    <a:pt x="54" y="0"/>
                  </a:moveTo>
                  <a:lnTo>
                    <a:pt x="27" y="41"/>
                  </a:lnTo>
                  <a:lnTo>
                    <a:pt x="0" y="83"/>
                  </a:lnTo>
                  <a:lnTo>
                    <a:pt x="41" y="110"/>
                  </a:lnTo>
                  <a:lnTo>
                    <a:pt x="68" y="69"/>
                  </a:lnTo>
                  <a:lnTo>
                    <a:pt x="95" y="27"/>
                  </a:lnTo>
                  <a:lnTo>
                    <a:pt x="5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97" name=""/>
            <p:cNvSpPr/>
            <p:nvPr/>
          </p:nvSpPr>
          <p:spPr>
            <a:xfrm rot="0">
              <a:off x="2225" y="3191"/>
              <a:ext cx="32" cy="37"/>
            </a:xfrm>
            <a:custGeom>
              <a:avLst/>
              <a:ahLst/>
              <a:rect l="0" t="0" r="r" b="b"/>
              <a:pathLst>
                <a:path w="95" h="110">
                  <a:moveTo>
                    <a:pt x="54" y="0"/>
                  </a:moveTo>
                  <a:lnTo>
                    <a:pt x="27" y="41"/>
                  </a:lnTo>
                  <a:lnTo>
                    <a:pt x="0" y="83"/>
                  </a:lnTo>
                  <a:lnTo>
                    <a:pt x="41" y="110"/>
                  </a:lnTo>
                  <a:lnTo>
                    <a:pt x="68" y="69"/>
                  </a:lnTo>
                  <a:lnTo>
                    <a:pt x="95" y="27"/>
                  </a:lnTo>
                  <a:lnTo>
                    <a:pt x="5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698" name=""/>
            <p:cNvSpPr/>
            <p:nvPr/>
          </p:nvSpPr>
          <p:spPr>
            <a:xfrm rot="0">
              <a:off x="2239" y="3214"/>
              <a:ext cx="9" cy="14"/>
            </a:xfrm>
            <a:custGeom>
              <a:avLst/>
              <a:ahLst/>
              <a:rect l="0" t="0" r="r" b="b"/>
              <a:pathLst>
                <a:path w="27" h="42">
                  <a:moveTo>
                    <a:pt x="27" y="0"/>
                  </a:moveTo>
                  <a:lnTo>
                    <a:pt x="0" y="41"/>
                  </a:lnTo>
                  <a:lnTo>
                    <a:pt x="3" y="42"/>
                  </a:lnTo>
                  <a:lnTo>
                    <a:pt x="2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699" name=""/>
            <p:cNvSpPr/>
            <p:nvPr/>
          </p:nvSpPr>
          <p:spPr>
            <a:xfrm rot="0">
              <a:off x="2239" y="32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00" name=""/>
            <p:cNvSpPr/>
            <p:nvPr/>
          </p:nvSpPr>
          <p:spPr>
            <a:xfrm rot="0">
              <a:off x="2240" y="3200"/>
              <a:ext cx="31" cy="37"/>
            </a:xfrm>
            <a:custGeom>
              <a:avLst/>
              <a:ahLst/>
              <a:rect l="0" t="0" r="r" b="b"/>
              <a:pathLst>
                <a:path w="94" h="111">
                  <a:moveTo>
                    <a:pt x="49" y="0"/>
                  </a:moveTo>
                  <a:lnTo>
                    <a:pt x="24" y="43"/>
                  </a:lnTo>
                  <a:lnTo>
                    <a:pt x="0" y="85"/>
                  </a:lnTo>
                  <a:lnTo>
                    <a:pt x="45" y="111"/>
                  </a:lnTo>
                  <a:lnTo>
                    <a:pt x="69" y="68"/>
                  </a:lnTo>
                  <a:lnTo>
                    <a:pt x="94" y="2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01" name=""/>
            <p:cNvSpPr/>
            <p:nvPr/>
          </p:nvSpPr>
          <p:spPr>
            <a:xfrm rot="0">
              <a:off x="2240" y="3200"/>
              <a:ext cx="31" cy="37"/>
            </a:xfrm>
            <a:custGeom>
              <a:avLst/>
              <a:ahLst/>
              <a:rect l="0" t="0" r="r" b="b"/>
              <a:pathLst>
                <a:path w="94" h="111">
                  <a:moveTo>
                    <a:pt x="49" y="0"/>
                  </a:moveTo>
                  <a:lnTo>
                    <a:pt x="24" y="43"/>
                  </a:lnTo>
                  <a:lnTo>
                    <a:pt x="0" y="85"/>
                  </a:lnTo>
                  <a:lnTo>
                    <a:pt x="45" y="111"/>
                  </a:lnTo>
                  <a:lnTo>
                    <a:pt x="69" y="68"/>
                  </a:lnTo>
                  <a:lnTo>
                    <a:pt x="94" y="2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02" name=""/>
            <p:cNvSpPr/>
            <p:nvPr/>
          </p:nvSpPr>
          <p:spPr>
            <a:xfrm rot="0">
              <a:off x="2255" y="3222"/>
              <a:ext cx="8" cy="15"/>
            </a:xfrm>
            <a:custGeom>
              <a:avLst/>
              <a:ahLst/>
              <a:rect l="0" t="0" r="r" b="b"/>
              <a:pathLst>
                <a:path w="24" h="44">
                  <a:moveTo>
                    <a:pt x="24" y="0"/>
                  </a:moveTo>
                  <a:lnTo>
                    <a:pt x="0" y="43"/>
                  </a:lnTo>
                  <a:lnTo>
                    <a:pt x="1" y="44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03" name=""/>
            <p:cNvSpPr/>
            <p:nvPr/>
          </p:nvSpPr>
          <p:spPr>
            <a:xfrm rot="0">
              <a:off x="2255" y="323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04" name=""/>
            <p:cNvSpPr/>
            <p:nvPr/>
          </p:nvSpPr>
          <p:spPr>
            <a:xfrm rot="0">
              <a:off x="2255" y="3208"/>
              <a:ext cx="31" cy="37"/>
            </a:xfrm>
            <a:custGeom>
              <a:avLst/>
              <a:ahLst/>
              <a:rect l="0" t="0" r="r" b="b"/>
              <a:pathLst>
                <a:path w="94" h="113">
                  <a:moveTo>
                    <a:pt x="47" y="0"/>
                  </a:moveTo>
                  <a:lnTo>
                    <a:pt x="23" y="44"/>
                  </a:lnTo>
                  <a:lnTo>
                    <a:pt x="0" y="88"/>
                  </a:lnTo>
                  <a:lnTo>
                    <a:pt x="48" y="113"/>
                  </a:lnTo>
                  <a:lnTo>
                    <a:pt x="71" y="69"/>
                  </a:lnTo>
                  <a:lnTo>
                    <a:pt x="94" y="25"/>
                  </a:lnTo>
                  <a:lnTo>
                    <a:pt x="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05" name=""/>
            <p:cNvSpPr/>
            <p:nvPr/>
          </p:nvSpPr>
          <p:spPr>
            <a:xfrm rot="0">
              <a:off x="2255" y="3208"/>
              <a:ext cx="31" cy="37"/>
            </a:xfrm>
            <a:custGeom>
              <a:avLst/>
              <a:ahLst/>
              <a:rect l="0" t="0" r="r" b="b"/>
              <a:pathLst>
                <a:path w="94" h="113">
                  <a:moveTo>
                    <a:pt x="47" y="0"/>
                  </a:moveTo>
                  <a:lnTo>
                    <a:pt x="23" y="44"/>
                  </a:lnTo>
                  <a:lnTo>
                    <a:pt x="0" y="88"/>
                  </a:lnTo>
                  <a:lnTo>
                    <a:pt x="48" y="113"/>
                  </a:lnTo>
                  <a:lnTo>
                    <a:pt x="71" y="69"/>
                  </a:lnTo>
                  <a:lnTo>
                    <a:pt x="94" y="25"/>
                  </a:lnTo>
                  <a:lnTo>
                    <a:pt x="4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06" name=""/>
            <p:cNvSpPr/>
            <p:nvPr/>
          </p:nvSpPr>
          <p:spPr>
            <a:xfrm rot="0">
              <a:off x="2271" y="3231"/>
              <a:ext cx="8" cy="15"/>
            </a:xfrm>
            <a:custGeom>
              <a:avLst/>
              <a:ahLst/>
              <a:rect l="0" t="0" r="r" b="b"/>
              <a:pathLst>
                <a:path w="23" h="45">
                  <a:moveTo>
                    <a:pt x="23" y="0"/>
                  </a:moveTo>
                  <a:lnTo>
                    <a:pt x="0" y="44"/>
                  </a:lnTo>
                  <a:lnTo>
                    <a:pt x="1" y="45"/>
                  </a:lnTo>
                  <a:lnTo>
                    <a:pt x="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07" name=""/>
            <p:cNvSpPr/>
            <p:nvPr/>
          </p:nvSpPr>
          <p:spPr>
            <a:xfrm rot="0">
              <a:off x="2271" y="32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08" name=""/>
            <p:cNvSpPr/>
            <p:nvPr/>
          </p:nvSpPr>
          <p:spPr>
            <a:xfrm rot="0">
              <a:off x="2271" y="3216"/>
              <a:ext cx="31" cy="37"/>
            </a:xfrm>
            <a:custGeom>
              <a:avLst/>
              <a:ahLst/>
              <a:rect l="0" t="0" r="r" b="b"/>
              <a:pathLst>
                <a:path w="92" h="113">
                  <a:moveTo>
                    <a:pt x="44" y="0"/>
                  </a:moveTo>
                  <a:lnTo>
                    <a:pt x="22" y="45"/>
                  </a:lnTo>
                  <a:lnTo>
                    <a:pt x="0" y="90"/>
                  </a:lnTo>
                  <a:lnTo>
                    <a:pt x="48" y="113"/>
                  </a:lnTo>
                  <a:lnTo>
                    <a:pt x="70" y="68"/>
                  </a:lnTo>
                  <a:lnTo>
                    <a:pt x="92" y="23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09" name=""/>
            <p:cNvSpPr/>
            <p:nvPr/>
          </p:nvSpPr>
          <p:spPr>
            <a:xfrm rot="0">
              <a:off x="2271" y="3216"/>
              <a:ext cx="31" cy="37"/>
            </a:xfrm>
            <a:custGeom>
              <a:avLst/>
              <a:ahLst/>
              <a:rect l="0" t="0" r="r" b="b"/>
              <a:pathLst>
                <a:path w="92" h="113">
                  <a:moveTo>
                    <a:pt x="44" y="0"/>
                  </a:moveTo>
                  <a:lnTo>
                    <a:pt x="22" y="45"/>
                  </a:lnTo>
                  <a:lnTo>
                    <a:pt x="0" y="90"/>
                  </a:lnTo>
                  <a:lnTo>
                    <a:pt x="48" y="113"/>
                  </a:lnTo>
                  <a:lnTo>
                    <a:pt x="70" y="68"/>
                  </a:lnTo>
                  <a:lnTo>
                    <a:pt x="92" y="23"/>
                  </a:lnTo>
                  <a:lnTo>
                    <a:pt x="4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10" name=""/>
            <p:cNvSpPr/>
            <p:nvPr/>
          </p:nvSpPr>
          <p:spPr>
            <a:xfrm rot="0">
              <a:off x="2287" y="3238"/>
              <a:ext cx="8" cy="15"/>
            </a:xfrm>
            <a:custGeom>
              <a:avLst/>
              <a:ahLst/>
              <a:rect l="0" t="0" r="r" b="b"/>
              <a:pathLst>
                <a:path w="22" h="45">
                  <a:moveTo>
                    <a:pt x="22" y="0"/>
                  </a:moveTo>
                  <a:lnTo>
                    <a:pt x="0" y="45"/>
                  </a:lnTo>
                  <a:lnTo>
                    <a:pt x="2" y="45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11" name=""/>
            <p:cNvSpPr/>
            <p:nvPr/>
          </p:nvSpPr>
          <p:spPr>
            <a:xfrm rot="0">
              <a:off x="2287" y="32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12" name=""/>
            <p:cNvSpPr/>
            <p:nvPr/>
          </p:nvSpPr>
          <p:spPr>
            <a:xfrm rot="0">
              <a:off x="2288" y="3223"/>
              <a:ext cx="30" cy="38"/>
            </a:xfrm>
            <a:custGeom>
              <a:avLst/>
              <a:ahLst/>
              <a:rect l="0" t="0" r="r" b="b"/>
              <a:pathLst>
                <a:path w="91" h="112">
                  <a:moveTo>
                    <a:pt x="39" y="0"/>
                  </a:moveTo>
                  <a:lnTo>
                    <a:pt x="20" y="45"/>
                  </a:lnTo>
                  <a:lnTo>
                    <a:pt x="0" y="90"/>
                  </a:lnTo>
                  <a:lnTo>
                    <a:pt x="52" y="112"/>
                  </a:lnTo>
                  <a:lnTo>
                    <a:pt x="71" y="67"/>
                  </a:lnTo>
                  <a:lnTo>
                    <a:pt x="91" y="22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13" name=""/>
            <p:cNvSpPr/>
            <p:nvPr/>
          </p:nvSpPr>
          <p:spPr>
            <a:xfrm rot="0">
              <a:off x="2288" y="3223"/>
              <a:ext cx="30" cy="38"/>
            </a:xfrm>
            <a:custGeom>
              <a:avLst/>
              <a:ahLst/>
              <a:rect l="0" t="0" r="r" b="b"/>
              <a:pathLst>
                <a:path w="91" h="112">
                  <a:moveTo>
                    <a:pt x="39" y="0"/>
                  </a:moveTo>
                  <a:lnTo>
                    <a:pt x="20" y="45"/>
                  </a:lnTo>
                  <a:lnTo>
                    <a:pt x="0" y="90"/>
                  </a:lnTo>
                  <a:lnTo>
                    <a:pt x="52" y="112"/>
                  </a:lnTo>
                  <a:lnTo>
                    <a:pt x="71" y="67"/>
                  </a:lnTo>
                  <a:lnTo>
                    <a:pt x="91" y="22"/>
                  </a:lnTo>
                  <a:lnTo>
                    <a:pt x="3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14" name=""/>
            <p:cNvSpPr/>
            <p:nvPr/>
          </p:nvSpPr>
          <p:spPr>
            <a:xfrm rot="0">
              <a:off x="2305" y="3246"/>
              <a:ext cx="7" cy="15"/>
            </a:xfrm>
            <a:custGeom>
              <a:avLst/>
              <a:ahLst/>
              <a:rect l="0" t="0" r="r" b="b"/>
              <a:pathLst>
                <a:path w="19" h="47">
                  <a:moveTo>
                    <a:pt x="19" y="0"/>
                  </a:moveTo>
                  <a:lnTo>
                    <a:pt x="0" y="45"/>
                  </a:lnTo>
                  <a:lnTo>
                    <a:pt x="1" y="47"/>
                  </a:lnTo>
                  <a:lnTo>
                    <a:pt x="1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15" name=""/>
            <p:cNvSpPr/>
            <p:nvPr/>
          </p:nvSpPr>
          <p:spPr>
            <a:xfrm rot="0">
              <a:off x="2305" y="32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16" name=""/>
            <p:cNvSpPr/>
            <p:nvPr/>
          </p:nvSpPr>
          <p:spPr>
            <a:xfrm rot="0">
              <a:off x="2306" y="3230"/>
              <a:ext cx="30" cy="38"/>
            </a:xfrm>
            <a:custGeom>
              <a:avLst/>
              <a:ahLst/>
              <a:rect l="0" t="0" r="r" b="b"/>
              <a:pathLst>
                <a:path w="90" h="113">
                  <a:moveTo>
                    <a:pt x="37" y="0"/>
                  </a:moveTo>
                  <a:lnTo>
                    <a:pt x="18" y="46"/>
                  </a:lnTo>
                  <a:lnTo>
                    <a:pt x="0" y="93"/>
                  </a:lnTo>
                  <a:lnTo>
                    <a:pt x="53" y="113"/>
                  </a:lnTo>
                  <a:lnTo>
                    <a:pt x="71" y="67"/>
                  </a:lnTo>
                  <a:lnTo>
                    <a:pt x="90" y="20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17" name=""/>
            <p:cNvSpPr/>
            <p:nvPr/>
          </p:nvSpPr>
          <p:spPr>
            <a:xfrm rot="0">
              <a:off x="2306" y="3230"/>
              <a:ext cx="30" cy="38"/>
            </a:xfrm>
            <a:custGeom>
              <a:avLst/>
              <a:ahLst/>
              <a:rect l="0" t="0" r="r" b="b"/>
              <a:pathLst>
                <a:path w="90" h="113">
                  <a:moveTo>
                    <a:pt x="37" y="0"/>
                  </a:moveTo>
                  <a:lnTo>
                    <a:pt x="18" y="46"/>
                  </a:lnTo>
                  <a:lnTo>
                    <a:pt x="0" y="93"/>
                  </a:lnTo>
                  <a:lnTo>
                    <a:pt x="53" y="113"/>
                  </a:lnTo>
                  <a:lnTo>
                    <a:pt x="71" y="67"/>
                  </a:lnTo>
                  <a:lnTo>
                    <a:pt x="90" y="20"/>
                  </a:lnTo>
                  <a:lnTo>
                    <a:pt x="3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18" name=""/>
            <p:cNvSpPr/>
            <p:nvPr/>
          </p:nvSpPr>
          <p:spPr>
            <a:xfrm rot="0">
              <a:off x="2323" y="3253"/>
              <a:ext cx="6" cy="16"/>
            </a:xfrm>
            <a:custGeom>
              <a:avLst/>
              <a:ahLst/>
              <a:rect l="0" t="0" r="r" b="b"/>
              <a:pathLst>
                <a:path w="18" h="48">
                  <a:moveTo>
                    <a:pt x="18" y="0"/>
                  </a:moveTo>
                  <a:lnTo>
                    <a:pt x="0" y="46"/>
                  </a:lnTo>
                  <a:lnTo>
                    <a:pt x="3" y="48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19" name=""/>
            <p:cNvSpPr/>
            <p:nvPr/>
          </p:nvSpPr>
          <p:spPr>
            <a:xfrm rot="0">
              <a:off x="2323" y="32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20" name=""/>
            <p:cNvSpPr/>
            <p:nvPr/>
          </p:nvSpPr>
          <p:spPr>
            <a:xfrm rot="0">
              <a:off x="2324" y="3237"/>
              <a:ext cx="29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31" y="0"/>
                  </a:moveTo>
                  <a:lnTo>
                    <a:pt x="15" y="48"/>
                  </a:lnTo>
                  <a:lnTo>
                    <a:pt x="0" y="96"/>
                  </a:lnTo>
                  <a:lnTo>
                    <a:pt x="54" y="114"/>
                  </a:lnTo>
                  <a:lnTo>
                    <a:pt x="70" y="66"/>
                  </a:lnTo>
                  <a:lnTo>
                    <a:pt x="85" y="1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21" name=""/>
            <p:cNvSpPr/>
            <p:nvPr/>
          </p:nvSpPr>
          <p:spPr>
            <a:xfrm rot="0">
              <a:off x="2324" y="3237"/>
              <a:ext cx="29" cy="38"/>
            </a:xfrm>
            <a:custGeom>
              <a:avLst/>
              <a:ahLst/>
              <a:rect l="0" t="0" r="r" b="b"/>
              <a:pathLst>
                <a:path w="85" h="114">
                  <a:moveTo>
                    <a:pt x="31" y="0"/>
                  </a:moveTo>
                  <a:lnTo>
                    <a:pt x="15" y="48"/>
                  </a:lnTo>
                  <a:lnTo>
                    <a:pt x="0" y="96"/>
                  </a:lnTo>
                  <a:lnTo>
                    <a:pt x="54" y="114"/>
                  </a:lnTo>
                  <a:lnTo>
                    <a:pt x="70" y="66"/>
                  </a:lnTo>
                  <a:lnTo>
                    <a:pt x="85" y="18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22" name=""/>
            <p:cNvSpPr/>
            <p:nvPr/>
          </p:nvSpPr>
          <p:spPr>
            <a:xfrm rot="0">
              <a:off x="2342" y="3259"/>
              <a:ext cx="6" cy="16"/>
            </a:xfrm>
            <a:custGeom>
              <a:avLst/>
              <a:ahLst/>
              <a:rect l="0" t="0" r="r" b="b"/>
              <a:pathLst>
                <a:path w="16" h="48">
                  <a:moveTo>
                    <a:pt x="16" y="0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23" name=""/>
            <p:cNvSpPr/>
            <p:nvPr/>
          </p:nvSpPr>
          <p:spPr>
            <a:xfrm rot="0">
              <a:off x="2342" y="327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24" name=""/>
            <p:cNvSpPr/>
            <p:nvPr/>
          </p:nvSpPr>
          <p:spPr>
            <a:xfrm rot="0">
              <a:off x="2342" y="3243"/>
              <a:ext cx="29" cy="38"/>
            </a:xfrm>
            <a:custGeom>
              <a:avLst/>
              <a:ahLst/>
              <a:rect l="0" t="0" r="r" b="b"/>
              <a:pathLst>
                <a:path w="87" h="114">
                  <a:moveTo>
                    <a:pt x="31" y="0"/>
                  </a:moveTo>
                  <a:lnTo>
                    <a:pt x="16" y="48"/>
                  </a:lnTo>
                  <a:lnTo>
                    <a:pt x="0" y="96"/>
                  </a:lnTo>
                  <a:lnTo>
                    <a:pt x="56" y="114"/>
                  </a:lnTo>
                  <a:lnTo>
                    <a:pt x="71" y="66"/>
                  </a:lnTo>
                  <a:lnTo>
                    <a:pt x="87" y="18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25" name=""/>
            <p:cNvSpPr/>
            <p:nvPr/>
          </p:nvSpPr>
          <p:spPr>
            <a:xfrm rot="0">
              <a:off x="2342" y="3243"/>
              <a:ext cx="29" cy="38"/>
            </a:xfrm>
            <a:custGeom>
              <a:avLst/>
              <a:ahLst/>
              <a:rect l="0" t="0" r="r" b="b"/>
              <a:pathLst>
                <a:path w="87" h="114">
                  <a:moveTo>
                    <a:pt x="31" y="0"/>
                  </a:moveTo>
                  <a:lnTo>
                    <a:pt x="16" y="48"/>
                  </a:lnTo>
                  <a:lnTo>
                    <a:pt x="0" y="96"/>
                  </a:lnTo>
                  <a:lnTo>
                    <a:pt x="56" y="114"/>
                  </a:lnTo>
                  <a:lnTo>
                    <a:pt x="71" y="66"/>
                  </a:lnTo>
                  <a:lnTo>
                    <a:pt x="87" y="18"/>
                  </a:lnTo>
                  <a:lnTo>
                    <a:pt x="3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26" name=""/>
            <p:cNvSpPr/>
            <p:nvPr/>
          </p:nvSpPr>
          <p:spPr>
            <a:xfrm rot="0">
              <a:off x="2361" y="3265"/>
              <a:ext cx="5" cy="16"/>
            </a:xfrm>
            <a:custGeom>
              <a:avLst/>
              <a:ahLst/>
              <a:rect l="0" t="0" r="r" b="b"/>
              <a:pathLst>
                <a:path w="15" h="48">
                  <a:moveTo>
                    <a:pt x="15" y="0"/>
                  </a:moveTo>
                  <a:lnTo>
                    <a:pt x="0" y="48"/>
                  </a:lnTo>
                  <a:lnTo>
                    <a:pt x="2" y="48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27" name=""/>
            <p:cNvSpPr/>
            <p:nvPr/>
          </p:nvSpPr>
          <p:spPr>
            <a:xfrm rot="0">
              <a:off x="2361" y="328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28" name=""/>
            <p:cNvSpPr/>
            <p:nvPr/>
          </p:nvSpPr>
          <p:spPr>
            <a:xfrm rot="0">
              <a:off x="2362" y="3249"/>
              <a:ext cx="28" cy="37"/>
            </a:xfrm>
            <a:custGeom>
              <a:avLst/>
              <a:ahLst/>
              <a:rect l="0" t="0" r="r" b="b"/>
              <a:pathLst>
                <a:path w="84" h="111">
                  <a:moveTo>
                    <a:pt x="26" y="0"/>
                  </a:moveTo>
                  <a:lnTo>
                    <a:pt x="13" y="48"/>
                  </a:lnTo>
                  <a:lnTo>
                    <a:pt x="0" y="96"/>
                  </a:lnTo>
                  <a:lnTo>
                    <a:pt x="58" y="111"/>
                  </a:lnTo>
                  <a:lnTo>
                    <a:pt x="71" y="63"/>
                  </a:lnTo>
                  <a:lnTo>
                    <a:pt x="84" y="16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29" name=""/>
            <p:cNvSpPr/>
            <p:nvPr/>
          </p:nvSpPr>
          <p:spPr>
            <a:xfrm rot="0">
              <a:off x="2362" y="3249"/>
              <a:ext cx="28" cy="37"/>
            </a:xfrm>
            <a:custGeom>
              <a:avLst/>
              <a:ahLst/>
              <a:rect l="0" t="0" r="r" b="b"/>
              <a:pathLst>
                <a:path w="84" h="111">
                  <a:moveTo>
                    <a:pt x="26" y="0"/>
                  </a:moveTo>
                  <a:lnTo>
                    <a:pt x="13" y="48"/>
                  </a:lnTo>
                  <a:lnTo>
                    <a:pt x="0" y="96"/>
                  </a:lnTo>
                  <a:lnTo>
                    <a:pt x="58" y="111"/>
                  </a:lnTo>
                  <a:lnTo>
                    <a:pt x="71" y="63"/>
                  </a:lnTo>
                  <a:lnTo>
                    <a:pt x="84" y="16"/>
                  </a:lnTo>
                  <a:lnTo>
                    <a:pt x="2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30" name=""/>
            <p:cNvSpPr/>
            <p:nvPr/>
          </p:nvSpPr>
          <p:spPr>
            <a:xfrm rot="0">
              <a:off x="2381" y="3270"/>
              <a:ext cx="4" cy="16"/>
            </a:xfrm>
            <a:custGeom>
              <a:avLst/>
              <a:ahLst/>
              <a:rect l="0" t="0" r="r" b="b"/>
              <a:pathLst>
                <a:path w="13" h="49">
                  <a:moveTo>
                    <a:pt x="13" y="0"/>
                  </a:moveTo>
                  <a:lnTo>
                    <a:pt x="0" y="48"/>
                  </a:lnTo>
                  <a:lnTo>
                    <a:pt x="3" y="49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31" name=""/>
            <p:cNvSpPr/>
            <p:nvPr/>
          </p:nvSpPr>
          <p:spPr>
            <a:xfrm rot="0">
              <a:off x="2381" y="328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32" name=""/>
            <p:cNvSpPr/>
            <p:nvPr/>
          </p:nvSpPr>
          <p:spPr>
            <a:xfrm rot="0">
              <a:off x="2382" y="3253"/>
              <a:ext cx="26" cy="37"/>
            </a:xfrm>
            <a:custGeom>
              <a:avLst/>
              <a:ahLst/>
              <a:rect l="0" t="0" r="r" b="b"/>
              <a:pathLst>
                <a:path w="79" h="111">
                  <a:moveTo>
                    <a:pt x="21" y="0"/>
                  </a:moveTo>
                  <a:lnTo>
                    <a:pt x="10" y="49"/>
                  </a:lnTo>
                  <a:lnTo>
                    <a:pt x="0" y="98"/>
                  </a:lnTo>
                  <a:lnTo>
                    <a:pt x="58" y="111"/>
                  </a:lnTo>
                  <a:lnTo>
                    <a:pt x="68" y="62"/>
                  </a:lnTo>
                  <a:lnTo>
                    <a:pt x="79" y="13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33" name=""/>
            <p:cNvSpPr/>
            <p:nvPr/>
          </p:nvSpPr>
          <p:spPr>
            <a:xfrm rot="0">
              <a:off x="2382" y="3253"/>
              <a:ext cx="26" cy="37"/>
            </a:xfrm>
            <a:custGeom>
              <a:avLst/>
              <a:ahLst/>
              <a:rect l="0" t="0" r="r" b="b"/>
              <a:pathLst>
                <a:path w="79" h="111">
                  <a:moveTo>
                    <a:pt x="21" y="0"/>
                  </a:moveTo>
                  <a:lnTo>
                    <a:pt x="10" y="49"/>
                  </a:lnTo>
                  <a:lnTo>
                    <a:pt x="0" y="98"/>
                  </a:lnTo>
                  <a:lnTo>
                    <a:pt x="58" y="111"/>
                  </a:lnTo>
                  <a:lnTo>
                    <a:pt x="68" y="62"/>
                  </a:lnTo>
                  <a:lnTo>
                    <a:pt x="79" y="13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34" name=""/>
            <p:cNvSpPr/>
            <p:nvPr/>
          </p:nvSpPr>
          <p:spPr>
            <a:xfrm rot="0">
              <a:off x="2401" y="3274"/>
              <a:ext cx="4" cy="16"/>
            </a:xfrm>
            <a:custGeom>
              <a:avLst/>
              <a:ahLst/>
              <a:rect l="0" t="0" r="r" b="b"/>
              <a:pathLst>
                <a:path w="10" h="49">
                  <a:moveTo>
                    <a:pt x="10" y="0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35" name=""/>
            <p:cNvSpPr/>
            <p:nvPr/>
          </p:nvSpPr>
          <p:spPr>
            <a:xfrm rot="0">
              <a:off x="2401" y="329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36" name=""/>
            <p:cNvSpPr/>
            <p:nvPr/>
          </p:nvSpPr>
          <p:spPr>
            <a:xfrm rot="0">
              <a:off x="2401" y="3258"/>
              <a:ext cx="27" cy="37"/>
            </a:xfrm>
            <a:custGeom>
              <a:avLst/>
              <a:ahLst/>
              <a:rect l="0" t="0" r="r" b="b"/>
              <a:pathLst>
                <a:path w="80" h="111">
                  <a:moveTo>
                    <a:pt x="21" y="0"/>
                  </a:moveTo>
                  <a:lnTo>
                    <a:pt x="10" y="49"/>
                  </a:lnTo>
                  <a:lnTo>
                    <a:pt x="0" y="98"/>
                  </a:lnTo>
                  <a:lnTo>
                    <a:pt x="59" y="111"/>
                  </a:lnTo>
                  <a:lnTo>
                    <a:pt x="70" y="62"/>
                  </a:lnTo>
                  <a:lnTo>
                    <a:pt x="80" y="13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37" name=""/>
            <p:cNvSpPr/>
            <p:nvPr/>
          </p:nvSpPr>
          <p:spPr>
            <a:xfrm rot="0">
              <a:off x="2401" y="3258"/>
              <a:ext cx="27" cy="37"/>
            </a:xfrm>
            <a:custGeom>
              <a:avLst/>
              <a:ahLst/>
              <a:rect l="0" t="0" r="r" b="b"/>
              <a:pathLst>
                <a:path w="80" h="111">
                  <a:moveTo>
                    <a:pt x="21" y="0"/>
                  </a:moveTo>
                  <a:lnTo>
                    <a:pt x="10" y="49"/>
                  </a:lnTo>
                  <a:lnTo>
                    <a:pt x="0" y="98"/>
                  </a:lnTo>
                  <a:lnTo>
                    <a:pt x="59" y="111"/>
                  </a:lnTo>
                  <a:lnTo>
                    <a:pt x="70" y="62"/>
                  </a:lnTo>
                  <a:lnTo>
                    <a:pt x="80" y="13"/>
                  </a:lnTo>
                  <a:lnTo>
                    <a:pt x="2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38" name=""/>
            <p:cNvSpPr/>
            <p:nvPr/>
          </p:nvSpPr>
          <p:spPr>
            <a:xfrm rot="0">
              <a:off x="2421" y="3278"/>
              <a:ext cx="4" cy="17"/>
            </a:xfrm>
            <a:custGeom>
              <a:avLst/>
              <a:ahLst/>
              <a:rect l="0" t="0" r="r" b="b"/>
              <a:pathLst>
                <a:path w="11" h="49">
                  <a:moveTo>
                    <a:pt x="11" y="0"/>
                  </a:moveTo>
                  <a:lnTo>
                    <a:pt x="0" y="49"/>
                  </a:lnTo>
                  <a:lnTo>
                    <a:pt x="3" y="49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39" name=""/>
            <p:cNvSpPr/>
            <p:nvPr/>
          </p:nvSpPr>
          <p:spPr>
            <a:xfrm rot="0">
              <a:off x="2421" y="329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40" name=""/>
            <p:cNvSpPr/>
            <p:nvPr/>
          </p:nvSpPr>
          <p:spPr>
            <a:xfrm rot="0">
              <a:off x="2422" y="3262"/>
              <a:ext cx="25" cy="36"/>
            </a:xfrm>
            <a:custGeom>
              <a:avLst/>
              <a:ahLst/>
              <a:rect l="0" t="0" r="r" b="b"/>
              <a:pathLst>
                <a:path w="76" h="109">
                  <a:moveTo>
                    <a:pt x="16" y="0"/>
                  </a:moveTo>
                  <a:lnTo>
                    <a:pt x="8" y="49"/>
                  </a:lnTo>
                  <a:lnTo>
                    <a:pt x="0" y="98"/>
                  </a:lnTo>
                  <a:lnTo>
                    <a:pt x="61" y="109"/>
                  </a:lnTo>
                  <a:lnTo>
                    <a:pt x="69" y="60"/>
                  </a:lnTo>
                  <a:lnTo>
                    <a:pt x="76" y="10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41" name=""/>
            <p:cNvSpPr/>
            <p:nvPr/>
          </p:nvSpPr>
          <p:spPr>
            <a:xfrm rot="0">
              <a:off x="2422" y="3262"/>
              <a:ext cx="25" cy="36"/>
            </a:xfrm>
            <a:custGeom>
              <a:avLst/>
              <a:ahLst/>
              <a:rect l="0" t="0" r="r" b="b"/>
              <a:pathLst>
                <a:path w="76" h="109">
                  <a:moveTo>
                    <a:pt x="16" y="0"/>
                  </a:moveTo>
                  <a:lnTo>
                    <a:pt x="8" y="49"/>
                  </a:lnTo>
                  <a:lnTo>
                    <a:pt x="0" y="98"/>
                  </a:lnTo>
                  <a:lnTo>
                    <a:pt x="61" y="109"/>
                  </a:lnTo>
                  <a:lnTo>
                    <a:pt x="69" y="60"/>
                  </a:lnTo>
                  <a:lnTo>
                    <a:pt x="76" y="10"/>
                  </a:lnTo>
                  <a:lnTo>
                    <a:pt x="16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42" name=""/>
            <p:cNvSpPr/>
            <p:nvPr/>
          </p:nvSpPr>
          <p:spPr>
            <a:xfrm rot="0">
              <a:off x="2442" y="3282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8" y="0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43" name=""/>
            <p:cNvSpPr/>
            <p:nvPr/>
          </p:nvSpPr>
          <p:spPr>
            <a:xfrm rot="0">
              <a:off x="2442" y="32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44" name=""/>
            <p:cNvSpPr/>
            <p:nvPr/>
          </p:nvSpPr>
          <p:spPr>
            <a:xfrm rot="0">
              <a:off x="2442" y="3265"/>
              <a:ext cx="26" cy="36"/>
            </a:xfrm>
            <a:custGeom>
              <a:avLst/>
              <a:ahLst/>
              <a:rect l="0" t="0" r="r" b="b"/>
              <a:pathLst>
                <a:path w="77" h="108">
                  <a:moveTo>
                    <a:pt x="15" y="0"/>
                  </a:moveTo>
                  <a:lnTo>
                    <a:pt x="8" y="50"/>
                  </a:lnTo>
                  <a:lnTo>
                    <a:pt x="0" y="99"/>
                  </a:lnTo>
                  <a:lnTo>
                    <a:pt x="62" y="108"/>
                  </a:lnTo>
                  <a:lnTo>
                    <a:pt x="70" y="59"/>
                  </a:lnTo>
                  <a:lnTo>
                    <a:pt x="77" y="10"/>
                  </a:lnTo>
                  <a:lnTo>
                    <a:pt x="1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45" name=""/>
            <p:cNvSpPr/>
            <p:nvPr/>
          </p:nvSpPr>
          <p:spPr>
            <a:xfrm rot="0">
              <a:off x="2442" y="3265"/>
              <a:ext cx="26" cy="36"/>
            </a:xfrm>
            <a:custGeom>
              <a:avLst/>
              <a:ahLst/>
              <a:rect l="0" t="0" r="r" b="b"/>
              <a:pathLst>
                <a:path w="77" h="108">
                  <a:moveTo>
                    <a:pt x="15" y="0"/>
                  </a:moveTo>
                  <a:lnTo>
                    <a:pt x="8" y="50"/>
                  </a:lnTo>
                  <a:lnTo>
                    <a:pt x="0" y="99"/>
                  </a:lnTo>
                  <a:lnTo>
                    <a:pt x="62" y="108"/>
                  </a:lnTo>
                  <a:lnTo>
                    <a:pt x="70" y="59"/>
                  </a:lnTo>
                  <a:lnTo>
                    <a:pt x="77" y="10"/>
                  </a:lnTo>
                  <a:lnTo>
                    <a:pt x="1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46" name=""/>
            <p:cNvSpPr/>
            <p:nvPr/>
          </p:nvSpPr>
          <p:spPr>
            <a:xfrm rot="0">
              <a:off x="2463" y="3285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8" y="0"/>
                  </a:moveTo>
                  <a:lnTo>
                    <a:pt x="0" y="49"/>
                  </a:lnTo>
                  <a:lnTo>
                    <a:pt x="2" y="49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47" name=""/>
            <p:cNvSpPr/>
            <p:nvPr/>
          </p:nvSpPr>
          <p:spPr>
            <a:xfrm rot="0">
              <a:off x="2463" y="330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48" name=""/>
            <p:cNvSpPr/>
            <p:nvPr/>
          </p:nvSpPr>
          <p:spPr>
            <a:xfrm rot="0">
              <a:off x="2464" y="3269"/>
              <a:ext cx="24" cy="34"/>
            </a:xfrm>
            <a:custGeom>
              <a:avLst/>
              <a:ahLst/>
              <a:rect l="0" t="0" r="r" b="b"/>
              <a:pathLst>
                <a:path w="73" h="104">
                  <a:moveTo>
                    <a:pt x="11" y="0"/>
                  </a:moveTo>
                  <a:lnTo>
                    <a:pt x="6" y="49"/>
                  </a:lnTo>
                  <a:lnTo>
                    <a:pt x="0" y="98"/>
                  </a:lnTo>
                  <a:lnTo>
                    <a:pt x="62" y="104"/>
                  </a:lnTo>
                  <a:lnTo>
                    <a:pt x="67" y="55"/>
                  </a:lnTo>
                  <a:lnTo>
                    <a:pt x="73" y="6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49" name=""/>
            <p:cNvSpPr/>
            <p:nvPr/>
          </p:nvSpPr>
          <p:spPr>
            <a:xfrm rot="0">
              <a:off x="2464" y="3269"/>
              <a:ext cx="24" cy="34"/>
            </a:xfrm>
            <a:custGeom>
              <a:avLst/>
              <a:ahLst/>
              <a:rect l="0" t="0" r="r" b="b"/>
              <a:pathLst>
                <a:path w="73" h="104">
                  <a:moveTo>
                    <a:pt x="11" y="0"/>
                  </a:moveTo>
                  <a:lnTo>
                    <a:pt x="6" y="49"/>
                  </a:lnTo>
                  <a:lnTo>
                    <a:pt x="0" y="98"/>
                  </a:lnTo>
                  <a:lnTo>
                    <a:pt x="62" y="104"/>
                  </a:lnTo>
                  <a:lnTo>
                    <a:pt x="67" y="55"/>
                  </a:lnTo>
                  <a:lnTo>
                    <a:pt x="73" y="6"/>
                  </a:lnTo>
                  <a:lnTo>
                    <a:pt x="1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50" name=""/>
            <p:cNvSpPr/>
            <p:nvPr/>
          </p:nvSpPr>
          <p:spPr>
            <a:xfrm rot="0">
              <a:off x="2484" y="3287"/>
              <a:ext cx="2" cy="16"/>
            </a:xfrm>
            <a:custGeom>
              <a:avLst/>
              <a:ahLst/>
              <a:rect l="0" t="0" r="r" b="b"/>
              <a:pathLst>
                <a:path w="5" h="49">
                  <a:moveTo>
                    <a:pt x="5" y="0"/>
                  </a:moveTo>
                  <a:lnTo>
                    <a:pt x="0" y="49"/>
                  </a:lnTo>
                  <a:lnTo>
                    <a:pt x="2" y="49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51" name=""/>
            <p:cNvSpPr/>
            <p:nvPr/>
          </p:nvSpPr>
          <p:spPr>
            <a:xfrm rot="0">
              <a:off x="2484" y="33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52" name=""/>
            <p:cNvSpPr/>
            <p:nvPr/>
          </p:nvSpPr>
          <p:spPr>
            <a:xfrm rot="0">
              <a:off x="2485" y="3271"/>
              <a:ext cx="24" cy="34"/>
            </a:xfrm>
            <a:custGeom>
              <a:avLst/>
              <a:ahLst/>
              <a:rect l="0" t="0" r="r" b="b"/>
              <a:pathLst>
                <a:path w="71" h="103">
                  <a:moveTo>
                    <a:pt x="7" y="0"/>
                  </a:moveTo>
                  <a:lnTo>
                    <a:pt x="3" y="49"/>
                  </a:lnTo>
                  <a:lnTo>
                    <a:pt x="0" y="98"/>
                  </a:lnTo>
                  <a:lnTo>
                    <a:pt x="63" y="103"/>
                  </a:lnTo>
                  <a:lnTo>
                    <a:pt x="67" y="54"/>
                  </a:lnTo>
                  <a:lnTo>
                    <a:pt x="71" y="5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53" name=""/>
            <p:cNvSpPr/>
            <p:nvPr/>
          </p:nvSpPr>
          <p:spPr>
            <a:xfrm rot="0">
              <a:off x="2485" y="3271"/>
              <a:ext cx="24" cy="34"/>
            </a:xfrm>
            <a:custGeom>
              <a:avLst/>
              <a:ahLst/>
              <a:rect l="0" t="0" r="r" b="b"/>
              <a:pathLst>
                <a:path w="71" h="103">
                  <a:moveTo>
                    <a:pt x="7" y="0"/>
                  </a:moveTo>
                  <a:lnTo>
                    <a:pt x="3" y="49"/>
                  </a:lnTo>
                  <a:lnTo>
                    <a:pt x="0" y="98"/>
                  </a:lnTo>
                  <a:lnTo>
                    <a:pt x="63" y="103"/>
                  </a:lnTo>
                  <a:lnTo>
                    <a:pt x="67" y="54"/>
                  </a:lnTo>
                  <a:lnTo>
                    <a:pt x="71" y="5"/>
                  </a:lnTo>
                  <a:lnTo>
                    <a:pt x="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54" name=""/>
            <p:cNvSpPr/>
            <p:nvPr/>
          </p:nvSpPr>
          <p:spPr>
            <a:xfrm rot="0">
              <a:off x="2506" y="3289"/>
              <a:ext cx="1" cy="16"/>
            </a:xfrm>
            <a:custGeom>
              <a:avLst/>
              <a:ahLst/>
              <a:rect l="0" t="0" r="r" b="b"/>
              <a:pathLst>
                <a:path w="4" h="49">
                  <a:moveTo>
                    <a:pt x="4" y="0"/>
                  </a:moveTo>
                  <a:lnTo>
                    <a:pt x="0" y="49"/>
                  </a:lnTo>
                  <a:lnTo>
                    <a:pt x="1" y="49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55" name=""/>
            <p:cNvSpPr/>
            <p:nvPr/>
          </p:nvSpPr>
          <p:spPr>
            <a:xfrm rot="0">
              <a:off x="2506" y="3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56" name=""/>
            <p:cNvSpPr/>
            <p:nvPr/>
          </p:nvSpPr>
          <p:spPr>
            <a:xfrm rot="0">
              <a:off x="2506" y="3272"/>
              <a:ext cx="23" cy="34"/>
            </a:xfrm>
            <a:custGeom>
              <a:avLst/>
              <a:ahLst/>
              <a:rect l="0" t="0" r="r" b="b"/>
              <a:pathLst>
                <a:path w="67" h="102">
                  <a:moveTo>
                    <a:pt x="5" y="0"/>
                  </a:moveTo>
                  <a:lnTo>
                    <a:pt x="3" y="49"/>
                  </a:lnTo>
                  <a:lnTo>
                    <a:pt x="0" y="98"/>
                  </a:lnTo>
                  <a:lnTo>
                    <a:pt x="62" y="102"/>
                  </a:lnTo>
                  <a:lnTo>
                    <a:pt x="65" y="53"/>
                  </a:lnTo>
                  <a:lnTo>
                    <a:pt x="67" y="4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57" name=""/>
            <p:cNvSpPr/>
            <p:nvPr/>
          </p:nvSpPr>
          <p:spPr>
            <a:xfrm rot="0">
              <a:off x="2506" y="3272"/>
              <a:ext cx="23" cy="34"/>
            </a:xfrm>
            <a:custGeom>
              <a:avLst/>
              <a:ahLst/>
              <a:rect l="0" t="0" r="r" b="b"/>
              <a:pathLst>
                <a:path w="67" h="102">
                  <a:moveTo>
                    <a:pt x="5" y="0"/>
                  </a:moveTo>
                  <a:lnTo>
                    <a:pt x="3" y="49"/>
                  </a:lnTo>
                  <a:lnTo>
                    <a:pt x="0" y="98"/>
                  </a:lnTo>
                  <a:lnTo>
                    <a:pt x="62" y="102"/>
                  </a:lnTo>
                  <a:lnTo>
                    <a:pt x="65" y="53"/>
                  </a:lnTo>
                  <a:lnTo>
                    <a:pt x="67" y="4"/>
                  </a:lnTo>
                  <a:lnTo>
                    <a:pt x="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58" name=""/>
            <p:cNvSpPr/>
            <p:nvPr/>
          </p:nvSpPr>
          <p:spPr>
            <a:xfrm rot="0">
              <a:off x="2527" y="3290"/>
              <a:ext cx="1" cy="16"/>
            </a:xfrm>
            <a:custGeom>
              <a:avLst/>
              <a:ahLst/>
              <a:rect l="0" t="0" r="r" b="b"/>
              <a:pathLst>
                <a:path w="3" h="49">
                  <a:moveTo>
                    <a:pt x="3" y="0"/>
                  </a:moveTo>
                  <a:lnTo>
                    <a:pt x="0" y="49"/>
                  </a:lnTo>
                  <a:lnTo>
                    <a:pt x="1" y="49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59" name=""/>
            <p:cNvSpPr/>
            <p:nvPr/>
          </p:nvSpPr>
          <p:spPr>
            <a:xfrm rot="0">
              <a:off x="2527" y="33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60" name=""/>
            <p:cNvSpPr/>
            <p:nvPr/>
          </p:nvSpPr>
          <p:spPr>
            <a:xfrm rot="0">
              <a:off x="2527" y="3274"/>
              <a:ext cx="22" cy="33"/>
            </a:xfrm>
            <a:custGeom>
              <a:avLst/>
              <a:ahLst/>
              <a:rect l="0" t="0" r="r" b="b"/>
              <a:pathLst>
                <a:path w="66" h="99">
                  <a:moveTo>
                    <a:pt x="3" y="0"/>
                  </a:moveTo>
                  <a:lnTo>
                    <a:pt x="2" y="49"/>
                  </a:lnTo>
                  <a:lnTo>
                    <a:pt x="0" y="98"/>
                  </a:lnTo>
                  <a:lnTo>
                    <a:pt x="64" y="99"/>
                  </a:lnTo>
                  <a:lnTo>
                    <a:pt x="65" y="50"/>
                  </a:lnTo>
                  <a:lnTo>
                    <a:pt x="66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61" name=""/>
            <p:cNvSpPr/>
            <p:nvPr/>
          </p:nvSpPr>
          <p:spPr>
            <a:xfrm rot="0">
              <a:off x="2527" y="3274"/>
              <a:ext cx="22" cy="33"/>
            </a:xfrm>
            <a:custGeom>
              <a:avLst/>
              <a:ahLst/>
              <a:rect l="0" t="0" r="r" b="b"/>
              <a:pathLst>
                <a:path w="66" h="99">
                  <a:moveTo>
                    <a:pt x="3" y="0"/>
                  </a:moveTo>
                  <a:lnTo>
                    <a:pt x="2" y="49"/>
                  </a:lnTo>
                  <a:lnTo>
                    <a:pt x="0" y="98"/>
                  </a:lnTo>
                  <a:lnTo>
                    <a:pt x="64" y="99"/>
                  </a:lnTo>
                  <a:lnTo>
                    <a:pt x="65" y="50"/>
                  </a:lnTo>
                  <a:lnTo>
                    <a:pt x="66" y="1"/>
                  </a:lnTo>
                  <a:lnTo>
                    <a:pt x="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62" name=""/>
            <p:cNvSpPr/>
            <p:nvPr/>
          </p:nvSpPr>
          <p:spPr>
            <a:xfrm rot="0">
              <a:off x="2549" y="3290"/>
              <a:ext cx="1" cy="17"/>
            </a:xfrm>
            <a:custGeom>
              <a:avLst/>
              <a:ahLst/>
              <a:rect l="0" t="0" r="r" b="b"/>
              <a:pathLst>
                <a:path w="1" h="49">
                  <a:moveTo>
                    <a:pt x="1" y="0"/>
                  </a:moveTo>
                  <a:lnTo>
                    <a:pt x="0" y="49"/>
                  </a:lnTo>
                  <a:lnTo>
                    <a:pt x="1" y="49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63" name=""/>
            <p:cNvSpPr/>
            <p:nvPr/>
          </p:nvSpPr>
          <p:spPr>
            <a:xfrm rot="0">
              <a:off x="2549" y="33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64" name=""/>
            <p:cNvSpPr/>
            <p:nvPr/>
          </p:nvSpPr>
          <p:spPr>
            <a:xfrm rot="0">
              <a:off x="2549" y="3274"/>
              <a:ext cx="21" cy="33"/>
            </a:xfrm>
            <a:custGeom>
              <a:avLst/>
              <a:ahLst/>
              <a:rect l="0" t="0" r="r" b="b"/>
              <a:pathLst>
                <a:path w="63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63" y="99"/>
                  </a:lnTo>
                  <a:lnTo>
                    <a:pt x="63" y="50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65" name=""/>
            <p:cNvSpPr/>
            <p:nvPr/>
          </p:nvSpPr>
          <p:spPr>
            <a:xfrm rot="0">
              <a:off x="2549" y="3274"/>
              <a:ext cx="21" cy="33"/>
            </a:xfrm>
            <a:custGeom>
              <a:avLst/>
              <a:ahLst/>
              <a:rect l="0" t="0" r="r" b="b"/>
              <a:pathLst>
                <a:path w="63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63" y="99"/>
                  </a:lnTo>
                  <a:lnTo>
                    <a:pt x="63" y="50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66" name=""/>
            <p:cNvSpPr/>
            <p:nvPr/>
          </p:nvSpPr>
          <p:spPr>
            <a:xfrm rot="0">
              <a:off x="2570" y="3290"/>
              <a:ext cx="1" cy="17"/>
            </a:xfrm>
            <a:custGeom>
              <a:avLst/>
              <a:ahLst/>
              <a:rect l="0" t="0" r="r" b="b"/>
              <a:pathLst>
                <a:path w="3" h="49">
                  <a:moveTo>
                    <a:pt x="0" y="0"/>
                  </a:moveTo>
                  <a:lnTo>
                    <a:pt x="0" y="49"/>
                  </a:lnTo>
                  <a:lnTo>
                    <a:pt x="3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67" name=""/>
            <p:cNvSpPr/>
            <p:nvPr/>
          </p:nvSpPr>
          <p:spPr>
            <a:xfrm rot="0">
              <a:off x="2570" y="330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68" name=""/>
            <p:cNvSpPr/>
            <p:nvPr/>
          </p:nvSpPr>
          <p:spPr>
            <a:xfrm rot="0">
              <a:off x="2569" y="3273"/>
              <a:ext cx="23" cy="34"/>
            </a:xfrm>
            <a:custGeom>
              <a:avLst/>
              <a:ahLst/>
              <a:rect l="0" t="0" r="r" b="b"/>
              <a:pathLst>
                <a:path w="68" h="100">
                  <a:moveTo>
                    <a:pt x="0" y="2"/>
                  </a:moveTo>
                  <a:lnTo>
                    <a:pt x="2" y="51"/>
                  </a:lnTo>
                  <a:lnTo>
                    <a:pt x="5" y="100"/>
                  </a:lnTo>
                  <a:lnTo>
                    <a:pt x="68" y="98"/>
                  </a:lnTo>
                  <a:lnTo>
                    <a:pt x="66" y="49"/>
                  </a:lnTo>
                  <a:lnTo>
                    <a:pt x="63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69" name=""/>
            <p:cNvSpPr/>
            <p:nvPr/>
          </p:nvSpPr>
          <p:spPr>
            <a:xfrm rot="0">
              <a:off x="2569" y="3273"/>
              <a:ext cx="23" cy="34"/>
            </a:xfrm>
            <a:custGeom>
              <a:avLst/>
              <a:ahLst/>
              <a:rect l="0" t="0" r="r" b="b"/>
              <a:pathLst>
                <a:path w="68" h="100">
                  <a:moveTo>
                    <a:pt x="0" y="2"/>
                  </a:moveTo>
                  <a:lnTo>
                    <a:pt x="2" y="51"/>
                  </a:lnTo>
                  <a:lnTo>
                    <a:pt x="5" y="100"/>
                  </a:lnTo>
                  <a:lnTo>
                    <a:pt x="68" y="98"/>
                  </a:lnTo>
                  <a:lnTo>
                    <a:pt x="66" y="49"/>
                  </a:lnTo>
                  <a:lnTo>
                    <a:pt x="63" y="0"/>
                  </a:lnTo>
                  <a:lnTo>
                    <a:pt x="0" y="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70" name=""/>
            <p:cNvSpPr/>
            <p:nvPr/>
          </p:nvSpPr>
          <p:spPr>
            <a:xfrm rot="0">
              <a:off x="2591" y="3290"/>
              <a:ext cx="1" cy="16"/>
            </a:xfrm>
            <a:custGeom>
              <a:avLst/>
              <a:ahLst/>
              <a:rect l="0" t="0" r="r" b="b"/>
              <a:pathLst>
                <a:path w="2" h="49">
                  <a:moveTo>
                    <a:pt x="0" y="0"/>
                  </a:moveTo>
                  <a:lnTo>
                    <a:pt x="2" y="49"/>
                  </a:lnTo>
                  <a:lnTo>
                    <a:pt x="2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71" name=""/>
            <p:cNvSpPr/>
            <p:nvPr/>
          </p:nvSpPr>
          <p:spPr>
            <a:xfrm rot="0">
              <a:off x="2592" y="33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72" name=""/>
            <p:cNvSpPr/>
            <p:nvPr/>
          </p:nvSpPr>
          <p:spPr>
            <a:xfrm rot="0">
              <a:off x="2590" y="3272"/>
              <a:ext cx="23" cy="34"/>
            </a:xfrm>
            <a:custGeom>
              <a:avLst/>
              <a:ahLst/>
              <a:rect l="0" t="0" r="r" b="b"/>
              <a:pathLst>
                <a:path w="68" h="102">
                  <a:moveTo>
                    <a:pt x="0" y="4"/>
                  </a:moveTo>
                  <a:lnTo>
                    <a:pt x="3" y="53"/>
                  </a:lnTo>
                  <a:lnTo>
                    <a:pt x="5" y="102"/>
                  </a:lnTo>
                  <a:lnTo>
                    <a:pt x="68" y="98"/>
                  </a:lnTo>
                  <a:lnTo>
                    <a:pt x="66" y="49"/>
                  </a:lnTo>
                  <a:lnTo>
                    <a:pt x="63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73" name=""/>
            <p:cNvSpPr/>
            <p:nvPr/>
          </p:nvSpPr>
          <p:spPr>
            <a:xfrm rot="0">
              <a:off x="2590" y="3272"/>
              <a:ext cx="23" cy="34"/>
            </a:xfrm>
            <a:custGeom>
              <a:avLst/>
              <a:ahLst/>
              <a:rect l="0" t="0" r="r" b="b"/>
              <a:pathLst>
                <a:path w="68" h="102">
                  <a:moveTo>
                    <a:pt x="0" y="4"/>
                  </a:moveTo>
                  <a:lnTo>
                    <a:pt x="3" y="53"/>
                  </a:lnTo>
                  <a:lnTo>
                    <a:pt x="5" y="102"/>
                  </a:lnTo>
                  <a:lnTo>
                    <a:pt x="68" y="98"/>
                  </a:lnTo>
                  <a:lnTo>
                    <a:pt x="66" y="49"/>
                  </a:lnTo>
                  <a:lnTo>
                    <a:pt x="63" y="0"/>
                  </a:lnTo>
                  <a:lnTo>
                    <a:pt x="0" y="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74" name=""/>
            <p:cNvSpPr/>
            <p:nvPr/>
          </p:nvSpPr>
          <p:spPr>
            <a:xfrm rot="0">
              <a:off x="2612" y="3288"/>
              <a:ext cx="2" cy="17"/>
            </a:xfrm>
            <a:custGeom>
              <a:avLst/>
              <a:ahLst/>
              <a:rect l="0" t="0" r="r" b="b"/>
              <a:pathLst>
                <a:path w="4" h="49">
                  <a:moveTo>
                    <a:pt x="0" y="0"/>
                  </a:moveTo>
                  <a:lnTo>
                    <a:pt x="2" y="49"/>
                  </a:lnTo>
                  <a:lnTo>
                    <a:pt x="4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75" name=""/>
            <p:cNvSpPr/>
            <p:nvPr/>
          </p:nvSpPr>
          <p:spPr>
            <a:xfrm rot="0">
              <a:off x="2613" y="33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76" name=""/>
            <p:cNvSpPr/>
            <p:nvPr/>
          </p:nvSpPr>
          <p:spPr>
            <a:xfrm rot="0">
              <a:off x="2611" y="3270"/>
              <a:ext cx="24" cy="35"/>
            </a:xfrm>
            <a:custGeom>
              <a:avLst/>
              <a:ahLst/>
              <a:rect l="0" t="0" r="r" b="b"/>
              <a:pathLst>
                <a:path w="71" h="103">
                  <a:moveTo>
                    <a:pt x="0" y="5"/>
                  </a:moveTo>
                  <a:lnTo>
                    <a:pt x="4" y="54"/>
                  </a:lnTo>
                  <a:lnTo>
                    <a:pt x="8" y="103"/>
                  </a:lnTo>
                  <a:lnTo>
                    <a:pt x="71" y="98"/>
                  </a:lnTo>
                  <a:lnTo>
                    <a:pt x="67" y="49"/>
                  </a:lnTo>
                  <a:lnTo>
                    <a:pt x="63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77" name=""/>
            <p:cNvSpPr/>
            <p:nvPr/>
          </p:nvSpPr>
          <p:spPr>
            <a:xfrm rot="0">
              <a:off x="2611" y="3270"/>
              <a:ext cx="24" cy="35"/>
            </a:xfrm>
            <a:custGeom>
              <a:avLst/>
              <a:ahLst/>
              <a:rect l="0" t="0" r="r" b="b"/>
              <a:pathLst>
                <a:path w="71" h="103">
                  <a:moveTo>
                    <a:pt x="0" y="5"/>
                  </a:moveTo>
                  <a:lnTo>
                    <a:pt x="4" y="54"/>
                  </a:lnTo>
                  <a:lnTo>
                    <a:pt x="8" y="103"/>
                  </a:lnTo>
                  <a:lnTo>
                    <a:pt x="71" y="98"/>
                  </a:lnTo>
                  <a:lnTo>
                    <a:pt x="67" y="49"/>
                  </a:lnTo>
                  <a:lnTo>
                    <a:pt x="63" y="0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78" name=""/>
            <p:cNvSpPr/>
            <p:nvPr/>
          </p:nvSpPr>
          <p:spPr>
            <a:xfrm rot="0">
              <a:off x="2633" y="3287"/>
              <a:ext cx="3" cy="16"/>
            </a:xfrm>
            <a:custGeom>
              <a:avLst/>
              <a:ahLst/>
              <a:rect l="0" t="0" r="r" b="b"/>
              <a:pathLst>
                <a:path w="7" h="49">
                  <a:moveTo>
                    <a:pt x="0" y="0"/>
                  </a:moveTo>
                  <a:lnTo>
                    <a:pt x="4" y="49"/>
                  </a:lnTo>
                  <a:lnTo>
                    <a:pt x="7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79" name=""/>
            <p:cNvSpPr/>
            <p:nvPr/>
          </p:nvSpPr>
          <p:spPr>
            <a:xfrm rot="0">
              <a:off x="2635" y="330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80" name=""/>
            <p:cNvSpPr/>
            <p:nvPr/>
          </p:nvSpPr>
          <p:spPr>
            <a:xfrm rot="0">
              <a:off x="2631" y="3268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0" y="8"/>
                  </a:moveTo>
                  <a:lnTo>
                    <a:pt x="6" y="57"/>
                  </a:lnTo>
                  <a:lnTo>
                    <a:pt x="13" y="106"/>
                  </a:lnTo>
                  <a:lnTo>
                    <a:pt x="75" y="98"/>
                  </a:lnTo>
                  <a:lnTo>
                    <a:pt x="68" y="49"/>
                  </a:lnTo>
                  <a:lnTo>
                    <a:pt x="62" y="0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81" name=""/>
            <p:cNvSpPr/>
            <p:nvPr/>
          </p:nvSpPr>
          <p:spPr>
            <a:xfrm rot="0">
              <a:off x="2631" y="3268"/>
              <a:ext cx="25" cy="35"/>
            </a:xfrm>
            <a:custGeom>
              <a:avLst/>
              <a:ahLst/>
              <a:rect l="0" t="0" r="r" b="b"/>
              <a:pathLst>
                <a:path w="75" h="106">
                  <a:moveTo>
                    <a:pt x="0" y="8"/>
                  </a:moveTo>
                  <a:lnTo>
                    <a:pt x="6" y="57"/>
                  </a:lnTo>
                  <a:lnTo>
                    <a:pt x="13" y="106"/>
                  </a:lnTo>
                  <a:lnTo>
                    <a:pt x="75" y="98"/>
                  </a:lnTo>
                  <a:lnTo>
                    <a:pt x="68" y="49"/>
                  </a:lnTo>
                  <a:lnTo>
                    <a:pt x="62" y="0"/>
                  </a:lnTo>
                  <a:lnTo>
                    <a:pt x="0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82" name=""/>
            <p:cNvSpPr/>
            <p:nvPr/>
          </p:nvSpPr>
          <p:spPr>
            <a:xfrm rot="0">
              <a:off x="2654" y="3284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0" y="0"/>
                  </a:moveTo>
                  <a:lnTo>
                    <a:pt x="7" y="49"/>
                  </a:lnTo>
                  <a:lnTo>
                    <a:pt x="8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83" name=""/>
            <p:cNvSpPr/>
            <p:nvPr/>
          </p:nvSpPr>
          <p:spPr>
            <a:xfrm rot="0">
              <a:off x="2656" y="330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84" name=""/>
            <p:cNvSpPr/>
            <p:nvPr/>
          </p:nvSpPr>
          <p:spPr>
            <a:xfrm rot="0">
              <a:off x="2651" y="3265"/>
              <a:ext cx="26" cy="35"/>
            </a:xfrm>
            <a:custGeom>
              <a:avLst/>
              <a:ahLst/>
              <a:rect l="0" t="0" r="r" b="b"/>
              <a:pathLst>
                <a:path w="77" h="107">
                  <a:moveTo>
                    <a:pt x="0" y="9"/>
                  </a:moveTo>
                  <a:lnTo>
                    <a:pt x="8" y="58"/>
                  </a:lnTo>
                  <a:lnTo>
                    <a:pt x="16" y="107"/>
                  </a:lnTo>
                  <a:lnTo>
                    <a:pt x="77" y="98"/>
                  </a:lnTo>
                  <a:lnTo>
                    <a:pt x="69" y="49"/>
                  </a:lnTo>
                  <a:lnTo>
                    <a:pt x="61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85" name=""/>
            <p:cNvSpPr/>
            <p:nvPr/>
          </p:nvSpPr>
          <p:spPr>
            <a:xfrm rot="0">
              <a:off x="2651" y="3265"/>
              <a:ext cx="26" cy="35"/>
            </a:xfrm>
            <a:custGeom>
              <a:avLst/>
              <a:ahLst/>
              <a:rect l="0" t="0" r="r" b="b"/>
              <a:pathLst>
                <a:path w="77" h="107">
                  <a:moveTo>
                    <a:pt x="0" y="9"/>
                  </a:moveTo>
                  <a:lnTo>
                    <a:pt x="8" y="58"/>
                  </a:lnTo>
                  <a:lnTo>
                    <a:pt x="16" y="107"/>
                  </a:lnTo>
                  <a:lnTo>
                    <a:pt x="77" y="98"/>
                  </a:lnTo>
                  <a:lnTo>
                    <a:pt x="69" y="49"/>
                  </a:lnTo>
                  <a:lnTo>
                    <a:pt x="61" y="0"/>
                  </a:lnTo>
                  <a:lnTo>
                    <a:pt x="0" y="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86" name=""/>
            <p:cNvSpPr/>
            <p:nvPr/>
          </p:nvSpPr>
          <p:spPr>
            <a:xfrm rot="0">
              <a:off x="2674" y="3281"/>
              <a:ext cx="3" cy="16"/>
            </a:xfrm>
            <a:custGeom>
              <a:avLst/>
              <a:ahLst/>
              <a:rect l="0" t="0" r="r" b="b"/>
              <a:pathLst>
                <a:path w="8" h="49">
                  <a:moveTo>
                    <a:pt x="0" y="0"/>
                  </a:moveTo>
                  <a:lnTo>
                    <a:pt x="8" y="49"/>
                  </a:lnTo>
                  <a:lnTo>
                    <a:pt x="8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87" name=""/>
            <p:cNvSpPr/>
            <p:nvPr/>
          </p:nvSpPr>
          <p:spPr>
            <a:xfrm rot="0">
              <a:off x="2677" y="329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88" name=""/>
            <p:cNvSpPr/>
            <p:nvPr/>
          </p:nvSpPr>
          <p:spPr>
            <a:xfrm rot="0">
              <a:off x="2672" y="3261"/>
              <a:ext cx="25" cy="36"/>
            </a:xfrm>
            <a:custGeom>
              <a:avLst/>
              <a:ahLst/>
              <a:rect l="0" t="0" r="r" b="b"/>
              <a:pathLst>
                <a:path w="76" h="108">
                  <a:moveTo>
                    <a:pt x="0" y="10"/>
                  </a:moveTo>
                  <a:lnTo>
                    <a:pt x="8" y="59"/>
                  </a:lnTo>
                  <a:lnTo>
                    <a:pt x="16" y="108"/>
                  </a:lnTo>
                  <a:lnTo>
                    <a:pt x="76" y="98"/>
                  </a:lnTo>
                  <a:lnTo>
                    <a:pt x="69" y="49"/>
                  </a:lnTo>
                  <a:lnTo>
                    <a:pt x="61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89" name=""/>
            <p:cNvSpPr/>
            <p:nvPr/>
          </p:nvSpPr>
          <p:spPr>
            <a:xfrm rot="0">
              <a:off x="2672" y="3261"/>
              <a:ext cx="25" cy="36"/>
            </a:xfrm>
            <a:custGeom>
              <a:avLst/>
              <a:ahLst/>
              <a:rect l="0" t="0" r="r" b="b"/>
              <a:pathLst>
                <a:path w="76" h="108">
                  <a:moveTo>
                    <a:pt x="0" y="10"/>
                  </a:moveTo>
                  <a:lnTo>
                    <a:pt x="8" y="59"/>
                  </a:lnTo>
                  <a:lnTo>
                    <a:pt x="16" y="108"/>
                  </a:lnTo>
                  <a:lnTo>
                    <a:pt x="76" y="98"/>
                  </a:lnTo>
                  <a:lnTo>
                    <a:pt x="69" y="49"/>
                  </a:lnTo>
                  <a:lnTo>
                    <a:pt x="61" y="0"/>
                  </a:lnTo>
                  <a:lnTo>
                    <a:pt x="0" y="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90" name=""/>
            <p:cNvSpPr/>
            <p:nvPr/>
          </p:nvSpPr>
          <p:spPr>
            <a:xfrm rot="0">
              <a:off x="2695" y="3278"/>
              <a:ext cx="3" cy="16"/>
            </a:xfrm>
            <a:custGeom>
              <a:avLst/>
              <a:ahLst/>
              <a:rect l="0" t="0" r="r" b="b"/>
              <a:pathLst>
                <a:path w="10" h="49">
                  <a:moveTo>
                    <a:pt x="0" y="0"/>
                  </a:moveTo>
                  <a:lnTo>
                    <a:pt x="7" y="49"/>
                  </a:lnTo>
                  <a:lnTo>
                    <a:pt x="10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91" name=""/>
            <p:cNvSpPr/>
            <p:nvPr/>
          </p:nvSpPr>
          <p:spPr>
            <a:xfrm rot="0">
              <a:off x="2697" y="32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92" name=""/>
            <p:cNvSpPr/>
            <p:nvPr/>
          </p:nvSpPr>
          <p:spPr>
            <a:xfrm rot="0">
              <a:off x="2691" y="3257"/>
              <a:ext cx="27" cy="37"/>
            </a:xfrm>
            <a:custGeom>
              <a:avLst/>
              <a:ahLst/>
              <a:rect l="0" t="0" r="r" b="b"/>
              <a:pathLst>
                <a:path w="80" h="111">
                  <a:moveTo>
                    <a:pt x="0" y="13"/>
                  </a:moveTo>
                  <a:lnTo>
                    <a:pt x="11" y="62"/>
                  </a:lnTo>
                  <a:lnTo>
                    <a:pt x="21" y="111"/>
                  </a:lnTo>
                  <a:lnTo>
                    <a:pt x="80" y="98"/>
                  </a:lnTo>
                  <a:lnTo>
                    <a:pt x="70" y="49"/>
                  </a:lnTo>
                  <a:lnTo>
                    <a:pt x="60" y="0"/>
                  </a:lnTo>
                  <a:lnTo>
                    <a:pt x="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93" name=""/>
            <p:cNvSpPr/>
            <p:nvPr/>
          </p:nvSpPr>
          <p:spPr>
            <a:xfrm rot="0">
              <a:off x="2691" y="3257"/>
              <a:ext cx="27" cy="37"/>
            </a:xfrm>
            <a:custGeom>
              <a:avLst/>
              <a:ahLst/>
              <a:rect l="0" t="0" r="r" b="b"/>
              <a:pathLst>
                <a:path w="80" h="111">
                  <a:moveTo>
                    <a:pt x="0" y="13"/>
                  </a:moveTo>
                  <a:lnTo>
                    <a:pt x="11" y="62"/>
                  </a:lnTo>
                  <a:lnTo>
                    <a:pt x="21" y="111"/>
                  </a:lnTo>
                  <a:lnTo>
                    <a:pt x="80" y="98"/>
                  </a:lnTo>
                  <a:lnTo>
                    <a:pt x="70" y="49"/>
                  </a:lnTo>
                  <a:lnTo>
                    <a:pt x="60" y="0"/>
                  </a:lnTo>
                  <a:lnTo>
                    <a:pt x="0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94" name=""/>
            <p:cNvSpPr/>
            <p:nvPr/>
          </p:nvSpPr>
          <p:spPr>
            <a:xfrm rot="0">
              <a:off x="2714" y="3273"/>
              <a:ext cx="4" cy="17"/>
            </a:xfrm>
            <a:custGeom>
              <a:avLst/>
              <a:ahLst/>
              <a:rect l="0" t="0" r="r" b="b"/>
              <a:pathLst>
                <a:path w="12" h="49">
                  <a:moveTo>
                    <a:pt x="0" y="0"/>
                  </a:moveTo>
                  <a:lnTo>
                    <a:pt x="10" y="49"/>
                  </a:lnTo>
                  <a:lnTo>
                    <a:pt x="12" y="4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95" name=""/>
            <p:cNvSpPr/>
            <p:nvPr/>
          </p:nvSpPr>
          <p:spPr>
            <a:xfrm rot="0" flipV="1">
              <a:off x="2718" y="32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96" name=""/>
            <p:cNvSpPr/>
            <p:nvPr/>
          </p:nvSpPr>
          <p:spPr>
            <a:xfrm rot="0">
              <a:off x="2710" y="3253"/>
              <a:ext cx="28" cy="36"/>
            </a:xfrm>
            <a:custGeom>
              <a:avLst/>
              <a:ahLst/>
              <a:rect l="0" t="0" r="r" b="b"/>
              <a:pathLst>
                <a:path w="82" h="109">
                  <a:moveTo>
                    <a:pt x="0" y="14"/>
                  </a:moveTo>
                  <a:lnTo>
                    <a:pt x="12" y="62"/>
                  </a:lnTo>
                  <a:lnTo>
                    <a:pt x="24" y="109"/>
                  </a:lnTo>
                  <a:lnTo>
                    <a:pt x="82" y="95"/>
                  </a:lnTo>
                  <a:lnTo>
                    <a:pt x="70" y="48"/>
                  </a:lnTo>
                  <a:lnTo>
                    <a:pt x="58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97" name=""/>
            <p:cNvSpPr/>
            <p:nvPr/>
          </p:nvSpPr>
          <p:spPr>
            <a:xfrm rot="0">
              <a:off x="2710" y="3253"/>
              <a:ext cx="28" cy="36"/>
            </a:xfrm>
            <a:custGeom>
              <a:avLst/>
              <a:ahLst/>
              <a:rect l="0" t="0" r="r" b="b"/>
              <a:pathLst>
                <a:path w="82" h="109">
                  <a:moveTo>
                    <a:pt x="0" y="14"/>
                  </a:moveTo>
                  <a:lnTo>
                    <a:pt x="12" y="62"/>
                  </a:lnTo>
                  <a:lnTo>
                    <a:pt x="24" y="109"/>
                  </a:lnTo>
                  <a:lnTo>
                    <a:pt x="82" y="95"/>
                  </a:lnTo>
                  <a:lnTo>
                    <a:pt x="70" y="48"/>
                  </a:lnTo>
                  <a:lnTo>
                    <a:pt x="58" y="0"/>
                  </a:lnTo>
                  <a:lnTo>
                    <a:pt x="0" y="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798" name=""/>
            <p:cNvSpPr/>
            <p:nvPr/>
          </p:nvSpPr>
          <p:spPr>
            <a:xfrm rot="0">
              <a:off x="2734" y="3269"/>
              <a:ext cx="4" cy="15"/>
            </a:xfrm>
            <a:custGeom>
              <a:avLst/>
              <a:ahLst/>
              <a:rect l="0" t="0" r="r" b="b"/>
              <a:pathLst>
                <a:path w="14" h="47">
                  <a:moveTo>
                    <a:pt x="0" y="0"/>
                  </a:moveTo>
                  <a:lnTo>
                    <a:pt x="12" y="47"/>
                  </a:lnTo>
                  <a:lnTo>
                    <a:pt x="14" y="4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799" name=""/>
            <p:cNvSpPr/>
            <p:nvPr/>
          </p:nvSpPr>
          <p:spPr>
            <a:xfrm rot="0">
              <a:off x="2738" y="32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00" name=""/>
            <p:cNvSpPr/>
            <p:nvPr/>
          </p:nvSpPr>
          <p:spPr>
            <a:xfrm rot="0">
              <a:off x="2729" y="3247"/>
              <a:ext cx="28" cy="37"/>
            </a:xfrm>
            <a:custGeom>
              <a:avLst/>
              <a:ahLst/>
              <a:rect l="0" t="0" r="r" b="b"/>
              <a:pathLst>
                <a:path w="85" h="112">
                  <a:moveTo>
                    <a:pt x="0" y="17"/>
                  </a:moveTo>
                  <a:lnTo>
                    <a:pt x="14" y="65"/>
                  </a:lnTo>
                  <a:lnTo>
                    <a:pt x="28" y="112"/>
                  </a:lnTo>
                  <a:lnTo>
                    <a:pt x="85" y="96"/>
                  </a:lnTo>
                  <a:lnTo>
                    <a:pt x="71" y="48"/>
                  </a:lnTo>
                  <a:lnTo>
                    <a:pt x="57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01" name=""/>
            <p:cNvSpPr/>
            <p:nvPr/>
          </p:nvSpPr>
          <p:spPr>
            <a:xfrm rot="0">
              <a:off x="2729" y="3247"/>
              <a:ext cx="28" cy="37"/>
            </a:xfrm>
            <a:custGeom>
              <a:avLst/>
              <a:ahLst/>
              <a:rect l="0" t="0" r="r" b="b"/>
              <a:pathLst>
                <a:path w="85" h="112">
                  <a:moveTo>
                    <a:pt x="0" y="17"/>
                  </a:moveTo>
                  <a:lnTo>
                    <a:pt x="14" y="65"/>
                  </a:lnTo>
                  <a:lnTo>
                    <a:pt x="28" y="112"/>
                  </a:lnTo>
                  <a:lnTo>
                    <a:pt x="85" y="96"/>
                  </a:lnTo>
                  <a:lnTo>
                    <a:pt x="71" y="48"/>
                  </a:lnTo>
                  <a:lnTo>
                    <a:pt x="57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02" name=""/>
            <p:cNvSpPr/>
            <p:nvPr/>
          </p:nvSpPr>
          <p:spPr>
            <a:xfrm rot="0">
              <a:off x="2753" y="3263"/>
              <a:ext cx="4" cy="16"/>
            </a:xfrm>
            <a:custGeom>
              <a:avLst/>
              <a:ahLst/>
              <a:rect l="0" t="0" r="r" b="b"/>
              <a:pathLst>
                <a:path w="14" h="48">
                  <a:moveTo>
                    <a:pt x="0" y="0"/>
                  </a:moveTo>
                  <a:lnTo>
                    <a:pt x="14" y="48"/>
                  </a:lnTo>
                  <a:lnTo>
                    <a:pt x="14" y="4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03" name=""/>
            <p:cNvSpPr/>
            <p:nvPr/>
          </p:nvSpPr>
          <p:spPr>
            <a:xfrm rot="0">
              <a:off x="2757" y="32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04" name=""/>
            <p:cNvSpPr/>
            <p:nvPr/>
          </p:nvSpPr>
          <p:spPr>
            <a:xfrm rot="0">
              <a:off x="2748" y="3241"/>
              <a:ext cx="28" cy="38"/>
            </a:xfrm>
            <a:custGeom>
              <a:avLst/>
              <a:ahLst/>
              <a:rect l="0" t="0" r="r" b="b"/>
              <a:pathLst>
                <a:path w="84" h="113">
                  <a:moveTo>
                    <a:pt x="0" y="17"/>
                  </a:moveTo>
                  <a:lnTo>
                    <a:pt x="14" y="65"/>
                  </a:lnTo>
                  <a:lnTo>
                    <a:pt x="28" y="113"/>
                  </a:lnTo>
                  <a:lnTo>
                    <a:pt x="84" y="96"/>
                  </a:lnTo>
                  <a:lnTo>
                    <a:pt x="69" y="48"/>
                  </a:lnTo>
                  <a:lnTo>
                    <a:pt x="55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05" name=""/>
            <p:cNvSpPr/>
            <p:nvPr/>
          </p:nvSpPr>
          <p:spPr>
            <a:xfrm rot="0">
              <a:off x="2748" y="3241"/>
              <a:ext cx="28" cy="38"/>
            </a:xfrm>
            <a:custGeom>
              <a:avLst/>
              <a:ahLst/>
              <a:rect l="0" t="0" r="r" b="b"/>
              <a:pathLst>
                <a:path w="84" h="113">
                  <a:moveTo>
                    <a:pt x="0" y="17"/>
                  </a:moveTo>
                  <a:lnTo>
                    <a:pt x="14" y="65"/>
                  </a:lnTo>
                  <a:lnTo>
                    <a:pt x="28" y="113"/>
                  </a:lnTo>
                  <a:lnTo>
                    <a:pt x="84" y="96"/>
                  </a:lnTo>
                  <a:lnTo>
                    <a:pt x="69" y="48"/>
                  </a:lnTo>
                  <a:lnTo>
                    <a:pt x="55" y="0"/>
                  </a:lnTo>
                  <a:lnTo>
                    <a:pt x="0" y="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06" name=""/>
            <p:cNvSpPr/>
            <p:nvPr/>
          </p:nvSpPr>
          <p:spPr>
            <a:xfrm rot="0">
              <a:off x="2771" y="3257"/>
              <a:ext cx="6" cy="16"/>
            </a:xfrm>
            <a:custGeom>
              <a:avLst/>
              <a:ahLst/>
              <a:rect l="0" t="0" r="r" b="b"/>
              <a:pathLst>
                <a:path w="17" h="48">
                  <a:moveTo>
                    <a:pt x="0" y="0"/>
                  </a:moveTo>
                  <a:lnTo>
                    <a:pt x="15" y="48"/>
                  </a:lnTo>
                  <a:lnTo>
                    <a:pt x="17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07" name=""/>
            <p:cNvSpPr/>
            <p:nvPr/>
          </p:nvSpPr>
          <p:spPr>
            <a:xfrm rot="0" flipV="1">
              <a:off x="2776" y="32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08" name=""/>
            <p:cNvSpPr/>
            <p:nvPr/>
          </p:nvSpPr>
          <p:spPr>
            <a:xfrm rot="0">
              <a:off x="2766" y="3235"/>
              <a:ext cx="29" cy="38"/>
            </a:xfrm>
            <a:custGeom>
              <a:avLst/>
              <a:ahLst/>
              <a:rect l="0" t="0" r="r" b="b"/>
              <a:pathLst>
                <a:path w="87" h="112">
                  <a:moveTo>
                    <a:pt x="0" y="19"/>
                  </a:moveTo>
                  <a:lnTo>
                    <a:pt x="16" y="66"/>
                  </a:lnTo>
                  <a:lnTo>
                    <a:pt x="33" y="112"/>
                  </a:lnTo>
                  <a:lnTo>
                    <a:pt x="87" y="93"/>
                  </a:lnTo>
                  <a:lnTo>
                    <a:pt x="71" y="47"/>
                  </a:lnTo>
                  <a:lnTo>
                    <a:pt x="54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09" name=""/>
            <p:cNvSpPr/>
            <p:nvPr/>
          </p:nvSpPr>
          <p:spPr>
            <a:xfrm rot="0">
              <a:off x="2766" y="3235"/>
              <a:ext cx="29" cy="38"/>
            </a:xfrm>
            <a:custGeom>
              <a:avLst/>
              <a:ahLst/>
              <a:rect l="0" t="0" r="r" b="b"/>
              <a:pathLst>
                <a:path w="87" h="112">
                  <a:moveTo>
                    <a:pt x="0" y="19"/>
                  </a:moveTo>
                  <a:lnTo>
                    <a:pt x="16" y="66"/>
                  </a:lnTo>
                  <a:lnTo>
                    <a:pt x="33" y="112"/>
                  </a:lnTo>
                  <a:lnTo>
                    <a:pt x="87" y="93"/>
                  </a:lnTo>
                  <a:lnTo>
                    <a:pt x="71" y="47"/>
                  </a:lnTo>
                  <a:lnTo>
                    <a:pt x="54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10" name=""/>
            <p:cNvSpPr/>
            <p:nvPr/>
          </p:nvSpPr>
          <p:spPr>
            <a:xfrm rot="0">
              <a:off x="2789" y="3251"/>
              <a:ext cx="6" cy="15"/>
            </a:xfrm>
            <a:custGeom>
              <a:avLst/>
              <a:ahLst/>
              <a:rect l="0" t="0" r="r" b="b"/>
              <a:pathLst>
                <a:path w="18" h="46">
                  <a:moveTo>
                    <a:pt x="0" y="0"/>
                  </a:moveTo>
                  <a:lnTo>
                    <a:pt x="16" y="46"/>
                  </a:lnTo>
                  <a:lnTo>
                    <a:pt x="18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11" name=""/>
            <p:cNvSpPr/>
            <p:nvPr/>
          </p:nvSpPr>
          <p:spPr>
            <a:xfrm rot="0">
              <a:off x="2795" y="326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12" name=""/>
            <p:cNvSpPr/>
            <p:nvPr/>
          </p:nvSpPr>
          <p:spPr>
            <a:xfrm rot="0">
              <a:off x="2783" y="3228"/>
              <a:ext cx="30" cy="38"/>
            </a:xfrm>
            <a:custGeom>
              <a:avLst/>
              <a:ahLst/>
              <a:rect l="0" t="0" r="r" b="b"/>
              <a:pathLst>
                <a:path w="89" h="114">
                  <a:moveTo>
                    <a:pt x="0" y="21"/>
                  </a:moveTo>
                  <a:lnTo>
                    <a:pt x="18" y="68"/>
                  </a:lnTo>
                  <a:lnTo>
                    <a:pt x="36" y="114"/>
                  </a:lnTo>
                  <a:lnTo>
                    <a:pt x="89" y="93"/>
                  </a:lnTo>
                  <a:lnTo>
                    <a:pt x="71" y="47"/>
                  </a:lnTo>
                  <a:lnTo>
                    <a:pt x="52" y="0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13" name=""/>
            <p:cNvSpPr/>
            <p:nvPr/>
          </p:nvSpPr>
          <p:spPr>
            <a:xfrm rot="0">
              <a:off x="2783" y="3228"/>
              <a:ext cx="30" cy="38"/>
            </a:xfrm>
            <a:custGeom>
              <a:avLst/>
              <a:ahLst/>
              <a:rect l="0" t="0" r="r" b="b"/>
              <a:pathLst>
                <a:path w="89" h="114">
                  <a:moveTo>
                    <a:pt x="0" y="21"/>
                  </a:moveTo>
                  <a:lnTo>
                    <a:pt x="18" y="68"/>
                  </a:lnTo>
                  <a:lnTo>
                    <a:pt x="36" y="114"/>
                  </a:lnTo>
                  <a:lnTo>
                    <a:pt x="89" y="93"/>
                  </a:lnTo>
                  <a:lnTo>
                    <a:pt x="71" y="47"/>
                  </a:lnTo>
                  <a:lnTo>
                    <a:pt x="52" y="0"/>
                  </a:lnTo>
                  <a:lnTo>
                    <a:pt x="0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14" name=""/>
            <p:cNvSpPr/>
            <p:nvPr/>
          </p:nvSpPr>
          <p:spPr>
            <a:xfrm rot="0">
              <a:off x="2807" y="3244"/>
              <a:ext cx="6" cy="15"/>
            </a:xfrm>
            <a:custGeom>
              <a:avLst/>
              <a:ahLst/>
              <a:rect l="0" t="0" r="r" b="b"/>
              <a:pathLst>
                <a:path w="19" h="46">
                  <a:moveTo>
                    <a:pt x="0" y="0"/>
                  </a:moveTo>
                  <a:lnTo>
                    <a:pt x="18" y="46"/>
                  </a:lnTo>
                  <a:lnTo>
                    <a:pt x="19" y="4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15" name=""/>
            <p:cNvSpPr/>
            <p:nvPr/>
          </p:nvSpPr>
          <p:spPr>
            <a:xfrm rot="0" flipV="1">
              <a:off x="2813" y="325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16" name=""/>
            <p:cNvSpPr/>
            <p:nvPr/>
          </p:nvSpPr>
          <p:spPr>
            <a:xfrm rot="0">
              <a:off x="2800" y="3222"/>
              <a:ext cx="30" cy="37"/>
            </a:xfrm>
            <a:custGeom>
              <a:avLst/>
              <a:ahLst/>
              <a:rect l="0" t="0" r="r" b="b"/>
              <a:pathLst>
                <a:path w="89" h="112">
                  <a:moveTo>
                    <a:pt x="0" y="22"/>
                  </a:moveTo>
                  <a:lnTo>
                    <a:pt x="20" y="67"/>
                  </a:lnTo>
                  <a:lnTo>
                    <a:pt x="39" y="112"/>
                  </a:lnTo>
                  <a:lnTo>
                    <a:pt x="89" y="90"/>
                  </a:lnTo>
                  <a:lnTo>
                    <a:pt x="70" y="45"/>
                  </a:lnTo>
                  <a:lnTo>
                    <a:pt x="51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17" name=""/>
            <p:cNvSpPr/>
            <p:nvPr/>
          </p:nvSpPr>
          <p:spPr>
            <a:xfrm rot="0">
              <a:off x="2800" y="3222"/>
              <a:ext cx="30" cy="37"/>
            </a:xfrm>
            <a:custGeom>
              <a:avLst/>
              <a:ahLst/>
              <a:rect l="0" t="0" r="r" b="b"/>
              <a:pathLst>
                <a:path w="89" h="112">
                  <a:moveTo>
                    <a:pt x="0" y="22"/>
                  </a:moveTo>
                  <a:lnTo>
                    <a:pt x="20" y="67"/>
                  </a:lnTo>
                  <a:lnTo>
                    <a:pt x="39" y="112"/>
                  </a:lnTo>
                  <a:lnTo>
                    <a:pt x="89" y="90"/>
                  </a:lnTo>
                  <a:lnTo>
                    <a:pt x="70" y="45"/>
                  </a:lnTo>
                  <a:lnTo>
                    <a:pt x="51" y="0"/>
                  </a:lnTo>
                  <a:lnTo>
                    <a:pt x="0" y="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18" name=""/>
            <p:cNvSpPr/>
            <p:nvPr/>
          </p:nvSpPr>
          <p:spPr>
            <a:xfrm rot="0">
              <a:off x="2824" y="3237"/>
              <a:ext cx="7" cy="15"/>
            </a:xfrm>
            <a:custGeom>
              <a:avLst/>
              <a:ahLst/>
              <a:rect l="0" t="0" r="r" b="b"/>
              <a:pathLst>
                <a:path w="22" h="45">
                  <a:moveTo>
                    <a:pt x="0" y="0"/>
                  </a:moveTo>
                  <a:lnTo>
                    <a:pt x="19" y="45"/>
                  </a:lnTo>
                  <a:lnTo>
                    <a:pt x="22" y="4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19" name=""/>
            <p:cNvSpPr/>
            <p:nvPr/>
          </p:nvSpPr>
          <p:spPr>
            <a:xfrm rot="0">
              <a:off x="2830" y="325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20" name=""/>
            <p:cNvSpPr/>
            <p:nvPr/>
          </p:nvSpPr>
          <p:spPr>
            <a:xfrm rot="0">
              <a:off x="2816" y="3214"/>
              <a:ext cx="31" cy="38"/>
            </a:xfrm>
            <a:custGeom>
              <a:avLst/>
              <a:ahLst/>
              <a:rect l="0" t="0" r="r" b="b"/>
              <a:pathLst>
                <a:path w="92" h="113">
                  <a:moveTo>
                    <a:pt x="0" y="23"/>
                  </a:moveTo>
                  <a:lnTo>
                    <a:pt x="22" y="68"/>
                  </a:lnTo>
                  <a:lnTo>
                    <a:pt x="44" y="113"/>
                  </a:lnTo>
                  <a:lnTo>
                    <a:pt x="92" y="90"/>
                  </a:lnTo>
                  <a:lnTo>
                    <a:pt x="70" y="45"/>
                  </a:lnTo>
                  <a:lnTo>
                    <a:pt x="48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21" name=""/>
            <p:cNvSpPr/>
            <p:nvPr/>
          </p:nvSpPr>
          <p:spPr>
            <a:xfrm rot="0">
              <a:off x="2816" y="3214"/>
              <a:ext cx="31" cy="38"/>
            </a:xfrm>
            <a:custGeom>
              <a:avLst/>
              <a:ahLst/>
              <a:rect l="0" t="0" r="r" b="b"/>
              <a:pathLst>
                <a:path w="92" h="113">
                  <a:moveTo>
                    <a:pt x="0" y="23"/>
                  </a:moveTo>
                  <a:lnTo>
                    <a:pt x="22" y="68"/>
                  </a:lnTo>
                  <a:lnTo>
                    <a:pt x="44" y="113"/>
                  </a:lnTo>
                  <a:lnTo>
                    <a:pt x="92" y="90"/>
                  </a:lnTo>
                  <a:lnTo>
                    <a:pt x="70" y="45"/>
                  </a:lnTo>
                  <a:lnTo>
                    <a:pt x="48" y="0"/>
                  </a:lnTo>
                  <a:lnTo>
                    <a:pt x="0" y="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22" name=""/>
            <p:cNvSpPr/>
            <p:nvPr/>
          </p:nvSpPr>
          <p:spPr>
            <a:xfrm rot="0">
              <a:off x="2840" y="3229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0" y="0"/>
                  </a:moveTo>
                  <a:lnTo>
                    <a:pt x="22" y="45"/>
                  </a:lnTo>
                  <a:lnTo>
                    <a:pt x="24" y="4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23" name=""/>
            <p:cNvSpPr/>
            <p:nvPr/>
          </p:nvSpPr>
          <p:spPr>
            <a:xfrm rot="0" flipV="1">
              <a:off x="2847" y="324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24" name=""/>
            <p:cNvSpPr/>
            <p:nvPr/>
          </p:nvSpPr>
          <p:spPr>
            <a:xfrm rot="0">
              <a:off x="2831" y="3206"/>
              <a:ext cx="32" cy="38"/>
            </a:xfrm>
            <a:custGeom>
              <a:avLst/>
              <a:ahLst/>
              <a:rect l="0" t="0" r="r" b="b"/>
              <a:pathLst>
                <a:path w="96" h="114">
                  <a:moveTo>
                    <a:pt x="0" y="26"/>
                  </a:moveTo>
                  <a:lnTo>
                    <a:pt x="25" y="70"/>
                  </a:lnTo>
                  <a:lnTo>
                    <a:pt x="49" y="114"/>
                  </a:lnTo>
                  <a:lnTo>
                    <a:pt x="96" y="88"/>
                  </a:lnTo>
                  <a:lnTo>
                    <a:pt x="71" y="44"/>
                  </a:lnTo>
                  <a:lnTo>
                    <a:pt x="47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25" name=""/>
            <p:cNvSpPr/>
            <p:nvPr/>
          </p:nvSpPr>
          <p:spPr>
            <a:xfrm rot="0">
              <a:off x="2831" y="3206"/>
              <a:ext cx="32" cy="38"/>
            </a:xfrm>
            <a:custGeom>
              <a:avLst/>
              <a:ahLst/>
              <a:rect l="0" t="0" r="r" b="b"/>
              <a:pathLst>
                <a:path w="96" h="114">
                  <a:moveTo>
                    <a:pt x="0" y="26"/>
                  </a:moveTo>
                  <a:lnTo>
                    <a:pt x="25" y="70"/>
                  </a:lnTo>
                  <a:lnTo>
                    <a:pt x="49" y="114"/>
                  </a:lnTo>
                  <a:lnTo>
                    <a:pt x="96" y="88"/>
                  </a:lnTo>
                  <a:lnTo>
                    <a:pt x="71" y="44"/>
                  </a:lnTo>
                  <a:lnTo>
                    <a:pt x="47" y="0"/>
                  </a:lnTo>
                  <a:lnTo>
                    <a:pt x="0" y="2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26" name=""/>
            <p:cNvSpPr/>
            <p:nvPr/>
          </p:nvSpPr>
          <p:spPr>
            <a:xfrm rot="0">
              <a:off x="2855" y="3220"/>
              <a:ext cx="9" cy="15"/>
            </a:xfrm>
            <a:custGeom>
              <a:avLst/>
              <a:ahLst/>
              <a:rect l="0" t="0" r="r" b="b"/>
              <a:pathLst>
                <a:path w="26" h="44">
                  <a:moveTo>
                    <a:pt x="0" y="0"/>
                  </a:moveTo>
                  <a:lnTo>
                    <a:pt x="25" y="44"/>
                  </a:lnTo>
                  <a:lnTo>
                    <a:pt x="26" y="4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27" name=""/>
            <p:cNvSpPr/>
            <p:nvPr/>
          </p:nvSpPr>
          <p:spPr>
            <a:xfrm rot="0" flipV="1">
              <a:off x="2863" y="32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28" name=""/>
            <p:cNvSpPr/>
            <p:nvPr/>
          </p:nvSpPr>
          <p:spPr>
            <a:xfrm rot="0">
              <a:off x="2846" y="3198"/>
              <a:ext cx="32" cy="37"/>
            </a:xfrm>
            <a:custGeom>
              <a:avLst/>
              <a:ahLst/>
              <a:rect l="0" t="0" r="r" b="b"/>
              <a:pathLst>
                <a:path w="96" h="111">
                  <a:moveTo>
                    <a:pt x="0" y="25"/>
                  </a:moveTo>
                  <a:lnTo>
                    <a:pt x="26" y="68"/>
                  </a:lnTo>
                  <a:lnTo>
                    <a:pt x="52" y="111"/>
                  </a:lnTo>
                  <a:lnTo>
                    <a:pt x="96" y="85"/>
                  </a:lnTo>
                  <a:lnTo>
                    <a:pt x="70" y="42"/>
                  </a:lnTo>
                  <a:lnTo>
                    <a:pt x="44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29" name=""/>
            <p:cNvSpPr/>
            <p:nvPr/>
          </p:nvSpPr>
          <p:spPr>
            <a:xfrm rot="0">
              <a:off x="2846" y="3198"/>
              <a:ext cx="32" cy="37"/>
            </a:xfrm>
            <a:custGeom>
              <a:avLst/>
              <a:ahLst/>
              <a:rect l="0" t="0" r="r" b="b"/>
              <a:pathLst>
                <a:path w="96" h="111">
                  <a:moveTo>
                    <a:pt x="0" y="25"/>
                  </a:moveTo>
                  <a:lnTo>
                    <a:pt x="26" y="68"/>
                  </a:lnTo>
                  <a:lnTo>
                    <a:pt x="52" y="111"/>
                  </a:lnTo>
                  <a:lnTo>
                    <a:pt x="96" y="85"/>
                  </a:lnTo>
                  <a:lnTo>
                    <a:pt x="70" y="42"/>
                  </a:lnTo>
                  <a:lnTo>
                    <a:pt x="44" y="0"/>
                  </a:lnTo>
                  <a:lnTo>
                    <a:pt x="0" y="2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30" name=""/>
            <p:cNvSpPr/>
            <p:nvPr/>
          </p:nvSpPr>
          <p:spPr>
            <a:xfrm rot="0">
              <a:off x="2870" y="3212"/>
              <a:ext cx="9" cy="14"/>
            </a:xfrm>
            <a:custGeom>
              <a:avLst/>
              <a:ahLst/>
              <a:rect l="0" t="0" r="r" b="b"/>
              <a:pathLst>
                <a:path w="27" h="43">
                  <a:moveTo>
                    <a:pt x="0" y="0"/>
                  </a:moveTo>
                  <a:lnTo>
                    <a:pt x="26" y="43"/>
                  </a:lnTo>
                  <a:lnTo>
                    <a:pt x="27" y="4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31" name=""/>
            <p:cNvSpPr/>
            <p:nvPr/>
          </p:nvSpPr>
          <p:spPr>
            <a:xfrm rot="0" flipV="1">
              <a:off x="2878" y="32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32" name=""/>
            <p:cNvSpPr/>
            <p:nvPr/>
          </p:nvSpPr>
          <p:spPr>
            <a:xfrm rot="0">
              <a:off x="2861" y="3189"/>
              <a:ext cx="32" cy="36"/>
            </a:xfrm>
            <a:custGeom>
              <a:avLst/>
              <a:ahLst/>
              <a:rect l="0" t="0" r="r" b="b"/>
              <a:pathLst>
                <a:path w="97" h="109">
                  <a:moveTo>
                    <a:pt x="0" y="27"/>
                  </a:moveTo>
                  <a:lnTo>
                    <a:pt x="27" y="68"/>
                  </a:lnTo>
                  <a:lnTo>
                    <a:pt x="54" y="109"/>
                  </a:lnTo>
                  <a:lnTo>
                    <a:pt x="97" y="82"/>
                  </a:lnTo>
                  <a:lnTo>
                    <a:pt x="70" y="41"/>
                  </a:lnTo>
                  <a:lnTo>
                    <a:pt x="43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33" name=""/>
            <p:cNvSpPr/>
            <p:nvPr/>
          </p:nvSpPr>
          <p:spPr>
            <a:xfrm rot="0">
              <a:off x="2861" y="3189"/>
              <a:ext cx="32" cy="36"/>
            </a:xfrm>
            <a:custGeom>
              <a:avLst/>
              <a:ahLst/>
              <a:rect l="0" t="0" r="r" b="b"/>
              <a:pathLst>
                <a:path w="97" h="109">
                  <a:moveTo>
                    <a:pt x="0" y="27"/>
                  </a:moveTo>
                  <a:lnTo>
                    <a:pt x="27" y="68"/>
                  </a:lnTo>
                  <a:lnTo>
                    <a:pt x="54" y="109"/>
                  </a:lnTo>
                  <a:lnTo>
                    <a:pt x="97" y="82"/>
                  </a:lnTo>
                  <a:lnTo>
                    <a:pt x="70" y="41"/>
                  </a:lnTo>
                  <a:lnTo>
                    <a:pt x="43" y="0"/>
                  </a:lnTo>
                  <a:lnTo>
                    <a:pt x="0" y="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34" name=""/>
            <p:cNvSpPr/>
            <p:nvPr/>
          </p:nvSpPr>
          <p:spPr>
            <a:xfrm rot="0">
              <a:off x="2884" y="3203"/>
              <a:ext cx="9" cy="13"/>
            </a:xfrm>
            <a:custGeom>
              <a:avLst/>
              <a:ahLst/>
              <a:rect l="0" t="0" r="r" b="b"/>
              <a:pathLst>
                <a:path w="28" h="41">
                  <a:moveTo>
                    <a:pt x="0" y="0"/>
                  </a:moveTo>
                  <a:lnTo>
                    <a:pt x="27" y="41"/>
                  </a:lnTo>
                  <a:lnTo>
                    <a:pt x="28" y="4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35" name=""/>
            <p:cNvSpPr/>
            <p:nvPr/>
          </p:nvSpPr>
          <p:spPr>
            <a:xfrm rot="0" flipV="1">
              <a:off x="2893" y="321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36" name=""/>
            <p:cNvSpPr/>
            <p:nvPr/>
          </p:nvSpPr>
          <p:spPr>
            <a:xfrm rot="0">
              <a:off x="2874" y="3180"/>
              <a:ext cx="33" cy="36"/>
            </a:xfrm>
            <a:custGeom>
              <a:avLst/>
              <a:ahLst/>
              <a:rect l="0" t="0" r="r" b="b"/>
              <a:pathLst>
                <a:path w="97" h="108">
                  <a:moveTo>
                    <a:pt x="0" y="28"/>
                  </a:moveTo>
                  <a:lnTo>
                    <a:pt x="29" y="68"/>
                  </a:lnTo>
                  <a:lnTo>
                    <a:pt x="57" y="108"/>
                  </a:lnTo>
                  <a:lnTo>
                    <a:pt x="97" y="80"/>
                  </a:lnTo>
                  <a:lnTo>
                    <a:pt x="69" y="40"/>
                  </a:lnTo>
                  <a:lnTo>
                    <a:pt x="40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37" name=""/>
            <p:cNvSpPr/>
            <p:nvPr/>
          </p:nvSpPr>
          <p:spPr>
            <a:xfrm rot="0">
              <a:off x="2874" y="3180"/>
              <a:ext cx="33" cy="36"/>
            </a:xfrm>
            <a:custGeom>
              <a:avLst/>
              <a:ahLst/>
              <a:rect l="0" t="0" r="r" b="b"/>
              <a:pathLst>
                <a:path w="97" h="108">
                  <a:moveTo>
                    <a:pt x="0" y="28"/>
                  </a:moveTo>
                  <a:lnTo>
                    <a:pt x="29" y="68"/>
                  </a:lnTo>
                  <a:lnTo>
                    <a:pt x="57" y="108"/>
                  </a:lnTo>
                  <a:lnTo>
                    <a:pt x="97" y="80"/>
                  </a:lnTo>
                  <a:lnTo>
                    <a:pt x="69" y="40"/>
                  </a:lnTo>
                  <a:lnTo>
                    <a:pt x="40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38" name=""/>
            <p:cNvSpPr/>
            <p:nvPr/>
          </p:nvSpPr>
          <p:spPr>
            <a:xfrm rot="0">
              <a:off x="2897" y="3193"/>
              <a:ext cx="11" cy="14"/>
            </a:xfrm>
            <a:custGeom>
              <a:avLst/>
              <a:ahLst/>
              <a:rect l="0" t="0" r="r" b="b"/>
              <a:pathLst>
                <a:path w="31" h="40">
                  <a:moveTo>
                    <a:pt x="0" y="0"/>
                  </a:moveTo>
                  <a:lnTo>
                    <a:pt x="28" y="40"/>
                  </a:lnTo>
                  <a:lnTo>
                    <a:pt x="31" y="3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39" name=""/>
            <p:cNvSpPr/>
            <p:nvPr/>
          </p:nvSpPr>
          <p:spPr>
            <a:xfrm rot="0" flipV="1">
              <a:off x="2907" y="32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40" name=""/>
            <p:cNvSpPr/>
            <p:nvPr/>
          </p:nvSpPr>
          <p:spPr>
            <a:xfrm rot="0">
              <a:off x="2887" y="3170"/>
              <a:ext cx="33" cy="36"/>
            </a:xfrm>
            <a:custGeom>
              <a:avLst/>
              <a:ahLst/>
              <a:rect l="0" t="0" r="r" b="b"/>
              <a:pathLst>
                <a:path w="98" h="107">
                  <a:moveTo>
                    <a:pt x="0" y="30"/>
                  </a:moveTo>
                  <a:lnTo>
                    <a:pt x="31" y="69"/>
                  </a:lnTo>
                  <a:lnTo>
                    <a:pt x="62" y="107"/>
                  </a:lnTo>
                  <a:lnTo>
                    <a:pt x="98" y="78"/>
                  </a:lnTo>
                  <a:lnTo>
                    <a:pt x="67" y="39"/>
                  </a:lnTo>
                  <a:lnTo>
                    <a:pt x="36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41" name=""/>
            <p:cNvSpPr/>
            <p:nvPr/>
          </p:nvSpPr>
          <p:spPr>
            <a:xfrm rot="0">
              <a:off x="2887" y="3170"/>
              <a:ext cx="33" cy="36"/>
            </a:xfrm>
            <a:custGeom>
              <a:avLst/>
              <a:ahLst/>
              <a:rect l="0" t="0" r="r" b="b"/>
              <a:pathLst>
                <a:path w="98" h="107">
                  <a:moveTo>
                    <a:pt x="0" y="30"/>
                  </a:moveTo>
                  <a:lnTo>
                    <a:pt x="31" y="69"/>
                  </a:lnTo>
                  <a:lnTo>
                    <a:pt x="62" y="107"/>
                  </a:lnTo>
                  <a:lnTo>
                    <a:pt x="98" y="78"/>
                  </a:lnTo>
                  <a:lnTo>
                    <a:pt x="67" y="39"/>
                  </a:lnTo>
                  <a:lnTo>
                    <a:pt x="36" y="0"/>
                  </a:lnTo>
                  <a:lnTo>
                    <a:pt x="0" y="3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42" name=""/>
            <p:cNvSpPr/>
            <p:nvPr/>
          </p:nvSpPr>
          <p:spPr>
            <a:xfrm rot="0">
              <a:off x="2909" y="3183"/>
              <a:ext cx="11" cy="13"/>
            </a:xfrm>
            <a:custGeom>
              <a:avLst/>
              <a:ahLst/>
              <a:rect l="0" t="0" r="r" b="b"/>
              <a:pathLst>
                <a:path w="33" h="39">
                  <a:moveTo>
                    <a:pt x="0" y="0"/>
                  </a:moveTo>
                  <a:lnTo>
                    <a:pt x="31" y="39"/>
                  </a:lnTo>
                  <a:lnTo>
                    <a:pt x="33" y="3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43" name=""/>
            <p:cNvSpPr/>
            <p:nvPr/>
          </p:nvSpPr>
          <p:spPr>
            <a:xfrm rot="0" flipV="1">
              <a:off x="2920" y="319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44" name=""/>
            <p:cNvSpPr/>
            <p:nvPr/>
          </p:nvSpPr>
          <p:spPr>
            <a:xfrm rot="0">
              <a:off x="2898" y="3160"/>
              <a:ext cx="34" cy="36"/>
            </a:xfrm>
            <a:custGeom>
              <a:avLst/>
              <a:ahLst/>
              <a:rect l="0" t="0" r="r" b="b"/>
              <a:pathLst>
                <a:path w="102" h="106">
                  <a:moveTo>
                    <a:pt x="0" y="31"/>
                  </a:moveTo>
                  <a:lnTo>
                    <a:pt x="34" y="69"/>
                  </a:lnTo>
                  <a:lnTo>
                    <a:pt x="67" y="106"/>
                  </a:lnTo>
                  <a:lnTo>
                    <a:pt x="102" y="75"/>
                  </a:lnTo>
                  <a:lnTo>
                    <a:pt x="69" y="38"/>
                  </a:lnTo>
                  <a:lnTo>
                    <a:pt x="35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45" name=""/>
            <p:cNvSpPr/>
            <p:nvPr/>
          </p:nvSpPr>
          <p:spPr>
            <a:xfrm rot="0">
              <a:off x="2898" y="3160"/>
              <a:ext cx="34" cy="36"/>
            </a:xfrm>
            <a:custGeom>
              <a:avLst/>
              <a:ahLst/>
              <a:rect l="0" t="0" r="r" b="b"/>
              <a:pathLst>
                <a:path w="102" h="106">
                  <a:moveTo>
                    <a:pt x="0" y="31"/>
                  </a:moveTo>
                  <a:lnTo>
                    <a:pt x="34" y="69"/>
                  </a:lnTo>
                  <a:lnTo>
                    <a:pt x="67" y="106"/>
                  </a:lnTo>
                  <a:lnTo>
                    <a:pt x="102" y="75"/>
                  </a:lnTo>
                  <a:lnTo>
                    <a:pt x="69" y="38"/>
                  </a:lnTo>
                  <a:lnTo>
                    <a:pt x="35" y="0"/>
                  </a:lnTo>
                  <a:lnTo>
                    <a:pt x="0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46" name=""/>
            <p:cNvSpPr/>
            <p:nvPr/>
          </p:nvSpPr>
          <p:spPr>
            <a:xfrm rot="0">
              <a:off x="2921" y="3173"/>
              <a:ext cx="12" cy="12"/>
            </a:xfrm>
            <a:custGeom>
              <a:avLst/>
              <a:ahLst/>
              <a:rect l="0" t="0" r="r" b="b"/>
              <a:pathLst>
                <a:path w="35" h="37">
                  <a:moveTo>
                    <a:pt x="0" y="0"/>
                  </a:moveTo>
                  <a:lnTo>
                    <a:pt x="33" y="37"/>
                  </a:lnTo>
                  <a:lnTo>
                    <a:pt x="35" y="3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47" name=""/>
            <p:cNvSpPr/>
            <p:nvPr/>
          </p:nvSpPr>
          <p:spPr>
            <a:xfrm rot="0" flipV="1">
              <a:off x="2932" y="318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48" name=""/>
            <p:cNvSpPr/>
            <p:nvPr/>
          </p:nvSpPr>
          <p:spPr>
            <a:xfrm rot="0">
              <a:off x="2909" y="3151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0" y="32"/>
                  </a:moveTo>
                  <a:lnTo>
                    <a:pt x="35" y="67"/>
                  </a:lnTo>
                  <a:lnTo>
                    <a:pt x="70" y="102"/>
                  </a:lnTo>
                  <a:lnTo>
                    <a:pt x="102" y="70"/>
                  </a:lnTo>
                  <a:lnTo>
                    <a:pt x="67" y="35"/>
                  </a:lnTo>
                  <a:lnTo>
                    <a:pt x="32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49" name=""/>
            <p:cNvSpPr/>
            <p:nvPr/>
          </p:nvSpPr>
          <p:spPr>
            <a:xfrm rot="0">
              <a:off x="2909" y="3151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0" y="32"/>
                  </a:moveTo>
                  <a:lnTo>
                    <a:pt x="35" y="67"/>
                  </a:lnTo>
                  <a:lnTo>
                    <a:pt x="70" y="102"/>
                  </a:lnTo>
                  <a:lnTo>
                    <a:pt x="102" y="70"/>
                  </a:lnTo>
                  <a:lnTo>
                    <a:pt x="67" y="35"/>
                  </a:lnTo>
                  <a:lnTo>
                    <a:pt x="32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50" name=""/>
            <p:cNvSpPr/>
            <p:nvPr/>
          </p:nvSpPr>
          <p:spPr>
            <a:xfrm rot="0">
              <a:off x="2932" y="3162"/>
              <a:ext cx="12" cy="12"/>
            </a:xfrm>
            <a:custGeom>
              <a:avLst/>
              <a:ahLst/>
              <a:rect l="0" t="0" r="r" b="b"/>
              <a:pathLst>
                <a:path w="38" h="35">
                  <a:moveTo>
                    <a:pt x="0" y="0"/>
                  </a:moveTo>
                  <a:lnTo>
                    <a:pt x="35" y="35"/>
                  </a:lnTo>
                  <a:lnTo>
                    <a:pt x="38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51" name=""/>
            <p:cNvSpPr/>
            <p:nvPr/>
          </p:nvSpPr>
          <p:spPr>
            <a:xfrm rot="0" flipV="1">
              <a:off x="2943" y="317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52" name=""/>
            <p:cNvSpPr/>
            <p:nvPr/>
          </p:nvSpPr>
          <p:spPr>
            <a:xfrm rot="0">
              <a:off x="2919" y="3141"/>
              <a:ext cx="35" cy="32"/>
            </a:xfrm>
            <a:custGeom>
              <a:avLst/>
              <a:ahLst/>
              <a:rect l="0" t="0" r="r" b="b"/>
              <a:pathLst>
                <a:path w="103" h="97">
                  <a:moveTo>
                    <a:pt x="0" y="32"/>
                  </a:moveTo>
                  <a:lnTo>
                    <a:pt x="37" y="65"/>
                  </a:lnTo>
                  <a:lnTo>
                    <a:pt x="75" y="97"/>
                  </a:lnTo>
                  <a:lnTo>
                    <a:pt x="103" y="65"/>
                  </a:lnTo>
                  <a:lnTo>
                    <a:pt x="65" y="32"/>
                  </a:lnTo>
                  <a:lnTo>
                    <a:pt x="28" y="0"/>
                  </a:lnTo>
                  <a:lnTo>
                    <a:pt x="0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53" name=""/>
            <p:cNvSpPr/>
            <p:nvPr/>
          </p:nvSpPr>
          <p:spPr>
            <a:xfrm rot="0">
              <a:off x="2919" y="3141"/>
              <a:ext cx="35" cy="32"/>
            </a:xfrm>
            <a:custGeom>
              <a:avLst/>
              <a:ahLst/>
              <a:rect l="0" t="0" r="r" b="b"/>
              <a:pathLst>
                <a:path w="103" h="97">
                  <a:moveTo>
                    <a:pt x="0" y="32"/>
                  </a:moveTo>
                  <a:lnTo>
                    <a:pt x="37" y="65"/>
                  </a:lnTo>
                  <a:lnTo>
                    <a:pt x="75" y="97"/>
                  </a:lnTo>
                  <a:lnTo>
                    <a:pt x="103" y="65"/>
                  </a:lnTo>
                  <a:lnTo>
                    <a:pt x="65" y="32"/>
                  </a:lnTo>
                  <a:lnTo>
                    <a:pt x="28" y="0"/>
                  </a:lnTo>
                  <a:lnTo>
                    <a:pt x="0" y="3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54" name=""/>
            <p:cNvSpPr/>
            <p:nvPr/>
          </p:nvSpPr>
          <p:spPr>
            <a:xfrm rot="0">
              <a:off x="2941" y="3151"/>
              <a:ext cx="14" cy="11"/>
            </a:xfrm>
            <a:custGeom>
              <a:avLst/>
              <a:ahLst/>
              <a:rect l="0" t="0" r="r" b="b"/>
              <a:pathLst>
                <a:path w="41" h="33">
                  <a:moveTo>
                    <a:pt x="0" y="0"/>
                  </a:moveTo>
                  <a:lnTo>
                    <a:pt x="38" y="33"/>
                  </a:lnTo>
                  <a:lnTo>
                    <a:pt x="41" y="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55" name=""/>
            <p:cNvSpPr/>
            <p:nvPr/>
          </p:nvSpPr>
          <p:spPr>
            <a:xfrm rot="0" flipV="1">
              <a:off x="2954" y="316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56" name=""/>
            <p:cNvSpPr/>
            <p:nvPr/>
          </p:nvSpPr>
          <p:spPr>
            <a:xfrm rot="0">
              <a:off x="2928" y="3130"/>
              <a:ext cx="35" cy="31"/>
            </a:xfrm>
            <a:custGeom>
              <a:avLst/>
              <a:ahLst/>
              <a:rect l="0" t="0" r="r" b="b"/>
              <a:pathLst>
                <a:path w="106" h="93">
                  <a:moveTo>
                    <a:pt x="0" y="34"/>
                  </a:moveTo>
                  <a:lnTo>
                    <a:pt x="40" y="63"/>
                  </a:lnTo>
                  <a:lnTo>
                    <a:pt x="81" y="93"/>
                  </a:lnTo>
                  <a:lnTo>
                    <a:pt x="106" y="60"/>
                  </a:lnTo>
                  <a:lnTo>
                    <a:pt x="66" y="30"/>
                  </a:lnTo>
                  <a:lnTo>
                    <a:pt x="26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57" name=""/>
            <p:cNvSpPr/>
            <p:nvPr/>
          </p:nvSpPr>
          <p:spPr>
            <a:xfrm rot="0">
              <a:off x="2928" y="3130"/>
              <a:ext cx="35" cy="31"/>
            </a:xfrm>
            <a:custGeom>
              <a:avLst/>
              <a:ahLst/>
              <a:rect l="0" t="0" r="r" b="b"/>
              <a:pathLst>
                <a:path w="106" h="93">
                  <a:moveTo>
                    <a:pt x="0" y="34"/>
                  </a:moveTo>
                  <a:lnTo>
                    <a:pt x="40" y="63"/>
                  </a:lnTo>
                  <a:lnTo>
                    <a:pt x="81" y="93"/>
                  </a:lnTo>
                  <a:lnTo>
                    <a:pt x="106" y="60"/>
                  </a:lnTo>
                  <a:lnTo>
                    <a:pt x="66" y="30"/>
                  </a:lnTo>
                  <a:lnTo>
                    <a:pt x="26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58" name=""/>
            <p:cNvSpPr/>
            <p:nvPr/>
          </p:nvSpPr>
          <p:spPr>
            <a:xfrm rot="0">
              <a:off x="2950" y="3140"/>
              <a:ext cx="14" cy="10"/>
            </a:xfrm>
            <a:custGeom>
              <a:avLst/>
              <a:ahLst/>
              <a:rect l="0" t="0" r="r" b="b"/>
              <a:pathLst>
                <a:path w="42" h="30">
                  <a:moveTo>
                    <a:pt x="0" y="0"/>
                  </a:moveTo>
                  <a:lnTo>
                    <a:pt x="40" y="30"/>
                  </a:lnTo>
                  <a:lnTo>
                    <a:pt x="42" y="2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59" name=""/>
            <p:cNvSpPr/>
            <p:nvPr/>
          </p:nvSpPr>
          <p:spPr>
            <a:xfrm rot="0" flipV="1">
              <a:off x="2963" y="315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60" name=""/>
            <p:cNvSpPr/>
            <p:nvPr/>
          </p:nvSpPr>
          <p:spPr>
            <a:xfrm rot="0">
              <a:off x="2936" y="3120"/>
              <a:ext cx="35" cy="30"/>
            </a:xfrm>
            <a:custGeom>
              <a:avLst/>
              <a:ahLst/>
              <a:rect l="0" t="0" r="r" b="b"/>
              <a:pathLst>
                <a:path w="106" h="90">
                  <a:moveTo>
                    <a:pt x="0" y="33"/>
                  </a:moveTo>
                  <a:lnTo>
                    <a:pt x="41" y="62"/>
                  </a:lnTo>
                  <a:lnTo>
                    <a:pt x="83" y="90"/>
                  </a:lnTo>
                  <a:lnTo>
                    <a:pt x="106" y="57"/>
                  </a:lnTo>
                  <a:lnTo>
                    <a:pt x="65" y="28"/>
                  </a:lnTo>
                  <a:lnTo>
                    <a:pt x="23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61" name=""/>
            <p:cNvSpPr/>
            <p:nvPr/>
          </p:nvSpPr>
          <p:spPr>
            <a:xfrm rot="0">
              <a:off x="2936" y="3120"/>
              <a:ext cx="35" cy="30"/>
            </a:xfrm>
            <a:custGeom>
              <a:avLst/>
              <a:ahLst/>
              <a:rect l="0" t="0" r="r" b="b"/>
              <a:pathLst>
                <a:path w="106" h="90">
                  <a:moveTo>
                    <a:pt x="0" y="33"/>
                  </a:moveTo>
                  <a:lnTo>
                    <a:pt x="41" y="62"/>
                  </a:lnTo>
                  <a:lnTo>
                    <a:pt x="83" y="90"/>
                  </a:lnTo>
                  <a:lnTo>
                    <a:pt x="106" y="57"/>
                  </a:lnTo>
                  <a:lnTo>
                    <a:pt x="65" y="28"/>
                  </a:lnTo>
                  <a:lnTo>
                    <a:pt x="23" y="0"/>
                  </a:lnTo>
                  <a:lnTo>
                    <a:pt x="0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62" name=""/>
            <p:cNvSpPr/>
            <p:nvPr/>
          </p:nvSpPr>
          <p:spPr>
            <a:xfrm rot="0">
              <a:off x="2958" y="3129"/>
              <a:ext cx="14" cy="10"/>
            </a:xfrm>
            <a:custGeom>
              <a:avLst/>
              <a:ahLst/>
              <a:rect l="0" t="0" r="r" b="b"/>
              <a:pathLst>
                <a:path w="42" h="29">
                  <a:moveTo>
                    <a:pt x="0" y="0"/>
                  </a:moveTo>
                  <a:lnTo>
                    <a:pt x="41" y="29"/>
                  </a:lnTo>
                  <a:lnTo>
                    <a:pt x="42" y="2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63" name=""/>
            <p:cNvSpPr/>
            <p:nvPr/>
          </p:nvSpPr>
          <p:spPr>
            <a:xfrm rot="0" flipV="1">
              <a:off x="2971" y="313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64" name=""/>
            <p:cNvSpPr/>
            <p:nvPr/>
          </p:nvSpPr>
          <p:spPr>
            <a:xfrm rot="0">
              <a:off x="2943" y="3109"/>
              <a:ext cx="36" cy="29"/>
            </a:xfrm>
            <a:custGeom>
              <a:avLst/>
              <a:ahLst/>
              <a:rect l="0" t="0" r="r" b="b"/>
              <a:pathLst>
                <a:path w="106" h="86">
                  <a:moveTo>
                    <a:pt x="0" y="34"/>
                  </a:moveTo>
                  <a:lnTo>
                    <a:pt x="43" y="60"/>
                  </a:lnTo>
                  <a:lnTo>
                    <a:pt x="85" y="86"/>
                  </a:lnTo>
                  <a:lnTo>
                    <a:pt x="106" y="51"/>
                  </a:lnTo>
                  <a:lnTo>
                    <a:pt x="63" y="25"/>
                  </a:lnTo>
                  <a:lnTo>
                    <a:pt x="21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65" name=""/>
            <p:cNvSpPr/>
            <p:nvPr/>
          </p:nvSpPr>
          <p:spPr>
            <a:xfrm rot="0">
              <a:off x="2943" y="3109"/>
              <a:ext cx="36" cy="29"/>
            </a:xfrm>
            <a:custGeom>
              <a:avLst/>
              <a:ahLst/>
              <a:rect l="0" t="0" r="r" b="b"/>
              <a:pathLst>
                <a:path w="106" h="86">
                  <a:moveTo>
                    <a:pt x="0" y="34"/>
                  </a:moveTo>
                  <a:lnTo>
                    <a:pt x="43" y="60"/>
                  </a:lnTo>
                  <a:lnTo>
                    <a:pt x="85" y="86"/>
                  </a:lnTo>
                  <a:lnTo>
                    <a:pt x="106" y="51"/>
                  </a:lnTo>
                  <a:lnTo>
                    <a:pt x="63" y="25"/>
                  </a:lnTo>
                  <a:lnTo>
                    <a:pt x="21" y="0"/>
                  </a:lnTo>
                  <a:lnTo>
                    <a:pt x="0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66" name=""/>
            <p:cNvSpPr/>
            <p:nvPr/>
          </p:nvSpPr>
          <p:spPr>
            <a:xfrm rot="0">
              <a:off x="2964" y="3117"/>
              <a:ext cx="15" cy="9"/>
            </a:xfrm>
            <a:custGeom>
              <a:avLst/>
              <a:ahLst/>
              <a:rect l="0" t="0" r="r" b="b"/>
              <a:pathLst>
                <a:path w="44" h="26">
                  <a:moveTo>
                    <a:pt x="0" y="0"/>
                  </a:moveTo>
                  <a:lnTo>
                    <a:pt x="43" y="26"/>
                  </a:lnTo>
                  <a:lnTo>
                    <a:pt x="44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67" name=""/>
            <p:cNvSpPr/>
            <p:nvPr/>
          </p:nvSpPr>
          <p:spPr>
            <a:xfrm rot="0" flipV="1">
              <a:off x="2979" y="31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68" name=""/>
            <p:cNvSpPr/>
            <p:nvPr/>
          </p:nvSpPr>
          <p:spPr>
            <a:xfrm rot="0">
              <a:off x="2950" y="3098"/>
              <a:ext cx="35" cy="27"/>
            </a:xfrm>
            <a:custGeom>
              <a:avLst/>
              <a:ahLst/>
              <a:rect l="0" t="0" r="r" b="b"/>
              <a:pathLst>
                <a:path w="106" h="82">
                  <a:moveTo>
                    <a:pt x="0" y="35"/>
                  </a:moveTo>
                  <a:lnTo>
                    <a:pt x="44" y="58"/>
                  </a:lnTo>
                  <a:lnTo>
                    <a:pt x="88" y="82"/>
                  </a:lnTo>
                  <a:lnTo>
                    <a:pt x="106" y="47"/>
                  </a:lnTo>
                  <a:lnTo>
                    <a:pt x="62" y="24"/>
                  </a:lnTo>
                  <a:lnTo>
                    <a:pt x="18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69" name=""/>
            <p:cNvSpPr/>
            <p:nvPr/>
          </p:nvSpPr>
          <p:spPr>
            <a:xfrm rot="0">
              <a:off x="2950" y="3098"/>
              <a:ext cx="35" cy="27"/>
            </a:xfrm>
            <a:custGeom>
              <a:avLst/>
              <a:ahLst/>
              <a:rect l="0" t="0" r="r" b="b"/>
              <a:pathLst>
                <a:path w="106" h="82">
                  <a:moveTo>
                    <a:pt x="0" y="35"/>
                  </a:moveTo>
                  <a:lnTo>
                    <a:pt x="44" y="58"/>
                  </a:lnTo>
                  <a:lnTo>
                    <a:pt x="88" y="82"/>
                  </a:lnTo>
                  <a:lnTo>
                    <a:pt x="106" y="47"/>
                  </a:lnTo>
                  <a:lnTo>
                    <a:pt x="62" y="24"/>
                  </a:lnTo>
                  <a:lnTo>
                    <a:pt x="18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70" name=""/>
            <p:cNvSpPr/>
            <p:nvPr/>
          </p:nvSpPr>
          <p:spPr>
            <a:xfrm rot="0">
              <a:off x="2970" y="3106"/>
              <a:ext cx="16" cy="8"/>
            </a:xfrm>
            <a:custGeom>
              <a:avLst/>
              <a:ahLst/>
              <a:rect l="0" t="0" r="r" b="b"/>
              <a:pathLst>
                <a:path w="47" h="23">
                  <a:moveTo>
                    <a:pt x="0" y="0"/>
                  </a:moveTo>
                  <a:lnTo>
                    <a:pt x="44" y="23"/>
                  </a:lnTo>
                  <a:lnTo>
                    <a:pt x="47" y="1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71" name=""/>
            <p:cNvSpPr/>
            <p:nvPr/>
          </p:nvSpPr>
          <p:spPr>
            <a:xfrm rot="0" flipV="1">
              <a:off x="2985" y="311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72" name=""/>
            <p:cNvSpPr/>
            <p:nvPr/>
          </p:nvSpPr>
          <p:spPr>
            <a:xfrm rot="0">
              <a:off x="2955" y="3088"/>
              <a:ext cx="36" cy="24"/>
            </a:xfrm>
            <a:custGeom>
              <a:avLst/>
              <a:ahLst/>
              <a:rect l="0" t="0" r="r" b="b"/>
              <a:pathLst>
                <a:path w="107" h="73">
                  <a:moveTo>
                    <a:pt x="0" y="36"/>
                  </a:moveTo>
                  <a:lnTo>
                    <a:pt x="46" y="55"/>
                  </a:lnTo>
                  <a:lnTo>
                    <a:pt x="93" y="73"/>
                  </a:lnTo>
                  <a:lnTo>
                    <a:pt x="107" y="36"/>
                  </a:lnTo>
                  <a:lnTo>
                    <a:pt x="61" y="18"/>
                  </a:lnTo>
                  <a:lnTo>
                    <a:pt x="14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73" name=""/>
            <p:cNvSpPr/>
            <p:nvPr/>
          </p:nvSpPr>
          <p:spPr>
            <a:xfrm rot="0">
              <a:off x="2955" y="3088"/>
              <a:ext cx="36" cy="24"/>
            </a:xfrm>
            <a:custGeom>
              <a:avLst/>
              <a:ahLst/>
              <a:rect l="0" t="0" r="r" b="b"/>
              <a:pathLst>
                <a:path w="107" h="73">
                  <a:moveTo>
                    <a:pt x="0" y="36"/>
                  </a:moveTo>
                  <a:lnTo>
                    <a:pt x="46" y="55"/>
                  </a:lnTo>
                  <a:lnTo>
                    <a:pt x="93" y="73"/>
                  </a:lnTo>
                  <a:lnTo>
                    <a:pt x="107" y="36"/>
                  </a:lnTo>
                  <a:lnTo>
                    <a:pt x="61" y="18"/>
                  </a:lnTo>
                  <a:lnTo>
                    <a:pt x="14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74" name=""/>
            <p:cNvSpPr/>
            <p:nvPr/>
          </p:nvSpPr>
          <p:spPr>
            <a:xfrm rot="0">
              <a:off x="2975" y="3094"/>
              <a:ext cx="16" cy="6"/>
            </a:xfrm>
            <a:custGeom>
              <a:avLst/>
              <a:ahLst/>
              <a:rect l="0" t="0" r="r" b="b"/>
              <a:pathLst>
                <a:path w="47" h="18">
                  <a:moveTo>
                    <a:pt x="0" y="0"/>
                  </a:moveTo>
                  <a:lnTo>
                    <a:pt x="46" y="18"/>
                  </a:lnTo>
                  <a:lnTo>
                    <a:pt x="47" y="1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75" name=""/>
            <p:cNvSpPr/>
            <p:nvPr/>
          </p:nvSpPr>
          <p:spPr>
            <a:xfrm rot="0" flipV="1">
              <a:off x="2991" y="30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76" name=""/>
            <p:cNvSpPr/>
            <p:nvPr/>
          </p:nvSpPr>
          <p:spPr>
            <a:xfrm rot="0">
              <a:off x="2959" y="3077"/>
              <a:ext cx="36" cy="22"/>
            </a:xfrm>
            <a:custGeom>
              <a:avLst/>
              <a:ahLst/>
              <a:rect l="0" t="0" r="r" b="b"/>
              <a:pathLst>
                <a:path w="107" h="67">
                  <a:moveTo>
                    <a:pt x="0" y="36"/>
                  </a:moveTo>
                  <a:lnTo>
                    <a:pt x="48" y="51"/>
                  </a:lnTo>
                  <a:lnTo>
                    <a:pt x="95" y="67"/>
                  </a:lnTo>
                  <a:lnTo>
                    <a:pt x="107" y="31"/>
                  </a:lnTo>
                  <a:lnTo>
                    <a:pt x="59" y="15"/>
                  </a:lnTo>
                  <a:lnTo>
                    <a:pt x="11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77" name=""/>
            <p:cNvSpPr/>
            <p:nvPr/>
          </p:nvSpPr>
          <p:spPr>
            <a:xfrm rot="0">
              <a:off x="2959" y="3077"/>
              <a:ext cx="36" cy="22"/>
            </a:xfrm>
            <a:custGeom>
              <a:avLst/>
              <a:ahLst/>
              <a:rect l="0" t="0" r="r" b="b"/>
              <a:pathLst>
                <a:path w="107" h="67">
                  <a:moveTo>
                    <a:pt x="0" y="36"/>
                  </a:moveTo>
                  <a:lnTo>
                    <a:pt x="48" y="51"/>
                  </a:lnTo>
                  <a:lnTo>
                    <a:pt x="95" y="67"/>
                  </a:lnTo>
                  <a:lnTo>
                    <a:pt x="107" y="31"/>
                  </a:lnTo>
                  <a:lnTo>
                    <a:pt x="59" y="15"/>
                  </a:lnTo>
                  <a:lnTo>
                    <a:pt x="11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78" name=""/>
            <p:cNvSpPr/>
            <p:nvPr/>
          </p:nvSpPr>
          <p:spPr>
            <a:xfrm rot="0">
              <a:off x="2979" y="3082"/>
              <a:ext cx="16" cy="5"/>
            </a:xfrm>
            <a:custGeom>
              <a:avLst/>
              <a:ahLst/>
              <a:rect l="0" t="0" r="r" b="b"/>
              <a:pathLst>
                <a:path w="49" h="16">
                  <a:moveTo>
                    <a:pt x="0" y="0"/>
                  </a:moveTo>
                  <a:lnTo>
                    <a:pt x="48" y="16"/>
                  </a:lnTo>
                  <a:lnTo>
                    <a:pt x="49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79" name=""/>
            <p:cNvSpPr/>
            <p:nvPr/>
          </p:nvSpPr>
          <p:spPr>
            <a:xfrm rot="0" flipV="1">
              <a:off x="2995" y="3085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80" name=""/>
            <p:cNvSpPr/>
            <p:nvPr/>
          </p:nvSpPr>
          <p:spPr>
            <a:xfrm rot="0">
              <a:off x="2963" y="3066"/>
              <a:ext cx="35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0" y="36"/>
                  </a:moveTo>
                  <a:lnTo>
                    <a:pt x="49" y="46"/>
                  </a:lnTo>
                  <a:lnTo>
                    <a:pt x="98" y="57"/>
                  </a:lnTo>
                  <a:lnTo>
                    <a:pt x="106" y="20"/>
                  </a:lnTo>
                  <a:lnTo>
                    <a:pt x="57" y="10"/>
                  </a:lnTo>
                  <a:lnTo>
                    <a:pt x="8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81" name=""/>
            <p:cNvSpPr/>
            <p:nvPr/>
          </p:nvSpPr>
          <p:spPr>
            <a:xfrm rot="0">
              <a:off x="2963" y="3066"/>
              <a:ext cx="35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0" y="36"/>
                  </a:moveTo>
                  <a:lnTo>
                    <a:pt x="49" y="46"/>
                  </a:lnTo>
                  <a:lnTo>
                    <a:pt x="98" y="57"/>
                  </a:lnTo>
                  <a:lnTo>
                    <a:pt x="106" y="20"/>
                  </a:lnTo>
                  <a:lnTo>
                    <a:pt x="57" y="10"/>
                  </a:lnTo>
                  <a:lnTo>
                    <a:pt x="8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82" name=""/>
            <p:cNvSpPr/>
            <p:nvPr/>
          </p:nvSpPr>
          <p:spPr>
            <a:xfrm rot="0">
              <a:off x="2982" y="3070"/>
              <a:ext cx="16" cy="3"/>
            </a:xfrm>
            <a:custGeom>
              <a:avLst/>
              <a:ahLst/>
              <a:rect l="0" t="0" r="r" b="b"/>
              <a:pathLst>
                <a:path w="49" h="10">
                  <a:moveTo>
                    <a:pt x="0" y="0"/>
                  </a:moveTo>
                  <a:lnTo>
                    <a:pt x="49" y="10"/>
                  </a:lnTo>
                  <a:lnTo>
                    <a:pt x="49" y="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83" name=""/>
            <p:cNvSpPr/>
            <p:nvPr/>
          </p:nvSpPr>
          <p:spPr>
            <a:xfrm rot="0" flipV="1">
              <a:off x="2998" y="30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84" name=""/>
            <p:cNvSpPr/>
            <p:nvPr/>
          </p:nvSpPr>
          <p:spPr>
            <a:xfrm rot="0">
              <a:off x="2965" y="3056"/>
              <a:ext cx="35" cy="16"/>
            </a:xfrm>
            <a:custGeom>
              <a:avLst/>
              <a:ahLst/>
              <a:rect l="0" t="0" r="r" b="b"/>
              <a:pathLst>
                <a:path w="103" h="49">
                  <a:moveTo>
                    <a:pt x="0" y="36"/>
                  </a:moveTo>
                  <a:lnTo>
                    <a:pt x="49" y="42"/>
                  </a:lnTo>
                  <a:lnTo>
                    <a:pt x="98" y="49"/>
                  </a:lnTo>
                  <a:lnTo>
                    <a:pt x="103" y="12"/>
                  </a:lnTo>
                  <a:lnTo>
                    <a:pt x="54" y="6"/>
                  </a:lnTo>
                  <a:lnTo>
                    <a:pt x="5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85" name=""/>
            <p:cNvSpPr/>
            <p:nvPr/>
          </p:nvSpPr>
          <p:spPr>
            <a:xfrm rot="0">
              <a:off x="2965" y="3056"/>
              <a:ext cx="35" cy="16"/>
            </a:xfrm>
            <a:custGeom>
              <a:avLst/>
              <a:ahLst/>
              <a:rect l="0" t="0" r="r" b="b"/>
              <a:pathLst>
                <a:path w="103" h="49">
                  <a:moveTo>
                    <a:pt x="0" y="36"/>
                  </a:moveTo>
                  <a:lnTo>
                    <a:pt x="49" y="42"/>
                  </a:lnTo>
                  <a:lnTo>
                    <a:pt x="98" y="49"/>
                  </a:lnTo>
                  <a:lnTo>
                    <a:pt x="103" y="12"/>
                  </a:lnTo>
                  <a:lnTo>
                    <a:pt x="54" y="6"/>
                  </a:lnTo>
                  <a:lnTo>
                    <a:pt x="5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86" name=""/>
            <p:cNvSpPr/>
            <p:nvPr/>
          </p:nvSpPr>
          <p:spPr>
            <a:xfrm rot="0">
              <a:off x="2983" y="3058"/>
              <a:ext cx="17" cy="2"/>
            </a:xfrm>
            <a:custGeom>
              <a:avLst/>
              <a:ahLst/>
              <a:rect l="0" t="0" r="r" b="b"/>
              <a:pathLst>
                <a:path w="49" h="6">
                  <a:moveTo>
                    <a:pt x="0" y="0"/>
                  </a:moveTo>
                  <a:lnTo>
                    <a:pt x="49" y="6"/>
                  </a:lnTo>
                  <a:lnTo>
                    <a:pt x="49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87" name=""/>
            <p:cNvSpPr/>
            <p:nvPr/>
          </p:nvSpPr>
          <p:spPr>
            <a:xfrm rot="0" flipV="1">
              <a:off x="3000" y="3058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88" name=""/>
            <p:cNvSpPr/>
            <p:nvPr/>
          </p:nvSpPr>
          <p:spPr>
            <a:xfrm rot="0">
              <a:off x="2967" y="3045"/>
              <a:ext cx="33" cy="13"/>
            </a:xfrm>
            <a:custGeom>
              <a:avLst/>
              <a:ahLst/>
              <a:rect l="0" t="0" r="r" b="b"/>
              <a:pathLst>
                <a:path w="99" h="38">
                  <a:moveTo>
                    <a:pt x="0" y="36"/>
                  </a:moveTo>
                  <a:lnTo>
                    <a:pt x="49" y="37"/>
                  </a:lnTo>
                  <a:lnTo>
                    <a:pt x="98" y="38"/>
                  </a:lnTo>
                  <a:lnTo>
                    <a:pt x="99" y="2"/>
                  </a:lnTo>
                  <a:lnTo>
                    <a:pt x="50" y="1"/>
                  </a:lnTo>
                  <a:lnTo>
                    <a:pt x="1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89" name=""/>
            <p:cNvSpPr/>
            <p:nvPr/>
          </p:nvSpPr>
          <p:spPr>
            <a:xfrm rot="0">
              <a:off x="2967" y="3045"/>
              <a:ext cx="33" cy="13"/>
            </a:xfrm>
            <a:custGeom>
              <a:avLst/>
              <a:ahLst/>
              <a:rect l="0" t="0" r="r" b="b"/>
              <a:pathLst>
                <a:path w="99" h="38">
                  <a:moveTo>
                    <a:pt x="0" y="36"/>
                  </a:moveTo>
                  <a:lnTo>
                    <a:pt x="49" y="37"/>
                  </a:lnTo>
                  <a:lnTo>
                    <a:pt x="98" y="38"/>
                  </a:lnTo>
                  <a:lnTo>
                    <a:pt x="99" y="2"/>
                  </a:lnTo>
                  <a:lnTo>
                    <a:pt x="50" y="1"/>
                  </a:lnTo>
                  <a:lnTo>
                    <a:pt x="1" y="0"/>
                  </a:lnTo>
                  <a:lnTo>
                    <a:pt x="0" y="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90" name=""/>
            <p:cNvSpPr/>
            <p:nvPr/>
          </p:nvSpPr>
          <p:spPr>
            <a:xfrm rot="0">
              <a:off x="2984" y="3045"/>
              <a:ext cx="16" cy="1"/>
            </a:xfrm>
            <a:custGeom>
              <a:avLst/>
              <a:ahLst/>
              <a:rect l="0" t="0" r="r" b="b"/>
              <a:pathLst>
                <a:path w="49" h="2">
                  <a:moveTo>
                    <a:pt x="0" y="1"/>
                  </a:moveTo>
                  <a:lnTo>
                    <a:pt x="49" y="2"/>
                  </a:lnTo>
                  <a:lnTo>
                    <a:pt x="49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91" name=""/>
            <p:cNvSpPr/>
            <p:nvPr/>
          </p:nvSpPr>
          <p:spPr>
            <a:xfrm rot="0" flipV="1">
              <a:off x="3000" y="30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92" name=""/>
            <p:cNvSpPr/>
            <p:nvPr/>
          </p:nvSpPr>
          <p:spPr>
            <a:xfrm rot="0">
              <a:off x="2967" y="3033"/>
              <a:ext cx="33" cy="13"/>
            </a:xfrm>
            <a:custGeom>
              <a:avLst/>
              <a:ahLst/>
              <a:rect l="0" t="0" r="r" b="b"/>
              <a:pathLst>
                <a:path w="99" h="40">
                  <a:moveTo>
                    <a:pt x="1" y="40"/>
                  </a:moveTo>
                  <a:lnTo>
                    <a:pt x="50" y="39"/>
                  </a:lnTo>
                  <a:lnTo>
                    <a:pt x="99" y="38"/>
                  </a:lnTo>
                  <a:lnTo>
                    <a:pt x="98" y="0"/>
                  </a:lnTo>
                  <a:lnTo>
                    <a:pt x="49" y="1"/>
                  </a:lnTo>
                  <a:lnTo>
                    <a:pt x="0" y="3"/>
                  </a:lnTo>
                  <a:lnTo>
                    <a:pt x="1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93" name=""/>
            <p:cNvSpPr/>
            <p:nvPr/>
          </p:nvSpPr>
          <p:spPr>
            <a:xfrm rot="0">
              <a:off x="2967" y="3033"/>
              <a:ext cx="33" cy="13"/>
            </a:xfrm>
            <a:custGeom>
              <a:avLst/>
              <a:ahLst/>
              <a:rect l="0" t="0" r="r" b="b"/>
              <a:pathLst>
                <a:path w="99" h="40">
                  <a:moveTo>
                    <a:pt x="1" y="40"/>
                  </a:moveTo>
                  <a:lnTo>
                    <a:pt x="50" y="39"/>
                  </a:lnTo>
                  <a:lnTo>
                    <a:pt x="99" y="38"/>
                  </a:lnTo>
                  <a:lnTo>
                    <a:pt x="98" y="0"/>
                  </a:lnTo>
                  <a:lnTo>
                    <a:pt x="49" y="1"/>
                  </a:lnTo>
                  <a:lnTo>
                    <a:pt x="0" y="3"/>
                  </a:lnTo>
                  <a:lnTo>
                    <a:pt x="1" y="4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94" name=""/>
            <p:cNvSpPr/>
            <p:nvPr/>
          </p:nvSpPr>
          <p:spPr>
            <a:xfrm rot="0">
              <a:off x="2983" y="3031"/>
              <a:ext cx="17" cy="2"/>
            </a:xfrm>
            <a:custGeom>
              <a:avLst/>
              <a:ahLst/>
              <a:rect l="0" t="0" r="r" b="b"/>
              <a:pathLst>
                <a:path w="49" h="5">
                  <a:moveTo>
                    <a:pt x="0" y="5"/>
                  </a:moveTo>
                  <a:lnTo>
                    <a:pt x="49" y="4"/>
                  </a:lnTo>
                  <a:lnTo>
                    <a:pt x="49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95" name=""/>
            <p:cNvSpPr/>
            <p:nvPr/>
          </p:nvSpPr>
          <p:spPr>
            <a:xfrm rot="0" flipV="1">
              <a:off x="3000" y="3031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96" name=""/>
            <p:cNvSpPr/>
            <p:nvPr/>
          </p:nvSpPr>
          <p:spPr>
            <a:xfrm rot="0">
              <a:off x="2966" y="3019"/>
              <a:ext cx="34" cy="16"/>
            </a:xfrm>
            <a:custGeom>
              <a:avLst/>
              <a:ahLst/>
              <a:rect l="0" t="0" r="r" b="b"/>
              <a:pathLst>
                <a:path w="102" h="47">
                  <a:moveTo>
                    <a:pt x="4" y="47"/>
                  </a:moveTo>
                  <a:lnTo>
                    <a:pt x="53" y="41"/>
                  </a:lnTo>
                  <a:lnTo>
                    <a:pt x="102" y="36"/>
                  </a:lnTo>
                  <a:lnTo>
                    <a:pt x="98" y="0"/>
                  </a:lnTo>
                  <a:lnTo>
                    <a:pt x="49" y="5"/>
                  </a:lnTo>
                  <a:lnTo>
                    <a:pt x="0" y="10"/>
                  </a:lnTo>
                  <a:lnTo>
                    <a:pt x="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97" name=""/>
            <p:cNvSpPr/>
            <p:nvPr/>
          </p:nvSpPr>
          <p:spPr>
            <a:xfrm rot="0">
              <a:off x="2966" y="3019"/>
              <a:ext cx="34" cy="16"/>
            </a:xfrm>
            <a:custGeom>
              <a:avLst/>
              <a:ahLst/>
              <a:rect l="0" t="0" r="r" b="b"/>
              <a:pathLst>
                <a:path w="102" h="47">
                  <a:moveTo>
                    <a:pt x="4" y="47"/>
                  </a:moveTo>
                  <a:lnTo>
                    <a:pt x="53" y="41"/>
                  </a:lnTo>
                  <a:lnTo>
                    <a:pt x="102" y="36"/>
                  </a:lnTo>
                  <a:lnTo>
                    <a:pt x="98" y="0"/>
                  </a:lnTo>
                  <a:lnTo>
                    <a:pt x="49" y="5"/>
                  </a:lnTo>
                  <a:lnTo>
                    <a:pt x="0" y="10"/>
                  </a:lnTo>
                  <a:lnTo>
                    <a:pt x="4" y="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898" name=""/>
            <p:cNvSpPr/>
            <p:nvPr/>
          </p:nvSpPr>
          <p:spPr>
            <a:xfrm rot="0">
              <a:off x="2982" y="3018"/>
              <a:ext cx="16" cy="3"/>
            </a:xfrm>
            <a:custGeom>
              <a:avLst/>
              <a:ahLst/>
              <a:rect l="0" t="0" r="r" b="b"/>
              <a:pathLst>
                <a:path w="49" h="10">
                  <a:moveTo>
                    <a:pt x="0" y="10"/>
                  </a:moveTo>
                  <a:lnTo>
                    <a:pt x="49" y="5"/>
                  </a:lnTo>
                  <a:lnTo>
                    <a:pt x="49" y="0"/>
                  </a:lnTo>
                  <a:lnTo>
                    <a:pt x="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899" name=""/>
            <p:cNvSpPr/>
            <p:nvPr/>
          </p:nvSpPr>
          <p:spPr>
            <a:xfrm rot="0" flipV="1">
              <a:off x="2998" y="301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00" name=""/>
            <p:cNvSpPr/>
            <p:nvPr/>
          </p:nvSpPr>
          <p:spPr>
            <a:xfrm rot="0">
              <a:off x="2963" y="3006"/>
              <a:ext cx="35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8" y="57"/>
                  </a:moveTo>
                  <a:lnTo>
                    <a:pt x="57" y="46"/>
                  </a:lnTo>
                  <a:lnTo>
                    <a:pt x="106" y="36"/>
                  </a:lnTo>
                  <a:lnTo>
                    <a:pt x="98" y="0"/>
                  </a:lnTo>
                  <a:lnTo>
                    <a:pt x="49" y="10"/>
                  </a:lnTo>
                  <a:lnTo>
                    <a:pt x="0" y="20"/>
                  </a:lnTo>
                  <a:lnTo>
                    <a:pt x="8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01" name=""/>
            <p:cNvSpPr/>
            <p:nvPr/>
          </p:nvSpPr>
          <p:spPr>
            <a:xfrm rot="0">
              <a:off x="2963" y="3006"/>
              <a:ext cx="35" cy="19"/>
            </a:xfrm>
            <a:custGeom>
              <a:avLst/>
              <a:ahLst/>
              <a:rect l="0" t="0" r="r" b="b"/>
              <a:pathLst>
                <a:path w="106" h="57">
                  <a:moveTo>
                    <a:pt x="8" y="57"/>
                  </a:moveTo>
                  <a:lnTo>
                    <a:pt x="57" y="46"/>
                  </a:lnTo>
                  <a:lnTo>
                    <a:pt x="106" y="36"/>
                  </a:lnTo>
                  <a:lnTo>
                    <a:pt x="98" y="0"/>
                  </a:lnTo>
                  <a:lnTo>
                    <a:pt x="49" y="10"/>
                  </a:lnTo>
                  <a:lnTo>
                    <a:pt x="0" y="20"/>
                  </a:lnTo>
                  <a:lnTo>
                    <a:pt x="8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02" name=""/>
            <p:cNvSpPr/>
            <p:nvPr/>
          </p:nvSpPr>
          <p:spPr>
            <a:xfrm rot="0">
              <a:off x="2979" y="3004"/>
              <a:ext cx="17" cy="5"/>
            </a:xfrm>
            <a:custGeom>
              <a:avLst/>
              <a:ahLst/>
              <a:rect l="0" t="0" r="r" b="b"/>
              <a:pathLst>
                <a:path w="49" h="14">
                  <a:moveTo>
                    <a:pt x="0" y="14"/>
                  </a:moveTo>
                  <a:lnTo>
                    <a:pt x="49" y="4"/>
                  </a:lnTo>
                  <a:lnTo>
                    <a:pt x="48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03" name=""/>
            <p:cNvSpPr/>
            <p:nvPr/>
          </p:nvSpPr>
          <p:spPr>
            <a:xfrm rot="0" flipH="1" flipV="1">
              <a:off x="2995" y="3004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04" name=""/>
            <p:cNvSpPr/>
            <p:nvPr/>
          </p:nvSpPr>
          <p:spPr>
            <a:xfrm rot="0">
              <a:off x="2960" y="2992"/>
              <a:ext cx="35" cy="22"/>
            </a:xfrm>
            <a:custGeom>
              <a:avLst/>
              <a:ahLst/>
              <a:rect l="0" t="0" r="r" b="b"/>
              <a:pathLst>
                <a:path w="106" h="64">
                  <a:moveTo>
                    <a:pt x="11" y="64"/>
                  </a:moveTo>
                  <a:lnTo>
                    <a:pt x="58" y="50"/>
                  </a:lnTo>
                  <a:lnTo>
                    <a:pt x="106" y="36"/>
                  </a:lnTo>
                  <a:lnTo>
                    <a:pt x="96" y="0"/>
                  </a:lnTo>
                  <a:lnTo>
                    <a:pt x="48" y="14"/>
                  </a:lnTo>
                  <a:lnTo>
                    <a:pt x="0" y="28"/>
                  </a:lnTo>
                  <a:lnTo>
                    <a:pt x="11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05" name=""/>
            <p:cNvSpPr/>
            <p:nvPr/>
          </p:nvSpPr>
          <p:spPr>
            <a:xfrm rot="0">
              <a:off x="2960" y="2992"/>
              <a:ext cx="35" cy="22"/>
            </a:xfrm>
            <a:custGeom>
              <a:avLst/>
              <a:ahLst/>
              <a:rect l="0" t="0" r="r" b="b"/>
              <a:pathLst>
                <a:path w="106" h="64">
                  <a:moveTo>
                    <a:pt x="11" y="64"/>
                  </a:moveTo>
                  <a:lnTo>
                    <a:pt x="58" y="50"/>
                  </a:lnTo>
                  <a:lnTo>
                    <a:pt x="106" y="36"/>
                  </a:lnTo>
                  <a:lnTo>
                    <a:pt x="96" y="0"/>
                  </a:lnTo>
                  <a:lnTo>
                    <a:pt x="48" y="14"/>
                  </a:lnTo>
                  <a:lnTo>
                    <a:pt x="0" y="28"/>
                  </a:lnTo>
                  <a:lnTo>
                    <a:pt x="11" y="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06" name=""/>
            <p:cNvSpPr/>
            <p:nvPr/>
          </p:nvSpPr>
          <p:spPr>
            <a:xfrm rot="0">
              <a:off x="2976" y="2991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0" y="17"/>
                  </a:moveTo>
                  <a:lnTo>
                    <a:pt x="48" y="3"/>
                  </a:lnTo>
                  <a:lnTo>
                    <a:pt x="47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07" name=""/>
            <p:cNvSpPr/>
            <p:nvPr/>
          </p:nvSpPr>
          <p:spPr>
            <a:xfrm rot="0" flipH="1" flipV="1">
              <a:off x="2992" y="29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08" name=""/>
            <p:cNvSpPr/>
            <p:nvPr/>
          </p:nvSpPr>
          <p:spPr>
            <a:xfrm rot="0">
              <a:off x="2956" y="2979"/>
              <a:ext cx="36" cy="24"/>
            </a:xfrm>
            <a:custGeom>
              <a:avLst/>
              <a:ahLst/>
              <a:rect l="0" t="0" r="r" b="b"/>
              <a:pathLst>
                <a:path w="106" h="70">
                  <a:moveTo>
                    <a:pt x="13" y="70"/>
                  </a:moveTo>
                  <a:lnTo>
                    <a:pt x="59" y="53"/>
                  </a:lnTo>
                  <a:lnTo>
                    <a:pt x="106" y="36"/>
                  </a:lnTo>
                  <a:lnTo>
                    <a:pt x="93" y="0"/>
                  </a:lnTo>
                  <a:lnTo>
                    <a:pt x="46" y="17"/>
                  </a:lnTo>
                  <a:lnTo>
                    <a:pt x="0" y="34"/>
                  </a:lnTo>
                  <a:lnTo>
                    <a:pt x="13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09" name=""/>
            <p:cNvSpPr/>
            <p:nvPr/>
          </p:nvSpPr>
          <p:spPr>
            <a:xfrm rot="0">
              <a:off x="2956" y="2979"/>
              <a:ext cx="36" cy="24"/>
            </a:xfrm>
            <a:custGeom>
              <a:avLst/>
              <a:ahLst/>
              <a:rect l="0" t="0" r="r" b="b"/>
              <a:pathLst>
                <a:path w="106" h="70">
                  <a:moveTo>
                    <a:pt x="13" y="70"/>
                  </a:moveTo>
                  <a:lnTo>
                    <a:pt x="59" y="53"/>
                  </a:lnTo>
                  <a:lnTo>
                    <a:pt x="106" y="36"/>
                  </a:lnTo>
                  <a:lnTo>
                    <a:pt x="93" y="0"/>
                  </a:lnTo>
                  <a:lnTo>
                    <a:pt x="46" y="17"/>
                  </a:lnTo>
                  <a:lnTo>
                    <a:pt x="0" y="34"/>
                  </a:lnTo>
                  <a:lnTo>
                    <a:pt x="13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10" name=""/>
            <p:cNvSpPr/>
            <p:nvPr/>
          </p:nvSpPr>
          <p:spPr>
            <a:xfrm rot="0">
              <a:off x="2972" y="2978"/>
              <a:ext cx="15" cy="7"/>
            </a:xfrm>
            <a:custGeom>
              <a:avLst/>
              <a:ahLst/>
              <a:rect l="0" t="0" r="r" b="b"/>
              <a:pathLst>
                <a:path w="47" h="22">
                  <a:moveTo>
                    <a:pt x="0" y="22"/>
                  </a:moveTo>
                  <a:lnTo>
                    <a:pt x="47" y="5"/>
                  </a:lnTo>
                  <a:lnTo>
                    <a:pt x="45" y="0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11" name=""/>
            <p:cNvSpPr/>
            <p:nvPr/>
          </p:nvSpPr>
          <p:spPr>
            <a:xfrm rot="0" flipH="1" flipV="1">
              <a:off x="2987" y="297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12" name=""/>
            <p:cNvSpPr/>
            <p:nvPr/>
          </p:nvSpPr>
          <p:spPr>
            <a:xfrm rot="0">
              <a:off x="2951" y="2966"/>
              <a:ext cx="36" cy="26"/>
            </a:xfrm>
            <a:custGeom>
              <a:avLst/>
              <a:ahLst/>
              <a:rect l="0" t="0" r="r" b="b"/>
              <a:pathLst>
                <a:path w="107" h="79">
                  <a:moveTo>
                    <a:pt x="17" y="79"/>
                  </a:moveTo>
                  <a:lnTo>
                    <a:pt x="62" y="57"/>
                  </a:lnTo>
                  <a:lnTo>
                    <a:pt x="107" y="35"/>
                  </a:lnTo>
                  <a:lnTo>
                    <a:pt x="91" y="0"/>
                  </a:lnTo>
                  <a:lnTo>
                    <a:pt x="45" y="22"/>
                  </a:lnTo>
                  <a:lnTo>
                    <a:pt x="0" y="44"/>
                  </a:lnTo>
                  <a:lnTo>
                    <a:pt x="17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13" name=""/>
            <p:cNvSpPr/>
            <p:nvPr/>
          </p:nvSpPr>
          <p:spPr>
            <a:xfrm rot="0">
              <a:off x="2951" y="2966"/>
              <a:ext cx="36" cy="26"/>
            </a:xfrm>
            <a:custGeom>
              <a:avLst/>
              <a:ahLst/>
              <a:rect l="0" t="0" r="r" b="b"/>
              <a:pathLst>
                <a:path w="107" h="79">
                  <a:moveTo>
                    <a:pt x="17" y="79"/>
                  </a:moveTo>
                  <a:lnTo>
                    <a:pt x="62" y="57"/>
                  </a:lnTo>
                  <a:lnTo>
                    <a:pt x="107" y="35"/>
                  </a:lnTo>
                  <a:lnTo>
                    <a:pt x="91" y="0"/>
                  </a:lnTo>
                  <a:lnTo>
                    <a:pt x="45" y="22"/>
                  </a:lnTo>
                  <a:lnTo>
                    <a:pt x="0" y="44"/>
                  </a:lnTo>
                  <a:lnTo>
                    <a:pt x="17" y="7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14" name=""/>
            <p:cNvSpPr/>
            <p:nvPr/>
          </p:nvSpPr>
          <p:spPr>
            <a:xfrm rot="0">
              <a:off x="2966" y="2965"/>
              <a:ext cx="15" cy="8"/>
            </a:xfrm>
            <a:custGeom>
              <a:avLst/>
              <a:ahLst/>
              <a:rect l="0" t="0" r="r" b="b"/>
              <a:pathLst>
                <a:path w="46" h="25">
                  <a:moveTo>
                    <a:pt x="0" y="25"/>
                  </a:moveTo>
                  <a:lnTo>
                    <a:pt x="46" y="3"/>
                  </a:lnTo>
                  <a:lnTo>
                    <a:pt x="44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15" name=""/>
            <p:cNvSpPr/>
            <p:nvPr/>
          </p:nvSpPr>
          <p:spPr>
            <a:xfrm rot="0" flipH="1" flipV="1">
              <a:off x="2981" y="296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16" name=""/>
            <p:cNvSpPr/>
            <p:nvPr/>
          </p:nvSpPr>
          <p:spPr>
            <a:xfrm rot="0">
              <a:off x="2945" y="2954"/>
              <a:ext cx="36" cy="27"/>
            </a:xfrm>
            <a:custGeom>
              <a:avLst/>
              <a:ahLst/>
              <a:rect l="0" t="0" r="r" b="b"/>
              <a:pathLst>
                <a:path w="107" h="83">
                  <a:moveTo>
                    <a:pt x="19" y="83"/>
                  </a:moveTo>
                  <a:lnTo>
                    <a:pt x="63" y="59"/>
                  </a:lnTo>
                  <a:lnTo>
                    <a:pt x="107" y="34"/>
                  </a:lnTo>
                  <a:lnTo>
                    <a:pt x="88" y="0"/>
                  </a:lnTo>
                  <a:lnTo>
                    <a:pt x="44" y="24"/>
                  </a:lnTo>
                  <a:lnTo>
                    <a:pt x="0" y="49"/>
                  </a:lnTo>
                  <a:lnTo>
                    <a:pt x="19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17" name=""/>
            <p:cNvSpPr/>
            <p:nvPr/>
          </p:nvSpPr>
          <p:spPr>
            <a:xfrm rot="0">
              <a:off x="2945" y="2954"/>
              <a:ext cx="36" cy="27"/>
            </a:xfrm>
            <a:custGeom>
              <a:avLst/>
              <a:ahLst/>
              <a:rect l="0" t="0" r="r" b="b"/>
              <a:pathLst>
                <a:path w="107" h="83">
                  <a:moveTo>
                    <a:pt x="19" y="83"/>
                  </a:moveTo>
                  <a:lnTo>
                    <a:pt x="63" y="59"/>
                  </a:lnTo>
                  <a:lnTo>
                    <a:pt x="107" y="34"/>
                  </a:lnTo>
                  <a:lnTo>
                    <a:pt x="88" y="0"/>
                  </a:lnTo>
                  <a:lnTo>
                    <a:pt x="44" y="24"/>
                  </a:lnTo>
                  <a:lnTo>
                    <a:pt x="0" y="49"/>
                  </a:lnTo>
                  <a:lnTo>
                    <a:pt x="19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18" name=""/>
            <p:cNvSpPr/>
            <p:nvPr/>
          </p:nvSpPr>
          <p:spPr>
            <a:xfrm rot="0">
              <a:off x="2960" y="2953"/>
              <a:ext cx="14" cy="9"/>
            </a:xfrm>
            <a:custGeom>
              <a:avLst/>
              <a:ahLst/>
              <a:rect l="0" t="0" r="r" b="b"/>
              <a:pathLst>
                <a:path w="44" h="27">
                  <a:moveTo>
                    <a:pt x="0" y="27"/>
                  </a:moveTo>
                  <a:lnTo>
                    <a:pt x="44" y="3"/>
                  </a:lnTo>
                  <a:lnTo>
                    <a:pt x="4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19" name=""/>
            <p:cNvSpPr/>
            <p:nvPr/>
          </p:nvSpPr>
          <p:spPr>
            <a:xfrm rot="0" flipH="1" flipV="1">
              <a:off x="2973" y="295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20" name=""/>
            <p:cNvSpPr/>
            <p:nvPr/>
          </p:nvSpPr>
          <p:spPr>
            <a:xfrm rot="0">
              <a:off x="2938" y="2941"/>
              <a:ext cx="35" cy="30"/>
            </a:xfrm>
            <a:custGeom>
              <a:avLst/>
              <a:ahLst/>
              <a:rect l="0" t="0" r="r" b="b"/>
              <a:pathLst>
                <a:path w="106" h="89">
                  <a:moveTo>
                    <a:pt x="24" y="89"/>
                  </a:moveTo>
                  <a:lnTo>
                    <a:pt x="65" y="62"/>
                  </a:lnTo>
                  <a:lnTo>
                    <a:pt x="106" y="35"/>
                  </a:lnTo>
                  <a:lnTo>
                    <a:pt x="83" y="0"/>
                  </a:lnTo>
                  <a:lnTo>
                    <a:pt x="42" y="27"/>
                  </a:lnTo>
                  <a:lnTo>
                    <a:pt x="0" y="54"/>
                  </a:lnTo>
                  <a:lnTo>
                    <a:pt x="24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21" name=""/>
            <p:cNvSpPr/>
            <p:nvPr/>
          </p:nvSpPr>
          <p:spPr>
            <a:xfrm rot="0">
              <a:off x="2938" y="2941"/>
              <a:ext cx="35" cy="30"/>
            </a:xfrm>
            <a:custGeom>
              <a:avLst/>
              <a:ahLst/>
              <a:rect l="0" t="0" r="r" b="b"/>
              <a:pathLst>
                <a:path w="106" h="89">
                  <a:moveTo>
                    <a:pt x="24" y="89"/>
                  </a:moveTo>
                  <a:lnTo>
                    <a:pt x="65" y="62"/>
                  </a:lnTo>
                  <a:lnTo>
                    <a:pt x="106" y="35"/>
                  </a:lnTo>
                  <a:lnTo>
                    <a:pt x="83" y="0"/>
                  </a:lnTo>
                  <a:lnTo>
                    <a:pt x="42" y="27"/>
                  </a:lnTo>
                  <a:lnTo>
                    <a:pt x="0" y="54"/>
                  </a:lnTo>
                  <a:lnTo>
                    <a:pt x="24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22" name=""/>
            <p:cNvSpPr/>
            <p:nvPr/>
          </p:nvSpPr>
          <p:spPr>
            <a:xfrm rot="0">
              <a:off x="2952" y="2940"/>
              <a:ext cx="14" cy="10"/>
            </a:xfrm>
            <a:custGeom>
              <a:avLst/>
              <a:ahLst/>
              <a:rect l="0" t="0" r="r" b="b"/>
              <a:pathLst>
                <a:path w="41" h="29">
                  <a:moveTo>
                    <a:pt x="0" y="29"/>
                  </a:moveTo>
                  <a:lnTo>
                    <a:pt x="41" y="2"/>
                  </a:lnTo>
                  <a:lnTo>
                    <a:pt x="40" y="0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23" name=""/>
            <p:cNvSpPr/>
            <p:nvPr/>
          </p:nvSpPr>
          <p:spPr>
            <a:xfrm rot="0" flipH="1" flipV="1">
              <a:off x="2965" y="294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24" name=""/>
            <p:cNvSpPr/>
            <p:nvPr/>
          </p:nvSpPr>
          <p:spPr>
            <a:xfrm rot="0">
              <a:off x="2930" y="2929"/>
              <a:ext cx="35" cy="31"/>
            </a:xfrm>
            <a:custGeom>
              <a:avLst/>
              <a:ahLst/>
              <a:rect l="0" t="0" r="r" b="b"/>
              <a:pathLst>
                <a:path w="106" h="93">
                  <a:moveTo>
                    <a:pt x="26" y="93"/>
                  </a:moveTo>
                  <a:lnTo>
                    <a:pt x="66" y="63"/>
                  </a:lnTo>
                  <a:lnTo>
                    <a:pt x="106" y="34"/>
                  </a:lnTo>
                  <a:lnTo>
                    <a:pt x="80" y="0"/>
                  </a:lnTo>
                  <a:lnTo>
                    <a:pt x="40" y="30"/>
                  </a:lnTo>
                  <a:lnTo>
                    <a:pt x="0" y="59"/>
                  </a:lnTo>
                  <a:lnTo>
                    <a:pt x="26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25" name=""/>
            <p:cNvSpPr/>
            <p:nvPr/>
          </p:nvSpPr>
          <p:spPr>
            <a:xfrm rot="0">
              <a:off x="2930" y="2929"/>
              <a:ext cx="35" cy="31"/>
            </a:xfrm>
            <a:custGeom>
              <a:avLst/>
              <a:ahLst/>
              <a:rect l="0" t="0" r="r" b="b"/>
              <a:pathLst>
                <a:path w="106" h="93">
                  <a:moveTo>
                    <a:pt x="26" y="93"/>
                  </a:moveTo>
                  <a:lnTo>
                    <a:pt x="66" y="63"/>
                  </a:lnTo>
                  <a:lnTo>
                    <a:pt x="106" y="34"/>
                  </a:lnTo>
                  <a:lnTo>
                    <a:pt x="80" y="0"/>
                  </a:lnTo>
                  <a:lnTo>
                    <a:pt x="40" y="30"/>
                  </a:lnTo>
                  <a:lnTo>
                    <a:pt x="0" y="59"/>
                  </a:lnTo>
                  <a:lnTo>
                    <a:pt x="26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26" name=""/>
            <p:cNvSpPr/>
            <p:nvPr/>
          </p:nvSpPr>
          <p:spPr>
            <a:xfrm rot="0">
              <a:off x="2943" y="2928"/>
              <a:ext cx="14" cy="11"/>
            </a:xfrm>
            <a:custGeom>
              <a:avLst/>
              <a:ahLst/>
              <a:rect l="0" t="0" r="r" b="b"/>
              <a:pathLst>
                <a:path w="40" h="33">
                  <a:moveTo>
                    <a:pt x="0" y="33"/>
                  </a:moveTo>
                  <a:lnTo>
                    <a:pt x="40" y="3"/>
                  </a:lnTo>
                  <a:lnTo>
                    <a:pt x="3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27" name=""/>
            <p:cNvSpPr/>
            <p:nvPr/>
          </p:nvSpPr>
          <p:spPr>
            <a:xfrm rot="0" flipH="1" flipV="1">
              <a:off x="2956" y="29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28" name=""/>
            <p:cNvSpPr/>
            <p:nvPr/>
          </p:nvSpPr>
          <p:spPr>
            <a:xfrm rot="0">
              <a:off x="2921" y="2917"/>
              <a:ext cx="35" cy="33"/>
            </a:xfrm>
            <a:custGeom>
              <a:avLst/>
              <a:ahLst/>
              <a:rect l="0" t="0" r="r" b="b"/>
              <a:pathLst>
                <a:path w="103" h="97">
                  <a:moveTo>
                    <a:pt x="28" y="97"/>
                  </a:moveTo>
                  <a:lnTo>
                    <a:pt x="66" y="65"/>
                  </a:lnTo>
                  <a:lnTo>
                    <a:pt x="103" y="32"/>
                  </a:lnTo>
                  <a:lnTo>
                    <a:pt x="75" y="0"/>
                  </a:lnTo>
                  <a:lnTo>
                    <a:pt x="38" y="32"/>
                  </a:lnTo>
                  <a:lnTo>
                    <a:pt x="0" y="65"/>
                  </a:lnTo>
                  <a:lnTo>
                    <a:pt x="28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29" name=""/>
            <p:cNvSpPr/>
            <p:nvPr/>
          </p:nvSpPr>
          <p:spPr>
            <a:xfrm rot="0">
              <a:off x="2921" y="2917"/>
              <a:ext cx="35" cy="33"/>
            </a:xfrm>
            <a:custGeom>
              <a:avLst/>
              <a:ahLst/>
              <a:rect l="0" t="0" r="r" b="b"/>
              <a:pathLst>
                <a:path w="103" h="97">
                  <a:moveTo>
                    <a:pt x="28" y="97"/>
                  </a:moveTo>
                  <a:lnTo>
                    <a:pt x="66" y="65"/>
                  </a:lnTo>
                  <a:lnTo>
                    <a:pt x="103" y="32"/>
                  </a:lnTo>
                  <a:lnTo>
                    <a:pt x="75" y="0"/>
                  </a:lnTo>
                  <a:lnTo>
                    <a:pt x="38" y="32"/>
                  </a:lnTo>
                  <a:lnTo>
                    <a:pt x="0" y="65"/>
                  </a:lnTo>
                  <a:lnTo>
                    <a:pt x="28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30" name=""/>
            <p:cNvSpPr/>
            <p:nvPr/>
          </p:nvSpPr>
          <p:spPr>
            <a:xfrm rot="0">
              <a:off x="2934" y="2917"/>
              <a:ext cx="12" cy="11"/>
            </a:xfrm>
            <a:custGeom>
              <a:avLst/>
              <a:ahLst/>
              <a:rect l="0" t="0" r="r" b="b"/>
              <a:pathLst>
                <a:path w="37" h="34">
                  <a:moveTo>
                    <a:pt x="0" y="34"/>
                  </a:moveTo>
                  <a:lnTo>
                    <a:pt x="37" y="2"/>
                  </a:lnTo>
                  <a:lnTo>
                    <a:pt x="36" y="0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31" name=""/>
            <p:cNvSpPr/>
            <p:nvPr/>
          </p:nvSpPr>
          <p:spPr>
            <a:xfrm rot="0" flipH="1" flipV="1">
              <a:off x="2946" y="291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32" name=""/>
            <p:cNvSpPr/>
            <p:nvPr/>
          </p:nvSpPr>
          <p:spPr>
            <a:xfrm rot="0">
              <a:off x="2911" y="2906"/>
              <a:ext cx="35" cy="34"/>
            </a:xfrm>
            <a:custGeom>
              <a:avLst/>
              <a:ahLst/>
              <a:rect l="0" t="0" r="r" b="b"/>
              <a:pathLst>
                <a:path w="104" h="102">
                  <a:moveTo>
                    <a:pt x="31" y="102"/>
                  </a:moveTo>
                  <a:lnTo>
                    <a:pt x="68" y="67"/>
                  </a:lnTo>
                  <a:lnTo>
                    <a:pt x="104" y="33"/>
                  </a:lnTo>
                  <a:lnTo>
                    <a:pt x="73" y="0"/>
                  </a:lnTo>
                  <a:lnTo>
                    <a:pt x="37" y="35"/>
                  </a:lnTo>
                  <a:lnTo>
                    <a:pt x="0" y="70"/>
                  </a:lnTo>
                  <a:lnTo>
                    <a:pt x="31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33" name=""/>
            <p:cNvSpPr/>
            <p:nvPr/>
          </p:nvSpPr>
          <p:spPr>
            <a:xfrm rot="0">
              <a:off x="2911" y="2906"/>
              <a:ext cx="35" cy="34"/>
            </a:xfrm>
            <a:custGeom>
              <a:avLst/>
              <a:ahLst/>
              <a:rect l="0" t="0" r="r" b="b"/>
              <a:pathLst>
                <a:path w="104" h="102">
                  <a:moveTo>
                    <a:pt x="31" y="102"/>
                  </a:moveTo>
                  <a:lnTo>
                    <a:pt x="68" y="67"/>
                  </a:lnTo>
                  <a:lnTo>
                    <a:pt x="104" y="33"/>
                  </a:lnTo>
                  <a:lnTo>
                    <a:pt x="73" y="0"/>
                  </a:lnTo>
                  <a:lnTo>
                    <a:pt x="37" y="35"/>
                  </a:lnTo>
                  <a:lnTo>
                    <a:pt x="0" y="70"/>
                  </a:lnTo>
                  <a:lnTo>
                    <a:pt x="31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34" name=""/>
            <p:cNvSpPr/>
            <p:nvPr/>
          </p:nvSpPr>
          <p:spPr>
            <a:xfrm rot="0">
              <a:off x="2924" y="2905"/>
              <a:ext cx="12" cy="12"/>
            </a:xfrm>
            <a:custGeom>
              <a:avLst/>
              <a:ahLst/>
              <a:rect l="0" t="0" r="r" b="b"/>
              <a:pathLst>
                <a:path w="36" h="36">
                  <a:moveTo>
                    <a:pt x="0" y="36"/>
                  </a:moveTo>
                  <a:lnTo>
                    <a:pt x="36" y="1"/>
                  </a:lnTo>
                  <a:lnTo>
                    <a:pt x="33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35" name=""/>
            <p:cNvSpPr/>
            <p:nvPr/>
          </p:nvSpPr>
          <p:spPr>
            <a:xfrm rot="0" flipH="1" flipV="1">
              <a:off x="2935" y="290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36" name=""/>
            <p:cNvSpPr/>
            <p:nvPr/>
          </p:nvSpPr>
          <p:spPr>
            <a:xfrm rot="0">
              <a:off x="2901" y="2895"/>
              <a:ext cx="34" cy="34"/>
            </a:xfrm>
            <a:custGeom>
              <a:avLst/>
              <a:ahLst/>
              <a:rect l="0" t="0" r="r" b="b"/>
              <a:pathLst>
                <a:path w="101" h="103">
                  <a:moveTo>
                    <a:pt x="34" y="103"/>
                  </a:moveTo>
                  <a:lnTo>
                    <a:pt x="68" y="67"/>
                  </a:lnTo>
                  <a:lnTo>
                    <a:pt x="101" y="31"/>
                  </a:lnTo>
                  <a:lnTo>
                    <a:pt x="68" y="0"/>
                  </a:lnTo>
                  <a:lnTo>
                    <a:pt x="34" y="36"/>
                  </a:lnTo>
                  <a:lnTo>
                    <a:pt x="0" y="72"/>
                  </a:lnTo>
                  <a:lnTo>
                    <a:pt x="34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37" name=""/>
            <p:cNvSpPr/>
            <p:nvPr/>
          </p:nvSpPr>
          <p:spPr>
            <a:xfrm rot="0">
              <a:off x="2901" y="2895"/>
              <a:ext cx="34" cy="34"/>
            </a:xfrm>
            <a:custGeom>
              <a:avLst/>
              <a:ahLst/>
              <a:rect l="0" t="0" r="r" b="b"/>
              <a:pathLst>
                <a:path w="101" h="103">
                  <a:moveTo>
                    <a:pt x="34" y="103"/>
                  </a:moveTo>
                  <a:lnTo>
                    <a:pt x="68" y="67"/>
                  </a:lnTo>
                  <a:lnTo>
                    <a:pt x="101" y="31"/>
                  </a:lnTo>
                  <a:lnTo>
                    <a:pt x="68" y="0"/>
                  </a:lnTo>
                  <a:lnTo>
                    <a:pt x="34" y="36"/>
                  </a:lnTo>
                  <a:lnTo>
                    <a:pt x="0" y="72"/>
                  </a:lnTo>
                  <a:lnTo>
                    <a:pt x="34" y="10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38" name=""/>
            <p:cNvSpPr/>
            <p:nvPr/>
          </p:nvSpPr>
          <p:spPr>
            <a:xfrm rot="0">
              <a:off x="2912" y="2894"/>
              <a:ext cx="12" cy="13"/>
            </a:xfrm>
            <a:custGeom>
              <a:avLst/>
              <a:ahLst/>
              <a:rect l="0" t="0" r="r" b="b"/>
              <a:pathLst>
                <a:path w="34" h="39">
                  <a:moveTo>
                    <a:pt x="0" y="39"/>
                  </a:moveTo>
                  <a:lnTo>
                    <a:pt x="34" y="3"/>
                  </a:lnTo>
                  <a:lnTo>
                    <a:pt x="31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39" name=""/>
            <p:cNvSpPr/>
            <p:nvPr/>
          </p:nvSpPr>
          <p:spPr>
            <a:xfrm rot="0" flipH="1" flipV="1">
              <a:off x="2923" y="28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40" name=""/>
            <p:cNvSpPr/>
            <p:nvPr/>
          </p:nvSpPr>
          <p:spPr>
            <a:xfrm rot="0">
              <a:off x="2890" y="2884"/>
              <a:ext cx="33" cy="36"/>
            </a:xfrm>
            <a:custGeom>
              <a:avLst/>
              <a:ahLst/>
              <a:rect l="0" t="0" r="r" b="b"/>
              <a:pathLst>
                <a:path w="98" h="107">
                  <a:moveTo>
                    <a:pt x="36" y="107"/>
                  </a:moveTo>
                  <a:lnTo>
                    <a:pt x="67" y="68"/>
                  </a:lnTo>
                  <a:lnTo>
                    <a:pt x="98" y="29"/>
                  </a:lnTo>
                  <a:lnTo>
                    <a:pt x="62" y="0"/>
                  </a:lnTo>
                  <a:lnTo>
                    <a:pt x="31" y="38"/>
                  </a:lnTo>
                  <a:lnTo>
                    <a:pt x="0" y="77"/>
                  </a:lnTo>
                  <a:lnTo>
                    <a:pt x="36" y="1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41" name=""/>
            <p:cNvSpPr/>
            <p:nvPr/>
          </p:nvSpPr>
          <p:spPr>
            <a:xfrm rot="0">
              <a:off x="2890" y="2884"/>
              <a:ext cx="33" cy="36"/>
            </a:xfrm>
            <a:custGeom>
              <a:avLst/>
              <a:ahLst/>
              <a:rect l="0" t="0" r="r" b="b"/>
              <a:pathLst>
                <a:path w="98" h="107">
                  <a:moveTo>
                    <a:pt x="36" y="107"/>
                  </a:moveTo>
                  <a:lnTo>
                    <a:pt x="67" y="68"/>
                  </a:lnTo>
                  <a:lnTo>
                    <a:pt x="98" y="29"/>
                  </a:lnTo>
                  <a:lnTo>
                    <a:pt x="62" y="0"/>
                  </a:lnTo>
                  <a:lnTo>
                    <a:pt x="31" y="38"/>
                  </a:lnTo>
                  <a:lnTo>
                    <a:pt x="0" y="77"/>
                  </a:lnTo>
                  <a:lnTo>
                    <a:pt x="36" y="10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42" name=""/>
            <p:cNvSpPr/>
            <p:nvPr/>
          </p:nvSpPr>
          <p:spPr>
            <a:xfrm rot="0">
              <a:off x="2900" y="2884"/>
              <a:ext cx="11" cy="13"/>
            </a:xfrm>
            <a:custGeom>
              <a:avLst/>
              <a:ahLst/>
              <a:rect l="0" t="0" r="r" b="b"/>
              <a:pathLst>
                <a:path w="31" h="40">
                  <a:moveTo>
                    <a:pt x="0" y="40"/>
                  </a:moveTo>
                  <a:lnTo>
                    <a:pt x="31" y="2"/>
                  </a:lnTo>
                  <a:lnTo>
                    <a:pt x="30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43" name=""/>
            <p:cNvSpPr/>
            <p:nvPr/>
          </p:nvSpPr>
          <p:spPr>
            <a:xfrm rot="0" flipH="1" flipV="1">
              <a:off x="2910" y="288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44" name=""/>
            <p:cNvSpPr/>
            <p:nvPr/>
          </p:nvSpPr>
          <p:spPr>
            <a:xfrm rot="0">
              <a:off x="2877" y="2874"/>
              <a:ext cx="33" cy="36"/>
            </a:xfrm>
            <a:custGeom>
              <a:avLst/>
              <a:ahLst/>
              <a:rect l="0" t="0" r="r" b="b"/>
              <a:pathLst>
                <a:path w="99" h="108">
                  <a:moveTo>
                    <a:pt x="39" y="108"/>
                  </a:moveTo>
                  <a:lnTo>
                    <a:pt x="69" y="68"/>
                  </a:lnTo>
                  <a:lnTo>
                    <a:pt x="99" y="28"/>
                  </a:lnTo>
                  <a:lnTo>
                    <a:pt x="60" y="0"/>
                  </a:lnTo>
                  <a:lnTo>
                    <a:pt x="30" y="40"/>
                  </a:lnTo>
                  <a:lnTo>
                    <a:pt x="0" y="80"/>
                  </a:lnTo>
                  <a:lnTo>
                    <a:pt x="39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45" name=""/>
            <p:cNvSpPr/>
            <p:nvPr/>
          </p:nvSpPr>
          <p:spPr>
            <a:xfrm rot="0">
              <a:off x="2877" y="2874"/>
              <a:ext cx="33" cy="36"/>
            </a:xfrm>
            <a:custGeom>
              <a:avLst/>
              <a:ahLst/>
              <a:rect l="0" t="0" r="r" b="b"/>
              <a:pathLst>
                <a:path w="99" h="108">
                  <a:moveTo>
                    <a:pt x="39" y="108"/>
                  </a:moveTo>
                  <a:lnTo>
                    <a:pt x="69" y="68"/>
                  </a:lnTo>
                  <a:lnTo>
                    <a:pt x="99" y="28"/>
                  </a:lnTo>
                  <a:lnTo>
                    <a:pt x="60" y="0"/>
                  </a:lnTo>
                  <a:lnTo>
                    <a:pt x="30" y="40"/>
                  </a:lnTo>
                  <a:lnTo>
                    <a:pt x="0" y="80"/>
                  </a:lnTo>
                  <a:lnTo>
                    <a:pt x="39" y="1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46" name=""/>
            <p:cNvSpPr/>
            <p:nvPr/>
          </p:nvSpPr>
          <p:spPr>
            <a:xfrm rot="0">
              <a:off x="2887" y="2874"/>
              <a:ext cx="10" cy="14"/>
            </a:xfrm>
            <a:custGeom>
              <a:avLst/>
              <a:ahLst/>
              <a:rect l="0" t="0" r="r" b="b"/>
              <a:pathLst>
                <a:path w="30" h="41">
                  <a:moveTo>
                    <a:pt x="0" y="41"/>
                  </a:moveTo>
                  <a:lnTo>
                    <a:pt x="30" y="1"/>
                  </a:lnTo>
                  <a:lnTo>
                    <a:pt x="28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47" name=""/>
            <p:cNvSpPr/>
            <p:nvPr/>
          </p:nvSpPr>
          <p:spPr>
            <a:xfrm rot="0" flipH="1" flipV="1">
              <a:off x="2897" y="287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48" name=""/>
            <p:cNvSpPr/>
            <p:nvPr/>
          </p:nvSpPr>
          <p:spPr>
            <a:xfrm rot="0">
              <a:off x="2864" y="2864"/>
              <a:ext cx="33" cy="37"/>
            </a:xfrm>
            <a:custGeom>
              <a:avLst/>
              <a:ahLst/>
              <a:rect l="0" t="0" r="r" b="b"/>
              <a:pathLst>
                <a:path w="98" h="111">
                  <a:moveTo>
                    <a:pt x="42" y="111"/>
                  </a:moveTo>
                  <a:lnTo>
                    <a:pt x="70" y="70"/>
                  </a:lnTo>
                  <a:lnTo>
                    <a:pt x="98" y="29"/>
                  </a:lnTo>
                  <a:lnTo>
                    <a:pt x="57" y="0"/>
                  </a:lnTo>
                  <a:lnTo>
                    <a:pt x="29" y="42"/>
                  </a:lnTo>
                  <a:lnTo>
                    <a:pt x="0" y="83"/>
                  </a:lnTo>
                  <a:lnTo>
                    <a:pt x="42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49" name=""/>
            <p:cNvSpPr/>
            <p:nvPr/>
          </p:nvSpPr>
          <p:spPr>
            <a:xfrm rot="0">
              <a:off x="2864" y="2864"/>
              <a:ext cx="33" cy="37"/>
            </a:xfrm>
            <a:custGeom>
              <a:avLst/>
              <a:ahLst/>
              <a:rect l="0" t="0" r="r" b="b"/>
              <a:pathLst>
                <a:path w="98" h="111">
                  <a:moveTo>
                    <a:pt x="42" y="111"/>
                  </a:moveTo>
                  <a:lnTo>
                    <a:pt x="70" y="70"/>
                  </a:lnTo>
                  <a:lnTo>
                    <a:pt x="98" y="29"/>
                  </a:lnTo>
                  <a:lnTo>
                    <a:pt x="57" y="0"/>
                  </a:lnTo>
                  <a:lnTo>
                    <a:pt x="29" y="42"/>
                  </a:lnTo>
                  <a:lnTo>
                    <a:pt x="0" y="83"/>
                  </a:lnTo>
                  <a:lnTo>
                    <a:pt x="42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50" name=""/>
            <p:cNvSpPr/>
            <p:nvPr/>
          </p:nvSpPr>
          <p:spPr>
            <a:xfrm rot="0">
              <a:off x="2874" y="2864"/>
              <a:ext cx="9" cy="14"/>
            </a:xfrm>
            <a:custGeom>
              <a:avLst/>
              <a:ahLst/>
              <a:rect l="0" t="0" r="r" b="b"/>
              <a:pathLst>
                <a:path w="28" h="43">
                  <a:moveTo>
                    <a:pt x="0" y="43"/>
                  </a:moveTo>
                  <a:lnTo>
                    <a:pt x="28" y="1"/>
                  </a:lnTo>
                  <a:lnTo>
                    <a:pt x="26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51" name=""/>
            <p:cNvSpPr/>
            <p:nvPr/>
          </p:nvSpPr>
          <p:spPr>
            <a:xfrm rot="0" flipH="1" flipV="1">
              <a:off x="2882" y="28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52" name=""/>
            <p:cNvSpPr/>
            <p:nvPr/>
          </p:nvSpPr>
          <p:spPr>
            <a:xfrm rot="0">
              <a:off x="2850" y="2855"/>
              <a:ext cx="32" cy="37"/>
            </a:xfrm>
            <a:custGeom>
              <a:avLst/>
              <a:ahLst/>
              <a:rect l="0" t="0" r="r" b="b"/>
              <a:pathLst>
                <a:path w="96" h="111">
                  <a:moveTo>
                    <a:pt x="44" y="111"/>
                  </a:moveTo>
                  <a:lnTo>
                    <a:pt x="70" y="69"/>
                  </a:lnTo>
                  <a:lnTo>
                    <a:pt x="96" y="26"/>
                  </a:lnTo>
                  <a:lnTo>
                    <a:pt x="52" y="0"/>
                  </a:lnTo>
                  <a:lnTo>
                    <a:pt x="26" y="43"/>
                  </a:lnTo>
                  <a:lnTo>
                    <a:pt x="0" y="85"/>
                  </a:lnTo>
                  <a:lnTo>
                    <a:pt x="44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53" name=""/>
            <p:cNvSpPr/>
            <p:nvPr/>
          </p:nvSpPr>
          <p:spPr>
            <a:xfrm rot="0">
              <a:off x="2850" y="2855"/>
              <a:ext cx="32" cy="37"/>
            </a:xfrm>
            <a:custGeom>
              <a:avLst/>
              <a:ahLst/>
              <a:rect l="0" t="0" r="r" b="b"/>
              <a:pathLst>
                <a:path w="96" h="111">
                  <a:moveTo>
                    <a:pt x="44" y="111"/>
                  </a:moveTo>
                  <a:lnTo>
                    <a:pt x="70" y="69"/>
                  </a:lnTo>
                  <a:lnTo>
                    <a:pt x="96" y="26"/>
                  </a:lnTo>
                  <a:lnTo>
                    <a:pt x="52" y="0"/>
                  </a:lnTo>
                  <a:lnTo>
                    <a:pt x="26" y="43"/>
                  </a:lnTo>
                  <a:lnTo>
                    <a:pt x="0" y="85"/>
                  </a:lnTo>
                  <a:lnTo>
                    <a:pt x="44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54" name=""/>
            <p:cNvSpPr/>
            <p:nvPr/>
          </p:nvSpPr>
          <p:spPr>
            <a:xfrm rot="0">
              <a:off x="2859" y="2855"/>
              <a:ext cx="9" cy="15"/>
            </a:xfrm>
            <a:custGeom>
              <a:avLst/>
              <a:ahLst/>
              <a:rect l="0" t="0" r="r" b="b"/>
              <a:pathLst>
                <a:path w="26" h="44">
                  <a:moveTo>
                    <a:pt x="0" y="44"/>
                  </a:moveTo>
                  <a:lnTo>
                    <a:pt x="26" y="1"/>
                  </a:lnTo>
                  <a:lnTo>
                    <a:pt x="24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55" name=""/>
            <p:cNvSpPr/>
            <p:nvPr/>
          </p:nvSpPr>
          <p:spPr>
            <a:xfrm rot="0" flipH="1" flipV="1">
              <a:off x="2867" y="28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56" name=""/>
            <p:cNvSpPr/>
            <p:nvPr/>
          </p:nvSpPr>
          <p:spPr>
            <a:xfrm rot="0">
              <a:off x="2697" y="3675"/>
              <a:ext cx="24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49" y="51"/>
                  </a:moveTo>
                  <a:lnTo>
                    <a:pt x="25" y="93"/>
                  </a:lnTo>
                  <a:lnTo>
                    <a:pt x="14" y="86"/>
                  </a:lnTo>
                  <a:lnTo>
                    <a:pt x="6" y="75"/>
                  </a:lnTo>
                  <a:lnTo>
                    <a:pt x="1" y="64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57" name=""/>
            <p:cNvSpPr/>
            <p:nvPr/>
          </p:nvSpPr>
          <p:spPr>
            <a:xfrm rot="0">
              <a:off x="2697" y="3675"/>
              <a:ext cx="24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25" y="93"/>
                  </a:moveTo>
                  <a:lnTo>
                    <a:pt x="14" y="86"/>
                  </a:lnTo>
                  <a:lnTo>
                    <a:pt x="6" y="75"/>
                  </a:lnTo>
                  <a:lnTo>
                    <a:pt x="1" y="64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58" name=""/>
            <p:cNvSpPr/>
            <p:nvPr/>
          </p:nvSpPr>
          <p:spPr>
            <a:xfrm rot="0">
              <a:off x="2705" y="3678"/>
              <a:ext cx="258" cy="168"/>
            </a:xfrm>
            <a:custGeom>
              <a:avLst/>
              <a:ahLst/>
              <a:rect l="0" t="0" r="r" b="b"/>
              <a:pathLst>
                <a:path w="773" h="504">
                  <a:moveTo>
                    <a:pt x="49" y="0"/>
                  </a:moveTo>
                  <a:lnTo>
                    <a:pt x="24" y="43"/>
                  </a:lnTo>
                  <a:lnTo>
                    <a:pt x="0" y="85"/>
                  </a:lnTo>
                  <a:lnTo>
                    <a:pt x="724" y="504"/>
                  </a:lnTo>
                  <a:lnTo>
                    <a:pt x="749" y="461"/>
                  </a:lnTo>
                  <a:lnTo>
                    <a:pt x="773" y="418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59" name=""/>
            <p:cNvSpPr/>
            <p:nvPr/>
          </p:nvSpPr>
          <p:spPr>
            <a:xfrm rot="0">
              <a:off x="2705" y="3678"/>
              <a:ext cx="258" cy="168"/>
            </a:xfrm>
            <a:custGeom>
              <a:avLst/>
              <a:ahLst/>
              <a:rect l="0" t="0" r="r" b="b"/>
              <a:pathLst>
                <a:path w="773" h="504">
                  <a:moveTo>
                    <a:pt x="49" y="0"/>
                  </a:moveTo>
                  <a:lnTo>
                    <a:pt x="24" y="43"/>
                  </a:lnTo>
                  <a:lnTo>
                    <a:pt x="0" y="85"/>
                  </a:lnTo>
                  <a:lnTo>
                    <a:pt x="724" y="504"/>
                  </a:lnTo>
                  <a:lnTo>
                    <a:pt x="749" y="461"/>
                  </a:lnTo>
                  <a:lnTo>
                    <a:pt x="773" y="418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60" name=""/>
            <p:cNvSpPr/>
            <p:nvPr/>
          </p:nvSpPr>
          <p:spPr>
            <a:xfrm rot="0">
              <a:off x="2946" y="3817"/>
              <a:ext cx="25" cy="31"/>
            </a:xfrm>
            <a:custGeom>
              <a:avLst/>
              <a:ahLst/>
              <a:rect l="0" t="0" r="r" b="b"/>
              <a:pathLst>
                <a:path w="75" h="92">
                  <a:moveTo>
                    <a:pt x="25" y="43"/>
                  </a:moveTo>
                  <a:lnTo>
                    <a:pt x="49" y="0"/>
                  </a:lnTo>
                  <a:lnTo>
                    <a:pt x="59" y="8"/>
                  </a:lnTo>
                  <a:lnTo>
                    <a:pt x="67" y="19"/>
                  </a:lnTo>
                  <a:lnTo>
                    <a:pt x="72" y="30"/>
                  </a:lnTo>
                  <a:lnTo>
                    <a:pt x="75" y="43"/>
                  </a:lnTo>
                  <a:lnTo>
                    <a:pt x="72" y="56"/>
                  </a:lnTo>
                  <a:lnTo>
                    <a:pt x="67" y="68"/>
                  </a:lnTo>
                  <a:lnTo>
                    <a:pt x="59" y="78"/>
                  </a:lnTo>
                  <a:lnTo>
                    <a:pt x="49" y="86"/>
                  </a:lnTo>
                  <a:lnTo>
                    <a:pt x="37" y="91"/>
                  </a:lnTo>
                  <a:lnTo>
                    <a:pt x="25" y="92"/>
                  </a:lnTo>
                  <a:lnTo>
                    <a:pt x="12" y="91"/>
                  </a:lnTo>
                  <a:lnTo>
                    <a:pt x="0" y="86"/>
                  </a:lnTo>
                  <a:lnTo>
                    <a:pt x="2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61" name=""/>
            <p:cNvSpPr/>
            <p:nvPr/>
          </p:nvSpPr>
          <p:spPr>
            <a:xfrm rot="0">
              <a:off x="2946" y="3817"/>
              <a:ext cx="25" cy="31"/>
            </a:xfrm>
            <a:custGeom>
              <a:avLst/>
              <a:ahLst/>
              <a:rect l="0" t="0" r="r" b="b"/>
              <a:pathLst>
                <a:path w="75" h="92">
                  <a:moveTo>
                    <a:pt x="49" y="0"/>
                  </a:moveTo>
                  <a:lnTo>
                    <a:pt x="59" y="8"/>
                  </a:lnTo>
                  <a:lnTo>
                    <a:pt x="67" y="19"/>
                  </a:lnTo>
                  <a:lnTo>
                    <a:pt x="72" y="30"/>
                  </a:lnTo>
                  <a:lnTo>
                    <a:pt x="75" y="43"/>
                  </a:lnTo>
                  <a:lnTo>
                    <a:pt x="72" y="56"/>
                  </a:lnTo>
                  <a:lnTo>
                    <a:pt x="67" y="68"/>
                  </a:lnTo>
                  <a:lnTo>
                    <a:pt x="59" y="78"/>
                  </a:lnTo>
                  <a:lnTo>
                    <a:pt x="49" y="86"/>
                  </a:lnTo>
                  <a:lnTo>
                    <a:pt x="37" y="91"/>
                  </a:lnTo>
                  <a:lnTo>
                    <a:pt x="25" y="92"/>
                  </a:lnTo>
                  <a:lnTo>
                    <a:pt x="12" y="91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62" name=""/>
            <p:cNvSpPr/>
            <p:nvPr/>
          </p:nvSpPr>
          <p:spPr>
            <a:xfrm rot="0">
              <a:off x="2541" y="4073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50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63" name=""/>
            <p:cNvSpPr/>
            <p:nvPr/>
          </p:nvSpPr>
          <p:spPr>
            <a:xfrm rot="0">
              <a:off x="2541" y="4073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64" name=""/>
            <p:cNvSpPr/>
            <p:nvPr/>
          </p:nvSpPr>
          <p:spPr>
            <a:xfrm rot="0">
              <a:off x="2541" y="4090"/>
              <a:ext cx="33" cy="70"/>
            </a:xfrm>
            <a:custGeom>
              <a:avLst/>
              <a:ahLst/>
              <a:rect l="0" t="0" r="r" b="b"/>
              <a:pathLst>
                <a:path w="100" h="210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10"/>
                  </a:lnTo>
                  <a:lnTo>
                    <a:pt x="50" y="210"/>
                  </a:lnTo>
                  <a:lnTo>
                    <a:pt x="100" y="210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65" name=""/>
            <p:cNvSpPr/>
            <p:nvPr/>
          </p:nvSpPr>
          <p:spPr>
            <a:xfrm rot="0">
              <a:off x="2541" y="4090"/>
              <a:ext cx="33" cy="70"/>
            </a:xfrm>
            <a:custGeom>
              <a:avLst/>
              <a:ahLst/>
              <a:rect l="0" t="0" r="r" b="b"/>
              <a:pathLst>
                <a:path w="100" h="210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10"/>
                  </a:lnTo>
                  <a:lnTo>
                    <a:pt x="50" y="210"/>
                  </a:lnTo>
                  <a:lnTo>
                    <a:pt x="100" y="210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66" name=""/>
            <p:cNvSpPr/>
            <p:nvPr/>
          </p:nvSpPr>
          <p:spPr>
            <a:xfrm rot="0">
              <a:off x="2541" y="4160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50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3"/>
                  </a:lnTo>
                  <a:lnTo>
                    <a:pt x="15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67" name=""/>
            <p:cNvSpPr/>
            <p:nvPr/>
          </p:nvSpPr>
          <p:spPr>
            <a:xfrm rot="0">
              <a:off x="2541" y="4160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3"/>
                  </a:lnTo>
                  <a:lnTo>
                    <a:pt x="15" y="35"/>
                  </a:lnTo>
                  <a:lnTo>
                    <a:pt x="7" y="25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68" name=""/>
            <p:cNvSpPr/>
            <p:nvPr/>
          </p:nvSpPr>
          <p:spPr>
            <a:xfrm rot="0">
              <a:off x="2541" y="4076"/>
              <a:ext cx="24" cy="30"/>
            </a:xfrm>
            <a:custGeom>
              <a:avLst/>
              <a:ahLst/>
              <a:rect l="0" t="0" r="r" b="b"/>
              <a:pathLst>
                <a:path w="74" h="92">
                  <a:moveTo>
                    <a:pt x="50" y="43"/>
                  </a:moveTo>
                  <a:lnTo>
                    <a:pt x="74" y="86"/>
                  </a:lnTo>
                  <a:lnTo>
                    <a:pt x="62" y="91"/>
                  </a:lnTo>
                  <a:lnTo>
                    <a:pt x="50" y="92"/>
                  </a:lnTo>
                  <a:lnTo>
                    <a:pt x="37" y="91"/>
                  </a:lnTo>
                  <a:lnTo>
                    <a:pt x="25" y="86"/>
                  </a:lnTo>
                  <a:lnTo>
                    <a:pt x="15" y="78"/>
                  </a:lnTo>
                  <a:lnTo>
                    <a:pt x="7" y="67"/>
                  </a:lnTo>
                  <a:lnTo>
                    <a:pt x="2" y="56"/>
                  </a:lnTo>
                  <a:lnTo>
                    <a:pt x="0" y="43"/>
                  </a:lnTo>
                  <a:lnTo>
                    <a:pt x="2" y="30"/>
                  </a:lnTo>
                  <a:lnTo>
                    <a:pt x="7" y="18"/>
                  </a:lnTo>
                  <a:lnTo>
                    <a:pt x="15" y="8"/>
                  </a:lnTo>
                  <a:lnTo>
                    <a:pt x="25" y="0"/>
                  </a:lnTo>
                  <a:lnTo>
                    <a:pt x="5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69" name=""/>
            <p:cNvSpPr/>
            <p:nvPr/>
          </p:nvSpPr>
          <p:spPr>
            <a:xfrm rot="0">
              <a:off x="2541" y="4076"/>
              <a:ext cx="24" cy="30"/>
            </a:xfrm>
            <a:custGeom>
              <a:avLst/>
              <a:ahLst/>
              <a:rect l="0" t="0" r="r" b="b"/>
              <a:pathLst>
                <a:path w="74" h="92">
                  <a:moveTo>
                    <a:pt x="74" y="86"/>
                  </a:moveTo>
                  <a:lnTo>
                    <a:pt x="62" y="91"/>
                  </a:lnTo>
                  <a:lnTo>
                    <a:pt x="50" y="92"/>
                  </a:lnTo>
                  <a:lnTo>
                    <a:pt x="37" y="91"/>
                  </a:lnTo>
                  <a:lnTo>
                    <a:pt x="25" y="86"/>
                  </a:lnTo>
                  <a:lnTo>
                    <a:pt x="15" y="78"/>
                  </a:lnTo>
                  <a:lnTo>
                    <a:pt x="7" y="67"/>
                  </a:lnTo>
                  <a:lnTo>
                    <a:pt x="2" y="56"/>
                  </a:lnTo>
                  <a:lnTo>
                    <a:pt x="0" y="43"/>
                  </a:lnTo>
                  <a:lnTo>
                    <a:pt x="2" y="30"/>
                  </a:lnTo>
                  <a:lnTo>
                    <a:pt x="7" y="18"/>
                  </a:lnTo>
                  <a:lnTo>
                    <a:pt x="15" y="8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70" name=""/>
            <p:cNvSpPr/>
            <p:nvPr/>
          </p:nvSpPr>
          <p:spPr>
            <a:xfrm rot="0">
              <a:off x="2549" y="3727"/>
              <a:ext cx="620" cy="377"/>
            </a:xfrm>
            <a:custGeom>
              <a:avLst/>
              <a:ahLst/>
              <a:rect l="0" t="0" r="r" b="b"/>
              <a:pathLst>
                <a:path w="1860" h="1131">
                  <a:moveTo>
                    <a:pt x="0" y="1045"/>
                  </a:moveTo>
                  <a:lnTo>
                    <a:pt x="25" y="1088"/>
                  </a:lnTo>
                  <a:lnTo>
                    <a:pt x="49" y="1131"/>
                  </a:lnTo>
                  <a:lnTo>
                    <a:pt x="1860" y="85"/>
                  </a:lnTo>
                  <a:lnTo>
                    <a:pt x="1835" y="42"/>
                  </a:lnTo>
                  <a:lnTo>
                    <a:pt x="1811" y="0"/>
                  </a:lnTo>
                  <a:lnTo>
                    <a:pt x="0" y="10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71" name=""/>
            <p:cNvSpPr/>
            <p:nvPr/>
          </p:nvSpPr>
          <p:spPr>
            <a:xfrm rot="0">
              <a:off x="2549" y="3727"/>
              <a:ext cx="620" cy="377"/>
            </a:xfrm>
            <a:custGeom>
              <a:avLst/>
              <a:ahLst/>
              <a:rect l="0" t="0" r="r" b="b"/>
              <a:pathLst>
                <a:path w="1860" h="1131">
                  <a:moveTo>
                    <a:pt x="0" y="1045"/>
                  </a:moveTo>
                  <a:lnTo>
                    <a:pt x="25" y="1088"/>
                  </a:lnTo>
                  <a:lnTo>
                    <a:pt x="49" y="1131"/>
                  </a:lnTo>
                  <a:lnTo>
                    <a:pt x="1860" y="85"/>
                  </a:lnTo>
                  <a:lnTo>
                    <a:pt x="1835" y="42"/>
                  </a:lnTo>
                  <a:lnTo>
                    <a:pt x="1811" y="0"/>
                  </a:lnTo>
                  <a:lnTo>
                    <a:pt x="0" y="104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72" name=""/>
            <p:cNvSpPr/>
            <p:nvPr/>
          </p:nvSpPr>
          <p:spPr>
            <a:xfrm rot="0">
              <a:off x="3153" y="3725"/>
              <a:ext cx="24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24" y="50"/>
                  </a:moveTo>
                  <a:lnTo>
                    <a:pt x="0" y="8"/>
                  </a:lnTo>
                  <a:lnTo>
                    <a:pt x="11" y="3"/>
                  </a:lnTo>
                  <a:lnTo>
                    <a:pt x="24" y="0"/>
                  </a:lnTo>
                  <a:lnTo>
                    <a:pt x="37" y="3"/>
                  </a:lnTo>
                  <a:lnTo>
                    <a:pt x="49" y="8"/>
                  </a:lnTo>
                  <a:lnTo>
                    <a:pt x="59" y="15"/>
                  </a:lnTo>
                  <a:lnTo>
                    <a:pt x="67" y="26"/>
                  </a:lnTo>
                  <a:lnTo>
                    <a:pt x="72" y="37"/>
                  </a:lnTo>
                  <a:lnTo>
                    <a:pt x="74" y="50"/>
                  </a:lnTo>
                  <a:lnTo>
                    <a:pt x="72" y="63"/>
                  </a:lnTo>
                  <a:lnTo>
                    <a:pt x="67" y="75"/>
                  </a:lnTo>
                  <a:lnTo>
                    <a:pt x="59" y="85"/>
                  </a:lnTo>
                  <a:lnTo>
                    <a:pt x="49" y="93"/>
                  </a:lnTo>
                  <a:lnTo>
                    <a:pt x="24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73" name=""/>
            <p:cNvSpPr/>
            <p:nvPr/>
          </p:nvSpPr>
          <p:spPr>
            <a:xfrm rot="0">
              <a:off x="3153" y="3725"/>
              <a:ext cx="24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0" y="8"/>
                  </a:moveTo>
                  <a:lnTo>
                    <a:pt x="11" y="3"/>
                  </a:lnTo>
                  <a:lnTo>
                    <a:pt x="24" y="0"/>
                  </a:lnTo>
                  <a:lnTo>
                    <a:pt x="37" y="3"/>
                  </a:lnTo>
                  <a:lnTo>
                    <a:pt x="49" y="8"/>
                  </a:lnTo>
                  <a:lnTo>
                    <a:pt x="59" y="15"/>
                  </a:lnTo>
                  <a:lnTo>
                    <a:pt x="67" y="26"/>
                  </a:lnTo>
                  <a:lnTo>
                    <a:pt x="72" y="37"/>
                  </a:lnTo>
                  <a:lnTo>
                    <a:pt x="74" y="50"/>
                  </a:lnTo>
                  <a:lnTo>
                    <a:pt x="72" y="63"/>
                  </a:lnTo>
                  <a:lnTo>
                    <a:pt x="67" y="75"/>
                  </a:lnTo>
                  <a:lnTo>
                    <a:pt x="59" y="85"/>
                  </a:lnTo>
                  <a:lnTo>
                    <a:pt x="49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74" name=""/>
            <p:cNvSpPr/>
            <p:nvPr/>
          </p:nvSpPr>
          <p:spPr>
            <a:xfrm rot="0">
              <a:off x="3144" y="3725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75" name=""/>
            <p:cNvSpPr/>
            <p:nvPr/>
          </p:nvSpPr>
          <p:spPr>
            <a:xfrm rot="0">
              <a:off x="3144" y="3725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76" name=""/>
            <p:cNvSpPr/>
            <p:nvPr/>
          </p:nvSpPr>
          <p:spPr>
            <a:xfrm rot="0">
              <a:off x="3144" y="3741"/>
              <a:ext cx="33" cy="70"/>
            </a:xfrm>
            <a:custGeom>
              <a:avLst/>
              <a:ahLst/>
              <a:rect l="0" t="0" r="r" b="b"/>
              <a:pathLst>
                <a:path w="99" h="209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09"/>
                  </a:lnTo>
                  <a:lnTo>
                    <a:pt x="49" y="209"/>
                  </a:lnTo>
                  <a:lnTo>
                    <a:pt x="99" y="209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77" name=""/>
            <p:cNvSpPr/>
            <p:nvPr/>
          </p:nvSpPr>
          <p:spPr>
            <a:xfrm rot="0">
              <a:off x="3144" y="3741"/>
              <a:ext cx="33" cy="70"/>
            </a:xfrm>
            <a:custGeom>
              <a:avLst/>
              <a:ahLst/>
              <a:rect l="0" t="0" r="r" b="b"/>
              <a:pathLst>
                <a:path w="99" h="209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09"/>
                  </a:lnTo>
                  <a:lnTo>
                    <a:pt x="49" y="209"/>
                  </a:lnTo>
                  <a:lnTo>
                    <a:pt x="99" y="209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78" name=""/>
            <p:cNvSpPr/>
            <p:nvPr/>
          </p:nvSpPr>
          <p:spPr>
            <a:xfrm rot="0">
              <a:off x="3144" y="3811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3"/>
                  </a:lnTo>
                  <a:lnTo>
                    <a:pt x="14" y="35"/>
                  </a:lnTo>
                  <a:lnTo>
                    <a:pt x="6" y="25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79" name=""/>
            <p:cNvSpPr/>
            <p:nvPr/>
          </p:nvSpPr>
          <p:spPr>
            <a:xfrm rot="0">
              <a:off x="3144" y="3811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2" y="25"/>
                  </a:lnTo>
                  <a:lnTo>
                    <a:pt x="84" y="35"/>
                  </a:lnTo>
                  <a:lnTo>
                    <a:pt x="74" y="43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3"/>
                  </a:lnTo>
                  <a:lnTo>
                    <a:pt x="14" y="35"/>
                  </a:lnTo>
                  <a:lnTo>
                    <a:pt x="6" y="25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80" name=""/>
            <p:cNvSpPr/>
            <p:nvPr/>
          </p:nvSpPr>
          <p:spPr>
            <a:xfrm rot="0">
              <a:off x="2541" y="4146"/>
              <a:ext cx="24" cy="30"/>
            </a:xfrm>
            <a:custGeom>
              <a:avLst/>
              <a:ahLst/>
              <a:rect l="0" t="0" r="r" b="b"/>
              <a:pathLst>
                <a:path w="74" h="91">
                  <a:moveTo>
                    <a:pt x="50" y="42"/>
                  </a:moveTo>
                  <a:lnTo>
                    <a:pt x="74" y="85"/>
                  </a:lnTo>
                  <a:lnTo>
                    <a:pt x="62" y="90"/>
                  </a:lnTo>
                  <a:lnTo>
                    <a:pt x="50" y="91"/>
                  </a:lnTo>
                  <a:lnTo>
                    <a:pt x="37" y="90"/>
                  </a:lnTo>
                  <a:lnTo>
                    <a:pt x="25" y="85"/>
                  </a:lnTo>
                  <a:lnTo>
                    <a:pt x="15" y="77"/>
                  </a:lnTo>
                  <a:lnTo>
                    <a:pt x="7" y="67"/>
                  </a:lnTo>
                  <a:lnTo>
                    <a:pt x="2" y="55"/>
                  </a:lnTo>
                  <a:lnTo>
                    <a:pt x="0" y="42"/>
                  </a:lnTo>
                  <a:lnTo>
                    <a:pt x="2" y="29"/>
                  </a:lnTo>
                  <a:lnTo>
                    <a:pt x="7" y="18"/>
                  </a:lnTo>
                  <a:lnTo>
                    <a:pt x="15" y="8"/>
                  </a:lnTo>
                  <a:lnTo>
                    <a:pt x="25" y="0"/>
                  </a:lnTo>
                  <a:lnTo>
                    <a:pt x="5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81" name=""/>
            <p:cNvSpPr/>
            <p:nvPr/>
          </p:nvSpPr>
          <p:spPr>
            <a:xfrm rot="0">
              <a:off x="2541" y="4146"/>
              <a:ext cx="24" cy="30"/>
            </a:xfrm>
            <a:custGeom>
              <a:avLst/>
              <a:ahLst/>
              <a:rect l="0" t="0" r="r" b="b"/>
              <a:pathLst>
                <a:path w="74" h="91">
                  <a:moveTo>
                    <a:pt x="74" y="85"/>
                  </a:moveTo>
                  <a:lnTo>
                    <a:pt x="62" y="90"/>
                  </a:lnTo>
                  <a:lnTo>
                    <a:pt x="50" y="91"/>
                  </a:lnTo>
                  <a:lnTo>
                    <a:pt x="37" y="90"/>
                  </a:lnTo>
                  <a:lnTo>
                    <a:pt x="25" y="85"/>
                  </a:lnTo>
                  <a:lnTo>
                    <a:pt x="15" y="77"/>
                  </a:lnTo>
                  <a:lnTo>
                    <a:pt x="7" y="67"/>
                  </a:lnTo>
                  <a:lnTo>
                    <a:pt x="2" y="55"/>
                  </a:lnTo>
                  <a:lnTo>
                    <a:pt x="0" y="42"/>
                  </a:lnTo>
                  <a:lnTo>
                    <a:pt x="2" y="29"/>
                  </a:lnTo>
                  <a:lnTo>
                    <a:pt x="7" y="18"/>
                  </a:lnTo>
                  <a:lnTo>
                    <a:pt x="15" y="8"/>
                  </a:lnTo>
                  <a:lnTo>
                    <a:pt x="2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82" name=""/>
            <p:cNvSpPr/>
            <p:nvPr/>
          </p:nvSpPr>
          <p:spPr>
            <a:xfrm rot="0">
              <a:off x="2549" y="3797"/>
              <a:ext cx="620" cy="377"/>
            </a:xfrm>
            <a:custGeom>
              <a:avLst/>
              <a:ahLst/>
              <a:rect l="0" t="0" r="r" b="b"/>
              <a:pathLst>
                <a:path w="1860" h="1132">
                  <a:moveTo>
                    <a:pt x="0" y="1047"/>
                  </a:moveTo>
                  <a:lnTo>
                    <a:pt x="25" y="1089"/>
                  </a:lnTo>
                  <a:lnTo>
                    <a:pt x="49" y="1132"/>
                  </a:lnTo>
                  <a:lnTo>
                    <a:pt x="1860" y="85"/>
                  </a:lnTo>
                  <a:lnTo>
                    <a:pt x="1835" y="42"/>
                  </a:lnTo>
                  <a:lnTo>
                    <a:pt x="1811" y="0"/>
                  </a:lnTo>
                  <a:lnTo>
                    <a:pt x="0" y="10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83" name=""/>
            <p:cNvSpPr/>
            <p:nvPr/>
          </p:nvSpPr>
          <p:spPr>
            <a:xfrm rot="0">
              <a:off x="2549" y="3797"/>
              <a:ext cx="620" cy="377"/>
            </a:xfrm>
            <a:custGeom>
              <a:avLst/>
              <a:ahLst/>
              <a:rect l="0" t="0" r="r" b="b"/>
              <a:pathLst>
                <a:path w="1860" h="1132">
                  <a:moveTo>
                    <a:pt x="0" y="1047"/>
                  </a:moveTo>
                  <a:lnTo>
                    <a:pt x="25" y="1089"/>
                  </a:lnTo>
                  <a:lnTo>
                    <a:pt x="49" y="1132"/>
                  </a:lnTo>
                  <a:lnTo>
                    <a:pt x="1860" y="85"/>
                  </a:lnTo>
                  <a:lnTo>
                    <a:pt x="1835" y="42"/>
                  </a:lnTo>
                  <a:lnTo>
                    <a:pt x="1811" y="0"/>
                  </a:lnTo>
                  <a:lnTo>
                    <a:pt x="0" y="104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84" name=""/>
            <p:cNvSpPr/>
            <p:nvPr/>
          </p:nvSpPr>
          <p:spPr>
            <a:xfrm rot="0">
              <a:off x="3153" y="3794"/>
              <a:ext cx="24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24" y="50"/>
                  </a:moveTo>
                  <a:lnTo>
                    <a:pt x="0" y="8"/>
                  </a:lnTo>
                  <a:lnTo>
                    <a:pt x="11" y="3"/>
                  </a:lnTo>
                  <a:lnTo>
                    <a:pt x="24" y="0"/>
                  </a:lnTo>
                  <a:lnTo>
                    <a:pt x="37" y="3"/>
                  </a:lnTo>
                  <a:lnTo>
                    <a:pt x="49" y="8"/>
                  </a:lnTo>
                  <a:lnTo>
                    <a:pt x="59" y="16"/>
                  </a:lnTo>
                  <a:lnTo>
                    <a:pt x="67" y="26"/>
                  </a:lnTo>
                  <a:lnTo>
                    <a:pt x="72" y="37"/>
                  </a:lnTo>
                  <a:lnTo>
                    <a:pt x="74" y="50"/>
                  </a:lnTo>
                  <a:lnTo>
                    <a:pt x="72" y="63"/>
                  </a:lnTo>
                  <a:lnTo>
                    <a:pt x="67" y="75"/>
                  </a:lnTo>
                  <a:lnTo>
                    <a:pt x="59" y="85"/>
                  </a:lnTo>
                  <a:lnTo>
                    <a:pt x="49" y="93"/>
                  </a:lnTo>
                  <a:lnTo>
                    <a:pt x="24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85" name=""/>
            <p:cNvSpPr/>
            <p:nvPr/>
          </p:nvSpPr>
          <p:spPr>
            <a:xfrm rot="0">
              <a:off x="3153" y="3794"/>
              <a:ext cx="24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0" y="8"/>
                  </a:moveTo>
                  <a:lnTo>
                    <a:pt x="11" y="3"/>
                  </a:lnTo>
                  <a:lnTo>
                    <a:pt x="24" y="0"/>
                  </a:lnTo>
                  <a:lnTo>
                    <a:pt x="37" y="3"/>
                  </a:lnTo>
                  <a:lnTo>
                    <a:pt x="49" y="8"/>
                  </a:lnTo>
                  <a:lnTo>
                    <a:pt x="59" y="16"/>
                  </a:lnTo>
                  <a:lnTo>
                    <a:pt x="67" y="26"/>
                  </a:lnTo>
                  <a:lnTo>
                    <a:pt x="72" y="37"/>
                  </a:lnTo>
                  <a:lnTo>
                    <a:pt x="74" y="50"/>
                  </a:lnTo>
                  <a:lnTo>
                    <a:pt x="72" y="63"/>
                  </a:lnTo>
                  <a:lnTo>
                    <a:pt x="67" y="75"/>
                  </a:lnTo>
                  <a:lnTo>
                    <a:pt x="59" y="85"/>
                  </a:lnTo>
                  <a:lnTo>
                    <a:pt x="49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86" name=""/>
            <p:cNvSpPr/>
            <p:nvPr/>
          </p:nvSpPr>
          <p:spPr>
            <a:xfrm rot="0">
              <a:off x="1937" y="3725"/>
              <a:ext cx="24" cy="31"/>
            </a:xfrm>
            <a:custGeom>
              <a:avLst/>
              <a:ahLst/>
              <a:rect l="0" t="0" r="r" b="b"/>
              <a:pathLst>
                <a:path w="73" h="93">
                  <a:moveTo>
                    <a:pt x="49" y="50"/>
                  </a:move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87" name=""/>
            <p:cNvSpPr/>
            <p:nvPr/>
          </p:nvSpPr>
          <p:spPr>
            <a:xfrm rot="0">
              <a:off x="1937" y="3725"/>
              <a:ext cx="24" cy="31"/>
            </a:xfrm>
            <a:custGeom>
              <a:avLst/>
              <a:ahLst/>
              <a:rect l="0" t="0" r="r" b="b"/>
              <a:pathLst>
                <a:path w="73" h="93">
                  <a:moveTo>
                    <a:pt x="24" y="93"/>
                  </a:move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88" name=""/>
            <p:cNvSpPr/>
            <p:nvPr/>
          </p:nvSpPr>
          <p:spPr>
            <a:xfrm rot="0">
              <a:off x="1945" y="3727"/>
              <a:ext cx="620" cy="377"/>
            </a:xfrm>
            <a:custGeom>
              <a:avLst/>
              <a:ahLst/>
              <a:rect l="0" t="0" r="r" b="b"/>
              <a:pathLst>
                <a:path w="1861" h="1131">
                  <a:moveTo>
                    <a:pt x="49" y="0"/>
                  </a:moveTo>
                  <a:lnTo>
                    <a:pt x="25" y="42"/>
                  </a:lnTo>
                  <a:lnTo>
                    <a:pt x="0" y="85"/>
                  </a:lnTo>
                  <a:lnTo>
                    <a:pt x="1812" y="1131"/>
                  </a:lnTo>
                  <a:lnTo>
                    <a:pt x="1837" y="1088"/>
                  </a:lnTo>
                  <a:lnTo>
                    <a:pt x="1861" y="1045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89" name=""/>
            <p:cNvSpPr/>
            <p:nvPr/>
          </p:nvSpPr>
          <p:spPr>
            <a:xfrm rot="0">
              <a:off x="1945" y="3727"/>
              <a:ext cx="620" cy="377"/>
            </a:xfrm>
            <a:custGeom>
              <a:avLst/>
              <a:ahLst/>
              <a:rect l="0" t="0" r="r" b="b"/>
              <a:pathLst>
                <a:path w="1861" h="1131">
                  <a:moveTo>
                    <a:pt x="49" y="0"/>
                  </a:moveTo>
                  <a:lnTo>
                    <a:pt x="25" y="42"/>
                  </a:lnTo>
                  <a:lnTo>
                    <a:pt x="0" y="85"/>
                  </a:lnTo>
                  <a:lnTo>
                    <a:pt x="1812" y="1131"/>
                  </a:lnTo>
                  <a:lnTo>
                    <a:pt x="1837" y="1088"/>
                  </a:lnTo>
                  <a:lnTo>
                    <a:pt x="1861" y="1045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90" name=""/>
            <p:cNvSpPr/>
            <p:nvPr/>
          </p:nvSpPr>
          <p:spPr>
            <a:xfrm rot="0">
              <a:off x="2549" y="4076"/>
              <a:ext cx="25" cy="30"/>
            </a:xfrm>
            <a:custGeom>
              <a:avLst/>
              <a:ahLst/>
              <a:rect l="0" t="0" r="r" b="b"/>
              <a:pathLst>
                <a:path w="75" h="92">
                  <a:moveTo>
                    <a:pt x="25" y="43"/>
                  </a:moveTo>
                  <a:lnTo>
                    <a:pt x="49" y="0"/>
                  </a:lnTo>
                  <a:lnTo>
                    <a:pt x="59" y="8"/>
                  </a:lnTo>
                  <a:lnTo>
                    <a:pt x="67" y="18"/>
                  </a:lnTo>
                  <a:lnTo>
                    <a:pt x="72" y="30"/>
                  </a:lnTo>
                  <a:lnTo>
                    <a:pt x="75" y="43"/>
                  </a:lnTo>
                  <a:lnTo>
                    <a:pt x="72" y="56"/>
                  </a:lnTo>
                  <a:lnTo>
                    <a:pt x="67" y="67"/>
                  </a:lnTo>
                  <a:lnTo>
                    <a:pt x="59" y="78"/>
                  </a:lnTo>
                  <a:lnTo>
                    <a:pt x="49" y="86"/>
                  </a:lnTo>
                  <a:lnTo>
                    <a:pt x="37" y="91"/>
                  </a:lnTo>
                  <a:lnTo>
                    <a:pt x="25" y="92"/>
                  </a:lnTo>
                  <a:lnTo>
                    <a:pt x="12" y="91"/>
                  </a:lnTo>
                  <a:lnTo>
                    <a:pt x="0" y="86"/>
                  </a:lnTo>
                  <a:lnTo>
                    <a:pt x="25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91" name=""/>
            <p:cNvSpPr/>
            <p:nvPr/>
          </p:nvSpPr>
          <p:spPr>
            <a:xfrm rot="0">
              <a:off x="2549" y="4076"/>
              <a:ext cx="25" cy="30"/>
            </a:xfrm>
            <a:custGeom>
              <a:avLst/>
              <a:ahLst/>
              <a:rect l="0" t="0" r="r" b="b"/>
              <a:pathLst>
                <a:path w="75" h="92">
                  <a:moveTo>
                    <a:pt x="49" y="0"/>
                  </a:moveTo>
                  <a:lnTo>
                    <a:pt x="59" y="8"/>
                  </a:lnTo>
                  <a:lnTo>
                    <a:pt x="67" y="18"/>
                  </a:lnTo>
                  <a:lnTo>
                    <a:pt x="72" y="30"/>
                  </a:lnTo>
                  <a:lnTo>
                    <a:pt x="75" y="43"/>
                  </a:lnTo>
                  <a:lnTo>
                    <a:pt x="72" y="56"/>
                  </a:lnTo>
                  <a:lnTo>
                    <a:pt x="67" y="67"/>
                  </a:lnTo>
                  <a:lnTo>
                    <a:pt x="59" y="78"/>
                  </a:lnTo>
                  <a:lnTo>
                    <a:pt x="49" y="86"/>
                  </a:lnTo>
                  <a:lnTo>
                    <a:pt x="37" y="91"/>
                  </a:lnTo>
                  <a:lnTo>
                    <a:pt x="25" y="92"/>
                  </a:lnTo>
                  <a:lnTo>
                    <a:pt x="12" y="91"/>
                  </a:lnTo>
                  <a:lnTo>
                    <a:pt x="0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92" name=""/>
            <p:cNvSpPr/>
            <p:nvPr/>
          </p:nvSpPr>
          <p:spPr>
            <a:xfrm rot="0">
              <a:off x="2122" y="3623"/>
              <a:ext cx="25" cy="31"/>
            </a:xfrm>
            <a:custGeom>
              <a:avLst/>
              <a:ahLst/>
              <a:rect l="0" t="0" r="r" b="b"/>
              <a:pathLst>
                <a:path w="75" h="93">
                  <a:moveTo>
                    <a:pt x="25" y="50"/>
                  </a:moveTo>
                  <a:lnTo>
                    <a:pt x="0" y="8"/>
                  </a:lnTo>
                  <a:lnTo>
                    <a:pt x="12" y="3"/>
                  </a:lnTo>
                  <a:lnTo>
                    <a:pt x="25" y="0"/>
                  </a:lnTo>
                  <a:lnTo>
                    <a:pt x="37" y="3"/>
                  </a:lnTo>
                  <a:lnTo>
                    <a:pt x="49" y="8"/>
                  </a:lnTo>
                  <a:lnTo>
                    <a:pt x="59" y="15"/>
                  </a:lnTo>
                  <a:lnTo>
                    <a:pt x="67" y="26"/>
                  </a:lnTo>
                  <a:lnTo>
                    <a:pt x="72" y="37"/>
                  </a:lnTo>
                  <a:lnTo>
                    <a:pt x="75" y="50"/>
                  </a:lnTo>
                  <a:lnTo>
                    <a:pt x="72" y="63"/>
                  </a:lnTo>
                  <a:lnTo>
                    <a:pt x="67" y="75"/>
                  </a:lnTo>
                  <a:lnTo>
                    <a:pt x="59" y="85"/>
                  </a:lnTo>
                  <a:lnTo>
                    <a:pt x="49" y="93"/>
                  </a:lnTo>
                  <a:lnTo>
                    <a:pt x="25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93" name=""/>
            <p:cNvSpPr/>
            <p:nvPr/>
          </p:nvSpPr>
          <p:spPr>
            <a:xfrm rot="0">
              <a:off x="2122" y="3623"/>
              <a:ext cx="25" cy="31"/>
            </a:xfrm>
            <a:custGeom>
              <a:avLst/>
              <a:ahLst/>
              <a:rect l="0" t="0" r="r" b="b"/>
              <a:pathLst>
                <a:path w="75" h="93">
                  <a:moveTo>
                    <a:pt x="0" y="8"/>
                  </a:moveTo>
                  <a:lnTo>
                    <a:pt x="12" y="3"/>
                  </a:lnTo>
                  <a:lnTo>
                    <a:pt x="25" y="0"/>
                  </a:lnTo>
                  <a:lnTo>
                    <a:pt x="37" y="3"/>
                  </a:lnTo>
                  <a:lnTo>
                    <a:pt x="49" y="8"/>
                  </a:lnTo>
                  <a:lnTo>
                    <a:pt x="59" y="15"/>
                  </a:lnTo>
                  <a:lnTo>
                    <a:pt x="67" y="26"/>
                  </a:lnTo>
                  <a:lnTo>
                    <a:pt x="72" y="37"/>
                  </a:lnTo>
                  <a:lnTo>
                    <a:pt x="75" y="50"/>
                  </a:lnTo>
                  <a:lnTo>
                    <a:pt x="72" y="63"/>
                  </a:lnTo>
                  <a:lnTo>
                    <a:pt x="67" y="75"/>
                  </a:lnTo>
                  <a:lnTo>
                    <a:pt x="59" y="85"/>
                  </a:lnTo>
                  <a:lnTo>
                    <a:pt x="49" y="9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94" name=""/>
            <p:cNvSpPr/>
            <p:nvPr/>
          </p:nvSpPr>
          <p:spPr>
            <a:xfrm rot="0">
              <a:off x="1945" y="3625"/>
              <a:ext cx="193" cy="131"/>
            </a:xfrm>
            <a:custGeom>
              <a:avLst/>
              <a:ahLst/>
              <a:rect l="0" t="0" r="r" b="b"/>
              <a:pathLst>
                <a:path w="580" h="391">
                  <a:moveTo>
                    <a:pt x="580" y="85"/>
                  </a:moveTo>
                  <a:lnTo>
                    <a:pt x="556" y="42"/>
                  </a:lnTo>
                  <a:lnTo>
                    <a:pt x="531" y="0"/>
                  </a:lnTo>
                  <a:lnTo>
                    <a:pt x="0" y="306"/>
                  </a:lnTo>
                  <a:lnTo>
                    <a:pt x="25" y="348"/>
                  </a:lnTo>
                  <a:lnTo>
                    <a:pt x="49" y="391"/>
                  </a:lnTo>
                  <a:lnTo>
                    <a:pt x="58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95" name=""/>
            <p:cNvSpPr/>
            <p:nvPr/>
          </p:nvSpPr>
          <p:spPr>
            <a:xfrm rot="0">
              <a:off x="1945" y="3625"/>
              <a:ext cx="193" cy="131"/>
            </a:xfrm>
            <a:custGeom>
              <a:avLst/>
              <a:ahLst/>
              <a:rect l="0" t="0" r="r" b="b"/>
              <a:pathLst>
                <a:path w="580" h="391">
                  <a:moveTo>
                    <a:pt x="580" y="85"/>
                  </a:moveTo>
                  <a:lnTo>
                    <a:pt x="556" y="42"/>
                  </a:lnTo>
                  <a:lnTo>
                    <a:pt x="531" y="0"/>
                  </a:lnTo>
                  <a:lnTo>
                    <a:pt x="0" y="306"/>
                  </a:lnTo>
                  <a:lnTo>
                    <a:pt x="25" y="348"/>
                  </a:lnTo>
                  <a:lnTo>
                    <a:pt x="49" y="391"/>
                  </a:lnTo>
                  <a:lnTo>
                    <a:pt x="58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96" name=""/>
            <p:cNvSpPr/>
            <p:nvPr/>
          </p:nvSpPr>
          <p:spPr>
            <a:xfrm rot="0">
              <a:off x="1937" y="3727"/>
              <a:ext cx="24" cy="31"/>
            </a:xfrm>
            <a:custGeom>
              <a:avLst/>
              <a:ahLst/>
              <a:rect l="0" t="0" r="r" b="b"/>
              <a:pathLst>
                <a:path w="73" h="91">
                  <a:moveTo>
                    <a:pt x="49" y="42"/>
                  </a:moveTo>
                  <a:lnTo>
                    <a:pt x="73" y="85"/>
                  </a:lnTo>
                  <a:lnTo>
                    <a:pt x="62" y="90"/>
                  </a:lnTo>
                  <a:lnTo>
                    <a:pt x="49" y="91"/>
                  </a:lnTo>
                  <a:lnTo>
                    <a:pt x="36" y="90"/>
                  </a:lnTo>
                  <a:lnTo>
                    <a:pt x="24" y="85"/>
                  </a:lnTo>
                  <a:lnTo>
                    <a:pt x="14" y="77"/>
                  </a:lnTo>
                  <a:lnTo>
                    <a:pt x="6" y="67"/>
                  </a:lnTo>
                  <a:lnTo>
                    <a:pt x="1" y="55"/>
                  </a:lnTo>
                  <a:lnTo>
                    <a:pt x="0" y="42"/>
                  </a:lnTo>
                  <a:lnTo>
                    <a:pt x="1" y="29"/>
                  </a:lnTo>
                  <a:lnTo>
                    <a:pt x="6" y="18"/>
                  </a:lnTo>
                  <a:lnTo>
                    <a:pt x="14" y="7"/>
                  </a:lnTo>
                  <a:lnTo>
                    <a:pt x="24" y="0"/>
                  </a:lnTo>
                  <a:lnTo>
                    <a:pt x="49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97" name=""/>
            <p:cNvSpPr/>
            <p:nvPr/>
          </p:nvSpPr>
          <p:spPr>
            <a:xfrm rot="0">
              <a:off x="1937" y="3727"/>
              <a:ext cx="24" cy="31"/>
            </a:xfrm>
            <a:custGeom>
              <a:avLst/>
              <a:ahLst/>
              <a:rect l="0" t="0" r="r" b="b"/>
              <a:pathLst>
                <a:path w="73" h="91">
                  <a:moveTo>
                    <a:pt x="73" y="85"/>
                  </a:moveTo>
                  <a:lnTo>
                    <a:pt x="62" y="90"/>
                  </a:lnTo>
                  <a:lnTo>
                    <a:pt x="49" y="91"/>
                  </a:lnTo>
                  <a:lnTo>
                    <a:pt x="36" y="90"/>
                  </a:lnTo>
                  <a:lnTo>
                    <a:pt x="24" y="85"/>
                  </a:lnTo>
                  <a:lnTo>
                    <a:pt x="14" y="77"/>
                  </a:lnTo>
                  <a:lnTo>
                    <a:pt x="6" y="67"/>
                  </a:lnTo>
                  <a:lnTo>
                    <a:pt x="1" y="55"/>
                  </a:lnTo>
                  <a:lnTo>
                    <a:pt x="0" y="42"/>
                  </a:lnTo>
                  <a:lnTo>
                    <a:pt x="1" y="29"/>
                  </a:lnTo>
                  <a:lnTo>
                    <a:pt x="6" y="18"/>
                  </a:lnTo>
                  <a:lnTo>
                    <a:pt x="14" y="7"/>
                  </a:lnTo>
                  <a:lnTo>
                    <a:pt x="2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0998" name=""/>
            <p:cNvSpPr/>
            <p:nvPr/>
          </p:nvSpPr>
          <p:spPr>
            <a:xfrm rot="0">
              <a:off x="3153" y="3727"/>
              <a:ext cx="24" cy="31"/>
            </a:xfrm>
            <a:custGeom>
              <a:avLst/>
              <a:ahLst/>
              <a:rect l="0" t="0" r="r" b="b"/>
              <a:pathLst>
                <a:path w="74" h="91">
                  <a:moveTo>
                    <a:pt x="24" y="42"/>
                  </a:moveTo>
                  <a:lnTo>
                    <a:pt x="49" y="0"/>
                  </a:lnTo>
                  <a:lnTo>
                    <a:pt x="59" y="7"/>
                  </a:lnTo>
                  <a:lnTo>
                    <a:pt x="67" y="18"/>
                  </a:lnTo>
                  <a:lnTo>
                    <a:pt x="72" y="29"/>
                  </a:lnTo>
                  <a:lnTo>
                    <a:pt x="74" y="42"/>
                  </a:lnTo>
                  <a:lnTo>
                    <a:pt x="72" y="55"/>
                  </a:lnTo>
                  <a:lnTo>
                    <a:pt x="67" y="67"/>
                  </a:lnTo>
                  <a:lnTo>
                    <a:pt x="59" y="77"/>
                  </a:lnTo>
                  <a:lnTo>
                    <a:pt x="49" y="85"/>
                  </a:lnTo>
                  <a:lnTo>
                    <a:pt x="37" y="90"/>
                  </a:lnTo>
                  <a:lnTo>
                    <a:pt x="24" y="91"/>
                  </a:lnTo>
                  <a:lnTo>
                    <a:pt x="11" y="90"/>
                  </a:lnTo>
                  <a:lnTo>
                    <a:pt x="0" y="85"/>
                  </a:lnTo>
                  <a:lnTo>
                    <a:pt x="24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0999" name=""/>
            <p:cNvSpPr/>
            <p:nvPr/>
          </p:nvSpPr>
          <p:spPr>
            <a:xfrm rot="0">
              <a:off x="3153" y="3727"/>
              <a:ext cx="24" cy="31"/>
            </a:xfrm>
            <a:custGeom>
              <a:avLst/>
              <a:ahLst/>
              <a:rect l="0" t="0" r="r" b="b"/>
              <a:pathLst>
                <a:path w="74" h="91">
                  <a:moveTo>
                    <a:pt x="49" y="0"/>
                  </a:moveTo>
                  <a:lnTo>
                    <a:pt x="59" y="7"/>
                  </a:lnTo>
                  <a:lnTo>
                    <a:pt x="67" y="18"/>
                  </a:lnTo>
                  <a:lnTo>
                    <a:pt x="72" y="29"/>
                  </a:lnTo>
                  <a:lnTo>
                    <a:pt x="74" y="42"/>
                  </a:lnTo>
                  <a:lnTo>
                    <a:pt x="72" y="55"/>
                  </a:lnTo>
                  <a:lnTo>
                    <a:pt x="67" y="67"/>
                  </a:lnTo>
                  <a:lnTo>
                    <a:pt x="59" y="77"/>
                  </a:lnTo>
                  <a:lnTo>
                    <a:pt x="49" y="85"/>
                  </a:lnTo>
                  <a:lnTo>
                    <a:pt x="37" y="90"/>
                  </a:lnTo>
                  <a:lnTo>
                    <a:pt x="24" y="91"/>
                  </a:lnTo>
                  <a:lnTo>
                    <a:pt x="11" y="9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00" name=""/>
            <p:cNvSpPr/>
            <p:nvPr/>
          </p:nvSpPr>
          <p:spPr>
            <a:xfrm rot="0">
              <a:off x="2976" y="3625"/>
              <a:ext cx="193" cy="131"/>
            </a:xfrm>
            <a:custGeom>
              <a:avLst/>
              <a:ahLst/>
              <a:rect l="0" t="0" r="r" b="b"/>
              <a:pathLst>
                <a:path w="580" h="391">
                  <a:moveTo>
                    <a:pt x="531" y="391"/>
                  </a:moveTo>
                  <a:lnTo>
                    <a:pt x="555" y="348"/>
                  </a:lnTo>
                  <a:lnTo>
                    <a:pt x="580" y="306"/>
                  </a:lnTo>
                  <a:lnTo>
                    <a:pt x="49" y="0"/>
                  </a:lnTo>
                  <a:lnTo>
                    <a:pt x="24" y="42"/>
                  </a:lnTo>
                  <a:lnTo>
                    <a:pt x="0" y="85"/>
                  </a:lnTo>
                  <a:lnTo>
                    <a:pt x="531" y="3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01" name=""/>
            <p:cNvSpPr/>
            <p:nvPr/>
          </p:nvSpPr>
          <p:spPr>
            <a:xfrm rot="0">
              <a:off x="2976" y="3625"/>
              <a:ext cx="193" cy="131"/>
            </a:xfrm>
            <a:custGeom>
              <a:avLst/>
              <a:ahLst/>
              <a:rect l="0" t="0" r="r" b="b"/>
              <a:pathLst>
                <a:path w="580" h="391">
                  <a:moveTo>
                    <a:pt x="531" y="391"/>
                  </a:moveTo>
                  <a:lnTo>
                    <a:pt x="555" y="348"/>
                  </a:lnTo>
                  <a:lnTo>
                    <a:pt x="580" y="306"/>
                  </a:lnTo>
                  <a:lnTo>
                    <a:pt x="49" y="0"/>
                  </a:lnTo>
                  <a:lnTo>
                    <a:pt x="24" y="42"/>
                  </a:lnTo>
                  <a:lnTo>
                    <a:pt x="0" y="85"/>
                  </a:lnTo>
                  <a:lnTo>
                    <a:pt x="531" y="3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02" name=""/>
            <p:cNvSpPr/>
            <p:nvPr/>
          </p:nvSpPr>
          <p:spPr>
            <a:xfrm rot="0">
              <a:off x="2967" y="3623"/>
              <a:ext cx="25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49" y="50"/>
                  </a:moveTo>
                  <a:lnTo>
                    <a:pt x="25" y="93"/>
                  </a:lnTo>
                  <a:lnTo>
                    <a:pt x="14" y="85"/>
                  </a:lnTo>
                  <a:lnTo>
                    <a:pt x="7" y="75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03" name=""/>
            <p:cNvSpPr/>
            <p:nvPr/>
          </p:nvSpPr>
          <p:spPr>
            <a:xfrm rot="0">
              <a:off x="2967" y="3623"/>
              <a:ext cx="25" cy="31"/>
            </a:xfrm>
            <a:custGeom>
              <a:avLst/>
              <a:ahLst/>
              <a:rect l="0" t="0" r="r" b="b"/>
              <a:pathLst>
                <a:path w="74" h="93">
                  <a:moveTo>
                    <a:pt x="25" y="93"/>
                  </a:moveTo>
                  <a:lnTo>
                    <a:pt x="14" y="85"/>
                  </a:lnTo>
                  <a:lnTo>
                    <a:pt x="7" y="75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4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04" name=""/>
            <p:cNvSpPr/>
            <p:nvPr/>
          </p:nvSpPr>
          <p:spPr>
            <a:xfrm rot="0">
              <a:off x="1937" y="3725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05" name=""/>
            <p:cNvSpPr/>
            <p:nvPr/>
          </p:nvSpPr>
          <p:spPr>
            <a:xfrm rot="0">
              <a:off x="1937" y="3725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06" name=""/>
            <p:cNvSpPr/>
            <p:nvPr/>
          </p:nvSpPr>
          <p:spPr>
            <a:xfrm rot="0">
              <a:off x="1937" y="3741"/>
              <a:ext cx="33" cy="70"/>
            </a:xfrm>
            <a:custGeom>
              <a:avLst/>
              <a:ahLst/>
              <a:rect l="0" t="0" r="r" b="b"/>
              <a:pathLst>
                <a:path w="99" h="209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09"/>
                  </a:lnTo>
                  <a:lnTo>
                    <a:pt x="49" y="209"/>
                  </a:lnTo>
                  <a:lnTo>
                    <a:pt x="99" y="209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07" name=""/>
            <p:cNvSpPr/>
            <p:nvPr/>
          </p:nvSpPr>
          <p:spPr>
            <a:xfrm rot="0">
              <a:off x="1937" y="3741"/>
              <a:ext cx="33" cy="70"/>
            </a:xfrm>
            <a:custGeom>
              <a:avLst/>
              <a:ahLst/>
              <a:rect l="0" t="0" r="r" b="b"/>
              <a:pathLst>
                <a:path w="99" h="209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09"/>
                  </a:lnTo>
                  <a:lnTo>
                    <a:pt x="49" y="209"/>
                  </a:lnTo>
                  <a:lnTo>
                    <a:pt x="99" y="209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08" name=""/>
            <p:cNvSpPr/>
            <p:nvPr/>
          </p:nvSpPr>
          <p:spPr>
            <a:xfrm rot="0">
              <a:off x="1937" y="3811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1" y="25"/>
                  </a:lnTo>
                  <a:lnTo>
                    <a:pt x="84" y="35"/>
                  </a:lnTo>
                  <a:lnTo>
                    <a:pt x="73" y="43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3"/>
                  </a:lnTo>
                  <a:lnTo>
                    <a:pt x="14" y="35"/>
                  </a:lnTo>
                  <a:lnTo>
                    <a:pt x="6" y="25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09" name=""/>
            <p:cNvSpPr/>
            <p:nvPr/>
          </p:nvSpPr>
          <p:spPr>
            <a:xfrm rot="0">
              <a:off x="1937" y="3811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1" y="25"/>
                  </a:lnTo>
                  <a:lnTo>
                    <a:pt x="84" y="35"/>
                  </a:lnTo>
                  <a:lnTo>
                    <a:pt x="73" y="43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3"/>
                  </a:lnTo>
                  <a:lnTo>
                    <a:pt x="14" y="35"/>
                  </a:lnTo>
                  <a:lnTo>
                    <a:pt x="6" y="25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10" name=""/>
            <p:cNvSpPr/>
            <p:nvPr/>
          </p:nvSpPr>
          <p:spPr>
            <a:xfrm rot="0">
              <a:off x="1937" y="3794"/>
              <a:ext cx="24" cy="31"/>
            </a:xfrm>
            <a:custGeom>
              <a:avLst/>
              <a:ahLst/>
              <a:rect l="0" t="0" r="r" b="b"/>
              <a:pathLst>
                <a:path w="73" h="93">
                  <a:moveTo>
                    <a:pt x="49" y="50"/>
                  </a:move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11" name=""/>
            <p:cNvSpPr/>
            <p:nvPr/>
          </p:nvSpPr>
          <p:spPr>
            <a:xfrm rot="0">
              <a:off x="1937" y="3794"/>
              <a:ext cx="24" cy="31"/>
            </a:xfrm>
            <a:custGeom>
              <a:avLst/>
              <a:ahLst/>
              <a:rect l="0" t="0" r="r" b="b"/>
              <a:pathLst>
                <a:path w="73" h="93">
                  <a:moveTo>
                    <a:pt x="24" y="93"/>
                  </a:move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12" name=""/>
            <p:cNvSpPr/>
            <p:nvPr/>
          </p:nvSpPr>
          <p:spPr>
            <a:xfrm rot="0">
              <a:off x="1945" y="3797"/>
              <a:ext cx="620" cy="377"/>
            </a:xfrm>
            <a:custGeom>
              <a:avLst/>
              <a:ahLst/>
              <a:rect l="0" t="0" r="r" b="b"/>
              <a:pathLst>
                <a:path w="1861" h="1132">
                  <a:moveTo>
                    <a:pt x="49" y="0"/>
                  </a:moveTo>
                  <a:lnTo>
                    <a:pt x="25" y="42"/>
                  </a:lnTo>
                  <a:lnTo>
                    <a:pt x="0" y="85"/>
                  </a:lnTo>
                  <a:lnTo>
                    <a:pt x="1812" y="1132"/>
                  </a:lnTo>
                  <a:lnTo>
                    <a:pt x="1837" y="1089"/>
                  </a:lnTo>
                  <a:lnTo>
                    <a:pt x="1861" y="1047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13" name=""/>
            <p:cNvSpPr/>
            <p:nvPr/>
          </p:nvSpPr>
          <p:spPr>
            <a:xfrm rot="0">
              <a:off x="1945" y="3797"/>
              <a:ext cx="620" cy="377"/>
            </a:xfrm>
            <a:custGeom>
              <a:avLst/>
              <a:ahLst/>
              <a:rect l="0" t="0" r="r" b="b"/>
              <a:pathLst>
                <a:path w="1861" h="1132">
                  <a:moveTo>
                    <a:pt x="49" y="0"/>
                  </a:moveTo>
                  <a:lnTo>
                    <a:pt x="25" y="42"/>
                  </a:lnTo>
                  <a:lnTo>
                    <a:pt x="0" y="85"/>
                  </a:lnTo>
                  <a:lnTo>
                    <a:pt x="1812" y="1132"/>
                  </a:lnTo>
                  <a:lnTo>
                    <a:pt x="1837" y="1089"/>
                  </a:lnTo>
                  <a:lnTo>
                    <a:pt x="1861" y="1047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14" name=""/>
            <p:cNvSpPr/>
            <p:nvPr/>
          </p:nvSpPr>
          <p:spPr>
            <a:xfrm rot="0">
              <a:off x="2549" y="4146"/>
              <a:ext cx="25" cy="30"/>
            </a:xfrm>
            <a:custGeom>
              <a:avLst/>
              <a:ahLst/>
              <a:rect l="0" t="0" r="r" b="b"/>
              <a:pathLst>
                <a:path w="75" h="91">
                  <a:moveTo>
                    <a:pt x="25" y="42"/>
                  </a:moveTo>
                  <a:lnTo>
                    <a:pt x="49" y="0"/>
                  </a:lnTo>
                  <a:lnTo>
                    <a:pt x="59" y="8"/>
                  </a:lnTo>
                  <a:lnTo>
                    <a:pt x="67" y="18"/>
                  </a:lnTo>
                  <a:lnTo>
                    <a:pt x="72" y="29"/>
                  </a:lnTo>
                  <a:lnTo>
                    <a:pt x="75" y="42"/>
                  </a:lnTo>
                  <a:lnTo>
                    <a:pt x="72" y="55"/>
                  </a:lnTo>
                  <a:lnTo>
                    <a:pt x="67" y="67"/>
                  </a:lnTo>
                  <a:lnTo>
                    <a:pt x="59" y="77"/>
                  </a:lnTo>
                  <a:lnTo>
                    <a:pt x="49" y="85"/>
                  </a:lnTo>
                  <a:lnTo>
                    <a:pt x="37" y="90"/>
                  </a:lnTo>
                  <a:lnTo>
                    <a:pt x="25" y="91"/>
                  </a:lnTo>
                  <a:lnTo>
                    <a:pt x="12" y="90"/>
                  </a:lnTo>
                  <a:lnTo>
                    <a:pt x="0" y="85"/>
                  </a:lnTo>
                  <a:lnTo>
                    <a:pt x="25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15" name=""/>
            <p:cNvSpPr/>
            <p:nvPr/>
          </p:nvSpPr>
          <p:spPr>
            <a:xfrm rot="0">
              <a:off x="2549" y="4146"/>
              <a:ext cx="25" cy="30"/>
            </a:xfrm>
            <a:custGeom>
              <a:avLst/>
              <a:ahLst/>
              <a:rect l="0" t="0" r="r" b="b"/>
              <a:pathLst>
                <a:path w="75" h="91">
                  <a:moveTo>
                    <a:pt x="49" y="0"/>
                  </a:moveTo>
                  <a:lnTo>
                    <a:pt x="59" y="8"/>
                  </a:lnTo>
                  <a:lnTo>
                    <a:pt x="67" y="18"/>
                  </a:lnTo>
                  <a:lnTo>
                    <a:pt x="72" y="29"/>
                  </a:lnTo>
                  <a:lnTo>
                    <a:pt x="75" y="42"/>
                  </a:lnTo>
                  <a:lnTo>
                    <a:pt x="72" y="55"/>
                  </a:lnTo>
                  <a:lnTo>
                    <a:pt x="67" y="67"/>
                  </a:lnTo>
                  <a:lnTo>
                    <a:pt x="59" y="77"/>
                  </a:lnTo>
                  <a:lnTo>
                    <a:pt x="49" y="85"/>
                  </a:lnTo>
                  <a:lnTo>
                    <a:pt x="37" y="90"/>
                  </a:lnTo>
                  <a:lnTo>
                    <a:pt x="25" y="91"/>
                  </a:lnTo>
                  <a:lnTo>
                    <a:pt x="12" y="9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16" name=""/>
            <p:cNvSpPr/>
            <p:nvPr/>
          </p:nvSpPr>
          <p:spPr>
            <a:xfrm rot="0">
              <a:off x="2843" y="3341"/>
              <a:ext cx="24" cy="31"/>
            </a:xfrm>
            <a:custGeom>
              <a:avLst/>
              <a:ahLst/>
              <a:rect l="0" t="0" r="r" b="b"/>
              <a:pathLst>
                <a:path w="73" h="93">
                  <a:moveTo>
                    <a:pt x="49" y="50"/>
                  </a:move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17" name=""/>
            <p:cNvSpPr/>
            <p:nvPr/>
          </p:nvSpPr>
          <p:spPr>
            <a:xfrm rot="0">
              <a:off x="2843" y="3341"/>
              <a:ext cx="24" cy="31"/>
            </a:xfrm>
            <a:custGeom>
              <a:avLst/>
              <a:ahLst/>
              <a:rect l="0" t="0" r="r" b="b"/>
              <a:pathLst>
                <a:path w="73" h="93">
                  <a:moveTo>
                    <a:pt x="24" y="93"/>
                  </a:move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18" name=""/>
            <p:cNvSpPr/>
            <p:nvPr/>
          </p:nvSpPr>
          <p:spPr>
            <a:xfrm rot="0">
              <a:off x="2851" y="3344"/>
              <a:ext cx="112" cy="83"/>
            </a:xfrm>
            <a:custGeom>
              <a:avLst/>
              <a:ahLst/>
              <a:rect l="0" t="0" r="r" b="b"/>
              <a:pathLst>
                <a:path w="336" h="251">
                  <a:moveTo>
                    <a:pt x="49" y="0"/>
                  </a:moveTo>
                  <a:lnTo>
                    <a:pt x="25" y="43"/>
                  </a:lnTo>
                  <a:lnTo>
                    <a:pt x="0" y="86"/>
                  </a:lnTo>
                  <a:lnTo>
                    <a:pt x="287" y="251"/>
                  </a:lnTo>
                  <a:lnTo>
                    <a:pt x="312" y="208"/>
                  </a:lnTo>
                  <a:lnTo>
                    <a:pt x="336" y="166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19" name=""/>
            <p:cNvSpPr/>
            <p:nvPr/>
          </p:nvSpPr>
          <p:spPr>
            <a:xfrm rot="0">
              <a:off x="2851" y="3344"/>
              <a:ext cx="112" cy="83"/>
            </a:xfrm>
            <a:custGeom>
              <a:avLst/>
              <a:ahLst/>
              <a:rect l="0" t="0" r="r" b="b"/>
              <a:pathLst>
                <a:path w="336" h="251">
                  <a:moveTo>
                    <a:pt x="49" y="0"/>
                  </a:moveTo>
                  <a:lnTo>
                    <a:pt x="25" y="43"/>
                  </a:lnTo>
                  <a:lnTo>
                    <a:pt x="0" y="86"/>
                  </a:lnTo>
                  <a:lnTo>
                    <a:pt x="287" y="251"/>
                  </a:lnTo>
                  <a:lnTo>
                    <a:pt x="312" y="208"/>
                  </a:lnTo>
                  <a:lnTo>
                    <a:pt x="336" y="166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20" name=""/>
            <p:cNvSpPr/>
            <p:nvPr/>
          </p:nvSpPr>
          <p:spPr>
            <a:xfrm rot="0">
              <a:off x="2946" y="3399"/>
              <a:ext cx="25" cy="30"/>
            </a:xfrm>
            <a:custGeom>
              <a:avLst/>
              <a:ahLst/>
              <a:rect l="0" t="0" r="r" b="b"/>
              <a:pathLst>
                <a:path w="75" h="91">
                  <a:moveTo>
                    <a:pt x="25" y="42"/>
                  </a:moveTo>
                  <a:lnTo>
                    <a:pt x="49" y="0"/>
                  </a:lnTo>
                  <a:lnTo>
                    <a:pt x="59" y="7"/>
                  </a:lnTo>
                  <a:lnTo>
                    <a:pt x="67" y="18"/>
                  </a:lnTo>
                  <a:lnTo>
                    <a:pt x="72" y="29"/>
                  </a:lnTo>
                  <a:lnTo>
                    <a:pt x="75" y="42"/>
                  </a:lnTo>
                  <a:lnTo>
                    <a:pt x="72" y="55"/>
                  </a:lnTo>
                  <a:lnTo>
                    <a:pt x="67" y="67"/>
                  </a:lnTo>
                  <a:lnTo>
                    <a:pt x="59" y="77"/>
                  </a:lnTo>
                  <a:lnTo>
                    <a:pt x="49" y="85"/>
                  </a:lnTo>
                  <a:lnTo>
                    <a:pt x="37" y="90"/>
                  </a:lnTo>
                  <a:lnTo>
                    <a:pt x="25" y="91"/>
                  </a:lnTo>
                  <a:lnTo>
                    <a:pt x="12" y="90"/>
                  </a:lnTo>
                  <a:lnTo>
                    <a:pt x="0" y="85"/>
                  </a:lnTo>
                  <a:lnTo>
                    <a:pt x="25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21" name=""/>
            <p:cNvSpPr/>
            <p:nvPr/>
          </p:nvSpPr>
          <p:spPr>
            <a:xfrm rot="0">
              <a:off x="2946" y="3399"/>
              <a:ext cx="25" cy="30"/>
            </a:xfrm>
            <a:custGeom>
              <a:avLst/>
              <a:ahLst/>
              <a:rect l="0" t="0" r="r" b="b"/>
              <a:pathLst>
                <a:path w="75" h="91">
                  <a:moveTo>
                    <a:pt x="49" y="0"/>
                  </a:moveTo>
                  <a:lnTo>
                    <a:pt x="59" y="7"/>
                  </a:lnTo>
                  <a:lnTo>
                    <a:pt x="67" y="18"/>
                  </a:lnTo>
                  <a:lnTo>
                    <a:pt x="72" y="29"/>
                  </a:lnTo>
                  <a:lnTo>
                    <a:pt x="75" y="42"/>
                  </a:lnTo>
                  <a:lnTo>
                    <a:pt x="72" y="55"/>
                  </a:lnTo>
                  <a:lnTo>
                    <a:pt x="67" y="67"/>
                  </a:lnTo>
                  <a:lnTo>
                    <a:pt x="59" y="77"/>
                  </a:lnTo>
                  <a:lnTo>
                    <a:pt x="49" y="85"/>
                  </a:lnTo>
                  <a:lnTo>
                    <a:pt x="37" y="90"/>
                  </a:lnTo>
                  <a:lnTo>
                    <a:pt x="25" y="91"/>
                  </a:lnTo>
                  <a:lnTo>
                    <a:pt x="12" y="90"/>
                  </a:lnTo>
                  <a:lnTo>
                    <a:pt x="0" y="8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grpSp>
        <p:nvGrpSpPr>
          <p:cNvPr id="649" name=""/>
          <p:cNvGrpSpPr/>
          <p:nvPr/>
        </p:nvGrpSpPr>
        <p:grpSpPr>
          <a:xfrm rot="0">
            <a:off x="450850" y="2343150"/>
            <a:ext cx="8591550" cy="3556000"/>
            <a:chOff x="284" y="1476"/>
            <a:chExt cx="5412" cy="2240"/>
          </a:xfrm>
        </p:grpSpPr>
        <p:sp>
          <p:nvSpPr>
            <p:cNvPr id="1091022" name=""/>
            <p:cNvSpPr/>
            <p:nvPr/>
          </p:nvSpPr>
          <p:spPr>
            <a:xfrm rot="0">
              <a:off x="1143" y="2348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7" y="48"/>
                  </a:lnTo>
                  <a:lnTo>
                    <a:pt x="25" y="42"/>
                  </a:lnTo>
                  <a:lnTo>
                    <a:pt x="15" y="35"/>
                  </a:lnTo>
                  <a:lnTo>
                    <a:pt x="7" y="24"/>
                  </a:lnTo>
                  <a:lnTo>
                    <a:pt x="2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23" name=""/>
            <p:cNvSpPr/>
            <p:nvPr/>
          </p:nvSpPr>
          <p:spPr>
            <a:xfrm rot="0">
              <a:off x="1143" y="2348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7" y="48"/>
                  </a:lnTo>
                  <a:lnTo>
                    <a:pt x="25" y="42"/>
                  </a:lnTo>
                  <a:lnTo>
                    <a:pt x="15" y="35"/>
                  </a:lnTo>
                  <a:lnTo>
                    <a:pt x="7" y="24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24" name=""/>
            <p:cNvSpPr/>
            <p:nvPr/>
          </p:nvSpPr>
          <p:spPr>
            <a:xfrm rot="0">
              <a:off x="1143" y="1493"/>
              <a:ext cx="33" cy="855"/>
            </a:xfrm>
            <a:custGeom>
              <a:avLst/>
              <a:ahLst/>
              <a:rect l="0" t="0" r="r" b="b"/>
              <a:pathLst>
                <a:path w="100" h="2564">
                  <a:moveTo>
                    <a:pt x="0" y="2564"/>
                  </a:moveTo>
                  <a:lnTo>
                    <a:pt x="49" y="2564"/>
                  </a:lnTo>
                  <a:lnTo>
                    <a:pt x="100" y="2564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25" name=""/>
            <p:cNvSpPr/>
            <p:nvPr/>
          </p:nvSpPr>
          <p:spPr>
            <a:xfrm rot="0">
              <a:off x="1143" y="1493"/>
              <a:ext cx="33" cy="855"/>
            </a:xfrm>
            <a:custGeom>
              <a:avLst/>
              <a:ahLst/>
              <a:rect l="0" t="0" r="r" b="b"/>
              <a:pathLst>
                <a:path w="100" h="2564">
                  <a:moveTo>
                    <a:pt x="0" y="2564"/>
                  </a:moveTo>
                  <a:lnTo>
                    <a:pt x="49" y="2564"/>
                  </a:lnTo>
                  <a:lnTo>
                    <a:pt x="100" y="2564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26" name=""/>
            <p:cNvSpPr/>
            <p:nvPr/>
          </p:nvSpPr>
          <p:spPr>
            <a:xfrm rot="0">
              <a:off x="1143" y="147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27" name=""/>
            <p:cNvSpPr/>
            <p:nvPr/>
          </p:nvSpPr>
          <p:spPr>
            <a:xfrm rot="0">
              <a:off x="1143" y="147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28" name=""/>
            <p:cNvSpPr/>
            <p:nvPr/>
          </p:nvSpPr>
          <p:spPr>
            <a:xfrm rot="0">
              <a:off x="290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6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29" name=""/>
            <p:cNvSpPr/>
            <p:nvPr/>
          </p:nvSpPr>
          <p:spPr>
            <a:xfrm rot="0">
              <a:off x="290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6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30" name=""/>
            <p:cNvSpPr/>
            <p:nvPr/>
          </p:nvSpPr>
          <p:spPr>
            <a:xfrm rot="0">
              <a:off x="290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31" name=""/>
            <p:cNvSpPr/>
            <p:nvPr/>
          </p:nvSpPr>
          <p:spPr>
            <a:xfrm rot="0">
              <a:off x="290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32" name=""/>
            <p:cNvSpPr/>
            <p:nvPr/>
          </p:nvSpPr>
          <p:spPr>
            <a:xfrm rot="0">
              <a:off x="290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6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33" name=""/>
            <p:cNvSpPr/>
            <p:nvPr/>
          </p:nvSpPr>
          <p:spPr>
            <a:xfrm rot="0">
              <a:off x="290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6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34" name=""/>
            <p:cNvSpPr/>
            <p:nvPr/>
          </p:nvSpPr>
          <p:spPr>
            <a:xfrm rot="0">
              <a:off x="887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35" name=""/>
            <p:cNvSpPr/>
            <p:nvPr/>
          </p:nvSpPr>
          <p:spPr>
            <a:xfrm rot="0">
              <a:off x="887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36" name=""/>
            <p:cNvSpPr/>
            <p:nvPr/>
          </p:nvSpPr>
          <p:spPr>
            <a:xfrm rot="0">
              <a:off x="887" y="1835"/>
              <a:ext cx="33" cy="513"/>
            </a:xfrm>
            <a:custGeom>
              <a:avLst/>
              <a:ahLst/>
              <a:rect l="0" t="0" r="r" b="b"/>
              <a:pathLst>
                <a:path w="99" h="1539">
                  <a:moveTo>
                    <a:pt x="0" y="1539"/>
                  </a:moveTo>
                  <a:lnTo>
                    <a:pt x="49" y="1539"/>
                  </a:lnTo>
                  <a:lnTo>
                    <a:pt x="99" y="1539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15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37" name=""/>
            <p:cNvSpPr/>
            <p:nvPr/>
          </p:nvSpPr>
          <p:spPr>
            <a:xfrm rot="0">
              <a:off x="887" y="1835"/>
              <a:ext cx="33" cy="513"/>
            </a:xfrm>
            <a:custGeom>
              <a:avLst/>
              <a:ahLst/>
              <a:rect l="0" t="0" r="r" b="b"/>
              <a:pathLst>
                <a:path w="99" h="1539">
                  <a:moveTo>
                    <a:pt x="0" y="1539"/>
                  </a:moveTo>
                  <a:lnTo>
                    <a:pt x="49" y="1539"/>
                  </a:lnTo>
                  <a:lnTo>
                    <a:pt x="99" y="1539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15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38" name=""/>
            <p:cNvSpPr/>
            <p:nvPr/>
          </p:nvSpPr>
          <p:spPr>
            <a:xfrm rot="0">
              <a:off x="887" y="1818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39" name=""/>
            <p:cNvSpPr/>
            <p:nvPr/>
          </p:nvSpPr>
          <p:spPr>
            <a:xfrm rot="0">
              <a:off x="887" y="1818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40" name=""/>
            <p:cNvSpPr/>
            <p:nvPr/>
          </p:nvSpPr>
          <p:spPr>
            <a:xfrm rot="0">
              <a:off x="887" y="1834"/>
              <a:ext cx="33" cy="17"/>
            </a:xfrm>
            <a:custGeom>
              <a:avLst/>
              <a:ahLst/>
              <a:rect l="0" t="0" r="r" b="b"/>
              <a:pathLst>
                <a:path w="98" h="51">
                  <a:moveTo>
                    <a:pt x="49" y="2"/>
                  </a:moveTo>
                  <a:lnTo>
                    <a:pt x="98" y="0"/>
                  </a:lnTo>
                  <a:lnTo>
                    <a:pt x="98" y="12"/>
                  </a:lnTo>
                  <a:lnTo>
                    <a:pt x="94" y="24"/>
                  </a:lnTo>
                  <a:lnTo>
                    <a:pt x="87" y="34"/>
                  </a:lnTo>
                  <a:lnTo>
                    <a:pt x="76" y="43"/>
                  </a:lnTo>
                  <a:lnTo>
                    <a:pt x="65" y="49"/>
                  </a:lnTo>
                  <a:lnTo>
                    <a:pt x="52" y="51"/>
                  </a:lnTo>
                  <a:lnTo>
                    <a:pt x="39" y="51"/>
                  </a:lnTo>
                  <a:lnTo>
                    <a:pt x="27" y="47"/>
                  </a:lnTo>
                  <a:lnTo>
                    <a:pt x="17" y="40"/>
                  </a:lnTo>
                  <a:lnTo>
                    <a:pt x="8" y="29"/>
                  </a:lnTo>
                  <a:lnTo>
                    <a:pt x="3" y="18"/>
                  </a:lnTo>
                  <a:lnTo>
                    <a:pt x="0" y="5"/>
                  </a:lnTo>
                  <a:lnTo>
                    <a:pt x="4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41" name=""/>
            <p:cNvSpPr/>
            <p:nvPr/>
          </p:nvSpPr>
          <p:spPr>
            <a:xfrm rot="0">
              <a:off x="887" y="1834"/>
              <a:ext cx="33" cy="17"/>
            </a:xfrm>
            <a:custGeom>
              <a:avLst/>
              <a:ahLst/>
              <a:rect l="0" t="0" r="r" b="b"/>
              <a:pathLst>
                <a:path w="98" h="51">
                  <a:moveTo>
                    <a:pt x="98" y="0"/>
                  </a:moveTo>
                  <a:lnTo>
                    <a:pt x="98" y="12"/>
                  </a:lnTo>
                  <a:lnTo>
                    <a:pt x="94" y="24"/>
                  </a:lnTo>
                  <a:lnTo>
                    <a:pt x="87" y="34"/>
                  </a:lnTo>
                  <a:lnTo>
                    <a:pt x="76" y="43"/>
                  </a:lnTo>
                  <a:lnTo>
                    <a:pt x="65" y="49"/>
                  </a:lnTo>
                  <a:lnTo>
                    <a:pt x="52" y="51"/>
                  </a:lnTo>
                  <a:lnTo>
                    <a:pt x="39" y="51"/>
                  </a:lnTo>
                  <a:lnTo>
                    <a:pt x="27" y="47"/>
                  </a:lnTo>
                  <a:lnTo>
                    <a:pt x="17" y="40"/>
                  </a:lnTo>
                  <a:lnTo>
                    <a:pt x="8" y="29"/>
                  </a:lnTo>
                  <a:lnTo>
                    <a:pt x="3" y="18"/>
                  </a:lnTo>
                  <a:lnTo>
                    <a:pt x="0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42" name=""/>
            <p:cNvSpPr/>
            <p:nvPr/>
          </p:nvSpPr>
          <p:spPr>
            <a:xfrm rot="0">
              <a:off x="886" y="1814"/>
              <a:ext cx="34" cy="22"/>
            </a:xfrm>
            <a:custGeom>
              <a:avLst/>
              <a:ahLst/>
              <a:rect l="0" t="0" r="r" b="b"/>
              <a:pathLst>
                <a:path w="102" h="66">
                  <a:moveTo>
                    <a:pt x="4" y="66"/>
                  </a:moveTo>
                  <a:lnTo>
                    <a:pt x="53" y="63"/>
                  </a:lnTo>
                  <a:lnTo>
                    <a:pt x="102" y="61"/>
                  </a:lnTo>
                  <a:lnTo>
                    <a:pt x="98" y="0"/>
                  </a:lnTo>
                  <a:lnTo>
                    <a:pt x="49" y="2"/>
                  </a:lnTo>
                  <a:lnTo>
                    <a:pt x="0" y="5"/>
                  </a:lnTo>
                  <a:lnTo>
                    <a:pt x="4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43" name=""/>
            <p:cNvSpPr/>
            <p:nvPr/>
          </p:nvSpPr>
          <p:spPr>
            <a:xfrm rot="0">
              <a:off x="886" y="1814"/>
              <a:ext cx="34" cy="22"/>
            </a:xfrm>
            <a:custGeom>
              <a:avLst/>
              <a:ahLst/>
              <a:rect l="0" t="0" r="r" b="b"/>
              <a:pathLst>
                <a:path w="102" h="66">
                  <a:moveTo>
                    <a:pt x="4" y="66"/>
                  </a:moveTo>
                  <a:lnTo>
                    <a:pt x="53" y="63"/>
                  </a:lnTo>
                  <a:lnTo>
                    <a:pt x="102" y="61"/>
                  </a:lnTo>
                  <a:lnTo>
                    <a:pt x="98" y="0"/>
                  </a:lnTo>
                  <a:lnTo>
                    <a:pt x="49" y="2"/>
                  </a:lnTo>
                  <a:lnTo>
                    <a:pt x="0" y="5"/>
                  </a:lnTo>
                  <a:lnTo>
                    <a:pt x="4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44" name=""/>
            <p:cNvSpPr/>
            <p:nvPr/>
          </p:nvSpPr>
          <p:spPr>
            <a:xfrm rot="0">
              <a:off x="902" y="1812"/>
              <a:ext cx="16" cy="2"/>
            </a:xfrm>
            <a:custGeom>
              <a:avLst/>
              <a:ahLst/>
              <a:rect l="0" t="0" r="r" b="b"/>
              <a:pathLst>
                <a:path w="49" h="7">
                  <a:moveTo>
                    <a:pt x="0" y="7"/>
                  </a:moveTo>
                  <a:lnTo>
                    <a:pt x="49" y="5"/>
                  </a:lnTo>
                  <a:lnTo>
                    <a:pt x="49" y="0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45" name=""/>
            <p:cNvSpPr/>
            <p:nvPr/>
          </p:nvSpPr>
          <p:spPr>
            <a:xfrm rot="0" flipV="1">
              <a:off x="918" y="181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46" name=""/>
            <p:cNvSpPr/>
            <p:nvPr/>
          </p:nvSpPr>
          <p:spPr>
            <a:xfrm rot="0">
              <a:off x="882" y="1791"/>
              <a:ext cx="36" cy="26"/>
            </a:xfrm>
            <a:custGeom>
              <a:avLst/>
              <a:ahLst/>
              <a:rect l="0" t="0" r="r" b="b"/>
              <a:pathLst>
                <a:path w="108" h="77">
                  <a:moveTo>
                    <a:pt x="10" y="77"/>
                  </a:moveTo>
                  <a:lnTo>
                    <a:pt x="59" y="69"/>
                  </a:lnTo>
                  <a:lnTo>
                    <a:pt x="108" y="62"/>
                  </a:lnTo>
                  <a:lnTo>
                    <a:pt x="98" y="0"/>
                  </a:lnTo>
                  <a:lnTo>
                    <a:pt x="49" y="7"/>
                  </a:lnTo>
                  <a:lnTo>
                    <a:pt x="0" y="15"/>
                  </a:lnTo>
                  <a:lnTo>
                    <a:pt x="1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47" name=""/>
            <p:cNvSpPr/>
            <p:nvPr/>
          </p:nvSpPr>
          <p:spPr>
            <a:xfrm rot="0">
              <a:off x="882" y="1791"/>
              <a:ext cx="36" cy="26"/>
            </a:xfrm>
            <a:custGeom>
              <a:avLst/>
              <a:ahLst/>
              <a:rect l="0" t="0" r="r" b="b"/>
              <a:pathLst>
                <a:path w="108" h="77">
                  <a:moveTo>
                    <a:pt x="10" y="77"/>
                  </a:moveTo>
                  <a:lnTo>
                    <a:pt x="59" y="69"/>
                  </a:lnTo>
                  <a:lnTo>
                    <a:pt x="108" y="62"/>
                  </a:lnTo>
                  <a:lnTo>
                    <a:pt x="98" y="0"/>
                  </a:lnTo>
                  <a:lnTo>
                    <a:pt x="49" y="7"/>
                  </a:lnTo>
                  <a:lnTo>
                    <a:pt x="0" y="15"/>
                  </a:lnTo>
                  <a:lnTo>
                    <a:pt x="1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48" name=""/>
            <p:cNvSpPr/>
            <p:nvPr/>
          </p:nvSpPr>
          <p:spPr>
            <a:xfrm rot="0">
              <a:off x="899" y="1789"/>
              <a:ext cx="16" cy="5"/>
            </a:xfrm>
            <a:custGeom>
              <a:avLst/>
              <a:ahLst/>
              <a:rect l="0" t="0" r="r" b="b"/>
              <a:pathLst>
                <a:path w="49" h="15">
                  <a:moveTo>
                    <a:pt x="0" y="15"/>
                  </a:moveTo>
                  <a:lnTo>
                    <a:pt x="49" y="8"/>
                  </a:lnTo>
                  <a:lnTo>
                    <a:pt x="48" y="0"/>
                  </a:lnTo>
                  <a:lnTo>
                    <a:pt x="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49" name=""/>
            <p:cNvSpPr/>
            <p:nvPr/>
          </p:nvSpPr>
          <p:spPr>
            <a:xfrm rot="0" flipH="1" flipV="1">
              <a:off x="915" y="1789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50" name=""/>
            <p:cNvSpPr/>
            <p:nvPr/>
          </p:nvSpPr>
          <p:spPr>
            <a:xfrm rot="0">
              <a:off x="876" y="1769"/>
              <a:ext cx="39" cy="30"/>
            </a:xfrm>
            <a:custGeom>
              <a:avLst/>
              <a:ahLst/>
              <a:rect l="0" t="0" r="r" b="b"/>
              <a:pathLst>
                <a:path w="115" h="89">
                  <a:moveTo>
                    <a:pt x="19" y="89"/>
                  </a:moveTo>
                  <a:lnTo>
                    <a:pt x="67" y="73"/>
                  </a:lnTo>
                  <a:lnTo>
                    <a:pt x="115" y="58"/>
                  </a:lnTo>
                  <a:lnTo>
                    <a:pt x="95" y="0"/>
                  </a:lnTo>
                  <a:lnTo>
                    <a:pt x="47" y="15"/>
                  </a:lnTo>
                  <a:lnTo>
                    <a:pt x="0" y="31"/>
                  </a:lnTo>
                  <a:lnTo>
                    <a:pt x="19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51" name=""/>
            <p:cNvSpPr/>
            <p:nvPr/>
          </p:nvSpPr>
          <p:spPr>
            <a:xfrm rot="0">
              <a:off x="876" y="1769"/>
              <a:ext cx="39" cy="30"/>
            </a:xfrm>
            <a:custGeom>
              <a:avLst/>
              <a:ahLst/>
              <a:rect l="0" t="0" r="r" b="b"/>
              <a:pathLst>
                <a:path w="115" h="89">
                  <a:moveTo>
                    <a:pt x="19" y="89"/>
                  </a:moveTo>
                  <a:lnTo>
                    <a:pt x="67" y="73"/>
                  </a:lnTo>
                  <a:lnTo>
                    <a:pt x="115" y="58"/>
                  </a:lnTo>
                  <a:lnTo>
                    <a:pt x="95" y="0"/>
                  </a:lnTo>
                  <a:lnTo>
                    <a:pt x="47" y="15"/>
                  </a:lnTo>
                  <a:lnTo>
                    <a:pt x="0" y="31"/>
                  </a:lnTo>
                  <a:lnTo>
                    <a:pt x="19" y="8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52" name=""/>
            <p:cNvSpPr/>
            <p:nvPr/>
          </p:nvSpPr>
          <p:spPr>
            <a:xfrm rot="0">
              <a:off x="892" y="1768"/>
              <a:ext cx="16" cy="6"/>
            </a:xfrm>
            <a:custGeom>
              <a:avLst/>
              <a:ahLst/>
              <a:rect l="0" t="0" r="r" b="b"/>
              <a:pathLst>
                <a:path w="48" h="19">
                  <a:moveTo>
                    <a:pt x="0" y="19"/>
                  </a:moveTo>
                  <a:lnTo>
                    <a:pt x="48" y="4"/>
                  </a:lnTo>
                  <a:lnTo>
                    <a:pt x="46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53" name=""/>
            <p:cNvSpPr/>
            <p:nvPr/>
          </p:nvSpPr>
          <p:spPr>
            <a:xfrm rot="0" flipH="1" flipV="1">
              <a:off x="907" y="1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54" name=""/>
            <p:cNvSpPr/>
            <p:nvPr/>
          </p:nvSpPr>
          <p:spPr>
            <a:xfrm rot="0">
              <a:off x="869" y="1749"/>
              <a:ext cx="38" cy="32"/>
            </a:xfrm>
            <a:custGeom>
              <a:avLst/>
              <a:ahLst/>
              <a:rect l="0" t="0" r="r" b="b"/>
              <a:pathLst>
                <a:path w="115" h="96">
                  <a:moveTo>
                    <a:pt x="24" y="96"/>
                  </a:moveTo>
                  <a:lnTo>
                    <a:pt x="69" y="76"/>
                  </a:lnTo>
                  <a:lnTo>
                    <a:pt x="115" y="57"/>
                  </a:lnTo>
                  <a:lnTo>
                    <a:pt x="90" y="0"/>
                  </a:lnTo>
                  <a:lnTo>
                    <a:pt x="45" y="20"/>
                  </a:lnTo>
                  <a:lnTo>
                    <a:pt x="0" y="39"/>
                  </a:lnTo>
                  <a:lnTo>
                    <a:pt x="24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55" name=""/>
            <p:cNvSpPr/>
            <p:nvPr/>
          </p:nvSpPr>
          <p:spPr>
            <a:xfrm rot="0">
              <a:off x="869" y="1749"/>
              <a:ext cx="38" cy="32"/>
            </a:xfrm>
            <a:custGeom>
              <a:avLst/>
              <a:ahLst/>
              <a:rect l="0" t="0" r="r" b="b"/>
              <a:pathLst>
                <a:path w="115" h="96">
                  <a:moveTo>
                    <a:pt x="24" y="96"/>
                  </a:moveTo>
                  <a:lnTo>
                    <a:pt x="69" y="76"/>
                  </a:lnTo>
                  <a:lnTo>
                    <a:pt x="115" y="57"/>
                  </a:lnTo>
                  <a:lnTo>
                    <a:pt x="90" y="0"/>
                  </a:lnTo>
                  <a:lnTo>
                    <a:pt x="45" y="20"/>
                  </a:lnTo>
                  <a:lnTo>
                    <a:pt x="0" y="39"/>
                  </a:lnTo>
                  <a:lnTo>
                    <a:pt x="24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56" name=""/>
            <p:cNvSpPr/>
            <p:nvPr/>
          </p:nvSpPr>
          <p:spPr>
            <a:xfrm rot="0">
              <a:off x="884" y="1747"/>
              <a:ext cx="15" cy="9"/>
            </a:xfrm>
            <a:custGeom>
              <a:avLst/>
              <a:ahLst/>
              <a:rect l="0" t="0" r="r" b="b"/>
              <a:pathLst>
                <a:path w="45" h="26">
                  <a:moveTo>
                    <a:pt x="0" y="26"/>
                  </a:moveTo>
                  <a:lnTo>
                    <a:pt x="45" y="6"/>
                  </a:lnTo>
                  <a:lnTo>
                    <a:pt x="43" y="0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57" name=""/>
            <p:cNvSpPr/>
            <p:nvPr/>
          </p:nvSpPr>
          <p:spPr>
            <a:xfrm rot="0" flipH="1" flipV="1">
              <a:off x="898" y="174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58" name=""/>
            <p:cNvSpPr/>
            <p:nvPr/>
          </p:nvSpPr>
          <p:spPr>
            <a:xfrm rot="0">
              <a:off x="859" y="1729"/>
              <a:ext cx="39" cy="35"/>
            </a:xfrm>
            <a:custGeom>
              <a:avLst/>
              <a:ahLst/>
              <a:rect l="0" t="0" r="r" b="b"/>
              <a:pathLst>
                <a:path w="118" h="104">
                  <a:moveTo>
                    <a:pt x="32" y="104"/>
                  </a:moveTo>
                  <a:lnTo>
                    <a:pt x="75" y="79"/>
                  </a:lnTo>
                  <a:lnTo>
                    <a:pt x="118" y="53"/>
                  </a:lnTo>
                  <a:lnTo>
                    <a:pt x="85" y="0"/>
                  </a:lnTo>
                  <a:lnTo>
                    <a:pt x="43" y="26"/>
                  </a:lnTo>
                  <a:lnTo>
                    <a:pt x="0" y="51"/>
                  </a:lnTo>
                  <a:lnTo>
                    <a:pt x="32" y="10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59" name=""/>
            <p:cNvSpPr/>
            <p:nvPr/>
          </p:nvSpPr>
          <p:spPr>
            <a:xfrm rot="0">
              <a:off x="859" y="1729"/>
              <a:ext cx="39" cy="35"/>
            </a:xfrm>
            <a:custGeom>
              <a:avLst/>
              <a:ahLst/>
              <a:rect l="0" t="0" r="r" b="b"/>
              <a:pathLst>
                <a:path w="118" h="104">
                  <a:moveTo>
                    <a:pt x="32" y="104"/>
                  </a:moveTo>
                  <a:lnTo>
                    <a:pt x="75" y="79"/>
                  </a:lnTo>
                  <a:lnTo>
                    <a:pt x="118" y="53"/>
                  </a:lnTo>
                  <a:lnTo>
                    <a:pt x="85" y="0"/>
                  </a:lnTo>
                  <a:lnTo>
                    <a:pt x="43" y="26"/>
                  </a:lnTo>
                  <a:lnTo>
                    <a:pt x="0" y="51"/>
                  </a:lnTo>
                  <a:lnTo>
                    <a:pt x="32" y="10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60" name=""/>
            <p:cNvSpPr/>
            <p:nvPr/>
          </p:nvSpPr>
          <p:spPr>
            <a:xfrm rot="0">
              <a:off x="873" y="1728"/>
              <a:ext cx="14" cy="10"/>
            </a:xfrm>
            <a:custGeom>
              <a:avLst/>
              <a:ahLst/>
              <a:rect l="0" t="0" r="r" b="b"/>
              <a:pathLst>
                <a:path w="42" h="30">
                  <a:moveTo>
                    <a:pt x="0" y="30"/>
                  </a:moveTo>
                  <a:lnTo>
                    <a:pt x="42" y="4"/>
                  </a:lnTo>
                  <a:lnTo>
                    <a:pt x="40" y="0"/>
                  </a:lnTo>
                  <a:lnTo>
                    <a:pt x="0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61" name=""/>
            <p:cNvSpPr/>
            <p:nvPr/>
          </p:nvSpPr>
          <p:spPr>
            <a:xfrm rot="0" flipH="1" flipV="1">
              <a:off x="887" y="17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62" name=""/>
            <p:cNvSpPr/>
            <p:nvPr/>
          </p:nvSpPr>
          <p:spPr>
            <a:xfrm rot="0">
              <a:off x="847" y="1712"/>
              <a:ext cx="40" cy="36"/>
            </a:xfrm>
            <a:custGeom>
              <a:avLst/>
              <a:ahLst/>
              <a:rect l="0" t="0" r="r" b="b"/>
              <a:pathLst>
                <a:path w="118" h="108">
                  <a:moveTo>
                    <a:pt x="38" y="108"/>
                  </a:moveTo>
                  <a:lnTo>
                    <a:pt x="78" y="79"/>
                  </a:lnTo>
                  <a:lnTo>
                    <a:pt x="118" y="49"/>
                  </a:lnTo>
                  <a:lnTo>
                    <a:pt x="80" y="0"/>
                  </a:lnTo>
                  <a:lnTo>
                    <a:pt x="40" y="30"/>
                  </a:lnTo>
                  <a:lnTo>
                    <a:pt x="0" y="59"/>
                  </a:lnTo>
                  <a:lnTo>
                    <a:pt x="38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63" name=""/>
            <p:cNvSpPr/>
            <p:nvPr/>
          </p:nvSpPr>
          <p:spPr>
            <a:xfrm rot="0">
              <a:off x="847" y="1712"/>
              <a:ext cx="40" cy="36"/>
            </a:xfrm>
            <a:custGeom>
              <a:avLst/>
              <a:ahLst/>
              <a:rect l="0" t="0" r="r" b="b"/>
              <a:pathLst>
                <a:path w="118" h="108">
                  <a:moveTo>
                    <a:pt x="38" y="108"/>
                  </a:moveTo>
                  <a:lnTo>
                    <a:pt x="78" y="79"/>
                  </a:lnTo>
                  <a:lnTo>
                    <a:pt x="118" y="49"/>
                  </a:lnTo>
                  <a:lnTo>
                    <a:pt x="80" y="0"/>
                  </a:lnTo>
                  <a:lnTo>
                    <a:pt x="40" y="30"/>
                  </a:lnTo>
                  <a:lnTo>
                    <a:pt x="0" y="59"/>
                  </a:lnTo>
                  <a:lnTo>
                    <a:pt x="38" y="10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64" name=""/>
            <p:cNvSpPr/>
            <p:nvPr/>
          </p:nvSpPr>
          <p:spPr>
            <a:xfrm rot="0">
              <a:off x="861" y="1710"/>
              <a:ext cx="13" cy="12"/>
            </a:xfrm>
            <a:custGeom>
              <a:avLst/>
              <a:ahLst/>
              <a:rect l="0" t="0" r="r" b="b"/>
              <a:pathLst>
                <a:path w="40" h="35">
                  <a:moveTo>
                    <a:pt x="0" y="35"/>
                  </a:moveTo>
                  <a:lnTo>
                    <a:pt x="40" y="5"/>
                  </a:lnTo>
                  <a:lnTo>
                    <a:pt x="35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65" name=""/>
            <p:cNvSpPr/>
            <p:nvPr/>
          </p:nvSpPr>
          <p:spPr>
            <a:xfrm rot="0" flipH="1" flipV="1">
              <a:off x="872" y="1710"/>
              <a:ext cx="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66" name=""/>
            <p:cNvSpPr/>
            <p:nvPr/>
          </p:nvSpPr>
          <p:spPr>
            <a:xfrm rot="0">
              <a:off x="834" y="1695"/>
              <a:ext cx="38" cy="38"/>
            </a:xfrm>
            <a:custGeom>
              <a:avLst/>
              <a:ahLst/>
              <a:rect l="0" t="0" r="r" b="b"/>
              <a:pathLst>
                <a:path w="114" h="113">
                  <a:moveTo>
                    <a:pt x="44" y="113"/>
                  </a:moveTo>
                  <a:lnTo>
                    <a:pt x="79" y="79"/>
                  </a:lnTo>
                  <a:lnTo>
                    <a:pt x="114" y="44"/>
                  </a:lnTo>
                  <a:lnTo>
                    <a:pt x="70" y="0"/>
                  </a:lnTo>
                  <a:lnTo>
                    <a:pt x="35" y="35"/>
                  </a:lnTo>
                  <a:lnTo>
                    <a:pt x="0" y="70"/>
                  </a:lnTo>
                  <a:lnTo>
                    <a:pt x="44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67" name=""/>
            <p:cNvSpPr/>
            <p:nvPr/>
          </p:nvSpPr>
          <p:spPr>
            <a:xfrm rot="0">
              <a:off x="834" y="1695"/>
              <a:ext cx="38" cy="38"/>
            </a:xfrm>
            <a:custGeom>
              <a:avLst/>
              <a:ahLst/>
              <a:rect l="0" t="0" r="r" b="b"/>
              <a:pathLst>
                <a:path w="114" h="113">
                  <a:moveTo>
                    <a:pt x="44" y="113"/>
                  </a:moveTo>
                  <a:lnTo>
                    <a:pt x="79" y="79"/>
                  </a:lnTo>
                  <a:lnTo>
                    <a:pt x="114" y="44"/>
                  </a:lnTo>
                  <a:lnTo>
                    <a:pt x="70" y="0"/>
                  </a:lnTo>
                  <a:lnTo>
                    <a:pt x="35" y="35"/>
                  </a:lnTo>
                  <a:lnTo>
                    <a:pt x="0" y="70"/>
                  </a:lnTo>
                  <a:lnTo>
                    <a:pt x="44" y="1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68" name=""/>
            <p:cNvSpPr/>
            <p:nvPr/>
          </p:nvSpPr>
          <p:spPr>
            <a:xfrm rot="0">
              <a:off x="846" y="1694"/>
              <a:ext cx="12" cy="13"/>
            </a:xfrm>
            <a:custGeom>
              <a:avLst/>
              <a:ahLst/>
              <a:rect l="0" t="0" r="r" b="b"/>
              <a:pathLst>
                <a:path w="35" h="40">
                  <a:moveTo>
                    <a:pt x="0" y="40"/>
                  </a:moveTo>
                  <a:lnTo>
                    <a:pt x="35" y="5"/>
                  </a:lnTo>
                  <a:lnTo>
                    <a:pt x="30" y="0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69" name=""/>
            <p:cNvSpPr/>
            <p:nvPr/>
          </p:nvSpPr>
          <p:spPr>
            <a:xfrm rot="0" flipH="1" flipV="1">
              <a:off x="856" y="1694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70" name=""/>
            <p:cNvSpPr/>
            <p:nvPr/>
          </p:nvSpPr>
          <p:spPr>
            <a:xfrm rot="0">
              <a:off x="820" y="1681"/>
              <a:ext cx="36" cy="39"/>
            </a:xfrm>
            <a:custGeom>
              <a:avLst/>
              <a:ahLst/>
              <a:rect l="0" t="0" r="r" b="b"/>
              <a:pathLst>
                <a:path w="108" h="118">
                  <a:moveTo>
                    <a:pt x="49" y="118"/>
                  </a:moveTo>
                  <a:lnTo>
                    <a:pt x="78" y="78"/>
                  </a:lnTo>
                  <a:lnTo>
                    <a:pt x="108" y="38"/>
                  </a:lnTo>
                  <a:lnTo>
                    <a:pt x="59" y="0"/>
                  </a:lnTo>
                  <a:lnTo>
                    <a:pt x="29" y="40"/>
                  </a:lnTo>
                  <a:lnTo>
                    <a:pt x="0" y="80"/>
                  </a:lnTo>
                  <a:lnTo>
                    <a:pt x="49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71" name=""/>
            <p:cNvSpPr/>
            <p:nvPr/>
          </p:nvSpPr>
          <p:spPr>
            <a:xfrm rot="0">
              <a:off x="820" y="1681"/>
              <a:ext cx="36" cy="39"/>
            </a:xfrm>
            <a:custGeom>
              <a:avLst/>
              <a:ahLst/>
              <a:rect l="0" t="0" r="r" b="b"/>
              <a:pathLst>
                <a:path w="108" h="118">
                  <a:moveTo>
                    <a:pt x="49" y="118"/>
                  </a:moveTo>
                  <a:lnTo>
                    <a:pt x="78" y="78"/>
                  </a:lnTo>
                  <a:lnTo>
                    <a:pt x="108" y="38"/>
                  </a:lnTo>
                  <a:lnTo>
                    <a:pt x="59" y="0"/>
                  </a:lnTo>
                  <a:lnTo>
                    <a:pt x="29" y="40"/>
                  </a:lnTo>
                  <a:lnTo>
                    <a:pt x="0" y="80"/>
                  </a:lnTo>
                  <a:lnTo>
                    <a:pt x="49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72" name=""/>
            <p:cNvSpPr/>
            <p:nvPr/>
          </p:nvSpPr>
          <p:spPr>
            <a:xfrm rot="0">
              <a:off x="830" y="1680"/>
              <a:ext cx="10" cy="14"/>
            </a:xfrm>
            <a:custGeom>
              <a:avLst/>
              <a:ahLst/>
              <a:rect l="0" t="0" r="r" b="b"/>
              <a:pathLst>
                <a:path w="30" h="42">
                  <a:moveTo>
                    <a:pt x="0" y="42"/>
                  </a:moveTo>
                  <a:lnTo>
                    <a:pt x="30" y="2"/>
                  </a:lnTo>
                  <a:lnTo>
                    <a:pt x="26" y="0"/>
                  </a:lnTo>
                  <a:lnTo>
                    <a:pt x="0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73" name=""/>
            <p:cNvSpPr/>
            <p:nvPr/>
          </p:nvSpPr>
          <p:spPr>
            <a:xfrm rot="0" flipH="1" flipV="1">
              <a:off x="838" y="1680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74" name=""/>
            <p:cNvSpPr/>
            <p:nvPr/>
          </p:nvSpPr>
          <p:spPr>
            <a:xfrm rot="0">
              <a:off x="803" y="16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53" y="118"/>
                  </a:moveTo>
                  <a:lnTo>
                    <a:pt x="79" y="75"/>
                  </a:lnTo>
                  <a:lnTo>
                    <a:pt x="105" y="33"/>
                  </a:lnTo>
                  <a:lnTo>
                    <a:pt x="52" y="0"/>
                  </a:lnTo>
                  <a:lnTo>
                    <a:pt x="26" y="43"/>
                  </a:lnTo>
                  <a:lnTo>
                    <a:pt x="0" y="86"/>
                  </a:lnTo>
                  <a:lnTo>
                    <a:pt x="53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75" name=""/>
            <p:cNvSpPr/>
            <p:nvPr/>
          </p:nvSpPr>
          <p:spPr>
            <a:xfrm rot="0">
              <a:off x="803" y="16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53" y="118"/>
                  </a:moveTo>
                  <a:lnTo>
                    <a:pt x="79" y="75"/>
                  </a:lnTo>
                  <a:lnTo>
                    <a:pt x="105" y="33"/>
                  </a:lnTo>
                  <a:lnTo>
                    <a:pt x="52" y="0"/>
                  </a:lnTo>
                  <a:lnTo>
                    <a:pt x="26" y="43"/>
                  </a:lnTo>
                  <a:lnTo>
                    <a:pt x="0" y="86"/>
                  </a:lnTo>
                  <a:lnTo>
                    <a:pt x="53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76" name=""/>
            <p:cNvSpPr/>
            <p:nvPr/>
          </p:nvSpPr>
          <p:spPr>
            <a:xfrm rot="0">
              <a:off x="812" y="1669"/>
              <a:ext cx="9" cy="15"/>
            </a:xfrm>
            <a:custGeom>
              <a:avLst/>
              <a:ahLst/>
              <a:rect l="0" t="0" r="r" b="b"/>
              <a:pathLst>
                <a:path w="26" h="45">
                  <a:moveTo>
                    <a:pt x="0" y="45"/>
                  </a:moveTo>
                  <a:lnTo>
                    <a:pt x="26" y="2"/>
                  </a:lnTo>
                  <a:lnTo>
                    <a:pt x="21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77" name=""/>
            <p:cNvSpPr/>
            <p:nvPr/>
          </p:nvSpPr>
          <p:spPr>
            <a:xfrm rot="0" flipH="1" flipV="1">
              <a:off x="819" y="166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78" name=""/>
            <p:cNvSpPr/>
            <p:nvPr/>
          </p:nvSpPr>
          <p:spPr>
            <a:xfrm rot="0">
              <a:off x="786" y="1660"/>
              <a:ext cx="33" cy="39"/>
            </a:xfrm>
            <a:custGeom>
              <a:avLst/>
              <a:ahLst/>
              <a:rect l="0" t="0" r="r" b="b"/>
              <a:pathLst>
                <a:path w="98" h="116">
                  <a:moveTo>
                    <a:pt x="57" y="116"/>
                  </a:moveTo>
                  <a:lnTo>
                    <a:pt x="77" y="71"/>
                  </a:lnTo>
                  <a:lnTo>
                    <a:pt x="98" y="26"/>
                  </a:lnTo>
                  <a:lnTo>
                    <a:pt x="41" y="0"/>
                  </a:lnTo>
                  <a:lnTo>
                    <a:pt x="20" y="45"/>
                  </a:lnTo>
                  <a:lnTo>
                    <a:pt x="0" y="90"/>
                  </a:lnTo>
                  <a:lnTo>
                    <a:pt x="57" y="1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79" name=""/>
            <p:cNvSpPr/>
            <p:nvPr/>
          </p:nvSpPr>
          <p:spPr>
            <a:xfrm rot="0">
              <a:off x="786" y="1660"/>
              <a:ext cx="33" cy="39"/>
            </a:xfrm>
            <a:custGeom>
              <a:avLst/>
              <a:ahLst/>
              <a:rect l="0" t="0" r="r" b="b"/>
              <a:pathLst>
                <a:path w="98" h="116">
                  <a:moveTo>
                    <a:pt x="57" y="116"/>
                  </a:moveTo>
                  <a:lnTo>
                    <a:pt x="77" y="71"/>
                  </a:lnTo>
                  <a:lnTo>
                    <a:pt x="98" y="26"/>
                  </a:lnTo>
                  <a:lnTo>
                    <a:pt x="41" y="0"/>
                  </a:lnTo>
                  <a:lnTo>
                    <a:pt x="20" y="45"/>
                  </a:lnTo>
                  <a:lnTo>
                    <a:pt x="0" y="90"/>
                  </a:lnTo>
                  <a:lnTo>
                    <a:pt x="57" y="11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80" name=""/>
            <p:cNvSpPr/>
            <p:nvPr/>
          </p:nvSpPr>
          <p:spPr>
            <a:xfrm rot="0">
              <a:off x="793" y="1659"/>
              <a:ext cx="7" cy="16"/>
            </a:xfrm>
            <a:custGeom>
              <a:avLst/>
              <a:ahLst/>
              <a:rect l="0" t="0" r="r" b="b"/>
              <a:pathLst>
                <a:path w="21" h="48">
                  <a:moveTo>
                    <a:pt x="0" y="48"/>
                  </a:moveTo>
                  <a:lnTo>
                    <a:pt x="21" y="3"/>
                  </a:lnTo>
                  <a:lnTo>
                    <a:pt x="15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81" name=""/>
            <p:cNvSpPr/>
            <p:nvPr/>
          </p:nvSpPr>
          <p:spPr>
            <a:xfrm rot="0" flipH="1" flipV="1">
              <a:off x="798" y="165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82" name=""/>
            <p:cNvSpPr/>
            <p:nvPr/>
          </p:nvSpPr>
          <p:spPr>
            <a:xfrm rot="0">
              <a:off x="769" y="1653"/>
              <a:ext cx="29" cy="38"/>
            </a:xfrm>
            <a:custGeom>
              <a:avLst/>
              <a:ahLst/>
              <a:rect l="0" t="0" r="r" b="b"/>
              <a:pathLst>
                <a:path w="87" h="114">
                  <a:moveTo>
                    <a:pt x="58" y="114"/>
                  </a:moveTo>
                  <a:lnTo>
                    <a:pt x="72" y="66"/>
                  </a:lnTo>
                  <a:lnTo>
                    <a:pt x="87" y="18"/>
                  </a:lnTo>
                  <a:lnTo>
                    <a:pt x="29" y="0"/>
                  </a:lnTo>
                  <a:lnTo>
                    <a:pt x="14" y="48"/>
                  </a:lnTo>
                  <a:lnTo>
                    <a:pt x="0" y="96"/>
                  </a:lnTo>
                  <a:lnTo>
                    <a:pt x="58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83" name=""/>
            <p:cNvSpPr/>
            <p:nvPr/>
          </p:nvSpPr>
          <p:spPr>
            <a:xfrm rot="0">
              <a:off x="769" y="1653"/>
              <a:ext cx="29" cy="38"/>
            </a:xfrm>
            <a:custGeom>
              <a:avLst/>
              <a:ahLst/>
              <a:rect l="0" t="0" r="r" b="b"/>
              <a:pathLst>
                <a:path w="87" h="114">
                  <a:moveTo>
                    <a:pt x="58" y="114"/>
                  </a:moveTo>
                  <a:lnTo>
                    <a:pt x="72" y="66"/>
                  </a:lnTo>
                  <a:lnTo>
                    <a:pt x="87" y="18"/>
                  </a:lnTo>
                  <a:lnTo>
                    <a:pt x="29" y="0"/>
                  </a:lnTo>
                  <a:lnTo>
                    <a:pt x="14" y="48"/>
                  </a:lnTo>
                  <a:lnTo>
                    <a:pt x="0" y="96"/>
                  </a:lnTo>
                  <a:lnTo>
                    <a:pt x="58" y="1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84" name=""/>
            <p:cNvSpPr/>
            <p:nvPr/>
          </p:nvSpPr>
          <p:spPr>
            <a:xfrm rot="0">
              <a:off x="774" y="1653"/>
              <a:ext cx="5" cy="16"/>
            </a:xfrm>
            <a:custGeom>
              <a:avLst/>
              <a:ahLst/>
              <a:rect l="0" t="0" r="r" b="b"/>
              <a:pathLst>
                <a:path w="15" h="49">
                  <a:moveTo>
                    <a:pt x="0" y="49"/>
                  </a:moveTo>
                  <a:lnTo>
                    <a:pt x="15" y="1"/>
                  </a:lnTo>
                  <a:lnTo>
                    <a:pt x="9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85" name=""/>
            <p:cNvSpPr/>
            <p:nvPr/>
          </p:nvSpPr>
          <p:spPr>
            <a:xfrm rot="0" flipH="1" flipV="1">
              <a:off x="777" y="1653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86" name=""/>
            <p:cNvSpPr/>
            <p:nvPr/>
          </p:nvSpPr>
          <p:spPr>
            <a:xfrm rot="0">
              <a:off x="750" y="1649"/>
              <a:ext cx="27" cy="36"/>
            </a:xfrm>
            <a:custGeom>
              <a:avLst/>
              <a:ahLst/>
              <a:rect l="0" t="0" r="r" b="b"/>
              <a:pathLst>
                <a:path w="80" h="110">
                  <a:moveTo>
                    <a:pt x="62" y="110"/>
                  </a:moveTo>
                  <a:lnTo>
                    <a:pt x="71" y="61"/>
                  </a:lnTo>
                  <a:lnTo>
                    <a:pt x="80" y="12"/>
                  </a:lnTo>
                  <a:lnTo>
                    <a:pt x="18" y="0"/>
                  </a:lnTo>
                  <a:lnTo>
                    <a:pt x="9" y="49"/>
                  </a:lnTo>
                  <a:lnTo>
                    <a:pt x="0" y="99"/>
                  </a:lnTo>
                  <a:lnTo>
                    <a:pt x="62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87" name=""/>
            <p:cNvSpPr/>
            <p:nvPr/>
          </p:nvSpPr>
          <p:spPr>
            <a:xfrm rot="0">
              <a:off x="750" y="1649"/>
              <a:ext cx="27" cy="36"/>
            </a:xfrm>
            <a:custGeom>
              <a:avLst/>
              <a:ahLst/>
              <a:rect l="0" t="0" r="r" b="b"/>
              <a:pathLst>
                <a:path w="80" h="110">
                  <a:moveTo>
                    <a:pt x="62" y="110"/>
                  </a:moveTo>
                  <a:lnTo>
                    <a:pt x="71" y="61"/>
                  </a:lnTo>
                  <a:lnTo>
                    <a:pt x="80" y="12"/>
                  </a:lnTo>
                  <a:lnTo>
                    <a:pt x="18" y="0"/>
                  </a:lnTo>
                  <a:lnTo>
                    <a:pt x="9" y="49"/>
                  </a:lnTo>
                  <a:lnTo>
                    <a:pt x="0" y="99"/>
                  </a:lnTo>
                  <a:lnTo>
                    <a:pt x="62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88" name=""/>
            <p:cNvSpPr/>
            <p:nvPr/>
          </p:nvSpPr>
          <p:spPr>
            <a:xfrm rot="0">
              <a:off x="753" y="1649"/>
              <a:ext cx="3" cy="16"/>
            </a:xfrm>
            <a:custGeom>
              <a:avLst/>
              <a:ahLst/>
              <a:rect l="0" t="0" r="r" b="b"/>
              <a:pathLst>
                <a:path w="9" h="49">
                  <a:moveTo>
                    <a:pt x="0" y="49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89" name=""/>
            <p:cNvSpPr/>
            <p:nvPr/>
          </p:nvSpPr>
          <p:spPr>
            <a:xfrm rot="0" flipH="1">
              <a:off x="754" y="164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90" name=""/>
            <p:cNvSpPr/>
            <p:nvPr/>
          </p:nvSpPr>
          <p:spPr>
            <a:xfrm rot="0">
              <a:off x="732" y="1648"/>
              <a:ext cx="22" cy="34"/>
            </a:xfrm>
            <a:custGeom>
              <a:avLst/>
              <a:ahLst/>
              <a:rect l="0" t="0" r="r" b="b"/>
              <a:pathLst>
                <a:path w="66" h="102">
                  <a:moveTo>
                    <a:pt x="61" y="102"/>
                  </a:moveTo>
                  <a:lnTo>
                    <a:pt x="63" y="52"/>
                  </a:lnTo>
                  <a:lnTo>
                    <a:pt x="66" y="3"/>
                  </a:lnTo>
                  <a:lnTo>
                    <a:pt x="5" y="0"/>
                  </a:lnTo>
                  <a:lnTo>
                    <a:pt x="3" y="49"/>
                  </a:lnTo>
                  <a:lnTo>
                    <a:pt x="0" y="98"/>
                  </a:lnTo>
                  <a:lnTo>
                    <a:pt x="61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91" name=""/>
            <p:cNvSpPr/>
            <p:nvPr/>
          </p:nvSpPr>
          <p:spPr>
            <a:xfrm rot="0">
              <a:off x="732" y="1648"/>
              <a:ext cx="22" cy="34"/>
            </a:xfrm>
            <a:custGeom>
              <a:avLst/>
              <a:ahLst/>
              <a:rect l="0" t="0" r="r" b="b"/>
              <a:pathLst>
                <a:path w="66" h="102">
                  <a:moveTo>
                    <a:pt x="61" y="102"/>
                  </a:moveTo>
                  <a:lnTo>
                    <a:pt x="63" y="52"/>
                  </a:lnTo>
                  <a:lnTo>
                    <a:pt x="66" y="3"/>
                  </a:lnTo>
                  <a:lnTo>
                    <a:pt x="5" y="0"/>
                  </a:lnTo>
                  <a:lnTo>
                    <a:pt x="3" y="49"/>
                  </a:lnTo>
                  <a:lnTo>
                    <a:pt x="0" y="98"/>
                  </a:lnTo>
                  <a:lnTo>
                    <a:pt x="61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92" name=""/>
            <p:cNvSpPr/>
            <p:nvPr/>
          </p:nvSpPr>
          <p:spPr>
            <a:xfrm rot="0">
              <a:off x="732" y="1648"/>
              <a:ext cx="2" cy="16"/>
            </a:xfrm>
            <a:custGeom>
              <a:avLst/>
              <a:ahLst/>
              <a:rect l="0" t="0" r="r" b="b"/>
              <a:pathLst>
                <a:path w="5" h="49">
                  <a:moveTo>
                    <a:pt x="3" y="49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3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93" name=""/>
            <p:cNvSpPr/>
            <p:nvPr/>
          </p:nvSpPr>
          <p:spPr>
            <a:xfrm rot="0" flipH="1">
              <a:off x="732" y="1648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94" name=""/>
            <p:cNvSpPr/>
            <p:nvPr/>
          </p:nvSpPr>
          <p:spPr>
            <a:xfrm rot="0">
              <a:off x="711" y="1648"/>
              <a:ext cx="23" cy="34"/>
            </a:xfrm>
            <a:custGeom>
              <a:avLst/>
              <a:ahLst/>
              <a:rect l="0" t="0" r="r" b="b"/>
              <a:pathLst>
                <a:path w="67" h="102">
                  <a:moveTo>
                    <a:pt x="67" y="98"/>
                  </a:moveTo>
                  <a:lnTo>
                    <a:pt x="65" y="49"/>
                  </a:lnTo>
                  <a:lnTo>
                    <a:pt x="62" y="0"/>
                  </a:lnTo>
                  <a:lnTo>
                    <a:pt x="0" y="3"/>
                  </a:lnTo>
                  <a:lnTo>
                    <a:pt x="3" y="52"/>
                  </a:lnTo>
                  <a:lnTo>
                    <a:pt x="5" y="102"/>
                  </a:lnTo>
                  <a:lnTo>
                    <a:pt x="67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95" name=""/>
            <p:cNvSpPr/>
            <p:nvPr/>
          </p:nvSpPr>
          <p:spPr>
            <a:xfrm rot="0">
              <a:off x="711" y="1648"/>
              <a:ext cx="23" cy="34"/>
            </a:xfrm>
            <a:custGeom>
              <a:avLst/>
              <a:ahLst/>
              <a:rect l="0" t="0" r="r" b="b"/>
              <a:pathLst>
                <a:path w="67" h="102">
                  <a:moveTo>
                    <a:pt x="67" y="98"/>
                  </a:moveTo>
                  <a:lnTo>
                    <a:pt x="65" y="49"/>
                  </a:lnTo>
                  <a:lnTo>
                    <a:pt x="62" y="0"/>
                  </a:lnTo>
                  <a:lnTo>
                    <a:pt x="0" y="3"/>
                  </a:lnTo>
                  <a:lnTo>
                    <a:pt x="3" y="52"/>
                  </a:lnTo>
                  <a:lnTo>
                    <a:pt x="5" y="102"/>
                  </a:lnTo>
                  <a:lnTo>
                    <a:pt x="67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96" name=""/>
            <p:cNvSpPr/>
            <p:nvPr/>
          </p:nvSpPr>
          <p:spPr>
            <a:xfrm rot="0">
              <a:off x="709" y="1649"/>
              <a:ext cx="3" cy="16"/>
            </a:xfrm>
            <a:custGeom>
              <a:avLst/>
              <a:ahLst/>
              <a:rect l="0" t="0" r="r" b="b"/>
              <a:pathLst>
                <a:path w="9" h="49">
                  <a:moveTo>
                    <a:pt x="9" y="49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97" name=""/>
            <p:cNvSpPr/>
            <p:nvPr/>
          </p:nvSpPr>
          <p:spPr>
            <a:xfrm rot="0" flipH="1">
              <a:off x="709" y="164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098" name=""/>
            <p:cNvSpPr/>
            <p:nvPr/>
          </p:nvSpPr>
          <p:spPr>
            <a:xfrm rot="0">
              <a:off x="689" y="1649"/>
              <a:ext cx="26" cy="36"/>
            </a:xfrm>
            <a:custGeom>
              <a:avLst/>
              <a:ahLst/>
              <a:rect l="0" t="0" r="r" b="b"/>
              <a:pathLst>
                <a:path w="79" h="110">
                  <a:moveTo>
                    <a:pt x="79" y="99"/>
                  </a:moveTo>
                  <a:lnTo>
                    <a:pt x="70" y="49"/>
                  </a:lnTo>
                  <a:lnTo>
                    <a:pt x="61" y="0"/>
                  </a:lnTo>
                  <a:lnTo>
                    <a:pt x="0" y="12"/>
                  </a:lnTo>
                  <a:lnTo>
                    <a:pt x="9" y="61"/>
                  </a:lnTo>
                  <a:lnTo>
                    <a:pt x="18" y="110"/>
                  </a:lnTo>
                  <a:lnTo>
                    <a:pt x="79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099" name=""/>
            <p:cNvSpPr/>
            <p:nvPr/>
          </p:nvSpPr>
          <p:spPr>
            <a:xfrm rot="0">
              <a:off x="689" y="1649"/>
              <a:ext cx="26" cy="36"/>
            </a:xfrm>
            <a:custGeom>
              <a:avLst/>
              <a:ahLst/>
              <a:rect l="0" t="0" r="r" b="b"/>
              <a:pathLst>
                <a:path w="79" h="110">
                  <a:moveTo>
                    <a:pt x="79" y="99"/>
                  </a:moveTo>
                  <a:lnTo>
                    <a:pt x="70" y="49"/>
                  </a:lnTo>
                  <a:lnTo>
                    <a:pt x="61" y="0"/>
                  </a:lnTo>
                  <a:lnTo>
                    <a:pt x="0" y="12"/>
                  </a:lnTo>
                  <a:lnTo>
                    <a:pt x="9" y="61"/>
                  </a:lnTo>
                  <a:lnTo>
                    <a:pt x="18" y="110"/>
                  </a:lnTo>
                  <a:lnTo>
                    <a:pt x="79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00" name=""/>
            <p:cNvSpPr/>
            <p:nvPr/>
          </p:nvSpPr>
          <p:spPr>
            <a:xfrm rot="0">
              <a:off x="687" y="1653"/>
              <a:ext cx="5" cy="16"/>
            </a:xfrm>
            <a:custGeom>
              <a:avLst/>
              <a:ahLst/>
              <a:rect l="0" t="0" r="r" b="b"/>
              <a:pathLst>
                <a:path w="14" h="49">
                  <a:moveTo>
                    <a:pt x="14" y="49"/>
                  </a:moveTo>
                  <a:lnTo>
                    <a:pt x="5" y="0"/>
                  </a:lnTo>
                  <a:lnTo>
                    <a:pt x="0" y="1"/>
                  </a:lnTo>
                  <a:lnTo>
                    <a:pt x="14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01" name=""/>
            <p:cNvSpPr/>
            <p:nvPr/>
          </p:nvSpPr>
          <p:spPr>
            <a:xfrm rot="0" flipH="1">
              <a:off x="687" y="1653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02" name=""/>
            <p:cNvSpPr/>
            <p:nvPr/>
          </p:nvSpPr>
          <p:spPr>
            <a:xfrm rot="0">
              <a:off x="667" y="1653"/>
              <a:ext cx="30" cy="38"/>
            </a:xfrm>
            <a:custGeom>
              <a:avLst/>
              <a:ahLst/>
              <a:rect l="0" t="0" r="r" b="b"/>
              <a:pathLst>
                <a:path w="88" h="114">
                  <a:moveTo>
                    <a:pt x="88" y="96"/>
                  </a:moveTo>
                  <a:lnTo>
                    <a:pt x="74" y="48"/>
                  </a:lnTo>
                  <a:lnTo>
                    <a:pt x="60" y="0"/>
                  </a:lnTo>
                  <a:lnTo>
                    <a:pt x="0" y="18"/>
                  </a:lnTo>
                  <a:lnTo>
                    <a:pt x="15" y="66"/>
                  </a:lnTo>
                  <a:lnTo>
                    <a:pt x="29" y="114"/>
                  </a:lnTo>
                  <a:lnTo>
                    <a:pt x="88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03" name=""/>
            <p:cNvSpPr/>
            <p:nvPr/>
          </p:nvSpPr>
          <p:spPr>
            <a:xfrm rot="0">
              <a:off x="667" y="1653"/>
              <a:ext cx="30" cy="38"/>
            </a:xfrm>
            <a:custGeom>
              <a:avLst/>
              <a:ahLst/>
              <a:rect l="0" t="0" r="r" b="b"/>
              <a:pathLst>
                <a:path w="88" h="114">
                  <a:moveTo>
                    <a:pt x="88" y="96"/>
                  </a:moveTo>
                  <a:lnTo>
                    <a:pt x="74" y="48"/>
                  </a:lnTo>
                  <a:lnTo>
                    <a:pt x="60" y="0"/>
                  </a:lnTo>
                  <a:lnTo>
                    <a:pt x="0" y="18"/>
                  </a:lnTo>
                  <a:lnTo>
                    <a:pt x="15" y="66"/>
                  </a:lnTo>
                  <a:lnTo>
                    <a:pt x="29" y="114"/>
                  </a:lnTo>
                  <a:lnTo>
                    <a:pt x="88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04" name=""/>
            <p:cNvSpPr/>
            <p:nvPr/>
          </p:nvSpPr>
          <p:spPr>
            <a:xfrm rot="0">
              <a:off x="665" y="1659"/>
              <a:ext cx="7" cy="16"/>
            </a:xfrm>
            <a:custGeom>
              <a:avLst/>
              <a:ahLst/>
              <a:rect l="0" t="0" r="r" b="b"/>
              <a:pathLst>
                <a:path w="21" h="48">
                  <a:moveTo>
                    <a:pt x="21" y="48"/>
                  </a:moveTo>
                  <a:lnTo>
                    <a:pt x="6" y="0"/>
                  </a:lnTo>
                  <a:lnTo>
                    <a:pt x="0" y="3"/>
                  </a:lnTo>
                  <a:lnTo>
                    <a:pt x="21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05" name=""/>
            <p:cNvSpPr/>
            <p:nvPr/>
          </p:nvSpPr>
          <p:spPr>
            <a:xfrm rot="0" flipH="1">
              <a:off x="665" y="165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06" name=""/>
            <p:cNvSpPr/>
            <p:nvPr/>
          </p:nvSpPr>
          <p:spPr>
            <a:xfrm rot="0">
              <a:off x="646" y="1660"/>
              <a:ext cx="33" cy="39"/>
            </a:xfrm>
            <a:custGeom>
              <a:avLst/>
              <a:ahLst/>
              <a:rect l="0" t="0" r="r" b="b"/>
              <a:pathLst>
                <a:path w="98" h="116">
                  <a:moveTo>
                    <a:pt x="98" y="90"/>
                  </a:moveTo>
                  <a:lnTo>
                    <a:pt x="78" y="45"/>
                  </a:lnTo>
                  <a:lnTo>
                    <a:pt x="57" y="0"/>
                  </a:lnTo>
                  <a:lnTo>
                    <a:pt x="0" y="26"/>
                  </a:lnTo>
                  <a:lnTo>
                    <a:pt x="21" y="71"/>
                  </a:lnTo>
                  <a:lnTo>
                    <a:pt x="41" y="116"/>
                  </a:lnTo>
                  <a:lnTo>
                    <a:pt x="98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07" name=""/>
            <p:cNvSpPr/>
            <p:nvPr/>
          </p:nvSpPr>
          <p:spPr>
            <a:xfrm rot="0">
              <a:off x="646" y="1660"/>
              <a:ext cx="33" cy="39"/>
            </a:xfrm>
            <a:custGeom>
              <a:avLst/>
              <a:ahLst/>
              <a:rect l="0" t="0" r="r" b="b"/>
              <a:pathLst>
                <a:path w="98" h="116">
                  <a:moveTo>
                    <a:pt x="98" y="90"/>
                  </a:moveTo>
                  <a:lnTo>
                    <a:pt x="78" y="45"/>
                  </a:lnTo>
                  <a:lnTo>
                    <a:pt x="57" y="0"/>
                  </a:lnTo>
                  <a:lnTo>
                    <a:pt x="0" y="26"/>
                  </a:lnTo>
                  <a:lnTo>
                    <a:pt x="21" y="71"/>
                  </a:lnTo>
                  <a:lnTo>
                    <a:pt x="41" y="116"/>
                  </a:lnTo>
                  <a:lnTo>
                    <a:pt x="98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08" name=""/>
            <p:cNvSpPr/>
            <p:nvPr/>
          </p:nvSpPr>
          <p:spPr>
            <a:xfrm rot="0">
              <a:off x="645" y="1669"/>
              <a:ext cx="8" cy="15"/>
            </a:xfrm>
            <a:custGeom>
              <a:avLst/>
              <a:ahLst/>
              <a:rect l="0" t="0" r="r" b="b"/>
              <a:pathLst>
                <a:path w="26" h="45">
                  <a:moveTo>
                    <a:pt x="26" y="45"/>
                  </a:moveTo>
                  <a:lnTo>
                    <a:pt x="5" y="0"/>
                  </a:lnTo>
                  <a:lnTo>
                    <a:pt x="0" y="2"/>
                  </a:lnTo>
                  <a:lnTo>
                    <a:pt x="26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09" name=""/>
            <p:cNvSpPr/>
            <p:nvPr/>
          </p:nvSpPr>
          <p:spPr>
            <a:xfrm rot="0" flipH="1">
              <a:off x="645" y="166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10" name=""/>
            <p:cNvSpPr/>
            <p:nvPr/>
          </p:nvSpPr>
          <p:spPr>
            <a:xfrm rot="0">
              <a:off x="627" y="16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105" y="86"/>
                  </a:moveTo>
                  <a:lnTo>
                    <a:pt x="79" y="43"/>
                  </a:lnTo>
                  <a:lnTo>
                    <a:pt x="53" y="0"/>
                  </a:lnTo>
                  <a:lnTo>
                    <a:pt x="0" y="33"/>
                  </a:lnTo>
                  <a:lnTo>
                    <a:pt x="26" y="75"/>
                  </a:lnTo>
                  <a:lnTo>
                    <a:pt x="52" y="118"/>
                  </a:lnTo>
                  <a:lnTo>
                    <a:pt x="105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11" name=""/>
            <p:cNvSpPr/>
            <p:nvPr/>
          </p:nvSpPr>
          <p:spPr>
            <a:xfrm rot="0">
              <a:off x="627" y="1669"/>
              <a:ext cx="35" cy="40"/>
            </a:xfrm>
            <a:custGeom>
              <a:avLst/>
              <a:ahLst/>
              <a:rect l="0" t="0" r="r" b="b"/>
              <a:pathLst>
                <a:path w="105" h="118">
                  <a:moveTo>
                    <a:pt x="105" y="86"/>
                  </a:moveTo>
                  <a:lnTo>
                    <a:pt x="79" y="43"/>
                  </a:lnTo>
                  <a:lnTo>
                    <a:pt x="53" y="0"/>
                  </a:lnTo>
                  <a:lnTo>
                    <a:pt x="0" y="33"/>
                  </a:lnTo>
                  <a:lnTo>
                    <a:pt x="26" y="75"/>
                  </a:lnTo>
                  <a:lnTo>
                    <a:pt x="52" y="118"/>
                  </a:lnTo>
                  <a:lnTo>
                    <a:pt x="105" y="8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12" name=""/>
            <p:cNvSpPr/>
            <p:nvPr/>
          </p:nvSpPr>
          <p:spPr>
            <a:xfrm rot="0">
              <a:off x="625" y="1680"/>
              <a:ext cx="11" cy="14"/>
            </a:xfrm>
            <a:custGeom>
              <a:avLst/>
              <a:ahLst/>
              <a:rect l="0" t="0" r="r" b="b"/>
              <a:pathLst>
                <a:path w="31" h="42">
                  <a:moveTo>
                    <a:pt x="31" y="42"/>
                  </a:moveTo>
                  <a:lnTo>
                    <a:pt x="5" y="0"/>
                  </a:lnTo>
                  <a:lnTo>
                    <a:pt x="0" y="4"/>
                  </a:lnTo>
                  <a:lnTo>
                    <a:pt x="31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13" name=""/>
            <p:cNvSpPr/>
            <p:nvPr/>
          </p:nvSpPr>
          <p:spPr>
            <a:xfrm rot="0" flipH="1">
              <a:off x="625" y="1680"/>
              <a:ext cx="2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14" name=""/>
            <p:cNvSpPr/>
            <p:nvPr/>
          </p:nvSpPr>
          <p:spPr>
            <a:xfrm rot="0">
              <a:off x="609" y="1682"/>
              <a:ext cx="37" cy="38"/>
            </a:xfrm>
            <a:custGeom>
              <a:avLst/>
              <a:ahLst/>
              <a:rect l="0" t="0" r="r" b="b"/>
              <a:pathLst>
                <a:path w="110" h="114">
                  <a:moveTo>
                    <a:pt x="110" y="77"/>
                  </a:moveTo>
                  <a:lnTo>
                    <a:pt x="79" y="38"/>
                  </a:lnTo>
                  <a:lnTo>
                    <a:pt x="48" y="0"/>
                  </a:lnTo>
                  <a:lnTo>
                    <a:pt x="0" y="37"/>
                  </a:lnTo>
                  <a:lnTo>
                    <a:pt x="31" y="76"/>
                  </a:lnTo>
                  <a:lnTo>
                    <a:pt x="62" y="114"/>
                  </a:lnTo>
                  <a:lnTo>
                    <a:pt x="11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15" name=""/>
            <p:cNvSpPr/>
            <p:nvPr/>
          </p:nvSpPr>
          <p:spPr>
            <a:xfrm rot="0">
              <a:off x="609" y="1682"/>
              <a:ext cx="37" cy="38"/>
            </a:xfrm>
            <a:custGeom>
              <a:avLst/>
              <a:ahLst/>
              <a:rect l="0" t="0" r="r" b="b"/>
              <a:pathLst>
                <a:path w="110" h="114">
                  <a:moveTo>
                    <a:pt x="110" y="77"/>
                  </a:moveTo>
                  <a:lnTo>
                    <a:pt x="79" y="38"/>
                  </a:lnTo>
                  <a:lnTo>
                    <a:pt x="48" y="0"/>
                  </a:lnTo>
                  <a:lnTo>
                    <a:pt x="0" y="37"/>
                  </a:lnTo>
                  <a:lnTo>
                    <a:pt x="31" y="76"/>
                  </a:lnTo>
                  <a:lnTo>
                    <a:pt x="62" y="114"/>
                  </a:lnTo>
                  <a:lnTo>
                    <a:pt x="110" y="7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16" name=""/>
            <p:cNvSpPr/>
            <p:nvPr/>
          </p:nvSpPr>
          <p:spPr>
            <a:xfrm rot="0">
              <a:off x="608" y="1694"/>
              <a:ext cx="12" cy="13"/>
            </a:xfrm>
            <a:custGeom>
              <a:avLst/>
              <a:ahLst/>
              <a:rect l="0" t="0" r="r" b="b"/>
              <a:pathLst>
                <a:path w="35" h="39">
                  <a:moveTo>
                    <a:pt x="35" y="39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5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17" name=""/>
            <p:cNvSpPr/>
            <p:nvPr/>
          </p:nvSpPr>
          <p:spPr>
            <a:xfrm rot="0" flipH="1">
              <a:off x="608" y="169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18" name=""/>
            <p:cNvSpPr/>
            <p:nvPr/>
          </p:nvSpPr>
          <p:spPr>
            <a:xfrm rot="0">
              <a:off x="593" y="1695"/>
              <a:ext cx="38" cy="38"/>
            </a:xfrm>
            <a:custGeom>
              <a:avLst/>
              <a:ahLst/>
              <a:rect l="0" t="0" r="r" b="b"/>
              <a:pathLst>
                <a:path w="114" h="113">
                  <a:moveTo>
                    <a:pt x="114" y="70"/>
                  </a:moveTo>
                  <a:lnTo>
                    <a:pt x="79" y="35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35" y="79"/>
                  </a:lnTo>
                  <a:lnTo>
                    <a:pt x="70" y="113"/>
                  </a:lnTo>
                  <a:lnTo>
                    <a:pt x="114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19" name=""/>
            <p:cNvSpPr/>
            <p:nvPr/>
          </p:nvSpPr>
          <p:spPr>
            <a:xfrm rot="0">
              <a:off x="593" y="1695"/>
              <a:ext cx="38" cy="38"/>
            </a:xfrm>
            <a:custGeom>
              <a:avLst/>
              <a:ahLst/>
              <a:rect l="0" t="0" r="r" b="b"/>
              <a:pathLst>
                <a:path w="114" h="113">
                  <a:moveTo>
                    <a:pt x="114" y="70"/>
                  </a:moveTo>
                  <a:lnTo>
                    <a:pt x="79" y="35"/>
                  </a:lnTo>
                  <a:lnTo>
                    <a:pt x="44" y="0"/>
                  </a:lnTo>
                  <a:lnTo>
                    <a:pt x="0" y="44"/>
                  </a:lnTo>
                  <a:lnTo>
                    <a:pt x="35" y="79"/>
                  </a:lnTo>
                  <a:lnTo>
                    <a:pt x="70" y="113"/>
                  </a:lnTo>
                  <a:lnTo>
                    <a:pt x="114" y="7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20" name=""/>
            <p:cNvSpPr/>
            <p:nvPr/>
          </p:nvSpPr>
          <p:spPr>
            <a:xfrm rot="0">
              <a:off x="592" y="1710"/>
              <a:ext cx="13" cy="12"/>
            </a:xfrm>
            <a:custGeom>
              <a:avLst/>
              <a:ahLst/>
              <a:rect l="0" t="0" r="r" b="b"/>
              <a:pathLst>
                <a:path w="39" h="35">
                  <a:moveTo>
                    <a:pt x="39" y="35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21" name=""/>
            <p:cNvSpPr/>
            <p:nvPr/>
          </p:nvSpPr>
          <p:spPr>
            <a:xfrm rot="0" flipH="1">
              <a:off x="592" y="1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22" name=""/>
            <p:cNvSpPr/>
            <p:nvPr/>
          </p:nvSpPr>
          <p:spPr>
            <a:xfrm rot="0">
              <a:off x="579" y="1711"/>
              <a:ext cx="39" cy="37"/>
            </a:xfrm>
            <a:custGeom>
              <a:avLst/>
              <a:ahLst/>
              <a:rect l="0" t="0" r="r" b="b"/>
              <a:pathLst>
                <a:path w="116" h="111">
                  <a:moveTo>
                    <a:pt x="116" y="62"/>
                  </a:moveTo>
                  <a:lnTo>
                    <a:pt x="77" y="31"/>
                  </a:lnTo>
                  <a:lnTo>
                    <a:pt x="38" y="0"/>
                  </a:lnTo>
                  <a:lnTo>
                    <a:pt x="0" y="49"/>
                  </a:lnTo>
                  <a:lnTo>
                    <a:pt x="38" y="80"/>
                  </a:lnTo>
                  <a:lnTo>
                    <a:pt x="77" y="111"/>
                  </a:lnTo>
                  <a:lnTo>
                    <a:pt x="116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23" name=""/>
            <p:cNvSpPr/>
            <p:nvPr/>
          </p:nvSpPr>
          <p:spPr>
            <a:xfrm rot="0">
              <a:off x="579" y="1711"/>
              <a:ext cx="39" cy="37"/>
            </a:xfrm>
            <a:custGeom>
              <a:avLst/>
              <a:ahLst/>
              <a:rect l="0" t="0" r="r" b="b"/>
              <a:pathLst>
                <a:path w="116" h="111">
                  <a:moveTo>
                    <a:pt x="116" y="62"/>
                  </a:moveTo>
                  <a:lnTo>
                    <a:pt x="77" y="31"/>
                  </a:lnTo>
                  <a:lnTo>
                    <a:pt x="38" y="0"/>
                  </a:lnTo>
                  <a:lnTo>
                    <a:pt x="0" y="49"/>
                  </a:lnTo>
                  <a:lnTo>
                    <a:pt x="38" y="80"/>
                  </a:lnTo>
                  <a:lnTo>
                    <a:pt x="77" y="111"/>
                  </a:lnTo>
                  <a:lnTo>
                    <a:pt x="116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24" name=""/>
            <p:cNvSpPr/>
            <p:nvPr/>
          </p:nvSpPr>
          <p:spPr>
            <a:xfrm rot="0">
              <a:off x="578" y="1728"/>
              <a:ext cx="14" cy="10"/>
            </a:xfrm>
            <a:custGeom>
              <a:avLst/>
              <a:ahLst/>
              <a:rect l="0" t="0" r="r" b="b"/>
              <a:pathLst>
                <a:path w="42" h="31">
                  <a:moveTo>
                    <a:pt x="42" y="31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4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25" name=""/>
            <p:cNvSpPr/>
            <p:nvPr/>
          </p:nvSpPr>
          <p:spPr>
            <a:xfrm rot="0" flipH="1">
              <a:off x="578" y="17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26" name=""/>
            <p:cNvSpPr/>
            <p:nvPr/>
          </p:nvSpPr>
          <p:spPr>
            <a:xfrm rot="0">
              <a:off x="567" y="1729"/>
              <a:ext cx="39" cy="35"/>
            </a:xfrm>
            <a:custGeom>
              <a:avLst/>
              <a:ahLst/>
              <a:rect l="0" t="0" r="r" b="b"/>
              <a:pathLst>
                <a:path w="117" h="104">
                  <a:moveTo>
                    <a:pt x="117" y="51"/>
                  </a:moveTo>
                  <a:lnTo>
                    <a:pt x="74" y="26"/>
                  </a:lnTo>
                  <a:lnTo>
                    <a:pt x="32" y="0"/>
                  </a:lnTo>
                  <a:lnTo>
                    <a:pt x="0" y="53"/>
                  </a:lnTo>
                  <a:lnTo>
                    <a:pt x="42" y="79"/>
                  </a:lnTo>
                  <a:lnTo>
                    <a:pt x="85" y="104"/>
                  </a:lnTo>
                  <a:lnTo>
                    <a:pt x="11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27" name=""/>
            <p:cNvSpPr/>
            <p:nvPr/>
          </p:nvSpPr>
          <p:spPr>
            <a:xfrm rot="0">
              <a:off x="567" y="1729"/>
              <a:ext cx="39" cy="35"/>
            </a:xfrm>
            <a:custGeom>
              <a:avLst/>
              <a:ahLst/>
              <a:rect l="0" t="0" r="r" b="b"/>
              <a:pathLst>
                <a:path w="117" h="104">
                  <a:moveTo>
                    <a:pt x="117" y="51"/>
                  </a:moveTo>
                  <a:lnTo>
                    <a:pt x="74" y="26"/>
                  </a:lnTo>
                  <a:lnTo>
                    <a:pt x="32" y="0"/>
                  </a:lnTo>
                  <a:lnTo>
                    <a:pt x="0" y="53"/>
                  </a:lnTo>
                  <a:lnTo>
                    <a:pt x="42" y="79"/>
                  </a:lnTo>
                  <a:lnTo>
                    <a:pt x="85" y="104"/>
                  </a:lnTo>
                  <a:lnTo>
                    <a:pt x="117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28" name=""/>
            <p:cNvSpPr/>
            <p:nvPr/>
          </p:nvSpPr>
          <p:spPr>
            <a:xfrm rot="0">
              <a:off x="566" y="1747"/>
              <a:ext cx="15" cy="9"/>
            </a:xfrm>
            <a:custGeom>
              <a:avLst/>
              <a:ahLst/>
              <a:rect l="0" t="0" r="r" b="b"/>
              <a:pathLst>
                <a:path w="45" h="26">
                  <a:moveTo>
                    <a:pt x="45" y="26"/>
                  </a:moveTo>
                  <a:lnTo>
                    <a:pt x="3" y="0"/>
                  </a:lnTo>
                  <a:lnTo>
                    <a:pt x="0" y="6"/>
                  </a:lnTo>
                  <a:lnTo>
                    <a:pt x="45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29" name=""/>
            <p:cNvSpPr/>
            <p:nvPr/>
          </p:nvSpPr>
          <p:spPr>
            <a:xfrm rot="0" flipH="1">
              <a:off x="566" y="174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30" name=""/>
            <p:cNvSpPr/>
            <p:nvPr/>
          </p:nvSpPr>
          <p:spPr>
            <a:xfrm rot="0">
              <a:off x="558" y="1749"/>
              <a:ext cx="38" cy="32"/>
            </a:xfrm>
            <a:custGeom>
              <a:avLst/>
              <a:ahLst/>
              <a:rect l="0" t="0" r="r" b="b"/>
              <a:pathLst>
                <a:path w="115" h="96">
                  <a:moveTo>
                    <a:pt x="115" y="39"/>
                  </a:moveTo>
                  <a:lnTo>
                    <a:pt x="70" y="20"/>
                  </a:lnTo>
                  <a:lnTo>
                    <a:pt x="25" y="0"/>
                  </a:lnTo>
                  <a:lnTo>
                    <a:pt x="0" y="57"/>
                  </a:lnTo>
                  <a:lnTo>
                    <a:pt x="46" y="76"/>
                  </a:lnTo>
                  <a:lnTo>
                    <a:pt x="91" y="96"/>
                  </a:lnTo>
                  <a:lnTo>
                    <a:pt x="115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31" name=""/>
            <p:cNvSpPr/>
            <p:nvPr/>
          </p:nvSpPr>
          <p:spPr>
            <a:xfrm rot="0">
              <a:off x="558" y="1749"/>
              <a:ext cx="38" cy="32"/>
            </a:xfrm>
            <a:custGeom>
              <a:avLst/>
              <a:ahLst/>
              <a:rect l="0" t="0" r="r" b="b"/>
              <a:pathLst>
                <a:path w="115" h="96">
                  <a:moveTo>
                    <a:pt x="115" y="39"/>
                  </a:moveTo>
                  <a:lnTo>
                    <a:pt x="70" y="20"/>
                  </a:lnTo>
                  <a:lnTo>
                    <a:pt x="25" y="0"/>
                  </a:lnTo>
                  <a:lnTo>
                    <a:pt x="0" y="57"/>
                  </a:lnTo>
                  <a:lnTo>
                    <a:pt x="46" y="76"/>
                  </a:lnTo>
                  <a:lnTo>
                    <a:pt x="91" y="96"/>
                  </a:lnTo>
                  <a:lnTo>
                    <a:pt x="115" y="3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32" name=""/>
            <p:cNvSpPr/>
            <p:nvPr/>
          </p:nvSpPr>
          <p:spPr>
            <a:xfrm rot="0">
              <a:off x="557" y="1768"/>
              <a:ext cx="16" cy="6"/>
            </a:xfrm>
            <a:custGeom>
              <a:avLst/>
              <a:ahLst/>
              <a:rect l="0" t="0" r="r" b="b"/>
              <a:pathLst>
                <a:path w="48" h="19">
                  <a:moveTo>
                    <a:pt x="48" y="19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4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33" name=""/>
            <p:cNvSpPr/>
            <p:nvPr/>
          </p:nvSpPr>
          <p:spPr>
            <a:xfrm rot="0" flipH="1">
              <a:off x="557" y="17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34" name=""/>
            <p:cNvSpPr/>
            <p:nvPr/>
          </p:nvSpPr>
          <p:spPr>
            <a:xfrm rot="0">
              <a:off x="551" y="1769"/>
              <a:ext cx="38" cy="30"/>
            </a:xfrm>
            <a:custGeom>
              <a:avLst/>
              <a:ahLst/>
              <a:rect l="0" t="0" r="r" b="b"/>
              <a:pathLst>
                <a:path w="115" h="89">
                  <a:moveTo>
                    <a:pt x="115" y="31"/>
                  </a:moveTo>
                  <a:lnTo>
                    <a:pt x="68" y="15"/>
                  </a:lnTo>
                  <a:lnTo>
                    <a:pt x="20" y="0"/>
                  </a:lnTo>
                  <a:lnTo>
                    <a:pt x="0" y="58"/>
                  </a:lnTo>
                  <a:lnTo>
                    <a:pt x="48" y="73"/>
                  </a:lnTo>
                  <a:lnTo>
                    <a:pt x="96" y="89"/>
                  </a:lnTo>
                  <a:lnTo>
                    <a:pt x="11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35" name=""/>
            <p:cNvSpPr/>
            <p:nvPr/>
          </p:nvSpPr>
          <p:spPr>
            <a:xfrm rot="0">
              <a:off x="551" y="1769"/>
              <a:ext cx="38" cy="30"/>
            </a:xfrm>
            <a:custGeom>
              <a:avLst/>
              <a:ahLst/>
              <a:rect l="0" t="0" r="r" b="b"/>
              <a:pathLst>
                <a:path w="115" h="89">
                  <a:moveTo>
                    <a:pt x="115" y="31"/>
                  </a:moveTo>
                  <a:lnTo>
                    <a:pt x="68" y="15"/>
                  </a:lnTo>
                  <a:lnTo>
                    <a:pt x="20" y="0"/>
                  </a:lnTo>
                  <a:lnTo>
                    <a:pt x="0" y="58"/>
                  </a:lnTo>
                  <a:lnTo>
                    <a:pt x="48" y="73"/>
                  </a:lnTo>
                  <a:lnTo>
                    <a:pt x="96" y="89"/>
                  </a:lnTo>
                  <a:lnTo>
                    <a:pt x="115" y="3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36" name=""/>
            <p:cNvSpPr/>
            <p:nvPr/>
          </p:nvSpPr>
          <p:spPr>
            <a:xfrm rot="0">
              <a:off x="550" y="1789"/>
              <a:ext cx="17" cy="5"/>
            </a:xfrm>
            <a:custGeom>
              <a:avLst/>
              <a:ahLst/>
              <a:rect l="0" t="0" r="r" b="b"/>
              <a:pathLst>
                <a:path w="49" h="15">
                  <a:moveTo>
                    <a:pt x="49" y="15"/>
                  </a:moveTo>
                  <a:lnTo>
                    <a:pt x="1" y="0"/>
                  </a:lnTo>
                  <a:lnTo>
                    <a:pt x="0" y="8"/>
                  </a:lnTo>
                  <a:lnTo>
                    <a:pt x="49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37" name=""/>
            <p:cNvSpPr/>
            <p:nvPr/>
          </p:nvSpPr>
          <p:spPr>
            <a:xfrm rot="0" flipH="1">
              <a:off x="550" y="1789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38" name=""/>
            <p:cNvSpPr/>
            <p:nvPr/>
          </p:nvSpPr>
          <p:spPr>
            <a:xfrm rot="0">
              <a:off x="547" y="1791"/>
              <a:ext cx="36" cy="26"/>
            </a:xfrm>
            <a:custGeom>
              <a:avLst/>
              <a:ahLst/>
              <a:rect l="0" t="0" r="r" b="b"/>
              <a:pathLst>
                <a:path w="108" h="77">
                  <a:moveTo>
                    <a:pt x="108" y="15"/>
                  </a:moveTo>
                  <a:lnTo>
                    <a:pt x="59" y="7"/>
                  </a:lnTo>
                  <a:lnTo>
                    <a:pt x="10" y="0"/>
                  </a:lnTo>
                  <a:lnTo>
                    <a:pt x="0" y="62"/>
                  </a:lnTo>
                  <a:lnTo>
                    <a:pt x="49" y="69"/>
                  </a:lnTo>
                  <a:lnTo>
                    <a:pt x="98" y="77"/>
                  </a:lnTo>
                  <a:lnTo>
                    <a:pt x="108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39" name=""/>
            <p:cNvSpPr/>
            <p:nvPr/>
          </p:nvSpPr>
          <p:spPr>
            <a:xfrm rot="0">
              <a:off x="547" y="1791"/>
              <a:ext cx="36" cy="26"/>
            </a:xfrm>
            <a:custGeom>
              <a:avLst/>
              <a:ahLst/>
              <a:rect l="0" t="0" r="r" b="b"/>
              <a:pathLst>
                <a:path w="108" h="77">
                  <a:moveTo>
                    <a:pt x="108" y="15"/>
                  </a:moveTo>
                  <a:lnTo>
                    <a:pt x="59" y="7"/>
                  </a:lnTo>
                  <a:lnTo>
                    <a:pt x="10" y="0"/>
                  </a:lnTo>
                  <a:lnTo>
                    <a:pt x="0" y="62"/>
                  </a:lnTo>
                  <a:lnTo>
                    <a:pt x="49" y="69"/>
                  </a:lnTo>
                  <a:lnTo>
                    <a:pt x="98" y="77"/>
                  </a:lnTo>
                  <a:lnTo>
                    <a:pt x="108" y="1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40" name=""/>
            <p:cNvSpPr/>
            <p:nvPr/>
          </p:nvSpPr>
          <p:spPr>
            <a:xfrm rot="0">
              <a:off x="547" y="1812"/>
              <a:ext cx="16" cy="2"/>
            </a:xfrm>
            <a:custGeom>
              <a:avLst/>
              <a:ahLst/>
              <a:rect l="0" t="0" r="r" b="b"/>
              <a:pathLst>
                <a:path w="49" h="7">
                  <a:moveTo>
                    <a:pt x="49" y="7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49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41" name=""/>
            <p:cNvSpPr/>
            <p:nvPr/>
          </p:nvSpPr>
          <p:spPr>
            <a:xfrm rot="0">
              <a:off x="547" y="181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42" name=""/>
            <p:cNvSpPr/>
            <p:nvPr/>
          </p:nvSpPr>
          <p:spPr>
            <a:xfrm rot="0">
              <a:off x="546" y="1814"/>
              <a:ext cx="34" cy="22"/>
            </a:xfrm>
            <a:custGeom>
              <a:avLst/>
              <a:ahLst/>
              <a:rect l="0" t="0" r="r" b="b"/>
              <a:pathLst>
                <a:path w="102" h="66">
                  <a:moveTo>
                    <a:pt x="102" y="5"/>
                  </a:moveTo>
                  <a:lnTo>
                    <a:pt x="53" y="2"/>
                  </a:lnTo>
                  <a:lnTo>
                    <a:pt x="4" y="0"/>
                  </a:lnTo>
                  <a:lnTo>
                    <a:pt x="0" y="61"/>
                  </a:lnTo>
                  <a:lnTo>
                    <a:pt x="49" y="63"/>
                  </a:lnTo>
                  <a:lnTo>
                    <a:pt x="98" y="66"/>
                  </a:lnTo>
                  <a:lnTo>
                    <a:pt x="10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43" name=""/>
            <p:cNvSpPr/>
            <p:nvPr/>
          </p:nvSpPr>
          <p:spPr>
            <a:xfrm rot="0">
              <a:off x="546" y="1814"/>
              <a:ext cx="34" cy="22"/>
            </a:xfrm>
            <a:custGeom>
              <a:avLst/>
              <a:ahLst/>
              <a:rect l="0" t="0" r="r" b="b"/>
              <a:pathLst>
                <a:path w="102" h="66">
                  <a:moveTo>
                    <a:pt x="102" y="5"/>
                  </a:moveTo>
                  <a:lnTo>
                    <a:pt x="53" y="2"/>
                  </a:lnTo>
                  <a:lnTo>
                    <a:pt x="4" y="0"/>
                  </a:lnTo>
                  <a:lnTo>
                    <a:pt x="0" y="61"/>
                  </a:lnTo>
                  <a:lnTo>
                    <a:pt x="49" y="63"/>
                  </a:lnTo>
                  <a:lnTo>
                    <a:pt x="98" y="66"/>
                  </a:lnTo>
                  <a:lnTo>
                    <a:pt x="102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44" name=""/>
            <p:cNvSpPr/>
            <p:nvPr/>
          </p:nvSpPr>
          <p:spPr>
            <a:xfrm rot="0">
              <a:off x="546" y="1834"/>
              <a:ext cx="32" cy="17"/>
            </a:xfrm>
            <a:custGeom>
              <a:avLst/>
              <a:ahLst/>
              <a:rect l="0" t="0" r="r" b="b"/>
              <a:pathLst>
                <a:path w="98" h="51">
                  <a:moveTo>
                    <a:pt x="49" y="2"/>
                  </a:moveTo>
                  <a:lnTo>
                    <a:pt x="98" y="5"/>
                  </a:lnTo>
                  <a:lnTo>
                    <a:pt x="95" y="18"/>
                  </a:lnTo>
                  <a:lnTo>
                    <a:pt x="90" y="29"/>
                  </a:lnTo>
                  <a:lnTo>
                    <a:pt x="81" y="40"/>
                  </a:lnTo>
                  <a:lnTo>
                    <a:pt x="71" y="47"/>
                  </a:lnTo>
                  <a:lnTo>
                    <a:pt x="59" y="51"/>
                  </a:lnTo>
                  <a:lnTo>
                    <a:pt x="46" y="51"/>
                  </a:lnTo>
                  <a:lnTo>
                    <a:pt x="34" y="49"/>
                  </a:lnTo>
                  <a:lnTo>
                    <a:pt x="22" y="43"/>
                  </a:lnTo>
                  <a:lnTo>
                    <a:pt x="12" y="34"/>
                  </a:lnTo>
                  <a:lnTo>
                    <a:pt x="4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4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45" name=""/>
            <p:cNvSpPr/>
            <p:nvPr/>
          </p:nvSpPr>
          <p:spPr>
            <a:xfrm rot="0">
              <a:off x="546" y="1834"/>
              <a:ext cx="32" cy="17"/>
            </a:xfrm>
            <a:custGeom>
              <a:avLst/>
              <a:ahLst/>
              <a:rect l="0" t="0" r="r" b="b"/>
              <a:pathLst>
                <a:path w="98" h="51">
                  <a:moveTo>
                    <a:pt x="98" y="5"/>
                  </a:moveTo>
                  <a:lnTo>
                    <a:pt x="95" y="18"/>
                  </a:lnTo>
                  <a:lnTo>
                    <a:pt x="90" y="29"/>
                  </a:lnTo>
                  <a:lnTo>
                    <a:pt x="81" y="40"/>
                  </a:lnTo>
                  <a:lnTo>
                    <a:pt x="71" y="47"/>
                  </a:lnTo>
                  <a:lnTo>
                    <a:pt x="59" y="51"/>
                  </a:lnTo>
                  <a:lnTo>
                    <a:pt x="46" y="51"/>
                  </a:lnTo>
                  <a:lnTo>
                    <a:pt x="34" y="49"/>
                  </a:lnTo>
                  <a:lnTo>
                    <a:pt x="22" y="43"/>
                  </a:lnTo>
                  <a:lnTo>
                    <a:pt x="12" y="34"/>
                  </a:lnTo>
                  <a:lnTo>
                    <a:pt x="4" y="24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46" name=""/>
            <p:cNvSpPr/>
            <p:nvPr/>
          </p:nvSpPr>
          <p:spPr>
            <a:xfrm rot="0">
              <a:off x="546" y="1818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47" name=""/>
            <p:cNvSpPr/>
            <p:nvPr/>
          </p:nvSpPr>
          <p:spPr>
            <a:xfrm rot="0">
              <a:off x="546" y="1818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48" name=""/>
            <p:cNvSpPr/>
            <p:nvPr/>
          </p:nvSpPr>
          <p:spPr>
            <a:xfrm rot="0">
              <a:off x="546" y="1835"/>
              <a:ext cx="33" cy="513"/>
            </a:xfrm>
            <a:custGeom>
              <a:avLst/>
              <a:ahLst/>
              <a:rect l="0" t="0" r="r" b="b"/>
              <a:pathLst>
                <a:path w="99" h="1539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1539"/>
                  </a:lnTo>
                  <a:lnTo>
                    <a:pt x="49" y="1539"/>
                  </a:lnTo>
                  <a:lnTo>
                    <a:pt x="99" y="1539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49" name=""/>
            <p:cNvSpPr/>
            <p:nvPr/>
          </p:nvSpPr>
          <p:spPr>
            <a:xfrm rot="0">
              <a:off x="546" y="1835"/>
              <a:ext cx="33" cy="513"/>
            </a:xfrm>
            <a:custGeom>
              <a:avLst/>
              <a:ahLst/>
              <a:rect l="0" t="0" r="r" b="b"/>
              <a:pathLst>
                <a:path w="99" h="1539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1539"/>
                  </a:lnTo>
                  <a:lnTo>
                    <a:pt x="49" y="1539"/>
                  </a:lnTo>
                  <a:lnTo>
                    <a:pt x="99" y="1539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50" name=""/>
            <p:cNvSpPr/>
            <p:nvPr/>
          </p:nvSpPr>
          <p:spPr>
            <a:xfrm rot="0">
              <a:off x="546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51" name=""/>
            <p:cNvSpPr/>
            <p:nvPr/>
          </p:nvSpPr>
          <p:spPr>
            <a:xfrm rot="0">
              <a:off x="546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52" name=""/>
            <p:cNvSpPr/>
            <p:nvPr/>
          </p:nvSpPr>
          <p:spPr>
            <a:xfrm rot="0">
              <a:off x="290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53" name=""/>
            <p:cNvSpPr/>
            <p:nvPr/>
          </p:nvSpPr>
          <p:spPr>
            <a:xfrm rot="0">
              <a:off x="290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54" name=""/>
            <p:cNvSpPr/>
            <p:nvPr/>
          </p:nvSpPr>
          <p:spPr>
            <a:xfrm rot="0">
              <a:off x="306" y="1476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55" name=""/>
            <p:cNvSpPr/>
            <p:nvPr/>
          </p:nvSpPr>
          <p:spPr>
            <a:xfrm rot="0">
              <a:off x="306" y="1476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56" name=""/>
            <p:cNvSpPr/>
            <p:nvPr/>
          </p:nvSpPr>
          <p:spPr>
            <a:xfrm rot="0">
              <a:off x="1159" y="1476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57" name=""/>
            <p:cNvSpPr/>
            <p:nvPr/>
          </p:nvSpPr>
          <p:spPr>
            <a:xfrm rot="0">
              <a:off x="1159" y="1476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58" name=""/>
            <p:cNvSpPr/>
            <p:nvPr/>
          </p:nvSpPr>
          <p:spPr>
            <a:xfrm rot="0">
              <a:off x="290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6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59" name=""/>
            <p:cNvSpPr/>
            <p:nvPr/>
          </p:nvSpPr>
          <p:spPr>
            <a:xfrm rot="0">
              <a:off x="290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6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60" name=""/>
            <p:cNvSpPr/>
            <p:nvPr/>
          </p:nvSpPr>
          <p:spPr>
            <a:xfrm rot="0">
              <a:off x="290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61" name=""/>
            <p:cNvSpPr/>
            <p:nvPr/>
          </p:nvSpPr>
          <p:spPr>
            <a:xfrm rot="0">
              <a:off x="290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62" name=""/>
            <p:cNvSpPr/>
            <p:nvPr/>
          </p:nvSpPr>
          <p:spPr>
            <a:xfrm rot="0">
              <a:off x="290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6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63" name=""/>
            <p:cNvSpPr/>
            <p:nvPr/>
          </p:nvSpPr>
          <p:spPr>
            <a:xfrm rot="0">
              <a:off x="290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6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64" name=""/>
            <p:cNvSpPr/>
            <p:nvPr/>
          </p:nvSpPr>
          <p:spPr>
            <a:xfrm rot="0">
              <a:off x="290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65" name=""/>
            <p:cNvSpPr/>
            <p:nvPr/>
          </p:nvSpPr>
          <p:spPr>
            <a:xfrm rot="0">
              <a:off x="290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66" name=""/>
            <p:cNvSpPr/>
            <p:nvPr/>
          </p:nvSpPr>
          <p:spPr>
            <a:xfrm rot="0">
              <a:off x="306" y="2331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67" name=""/>
            <p:cNvSpPr/>
            <p:nvPr/>
          </p:nvSpPr>
          <p:spPr>
            <a:xfrm rot="0">
              <a:off x="306" y="2331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68" name=""/>
            <p:cNvSpPr/>
            <p:nvPr/>
          </p:nvSpPr>
          <p:spPr>
            <a:xfrm rot="0">
              <a:off x="1159" y="2331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5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4"/>
                  </a:lnTo>
                  <a:lnTo>
                    <a:pt x="35" y="85"/>
                  </a:lnTo>
                  <a:lnTo>
                    <a:pt x="25" y="92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69" name=""/>
            <p:cNvSpPr/>
            <p:nvPr/>
          </p:nvSpPr>
          <p:spPr>
            <a:xfrm rot="0">
              <a:off x="1159" y="2331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5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4"/>
                  </a:lnTo>
                  <a:lnTo>
                    <a:pt x="35" y="85"/>
                  </a:lnTo>
                  <a:lnTo>
                    <a:pt x="25" y="92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70" name=""/>
            <p:cNvSpPr/>
            <p:nvPr/>
          </p:nvSpPr>
          <p:spPr>
            <a:xfrm rot="0">
              <a:off x="1143" y="2331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71" name=""/>
            <p:cNvSpPr/>
            <p:nvPr/>
          </p:nvSpPr>
          <p:spPr>
            <a:xfrm rot="0">
              <a:off x="1143" y="2331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72" name=""/>
            <p:cNvSpPr/>
            <p:nvPr/>
          </p:nvSpPr>
          <p:spPr>
            <a:xfrm rot="0">
              <a:off x="1143" y="2348"/>
              <a:ext cx="33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73" name=""/>
            <p:cNvSpPr/>
            <p:nvPr/>
          </p:nvSpPr>
          <p:spPr>
            <a:xfrm rot="0">
              <a:off x="1143" y="2348"/>
              <a:ext cx="33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74" name=""/>
            <p:cNvSpPr/>
            <p:nvPr/>
          </p:nvSpPr>
          <p:spPr>
            <a:xfrm rot="0">
              <a:off x="1143" y="2433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7" y="47"/>
                  </a:lnTo>
                  <a:lnTo>
                    <a:pt x="25" y="42"/>
                  </a:lnTo>
                  <a:lnTo>
                    <a:pt x="15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75" name=""/>
            <p:cNvSpPr/>
            <p:nvPr/>
          </p:nvSpPr>
          <p:spPr>
            <a:xfrm rot="0">
              <a:off x="1143" y="2433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7" y="47"/>
                  </a:lnTo>
                  <a:lnTo>
                    <a:pt x="25" y="42"/>
                  </a:lnTo>
                  <a:lnTo>
                    <a:pt x="15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76" name=""/>
            <p:cNvSpPr/>
            <p:nvPr/>
          </p:nvSpPr>
          <p:spPr>
            <a:xfrm rot="0">
              <a:off x="290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51"/>
                  </a:moveTo>
                  <a:lnTo>
                    <a:pt x="49" y="100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77" name=""/>
            <p:cNvSpPr/>
            <p:nvPr/>
          </p:nvSpPr>
          <p:spPr>
            <a:xfrm rot="0">
              <a:off x="290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100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78" name=""/>
            <p:cNvSpPr/>
            <p:nvPr/>
          </p:nvSpPr>
          <p:spPr>
            <a:xfrm rot="0">
              <a:off x="306" y="2416"/>
              <a:ext cx="853" cy="33"/>
            </a:xfrm>
            <a:custGeom>
              <a:avLst/>
              <a:ahLst/>
              <a:rect l="0" t="0" r="r" b="b"/>
              <a:pathLst>
                <a:path w="2560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0" y="100"/>
                  </a:lnTo>
                  <a:lnTo>
                    <a:pt x="2560" y="51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79" name=""/>
            <p:cNvSpPr/>
            <p:nvPr/>
          </p:nvSpPr>
          <p:spPr>
            <a:xfrm rot="0">
              <a:off x="306" y="2416"/>
              <a:ext cx="853" cy="33"/>
            </a:xfrm>
            <a:custGeom>
              <a:avLst/>
              <a:ahLst/>
              <a:rect l="0" t="0" r="r" b="b"/>
              <a:pathLst>
                <a:path w="2560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0" y="100"/>
                  </a:lnTo>
                  <a:lnTo>
                    <a:pt x="2560" y="51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80" name=""/>
            <p:cNvSpPr/>
            <p:nvPr/>
          </p:nvSpPr>
          <p:spPr>
            <a:xfrm rot="0">
              <a:off x="1159" y="2416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51"/>
                  </a:moveTo>
                  <a:lnTo>
                    <a:pt x="0" y="0"/>
                  </a:ln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81" name=""/>
            <p:cNvSpPr/>
            <p:nvPr/>
          </p:nvSpPr>
          <p:spPr>
            <a:xfrm rot="0">
              <a:off x="1159" y="2416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0"/>
                  </a:move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82" name=""/>
            <p:cNvSpPr/>
            <p:nvPr/>
          </p:nvSpPr>
          <p:spPr>
            <a:xfrm rot="0">
              <a:off x="1142" y="3234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3" y="102"/>
                  </a:moveTo>
                  <a:lnTo>
                    <a:pt x="52" y="101"/>
                  </a:lnTo>
                  <a:lnTo>
                    <a:pt x="102" y="99"/>
                  </a:lnTo>
                  <a:lnTo>
                    <a:pt x="98" y="0"/>
                  </a:lnTo>
                  <a:lnTo>
                    <a:pt x="49" y="1"/>
                  </a:lnTo>
                  <a:lnTo>
                    <a:pt x="0" y="3"/>
                  </a:lnTo>
                  <a:lnTo>
                    <a:pt x="3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83" name=""/>
            <p:cNvSpPr/>
            <p:nvPr/>
          </p:nvSpPr>
          <p:spPr>
            <a:xfrm rot="0">
              <a:off x="1142" y="3234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3" y="102"/>
                  </a:moveTo>
                  <a:lnTo>
                    <a:pt x="52" y="101"/>
                  </a:lnTo>
                  <a:lnTo>
                    <a:pt x="102" y="99"/>
                  </a:lnTo>
                  <a:lnTo>
                    <a:pt x="98" y="0"/>
                  </a:lnTo>
                  <a:lnTo>
                    <a:pt x="49" y="1"/>
                  </a:lnTo>
                  <a:lnTo>
                    <a:pt x="0" y="3"/>
                  </a:lnTo>
                  <a:lnTo>
                    <a:pt x="3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84" name=""/>
            <p:cNvSpPr/>
            <p:nvPr/>
          </p:nvSpPr>
          <p:spPr>
            <a:xfrm rot="0">
              <a:off x="1158" y="3232"/>
              <a:ext cx="17" cy="2"/>
            </a:xfrm>
            <a:custGeom>
              <a:avLst/>
              <a:ahLst/>
              <a:rect l="0" t="0" r="r" b="b"/>
              <a:pathLst>
                <a:path w="49" h="5">
                  <a:moveTo>
                    <a:pt x="0" y="5"/>
                  </a:moveTo>
                  <a:lnTo>
                    <a:pt x="49" y="4"/>
                  </a:lnTo>
                  <a:lnTo>
                    <a:pt x="49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85" name=""/>
            <p:cNvSpPr/>
            <p:nvPr/>
          </p:nvSpPr>
          <p:spPr>
            <a:xfrm rot="0" flipV="1">
              <a:off x="1175" y="323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86" name=""/>
            <p:cNvSpPr/>
            <p:nvPr/>
          </p:nvSpPr>
          <p:spPr>
            <a:xfrm rot="0">
              <a:off x="1138" y="3199"/>
              <a:ext cx="37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12" y="111"/>
                  </a:moveTo>
                  <a:lnTo>
                    <a:pt x="61" y="106"/>
                  </a:lnTo>
                  <a:lnTo>
                    <a:pt x="110" y="101"/>
                  </a:lnTo>
                  <a:lnTo>
                    <a:pt x="98" y="0"/>
                  </a:lnTo>
                  <a:lnTo>
                    <a:pt x="49" y="6"/>
                  </a:lnTo>
                  <a:lnTo>
                    <a:pt x="0" y="11"/>
                  </a:lnTo>
                  <a:lnTo>
                    <a:pt x="12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87" name=""/>
            <p:cNvSpPr/>
            <p:nvPr/>
          </p:nvSpPr>
          <p:spPr>
            <a:xfrm rot="0">
              <a:off x="1138" y="3199"/>
              <a:ext cx="37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12" y="111"/>
                  </a:moveTo>
                  <a:lnTo>
                    <a:pt x="61" y="106"/>
                  </a:lnTo>
                  <a:lnTo>
                    <a:pt x="110" y="101"/>
                  </a:lnTo>
                  <a:lnTo>
                    <a:pt x="98" y="0"/>
                  </a:lnTo>
                  <a:lnTo>
                    <a:pt x="49" y="6"/>
                  </a:lnTo>
                  <a:lnTo>
                    <a:pt x="0" y="11"/>
                  </a:lnTo>
                  <a:lnTo>
                    <a:pt x="12" y="1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88" name=""/>
            <p:cNvSpPr/>
            <p:nvPr/>
          </p:nvSpPr>
          <p:spPr>
            <a:xfrm rot="0">
              <a:off x="1154" y="3198"/>
              <a:ext cx="17" cy="3"/>
            </a:xfrm>
            <a:custGeom>
              <a:avLst/>
              <a:ahLst/>
              <a:rect l="0" t="0" r="r" b="b"/>
              <a:pathLst>
                <a:path w="49" h="9">
                  <a:moveTo>
                    <a:pt x="0" y="9"/>
                  </a:moveTo>
                  <a:lnTo>
                    <a:pt x="49" y="3"/>
                  </a:lnTo>
                  <a:lnTo>
                    <a:pt x="49" y="0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89" name=""/>
            <p:cNvSpPr/>
            <p:nvPr/>
          </p:nvSpPr>
          <p:spPr>
            <a:xfrm rot="0" flipV="1">
              <a:off x="1171" y="31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90" name=""/>
            <p:cNvSpPr/>
            <p:nvPr/>
          </p:nvSpPr>
          <p:spPr>
            <a:xfrm rot="0">
              <a:off x="1132" y="3165"/>
              <a:ext cx="39" cy="39"/>
            </a:xfrm>
            <a:custGeom>
              <a:avLst/>
              <a:ahLst/>
              <a:rect l="0" t="0" r="r" b="b"/>
              <a:pathLst>
                <a:path w="117" h="117">
                  <a:moveTo>
                    <a:pt x="19" y="117"/>
                  </a:moveTo>
                  <a:lnTo>
                    <a:pt x="68" y="108"/>
                  </a:lnTo>
                  <a:lnTo>
                    <a:pt x="117" y="99"/>
                  </a:lnTo>
                  <a:lnTo>
                    <a:pt x="98" y="0"/>
                  </a:lnTo>
                  <a:lnTo>
                    <a:pt x="49" y="9"/>
                  </a:lnTo>
                  <a:lnTo>
                    <a:pt x="0" y="18"/>
                  </a:lnTo>
                  <a:lnTo>
                    <a:pt x="19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91" name=""/>
            <p:cNvSpPr/>
            <p:nvPr/>
          </p:nvSpPr>
          <p:spPr>
            <a:xfrm rot="0">
              <a:off x="1132" y="3165"/>
              <a:ext cx="39" cy="39"/>
            </a:xfrm>
            <a:custGeom>
              <a:avLst/>
              <a:ahLst/>
              <a:rect l="0" t="0" r="r" b="b"/>
              <a:pathLst>
                <a:path w="117" h="117">
                  <a:moveTo>
                    <a:pt x="19" y="117"/>
                  </a:moveTo>
                  <a:lnTo>
                    <a:pt x="68" y="108"/>
                  </a:lnTo>
                  <a:lnTo>
                    <a:pt x="117" y="99"/>
                  </a:lnTo>
                  <a:lnTo>
                    <a:pt x="98" y="0"/>
                  </a:lnTo>
                  <a:lnTo>
                    <a:pt x="49" y="9"/>
                  </a:lnTo>
                  <a:lnTo>
                    <a:pt x="0" y="18"/>
                  </a:lnTo>
                  <a:lnTo>
                    <a:pt x="19" y="11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92" name=""/>
            <p:cNvSpPr/>
            <p:nvPr/>
          </p:nvSpPr>
          <p:spPr>
            <a:xfrm rot="0">
              <a:off x="1148" y="3164"/>
              <a:ext cx="16" cy="4"/>
            </a:xfrm>
            <a:custGeom>
              <a:avLst/>
              <a:ahLst/>
              <a:rect l="0" t="0" r="r" b="b"/>
              <a:pathLst>
                <a:path w="49" h="12">
                  <a:moveTo>
                    <a:pt x="0" y="12"/>
                  </a:moveTo>
                  <a:lnTo>
                    <a:pt x="49" y="3"/>
                  </a:lnTo>
                  <a:lnTo>
                    <a:pt x="47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93" name=""/>
            <p:cNvSpPr/>
            <p:nvPr/>
          </p:nvSpPr>
          <p:spPr>
            <a:xfrm rot="0" flipH="1" flipV="1">
              <a:off x="1164" y="316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94" name=""/>
            <p:cNvSpPr/>
            <p:nvPr/>
          </p:nvSpPr>
          <p:spPr>
            <a:xfrm rot="0">
              <a:off x="1123" y="3131"/>
              <a:ext cx="41" cy="41"/>
            </a:xfrm>
            <a:custGeom>
              <a:avLst/>
              <a:ahLst/>
              <a:rect l="0" t="0" r="r" b="b"/>
              <a:pathLst>
                <a:path w="122" h="122">
                  <a:moveTo>
                    <a:pt x="27" y="122"/>
                  </a:moveTo>
                  <a:lnTo>
                    <a:pt x="75" y="109"/>
                  </a:lnTo>
                  <a:lnTo>
                    <a:pt x="122" y="97"/>
                  </a:lnTo>
                  <a:lnTo>
                    <a:pt x="95" y="0"/>
                  </a:lnTo>
                  <a:lnTo>
                    <a:pt x="47" y="13"/>
                  </a:lnTo>
                  <a:lnTo>
                    <a:pt x="0" y="26"/>
                  </a:lnTo>
                  <a:lnTo>
                    <a:pt x="27" y="1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95" name=""/>
            <p:cNvSpPr/>
            <p:nvPr/>
          </p:nvSpPr>
          <p:spPr>
            <a:xfrm rot="0">
              <a:off x="1123" y="3131"/>
              <a:ext cx="41" cy="41"/>
            </a:xfrm>
            <a:custGeom>
              <a:avLst/>
              <a:ahLst/>
              <a:rect l="0" t="0" r="r" b="b"/>
              <a:pathLst>
                <a:path w="122" h="122">
                  <a:moveTo>
                    <a:pt x="27" y="122"/>
                  </a:moveTo>
                  <a:lnTo>
                    <a:pt x="75" y="109"/>
                  </a:lnTo>
                  <a:lnTo>
                    <a:pt x="122" y="97"/>
                  </a:lnTo>
                  <a:lnTo>
                    <a:pt x="95" y="0"/>
                  </a:lnTo>
                  <a:lnTo>
                    <a:pt x="47" y="13"/>
                  </a:lnTo>
                  <a:lnTo>
                    <a:pt x="0" y="26"/>
                  </a:lnTo>
                  <a:lnTo>
                    <a:pt x="27" y="12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96" name=""/>
            <p:cNvSpPr/>
            <p:nvPr/>
          </p:nvSpPr>
          <p:spPr>
            <a:xfrm rot="0">
              <a:off x="1139" y="3130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0" y="17"/>
                  </a:moveTo>
                  <a:lnTo>
                    <a:pt x="48" y="4"/>
                  </a:lnTo>
                  <a:lnTo>
                    <a:pt x="47" y="0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97" name=""/>
            <p:cNvSpPr/>
            <p:nvPr/>
          </p:nvSpPr>
          <p:spPr>
            <a:xfrm rot="0" flipH="1" flipV="1">
              <a:off x="1154" y="31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198" name=""/>
            <p:cNvSpPr/>
            <p:nvPr/>
          </p:nvSpPr>
          <p:spPr>
            <a:xfrm rot="0">
              <a:off x="1112" y="3099"/>
              <a:ext cx="42" cy="42"/>
            </a:xfrm>
            <a:custGeom>
              <a:avLst/>
              <a:ahLst/>
              <a:rect l="0" t="0" r="r" b="b"/>
              <a:pathLst>
                <a:path w="128" h="127">
                  <a:moveTo>
                    <a:pt x="35" y="127"/>
                  </a:moveTo>
                  <a:lnTo>
                    <a:pt x="81" y="111"/>
                  </a:lnTo>
                  <a:lnTo>
                    <a:pt x="128" y="94"/>
                  </a:lnTo>
                  <a:lnTo>
                    <a:pt x="93" y="0"/>
                  </a:lnTo>
                  <a:lnTo>
                    <a:pt x="47" y="16"/>
                  </a:lnTo>
                  <a:lnTo>
                    <a:pt x="0" y="33"/>
                  </a:lnTo>
                  <a:lnTo>
                    <a:pt x="35" y="1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199" name=""/>
            <p:cNvSpPr/>
            <p:nvPr/>
          </p:nvSpPr>
          <p:spPr>
            <a:xfrm rot="0">
              <a:off x="1112" y="3099"/>
              <a:ext cx="42" cy="42"/>
            </a:xfrm>
            <a:custGeom>
              <a:avLst/>
              <a:ahLst/>
              <a:rect l="0" t="0" r="r" b="b"/>
              <a:pathLst>
                <a:path w="128" h="127">
                  <a:moveTo>
                    <a:pt x="35" y="127"/>
                  </a:moveTo>
                  <a:lnTo>
                    <a:pt x="81" y="111"/>
                  </a:lnTo>
                  <a:lnTo>
                    <a:pt x="128" y="94"/>
                  </a:lnTo>
                  <a:lnTo>
                    <a:pt x="93" y="0"/>
                  </a:lnTo>
                  <a:lnTo>
                    <a:pt x="47" y="16"/>
                  </a:lnTo>
                  <a:lnTo>
                    <a:pt x="0" y="33"/>
                  </a:lnTo>
                  <a:lnTo>
                    <a:pt x="35" y="1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00" name=""/>
            <p:cNvSpPr/>
            <p:nvPr/>
          </p:nvSpPr>
          <p:spPr>
            <a:xfrm rot="0">
              <a:off x="1127" y="3097"/>
              <a:ext cx="16" cy="7"/>
            </a:xfrm>
            <a:custGeom>
              <a:avLst/>
              <a:ahLst/>
              <a:rect l="0" t="0" r="r" b="b"/>
              <a:pathLst>
                <a:path w="46" h="20">
                  <a:moveTo>
                    <a:pt x="0" y="20"/>
                  </a:moveTo>
                  <a:lnTo>
                    <a:pt x="46" y="4"/>
                  </a:lnTo>
                  <a:lnTo>
                    <a:pt x="45" y="0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01" name=""/>
            <p:cNvSpPr/>
            <p:nvPr/>
          </p:nvSpPr>
          <p:spPr>
            <a:xfrm rot="0" flipH="1" flipV="1">
              <a:off x="1142" y="309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02" name=""/>
            <p:cNvSpPr/>
            <p:nvPr/>
          </p:nvSpPr>
          <p:spPr>
            <a:xfrm rot="0">
              <a:off x="1098" y="3067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42" y="133"/>
                  </a:moveTo>
                  <a:lnTo>
                    <a:pt x="88" y="112"/>
                  </a:lnTo>
                  <a:lnTo>
                    <a:pt x="133" y="92"/>
                  </a:lnTo>
                  <a:lnTo>
                    <a:pt x="90" y="0"/>
                  </a:lnTo>
                  <a:lnTo>
                    <a:pt x="45" y="21"/>
                  </a:lnTo>
                  <a:lnTo>
                    <a:pt x="0" y="41"/>
                  </a:lnTo>
                  <a:lnTo>
                    <a:pt x="42" y="1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03" name=""/>
            <p:cNvSpPr/>
            <p:nvPr/>
          </p:nvSpPr>
          <p:spPr>
            <a:xfrm rot="0">
              <a:off x="1098" y="3067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42" y="133"/>
                  </a:moveTo>
                  <a:lnTo>
                    <a:pt x="88" y="112"/>
                  </a:lnTo>
                  <a:lnTo>
                    <a:pt x="133" y="92"/>
                  </a:lnTo>
                  <a:lnTo>
                    <a:pt x="90" y="0"/>
                  </a:lnTo>
                  <a:lnTo>
                    <a:pt x="45" y="21"/>
                  </a:lnTo>
                  <a:lnTo>
                    <a:pt x="0" y="41"/>
                  </a:lnTo>
                  <a:lnTo>
                    <a:pt x="42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04" name=""/>
            <p:cNvSpPr/>
            <p:nvPr/>
          </p:nvSpPr>
          <p:spPr>
            <a:xfrm rot="0">
              <a:off x="1113" y="3065"/>
              <a:ext cx="15" cy="9"/>
            </a:xfrm>
            <a:custGeom>
              <a:avLst/>
              <a:ahLst/>
              <a:rect l="0" t="0" r="r" b="b"/>
              <a:pathLst>
                <a:path w="45" h="25">
                  <a:moveTo>
                    <a:pt x="0" y="25"/>
                  </a:moveTo>
                  <a:lnTo>
                    <a:pt x="45" y="4"/>
                  </a:lnTo>
                  <a:lnTo>
                    <a:pt x="44" y="0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05" name=""/>
            <p:cNvSpPr/>
            <p:nvPr/>
          </p:nvSpPr>
          <p:spPr>
            <a:xfrm rot="0" flipH="1" flipV="1">
              <a:off x="1128" y="3065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06" name=""/>
            <p:cNvSpPr/>
            <p:nvPr/>
          </p:nvSpPr>
          <p:spPr>
            <a:xfrm rot="0">
              <a:off x="1082" y="3036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49" y="137"/>
                  </a:moveTo>
                  <a:lnTo>
                    <a:pt x="93" y="113"/>
                  </a:lnTo>
                  <a:lnTo>
                    <a:pt x="137" y="88"/>
                  </a:lnTo>
                  <a:lnTo>
                    <a:pt x="88" y="0"/>
                  </a:lnTo>
                  <a:lnTo>
                    <a:pt x="44" y="25"/>
                  </a:lnTo>
                  <a:lnTo>
                    <a:pt x="0" y="49"/>
                  </a:lnTo>
                  <a:lnTo>
                    <a:pt x="49" y="1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07" name=""/>
            <p:cNvSpPr/>
            <p:nvPr/>
          </p:nvSpPr>
          <p:spPr>
            <a:xfrm rot="0">
              <a:off x="1082" y="3036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49" y="137"/>
                  </a:moveTo>
                  <a:lnTo>
                    <a:pt x="93" y="113"/>
                  </a:lnTo>
                  <a:lnTo>
                    <a:pt x="137" y="88"/>
                  </a:lnTo>
                  <a:lnTo>
                    <a:pt x="88" y="0"/>
                  </a:lnTo>
                  <a:lnTo>
                    <a:pt x="44" y="25"/>
                  </a:lnTo>
                  <a:lnTo>
                    <a:pt x="0" y="49"/>
                  </a:lnTo>
                  <a:lnTo>
                    <a:pt x="49" y="13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08" name=""/>
            <p:cNvSpPr/>
            <p:nvPr/>
          </p:nvSpPr>
          <p:spPr>
            <a:xfrm rot="0">
              <a:off x="1097" y="3035"/>
              <a:ext cx="14" cy="9"/>
            </a:xfrm>
            <a:custGeom>
              <a:avLst/>
              <a:ahLst/>
              <a:rect l="0" t="0" r="r" b="b"/>
              <a:pathLst>
                <a:path w="44" h="27">
                  <a:moveTo>
                    <a:pt x="0" y="27"/>
                  </a:moveTo>
                  <a:lnTo>
                    <a:pt x="44" y="2"/>
                  </a:lnTo>
                  <a:lnTo>
                    <a:pt x="41" y="0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09" name=""/>
            <p:cNvSpPr/>
            <p:nvPr/>
          </p:nvSpPr>
          <p:spPr>
            <a:xfrm rot="0" flipH="1" flipV="1">
              <a:off x="1110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10" name=""/>
            <p:cNvSpPr/>
            <p:nvPr/>
          </p:nvSpPr>
          <p:spPr>
            <a:xfrm rot="0">
              <a:off x="1064" y="3007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56" y="138"/>
                  </a:moveTo>
                  <a:lnTo>
                    <a:pt x="97" y="111"/>
                  </a:lnTo>
                  <a:lnTo>
                    <a:pt x="138" y="84"/>
                  </a:lnTo>
                  <a:lnTo>
                    <a:pt x="83" y="0"/>
                  </a:lnTo>
                  <a:lnTo>
                    <a:pt x="41" y="27"/>
                  </a:lnTo>
                  <a:lnTo>
                    <a:pt x="0" y="54"/>
                  </a:lnTo>
                  <a:lnTo>
                    <a:pt x="56" y="1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11" name=""/>
            <p:cNvSpPr/>
            <p:nvPr/>
          </p:nvSpPr>
          <p:spPr>
            <a:xfrm rot="0">
              <a:off x="1064" y="3007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56" y="138"/>
                  </a:moveTo>
                  <a:lnTo>
                    <a:pt x="97" y="111"/>
                  </a:lnTo>
                  <a:lnTo>
                    <a:pt x="138" y="84"/>
                  </a:lnTo>
                  <a:lnTo>
                    <a:pt x="83" y="0"/>
                  </a:lnTo>
                  <a:lnTo>
                    <a:pt x="41" y="27"/>
                  </a:lnTo>
                  <a:lnTo>
                    <a:pt x="0" y="54"/>
                  </a:lnTo>
                  <a:lnTo>
                    <a:pt x="56" y="1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12" name=""/>
            <p:cNvSpPr/>
            <p:nvPr/>
          </p:nvSpPr>
          <p:spPr>
            <a:xfrm rot="0">
              <a:off x="1078" y="3006"/>
              <a:ext cx="14" cy="10"/>
            </a:xfrm>
            <a:custGeom>
              <a:avLst/>
              <a:ahLst/>
              <a:rect l="0" t="0" r="r" b="b"/>
              <a:pathLst>
                <a:path w="42" h="31">
                  <a:moveTo>
                    <a:pt x="0" y="31"/>
                  </a:moveTo>
                  <a:lnTo>
                    <a:pt x="42" y="4"/>
                  </a:lnTo>
                  <a:lnTo>
                    <a:pt x="39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13" name=""/>
            <p:cNvSpPr/>
            <p:nvPr/>
          </p:nvSpPr>
          <p:spPr>
            <a:xfrm rot="0" flipH="1" flipV="1">
              <a:off x="1091" y="30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14" name=""/>
            <p:cNvSpPr/>
            <p:nvPr/>
          </p:nvSpPr>
          <p:spPr>
            <a:xfrm rot="0">
              <a:off x="1045" y="2980"/>
              <a:ext cx="46" cy="47"/>
            </a:xfrm>
            <a:custGeom>
              <a:avLst/>
              <a:ahLst/>
              <a:rect l="0" t="0" r="r" b="b"/>
              <a:pathLst>
                <a:path w="139" h="141">
                  <a:moveTo>
                    <a:pt x="62" y="141"/>
                  </a:moveTo>
                  <a:lnTo>
                    <a:pt x="100" y="110"/>
                  </a:lnTo>
                  <a:lnTo>
                    <a:pt x="139" y="79"/>
                  </a:lnTo>
                  <a:lnTo>
                    <a:pt x="77" y="0"/>
                  </a:lnTo>
                  <a:lnTo>
                    <a:pt x="38" y="31"/>
                  </a:lnTo>
                  <a:lnTo>
                    <a:pt x="0" y="62"/>
                  </a:lnTo>
                  <a:lnTo>
                    <a:pt x="62" y="1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15" name=""/>
            <p:cNvSpPr/>
            <p:nvPr/>
          </p:nvSpPr>
          <p:spPr>
            <a:xfrm rot="0">
              <a:off x="1045" y="2980"/>
              <a:ext cx="46" cy="47"/>
            </a:xfrm>
            <a:custGeom>
              <a:avLst/>
              <a:ahLst/>
              <a:rect l="0" t="0" r="r" b="b"/>
              <a:pathLst>
                <a:path w="139" h="141">
                  <a:moveTo>
                    <a:pt x="62" y="141"/>
                  </a:moveTo>
                  <a:lnTo>
                    <a:pt x="100" y="110"/>
                  </a:lnTo>
                  <a:lnTo>
                    <a:pt x="139" y="79"/>
                  </a:lnTo>
                  <a:lnTo>
                    <a:pt x="77" y="0"/>
                  </a:lnTo>
                  <a:lnTo>
                    <a:pt x="38" y="31"/>
                  </a:lnTo>
                  <a:lnTo>
                    <a:pt x="0" y="62"/>
                  </a:lnTo>
                  <a:lnTo>
                    <a:pt x="62" y="1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16" name=""/>
            <p:cNvSpPr/>
            <p:nvPr/>
          </p:nvSpPr>
          <p:spPr>
            <a:xfrm rot="0">
              <a:off x="1057" y="2979"/>
              <a:ext cx="13" cy="11"/>
            </a:xfrm>
            <a:custGeom>
              <a:avLst/>
              <a:ahLst/>
              <a:rect l="0" t="0" r="r" b="b"/>
              <a:pathLst>
                <a:path w="39" h="33">
                  <a:moveTo>
                    <a:pt x="0" y="33"/>
                  </a:moveTo>
                  <a:lnTo>
                    <a:pt x="39" y="2"/>
                  </a:lnTo>
                  <a:lnTo>
                    <a:pt x="37" y="0"/>
                  </a:lnTo>
                  <a:lnTo>
                    <a:pt x="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17" name=""/>
            <p:cNvSpPr/>
            <p:nvPr/>
          </p:nvSpPr>
          <p:spPr>
            <a:xfrm rot="0" flipH="1" flipV="1">
              <a:off x="1070" y="29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18" name=""/>
            <p:cNvSpPr/>
            <p:nvPr/>
          </p:nvSpPr>
          <p:spPr>
            <a:xfrm rot="0">
              <a:off x="1023" y="2954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68" y="141"/>
                  </a:moveTo>
                  <a:lnTo>
                    <a:pt x="104" y="107"/>
                  </a:lnTo>
                  <a:lnTo>
                    <a:pt x="141" y="74"/>
                  </a:lnTo>
                  <a:lnTo>
                    <a:pt x="72" y="0"/>
                  </a:lnTo>
                  <a:lnTo>
                    <a:pt x="36" y="34"/>
                  </a:lnTo>
                  <a:lnTo>
                    <a:pt x="0" y="67"/>
                  </a:lnTo>
                  <a:lnTo>
                    <a:pt x="68" y="1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19" name=""/>
            <p:cNvSpPr/>
            <p:nvPr/>
          </p:nvSpPr>
          <p:spPr>
            <a:xfrm rot="0">
              <a:off x="1023" y="2954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68" y="141"/>
                  </a:moveTo>
                  <a:lnTo>
                    <a:pt x="104" y="107"/>
                  </a:lnTo>
                  <a:lnTo>
                    <a:pt x="141" y="74"/>
                  </a:lnTo>
                  <a:lnTo>
                    <a:pt x="72" y="0"/>
                  </a:lnTo>
                  <a:lnTo>
                    <a:pt x="36" y="34"/>
                  </a:lnTo>
                  <a:lnTo>
                    <a:pt x="0" y="67"/>
                  </a:lnTo>
                  <a:lnTo>
                    <a:pt x="68" y="1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20" name=""/>
            <p:cNvSpPr/>
            <p:nvPr/>
          </p:nvSpPr>
          <p:spPr>
            <a:xfrm rot="0">
              <a:off x="1035" y="2954"/>
              <a:ext cx="12" cy="12"/>
            </a:xfrm>
            <a:custGeom>
              <a:avLst/>
              <a:ahLst/>
              <a:rect l="0" t="0" r="r" b="b"/>
              <a:pathLst>
                <a:path w="36" h="36">
                  <a:moveTo>
                    <a:pt x="0" y="36"/>
                  </a:moveTo>
                  <a:lnTo>
                    <a:pt x="36" y="2"/>
                  </a:lnTo>
                  <a:lnTo>
                    <a:pt x="34" y="0"/>
                  </a:lnTo>
                  <a:lnTo>
                    <a:pt x="0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21" name=""/>
            <p:cNvSpPr/>
            <p:nvPr/>
          </p:nvSpPr>
          <p:spPr>
            <a:xfrm rot="0" flipH="1" flipV="1">
              <a:off x="1046" y="2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22" name=""/>
            <p:cNvSpPr/>
            <p:nvPr/>
          </p:nvSpPr>
          <p:spPr>
            <a:xfrm rot="0">
              <a:off x="999" y="2931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73" y="141"/>
                  </a:moveTo>
                  <a:lnTo>
                    <a:pt x="107" y="105"/>
                  </a:lnTo>
                  <a:lnTo>
                    <a:pt x="141" y="69"/>
                  </a:lnTo>
                  <a:lnTo>
                    <a:pt x="67" y="0"/>
                  </a:lnTo>
                  <a:lnTo>
                    <a:pt x="33" y="36"/>
                  </a:lnTo>
                  <a:lnTo>
                    <a:pt x="0" y="72"/>
                  </a:lnTo>
                  <a:lnTo>
                    <a:pt x="73" y="1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23" name=""/>
            <p:cNvSpPr/>
            <p:nvPr/>
          </p:nvSpPr>
          <p:spPr>
            <a:xfrm rot="0">
              <a:off x="999" y="2931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73" y="141"/>
                  </a:moveTo>
                  <a:lnTo>
                    <a:pt x="107" y="105"/>
                  </a:lnTo>
                  <a:lnTo>
                    <a:pt x="141" y="69"/>
                  </a:lnTo>
                  <a:lnTo>
                    <a:pt x="67" y="0"/>
                  </a:lnTo>
                  <a:lnTo>
                    <a:pt x="33" y="36"/>
                  </a:lnTo>
                  <a:lnTo>
                    <a:pt x="0" y="72"/>
                  </a:lnTo>
                  <a:lnTo>
                    <a:pt x="73" y="1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24" name=""/>
            <p:cNvSpPr/>
            <p:nvPr/>
          </p:nvSpPr>
          <p:spPr>
            <a:xfrm rot="0">
              <a:off x="1010" y="2930"/>
              <a:ext cx="11" cy="13"/>
            </a:xfrm>
            <a:custGeom>
              <a:avLst/>
              <a:ahLst/>
              <a:rect l="0" t="0" r="r" b="b"/>
              <a:pathLst>
                <a:path w="34" h="38">
                  <a:moveTo>
                    <a:pt x="0" y="38"/>
                  </a:moveTo>
                  <a:lnTo>
                    <a:pt x="34" y="2"/>
                  </a:lnTo>
                  <a:lnTo>
                    <a:pt x="31" y="0"/>
                  </a:lnTo>
                  <a:lnTo>
                    <a:pt x="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25" name=""/>
            <p:cNvSpPr/>
            <p:nvPr/>
          </p:nvSpPr>
          <p:spPr>
            <a:xfrm rot="0" flipH="1" flipV="1">
              <a:off x="1020" y="2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26" name=""/>
            <p:cNvSpPr/>
            <p:nvPr/>
          </p:nvSpPr>
          <p:spPr>
            <a:xfrm rot="0">
              <a:off x="973" y="2909"/>
              <a:ext cx="47" cy="47"/>
            </a:xfrm>
            <a:custGeom>
              <a:avLst/>
              <a:ahLst/>
              <a:rect l="0" t="0" r="r" b="b"/>
              <a:pathLst>
                <a:path w="142" h="141">
                  <a:moveTo>
                    <a:pt x="80" y="141"/>
                  </a:moveTo>
                  <a:lnTo>
                    <a:pt x="111" y="102"/>
                  </a:lnTo>
                  <a:lnTo>
                    <a:pt x="142" y="64"/>
                  </a:lnTo>
                  <a:lnTo>
                    <a:pt x="62" y="0"/>
                  </a:lnTo>
                  <a:lnTo>
                    <a:pt x="31" y="39"/>
                  </a:lnTo>
                  <a:lnTo>
                    <a:pt x="0" y="78"/>
                  </a:lnTo>
                  <a:lnTo>
                    <a:pt x="80" y="1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27" name=""/>
            <p:cNvSpPr/>
            <p:nvPr/>
          </p:nvSpPr>
          <p:spPr>
            <a:xfrm rot="0">
              <a:off x="973" y="2909"/>
              <a:ext cx="47" cy="47"/>
            </a:xfrm>
            <a:custGeom>
              <a:avLst/>
              <a:ahLst/>
              <a:rect l="0" t="0" r="r" b="b"/>
              <a:pathLst>
                <a:path w="142" h="141">
                  <a:moveTo>
                    <a:pt x="80" y="141"/>
                  </a:moveTo>
                  <a:lnTo>
                    <a:pt x="111" y="102"/>
                  </a:lnTo>
                  <a:lnTo>
                    <a:pt x="142" y="64"/>
                  </a:lnTo>
                  <a:lnTo>
                    <a:pt x="62" y="0"/>
                  </a:lnTo>
                  <a:lnTo>
                    <a:pt x="31" y="39"/>
                  </a:lnTo>
                  <a:lnTo>
                    <a:pt x="0" y="78"/>
                  </a:lnTo>
                  <a:lnTo>
                    <a:pt x="80" y="1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28" name=""/>
            <p:cNvSpPr/>
            <p:nvPr/>
          </p:nvSpPr>
          <p:spPr>
            <a:xfrm rot="0">
              <a:off x="983" y="2908"/>
              <a:ext cx="11" cy="14"/>
            </a:xfrm>
            <a:custGeom>
              <a:avLst/>
              <a:ahLst/>
              <a:rect l="0" t="0" r="r" b="b"/>
              <a:pathLst>
                <a:path w="31" h="41">
                  <a:moveTo>
                    <a:pt x="0" y="41"/>
                  </a:moveTo>
                  <a:lnTo>
                    <a:pt x="31" y="2"/>
                  </a:lnTo>
                  <a:lnTo>
                    <a:pt x="27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29" name=""/>
            <p:cNvSpPr/>
            <p:nvPr/>
          </p:nvSpPr>
          <p:spPr>
            <a:xfrm rot="0" flipH="1" flipV="1">
              <a:off x="992" y="2908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30" name=""/>
            <p:cNvSpPr/>
            <p:nvPr/>
          </p:nvSpPr>
          <p:spPr>
            <a:xfrm rot="0">
              <a:off x="947" y="2889"/>
              <a:ext cx="45" cy="46"/>
            </a:xfrm>
            <a:custGeom>
              <a:avLst/>
              <a:ahLst/>
              <a:rect l="0" t="0" r="r" b="b"/>
              <a:pathLst>
                <a:path w="136" h="138">
                  <a:moveTo>
                    <a:pt x="82" y="138"/>
                  </a:moveTo>
                  <a:lnTo>
                    <a:pt x="109" y="97"/>
                  </a:lnTo>
                  <a:lnTo>
                    <a:pt x="136" y="56"/>
                  </a:lnTo>
                  <a:lnTo>
                    <a:pt x="54" y="0"/>
                  </a:lnTo>
                  <a:lnTo>
                    <a:pt x="27" y="42"/>
                  </a:lnTo>
                  <a:lnTo>
                    <a:pt x="0" y="83"/>
                  </a:lnTo>
                  <a:lnTo>
                    <a:pt x="82" y="1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31" name=""/>
            <p:cNvSpPr/>
            <p:nvPr/>
          </p:nvSpPr>
          <p:spPr>
            <a:xfrm rot="0">
              <a:off x="947" y="2889"/>
              <a:ext cx="45" cy="46"/>
            </a:xfrm>
            <a:custGeom>
              <a:avLst/>
              <a:ahLst/>
              <a:rect l="0" t="0" r="r" b="b"/>
              <a:pathLst>
                <a:path w="136" h="138">
                  <a:moveTo>
                    <a:pt x="82" y="138"/>
                  </a:moveTo>
                  <a:lnTo>
                    <a:pt x="109" y="97"/>
                  </a:lnTo>
                  <a:lnTo>
                    <a:pt x="136" y="56"/>
                  </a:lnTo>
                  <a:lnTo>
                    <a:pt x="54" y="0"/>
                  </a:lnTo>
                  <a:lnTo>
                    <a:pt x="27" y="42"/>
                  </a:lnTo>
                  <a:lnTo>
                    <a:pt x="0" y="83"/>
                  </a:lnTo>
                  <a:lnTo>
                    <a:pt x="82" y="13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32" name=""/>
            <p:cNvSpPr/>
            <p:nvPr/>
          </p:nvSpPr>
          <p:spPr>
            <a:xfrm rot="0">
              <a:off x="956" y="2889"/>
              <a:ext cx="9" cy="14"/>
            </a:xfrm>
            <a:custGeom>
              <a:avLst/>
              <a:ahLst/>
              <a:rect l="0" t="0" r="r" b="b"/>
              <a:pathLst>
                <a:path w="27" h="44">
                  <a:moveTo>
                    <a:pt x="0" y="44"/>
                  </a:moveTo>
                  <a:lnTo>
                    <a:pt x="27" y="2"/>
                  </a:lnTo>
                  <a:lnTo>
                    <a:pt x="24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33" name=""/>
            <p:cNvSpPr/>
            <p:nvPr/>
          </p:nvSpPr>
          <p:spPr>
            <a:xfrm rot="0" flipH="1" flipV="1">
              <a:off x="964" y="28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34" name=""/>
            <p:cNvSpPr/>
            <p:nvPr/>
          </p:nvSpPr>
          <p:spPr>
            <a:xfrm rot="0">
              <a:off x="918" y="2872"/>
              <a:ext cx="46" cy="46"/>
            </a:xfrm>
            <a:custGeom>
              <a:avLst/>
              <a:ahLst/>
              <a:rect l="0" t="0" r="r" b="b"/>
              <a:pathLst>
                <a:path w="137" h="136">
                  <a:moveTo>
                    <a:pt x="88" y="136"/>
                  </a:moveTo>
                  <a:lnTo>
                    <a:pt x="113" y="93"/>
                  </a:lnTo>
                  <a:lnTo>
                    <a:pt x="137" y="49"/>
                  </a:lnTo>
                  <a:lnTo>
                    <a:pt x="49" y="0"/>
                  </a:lnTo>
                  <a:lnTo>
                    <a:pt x="25" y="43"/>
                  </a:lnTo>
                  <a:lnTo>
                    <a:pt x="0" y="87"/>
                  </a:lnTo>
                  <a:lnTo>
                    <a:pt x="88" y="1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35" name=""/>
            <p:cNvSpPr/>
            <p:nvPr/>
          </p:nvSpPr>
          <p:spPr>
            <a:xfrm rot="0">
              <a:off x="918" y="2872"/>
              <a:ext cx="46" cy="46"/>
            </a:xfrm>
            <a:custGeom>
              <a:avLst/>
              <a:ahLst/>
              <a:rect l="0" t="0" r="r" b="b"/>
              <a:pathLst>
                <a:path w="137" h="136">
                  <a:moveTo>
                    <a:pt x="88" y="136"/>
                  </a:moveTo>
                  <a:lnTo>
                    <a:pt x="113" y="93"/>
                  </a:lnTo>
                  <a:lnTo>
                    <a:pt x="137" y="49"/>
                  </a:lnTo>
                  <a:lnTo>
                    <a:pt x="49" y="0"/>
                  </a:lnTo>
                  <a:lnTo>
                    <a:pt x="25" y="43"/>
                  </a:lnTo>
                  <a:lnTo>
                    <a:pt x="0" y="87"/>
                  </a:lnTo>
                  <a:lnTo>
                    <a:pt x="88" y="13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36" name=""/>
            <p:cNvSpPr/>
            <p:nvPr/>
          </p:nvSpPr>
          <p:spPr>
            <a:xfrm rot="0">
              <a:off x="927" y="2872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0" y="45"/>
                  </a:moveTo>
                  <a:lnTo>
                    <a:pt x="24" y="2"/>
                  </a:lnTo>
                  <a:lnTo>
                    <a:pt x="20" y="0"/>
                  </a:lnTo>
                  <a:lnTo>
                    <a:pt x="0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37" name=""/>
            <p:cNvSpPr/>
            <p:nvPr/>
          </p:nvSpPr>
          <p:spPr>
            <a:xfrm rot="0" flipH="1" flipV="1">
              <a:off x="933" y="2872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38" name=""/>
            <p:cNvSpPr/>
            <p:nvPr/>
          </p:nvSpPr>
          <p:spPr>
            <a:xfrm rot="0">
              <a:off x="889" y="2858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92" y="133"/>
                  </a:moveTo>
                  <a:lnTo>
                    <a:pt x="113" y="87"/>
                  </a:lnTo>
                  <a:lnTo>
                    <a:pt x="133" y="42"/>
                  </a:lnTo>
                  <a:lnTo>
                    <a:pt x="42" y="0"/>
                  </a:lnTo>
                  <a:lnTo>
                    <a:pt x="21" y="45"/>
                  </a:lnTo>
                  <a:lnTo>
                    <a:pt x="0" y="90"/>
                  </a:lnTo>
                  <a:lnTo>
                    <a:pt x="92" y="1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39" name=""/>
            <p:cNvSpPr/>
            <p:nvPr/>
          </p:nvSpPr>
          <p:spPr>
            <a:xfrm rot="0">
              <a:off x="889" y="2858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92" y="133"/>
                  </a:moveTo>
                  <a:lnTo>
                    <a:pt x="113" y="87"/>
                  </a:lnTo>
                  <a:lnTo>
                    <a:pt x="133" y="42"/>
                  </a:lnTo>
                  <a:lnTo>
                    <a:pt x="42" y="0"/>
                  </a:lnTo>
                  <a:lnTo>
                    <a:pt x="21" y="45"/>
                  </a:lnTo>
                  <a:lnTo>
                    <a:pt x="0" y="90"/>
                  </a:lnTo>
                  <a:lnTo>
                    <a:pt x="92" y="1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40" name=""/>
            <p:cNvSpPr/>
            <p:nvPr/>
          </p:nvSpPr>
          <p:spPr>
            <a:xfrm rot="0">
              <a:off x="896" y="2857"/>
              <a:ext cx="7" cy="16"/>
            </a:xfrm>
            <a:custGeom>
              <a:avLst/>
              <a:ahLst/>
              <a:rect l="0" t="0" r="r" b="b"/>
              <a:pathLst>
                <a:path w="21" h="47">
                  <a:moveTo>
                    <a:pt x="0" y="47"/>
                  </a:moveTo>
                  <a:lnTo>
                    <a:pt x="21" y="2"/>
                  </a:lnTo>
                  <a:lnTo>
                    <a:pt x="17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41" name=""/>
            <p:cNvSpPr/>
            <p:nvPr/>
          </p:nvSpPr>
          <p:spPr>
            <a:xfrm rot="0" flipH="1" flipV="1">
              <a:off x="902" y="285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42" name=""/>
            <p:cNvSpPr/>
            <p:nvPr/>
          </p:nvSpPr>
          <p:spPr>
            <a:xfrm rot="0">
              <a:off x="859" y="2846"/>
              <a:ext cx="43" cy="42"/>
            </a:xfrm>
            <a:custGeom>
              <a:avLst/>
              <a:ahLst/>
              <a:rect l="0" t="0" r="r" b="b"/>
              <a:pathLst>
                <a:path w="128" h="127">
                  <a:moveTo>
                    <a:pt x="94" y="127"/>
                  </a:moveTo>
                  <a:lnTo>
                    <a:pt x="111" y="81"/>
                  </a:lnTo>
                  <a:lnTo>
                    <a:pt x="128" y="34"/>
                  </a:lnTo>
                  <a:lnTo>
                    <a:pt x="34" y="0"/>
                  </a:lnTo>
                  <a:lnTo>
                    <a:pt x="17" y="46"/>
                  </a:lnTo>
                  <a:lnTo>
                    <a:pt x="0" y="92"/>
                  </a:lnTo>
                  <a:lnTo>
                    <a:pt x="94" y="1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43" name=""/>
            <p:cNvSpPr/>
            <p:nvPr/>
          </p:nvSpPr>
          <p:spPr>
            <a:xfrm rot="0">
              <a:off x="859" y="2846"/>
              <a:ext cx="43" cy="42"/>
            </a:xfrm>
            <a:custGeom>
              <a:avLst/>
              <a:ahLst/>
              <a:rect l="0" t="0" r="r" b="b"/>
              <a:pathLst>
                <a:path w="128" h="127">
                  <a:moveTo>
                    <a:pt x="94" y="127"/>
                  </a:moveTo>
                  <a:lnTo>
                    <a:pt x="111" y="81"/>
                  </a:lnTo>
                  <a:lnTo>
                    <a:pt x="128" y="34"/>
                  </a:lnTo>
                  <a:lnTo>
                    <a:pt x="34" y="0"/>
                  </a:lnTo>
                  <a:lnTo>
                    <a:pt x="17" y="46"/>
                  </a:lnTo>
                  <a:lnTo>
                    <a:pt x="0" y="92"/>
                  </a:lnTo>
                  <a:lnTo>
                    <a:pt x="94" y="12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44" name=""/>
            <p:cNvSpPr/>
            <p:nvPr/>
          </p:nvSpPr>
          <p:spPr>
            <a:xfrm rot="0">
              <a:off x="865" y="2845"/>
              <a:ext cx="5" cy="16"/>
            </a:xfrm>
            <a:custGeom>
              <a:avLst/>
              <a:ahLst/>
              <a:rect l="0" t="0" r="r" b="b"/>
              <a:pathLst>
                <a:path w="17" h="48">
                  <a:moveTo>
                    <a:pt x="0" y="48"/>
                  </a:moveTo>
                  <a:lnTo>
                    <a:pt x="17" y="2"/>
                  </a:lnTo>
                  <a:lnTo>
                    <a:pt x="13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45" name=""/>
            <p:cNvSpPr/>
            <p:nvPr/>
          </p:nvSpPr>
          <p:spPr>
            <a:xfrm rot="0" flipH="1" flipV="1">
              <a:off x="869" y="2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46" name=""/>
            <p:cNvSpPr/>
            <p:nvPr/>
          </p:nvSpPr>
          <p:spPr>
            <a:xfrm rot="0">
              <a:off x="828" y="2836"/>
              <a:ext cx="41" cy="41"/>
            </a:xfrm>
            <a:custGeom>
              <a:avLst/>
              <a:ahLst/>
              <a:rect l="0" t="0" r="r" b="b"/>
              <a:pathLst>
                <a:path w="123" h="123">
                  <a:moveTo>
                    <a:pt x="97" y="123"/>
                  </a:moveTo>
                  <a:lnTo>
                    <a:pt x="110" y="75"/>
                  </a:lnTo>
                  <a:lnTo>
                    <a:pt x="123" y="27"/>
                  </a:lnTo>
                  <a:lnTo>
                    <a:pt x="26" y="0"/>
                  </a:lnTo>
                  <a:lnTo>
                    <a:pt x="13" y="48"/>
                  </a:lnTo>
                  <a:lnTo>
                    <a:pt x="0" y="96"/>
                  </a:lnTo>
                  <a:lnTo>
                    <a:pt x="97" y="1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47" name=""/>
            <p:cNvSpPr/>
            <p:nvPr/>
          </p:nvSpPr>
          <p:spPr>
            <a:xfrm rot="0">
              <a:off x="828" y="2836"/>
              <a:ext cx="41" cy="41"/>
            </a:xfrm>
            <a:custGeom>
              <a:avLst/>
              <a:ahLst/>
              <a:rect l="0" t="0" r="r" b="b"/>
              <a:pathLst>
                <a:path w="123" h="123">
                  <a:moveTo>
                    <a:pt x="97" y="123"/>
                  </a:moveTo>
                  <a:lnTo>
                    <a:pt x="110" y="75"/>
                  </a:lnTo>
                  <a:lnTo>
                    <a:pt x="123" y="27"/>
                  </a:lnTo>
                  <a:lnTo>
                    <a:pt x="26" y="0"/>
                  </a:lnTo>
                  <a:lnTo>
                    <a:pt x="13" y="48"/>
                  </a:lnTo>
                  <a:lnTo>
                    <a:pt x="0" y="96"/>
                  </a:lnTo>
                  <a:lnTo>
                    <a:pt x="97" y="12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48" name=""/>
            <p:cNvSpPr/>
            <p:nvPr/>
          </p:nvSpPr>
          <p:spPr>
            <a:xfrm rot="0">
              <a:off x="832" y="2836"/>
              <a:ext cx="5" cy="16"/>
            </a:xfrm>
            <a:custGeom>
              <a:avLst/>
              <a:ahLst/>
              <a:rect l="0" t="0" r="r" b="b"/>
              <a:pathLst>
                <a:path w="13" h="49">
                  <a:moveTo>
                    <a:pt x="0" y="49"/>
                  </a:moveTo>
                  <a:lnTo>
                    <a:pt x="13" y="1"/>
                  </a:lnTo>
                  <a:lnTo>
                    <a:pt x="9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49" name=""/>
            <p:cNvSpPr/>
            <p:nvPr/>
          </p:nvSpPr>
          <p:spPr>
            <a:xfrm rot="0" flipH="1" flipV="1">
              <a:off x="835" y="2836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50" name=""/>
            <p:cNvSpPr/>
            <p:nvPr/>
          </p:nvSpPr>
          <p:spPr>
            <a:xfrm rot="0">
              <a:off x="797" y="2829"/>
              <a:ext cx="38" cy="39"/>
            </a:xfrm>
            <a:custGeom>
              <a:avLst/>
              <a:ahLst/>
              <a:rect l="0" t="0" r="r" b="b"/>
              <a:pathLst>
                <a:path w="116" h="118">
                  <a:moveTo>
                    <a:pt x="98" y="118"/>
                  </a:moveTo>
                  <a:lnTo>
                    <a:pt x="107" y="69"/>
                  </a:lnTo>
                  <a:lnTo>
                    <a:pt x="116" y="20"/>
                  </a:lnTo>
                  <a:lnTo>
                    <a:pt x="18" y="0"/>
                  </a:lnTo>
                  <a:lnTo>
                    <a:pt x="9" y="50"/>
                  </a:lnTo>
                  <a:lnTo>
                    <a:pt x="0" y="99"/>
                  </a:lnTo>
                  <a:lnTo>
                    <a:pt x="98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51" name=""/>
            <p:cNvSpPr/>
            <p:nvPr/>
          </p:nvSpPr>
          <p:spPr>
            <a:xfrm rot="0">
              <a:off x="797" y="2829"/>
              <a:ext cx="38" cy="39"/>
            </a:xfrm>
            <a:custGeom>
              <a:avLst/>
              <a:ahLst/>
              <a:rect l="0" t="0" r="r" b="b"/>
              <a:pathLst>
                <a:path w="116" h="118">
                  <a:moveTo>
                    <a:pt x="98" y="118"/>
                  </a:moveTo>
                  <a:lnTo>
                    <a:pt x="107" y="69"/>
                  </a:lnTo>
                  <a:lnTo>
                    <a:pt x="116" y="20"/>
                  </a:lnTo>
                  <a:lnTo>
                    <a:pt x="18" y="0"/>
                  </a:lnTo>
                  <a:lnTo>
                    <a:pt x="9" y="50"/>
                  </a:lnTo>
                  <a:lnTo>
                    <a:pt x="0" y="99"/>
                  </a:lnTo>
                  <a:lnTo>
                    <a:pt x="98" y="1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52" name=""/>
            <p:cNvSpPr/>
            <p:nvPr/>
          </p:nvSpPr>
          <p:spPr>
            <a:xfrm rot="0">
              <a:off x="800" y="2829"/>
              <a:ext cx="3" cy="17"/>
            </a:xfrm>
            <a:custGeom>
              <a:avLst/>
              <a:ahLst/>
              <a:rect l="0" t="0" r="r" b="b"/>
              <a:pathLst>
                <a:path w="9" h="50">
                  <a:moveTo>
                    <a:pt x="0" y="50"/>
                  </a:moveTo>
                  <a:lnTo>
                    <a:pt x="9" y="0"/>
                  </a:lnTo>
                  <a:lnTo>
                    <a:pt x="5" y="0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53" name=""/>
            <p:cNvSpPr/>
            <p:nvPr/>
          </p:nvSpPr>
          <p:spPr>
            <a:xfrm rot="0" flipH="1">
              <a:off x="801" y="282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54" name=""/>
            <p:cNvSpPr/>
            <p:nvPr/>
          </p:nvSpPr>
          <p:spPr>
            <a:xfrm rot="0">
              <a:off x="764" y="2825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101" y="110"/>
                  </a:moveTo>
                  <a:lnTo>
                    <a:pt x="106" y="61"/>
                  </a:lnTo>
                  <a:lnTo>
                    <a:pt x="111" y="11"/>
                  </a:lnTo>
                  <a:lnTo>
                    <a:pt x="10" y="0"/>
                  </a:lnTo>
                  <a:lnTo>
                    <a:pt x="5" y="49"/>
                  </a:lnTo>
                  <a:lnTo>
                    <a:pt x="0" y="98"/>
                  </a:lnTo>
                  <a:lnTo>
                    <a:pt x="101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55" name=""/>
            <p:cNvSpPr/>
            <p:nvPr/>
          </p:nvSpPr>
          <p:spPr>
            <a:xfrm rot="0">
              <a:off x="764" y="2825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101" y="110"/>
                  </a:moveTo>
                  <a:lnTo>
                    <a:pt x="106" y="61"/>
                  </a:lnTo>
                  <a:lnTo>
                    <a:pt x="111" y="11"/>
                  </a:lnTo>
                  <a:lnTo>
                    <a:pt x="10" y="0"/>
                  </a:lnTo>
                  <a:lnTo>
                    <a:pt x="5" y="49"/>
                  </a:lnTo>
                  <a:lnTo>
                    <a:pt x="0" y="98"/>
                  </a:lnTo>
                  <a:lnTo>
                    <a:pt x="101" y="11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56" name=""/>
            <p:cNvSpPr/>
            <p:nvPr/>
          </p:nvSpPr>
          <p:spPr>
            <a:xfrm rot="0">
              <a:off x="766" y="2825"/>
              <a:ext cx="2" cy="17"/>
            </a:xfrm>
            <a:custGeom>
              <a:avLst/>
              <a:ahLst/>
              <a:rect l="0" t="0" r="r" b="b"/>
              <a:pathLst>
                <a:path w="5" h="49">
                  <a:moveTo>
                    <a:pt x="0" y="49"/>
                  </a:moveTo>
                  <a:lnTo>
                    <a:pt x="5" y="0"/>
                  </a:lnTo>
                  <a:lnTo>
                    <a:pt x="1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57" name=""/>
            <p:cNvSpPr/>
            <p:nvPr/>
          </p:nvSpPr>
          <p:spPr>
            <a:xfrm rot="0" flipH="1">
              <a:off x="766" y="2825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58" name=""/>
            <p:cNvSpPr/>
            <p:nvPr/>
          </p:nvSpPr>
          <p:spPr>
            <a:xfrm rot="0">
              <a:off x="732" y="2824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100" y="102"/>
                  </a:moveTo>
                  <a:lnTo>
                    <a:pt x="101" y="53"/>
                  </a:lnTo>
                  <a:lnTo>
                    <a:pt x="102" y="4"/>
                  </a:lnTo>
                  <a:lnTo>
                    <a:pt x="3" y="0"/>
                  </a:lnTo>
                  <a:lnTo>
                    <a:pt x="2" y="49"/>
                  </a:lnTo>
                  <a:lnTo>
                    <a:pt x="0" y="98"/>
                  </a:lnTo>
                  <a:lnTo>
                    <a:pt x="100" y="10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59" name=""/>
            <p:cNvSpPr/>
            <p:nvPr/>
          </p:nvSpPr>
          <p:spPr>
            <a:xfrm rot="0">
              <a:off x="732" y="2824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100" y="102"/>
                  </a:moveTo>
                  <a:lnTo>
                    <a:pt x="101" y="53"/>
                  </a:lnTo>
                  <a:lnTo>
                    <a:pt x="102" y="4"/>
                  </a:lnTo>
                  <a:lnTo>
                    <a:pt x="3" y="0"/>
                  </a:lnTo>
                  <a:lnTo>
                    <a:pt x="2" y="49"/>
                  </a:lnTo>
                  <a:lnTo>
                    <a:pt x="0" y="98"/>
                  </a:lnTo>
                  <a:lnTo>
                    <a:pt x="100" y="10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60" name=""/>
            <p:cNvSpPr/>
            <p:nvPr/>
          </p:nvSpPr>
          <p:spPr>
            <a:xfrm rot="0">
              <a:off x="732" y="2824"/>
              <a:ext cx="1" cy="16"/>
            </a:xfrm>
            <a:custGeom>
              <a:avLst/>
              <a:ahLst/>
              <a:rect l="0" t="0" r="r" b="b"/>
              <a:pathLst>
                <a:path w="3" h="49">
                  <a:moveTo>
                    <a:pt x="2" y="49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2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61" name=""/>
            <p:cNvSpPr/>
            <p:nvPr/>
          </p:nvSpPr>
          <p:spPr>
            <a:xfrm rot="0" flipH="1">
              <a:off x="732" y="282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62" name=""/>
            <p:cNvSpPr/>
            <p:nvPr/>
          </p:nvSpPr>
          <p:spPr>
            <a:xfrm rot="0">
              <a:off x="699" y="2824"/>
              <a:ext cx="34" cy="34"/>
            </a:xfrm>
            <a:custGeom>
              <a:avLst/>
              <a:ahLst/>
              <a:rect l="0" t="0" r="r" b="b"/>
              <a:pathLst>
                <a:path w="103" h="102">
                  <a:moveTo>
                    <a:pt x="103" y="98"/>
                  </a:moveTo>
                  <a:lnTo>
                    <a:pt x="102" y="49"/>
                  </a:lnTo>
                  <a:lnTo>
                    <a:pt x="100" y="0"/>
                  </a:lnTo>
                  <a:lnTo>
                    <a:pt x="0" y="4"/>
                  </a:lnTo>
                  <a:lnTo>
                    <a:pt x="1" y="53"/>
                  </a:lnTo>
                  <a:lnTo>
                    <a:pt x="2" y="102"/>
                  </a:lnTo>
                  <a:lnTo>
                    <a:pt x="103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63" name=""/>
            <p:cNvSpPr/>
            <p:nvPr/>
          </p:nvSpPr>
          <p:spPr>
            <a:xfrm rot="0">
              <a:off x="699" y="2824"/>
              <a:ext cx="34" cy="34"/>
            </a:xfrm>
            <a:custGeom>
              <a:avLst/>
              <a:ahLst/>
              <a:rect l="0" t="0" r="r" b="b"/>
              <a:pathLst>
                <a:path w="103" h="102">
                  <a:moveTo>
                    <a:pt x="103" y="98"/>
                  </a:moveTo>
                  <a:lnTo>
                    <a:pt x="102" y="49"/>
                  </a:lnTo>
                  <a:lnTo>
                    <a:pt x="100" y="0"/>
                  </a:lnTo>
                  <a:lnTo>
                    <a:pt x="0" y="4"/>
                  </a:lnTo>
                  <a:lnTo>
                    <a:pt x="1" y="53"/>
                  </a:lnTo>
                  <a:lnTo>
                    <a:pt x="2" y="102"/>
                  </a:lnTo>
                  <a:lnTo>
                    <a:pt x="103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64" name=""/>
            <p:cNvSpPr/>
            <p:nvPr/>
          </p:nvSpPr>
          <p:spPr>
            <a:xfrm rot="0">
              <a:off x="698" y="2825"/>
              <a:ext cx="1" cy="17"/>
            </a:xfrm>
            <a:custGeom>
              <a:avLst/>
              <a:ahLst/>
              <a:rect l="0" t="0" r="r" b="b"/>
              <a:pathLst>
                <a:path w="5" h="49">
                  <a:moveTo>
                    <a:pt x="5" y="49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5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65" name=""/>
            <p:cNvSpPr/>
            <p:nvPr/>
          </p:nvSpPr>
          <p:spPr>
            <a:xfrm rot="0" flipH="1">
              <a:off x="698" y="282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66" name=""/>
            <p:cNvSpPr/>
            <p:nvPr/>
          </p:nvSpPr>
          <p:spPr>
            <a:xfrm rot="0">
              <a:off x="664" y="2825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111" y="98"/>
                  </a:moveTo>
                  <a:lnTo>
                    <a:pt x="106" y="49"/>
                  </a:lnTo>
                  <a:lnTo>
                    <a:pt x="101" y="0"/>
                  </a:lnTo>
                  <a:lnTo>
                    <a:pt x="0" y="11"/>
                  </a:lnTo>
                  <a:lnTo>
                    <a:pt x="5" y="61"/>
                  </a:lnTo>
                  <a:lnTo>
                    <a:pt x="10" y="110"/>
                  </a:lnTo>
                  <a:lnTo>
                    <a:pt x="111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67" name=""/>
            <p:cNvSpPr/>
            <p:nvPr/>
          </p:nvSpPr>
          <p:spPr>
            <a:xfrm rot="0">
              <a:off x="664" y="2825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111" y="98"/>
                  </a:moveTo>
                  <a:lnTo>
                    <a:pt x="106" y="49"/>
                  </a:lnTo>
                  <a:lnTo>
                    <a:pt x="101" y="0"/>
                  </a:lnTo>
                  <a:lnTo>
                    <a:pt x="0" y="11"/>
                  </a:lnTo>
                  <a:lnTo>
                    <a:pt x="5" y="61"/>
                  </a:lnTo>
                  <a:lnTo>
                    <a:pt x="10" y="110"/>
                  </a:lnTo>
                  <a:lnTo>
                    <a:pt x="111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68" name=""/>
            <p:cNvSpPr/>
            <p:nvPr/>
          </p:nvSpPr>
          <p:spPr>
            <a:xfrm rot="0">
              <a:off x="663" y="2829"/>
              <a:ext cx="3" cy="17"/>
            </a:xfrm>
            <a:custGeom>
              <a:avLst/>
              <a:ahLst/>
              <a:rect l="0" t="0" r="r" b="b"/>
              <a:pathLst>
                <a:path w="9" h="50">
                  <a:moveTo>
                    <a:pt x="9" y="5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69" name=""/>
            <p:cNvSpPr/>
            <p:nvPr/>
          </p:nvSpPr>
          <p:spPr>
            <a:xfrm rot="0" flipH="1">
              <a:off x="663" y="282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70" name=""/>
            <p:cNvSpPr/>
            <p:nvPr/>
          </p:nvSpPr>
          <p:spPr>
            <a:xfrm rot="0">
              <a:off x="630" y="2829"/>
              <a:ext cx="39" cy="39"/>
            </a:xfrm>
            <a:custGeom>
              <a:avLst/>
              <a:ahLst/>
              <a:rect l="0" t="0" r="r" b="b"/>
              <a:pathLst>
                <a:path w="116" h="118">
                  <a:moveTo>
                    <a:pt x="116" y="99"/>
                  </a:moveTo>
                  <a:lnTo>
                    <a:pt x="107" y="50"/>
                  </a:lnTo>
                  <a:lnTo>
                    <a:pt x="98" y="0"/>
                  </a:lnTo>
                  <a:lnTo>
                    <a:pt x="0" y="20"/>
                  </a:lnTo>
                  <a:lnTo>
                    <a:pt x="9" y="69"/>
                  </a:lnTo>
                  <a:lnTo>
                    <a:pt x="18" y="118"/>
                  </a:lnTo>
                  <a:lnTo>
                    <a:pt x="116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71" name=""/>
            <p:cNvSpPr/>
            <p:nvPr/>
          </p:nvSpPr>
          <p:spPr>
            <a:xfrm rot="0">
              <a:off x="630" y="2829"/>
              <a:ext cx="39" cy="39"/>
            </a:xfrm>
            <a:custGeom>
              <a:avLst/>
              <a:ahLst/>
              <a:rect l="0" t="0" r="r" b="b"/>
              <a:pathLst>
                <a:path w="116" h="118">
                  <a:moveTo>
                    <a:pt x="116" y="99"/>
                  </a:moveTo>
                  <a:lnTo>
                    <a:pt x="107" y="50"/>
                  </a:lnTo>
                  <a:lnTo>
                    <a:pt x="98" y="0"/>
                  </a:lnTo>
                  <a:lnTo>
                    <a:pt x="0" y="20"/>
                  </a:lnTo>
                  <a:lnTo>
                    <a:pt x="9" y="69"/>
                  </a:lnTo>
                  <a:lnTo>
                    <a:pt x="18" y="118"/>
                  </a:lnTo>
                  <a:lnTo>
                    <a:pt x="116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72" name=""/>
            <p:cNvSpPr/>
            <p:nvPr/>
          </p:nvSpPr>
          <p:spPr>
            <a:xfrm rot="0">
              <a:off x="629" y="2836"/>
              <a:ext cx="4" cy="16"/>
            </a:xfrm>
            <a:custGeom>
              <a:avLst/>
              <a:ahLst/>
              <a:rect l="0" t="0" r="r" b="b"/>
              <a:pathLst>
                <a:path w="13" h="49">
                  <a:moveTo>
                    <a:pt x="13" y="49"/>
                  </a:moveTo>
                  <a:lnTo>
                    <a:pt x="4" y="0"/>
                  </a:lnTo>
                  <a:lnTo>
                    <a:pt x="0" y="1"/>
                  </a:lnTo>
                  <a:lnTo>
                    <a:pt x="13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73" name=""/>
            <p:cNvSpPr/>
            <p:nvPr/>
          </p:nvSpPr>
          <p:spPr>
            <a:xfrm rot="0" flipH="1">
              <a:off x="629" y="28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74" name=""/>
            <p:cNvSpPr/>
            <p:nvPr/>
          </p:nvSpPr>
          <p:spPr>
            <a:xfrm rot="0">
              <a:off x="596" y="2836"/>
              <a:ext cx="41" cy="41"/>
            </a:xfrm>
            <a:custGeom>
              <a:avLst/>
              <a:ahLst/>
              <a:rect l="0" t="0" r="r" b="b"/>
              <a:pathLst>
                <a:path w="123" h="123">
                  <a:moveTo>
                    <a:pt x="123" y="96"/>
                  </a:moveTo>
                  <a:lnTo>
                    <a:pt x="110" y="48"/>
                  </a:lnTo>
                  <a:lnTo>
                    <a:pt x="97" y="0"/>
                  </a:lnTo>
                  <a:lnTo>
                    <a:pt x="0" y="27"/>
                  </a:lnTo>
                  <a:lnTo>
                    <a:pt x="13" y="75"/>
                  </a:lnTo>
                  <a:lnTo>
                    <a:pt x="26" y="123"/>
                  </a:lnTo>
                  <a:lnTo>
                    <a:pt x="123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75" name=""/>
            <p:cNvSpPr/>
            <p:nvPr/>
          </p:nvSpPr>
          <p:spPr>
            <a:xfrm rot="0">
              <a:off x="596" y="2836"/>
              <a:ext cx="41" cy="41"/>
            </a:xfrm>
            <a:custGeom>
              <a:avLst/>
              <a:ahLst/>
              <a:rect l="0" t="0" r="r" b="b"/>
              <a:pathLst>
                <a:path w="123" h="123">
                  <a:moveTo>
                    <a:pt x="123" y="96"/>
                  </a:moveTo>
                  <a:lnTo>
                    <a:pt x="110" y="48"/>
                  </a:lnTo>
                  <a:lnTo>
                    <a:pt x="97" y="0"/>
                  </a:lnTo>
                  <a:lnTo>
                    <a:pt x="0" y="27"/>
                  </a:lnTo>
                  <a:lnTo>
                    <a:pt x="13" y="75"/>
                  </a:lnTo>
                  <a:lnTo>
                    <a:pt x="26" y="123"/>
                  </a:lnTo>
                  <a:lnTo>
                    <a:pt x="123" y="9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76" name=""/>
            <p:cNvSpPr/>
            <p:nvPr/>
          </p:nvSpPr>
          <p:spPr>
            <a:xfrm rot="0">
              <a:off x="595" y="2845"/>
              <a:ext cx="6" cy="16"/>
            </a:xfrm>
            <a:custGeom>
              <a:avLst/>
              <a:ahLst/>
              <a:rect l="0" t="0" r="r" b="b"/>
              <a:pathLst>
                <a:path w="17" h="48">
                  <a:moveTo>
                    <a:pt x="17" y="48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17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77" name=""/>
            <p:cNvSpPr/>
            <p:nvPr/>
          </p:nvSpPr>
          <p:spPr>
            <a:xfrm rot="0" flipH="1">
              <a:off x="595" y="28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78" name=""/>
            <p:cNvSpPr/>
            <p:nvPr/>
          </p:nvSpPr>
          <p:spPr>
            <a:xfrm rot="0">
              <a:off x="564" y="2846"/>
              <a:ext cx="42" cy="42"/>
            </a:xfrm>
            <a:custGeom>
              <a:avLst/>
              <a:ahLst/>
              <a:rect l="0" t="0" r="r" b="b"/>
              <a:pathLst>
                <a:path w="128" h="127">
                  <a:moveTo>
                    <a:pt x="128" y="92"/>
                  </a:moveTo>
                  <a:lnTo>
                    <a:pt x="111" y="46"/>
                  </a:lnTo>
                  <a:lnTo>
                    <a:pt x="94" y="0"/>
                  </a:lnTo>
                  <a:lnTo>
                    <a:pt x="0" y="34"/>
                  </a:lnTo>
                  <a:lnTo>
                    <a:pt x="17" y="81"/>
                  </a:lnTo>
                  <a:lnTo>
                    <a:pt x="34" y="127"/>
                  </a:lnTo>
                  <a:lnTo>
                    <a:pt x="128" y="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79" name=""/>
            <p:cNvSpPr/>
            <p:nvPr/>
          </p:nvSpPr>
          <p:spPr>
            <a:xfrm rot="0">
              <a:off x="564" y="2846"/>
              <a:ext cx="42" cy="42"/>
            </a:xfrm>
            <a:custGeom>
              <a:avLst/>
              <a:ahLst/>
              <a:rect l="0" t="0" r="r" b="b"/>
              <a:pathLst>
                <a:path w="128" h="127">
                  <a:moveTo>
                    <a:pt x="128" y="92"/>
                  </a:moveTo>
                  <a:lnTo>
                    <a:pt x="111" y="46"/>
                  </a:lnTo>
                  <a:lnTo>
                    <a:pt x="94" y="0"/>
                  </a:lnTo>
                  <a:lnTo>
                    <a:pt x="0" y="34"/>
                  </a:lnTo>
                  <a:lnTo>
                    <a:pt x="17" y="81"/>
                  </a:lnTo>
                  <a:lnTo>
                    <a:pt x="34" y="127"/>
                  </a:lnTo>
                  <a:lnTo>
                    <a:pt x="128" y="9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80" name=""/>
            <p:cNvSpPr/>
            <p:nvPr/>
          </p:nvSpPr>
          <p:spPr>
            <a:xfrm rot="0">
              <a:off x="562" y="2857"/>
              <a:ext cx="7" cy="16"/>
            </a:xfrm>
            <a:custGeom>
              <a:avLst/>
              <a:ahLst/>
              <a:rect l="0" t="0" r="r" b="b"/>
              <a:pathLst>
                <a:path w="21" h="47">
                  <a:moveTo>
                    <a:pt x="21" y="47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21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81" name=""/>
            <p:cNvSpPr/>
            <p:nvPr/>
          </p:nvSpPr>
          <p:spPr>
            <a:xfrm rot="0" flipH="1">
              <a:off x="562" y="2857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82" name=""/>
            <p:cNvSpPr/>
            <p:nvPr/>
          </p:nvSpPr>
          <p:spPr>
            <a:xfrm rot="0">
              <a:off x="532" y="2858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133" y="90"/>
                  </a:moveTo>
                  <a:lnTo>
                    <a:pt x="112" y="45"/>
                  </a:lnTo>
                  <a:lnTo>
                    <a:pt x="91" y="0"/>
                  </a:lnTo>
                  <a:lnTo>
                    <a:pt x="0" y="42"/>
                  </a:lnTo>
                  <a:lnTo>
                    <a:pt x="20" y="87"/>
                  </a:lnTo>
                  <a:lnTo>
                    <a:pt x="41" y="133"/>
                  </a:lnTo>
                  <a:lnTo>
                    <a:pt x="133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83" name=""/>
            <p:cNvSpPr/>
            <p:nvPr/>
          </p:nvSpPr>
          <p:spPr>
            <a:xfrm rot="0">
              <a:off x="532" y="2858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133" y="90"/>
                  </a:moveTo>
                  <a:lnTo>
                    <a:pt x="112" y="45"/>
                  </a:lnTo>
                  <a:lnTo>
                    <a:pt x="91" y="0"/>
                  </a:lnTo>
                  <a:lnTo>
                    <a:pt x="0" y="42"/>
                  </a:lnTo>
                  <a:lnTo>
                    <a:pt x="20" y="87"/>
                  </a:lnTo>
                  <a:lnTo>
                    <a:pt x="41" y="133"/>
                  </a:lnTo>
                  <a:lnTo>
                    <a:pt x="133" y="9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84" name=""/>
            <p:cNvSpPr/>
            <p:nvPr/>
          </p:nvSpPr>
          <p:spPr>
            <a:xfrm rot="0">
              <a:off x="531" y="2872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24" y="45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24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85" name=""/>
            <p:cNvSpPr/>
            <p:nvPr/>
          </p:nvSpPr>
          <p:spPr>
            <a:xfrm rot="0" flipH="1">
              <a:off x="531" y="287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86" name=""/>
            <p:cNvSpPr/>
            <p:nvPr/>
          </p:nvSpPr>
          <p:spPr>
            <a:xfrm rot="0">
              <a:off x="501" y="2872"/>
              <a:ext cx="46" cy="46"/>
            </a:xfrm>
            <a:custGeom>
              <a:avLst/>
              <a:ahLst/>
              <a:rect l="0" t="0" r="r" b="b"/>
              <a:pathLst>
                <a:path w="137" h="136">
                  <a:moveTo>
                    <a:pt x="137" y="87"/>
                  </a:moveTo>
                  <a:lnTo>
                    <a:pt x="112" y="43"/>
                  </a:lnTo>
                  <a:lnTo>
                    <a:pt x="88" y="0"/>
                  </a:lnTo>
                  <a:lnTo>
                    <a:pt x="0" y="49"/>
                  </a:lnTo>
                  <a:lnTo>
                    <a:pt x="24" y="93"/>
                  </a:lnTo>
                  <a:lnTo>
                    <a:pt x="49" y="136"/>
                  </a:lnTo>
                  <a:lnTo>
                    <a:pt x="137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87" name=""/>
            <p:cNvSpPr/>
            <p:nvPr/>
          </p:nvSpPr>
          <p:spPr>
            <a:xfrm rot="0">
              <a:off x="501" y="2872"/>
              <a:ext cx="46" cy="46"/>
            </a:xfrm>
            <a:custGeom>
              <a:avLst/>
              <a:ahLst/>
              <a:rect l="0" t="0" r="r" b="b"/>
              <a:pathLst>
                <a:path w="137" h="136">
                  <a:moveTo>
                    <a:pt x="137" y="87"/>
                  </a:moveTo>
                  <a:lnTo>
                    <a:pt x="112" y="43"/>
                  </a:lnTo>
                  <a:lnTo>
                    <a:pt x="88" y="0"/>
                  </a:lnTo>
                  <a:lnTo>
                    <a:pt x="0" y="49"/>
                  </a:lnTo>
                  <a:lnTo>
                    <a:pt x="24" y="93"/>
                  </a:lnTo>
                  <a:lnTo>
                    <a:pt x="49" y="136"/>
                  </a:lnTo>
                  <a:lnTo>
                    <a:pt x="137" y="8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88" name=""/>
            <p:cNvSpPr/>
            <p:nvPr/>
          </p:nvSpPr>
          <p:spPr>
            <a:xfrm rot="0">
              <a:off x="500" y="2889"/>
              <a:ext cx="9" cy="14"/>
            </a:xfrm>
            <a:custGeom>
              <a:avLst/>
              <a:ahLst/>
              <a:rect l="0" t="0" r="r" b="b"/>
              <a:pathLst>
                <a:path w="27" h="44">
                  <a:moveTo>
                    <a:pt x="27" y="44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7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89" name=""/>
            <p:cNvSpPr/>
            <p:nvPr/>
          </p:nvSpPr>
          <p:spPr>
            <a:xfrm rot="0" flipH="1">
              <a:off x="500" y="28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90" name=""/>
            <p:cNvSpPr/>
            <p:nvPr/>
          </p:nvSpPr>
          <p:spPr>
            <a:xfrm rot="0">
              <a:off x="473" y="2889"/>
              <a:ext cx="46" cy="46"/>
            </a:xfrm>
            <a:custGeom>
              <a:avLst/>
              <a:ahLst/>
              <a:rect l="0" t="0" r="r" b="b"/>
              <a:pathLst>
                <a:path w="137" h="138">
                  <a:moveTo>
                    <a:pt x="137" y="83"/>
                  </a:moveTo>
                  <a:lnTo>
                    <a:pt x="109" y="42"/>
                  </a:lnTo>
                  <a:lnTo>
                    <a:pt x="82" y="0"/>
                  </a:lnTo>
                  <a:lnTo>
                    <a:pt x="0" y="56"/>
                  </a:lnTo>
                  <a:lnTo>
                    <a:pt x="27" y="97"/>
                  </a:lnTo>
                  <a:lnTo>
                    <a:pt x="54" y="138"/>
                  </a:lnTo>
                  <a:lnTo>
                    <a:pt x="137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91" name=""/>
            <p:cNvSpPr/>
            <p:nvPr/>
          </p:nvSpPr>
          <p:spPr>
            <a:xfrm rot="0">
              <a:off x="473" y="2889"/>
              <a:ext cx="46" cy="46"/>
            </a:xfrm>
            <a:custGeom>
              <a:avLst/>
              <a:ahLst/>
              <a:rect l="0" t="0" r="r" b="b"/>
              <a:pathLst>
                <a:path w="137" h="138">
                  <a:moveTo>
                    <a:pt x="137" y="83"/>
                  </a:moveTo>
                  <a:lnTo>
                    <a:pt x="109" y="42"/>
                  </a:lnTo>
                  <a:lnTo>
                    <a:pt x="82" y="0"/>
                  </a:lnTo>
                  <a:lnTo>
                    <a:pt x="0" y="56"/>
                  </a:lnTo>
                  <a:lnTo>
                    <a:pt x="27" y="97"/>
                  </a:lnTo>
                  <a:lnTo>
                    <a:pt x="54" y="138"/>
                  </a:lnTo>
                  <a:lnTo>
                    <a:pt x="137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92" name=""/>
            <p:cNvSpPr/>
            <p:nvPr/>
          </p:nvSpPr>
          <p:spPr>
            <a:xfrm rot="0">
              <a:off x="472" y="2908"/>
              <a:ext cx="10" cy="14"/>
            </a:xfrm>
            <a:custGeom>
              <a:avLst/>
              <a:ahLst/>
              <a:rect l="0" t="0" r="r" b="b"/>
              <a:pathLst>
                <a:path w="31" h="41">
                  <a:moveTo>
                    <a:pt x="31" y="41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31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93" name=""/>
            <p:cNvSpPr/>
            <p:nvPr/>
          </p:nvSpPr>
          <p:spPr>
            <a:xfrm rot="0" flipH="1">
              <a:off x="472" y="290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94" name=""/>
            <p:cNvSpPr/>
            <p:nvPr/>
          </p:nvSpPr>
          <p:spPr>
            <a:xfrm rot="0">
              <a:off x="445" y="2909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141" y="78"/>
                  </a:moveTo>
                  <a:lnTo>
                    <a:pt x="110" y="39"/>
                  </a:lnTo>
                  <a:lnTo>
                    <a:pt x="79" y="0"/>
                  </a:lnTo>
                  <a:lnTo>
                    <a:pt x="0" y="64"/>
                  </a:lnTo>
                  <a:lnTo>
                    <a:pt x="31" y="102"/>
                  </a:lnTo>
                  <a:lnTo>
                    <a:pt x="62" y="141"/>
                  </a:lnTo>
                  <a:lnTo>
                    <a:pt x="141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95" name=""/>
            <p:cNvSpPr/>
            <p:nvPr/>
          </p:nvSpPr>
          <p:spPr>
            <a:xfrm rot="0">
              <a:off x="445" y="2909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141" y="78"/>
                  </a:moveTo>
                  <a:lnTo>
                    <a:pt x="110" y="39"/>
                  </a:lnTo>
                  <a:lnTo>
                    <a:pt x="79" y="0"/>
                  </a:lnTo>
                  <a:lnTo>
                    <a:pt x="0" y="64"/>
                  </a:lnTo>
                  <a:lnTo>
                    <a:pt x="31" y="102"/>
                  </a:lnTo>
                  <a:lnTo>
                    <a:pt x="62" y="141"/>
                  </a:lnTo>
                  <a:lnTo>
                    <a:pt x="141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96" name=""/>
            <p:cNvSpPr/>
            <p:nvPr/>
          </p:nvSpPr>
          <p:spPr>
            <a:xfrm rot="0">
              <a:off x="444" y="2930"/>
              <a:ext cx="12" cy="13"/>
            </a:xfrm>
            <a:custGeom>
              <a:avLst/>
              <a:ahLst/>
              <a:rect l="0" t="0" r="r" b="b"/>
              <a:pathLst>
                <a:path w="34" h="38">
                  <a:moveTo>
                    <a:pt x="34" y="38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4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97" name=""/>
            <p:cNvSpPr/>
            <p:nvPr/>
          </p:nvSpPr>
          <p:spPr>
            <a:xfrm rot="0" flipH="1">
              <a:off x="444" y="29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298" name=""/>
            <p:cNvSpPr/>
            <p:nvPr/>
          </p:nvSpPr>
          <p:spPr>
            <a:xfrm rot="0">
              <a:off x="420" y="2931"/>
              <a:ext cx="47" cy="47"/>
            </a:xfrm>
            <a:custGeom>
              <a:avLst/>
              <a:ahLst/>
              <a:rect l="0" t="0" r="r" b="b"/>
              <a:pathLst>
                <a:path w="142" h="141">
                  <a:moveTo>
                    <a:pt x="142" y="72"/>
                  </a:moveTo>
                  <a:lnTo>
                    <a:pt x="108" y="36"/>
                  </a:lnTo>
                  <a:lnTo>
                    <a:pt x="74" y="0"/>
                  </a:lnTo>
                  <a:lnTo>
                    <a:pt x="0" y="69"/>
                  </a:lnTo>
                  <a:lnTo>
                    <a:pt x="33" y="105"/>
                  </a:lnTo>
                  <a:lnTo>
                    <a:pt x="67" y="141"/>
                  </a:lnTo>
                  <a:lnTo>
                    <a:pt x="142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299" name=""/>
            <p:cNvSpPr/>
            <p:nvPr/>
          </p:nvSpPr>
          <p:spPr>
            <a:xfrm rot="0">
              <a:off x="420" y="2931"/>
              <a:ext cx="47" cy="47"/>
            </a:xfrm>
            <a:custGeom>
              <a:avLst/>
              <a:ahLst/>
              <a:rect l="0" t="0" r="r" b="b"/>
              <a:pathLst>
                <a:path w="142" h="141">
                  <a:moveTo>
                    <a:pt x="142" y="72"/>
                  </a:moveTo>
                  <a:lnTo>
                    <a:pt x="108" y="36"/>
                  </a:lnTo>
                  <a:lnTo>
                    <a:pt x="74" y="0"/>
                  </a:lnTo>
                  <a:lnTo>
                    <a:pt x="0" y="69"/>
                  </a:lnTo>
                  <a:lnTo>
                    <a:pt x="33" y="105"/>
                  </a:lnTo>
                  <a:lnTo>
                    <a:pt x="67" y="141"/>
                  </a:lnTo>
                  <a:lnTo>
                    <a:pt x="142" y="7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00" name=""/>
            <p:cNvSpPr/>
            <p:nvPr/>
          </p:nvSpPr>
          <p:spPr>
            <a:xfrm rot="0">
              <a:off x="419" y="2954"/>
              <a:ext cx="12" cy="12"/>
            </a:xfrm>
            <a:custGeom>
              <a:avLst/>
              <a:ahLst/>
              <a:rect l="0" t="0" r="r" b="b"/>
              <a:pathLst>
                <a:path w="36" h="36">
                  <a:moveTo>
                    <a:pt x="36" y="36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01" name=""/>
            <p:cNvSpPr/>
            <p:nvPr/>
          </p:nvSpPr>
          <p:spPr>
            <a:xfrm rot="0" flipH="1">
              <a:off x="419" y="295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02" name=""/>
            <p:cNvSpPr/>
            <p:nvPr/>
          </p:nvSpPr>
          <p:spPr>
            <a:xfrm rot="0">
              <a:off x="396" y="2954"/>
              <a:ext cx="47" cy="47"/>
            </a:xfrm>
            <a:custGeom>
              <a:avLst/>
              <a:ahLst/>
              <a:rect l="0" t="0" r="r" b="b"/>
              <a:pathLst>
                <a:path w="139" h="141">
                  <a:moveTo>
                    <a:pt x="139" y="67"/>
                  </a:moveTo>
                  <a:lnTo>
                    <a:pt x="103" y="34"/>
                  </a:lnTo>
                  <a:lnTo>
                    <a:pt x="67" y="0"/>
                  </a:lnTo>
                  <a:lnTo>
                    <a:pt x="0" y="74"/>
                  </a:lnTo>
                  <a:lnTo>
                    <a:pt x="36" y="107"/>
                  </a:lnTo>
                  <a:lnTo>
                    <a:pt x="72" y="141"/>
                  </a:lnTo>
                  <a:lnTo>
                    <a:pt x="13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03" name=""/>
            <p:cNvSpPr/>
            <p:nvPr/>
          </p:nvSpPr>
          <p:spPr>
            <a:xfrm rot="0">
              <a:off x="396" y="2954"/>
              <a:ext cx="47" cy="47"/>
            </a:xfrm>
            <a:custGeom>
              <a:avLst/>
              <a:ahLst/>
              <a:rect l="0" t="0" r="r" b="b"/>
              <a:pathLst>
                <a:path w="139" h="141">
                  <a:moveTo>
                    <a:pt x="139" y="67"/>
                  </a:moveTo>
                  <a:lnTo>
                    <a:pt x="103" y="34"/>
                  </a:lnTo>
                  <a:lnTo>
                    <a:pt x="67" y="0"/>
                  </a:lnTo>
                  <a:lnTo>
                    <a:pt x="0" y="74"/>
                  </a:lnTo>
                  <a:lnTo>
                    <a:pt x="36" y="107"/>
                  </a:lnTo>
                  <a:lnTo>
                    <a:pt x="72" y="141"/>
                  </a:lnTo>
                  <a:lnTo>
                    <a:pt x="139" y="6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04" name=""/>
            <p:cNvSpPr/>
            <p:nvPr/>
          </p:nvSpPr>
          <p:spPr>
            <a:xfrm rot="0">
              <a:off x="395" y="2979"/>
              <a:ext cx="13" cy="11"/>
            </a:xfrm>
            <a:custGeom>
              <a:avLst/>
              <a:ahLst/>
              <a:rect l="0" t="0" r="r" b="b"/>
              <a:pathLst>
                <a:path w="39" h="33">
                  <a:moveTo>
                    <a:pt x="39" y="3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9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05" name=""/>
            <p:cNvSpPr/>
            <p:nvPr/>
          </p:nvSpPr>
          <p:spPr>
            <a:xfrm rot="0" flipH="1">
              <a:off x="395" y="297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06" name=""/>
            <p:cNvSpPr/>
            <p:nvPr/>
          </p:nvSpPr>
          <p:spPr>
            <a:xfrm rot="0">
              <a:off x="374" y="2980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141" y="62"/>
                  </a:moveTo>
                  <a:lnTo>
                    <a:pt x="102" y="31"/>
                  </a:lnTo>
                  <a:lnTo>
                    <a:pt x="63" y="0"/>
                  </a:lnTo>
                  <a:lnTo>
                    <a:pt x="0" y="79"/>
                  </a:lnTo>
                  <a:lnTo>
                    <a:pt x="39" y="110"/>
                  </a:lnTo>
                  <a:lnTo>
                    <a:pt x="77" y="141"/>
                  </a:lnTo>
                  <a:lnTo>
                    <a:pt x="141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07" name=""/>
            <p:cNvSpPr/>
            <p:nvPr/>
          </p:nvSpPr>
          <p:spPr>
            <a:xfrm rot="0">
              <a:off x="374" y="2980"/>
              <a:ext cx="47" cy="47"/>
            </a:xfrm>
            <a:custGeom>
              <a:avLst/>
              <a:ahLst/>
              <a:rect l="0" t="0" r="r" b="b"/>
              <a:pathLst>
                <a:path w="141" h="141">
                  <a:moveTo>
                    <a:pt x="141" y="62"/>
                  </a:moveTo>
                  <a:lnTo>
                    <a:pt x="102" y="31"/>
                  </a:lnTo>
                  <a:lnTo>
                    <a:pt x="63" y="0"/>
                  </a:lnTo>
                  <a:lnTo>
                    <a:pt x="0" y="79"/>
                  </a:lnTo>
                  <a:lnTo>
                    <a:pt x="39" y="110"/>
                  </a:lnTo>
                  <a:lnTo>
                    <a:pt x="77" y="141"/>
                  </a:lnTo>
                  <a:lnTo>
                    <a:pt x="141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08" name=""/>
            <p:cNvSpPr/>
            <p:nvPr/>
          </p:nvSpPr>
          <p:spPr>
            <a:xfrm rot="0">
              <a:off x="373" y="3006"/>
              <a:ext cx="14" cy="10"/>
            </a:xfrm>
            <a:custGeom>
              <a:avLst/>
              <a:ahLst/>
              <a:rect l="0" t="0" r="r" b="b"/>
              <a:pathLst>
                <a:path w="42" h="31">
                  <a:moveTo>
                    <a:pt x="42" y="31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42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09" name=""/>
            <p:cNvSpPr/>
            <p:nvPr/>
          </p:nvSpPr>
          <p:spPr>
            <a:xfrm rot="0" flipH="1">
              <a:off x="373" y="30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10" name=""/>
            <p:cNvSpPr/>
            <p:nvPr/>
          </p:nvSpPr>
          <p:spPr>
            <a:xfrm rot="0">
              <a:off x="355" y="3007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138" y="54"/>
                  </a:moveTo>
                  <a:lnTo>
                    <a:pt x="97" y="27"/>
                  </a:lnTo>
                  <a:lnTo>
                    <a:pt x="55" y="0"/>
                  </a:lnTo>
                  <a:lnTo>
                    <a:pt x="0" y="84"/>
                  </a:lnTo>
                  <a:lnTo>
                    <a:pt x="41" y="111"/>
                  </a:lnTo>
                  <a:lnTo>
                    <a:pt x="82" y="138"/>
                  </a:lnTo>
                  <a:lnTo>
                    <a:pt x="138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11" name=""/>
            <p:cNvSpPr/>
            <p:nvPr/>
          </p:nvSpPr>
          <p:spPr>
            <a:xfrm rot="0">
              <a:off x="355" y="3007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138" y="54"/>
                  </a:moveTo>
                  <a:lnTo>
                    <a:pt x="97" y="27"/>
                  </a:lnTo>
                  <a:lnTo>
                    <a:pt x="55" y="0"/>
                  </a:lnTo>
                  <a:lnTo>
                    <a:pt x="0" y="84"/>
                  </a:lnTo>
                  <a:lnTo>
                    <a:pt x="41" y="111"/>
                  </a:lnTo>
                  <a:lnTo>
                    <a:pt x="82" y="138"/>
                  </a:lnTo>
                  <a:lnTo>
                    <a:pt x="138" y="5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12" name=""/>
            <p:cNvSpPr/>
            <p:nvPr/>
          </p:nvSpPr>
          <p:spPr>
            <a:xfrm rot="0">
              <a:off x="354" y="3035"/>
              <a:ext cx="15" cy="9"/>
            </a:xfrm>
            <a:custGeom>
              <a:avLst/>
              <a:ahLst/>
              <a:rect l="0" t="0" r="r" b="b"/>
              <a:pathLst>
                <a:path w="44" h="27">
                  <a:moveTo>
                    <a:pt x="44" y="27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44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13" name=""/>
            <p:cNvSpPr/>
            <p:nvPr/>
          </p:nvSpPr>
          <p:spPr>
            <a:xfrm rot="0" flipH="1">
              <a:off x="354" y="303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14" name=""/>
            <p:cNvSpPr/>
            <p:nvPr/>
          </p:nvSpPr>
          <p:spPr>
            <a:xfrm rot="0">
              <a:off x="338" y="3036"/>
              <a:ext cx="45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137" y="49"/>
                  </a:moveTo>
                  <a:lnTo>
                    <a:pt x="93" y="25"/>
                  </a:lnTo>
                  <a:lnTo>
                    <a:pt x="49" y="0"/>
                  </a:lnTo>
                  <a:lnTo>
                    <a:pt x="0" y="88"/>
                  </a:lnTo>
                  <a:lnTo>
                    <a:pt x="44" y="113"/>
                  </a:lnTo>
                  <a:lnTo>
                    <a:pt x="88" y="137"/>
                  </a:lnTo>
                  <a:lnTo>
                    <a:pt x="13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15" name=""/>
            <p:cNvSpPr/>
            <p:nvPr/>
          </p:nvSpPr>
          <p:spPr>
            <a:xfrm rot="0">
              <a:off x="338" y="3036"/>
              <a:ext cx="45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137" y="49"/>
                  </a:moveTo>
                  <a:lnTo>
                    <a:pt x="93" y="25"/>
                  </a:lnTo>
                  <a:lnTo>
                    <a:pt x="49" y="0"/>
                  </a:lnTo>
                  <a:lnTo>
                    <a:pt x="0" y="88"/>
                  </a:lnTo>
                  <a:lnTo>
                    <a:pt x="44" y="113"/>
                  </a:lnTo>
                  <a:lnTo>
                    <a:pt x="88" y="137"/>
                  </a:lnTo>
                  <a:lnTo>
                    <a:pt x="137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16" name=""/>
            <p:cNvSpPr/>
            <p:nvPr/>
          </p:nvSpPr>
          <p:spPr>
            <a:xfrm rot="0">
              <a:off x="337" y="3065"/>
              <a:ext cx="15" cy="9"/>
            </a:xfrm>
            <a:custGeom>
              <a:avLst/>
              <a:ahLst/>
              <a:rect l="0" t="0" r="r" b="b"/>
              <a:pathLst>
                <a:path w="45" h="25">
                  <a:moveTo>
                    <a:pt x="45" y="25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4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17" name=""/>
            <p:cNvSpPr/>
            <p:nvPr/>
          </p:nvSpPr>
          <p:spPr>
            <a:xfrm rot="0" flipH="1">
              <a:off x="337" y="3065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18" name=""/>
            <p:cNvSpPr/>
            <p:nvPr/>
          </p:nvSpPr>
          <p:spPr>
            <a:xfrm rot="0">
              <a:off x="323" y="3067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133" y="41"/>
                  </a:moveTo>
                  <a:lnTo>
                    <a:pt x="88" y="21"/>
                  </a:lnTo>
                  <a:lnTo>
                    <a:pt x="43" y="0"/>
                  </a:lnTo>
                  <a:lnTo>
                    <a:pt x="0" y="92"/>
                  </a:lnTo>
                  <a:lnTo>
                    <a:pt x="45" y="112"/>
                  </a:lnTo>
                  <a:lnTo>
                    <a:pt x="91" y="133"/>
                  </a:lnTo>
                  <a:lnTo>
                    <a:pt x="133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19" name=""/>
            <p:cNvSpPr/>
            <p:nvPr/>
          </p:nvSpPr>
          <p:spPr>
            <a:xfrm rot="0">
              <a:off x="323" y="3067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133" y="41"/>
                  </a:moveTo>
                  <a:lnTo>
                    <a:pt x="88" y="21"/>
                  </a:lnTo>
                  <a:lnTo>
                    <a:pt x="43" y="0"/>
                  </a:lnTo>
                  <a:lnTo>
                    <a:pt x="0" y="92"/>
                  </a:lnTo>
                  <a:lnTo>
                    <a:pt x="45" y="112"/>
                  </a:lnTo>
                  <a:lnTo>
                    <a:pt x="91" y="133"/>
                  </a:lnTo>
                  <a:lnTo>
                    <a:pt x="133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20" name=""/>
            <p:cNvSpPr/>
            <p:nvPr/>
          </p:nvSpPr>
          <p:spPr>
            <a:xfrm rot="0">
              <a:off x="323" y="3097"/>
              <a:ext cx="15" cy="7"/>
            </a:xfrm>
            <a:custGeom>
              <a:avLst/>
              <a:ahLst/>
              <a:rect l="0" t="0" r="r" b="b"/>
              <a:pathLst>
                <a:path w="46" h="20">
                  <a:moveTo>
                    <a:pt x="46" y="20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46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21" name=""/>
            <p:cNvSpPr/>
            <p:nvPr/>
          </p:nvSpPr>
          <p:spPr>
            <a:xfrm rot="0" flipH="1">
              <a:off x="323" y="3097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22" name=""/>
            <p:cNvSpPr/>
            <p:nvPr/>
          </p:nvSpPr>
          <p:spPr>
            <a:xfrm rot="0">
              <a:off x="311" y="3099"/>
              <a:ext cx="43" cy="42"/>
            </a:xfrm>
            <a:custGeom>
              <a:avLst/>
              <a:ahLst/>
              <a:rect l="0" t="0" r="r" b="b"/>
              <a:pathLst>
                <a:path w="127" h="127">
                  <a:moveTo>
                    <a:pt x="127" y="33"/>
                  </a:moveTo>
                  <a:lnTo>
                    <a:pt x="80" y="16"/>
                  </a:lnTo>
                  <a:lnTo>
                    <a:pt x="34" y="0"/>
                  </a:lnTo>
                  <a:lnTo>
                    <a:pt x="0" y="94"/>
                  </a:lnTo>
                  <a:lnTo>
                    <a:pt x="47" y="111"/>
                  </a:lnTo>
                  <a:lnTo>
                    <a:pt x="93" y="127"/>
                  </a:lnTo>
                  <a:lnTo>
                    <a:pt x="127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23" name=""/>
            <p:cNvSpPr/>
            <p:nvPr/>
          </p:nvSpPr>
          <p:spPr>
            <a:xfrm rot="0">
              <a:off x="311" y="3099"/>
              <a:ext cx="43" cy="42"/>
            </a:xfrm>
            <a:custGeom>
              <a:avLst/>
              <a:ahLst/>
              <a:rect l="0" t="0" r="r" b="b"/>
              <a:pathLst>
                <a:path w="127" h="127">
                  <a:moveTo>
                    <a:pt x="127" y="33"/>
                  </a:moveTo>
                  <a:lnTo>
                    <a:pt x="80" y="16"/>
                  </a:lnTo>
                  <a:lnTo>
                    <a:pt x="34" y="0"/>
                  </a:lnTo>
                  <a:lnTo>
                    <a:pt x="0" y="94"/>
                  </a:lnTo>
                  <a:lnTo>
                    <a:pt x="47" y="111"/>
                  </a:lnTo>
                  <a:lnTo>
                    <a:pt x="93" y="127"/>
                  </a:lnTo>
                  <a:lnTo>
                    <a:pt x="127" y="3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24" name=""/>
            <p:cNvSpPr/>
            <p:nvPr/>
          </p:nvSpPr>
          <p:spPr>
            <a:xfrm rot="0">
              <a:off x="311" y="3130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48" y="17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4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25" name=""/>
            <p:cNvSpPr/>
            <p:nvPr/>
          </p:nvSpPr>
          <p:spPr>
            <a:xfrm rot="0" flipH="1">
              <a:off x="311" y="313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26" name=""/>
            <p:cNvSpPr/>
            <p:nvPr/>
          </p:nvSpPr>
          <p:spPr>
            <a:xfrm rot="0">
              <a:off x="302" y="3131"/>
              <a:ext cx="41" cy="42"/>
            </a:xfrm>
            <a:custGeom>
              <a:avLst/>
              <a:ahLst/>
              <a:rect l="0" t="0" r="r" b="b"/>
              <a:pathLst>
                <a:path w="124" h="126">
                  <a:moveTo>
                    <a:pt x="124" y="29"/>
                  </a:moveTo>
                  <a:lnTo>
                    <a:pt x="76" y="15"/>
                  </a:lnTo>
                  <a:lnTo>
                    <a:pt x="28" y="0"/>
                  </a:lnTo>
                  <a:lnTo>
                    <a:pt x="0" y="97"/>
                  </a:lnTo>
                  <a:lnTo>
                    <a:pt x="48" y="111"/>
                  </a:lnTo>
                  <a:lnTo>
                    <a:pt x="95" y="126"/>
                  </a:lnTo>
                  <a:lnTo>
                    <a:pt x="12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27" name=""/>
            <p:cNvSpPr/>
            <p:nvPr/>
          </p:nvSpPr>
          <p:spPr>
            <a:xfrm rot="0">
              <a:off x="302" y="3131"/>
              <a:ext cx="41" cy="42"/>
            </a:xfrm>
            <a:custGeom>
              <a:avLst/>
              <a:ahLst/>
              <a:rect l="0" t="0" r="r" b="b"/>
              <a:pathLst>
                <a:path w="124" h="126">
                  <a:moveTo>
                    <a:pt x="124" y="29"/>
                  </a:moveTo>
                  <a:lnTo>
                    <a:pt x="76" y="15"/>
                  </a:lnTo>
                  <a:lnTo>
                    <a:pt x="28" y="0"/>
                  </a:lnTo>
                  <a:lnTo>
                    <a:pt x="0" y="97"/>
                  </a:lnTo>
                  <a:lnTo>
                    <a:pt x="48" y="111"/>
                  </a:lnTo>
                  <a:lnTo>
                    <a:pt x="95" y="126"/>
                  </a:lnTo>
                  <a:lnTo>
                    <a:pt x="124" y="2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28" name=""/>
            <p:cNvSpPr/>
            <p:nvPr/>
          </p:nvSpPr>
          <p:spPr>
            <a:xfrm rot="0">
              <a:off x="301" y="3163"/>
              <a:ext cx="17" cy="5"/>
            </a:xfrm>
            <a:custGeom>
              <a:avLst/>
              <a:ahLst/>
              <a:rect l="0" t="0" r="r" b="b"/>
              <a:pathLst>
                <a:path w="50" h="14">
                  <a:moveTo>
                    <a:pt x="50" y="14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5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29" name=""/>
            <p:cNvSpPr/>
            <p:nvPr/>
          </p:nvSpPr>
          <p:spPr>
            <a:xfrm rot="0" flipH="1">
              <a:off x="301" y="3163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30" name=""/>
            <p:cNvSpPr/>
            <p:nvPr/>
          </p:nvSpPr>
          <p:spPr>
            <a:xfrm rot="0">
              <a:off x="295" y="3165"/>
              <a:ext cx="39" cy="3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18"/>
                  </a:moveTo>
                  <a:lnTo>
                    <a:pt x="69" y="9"/>
                  </a:lnTo>
                  <a:lnTo>
                    <a:pt x="19" y="0"/>
                  </a:lnTo>
                  <a:lnTo>
                    <a:pt x="0" y="99"/>
                  </a:lnTo>
                  <a:lnTo>
                    <a:pt x="49" y="108"/>
                  </a:lnTo>
                  <a:lnTo>
                    <a:pt x="98" y="117"/>
                  </a:lnTo>
                  <a:lnTo>
                    <a:pt x="118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31" name=""/>
            <p:cNvSpPr/>
            <p:nvPr/>
          </p:nvSpPr>
          <p:spPr>
            <a:xfrm rot="0">
              <a:off x="295" y="3165"/>
              <a:ext cx="39" cy="39"/>
            </a:xfrm>
            <a:custGeom>
              <a:avLst/>
              <a:ahLst/>
              <a:rect l="0" t="0" r="r" b="b"/>
              <a:pathLst>
                <a:path w="118" h="117">
                  <a:moveTo>
                    <a:pt x="118" y="18"/>
                  </a:moveTo>
                  <a:lnTo>
                    <a:pt x="69" y="9"/>
                  </a:lnTo>
                  <a:lnTo>
                    <a:pt x="19" y="0"/>
                  </a:lnTo>
                  <a:lnTo>
                    <a:pt x="0" y="99"/>
                  </a:lnTo>
                  <a:lnTo>
                    <a:pt x="49" y="108"/>
                  </a:lnTo>
                  <a:lnTo>
                    <a:pt x="98" y="117"/>
                  </a:lnTo>
                  <a:lnTo>
                    <a:pt x="118" y="1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32" name=""/>
            <p:cNvSpPr/>
            <p:nvPr/>
          </p:nvSpPr>
          <p:spPr>
            <a:xfrm rot="0">
              <a:off x="295" y="3198"/>
              <a:ext cx="16" cy="3"/>
            </a:xfrm>
            <a:custGeom>
              <a:avLst/>
              <a:ahLst/>
              <a:rect l="0" t="0" r="r" b="b"/>
              <a:pathLst>
                <a:path w="49" h="9">
                  <a:moveTo>
                    <a:pt x="49" y="9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4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33" name=""/>
            <p:cNvSpPr/>
            <p:nvPr/>
          </p:nvSpPr>
          <p:spPr>
            <a:xfrm rot="0">
              <a:off x="295" y="31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34" name=""/>
            <p:cNvSpPr/>
            <p:nvPr/>
          </p:nvSpPr>
          <p:spPr>
            <a:xfrm rot="0">
              <a:off x="291" y="3199"/>
              <a:ext cx="36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110" y="11"/>
                  </a:moveTo>
                  <a:lnTo>
                    <a:pt x="61" y="6"/>
                  </a:lnTo>
                  <a:lnTo>
                    <a:pt x="12" y="0"/>
                  </a:lnTo>
                  <a:lnTo>
                    <a:pt x="0" y="101"/>
                  </a:lnTo>
                  <a:lnTo>
                    <a:pt x="50" y="106"/>
                  </a:lnTo>
                  <a:lnTo>
                    <a:pt x="99" y="111"/>
                  </a:lnTo>
                  <a:lnTo>
                    <a:pt x="11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35" name=""/>
            <p:cNvSpPr/>
            <p:nvPr/>
          </p:nvSpPr>
          <p:spPr>
            <a:xfrm rot="0">
              <a:off x="291" y="3199"/>
              <a:ext cx="36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110" y="11"/>
                  </a:moveTo>
                  <a:lnTo>
                    <a:pt x="61" y="6"/>
                  </a:lnTo>
                  <a:lnTo>
                    <a:pt x="12" y="0"/>
                  </a:lnTo>
                  <a:lnTo>
                    <a:pt x="0" y="101"/>
                  </a:lnTo>
                  <a:lnTo>
                    <a:pt x="50" y="106"/>
                  </a:lnTo>
                  <a:lnTo>
                    <a:pt x="99" y="111"/>
                  </a:lnTo>
                  <a:lnTo>
                    <a:pt x="110" y="1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36" name=""/>
            <p:cNvSpPr/>
            <p:nvPr/>
          </p:nvSpPr>
          <p:spPr>
            <a:xfrm rot="0">
              <a:off x="291" y="3232"/>
              <a:ext cx="16" cy="2"/>
            </a:xfrm>
            <a:custGeom>
              <a:avLst/>
              <a:ahLst/>
              <a:rect l="0" t="0" r="r" b="b"/>
              <a:pathLst>
                <a:path w="50" h="5">
                  <a:moveTo>
                    <a:pt x="50" y="5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37" name=""/>
            <p:cNvSpPr/>
            <p:nvPr/>
          </p:nvSpPr>
          <p:spPr>
            <a:xfrm rot="0">
              <a:off x="291" y="3232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38" name=""/>
            <p:cNvSpPr/>
            <p:nvPr/>
          </p:nvSpPr>
          <p:spPr>
            <a:xfrm rot="0">
              <a:off x="290" y="3234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102" y="3"/>
                  </a:moveTo>
                  <a:lnTo>
                    <a:pt x="53" y="1"/>
                  </a:lnTo>
                  <a:lnTo>
                    <a:pt x="3" y="0"/>
                  </a:lnTo>
                  <a:lnTo>
                    <a:pt x="0" y="99"/>
                  </a:lnTo>
                  <a:lnTo>
                    <a:pt x="49" y="101"/>
                  </a:lnTo>
                  <a:lnTo>
                    <a:pt x="98" y="102"/>
                  </a:lnTo>
                  <a:lnTo>
                    <a:pt x="10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39" name=""/>
            <p:cNvSpPr/>
            <p:nvPr/>
          </p:nvSpPr>
          <p:spPr>
            <a:xfrm rot="0">
              <a:off x="290" y="3234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102" y="3"/>
                  </a:moveTo>
                  <a:lnTo>
                    <a:pt x="53" y="1"/>
                  </a:lnTo>
                  <a:lnTo>
                    <a:pt x="3" y="0"/>
                  </a:lnTo>
                  <a:lnTo>
                    <a:pt x="0" y="99"/>
                  </a:lnTo>
                  <a:lnTo>
                    <a:pt x="49" y="101"/>
                  </a:lnTo>
                  <a:lnTo>
                    <a:pt x="98" y="102"/>
                  </a:lnTo>
                  <a:lnTo>
                    <a:pt x="102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40" name=""/>
            <p:cNvSpPr/>
            <p:nvPr/>
          </p:nvSpPr>
          <p:spPr>
            <a:xfrm rot="0">
              <a:off x="290" y="3267"/>
              <a:ext cx="16" cy="1"/>
            </a:xfrm>
            <a:custGeom>
              <a:avLst/>
              <a:ahLst/>
              <a:rect l="0" t="0" r="r" b="b"/>
              <a:pathLst>
                <a:path w="49" h="3">
                  <a:moveTo>
                    <a:pt x="49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4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41" name=""/>
            <p:cNvSpPr/>
            <p:nvPr/>
          </p:nvSpPr>
          <p:spPr>
            <a:xfrm rot="0">
              <a:off x="290" y="32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42" name=""/>
            <p:cNvSpPr/>
            <p:nvPr/>
          </p:nvSpPr>
          <p:spPr>
            <a:xfrm rot="0">
              <a:off x="290" y="3267"/>
              <a:ext cx="34" cy="34"/>
            </a:xfrm>
            <a:custGeom>
              <a:avLst/>
              <a:ahLst/>
              <a:rect l="0" t="0" r="r" b="b"/>
              <a:pathLst>
                <a:path w="102" h="104">
                  <a:moveTo>
                    <a:pt x="98" y="0"/>
                  </a:moveTo>
                  <a:lnTo>
                    <a:pt x="49" y="2"/>
                  </a:lnTo>
                  <a:lnTo>
                    <a:pt x="0" y="3"/>
                  </a:lnTo>
                  <a:lnTo>
                    <a:pt x="3" y="104"/>
                  </a:lnTo>
                  <a:lnTo>
                    <a:pt x="53" y="102"/>
                  </a:lnTo>
                  <a:lnTo>
                    <a:pt x="102" y="101"/>
                  </a:lnTo>
                  <a:lnTo>
                    <a:pt x="9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43" name=""/>
            <p:cNvSpPr/>
            <p:nvPr/>
          </p:nvSpPr>
          <p:spPr>
            <a:xfrm rot="0">
              <a:off x="290" y="3267"/>
              <a:ext cx="34" cy="34"/>
            </a:xfrm>
            <a:custGeom>
              <a:avLst/>
              <a:ahLst/>
              <a:rect l="0" t="0" r="r" b="b"/>
              <a:pathLst>
                <a:path w="102" h="104">
                  <a:moveTo>
                    <a:pt x="98" y="0"/>
                  </a:moveTo>
                  <a:lnTo>
                    <a:pt x="49" y="2"/>
                  </a:lnTo>
                  <a:lnTo>
                    <a:pt x="0" y="3"/>
                  </a:lnTo>
                  <a:lnTo>
                    <a:pt x="3" y="104"/>
                  </a:lnTo>
                  <a:lnTo>
                    <a:pt x="53" y="102"/>
                  </a:lnTo>
                  <a:lnTo>
                    <a:pt x="102" y="101"/>
                  </a:lnTo>
                  <a:lnTo>
                    <a:pt x="9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44" name=""/>
            <p:cNvSpPr/>
            <p:nvPr/>
          </p:nvSpPr>
          <p:spPr>
            <a:xfrm rot="0">
              <a:off x="291" y="3301"/>
              <a:ext cx="16" cy="2"/>
            </a:xfrm>
            <a:custGeom>
              <a:avLst/>
              <a:ahLst/>
              <a:rect l="0" t="0" r="r" b="b"/>
              <a:pathLst>
                <a:path w="50" h="6">
                  <a:moveTo>
                    <a:pt x="50" y="0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45" name=""/>
            <p:cNvSpPr/>
            <p:nvPr/>
          </p:nvSpPr>
          <p:spPr>
            <a:xfrm rot="0">
              <a:off x="291" y="3301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46" name=""/>
            <p:cNvSpPr/>
            <p:nvPr/>
          </p:nvSpPr>
          <p:spPr>
            <a:xfrm rot="0">
              <a:off x="291" y="3299"/>
              <a:ext cx="36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99" y="0"/>
                  </a:moveTo>
                  <a:lnTo>
                    <a:pt x="50" y="5"/>
                  </a:lnTo>
                  <a:lnTo>
                    <a:pt x="0" y="11"/>
                  </a:lnTo>
                  <a:lnTo>
                    <a:pt x="12" y="111"/>
                  </a:lnTo>
                  <a:lnTo>
                    <a:pt x="61" y="106"/>
                  </a:lnTo>
                  <a:lnTo>
                    <a:pt x="110" y="101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47" name=""/>
            <p:cNvSpPr/>
            <p:nvPr/>
          </p:nvSpPr>
          <p:spPr>
            <a:xfrm rot="0">
              <a:off x="291" y="3299"/>
              <a:ext cx="36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99" y="0"/>
                  </a:moveTo>
                  <a:lnTo>
                    <a:pt x="50" y="5"/>
                  </a:lnTo>
                  <a:lnTo>
                    <a:pt x="0" y="11"/>
                  </a:lnTo>
                  <a:lnTo>
                    <a:pt x="12" y="111"/>
                  </a:lnTo>
                  <a:lnTo>
                    <a:pt x="61" y="106"/>
                  </a:lnTo>
                  <a:lnTo>
                    <a:pt x="110" y="101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48" name=""/>
            <p:cNvSpPr/>
            <p:nvPr/>
          </p:nvSpPr>
          <p:spPr>
            <a:xfrm rot="0">
              <a:off x="295" y="3334"/>
              <a:ext cx="16" cy="3"/>
            </a:xfrm>
            <a:custGeom>
              <a:avLst/>
              <a:ahLst/>
              <a:rect l="0" t="0" r="r" b="b"/>
              <a:pathLst>
                <a:path w="49" h="9">
                  <a:moveTo>
                    <a:pt x="49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49" name=""/>
            <p:cNvSpPr/>
            <p:nvPr/>
          </p:nvSpPr>
          <p:spPr>
            <a:xfrm rot="0">
              <a:off x="295" y="3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50" name=""/>
            <p:cNvSpPr/>
            <p:nvPr/>
          </p:nvSpPr>
          <p:spPr>
            <a:xfrm rot="0">
              <a:off x="295" y="3331"/>
              <a:ext cx="39" cy="39"/>
            </a:xfrm>
            <a:custGeom>
              <a:avLst/>
              <a:ahLst/>
              <a:rect l="0" t="0" r="r" b="b"/>
              <a:pathLst>
                <a:path w="118" h="116">
                  <a:moveTo>
                    <a:pt x="98" y="0"/>
                  </a:moveTo>
                  <a:lnTo>
                    <a:pt x="49" y="9"/>
                  </a:lnTo>
                  <a:lnTo>
                    <a:pt x="0" y="18"/>
                  </a:lnTo>
                  <a:lnTo>
                    <a:pt x="19" y="116"/>
                  </a:lnTo>
                  <a:lnTo>
                    <a:pt x="69" y="107"/>
                  </a:lnTo>
                  <a:lnTo>
                    <a:pt x="118" y="98"/>
                  </a:lnTo>
                  <a:lnTo>
                    <a:pt x="9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51" name=""/>
            <p:cNvSpPr/>
            <p:nvPr/>
          </p:nvSpPr>
          <p:spPr>
            <a:xfrm rot="0">
              <a:off x="295" y="3331"/>
              <a:ext cx="39" cy="39"/>
            </a:xfrm>
            <a:custGeom>
              <a:avLst/>
              <a:ahLst/>
              <a:rect l="0" t="0" r="r" b="b"/>
              <a:pathLst>
                <a:path w="118" h="116">
                  <a:moveTo>
                    <a:pt x="98" y="0"/>
                  </a:moveTo>
                  <a:lnTo>
                    <a:pt x="49" y="9"/>
                  </a:lnTo>
                  <a:lnTo>
                    <a:pt x="0" y="18"/>
                  </a:lnTo>
                  <a:lnTo>
                    <a:pt x="19" y="116"/>
                  </a:lnTo>
                  <a:lnTo>
                    <a:pt x="69" y="107"/>
                  </a:lnTo>
                  <a:lnTo>
                    <a:pt x="118" y="98"/>
                  </a:lnTo>
                  <a:lnTo>
                    <a:pt x="9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52" name=""/>
            <p:cNvSpPr/>
            <p:nvPr/>
          </p:nvSpPr>
          <p:spPr>
            <a:xfrm rot="0">
              <a:off x="301" y="3367"/>
              <a:ext cx="17" cy="5"/>
            </a:xfrm>
            <a:custGeom>
              <a:avLst/>
              <a:ahLst/>
              <a:rect l="0" t="0" r="r" b="b"/>
              <a:pathLst>
                <a:path w="50" h="14">
                  <a:moveTo>
                    <a:pt x="50" y="0"/>
                  </a:moveTo>
                  <a:lnTo>
                    <a:pt x="0" y="9"/>
                  </a:lnTo>
                  <a:lnTo>
                    <a:pt x="2" y="14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53" name=""/>
            <p:cNvSpPr/>
            <p:nvPr/>
          </p:nvSpPr>
          <p:spPr>
            <a:xfrm rot="0">
              <a:off x="301" y="3370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54" name=""/>
            <p:cNvSpPr/>
            <p:nvPr/>
          </p:nvSpPr>
          <p:spPr>
            <a:xfrm rot="0">
              <a:off x="302" y="3362"/>
              <a:ext cx="41" cy="42"/>
            </a:xfrm>
            <a:custGeom>
              <a:avLst/>
              <a:ahLst/>
              <a:rect l="0" t="0" r="r" b="b"/>
              <a:pathLst>
                <a:path w="124" h="125">
                  <a:moveTo>
                    <a:pt x="95" y="0"/>
                  </a:moveTo>
                  <a:lnTo>
                    <a:pt x="48" y="14"/>
                  </a:lnTo>
                  <a:lnTo>
                    <a:pt x="0" y="28"/>
                  </a:lnTo>
                  <a:lnTo>
                    <a:pt x="28" y="125"/>
                  </a:lnTo>
                  <a:lnTo>
                    <a:pt x="76" y="111"/>
                  </a:lnTo>
                  <a:lnTo>
                    <a:pt x="124" y="97"/>
                  </a:lnTo>
                  <a:lnTo>
                    <a:pt x="9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55" name=""/>
            <p:cNvSpPr/>
            <p:nvPr/>
          </p:nvSpPr>
          <p:spPr>
            <a:xfrm rot="0">
              <a:off x="302" y="3362"/>
              <a:ext cx="41" cy="42"/>
            </a:xfrm>
            <a:custGeom>
              <a:avLst/>
              <a:ahLst/>
              <a:rect l="0" t="0" r="r" b="b"/>
              <a:pathLst>
                <a:path w="124" h="125">
                  <a:moveTo>
                    <a:pt x="95" y="0"/>
                  </a:moveTo>
                  <a:lnTo>
                    <a:pt x="48" y="14"/>
                  </a:lnTo>
                  <a:lnTo>
                    <a:pt x="0" y="28"/>
                  </a:lnTo>
                  <a:lnTo>
                    <a:pt x="28" y="125"/>
                  </a:lnTo>
                  <a:lnTo>
                    <a:pt x="76" y="111"/>
                  </a:lnTo>
                  <a:lnTo>
                    <a:pt x="124" y="97"/>
                  </a:lnTo>
                  <a:lnTo>
                    <a:pt x="95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56" name=""/>
            <p:cNvSpPr/>
            <p:nvPr/>
          </p:nvSpPr>
          <p:spPr>
            <a:xfrm rot="0">
              <a:off x="311" y="3399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48" y="0"/>
                  </a:moveTo>
                  <a:lnTo>
                    <a:pt x="0" y="14"/>
                  </a:lnTo>
                  <a:lnTo>
                    <a:pt x="1" y="17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57" name=""/>
            <p:cNvSpPr/>
            <p:nvPr/>
          </p:nvSpPr>
          <p:spPr>
            <a:xfrm rot="0">
              <a:off x="311" y="34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58" name=""/>
            <p:cNvSpPr/>
            <p:nvPr/>
          </p:nvSpPr>
          <p:spPr>
            <a:xfrm rot="0">
              <a:off x="311" y="3394"/>
              <a:ext cx="43" cy="42"/>
            </a:xfrm>
            <a:custGeom>
              <a:avLst/>
              <a:ahLst/>
              <a:rect l="0" t="0" r="r" b="b"/>
              <a:pathLst>
                <a:path w="127" h="128">
                  <a:moveTo>
                    <a:pt x="93" y="0"/>
                  </a:moveTo>
                  <a:lnTo>
                    <a:pt x="47" y="17"/>
                  </a:lnTo>
                  <a:lnTo>
                    <a:pt x="0" y="34"/>
                  </a:lnTo>
                  <a:lnTo>
                    <a:pt x="34" y="128"/>
                  </a:lnTo>
                  <a:lnTo>
                    <a:pt x="80" y="111"/>
                  </a:lnTo>
                  <a:lnTo>
                    <a:pt x="127" y="94"/>
                  </a:lnTo>
                  <a:lnTo>
                    <a:pt x="9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59" name=""/>
            <p:cNvSpPr/>
            <p:nvPr/>
          </p:nvSpPr>
          <p:spPr>
            <a:xfrm rot="0">
              <a:off x="311" y="3394"/>
              <a:ext cx="43" cy="42"/>
            </a:xfrm>
            <a:custGeom>
              <a:avLst/>
              <a:ahLst/>
              <a:rect l="0" t="0" r="r" b="b"/>
              <a:pathLst>
                <a:path w="127" h="128">
                  <a:moveTo>
                    <a:pt x="93" y="0"/>
                  </a:moveTo>
                  <a:lnTo>
                    <a:pt x="47" y="17"/>
                  </a:lnTo>
                  <a:lnTo>
                    <a:pt x="0" y="34"/>
                  </a:lnTo>
                  <a:lnTo>
                    <a:pt x="34" y="128"/>
                  </a:lnTo>
                  <a:lnTo>
                    <a:pt x="80" y="111"/>
                  </a:lnTo>
                  <a:lnTo>
                    <a:pt x="127" y="94"/>
                  </a:lnTo>
                  <a:lnTo>
                    <a:pt x="93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60" name=""/>
            <p:cNvSpPr/>
            <p:nvPr/>
          </p:nvSpPr>
          <p:spPr>
            <a:xfrm rot="0">
              <a:off x="323" y="3431"/>
              <a:ext cx="15" cy="7"/>
            </a:xfrm>
            <a:custGeom>
              <a:avLst/>
              <a:ahLst/>
              <a:rect l="0" t="0" r="r" b="b"/>
              <a:pathLst>
                <a:path w="46" h="21">
                  <a:moveTo>
                    <a:pt x="46" y="0"/>
                  </a:moveTo>
                  <a:lnTo>
                    <a:pt x="0" y="17"/>
                  </a:lnTo>
                  <a:lnTo>
                    <a:pt x="1" y="21"/>
                  </a:lnTo>
                  <a:lnTo>
                    <a:pt x="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61" name=""/>
            <p:cNvSpPr/>
            <p:nvPr/>
          </p:nvSpPr>
          <p:spPr>
            <a:xfrm rot="0">
              <a:off x="323" y="3436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62" name=""/>
            <p:cNvSpPr/>
            <p:nvPr/>
          </p:nvSpPr>
          <p:spPr>
            <a:xfrm rot="0">
              <a:off x="323" y="3424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91" y="0"/>
                  </a:moveTo>
                  <a:lnTo>
                    <a:pt x="45" y="20"/>
                  </a:lnTo>
                  <a:lnTo>
                    <a:pt x="0" y="41"/>
                  </a:lnTo>
                  <a:lnTo>
                    <a:pt x="43" y="133"/>
                  </a:lnTo>
                  <a:lnTo>
                    <a:pt x="88" y="112"/>
                  </a:lnTo>
                  <a:lnTo>
                    <a:pt x="133" y="91"/>
                  </a:lnTo>
                  <a:lnTo>
                    <a:pt x="9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63" name=""/>
            <p:cNvSpPr/>
            <p:nvPr/>
          </p:nvSpPr>
          <p:spPr>
            <a:xfrm rot="0">
              <a:off x="323" y="3424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91" y="0"/>
                  </a:moveTo>
                  <a:lnTo>
                    <a:pt x="45" y="20"/>
                  </a:lnTo>
                  <a:lnTo>
                    <a:pt x="0" y="41"/>
                  </a:lnTo>
                  <a:lnTo>
                    <a:pt x="43" y="133"/>
                  </a:lnTo>
                  <a:lnTo>
                    <a:pt x="88" y="112"/>
                  </a:lnTo>
                  <a:lnTo>
                    <a:pt x="133" y="91"/>
                  </a:lnTo>
                  <a:lnTo>
                    <a:pt x="9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64" name=""/>
            <p:cNvSpPr/>
            <p:nvPr/>
          </p:nvSpPr>
          <p:spPr>
            <a:xfrm rot="0">
              <a:off x="337" y="3461"/>
              <a:ext cx="15" cy="8"/>
            </a:xfrm>
            <a:custGeom>
              <a:avLst/>
              <a:ahLst/>
              <a:rect l="0" t="0" r="r" b="b"/>
              <a:pathLst>
                <a:path w="45" h="24">
                  <a:moveTo>
                    <a:pt x="45" y="0"/>
                  </a:moveTo>
                  <a:lnTo>
                    <a:pt x="0" y="21"/>
                  </a:lnTo>
                  <a:lnTo>
                    <a:pt x="1" y="24"/>
                  </a:ln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65" name=""/>
            <p:cNvSpPr/>
            <p:nvPr/>
          </p:nvSpPr>
          <p:spPr>
            <a:xfrm rot="0">
              <a:off x="337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66" name=""/>
            <p:cNvSpPr/>
            <p:nvPr/>
          </p:nvSpPr>
          <p:spPr>
            <a:xfrm rot="0">
              <a:off x="338" y="3453"/>
              <a:ext cx="45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88" y="0"/>
                  </a:moveTo>
                  <a:lnTo>
                    <a:pt x="44" y="25"/>
                  </a:lnTo>
                  <a:lnTo>
                    <a:pt x="0" y="49"/>
                  </a:lnTo>
                  <a:lnTo>
                    <a:pt x="49" y="137"/>
                  </a:lnTo>
                  <a:lnTo>
                    <a:pt x="93" y="113"/>
                  </a:lnTo>
                  <a:lnTo>
                    <a:pt x="137" y="88"/>
                  </a:lnTo>
                  <a:lnTo>
                    <a:pt x="8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67" name=""/>
            <p:cNvSpPr/>
            <p:nvPr/>
          </p:nvSpPr>
          <p:spPr>
            <a:xfrm rot="0">
              <a:off x="338" y="3453"/>
              <a:ext cx="45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88" y="0"/>
                  </a:moveTo>
                  <a:lnTo>
                    <a:pt x="44" y="25"/>
                  </a:lnTo>
                  <a:lnTo>
                    <a:pt x="0" y="49"/>
                  </a:lnTo>
                  <a:lnTo>
                    <a:pt x="49" y="137"/>
                  </a:lnTo>
                  <a:lnTo>
                    <a:pt x="93" y="113"/>
                  </a:lnTo>
                  <a:lnTo>
                    <a:pt x="137" y="88"/>
                  </a:lnTo>
                  <a:lnTo>
                    <a:pt x="8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68" name=""/>
            <p:cNvSpPr/>
            <p:nvPr/>
          </p:nvSpPr>
          <p:spPr>
            <a:xfrm rot="0">
              <a:off x="354" y="3491"/>
              <a:ext cx="15" cy="9"/>
            </a:xfrm>
            <a:custGeom>
              <a:avLst/>
              <a:ahLst/>
              <a:rect l="0" t="0" r="r" b="b"/>
              <a:pathLst>
                <a:path w="44" h="27">
                  <a:moveTo>
                    <a:pt x="44" y="0"/>
                  </a:moveTo>
                  <a:lnTo>
                    <a:pt x="0" y="24"/>
                  </a:lnTo>
                  <a:lnTo>
                    <a:pt x="3" y="27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69" name=""/>
            <p:cNvSpPr/>
            <p:nvPr/>
          </p:nvSpPr>
          <p:spPr>
            <a:xfrm rot="0">
              <a:off x="354" y="3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70" name=""/>
            <p:cNvSpPr/>
            <p:nvPr/>
          </p:nvSpPr>
          <p:spPr>
            <a:xfrm rot="0">
              <a:off x="355" y="3482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82" y="0"/>
                  </a:moveTo>
                  <a:lnTo>
                    <a:pt x="41" y="27"/>
                  </a:lnTo>
                  <a:lnTo>
                    <a:pt x="0" y="54"/>
                  </a:lnTo>
                  <a:lnTo>
                    <a:pt x="55" y="138"/>
                  </a:lnTo>
                  <a:lnTo>
                    <a:pt x="97" y="111"/>
                  </a:lnTo>
                  <a:lnTo>
                    <a:pt x="138" y="83"/>
                  </a:lnTo>
                  <a:lnTo>
                    <a:pt x="8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71" name=""/>
            <p:cNvSpPr/>
            <p:nvPr/>
          </p:nvSpPr>
          <p:spPr>
            <a:xfrm rot="0">
              <a:off x="355" y="3482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82" y="0"/>
                  </a:moveTo>
                  <a:lnTo>
                    <a:pt x="41" y="27"/>
                  </a:lnTo>
                  <a:lnTo>
                    <a:pt x="0" y="54"/>
                  </a:lnTo>
                  <a:lnTo>
                    <a:pt x="55" y="138"/>
                  </a:lnTo>
                  <a:lnTo>
                    <a:pt x="97" y="111"/>
                  </a:lnTo>
                  <a:lnTo>
                    <a:pt x="138" y="83"/>
                  </a:lnTo>
                  <a:lnTo>
                    <a:pt x="8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72" name=""/>
            <p:cNvSpPr/>
            <p:nvPr/>
          </p:nvSpPr>
          <p:spPr>
            <a:xfrm rot="0">
              <a:off x="373" y="3519"/>
              <a:ext cx="14" cy="10"/>
            </a:xfrm>
            <a:custGeom>
              <a:avLst/>
              <a:ahLst/>
              <a:rect l="0" t="0" r="r" b="b"/>
              <a:pathLst>
                <a:path w="42" h="31">
                  <a:moveTo>
                    <a:pt x="42" y="0"/>
                  </a:moveTo>
                  <a:lnTo>
                    <a:pt x="0" y="27"/>
                  </a:lnTo>
                  <a:lnTo>
                    <a:pt x="3" y="31"/>
                  </a:ln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73" name=""/>
            <p:cNvSpPr/>
            <p:nvPr/>
          </p:nvSpPr>
          <p:spPr>
            <a:xfrm rot="0">
              <a:off x="373" y="3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74" name=""/>
            <p:cNvSpPr/>
            <p:nvPr/>
          </p:nvSpPr>
          <p:spPr>
            <a:xfrm rot="0">
              <a:off x="374" y="3508"/>
              <a:ext cx="47" cy="47"/>
            </a:xfrm>
            <a:custGeom>
              <a:avLst/>
              <a:ahLst/>
              <a:rect l="0" t="0" r="r" b="b"/>
              <a:pathLst>
                <a:path w="141" h="140">
                  <a:moveTo>
                    <a:pt x="77" y="0"/>
                  </a:moveTo>
                  <a:lnTo>
                    <a:pt x="39" y="31"/>
                  </a:lnTo>
                  <a:lnTo>
                    <a:pt x="0" y="62"/>
                  </a:lnTo>
                  <a:lnTo>
                    <a:pt x="63" y="140"/>
                  </a:lnTo>
                  <a:lnTo>
                    <a:pt x="102" y="109"/>
                  </a:lnTo>
                  <a:lnTo>
                    <a:pt x="141" y="78"/>
                  </a:lnTo>
                  <a:lnTo>
                    <a:pt x="7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75" name=""/>
            <p:cNvSpPr/>
            <p:nvPr/>
          </p:nvSpPr>
          <p:spPr>
            <a:xfrm rot="0">
              <a:off x="374" y="3508"/>
              <a:ext cx="47" cy="47"/>
            </a:xfrm>
            <a:custGeom>
              <a:avLst/>
              <a:ahLst/>
              <a:rect l="0" t="0" r="r" b="b"/>
              <a:pathLst>
                <a:path w="141" h="140">
                  <a:moveTo>
                    <a:pt x="77" y="0"/>
                  </a:moveTo>
                  <a:lnTo>
                    <a:pt x="39" y="31"/>
                  </a:lnTo>
                  <a:lnTo>
                    <a:pt x="0" y="62"/>
                  </a:lnTo>
                  <a:lnTo>
                    <a:pt x="63" y="140"/>
                  </a:lnTo>
                  <a:lnTo>
                    <a:pt x="102" y="109"/>
                  </a:lnTo>
                  <a:lnTo>
                    <a:pt x="141" y="78"/>
                  </a:lnTo>
                  <a:lnTo>
                    <a:pt x="7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76" name=""/>
            <p:cNvSpPr/>
            <p:nvPr/>
          </p:nvSpPr>
          <p:spPr>
            <a:xfrm rot="0">
              <a:off x="395" y="3545"/>
              <a:ext cx="13" cy="11"/>
            </a:xfrm>
            <a:custGeom>
              <a:avLst/>
              <a:ahLst/>
              <a:rect l="0" t="0" r="r" b="b"/>
              <a:pathLst>
                <a:path w="39" h="34">
                  <a:moveTo>
                    <a:pt x="39" y="0"/>
                  </a:moveTo>
                  <a:lnTo>
                    <a:pt x="0" y="31"/>
                  </a:lnTo>
                  <a:lnTo>
                    <a:pt x="3" y="34"/>
                  </a:lnTo>
                  <a:lnTo>
                    <a:pt x="3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77" name=""/>
            <p:cNvSpPr/>
            <p:nvPr/>
          </p:nvSpPr>
          <p:spPr>
            <a:xfrm rot="0">
              <a:off x="395" y="3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78" name=""/>
            <p:cNvSpPr/>
            <p:nvPr/>
          </p:nvSpPr>
          <p:spPr>
            <a:xfrm rot="0">
              <a:off x="396" y="3534"/>
              <a:ext cx="47" cy="46"/>
            </a:xfrm>
            <a:custGeom>
              <a:avLst/>
              <a:ahLst/>
              <a:rect l="0" t="0" r="r" b="b"/>
              <a:pathLst>
                <a:path w="139" h="140">
                  <a:moveTo>
                    <a:pt x="72" y="0"/>
                  </a:moveTo>
                  <a:lnTo>
                    <a:pt x="36" y="33"/>
                  </a:lnTo>
                  <a:lnTo>
                    <a:pt x="0" y="67"/>
                  </a:lnTo>
                  <a:lnTo>
                    <a:pt x="67" y="140"/>
                  </a:lnTo>
                  <a:lnTo>
                    <a:pt x="103" y="107"/>
                  </a:lnTo>
                  <a:lnTo>
                    <a:pt x="139" y="73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79" name=""/>
            <p:cNvSpPr/>
            <p:nvPr/>
          </p:nvSpPr>
          <p:spPr>
            <a:xfrm rot="0">
              <a:off x="396" y="3534"/>
              <a:ext cx="47" cy="46"/>
            </a:xfrm>
            <a:custGeom>
              <a:avLst/>
              <a:ahLst/>
              <a:rect l="0" t="0" r="r" b="b"/>
              <a:pathLst>
                <a:path w="139" h="140">
                  <a:moveTo>
                    <a:pt x="72" y="0"/>
                  </a:moveTo>
                  <a:lnTo>
                    <a:pt x="36" y="33"/>
                  </a:lnTo>
                  <a:lnTo>
                    <a:pt x="0" y="67"/>
                  </a:lnTo>
                  <a:lnTo>
                    <a:pt x="67" y="140"/>
                  </a:lnTo>
                  <a:lnTo>
                    <a:pt x="103" y="107"/>
                  </a:lnTo>
                  <a:lnTo>
                    <a:pt x="139" y="73"/>
                  </a:lnTo>
                  <a:lnTo>
                    <a:pt x="7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80" name=""/>
            <p:cNvSpPr/>
            <p:nvPr/>
          </p:nvSpPr>
          <p:spPr>
            <a:xfrm rot="0">
              <a:off x="419" y="3569"/>
              <a:ext cx="12" cy="12"/>
            </a:xfrm>
            <a:custGeom>
              <a:avLst/>
              <a:ahLst/>
              <a:rect l="0" t="0" r="r" b="b"/>
              <a:pathLst>
                <a:path w="36" h="36">
                  <a:moveTo>
                    <a:pt x="36" y="0"/>
                  </a:moveTo>
                  <a:lnTo>
                    <a:pt x="0" y="33"/>
                  </a:lnTo>
                  <a:lnTo>
                    <a:pt x="3" y="36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81" name=""/>
            <p:cNvSpPr/>
            <p:nvPr/>
          </p:nvSpPr>
          <p:spPr>
            <a:xfrm rot="0">
              <a:off x="419" y="35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82" name=""/>
            <p:cNvSpPr/>
            <p:nvPr/>
          </p:nvSpPr>
          <p:spPr>
            <a:xfrm rot="0">
              <a:off x="420" y="3557"/>
              <a:ext cx="47" cy="47"/>
            </a:xfrm>
            <a:custGeom>
              <a:avLst/>
              <a:ahLst/>
              <a:rect l="0" t="0" r="r" b="b"/>
              <a:pathLst>
                <a:path w="142" h="140">
                  <a:moveTo>
                    <a:pt x="67" y="0"/>
                  </a:moveTo>
                  <a:lnTo>
                    <a:pt x="33" y="36"/>
                  </a:lnTo>
                  <a:lnTo>
                    <a:pt x="0" y="72"/>
                  </a:lnTo>
                  <a:lnTo>
                    <a:pt x="74" y="140"/>
                  </a:lnTo>
                  <a:lnTo>
                    <a:pt x="108" y="104"/>
                  </a:lnTo>
                  <a:lnTo>
                    <a:pt x="142" y="68"/>
                  </a:lnTo>
                  <a:lnTo>
                    <a:pt x="6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83" name=""/>
            <p:cNvSpPr/>
            <p:nvPr/>
          </p:nvSpPr>
          <p:spPr>
            <a:xfrm rot="0">
              <a:off x="420" y="3557"/>
              <a:ext cx="47" cy="47"/>
            </a:xfrm>
            <a:custGeom>
              <a:avLst/>
              <a:ahLst/>
              <a:rect l="0" t="0" r="r" b="b"/>
              <a:pathLst>
                <a:path w="142" h="140">
                  <a:moveTo>
                    <a:pt x="67" y="0"/>
                  </a:moveTo>
                  <a:lnTo>
                    <a:pt x="33" y="36"/>
                  </a:lnTo>
                  <a:lnTo>
                    <a:pt x="0" y="72"/>
                  </a:lnTo>
                  <a:lnTo>
                    <a:pt x="74" y="140"/>
                  </a:lnTo>
                  <a:lnTo>
                    <a:pt x="108" y="104"/>
                  </a:lnTo>
                  <a:lnTo>
                    <a:pt x="142" y="68"/>
                  </a:lnTo>
                  <a:lnTo>
                    <a:pt x="6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84" name=""/>
            <p:cNvSpPr/>
            <p:nvPr/>
          </p:nvSpPr>
          <p:spPr>
            <a:xfrm rot="0">
              <a:off x="444" y="3592"/>
              <a:ext cx="12" cy="13"/>
            </a:xfrm>
            <a:custGeom>
              <a:avLst/>
              <a:ahLst/>
              <a:rect l="0" t="0" r="r" b="b"/>
              <a:pathLst>
                <a:path w="34" h="39">
                  <a:moveTo>
                    <a:pt x="34" y="0"/>
                  </a:moveTo>
                  <a:lnTo>
                    <a:pt x="0" y="36"/>
                  </a:lnTo>
                  <a:lnTo>
                    <a:pt x="3" y="39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85" name=""/>
            <p:cNvSpPr/>
            <p:nvPr/>
          </p:nvSpPr>
          <p:spPr>
            <a:xfrm rot="0">
              <a:off x="444" y="3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86" name=""/>
            <p:cNvSpPr/>
            <p:nvPr/>
          </p:nvSpPr>
          <p:spPr>
            <a:xfrm rot="0">
              <a:off x="445" y="3579"/>
              <a:ext cx="47" cy="47"/>
            </a:xfrm>
            <a:custGeom>
              <a:avLst/>
              <a:ahLst/>
              <a:rect l="0" t="0" r="r" b="b"/>
              <a:pathLst>
                <a:path w="141" h="139">
                  <a:moveTo>
                    <a:pt x="62" y="0"/>
                  </a:moveTo>
                  <a:lnTo>
                    <a:pt x="31" y="38"/>
                  </a:lnTo>
                  <a:lnTo>
                    <a:pt x="0" y="77"/>
                  </a:lnTo>
                  <a:lnTo>
                    <a:pt x="79" y="139"/>
                  </a:lnTo>
                  <a:lnTo>
                    <a:pt x="110" y="100"/>
                  </a:lnTo>
                  <a:lnTo>
                    <a:pt x="141" y="62"/>
                  </a:lnTo>
                  <a:lnTo>
                    <a:pt x="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87" name=""/>
            <p:cNvSpPr/>
            <p:nvPr/>
          </p:nvSpPr>
          <p:spPr>
            <a:xfrm rot="0">
              <a:off x="445" y="3579"/>
              <a:ext cx="47" cy="47"/>
            </a:xfrm>
            <a:custGeom>
              <a:avLst/>
              <a:ahLst/>
              <a:rect l="0" t="0" r="r" b="b"/>
              <a:pathLst>
                <a:path w="141" h="139">
                  <a:moveTo>
                    <a:pt x="62" y="0"/>
                  </a:moveTo>
                  <a:lnTo>
                    <a:pt x="31" y="38"/>
                  </a:lnTo>
                  <a:lnTo>
                    <a:pt x="0" y="77"/>
                  </a:lnTo>
                  <a:lnTo>
                    <a:pt x="79" y="139"/>
                  </a:lnTo>
                  <a:lnTo>
                    <a:pt x="110" y="100"/>
                  </a:lnTo>
                  <a:lnTo>
                    <a:pt x="141" y="62"/>
                  </a:lnTo>
                  <a:lnTo>
                    <a:pt x="6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88" name=""/>
            <p:cNvSpPr/>
            <p:nvPr/>
          </p:nvSpPr>
          <p:spPr>
            <a:xfrm rot="0">
              <a:off x="472" y="3613"/>
              <a:ext cx="10" cy="14"/>
            </a:xfrm>
            <a:custGeom>
              <a:avLst/>
              <a:ahLst/>
              <a:rect l="0" t="0" r="r" b="b"/>
              <a:pathLst>
                <a:path w="31" h="42">
                  <a:moveTo>
                    <a:pt x="31" y="0"/>
                  </a:moveTo>
                  <a:lnTo>
                    <a:pt x="0" y="39"/>
                  </a:lnTo>
                  <a:lnTo>
                    <a:pt x="2" y="42"/>
                  </a:lnTo>
                  <a:lnTo>
                    <a:pt x="3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89" name=""/>
            <p:cNvSpPr/>
            <p:nvPr/>
          </p:nvSpPr>
          <p:spPr>
            <a:xfrm rot="0">
              <a:off x="472" y="36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90" name=""/>
            <p:cNvSpPr/>
            <p:nvPr/>
          </p:nvSpPr>
          <p:spPr>
            <a:xfrm rot="0">
              <a:off x="472" y="3599"/>
              <a:ext cx="47" cy="46"/>
            </a:xfrm>
            <a:custGeom>
              <a:avLst/>
              <a:ahLst/>
              <a:rect l="0" t="0" r="r" b="b"/>
              <a:pathLst>
                <a:path w="140" h="139">
                  <a:moveTo>
                    <a:pt x="57" y="0"/>
                  </a:moveTo>
                  <a:lnTo>
                    <a:pt x="29" y="41"/>
                  </a:lnTo>
                  <a:lnTo>
                    <a:pt x="0" y="83"/>
                  </a:lnTo>
                  <a:lnTo>
                    <a:pt x="83" y="139"/>
                  </a:lnTo>
                  <a:lnTo>
                    <a:pt x="111" y="98"/>
                  </a:lnTo>
                  <a:lnTo>
                    <a:pt x="140" y="57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91" name=""/>
            <p:cNvSpPr/>
            <p:nvPr/>
          </p:nvSpPr>
          <p:spPr>
            <a:xfrm rot="0">
              <a:off x="472" y="3599"/>
              <a:ext cx="47" cy="46"/>
            </a:xfrm>
            <a:custGeom>
              <a:avLst/>
              <a:ahLst/>
              <a:rect l="0" t="0" r="r" b="b"/>
              <a:pathLst>
                <a:path w="140" h="139">
                  <a:moveTo>
                    <a:pt x="57" y="0"/>
                  </a:moveTo>
                  <a:lnTo>
                    <a:pt x="29" y="41"/>
                  </a:lnTo>
                  <a:lnTo>
                    <a:pt x="0" y="83"/>
                  </a:lnTo>
                  <a:lnTo>
                    <a:pt x="83" y="139"/>
                  </a:lnTo>
                  <a:lnTo>
                    <a:pt x="111" y="98"/>
                  </a:lnTo>
                  <a:lnTo>
                    <a:pt x="140" y="57"/>
                  </a:lnTo>
                  <a:lnTo>
                    <a:pt x="57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92" name=""/>
            <p:cNvSpPr/>
            <p:nvPr/>
          </p:nvSpPr>
          <p:spPr>
            <a:xfrm rot="0">
              <a:off x="500" y="3632"/>
              <a:ext cx="9" cy="14"/>
            </a:xfrm>
            <a:custGeom>
              <a:avLst/>
              <a:ahLst/>
              <a:rect l="0" t="0" r="r" b="b"/>
              <a:pathLst>
                <a:path w="28" h="44">
                  <a:moveTo>
                    <a:pt x="28" y="0"/>
                  </a:moveTo>
                  <a:lnTo>
                    <a:pt x="0" y="41"/>
                  </a:lnTo>
                  <a:lnTo>
                    <a:pt x="4" y="44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93" name=""/>
            <p:cNvSpPr/>
            <p:nvPr/>
          </p:nvSpPr>
          <p:spPr>
            <a:xfrm rot="0">
              <a:off x="500" y="36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94" name=""/>
            <p:cNvSpPr/>
            <p:nvPr/>
          </p:nvSpPr>
          <p:spPr>
            <a:xfrm rot="0">
              <a:off x="501" y="3617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49" y="0"/>
                  </a:moveTo>
                  <a:lnTo>
                    <a:pt x="24" y="44"/>
                  </a:lnTo>
                  <a:lnTo>
                    <a:pt x="0" y="88"/>
                  </a:lnTo>
                  <a:lnTo>
                    <a:pt x="88" y="137"/>
                  </a:lnTo>
                  <a:lnTo>
                    <a:pt x="112" y="93"/>
                  </a:lnTo>
                  <a:lnTo>
                    <a:pt x="137" y="49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95" name=""/>
            <p:cNvSpPr/>
            <p:nvPr/>
          </p:nvSpPr>
          <p:spPr>
            <a:xfrm rot="0">
              <a:off x="501" y="3617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49" y="0"/>
                  </a:moveTo>
                  <a:lnTo>
                    <a:pt x="24" y="44"/>
                  </a:lnTo>
                  <a:lnTo>
                    <a:pt x="0" y="88"/>
                  </a:lnTo>
                  <a:lnTo>
                    <a:pt x="88" y="137"/>
                  </a:lnTo>
                  <a:lnTo>
                    <a:pt x="112" y="93"/>
                  </a:lnTo>
                  <a:lnTo>
                    <a:pt x="137" y="49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96" name=""/>
            <p:cNvSpPr/>
            <p:nvPr/>
          </p:nvSpPr>
          <p:spPr>
            <a:xfrm rot="0">
              <a:off x="531" y="3648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24" y="0"/>
                  </a:moveTo>
                  <a:lnTo>
                    <a:pt x="0" y="44"/>
                  </a:lnTo>
                  <a:lnTo>
                    <a:pt x="4" y="45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97" name=""/>
            <p:cNvSpPr/>
            <p:nvPr/>
          </p:nvSpPr>
          <p:spPr>
            <a:xfrm rot="0">
              <a:off x="531" y="3663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398" name=""/>
            <p:cNvSpPr/>
            <p:nvPr/>
          </p:nvSpPr>
          <p:spPr>
            <a:xfrm rot="0">
              <a:off x="532" y="3633"/>
              <a:ext cx="44" cy="44"/>
            </a:xfrm>
            <a:custGeom>
              <a:avLst/>
              <a:ahLst/>
              <a:rect l="0" t="0" r="r" b="b"/>
              <a:pathLst>
                <a:path w="133" h="132">
                  <a:moveTo>
                    <a:pt x="41" y="0"/>
                  </a:moveTo>
                  <a:lnTo>
                    <a:pt x="20" y="45"/>
                  </a:lnTo>
                  <a:lnTo>
                    <a:pt x="0" y="90"/>
                  </a:lnTo>
                  <a:lnTo>
                    <a:pt x="91" y="132"/>
                  </a:lnTo>
                  <a:lnTo>
                    <a:pt x="112" y="86"/>
                  </a:lnTo>
                  <a:lnTo>
                    <a:pt x="133" y="41"/>
                  </a:lnTo>
                  <a:lnTo>
                    <a:pt x="4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399" name=""/>
            <p:cNvSpPr/>
            <p:nvPr/>
          </p:nvSpPr>
          <p:spPr>
            <a:xfrm rot="0">
              <a:off x="532" y="3633"/>
              <a:ext cx="44" cy="44"/>
            </a:xfrm>
            <a:custGeom>
              <a:avLst/>
              <a:ahLst/>
              <a:rect l="0" t="0" r="r" b="b"/>
              <a:pathLst>
                <a:path w="133" h="132">
                  <a:moveTo>
                    <a:pt x="41" y="0"/>
                  </a:moveTo>
                  <a:lnTo>
                    <a:pt x="20" y="45"/>
                  </a:lnTo>
                  <a:lnTo>
                    <a:pt x="0" y="90"/>
                  </a:lnTo>
                  <a:lnTo>
                    <a:pt x="91" y="132"/>
                  </a:lnTo>
                  <a:lnTo>
                    <a:pt x="112" y="86"/>
                  </a:lnTo>
                  <a:lnTo>
                    <a:pt x="133" y="41"/>
                  </a:lnTo>
                  <a:lnTo>
                    <a:pt x="41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00" name=""/>
            <p:cNvSpPr/>
            <p:nvPr/>
          </p:nvSpPr>
          <p:spPr>
            <a:xfrm rot="0">
              <a:off x="562" y="3662"/>
              <a:ext cx="7" cy="15"/>
            </a:xfrm>
            <a:custGeom>
              <a:avLst/>
              <a:ahLst/>
              <a:rect l="0" t="0" r="r" b="b"/>
              <a:pathLst>
                <a:path w="21" h="47">
                  <a:moveTo>
                    <a:pt x="21" y="0"/>
                  </a:moveTo>
                  <a:lnTo>
                    <a:pt x="0" y="46"/>
                  </a:lnTo>
                  <a:lnTo>
                    <a:pt x="4" y="47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01" name=""/>
            <p:cNvSpPr/>
            <p:nvPr/>
          </p:nvSpPr>
          <p:spPr>
            <a:xfrm rot="0">
              <a:off x="562" y="3677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02" name=""/>
            <p:cNvSpPr/>
            <p:nvPr/>
          </p:nvSpPr>
          <p:spPr>
            <a:xfrm rot="0">
              <a:off x="564" y="3646"/>
              <a:ext cx="42" cy="43"/>
            </a:xfrm>
            <a:custGeom>
              <a:avLst/>
              <a:ahLst/>
              <a:rect l="0" t="0" r="r" b="b"/>
              <a:pathLst>
                <a:path w="128" h="128">
                  <a:moveTo>
                    <a:pt x="34" y="0"/>
                  </a:moveTo>
                  <a:lnTo>
                    <a:pt x="17" y="46"/>
                  </a:lnTo>
                  <a:lnTo>
                    <a:pt x="0" y="93"/>
                  </a:lnTo>
                  <a:lnTo>
                    <a:pt x="94" y="128"/>
                  </a:lnTo>
                  <a:lnTo>
                    <a:pt x="111" y="81"/>
                  </a:lnTo>
                  <a:lnTo>
                    <a:pt x="128" y="35"/>
                  </a:lnTo>
                  <a:lnTo>
                    <a:pt x="3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03" name=""/>
            <p:cNvSpPr/>
            <p:nvPr/>
          </p:nvSpPr>
          <p:spPr>
            <a:xfrm rot="0">
              <a:off x="564" y="3646"/>
              <a:ext cx="42" cy="43"/>
            </a:xfrm>
            <a:custGeom>
              <a:avLst/>
              <a:ahLst/>
              <a:rect l="0" t="0" r="r" b="b"/>
              <a:pathLst>
                <a:path w="128" h="128">
                  <a:moveTo>
                    <a:pt x="34" y="0"/>
                  </a:moveTo>
                  <a:lnTo>
                    <a:pt x="17" y="46"/>
                  </a:lnTo>
                  <a:lnTo>
                    <a:pt x="0" y="93"/>
                  </a:lnTo>
                  <a:lnTo>
                    <a:pt x="94" y="128"/>
                  </a:lnTo>
                  <a:lnTo>
                    <a:pt x="111" y="81"/>
                  </a:lnTo>
                  <a:lnTo>
                    <a:pt x="128" y="35"/>
                  </a:lnTo>
                  <a:lnTo>
                    <a:pt x="34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04" name=""/>
            <p:cNvSpPr/>
            <p:nvPr/>
          </p:nvSpPr>
          <p:spPr>
            <a:xfrm rot="0">
              <a:off x="595" y="3673"/>
              <a:ext cx="6" cy="16"/>
            </a:xfrm>
            <a:custGeom>
              <a:avLst/>
              <a:ahLst/>
              <a:rect l="0" t="0" r="r" b="b"/>
              <a:pathLst>
                <a:path w="17" h="48">
                  <a:moveTo>
                    <a:pt x="17" y="0"/>
                  </a:moveTo>
                  <a:lnTo>
                    <a:pt x="0" y="47"/>
                  </a:lnTo>
                  <a:lnTo>
                    <a:pt x="3" y="48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05" name=""/>
            <p:cNvSpPr/>
            <p:nvPr/>
          </p:nvSpPr>
          <p:spPr>
            <a:xfrm rot="0">
              <a:off x="595" y="3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06" name=""/>
            <p:cNvSpPr/>
            <p:nvPr/>
          </p:nvSpPr>
          <p:spPr>
            <a:xfrm rot="0">
              <a:off x="596" y="3658"/>
              <a:ext cx="42" cy="41"/>
            </a:xfrm>
            <a:custGeom>
              <a:avLst/>
              <a:ahLst/>
              <a:rect l="0" t="0" r="r" b="b"/>
              <a:pathLst>
                <a:path w="125" h="123">
                  <a:moveTo>
                    <a:pt x="28" y="0"/>
                  </a:moveTo>
                  <a:lnTo>
                    <a:pt x="14" y="47"/>
                  </a:lnTo>
                  <a:lnTo>
                    <a:pt x="0" y="95"/>
                  </a:lnTo>
                  <a:lnTo>
                    <a:pt x="97" y="123"/>
                  </a:lnTo>
                  <a:lnTo>
                    <a:pt x="111" y="76"/>
                  </a:lnTo>
                  <a:lnTo>
                    <a:pt x="125" y="28"/>
                  </a:lnTo>
                  <a:lnTo>
                    <a:pt x="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07" name=""/>
            <p:cNvSpPr/>
            <p:nvPr/>
          </p:nvSpPr>
          <p:spPr>
            <a:xfrm rot="0">
              <a:off x="596" y="3658"/>
              <a:ext cx="42" cy="41"/>
            </a:xfrm>
            <a:custGeom>
              <a:avLst/>
              <a:ahLst/>
              <a:rect l="0" t="0" r="r" b="b"/>
              <a:pathLst>
                <a:path w="125" h="123">
                  <a:moveTo>
                    <a:pt x="28" y="0"/>
                  </a:moveTo>
                  <a:lnTo>
                    <a:pt x="14" y="47"/>
                  </a:lnTo>
                  <a:lnTo>
                    <a:pt x="0" y="95"/>
                  </a:lnTo>
                  <a:lnTo>
                    <a:pt x="97" y="123"/>
                  </a:lnTo>
                  <a:lnTo>
                    <a:pt x="111" y="76"/>
                  </a:lnTo>
                  <a:lnTo>
                    <a:pt x="125" y="28"/>
                  </a:lnTo>
                  <a:lnTo>
                    <a:pt x="2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08" name=""/>
            <p:cNvSpPr/>
            <p:nvPr/>
          </p:nvSpPr>
          <p:spPr>
            <a:xfrm rot="0">
              <a:off x="628" y="3683"/>
              <a:ext cx="5" cy="16"/>
            </a:xfrm>
            <a:custGeom>
              <a:avLst/>
              <a:ahLst/>
              <a:rect l="0" t="0" r="r" b="b"/>
              <a:pathLst>
                <a:path w="14" h="49">
                  <a:moveTo>
                    <a:pt x="14" y="0"/>
                  </a:moveTo>
                  <a:lnTo>
                    <a:pt x="0" y="47"/>
                  </a:lnTo>
                  <a:lnTo>
                    <a:pt x="5" y="49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09" name=""/>
            <p:cNvSpPr/>
            <p:nvPr/>
          </p:nvSpPr>
          <p:spPr>
            <a:xfrm rot="0">
              <a:off x="628" y="369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10" name=""/>
            <p:cNvSpPr/>
            <p:nvPr/>
          </p:nvSpPr>
          <p:spPr>
            <a:xfrm rot="0">
              <a:off x="630" y="3667"/>
              <a:ext cx="39" cy="39"/>
            </a:xfrm>
            <a:custGeom>
              <a:avLst/>
              <a:ahLst/>
              <a:rect l="0" t="0" r="r" b="b"/>
              <a:pathLst>
                <a:path w="116" h="117">
                  <a:moveTo>
                    <a:pt x="18" y="0"/>
                  </a:moveTo>
                  <a:lnTo>
                    <a:pt x="9" y="49"/>
                  </a:lnTo>
                  <a:lnTo>
                    <a:pt x="0" y="98"/>
                  </a:lnTo>
                  <a:lnTo>
                    <a:pt x="98" y="117"/>
                  </a:lnTo>
                  <a:lnTo>
                    <a:pt x="107" y="68"/>
                  </a:lnTo>
                  <a:lnTo>
                    <a:pt x="116" y="19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11" name=""/>
            <p:cNvSpPr/>
            <p:nvPr/>
          </p:nvSpPr>
          <p:spPr>
            <a:xfrm rot="0">
              <a:off x="630" y="3667"/>
              <a:ext cx="39" cy="39"/>
            </a:xfrm>
            <a:custGeom>
              <a:avLst/>
              <a:ahLst/>
              <a:rect l="0" t="0" r="r" b="b"/>
              <a:pathLst>
                <a:path w="116" h="117">
                  <a:moveTo>
                    <a:pt x="18" y="0"/>
                  </a:moveTo>
                  <a:lnTo>
                    <a:pt x="9" y="49"/>
                  </a:lnTo>
                  <a:lnTo>
                    <a:pt x="0" y="98"/>
                  </a:lnTo>
                  <a:lnTo>
                    <a:pt x="98" y="117"/>
                  </a:lnTo>
                  <a:lnTo>
                    <a:pt x="107" y="68"/>
                  </a:lnTo>
                  <a:lnTo>
                    <a:pt x="116" y="19"/>
                  </a:lnTo>
                  <a:lnTo>
                    <a:pt x="18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12" name=""/>
            <p:cNvSpPr/>
            <p:nvPr/>
          </p:nvSpPr>
          <p:spPr>
            <a:xfrm rot="0">
              <a:off x="663" y="3689"/>
              <a:ext cx="3" cy="17"/>
            </a:xfrm>
            <a:custGeom>
              <a:avLst/>
              <a:ahLst/>
              <a:rect l="0" t="0" r="r" b="b"/>
              <a:pathLst>
                <a:path w="9" h="49">
                  <a:moveTo>
                    <a:pt x="9" y="0"/>
                  </a:moveTo>
                  <a:lnTo>
                    <a:pt x="0" y="49"/>
                  </a:lnTo>
                  <a:lnTo>
                    <a:pt x="4" y="49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13" name=""/>
            <p:cNvSpPr/>
            <p:nvPr/>
          </p:nvSpPr>
          <p:spPr>
            <a:xfrm rot="0">
              <a:off x="663" y="370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14" name=""/>
            <p:cNvSpPr/>
            <p:nvPr/>
          </p:nvSpPr>
          <p:spPr>
            <a:xfrm rot="0">
              <a:off x="664" y="3673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10" y="0"/>
                  </a:moveTo>
                  <a:lnTo>
                    <a:pt x="5" y="49"/>
                  </a:lnTo>
                  <a:lnTo>
                    <a:pt x="0" y="98"/>
                  </a:lnTo>
                  <a:lnTo>
                    <a:pt x="101" y="110"/>
                  </a:lnTo>
                  <a:lnTo>
                    <a:pt x="106" y="61"/>
                  </a:lnTo>
                  <a:lnTo>
                    <a:pt x="111" y="12"/>
                  </a:lnTo>
                  <a:lnTo>
                    <a:pt x="1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15" name=""/>
            <p:cNvSpPr/>
            <p:nvPr/>
          </p:nvSpPr>
          <p:spPr>
            <a:xfrm rot="0">
              <a:off x="664" y="3673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10" y="0"/>
                  </a:moveTo>
                  <a:lnTo>
                    <a:pt x="5" y="49"/>
                  </a:lnTo>
                  <a:lnTo>
                    <a:pt x="0" y="98"/>
                  </a:lnTo>
                  <a:lnTo>
                    <a:pt x="101" y="110"/>
                  </a:lnTo>
                  <a:lnTo>
                    <a:pt x="106" y="61"/>
                  </a:lnTo>
                  <a:lnTo>
                    <a:pt x="111" y="12"/>
                  </a:lnTo>
                  <a:lnTo>
                    <a:pt x="1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16" name=""/>
            <p:cNvSpPr/>
            <p:nvPr/>
          </p:nvSpPr>
          <p:spPr>
            <a:xfrm rot="0">
              <a:off x="698" y="3693"/>
              <a:ext cx="1" cy="17"/>
            </a:xfrm>
            <a:custGeom>
              <a:avLst/>
              <a:ahLst/>
              <a:rect l="0" t="0" r="r" b="b"/>
              <a:pathLst>
                <a:path w="5" h="49">
                  <a:moveTo>
                    <a:pt x="5" y="0"/>
                  </a:moveTo>
                  <a:lnTo>
                    <a:pt x="0" y="49"/>
                  </a:lnTo>
                  <a:lnTo>
                    <a:pt x="4" y="49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17" name=""/>
            <p:cNvSpPr/>
            <p:nvPr/>
          </p:nvSpPr>
          <p:spPr>
            <a:xfrm rot="0">
              <a:off x="698" y="371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18" name=""/>
            <p:cNvSpPr/>
            <p:nvPr/>
          </p:nvSpPr>
          <p:spPr>
            <a:xfrm rot="0">
              <a:off x="699" y="3677"/>
              <a:ext cx="34" cy="34"/>
            </a:xfrm>
            <a:custGeom>
              <a:avLst/>
              <a:ahLst/>
              <a:rect l="0" t="0" r="r" b="b"/>
              <a:pathLst>
                <a:path w="103" h="102">
                  <a:moveTo>
                    <a:pt x="2" y="0"/>
                  </a:moveTo>
                  <a:lnTo>
                    <a:pt x="1" y="49"/>
                  </a:lnTo>
                  <a:lnTo>
                    <a:pt x="0" y="98"/>
                  </a:lnTo>
                  <a:lnTo>
                    <a:pt x="100" y="102"/>
                  </a:lnTo>
                  <a:lnTo>
                    <a:pt x="102" y="53"/>
                  </a:lnTo>
                  <a:lnTo>
                    <a:pt x="103" y="3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19" name=""/>
            <p:cNvSpPr/>
            <p:nvPr/>
          </p:nvSpPr>
          <p:spPr>
            <a:xfrm rot="0">
              <a:off x="699" y="3677"/>
              <a:ext cx="34" cy="34"/>
            </a:xfrm>
            <a:custGeom>
              <a:avLst/>
              <a:ahLst/>
              <a:rect l="0" t="0" r="r" b="b"/>
              <a:pathLst>
                <a:path w="103" h="102">
                  <a:moveTo>
                    <a:pt x="2" y="0"/>
                  </a:moveTo>
                  <a:lnTo>
                    <a:pt x="1" y="49"/>
                  </a:lnTo>
                  <a:lnTo>
                    <a:pt x="0" y="98"/>
                  </a:lnTo>
                  <a:lnTo>
                    <a:pt x="100" y="102"/>
                  </a:lnTo>
                  <a:lnTo>
                    <a:pt x="102" y="53"/>
                  </a:lnTo>
                  <a:lnTo>
                    <a:pt x="103" y="3"/>
                  </a:lnTo>
                  <a:lnTo>
                    <a:pt x="2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20" name=""/>
            <p:cNvSpPr/>
            <p:nvPr/>
          </p:nvSpPr>
          <p:spPr>
            <a:xfrm rot="0">
              <a:off x="732" y="3695"/>
              <a:ext cx="1" cy="16"/>
            </a:xfrm>
            <a:custGeom>
              <a:avLst/>
              <a:ahLst/>
              <a:rect l="0" t="0" r="r" b="b"/>
              <a:pathLst>
                <a:path w="3" h="49">
                  <a:moveTo>
                    <a:pt x="2" y="0"/>
                  </a:moveTo>
                  <a:lnTo>
                    <a:pt x="0" y="49"/>
                  </a:lnTo>
                  <a:lnTo>
                    <a:pt x="3" y="49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21" name=""/>
            <p:cNvSpPr/>
            <p:nvPr/>
          </p:nvSpPr>
          <p:spPr>
            <a:xfrm rot="0">
              <a:off x="732" y="371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22" name=""/>
            <p:cNvSpPr/>
            <p:nvPr/>
          </p:nvSpPr>
          <p:spPr>
            <a:xfrm rot="0">
              <a:off x="732" y="3677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0" y="3"/>
                  </a:moveTo>
                  <a:lnTo>
                    <a:pt x="2" y="53"/>
                  </a:lnTo>
                  <a:lnTo>
                    <a:pt x="3" y="102"/>
                  </a:lnTo>
                  <a:lnTo>
                    <a:pt x="102" y="98"/>
                  </a:lnTo>
                  <a:lnTo>
                    <a:pt x="101" y="49"/>
                  </a:lnTo>
                  <a:lnTo>
                    <a:pt x="100" y="0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23" name=""/>
            <p:cNvSpPr/>
            <p:nvPr/>
          </p:nvSpPr>
          <p:spPr>
            <a:xfrm rot="0">
              <a:off x="732" y="3677"/>
              <a:ext cx="34" cy="34"/>
            </a:xfrm>
            <a:custGeom>
              <a:avLst/>
              <a:ahLst/>
              <a:rect l="0" t="0" r="r" b="b"/>
              <a:pathLst>
                <a:path w="102" h="102">
                  <a:moveTo>
                    <a:pt x="0" y="3"/>
                  </a:moveTo>
                  <a:lnTo>
                    <a:pt x="2" y="53"/>
                  </a:lnTo>
                  <a:lnTo>
                    <a:pt x="3" y="102"/>
                  </a:lnTo>
                  <a:lnTo>
                    <a:pt x="102" y="98"/>
                  </a:lnTo>
                  <a:lnTo>
                    <a:pt x="101" y="49"/>
                  </a:lnTo>
                  <a:lnTo>
                    <a:pt x="100" y="0"/>
                  </a:lnTo>
                  <a:lnTo>
                    <a:pt x="0" y="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24" name=""/>
            <p:cNvSpPr/>
            <p:nvPr/>
          </p:nvSpPr>
          <p:spPr>
            <a:xfrm rot="0">
              <a:off x="766" y="3693"/>
              <a:ext cx="2" cy="17"/>
            </a:xfrm>
            <a:custGeom>
              <a:avLst/>
              <a:ahLst/>
              <a:rect l="0" t="0" r="r" b="b"/>
              <a:pathLst>
                <a:path w="5" h="49">
                  <a:moveTo>
                    <a:pt x="0" y="0"/>
                  </a:moveTo>
                  <a:lnTo>
                    <a:pt x="1" y="49"/>
                  </a:lnTo>
                  <a:lnTo>
                    <a:pt x="5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25" name=""/>
            <p:cNvSpPr/>
            <p:nvPr/>
          </p:nvSpPr>
          <p:spPr>
            <a:xfrm rot="0">
              <a:off x="766" y="3710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26" name=""/>
            <p:cNvSpPr/>
            <p:nvPr/>
          </p:nvSpPr>
          <p:spPr>
            <a:xfrm rot="0">
              <a:off x="764" y="3673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0" y="12"/>
                  </a:moveTo>
                  <a:lnTo>
                    <a:pt x="5" y="61"/>
                  </a:lnTo>
                  <a:lnTo>
                    <a:pt x="10" y="110"/>
                  </a:lnTo>
                  <a:lnTo>
                    <a:pt x="111" y="98"/>
                  </a:lnTo>
                  <a:lnTo>
                    <a:pt x="106" y="49"/>
                  </a:lnTo>
                  <a:lnTo>
                    <a:pt x="101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27" name=""/>
            <p:cNvSpPr/>
            <p:nvPr/>
          </p:nvSpPr>
          <p:spPr>
            <a:xfrm rot="0">
              <a:off x="764" y="3673"/>
              <a:ext cx="37" cy="37"/>
            </a:xfrm>
            <a:custGeom>
              <a:avLst/>
              <a:ahLst/>
              <a:rect l="0" t="0" r="r" b="b"/>
              <a:pathLst>
                <a:path w="111" h="110">
                  <a:moveTo>
                    <a:pt x="0" y="12"/>
                  </a:moveTo>
                  <a:lnTo>
                    <a:pt x="5" y="61"/>
                  </a:lnTo>
                  <a:lnTo>
                    <a:pt x="10" y="110"/>
                  </a:lnTo>
                  <a:lnTo>
                    <a:pt x="111" y="98"/>
                  </a:lnTo>
                  <a:lnTo>
                    <a:pt x="106" y="49"/>
                  </a:lnTo>
                  <a:lnTo>
                    <a:pt x="101" y="0"/>
                  </a:lnTo>
                  <a:lnTo>
                    <a:pt x="0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28" name=""/>
            <p:cNvSpPr/>
            <p:nvPr/>
          </p:nvSpPr>
          <p:spPr>
            <a:xfrm rot="0">
              <a:off x="800" y="3689"/>
              <a:ext cx="3" cy="17"/>
            </a:xfrm>
            <a:custGeom>
              <a:avLst/>
              <a:ahLst/>
              <a:rect l="0" t="0" r="r" b="b"/>
              <a:pathLst>
                <a:path w="9" h="49">
                  <a:moveTo>
                    <a:pt x="0" y="0"/>
                  </a:moveTo>
                  <a:lnTo>
                    <a:pt x="5" y="49"/>
                  </a:lnTo>
                  <a:lnTo>
                    <a:pt x="9" y="4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29" name=""/>
            <p:cNvSpPr/>
            <p:nvPr/>
          </p:nvSpPr>
          <p:spPr>
            <a:xfrm rot="0">
              <a:off x="801" y="3706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30" name=""/>
            <p:cNvSpPr/>
            <p:nvPr/>
          </p:nvSpPr>
          <p:spPr>
            <a:xfrm rot="0">
              <a:off x="797" y="3667"/>
              <a:ext cx="38" cy="39"/>
            </a:xfrm>
            <a:custGeom>
              <a:avLst/>
              <a:ahLst/>
              <a:rect l="0" t="0" r="r" b="b"/>
              <a:pathLst>
                <a:path w="116" h="117">
                  <a:moveTo>
                    <a:pt x="0" y="19"/>
                  </a:moveTo>
                  <a:lnTo>
                    <a:pt x="9" y="68"/>
                  </a:lnTo>
                  <a:lnTo>
                    <a:pt x="18" y="117"/>
                  </a:lnTo>
                  <a:lnTo>
                    <a:pt x="116" y="98"/>
                  </a:lnTo>
                  <a:lnTo>
                    <a:pt x="107" y="49"/>
                  </a:lnTo>
                  <a:lnTo>
                    <a:pt x="98" y="0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31" name=""/>
            <p:cNvSpPr/>
            <p:nvPr/>
          </p:nvSpPr>
          <p:spPr>
            <a:xfrm rot="0">
              <a:off x="797" y="3667"/>
              <a:ext cx="38" cy="39"/>
            </a:xfrm>
            <a:custGeom>
              <a:avLst/>
              <a:ahLst/>
              <a:rect l="0" t="0" r="r" b="b"/>
              <a:pathLst>
                <a:path w="116" h="117">
                  <a:moveTo>
                    <a:pt x="0" y="19"/>
                  </a:moveTo>
                  <a:lnTo>
                    <a:pt x="9" y="68"/>
                  </a:lnTo>
                  <a:lnTo>
                    <a:pt x="18" y="117"/>
                  </a:lnTo>
                  <a:lnTo>
                    <a:pt x="116" y="98"/>
                  </a:lnTo>
                  <a:lnTo>
                    <a:pt x="107" y="49"/>
                  </a:lnTo>
                  <a:lnTo>
                    <a:pt x="98" y="0"/>
                  </a:lnTo>
                  <a:lnTo>
                    <a:pt x="0" y="1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32" name=""/>
            <p:cNvSpPr/>
            <p:nvPr/>
          </p:nvSpPr>
          <p:spPr>
            <a:xfrm rot="0">
              <a:off x="832" y="3683"/>
              <a:ext cx="5" cy="16"/>
            </a:xfrm>
            <a:custGeom>
              <a:avLst/>
              <a:ahLst/>
              <a:rect l="0" t="0" r="r" b="b"/>
              <a:pathLst>
                <a:path w="14" h="49">
                  <a:moveTo>
                    <a:pt x="0" y="0"/>
                  </a:moveTo>
                  <a:lnTo>
                    <a:pt x="9" y="49"/>
                  </a:lnTo>
                  <a:lnTo>
                    <a:pt x="14" y="4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33" name=""/>
            <p:cNvSpPr/>
            <p:nvPr/>
          </p:nvSpPr>
          <p:spPr>
            <a:xfrm rot="0" flipV="1">
              <a:off x="835" y="3699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34" name=""/>
            <p:cNvSpPr/>
            <p:nvPr/>
          </p:nvSpPr>
          <p:spPr>
            <a:xfrm rot="0">
              <a:off x="828" y="3658"/>
              <a:ext cx="41" cy="41"/>
            </a:xfrm>
            <a:custGeom>
              <a:avLst/>
              <a:ahLst/>
              <a:rect l="0" t="0" r="r" b="b"/>
              <a:pathLst>
                <a:path w="125" h="123">
                  <a:moveTo>
                    <a:pt x="0" y="28"/>
                  </a:moveTo>
                  <a:lnTo>
                    <a:pt x="14" y="76"/>
                  </a:lnTo>
                  <a:lnTo>
                    <a:pt x="28" y="123"/>
                  </a:lnTo>
                  <a:lnTo>
                    <a:pt x="125" y="95"/>
                  </a:lnTo>
                  <a:lnTo>
                    <a:pt x="111" y="47"/>
                  </a:lnTo>
                  <a:lnTo>
                    <a:pt x="97" y="0"/>
                  </a:lnTo>
                  <a:lnTo>
                    <a:pt x="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35" name=""/>
            <p:cNvSpPr/>
            <p:nvPr/>
          </p:nvSpPr>
          <p:spPr>
            <a:xfrm rot="0">
              <a:off x="828" y="3658"/>
              <a:ext cx="41" cy="41"/>
            </a:xfrm>
            <a:custGeom>
              <a:avLst/>
              <a:ahLst/>
              <a:rect l="0" t="0" r="r" b="b"/>
              <a:pathLst>
                <a:path w="125" h="123">
                  <a:moveTo>
                    <a:pt x="0" y="28"/>
                  </a:moveTo>
                  <a:lnTo>
                    <a:pt x="14" y="76"/>
                  </a:lnTo>
                  <a:lnTo>
                    <a:pt x="28" y="123"/>
                  </a:lnTo>
                  <a:lnTo>
                    <a:pt x="125" y="95"/>
                  </a:lnTo>
                  <a:lnTo>
                    <a:pt x="111" y="47"/>
                  </a:lnTo>
                  <a:lnTo>
                    <a:pt x="97" y="0"/>
                  </a:lnTo>
                  <a:lnTo>
                    <a:pt x="0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36" name=""/>
            <p:cNvSpPr/>
            <p:nvPr/>
          </p:nvSpPr>
          <p:spPr>
            <a:xfrm rot="0">
              <a:off x="865" y="3673"/>
              <a:ext cx="5" cy="16"/>
            </a:xfrm>
            <a:custGeom>
              <a:avLst/>
              <a:ahLst/>
              <a:rect l="0" t="0" r="r" b="b"/>
              <a:pathLst>
                <a:path w="17" h="48">
                  <a:moveTo>
                    <a:pt x="0" y="0"/>
                  </a:moveTo>
                  <a:lnTo>
                    <a:pt x="14" y="48"/>
                  </a:lnTo>
                  <a:lnTo>
                    <a:pt x="17" y="4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37" name=""/>
            <p:cNvSpPr/>
            <p:nvPr/>
          </p:nvSpPr>
          <p:spPr>
            <a:xfrm rot="0" flipV="1">
              <a:off x="869" y="368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38" name=""/>
            <p:cNvSpPr/>
            <p:nvPr/>
          </p:nvSpPr>
          <p:spPr>
            <a:xfrm rot="0">
              <a:off x="859" y="3646"/>
              <a:ext cx="43" cy="43"/>
            </a:xfrm>
            <a:custGeom>
              <a:avLst/>
              <a:ahLst/>
              <a:rect l="0" t="0" r="r" b="b"/>
              <a:pathLst>
                <a:path w="128" h="128">
                  <a:moveTo>
                    <a:pt x="0" y="35"/>
                  </a:moveTo>
                  <a:lnTo>
                    <a:pt x="17" y="81"/>
                  </a:lnTo>
                  <a:lnTo>
                    <a:pt x="34" y="128"/>
                  </a:lnTo>
                  <a:lnTo>
                    <a:pt x="128" y="93"/>
                  </a:lnTo>
                  <a:lnTo>
                    <a:pt x="111" y="46"/>
                  </a:lnTo>
                  <a:lnTo>
                    <a:pt x="94" y="0"/>
                  </a:lnTo>
                  <a:lnTo>
                    <a:pt x="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39" name=""/>
            <p:cNvSpPr/>
            <p:nvPr/>
          </p:nvSpPr>
          <p:spPr>
            <a:xfrm rot="0">
              <a:off x="859" y="3646"/>
              <a:ext cx="43" cy="43"/>
            </a:xfrm>
            <a:custGeom>
              <a:avLst/>
              <a:ahLst/>
              <a:rect l="0" t="0" r="r" b="b"/>
              <a:pathLst>
                <a:path w="128" h="128">
                  <a:moveTo>
                    <a:pt x="0" y="35"/>
                  </a:moveTo>
                  <a:lnTo>
                    <a:pt x="17" y="81"/>
                  </a:lnTo>
                  <a:lnTo>
                    <a:pt x="34" y="128"/>
                  </a:lnTo>
                  <a:lnTo>
                    <a:pt x="128" y="93"/>
                  </a:lnTo>
                  <a:lnTo>
                    <a:pt x="111" y="46"/>
                  </a:lnTo>
                  <a:lnTo>
                    <a:pt x="94" y="0"/>
                  </a:lnTo>
                  <a:lnTo>
                    <a:pt x="0" y="3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40" name=""/>
            <p:cNvSpPr/>
            <p:nvPr/>
          </p:nvSpPr>
          <p:spPr>
            <a:xfrm rot="0">
              <a:off x="896" y="3662"/>
              <a:ext cx="7" cy="15"/>
            </a:xfrm>
            <a:custGeom>
              <a:avLst/>
              <a:ahLst/>
              <a:rect l="0" t="0" r="r" b="b"/>
              <a:pathLst>
                <a:path w="21" h="47">
                  <a:moveTo>
                    <a:pt x="0" y="0"/>
                  </a:moveTo>
                  <a:lnTo>
                    <a:pt x="17" y="47"/>
                  </a:lnTo>
                  <a:lnTo>
                    <a:pt x="21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41" name=""/>
            <p:cNvSpPr/>
            <p:nvPr/>
          </p:nvSpPr>
          <p:spPr>
            <a:xfrm rot="0" flipV="1">
              <a:off x="902" y="367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42" name=""/>
            <p:cNvSpPr/>
            <p:nvPr/>
          </p:nvSpPr>
          <p:spPr>
            <a:xfrm rot="0">
              <a:off x="889" y="3633"/>
              <a:ext cx="44" cy="44"/>
            </a:xfrm>
            <a:custGeom>
              <a:avLst/>
              <a:ahLst/>
              <a:rect l="0" t="0" r="r" b="b"/>
              <a:pathLst>
                <a:path w="133" h="132">
                  <a:moveTo>
                    <a:pt x="0" y="41"/>
                  </a:moveTo>
                  <a:lnTo>
                    <a:pt x="21" y="86"/>
                  </a:lnTo>
                  <a:lnTo>
                    <a:pt x="42" y="132"/>
                  </a:lnTo>
                  <a:lnTo>
                    <a:pt x="133" y="90"/>
                  </a:lnTo>
                  <a:lnTo>
                    <a:pt x="113" y="45"/>
                  </a:lnTo>
                  <a:lnTo>
                    <a:pt x="92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43" name=""/>
            <p:cNvSpPr/>
            <p:nvPr/>
          </p:nvSpPr>
          <p:spPr>
            <a:xfrm rot="0">
              <a:off x="889" y="3633"/>
              <a:ext cx="44" cy="44"/>
            </a:xfrm>
            <a:custGeom>
              <a:avLst/>
              <a:ahLst/>
              <a:rect l="0" t="0" r="r" b="b"/>
              <a:pathLst>
                <a:path w="133" h="132">
                  <a:moveTo>
                    <a:pt x="0" y="41"/>
                  </a:moveTo>
                  <a:lnTo>
                    <a:pt x="21" y="86"/>
                  </a:lnTo>
                  <a:lnTo>
                    <a:pt x="42" y="132"/>
                  </a:lnTo>
                  <a:lnTo>
                    <a:pt x="133" y="90"/>
                  </a:lnTo>
                  <a:lnTo>
                    <a:pt x="113" y="45"/>
                  </a:lnTo>
                  <a:lnTo>
                    <a:pt x="92" y="0"/>
                  </a:lnTo>
                  <a:lnTo>
                    <a:pt x="0" y="4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44" name=""/>
            <p:cNvSpPr/>
            <p:nvPr/>
          </p:nvSpPr>
          <p:spPr>
            <a:xfrm rot="0">
              <a:off x="927" y="3648"/>
              <a:ext cx="8" cy="15"/>
            </a:xfrm>
            <a:custGeom>
              <a:avLst/>
              <a:ahLst/>
              <a:rect l="0" t="0" r="r" b="b"/>
              <a:pathLst>
                <a:path w="24" h="45">
                  <a:moveTo>
                    <a:pt x="0" y="0"/>
                  </a:moveTo>
                  <a:lnTo>
                    <a:pt x="20" y="45"/>
                  </a:lnTo>
                  <a:lnTo>
                    <a:pt x="24" y="4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45" name=""/>
            <p:cNvSpPr/>
            <p:nvPr/>
          </p:nvSpPr>
          <p:spPr>
            <a:xfrm rot="0" flipV="1">
              <a:off x="933" y="3663"/>
              <a:ext cx="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46" name=""/>
            <p:cNvSpPr/>
            <p:nvPr/>
          </p:nvSpPr>
          <p:spPr>
            <a:xfrm rot="0">
              <a:off x="918" y="3617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0" y="49"/>
                  </a:moveTo>
                  <a:lnTo>
                    <a:pt x="25" y="93"/>
                  </a:lnTo>
                  <a:lnTo>
                    <a:pt x="49" y="137"/>
                  </a:lnTo>
                  <a:lnTo>
                    <a:pt x="137" y="88"/>
                  </a:lnTo>
                  <a:lnTo>
                    <a:pt x="113" y="44"/>
                  </a:lnTo>
                  <a:lnTo>
                    <a:pt x="88" y="0"/>
                  </a:lnTo>
                  <a:lnTo>
                    <a:pt x="0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47" name=""/>
            <p:cNvSpPr/>
            <p:nvPr/>
          </p:nvSpPr>
          <p:spPr>
            <a:xfrm rot="0">
              <a:off x="918" y="3617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0" y="49"/>
                  </a:moveTo>
                  <a:lnTo>
                    <a:pt x="25" y="93"/>
                  </a:lnTo>
                  <a:lnTo>
                    <a:pt x="49" y="137"/>
                  </a:lnTo>
                  <a:lnTo>
                    <a:pt x="137" y="88"/>
                  </a:lnTo>
                  <a:lnTo>
                    <a:pt x="113" y="44"/>
                  </a:lnTo>
                  <a:lnTo>
                    <a:pt x="88" y="0"/>
                  </a:lnTo>
                  <a:lnTo>
                    <a:pt x="0" y="4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48" name=""/>
            <p:cNvSpPr/>
            <p:nvPr/>
          </p:nvSpPr>
          <p:spPr>
            <a:xfrm rot="0">
              <a:off x="956" y="3632"/>
              <a:ext cx="9" cy="14"/>
            </a:xfrm>
            <a:custGeom>
              <a:avLst/>
              <a:ahLst/>
              <a:rect l="0" t="0" r="r" b="b"/>
              <a:pathLst>
                <a:path w="28" h="44">
                  <a:moveTo>
                    <a:pt x="0" y="0"/>
                  </a:moveTo>
                  <a:lnTo>
                    <a:pt x="24" y="44"/>
                  </a:lnTo>
                  <a:lnTo>
                    <a:pt x="28" y="4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49" name=""/>
            <p:cNvSpPr/>
            <p:nvPr/>
          </p:nvSpPr>
          <p:spPr>
            <a:xfrm rot="0" flipV="1">
              <a:off x="964" y="364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50" name=""/>
            <p:cNvSpPr/>
            <p:nvPr/>
          </p:nvSpPr>
          <p:spPr>
            <a:xfrm rot="0">
              <a:off x="946" y="3599"/>
              <a:ext cx="47" cy="46"/>
            </a:xfrm>
            <a:custGeom>
              <a:avLst/>
              <a:ahLst/>
              <a:rect l="0" t="0" r="r" b="b"/>
              <a:pathLst>
                <a:path w="140" h="139">
                  <a:moveTo>
                    <a:pt x="0" y="57"/>
                  </a:moveTo>
                  <a:lnTo>
                    <a:pt x="29" y="98"/>
                  </a:lnTo>
                  <a:lnTo>
                    <a:pt x="57" y="139"/>
                  </a:lnTo>
                  <a:lnTo>
                    <a:pt x="140" y="83"/>
                  </a:lnTo>
                  <a:lnTo>
                    <a:pt x="111" y="41"/>
                  </a:lnTo>
                  <a:lnTo>
                    <a:pt x="83" y="0"/>
                  </a:lnTo>
                  <a:lnTo>
                    <a:pt x="0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51" name=""/>
            <p:cNvSpPr/>
            <p:nvPr/>
          </p:nvSpPr>
          <p:spPr>
            <a:xfrm rot="0">
              <a:off x="946" y="3599"/>
              <a:ext cx="47" cy="46"/>
            </a:xfrm>
            <a:custGeom>
              <a:avLst/>
              <a:ahLst/>
              <a:rect l="0" t="0" r="r" b="b"/>
              <a:pathLst>
                <a:path w="140" h="139">
                  <a:moveTo>
                    <a:pt x="0" y="57"/>
                  </a:moveTo>
                  <a:lnTo>
                    <a:pt x="29" y="98"/>
                  </a:lnTo>
                  <a:lnTo>
                    <a:pt x="57" y="139"/>
                  </a:lnTo>
                  <a:lnTo>
                    <a:pt x="140" y="83"/>
                  </a:lnTo>
                  <a:lnTo>
                    <a:pt x="111" y="41"/>
                  </a:lnTo>
                  <a:lnTo>
                    <a:pt x="83" y="0"/>
                  </a:lnTo>
                  <a:lnTo>
                    <a:pt x="0" y="5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52" name=""/>
            <p:cNvSpPr/>
            <p:nvPr/>
          </p:nvSpPr>
          <p:spPr>
            <a:xfrm rot="0">
              <a:off x="983" y="3613"/>
              <a:ext cx="11" cy="14"/>
            </a:xfrm>
            <a:custGeom>
              <a:avLst/>
              <a:ahLst/>
              <a:rect l="0" t="0" r="r" b="b"/>
              <a:pathLst>
                <a:path w="31" h="42">
                  <a:moveTo>
                    <a:pt x="0" y="0"/>
                  </a:moveTo>
                  <a:lnTo>
                    <a:pt x="29" y="42"/>
                  </a:lnTo>
                  <a:lnTo>
                    <a:pt x="31" y="3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53" name=""/>
            <p:cNvSpPr/>
            <p:nvPr/>
          </p:nvSpPr>
          <p:spPr>
            <a:xfrm rot="0" flipV="1">
              <a:off x="993" y="36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54" name=""/>
            <p:cNvSpPr/>
            <p:nvPr/>
          </p:nvSpPr>
          <p:spPr>
            <a:xfrm rot="0">
              <a:off x="973" y="3579"/>
              <a:ext cx="47" cy="47"/>
            </a:xfrm>
            <a:custGeom>
              <a:avLst/>
              <a:ahLst/>
              <a:rect l="0" t="0" r="r" b="b"/>
              <a:pathLst>
                <a:path w="142" h="139">
                  <a:moveTo>
                    <a:pt x="0" y="62"/>
                  </a:moveTo>
                  <a:lnTo>
                    <a:pt x="31" y="100"/>
                  </a:lnTo>
                  <a:lnTo>
                    <a:pt x="62" y="139"/>
                  </a:lnTo>
                  <a:lnTo>
                    <a:pt x="142" y="77"/>
                  </a:lnTo>
                  <a:lnTo>
                    <a:pt x="111" y="38"/>
                  </a:lnTo>
                  <a:lnTo>
                    <a:pt x="80" y="0"/>
                  </a:lnTo>
                  <a:lnTo>
                    <a:pt x="0" y="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55" name=""/>
            <p:cNvSpPr/>
            <p:nvPr/>
          </p:nvSpPr>
          <p:spPr>
            <a:xfrm rot="0">
              <a:off x="973" y="3579"/>
              <a:ext cx="47" cy="47"/>
            </a:xfrm>
            <a:custGeom>
              <a:avLst/>
              <a:ahLst/>
              <a:rect l="0" t="0" r="r" b="b"/>
              <a:pathLst>
                <a:path w="142" h="139">
                  <a:moveTo>
                    <a:pt x="0" y="62"/>
                  </a:moveTo>
                  <a:lnTo>
                    <a:pt x="31" y="100"/>
                  </a:lnTo>
                  <a:lnTo>
                    <a:pt x="62" y="139"/>
                  </a:lnTo>
                  <a:lnTo>
                    <a:pt x="142" y="77"/>
                  </a:lnTo>
                  <a:lnTo>
                    <a:pt x="111" y="38"/>
                  </a:lnTo>
                  <a:lnTo>
                    <a:pt x="80" y="0"/>
                  </a:lnTo>
                  <a:lnTo>
                    <a:pt x="0" y="6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56" name=""/>
            <p:cNvSpPr/>
            <p:nvPr/>
          </p:nvSpPr>
          <p:spPr>
            <a:xfrm rot="0">
              <a:off x="1010" y="3592"/>
              <a:ext cx="11" cy="13"/>
            </a:xfrm>
            <a:custGeom>
              <a:avLst/>
              <a:ahLst/>
              <a:rect l="0" t="0" r="r" b="b"/>
              <a:pathLst>
                <a:path w="34" h="39">
                  <a:moveTo>
                    <a:pt x="0" y="0"/>
                  </a:moveTo>
                  <a:lnTo>
                    <a:pt x="31" y="39"/>
                  </a:lnTo>
                  <a:lnTo>
                    <a:pt x="34" y="3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57" name=""/>
            <p:cNvSpPr/>
            <p:nvPr/>
          </p:nvSpPr>
          <p:spPr>
            <a:xfrm rot="0" flipV="1">
              <a:off x="1020" y="36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58" name=""/>
            <p:cNvSpPr/>
            <p:nvPr/>
          </p:nvSpPr>
          <p:spPr>
            <a:xfrm rot="0">
              <a:off x="999" y="3557"/>
              <a:ext cx="47" cy="47"/>
            </a:xfrm>
            <a:custGeom>
              <a:avLst/>
              <a:ahLst/>
              <a:rect l="0" t="0" r="r" b="b"/>
              <a:pathLst>
                <a:path w="141" h="140">
                  <a:moveTo>
                    <a:pt x="0" y="68"/>
                  </a:moveTo>
                  <a:lnTo>
                    <a:pt x="33" y="104"/>
                  </a:lnTo>
                  <a:lnTo>
                    <a:pt x="67" y="140"/>
                  </a:lnTo>
                  <a:lnTo>
                    <a:pt x="141" y="72"/>
                  </a:lnTo>
                  <a:lnTo>
                    <a:pt x="107" y="36"/>
                  </a:lnTo>
                  <a:lnTo>
                    <a:pt x="73" y="0"/>
                  </a:lnTo>
                  <a:lnTo>
                    <a:pt x="0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59" name=""/>
            <p:cNvSpPr/>
            <p:nvPr/>
          </p:nvSpPr>
          <p:spPr>
            <a:xfrm rot="0">
              <a:off x="999" y="3557"/>
              <a:ext cx="47" cy="47"/>
            </a:xfrm>
            <a:custGeom>
              <a:avLst/>
              <a:ahLst/>
              <a:rect l="0" t="0" r="r" b="b"/>
              <a:pathLst>
                <a:path w="141" h="140">
                  <a:moveTo>
                    <a:pt x="0" y="68"/>
                  </a:moveTo>
                  <a:lnTo>
                    <a:pt x="33" y="104"/>
                  </a:lnTo>
                  <a:lnTo>
                    <a:pt x="67" y="140"/>
                  </a:lnTo>
                  <a:lnTo>
                    <a:pt x="141" y="72"/>
                  </a:lnTo>
                  <a:lnTo>
                    <a:pt x="107" y="36"/>
                  </a:lnTo>
                  <a:lnTo>
                    <a:pt x="73" y="0"/>
                  </a:lnTo>
                  <a:lnTo>
                    <a:pt x="0" y="6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60" name=""/>
            <p:cNvSpPr/>
            <p:nvPr/>
          </p:nvSpPr>
          <p:spPr>
            <a:xfrm rot="0">
              <a:off x="1035" y="3569"/>
              <a:ext cx="12" cy="12"/>
            </a:xfrm>
            <a:custGeom>
              <a:avLst/>
              <a:ahLst/>
              <a:rect l="0" t="0" r="r" b="b"/>
              <a:pathLst>
                <a:path w="36" h="36">
                  <a:moveTo>
                    <a:pt x="0" y="0"/>
                  </a:moveTo>
                  <a:lnTo>
                    <a:pt x="34" y="36"/>
                  </a:lnTo>
                  <a:lnTo>
                    <a:pt x="36" y="3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61" name=""/>
            <p:cNvSpPr/>
            <p:nvPr/>
          </p:nvSpPr>
          <p:spPr>
            <a:xfrm rot="0" flipV="1">
              <a:off x="1046" y="358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62" name=""/>
            <p:cNvSpPr/>
            <p:nvPr/>
          </p:nvSpPr>
          <p:spPr>
            <a:xfrm rot="0">
              <a:off x="1023" y="3534"/>
              <a:ext cx="47" cy="46"/>
            </a:xfrm>
            <a:custGeom>
              <a:avLst/>
              <a:ahLst/>
              <a:rect l="0" t="0" r="r" b="b"/>
              <a:pathLst>
                <a:path w="141" h="140">
                  <a:moveTo>
                    <a:pt x="0" y="73"/>
                  </a:moveTo>
                  <a:lnTo>
                    <a:pt x="36" y="107"/>
                  </a:lnTo>
                  <a:lnTo>
                    <a:pt x="72" y="140"/>
                  </a:lnTo>
                  <a:lnTo>
                    <a:pt x="141" y="67"/>
                  </a:lnTo>
                  <a:lnTo>
                    <a:pt x="104" y="33"/>
                  </a:lnTo>
                  <a:lnTo>
                    <a:pt x="68" y="0"/>
                  </a:lnTo>
                  <a:lnTo>
                    <a:pt x="0" y="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63" name=""/>
            <p:cNvSpPr/>
            <p:nvPr/>
          </p:nvSpPr>
          <p:spPr>
            <a:xfrm rot="0">
              <a:off x="1023" y="3534"/>
              <a:ext cx="47" cy="46"/>
            </a:xfrm>
            <a:custGeom>
              <a:avLst/>
              <a:ahLst/>
              <a:rect l="0" t="0" r="r" b="b"/>
              <a:pathLst>
                <a:path w="141" h="140">
                  <a:moveTo>
                    <a:pt x="0" y="73"/>
                  </a:moveTo>
                  <a:lnTo>
                    <a:pt x="36" y="107"/>
                  </a:lnTo>
                  <a:lnTo>
                    <a:pt x="72" y="140"/>
                  </a:lnTo>
                  <a:lnTo>
                    <a:pt x="141" y="67"/>
                  </a:lnTo>
                  <a:lnTo>
                    <a:pt x="104" y="33"/>
                  </a:lnTo>
                  <a:lnTo>
                    <a:pt x="68" y="0"/>
                  </a:lnTo>
                  <a:lnTo>
                    <a:pt x="0" y="7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64" name=""/>
            <p:cNvSpPr/>
            <p:nvPr/>
          </p:nvSpPr>
          <p:spPr>
            <a:xfrm rot="0">
              <a:off x="1057" y="3545"/>
              <a:ext cx="13" cy="11"/>
            </a:xfrm>
            <a:custGeom>
              <a:avLst/>
              <a:ahLst/>
              <a:rect l="0" t="0" r="r" b="b"/>
              <a:pathLst>
                <a:path w="39" h="34">
                  <a:moveTo>
                    <a:pt x="0" y="0"/>
                  </a:moveTo>
                  <a:lnTo>
                    <a:pt x="37" y="34"/>
                  </a:lnTo>
                  <a:lnTo>
                    <a:pt x="39" y="3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65" name=""/>
            <p:cNvSpPr/>
            <p:nvPr/>
          </p:nvSpPr>
          <p:spPr>
            <a:xfrm rot="0" flipV="1">
              <a:off x="1070" y="3555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66" name=""/>
            <p:cNvSpPr/>
            <p:nvPr/>
          </p:nvSpPr>
          <p:spPr>
            <a:xfrm rot="0">
              <a:off x="1045" y="3508"/>
              <a:ext cx="46" cy="47"/>
            </a:xfrm>
            <a:custGeom>
              <a:avLst/>
              <a:ahLst/>
              <a:rect l="0" t="0" r="r" b="b"/>
              <a:pathLst>
                <a:path w="139" h="140">
                  <a:moveTo>
                    <a:pt x="0" y="78"/>
                  </a:moveTo>
                  <a:lnTo>
                    <a:pt x="38" y="109"/>
                  </a:lnTo>
                  <a:lnTo>
                    <a:pt x="77" y="140"/>
                  </a:lnTo>
                  <a:lnTo>
                    <a:pt x="139" y="62"/>
                  </a:lnTo>
                  <a:lnTo>
                    <a:pt x="100" y="31"/>
                  </a:lnTo>
                  <a:lnTo>
                    <a:pt x="62" y="0"/>
                  </a:lnTo>
                  <a:lnTo>
                    <a:pt x="0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67" name=""/>
            <p:cNvSpPr/>
            <p:nvPr/>
          </p:nvSpPr>
          <p:spPr>
            <a:xfrm rot="0">
              <a:off x="1045" y="3508"/>
              <a:ext cx="46" cy="47"/>
            </a:xfrm>
            <a:custGeom>
              <a:avLst/>
              <a:ahLst/>
              <a:rect l="0" t="0" r="r" b="b"/>
              <a:pathLst>
                <a:path w="139" h="140">
                  <a:moveTo>
                    <a:pt x="0" y="78"/>
                  </a:moveTo>
                  <a:lnTo>
                    <a:pt x="38" y="109"/>
                  </a:lnTo>
                  <a:lnTo>
                    <a:pt x="77" y="140"/>
                  </a:lnTo>
                  <a:lnTo>
                    <a:pt x="139" y="62"/>
                  </a:lnTo>
                  <a:lnTo>
                    <a:pt x="100" y="31"/>
                  </a:lnTo>
                  <a:lnTo>
                    <a:pt x="62" y="0"/>
                  </a:lnTo>
                  <a:lnTo>
                    <a:pt x="0" y="7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68" name=""/>
            <p:cNvSpPr/>
            <p:nvPr/>
          </p:nvSpPr>
          <p:spPr>
            <a:xfrm rot="0">
              <a:off x="1078" y="3519"/>
              <a:ext cx="14" cy="10"/>
            </a:xfrm>
            <a:custGeom>
              <a:avLst/>
              <a:ahLst/>
              <a:rect l="0" t="0" r="r" b="b"/>
              <a:pathLst>
                <a:path w="42" h="31">
                  <a:moveTo>
                    <a:pt x="0" y="0"/>
                  </a:moveTo>
                  <a:lnTo>
                    <a:pt x="39" y="31"/>
                  </a:lnTo>
                  <a:lnTo>
                    <a:pt x="42" y="2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69" name=""/>
            <p:cNvSpPr/>
            <p:nvPr/>
          </p:nvSpPr>
          <p:spPr>
            <a:xfrm rot="0" flipV="1">
              <a:off x="1091" y="352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70" name=""/>
            <p:cNvSpPr/>
            <p:nvPr/>
          </p:nvSpPr>
          <p:spPr>
            <a:xfrm rot="0">
              <a:off x="1064" y="3482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0" y="83"/>
                  </a:moveTo>
                  <a:lnTo>
                    <a:pt x="41" y="111"/>
                  </a:lnTo>
                  <a:lnTo>
                    <a:pt x="83" y="138"/>
                  </a:lnTo>
                  <a:lnTo>
                    <a:pt x="138" y="54"/>
                  </a:lnTo>
                  <a:lnTo>
                    <a:pt x="97" y="27"/>
                  </a:lnTo>
                  <a:lnTo>
                    <a:pt x="56" y="0"/>
                  </a:lnTo>
                  <a:lnTo>
                    <a:pt x="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71" name=""/>
            <p:cNvSpPr/>
            <p:nvPr/>
          </p:nvSpPr>
          <p:spPr>
            <a:xfrm rot="0">
              <a:off x="1064" y="3482"/>
              <a:ext cx="46" cy="46"/>
            </a:xfrm>
            <a:custGeom>
              <a:avLst/>
              <a:ahLst/>
              <a:rect l="0" t="0" r="r" b="b"/>
              <a:pathLst>
                <a:path w="138" h="138">
                  <a:moveTo>
                    <a:pt x="0" y="83"/>
                  </a:moveTo>
                  <a:lnTo>
                    <a:pt x="41" y="111"/>
                  </a:lnTo>
                  <a:lnTo>
                    <a:pt x="83" y="138"/>
                  </a:lnTo>
                  <a:lnTo>
                    <a:pt x="138" y="54"/>
                  </a:lnTo>
                  <a:lnTo>
                    <a:pt x="97" y="27"/>
                  </a:lnTo>
                  <a:lnTo>
                    <a:pt x="56" y="0"/>
                  </a:lnTo>
                  <a:lnTo>
                    <a:pt x="0" y="8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72" name=""/>
            <p:cNvSpPr/>
            <p:nvPr/>
          </p:nvSpPr>
          <p:spPr>
            <a:xfrm rot="0">
              <a:off x="1097" y="3491"/>
              <a:ext cx="14" cy="9"/>
            </a:xfrm>
            <a:custGeom>
              <a:avLst/>
              <a:ahLst/>
              <a:rect l="0" t="0" r="r" b="b"/>
              <a:pathLst>
                <a:path w="44" h="27">
                  <a:moveTo>
                    <a:pt x="0" y="0"/>
                  </a:moveTo>
                  <a:lnTo>
                    <a:pt x="41" y="27"/>
                  </a:lnTo>
                  <a:lnTo>
                    <a:pt x="44" y="2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73" name=""/>
            <p:cNvSpPr/>
            <p:nvPr/>
          </p:nvSpPr>
          <p:spPr>
            <a:xfrm rot="0" flipV="1">
              <a:off x="1110" y="3499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74" name=""/>
            <p:cNvSpPr/>
            <p:nvPr/>
          </p:nvSpPr>
          <p:spPr>
            <a:xfrm rot="0">
              <a:off x="1082" y="3453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0" y="88"/>
                  </a:moveTo>
                  <a:lnTo>
                    <a:pt x="44" y="113"/>
                  </a:lnTo>
                  <a:lnTo>
                    <a:pt x="88" y="137"/>
                  </a:lnTo>
                  <a:lnTo>
                    <a:pt x="137" y="49"/>
                  </a:lnTo>
                  <a:lnTo>
                    <a:pt x="93" y="25"/>
                  </a:lnTo>
                  <a:lnTo>
                    <a:pt x="49" y="0"/>
                  </a:lnTo>
                  <a:lnTo>
                    <a:pt x="0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75" name=""/>
            <p:cNvSpPr/>
            <p:nvPr/>
          </p:nvSpPr>
          <p:spPr>
            <a:xfrm rot="0">
              <a:off x="1082" y="3453"/>
              <a:ext cx="46" cy="46"/>
            </a:xfrm>
            <a:custGeom>
              <a:avLst/>
              <a:ahLst/>
              <a:rect l="0" t="0" r="r" b="b"/>
              <a:pathLst>
                <a:path w="137" h="137">
                  <a:moveTo>
                    <a:pt x="0" y="88"/>
                  </a:moveTo>
                  <a:lnTo>
                    <a:pt x="44" y="113"/>
                  </a:lnTo>
                  <a:lnTo>
                    <a:pt x="88" y="137"/>
                  </a:lnTo>
                  <a:lnTo>
                    <a:pt x="137" y="49"/>
                  </a:lnTo>
                  <a:lnTo>
                    <a:pt x="93" y="25"/>
                  </a:lnTo>
                  <a:lnTo>
                    <a:pt x="49" y="0"/>
                  </a:lnTo>
                  <a:lnTo>
                    <a:pt x="0" y="8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76" name=""/>
            <p:cNvSpPr/>
            <p:nvPr/>
          </p:nvSpPr>
          <p:spPr>
            <a:xfrm rot="0">
              <a:off x="1113" y="3461"/>
              <a:ext cx="15" cy="8"/>
            </a:xfrm>
            <a:custGeom>
              <a:avLst/>
              <a:ahLst/>
              <a:rect l="0" t="0" r="r" b="b"/>
              <a:pathLst>
                <a:path w="45" h="24">
                  <a:moveTo>
                    <a:pt x="0" y="0"/>
                  </a:moveTo>
                  <a:lnTo>
                    <a:pt x="44" y="24"/>
                  </a:lnTo>
                  <a:lnTo>
                    <a:pt x="4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77" name=""/>
            <p:cNvSpPr/>
            <p:nvPr/>
          </p:nvSpPr>
          <p:spPr>
            <a:xfrm rot="0" flipV="1">
              <a:off x="1128" y="346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78" name=""/>
            <p:cNvSpPr/>
            <p:nvPr/>
          </p:nvSpPr>
          <p:spPr>
            <a:xfrm rot="0">
              <a:off x="1098" y="3424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0" y="91"/>
                  </a:moveTo>
                  <a:lnTo>
                    <a:pt x="45" y="112"/>
                  </a:lnTo>
                  <a:lnTo>
                    <a:pt x="90" y="133"/>
                  </a:lnTo>
                  <a:lnTo>
                    <a:pt x="133" y="41"/>
                  </a:lnTo>
                  <a:lnTo>
                    <a:pt x="88" y="20"/>
                  </a:lnTo>
                  <a:lnTo>
                    <a:pt x="42" y="0"/>
                  </a:lnTo>
                  <a:lnTo>
                    <a:pt x="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79" name=""/>
            <p:cNvSpPr/>
            <p:nvPr/>
          </p:nvSpPr>
          <p:spPr>
            <a:xfrm rot="0">
              <a:off x="1098" y="3424"/>
              <a:ext cx="44" cy="44"/>
            </a:xfrm>
            <a:custGeom>
              <a:avLst/>
              <a:ahLst/>
              <a:rect l="0" t="0" r="r" b="b"/>
              <a:pathLst>
                <a:path w="133" h="133">
                  <a:moveTo>
                    <a:pt x="0" y="91"/>
                  </a:moveTo>
                  <a:lnTo>
                    <a:pt x="45" y="112"/>
                  </a:lnTo>
                  <a:lnTo>
                    <a:pt x="90" y="133"/>
                  </a:lnTo>
                  <a:lnTo>
                    <a:pt x="133" y="41"/>
                  </a:lnTo>
                  <a:lnTo>
                    <a:pt x="88" y="20"/>
                  </a:lnTo>
                  <a:lnTo>
                    <a:pt x="42" y="0"/>
                  </a:lnTo>
                  <a:lnTo>
                    <a:pt x="0" y="9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80" name=""/>
            <p:cNvSpPr/>
            <p:nvPr/>
          </p:nvSpPr>
          <p:spPr>
            <a:xfrm rot="0">
              <a:off x="1127" y="3431"/>
              <a:ext cx="16" cy="7"/>
            </a:xfrm>
            <a:custGeom>
              <a:avLst/>
              <a:ahLst/>
              <a:rect l="0" t="0" r="r" b="b"/>
              <a:pathLst>
                <a:path w="46" h="21">
                  <a:moveTo>
                    <a:pt x="0" y="0"/>
                  </a:moveTo>
                  <a:lnTo>
                    <a:pt x="45" y="21"/>
                  </a:lnTo>
                  <a:lnTo>
                    <a:pt x="46" y="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81" name=""/>
            <p:cNvSpPr/>
            <p:nvPr/>
          </p:nvSpPr>
          <p:spPr>
            <a:xfrm rot="0" flipV="1">
              <a:off x="1142" y="3436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82" name=""/>
            <p:cNvSpPr/>
            <p:nvPr/>
          </p:nvSpPr>
          <p:spPr>
            <a:xfrm rot="0">
              <a:off x="1112" y="3394"/>
              <a:ext cx="42" cy="42"/>
            </a:xfrm>
            <a:custGeom>
              <a:avLst/>
              <a:ahLst/>
              <a:rect l="0" t="0" r="r" b="b"/>
              <a:pathLst>
                <a:path w="128" h="128">
                  <a:moveTo>
                    <a:pt x="0" y="94"/>
                  </a:moveTo>
                  <a:lnTo>
                    <a:pt x="47" y="111"/>
                  </a:lnTo>
                  <a:lnTo>
                    <a:pt x="93" y="128"/>
                  </a:lnTo>
                  <a:lnTo>
                    <a:pt x="128" y="34"/>
                  </a:lnTo>
                  <a:lnTo>
                    <a:pt x="81" y="17"/>
                  </a:lnTo>
                  <a:lnTo>
                    <a:pt x="35" y="0"/>
                  </a:lnTo>
                  <a:lnTo>
                    <a:pt x="0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83" name=""/>
            <p:cNvSpPr/>
            <p:nvPr/>
          </p:nvSpPr>
          <p:spPr>
            <a:xfrm rot="0">
              <a:off x="1112" y="3394"/>
              <a:ext cx="42" cy="42"/>
            </a:xfrm>
            <a:custGeom>
              <a:avLst/>
              <a:ahLst/>
              <a:rect l="0" t="0" r="r" b="b"/>
              <a:pathLst>
                <a:path w="128" h="128">
                  <a:moveTo>
                    <a:pt x="0" y="94"/>
                  </a:moveTo>
                  <a:lnTo>
                    <a:pt x="47" y="111"/>
                  </a:lnTo>
                  <a:lnTo>
                    <a:pt x="93" y="128"/>
                  </a:lnTo>
                  <a:lnTo>
                    <a:pt x="128" y="34"/>
                  </a:lnTo>
                  <a:lnTo>
                    <a:pt x="81" y="17"/>
                  </a:lnTo>
                  <a:lnTo>
                    <a:pt x="35" y="0"/>
                  </a:lnTo>
                  <a:lnTo>
                    <a:pt x="0" y="9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84" name=""/>
            <p:cNvSpPr/>
            <p:nvPr/>
          </p:nvSpPr>
          <p:spPr>
            <a:xfrm rot="0">
              <a:off x="1139" y="3399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0" y="0"/>
                  </a:moveTo>
                  <a:lnTo>
                    <a:pt x="47" y="17"/>
                  </a:lnTo>
                  <a:lnTo>
                    <a:pt x="48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85" name=""/>
            <p:cNvSpPr/>
            <p:nvPr/>
          </p:nvSpPr>
          <p:spPr>
            <a:xfrm rot="0" flipV="1">
              <a:off x="1154" y="3404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86" name=""/>
            <p:cNvSpPr/>
            <p:nvPr/>
          </p:nvSpPr>
          <p:spPr>
            <a:xfrm rot="0">
              <a:off x="1123" y="3363"/>
              <a:ext cx="41" cy="41"/>
            </a:xfrm>
            <a:custGeom>
              <a:avLst/>
              <a:ahLst/>
              <a:rect l="0" t="0" r="r" b="b"/>
              <a:pathLst>
                <a:path w="122" h="123">
                  <a:moveTo>
                    <a:pt x="0" y="97"/>
                  </a:moveTo>
                  <a:lnTo>
                    <a:pt x="47" y="110"/>
                  </a:lnTo>
                  <a:lnTo>
                    <a:pt x="95" y="123"/>
                  </a:lnTo>
                  <a:lnTo>
                    <a:pt x="122" y="26"/>
                  </a:lnTo>
                  <a:lnTo>
                    <a:pt x="75" y="13"/>
                  </a:lnTo>
                  <a:lnTo>
                    <a:pt x="27" y="0"/>
                  </a:lnTo>
                  <a:lnTo>
                    <a:pt x="0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87" name=""/>
            <p:cNvSpPr/>
            <p:nvPr/>
          </p:nvSpPr>
          <p:spPr>
            <a:xfrm rot="0">
              <a:off x="1123" y="3363"/>
              <a:ext cx="41" cy="41"/>
            </a:xfrm>
            <a:custGeom>
              <a:avLst/>
              <a:ahLst/>
              <a:rect l="0" t="0" r="r" b="b"/>
              <a:pathLst>
                <a:path w="122" h="123">
                  <a:moveTo>
                    <a:pt x="0" y="97"/>
                  </a:moveTo>
                  <a:lnTo>
                    <a:pt x="47" y="110"/>
                  </a:lnTo>
                  <a:lnTo>
                    <a:pt x="95" y="123"/>
                  </a:lnTo>
                  <a:lnTo>
                    <a:pt x="122" y="26"/>
                  </a:lnTo>
                  <a:lnTo>
                    <a:pt x="75" y="13"/>
                  </a:lnTo>
                  <a:lnTo>
                    <a:pt x="27" y="0"/>
                  </a:lnTo>
                  <a:lnTo>
                    <a:pt x="0" y="97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88" name=""/>
            <p:cNvSpPr/>
            <p:nvPr/>
          </p:nvSpPr>
          <p:spPr>
            <a:xfrm rot="0">
              <a:off x="1148" y="3367"/>
              <a:ext cx="16" cy="4"/>
            </a:xfrm>
            <a:custGeom>
              <a:avLst/>
              <a:ahLst/>
              <a:rect l="0" t="0" r="r" b="b"/>
              <a:pathLst>
                <a:path w="49" h="13">
                  <a:moveTo>
                    <a:pt x="0" y="0"/>
                  </a:moveTo>
                  <a:lnTo>
                    <a:pt x="47" y="13"/>
                  </a:lnTo>
                  <a:lnTo>
                    <a:pt x="49" y="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89" name=""/>
            <p:cNvSpPr/>
            <p:nvPr/>
          </p:nvSpPr>
          <p:spPr>
            <a:xfrm rot="0" flipV="1">
              <a:off x="1164" y="3370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90" name=""/>
            <p:cNvSpPr/>
            <p:nvPr/>
          </p:nvSpPr>
          <p:spPr>
            <a:xfrm rot="0">
              <a:off x="1132" y="3331"/>
              <a:ext cx="39" cy="39"/>
            </a:xfrm>
            <a:custGeom>
              <a:avLst/>
              <a:ahLst/>
              <a:rect l="0" t="0" r="r" b="b"/>
              <a:pathLst>
                <a:path w="117" h="116">
                  <a:moveTo>
                    <a:pt x="0" y="98"/>
                  </a:moveTo>
                  <a:lnTo>
                    <a:pt x="49" y="107"/>
                  </a:lnTo>
                  <a:lnTo>
                    <a:pt x="98" y="116"/>
                  </a:lnTo>
                  <a:lnTo>
                    <a:pt x="117" y="18"/>
                  </a:lnTo>
                  <a:lnTo>
                    <a:pt x="68" y="9"/>
                  </a:lnTo>
                  <a:lnTo>
                    <a:pt x="19" y="0"/>
                  </a:lnTo>
                  <a:lnTo>
                    <a:pt x="0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91" name=""/>
            <p:cNvSpPr/>
            <p:nvPr/>
          </p:nvSpPr>
          <p:spPr>
            <a:xfrm rot="0">
              <a:off x="1132" y="3331"/>
              <a:ext cx="39" cy="39"/>
            </a:xfrm>
            <a:custGeom>
              <a:avLst/>
              <a:ahLst/>
              <a:rect l="0" t="0" r="r" b="b"/>
              <a:pathLst>
                <a:path w="117" h="116">
                  <a:moveTo>
                    <a:pt x="0" y="98"/>
                  </a:moveTo>
                  <a:lnTo>
                    <a:pt x="49" y="107"/>
                  </a:lnTo>
                  <a:lnTo>
                    <a:pt x="98" y="116"/>
                  </a:lnTo>
                  <a:lnTo>
                    <a:pt x="117" y="18"/>
                  </a:lnTo>
                  <a:lnTo>
                    <a:pt x="68" y="9"/>
                  </a:lnTo>
                  <a:lnTo>
                    <a:pt x="19" y="0"/>
                  </a:lnTo>
                  <a:lnTo>
                    <a:pt x="0" y="9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92" name=""/>
            <p:cNvSpPr/>
            <p:nvPr/>
          </p:nvSpPr>
          <p:spPr>
            <a:xfrm rot="0">
              <a:off x="1154" y="3334"/>
              <a:ext cx="17" cy="3"/>
            </a:xfrm>
            <a:custGeom>
              <a:avLst/>
              <a:ahLst/>
              <a:rect l="0" t="0" r="r" b="b"/>
              <a:pathLst>
                <a:path w="49" h="9">
                  <a:moveTo>
                    <a:pt x="0" y="0"/>
                  </a:moveTo>
                  <a:lnTo>
                    <a:pt x="49" y="9"/>
                  </a:lnTo>
                  <a:lnTo>
                    <a:pt x="49" y="5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93" name=""/>
            <p:cNvSpPr/>
            <p:nvPr/>
          </p:nvSpPr>
          <p:spPr>
            <a:xfrm rot="0" flipV="1">
              <a:off x="1171" y="333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94" name=""/>
            <p:cNvSpPr/>
            <p:nvPr/>
          </p:nvSpPr>
          <p:spPr>
            <a:xfrm rot="0">
              <a:off x="1138" y="3299"/>
              <a:ext cx="37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0" y="101"/>
                  </a:moveTo>
                  <a:lnTo>
                    <a:pt x="49" y="106"/>
                  </a:lnTo>
                  <a:lnTo>
                    <a:pt x="98" y="111"/>
                  </a:lnTo>
                  <a:lnTo>
                    <a:pt x="110" y="11"/>
                  </a:lnTo>
                  <a:lnTo>
                    <a:pt x="61" y="5"/>
                  </a:lnTo>
                  <a:lnTo>
                    <a:pt x="12" y="0"/>
                  </a:lnTo>
                  <a:lnTo>
                    <a:pt x="0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95" name=""/>
            <p:cNvSpPr/>
            <p:nvPr/>
          </p:nvSpPr>
          <p:spPr>
            <a:xfrm rot="0">
              <a:off x="1138" y="3299"/>
              <a:ext cx="37" cy="37"/>
            </a:xfrm>
            <a:custGeom>
              <a:avLst/>
              <a:ahLst/>
              <a:rect l="0" t="0" r="r" b="b"/>
              <a:pathLst>
                <a:path w="110" h="111">
                  <a:moveTo>
                    <a:pt x="0" y="101"/>
                  </a:moveTo>
                  <a:lnTo>
                    <a:pt x="49" y="106"/>
                  </a:lnTo>
                  <a:lnTo>
                    <a:pt x="98" y="111"/>
                  </a:lnTo>
                  <a:lnTo>
                    <a:pt x="110" y="11"/>
                  </a:lnTo>
                  <a:lnTo>
                    <a:pt x="61" y="5"/>
                  </a:lnTo>
                  <a:lnTo>
                    <a:pt x="12" y="0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96" name=""/>
            <p:cNvSpPr/>
            <p:nvPr/>
          </p:nvSpPr>
          <p:spPr>
            <a:xfrm rot="0">
              <a:off x="1158" y="3301"/>
              <a:ext cx="17" cy="2"/>
            </a:xfrm>
            <a:custGeom>
              <a:avLst/>
              <a:ahLst/>
              <a:rect l="0" t="0" r="r" b="b"/>
              <a:pathLst>
                <a:path w="49" h="6">
                  <a:moveTo>
                    <a:pt x="0" y="0"/>
                  </a:moveTo>
                  <a:lnTo>
                    <a:pt x="49" y="6"/>
                  </a:lnTo>
                  <a:lnTo>
                    <a:pt x="49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97" name=""/>
            <p:cNvSpPr/>
            <p:nvPr/>
          </p:nvSpPr>
          <p:spPr>
            <a:xfrm rot="0" flipV="1">
              <a:off x="1175" y="3301"/>
              <a:ext cx="1" cy="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498" name=""/>
            <p:cNvSpPr/>
            <p:nvPr/>
          </p:nvSpPr>
          <p:spPr>
            <a:xfrm rot="0">
              <a:off x="1142" y="3267"/>
              <a:ext cx="34" cy="34"/>
            </a:xfrm>
            <a:custGeom>
              <a:avLst/>
              <a:ahLst/>
              <a:rect l="0" t="0" r="r" b="b"/>
              <a:pathLst>
                <a:path w="102" h="104">
                  <a:moveTo>
                    <a:pt x="0" y="101"/>
                  </a:moveTo>
                  <a:lnTo>
                    <a:pt x="49" y="102"/>
                  </a:lnTo>
                  <a:lnTo>
                    <a:pt x="98" y="104"/>
                  </a:lnTo>
                  <a:lnTo>
                    <a:pt x="102" y="3"/>
                  </a:lnTo>
                  <a:lnTo>
                    <a:pt x="52" y="2"/>
                  </a:lnTo>
                  <a:lnTo>
                    <a:pt x="3" y="0"/>
                  </a:lnTo>
                  <a:lnTo>
                    <a:pt x="0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499" name=""/>
            <p:cNvSpPr/>
            <p:nvPr/>
          </p:nvSpPr>
          <p:spPr>
            <a:xfrm rot="0">
              <a:off x="1142" y="3267"/>
              <a:ext cx="34" cy="34"/>
            </a:xfrm>
            <a:custGeom>
              <a:avLst/>
              <a:ahLst/>
              <a:rect l="0" t="0" r="r" b="b"/>
              <a:pathLst>
                <a:path w="102" h="104">
                  <a:moveTo>
                    <a:pt x="0" y="101"/>
                  </a:moveTo>
                  <a:lnTo>
                    <a:pt x="49" y="102"/>
                  </a:lnTo>
                  <a:lnTo>
                    <a:pt x="98" y="104"/>
                  </a:lnTo>
                  <a:lnTo>
                    <a:pt x="102" y="3"/>
                  </a:lnTo>
                  <a:lnTo>
                    <a:pt x="52" y="2"/>
                  </a:lnTo>
                  <a:lnTo>
                    <a:pt x="3" y="0"/>
                  </a:lnTo>
                  <a:lnTo>
                    <a:pt x="0" y="10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00" name=""/>
            <p:cNvSpPr/>
            <p:nvPr/>
          </p:nvSpPr>
          <p:spPr>
            <a:xfrm rot="0">
              <a:off x="1159" y="3267"/>
              <a:ext cx="17" cy="1"/>
            </a:xfrm>
            <a:custGeom>
              <a:avLst/>
              <a:ahLst/>
              <a:rect l="0" t="0" r="r" b="b"/>
              <a:pathLst>
                <a:path w="50" h="3">
                  <a:moveTo>
                    <a:pt x="0" y="2"/>
                  </a:moveTo>
                  <a:lnTo>
                    <a:pt x="50" y="3"/>
                  </a:lnTo>
                  <a:lnTo>
                    <a:pt x="50" y="0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01" name=""/>
            <p:cNvSpPr/>
            <p:nvPr/>
          </p:nvSpPr>
          <p:spPr>
            <a:xfrm rot="0" flipV="1">
              <a:off x="1176" y="3267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02" name=""/>
            <p:cNvSpPr/>
            <p:nvPr/>
          </p:nvSpPr>
          <p:spPr>
            <a:xfrm rot="0">
              <a:off x="290" y="3678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51"/>
                  </a:moveTo>
                  <a:lnTo>
                    <a:pt x="49" y="100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03" name=""/>
            <p:cNvSpPr/>
            <p:nvPr/>
          </p:nvSpPr>
          <p:spPr>
            <a:xfrm rot="0">
              <a:off x="290" y="3678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100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04" name=""/>
            <p:cNvSpPr/>
            <p:nvPr/>
          </p:nvSpPr>
          <p:spPr>
            <a:xfrm rot="0">
              <a:off x="306" y="3678"/>
              <a:ext cx="853" cy="33"/>
            </a:xfrm>
            <a:custGeom>
              <a:avLst/>
              <a:ahLst/>
              <a:rect l="0" t="0" r="r" b="b"/>
              <a:pathLst>
                <a:path w="2560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0" y="100"/>
                  </a:lnTo>
                  <a:lnTo>
                    <a:pt x="2560" y="51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05" name=""/>
            <p:cNvSpPr/>
            <p:nvPr/>
          </p:nvSpPr>
          <p:spPr>
            <a:xfrm rot="0">
              <a:off x="306" y="3678"/>
              <a:ext cx="853" cy="33"/>
            </a:xfrm>
            <a:custGeom>
              <a:avLst/>
              <a:ahLst/>
              <a:rect l="0" t="0" r="r" b="b"/>
              <a:pathLst>
                <a:path w="2560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0" y="100"/>
                  </a:lnTo>
                  <a:lnTo>
                    <a:pt x="2560" y="51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06" name=""/>
            <p:cNvSpPr/>
            <p:nvPr/>
          </p:nvSpPr>
          <p:spPr>
            <a:xfrm rot="0">
              <a:off x="1159" y="3678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51"/>
                  </a:moveTo>
                  <a:lnTo>
                    <a:pt x="0" y="0"/>
                  </a:ln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07" name=""/>
            <p:cNvSpPr/>
            <p:nvPr/>
          </p:nvSpPr>
          <p:spPr>
            <a:xfrm rot="0">
              <a:off x="1159" y="3678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0"/>
                  </a:move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08" name=""/>
            <p:cNvSpPr/>
            <p:nvPr/>
          </p:nvSpPr>
          <p:spPr>
            <a:xfrm rot="0">
              <a:off x="1159" y="2824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09" name=""/>
            <p:cNvSpPr/>
            <p:nvPr/>
          </p:nvSpPr>
          <p:spPr>
            <a:xfrm rot="0">
              <a:off x="1159" y="2824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10" name=""/>
            <p:cNvSpPr/>
            <p:nvPr/>
          </p:nvSpPr>
          <p:spPr>
            <a:xfrm rot="0">
              <a:off x="306" y="2824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2560" y="99"/>
                  </a:move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11" name=""/>
            <p:cNvSpPr/>
            <p:nvPr/>
          </p:nvSpPr>
          <p:spPr>
            <a:xfrm rot="0">
              <a:off x="306" y="2824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2560" y="99"/>
                  </a:move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12" name=""/>
            <p:cNvSpPr/>
            <p:nvPr/>
          </p:nvSpPr>
          <p:spPr>
            <a:xfrm rot="0">
              <a:off x="290" y="2824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13" name=""/>
            <p:cNvSpPr/>
            <p:nvPr/>
          </p:nvSpPr>
          <p:spPr>
            <a:xfrm rot="0">
              <a:off x="290" y="2824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14" name=""/>
            <p:cNvSpPr/>
            <p:nvPr/>
          </p:nvSpPr>
          <p:spPr>
            <a:xfrm rot="0">
              <a:off x="1143" y="3695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7" y="47"/>
                  </a:lnTo>
                  <a:lnTo>
                    <a:pt x="25" y="42"/>
                  </a:lnTo>
                  <a:lnTo>
                    <a:pt x="15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15" name=""/>
            <p:cNvSpPr/>
            <p:nvPr/>
          </p:nvSpPr>
          <p:spPr>
            <a:xfrm rot="0">
              <a:off x="1143" y="3695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7" y="47"/>
                  </a:lnTo>
                  <a:lnTo>
                    <a:pt x="25" y="42"/>
                  </a:lnTo>
                  <a:lnTo>
                    <a:pt x="15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16" name=""/>
            <p:cNvSpPr/>
            <p:nvPr/>
          </p:nvSpPr>
          <p:spPr>
            <a:xfrm rot="0">
              <a:off x="1143" y="2840"/>
              <a:ext cx="33" cy="855"/>
            </a:xfrm>
            <a:custGeom>
              <a:avLst/>
              <a:ahLst/>
              <a:rect l="0" t="0" r="r" b="b"/>
              <a:pathLst>
                <a:path w="100" h="2563">
                  <a:moveTo>
                    <a:pt x="0" y="2563"/>
                  </a:moveTo>
                  <a:lnTo>
                    <a:pt x="49" y="2563"/>
                  </a:lnTo>
                  <a:lnTo>
                    <a:pt x="100" y="2563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5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17" name=""/>
            <p:cNvSpPr/>
            <p:nvPr/>
          </p:nvSpPr>
          <p:spPr>
            <a:xfrm rot="0">
              <a:off x="1143" y="2840"/>
              <a:ext cx="33" cy="855"/>
            </a:xfrm>
            <a:custGeom>
              <a:avLst/>
              <a:ahLst/>
              <a:rect l="0" t="0" r="r" b="b"/>
              <a:pathLst>
                <a:path w="100" h="2563">
                  <a:moveTo>
                    <a:pt x="0" y="2563"/>
                  </a:moveTo>
                  <a:lnTo>
                    <a:pt x="49" y="2563"/>
                  </a:lnTo>
                  <a:lnTo>
                    <a:pt x="100" y="2563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56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18" name=""/>
            <p:cNvSpPr/>
            <p:nvPr/>
          </p:nvSpPr>
          <p:spPr>
            <a:xfrm rot="0">
              <a:off x="1143" y="2824"/>
              <a:ext cx="33" cy="16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19" name=""/>
            <p:cNvSpPr/>
            <p:nvPr/>
          </p:nvSpPr>
          <p:spPr>
            <a:xfrm rot="0">
              <a:off x="1143" y="2824"/>
              <a:ext cx="33" cy="16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0" name=""/>
            <p:cNvSpPr/>
            <p:nvPr/>
          </p:nvSpPr>
          <p:spPr>
            <a:xfrm rot="0">
              <a:off x="290" y="2824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6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21" name=""/>
            <p:cNvSpPr/>
            <p:nvPr/>
          </p:nvSpPr>
          <p:spPr>
            <a:xfrm rot="0">
              <a:off x="290" y="2824"/>
              <a:ext cx="33" cy="16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6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2" name=""/>
            <p:cNvSpPr/>
            <p:nvPr/>
          </p:nvSpPr>
          <p:spPr>
            <a:xfrm rot="0">
              <a:off x="290" y="2840"/>
              <a:ext cx="33" cy="855"/>
            </a:xfrm>
            <a:custGeom>
              <a:avLst/>
              <a:ahLst/>
              <a:rect l="0" t="0" r="r" b="b"/>
              <a:pathLst>
                <a:path w="99" h="2563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3"/>
                  </a:lnTo>
                  <a:lnTo>
                    <a:pt x="49" y="2563"/>
                  </a:lnTo>
                  <a:lnTo>
                    <a:pt x="99" y="2563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23" name=""/>
            <p:cNvSpPr/>
            <p:nvPr/>
          </p:nvSpPr>
          <p:spPr>
            <a:xfrm rot="0">
              <a:off x="290" y="2840"/>
              <a:ext cx="33" cy="855"/>
            </a:xfrm>
            <a:custGeom>
              <a:avLst/>
              <a:ahLst/>
              <a:rect l="0" t="0" r="r" b="b"/>
              <a:pathLst>
                <a:path w="99" h="2563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3"/>
                  </a:lnTo>
                  <a:lnTo>
                    <a:pt x="49" y="2563"/>
                  </a:lnTo>
                  <a:lnTo>
                    <a:pt x="99" y="2563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4" name=""/>
            <p:cNvSpPr/>
            <p:nvPr/>
          </p:nvSpPr>
          <p:spPr>
            <a:xfrm rot="0">
              <a:off x="290" y="3695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6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25" name=""/>
            <p:cNvSpPr/>
            <p:nvPr/>
          </p:nvSpPr>
          <p:spPr>
            <a:xfrm rot="0">
              <a:off x="290" y="3695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6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6" name=""/>
            <p:cNvSpPr/>
            <p:nvPr/>
          </p:nvSpPr>
          <p:spPr>
            <a:xfrm rot="0">
              <a:off x="903" y="3096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7" name=""/>
            <p:cNvSpPr/>
            <p:nvPr/>
          </p:nvSpPr>
          <p:spPr>
            <a:xfrm rot="0">
              <a:off x="903" y="3193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8" name=""/>
            <p:cNvSpPr/>
            <p:nvPr/>
          </p:nvSpPr>
          <p:spPr>
            <a:xfrm rot="0">
              <a:off x="903" y="3237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29" name=""/>
            <p:cNvSpPr/>
            <p:nvPr/>
          </p:nvSpPr>
          <p:spPr>
            <a:xfrm rot="0">
              <a:off x="903" y="3367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0" name=""/>
            <p:cNvSpPr/>
            <p:nvPr/>
          </p:nvSpPr>
          <p:spPr>
            <a:xfrm rot="0">
              <a:off x="903" y="3410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1" name=""/>
            <p:cNvSpPr/>
            <p:nvPr/>
          </p:nvSpPr>
          <p:spPr>
            <a:xfrm rot="0">
              <a:off x="903" y="3540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2" name=""/>
            <p:cNvSpPr/>
            <p:nvPr/>
          </p:nvSpPr>
          <p:spPr>
            <a:xfrm rot="0">
              <a:off x="903" y="3584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3" name=""/>
            <p:cNvSpPr/>
            <p:nvPr/>
          </p:nvSpPr>
          <p:spPr>
            <a:xfrm rot="0">
              <a:off x="562" y="3096"/>
              <a:ext cx="13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4" name=""/>
            <p:cNvSpPr/>
            <p:nvPr/>
          </p:nvSpPr>
          <p:spPr>
            <a:xfrm rot="0">
              <a:off x="722" y="3096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5" name=""/>
            <p:cNvSpPr/>
            <p:nvPr/>
          </p:nvSpPr>
          <p:spPr>
            <a:xfrm rot="0">
              <a:off x="765" y="3096"/>
              <a:ext cx="13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6" name=""/>
            <p:cNvSpPr/>
            <p:nvPr/>
          </p:nvSpPr>
          <p:spPr>
            <a:xfrm rot="0">
              <a:off x="562" y="3096"/>
              <a:ext cx="1" cy="7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7" name=""/>
            <p:cNvSpPr/>
            <p:nvPr/>
          </p:nvSpPr>
          <p:spPr>
            <a:xfrm rot="0">
              <a:off x="562" y="3193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8" name=""/>
            <p:cNvSpPr/>
            <p:nvPr/>
          </p:nvSpPr>
          <p:spPr>
            <a:xfrm rot="0">
              <a:off x="562" y="3237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39" name=""/>
            <p:cNvSpPr/>
            <p:nvPr/>
          </p:nvSpPr>
          <p:spPr>
            <a:xfrm rot="0">
              <a:off x="562" y="3367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0" name=""/>
            <p:cNvSpPr/>
            <p:nvPr/>
          </p:nvSpPr>
          <p:spPr>
            <a:xfrm rot="0">
              <a:off x="562" y="3410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1" name=""/>
            <p:cNvSpPr/>
            <p:nvPr/>
          </p:nvSpPr>
          <p:spPr>
            <a:xfrm rot="0">
              <a:off x="562" y="3540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2" name=""/>
            <p:cNvSpPr/>
            <p:nvPr/>
          </p:nvSpPr>
          <p:spPr>
            <a:xfrm rot="0">
              <a:off x="562" y="3584"/>
              <a:ext cx="1" cy="7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3" name=""/>
            <p:cNvSpPr/>
            <p:nvPr/>
          </p:nvSpPr>
          <p:spPr>
            <a:xfrm rot="0" flipV="1">
              <a:off x="733" y="3246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4" name=""/>
            <p:cNvSpPr/>
            <p:nvPr/>
          </p:nvSpPr>
          <p:spPr>
            <a:xfrm rot="0" flipH="1">
              <a:off x="711" y="3267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5" name=""/>
            <p:cNvSpPr/>
            <p:nvPr/>
          </p:nvSpPr>
          <p:spPr>
            <a:xfrm rot="0">
              <a:off x="733" y="3267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6" name=""/>
            <p:cNvSpPr/>
            <p:nvPr/>
          </p:nvSpPr>
          <p:spPr>
            <a:xfrm rot="0">
              <a:off x="733" y="3267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7" name=""/>
            <p:cNvSpPr/>
            <p:nvPr/>
          </p:nvSpPr>
          <p:spPr>
            <a:xfrm rot="0" flipV="1">
              <a:off x="733" y="2819"/>
              <a:ext cx="1" cy="40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8" name=""/>
            <p:cNvSpPr/>
            <p:nvPr/>
          </p:nvSpPr>
          <p:spPr>
            <a:xfrm rot="0" flipH="1">
              <a:off x="284" y="3267"/>
              <a:ext cx="406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49" name=""/>
            <p:cNvSpPr/>
            <p:nvPr/>
          </p:nvSpPr>
          <p:spPr>
            <a:xfrm rot="0">
              <a:off x="733" y="3310"/>
              <a:ext cx="1" cy="40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50" name=""/>
            <p:cNvSpPr/>
            <p:nvPr/>
          </p:nvSpPr>
          <p:spPr>
            <a:xfrm rot="0">
              <a:off x="776" y="3267"/>
              <a:ext cx="40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51" name=""/>
            <p:cNvSpPr/>
            <p:nvPr/>
          </p:nvSpPr>
          <p:spPr>
            <a:xfrm rot="0">
              <a:off x="2273" y="1664"/>
              <a:ext cx="33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7" y="24"/>
                  </a:lnTo>
                  <a:lnTo>
                    <a:pt x="2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52" name=""/>
            <p:cNvSpPr/>
            <p:nvPr/>
          </p:nvSpPr>
          <p:spPr>
            <a:xfrm rot="0">
              <a:off x="2273" y="1664"/>
              <a:ext cx="33" cy="17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7" y="24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53" name=""/>
            <p:cNvSpPr/>
            <p:nvPr/>
          </p:nvSpPr>
          <p:spPr>
            <a:xfrm rot="0">
              <a:off x="2273" y="1493"/>
              <a:ext cx="33" cy="171"/>
            </a:xfrm>
            <a:custGeom>
              <a:avLst/>
              <a:ahLst/>
              <a:rect l="0" t="0" r="r" b="b"/>
              <a:pathLst>
                <a:path w="100" h="514">
                  <a:moveTo>
                    <a:pt x="0" y="514"/>
                  </a:moveTo>
                  <a:lnTo>
                    <a:pt x="49" y="514"/>
                  </a:lnTo>
                  <a:lnTo>
                    <a:pt x="100" y="514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54" name=""/>
            <p:cNvSpPr/>
            <p:nvPr/>
          </p:nvSpPr>
          <p:spPr>
            <a:xfrm rot="0">
              <a:off x="2273" y="1493"/>
              <a:ext cx="33" cy="171"/>
            </a:xfrm>
            <a:custGeom>
              <a:avLst/>
              <a:ahLst/>
              <a:rect l="0" t="0" r="r" b="b"/>
              <a:pathLst>
                <a:path w="100" h="514">
                  <a:moveTo>
                    <a:pt x="0" y="514"/>
                  </a:moveTo>
                  <a:lnTo>
                    <a:pt x="49" y="514"/>
                  </a:lnTo>
                  <a:lnTo>
                    <a:pt x="100" y="514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55" name=""/>
            <p:cNvSpPr/>
            <p:nvPr/>
          </p:nvSpPr>
          <p:spPr>
            <a:xfrm rot="0">
              <a:off x="2273" y="147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56" name=""/>
            <p:cNvSpPr/>
            <p:nvPr/>
          </p:nvSpPr>
          <p:spPr>
            <a:xfrm rot="0">
              <a:off x="2273" y="147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57" name=""/>
            <p:cNvSpPr/>
            <p:nvPr/>
          </p:nvSpPr>
          <p:spPr>
            <a:xfrm rot="0">
              <a:off x="1419" y="1476"/>
              <a:ext cx="34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50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58" name=""/>
            <p:cNvSpPr/>
            <p:nvPr/>
          </p:nvSpPr>
          <p:spPr>
            <a:xfrm rot="0">
              <a:off x="1419" y="1476"/>
              <a:ext cx="34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59" name=""/>
            <p:cNvSpPr/>
            <p:nvPr/>
          </p:nvSpPr>
          <p:spPr>
            <a:xfrm rot="0">
              <a:off x="1419" y="1493"/>
              <a:ext cx="34" cy="855"/>
            </a:xfrm>
            <a:custGeom>
              <a:avLst/>
              <a:ahLst/>
              <a:rect l="0" t="0" r="r" b="b"/>
              <a:pathLst>
                <a:path w="100" h="2564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50" y="2564"/>
                  </a:lnTo>
                  <a:lnTo>
                    <a:pt x="100" y="2564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60" name=""/>
            <p:cNvSpPr/>
            <p:nvPr/>
          </p:nvSpPr>
          <p:spPr>
            <a:xfrm rot="0">
              <a:off x="1419" y="1493"/>
              <a:ext cx="34" cy="855"/>
            </a:xfrm>
            <a:custGeom>
              <a:avLst/>
              <a:ahLst/>
              <a:rect l="0" t="0" r="r" b="b"/>
              <a:pathLst>
                <a:path w="100" h="2564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50" y="2564"/>
                  </a:lnTo>
                  <a:lnTo>
                    <a:pt x="100" y="2564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61" name=""/>
            <p:cNvSpPr/>
            <p:nvPr/>
          </p:nvSpPr>
          <p:spPr>
            <a:xfrm rot="0">
              <a:off x="1419" y="2348"/>
              <a:ext cx="34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50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2"/>
                  </a:lnTo>
                  <a:lnTo>
                    <a:pt x="15" y="35"/>
                  </a:lnTo>
                  <a:lnTo>
                    <a:pt x="7" y="24"/>
                  </a:lnTo>
                  <a:lnTo>
                    <a:pt x="2" y="13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62" name=""/>
            <p:cNvSpPr/>
            <p:nvPr/>
          </p:nvSpPr>
          <p:spPr>
            <a:xfrm rot="0">
              <a:off x="1419" y="2348"/>
              <a:ext cx="34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50" y="49"/>
                  </a:lnTo>
                  <a:lnTo>
                    <a:pt x="37" y="48"/>
                  </a:lnTo>
                  <a:lnTo>
                    <a:pt x="25" y="42"/>
                  </a:lnTo>
                  <a:lnTo>
                    <a:pt x="15" y="35"/>
                  </a:lnTo>
                  <a:lnTo>
                    <a:pt x="7" y="24"/>
                  </a:lnTo>
                  <a:lnTo>
                    <a:pt x="2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63" name=""/>
            <p:cNvSpPr/>
            <p:nvPr/>
          </p:nvSpPr>
          <p:spPr>
            <a:xfrm rot="0">
              <a:off x="2274" y="1648"/>
              <a:ext cx="32" cy="22"/>
            </a:xfrm>
            <a:custGeom>
              <a:avLst/>
              <a:ahLst/>
              <a:rect l="0" t="0" r="r" b="b"/>
              <a:pathLst>
                <a:path w="95" h="66">
                  <a:moveTo>
                    <a:pt x="46" y="49"/>
                  </a:moveTo>
                  <a:lnTo>
                    <a:pt x="0" y="32"/>
                  </a:lnTo>
                  <a:lnTo>
                    <a:pt x="6" y="20"/>
                  </a:lnTo>
                  <a:lnTo>
                    <a:pt x="14" y="10"/>
                  </a:lnTo>
                  <a:lnTo>
                    <a:pt x="26" y="4"/>
                  </a:lnTo>
                  <a:lnTo>
                    <a:pt x="37" y="0"/>
                  </a:lnTo>
                  <a:lnTo>
                    <a:pt x="51" y="0"/>
                  </a:lnTo>
                  <a:lnTo>
                    <a:pt x="63" y="2"/>
                  </a:lnTo>
                  <a:lnTo>
                    <a:pt x="75" y="9"/>
                  </a:lnTo>
                  <a:lnTo>
                    <a:pt x="85" y="17"/>
                  </a:lnTo>
                  <a:lnTo>
                    <a:pt x="92" y="28"/>
                  </a:lnTo>
                  <a:lnTo>
                    <a:pt x="95" y="40"/>
                  </a:lnTo>
                  <a:lnTo>
                    <a:pt x="95" y="54"/>
                  </a:lnTo>
                  <a:lnTo>
                    <a:pt x="93" y="66"/>
                  </a:lnTo>
                  <a:lnTo>
                    <a:pt x="4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64" name=""/>
            <p:cNvSpPr/>
            <p:nvPr/>
          </p:nvSpPr>
          <p:spPr>
            <a:xfrm rot="0">
              <a:off x="2274" y="1648"/>
              <a:ext cx="32" cy="22"/>
            </a:xfrm>
            <a:custGeom>
              <a:avLst/>
              <a:ahLst/>
              <a:rect l="0" t="0" r="r" b="b"/>
              <a:pathLst>
                <a:path w="95" h="66">
                  <a:moveTo>
                    <a:pt x="0" y="32"/>
                  </a:moveTo>
                  <a:lnTo>
                    <a:pt x="6" y="20"/>
                  </a:lnTo>
                  <a:lnTo>
                    <a:pt x="14" y="10"/>
                  </a:lnTo>
                  <a:lnTo>
                    <a:pt x="26" y="4"/>
                  </a:lnTo>
                  <a:lnTo>
                    <a:pt x="37" y="0"/>
                  </a:lnTo>
                  <a:lnTo>
                    <a:pt x="51" y="0"/>
                  </a:lnTo>
                  <a:lnTo>
                    <a:pt x="63" y="2"/>
                  </a:lnTo>
                  <a:lnTo>
                    <a:pt x="75" y="9"/>
                  </a:lnTo>
                  <a:lnTo>
                    <a:pt x="85" y="17"/>
                  </a:lnTo>
                  <a:lnTo>
                    <a:pt x="92" y="28"/>
                  </a:lnTo>
                  <a:lnTo>
                    <a:pt x="95" y="40"/>
                  </a:lnTo>
                  <a:lnTo>
                    <a:pt x="95" y="54"/>
                  </a:lnTo>
                  <a:lnTo>
                    <a:pt x="93" y="66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65" name=""/>
            <p:cNvSpPr/>
            <p:nvPr/>
          </p:nvSpPr>
          <p:spPr>
            <a:xfrm rot="0">
              <a:off x="2262" y="1659"/>
              <a:ext cx="43" cy="44"/>
            </a:xfrm>
            <a:custGeom>
              <a:avLst/>
              <a:ahLst/>
              <a:rect l="0" t="0" r="r" b="b"/>
              <a:pathLst>
                <a:path w="129" h="132">
                  <a:moveTo>
                    <a:pt x="129" y="34"/>
                  </a:moveTo>
                  <a:lnTo>
                    <a:pt x="82" y="17"/>
                  </a:lnTo>
                  <a:lnTo>
                    <a:pt x="36" y="0"/>
                  </a:lnTo>
                  <a:lnTo>
                    <a:pt x="0" y="98"/>
                  </a:lnTo>
                  <a:lnTo>
                    <a:pt x="46" y="115"/>
                  </a:lnTo>
                  <a:lnTo>
                    <a:pt x="93" y="132"/>
                  </a:lnTo>
                  <a:lnTo>
                    <a:pt x="129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66" name=""/>
            <p:cNvSpPr/>
            <p:nvPr/>
          </p:nvSpPr>
          <p:spPr>
            <a:xfrm rot="0">
              <a:off x="2262" y="1659"/>
              <a:ext cx="43" cy="44"/>
            </a:xfrm>
            <a:custGeom>
              <a:avLst/>
              <a:ahLst/>
              <a:rect l="0" t="0" r="r" b="b"/>
              <a:pathLst>
                <a:path w="129" h="132">
                  <a:moveTo>
                    <a:pt x="129" y="34"/>
                  </a:moveTo>
                  <a:lnTo>
                    <a:pt x="82" y="17"/>
                  </a:lnTo>
                  <a:lnTo>
                    <a:pt x="36" y="0"/>
                  </a:lnTo>
                  <a:lnTo>
                    <a:pt x="0" y="98"/>
                  </a:lnTo>
                  <a:lnTo>
                    <a:pt x="46" y="115"/>
                  </a:lnTo>
                  <a:lnTo>
                    <a:pt x="93" y="132"/>
                  </a:lnTo>
                  <a:lnTo>
                    <a:pt x="129" y="3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67" name=""/>
            <p:cNvSpPr/>
            <p:nvPr/>
          </p:nvSpPr>
          <p:spPr>
            <a:xfrm rot="0">
              <a:off x="2261" y="1691"/>
              <a:ext cx="16" cy="6"/>
            </a:xfrm>
            <a:custGeom>
              <a:avLst/>
              <a:ahLst/>
              <a:rect l="0" t="0" r="r" b="b"/>
              <a:pathLst>
                <a:path w="48" h="17">
                  <a:moveTo>
                    <a:pt x="48" y="17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48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68" name=""/>
            <p:cNvSpPr/>
            <p:nvPr/>
          </p:nvSpPr>
          <p:spPr>
            <a:xfrm rot="0" flipH="1">
              <a:off x="2261" y="1691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69" name=""/>
            <p:cNvSpPr/>
            <p:nvPr/>
          </p:nvSpPr>
          <p:spPr>
            <a:xfrm rot="0">
              <a:off x="2252" y="1692"/>
              <a:ext cx="41" cy="43"/>
            </a:xfrm>
            <a:custGeom>
              <a:avLst/>
              <a:ahLst/>
              <a:rect l="0" t="0" r="r" b="b"/>
              <a:pathLst>
                <a:path w="125" h="129">
                  <a:moveTo>
                    <a:pt x="125" y="28"/>
                  </a:moveTo>
                  <a:lnTo>
                    <a:pt x="77" y="14"/>
                  </a:lnTo>
                  <a:lnTo>
                    <a:pt x="29" y="0"/>
                  </a:lnTo>
                  <a:lnTo>
                    <a:pt x="0" y="100"/>
                  </a:lnTo>
                  <a:lnTo>
                    <a:pt x="47" y="115"/>
                  </a:lnTo>
                  <a:lnTo>
                    <a:pt x="95" y="129"/>
                  </a:lnTo>
                  <a:lnTo>
                    <a:pt x="125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70" name=""/>
            <p:cNvSpPr/>
            <p:nvPr/>
          </p:nvSpPr>
          <p:spPr>
            <a:xfrm rot="0">
              <a:off x="2252" y="1692"/>
              <a:ext cx="41" cy="43"/>
            </a:xfrm>
            <a:custGeom>
              <a:avLst/>
              <a:ahLst/>
              <a:rect l="0" t="0" r="r" b="b"/>
              <a:pathLst>
                <a:path w="125" h="129">
                  <a:moveTo>
                    <a:pt x="125" y="28"/>
                  </a:moveTo>
                  <a:lnTo>
                    <a:pt x="77" y="14"/>
                  </a:lnTo>
                  <a:lnTo>
                    <a:pt x="29" y="0"/>
                  </a:lnTo>
                  <a:lnTo>
                    <a:pt x="0" y="100"/>
                  </a:lnTo>
                  <a:lnTo>
                    <a:pt x="47" y="115"/>
                  </a:lnTo>
                  <a:lnTo>
                    <a:pt x="95" y="129"/>
                  </a:lnTo>
                  <a:lnTo>
                    <a:pt x="125" y="28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71" name=""/>
            <p:cNvSpPr/>
            <p:nvPr/>
          </p:nvSpPr>
          <p:spPr>
            <a:xfrm rot="0">
              <a:off x="2251" y="1726"/>
              <a:ext cx="16" cy="5"/>
            </a:xfrm>
            <a:custGeom>
              <a:avLst/>
              <a:ahLst/>
              <a:rect l="0" t="0" r="r" b="b"/>
              <a:pathLst>
                <a:path w="49" h="15">
                  <a:moveTo>
                    <a:pt x="49" y="15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49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72" name=""/>
            <p:cNvSpPr/>
            <p:nvPr/>
          </p:nvSpPr>
          <p:spPr>
            <a:xfrm rot="0" flipH="1">
              <a:off x="2251" y="1726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73" name=""/>
            <p:cNvSpPr/>
            <p:nvPr/>
          </p:nvSpPr>
          <p:spPr>
            <a:xfrm rot="0">
              <a:off x="2244" y="1727"/>
              <a:ext cx="40" cy="41"/>
            </a:xfrm>
            <a:custGeom>
              <a:avLst/>
              <a:ahLst/>
              <a:rect l="0" t="0" r="r" b="b"/>
              <a:pathLst>
                <a:path w="121" h="124">
                  <a:moveTo>
                    <a:pt x="121" y="21"/>
                  </a:moveTo>
                  <a:lnTo>
                    <a:pt x="71" y="11"/>
                  </a:lnTo>
                  <a:lnTo>
                    <a:pt x="22" y="0"/>
                  </a:lnTo>
                  <a:lnTo>
                    <a:pt x="0" y="104"/>
                  </a:lnTo>
                  <a:lnTo>
                    <a:pt x="50" y="114"/>
                  </a:lnTo>
                  <a:lnTo>
                    <a:pt x="99" y="124"/>
                  </a:lnTo>
                  <a:lnTo>
                    <a:pt x="121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74" name=""/>
            <p:cNvSpPr/>
            <p:nvPr/>
          </p:nvSpPr>
          <p:spPr>
            <a:xfrm rot="0">
              <a:off x="2244" y="1727"/>
              <a:ext cx="40" cy="41"/>
            </a:xfrm>
            <a:custGeom>
              <a:avLst/>
              <a:ahLst/>
              <a:rect l="0" t="0" r="r" b="b"/>
              <a:pathLst>
                <a:path w="121" h="124">
                  <a:moveTo>
                    <a:pt x="121" y="21"/>
                  </a:moveTo>
                  <a:lnTo>
                    <a:pt x="71" y="11"/>
                  </a:lnTo>
                  <a:lnTo>
                    <a:pt x="22" y="0"/>
                  </a:lnTo>
                  <a:lnTo>
                    <a:pt x="0" y="104"/>
                  </a:lnTo>
                  <a:lnTo>
                    <a:pt x="50" y="114"/>
                  </a:lnTo>
                  <a:lnTo>
                    <a:pt x="99" y="124"/>
                  </a:lnTo>
                  <a:lnTo>
                    <a:pt x="121" y="2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75" name=""/>
            <p:cNvSpPr/>
            <p:nvPr/>
          </p:nvSpPr>
          <p:spPr>
            <a:xfrm rot="0">
              <a:off x="2244" y="1762"/>
              <a:ext cx="16" cy="3"/>
            </a:xfrm>
            <a:custGeom>
              <a:avLst/>
              <a:ahLst/>
              <a:rect l="0" t="0" r="r" b="b"/>
              <a:pathLst>
                <a:path w="50" h="10">
                  <a:moveTo>
                    <a:pt x="50" y="1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5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76" name=""/>
            <p:cNvSpPr/>
            <p:nvPr/>
          </p:nvSpPr>
          <p:spPr>
            <a:xfrm rot="0">
              <a:off x="2244" y="1762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77" name=""/>
            <p:cNvSpPr/>
            <p:nvPr/>
          </p:nvSpPr>
          <p:spPr>
            <a:xfrm rot="0">
              <a:off x="2240" y="1763"/>
              <a:ext cx="37" cy="39"/>
            </a:xfrm>
            <a:custGeom>
              <a:avLst/>
              <a:ahLst/>
              <a:rect l="0" t="0" r="r" b="b"/>
              <a:pathLst>
                <a:path w="111" h="117">
                  <a:moveTo>
                    <a:pt x="111" y="12"/>
                  </a:moveTo>
                  <a:lnTo>
                    <a:pt x="62" y="6"/>
                  </a:lnTo>
                  <a:lnTo>
                    <a:pt x="12" y="0"/>
                  </a:lnTo>
                  <a:lnTo>
                    <a:pt x="0" y="104"/>
                  </a:lnTo>
                  <a:lnTo>
                    <a:pt x="49" y="111"/>
                  </a:lnTo>
                  <a:lnTo>
                    <a:pt x="98" y="117"/>
                  </a:lnTo>
                  <a:lnTo>
                    <a:pt x="11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78" name=""/>
            <p:cNvSpPr/>
            <p:nvPr/>
          </p:nvSpPr>
          <p:spPr>
            <a:xfrm rot="0">
              <a:off x="2240" y="1763"/>
              <a:ext cx="37" cy="39"/>
            </a:xfrm>
            <a:custGeom>
              <a:avLst/>
              <a:ahLst/>
              <a:rect l="0" t="0" r="r" b="b"/>
              <a:pathLst>
                <a:path w="111" h="117">
                  <a:moveTo>
                    <a:pt x="111" y="12"/>
                  </a:moveTo>
                  <a:lnTo>
                    <a:pt x="62" y="6"/>
                  </a:lnTo>
                  <a:lnTo>
                    <a:pt x="12" y="0"/>
                  </a:lnTo>
                  <a:lnTo>
                    <a:pt x="0" y="104"/>
                  </a:lnTo>
                  <a:lnTo>
                    <a:pt x="49" y="111"/>
                  </a:lnTo>
                  <a:lnTo>
                    <a:pt x="98" y="117"/>
                  </a:lnTo>
                  <a:lnTo>
                    <a:pt x="111" y="12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79" name=""/>
            <p:cNvSpPr/>
            <p:nvPr/>
          </p:nvSpPr>
          <p:spPr>
            <a:xfrm rot="0">
              <a:off x="2240" y="1798"/>
              <a:ext cx="16" cy="2"/>
            </a:xfrm>
            <a:custGeom>
              <a:avLst/>
              <a:ahLst/>
              <a:rect l="0" t="0" r="r" b="b"/>
              <a:pathLst>
                <a:path w="49" h="7">
                  <a:moveTo>
                    <a:pt x="49" y="7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49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80" name=""/>
            <p:cNvSpPr/>
            <p:nvPr/>
          </p:nvSpPr>
          <p:spPr>
            <a:xfrm rot="0">
              <a:off x="2240" y="1798"/>
              <a:ext cx="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81" name=""/>
            <p:cNvSpPr/>
            <p:nvPr/>
          </p:nvSpPr>
          <p:spPr>
            <a:xfrm rot="0">
              <a:off x="2237" y="1799"/>
              <a:ext cx="35" cy="37"/>
            </a:xfrm>
            <a:custGeom>
              <a:avLst/>
              <a:ahLst/>
              <a:rect l="0" t="0" r="r" b="b"/>
              <a:pathLst>
                <a:path w="105" h="110">
                  <a:moveTo>
                    <a:pt x="105" y="5"/>
                  </a:moveTo>
                  <a:lnTo>
                    <a:pt x="56" y="3"/>
                  </a:lnTo>
                  <a:lnTo>
                    <a:pt x="7" y="0"/>
                  </a:lnTo>
                  <a:lnTo>
                    <a:pt x="0" y="105"/>
                  </a:lnTo>
                  <a:lnTo>
                    <a:pt x="49" y="107"/>
                  </a:lnTo>
                  <a:lnTo>
                    <a:pt x="98" y="110"/>
                  </a:lnTo>
                  <a:lnTo>
                    <a:pt x="10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82" name=""/>
            <p:cNvSpPr/>
            <p:nvPr/>
          </p:nvSpPr>
          <p:spPr>
            <a:xfrm rot="0">
              <a:off x="2237" y="1799"/>
              <a:ext cx="35" cy="37"/>
            </a:xfrm>
            <a:custGeom>
              <a:avLst/>
              <a:ahLst/>
              <a:rect l="0" t="0" r="r" b="b"/>
              <a:pathLst>
                <a:path w="105" h="110">
                  <a:moveTo>
                    <a:pt x="105" y="5"/>
                  </a:moveTo>
                  <a:lnTo>
                    <a:pt x="56" y="3"/>
                  </a:lnTo>
                  <a:lnTo>
                    <a:pt x="7" y="0"/>
                  </a:lnTo>
                  <a:lnTo>
                    <a:pt x="0" y="105"/>
                  </a:lnTo>
                  <a:lnTo>
                    <a:pt x="49" y="107"/>
                  </a:lnTo>
                  <a:lnTo>
                    <a:pt x="98" y="110"/>
                  </a:lnTo>
                  <a:lnTo>
                    <a:pt x="105" y="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83" name=""/>
            <p:cNvSpPr/>
            <p:nvPr/>
          </p:nvSpPr>
          <p:spPr>
            <a:xfrm rot="0">
              <a:off x="2237" y="1834"/>
              <a:ext cx="33" cy="17"/>
            </a:xfrm>
            <a:custGeom>
              <a:avLst/>
              <a:ahLst/>
              <a:rect l="0" t="0" r="r" b="b"/>
              <a:pathLst>
                <a:path w="98" h="51">
                  <a:moveTo>
                    <a:pt x="49" y="2"/>
                  </a:moveTo>
                  <a:lnTo>
                    <a:pt x="98" y="5"/>
                  </a:lnTo>
                  <a:lnTo>
                    <a:pt x="97" y="18"/>
                  </a:lnTo>
                  <a:lnTo>
                    <a:pt x="90" y="29"/>
                  </a:lnTo>
                  <a:lnTo>
                    <a:pt x="81" y="40"/>
                  </a:lnTo>
                  <a:lnTo>
                    <a:pt x="71" y="46"/>
                  </a:lnTo>
                  <a:lnTo>
                    <a:pt x="59" y="51"/>
                  </a:lnTo>
                  <a:lnTo>
                    <a:pt x="47" y="51"/>
                  </a:lnTo>
                  <a:lnTo>
                    <a:pt x="34" y="50"/>
                  </a:lnTo>
                  <a:lnTo>
                    <a:pt x="22" y="43"/>
                  </a:lnTo>
                  <a:lnTo>
                    <a:pt x="12" y="34"/>
                  </a:lnTo>
                  <a:lnTo>
                    <a:pt x="5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4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84" name=""/>
            <p:cNvSpPr/>
            <p:nvPr/>
          </p:nvSpPr>
          <p:spPr>
            <a:xfrm rot="0">
              <a:off x="2237" y="1834"/>
              <a:ext cx="33" cy="17"/>
            </a:xfrm>
            <a:custGeom>
              <a:avLst/>
              <a:ahLst/>
              <a:rect l="0" t="0" r="r" b="b"/>
              <a:pathLst>
                <a:path w="98" h="51">
                  <a:moveTo>
                    <a:pt x="98" y="5"/>
                  </a:moveTo>
                  <a:lnTo>
                    <a:pt x="97" y="18"/>
                  </a:lnTo>
                  <a:lnTo>
                    <a:pt x="90" y="29"/>
                  </a:lnTo>
                  <a:lnTo>
                    <a:pt x="81" y="40"/>
                  </a:lnTo>
                  <a:lnTo>
                    <a:pt x="71" y="46"/>
                  </a:lnTo>
                  <a:lnTo>
                    <a:pt x="59" y="51"/>
                  </a:lnTo>
                  <a:lnTo>
                    <a:pt x="47" y="51"/>
                  </a:lnTo>
                  <a:lnTo>
                    <a:pt x="34" y="50"/>
                  </a:lnTo>
                  <a:lnTo>
                    <a:pt x="22" y="43"/>
                  </a:lnTo>
                  <a:lnTo>
                    <a:pt x="12" y="34"/>
                  </a:lnTo>
                  <a:lnTo>
                    <a:pt x="5" y="24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85" name=""/>
            <p:cNvSpPr/>
            <p:nvPr/>
          </p:nvSpPr>
          <p:spPr>
            <a:xfrm rot="0">
              <a:off x="2237" y="1818"/>
              <a:ext cx="34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86" name=""/>
            <p:cNvSpPr/>
            <p:nvPr/>
          </p:nvSpPr>
          <p:spPr>
            <a:xfrm rot="0">
              <a:off x="2237" y="1818"/>
              <a:ext cx="34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1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87" name=""/>
            <p:cNvSpPr/>
            <p:nvPr/>
          </p:nvSpPr>
          <p:spPr>
            <a:xfrm rot="0">
              <a:off x="2237" y="1835"/>
              <a:ext cx="34" cy="513"/>
            </a:xfrm>
            <a:custGeom>
              <a:avLst/>
              <a:ahLst/>
              <a:rect l="0" t="0" r="r" b="b"/>
              <a:pathLst>
                <a:path w="100" h="1539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1539"/>
                  </a:lnTo>
                  <a:lnTo>
                    <a:pt x="49" y="1539"/>
                  </a:lnTo>
                  <a:lnTo>
                    <a:pt x="100" y="1539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88" name=""/>
            <p:cNvSpPr/>
            <p:nvPr/>
          </p:nvSpPr>
          <p:spPr>
            <a:xfrm rot="0">
              <a:off x="2237" y="1835"/>
              <a:ext cx="34" cy="513"/>
            </a:xfrm>
            <a:custGeom>
              <a:avLst/>
              <a:ahLst/>
              <a:rect l="0" t="0" r="r" b="b"/>
              <a:pathLst>
                <a:path w="100" h="1539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1539"/>
                  </a:lnTo>
                  <a:lnTo>
                    <a:pt x="49" y="1539"/>
                  </a:lnTo>
                  <a:lnTo>
                    <a:pt x="100" y="1539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89" name=""/>
            <p:cNvSpPr/>
            <p:nvPr/>
          </p:nvSpPr>
          <p:spPr>
            <a:xfrm rot="0">
              <a:off x="2237" y="2348"/>
              <a:ext cx="34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7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90" name=""/>
            <p:cNvSpPr/>
            <p:nvPr/>
          </p:nvSpPr>
          <p:spPr>
            <a:xfrm rot="0">
              <a:off x="2237" y="2348"/>
              <a:ext cx="34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7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91" name=""/>
            <p:cNvSpPr/>
            <p:nvPr/>
          </p:nvSpPr>
          <p:spPr>
            <a:xfrm rot="0">
              <a:off x="1419" y="1476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50" y="50"/>
                  </a:moveTo>
                  <a:lnTo>
                    <a:pt x="50" y="99"/>
                  </a:lnTo>
                  <a:lnTo>
                    <a:pt x="37" y="98"/>
                  </a:lnTo>
                  <a:lnTo>
                    <a:pt x="25" y="93"/>
                  </a:lnTo>
                  <a:lnTo>
                    <a:pt x="15" y="85"/>
                  </a:lnTo>
                  <a:lnTo>
                    <a:pt x="7" y="75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92" name=""/>
            <p:cNvSpPr/>
            <p:nvPr/>
          </p:nvSpPr>
          <p:spPr>
            <a:xfrm rot="0">
              <a:off x="1419" y="1476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50" y="99"/>
                  </a:moveTo>
                  <a:lnTo>
                    <a:pt x="37" y="98"/>
                  </a:lnTo>
                  <a:lnTo>
                    <a:pt x="25" y="93"/>
                  </a:lnTo>
                  <a:lnTo>
                    <a:pt x="15" y="85"/>
                  </a:lnTo>
                  <a:lnTo>
                    <a:pt x="7" y="75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2" y="37"/>
                  </a:lnTo>
                  <a:lnTo>
                    <a:pt x="7" y="26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93" name=""/>
            <p:cNvSpPr/>
            <p:nvPr/>
          </p:nvSpPr>
          <p:spPr>
            <a:xfrm rot="0">
              <a:off x="1436" y="1476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94" name=""/>
            <p:cNvSpPr/>
            <p:nvPr/>
          </p:nvSpPr>
          <p:spPr>
            <a:xfrm rot="0">
              <a:off x="1436" y="1476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95" name=""/>
            <p:cNvSpPr/>
            <p:nvPr/>
          </p:nvSpPr>
          <p:spPr>
            <a:xfrm rot="0">
              <a:off x="2289" y="1476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96" name=""/>
            <p:cNvSpPr/>
            <p:nvPr/>
          </p:nvSpPr>
          <p:spPr>
            <a:xfrm rot="0">
              <a:off x="2289" y="1476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97" name=""/>
            <p:cNvSpPr/>
            <p:nvPr/>
          </p:nvSpPr>
          <p:spPr>
            <a:xfrm rot="0">
              <a:off x="1419" y="2331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50" y="50"/>
                  </a:moveTo>
                  <a:lnTo>
                    <a:pt x="50" y="99"/>
                  </a:lnTo>
                  <a:lnTo>
                    <a:pt x="37" y="98"/>
                  </a:lnTo>
                  <a:lnTo>
                    <a:pt x="25" y="92"/>
                  </a:lnTo>
                  <a:lnTo>
                    <a:pt x="15" y="85"/>
                  </a:lnTo>
                  <a:lnTo>
                    <a:pt x="7" y="74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598" name=""/>
            <p:cNvSpPr/>
            <p:nvPr/>
          </p:nvSpPr>
          <p:spPr>
            <a:xfrm rot="0">
              <a:off x="1419" y="2331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50" y="99"/>
                  </a:moveTo>
                  <a:lnTo>
                    <a:pt x="37" y="98"/>
                  </a:lnTo>
                  <a:lnTo>
                    <a:pt x="25" y="92"/>
                  </a:lnTo>
                  <a:lnTo>
                    <a:pt x="15" y="85"/>
                  </a:lnTo>
                  <a:lnTo>
                    <a:pt x="7" y="74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599" name=""/>
            <p:cNvSpPr/>
            <p:nvPr/>
          </p:nvSpPr>
          <p:spPr>
            <a:xfrm rot="0">
              <a:off x="1436" y="2331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00" name=""/>
            <p:cNvSpPr/>
            <p:nvPr/>
          </p:nvSpPr>
          <p:spPr>
            <a:xfrm rot="0">
              <a:off x="1436" y="2331"/>
              <a:ext cx="853" cy="33"/>
            </a:xfrm>
            <a:custGeom>
              <a:avLst/>
              <a:ahLst/>
              <a:rect l="0" t="0" r="r" b="b"/>
              <a:pathLst>
                <a:path w="2560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0" y="99"/>
                  </a:lnTo>
                  <a:lnTo>
                    <a:pt x="2560" y="50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01" name=""/>
            <p:cNvSpPr/>
            <p:nvPr/>
          </p:nvSpPr>
          <p:spPr>
            <a:xfrm rot="0">
              <a:off x="2289" y="2331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5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4"/>
                  </a:lnTo>
                  <a:lnTo>
                    <a:pt x="35" y="85"/>
                  </a:lnTo>
                  <a:lnTo>
                    <a:pt x="25" y="92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02" name=""/>
            <p:cNvSpPr/>
            <p:nvPr/>
          </p:nvSpPr>
          <p:spPr>
            <a:xfrm rot="0">
              <a:off x="2289" y="2331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5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4"/>
                  </a:lnTo>
                  <a:lnTo>
                    <a:pt x="35" y="85"/>
                  </a:lnTo>
                  <a:lnTo>
                    <a:pt x="25" y="92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03" name=""/>
            <p:cNvSpPr/>
            <p:nvPr/>
          </p:nvSpPr>
          <p:spPr>
            <a:xfrm rot="0">
              <a:off x="2273" y="2331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04" name=""/>
            <p:cNvSpPr/>
            <p:nvPr/>
          </p:nvSpPr>
          <p:spPr>
            <a:xfrm rot="0">
              <a:off x="2273" y="2331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05" name=""/>
            <p:cNvSpPr/>
            <p:nvPr/>
          </p:nvSpPr>
          <p:spPr>
            <a:xfrm rot="0">
              <a:off x="2273" y="2348"/>
              <a:ext cx="33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06" name=""/>
            <p:cNvSpPr/>
            <p:nvPr/>
          </p:nvSpPr>
          <p:spPr>
            <a:xfrm rot="0">
              <a:off x="2273" y="2348"/>
              <a:ext cx="33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07" name=""/>
            <p:cNvSpPr/>
            <p:nvPr/>
          </p:nvSpPr>
          <p:spPr>
            <a:xfrm rot="0">
              <a:off x="2273" y="2433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08" name=""/>
            <p:cNvSpPr/>
            <p:nvPr/>
          </p:nvSpPr>
          <p:spPr>
            <a:xfrm rot="0">
              <a:off x="2273" y="2433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09" name=""/>
            <p:cNvSpPr/>
            <p:nvPr/>
          </p:nvSpPr>
          <p:spPr>
            <a:xfrm rot="0">
              <a:off x="1419" y="2416"/>
              <a:ext cx="17" cy="33"/>
            </a:xfrm>
            <a:custGeom>
              <a:avLst/>
              <a:ahLst/>
              <a:rect l="0" t="0" r="r" b="b"/>
              <a:pathLst>
                <a:path w="50" h="100">
                  <a:moveTo>
                    <a:pt x="50" y="51"/>
                  </a:moveTo>
                  <a:lnTo>
                    <a:pt x="50" y="100"/>
                  </a:lnTo>
                  <a:lnTo>
                    <a:pt x="37" y="98"/>
                  </a:lnTo>
                  <a:lnTo>
                    <a:pt x="25" y="93"/>
                  </a:lnTo>
                  <a:lnTo>
                    <a:pt x="15" y="85"/>
                  </a:lnTo>
                  <a:lnTo>
                    <a:pt x="7" y="75"/>
                  </a:lnTo>
                  <a:lnTo>
                    <a:pt x="2" y="63"/>
                  </a:lnTo>
                  <a:lnTo>
                    <a:pt x="0" y="51"/>
                  </a:lnTo>
                  <a:lnTo>
                    <a:pt x="2" y="38"/>
                  </a:lnTo>
                  <a:lnTo>
                    <a:pt x="7" y="26"/>
                  </a:lnTo>
                  <a:lnTo>
                    <a:pt x="15" y="16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  <a:lnTo>
                    <a:pt x="5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10" name=""/>
            <p:cNvSpPr/>
            <p:nvPr/>
          </p:nvSpPr>
          <p:spPr>
            <a:xfrm rot="0">
              <a:off x="1419" y="2416"/>
              <a:ext cx="17" cy="33"/>
            </a:xfrm>
            <a:custGeom>
              <a:avLst/>
              <a:ahLst/>
              <a:rect l="0" t="0" r="r" b="b"/>
              <a:pathLst>
                <a:path w="50" h="100">
                  <a:moveTo>
                    <a:pt x="50" y="100"/>
                  </a:moveTo>
                  <a:lnTo>
                    <a:pt x="37" y="98"/>
                  </a:lnTo>
                  <a:lnTo>
                    <a:pt x="25" y="93"/>
                  </a:lnTo>
                  <a:lnTo>
                    <a:pt x="15" y="85"/>
                  </a:lnTo>
                  <a:lnTo>
                    <a:pt x="7" y="75"/>
                  </a:lnTo>
                  <a:lnTo>
                    <a:pt x="2" y="63"/>
                  </a:lnTo>
                  <a:lnTo>
                    <a:pt x="0" y="51"/>
                  </a:lnTo>
                  <a:lnTo>
                    <a:pt x="2" y="38"/>
                  </a:lnTo>
                  <a:lnTo>
                    <a:pt x="7" y="26"/>
                  </a:lnTo>
                  <a:lnTo>
                    <a:pt x="15" y="16"/>
                  </a:lnTo>
                  <a:lnTo>
                    <a:pt x="25" y="8"/>
                  </a:lnTo>
                  <a:lnTo>
                    <a:pt x="37" y="3"/>
                  </a:lnTo>
                  <a:lnTo>
                    <a:pt x="5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11" name=""/>
            <p:cNvSpPr/>
            <p:nvPr/>
          </p:nvSpPr>
          <p:spPr>
            <a:xfrm rot="0">
              <a:off x="1436" y="2416"/>
              <a:ext cx="853" cy="33"/>
            </a:xfrm>
            <a:custGeom>
              <a:avLst/>
              <a:ahLst/>
              <a:rect l="0" t="0" r="r" b="b"/>
              <a:pathLst>
                <a:path w="2560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0" y="100"/>
                  </a:lnTo>
                  <a:lnTo>
                    <a:pt x="2560" y="51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12" name=""/>
            <p:cNvSpPr/>
            <p:nvPr/>
          </p:nvSpPr>
          <p:spPr>
            <a:xfrm rot="0">
              <a:off x="1436" y="2416"/>
              <a:ext cx="853" cy="33"/>
            </a:xfrm>
            <a:custGeom>
              <a:avLst/>
              <a:ahLst/>
              <a:rect l="0" t="0" r="r" b="b"/>
              <a:pathLst>
                <a:path w="2560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0" y="100"/>
                  </a:lnTo>
                  <a:lnTo>
                    <a:pt x="2560" y="51"/>
                  </a:lnTo>
                  <a:lnTo>
                    <a:pt x="2560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13" name=""/>
            <p:cNvSpPr/>
            <p:nvPr/>
          </p:nvSpPr>
          <p:spPr>
            <a:xfrm rot="0">
              <a:off x="2289" y="2416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51"/>
                  </a:moveTo>
                  <a:lnTo>
                    <a:pt x="0" y="0"/>
                  </a:ln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14" name=""/>
            <p:cNvSpPr/>
            <p:nvPr/>
          </p:nvSpPr>
          <p:spPr>
            <a:xfrm rot="0">
              <a:off x="2289" y="2416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0"/>
                  </a:move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15" name=""/>
            <p:cNvSpPr/>
            <p:nvPr/>
          </p:nvSpPr>
          <p:spPr>
            <a:xfrm rot="0">
              <a:off x="1419" y="2331"/>
              <a:ext cx="34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50" y="50"/>
                  </a:moveTo>
                  <a:lnTo>
                    <a:pt x="0" y="50"/>
                  </a:ln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5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16" name=""/>
            <p:cNvSpPr/>
            <p:nvPr/>
          </p:nvSpPr>
          <p:spPr>
            <a:xfrm rot="0">
              <a:off x="1419" y="2331"/>
              <a:ext cx="34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2" y="37"/>
                  </a:lnTo>
                  <a:lnTo>
                    <a:pt x="7" y="25"/>
                  </a:lnTo>
                  <a:lnTo>
                    <a:pt x="15" y="15"/>
                  </a:lnTo>
                  <a:lnTo>
                    <a:pt x="25" y="7"/>
                  </a:lnTo>
                  <a:lnTo>
                    <a:pt x="37" y="2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17" name=""/>
            <p:cNvSpPr/>
            <p:nvPr/>
          </p:nvSpPr>
          <p:spPr>
            <a:xfrm rot="0">
              <a:off x="1419" y="2348"/>
              <a:ext cx="34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50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18" name=""/>
            <p:cNvSpPr/>
            <p:nvPr/>
          </p:nvSpPr>
          <p:spPr>
            <a:xfrm rot="0">
              <a:off x="1419" y="2348"/>
              <a:ext cx="34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50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50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19" name=""/>
            <p:cNvSpPr/>
            <p:nvPr/>
          </p:nvSpPr>
          <p:spPr>
            <a:xfrm rot="0">
              <a:off x="1419" y="2433"/>
              <a:ext cx="34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50" y="0"/>
                  </a:moveTo>
                  <a:lnTo>
                    <a:pt x="100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50" y="49"/>
                  </a:lnTo>
                  <a:lnTo>
                    <a:pt x="37" y="47"/>
                  </a:lnTo>
                  <a:lnTo>
                    <a:pt x="25" y="42"/>
                  </a:lnTo>
                  <a:lnTo>
                    <a:pt x="15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20" name=""/>
            <p:cNvSpPr/>
            <p:nvPr/>
          </p:nvSpPr>
          <p:spPr>
            <a:xfrm rot="0">
              <a:off x="1419" y="2433"/>
              <a:ext cx="34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50" y="49"/>
                  </a:lnTo>
                  <a:lnTo>
                    <a:pt x="37" y="47"/>
                  </a:lnTo>
                  <a:lnTo>
                    <a:pt x="25" y="42"/>
                  </a:lnTo>
                  <a:lnTo>
                    <a:pt x="15" y="34"/>
                  </a:lnTo>
                  <a:lnTo>
                    <a:pt x="7" y="24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1" name=""/>
            <p:cNvSpPr/>
            <p:nvPr/>
          </p:nvSpPr>
          <p:spPr>
            <a:xfrm rot="0">
              <a:off x="1692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2" name=""/>
            <p:cNvSpPr/>
            <p:nvPr/>
          </p:nvSpPr>
          <p:spPr>
            <a:xfrm rot="0">
              <a:off x="1788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3" name=""/>
            <p:cNvSpPr/>
            <p:nvPr/>
          </p:nvSpPr>
          <p:spPr>
            <a:xfrm rot="0">
              <a:off x="1832" y="1835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4" name=""/>
            <p:cNvSpPr/>
            <p:nvPr/>
          </p:nvSpPr>
          <p:spPr>
            <a:xfrm rot="0">
              <a:off x="1962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5" name=""/>
            <p:cNvSpPr/>
            <p:nvPr/>
          </p:nvSpPr>
          <p:spPr>
            <a:xfrm rot="0">
              <a:off x="2005" y="1835"/>
              <a:ext cx="10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6" name=""/>
            <p:cNvSpPr/>
            <p:nvPr/>
          </p:nvSpPr>
          <p:spPr>
            <a:xfrm rot="0">
              <a:off x="2135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7" name=""/>
            <p:cNvSpPr/>
            <p:nvPr/>
          </p:nvSpPr>
          <p:spPr>
            <a:xfrm rot="0">
              <a:off x="2179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8" name=""/>
            <p:cNvSpPr/>
            <p:nvPr/>
          </p:nvSpPr>
          <p:spPr>
            <a:xfrm rot="0" flipH="1">
              <a:off x="2196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29" name=""/>
            <p:cNvSpPr/>
            <p:nvPr/>
          </p:nvSpPr>
          <p:spPr>
            <a:xfrm rot="0" flipH="1">
              <a:off x="2153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0" name=""/>
            <p:cNvSpPr/>
            <p:nvPr/>
          </p:nvSpPr>
          <p:spPr>
            <a:xfrm rot="0" flipH="1">
              <a:off x="2023" y="1664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1" name=""/>
            <p:cNvSpPr/>
            <p:nvPr/>
          </p:nvSpPr>
          <p:spPr>
            <a:xfrm rot="0" flipH="1">
              <a:off x="1980" y="166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2" name=""/>
            <p:cNvSpPr/>
            <p:nvPr/>
          </p:nvSpPr>
          <p:spPr>
            <a:xfrm rot="0" flipH="1">
              <a:off x="1850" y="1664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3" name=""/>
            <p:cNvSpPr/>
            <p:nvPr/>
          </p:nvSpPr>
          <p:spPr>
            <a:xfrm rot="0" flipH="1">
              <a:off x="1806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4" name=""/>
            <p:cNvSpPr/>
            <p:nvPr/>
          </p:nvSpPr>
          <p:spPr>
            <a:xfrm rot="0" flipH="1">
              <a:off x="1692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5" name=""/>
            <p:cNvSpPr/>
            <p:nvPr/>
          </p:nvSpPr>
          <p:spPr>
            <a:xfrm rot="0">
              <a:off x="1692" y="1664"/>
              <a:ext cx="1" cy="1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6" name=""/>
            <p:cNvSpPr/>
            <p:nvPr/>
          </p:nvSpPr>
          <p:spPr>
            <a:xfrm rot="0">
              <a:off x="1692" y="1821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7" name=""/>
            <p:cNvSpPr/>
            <p:nvPr/>
          </p:nvSpPr>
          <p:spPr>
            <a:xfrm rot="0">
              <a:off x="1692" y="1865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8" name=""/>
            <p:cNvSpPr/>
            <p:nvPr/>
          </p:nvSpPr>
          <p:spPr>
            <a:xfrm rot="0">
              <a:off x="1692" y="1995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39" name=""/>
            <p:cNvSpPr/>
            <p:nvPr/>
          </p:nvSpPr>
          <p:spPr>
            <a:xfrm rot="0">
              <a:off x="1692" y="2038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40" name=""/>
            <p:cNvSpPr/>
            <p:nvPr/>
          </p:nvSpPr>
          <p:spPr>
            <a:xfrm rot="0">
              <a:off x="1692" y="2169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41" name=""/>
            <p:cNvSpPr/>
            <p:nvPr/>
          </p:nvSpPr>
          <p:spPr>
            <a:xfrm rot="0">
              <a:off x="1692" y="2212"/>
              <a:ext cx="1" cy="1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42" name=""/>
            <p:cNvSpPr/>
            <p:nvPr/>
          </p:nvSpPr>
          <p:spPr>
            <a:xfrm rot="0">
              <a:off x="3403" y="2348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7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43" name=""/>
            <p:cNvSpPr/>
            <p:nvPr/>
          </p:nvSpPr>
          <p:spPr>
            <a:xfrm rot="0">
              <a:off x="3403" y="2348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7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44" name=""/>
            <p:cNvSpPr/>
            <p:nvPr/>
          </p:nvSpPr>
          <p:spPr>
            <a:xfrm rot="0">
              <a:off x="3403" y="1493"/>
              <a:ext cx="33" cy="855"/>
            </a:xfrm>
            <a:custGeom>
              <a:avLst/>
              <a:ahLst/>
              <a:rect l="0" t="0" r="r" b="b"/>
              <a:pathLst>
                <a:path w="100" h="2564">
                  <a:moveTo>
                    <a:pt x="0" y="2564"/>
                  </a:moveTo>
                  <a:lnTo>
                    <a:pt x="49" y="2564"/>
                  </a:lnTo>
                  <a:lnTo>
                    <a:pt x="100" y="2564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45" name=""/>
            <p:cNvSpPr/>
            <p:nvPr/>
          </p:nvSpPr>
          <p:spPr>
            <a:xfrm rot="0">
              <a:off x="3403" y="1493"/>
              <a:ext cx="33" cy="855"/>
            </a:xfrm>
            <a:custGeom>
              <a:avLst/>
              <a:ahLst/>
              <a:rect l="0" t="0" r="r" b="b"/>
              <a:pathLst>
                <a:path w="100" h="2564">
                  <a:moveTo>
                    <a:pt x="0" y="2564"/>
                  </a:moveTo>
                  <a:lnTo>
                    <a:pt x="49" y="2564"/>
                  </a:lnTo>
                  <a:lnTo>
                    <a:pt x="100" y="2564"/>
                  </a:lnTo>
                  <a:lnTo>
                    <a:pt x="100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46" name=""/>
            <p:cNvSpPr/>
            <p:nvPr/>
          </p:nvSpPr>
          <p:spPr>
            <a:xfrm rot="0">
              <a:off x="3403" y="147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47" name=""/>
            <p:cNvSpPr/>
            <p:nvPr/>
          </p:nvSpPr>
          <p:spPr>
            <a:xfrm rot="0">
              <a:off x="3403" y="1476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1" y="37"/>
                  </a:lnTo>
                  <a:lnTo>
                    <a:pt x="7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48" name=""/>
            <p:cNvSpPr/>
            <p:nvPr/>
          </p:nvSpPr>
          <p:spPr>
            <a:xfrm rot="0">
              <a:off x="2549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49" name=""/>
            <p:cNvSpPr/>
            <p:nvPr/>
          </p:nvSpPr>
          <p:spPr>
            <a:xfrm rot="0">
              <a:off x="2549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50" name=""/>
            <p:cNvSpPr/>
            <p:nvPr/>
          </p:nvSpPr>
          <p:spPr>
            <a:xfrm rot="0">
              <a:off x="2549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51" name=""/>
            <p:cNvSpPr/>
            <p:nvPr/>
          </p:nvSpPr>
          <p:spPr>
            <a:xfrm rot="0">
              <a:off x="2549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52" name=""/>
            <p:cNvSpPr/>
            <p:nvPr/>
          </p:nvSpPr>
          <p:spPr>
            <a:xfrm rot="0">
              <a:off x="2549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53" name=""/>
            <p:cNvSpPr/>
            <p:nvPr/>
          </p:nvSpPr>
          <p:spPr>
            <a:xfrm rot="0">
              <a:off x="2549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5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54" name=""/>
            <p:cNvSpPr/>
            <p:nvPr/>
          </p:nvSpPr>
          <p:spPr>
            <a:xfrm rot="0">
              <a:off x="2549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5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55" name=""/>
            <p:cNvSpPr/>
            <p:nvPr/>
          </p:nvSpPr>
          <p:spPr>
            <a:xfrm rot="0">
              <a:off x="2549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5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56" name=""/>
            <p:cNvSpPr/>
            <p:nvPr/>
          </p:nvSpPr>
          <p:spPr>
            <a:xfrm rot="0">
              <a:off x="2565" y="1476"/>
              <a:ext cx="854" cy="33"/>
            </a:xfrm>
            <a:custGeom>
              <a:avLst/>
              <a:ahLst/>
              <a:rect l="0" t="0" r="r" b="b"/>
              <a:pathLst>
                <a:path w="2562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2" y="99"/>
                  </a:lnTo>
                  <a:lnTo>
                    <a:pt x="2562" y="50"/>
                  </a:lnTo>
                  <a:lnTo>
                    <a:pt x="256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57" name=""/>
            <p:cNvSpPr/>
            <p:nvPr/>
          </p:nvSpPr>
          <p:spPr>
            <a:xfrm rot="0">
              <a:off x="2565" y="1476"/>
              <a:ext cx="854" cy="33"/>
            </a:xfrm>
            <a:custGeom>
              <a:avLst/>
              <a:ahLst/>
              <a:rect l="0" t="0" r="r" b="b"/>
              <a:pathLst>
                <a:path w="2562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2" y="99"/>
                  </a:lnTo>
                  <a:lnTo>
                    <a:pt x="2562" y="50"/>
                  </a:lnTo>
                  <a:lnTo>
                    <a:pt x="25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58" name=""/>
            <p:cNvSpPr/>
            <p:nvPr/>
          </p:nvSpPr>
          <p:spPr>
            <a:xfrm rot="0">
              <a:off x="3419" y="1476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59" name=""/>
            <p:cNvSpPr/>
            <p:nvPr/>
          </p:nvSpPr>
          <p:spPr>
            <a:xfrm rot="0">
              <a:off x="3419" y="1476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6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60" name=""/>
            <p:cNvSpPr/>
            <p:nvPr/>
          </p:nvSpPr>
          <p:spPr>
            <a:xfrm rot="0">
              <a:off x="2549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5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61" name=""/>
            <p:cNvSpPr/>
            <p:nvPr/>
          </p:nvSpPr>
          <p:spPr>
            <a:xfrm rot="0">
              <a:off x="2549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5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62" name=""/>
            <p:cNvSpPr/>
            <p:nvPr/>
          </p:nvSpPr>
          <p:spPr>
            <a:xfrm rot="0">
              <a:off x="2565" y="2331"/>
              <a:ext cx="854" cy="33"/>
            </a:xfrm>
            <a:custGeom>
              <a:avLst/>
              <a:ahLst/>
              <a:rect l="0" t="0" r="r" b="b"/>
              <a:pathLst>
                <a:path w="2562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2" y="99"/>
                  </a:lnTo>
                  <a:lnTo>
                    <a:pt x="2562" y="50"/>
                  </a:lnTo>
                  <a:lnTo>
                    <a:pt x="256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63" name=""/>
            <p:cNvSpPr/>
            <p:nvPr/>
          </p:nvSpPr>
          <p:spPr>
            <a:xfrm rot="0">
              <a:off x="2565" y="2331"/>
              <a:ext cx="854" cy="33"/>
            </a:xfrm>
            <a:custGeom>
              <a:avLst/>
              <a:ahLst/>
              <a:rect l="0" t="0" r="r" b="b"/>
              <a:pathLst>
                <a:path w="2562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2" y="99"/>
                  </a:lnTo>
                  <a:lnTo>
                    <a:pt x="2562" y="50"/>
                  </a:lnTo>
                  <a:lnTo>
                    <a:pt x="25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64" name=""/>
            <p:cNvSpPr/>
            <p:nvPr/>
          </p:nvSpPr>
          <p:spPr>
            <a:xfrm rot="0">
              <a:off x="3419" y="2331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5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4"/>
                  </a:lnTo>
                  <a:lnTo>
                    <a:pt x="35" y="85"/>
                  </a:lnTo>
                  <a:lnTo>
                    <a:pt x="25" y="92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65" name=""/>
            <p:cNvSpPr/>
            <p:nvPr/>
          </p:nvSpPr>
          <p:spPr>
            <a:xfrm rot="0">
              <a:off x="3419" y="2331"/>
              <a:ext cx="17" cy="33"/>
            </a:xfrm>
            <a:custGeom>
              <a:avLst/>
              <a:ahLst/>
              <a:rect l="0" t="0" r="r" b="b"/>
              <a:pathLst>
                <a:path w="51" h="99">
                  <a:moveTo>
                    <a:pt x="0" y="0"/>
                  </a:moveTo>
                  <a:lnTo>
                    <a:pt x="13" y="2"/>
                  </a:lnTo>
                  <a:lnTo>
                    <a:pt x="25" y="7"/>
                  </a:lnTo>
                  <a:lnTo>
                    <a:pt x="35" y="15"/>
                  </a:lnTo>
                  <a:lnTo>
                    <a:pt x="43" y="25"/>
                  </a:lnTo>
                  <a:lnTo>
                    <a:pt x="48" y="37"/>
                  </a:lnTo>
                  <a:lnTo>
                    <a:pt x="51" y="50"/>
                  </a:lnTo>
                  <a:lnTo>
                    <a:pt x="48" y="63"/>
                  </a:lnTo>
                  <a:lnTo>
                    <a:pt x="43" y="74"/>
                  </a:lnTo>
                  <a:lnTo>
                    <a:pt x="35" y="85"/>
                  </a:lnTo>
                  <a:lnTo>
                    <a:pt x="25" y="92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66" name=""/>
            <p:cNvSpPr/>
            <p:nvPr/>
          </p:nvSpPr>
          <p:spPr>
            <a:xfrm rot="0">
              <a:off x="3403" y="2331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7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67" name=""/>
            <p:cNvSpPr/>
            <p:nvPr/>
          </p:nvSpPr>
          <p:spPr>
            <a:xfrm rot="0">
              <a:off x="3403" y="2331"/>
              <a:ext cx="33" cy="17"/>
            </a:xfrm>
            <a:custGeom>
              <a:avLst/>
              <a:ahLst/>
              <a:rect l="0" t="0" r="r" b="b"/>
              <a:pathLst>
                <a:path w="100" h="50">
                  <a:moveTo>
                    <a:pt x="0" y="50"/>
                  </a:moveTo>
                  <a:lnTo>
                    <a:pt x="1" y="37"/>
                  </a:lnTo>
                  <a:lnTo>
                    <a:pt x="7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100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68" name=""/>
            <p:cNvSpPr/>
            <p:nvPr/>
          </p:nvSpPr>
          <p:spPr>
            <a:xfrm rot="0">
              <a:off x="3403" y="2348"/>
              <a:ext cx="33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69" name=""/>
            <p:cNvSpPr/>
            <p:nvPr/>
          </p:nvSpPr>
          <p:spPr>
            <a:xfrm rot="0">
              <a:off x="3403" y="2348"/>
              <a:ext cx="33" cy="85"/>
            </a:xfrm>
            <a:custGeom>
              <a:avLst/>
              <a:ahLst/>
              <a:rect l="0" t="0" r="r" b="b"/>
              <a:pathLst>
                <a:path w="100" h="256">
                  <a:moveTo>
                    <a:pt x="100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100" y="256"/>
                  </a:lnTo>
                  <a:lnTo>
                    <a:pt x="10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70" name=""/>
            <p:cNvSpPr/>
            <p:nvPr/>
          </p:nvSpPr>
          <p:spPr>
            <a:xfrm rot="0">
              <a:off x="3403" y="2433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49" y="0"/>
                  </a:moveTo>
                  <a:lnTo>
                    <a:pt x="100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7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71" name=""/>
            <p:cNvSpPr/>
            <p:nvPr/>
          </p:nvSpPr>
          <p:spPr>
            <a:xfrm rot="0">
              <a:off x="3403" y="2433"/>
              <a:ext cx="33" cy="16"/>
            </a:xfrm>
            <a:custGeom>
              <a:avLst/>
              <a:ahLst/>
              <a:rect l="0" t="0" r="r" b="b"/>
              <a:pathLst>
                <a:path w="100" h="49">
                  <a:moveTo>
                    <a:pt x="100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7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72" name=""/>
            <p:cNvSpPr/>
            <p:nvPr/>
          </p:nvSpPr>
          <p:spPr>
            <a:xfrm rot="0">
              <a:off x="2549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51"/>
                  </a:moveTo>
                  <a:lnTo>
                    <a:pt x="49" y="100"/>
                  </a:lnTo>
                  <a:lnTo>
                    <a:pt x="36" y="98"/>
                  </a:lnTo>
                  <a:lnTo>
                    <a:pt x="25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73" name=""/>
            <p:cNvSpPr/>
            <p:nvPr/>
          </p:nvSpPr>
          <p:spPr>
            <a:xfrm rot="0">
              <a:off x="2549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100"/>
                  </a:moveTo>
                  <a:lnTo>
                    <a:pt x="36" y="98"/>
                  </a:lnTo>
                  <a:lnTo>
                    <a:pt x="25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5" y="8"/>
                  </a:lnTo>
                  <a:lnTo>
                    <a:pt x="36" y="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74" name=""/>
            <p:cNvSpPr/>
            <p:nvPr/>
          </p:nvSpPr>
          <p:spPr>
            <a:xfrm rot="0">
              <a:off x="2565" y="2416"/>
              <a:ext cx="854" cy="33"/>
            </a:xfrm>
            <a:custGeom>
              <a:avLst/>
              <a:ahLst/>
              <a:rect l="0" t="0" r="r" b="b"/>
              <a:pathLst>
                <a:path w="2562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2" y="100"/>
                  </a:lnTo>
                  <a:lnTo>
                    <a:pt x="2562" y="51"/>
                  </a:lnTo>
                  <a:lnTo>
                    <a:pt x="256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75" name=""/>
            <p:cNvSpPr/>
            <p:nvPr/>
          </p:nvSpPr>
          <p:spPr>
            <a:xfrm rot="0">
              <a:off x="2565" y="2416"/>
              <a:ext cx="854" cy="33"/>
            </a:xfrm>
            <a:custGeom>
              <a:avLst/>
              <a:ahLst/>
              <a:rect l="0" t="0" r="r" b="b"/>
              <a:pathLst>
                <a:path w="2562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2" y="100"/>
                  </a:lnTo>
                  <a:lnTo>
                    <a:pt x="2562" y="51"/>
                  </a:lnTo>
                  <a:lnTo>
                    <a:pt x="2562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76" name=""/>
            <p:cNvSpPr/>
            <p:nvPr/>
          </p:nvSpPr>
          <p:spPr>
            <a:xfrm rot="0">
              <a:off x="3419" y="2416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51"/>
                  </a:moveTo>
                  <a:lnTo>
                    <a:pt x="0" y="0"/>
                  </a:ln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77" name=""/>
            <p:cNvSpPr/>
            <p:nvPr/>
          </p:nvSpPr>
          <p:spPr>
            <a:xfrm rot="0">
              <a:off x="3419" y="2416"/>
              <a:ext cx="17" cy="33"/>
            </a:xfrm>
            <a:custGeom>
              <a:avLst/>
              <a:ahLst/>
              <a:rect l="0" t="0" r="r" b="b"/>
              <a:pathLst>
                <a:path w="51" h="100">
                  <a:moveTo>
                    <a:pt x="0" y="0"/>
                  </a:moveTo>
                  <a:lnTo>
                    <a:pt x="13" y="3"/>
                  </a:lnTo>
                  <a:lnTo>
                    <a:pt x="25" y="8"/>
                  </a:lnTo>
                  <a:lnTo>
                    <a:pt x="35" y="16"/>
                  </a:lnTo>
                  <a:lnTo>
                    <a:pt x="43" y="26"/>
                  </a:lnTo>
                  <a:lnTo>
                    <a:pt x="48" y="38"/>
                  </a:lnTo>
                  <a:lnTo>
                    <a:pt x="51" y="51"/>
                  </a:lnTo>
                  <a:lnTo>
                    <a:pt x="48" y="63"/>
                  </a:lnTo>
                  <a:lnTo>
                    <a:pt x="43" y="75"/>
                  </a:lnTo>
                  <a:lnTo>
                    <a:pt x="35" y="85"/>
                  </a:lnTo>
                  <a:lnTo>
                    <a:pt x="25" y="93"/>
                  </a:lnTo>
                  <a:lnTo>
                    <a:pt x="13" y="98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78" name=""/>
            <p:cNvSpPr/>
            <p:nvPr/>
          </p:nvSpPr>
          <p:spPr>
            <a:xfrm rot="0">
              <a:off x="2549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79" name=""/>
            <p:cNvSpPr/>
            <p:nvPr/>
          </p:nvSpPr>
          <p:spPr>
            <a:xfrm rot="0">
              <a:off x="2549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0" name=""/>
            <p:cNvSpPr/>
            <p:nvPr/>
          </p:nvSpPr>
          <p:spPr>
            <a:xfrm rot="0">
              <a:off x="2549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81" name=""/>
            <p:cNvSpPr/>
            <p:nvPr/>
          </p:nvSpPr>
          <p:spPr>
            <a:xfrm rot="0">
              <a:off x="2549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2" name=""/>
            <p:cNvSpPr/>
            <p:nvPr/>
          </p:nvSpPr>
          <p:spPr>
            <a:xfrm rot="0">
              <a:off x="2549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683" name=""/>
            <p:cNvSpPr/>
            <p:nvPr/>
          </p:nvSpPr>
          <p:spPr>
            <a:xfrm rot="0">
              <a:off x="2549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5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4" name=""/>
            <p:cNvSpPr/>
            <p:nvPr/>
          </p:nvSpPr>
          <p:spPr>
            <a:xfrm rot="0">
              <a:off x="2821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5" name=""/>
            <p:cNvSpPr/>
            <p:nvPr/>
          </p:nvSpPr>
          <p:spPr>
            <a:xfrm rot="0">
              <a:off x="2918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6" name=""/>
            <p:cNvSpPr/>
            <p:nvPr/>
          </p:nvSpPr>
          <p:spPr>
            <a:xfrm rot="0">
              <a:off x="2962" y="1835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7" name=""/>
            <p:cNvSpPr/>
            <p:nvPr/>
          </p:nvSpPr>
          <p:spPr>
            <a:xfrm rot="0">
              <a:off x="3092" y="1835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8" name=""/>
            <p:cNvSpPr/>
            <p:nvPr/>
          </p:nvSpPr>
          <p:spPr>
            <a:xfrm rot="0">
              <a:off x="3135" y="1835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89" name=""/>
            <p:cNvSpPr/>
            <p:nvPr/>
          </p:nvSpPr>
          <p:spPr>
            <a:xfrm rot="0">
              <a:off x="3265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0" name=""/>
            <p:cNvSpPr/>
            <p:nvPr/>
          </p:nvSpPr>
          <p:spPr>
            <a:xfrm rot="0">
              <a:off x="3309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1" name=""/>
            <p:cNvSpPr/>
            <p:nvPr/>
          </p:nvSpPr>
          <p:spPr>
            <a:xfrm rot="0" flipH="1">
              <a:off x="3326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2" name=""/>
            <p:cNvSpPr/>
            <p:nvPr/>
          </p:nvSpPr>
          <p:spPr>
            <a:xfrm rot="0" flipH="1">
              <a:off x="3283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3" name=""/>
            <p:cNvSpPr/>
            <p:nvPr/>
          </p:nvSpPr>
          <p:spPr>
            <a:xfrm rot="0" flipH="1">
              <a:off x="3153" y="1664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4" name=""/>
            <p:cNvSpPr/>
            <p:nvPr/>
          </p:nvSpPr>
          <p:spPr>
            <a:xfrm rot="0" flipH="1">
              <a:off x="3109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5" name=""/>
            <p:cNvSpPr/>
            <p:nvPr/>
          </p:nvSpPr>
          <p:spPr>
            <a:xfrm rot="0" flipH="1">
              <a:off x="2979" y="1664"/>
              <a:ext cx="10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6" name=""/>
            <p:cNvSpPr/>
            <p:nvPr/>
          </p:nvSpPr>
          <p:spPr>
            <a:xfrm rot="0" flipH="1">
              <a:off x="2936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7" name=""/>
            <p:cNvSpPr/>
            <p:nvPr/>
          </p:nvSpPr>
          <p:spPr>
            <a:xfrm rot="0" flipH="1">
              <a:off x="2821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8" name=""/>
            <p:cNvSpPr/>
            <p:nvPr/>
          </p:nvSpPr>
          <p:spPr>
            <a:xfrm rot="0">
              <a:off x="2821" y="1664"/>
              <a:ext cx="1" cy="1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699" name=""/>
            <p:cNvSpPr/>
            <p:nvPr/>
          </p:nvSpPr>
          <p:spPr>
            <a:xfrm rot="0">
              <a:off x="2821" y="1821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0" name=""/>
            <p:cNvSpPr/>
            <p:nvPr/>
          </p:nvSpPr>
          <p:spPr>
            <a:xfrm rot="0">
              <a:off x="2821" y="1865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1" name=""/>
            <p:cNvSpPr/>
            <p:nvPr/>
          </p:nvSpPr>
          <p:spPr>
            <a:xfrm rot="0">
              <a:off x="2821" y="1995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2" name=""/>
            <p:cNvSpPr/>
            <p:nvPr/>
          </p:nvSpPr>
          <p:spPr>
            <a:xfrm rot="0">
              <a:off x="2821" y="2038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3" name=""/>
            <p:cNvSpPr/>
            <p:nvPr/>
          </p:nvSpPr>
          <p:spPr>
            <a:xfrm rot="0">
              <a:off x="2821" y="2169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4" name=""/>
            <p:cNvSpPr/>
            <p:nvPr/>
          </p:nvSpPr>
          <p:spPr>
            <a:xfrm rot="0">
              <a:off x="2821" y="2212"/>
              <a:ext cx="1" cy="1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5" name=""/>
            <p:cNvSpPr/>
            <p:nvPr/>
          </p:nvSpPr>
          <p:spPr>
            <a:xfrm rot="0">
              <a:off x="4533" y="1664"/>
              <a:ext cx="33" cy="17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06" name=""/>
            <p:cNvSpPr/>
            <p:nvPr/>
          </p:nvSpPr>
          <p:spPr>
            <a:xfrm rot="0">
              <a:off x="4533" y="1664"/>
              <a:ext cx="33" cy="17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7" name=""/>
            <p:cNvSpPr/>
            <p:nvPr/>
          </p:nvSpPr>
          <p:spPr>
            <a:xfrm rot="0">
              <a:off x="4533" y="1493"/>
              <a:ext cx="33" cy="171"/>
            </a:xfrm>
            <a:custGeom>
              <a:avLst/>
              <a:ahLst/>
              <a:rect l="0" t="0" r="r" b="b"/>
              <a:pathLst>
                <a:path w="99" h="514">
                  <a:moveTo>
                    <a:pt x="0" y="514"/>
                  </a:moveTo>
                  <a:lnTo>
                    <a:pt x="49" y="514"/>
                  </a:lnTo>
                  <a:lnTo>
                    <a:pt x="99" y="514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08" name=""/>
            <p:cNvSpPr/>
            <p:nvPr/>
          </p:nvSpPr>
          <p:spPr>
            <a:xfrm rot="0">
              <a:off x="4533" y="1493"/>
              <a:ext cx="33" cy="171"/>
            </a:xfrm>
            <a:custGeom>
              <a:avLst/>
              <a:ahLst/>
              <a:rect l="0" t="0" r="r" b="b"/>
              <a:pathLst>
                <a:path w="99" h="514">
                  <a:moveTo>
                    <a:pt x="0" y="514"/>
                  </a:moveTo>
                  <a:lnTo>
                    <a:pt x="49" y="514"/>
                  </a:lnTo>
                  <a:lnTo>
                    <a:pt x="99" y="514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09" name=""/>
            <p:cNvSpPr/>
            <p:nvPr/>
          </p:nvSpPr>
          <p:spPr>
            <a:xfrm rot="0">
              <a:off x="4533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10" name=""/>
            <p:cNvSpPr/>
            <p:nvPr/>
          </p:nvSpPr>
          <p:spPr>
            <a:xfrm rot="0">
              <a:off x="4533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11" name=""/>
            <p:cNvSpPr/>
            <p:nvPr/>
          </p:nvSpPr>
          <p:spPr>
            <a:xfrm rot="0">
              <a:off x="3679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12" name=""/>
            <p:cNvSpPr/>
            <p:nvPr/>
          </p:nvSpPr>
          <p:spPr>
            <a:xfrm rot="0">
              <a:off x="3679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13" name=""/>
            <p:cNvSpPr/>
            <p:nvPr/>
          </p:nvSpPr>
          <p:spPr>
            <a:xfrm rot="0">
              <a:off x="3679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14" name=""/>
            <p:cNvSpPr/>
            <p:nvPr/>
          </p:nvSpPr>
          <p:spPr>
            <a:xfrm rot="0">
              <a:off x="3679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15" name=""/>
            <p:cNvSpPr/>
            <p:nvPr/>
          </p:nvSpPr>
          <p:spPr>
            <a:xfrm rot="0">
              <a:off x="3679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16" name=""/>
            <p:cNvSpPr/>
            <p:nvPr/>
          </p:nvSpPr>
          <p:spPr>
            <a:xfrm rot="0">
              <a:off x="3679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2" y="24"/>
                  </a:lnTo>
                  <a:lnTo>
                    <a:pt x="84" y="35"/>
                  </a:lnTo>
                  <a:lnTo>
                    <a:pt x="74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17" name=""/>
            <p:cNvSpPr/>
            <p:nvPr/>
          </p:nvSpPr>
          <p:spPr>
            <a:xfrm rot="0">
              <a:off x="3679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18" name=""/>
            <p:cNvSpPr/>
            <p:nvPr/>
          </p:nvSpPr>
          <p:spPr>
            <a:xfrm rot="0">
              <a:off x="3679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19" name=""/>
            <p:cNvSpPr/>
            <p:nvPr/>
          </p:nvSpPr>
          <p:spPr>
            <a:xfrm rot="0">
              <a:off x="3695" y="1476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20" name=""/>
            <p:cNvSpPr/>
            <p:nvPr/>
          </p:nvSpPr>
          <p:spPr>
            <a:xfrm rot="0">
              <a:off x="3695" y="1476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21" name=""/>
            <p:cNvSpPr/>
            <p:nvPr/>
          </p:nvSpPr>
          <p:spPr>
            <a:xfrm rot="0">
              <a:off x="4549" y="1476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6"/>
                  </a:lnTo>
                  <a:lnTo>
                    <a:pt x="48" y="37"/>
                  </a:lnTo>
                  <a:lnTo>
                    <a:pt x="50" y="50"/>
                  </a:lnTo>
                  <a:lnTo>
                    <a:pt x="48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22" name=""/>
            <p:cNvSpPr/>
            <p:nvPr/>
          </p:nvSpPr>
          <p:spPr>
            <a:xfrm rot="0">
              <a:off x="4549" y="1476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0"/>
                  </a:move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6"/>
                  </a:lnTo>
                  <a:lnTo>
                    <a:pt x="48" y="37"/>
                  </a:lnTo>
                  <a:lnTo>
                    <a:pt x="50" y="50"/>
                  </a:lnTo>
                  <a:lnTo>
                    <a:pt x="48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23" name=""/>
            <p:cNvSpPr/>
            <p:nvPr/>
          </p:nvSpPr>
          <p:spPr>
            <a:xfrm rot="0">
              <a:off x="3679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24" name=""/>
            <p:cNvSpPr/>
            <p:nvPr/>
          </p:nvSpPr>
          <p:spPr>
            <a:xfrm rot="0">
              <a:off x="3679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25" name=""/>
            <p:cNvSpPr/>
            <p:nvPr/>
          </p:nvSpPr>
          <p:spPr>
            <a:xfrm rot="0">
              <a:off x="3695" y="2331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26" name=""/>
            <p:cNvSpPr/>
            <p:nvPr/>
          </p:nvSpPr>
          <p:spPr>
            <a:xfrm rot="0">
              <a:off x="3695" y="2331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27" name=""/>
            <p:cNvSpPr/>
            <p:nvPr/>
          </p:nvSpPr>
          <p:spPr>
            <a:xfrm rot="0">
              <a:off x="4549" y="2331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5"/>
                  </a:lnTo>
                  <a:lnTo>
                    <a:pt x="48" y="37"/>
                  </a:lnTo>
                  <a:lnTo>
                    <a:pt x="50" y="50"/>
                  </a:lnTo>
                  <a:lnTo>
                    <a:pt x="48" y="63"/>
                  </a:lnTo>
                  <a:lnTo>
                    <a:pt x="42" y="74"/>
                  </a:lnTo>
                  <a:lnTo>
                    <a:pt x="35" y="85"/>
                  </a:lnTo>
                  <a:lnTo>
                    <a:pt x="24" y="92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28" name=""/>
            <p:cNvSpPr/>
            <p:nvPr/>
          </p:nvSpPr>
          <p:spPr>
            <a:xfrm rot="0">
              <a:off x="4549" y="2331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0"/>
                  </a:move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5"/>
                  </a:lnTo>
                  <a:lnTo>
                    <a:pt x="48" y="37"/>
                  </a:lnTo>
                  <a:lnTo>
                    <a:pt x="50" y="50"/>
                  </a:lnTo>
                  <a:lnTo>
                    <a:pt x="48" y="63"/>
                  </a:lnTo>
                  <a:lnTo>
                    <a:pt x="42" y="74"/>
                  </a:lnTo>
                  <a:lnTo>
                    <a:pt x="35" y="85"/>
                  </a:lnTo>
                  <a:lnTo>
                    <a:pt x="24" y="92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29" name=""/>
            <p:cNvSpPr/>
            <p:nvPr/>
          </p:nvSpPr>
          <p:spPr>
            <a:xfrm rot="0">
              <a:off x="4533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30" name=""/>
            <p:cNvSpPr/>
            <p:nvPr/>
          </p:nvSpPr>
          <p:spPr>
            <a:xfrm rot="0">
              <a:off x="4533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31" name=""/>
            <p:cNvSpPr/>
            <p:nvPr/>
          </p:nvSpPr>
          <p:spPr>
            <a:xfrm rot="0">
              <a:off x="4533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32" name=""/>
            <p:cNvSpPr/>
            <p:nvPr/>
          </p:nvSpPr>
          <p:spPr>
            <a:xfrm rot="0">
              <a:off x="4533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33" name=""/>
            <p:cNvSpPr/>
            <p:nvPr/>
          </p:nvSpPr>
          <p:spPr>
            <a:xfrm rot="0">
              <a:off x="4533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34" name=""/>
            <p:cNvSpPr/>
            <p:nvPr/>
          </p:nvSpPr>
          <p:spPr>
            <a:xfrm rot="0">
              <a:off x="4533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35" name=""/>
            <p:cNvSpPr/>
            <p:nvPr/>
          </p:nvSpPr>
          <p:spPr>
            <a:xfrm rot="0">
              <a:off x="3679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51"/>
                  </a:moveTo>
                  <a:lnTo>
                    <a:pt x="49" y="100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36" name=""/>
            <p:cNvSpPr/>
            <p:nvPr/>
          </p:nvSpPr>
          <p:spPr>
            <a:xfrm rot="0">
              <a:off x="3679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100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37" name=""/>
            <p:cNvSpPr/>
            <p:nvPr/>
          </p:nvSpPr>
          <p:spPr>
            <a:xfrm rot="0">
              <a:off x="3695" y="2416"/>
              <a:ext cx="854" cy="33"/>
            </a:xfrm>
            <a:custGeom>
              <a:avLst/>
              <a:ahLst/>
              <a:rect l="0" t="0" r="r" b="b"/>
              <a:pathLst>
                <a:path w="2561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1" y="100"/>
                  </a:lnTo>
                  <a:lnTo>
                    <a:pt x="2561" y="51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38" name=""/>
            <p:cNvSpPr/>
            <p:nvPr/>
          </p:nvSpPr>
          <p:spPr>
            <a:xfrm rot="0">
              <a:off x="3695" y="2416"/>
              <a:ext cx="854" cy="33"/>
            </a:xfrm>
            <a:custGeom>
              <a:avLst/>
              <a:ahLst/>
              <a:rect l="0" t="0" r="r" b="b"/>
              <a:pathLst>
                <a:path w="2561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1" y="100"/>
                  </a:lnTo>
                  <a:lnTo>
                    <a:pt x="2561" y="51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39" name=""/>
            <p:cNvSpPr/>
            <p:nvPr/>
          </p:nvSpPr>
          <p:spPr>
            <a:xfrm rot="0">
              <a:off x="4549" y="2416"/>
              <a:ext cx="17" cy="33"/>
            </a:xfrm>
            <a:custGeom>
              <a:avLst/>
              <a:ahLst/>
              <a:rect l="0" t="0" r="r" b="b"/>
              <a:pathLst>
                <a:path w="50" h="100">
                  <a:moveTo>
                    <a:pt x="0" y="51"/>
                  </a:moveTo>
                  <a:lnTo>
                    <a:pt x="0" y="0"/>
                  </a:lnTo>
                  <a:lnTo>
                    <a:pt x="13" y="3"/>
                  </a:lnTo>
                  <a:lnTo>
                    <a:pt x="24" y="8"/>
                  </a:lnTo>
                  <a:lnTo>
                    <a:pt x="35" y="16"/>
                  </a:lnTo>
                  <a:lnTo>
                    <a:pt x="42" y="26"/>
                  </a:lnTo>
                  <a:lnTo>
                    <a:pt x="48" y="38"/>
                  </a:lnTo>
                  <a:lnTo>
                    <a:pt x="50" y="51"/>
                  </a:lnTo>
                  <a:lnTo>
                    <a:pt x="48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10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40" name=""/>
            <p:cNvSpPr/>
            <p:nvPr/>
          </p:nvSpPr>
          <p:spPr>
            <a:xfrm rot="0">
              <a:off x="4549" y="2416"/>
              <a:ext cx="17" cy="33"/>
            </a:xfrm>
            <a:custGeom>
              <a:avLst/>
              <a:ahLst/>
              <a:rect l="0" t="0" r="r" b="b"/>
              <a:pathLst>
                <a:path w="50" h="100">
                  <a:moveTo>
                    <a:pt x="0" y="0"/>
                  </a:moveTo>
                  <a:lnTo>
                    <a:pt x="13" y="3"/>
                  </a:lnTo>
                  <a:lnTo>
                    <a:pt x="24" y="8"/>
                  </a:lnTo>
                  <a:lnTo>
                    <a:pt x="35" y="16"/>
                  </a:lnTo>
                  <a:lnTo>
                    <a:pt x="42" y="26"/>
                  </a:lnTo>
                  <a:lnTo>
                    <a:pt x="48" y="38"/>
                  </a:lnTo>
                  <a:lnTo>
                    <a:pt x="50" y="51"/>
                  </a:lnTo>
                  <a:lnTo>
                    <a:pt x="48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41" name=""/>
            <p:cNvSpPr/>
            <p:nvPr/>
          </p:nvSpPr>
          <p:spPr>
            <a:xfrm rot="0">
              <a:off x="3679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42" name=""/>
            <p:cNvSpPr/>
            <p:nvPr/>
          </p:nvSpPr>
          <p:spPr>
            <a:xfrm rot="0">
              <a:off x="3679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84" y="15"/>
                  </a:lnTo>
                  <a:lnTo>
                    <a:pt x="92" y="25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43" name=""/>
            <p:cNvSpPr/>
            <p:nvPr/>
          </p:nvSpPr>
          <p:spPr>
            <a:xfrm rot="0">
              <a:off x="3679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44" name=""/>
            <p:cNvSpPr/>
            <p:nvPr/>
          </p:nvSpPr>
          <p:spPr>
            <a:xfrm rot="0">
              <a:off x="3679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45" name=""/>
            <p:cNvSpPr/>
            <p:nvPr/>
          </p:nvSpPr>
          <p:spPr>
            <a:xfrm rot="0">
              <a:off x="3679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46" name=""/>
            <p:cNvSpPr/>
            <p:nvPr/>
          </p:nvSpPr>
          <p:spPr>
            <a:xfrm rot="0">
              <a:off x="3679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2"/>
                  </a:lnTo>
                  <a:lnTo>
                    <a:pt x="92" y="24"/>
                  </a:lnTo>
                  <a:lnTo>
                    <a:pt x="84" y="34"/>
                  </a:lnTo>
                  <a:lnTo>
                    <a:pt x="74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47" name=""/>
            <p:cNvSpPr/>
            <p:nvPr/>
          </p:nvSpPr>
          <p:spPr>
            <a:xfrm rot="0">
              <a:off x="3951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48" name=""/>
            <p:cNvSpPr/>
            <p:nvPr/>
          </p:nvSpPr>
          <p:spPr>
            <a:xfrm rot="0">
              <a:off x="4048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49" name=""/>
            <p:cNvSpPr/>
            <p:nvPr/>
          </p:nvSpPr>
          <p:spPr>
            <a:xfrm rot="0">
              <a:off x="4091" y="1835"/>
              <a:ext cx="10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0" name=""/>
            <p:cNvSpPr/>
            <p:nvPr/>
          </p:nvSpPr>
          <p:spPr>
            <a:xfrm rot="0">
              <a:off x="4221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1" name=""/>
            <p:cNvSpPr/>
            <p:nvPr/>
          </p:nvSpPr>
          <p:spPr>
            <a:xfrm rot="0">
              <a:off x="4265" y="1835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2" name=""/>
            <p:cNvSpPr/>
            <p:nvPr/>
          </p:nvSpPr>
          <p:spPr>
            <a:xfrm rot="0">
              <a:off x="4395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3" name=""/>
            <p:cNvSpPr/>
            <p:nvPr/>
          </p:nvSpPr>
          <p:spPr>
            <a:xfrm rot="0">
              <a:off x="4438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4" name=""/>
            <p:cNvSpPr/>
            <p:nvPr/>
          </p:nvSpPr>
          <p:spPr>
            <a:xfrm rot="0" flipH="1">
              <a:off x="4456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5" name=""/>
            <p:cNvSpPr/>
            <p:nvPr/>
          </p:nvSpPr>
          <p:spPr>
            <a:xfrm rot="0" flipH="1">
              <a:off x="4413" y="166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6" name=""/>
            <p:cNvSpPr/>
            <p:nvPr/>
          </p:nvSpPr>
          <p:spPr>
            <a:xfrm rot="0" flipH="1">
              <a:off x="4283" y="1664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7" name=""/>
            <p:cNvSpPr/>
            <p:nvPr/>
          </p:nvSpPr>
          <p:spPr>
            <a:xfrm rot="0" flipH="1">
              <a:off x="4239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8" name=""/>
            <p:cNvSpPr/>
            <p:nvPr/>
          </p:nvSpPr>
          <p:spPr>
            <a:xfrm rot="0" flipH="1">
              <a:off x="4109" y="1664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59" name=""/>
            <p:cNvSpPr/>
            <p:nvPr/>
          </p:nvSpPr>
          <p:spPr>
            <a:xfrm rot="0" flipH="1">
              <a:off x="4066" y="166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0" name=""/>
            <p:cNvSpPr/>
            <p:nvPr/>
          </p:nvSpPr>
          <p:spPr>
            <a:xfrm rot="0" flipH="1">
              <a:off x="3951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1" name=""/>
            <p:cNvSpPr/>
            <p:nvPr/>
          </p:nvSpPr>
          <p:spPr>
            <a:xfrm rot="0">
              <a:off x="3951" y="1664"/>
              <a:ext cx="1" cy="1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2" name=""/>
            <p:cNvSpPr/>
            <p:nvPr/>
          </p:nvSpPr>
          <p:spPr>
            <a:xfrm rot="0">
              <a:off x="3951" y="1821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3" name=""/>
            <p:cNvSpPr/>
            <p:nvPr/>
          </p:nvSpPr>
          <p:spPr>
            <a:xfrm rot="0">
              <a:off x="3951" y="1865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4" name=""/>
            <p:cNvSpPr/>
            <p:nvPr/>
          </p:nvSpPr>
          <p:spPr>
            <a:xfrm rot="0">
              <a:off x="3951" y="1995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5" name=""/>
            <p:cNvSpPr/>
            <p:nvPr/>
          </p:nvSpPr>
          <p:spPr>
            <a:xfrm rot="0">
              <a:off x="3951" y="2038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6" name=""/>
            <p:cNvSpPr/>
            <p:nvPr/>
          </p:nvSpPr>
          <p:spPr>
            <a:xfrm rot="0">
              <a:off x="3951" y="2169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7" name=""/>
            <p:cNvSpPr/>
            <p:nvPr/>
          </p:nvSpPr>
          <p:spPr>
            <a:xfrm rot="0">
              <a:off x="3951" y="2212"/>
              <a:ext cx="1" cy="1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68" name=""/>
            <p:cNvSpPr/>
            <p:nvPr/>
          </p:nvSpPr>
          <p:spPr>
            <a:xfrm rot="0">
              <a:off x="5663" y="1664"/>
              <a:ext cx="33" cy="17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6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69" name=""/>
            <p:cNvSpPr/>
            <p:nvPr/>
          </p:nvSpPr>
          <p:spPr>
            <a:xfrm rot="0">
              <a:off x="5663" y="1664"/>
              <a:ext cx="33" cy="17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6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70" name=""/>
            <p:cNvSpPr/>
            <p:nvPr/>
          </p:nvSpPr>
          <p:spPr>
            <a:xfrm rot="0">
              <a:off x="5663" y="1493"/>
              <a:ext cx="33" cy="171"/>
            </a:xfrm>
            <a:custGeom>
              <a:avLst/>
              <a:ahLst/>
              <a:rect l="0" t="0" r="r" b="b"/>
              <a:pathLst>
                <a:path w="99" h="514">
                  <a:moveTo>
                    <a:pt x="0" y="514"/>
                  </a:moveTo>
                  <a:lnTo>
                    <a:pt x="49" y="514"/>
                  </a:lnTo>
                  <a:lnTo>
                    <a:pt x="99" y="514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71" name=""/>
            <p:cNvSpPr/>
            <p:nvPr/>
          </p:nvSpPr>
          <p:spPr>
            <a:xfrm rot="0">
              <a:off x="5663" y="1493"/>
              <a:ext cx="33" cy="171"/>
            </a:xfrm>
            <a:custGeom>
              <a:avLst/>
              <a:ahLst/>
              <a:rect l="0" t="0" r="r" b="b"/>
              <a:pathLst>
                <a:path w="99" h="514">
                  <a:moveTo>
                    <a:pt x="0" y="514"/>
                  </a:moveTo>
                  <a:lnTo>
                    <a:pt x="49" y="514"/>
                  </a:lnTo>
                  <a:lnTo>
                    <a:pt x="99" y="514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14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72" name=""/>
            <p:cNvSpPr/>
            <p:nvPr/>
          </p:nvSpPr>
          <p:spPr>
            <a:xfrm rot="0">
              <a:off x="5663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6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73" name=""/>
            <p:cNvSpPr/>
            <p:nvPr/>
          </p:nvSpPr>
          <p:spPr>
            <a:xfrm rot="0">
              <a:off x="5663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6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74" name=""/>
            <p:cNvSpPr/>
            <p:nvPr/>
          </p:nvSpPr>
          <p:spPr>
            <a:xfrm rot="0">
              <a:off x="4809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75" name=""/>
            <p:cNvSpPr/>
            <p:nvPr/>
          </p:nvSpPr>
          <p:spPr>
            <a:xfrm rot="0">
              <a:off x="4809" y="1476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6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76" name=""/>
            <p:cNvSpPr/>
            <p:nvPr/>
          </p:nvSpPr>
          <p:spPr>
            <a:xfrm rot="0">
              <a:off x="4809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77" name=""/>
            <p:cNvSpPr/>
            <p:nvPr/>
          </p:nvSpPr>
          <p:spPr>
            <a:xfrm rot="0">
              <a:off x="4809" y="1493"/>
              <a:ext cx="33" cy="855"/>
            </a:xfrm>
            <a:custGeom>
              <a:avLst/>
              <a:ahLst/>
              <a:rect l="0" t="0" r="r" b="b"/>
              <a:pathLst>
                <a:path w="99" h="2564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4"/>
                  </a:lnTo>
                  <a:lnTo>
                    <a:pt x="49" y="2564"/>
                  </a:lnTo>
                  <a:lnTo>
                    <a:pt x="99" y="2564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78" name=""/>
            <p:cNvSpPr/>
            <p:nvPr/>
          </p:nvSpPr>
          <p:spPr>
            <a:xfrm rot="0">
              <a:off x="4809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79" name=""/>
            <p:cNvSpPr/>
            <p:nvPr/>
          </p:nvSpPr>
          <p:spPr>
            <a:xfrm rot="0">
              <a:off x="4809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3"/>
                  </a:lnTo>
                  <a:lnTo>
                    <a:pt x="91" y="24"/>
                  </a:lnTo>
                  <a:lnTo>
                    <a:pt x="84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80" name=""/>
            <p:cNvSpPr/>
            <p:nvPr/>
          </p:nvSpPr>
          <p:spPr>
            <a:xfrm rot="0">
              <a:off x="4809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81" name=""/>
            <p:cNvSpPr/>
            <p:nvPr/>
          </p:nvSpPr>
          <p:spPr>
            <a:xfrm rot="0">
              <a:off x="4809" y="1476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6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82" name=""/>
            <p:cNvSpPr/>
            <p:nvPr/>
          </p:nvSpPr>
          <p:spPr>
            <a:xfrm rot="0">
              <a:off x="4825" y="1476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83" name=""/>
            <p:cNvSpPr/>
            <p:nvPr/>
          </p:nvSpPr>
          <p:spPr>
            <a:xfrm rot="0">
              <a:off x="4825" y="1476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84" name=""/>
            <p:cNvSpPr/>
            <p:nvPr/>
          </p:nvSpPr>
          <p:spPr>
            <a:xfrm rot="0">
              <a:off x="5679" y="1476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6"/>
                  </a:lnTo>
                  <a:lnTo>
                    <a:pt x="47" y="37"/>
                  </a:lnTo>
                  <a:lnTo>
                    <a:pt x="50" y="50"/>
                  </a:lnTo>
                  <a:lnTo>
                    <a:pt x="47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85" name=""/>
            <p:cNvSpPr/>
            <p:nvPr/>
          </p:nvSpPr>
          <p:spPr>
            <a:xfrm rot="0">
              <a:off x="5679" y="1476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0"/>
                  </a:move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6"/>
                  </a:lnTo>
                  <a:lnTo>
                    <a:pt x="47" y="37"/>
                  </a:lnTo>
                  <a:lnTo>
                    <a:pt x="50" y="50"/>
                  </a:lnTo>
                  <a:lnTo>
                    <a:pt x="47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86" name=""/>
            <p:cNvSpPr/>
            <p:nvPr/>
          </p:nvSpPr>
          <p:spPr>
            <a:xfrm rot="0">
              <a:off x="4809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50"/>
                  </a:moveTo>
                  <a:lnTo>
                    <a:pt x="49" y="99"/>
                  </a:lnTo>
                  <a:lnTo>
                    <a:pt x="36" y="98"/>
                  </a:lnTo>
                  <a:lnTo>
                    <a:pt x="24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87" name=""/>
            <p:cNvSpPr/>
            <p:nvPr/>
          </p:nvSpPr>
          <p:spPr>
            <a:xfrm rot="0">
              <a:off x="4809" y="2331"/>
              <a:ext cx="16" cy="33"/>
            </a:xfrm>
            <a:custGeom>
              <a:avLst/>
              <a:ahLst/>
              <a:rect l="0" t="0" r="r" b="b"/>
              <a:pathLst>
                <a:path w="49" h="99">
                  <a:moveTo>
                    <a:pt x="49" y="99"/>
                  </a:moveTo>
                  <a:lnTo>
                    <a:pt x="36" y="98"/>
                  </a:lnTo>
                  <a:lnTo>
                    <a:pt x="24" y="92"/>
                  </a:lnTo>
                  <a:lnTo>
                    <a:pt x="14" y="85"/>
                  </a:lnTo>
                  <a:lnTo>
                    <a:pt x="6" y="74"/>
                  </a:lnTo>
                  <a:lnTo>
                    <a:pt x="1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88" name=""/>
            <p:cNvSpPr/>
            <p:nvPr/>
          </p:nvSpPr>
          <p:spPr>
            <a:xfrm rot="0">
              <a:off x="4825" y="2331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89" name=""/>
            <p:cNvSpPr/>
            <p:nvPr/>
          </p:nvSpPr>
          <p:spPr>
            <a:xfrm rot="0">
              <a:off x="4825" y="2331"/>
              <a:ext cx="854" cy="33"/>
            </a:xfrm>
            <a:custGeom>
              <a:avLst/>
              <a:ahLst/>
              <a:rect l="0" t="0" r="r" b="b"/>
              <a:pathLst>
                <a:path w="2561" h="99">
                  <a:moveTo>
                    <a:pt x="0" y="0"/>
                  </a:moveTo>
                  <a:lnTo>
                    <a:pt x="0" y="50"/>
                  </a:lnTo>
                  <a:lnTo>
                    <a:pt x="0" y="99"/>
                  </a:lnTo>
                  <a:lnTo>
                    <a:pt x="2561" y="99"/>
                  </a:lnTo>
                  <a:lnTo>
                    <a:pt x="2561" y="50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90" name=""/>
            <p:cNvSpPr/>
            <p:nvPr/>
          </p:nvSpPr>
          <p:spPr>
            <a:xfrm rot="0">
              <a:off x="5679" y="2331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5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5"/>
                  </a:lnTo>
                  <a:lnTo>
                    <a:pt x="47" y="37"/>
                  </a:lnTo>
                  <a:lnTo>
                    <a:pt x="50" y="50"/>
                  </a:lnTo>
                  <a:lnTo>
                    <a:pt x="47" y="63"/>
                  </a:lnTo>
                  <a:lnTo>
                    <a:pt x="42" y="74"/>
                  </a:lnTo>
                  <a:lnTo>
                    <a:pt x="35" y="85"/>
                  </a:lnTo>
                  <a:lnTo>
                    <a:pt x="24" y="92"/>
                  </a:lnTo>
                  <a:lnTo>
                    <a:pt x="13" y="98"/>
                  </a:lnTo>
                  <a:lnTo>
                    <a:pt x="0" y="99"/>
                  </a:lnTo>
                  <a:lnTo>
                    <a:pt x="0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91" name=""/>
            <p:cNvSpPr/>
            <p:nvPr/>
          </p:nvSpPr>
          <p:spPr>
            <a:xfrm rot="0">
              <a:off x="5679" y="2331"/>
              <a:ext cx="17" cy="33"/>
            </a:xfrm>
            <a:custGeom>
              <a:avLst/>
              <a:ahLst/>
              <a:rect l="0" t="0" r="r" b="b"/>
              <a:pathLst>
                <a:path w="50" h="99">
                  <a:moveTo>
                    <a:pt x="0" y="0"/>
                  </a:moveTo>
                  <a:lnTo>
                    <a:pt x="13" y="2"/>
                  </a:lnTo>
                  <a:lnTo>
                    <a:pt x="24" y="7"/>
                  </a:lnTo>
                  <a:lnTo>
                    <a:pt x="35" y="15"/>
                  </a:lnTo>
                  <a:lnTo>
                    <a:pt x="42" y="25"/>
                  </a:lnTo>
                  <a:lnTo>
                    <a:pt x="47" y="37"/>
                  </a:lnTo>
                  <a:lnTo>
                    <a:pt x="50" y="50"/>
                  </a:lnTo>
                  <a:lnTo>
                    <a:pt x="47" y="63"/>
                  </a:lnTo>
                  <a:lnTo>
                    <a:pt x="42" y="74"/>
                  </a:lnTo>
                  <a:lnTo>
                    <a:pt x="35" y="85"/>
                  </a:lnTo>
                  <a:lnTo>
                    <a:pt x="24" y="92"/>
                  </a:lnTo>
                  <a:lnTo>
                    <a:pt x="13" y="98"/>
                  </a:lnTo>
                  <a:lnTo>
                    <a:pt x="0" y="99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92" name=""/>
            <p:cNvSpPr/>
            <p:nvPr/>
          </p:nvSpPr>
          <p:spPr>
            <a:xfrm rot="0">
              <a:off x="5663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6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93" name=""/>
            <p:cNvSpPr/>
            <p:nvPr/>
          </p:nvSpPr>
          <p:spPr>
            <a:xfrm rot="0">
              <a:off x="5663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6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94" name=""/>
            <p:cNvSpPr/>
            <p:nvPr/>
          </p:nvSpPr>
          <p:spPr>
            <a:xfrm rot="0">
              <a:off x="5663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95" name=""/>
            <p:cNvSpPr/>
            <p:nvPr/>
          </p:nvSpPr>
          <p:spPr>
            <a:xfrm rot="0">
              <a:off x="5663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96" name=""/>
            <p:cNvSpPr/>
            <p:nvPr/>
          </p:nvSpPr>
          <p:spPr>
            <a:xfrm rot="0">
              <a:off x="5663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6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97" name=""/>
            <p:cNvSpPr/>
            <p:nvPr/>
          </p:nvSpPr>
          <p:spPr>
            <a:xfrm rot="0">
              <a:off x="5663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6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798" name=""/>
            <p:cNvSpPr/>
            <p:nvPr/>
          </p:nvSpPr>
          <p:spPr>
            <a:xfrm rot="0">
              <a:off x="4809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51"/>
                  </a:moveTo>
                  <a:lnTo>
                    <a:pt x="49" y="100"/>
                  </a:ln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799" name=""/>
            <p:cNvSpPr/>
            <p:nvPr/>
          </p:nvSpPr>
          <p:spPr>
            <a:xfrm rot="0">
              <a:off x="4809" y="2416"/>
              <a:ext cx="16" cy="33"/>
            </a:xfrm>
            <a:custGeom>
              <a:avLst/>
              <a:ahLst/>
              <a:rect l="0" t="0" r="r" b="b"/>
              <a:pathLst>
                <a:path w="49" h="100">
                  <a:moveTo>
                    <a:pt x="49" y="100"/>
                  </a:moveTo>
                  <a:lnTo>
                    <a:pt x="36" y="98"/>
                  </a:lnTo>
                  <a:lnTo>
                    <a:pt x="24" y="93"/>
                  </a:lnTo>
                  <a:lnTo>
                    <a:pt x="14" y="85"/>
                  </a:lnTo>
                  <a:lnTo>
                    <a:pt x="6" y="75"/>
                  </a:lnTo>
                  <a:lnTo>
                    <a:pt x="1" y="63"/>
                  </a:ln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00" name=""/>
            <p:cNvSpPr/>
            <p:nvPr/>
          </p:nvSpPr>
          <p:spPr>
            <a:xfrm rot="0">
              <a:off x="4825" y="2416"/>
              <a:ext cx="854" cy="33"/>
            </a:xfrm>
            <a:custGeom>
              <a:avLst/>
              <a:ahLst/>
              <a:rect l="0" t="0" r="r" b="b"/>
              <a:pathLst>
                <a:path w="2561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1" y="100"/>
                  </a:lnTo>
                  <a:lnTo>
                    <a:pt x="2561" y="51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01" name=""/>
            <p:cNvSpPr/>
            <p:nvPr/>
          </p:nvSpPr>
          <p:spPr>
            <a:xfrm rot="0">
              <a:off x="4825" y="2416"/>
              <a:ext cx="854" cy="33"/>
            </a:xfrm>
            <a:custGeom>
              <a:avLst/>
              <a:ahLst/>
              <a:rect l="0" t="0" r="r" b="b"/>
              <a:pathLst>
                <a:path w="2561" h="100">
                  <a:moveTo>
                    <a:pt x="0" y="0"/>
                  </a:moveTo>
                  <a:lnTo>
                    <a:pt x="0" y="51"/>
                  </a:lnTo>
                  <a:lnTo>
                    <a:pt x="0" y="100"/>
                  </a:lnTo>
                  <a:lnTo>
                    <a:pt x="2561" y="100"/>
                  </a:lnTo>
                  <a:lnTo>
                    <a:pt x="2561" y="51"/>
                  </a:lnTo>
                  <a:lnTo>
                    <a:pt x="2561" y="0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02" name=""/>
            <p:cNvSpPr/>
            <p:nvPr/>
          </p:nvSpPr>
          <p:spPr>
            <a:xfrm rot="0">
              <a:off x="5679" y="2416"/>
              <a:ext cx="17" cy="33"/>
            </a:xfrm>
            <a:custGeom>
              <a:avLst/>
              <a:ahLst/>
              <a:rect l="0" t="0" r="r" b="b"/>
              <a:pathLst>
                <a:path w="50" h="100">
                  <a:moveTo>
                    <a:pt x="0" y="51"/>
                  </a:moveTo>
                  <a:lnTo>
                    <a:pt x="0" y="0"/>
                  </a:lnTo>
                  <a:lnTo>
                    <a:pt x="13" y="3"/>
                  </a:lnTo>
                  <a:lnTo>
                    <a:pt x="24" y="8"/>
                  </a:lnTo>
                  <a:lnTo>
                    <a:pt x="35" y="16"/>
                  </a:lnTo>
                  <a:lnTo>
                    <a:pt x="42" y="26"/>
                  </a:lnTo>
                  <a:lnTo>
                    <a:pt x="47" y="38"/>
                  </a:lnTo>
                  <a:lnTo>
                    <a:pt x="50" y="51"/>
                  </a:lnTo>
                  <a:lnTo>
                    <a:pt x="47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10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03" name=""/>
            <p:cNvSpPr/>
            <p:nvPr/>
          </p:nvSpPr>
          <p:spPr>
            <a:xfrm rot="0">
              <a:off x="5679" y="2416"/>
              <a:ext cx="17" cy="33"/>
            </a:xfrm>
            <a:custGeom>
              <a:avLst/>
              <a:ahLst/>
              <a:rect l="0" t="0" r="r" b="b"/>
              <a:pathLst>
                <a:path w="50" h="100">
                  <a:moveTo>
                    <a:pt x="0" y="0"/>
                  </a:moveTo>
                  <a:lnTo>
                    <a:pt x="13" y="3"/>
                  </a:lnTo>
                  <a:lnTo>
                    <a:pt x="24" y="8"/>
                  </a:lnTo>
                  <a:lnTo>
                    <a:pt x="35" y="16"/>
                  </a:lnTo>
                  <a:lnTo>
                    <a:pt x="42" y="26"/>
                  </a:lnTo>
                  <a:lnTo>
                    <a:pt x="47" y="38"/>
                  </a:lnTo>
                  <a:lnTo>
                    <a:pt x="50" y="51"/>
                  </a:lnTo>
                  <a:lnTo>
                    <a:pt x="47" y="63"/>
                  </a:lnTo>
                  <a:lnTo>
                    <a:pt x="42" y="75"/>
                  </a:lnTo>
                  <a:lnTo>
                    <a:pt x="35" y="85"/>
                  </a:lnTo>
                  <a:lnTo>
                    <a:pt x="24" y="93"/>
                  </a:lnTo>
                  <a:lnTo>
                    <a:pt x="13" y="98"/>
                  </a:lnTo>
                  <a:lnTo>
                    <a:pt x="0" y="10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04" name=""/>
            <p:cNvSpPr/>
            <p:nvPr/>
          </p:nvSpPr>
          <p:spPr>
            <a:xfrm rot="0">
              <a:off x="4809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49" y="50"/>
                  </a:moveTo>
                  <a:lnTo>
                    <a:pt x="0" y="50"/>
                  </a:ln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7" y="37"/>
                  </a:lnTo>
                  <a:lnTo>
                    <a:pt x="99" y="50"/>
                  </a:lnTo>
                  <a:lnTo>
                    <a:pt x="49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05" name=""/>
            <p:cNvSpPr/>
            <p:nvPr/>
          </p:nvSpPr>
          <p:spPr>
            <a:xfrm rot="0">
              <a:off x="4809" y="2331"/>
              <a:ext cx="33" cy="17"/>
            </a:xfrm>
            <a:custGeom>
              <a:avLst/>
              <a:ahLst/>
              <a:rect l="0" t="0" r="r" b="b"/>
              <a:pathLst>
                <a:path w="99" h="50">
                  <a:moveTo>
                    <a:pt x="0" y="50"/>
                  </a:moveTo>
                  <a:lnTo>
                    <a:pt x="1" y="37"/>
                  </a:lnTo>
                  <a:lnTo>
                    <a:pt x="6" y="25"/>
                  </a:lnTo>
                  <a:lnTo>
                    <a:pt x="14" y="15"/>
                  </a:lnTo>
                  <a:lnTo>
                    <a:pt x="24" y="7"/>
                  </a:lnTo>
                  <a:lnTo>
                    <a:pt x="36" y="2"/>
                  </a:lnTo>
                  <a:lnTo>
                    <a:pt x="49" y="0"/>
                  </a:lnTo>
                  <a:lnTo>
                    <a:pt x="62" y="2"/>
                  </a:lnTo>
                  <a:lnTo>
                    <a:pt x="73" y="7"/>
                  </a:lnTo>
                  <a:lnTo>
                    <a:pt x="84" y="15"/>
                  </a:lnTo>
                  <a:lnTo>
                    <a:pt x="91" y="25"/>
                  </a:lnTo>
                  <a:lnTo>
                    <a:pt x="97" y="37"/>
                  </a:lnTo>
                  <a:lnTo>
                    <a:pt x="99" y="5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06" name=""/>
            <p:cNvSpPr/>
            <p:nvPr/>
          </p:nvSpPr>
          <p:spPr>
            <a:xfrm rot="0">
              <a:off x="4809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07" name=""/>
            <p:cNvSpPr/>
            <p:nvPr/>
          </p:nvSpPr>
          <p:spPr>
            <a:xfrm rot="0">
              <a:off x="4809" y="2348"/>
              <a:ext cx="33" cy="85"/>
            </a:xfrm>
            <a:custGeom>
              <a:avLst/>
              <a:ahLst/>
              <a:rect l="0" t="0" r="r" b="b"/>
              <a:pathLst>
                <a:path w="99" h="256">
                  <a:moveTo>
                    <a:pt x="99" y="0"/>
                  </a:moveTo>
                  <a:lnTo>
                    <a:pt x="49" y="0"/>
                  </a:lnTo>
                  <a:lnTo>
                    <a:pt x="0" y="0"/>
                  </a:lnTo>
                  <a:lnTo>
                    <a:pt x="0" y="256"/>
                  </a:lnTo>
                  <a:lnTo>
                    <a:pt x="49" y="256"/>
                  </a:lnTo>
                  <a:lnTo>
                    <a:pt x="99" y="256"/>
                  </a:lnTo>
                  <a:lnTo>
                    <a:pt x="99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08" name=""/>
            <p:cNvSpPr/>
            <p:nvPr/>
          </p:nvSpPr>
          <p:spPr>
            <a:xfrm rot="0">
              <a:off x="4809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7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09" name=""/>
            <p:cNvSpPr/>
            <p:nvPr/>
          </p:nvSpPr>
          <p:spPr>
            <a:xfrm rot="0">
              <a:off x="4809" y="2433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7" y="12"/>
                  </a:lnTo>
                  <a:lnTo>
                    <a:pt x="91" y="24"/>
                  </a:lnTo>
                  <a:lnTo>
                    <a:pt x="84" y="34"/>
                  </a:lnTo>
                  <a:lnTo>
                    <a:pt x="73" y="42"/>
                  </a:lnTo>
                  <a:lnTo>
                    <a:pt x="62" y="47"/>
                  </a:lnTo>
                  <a:lnTo>
                    <a:pt x="49" y="49"/>
                  </a:lnTo>
                  <a:lnTo>
                    <a:pt x="36" y="47"/>
                  </a:lnTo>
                  <a:lnTo>
                    <a:pt x="24" y="42"/>
                  </a:lnTo>
                  <a:lnTo>
                    <a:pt x="14" y="34"/>
                  </a:lnTo>
                  <a:lnTo>
                    <a:pt x="6" y="24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0" name=""/>
            <p:cNvSpPr/>
            <p:nvPr/>
          </p:nvSpPr>
          <p:spPr>
            <a:xfrm rot="0">
              <a:off x="5081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1" name=""/>
            <p:cNvSpPr/>
            <p:nvPr/>
          </p:nvSpPr>
          <p:spPr>
            <a:xfrm rot="0">
              <a:off x="5178" y="1835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2" name=""/>
            <p:cNvSpPr/>
            <p:nvPr/>
          </p:nvSpPr>
          <p:spPr>
            <a:xfrm rot="0">
              <a:off x="5221" y="1835"/>
              <a:ext cx="10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3" name=""/>
            <p:cNvSpPr/>
            <p:nvPr/>
          </p:nvSpPr>
          <p:spPr>
            <a:xfrm rot="0">
              <a:off x="5351" y="1835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4" name=""/>
            <p:cNvSpPr/>
            <p:nvPr/>
          </p:nvSpPr>
          <p:spPr>
            <a:xfrm rot="0">
              <a:off x="5395" y="1835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5" name=""/>
            <p:cNvSpPr/>
            <p:nvPr/>
          </p:nvSpPr>
          <p:spPr>
            <a:xfrm rot="0">
              <a:off x="5525" y="1835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6" name=""/>
            <p:cNvSpPr/>
            <p:nvPr/>
          </p:nvSpPr>
          <p:spPr>
            <a:xfrm rot="0">
              <a:off x="5568" y="1835"/>
              <a:ext cx="75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7" name=""/>
            <p:cNvSpPr/>
            <p:nvPr/>
          </p:nvSpPr>
          <p:spPr>
            <a:xfrm rot="0" flipH="1">
              <a:off x="5586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8" name=""/>
            <p:cNvSpPr/>
            <p:nvPr/>
          </p:nvSpPr>
          <p:spPr>
            <a:xfrm rot="0" flipH="1">
              <a:off x="5542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19" name=""/>
            <p:cNvSpPr/>
            <p:nvPr/>
          </p:nvSpPr>
          <p:spPr>
            <a:xfrm rot="0" flipH="1">
              <a:off x="5412" y="1664"/>
              <a:ext cx="109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0" name=""/>
            <p:cNvSpPr/>
            <p:nvPr/>
          </p:nvSpPr>
          <p:spPr>
            <a:xfrm rot="0" flipH="1">
              <a:off x="5369" y="1664"/>
              <a:ext cx="22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1" name=""/>
            <p:cNvSpPr/>
            <p:nvPr/>
          </p:nvSpPr>
          <p:spPr>
            <a:xfrm rot="0" flipH="1">
              <a:off x="5239" y="1664"/>
              <a:ext cx="108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2" name=""/>
            <p:cNvSpPr/>
            <p:nvPr/>
          </p:nvSpPr>
          <p:spPr>
            <a:xfrm rot="0" flipH="1">
              <a:off x="5196" y="1664"/>
              <a:ext cx="21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3" name=""/>
            <p:cNvSpPr/>
            <p:nvPr/>
          </p:nvSpPr>
          <p:spPr>
            <a:xfrm rot="0" flipH="1">
              <a:off x="5081" y="1664"/>
              <a:ext cx="93" cy="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4" name=""/>
            <p:cNvSpPr/>
            <p:nvPr/>
          </p:nvSpPr>
          <p:spPr>
            <a:xfrm rot="0">
              <a:off x="5081" y="1664"/>
              <a:ext cx="1" cy="135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5" name=""/>
            <p:cNvSpPr/>
            <p:nvPr/>
          </p:nvSpPr>
          <p:spPr>
            <a:xfrm rot="0">
              <a:off x="5081" y="1821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6" name=""/>
            <p:cNvSpPr/>
            <p:nvPr/>
          </p:nvSpPr>
          <p:spPr>
            <a:xfrm rot="0">
              <a:off x="5081" y="1865"/>
              <a:ext cx="1" cy="108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7" name=""/>
            <p:cNvSpPr/>
            <p:nvPr/>
          </p:nvSpPr>
          <p:spPr>
            <a:xfrm rot="0">
              <a:off x="5081" y="1995"/>
              <a:ext cx="1" cy="22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8" name=""/>
            <p:cNvSpPr/>
            <p:nvPr/>
          </p:nvSpPr>
          <p:spPr>
            <a:xfrm rot="0">
              <a:off x="5081" y="2038"/>
              <a:ext cx="1" cy="109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29" name=""/>
            <p:cNvSpPr/>
            <p:nvPr/>
          </p:nvSpPr>
          <p:spPr>
            <a:xfrm rot="0">
              <a:off x="5081" y="2169"/>
              <a:ext cx="1" cy="21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30" name=""/>
            <p:cNvSpPr/>
            <p:nvPr/>
          </p:nvSpPr>
          <p:spPr>
            <a:xfrm rot="0">
              <a:off x="5081" y="2212"/>
              <a:ext cx="1" cy="136"/>
            </a:xfrm>
            <a:prstGeom prst="line"/>
            <a:solidFill>
              <a:srgbClr val="FFFFFF"/>
            </a:solidFill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31" name=""/>
            <p:cNvSpPr/>
            <p:nvPr/>
          </p:nvSpPr>
          <p:spPr>
            <a:xfrm rot="0">
              <a:off x="5663" y="1648"/>
              <a:ext cx="32" cy="18"/>
            </a:xfrm>
            <a:custGeom>
              <a:avLst/>
              <a:ahLst/>
              <a:rect l="0" t="0" r="r" b="b"/>
              <a:pathLst>
                <a:path w="98" h="55">
                  <a:moveTo>
                    <a:pt x="49" y="49"/>
                  </a:moveTo>
                  <a:lnTo>
                    <a:pt x="0" y="42"/>
                  </a:lnTo>
                  <a:lnTo>
                    <a:pt x="2" y="31"/>
                  </a:lnTo>
                  <a:lnTo>
                    <a:pt x="9" y="19"/>
                  </a:lnTo>
                  <a:lnTo>
                    <a:pt x="18" y="10"/>
                  </a:lnTo>
                  <a:lnTo>
                    <a:pt x="29" y="3"/>
                  </a:lnTo>
                  <a:lnTo>
                    <a:pt x="42" y="0"/>
                  </a:lnTo>
                  <a:lnTo>
                    <a:pt x="55" y="0"/>
                  </a:lnTo>
                  <a:lnTo>
                    <a:pt x="67" y="2"/>
                  </a:lnTo>
                  <a:lnTo>
                    <a:pt x="78" y="9"/>
                  </a:lnTo>
                  <a:lnTo>
                    <a:pt x="87" y="18"/>
                  </a:lnTo>
                  <a:lnTo>
                    <a:pt x="94" y="29"/>
                  </a:lnTo>
                  <a:lnTo>
                    <a:pt x="98" y="42"/>
                  </a:lnTo>
                  <a:lnTo>
                    <a:pt x="98" y="55"/>
                  </a:lnTo>
                  <a:lnTo>
                    <a:pt x="49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32" name=""/>
            <p:cNvSpPr/>
            <p:nvPr/>
          </p:nvSpPr>
          <p:spPr>
            <a:xfrm rot="0">
              <a:off x="5663" y="1648"/>
              <a:ext cx="32" cy="18"/>
            </a:xfrm>
            <a:custGeom>
              <a:avLst/>
              <a:ahLst/>
              <a:rect l="0" t="0" r="r" b="b"/>
              <a:pathLst>
                <a:path w="98" h="55">
                  <a:moveTo>
                    <a:pt x="0" y="42"/>
                  </a:moveTo>
                  <a:lnTo>
                    <a:pt x="2" y="31"/>
                  </a:lnTo>
                  <a:lnTo>
                    <a:pt x="9" y="19"/>
                  </a:lnTo>
                  <a:lnTo>
                    <a:pt x="18" y="10"/>
                  </a:lnTo>
                  <a:lnTo>
                    <a:pt x="29" y="3"/>
                  </a:lnTo>
                  <a:lnTo>
                    <a:pt x="42" y="0"/>
                  </a:lnTo>
                  <a:lnTo>
                    <a:pt x="55" y="0"/>
                  </a:lnTo>
                  <a:lnTo>
                    <a:pt x="67" y="2"/>
                  </a:lnTo>
                  <a:lnTo>
                    <a:pt x="78" y="9"/>
                  </a:lnTo>
                  <a:lnTo>
                    <a:pt x="87" y="18"/>
                  </a:lnTo>
                  <a:lnTo>
                    <a:pt x="94" y="29"/>
                  </a:lnTo>
                  <a:lnTo>
                    <a:pt x="98" y="42"/>
                  </a:lnTo>
                  <a:lnTo>
                    <a:pt x="98" y="55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33" name=""/>
            <p:cNvSpPr/>
            <p:nvPr/>
          </p:nvSpPr>
          <p:spPr>
            <a:xfrm rot="0">
              <a:off x="5577" y="1662"/>
              <a:ext cx="118" cy="688"/>
            </a:xfrm>
            <a:custGeom>
              <a:avLst/>
              <a:ahLst/>
              <a:rect l="0" t="0" r="r" b="b"/>
              <a:pathLst>
                <a:path w="354" h="2064">
                  <a:moveTo>
                    <a:pt x="354" y="13"/>
                  </a:moveTo>
                  <a:lnTo>
                    <a:pt x="305" y="7"/>
                  </a:lnTo>
                  <a:lnTo>
                    <a:pt x="256" y="0"/>
                  </a:lnTo>
                  <a:lnTo>
                    <a:pt x="0" y="2051"/>
                  </a:lnTo>
                  <a:lnTo>
                    <a:pt x="49" y="2058"/>
                  </a:lnTo>
                  <a:lnTo>
                    <a:pt x="98" y="2064"/>
                  </a:lnTo>
                  <a:lnTo>
                    <a:pt x="35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34" name=""/>
            <p:cNvSpPr/>
            <p:nvPr/>
          </p:nvSpPr>
          <p:spPr>
            <a:xfrm rot="0">
              <a:off x="5577" y="1662"/>
              <a:ext cx="118" cy="688"/>
            </a:xfrm>
            <a:custGeom>
              <a:avLst/>
              <a:ahLst/>
              <a:rect l="0" t="0" r="r" b="b"/>
              <a:pathLst>
                <a:path w="354" h="2064">
                  <a:moveTo>
                    <a:pt x="354" y="13"/>
                  </a:moveTo>
                  <a:lnTo>
                    <a:pt x="305" y="7"/>
                  </a:lnTo>
                  <a:lnTo>
                    <a:pt x="256" y="0"/>
                  </a:lnTo>
                  <a:lnTo>
                    <a:pt x="0" y="2051"/>
                  </a:lnTo>
                  <a:lnTo>
                    <a:pt x="49" y="2058"/>
                  </a:lnTo>
                  <a:lnTo>
                    <a:pt x="98" y="2064"/>
                  </a:lnTo>
                  <a:lnTo>
                    <a:pt x="354" y="13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35" name=""/>
            <p:cNvSpPr/>
            <p:nvPr/>
          </p:nvSpPr>
          <p:spPr>
            <a:xfrm rot="0">
              <a:off x="5577" y="2345"/>
              <a:ext cx="33" cy="19"/>
            </a:xfrm>
            <a:custGeom>
              <a:avLst/>
              <a:ahLst/>
              <a:rect l="0" t="0" r="r" b="b"/>
              <a:pathLst>
                <a:path w="98" h="56">
                  <a:moveTo>
                    <a:pt x="49" y="7"/>
                  </a:moveTo>
                  <a:lnTo>
                    <a:pt x="98" y="13"/>
                  </a:lnTo>
                  <a:lnTo>
                    <a:pt x="95" y="25"/>
                  </a:lnTo>
                  <a:lnTo>
                    <a:pt x="89" y="37"/>
                  </a:lnTo>
                  <a:lnTo>
                    <a:pt x="80" y="46"/>
                  </a:lnTo>
                  <a:lnTo>
                    <a:pt x="68" y="52"/>
                  </a:lnTo>
                  <a:lnTo>
                    <a:pt x="55" y="56"/>
                  </a:lnTo>
                  <a:lnTo>
                    <a:pt x="43" y="56"/>
                  </a:lnTo>
                  <a:lnTo>
                    <a:pt x="31" y="53"/>
                  </a:lnTo>
                  <a:lnTo>
                    <a:pt x="19" y="47"/>
                  </a:lnTo>
                  <a:lnTo>
                    <a:pt x="10" y="38"/>
                  </a:lnTo>
                  <a:lnTo>
                    <a:pt x="4" y="26"/>
                  </a:lnTo>
                  <a:lnTo>
                    <a:pt x="0" y="13"/>
                  </a:lnTo>
                  <a:lnTo>
                    <a:pt x="0" y="0"/>
                  </a:lnTo>
                  <a:lnTo>
                    <a:pt x="49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36" name=""/>
            <p:cNvSpPr/>
            <p:nvPr/>
          </p:nvSpPr>
          <p:spPr>
            <a:xfrm rot="0">
              <a:off x="5577" y="2345"/>
              <a:ext cx="33" cy="19"/>
            </a:xfrm>
            <a:custGeom>
              <a:avLst/>
              <a:ahLst/>
              <a:rect l="0" t="0" r="r" b="b"/>
              <a:pathLst>
                <a:path w="98" h="56">
                  <a:moveTo>
                    <a:pt x="98" y="13"/>
                  </a:moveTo>
                  <a:lnTo>
                    <a:pt x="95" y="25"/>
                  </a:lnTo>
                  <a:lnTo>
                    <a:pt x="89" y="37"/>
                  </a:lnTo>
                  <a:lnTo>
                    <a:pt x="80" y="46"/>
                  </a:lnTo>
                  <a:lnTo>
                    <a:pt x="68" y="52"/>
                  </a:lnTo>
                  <a:lnTo>
                    <a:pt x="55" y="56"/>
                  </a:lnTo>
                  <a:lnTo>
                    <a:pt x="43" y="56"/>
                  </a:lnTo>
                  <a:lnTo>
                    <a:pt x="31" y="53"/>
                  </a:lnTo>
                  <a:lnTo>
                    <a:pt x="19" y="47"/>
                  </a:lnTo>
                  <a:lnTo>
                    <a:pt x="10" y="38"/>
                  </a:lnTo>
                  <a:lnTo>
                    <a:pt x="4" y="26"/>
                  </a:lnTo>
                  <a:lnTo>
                    <a:pt x="0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37" name=""/>
            <p:cNvSpPr/>
            <p:nvPr/>
          </p:nvSpPr>
          <p:spPr>
            <a:xfrm rot="0">
              <a:off x="4497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49" y="0"/>
                  </a:moveTo>
                  <a:lnTo>
                    <a:pt x="99" y="0"/>
                  </a:lnTo>
                  <a:lnTo>
                    <a:pt x="96" y="13"/>
                  </a:lnTo>
                  <a:lnTo>
                    <a:pt x="91" y="24"/>
                  </a:lnTo>
                  <a:lnTo>
                    <a:pt x="83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38" name=""/>
            <p:cNvSpPr/>
            <p:nvPr/>
          </p:nvSpPr>
          <p:spPr>
            <a:xfrm rot="0">
              <a:off x="4497" y="2348"/>
              <a:ext cx="33" cy="16"/>
            </a:xfrm>
            <a:custGeom>
              <a:avLst/>
              <a:ahLst/>
              <a:rect l="0" t="0" r="r" b="b"/>
              <a:pathLst>
                <a:path w="99" h="49">
                  <a:moveTo>
                    <a:pt x="99" y="0"/>
                  </a:moveTo>
                  <a:lnTo>
                    <a:pt x="96" y="13"/>
                  </a:lnTo>
                  <a:lnTo>
                    <a:pt x="91" y="24"/>
                  </a:lnTo>
                  <a:lnTo>
                    <a:pt x="83" y="35"/>
                  </a:lnTo>
                  <a:lnTo>
                    <a:pt x="73" y="42"/>
                  </a:lnTo>
                  <a:lnTo>
                    <a:pt x="62" y="48"/>
                  </a:lnTo>
                  <a:lnTo>
                    <a:pt x="49" y="49"/>
                  </a:lnTo>
                  <a:lnTo>
                    <a:pt x="36" y="48"/>
                  </a:lnTo>
                  <a:lnTo>
                    <a:pt x="24" y="42"/>
                  </a:lnTo>
                  <a:lnTo>
                    <a:pt x="14" y="35"/>
                  </a:lnTo>
                  <a:lnTo>
                    <a:pt x="6" y="24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39" name=""/>
            <p:cNvSpPr/>
            <p:nvPr/>
          </p:nvSpPr>
          <p:spPr>
            <a:xfrm rot="0">
              <a:off x="4497" y="1664"/>
              <a:ext cx="33" cy="684"/>
            </a:xfrm>
            <a:custGeom>
              <a:avLst/>
              <a:ahLst/>
              <a:rect l="0" t="0" r="r" b="b"/>
              <a:pathLst>
                <a:path w="99" h="2051">
                  <a:moveTo>
                    <a:pt x="0" y="2051"/>
                  </a:moveTo>
                  <a:lnTo>
                    <a:pt x="49" y="2051"/>
                  </a:lnTo>
                  <a:lnTo>
                    <a:pt x="99" y="2051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0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40" name=""/>
            <p:cNvSpPr/>
            <p:nvPr/>
          </p:nvSpPr>
          <p:spPr>
            <a:xfrm rot="0">
              <a:off x="4497" y="1664"/>
              <a:ext cx="33" cy="684"/>
            </a:xfrm>
            <a:custGeom>
              <a:avLst/>
              <a:ahLst/>
              <a:rect l="0" t="0" r="r" b="b"/>
              <a:pathLst>
                <a:path w="99" h="2051">
                  <a:moveTo>
                    <a:pt x="0" y="2051"/>
                  </a:moveTo>
                  <a:lnTo>
                    <a:pt x="49" y="2051"/>
                  </a:lnTo>
                  <a:lnTo>
                    <a:pt x="99" y="2051"/>
                  </a:lnTo>
                  <a:lnTo>
                    <a:pt x="9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20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  <p:sp>
          <p:nvSpPr>
            <p:cNvPr id="1091841" name=""/>
            <p:cNvSpPr/>
            <p:nvPr/>
          </p:nvSpPr>
          <p:spPr>
            <a:xfrm rot="0">
              <a:off x="4497" y="1647"/>
              <a:ext cx="33" cy="17"/>
            </a:xfrm>
            <a:custGeom>
              <a:avLst/>
              <a:ahLst/>
              <a:rect l="0" t="0" r="r" b="b"/>
              <a:pathLst>
                <a:path w="99" h="51">
                  <a:moveTo>
                    <a:pt x="49" y="51"/>
                  </a:moveTo>
                  <a:lnTo>
                    <a:pt x="0" y="51"/>
                  </a:ln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  <a:lnTo>
                    <a:pt x="83" y="16"/>
                  </a:lnTo>
                  <a:lnTo>
                    <a:pt x="91" y="26"/>
                  </a:lnTo>
                  <a:lnTo>
                    <a:pt x="96" y="38"/>
                  </a:lnTo>
                  <a:lnTo>
                    <a:pt x="99" y="51"/>
                  </a:lnTo>
                  <a:lnTo>
                    <a:pt x="49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091842" name=""/>
            <p:cNvSpPr/>
            <p:nvPr/>
          </p:nvSpPr>
          <p:spPr>
            <a:xfrm rot="0">
              <a:off x="4497" y="1647"/>
              <a:ext cx="33" cy="17"/>
            </a:xfrm>
            <a:custGeom>
              <a:avLst/>
              <a:ahLst/>
              <a:rect l="0" t="0" r="r" b="b"/>
              <a:pathLst>
                <a:path w="99" h="51">
                  <a:moveTo>
                    <a:pt x="0" y="51"/>
                  </a:moveTo>
                  <a:lnTo>
                    <a:pt x="1" y="38"/>
                  </a:lnTo>
                  <a:lnTo>
                    <a:pt x="6" y="26"/>
                  </a:lnTo>
                  <a:lnTo>
                    <a:pt x="14" y="16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73" y="8"/>
                  </a:lnTo>
                  <a:lnTo>
                    <a:pt x="83" y="16"/>
                  </a:lnTo>
                  <a:lnTo>
                    <a:pt x="91" y="26"/>
                  </a:lnTo>
                  <a:lnTo>
                    <a:pt x="96" y="38"/>
                  </a:lnTo>
                  <a:lnTo>
                    <a:pt x="99" y="51"/>
                  </a:lnTo>
                </a:path>
              </a:pathLst>
            </a:custGeom>
            <a:noFill/>
            <a:ln w="0" cap="flat" cmpd="sng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</p:sp>
      </p:grpSp>
      <p:sp>
        <p:nvSpPr>
          <p:cNvPr id="1091843" name=""/>
          <p:cNvSpPr txBox="1"/>
          <p:nvPr/>
        </p:nvSpPr>
        <p:spPr>
          <a:xfrm rot="0">
            <a:off x="1958975" y="657225"/>
            <a:ext cx="5886450" cy="528637"/>
          </a:xfrm>
          <a:prstGeom prst="rect"/>
          <a:gradFill rotWithShape="1">
            <a:gsLst>
              <a:gs pos="0">
                <a:srgbClr val="FFFF00">
                  <a:alpha val="100000"/>
                </a:srgbClr>
              </a:gs>
              <a:gs pos="50000">
                <a:srgbClr val="FFFFFF">
                  <a:alpha val="100000"/>
                </a:srgbClr>
              </a:gs>
              <a:gs pos="100000">
                <a:srgbClr val="FFFF00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b="1" sz="2800" lang="zh-CN"/>
              <a:t>根据两视图，选出正确的第三视图</a:t>
            </a:r>
          </a:p>
        </p:txBody>
      </p:sp>
      <p:sp>
        <p:nvSpPr>
          <p:cNvPr id="1091844" name=""/>
          <p:cNvSpPr txBox="1"/>
          <p:nvPr/>
        </p:nvSpPr>
        <p:spPr>
          <a:xfrm rot="0">
            <a:off x="2362200" y="4114800"/>
            <a:ext cx="920750" cy="528637"/>
          </a:xfrm>
          <a:prstGeom prst="rect"/>
          <a:solidFill>
            <a:schemeClr val="accent1"/>
          </a:soli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b="1" sz="2800" lang="zh-CN"/>
              <a:t>正确</a:t>
            </a:r>
          </a:p>
        </p:txBody>
      </p:sp>
      <p:sp>
        <p:nvSpPr>
          <p:cNvPr id="1091845" name=""/>
          <p:cNvSpPr/>
          <p:nvPr/>
        </p:nvSpPr>
        <p:spPr>
          <a:xfrm rot="0">
            <a:off x="5148262" y="2466975"/>
            <a:ext cx="396875" cy="665162"/>
          </a:xfrm>
          <a:prstGeom prst="ellipse"/>
          <a:noFill/>
          <a:ln w="381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  <p:sp>
        <p:nvSpPr>
          <p:cNvPr id="1091846" name=""/>
          <p:cNvSpPr/>
          <p:nvPr/>
        </p:nvSpPr>
        <p:spPr>
          <a:xfrm rot="0">
            <a:off x="6992937" y="2482850"/>
            <a:ext cx="396875" cy="665162"/>
          </a:xfrm>
          <a:prstGeom prst="ellipse"/>
          <a:noFill/>
          <a:ln w="381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  <p:sp>
        <p:nvSpPr>
          <p:cNvPr id="1091847" name=""/>
          <p:cNvSpPr/>
          <p:nvPr/>
        </p:nvSpPr>
        <p:spPr>
          <a:xfrm rot="0">
            <a:off x="8736012" y="3035300"/>
            <a:ext cx="396875" cy="665162"/>
          </a:xfrm>
          <a:prstGeom prst="ellipse"/>
          <a:noFill/>
          <a:ln w="381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id="9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id="17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3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dur="500" id="23"/>
                                        <p:tgtEl>
                                          <p:spTgt spid="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1844" grpId="0" uiExpand="0" build="whole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650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29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5705" b="0"/>
          <a:stretch>
            <a:fillRect/>
          </a:stretch>
        </p:blipFill>
        <p:spPr>
          <a:xfrm rot="0">
            <a:off x="0" y="1854200"/>
            <a:ext cx="8316912" cy="3556000"/>
          </a:xfrm>
          <a:prstGeom prst="rect"/>
          <a:noFill/>
          <a:ln>
            <a:noFill/>
          </a:ln>
        </p:spPr>
      </p:pic>
      <p:pic>
        <p:nvPicPr>
          <p:cNvPr id="2097230" name=""/>
          <p:cNvPicPr>
            <a:picLocks/>
          </p:cNvPicPr>
          <p:nvPr/>
        </p:nvPicPr>
        <p:blipFill>
          <a:blip xmlns:r="http://schemas.openxmlformats.org/officeDocument/2006/relationships" r:embed="rId2"/>
          <a:srcRect l="0" t="0" r="0" b="0"/>
          <a:stretch>
            <a:fillRect/>
          </a:stretch>
        </p:blipFill>
        <p:spPr>
          <a:xfrm rot="0">
            <a:off x="5840412" y="3897312"/>
            <a:ext cx="2800350" cy="2722562"/>
          </a:xfrm>
          <a:prstGeom prst="rect"/>
          <a:noFill/>
          <a:ln>
            <a:noFill/>
          </a:ln>
        </p:spPr>
      </p:pic>
      <p:sp>
        <p:nvSpPr>
          <p:cNvPr id="1091848" name=""/>
          <p:cNvSpPr txBox="1"/>
          <p:nvPr/>
        </p:nvSpPr>
        <p:spPr>
          <a:xfrm rot="0">
            <a:off x="1619250" y="438150"/>
            <a:ext cx="5886450" cy="528637"/>
          </a:xfrm>
          <a:prstGeom prst="rect"/>
          <a:gradFill rotWithShape="1">
            <a:gsLst>
              <a:gs pos="0">
                <a:srgbClr val="FFFF00">
                  <a:alpha val="100000"/>
                </a:srgbClr>
              </a:gs>
              <a:gs pos="50000">
                <a:srgbClr val="FFFFFF">
                  <a:alpha val="100000"/>
                </a:srgbClr>
              </a:gs>
              <a:gs pos="100000">
                <a:srgbClr val="FFFF00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b="1" sz="2800" lang="zh-CN"/>
              <a:t>根据两视图，选出正确的第三视图</a:t>
            </a:r>
          </a:p>
        </p:txBody>
      </p:sp>
      <p:sp>
        <p:nvSpPr>
          <p:cNvPr id="1091849" name=""/>
          <p:cNvSpPr txBox="1"/>
          <p:nvPr/>
        </p:nvSpPr>
        <p:spPr>
          <a:xfrm rot="0">
            <a:off x="3157537" y="3632200"/>
            <a:ext cx="920750" cy="528637"/>
          </a:xfrm>
          <a:prstGeom prst="rect"/>
          <a:solidFill>
            <a:schemeClr val="accent1"/>
          </a:soli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lvl="0">
              <a:spcBef>
                <a:spcPct val="50000"/>
              </a:spcBef>
            </a:pPr>
            <a:r>
              <a:rPr altLang="en-US" b="1" sz="2800" lang="zh-CN"/>
              <a:t>正确</a:t>
            </a:r>
          </a:p>
        </p:txBody>
      </p:sp>
      <p:sp>
        <p:nvSpPr>
          <p:cNvPr id="1091850" name=""/>
          <p:cNvSpPr/>
          <p:nvPr/>
        </p:nvSpPr>
        <p:spPr>
          <a:xfrm rot="0">
            <a:off x="4283075" y="2224087"/>
            <a:ext cx="396875" cy="250825"/>
          </a:xfrm>
          <a:prstGeom prst="ellipse"/>
          <a:noFill/>
          <a:ln w="381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  <p:sp>
        <p:nvSpPr>
          <p:cNvPr id="1091851" name=""/>
          <p:cNvSpPr/>
          <p:nvPr/>
        </p:nvSpPr>
        <p:spPr>
          <a:xfrm rot="0">
            <a:off x="6048375" y="1973262"/>
            <a:ext cx="396875" cy="250825"/>
          </a:xfrm>
          <a:prstGeom prst="ellipse"/>
          <a:noFill/>
          <a:ln w="381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  <p:sp>
        <p:nvSpPr>
          <p:cNvPr id="1091852" name=""/>
          <p:cNvSpPr/>
          <p:nvPr/>
        </p:nvSpPr>
        <p:spPr>
          <a:xfrm rot="0">
            <a:off x="7704137" y="2224087"/>
            <a:ext cx="396875" cy="250825"/>
          </a:xfrm>
          <a:prstGeom prst="ellipse"/>
          <a:noFill/>
          <a:ln w="38100" cap="flat" cmpd="sng">
            <a:solidFill>
              <a:srgbClr val="CC0000">
                <a:alpha val="100000"/>
              </a:srgbClr>
            </a:solidFill>
            <a:prstDash val="solid"/>
            <a:round/>
          </a:ln>
        </p:spPr>
      </p:sp>
    </p:spTree>
  </p:cSld>
  <p:clrMapOvr>
    <a:masterClrMapping/>
  </p:clrMapOvr>
  <p:timing>
    <p:tnLst>
      <p:par>
        <p:cTn dur="indefinite" id="1" nodeType="tmRoot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id="9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id="17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3" presetSubtype="1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dur="500" id="23"/>
                                        <p:tgtEl>
                                          <p:spTgt spid="2097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1849" grpId="0" uiExpand="0" build="whole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1">
  <p:cSld>
    <p:spTree>
      <p:nvGrpSpPr>
        <p:cNvPr id="651" name=""/>
        <p:cNvGrpSpPr/>
        <p:nvPr/>
      </p:nvGrpSpPr>
      <p:grpSpPr>
        <a:xfrm rot="0">
          <a:off x="0" y="0"/>
          <a:ext cx="0" cy="0"/>
          <a:chOff x="0" y="0"/>
          <a:chExt cx="0" cy="0"/>
        </a:xfrm>
      </p:grpSpPr>
      <p:pic>
        <p:nvPicPr>
          <p:cNvPr id="2097231" name=""/>
          <p:cNvPicPr>
            <a:picLocks/>
          </p:cNvPicPr>
          <p:nvPr/>
        </p:nvPicPr>
        <p:blipFill>
          <a:blip xmlns:r="http://schemas.openxmlformats.org/officeDocument/2006/relationships" r:embed="rId1"/>
          <a:srcRect l="0" t="0" r="0" b="0"/>
          <a:stretch>
            <a:fillRect/>
          </a:stretch>
        </p:blipFill>
        <p:spPr>
          <a:xfrm rot="0">
            <a:off x="468312" y="1376362"/>
            <a:ext cx="7920037" cy="5302250"/>
          </a:xfrm>
          <a:prstGeom prst="rect"/>
          <a:noFill/>
          <a:ln>
            <a:noFill/>
          </a:ln>
        </p:spPr>
      </p:pic>
      <p:sp>
        <p:nvSpPr>
          <p:cNvPr id="1091853" name=""/>
          <p:cNvSpPr txBox="1"/>
          <p:nvPr/>
        </p:nvSpPr>
        <p:spPr>
          <a:xfrm rot="0">
            <a:off x="1619250" y="438150"/>
            <a:ext cx="5886450" cy="528637"/>
          </a:xfrm>
          <a:prstGeom prst="rect"/>
          <a:gradFill rotWithShape="1">
            <a:gsLst>
              <a:gs pos="0">
                <a:srgbClr val="FFFF00">
                  <a:alpha val="100000"/>
                </a:srgbClr>
              </a:gs>
              <a:gs pos="50000">
                <a:srgbClr val="FFFFFF">
                  <a:alpha val="100000"/>
                </a:srgbClr>
              </a:gs>
              <a:gs pos="100000">
                <a:srgbClr val="FFFF00">
                  <a:alpha val="100000"/>
                </a:srgbClr>
              </a:gs>
            </a:gsLst>
            <a:lin ang="5400000" scaled="1"/>
          </a:gradFill>
          <a:ln w="9525" cap="flat" cmpd="sng">
            <a:solidFill>
              <a:srgbClr val="CCCCFF">
                <a:alpha val="100000"/>
              </a:srgbClr>
            </a:solidFill>
            <a:prstDash val="solid"/>
            <a:round/>
          </a:ln>
        </p:spPr>
        <p:txBody>
          <a:bodyPr anchor="t" bIns="45720" lIns="91440" rIns="91440" tIns="45720" vert="horz">
            <a:spAutoFit/>
          </a:bodyPr>
          <a:lstStyle>
            <a:lvl1pPr algn="l" eaLnBrk="1" fontAlgn="base" hangingPunct="1" indent="0" latinLnBrk="1" mar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1pPr>
            <a:lvl2pPr algn="l" eaLnBrk="1" fontAlgn="base" hangingPunct="1" indent="0" latinLnBrk="1" marL="4572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2pPr>
            <a:lvl3pPr algn="l" eaLnBrk="1" fontAlgn="base" hangingPunct="1" indent="0" latinLnBrk="1" marL="9144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3pPr>
            <a:lvl4pPr algn="l" eaLnBrk="1" fontAlgn="base" hangingPunct="1" indent="0" latinLnBrk="1" marL="13716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4pPr>
            <a:lvl5pPr algn="l" eaLnBrk="1" fontAlgn="base" hangingPunct="1" indent="0" latinLnBrk="1" marL="182880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 baseline="0" b="0" sz="2400" i="0" u="none">
                <a:solidFill>
                  <a:schemeClr val="dk1"/>
                </a:solidFill>
                <a:latin typeface="Times New Roman" pitchFamily="18" charset="0"/>
                <a:ea typeface="宋体" pitchFamily="2" charset="-122"/>
                <a:sym typeface="Times New Roman" pitchFamily="18" charset="0"/>
              </a:defRPr>
            </a:lvl5pPr>
          </a:lstStyle>
          <a:p>
            <a:pPr algn="ctr" lvl="0">
              <a:spcBef>
                <a:spcPct val="50000"/>
              </a:spcBef>
            </a:pPr>
            <a:r>
              <a:rPr altLang="en-US" b="1" sz="2800" lang="zh-CN"/>
              <a:t>根据两视图，求第三视图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主题">
  <a:themeElements>
    <a:clrScheme name="Default Color Scheme">
      <a:dk1>
        <a:srgbClr val="000000"/>
      </a:dk1>
      <a:lt1>
        <a:srgbClr val="FFFFFF"/>
      </a:lt1>
      <a:dk2>
        <a:srgbClr val="808080"/>
      </a:dk2>
      <a:lt2>
        <a:srgbClr val="00000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7"/>
      </a:accent6>
      <a:hlink>
        <a:srgbClr val="CCCCFF"/>
      </a:hlink>
      <a:folHlink>
        <a:srgbClr val="B2B2B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raClrSchemeLst>
    <a:extraClrScheme>
      <a:clrScheme name="Default Color Scheme 1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7"/>
        </a:accent6>
        <a:hlink>
          <a:srgbClr val="CCCCFF"/>
        </a:hlink>
        <a:folHlink>
          <a:srgbClr val="B2B2B2"/>
        </a:folHlink>
      </a:clrScheme>
    </a:extraClrScheme>
    <a:extraClrScheme>
      <a:clrScheme name="Default Color Scheme 2">
        <a:dk1>
          <a:srgbClr val="FFFFFF"/>
        </a:dk1>
        <a:lt1>
          <a:srgbClr val="0000FF"/>
        </a:lt1>
        <a:dk2>
          <a:srgbClr val="000000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CDCDC"/>
        </a:accent4>
        <a:accent5>
          <a:srgbClr val="FFCAAA"/>
        </a:accent5>
        <a:accent6>
          <a:srgbClr val="00E5E5"/>
        </a:accent6>
        <a:hlink>
          <a:srgbClr val="FF0000"/>
        </a:hlink>
        <a:folHlink>
          <a:srgbClr val="969696"/>
        </a:folHlink>
      </a:clrScheme>
    </a:extraClrScheme>
    <a:extraClrScheme>
      <a:clrScheme name="Default Color Scheme 3">
        <a:dk1>
          <a:srgbClr val="000000"/>
        </a:dk1>
        <a:lt1>
          <a:srgbClr val="FFFFCC"/>
        </a:lt1>
        <a:dk2>
          <a:srgbClr val="6666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20000"/>
        </a:accent6>
        <a:hlink>
          <a:srgbClr val="0033CC"/>
        </a:hlink>
        <a:folHlink>
          <a:srgbClr val="FFCC66"/>
        </a:folHlink>
      </a:clrScheme>
    </a:extraClrScheme>
    <a:extraClrScheme>
      <a:clrScheme name="Default Color Scheme 4">
        <a:dk1>
          <a:srgbClr val="000000"/>
        </a:dk1>
        <a:lt1>
          <a:srgbClr val="FFFFFF"/>
        </a:lt1>
        <a:dk2>
          <a:srgbClr val="333333"/>
        </a:dk2>
        <a:lt2>
          <a:srgbClr val="000000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27272"/>
        </a:accent6>
        <a:hlink>
          <a:srgbClr val="4D4D4D"/>
        </a:hlink>
        <a:folHlink>
          <a:srgbClr val="EAEAEA"/>
        </a:folHlink>
      </a:clrScheme>
    </a:extraClrScheme>
    <a:extraClrScheme>
      <a:clrScheme name="Default Color Scheme 5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9"/>
        </a:accent5>
        <a:accent6>
          <a:srgbClr val="0000E5"/>
        </a:accent6>
        <a:hlink>
          <a:srgbClr val="CC00CC"/>
        </a:hlink>
        <a:folHlink>
          <a:srgbClr val="C0C0C0"/>
        </a:folHlink>
      </a:clrScheme>
    </a:extraClrScheme>
    <a:extraClrScheme>
      <a:clrScheme name="Default Color Scheme 6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BE5"/>
        </a:accent6>
        <a:hlink>
          <a:srgbClr val="FF0000"/>
        </a:hlink>
        <a:folHlink>
          <a:srgbClr val="009900"/>
        </a:folHlink>
      </a:clrScheme>
    </a:extraClrScheme>
    <a:extraClrScheme>
      <a:clrScheme name="Default Color Scheme 7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9E5B7"/>
        </a:accent6>
        <a:hlink>
          <a:srgbClr val="CC00CC"/>
        </a:hlink>
        <a:folHlink>
          <a:srgbClr val="B2B2B2"/>
        </a:folHlink>
      </a:clrScheme>
    </a:extraClrScheme>
  </a:extraClrSchemeLst>
</a:theme>
</file>

<file path=ppt/theme/theme2.xml><?xml version="1.0" encoding="utf-8"?>
<a:theme xmlns:a="http://schemas.openxmlformats.org/drawingml/2006/main" name="Office 主题">
  <a:themeElements>
    <a:clrScheme name="Default Color Scheme">
      <a:dk1>
        <a:srgbClr val="000000"/>
      </a:dk1>
      <a:lt1>
        <a:srgbClr val="FFFFFF"/>
      </a:lt1>
      <a:dk2>
        <a:srgbClr val="808080"/>
      </a:dk2>
      <a:lt2>
        <a:srgbClr val="00000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7"/>
      </a:accent6>
      <a:hlink>
        <a:srgbClr val="CCCCFF"/>
      </a:hlink>
      <a:folHlink>
        <a:srgbClr val="B2B2B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raClrSchemeLst>
    <a:extraClrScheme>
      <a:clrScheme name="Default Color Scheme 1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7"/>
        </a:accent6>
        <a:hlink>
          <a:srgbClr val="CCCCFF"/>
        </a:hlink>
        <a:folHlink>
          <a:srgbClr val="B2B2B2"/>
        </a:folHlink>
      </a:clrScheme>
    </a:extraClrScheme>
    <a:extraClrScheme>
      <a:clrScheme name="Default Color Scheme 2">
        <a:dk1>
          <a:srgbClr val="FFFFFF"/>
        </a:dk1>
        <a:lt1>
          <a:srgbClr val="0000FF"/>
        </a:lt1>
        <a:dk2>
          <a:srgbClr val="000000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CDCDC"/>
        </a:accent4>
        <a:accent5>
          <a:srgbClr val="FFCAAA"/>
        </a:accent5>
        <a:accent6>
          <a:srgbClr val="00E5E5"/>
        </a:accent6>
        <a:hlink>
          <a:srgbClr val="FF0000"/>
        </a:hlink>
        <a:folHlink>
          <a:srgbClr val="969696"/>
        </a:folHlink>
      </a:clrScheme>
    </a:extraClrScheme>
    <a:extraClrScheme>
      <a:clrScheme name="Default Color Scheme 3">
        <a:dk1>
          <a:srgbClr val="000000"/>
        </a:dk1>
        <a:lt1>
          <a:srgbClr val="FFFFCC"/>
        </a:lt1>
        <a:dk2>
          <a:srgbClr val="6666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20000"/>
        </a:accent6>
        <a:hlink>
          <a:srgbClr val="0033CC"/>
        </a:hlink>
        <a:folHlink>
          <a:srgbClr val="FFCC66"/>
        </a:folHlink>
      </a:clrScheme>
    </a:extraClrScheme>
    <a:extraClrScheme>
      <a:clrScheme name="Default Color Scheme 4">
        <a:dk1>
          <a:srgbClr val="000000"/>
        </a:dk1>
        <a:lt1>
          <a:srgbClr val="FFFFFF"/>
        </a:lt1>
        <a:dk2>
          <a:srgbClr val="333333"/>
        </a:dk2>
        <a:lt2>
          <a:srgbClr val="000000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27272"/>
        </a:accent6>
        <a:hlink>
          <a:srgbClr val="4D4D4D"/>
        </a:hlink>
        <a:folHlink>
          <a:srgbClr val="EAEAEA"/>
        </a:folHlink>
      </a:clrScheme>
    </a:extraClrScheme>
    <a:extraClrScheme>
      <a:clrScheme name="Default Color Scheme 5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9"/>
        </a:accent5>
        <a:accent6>
          <a:srgbClr val="0000E5"/>
        </a:accent6>
        <a:hlink>
          <a:srgbClr val="CC00CC"/>
        </a:hlink>
        <a:folHlink>
          <a:srgbClr val="C0C0C0"/>
        </a:folHlink>
      </a:clrScheme>
    </a:extraClrScheme>
    <a:extraClrScheme>
      <a:clrScheme name="Default Color Scheme 6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BE5"/>
        </a:accent6>
        <a:hlink>
          <a:srgbClr val="FF0000"/>
        </a:hlink>
        <a:folHlink>
          <a:srgbClr val="009900"/>
        </a:folHlink>
      </a:clrScheme>
    </a:extraClrScheme>
    <a:extraClrScheme>
      <a:clrScheme name="Default Color Scheme 7">
        <a:dk1>
          <a:srgbClr val="000000"/>
        </a:dk1>
        <a:lt1>
          <a:srgbClr val="FFFFFF"/>
        </a:lt1>
        <a:dk2>
          <a:srgbClr val="808080"/>
        </a:dk2>
        <a:lt2>
          <a:srgbClr val="00000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9E5B7"/>
        </a:accent6>
        <a:hlink>
          <a:srgbClr val="CC00CC"/>
        </a:hlink>
        <a:folHlink>
          <a:srgbClr val="B2B2B2"/>
        </a:folHlink>
      </a:clrScheme>
    </a:extraClrScheme>
  </a:extraClrSchemeLst>
</a:theme>
</file>

<file path=ppt/theme/theme3.xml><?xml version="1.0" encoding="utf-8"?>
<a:theme xmlns:a="http://schemas.openxmlformats.org/drawingml/2006/main" name="Office 主题">
  <a:themeElements>
    <a:clrScheme name="Default Color Scheme">
      <a:dk1>
        <a:srgbClr val="FFFFCC"/>
      </a:dk1>
      <a:lt1>
        <a:srgbClr val="000000"/>
      </a:lt1>
      <a:dk2>
        <a:srgbClr val="5F5F5F"/>
      </a:dk2>
      <a:lt2>
        <a:srgbClr val="FFCC66"/>
      </a:lt2>
      <a:accent1>
        <a:srgbClr val="FF9933"/>
      </a:accent1>
      <a:accent2>
        <a:srgbClr val="CC0066"/>
      </a:accent2>
      <a:accent3>
        <a:srgbClr val="AAAAAA"/>
      </a:accent3>
      <a:accent4>
        <a:srgbClr val="DCDCAF"/>
      </a:accent4>
      <a:accent5>
        <a:srgbClr val="FFCAAD"/>
      </a:accent5>
      <a:accent6>
        <a:srgbClr val="B7005B"/>
      </a:accent6>
      <a:hlink>
        <a:srgbClr val="CC00CC"/>
      </a:hlink>
      <a:folHlink>
        <a:srgbClr val="990099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raClrSchemeLst>
    <a:extraClrScheme>
      <a:clrScheme name="Default Color Scheme 1">
        <a:dk1>
          <a:srgbClr val="FFFFCC"/>
        </a:dk1>
        <a:lt1>
          <a:srgbClr val="000000"/>
        </a:lt1>
        <a:dk2>
          <a:srgbClr val="5F5F5F"/>
        </a:dk2>
        <a:lt2>
          <a:srgbClr val="FFCC66"/>
        </a:lt2>
        <a:accent1>
          <a:srgbClr val="FF9933"/>
        </a:accent1>
        <a:accent2>
          <a:srgbClr val="CC0066"/>
        </a:accent2>
        <a:accent3>
          <a:srgbClr val="AAAAAA"/>
        </a:accent3>
        <a:accent4>
          <a:srgbClr val="DCDCAF"/>
        </a:accent4>
        <a:accent5>
          <a:srgbClr val="FFCAAD"/>
        </a:accent5>
        <a:accent6>
          <a:srgbClr val="B7005B"/>
        </a:accent6>
        <a:hlink>
          <a:srgbClr val="CC00CC"/>
        </a:hlink>
        <a:folHlink>
          <a:srgbClr val="990099"/>
        </a:folHlink>
      </a:clrScheme>
    </a:extraClrScheme>
    <a:extraClrScheme>
      <a:clrScheme name="Default Color Scheme 2">
        <a:dk1>
          <a:srgbClr val="000000"/>
        </a:dk1>
        <a:lt1>
          <a:srgbClr val="FFFFFF"/>
        </a:lt1>
        <a:dk2>
          <a:srgbClr val="5F5F5F"/>
        </a:dk2>
        <a:lt2>
          <a:srgbClr val="FF9900"/>
        </a:lt2>
        <a:accent1>
          <a:srgbClr val="FF9933"/>
        </a:accent1>
        <a:accent2>
          <a:srgbClr val="CC0066"/>
        </a:accent2>
        <a:accent3>
          <a:srgbClr val="FFFFFF"/>
        </a:accent3>
        <a:accent4>
          <a:srgbClr val="000000"/>
        </a:accent4>
        <a:accent5>
          <a:srgbClr val="FFCAAD"/>
        </a:accent5>
        <a:accent6>
          <a:srgbClr val="B7005B"/>
        </a:accent6>
        <a:hlink>
          <a:srgbClr val="CC00CC"/>
        </a:hlink>
        <a:folHlink>
          <a:srgbClr val="990099"/>
        </a:folHlink>
      </a:clrScheme>
    </a:extraClrScheme>
    <a:extraClrScheme>
      <a:clrScheme name="Default Color Scheme 3">
        <a:dk1>
          <a:srgbClr val="000000"/>
        </a:dk1>
        <a:lt1>
          <a:srgbClr val="FFFFFF"/>
        </a:lt1>
        <a:dk2>
          <a:srgbClr val="393939"/>
        </a:dk2>
        <a:lt2>
          <a:srgbClr val="000000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1E1E1"/>
        </a:accent5>
        <a:accent6>
          <a:srgbClr val="787878"/>
        </a:accent6>
        <a:hlink>
          <a:srgbClr val="4D4D4D"/>
        </a:hlink>
        <a:folHlink>
          <a:srgbClr val="EAEAEA"/>
        </a:folHlink>
      </a:clrScheme>
    </a:extraClrScheme>
  </a:extraClrSchemeLst>
</a:theme>
</file>

<file path=ppt/theme/theme4.xml><?xml version="1.0" encoding="utf-8"?>
<a:theme xmlns:a="http://schemas.openxmlformats.org/drawingml/2006/main" name="Office 主题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5.xml><?xml version="1.0" encoding="utf-8"?>
<a:theme xmlns:a="http://schemas.openxmlformats.org/drawingml/2006/main" name="Office 主题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Override1.xml><?xml version="1.0" encoding="utf-8"?>
<a:themeOverride xmlns:a="http://schemas.openxmlformats.org/drawingml/2006/main">
  <a:clrScheme name="">
    <a:dk1>
      <a:srgbClr val="FFFFCC"/>
    </a:dk1>
    <a:lt1>
      <a:srgbClr val="000000"/>
    </a:lt1>
    <a:dk2>
      <a:srgbClr val="5F5F5F"/>
    </a:dk2>
    <a:lt2>
      <a:srgbClr val="FFCC66"/>
    </a:lt2>
    <a:accent1>
      <a:srgbClr val="FF9933"/>
    </a:accent1>
    <a:accent2>
      <a:srgbClr val="CC0066"/>
    </a:accent2>
    <a:accent3>
      <a:srgbClr val="AAAAAA"/>
    </a:accent3>
    <a:accent4>
      <a:srgbClr val="DCDCAF"/>
    </a:accent4>
    <a:accent5>
      <a:srgbClr val="FFCAAD"/>
    </a:accent5>
    <a:accent6>
      <a:srgbClr val="B7005B"/>
    </a:accent6>
    <a:hlink>
      <a:srgbClr val="CC00CC"/>
    </a:hlink>
    <a:folHlink>
      <a:srgbClr val="990099"/>
    </a:folHlink>
  </a:clrScheme>
</a:themeOverride>
</file>

<file path=docProps/app.xml><?xml version="1.0" encoding="utf-8"?>
<Properties xmlns="http://schemas.openxmlformats.org/officeDocument/2006/extended-properties">
  <ScaleCrop>0</ScaleCrop>
  <LinksUpToDate>0</LinksUpToDate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>
  <dc:title>PowerPoint Presentation</dc:title>
  <dc:creator>PEPM00</dc:creator>
  <cp:lastModifiedBy>1</cp:lastModifiedBy>
  <dcterms:created xsi:type="dcterms:W3CDTF">1969-12-31T16:00:00Z</dcterms:created>
  <dcterms:modified xsi:type="dcterms:W3CDTF">2021-12-05T06:09:17Z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fc250747a85342efb31aad090a5c3be2</vt:lpwstr>
  </property>
</Properties>
</file>